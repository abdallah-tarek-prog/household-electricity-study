
<file path=[Content_Types].xml><?xml version="1.0" encoding="utf-8"?>
<Types xmlns="http://schemas.openxmlformats.org/package/2006/content-types">
  <Default Extension="fntdata" ContentType="application/x-fontdata"/>
  <Default Extension="jpg" ContentType="image/jpeg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embedTrueTypeFonts="1" saveSubsetFonts="1" autoCompressPictures="0">
  <p:sldMasterIdLst>
    <p:sldMasterId id="2147483681" r:id="rId1"/>
  </p:sldMasterIdLst>
  <p:notesMasterIdLst>
    <p:notesMasterId r:id="rId32"/>
  </p:notesMasterIdLst>
  <p:sldIdLst>
    <p:sldId id="256" r:id="rId2"/>
    <p:sldId id="327" r:id="rId3"/>
    <p:sldId id="281" r:id="rId4"/>
    <p:sldId id="262" r:id="rId5"/>
    <p:sldId id="311" r:id="rId6"/>
    <p:sldId id="258" r:id="rId7"/>
    <p:sldId id="260" r:id="rId8"/>
    <p:sldId id="319" r:id="rId9"/>
    <p:sldId id="316" r:id="rId10"/>
    <p:sldId id="320" r:id="rId11"/>
    <p:sldId id="321" r:id="rId12"/>
    <p:sldId id="312" r:id="rId13"/>
    <p:sldId id="338" r:id="rId14"/>
    <p:sldId id="335" r:id="rId15"/>
    <p:sldId id="336" r:id="rId16"/>
    <p:sldId id="337" r:id="rId17"/>
    <p:sldId id="313" r:id="rId18"/>
    <p:sldId id="322" r:id="rId19"/>
    <p:sldId id="323" r:id="rId20"/>
    <p:sldId id="324" r:id="rId21"/>
    <p:sldId id="325" r:id="rId22"/>
    <p:sldId id="326" r:id="rId23"/>
    <p:sldId id="314" r:id="rId24"/>
    <p:sldId id="330" r:id="rId25"/>
    <p:sldId id="333" r:id="rId26"/>
    <p:sldId id="334" r:id="rId27"/>
    <p:sldId id="315" r:id="rId28"/>
    <p:sldId id="329" r:id="rId29"/>
    <p:sldId id="328" r:id="rId30"/>
    <p:sldId id="290" r:id="rId31"/>
  </p:sldIdLst>
  <p:sldSz cx="9144000" cy="5143500" type="screen16x9"/>
  <p:notesSz cx="6858000" cy="9144000"/>
  <p:embeddedFontLst>
    <p:embeddedFont>
      <p:font typeface="Anaheim" pitchFamily="2" charset="0"/>
      <p:regular r:id="rId33"/>
      <p:bold r:id="rId34"/>
    </p:embeddedFont>
    <p:embeddedFont>
      <p:font typeface="Asap" panose="020B0604020202020204" charset="0"/>
      <p:regular r:id="rId35"/>
      <p:bold r:id="rId36"/>
      <p:italic r:id="rId37"/>
      <p:boldItalic r:id="rId38"/>
    </p:embeddedFont>
    <p:embeddedFont>
      <p:font typeface="Asap SemiBold" panose="020B0604020202020204" charset="0"/>
      <p:regular r:id="rId39"/>
      <p:bold r:id="rId40"/>
      <p:italic r:id="rId41"/>
      <p:boldItalic r:id="rId42"/>
    </p:embeddedFont>
    <p:embeddedFont>
      <p:font typeface="Barlow" panose="00000500000000000000" pitchFamily="2" charset="0"/>
      <p:regular r:id="rId43"/>
      <p:bold r:id="rId44"/>
      <p:italic r:id="rId45"/>
      <p:boldItalic r:id="rId46"/>
    </p:embeddedFont>
    <p:embeddedFont>
      <p:font typeface="Barlow Black" panose="00000A00000000000000" pitchFamily="2" charset="0"/>
      <p:bold r:id="rId47"/>
      <p:boldItalic r:id="rId48"/>
    </p:embeddedFont>
    <p:embeddedFont>
      <p:font typeface="Barlow Medium" panose="00000600000000000000" pitchFamily="2" charset="0"/>
      <p:regular r:id="rId49"/>
      <p:italic r:id="rId50"/>
    </p:embeddedFont>
    <p:embeddedFont>
      <p:font typeface="Cambria Math" panose="02040503050406030204" pitchFamily="18" charset="0"/>
      <p:regular r:id="rId51"/>
    </p:embeddedFont>
    <p:embeddedFont>
      <p:font typeface="DM Sans" pitchFamily="2" charset="0"/>
      <p:regular r:id="rId52"/>
      <p:bold r:id="rId53"/>
      <p:italic r:id="rId54"/>
      <p:boldItalic r:id="rId55"/>
    </p:embeddedFont>
  </p:embeddedFont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C8F43255-F506-4AE3-A69C-910CEA130B67}">
  <a:tblStyle styleId="{C8F43255-F506-4AE3-A69C-910CEA130B67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left>
          <a:righ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right>
          <a:top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top>
          <a:bottom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bottom>
          <a:insideH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H>
          <a:insideV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V>
        </a:tcBdr>
      </a:tcStyle>
    </a:wholeTbl>
    <a:band1H>
      <a:tcTxStyle/>
      <a:tcStyle>
        <a:tcBdr/>
      </a:tcStyle>
    </a:band1H>
    <a:band2H>
      <a:tcTxStyle/>
      <a:tcStyle>
        <a:tcBdr/>
      </a:tcStyle>
    </a:band2H>
    <a:band1V>
      <a:tcTxStyle/>
      <a:tcStyle>
        <a:tcBdr/>
      </a:tcStyle>
    </a:band1V>
    <a:band2V>
      <a:tcTxStyle/>
      <a:tcStyle>
        <a:tcBdr/>
      </a:tcStyle>
    </a:band2V>
    <a:lastCol>
      <a:tcTxStyle/>
      <a:tcStyle>
        <a:tcBdr/>
      </a:tcStyle>
    </a:lastCol>
    <a:firstCol>
      <a:tcTxStyle/>
      <a:tcStyle>
        <a:tcBdr/>
      </a:tcStyle>
    </a:firstCol>
    <a:lastRow>
      <a:tcTxStyle/>
      <a:tcStyle>
        <a:tcBdr/>
      </a:tcStyle>
    </a:lastRow>
    <a:seCell>
      <a:tcTxStyle/>
      <a:tcStyle>
        <a:tcBdr/>
      </a:tcStyle>
    </a:seCell>
    <a:swCell>
      <a:tcTxStyle/>
      <a:tcStyle>
        <a:tcBdr/>
      </a:tcStyle>
    </a:swCell>
    <a:firstRow>
      <a:tcTxStyle/>
      <a:tcStyle>
        <a:tcBdr/>
      </a:tcStyle>
    </a:firstRow>
    <a:neCell>
      <a:tcTxStyle/>
      <a:tcStyle>
        <a:tcBdr/>
      </a:tcStyle>
    </a:neCell>
    <a:nwCell>
      <a:tcTxStyle/>
      <a:tcStyle>
        <a:tcBdr/>
      </a:tcStyle>
    </a:nwCell>
  </a:tblStyle>
  <a:tblStyle styleId="{E2D02BA3-008A-4ABB-81AF-41F26B3A8A3A}" styleName="Table_1">
    <a:wholeTbl>
      <a:tcTxStyle>
        <a:font>
          <a:latin typeface="Arial"/>
          <a:ea typeface="Arial"/>
          <a:cs typeface="Arial"/>
        </a:font>
        <a:srgbClr val="000000"/>
      </a:tcTxStyle>
      <a:tcStyle>
        <a:tcBdr/>
      </a:tcStyle>
    </a:wholeTbl>
    <a:band1H>
      <a:tcTxStyle/>
      <a:tcStyle>
        <a:tcBdr/>
      </a:tcStyle>
    </a:band1H>
    <a:band2H>
      <a:tcTxStyle/>
      <a:tcStyle>
        <a:tcBdr/>
      </a:tcStyle>
    </a:band2H>
    <a:band1V>
      <a:tcTxStyle/>
      <a:tcStyle>
        <a:tcBdr/>
      </a:tcStyle>
    </a:band1V>
    <a:band2V>
      <a:tcTxStyle/>
      <a:tcStyle>
        <a:tcBdr/>
      </a:tcStyle>
    </a:band2V>
    <a:lastCol>
      <a:tcTxStyle/>
      <a:tcStyle>
        <a:tcBdr/>
      </a:tcStyle>
    </a:lastCol>
    <a:firstCol>
      <a:tcTxStyle/>
      <a:tcStyle>
        <a:tcBdr/>
      </a:tcStyle>
    </a:firstCol>
    <a:lastRow>
      <a:tcTxStyle/>
      <a:tcStyle>
        <a:tcBdr/>
      </a:tcStyle>
    </a:lastRow>
    <a:seCell>
      <a:tcTxStyle/>
      <a:tcStyle>
        <a:tcBdr/>
      </a:tcStyle>
    </a:seCell>
    <a:swCell>
      <a:tcTxStyle/>
      <a:tcStyle>
        <a:tcBdr/>
      </a:tcStyle>
    </a:swCell>
    <a:firstRow>
      <a:tcTxStyle/>
      <a:tcStyle>
        <a:tcBdr/>
      </a:tcStyle>
    </a:firstRow>
    <a:neCell>
      <a:tcTxStyle/>
      <a:tcStyle>
        <a:tcBdr/>
      </a:tcStyle>
    </a:neCell>
    <a:nwCell>
      <a:tcTxStyle/>
      <a:tcStyle>
        <a:tcBdr/>
      </a:tcStyle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2069" autoAdjust="0"/>
    <p:restoredTop sz="94660"/>
  </p:normalViewPr>
  <p:slideViewPr>
    <p:cSldViewPr snapToGrid="0">
      <p:cViewPr>
        <p:scale>
          <a:sx n="125" d="100"/>
          <a:sy n="125" d="100"/>
        </p:scale>
        <p:origin x="756" y="246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font" Target="fonts/font7.fntdata"/><Relationship Id="rId21" Type="http://schemas.openxmlformats.org/officeDocument/2006/relationships/slide" Target="slides/slide20.xml"/><Relationship Id="rId34" Type="http://schemas.openxmlformats.org/officeDocument/2006/relationships/font" Target="fonts/font2.fntdata"/><Relationship Id="rId42" Type="http://schemas.openxmlformats.org/officeDocument/2006/relationships/font" Target="fonts/font10.fntdata"/><Relationship Id="rId47" Type="http://schemas.openxmlformats.org/officeDocument/2006/relationships/font" Target="fonts/font15.fntdata"/><Relationship Id="rId50" Type="http://schemas.openxmlformats.org/officeDocument/2006/relationships/font" Target="fonts/font18.fntdata"/><Relationship Id="rId55" Type="http://schemas.openxmlformats.org/officeDocument/2006/relationships/font" Target="fonts/font23.fntdata"/><Relationship Id="rId7" Type="http://schemas.openxmlformats.org/officeDocument/2006/relationships/slide" Target="slides/slide6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9" Type="http://schemas.openxmlformats.org/officeDocument/2006/relationships/slide" Target="slides/slide28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notesMaster" Target="notesMasters/notesMaster1.xml"/><Relationship Id="rId37" Type="http://schemas.openxmlformats.org/officeDocument/2006/relationships/font" Target="fonts/font5.fntdata"/><Relationship Id="rId40" Type="http://schemas.openxmlformats.org/officeDocument/2006/relationships/font" Target="fonts/font8.fntdata"/><Relationship Id="rId45" Type="http://schemas.openxmlformats.org/officeDocument/2006/relationships/font" Target="fonts/font13.fntdata"/><Relationship Id="rId53" Type="http://schemas.openxmlformats.org/officeDocument/2006/relationships/font" Target="fonts/font21.fntdata"/><Relationship Id="rId58" Type="http://schemas.openxmlformats.org/officeDocument/2006/relationships/theme" Target="theme/theme1.xml"/><Relationship Id="rId5" Type="http://schemas.openxmlformats.org/officeDocument/2006/relationships/slide" Target="slides/slide4.xml"/><Relationship Id="rId19" Type="http://schemas.openxmlformats.org/officeDocument/2006/relationships/slide" Target="slides/slide18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font" Target="fonts/font3.fntdata"/><Relationship Id="rId43" Type="http://schemas.openxmlformats.org/officeDocument/2006/relationships/font" Target="fonts/font11.fntdata"/><Relationship Id="rId48" Type="http://schemas.openxmlformats.org/officeDocument/2006/relationships/font" Target="fonts/font16.fntdata"/><Relationship Id="rId56" Type="http://schemas.openxmlformats.org/officeDocument/2006/relationships/presProps" Target="presProps.xml"/><Relationship Id="rId8" Type="http://schemas.openxmlformats.org/officeDocument/2006/relationships/slide" Target="slides/slide7.xml"/><Relationship Id="rId51" Type="http://schemas.openxmlformats.org/officeDocument/2006/relationships/font" Target="fonts/font19.fntdata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font" Target="fonts/font1.fntdata"/><Relationship Id="rId38" Type="http://schemas.openxmlformats.org/officeDocument/2006/relationships/font" Target="fonts/font6.fntdata"/><Relationship Id="rId46" Type="http://schemas.openxmlformats.org/officeDocument/2006/relationships/font" Target="fonts/font14.fntdata"/><Relationship Id="rId59" Type="http://schemas.openxmlformats.org/officeDocument/2006/relationships/tableStyles" Target="tableStyles.xml"/><Relationship Id="rId20" Type="http://schemas.openxmlformats.org/officeDocument/2006/relationships/slide" Target="slides/slide19.xml"/><Relationship Id="rId41" Type="http://schemas.openxmlformats.org/officeDocument/2006/relationships/font" Target="fonts/font9.fntdata"/><Relationship Id="rId54" Type="http://schemas.openxmlformats.org/officeDocument/2006/relationships/font" Target="fonts/font22.fntdata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font" Target="fonts/font4.fntdata"/><Relationship Id="rId49" Type="http://schemas.openxmlformats.org/officeDocument/2006/relationships/font" Target="fonts/font17.fntdata"/><Relationship Id="rId57" Type="http://schemas.openxmlformats.org/officeDocument/2006/relationships/viewProps" Target="viewProps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font" Target="fonts/font12.fntdata"/><Relationship Id="rId52" Type="http://schemas.openxmlformats.org/officeDocument/2006/relationships/font" Target="fonts/font20.fntdata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7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marL="914400" lvl="1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marL="1371600" lvl="2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marL="1828800" lvl="3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marL="2286000" lvl="4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marL="2743200" lvl="5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marL="3200400" lvl="6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marL="3657600" lvl="7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marL="4114800" lvl="8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1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47" name="Google Shape;3147;g4dfce81f19_0_4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148" name="Google Shape;3148;g4dfce81f19_0_4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939">
          <a:extLst>
            <a:ext uri="{FF2B5EF4-FFF2-40B4-BE49-F238E27FC236}">
              <a16:creationId xmlns:a16="http://schemas.microsoft.com/office/drawing/2014/main" id="{06CD12DE-D1E4-4EA7-52EE-78D5CCFDD50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40" name="Google Shape;4940;g54dda1946d_4_2685:notes">
            <a:extLst>
              <a:ext uri="{FF2B5EF4-FFF2-40B4-BE49-F238E27FC236}">
                <a16:creationId xmlns:a16="http://schemas.microsoft.com/office/drawing/2014/main" id="{27D179C1-DEC1-32B8-F0EA-E6F90869EB3E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941" name="Google Shape;4941;g54dda1946d_4_2685:notes">
            <a:extLst>
              <a:ext uri="{FF2B5EF4-FFF2-40B4-BE49-F238E27FC236}">
                <a16:creationId xmlns:a16="http://schemas.microsoft.com/office/drawing/2014/main" id="{7A8779C0-17BE-FA2C-2DB3-BC3117D1D279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532754615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9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56" name="Google Shape;4956;gd5260bdd85_0_31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957" name="Google Shape;4957;gd5260bdd85_0_31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2" name="Google Shape;3582;g54dda1946d_6_32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83" name="Google Shape;3583;g54dda1946d_6_32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761">
          <a:extLst>
            <a:ext uri="{FF2B5EF4-FFF2-40B4-BE49-F238E27FC236}">
              <a16:creationId xmlns:a16="http://schemas.microsoft.com/office/drawing/2014/main" id="{196400CB-5BF2-D09E-32B6-93D4A502F62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62" name="Google Shape;3762;g54dda1946d_6_332:notes">
            <a:extLst>
              <a:ext uri="{FF2B5EF4-FFF2-40B4-BE49-F238E27FC236}">
                <a16:creationId xmlns:a16="http://schemas.microsoft.com/office/drawing/2014/main" id="{8CE77815-6293-C5D4-65CB-51980AE19F98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763" name="Google Shape;3763;g54dda1946d_6_332:notes">
            <a:extLst>
              <a:ext uri="{FF2B5EF4-FFF2-40B4-BE49-F238E27FC236}">
                <a16:creationId xmlns:a16="http://schemas.microsoft.com/office/drawing/2014/main" id="{0B7E4992-B19B-CC10-5CA6-C8DA4D09DE64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946286638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1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62" name="Google Shape;3162;gd431007ba2_0_21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163" name="Google Shape;3163;gd431007ba2_0_21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 sz="1200" i="1">
              <a:solidFill>
                <a:srgbClr val="595959"/>
              </a:solidFill>
              <a:latin typeface="Anaheim"/>
              <a:ea typeface="Anaheim"/>
              <a:cs typeface="Anaheim"/>
              <a:sym typeface="Anaheim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4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62" name="Google Shape;3462;g54dda1946d_6_30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463" name="Google Shape;3463;g54dda1946d_6_30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813">
          <a:extLst>
            <a:ext uri="{FF2B5EF4-FFF2-40B4-BE49-F238E27FC236}">
              <a16:creationId xmlns:a16="http://schemas.microsoft.com/office/drawing/2014/main" id="{20DF8898-7C87-CC35-9051-EF3F684A86D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14" name="Google Shape;3814;g54dda1946d_4_2738:notes">
            <a:extLst>
              <a:ext uri="{FF2B5EF4-FFF2-40B4-BE49-F238E27FC236}">
                <a16:creationId xmlns:a16="http://schemas.microsoft.com/office/drawing/2014/main" id="{46292D4C-8291-5ADD-9059-20849E2DC282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815" name="Google Shape;3815;g54dda1946d_4_2738:notes">
            <a:extLst>
              <a:ext uri="{FF2B5EF4-FFF2-40B4-BE49-F238E27FC236}">
                <a16:creationId xmlns:a16="http://schemas.microsoft.com/office/drawing/2014/main" id="{B0185271-9332-7777-FC16-F006F2B7376C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225607066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267">
          <a:extLst>
            <a:ext uri="{FF2B5EF4-FFF2-40B4-BE49-F238E27FC236}">
              <a16:creationId xmlns:a16="http://schemas.microsoft.com/office/drawing/2014/main" id="{79C464B6-4EC7-CA5A-DCDC-69A8EA64EE3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68" name="Google Shape;4268;g54dda1946d_6_358:notes">
            <a:extLst>
              <a:ext uri="{FF2B5EF4-FFF2-40B4-BE49-F238E27FC236}">
                <a16:creationId xmlns:a16="http://schemas.microsoft.com/office/drawing/2014/main" id="{2E610457-6520-A4EA-625A-CF63D84E81B7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269" name="Google Shape;4269;g54dda1946d_6_358:notes">
            <a:extLst>
              <a:ext uri="{FF2B5EF4-FFF2-40B4-BE49-F238E27FC236}">
                <a16:creationId xmlns:a16="http://schemas.microsoft.com/office/drawing/2014/main" id="{574B3915-EBE2-1967-25FC-45A4AB929FE1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913138772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933">
          <a:extLst>
            <a:ext uri="{FF2B5EF4-FFF2-40B4-BE49-F238E27FC236}">
              <a16:creationId xmlns:a16="http://schemas.microsoft.com/office/drawing/2014/main" id="{CD5B7923-D193-A4D2-82A5-049913CB550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34" name="Google Shape;4934;g54dda1946d_4_2701:notes">
            <a:extLst>
              <a:ext uri="{FF2B5EF4-FFF2-40B4-BE49-F238E27FC236}">
                <a16:creationId xmlns:a16="http://schemas.microsoft.com/office/drawing/2014/main" id="{489A0C06-EE93-128B-F61F-5D1B250954EF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935" name="Google Shape;4935;g54dda1946d_4_2701:notes">
            <a:extLst>
              <a:ext uri="{FF2B5EF4-FFF2-40B4-BE49-F238E27FC236}">
                <a16:creationId xmlns:a16="http://schemas.microsoft.com/office/drawing/2014/main" id="{F9A2F8BF-D42A-20CD-45A6-7B73FB87959E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146259325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933">
          <a:extLst>
            <a:ext uri="{FF2B5EF4-FFF2-40B4-BE49-F238E27FC236}">
              <a16:creationId xmlns:a16="http://schemas.microsoft.com/office/drawing/2014/main" id="{2CDABA9F-E1A8-CE99-2A11-5A521017305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34" name="Google Shape;4934;g54dda1946d_4_2701:notes">
            <a:extLst>
              <a:ext uri="{FF2B5EF4-FFF2-40B4-BE49-F238E27FC236}">
                <a16:creationId xmlns:a16="http://schemas.microsoft.com/office/drawing/2014/main" id="{798D9717-A594-E9D5-70B3-5721BA2CEDF4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935" name="Google Shape;4935;g54dda1946d_4_2701:notes">
            <a:extLst>
              <a:ext uri="{FF2B5EF4-FFF2-40B4-BE49-F238E27FC236}">
                <a16:creationId xmlns:a16="http://schemas.microsoft.com/office/drawing/2014/main" id="{21C44C81-FC93-67E3-E31C-8382F99F4852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546512957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461">
          <a:extLst>
            <a:ext uri="{FF2B5EF4-FFF2-40B4-BE49-F238E27FC236}">
              <a16:creationId xmlns:a16="http://schemas.microsoft.com/office/drawing/2014/main" id="{01123EA2-88B4-7B26-523E-5B579B41938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62" name="Google Shape;3462;g54dda1946d_6_308:notes">
            <a:extLst>
              <a:ext uri="{FF2B5EF4-FFF2-40B4-BE49-F238E27FC236}">
                <a16:creationId xmlns:a16="http://schemas.microsoft.com/office/drawing/2014/main" id="{A878F248-A22D-06DA-E561-1714B8663FBA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463" name="Google Shape;3463;g54dda1946d_6_308:notes">
            <a:extLst>
              <a:ext uri="{FF2B5EF4-FFF2-40B4-BE49-F238E27FC236}">
                <a16:creationId xmlns:a16="http://schemas.microsoft.com/office/drawing/2014/main" id="{C0A3DE96-CEE3-22B4-84E1-EDFEB4CA7591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94398470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813">
          <a:extLst>
            <a:ext uri="{FF2B5EF4-FFF2-40B4-BE49-F238E27FC236}">
              <a16:creationId xmlns:a16="http://schemas.microsoft.com/office/drawing/2014/main" id="{1EF2903A-5410-A5BF-65B0-DBD82D8DA7E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14" name="Google Shape;3814;g54dda1946d_4_2738:notes">
            <a:extLst>
              <a:ext uri="{FF2B5EF4-FFF2-40B4-BE49-F238E27FC236}">
                <a16:creationId xmlns:a16="http://schemas.microsoft.com/office/drawing/2014/main" id="{11CF95CC-C780-5411-6288-08EB3D2D3A11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815" name="Google Shape;3815;g54dda1946d_4_2738:notes">
            <a:extLst>
              <a:ext uri="{FF2B5EF4-FFF2-40B4-BE49-F238E27FC236}">
                <a16:creationId xmlns:a16="http://schemas.microsoft.com/office/drawing/2014/main" id="{760ECA2E-8F5D-7A53-9E19-24D0136D0D95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327828740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267">
          <a:extLst>
            <a:ext uri="{FF2B5EF4-FFF2-40B4-BE49-F238E27FC236}">
              <a16:creationId xmlns:a16="http://schemas.microsoft.com/office/drawing/2014/main" id="{60FAF47D-2729-C3A9-1A85-F5DBA3D8A1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68" name="Google Shape;4268;g54dda1946d_6_358:notes">
            <a:extLst>
              <a:ext uri="{FF2B5EF4-FFF2-40B4-BE49-F238E27FC236}">
                <a16:creationId xmlns:a16="http://schemas.microsoft.com/office/drawing/2014/main" id="{55AD6CA4-A3C4-502D-839B-B95FABBC1671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269" name="Google Shape;4269;g54dda1946d_6_358:notes">
            <a:extLst>
              <a:ext uri="{FF2B5EF4-FFF2-40B4-BE49-F238E27FC236}">
                <a16:creationId xmlns:a16="http://schemas.microsoft.com/office/drawing/2014/main" id="{AE345AA5-ADB4-9F79-E34B-0851E3BE58B2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77018260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267">
          <a:extLst>
            <a:ext uri="{FF2B5EF4-FFF2-40B4-BE49-F238E27FC236}">
              <a16:creationId xmlns:a16="http://schemas.microsoft.com/office/drawing/2014/main" id="{018FA20D-CB19-2367-67BE-50453B73F63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68" name="Google Shape;4268;g54dda1946d_6_358:notes">
            <a:extLst>
              <a:ext uri="{FF2B5EF4-FFF2-40B4-BE49-F238E27FC236}">
                <a16:creationId xmlns:a16="http://schemas.microsoft.com/office/drawing/2014/main" id="{293095E9-B95D-8687-FF7A-888A154F39E0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269" name="Google Shape;4269;g54dda1946d_6_358:notes">
            <a:extLst>
              <a:ext uri="{FF2B5EF4-FFF2-40B4-BE49-F238E27FC236}">
                <a16:creationId xmlns:a16="http://schemas.microsoft.com/office/drawing/2014/main" id="{37FDB5B3-8E09-56A9-6ECE-B15BDBB17038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284682437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933">
          <a:extLst>
            <a:ext uri="{FF2B5EF4-FFF2-40B4-BE49-F238E27FC236}">
              <a16:creationId xmlns:a16="http://schemas.microsoft.com/office/drawing/2014/main" id="{9C508CD9-6874-851D-6681-2CE2F33BC4E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34" name="Google Shape;4934;g54dda1946d_4_2701:notes">
            <a:extLst>
              <a:ext uri="{FF2B5EF4-FFF2-40B4-BE49-F238E27FC236}">
                <a16:creationId xmlns:a16="http://schemas.microsoft.com/office/drawing/2014/main" id="{33E6952C-8542-585F-8078-A997F6F3D39C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935" name="Google Shape;4935;g54dda1946d_4_2701:notes">
            <a:extLst>
              <a:ext uri="{FF2B5EF4-FFF2-40B4-BE49-F238E27FC236}">
                <a16:creationId xmlns:a16="http://schemas.microsoft.com/office/drawing/2014/main" id="{C661372F-29A1-39FD-775A-1903424BCCFB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625066747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461">
          <a:extLst>
            <a:ext uri="{FF2B5EF4-FFF2-40B4-BE49-F238E27FC236}">
              <a16:creationId xmlns:a16="http://schemas.microsoft.com/office/drawing/2014/main" id="{1C9DD4A2-ADBB-5F0A-1706-C1ED3677DFE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62" name="Google Shape;3462;g54dda1946d_6_308:notes">
            <a:extLst>
              <a:ext uri="{FF2B5EF4-FFF2-40B4-BE49-F238E27FC236}">
                <a16:creationId xmlns:a16="http://schemas.microsoft.com/office/drawing/2014/main" id="{3E1A9D9A-A273-295B-DCD7-1701C81D2DC7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463" name="Google Shape;3463;g54dda1946d_6_308:notes">
            <a:extLst>
              <a:ext uri="{FF2B5EF4-FFF2-40B4-BE49-F238E27FC236}">
                <a16:creationId xmlns:a16="http://schemas.microsoft.com/office/drawing/2014/main" id="{73CDF28E-0D43-9897-189E-AFFC7132F78C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388579316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813">
          <a:extLst>
            <a:ext uri="{FF2B5EF4-FFF2-40B4-BE49-F238E27FC236}">
              <a16:creationId xmlns:a16="http://schemas.microsoft.com/office/drawing/2014/main" id="{8E09EB96-5754-E142-C923-CFE8BF902D6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14" name="Google Shape;3814;g54dda1946d_4_2738:notes">
            <a:extLst>
              <a:ext uri="{FF2B5EF4-FFF2-40B4-BE49-F238E27FC236}">
                <a16:creationId xmlns:a16="http://schemas.microsoft.com/office/drawing/2014/main" id="{3BB6A376-A301-04B1-20ED-AD751F9553CD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815" name="Google Shape;3815;g54dda1946d_4_2738:notes">
            <a:extLst>
              <a:ext uri="{FF2B5EF4-FFF2-40B4-BE49-F238E27FC236}">
                <a16:creationId xmlns:a16="http://schemas.microsoft.com/office/drawing/2014/main" id="{62E25AE3-9A0C-EDB1-D906-443F91796ADE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301207332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267">
          <a:extLst>
            <a:ext uri="{FF2B5EF4-FFF2-40B4-BE49-F238E27FC236}">
              <a16:creationId xmlns:a16="http://schemas.microsoft.com/office/drawing/2014/main" id="{8C9BE7A1-5AF1-F22D-5E8E-4013864A4DA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68" name="Google Shape;4268;g54dda1946d_6_358:notes">
            <a:extLst>
              <a:ext uri="{FF2B5EF4-FFF2-40B4-BE49-F238E27FC236}">
                <a16:creationId xmlns:a16="http://schemas.microsoft.com/office/drawing/2014/main" id="{C64EE837-9578-3711-22B5-6C68E374DE72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269" name="Google Shape;4269;g54dda1946d_6_358:notes">
            <a:extLst>
              <a:ext uri="{FF2B5EF4-FFF2-40B4-BE49-F238E27FC236}">
                <a16:creationId xmlns:a16="http://schemas.microsoft.com/office/drawing/2014/main" id="{DCB3E6B6-8001-1C00-0227-BD1798AD741A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413308837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267">
          <a:extLst>
            <a:ext uri="{FF2B5EF4-FFF2-40B4-BE49-F238E27FC236}">
              <a16:creationId xmlns:a16="http://schemas.microsoft.com/office/drawing/2014/main" id="{EFA37F3D-09C8-3190-C5A7-18BC166295D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68" name="Google Shape;4268;g54dda1946d_6_358:notes">
            <a:extLst>
              <a:ext uri="{FF2B5EF4-FFF2-40B4-BE49-F238E27FC236}">
                <a16:creationId xmlns:a16="http://schemas.microsoft.com/office/drawing/2014/main" id="{12021C2F-AC46-30FB-6624-033D7C232582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269" name="Google Shape;4269;g54dda1946d_6_358:notes">
            <a:extLst>
              <a:ext uri="{FF2B5EF4-FFF2-40B4-BE49-F238E27FC236}">
                <a16:creationId xmlns:a16="http://schemas.microsoft.com/office/drawing/2014/main" id="{9B5C8177-F594-8326-304A-739A99AD28E2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767283430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933">
          <a:extLst>
            <a:ext uri="{FF2B5EF4-FFF2-40B4-BE49-F238E27FC236}">
              <a16:creationId xmlns:a16="http://schemas.microsoft.com/office/drawing/2014/main" id="{329609F8-D577-B5C2-F4F6-4AD8A849230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34" name="Google Shape;4934;g54dda1946d_4_2701:notes">
            <a:extLst>
              <a:ext uri="{FF2B5EF4-FFF2-40B4-BE49-F238E27FC236}">
                <a16:creationId xmlns:a16="http://schemas.microsoft.com/office/drawing/2014/main" id="{D62EA688-63B2-FD27-59F8-1DA3F7964193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935" name="Google Shape;4935;g54dda1946d_4_2701:notes">
            <a:extLst>
              <a:ext uri="{FF2B5EF4-FFF2-40B4-BE49-F238E27FC236}">
                <a16:creationId xmlns:a16="http://schemas.microsoft.com/office/drawing/2014/main" id="{F2C04B15-3E36-51F2-BC6E-8B76162EC88C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204850608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933">
          <a:extLst>
            <a:ext uri="{FF2B5EF4-FFF2-40B4-BE49-F238E27FC236}">
              <a16:creationId xmlns:a16="http://schemas.microsoft.com/office/drawing/2014/main" id="{198560F7-2DA0-6C6A-A912-17AE894C007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34" name="Google Shape;4934;g54dda1946d_4_2701:notes">
            <a:extLst>
              <a:ext uri="{FF2B5EF4-FFF2-40B4-BE49-F238E27FC236}">
                <a16:creationId xmlns:a16="http://schemas.microsoft.com/office/drawing/2014/main" id="{6BFF3B92-3A34-91FB-53EF-949B2274ADB4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935" name="Google Shape;4935;g54dda1946d_4_2701:notes">
            <a:extLst>
              <a:ext uri="{FF2B5EF4-FFF2-40B4-BE49-F238E27FC236}">
                <a16:creationId xmlns:a16="http://schemas.microsoft.com/office/drawing/2014/main" id="{D49D5DEA-0BB1-1301-7224-985B38DDB431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048120270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461">
          <a:extLst>
            <a:ext uri="{FF2B5EF4-FFF2-40B4-BE49-F238E27FC236}">
              <a16:creationId xmlns:a16="http://schemas.microsoft.com/office/drawing/2014/main" id="{C57F1621-51DB-1A89-9761-1F26932146C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62" name="Google Shape;3462;g54dda1946d_6_308:notes">
            <a:extLst>
              <a:ext uri="{FF2B5EF4-FFF2-40B4-BE49-F238E27FC236}">
                <a16:creationId xmlns:a16="http://schemas.microsoft.com/office/drawing/2014/main" id="{8D177BA5-E583-22C6-E7B5-6AA553E36C99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463" name="Google Shape;3463;g54dda1946d_6_308:notes">
            <a:extLst>
              <a:ext uri="{FF2B5EF4-FFF2-40B4-BE49-F238E27FC236}">
                <a16:creationId xmlns:a16="http://schemas.microsoft.com/office/drawing/2014/main" id="{1B3A5DB6-7EAC-6176-D193-D69F722DC56F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763850036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813">
          <a:extLst>
            <a:ext uri="{FF2B5EF4-FFF2-40B4-BE49-F238E27FC236}">
              <a16:creationId xmlns:a16="http://schemas.microsoft.com/office/drawing/2014/main" id="{9C735098-0DDD-1D63-D1C1-54CF43D561E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14" name="Google Shape;3814;g54dda1946d_4_2738:notes">
            <a:extLst>
              <a:ext uri="{FF2B5EF4-FFF2-40B4-BE49-F238E27FC236}">
                <a16:creationId xmlns:a16="http://schemas.microsoft.com/office/drawing/2014/main" id="{B6E6A4EC-34F1-37E8-1F5D-A8AA85FF6377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815" name="Google Shape;3815;g54dda1946d_4_2738:notes">
            <a:extLst>
              <a:ext uri="{FF2B5EF4-FFF2-40B4-BE49-F238E27FC236}">
                <a16:creationId xmlns:a16="http://schemas.microsoft.com/office/drawing/2014/main" id="{0C47B952-2963-6295-6291-9EA45A1D9672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38310117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267">
          <a:extLst>
            <a:ext uri="{FF2B5EF4-FFF2-40B4-BE49-F238E27FC236}">
              <a16:creationId xmlns:a16="http://schemas.microsoft.com/office/drawing/2014/main" id="{B1904ED5-E46D-2DC8-89CF-F3AD250FC9E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68" name="Google Shape;4268;g54dda1946d_6_358:notes">
            <a:extLst>
              <a:ext uri="{FF2B5EF4-FFF2-40B4-BE49-F238E27FC236}">
                <a16:creationId xmlns:a16="http://schemas.microsoft.com/office/drawing/2014/main" id="{7E078ED5-C186-9DB5-5FBF-20CE1EA04E14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269" name="Google Shape;4269;g54dda1946d_6_358:notes">
            <a:extLst>
              <a:ext uri="{FF2B5EF4-FFF2-40B4-BE49-F238E27FC236}">
                <a16:creationId xmlns:a16="http://schemas.microsoft.com/office/drawing/2014/main" id="{A04AF1C7-F532-4C99-A1D6-BE6F1AAB181C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135372600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933">
          <a:extLst>
            <a:ext uri="{FF2B5EF4-FFF2-40B4-BE49-F238E27FC236}">
              <a16:creationId xmlns:a16="http://schemas.microsoft.com/office/drawing/2014/main" id="{D6D05EF6-1CF6-FCCF-AFF5-25792BFC80A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34" name="Google Shape;4934;g54dda1946d_4_2701:notes">
            <a:extLst>
              <a:ext uri="{FF2B5EF4-FFF2-40B4-BE49-F238E27FC236}">
                <a16:creationId xmlns:a16="http://schemas.microsoft.com/office/drawing/2014/main" id="{E8830C0F-F4D6-E055-B53B-E609C5B8D520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935" name="Google Shape;4935;g54dda1946d_4_2701:notes">
            <a:extLst>
              <a:ext uri="{FF2B5EF4-FFF2-40B4-BE49-F238E27FC236}">
                <a16:creationId xmlns:a16="http://schemas.microsoft.com/office/drawing/2014/main" id="{479E375B-AA60-DFEB-5FC4-D09C2BC7F945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60928579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461">
          <a:extLst>
            <a:ext uri="{FF2B5EF4-FFF2-40B4-BE49-F238E27FC236}">
              <a16:creationId xmlns:a16="http://schemas.microsoft.com/office/drawing/2014/main" id="{74334AC7-042E-C525-4D79-F784CCB51A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62" name="Google Shape;3462;g54dda1946d_6_308:notes">
            <a:extLst>
              <a:ext uri="{FF2B5EF4-FFF2-40B4-BE49-F238E27FC236}">
                <a16:creationId xmlns:a16="http://schemas.microsoft.com/office/drawing/2014/main" id="{5D37D224-8523-AC14-4654-C3C40042BFB9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463" name="Google Shape;3463;g54dda1946d_6_308:notes">
            <a:extLst>
              <a:ext uri="{FF2B5EF4-FFF2-40B4-BE49-F238E27FC236}">
                <a16:creationId xmlns:a16="http://schemas.microsoft.com/office/drawing/2014/main" id="{2ABB9459-FD1F-6082-01FC-9153086A67C4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152207713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813">
          <a:extLst>
            <a:ext uri="{FF2B5EF4-FFF2-40B4-BE49-F238E27FC236}">
              <a16:creationId xmlns:a16="http://schemas.microsoft.com/office/drawing/2014/main" id="{38B56267-FD12-7F38-F3B5-745D9598F59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14" name="Google Shape;3814;g54dda1946d_4_2738:notes">
            <a:extLst>
              <a:ext uri="{FF2B5EF4-FFF2-40B4-BE49-F238E27FC236}">
                <a16:creationId xmlns:a16="http://schemas.microsoft.com/office/drawing/2014/main" id="{BFC7A588-FCC0-7466-0772-F10A1870DD9A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815" name="Google Shape;3815;g54dda1946d_4_2738:notes">
            <a:extLst>
              <a:ext uri="{FF2B5EF4-FFF2-40B4-BE49-F238E27FC236}">
                <a16:creationId xmlns:a16="http://schemas.microsoft.com/office/drawing/2014/main" id="{34B9AA58-E4C3-6B96-73CD-B53108D0AFEB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709672827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933">
          <a:extLst>
            <a:ext uri="{FF2B5EF4-FFF2-40B4-BE49-F238E27FC236}">
              <a16:creationId xmlns:a16="http://schemas.microsoft.com/office/drawing/2014/main" id="{41010B86-A67C-5040-D448-E745BD523EB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34" name="Google Shape;4934;g54dda1946d_4_2701:notes">
            <a:extLst>
              <a:ext uri="{FF2B5EF4-FFF2-40B4-BE49-F238E27FC236}">
                <a16:creationId xmlns:a16="http://schemas.microsoft.com/office/drawing/2014/main" id="{6224C8A4-CA94-7ED9-8792-AC9C88CC9BDC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935" name="Google Shape;4935;g54dda1946d_4_2701:notes">
            <a:extLst>
              <a:ext uri="{FF2B5EF4-FFF2-40B4-BE49-F238E27FC236}">
                <a16:creationId xmlns:a16="http://schemas.microsoft.com/office/drawing/2014/main" id="{1B525DB6-862B-E0F3-ACE5-4FAD6E3E582C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438984493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1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91" name="Google Shape;5191;g135e18421cc_13_1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192" name="Google Shape;5192;g135e18421cc_13_1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tBDfr" TargetMode="External"/><Relationship Id="rId2" Type="http://schemas.openxmlformats.org/officeDocument/2006/relationships/hyperlink" Target="https://bit.ly/3A1uf1Q" TargetMode="External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/>
          <p:nvPr/>
        </p:nvSpPr>
        <p:spPr>
          <a:xfrm>
            <a:off x="-302011" y="-169892"/>
            <a:ext cx="9748023" cy="5483284"/>
          </a:xfrm>
          <a:custGeom>
            <a:avLst/>
            <a:gdLst/>
            <a:ahLst/>
            <a:cxnLst/>
            <a:rect l="l" t="t" r="r" b="b"/>
            <a:pathLst>
              <a:path w="24222" h="15750" extrusionOk="0">
                <a:moveTo>
                  <a:pt x="19" y="15749"/>
                </a:moveTo>
                <a:lnTo>
                  <a:pt x="19" y="15748"/>
                </a:lnTo>
                <a:lnTo>
                  <a:pt x="1079" y="15748"/>
                </a:lnTo>
                <a:lnTo>
                  <a:pt x="1079" y="15749"/>
                </a:lnTo>
                <a:lnTo>
                  <a:pt x="1147" y="15749"/>
                </a:lnTo>
                <a:lnTo>
                  <a:pt x="1147" y="15748"/>
                </a:lnTo>
                <a:lnTo>
                  <a:pt x="2046" y="15748"/>
                </a:lnTo>
                <a:lnTo>
                  <a:pt x="2046" y="15749"/>
                </a:lnTo>
                <a:lnTo>
                  <a:pt x="2115" y="15749"/>
                </a:lnTo>
                <a:lnTo>
                  <a:pt x="2115" y="15748"/>
                </a:lnTo>
                <a:lnTo>
                  <a:pt x="3174" y="15748"/>
                </a:lnTo>
                <a:lnTo>
                  <a:pt x="3174" y="15749"/>
                </a:lnTo>
                <a:lnTo>
                  <a:pt x="3244" y="15749"/>
                </a:lnTo>
                <a:lnTo>
                  <a:pt x="3244" y="15748"/>
                </a:lnTo>
                <a:lnTo>
                  <a:pt x="4143" y="15748"/>
                </a:lnTo>
                <a:lnTo>
                  <a:pt x="4143" y="15749"/>
                </a:lnTo>
                <a:lnTo>
                  <a:pt x="4211" y="15749"/>
                </a:lnTo>
                <a:lnTo>
                  <a:pt x="4211" y="15748"/>
                </a:lnTo>
                <a:lnTo>
                  <a:pt x="5271" y="15748"/>
                </a:lnTo>
                <a:lnTo>
                  <a:pt x="5271" y="15749"/>
                </a:lnTo>
                <a:lnTo>
                  <a:pt x="5339" y="15749"/>
                </a:lnTo>
                <a:lnTo>
                  <a:pt x="5339" y="15748"/>
                </a:lnTo>
                <a:lnTo>
                  <a:pt x="6238" y="15748"/>
                </a:lnTo>
                <a:lnTo>
                  <a:pt x="6238" y="15749"/>
                </a:lnTo>
                <a:lnTo>
                  <a:pt x="6308" y="15749"/>
                </a:lnTo>
                <a:lnTo>
                  <a:pt x="6308" y="15748"/>
                </a:lnTo>
                <a:lnTo>
                  <a:pt x="7366" y="15748"/>
                </a:lnTo>
                <a:lnTo>
                  <a:pt x="7366" y="15749"/>
                </a:lnTo>
                <a:lnTo>
                  <a:pt x="7436" y="15749"/>
                </a:lnTo>
                <a:lnTo>
                  <a:pt x="7436" y="15748"/>
                </a:lnTo>
                <a:lnTo>
                  <a:pt x="8335" y="15748"/>
                </a:lnTo>
                <a:lnTo>
                  <a:pt x="8335" y="15749"/>
                </a:lnTo>
                <a:lnTo>
                  <a:pt x="8403" y="15749"/>
                </a:lnTo>
                <a:lnTo>
                  <a:pt x="8403" y="15748"/>
                </a:lnTo>
                <a:lnTo>
                  <a:pt x="9463" y="15748"/>
                </a:lnTo>
                <a:lnTo>
                  <a:pt x="9463" y="15749"/>
                </a:lnTo>
                <a:lnTo>
                  <a:pt x="9531" y="15749"/>
                </a:lnTo>
                <a:lnTo>
                  <a:pt x="9531" y="15748"/>
                </a:lnTo>
                <a:lnTo>
                  <a:pt x="10430" y="15748"/>
                </a:lnTo>
                <a:lnTo>
                  <a:pt x="10430" y="15749"/>
                </a:lnTo>
                <a:lnTo>
                  <a:pt x="10500" y="15749"/>
                </a:lnTo>
                <a:lnTo>
                  <a:pt x="10500" y="15748"/>
                </a:lnTo>
                <a:lnTo>
                  <a:pt x="11559" y="15748"/>
                </a:lnTo>
                <a:lnTo>
                  <a:pt x="11559" y="15749"/>
                </a:lnTo>
                <a:lnTo>
                  <a:pt x="11628" y="15749"/>
                </a:lnTo>
                <a:lnTo>
                  <a:pt x="11628" y="15748"/>
                </a:lnTo>
                <a:lnTo>
                  <a:pt x="12526" y="15748"/>
                </a:lnTo>
                <a:lnTo>
                  <a:pt x="12526" y="15749"/>
                </a:lnTo>
                <a:lnTo>
                  <a:pt x="12594" y="15749"/>
                </a:lnTo>
                <a:lnTo>
                  <a:pt x="12594" y="15748"/>
                </a:lnTo>
                <a:lnTo>
                  <a:pt x="13654" y="15748"/>
                </a:lnTo>
                <a:lnTo>
                  <a:pt x="13654" y="15749"/>
                </a:lnTo>
                <a:lnTo>
                  <a:pt x="13722" y="15749"/>
                </a:lnTo>
                <a:lnTo>
                  <a:pt x="13722" y="15748"/>
                </a:lnTo>
                <a:lnTo>
                  <a:pt x="14622" y="15748"/>
                </a:lnTo>
                <a:lnTo>
                  <a:pt x="14622" y="15749"/>
                </a:lnTo>
                <a:lnTo>
                  <a:pt x="14691" y="15749"/>
                </a:lnTo>
                <a:lnTo>
                  <a:pt x="14691" y="15748"/>
                </a:lnTo>
                <a:lnTo>
                  <a:pt x="15750" y="15748"/>
                </a:lnTo>
                <a:lnTo>
                  <a:pt x="15750" y="15749"/>
                </a:lnTo>
                <a:lnTo>
                  <a:pt x="15819" y="15749"/>
                </a:lnTo>
                <a:lnTo>
                  <a:pt x="15819" y="15748"/>
                </a:lnTo>
                <a:lnTo>
                  <a:pt x="16718" y="15748"/>
                </a:lnTo>
                <a:lnTo>
                  <a:pt x="16718" y="15749"/>
                </a:lnTo>
                <a:lnTo>
                  <a:pt x="16786" y="15749"/>
                </a:lnTo>
                <a:lnTo>
                  <a:pt x="16786" y="15748"/>
                </a:lnTo>
                <a:lnTo>
                  <a:pt x="17846" y="15748"/>
                </a:lnTo>
                <a:lnTo>
                  <a:pt x="17846" y="15749"/>
                </a:lnTo>
                <a:lnTo>
                  <a:pt x="17914" y="15749"/>
                </a:lnTo>
                <a:lnTo>
                  <a:pt x="17914" y="15748"/>
                </a:lnTo>
                <a:lnTo>
                  <a:pt x="18814" y="15748"/>
                </a:lnTo>
                <a:lnTo>
                  <a:pt x="18814" y="15749"/>
                </a:lnTo>
                <a:lnTo>
                  <a:pt x="18883" y="15749"/>
                </a:lnTo>
                <a:lnTo>
                  <a:pt x="18883" y="15748"/>
                </a:lnTo>
                <a:lnTo>
                  <a:pt x="19942" y="15748"/>
                </a:lnTo>
                <a:lnTo>
                  <a:pt x="19942" y="15749"/>
                </a:lnTo>
                <a:lnTo>
                  <a:pt x="20011" y="15749"/>
                </a:lnTo>
                <a:lnTo>
                  <a:pt x="20011" y="15748"/>
                </a:lnTo>
                <a:lnTo>
                  <a:pt x="20910" y="15748"/>
                </a:lnTo>
                <a:lnTo>
                  <a:pt x="20910" y="15749"/>
                </a:lnTo>
                <a:lnTo>
                  <a:pt x="20978" y="15749"/>
                </a:lnTo>
                <a:lnTo>
                  <a:pt x="20978" y="15748"/>
                </a:lnTo>
                <a:lnTo>
                  <a:pt x="22038" y="15748"/>
                </a:lnTo>
                <a:lnTo>
                  <a:pt x="22038" y="15749"/>
                </a:lnTo>
                <a:lnTo>
                  <a:pt x="22106" y="15749"/>
                </a:lnTo>
                <a:lnTo>
                  <a:pt x="22106" y="15748"/>
                </a:lnTo>
                <a:lnTo>
                  <a:pt x="23006" y="15748"/>
                </a:lnTo>
                <a:lnTo>
                  <a:pt x="23006" y="15749"/>
                </a:lnTo>
                <a:lnTo>
                  <a:pt x="23075" y="15749"/>
                </a:lnTo>
                <a:lnTo>
                  <a:pt x="23075" y="15748"/>
                </a:lnTo>
                <a:lnTo>
                  <a:pt x="24134" y="15748"/>
                </a:lnTo>
                <a:lnTo>
                  <a:pt x="24134" y="15749"/>
                </a:lnTo>
                <a:lnTo>
                  <a:pt x="24203" y="15749"/>
                </a:lnTo>
                <a:lnTo>
                  <a:pt x="24203" y="15748"/>
                </a:lnTo>
                <a:lnTo>
                  <a:pt x="24221" y="15748"/>
                </a:lnTo>
                <a:lnTo>
                  <a:pt x="24221" y="15680"/>
                </a:lnTo>
                <a:lnTo>
                  <a:pt x="24203" y="15680"/>
                </a:lnTo>
                <a:lnTo>
                  <a:pt x="24203" y="14726"/>
                </a:lnTo>
                <a:lnTo>
                  <a:pt x="24221" y="14726"/>
                </a:lnTo>
                <a:lnTo>
                  <a:pt x="24221" y="14657"/>
                </a:lnTo>
                <a:lnTo>
                  <a:pt x="24203" y="14657"/>
                </a:lnTo>
                <a:lnTo>
                  <a:pt x="24203" y="13651"/>
                </a:lnTo>
                <a:lnTo>
                  <a:pt x="24221" y="13651"/>
                </a:lnTo>
                <a:lnTo>
                  <a:pt x="24221" y="13583"/>
                </a:lnTo>
                <a:lnTo>
                  <a:pt x="24203" y="13583"/>
                </a:lnTo>
                <a:lnTo>
                  <a:pt x="24203" y="12630"/>
                </a:lnTo>
                <a:lnTo>
                  <a:pt x="24221" y="12630"/>
                </a:lnTo>
                <a:lnTo>
                  <a:pt x="24221" y="12561"/>
                </a:lnTo>
                <a:lnTo>
                  <a:pt x="24203" y="12561"/>
                </a:lnTo>
                <a:lnTo>
                  <a:pt x="24203" y="11556"/>
                </a:lnTo>
                <a:lnTo>
                  <a:pt x="24221" y="11556"/>
                </a:lnTo>
                <a:lnTo>
                  <a:pt x="24221" y="11487"/>
                </a:lnTo>
                <a:lnTo>
                  <a:pt x="24203" y="11487"/>
                </a:lnTo>
                <a:lnTo>
                  <a:pt x="24203" y="10533"/>
                </a:lnTo>
                <a:lnTo>
                  <a:pt x="24221" y="10533"/>
                </a:lnTo>
                <a:lnTo>
                  <a:pt x="24221" y="10465"/>
                </a:lnTo>
                <a:lnTo>
                  <a:pt x="24203" y="10465"/>
                </a:lnTo>
                <a:lnTo>
                  <a:pt x="24203" y="9459"/>
                </a:lnTo>
                <a:lnTo>
                  <a:pt x="24221" y="9459"/>
                </a:lnTo>
                <a:lnTo>
                  <a:pt x="24221" y="9391"/>
                </a:lnTo>
                <a:lnTo>
                  <a:pt x="24203" y="9391"/>
                </a:lnTo>
                <a:lnTo>
                  <a:pt x="24203" y="8438"/>
                </a:lnTo>
                <a:lnTo>
                  <a:pt x="24221" y="8438"/>
                </a:lnTo>
                <a:lnTo>
                  <a:pt x="24221" y="8369"/>
                </a:lnTo>
                <a:lnTo>
                  <a:pt x="24203" y="8369"/>
                </a:lnTo>
                <a:lnTo>
                  <a:pt x="24203" y="7364"/>
                </a:lnTo>
                <a:lnTo>
                  <a:pt x="24221" y="7364"/>
                </a:lnTo>
                <a:lnTo>
                  <a:pt x="24221" y="7296"/>
                </a:lnTo>
                <a:lnTo>
                  <a:pt x="24203" y="7296"/>
                </a:lnTo>
                <a:lnTo>
                  <a:pt x="24203" y="6342"/>
                </a:lnTo>
                <a:lnTo>
                  <a:pt x="24221" y="6342"/>
                </a:lnTo>
                <a:lnTo>
                  <a:pt x="24221" y="6274"/>
                </a:lnTo>
                <a:lnTo>
                  <a:pt x="24203" y="6274"/>
                </a:lnTo>
                <a:lnTo>
                  <a:pt x="24203" y="5268"/>
                </a:lnTo>
                <a:lnTo>
                  <a:pt x="24221" y="5268"/>
                </a:lnTo>
                <a:lnTo>
                  <a:pt x="24221" y="5200"/>
                </a:lnTo>
                <a:lnTo>
                  <a:pt x="24203" y="5200"/>
                </a:lnTo>
                <a:lnTo>
                  <a:pt x="24203" y="4247"/>
                </a:lnTo>
                <a:lnTo>
                  <a:pt x="24221" y="4247"/>
                </a:lnTo>
                <a:lnTo>
                  <a:pt x="24221" y="4178"/>
                </a:lnTo>
                <a:lnTo>
                  <a:pt x="24203" y="4178"/>
                </a:lnTo>
                <a:lnTo>
                  <a:pt x="24203" y="3172"/>
                </a:lnTo>
                <a:lnTo>
                  <a:pt x="24221" y="3172"/>
                </a:lnTo>
                <a:lnTo>
                  <a:pt x="24221" y="3104"/>
                </a:lnTo>
                <a:lnTo>
                  <a:pt x="24203" y="3104"/>
                </a:lnTo>
                <a:lnTo>
                  <a:pt x="24203" y="2150"/>
                </a:lnTo>
                <a:lnTo>
                  <a:pt x="24221" y="2150"/>
                </a:lnTo>
                <a:lnTo>
                  <a:pt x="24221" y="2082"/>
                </a:lnTo>
                <a:lnTo>
                  <a:pt x="24203" y="2082"/>
                </a:lnTo>
                <a:lnTo>
                  <a:pt x="24203" y="1076"/>
                </a:lnTo>
                <a:lnTo>
                  <a:pt x="24221" y="1076"/>
                </a:lnTo>
                <a:lnTo>
                  <a:pt x="24221" y="1007"/>
                </a:lnTo>
                <a:lnTo>
                  <a:pt x="24203" y="1007"/>
                </a:lnTo>
                <a:lnTo>
                  <a:pt x="24203" y="55"/>
                </a:lnTo>
                <a:lnTo>
                  <a:pt x="24221" y="55"/>
                </a:lnTo>
                <a:lnTo>
                  <a:pt x="24221" y="0"/>
                </a:lnTo>
                <a:lnTo>
                  <a:pt x="0" y="0"/>
                </a:lnTo>
                <a:lnTo>
                  <a:pt x="0" y="15749"/>
                </a:lnTo>
                <a:lnTo>
                  <a:pt x="19" y="15749"/>
                </a:lnTo>
                <a:moveTo>
                  <a:pt x="23075" y="55"/>
                </a:moveTo>
                <a:lnTo>
                  <a:pt x="24134" y="55"/>
                </a:lnTo>
                <a:lnTo>
                  <a:pt x="24134" y="1007"/>
                </a:lnTo>
                <a:lnTo>
                  <a:pt x="23075" y="1007"/>
                </a:lnTo>
                <a:lnTo>
                  <a:pt x="23075" y="55"/>
                </a:lnTo>
                <a:moveTo>
                  <a:pt x="23075" y="1076"/>
                </a:moveTo>
                <a:lnTo>
                  <a:pt x="24134" y="1076"/>
                </a:lnTo>
                <a:lnTo>
                  <a:pt x="24134" y="2082"/>
                </a:lnTo>
                <a:lnTo>
                  <a:pt x="23075" y="2082"/>
                </a:lnTo>
                <a:lnTo>
                  <a:pt x="23075" y="1076"/>
                </a:lnTo>
                <a:moveTo>
                  <a:pt x="23075" y="2150"/>
                </a:moveTo>
                <a:lnTo>
                  <a:pt x="24134" y="2150"/>
                </a:lnTo>
                <a:lnTo>
                  <a:pt x="24134" y="3104"/>
                </a:lnTo>
                <a:lnTo>
                  <a:pt x="23075" y="3104"/>
                </a:lnTo>
                <a:lnTo>
                  <a:pt x="23075" y="2150"/>
                </a:lnTo>
                <a:moveTo>
                  <a:pt x="23075" y="3172"/>
                </a:moveTo>
                <a:lnTo>
                  <a:pt x="24134" y="3172"/>
                </a:lnTo>
                <a:lnTo>
                  <a:pt x="24134" y="4178"/>
                </a:lnTo>
                <a:lnTo>
                  <a:pt x="23075" y="4178"/>
                </a:lnTo>
                <a:lnTo>
                  <a:pt x="23075" y="3172"/>
                </a:lnTo>
                <a:moveTo>
                  <a:pt x="23075" y="4247"/>
                </a:moveTo>
                <a:lnTo>
                  <a:pt x="24134" y="4247"/>
                </a:lnTo>
                <a:lnTo>
                  <a:pt x="24134" y="5200"/>
                </a:lnTo>
                <a:lnTo>
                  <a:pt x="23075" y="5200"/>
                </a:lnTo>
                <a:lnTo>
                  <a:pt x="23075" y="4247"/>
                </a:lnTo>
                <a:moveTo>
                  <a:pt x="23075" y="5268"/>
                </a:moveTo>
                <a:lnTo>
                  <a:pt x="24134" y="5268"/>
                </a:lnTo>
                <a:lnTo>
                  <a:pt x="24134" y="6274"/>
                </a:lnTo>
                <a:lnTo>
                  <a:pt x="23075" y="6274"/>
                </a:lnTo>
                <a:lnTo>
                  <a:pt x="23075" y="5268"/>
                </a:lnTo>
                <a:moveTo>
                  <a:pt x="23075" y="6342"/>
                </a:moveTo>
                <a:lnTo>
                  <a:pt x="24134" y="6342"/>
                </a:lnTo>
                <a:lnTo>
                  <a:pt x="24134" y="7296"/>
                </a:lnTo>
                <a:lnTo>
                  <a:pt x="23075" y="7296"/>
                </a:lnTo>
                <a:lnTo>
                  <a:pt x="23075" y="6342"/>
                </a:lnTo>
                <a:moveTo>
                  <a:pt x="23075" y="7364"/>
                </a:moveTo>
                <a:lnTo>
                  <a:pt x="24134" y="7364"/>
                </a:lnTo>
                <a:lnTo>
                  <a:pt x="24134" y="8369"/>
                </a:lnTo>
                <a:lnTo>
                  <a:pt x="23075" y="8369"/>
                </a:lnTo>
                <a:lnTo>
                  <a:pt x="23075" y="7364"/>
                </a:lnTo>
                <a:moveTo>
                  <a:pt x="23075" y="8438"/>
                </a:moveTo>
                <a:lnTo>
                  <a:pt x="24134" y="8438"/>
                </a:lnTo>
                <a:lnTo>
                  <a:pt x="24134" y="9391"/>
                </a:lnTo>
                <a:lnTo>
                  <a:pt x="23075" y="9391"/>
                </a:lnTo>
                <a:lnTo>
                  <a:pt x="23075" y="8438"/>
                </a:lnTo>
                <a:moveTo>
                  <a:pt x="23075" y="9459"/>
                </a:moveTo>
                <a:lnTo>
                  <a:pt x="24134" y="9459"/>
                </a:lnTo>
                <a:lnTo>
                  <a:pt x="24134" y="10465"/>
                </a:lnTo>
                <a:lnTo>
                  <a:pt x="23075" y="10465"/>
                </a:lnTo>
                <a:lnTo>
                  <a:pt x="23075" y="9459"/>
                </a:lnTo>
                <a:moveTo>
                  <a:pt x="23075" y="10533"/>
                </a:moveTo>
                <a:lnTo>
                  <a:pt x="24134" y="10533"/>
                </a:lnTo>
                <a:lnTo>
                  <a:pt x="24134" y="11487"/>
                </a:lnTo>
                <a:lnTo>
                  <a:pt x="23075" y="11487"/>
                </a:lnTo>
                <a:lnTo>
                  <a:pt x="23075" y="10533"/>
                </a:lnTo>
                <a:moveTo>
                  <a:pt x="23075" y="11556"/>
                </a:moveTo>
                <a:lnTo>
                  <a:pt x="24134" y="11556"/>
                </a:lnTo>
                <a:lnTo>
                  <a:pt x="24134" y="12561"/>
                </a:lnTo>
                <a:lnTo>
                  <a:pt x="23075" y="12561"/>
                </a:lnTo>
                <a:lnTo>
                  <a:pt x="23075" y="11556"/>
                </a:lnTo>
                <a:moveTo>
                  <a:pt x="23075" y="12630"/>
                </a:moveTo>
                <a:lnTo>
                  <a:pt x="24134" y="12630"/>
                </a:lnTo>
                <a:lnTo>
                  <a:pt x="24134" y="13583"/>
                </a:lnTo>
                <a:lnTo>
                  <a:pt x="23075" y="13583"/>
                </a:lnTo>
                <a:lnTo>
                  <a:pt x="23075" y="12630"/>
                </a:lnTo>
                <a:moveTo>
                  <a:pt x="23075" y="13651"/>
                </a:moveTo>
                <a:lnTo>
                  <a:pt x="24134" y="13651"/>
                </a:lnTo>
                <a:lnTo>
                  <a:pt x="24134" y="14657"/>
                </a:lnTo>
                <a:lnTo>
                  <a:pt x="23075" y="14657"/>
                </a:lnTo>
                <a:lnTo>
                  <a:pt x="23075" y="13651"/>
                </a:lnTo>
                <a:moveTo>
                  <a:pt x="23075" y="14726"/>
                </a:moveTo>
                <a:lnTo>
                  <a:pt x="24134" y="14726"/>
                </a:lnTo>
                <a:lnTo>
                  <a:pt x="24134" y="15680"/>
                </a:lnTo>
                <a:lnTo>
                  <a:pt x="23075" y="15680"/>
                </a:lnTo>
                <a:lnTo>
                  <a:pt x="23075" y="14726"/>
                </a:lnTo>
                <a:moveTo>
                  <a:pt x="22106" y="55"/>
                </a:moveTo>
                <a:lnTo>
                  <a:pt x="23006" y="55"/>
                </a:lnTo>
                <a:lnTo>
                  <a:pt x="23006" y="1007"/>
                </a:lnTo>
                <a:lnTo>
                  <a:pt x="22106" y="1007"/>
                </a:lnTo>
                <a:lnTo>
                  <a:pt x="22106" y="55"/>
                </a:lnTo>
                <a:moveTo>
                  <a:pt x="22106" y="1076"/>
                </a:moveTo>
                <a:lnTo>
                  <a:pt x="23006" y="1076"/>
                </a:lnTo>
                <a:lnTo>
                  <a:pt x="23006" y="2082"/>
                </a:lnTo>
                <a:lnTo>
                  <a:pt x="22106" y="2082"/>
                </a:lnTo>
                <a:lnTo>
                  <a:pt x="22106" y="1076"/>
                </a:lnTo>
                <a:moveTo>
                  <a:pt x="22106" y="2150"/>
                </a:moveTo>
                <a:lnTo>
                  <a:pt x="23006" y="2150"/>
                </a:lnTo>
                <a:lnTo>
                  <a:pt x="23006" y="3104"/>
                </a:lnTo>
                <a:lnTo>
                  <a:pt x="22106" y="3104"/>
                </a:lnTo>
                <a:lnTo>
                  <a:pt x="22106" y="2150"/>
                </a:lnTo>
                <a:moveTo>
                  <a:pt x="22106" y="3172"/>
                </a:moveTo>
                <a:lnTo>
                  <a:pt x="23006" y="3172"/>
                </a:lnTo>
                <a:lnTo>
                  <a:pt x="23006" y="4178"/>
                </a:lnTo>
                <a:lnTo>
                  <a:pt x="22106" y="4178"/>
                </a:lnTo>
                <a:lnTo>
                  <a:pt x="22106" y="3172"/>
                </a:lnTo>
                <a:moveTo>
                  <a:pt x="22106" y="4247"/>
                </a:moveTo>
                <a:lnTo>
                  <a:pt x="23006" y="4247"/>
                </a:lnTo>
                <a:lnTo>
                  <a:pt x="23006" y="5200"/>
                </a:lnTo>
                <a:lnTo>
                  <a:pt x="22106" y="5200"/>
                </a:lnTo>
                <a:lnTo>
                  <a:pt x="22106" y="4247"/>
                </a:lnTo>
                <a:moveTo>
                  <a:pt x="22106" y="5268"/>
                </a:moveTo>
                <a:lnTo>
                  <a:pt x="23006" y="5268"/>
                </a:lnTo>
                <a:lnTo>
                  <a:pt x="23006" y="6274"/>
                </a:lnTo>
                <a:lnTo>
                  <a:pt x="22106" y="6274"/>
                </a:lnTo>
                <a:lnTo>
                  <a:pt x="22106" y="5268"/>
                </a:lnTo>
                <a:moveTo>
                  <a:pt x="22106" y="6342"/>
                </a:moveTo>
                <a:lnTo>
                  <a:pt x="23006" y="6342"/>
                </a:lnTo>
                <a:lnTo>
                  <a:pt x="23006" y="7296"/>
                </a:lnTo>
                <a:lnTo>
                  <a:pt x="22106" y="7296"/>
                </a:lnTo>
                <a:lnTo>
                  <a:pt x="22106" y="6342"/>
                </a:lnTo>
                <a:moveTo>
                  <a:pt x="22106" y="7364"/>
                </a:moveTo>
                <a:lnTo>
                  <a:pt x="23006" y="7364"/>
                </a:lnTo>
                <a:lnTo>
                  <a:pt x="23006" y="8369"/>
                </a:lnTo>
                <a:lnTo>
                  <a:pt x="22106" y="8369"/>
                </a:lnTo>
                <a:lnTo>
                  <a:pt x="22106" y="7364"/>
                </a:lnTo>
                <a:moveTo>
                  <a:pt x="22106" y="8438"/>
                </a:moveTo>
                <a:lnTo>
                  <a:pt x="23006" y="8438"/>
                </a:lnTo>
                <a:lnTo>
                  <a:pt x="23006" y="9391"/>
                </a:lnTo>
                <a:lnTo>
                  <a:pt x="22106" y="9391"/>
                </a:lnTo>
                <a:lnTo>
                  <a:pt x="22106" y="8438"/>
                </a:lnTo>
                <a:moveTo>
                  <a:pt x="22106" y="9459"/>
                </a:moveTo>
                <a:lnTo>
                  <a:pt x="23006" y="9459"/>
                </a:lnTo>
                <a:lnTo>
                  <a:pt x="23006" y="10465"/>
                </a:lnTo>
                <a:lnTo>
                  <a:pt x="22106" y="10465"/>
                </a:lnTo>
                <a:lnTo>
                  <a:pt x="22106" y="9459"/>
                </a:lnTo>
                <a:moveTo>
                  <a:pt x="22106" y="10533"/>
                </a:moveTo>
                <a:lnTo>
                  <a:pt x="23006" y="10533"/>
                </a:lnTo>
                <a:lnTo>
                  <a:pt x="23006" y="11487"/>
                </a:lnTo>
                <a:lnTo>
                  <a:pt x="22106" y="11487"/>
                </a:lnTo>
                <a:lnTo>
                  <a:pt x="22106" y="10533"/>
                </a:lnTo>
                <a:moveTo>
                  <a:pt x="22106" y="11556"/>
                </a:moveTo>
                <a:lnTo>
                  <a:pt x="23006" y="11556"/>
                </a:lnTo>
                <a:lnTo>
                  <a:pt x="23006" y="12561"/>
                </a:lnTo>
                <a:lnTo>
                  <a:pt x="22106" y="12561"/>
                </a:lnTo>
                <a:lnTo>
                  <a:pt x="22106" y="11556"/>
                </a:lnTo>
                <a:moveTo>
                  <a:pt x="22106" y="12630"/>
                </a:moveTo>
                <a:lnTo>
                  <a:pt x="23006" y="12630"/>
                </a:lnTo>
                <a:lnTo>
                  <a:pt x="23006" y="13583"/>
                </a:lnTo>
                <a:lnTo>
                  <a:pt x="22106" y="13583"/>
                </a:lnTo>
                <a:lnTo>
                  <a:pt x="22106" y="12630"/>
                </a:lnTo>
                <a:moveTo>
                  <a:pt x="22106" y="13651"/>
                </a:moveTo>
                <a:lnTo>
                  <a:pt x="23006" y="13651"/>
                </a:lnTo>
                <a:lnTo>
                  <a:pt x="23006" y="14657"/>
                </a:lnTo>
                <a:lnTo>
                  <a:pt x="22106" y="14657"/>
                </a:lnTo>
                <a:lnTo>
                  <a:pt x="22106" y="13651"/>
                </a:lnTo>
                <a:moveTo>
                  <a:pt x="22106" y="14726"/>
                </a:moveTo>
                <a:lnTo>
                  <a:pt x="23006" y="14726"/>
                </a:lnTo>
                <a:lnTo>
                  <a:pt x="23006" y="15680"/>
                </a:lnTo>
                <a:lnTo>
                  <a:pt x="22106" y="15680"/>
                </a:lnTo>
                <a:lnTo>
                  <a:pt x="22106" y="14726"/>
                </a:lnTo>
                <a:moveTo>
                  <a:pt x="20978" y="55"/>
                </a:moveTo>
                <a:lnTo>
                  <a:pt x="22038" y="55"/>
                </a:lnTo>
                <a:lnTo>
                  <a:pt x="22038" y="1007"/>
                </a:lnTo>
                <a:lnTo>
                  <a:pt x="20978" y="1007"/>
                </a:lnTo>
                <a:lnTo>
                  <a:pt x="20978" y="55"/>
                </a:lnTo>
                <a:moveTo>
                  <a:pt x="20978" y="1076"/>
                </a:moveTo>
                <a:lnTo>
                  <a:pt x="22038" y="1076"/>
                </a:lnTo>
                <a:lnTo>
                  <a:pt x="22038" y="2082"/>
                </a:lnTo>
                <a:lnTo>
                  <a:pt x="20978" y="2082"/>
                </a:lnTo>
                <a:lnTo>
                  <a:pt x="20978" y="1076"/>
                </a:lnTo>
                <a:moveTo>
                  <a:pt x="20978" y="2150"/>
                </a:moveTo>
                <a:lnTo>
                  <a:pt x="22038" y="2150"/>
                </a:lnTo>
                <a:lnTo>
                  <a:pt x="22038" y="3104"/>
                </a:lnTo>
                <a:lnTo>
                  <a:pt x="20978" y="3104"/>
                </a:lnTo>
                <a:lnTo>
                  <a:pt x="20978" y="2150"/>
                </a:lnTo>
                <a:moveTo>
                  <a:pt x="20978" y="3172"/>
                </a:moveTo>
                <a:lnTo>
                  <a:pt x="22038" y="3172"/>
                </a:lnTo>
                <a:lnTo>
                  <a:pt x="22038" y="4178"/>
                </a:lnTo>
                <a:lnTo>
                  <a:pt x="20978" y="4178"/>
                </a:lnTo>
                <a:lnTo>
                  <a:pt x="20978" y="3172"/>
                </a:lnTo>
                <a:moveTo>
                  <a:pt x="20978" y="4247"/>
                </a:moveTo>
                <a:lnTo>
                  <a:pt x="22038" y="4247"/>
                </a:lnTo>
                <a:lnTo>
                  <a:pt x="22038" y="5200"/>
                </a:lnTo>
                <a:lnTo>
                  <a:pt x="20978" y="5200"/>
                </a:lnTo>
                <a:lnTo>
                  <a:pt x="20978" y="4247"/>
                </a:lnTo>
                <a:moveTo>
                  <a:pt x="20978" y="5268"/>
                </a:moveTo>
                <a:lnTo>
                  <a:pt x="22038" y="5268"/>
                </a:lnTo>
                <a:lnTo>
                  <a:pt x="22038" y="6274"/>
                </a:lnTo>
                <a:lnTo>
                  <a:pt x="20978" y="6274"/>
                </a:lnTo>
                <a:lnTo>
                  <a:pt x="20978" y="5268"/>
                </a:lnTo>
                <a:moveTo>
                  <a:pt x="20978" y="6342"/>
                </a:moveTo>
                <a:lnTo>
                  <a:pt x="22038" y="6342"/>
                </a:lnTo>
                <a:lnTo>
                  <a:pt x="22038" y="7296"/>
                </a:lnTo>
                <a:lnTo>
                  <a:pt x="20978" y="7296"/>
                </a:lnTo>
                <a:lnTo>
                  <a:pt x="20978" y="6342"/>
                </a:lnTo>
                <a:moveTo>
                  <a:pt x="20978" y="7364"/>
                </a:moveTo>
                <a:lnTo>
                  <a:pt x="22038" y="7364"/>
                </a:lnTo>
                <a:lnTo>
                  <a:pt x="22038" y="8369"/>
                </a:lnTo>
                <a:lnTo>
                  <a:pt x="20978" y="8369"/>
                </a:lnTo>
                <a:lnTo>
                  <a:pt x="20978" y="7364"/>
                </a:lnTo>
                <a:moveTo>
                  <a:pt x="20978" y="8438"/>
                </a:moveTo>
                <a:lnTo>
                  <a:pt x="22038" y="8438"/>
                </a:lnTo>
                <a:lnTo>
                  <a:pt x="22038" y="9391"/>
                </a:lnTo>
                <a:lnTo>
                  <a:pt x="20978" y="9391"/>
                </a:lnTo>
                <a:lnTo>
                  <a:pt x="20978" y="8438"/>
                </a:lnTo>
                <a:moveTo>
                  <a:pt x="20978" y="9459"/>
                </a:moveTo>
                <a:lnTo>
                  <a:pt x="22038" y="9459"/>
                </a:lnTo>
                <a:lnTo>
                  <a:pt x="22038" y="10465"/>
                </a:lnTo>
                <a:lnTo>
                  <a:pt x="20978" y="10465"/>
                </a:lnTo>
                <a:lnTo>
                  <a:pt x="20978" y="9459"/>
                </a:lnTo>
                <a:moveTo>
                  <a:pt x="20978" y="10533"/>
                </a:moveTo>
                <a:lnTo>
                  <a:pt x="22038" y="10533"/>
                </a:lnTo>
                <a:lnTo>
                  <a:pt x="22038" y="11487"/>
                </a:lnTo>
                <a:lnTo>
                  <a:pt x="20978" y="11487"/>
                </a:lnTo>
                <a:lnTo>
                  <a:pt x="20978" y="10533"/>
                </a:lnTo>
                <a:moveTo>
                  <a:pt x="20978" y="11556"/>
                </a:moveTo>
                <a:lnTo>
                  <a:pt x="22038" y="11556"/>
                </a:lnTo>
                <a:lnTo>
                  <a:pt x="22038" y="12561"/>
                </a:lnTo>
                <a:lnTo>
                  <a:pt x="20978" y="12561"/>
                </a:lnTo>
                <a:lnTo>
                  <a:pt x="20978" y="11556"/>
                </a:lnTo>
                <a:moveTo>
                  <a:pt x="20978" y="12630"/>
                </a:moveTo>
                <a:lnTo>
                  <a:pt x="22038" y="12630"/>
                </a:lnTo>
                <a:lnTo>
                  <a:pt x="22038" y="13583"/>
                </a:lnTo>
                <a:lnTo>
                  <a:pt x="20978" y="13583"/>
                </a:lnTo>
                <a:lnTo>
                  <a:pt x="20978" y="12630"/>
                </a:lnTo>
                <a:moveTo>
                  <a:pt x="20978" y="13651"/>
                </a:moveTo>
                <a:lnTo>
                  <a:pt x="22038" y="13651"/>
                </a:lnTo>
                <a:lnTo>
                  <a:pt x="22038" y="14657"/>
                </a:lnTo>
                <a:lnTo>
                  <a:pt x="20978" y="14657"/>
                </a:lnTo>
                <a:lnTo>
                  <a:pt x="20978" y="13651"/>
                </a:lnTo>
                <a:moveTo>
                  <a:pt x="20978" y="14726"/>
                </a:moveTo>
                <a:lnTo>
                  <a:pt x="22038" y="14726"/>
                </a:lnTo>
                <a:lnTo>
                  <a:pt x="22038" y="15680"/>
                </a:lnTo>
                <a:lnTo>
                  <a:pt x="20978" y="15680"/>
                </a:lnTo>
                <a:lnTo>
                  <a:pt x="20978" y="14726"/>
                </a:lnTo>
                <a:moveTo>
                  <a:pt x="20011" y="55"/>
                </a:moveTo>
                <a:lnTo>
                  <a:pt x="20910" y="55"/>
                </a:lnTo>
                <a:lnTo>
                  <a:pt x="20910" y="1007"/>
                </a:lnTo>
                <a:lnTo>
                  <a:pt x="20011" y="1007"/>
                </a:lnTo>
                <a:lnTo>
                  <a:pt x="20011" y="55"/>
                </a:lnTo>
                <a:moveTo>
                  <a:pt x="20011" y="1076"/>
                </a:moveTo>
                <a:lnTo>
                  <a:pt x="20910" y="1076"/>
                </a:lnTo>
                <a:lnTo>
                  <a:pt x="20910" y="2082"/>
                </a:lnTo>
                <a:lnTo>
                  <a:pt x="20011" y="2082"/>
                </a:lnTo>
                <a:lnTo>
                  <a:pt x="20011" y="1076"/>
                </a:lnTo>
                <a:moveTo>
                  <a:pt x="20011" y="2150"/>
                </a:moveTo>
                <a:lnTo>
                  <a:pt x="20910" y="2150"/>
                </a:lnTo>
                <a:lnTo>
                  <a:pt x="20910" y="3104"/>
                </a:lnTo>
                <a:lnTo>
                  <a:pt x="20011" y="3104"/>
                </a:lnTo>
                <a:lnTo>
                  <a:pt x="20011" y="2150"/>
                </a:lnTo>
                <a:moveTo>
                  <a:pt x="20011" y="3172"/>
                </a:moveTo>
                <a:lnTo>
                  <a:pt x="20910" y="3172"/>
                </a:lnTo>
                <a:lnTo>
                  <a:pt x="20910" y="4178"/>
                </a:lnTo>
                <a:lnTo>
                  <a:pt x="20011" y="4178"/>
                </a:lnTo>
                <a:lnTo>
                  <a:pt x="20011" y="3172"/>
                </a:lnTo>
                <a:moveTo>
                  <a:pt x="20011" y="4247"/>
                </a:moveTo>
                <a:lnTo>
                  <a:pt x="20910" y="4247"/>
                </a:lnTo>
                <a:lnTo>
                  <a:pt x="20910" y="5200"/>
                </a:lnTo>
                <a:lnTo>
                  <a:pt x="20011" y="5200"/>
                </a:lnTo>
                <a:lnTo>
                  <a:pt x="20011" y="4247"/>
                </a:lnTo>
                <a:moveTo>
                  <a:pt x="20011" y="5268"/>
                </a:moveTo>
                <a:lnTo>
                  <a:pt x="20910" y="5268"/>
                </a:lnTo>
                <a:lnTo>
                  <a:pt x="20910" y="6274"/>
                </a:lnTo>
                <a:lnTo>
                  <a:pt x="20011" y="6274"/>
                </a:lnTo>
                <a:lnTo>
                  <a:pt x="20011" y="5268"/>
                </a:lnTo>
                <a:moveTo>
                  <a:pt x="20011" y="6342"/>
                </a:moveTo>
                <a:lnTo>
                  <a:pt x="20910" y="6342"/>
                </a:lnTo>
                <a:lnTo>
                  <a:pt x="20910" y="7296"/>
                </a:lnTo>
                <a:lnTo>
                  <a:pt x="20011" y="7296"/>
                </a:lnTo>
                <a:lnTo>
                  <a:pt x="20011" y="6342"/>
                </a:lnTo>
                <a:moveTo>
                  <a:pt x="20011" y="7364"/>
                </a:moveTo>
                <a:lnTo>
                  <a:pt x="20910" y="7364"/>
                </a:lnTo>
                <a:lnTo>
                  <a:pt x="20910" y="8369"/>
                </a:lnTo>
                <a:lnTo>
                  <a:pt x="20011" y="8369"/>
                </a:lnTo>
                <a:lnTo>
                  <a:pt x="20011" y="7364"/>
                </a:lnTo>
                <a:moveTo>
                  <a:pt x="20011" y="8438"/>
                </a:moveTo>
                <a:lnTo>
                  <a:pt x="20910" y="8438"/>
                </a:lnTo>
                <a:lnTo>
                  <a:pt x="20910" y="9391"/>
                </a:lnTo>
                <a:lnTo>
                  <a:pt x="20011" y="9391"/>
                </a:lnTo>
                <a:lnTo>
                  <a:pt x="20011" y="8438"/>
                </a:lnTo>
                <a:moveTo>
                  <a:pt x="20011" y="9459"/>
                </a:moveTo>
                <a:lnTo>
                  <a:pt x="20910" y="9459"/>
                </a:lnTo>
                <a:lnTo>
                  <a:pt x="20910" y="10465"/>
                </a:lnTo>
                <a:lnTo>
                  <a:pt x="20011" y="10465"/>
                </a:lnTo>
                <a:lnTo>
                  <a:pt x="20011" y="9459"/>
                </a:lnTo>
                <a:moveTo>
                  <a:pt x="20011" y="10533"/>
                </a:moveTo>
                <a:lnTo>
                  <a:pt x="20910" y="10533"/>
                </a:lnTo>
                <a:lnTo>
                  <a:pt x="20910" y="11487"/>
                </a:lnTo>
                <a:lnTo>
                  <a:pt x="20011" y="11487"/>
                </a:lnTo>
                <a:lnTo>
                  <a:pt x="20011" y="10533"/>
                </a:lnTo>
                <a:moveTo>
                  <a:pt x="20011" y="11556"/>
                </a:moveTo>
                <a:lnTo>
                  <a:pt x="20910" y="11556"/>
                </a:lnTo>
                <a:lnTo>
                  <a:pt x="20910" y="12561"/>
                </a:lnTo>
                <a:lnTo>
                  <a:pt x="20011" y="12561"/>
                </a:lnTo>
                <a:lnTo>
                  <a:pt x="20011" y="11556"/>
                </a:lnTo>
                <a:moveTo>
                  <a:pt x="20011" y="12630"/>
                </a:moveTo>
                <a:lnTo>
                  <a:pt x="20910" y="12630"/>
                </a:lnTo>
                <a:lnTo>
                  <a:pt x="20910" y="13583"/>
                </a:lnTo>
                <a:lnTo>
                  <a:pt x="20011" y="13583"/>
                </a:lnTo>
                <a:lnTo>
                  <a:pt x="20011" y="12630"/>
                </a:lnTo>
                <a:moveTo>
                  <a:pt x="20011" y="13651"/>
                </a:moveTo>
                <a:lnTo>
                  <a:pt x="20910" y="13651"/>
                </a:lnTo>
                <a:lnTo>
                  <a:pt x="20910" y="14657"/>
                </a:lnTo>
                <a:lnTo>
                  <a:pt x="20011" y="14657"/>
                </a:lnTo>
                <a:lnTo>
                  <a:pt x="20011" y="13651"/>
                </a:lnTo>
                <a:moveTo>
                  <a:pt x="20011" y="14726"/>
                </a:moveTo>
                <a:lnTo>
                  <a:pt x="20910" y="14726"/>
                </a:lnTo>
                <a:lnTo>
                  <a:pt x="20910" y="15680"/>
                </a:lnTo>
                <a:lnTo>
                  <a:pt x="20011" y="15680"/>
                </a:lnTo>
                <a:lnTo>
                  <a:pt x="20011" y="14726"/>
                </a:lnTo>
                <a:moveTo>
                  <a:pt x="18883" y="55"/>
                </a:moveTo>
                <a:lnTo>
                  <a:pt x="19942" y="55"/>
                </a:lnTo>
                <a:lnTo>
                  <a:pt x="19942" y="1007"/>
                </a:lnTo>
                <a:lnTo>
                  <a:pt x="18883" y="1007"/>
                </a:lnTo>
                <a:lnTo>
                  <a:pt x="18883" y="55"/>
                </a:lnTo>
                <a:moveTo>
                  <a:pt x="18883" y="1076"/>
                </a:moveTo>
                <a:lnTo>
                  <a:pt x="19942" y="1076"/>
                </a:lnTo>
                <a:lnTo>
                  <a:pt x="19942" y="2082"/>
                </a:lnTo>
                <a:lnTo>
                  <a:pt x="18883" y="2082"/>
                </a:lnTo>
                <a:lnTo>
                  <a:pt x="18883" y="1076"/>
                </a:lnTo>
                <a:moveTo>
                  <a:pt x="18883" y="2150"/>
                </a:moveTo>
                <a:lnTo>
                  <a:pt x="19942" y="2150"/>
                </a:lnTo>
                <a:lnTo>
                  <a:pt x="19942" y="3104"/>
                </a:lnTo>
                <a:lnTo>
                  <a:pt x="18883" y="3104"/>
                </a:lnTo>
                <a:lnTo>
                  <a:pt x="18883" y="2150"/>
                </a:lnTo>
                <a:moveTo>
                  <a:pt x="18883" y="3172"/>
                </a:moveTo>
                <a:lnTo>
                  <a:pt x="19942" y="3172"/>
                </a:lnTo>
                <a:lnTo>
                  <a:pt x="19942" y="4178"/>
                </a:lnTo>
                <a:lnTo>
                  <a:pt x="18883" y="4178"/>
                </a:lnTo>
                <a:lnTo>
                  <a:pt x="18883" y="3172"/>
                </a:lnTo>
                <a:moveTo>
                  <a:pt x="18883" y="4247"/>
                </a:moveTo>
                <a:lnTo>
                  <a:pt x="19942" y="4247"/>
                </a:lnTo>
                <a:lnTo>
                  <a:pt x="19942" y="5200"/>
                </a:lnTo>
                <a:lnTo>
                  <a:pt x="18883" y="5200"/>
                </a:lnTo>
                <a:lnTo>
                  <a:pt x="18883" y="4247"/>
                </a:lnTo>
                <a:moveTo>
                  <a:pt x="18883" y="5268"/>
                </a:moveTo>
                <a:lnTo>
                  <a:pt x="19942" y="5268"/>
                </a:lnTo>
                <a:lnTo>
                  <a:pt x="19942" y="6274"/>
                </a:lnTo>
                <a:lnTo>
                  <a:pt x="18883" y="6274"/>
                </a:lnTo>
                <a:lnTo>
                  <a:pt x="18883" y="5268"/>
                </a:lnTo>
                <a:moveTo>
                  <a:pt x="18883" y="6342"/>
                </a:moveTo>
                <a:lnTo>
                  <a:pt x="19942" y="6342"/>
                </a:lnTo>
                <a:lnTo>
                  <a:pt x="19942" y="7296"/>
                </a:lnTo>
                <a:lnTo>
                  <a:pt x="18883" y="7296"/>
                </a:lnTo>
                <a:lnTo>
                  <a:pt x="18883" y="6342"/>
                </a:lnTo>
                <a:moveTo>
                  <a:pt x="18883" y="7364"/>
                </a:moveTo>
                <a:lnTo>
                  <a:pt x="19942" y="7364"/>
                </a:lnTo>
                <a:lnTo>
                  <a:pt x="19942" y="8369"/>
                </a:lnTo>
                <a:lnTo>
                  <a:pt x="18883" y="8369"/>
                </a:lnTo>
                <a:lnTo>
                  <a:pt x="18883" y="7364"/>
                </a:lnTo>
                <a:moveTo>
                  <a:pt x="18883" y="8438"/>
                </a:moveTo>
                <a:lnTo>
                  <a:pt x="19942" y="8438"/>
                </a:lnTo>
                <a:lnTo>
                  <a:pt x="19942" y="9391"/>
                </a:lnTo>
                <a:lnTo>
                  <a:pt x="18883" y="9391"/>
                </a:lnTo>
                <a:lnTo>
                  <a:pt x="18883" y="8438"/>
                </a:lnTo>
                <a:moveTo>
                  <a:pt x="18883" y="9459"/>
                </a:moveTo>
                <a:lnTo>
                  <a:pt x="19942" y="9459"/>
                </a:lnTo>
                <a:lnTo>
                  <a:pt x="19942" y="10465"/>
                </a:lnTo>
                <a:lnTo>
                  <a:pt x="18883" y="10465"/>
                </a:lnTo>
                <a:lnTo>
                  <a:pt x="18883" y="9459"/>
                </a:lnTo>
                <a:moveTo>
                  <a:pt x="18883" y="10533"/>
                </a:moveTo>
                <a:lnTo>
                  <a:pt x="19942" y="10533"/>
                </a:lnTo>
                <a:lnTo>
                  <a:pt x="19942" y="11487"/>
                </a:lnTo>
                <a:lnTo>
                  <a:pt x="18883" y="11487"/>
                </a:lnTo>
                <a:lnTo>
                  <a:pt x="18883" y="10533"/>
                </a:lnTo>
                <a:moveTo>
                  <a:pt x="18883" y="11556"/>
                </a:moveTo>
                <a:lnTo>
                  <a:pt x="19942" y="11556"/>
                </a:lnTo>
                <a:lnTo>
                  <a:pt x="19942" y="12561"/>
                </a:lnTo>
                <a:lnTo>
                  <a:pt x="18883" y="12561"/>
                </a:lnTo>
                <a:lnTo>
                  <a:pt x="18883" y="11556"/>
                </a:lnTo>
                <a:moveTo>
                  <a:pt x="18883" y="12630"/>
                </a:moveTo>
                <a:lnTo>
                  <a:pt x="19942" y="12630"/>
                </a:lnTo>
                <a:lnTo>
                  <a:pt x="19942" y="13583"/>
                </a:lnTo>
                <a:lnTo>
                  <a:pt x="18883" y="13583"/>
                </a:lnTo>
                <a:lnTo>
                  <a:pt x="18883" y="12630"/>
                </a:lnTo>
                <a:moveTo>
                  <a:pt x="18883" y="13651"/>
                </a:moveTo>
                <a:lnTo>
                  <a:pt x="19942" y="13651"/>
                </a:lnTo>
                <a:lnTo>
                  <a:pt x="19942" y="14657"/>
                </a:lnTo>
                <a:lnTo>
                  <a:pt x="18883" y="14657"/>
                </a:lnTo>
                <a:lnTo>
                  <a:pt x="18883" y="13651"/>
                </a:lnTo>
                <a:moveTo>
                  <a:pt x="18883" y="14726"/>
                </a:moveTo>
                <a:lnTo>
                  <a:pt x="19942" y="14726"/>
                </a:lnTo>
                <a:lnTo>
                  <a:pt x="19942" y="15680"/>
                </a:lnTo>
                <a:lnTo>
                  <a:pt x="18883" y="15680"/>
                </a:lnTo>
                <a:lnTo>
                  <a:pt x="18883" y="14726"/>
                </a:lnTo>
                <a:moveTo>
                  <a:pt x="17914" y="55"/>
                </a:moveTo>
                <a:lnTo>
                  <a:pt x="18814" y="55"/>
                </a:lnTo>
                <a:lnTo>
                  <a:pt x="18814" y="1007"/>
                </a:lnTo>
                <a:lnTo>
                  <a:pt x="17914" y="1007"/>
                </a:lnTo>
                <a:lnTo>
                  <a:pt x="17914" y="55"/>
                </a:lnTo>
                <a:moveTo>
                  <a:pt x="17914" y="1076"/>
                </a:moveTo>
                <a:lnTo>
                  <a:pt x="18814" y="1076"/>
                </a:lnTo>
                <a:lnTo>
                  <a:pt x="18814" y="2082"/>
                </a:lnTo>
                <a:lnTo>
                  <a:pt x="17914" y="2082"/>
                </a:lnTo>
                <a:lnTo>
                  <a:pt x="17914" y="1076"/>
                </a:lnTo>
                <a:moveTo>
                  <a:pt x="17914" y="2150"/>
                </a:moveTo>
                <a:lnTo>
                  <a:pt x="18814" y="2150"/>
                </a:lnTo>
                <a:lnTo>
                  <a:pt x="18814" y="3104"/>
                </a:lnTo>
                <a:lnTo>
                  <a:pt x="17914" y="3104"/>
                </a:lnTo>
                <a:lnTo>
                  <a:pt x="17914" y="2150"/>
                </a:lnTo>
                <a:moveTo>
                  <a:pt x="17914" y="3172"/>
                </a:moveTo>
                <a:lnTo>
                  <a:pt x="18814" y="3172"/>
                </a:lnTo>
                <a:lnTo>
                  <a:pt x="18814" y="4178"/>
                </a:lnTo>
                <a:lnTo>
                  <a:pt x="17914" y="4178"/>
                </a:lnTo>
                <a:lnTo>
                  <a:pt x="17914" y="3172"/>
                </a:lnTo>
                <a:moveTo>
                  <a:pt x="17914" y="4247"/>
                </a:moveTo>
                <a:lnTo>
                  <a:pt x="18814" y="4247"/>
                </a:lnTo>
                <a:lnTo>
                  <a:pt x="18814" y="5200"/>
                </a:lnTo>
                <a:lnTo>
                  <a:pt x="17914" y="5200"/>
                </a:lnTo>
                <a:lnTo>
                  <a:pt x="17914" y="4247"/>
                </a:lnTo>
                <a:moveTo>
                  <a:pt x="17914" y="5268"/>
                </a:moveTo>
                <a:lnTo>
                  <a:pt x="18814" y="5268"/>
                </a:lnTo>
                <a:lnTo>
                  <a:pt x="18814" y="6274"/>
                </a:lnTo>
                <a:lnTo>
                  <a:pt x="17914" y="6274"/>
                </a:lnTo>
                <a:lnTo>
                  <a:pt x="17914" y="5268"/>
                </a:lnTo>
                <a:moveTo>
                  <a:pt x="17914" y="6342"/>
                </a:moveTo>
                <a:lnTo>
                  <a:pt x="18814" y="6342"/>
                </a:lnTo>
                <a:lnTo>
                  <a:pt x="18814" y="7296"/>
                </a:lnTo>
                <a:lnTo>
                  <a:pt x="17914" y="7296"/>
                </a:lnTo>
                <a:lnTo>
                  <a:pt x="17914" y="6342"/>
                </a:lnTo>
                <a:moveTo>
                  <a:pt x="17914" y="7364"/>
                </a:moveTo>
                <a:lnTo>
                  <a:pt x="18814" y="7364"/>
                </a:lnTo>
                <a:lnTo>
                  <a:pt x="18814" y="8369"/>
                </a:lnTo>
                <a:lnTo>
                  <a:pt x="17914" y="8369"/>
                </a:lnTo>
                <a:lnTo>
                  <a:pt x="17914" y="7364"/>
                </a:lnTo>
                <a:moveTo>
                  <a:pt x="17914" y="8438"/>
                </a:moveTo>
                <a:lnTo>
                  <a:pt x="18814" y="8438"/>
                </a:lnTo>
                <a:lnTo>
                  <a:pt x="18814" y="9391"/>
                </a:lnTo>
                <a:lnTo>
                  <a:pt x="17914" y="9391"/>
                </a:lnTo>
                <a:lnTo>
                  <a:pt x="17914" y="8438"/>
                </a:lnTo>
                <a:moveTo>
                  <a:pt x="17914" y="9459"/>
                </a:moveTo>
                <a:lnTo>
                  <a:pt x="18814" y="9459"/>
                </a:lnTo>
                <a:lnTo>
                  <a:pt x="18814" y="10465"/>
                </a:lnTo>
                <a:lnTo>
                  <a:pt x="17914" y="10465"/>
                </a:lnTo>
                <a:lnTo>
                  <a:pt x="17914" y="9459"/>
                </a:lnTo>
                <a:moveTo>
                  <a:pt x="17914" y="10533"/>
                </a:moveTo>
                <a:lnTo>
                  <a:pt x="18814" y="10533"/>
                </a:lnTo>
                <a:lnTo>
                  <a:pt x="18814" y="11487"/>
                </a:lnTo>
                <a:lnTo>
                  <a:pt x="17914" y="11487"/>
                </a:lnTo>
                <a:lnTo>
                  <a:pt x="17914" y="10533"/>
                </a:lnTo>
                <a:moveTo>
                  <a:pt x="17914" y="11556"/>
                </a:moveTo>
                <a:lnTo>
                  <a:pt x="18814" y="11556"/>
                </a:lnTo>
                <a:lnTo>
                  <a:pt x="18814" y="12561"/>
                </a:lnTo>
                <a:lnTo>
                  <a:pt x="17914" y="12561"/>
                </a:lnTo>
                <a:lnTo>
                  <a:pt x="17914" y="11556"/>
                </a:lnTo>
                <a:moveTo>
                  <a:pt x="17914" y="12630"/>
                </a:moveTo>
                <a:lnTo>
                  <a:pt x="18814" y="12630"/>
                </a:lnTo>
                <a:lnTo>
                  <a:pt x="18814" y="13583"/>
                </a:lnTo>
                <a:lnTo>
                  <a:pt x="17914" y="13583"/>
                </a:lnTo>
                <a:lnTo>
                  <a:pt x="17914" y="12630"/>
                </a:lnTo>
                <a:moveTo>
                  <a:pt x="17914" y="13651"/>
                </a:moveTo>
                <a:lnTo>
                  <a:pt x="18814" y="13651"/>
                </a:lnTo>
                <a:lnTo>
                  <a:pt x="18814" y="14657"/>
                </a:lnTo>
                <a:lnTo>
                  <a:pt x="17914" y="14657"/>
                </a:lnTo>
                <a:lnTo>
                  <a:pt x="17914" y="13651"/>
                </a:lnTo>
                <a:moveTo>
                  <a:pt x="17914" y="14726"/>
                </a:moveTo>
                <a:lnTo>
                  <a:pt x="18814" y="14726"/>
                </a:lnTo>
                <a:lnTo>
                  <a:pt x="18814" y="15680"/>
                </a:lnTo>
                <a:lnTo>
                  <a:pt x="17914" y="15680"/>
                </a:lnTo>
                <a:lnTo>
                  <a:pt x="17914" y="14726"/>
                </a:lnTo>
                <a:moveTo>
                  <a:pt x="16786" y="55"/>
                </a:moveTo>
                <a:lnTo>
                  <a:pt x="17846" y="55"/>
                </a:lnTo>
                <a:lnTo>
                  <a:pt x="17846" y="1007"/>
                </a:lnTo>
                <a:lnTo>
                  <a:pt x="16786" y="1007"/>
                </a:lnTo>
                <a:lnTo>
                  <a:pt x="16786" y="55"/>
                </a:lnTo>
                <a:moveTo>
                  <a:pt x="16786" y="1076"/>
                </a:moveTo>
                <a:lnTo>
                  <a:pt x="17846" y="1076"/>
                </a:lnTo>
                <a:lnTo>
                  <a:pt x="17846" y="2082"/>
                </a:lnTo>
                <a:lnTo>
                  <a:pt x="16786" y="2082"/>
                </a:lnTo>
                <a:lnTo>
                  <a:pt x="16786" y="1076"/>
                </a:lnTo>
                <a:moveTo>
                  <a:pt x="16786" y="2150"/>
                </a:moveTo>
                <a:lnTo>
                  <a:pt x="17846" y="2150"/>
                </a:lnTo>
                <a:lnTo>
                  <a:pt x="17846" y="3104"/>
                </a:lnTo>
                <a:lnTo>
                  <a:pt x="16786" y="3104"/>
                </a:lnTo>
                <a:lnTo>
                  <a:pt x="16786" y="2150"/>
                </a:lnTo>
                <a:moveTo>
                  <a:pt x="16786" y="3172"/>
                </a:moveTo>
                <a:lnTo>
                  <a:pt x="17846" y="3172"/>
                </a:lnTo>
                <a:lnTo>
                  <a:pt x="17846" y="4178"/>
                </a:lnTo>
                <a:lnTo>
                  <a:pt x="16786" y="4178"/>
                </a:lnTo>
                <a:lnTo>
                  <a:pt x="16786" y="3172"/>
                </a:lnTo>
                <a:moveTo>
                  <a:pt x="16786" y="4247"/>
                </a:moveTo>
                <a:lnTo>
                  <a:pt x="17846" y="4247"/>
                </a:lnTo>
                <a:lnTo>
                  <a:pt x="17846" y="5200"/>
                </a:lnTo>
                <a:lnTo>
                  <a:pt x="16786" y="5200"/>
                </a:lnTo>
                <a:lnTo>
                  <a:pt x="16786" y="4247"/>
                </a:lnTo>
                <a:moveTo>
                  <a:pt x="16786" y="5268"/>
                </a:moveTo>
                <a:lnTo>
                  <a:pt x="17846" y="5268"/>
                </a:lnTo>
                <a:lnTo>
                  <a:pt x="17846" y="6274"/>
                </a:lnTo>
                <a:lnTo>
                  <a:pt x="16786" y="6274"/>
                </a:lnTo>
                <a:lnTo>
                  <a:pt x="16786" y="5268"/>
                </a:lnTo>
                <a:moveTo>
                  <a:pt x="16786" y="6342"/>
                </a:moveTo>
                <a:lnTo>
                  <a:pt x="17846" y="6342"/>
                </a:lnTo>
                <a:lnTo>
                  <a:pt x="17846" y="7296"/>
                </a:lnTo>
                <a:lnTo>
                  <a:pt x="16786" y="7296"/>
                </a:lnTo>
                <a:lnTo>
                  <a:pt x="16786" y="6342"/>
                </a:lnTo>
                <a:moveTo>
                  <a:pt x="16786" y="7364"/>
                </a:moveTo>
                <a:lnTo>
                  <a:pt x="17846" y="7364"/>
                </a:lnTo>
                <a:lnTo>
                  <a:pt x="17846" y="8369"/>
                </a:lnTo>
                <a:lnTo>
                  <a:pt x="16786" y="8369"/>
                </a:lnTo>
                <a:lnTo>
                  <a:pt x="16786" y="7364"/>
                </a:lnTo>
                <a:moveTo>
                  <a:pt x="16786" y="8438"/>
                </a:moveTo>
                <a:lnTo>
                  <a:pt x="17846" y="8438"/>
                </a:lnTo>
                <a:lnTo>
                  <a:pt x="17846" y="9391"/>
                </a:lnTo>
                <a:lnTo>
                  <a:pt x="16786" y="9391"/>
                </a:lnTo>
                <a:lnTo>
                  <a:pt x="16786" y="8438"/>
                </a:lnTo>
                <a:moveTo>
                  <a:pt x="16786" y="9459"/>
                </a:moveTo>
                <a:lnTo>
                  <a:pt x="17846" y="9459"/>
                </a:lnTo>
                <a:lnTo>
                  <a:pt x="17846" y="10465"/>
                </a:lnTo>
                <a:lnTo>
                  <a:pt x="16786" y="10465"/>
                </a:lnTo>
                <a:lnTo>
                  <a:pt x="16786" y="9459"/>
                </a:lnTo>
                <a:moveTo>
                  <a:pt x="16786" y="10533"/>
                </a:moveTo>
                <a:lnTo>
                  <a:pt x="17846" y="10533"/>
                </a:lnTo>
                <a:lnTo>
                  <a:pt x="17846" y="11487"/>
                </a:lnTo>
                <a:lnTo>
                  <a:pt x="16786" y="11487"/>
                </a:lnTo>
                <a:lnTo>
                  <a:pt x="16786" y="10533"/>
                </a:lnTo>
                <a:moveTo>
                  <a:pt x="16786" y="11556"/>
                </a:moveTo>
                <a:lnTo>
                  <a:pt x="17846" y="11556"/>
                </a:lnTo>
                <a:lnTo>
                  <a:pt x="17846" y="12561"/>
                </a:lnTo>
                <a:lnTo>
                  <a:pt x="16786" y="12561"/>
                </a:lnTo>
                <a:lnTo>
                  <a:pt x="16786" y="11556"/>
                </a:lnTo>
                <a:moveTo>
                  <a:pt x="16786" y="12630"/>
                </a:moveTo>
                <a:lnTo>
                  <a:pt x="17846" y="12630"/>
                </a:lnTo>
                <a:lnTo>
                  <a:pt x="17846" y="13583"/>
                </a:lnTo>
                <a:lnTo>
                  <a:pt x="16786" y="13583"/>
                </a:lnTo>
                <a:lnTo>
                  <a:pt x="16786" y="12630"/>
                </a:lnTo>
                <a:moveTo>
                  <a:pt x="16786" y="13651"/>
                </a:moveTo>
                <a:lnTo>
                  <a:pt x="17846" y="13651"/>
                </a:lnTo>
                <a:lnTo>
                  <a:pt x="17846" y="14657"/>
                </a:lnTo>
                <a:lnTo>
                  <a:pt x="16786" y="14657"/>
                </a:lnTo>
                <a:lnTo>
                  <a:pt x="16786" y="13651"/>
                </a:lnTo>
                <a:moveTo>
                  <a:pt x="16786" y="14726"/>
                </a:moveTo>
                <a:lnTo>
                  <a:pt x="17846" y="14726"/>
                </a:lnTo>
                <a:lnTo>
                  <a:pt x="17846" y="15680"/>
                </a:lnTo>
                <a:lnTo>
                  <a:pt x="16786" y="15680"/>
                </a:lnTo>
                <a:lnTo>
                  <a:pt x="16786" y="14726"/>
                </a:lnTo>
                <a:moveTo>
                  <a:pt x="15819" y="55"/>
                </a:moveTo>
                <a:lnTo>
                  <a:pt x="16718" y="55"/>
                </a:lnTo>
                <a:lnTo>
                  <a:pt x="16718" y="1007"/>
                </a:lnTo>
                <a:lnTo>
                  <a:pt x="15819" y="1007"/>
                </a:lnTo>
                <a:lnTo>
                  <a:pt x="15819" y="55"/>
                </a:lnTo>
                <a:moveTo>
                  <a:pt x="15819" y="1076"/>
                </a:moveTo>
                <a:lnTo>
                  <a:pt x="16718" y="1076"/>
                </a:lnTo>
                <a:lnTo>
                  <a:pt x="16718" y="2082"/>
                </a:lnTo>
                <a:lnTo>
                  <a:pt x="15819" y="2082"/>
                </a:lnTo>
                <a:lnTo>
                  <a:pt x="15819" y="1076"/>
                </a:lnTo>
                <a:moveTo>
                  <a:pt x="15819" y="2150"/>
                </a:moveTo>
                <a:lnTo>
                  <a:pt x="16718" y="2150"/>
                </a:lnTo>
                <a:lnTo>
                  <a:pt x="16718" y="3104"/>
                </a:lnTo>
                <a:lnTo>
                  <a:pt x="15819" y="3104"/>
                </a:lnTo>
                <a:lnTo>
                  <a:pt x="15819" y="2150"/>
                </a:lnTo>
                <a:moveTo>
                  <a:pt x="15819" y="3172"/>
                </a:moveTo>
                <a:lnTo>
                  <a:pt x="16718" y="3172"/>
                </a:lnTo>
                <a:lnTo>
                  <a:pt x="16718" y="4178"/>
                </a:lnTo>
                <a:lnTo>
                  <a:pt x="15819" y="4178"/>
                </a:lnTo>
                <a:lnTo>
                  <a:pt x="15819" y="3172"/>
                </a:lnTo>
                <a:moveTo>
                  <a:pt x="15819" y="4247"/>
                </a:moveTo>
                <a:lnTo>
                  <a:pt x="16718" y="4247"/>
                </a:lnTo>
                <a:lnTo>
                  <a:pt x="16718" y="5200"/>
                </a:lnTo>
                <a:lnTo>
                  <a:pt x="15819" y="5200"/>
                </a:lnTo>
                <a:lnTo>
                  <a:pt x="15819" y="4247"/>
                </a:lnTo>
                <a:moveTo>
                  <a:pt x="15819" y="5268"/>
                </a:moveTo>
                <a:lnTo>
                  <a:pt x="16718" y="5268"/>
                </a:lnTo>
                <a:lnTo>
                  <a:pt x="16718" y="6274"/>
                </a:lnTo>
                <a:lnTo>
                  <a:pt x="15819" y="6274"/>
                </a:lnTo>
                <a:lnTo>
                  <a:pt x="15819" y="5268"/>
                </a:lnTo>
                <a:moveTo>
                  <a:pt x="15819" y="6342"/>
                </a:moveTo>
                <a:lnTo>
                  <a:pt x="16718" y="6342"/>
                </a:lnTo>
                <a:lnTo>
                  <a:pt x="16718" y="7296"/>
                </a:lnTo>
                <a:lnTo>
                  <a:pt x="15819" y="7296"/>
                </a:lnTo>
                <a:lnTo>
                  <a:pt x="15819" y="6342"/>
                </a:lnTo>
                <a:moveTo>
                  <a:pt x="15819" y="7364"/>
                </a:moveTo>
                <a:lnTo>
                  <a:pt x="16718" y="7364"/>
                </a:lnTo>
                <a:lnTo>
                  <a:pt x="16718" y="8369"/>
                </a:lnTo>
                <a:lnTo>
                  <a:pt x="15819" y="8369"/>
                </a:lnTo>
                <a:lnTo>
                  <a:pt x="15819" y="7364"/>
                </a:lnTo>
                <a:moveTo>
                  <a:pt x="15819" y="8438"/>
                </a:moveTo>
                <a:lnTo>
                  <a:pt x="16718" y="8438"/>
                </a:lnTo>
                <a:lnTo>
                  <a:pt x="16718" y="9391"/>
                </a:lnTo>
                <a:lnTo>
                  <a:pt x="15819" y="9391"/>
                </a:lnTo>
                <a:lnTo>
                  <a:pt x="15819" y="8438"/>
                </a:lnTo>
                <a:moveTo>
                  <a:pt x="15819" y="9459"/>
                </a:moveTo>
                <a:lnTo>
                  <a:pt x="16718" y="9459"/>
                </a:lnTo>
                <a:lnTo>
                  <a:pt x="16718" y="10465"/>
                </a:lnTo>
                <a:lnTo>
                  <a:pt x="15819" y="10465"/>
                </a:lnTo>
                <a:lnTo>
                  <a:pt x="15819" y="9459"/>
                </a:lnTo>
                <a:moveTo>
                  <a:pt x="15819" y="10533"/>
                </a:moveTo>
                <a:lnTo>
                  <a:pt x="16718" y="10533"/>
                </a:lnTo>
                <a:lnTo>
                  <a:pt x="16718" y="11487"/>
                </a:lnTo>
                <a:lnTo>
                  <a:pt x="15819" y="11487"/>
                </a:lnTo>
                <a:lnTo>
                  <a:pt x="15819" y="10533"/>
                </a:lnTo>
                <a:moveTo>
                  <a:pt x="15819" y="11556"/>
                </a:moveTo>
                <a:lnTo>
                  <a:pt x="16718" y="11556"/>
                </a:lnTo>
                <a:lnTo>
                  <a:pt x="16718" y="12561"/>
                </a:lnTo>
                <a:lnTo>
                  <a:pt x="15819" y="12561"/>
                </a:lnTo>
                <a:lnTo>
                  <a:pt x="15819" y="11556"/>
                </a:lnTo>
                <a:moveTo>
                  <a:pt x="15819" y="12630"/>
                </a:moveTo>
                <a:lnTo>
                  <a:pt x="16718" y="12630"/>
                </a:lnTo>
                <a:lnTo>
                  <a:pt x="16718" y="13583"/>
                </a:lnTo>
                <a:lnTo>
                  <a:pt x="15819" y="13583"/>
                </a:lnTo>
                <a:lnTo>
                  <a:pt x="15819" y="12630"/>
                </a:lnTo>
                <a:moveTo>
                  <a:pt x="15819" y="13651"/>
                </a:moveTo>
                <a:lnTo>
                  <a:pt x="16718" y="13651"/>
                </a:lnTo>
                <a:lnTo>
                  <a:pt x="16718" y="14657"/>
                </a:lnTo>
                <a:lnTo>
                  <a:pt x="15819" y="14657"/>
                </a:lnTo>
                <a:lnTo>
                  <a:pt x="15819" y="13651"/>
                </a:lnTo>
                <a:moveTo>
                  <a:pt x="15819" y="14726"/>
                </a:moveTo>
                <a:lnTo>
                  <a:pt x="16718" y="14726"/>
                </a:lnTo>
                <a:lnTo>
                  <a:pt x="16718" y="15680"/>
                </a:lnTo>
                <a:lnTo>
                  <a:pt x="15819" y="15680"/>
                </a:lnTo>
                <a:lnTo>
                  <a:pt x="15819" y="14726"/>
                </a:lnTo>
                <a:moveTo>
                  <a:pt x="14691" y="55"/>
                </a:moveTo>
                <a:lnTo>
                  <a:pt x="15750" y="55"/>
                </a:lnTo>
                <a:lnTo>
                  <a:pt x="15750" y="1007"/>
                </a:lnTo>
                <a:lnTo>
                  <a:pt x="14691" y="1007"/>
                </a:lnTo>
                <a:lnTo>
                  <a:pt x="14691" y="55"/>
                </a:lnTo>
                <a:moveTo>
                  <a:pt x="14691" y="1076"/>
                </a:moveTo>
                <a:lnTo>
                  <a:pt x="15750" y="1076"/>
                </a:lnTo>
                <a:lnTo>
                  <a:pt x="15750" y="2082"/>
                </a:lnTo>
                <a:lnTo>
                  <a:pt x="14691" y="2082"/>
                </a:lnTo>
                <a:lnTo>
                  <a:pt x="14691" y="1076"/>
                </a:lnTo>
                <a:moveTo>
                  <a:pt x="14691" y="2150"/>
                </a:moveTo>
                <a:lnTo>
                  <a:pt x="15750" y="2150"/>
                </a:lnTo>
                <a:lnTo>
                  <a:pt x="15750" y="3104"/>
                </a:lnTo>
                <a:lnTo>
                  <a:pt x="14691" y="3104"/>
                </a:lnTo>
                <a:lnTo>
                  <a:pt x="14691" y="2150"/>
                </a:lnTo>
                <a:moveTo>
                  <a:pt x="14691" y="3172"/>
                </a:moveTo>
                <a:lnTo>
                  <a:pt x="15750" y="3172"/>
                </a:lnTo>
                <a:lnTo>
                  <a:pt x="15750" y="4178"/>
                </a:lnTo>
                <a:lnTo>
                  <a:pt x="14691" y="4178"/>
                </a:lnTo>
                <a:lnTo>
                  <a:pt x="14691" y="3172"/>
                </a:lnTo>
                <a:moveTo>
                  <a:pt x="14691" y="4247"/>
                </a:moveTo>
                <a:lnTo>
                  <a:pt x="15750" y="4247"/>
                </a:lnTo>
                <a:lnTo>
                  <a:pt x="15750" y="5200"/>
                </a:lnTo>
                <a:lnTo>
                  <a:pt x="14691" y="5200"/>
                </a:lnTo>
                <a:lnTo>
                  <a:pt x="14691" y="4247"/>
                </a:lnTo>
                <a:moveTo>
                  <a:pt x="14691" y="5268"/>
                </a:moveTo>
                <a:lnTo>
                  <a:pt x="15750" y="5268"/>
                </a:lnTo>
                <a:lnTo>
                  <a:pt x="15750" y="6274"/>
                </a:lnTo>
                <a:lnTo>
                  <a:pt x="14691" y="6274"/>
                </a:lnTo>
                <a:lnTo>
                  <a:pt x="14691" y="5268"/>
                </a:lnTo>
                <a:moveTo>
                  <a:pt x="14691" y="6342"/>
                </a:moveTo>
                <a:lnTo>
                  <a:pt x="15750" y="6342"/>
                </a:lnTo>
                <a:lnTo>
                  <a:pt x="15750" y="7296"/>
                </a:lnTo>
                <a:lnTo>
                  <a:pt x="14691" y="7296"/>
                </a:lnTo>
                <a:lnTo>
                  <a:pt x="14691" y="6342"/>
                </a:lnTo>
                <a:moveTo>
                  <a:pt x="14691" y="7364"/>
                </a:moveTo>
                <a:lnTo>
                  <a:pt x="15750" y="7364"/>
                </a:lnTo>
                <a:lnTo>
                  <a:pt x="15750" y="8369"/>
                </a:lnTo>
                <a:lnTo>
                  <a:pt x="14691" y="8369"/>
                </a:lnTo>
                <a:lnTo>
                  <a:pt x="14691" y="7364"/>
                </a:lnTo>
                <a:moveTo>
                  <a:pt x="14691" y="8438"/>
                </a:moveTo>
                <a:lnTo>
                  <a:pt x="15750" y="8438"/>
                </a:lnTo>
                <a:lnTo>
                  <a:pt x="15750" y="9391"/>
                </a:lnTo>
                <a:lnTo>
                  <a:pt x="14691" y="9391"/>
                </a:lnTo>
                <a:lnTo>
                  <a:pt x="14691" y="8438"/>
                </a:lnTo>
                <a:moveTo>
                  <a:pt x="14691" y="9459"/>
                </a:moveTo>
                <a:lnTo>
                  <a:pt x="15750" y="9459"/>
                </a:lnTo>
                <a:lnTo>
                  <a:pt x="15750" y="10465"/>
                </a:lnTo>
                <a:lnTo>
                  <a:pt x="14691" y="10465"/>
                </a:lnTo>
                <a:lnTo>
                  <a:pt x="14691" y="9459"/>
                </a:lnTo>
                <a:moveTo>
                  <a:pt x="14691" y="10533"/>
                </a:moveTo>
                <a:lnTo>
                  <a:pt x="15750" y="10533"/>
                </a:lnTo>
                <a:lnTo>
                  <a:pt x="15750" y="11487"/>
                </a:lnTo>
                <a:lnTo>
                  <a:pt x="14691" y="11487"/>
                </a:lnTo>
                <a:lnTo>
                  <a:pt x="14691" y="10533"/>
                </a:lnTo>
                <a:moveTo>
                  <a:pt x="14691" y="11556"/>
                </a:moveTo>
                <a:lnTo>
                  <a:pt x="15750" y="11556"/>
                </a:lnTo>
                <a:lnTo>
                  <a:pt x="15750" y="12561"/>
                </a:lnTo>
                <a:lnTo>
                  <a:pt x="14691" y="12561"/>
                </a:lnTo>
                <a:lnTo>
                  <a:pt x="14691" y="11556"/>
                </a:lnTo>
                <a:moveTo>
                  <a:pt x="14691" y="12630"/>
                </a:moveTo>
                <a:lnTo>
                  <a:pt x="15750" y="12630"/>
                </a:lnTo>
                <a:lnTo>
                  <a:pt x="15750" y="13583"/>
                </a:lnTo>
                <a:lnTo>
                  <a:pt x="14691" y="13583"/>
                </a:lnTo>
                <a:lnTo>
                  <a:pt x="14691" y="12630"/>
                </a:lnTo>
                <a:moveTo>
                  <a:pt x="14691" y="13651"/>
                </a:moveTo>
                <a:lnTo>
                  <a:pt x="15750" y="13651"/>
                </a:lnTo>
                <a:lnTo>
                  <a:pt x="15750" y="14657"/>
                </a:lnTo>
                <a:lnTo>
                  <a:pt x="14691" y="14657"/>
                </a:lnTo>
                <a:lnTo>
                  <a:pt x="14691" y="13651"/>
                </a:lnTo>
                <a:moveTo>
                  <a:pt x="14691" y="14726"/>
                </a:moveTo>
                <a:lnTo>
                  <a:pt x="15750" y="14726"/>
                </a:lnTo>
                <a:lnTo>
                  <a:pt x="15750" y="15680"/>
                </a:lnTo>
                <a:lnTo>
                  <a:pt x="14691" y="15680"/>
                </a:lnTo>
                <a:lnTo>
                  <a:pt x="14691" y="14726"/>
                </a:lnTo>
                <a:moveTo>
                  <a:pt x="13722" y="55"/>
                </a:moveTo>
                <a:lnTo>
                  <a:pt x="14622" y="55"/>
                </a:lnTo>
                <a:lnTo>
                  <a:pt x="14622" y="1007"/>
                </a:lnTo>
                <a:lnTo>
                  <a:pt x="13722" y="1007"/>
                </a:lnTo>
                <a:lnTo>
                  <a:pt x="13722" y="55"/>
                </a:lnTo>
                <a:moveTo>
                  <a:pt x="13722" y="1076"/>
                </a:moveTo>
                <a:lnTo>
                  <a:pt x="14622" y="1076"/>
                </a:lnTo>
                <a:lnTo>
                  <a:pt x="14622" y="2082"/>
                </a:lnTo>
                <a:lnTo>
                  <a:pt x="13722" y="2082"/>
                </a:lnTo>
                <a:lnTo>
                  <a:pt x="13722" y="1076"/>
                </a:lnTo>
                <a:moveTo>
                  <a:pt x="13722" y="2150"/>
                </a:moveTo>
                <a:lnTo>
                  <a:pt x="14622" y="2150"/>
                </a:lnTo>
                <a:lnTo>
                  <a:pt x="14622" y="3104"/>
                </a:lnTo>
                <a:lnTo>
                  <a:pt x="13722" y="3104"/>
                </a:lnTo>
                <a:lnTo>
                  <a:pt x="13722" y="2150"/>
                </a:lnTo>
                <a:moveTo>
                  <a:pt x="13722" y="3172"/>
                </a:moveTo>
                <a:lnTo>
                  <a:pt x="14622" y="3172"/>
                </a:lnTo>
                <a:lnTo>
                  <a:pt x="14622" y="4178"/>
                </a:lnTo>
                <a:lnTo>
                  <a:pt x="13722" y="4178"/>
                </a:lnTo>
                <a:lnTo>
                  <a:pt x="13722" y="3172"/>
                </a:lnTo>
                <a:moveTo>
                  <a:pt x="13722" y="4247"/>
                </a:moveTo>
                <a:lnTo>
                  <a:pt x="14622" y="4247"/>
                </a:lnTo>
                <a:lnTo>
                  <a:pt x="14622" y="5200"/>
                </a:lnTo>
                <a:lnTo>
                  <a:pt x="13722" y="5200"/>
                </a:lnTo>
                <a:lnTo>
                  <a:pt x="13722" y="4247"/>
                </a:lnTo>
                <a:moveTo>
                  <a:pt x="13722" y="5268"/>
                </a:moveTo>
                <a:lnTo>
                  <a:pt x="14622" y="5268"/>
                </a:lnTo>
                <a:lnTo>
                  <a:pt x="14622" y="6274"/>
                </a:lnTo>
                <a:lnTo>
                  <a:pt x="13722" y="6274"/>
                </a:lnTo>
                <a:lnTo>
                  <a:pt x="13722" y="5268"/>
                </a:lnTo>
                <a:moveTo>
                  <a:pt x="13722" y="6342"/>
                </a:moveTo>
                <a:lnTo>
                  <a:pt x="14622" y="6342"/>
                </a:lnTo>
                <a:lnTo>
                  <a:pt x="14622" y="7296"/>
                </a:lnTo>
                <a:lnTo>
                  <a:pt x="13722" y="7296"/>
                </a:lnTo>
                <a:lnTo>
                  <a:pt x="13722" y="6342"/>
                </a:lnTo>
                <a:moveTo>
                  <a:pt x="13722" y="7364"/>
                </a:moveTo>
                <a:lnTo>
                  <a:pt x="14622" y="7364"/>
                </a:lnTo>
                <a:lnTo>
                  <a:pt x="14622" y="8369"/>
                </a:lnTo>
                <a:lnTo>
                  <a:pt x="13722" y="8369"/>
                </a:lnTo>
                <a:lnTo>
                  <a:pt x="13722" y="7364"/>
                </a:lnTo>
                <a:moveTo>
                  <a:pt x="13722" y="8438"/>
                </a:moveTo>
                <a:lnTo>
                  <a:pt x="14622" y="8438"/>
                </a:lnTo>
                <a:lnTo>
                  <a:pt x="14622" y="9391"/>
                </a:lnTo>
                <a:lnTo>
                  <a:pt x="13722" y="9391"/>
                </a:lnTo>
                <a:lnTo>
                  <a:pt x="13722" y="8438"/>
                </a:lnTo>
                <a:moveTo>
                  <a:pt x="13722" y="9459"/>
                </a:moveTo>
                <a:lnTo>
                  <a:pt x="14622" y="9459"/>
                </a:lnTo>
                <a:lnTo>
                  <a:pt x="14622" y="10465"/>
                </a:lnTo>
                <a:lnTo>
                  <a:pt x="13722" y="10465"/>
                </a:lnTo>
                <a:lnTo>
                  <a:pt x="13722" y="9459"/>
                </a:lnTo>
                <a:moveTo>
                  <a:pt x="13722" y="10533"/>
                </a:moveTo>
                <a:lnTo>
                  <a:pt x="14622" y="10533"/>
                </a:lnTo>
                <a:lnTo>
                  <a:pt x="14622" y="11487"/>
                </a:lnTo>
                <a:lnTo>
                  <a:pt x="13722" y="11487"/>
                </a:lnTo>
                <a:lnTo>
                  <a:pt x="13722" y="10533"/>
                </a:lnTo>
                <a:moveTo>
                  <a:pt x="13722" y="11556"/>
                </a:moveTo>
                <a:lnTo>
                  <a:pt x="14622" y="11556"/>
                </a:lnTo>
                <a:lnTo>
                  <a:pt x="14622" y="12561"/>
                </a:lnTo>
                <a:lnTo>
                  <a:pt x="13722" y="12561"/>
                </a:lnTo>
                <a:lnTo>
                  <a:pt x="13722" y="11556"/>
                </a:lnTo>
                <a:moveTo>
                  <a:pt x="13722" y="12630"/>
                </a:moveTo>
                <a:lnTo>
                  <a:pt x="14622" y="12630"/>
                </a:lnTo>
                <a:lnTo>
                  <a:pt x="14622" y="13583"/>
                </a:lnTo>
                <a:lnTo>
                  <a:pt x="13722" y="13583"/>
                </a:lnTo>
                <a:lnTo>
                  <a:pt x="13722" y="12630"/>
                </a:lnTo>
                <a:moveTo>
                  <a:pt x="13722" y="13651"/>
                </a:moveTo>
                <a:lnTo>
                  <a:pt x="14622" y="13651"/>
                </a:lnTo>
                <a:lnTo>
                  <a:pt x="14622" y="14657"/>
                </a:lnTo>
                <a:lnTo>
                  <a:pt x="13722" y="14657"/>
                </a:lnTo>
                <a:lnTo>
                  <a:pt x="13722" y="13651"/>
                </a:lnTo>
                <a:moveTo>
                  <a:pt x="13722" y="14726"/>
                </a:moveTo>
                <a:lnTo>
                  <a:pt x="14622" y="14726"/>
                </a:lnTo>
                <a:lnTo>
                  <a:pt x="14622" y="15680"/>
                </a:lnTo>
                <a:lnTo>
                  <a:pt x="13722" y="15680"/>
                </a:lnTo>
                <a:lnTo>
                  <a:pt x="13722" y="14726"/>
                </a:lnTo>
                <a:moveTo>
                  <a:pt x="12594" y="55"/>
                </a:moveTo>
                <a:lnTo>
                  <a:pt x="13654" y="55"/>
                </a:lnTo>
                <a:lnTo>
                  <a:pt x="13654" y="1007"/>
                </a:lnTo>
                <a:lnTo>
                  <a:pt x="12594" y="1007"/>
                </a:lnTo>
                <a:lnTo>
                  <a:pt x="12594" y="55"/>
                </a:lnTo>
                <a:moveTo>
                  <a:pt x="12594" y="1076"/>
                </a:moveTo>
                <a:lnTo>
                  <a:pt x="13654" y="1076"/>
                </a:lnTo>
                <a:lnTo>
                  <a:pt x="13654" y="2082"/>
                </a:lnTo>
                <a:lnTo>
                  <a:pt x="12594" y="2082"/>
                </a:lnTo>
                <a:lnTo>
                  <a:pt x="12594" y="1076"/>
                </a:lnTo>
                <a:moveTo>
                  <a:pt x="12594" y="2150"/>
                </a:moveTo>
                <a:lnTo>
                  <a:pt x="13654" y="2150"/>
                </a:lnTo>
                <a:lnTo>
                  <a:pt x="13654" y="3104"/>
                </a:lnTo>
                <a:lnTo>
                  <a:pt x="12594" y="3104"/>
                </a:lnTo>
                <a:lnTo>
                  <a:pt x="12594" y="2150"/>
                </a:lnTo>
                <a:moveTo>
                  <a:pt x="12594" y="3172"/>
                </a:moveTo>
                <a:lnTo>
                  <a:pt x="13654" y="3172"/>
                </a:lnTo>
                <a:lnTo>
                  <a:pt x="13654" y="4178"/>
                </a:lnTo>
                <a:lnTo>
                  <a:pt x="12594" y="4178"/>
                </a:lnTo>
                <a:lnTo>
                  <a:pt x="12594" y="3172"/>
                </a:lnTo>
                <a:moveTo>
                  <a:pt x="12594" y="4247"/>
                </a:moveTo>
                <a:lnTo>
                  <a:pt x="13654" y="4247"/>
                </a:lnTo>
                <a:lnTo>
                  <a:pt x="13654" y="5200"/>
                </a:lnTo>
                <a:lnTo>
                  <a:pt x="12594" y="5200"/>
                </a:lnTo>
                <a:lnTo>
                  <a:pt x="12594" y="4247"/>
                </a:lnTo>
                <a:moveTo>
                  <a:pt x="12594" y="5268"/>
                </a:moveTo>
                <a:lnTo>
                  <a:pt x="13654" y="5268"/>
                </a:lnTo>
                <a:lnTo>
                  <a:pt x="13654" y="6274"/>
                </a:lnTo>
                <a:lnTo>
                  <a:pt x="12594" y="6274"/>
                </a:lnTo>
                <a:lnTo>
                  <a:pt x="12594" y="5268"/>
                </a:lnTo>
                <a:moveTo>
                  <a:pt x="12594" y="6342"/>
                </a:moveTo>
                <a:lnTo>
                  <a:pt x="13654" y="6342"/>
                </a:lnTo>
                <a:lnTo>
                  <a:pt x="13654" y="7296"/>
                </a:lnTo>
                <a:lnTo>
                  <a:pt x="12594" y="7296"/>
                </a:lnTo>
                <a:lnTo>
                  <a:pt x="12594" y="6342"/>
                </a:lnTo>
                <a:moveTo>
                  <a:pt x="12594" y="7364"/>
                </a:moveTo>
                <a:lnTo>
                  <a:pt x="13654" y="7364"/>
                </a:lnTo>
                <a:lnTo>
                  <a:pt x="13654" y="8369"/>
                </a:lnTo>
                <a:lnTo>
                  <a:pt x="12594" y="8369"/>
                </a:lnTo>
                <a:lnTo>
                  <a:pt x="12594" y="7364"/>
                </a:lnTo>
                <a:moveTo>
                  <a:pt x="12594" y="8438"/>
                </a:moveTo>
                <a:lnTo>
                  <a:pt x="13654" y="8438"/>
                </a:lnTo>
                <a:lnTo>
                  <a:pt x="13654" y="9391"/>
                </a:lnTo>
                <a:lnTo>
                  <a:pt x="12594" y="9391"/>
                </a:lnTo>
                <a:lnTo>
                  <a:pt x="12594" y="8438"/>
                </a:lnTo>
                <a:moveTo>
                  <a:pt x="12594" y="9459"/>
                </a:moveTo>
                <a:lnTo>
                  <a:pt x="13654" y="9459"/>
                </a:lnTo>
                <a:lnTo>
                  <a:pt x="13654" y="10465"/>
                </a:lnTo>
                <a:lnTo>
                  <a:pt x="12594" y="10465"/>
                </a:lnTo>
                <a:lnTo>
                  <a:pt x="12594" y="9459"/>
                </a:lnTo>
                <a:moveTo>
                  <a:pt x="12594" y="10533"/>
                </a:moveTo>
                <a:lnTo>
                  <a:pt x="13654" y="10533"/>
                </a:lnTo>
                <a:lnTo>
                  <a:pt x="13654" y="11487"/>
                </a:lnTo>
                <a:lnTo>
                  <a:pt x="12594" y="11487"/>
                </a:lnTo>
                <a:lnTo>
                  <a:pt x="12594" y="10533"/>
                </a:lnTo>
                <a:moveTo>
                  <a:pt x="12594" y="11556"/>
                </a:moveTo>
                <a:lnTo>
                  <a:pt x="13654" y="11556"/>
                </a:lnTo>
                <a:lnTo>
                  <a:pt x="13654" y="12561"/>
                </a:lnTo>
                <a:lnTo>
                  <a:pt x="12594" y="12561"/>
                </a:lnTo>
                <a:lnTo>
                  <a:pt x="12594" y="11556"/>
                </a:lnTo>
                <a:moveTo>
                  <a:pt x="12594" y="12630"/>
                </a:moveTo>
                <a:lnTo>
                  <a:pt x="13654" y="12630"/>
                </a:lnTo>
                <a:lnTo>
                  <a:pt x="13654" y="13583"/>
                </a:lnTo>
                <a:lnTo>
                  <a:pt x="12594" y="13583"/>
                </a:lnTo>
                <a:lnTo>
                  <a:pt x="12594" y="12630"/>
                </a:lnTo>
                <a:moveTo>
                  <a:pt x="12594" y="13651"/>
                </a:moveTo>
                <a:lnTo>
                  <a:pt x="13654" y="13651"/>
                </a:lnTo>
                <a:lnTo>
                  <a:pt x="13654" y="14657"/>
                </a:lnTo>
                <a:lnTo>
                  <a:pt x="12594" y="14657"/>
                </a:lnTo>
                <a:lnTo>
                  <a:pt x="12594" y="13651"/>
                </a:lnTo>
                <a:moveTo>
                  <a:pt x="12594" y="14726"/>
                </a:moveTo>
                <a:lnTo>
                  <a:pt x="13654" y="14726"/>
                </a:lnTo>
                <a:lnTo>
                  <a:pt x="13654" y="15680"/>
                </a:lnTo>
                <a:lnTo>
                  <a:pt x="12594" y="15680"/>
                </a:lnTo>
                <a:lnTo>
                  <a:pt x="12594" y="14726"/>
                </a:lnTo>
                <a:moveTo>
                  <a:pt x="11628" y="55"/>
                </a:moveTo>
                <a:lnTo>
                  <a:pt x="12526" y="55"/>
                </a:lnTo>
                <a:lnTo>
                  <a:pt x="12526" y="1007"/>
                </a:lnTo>
                <a:lnTo>
                  <a:pt x="11628" y="1007"/>
                </a:lnTo>
                <a:lnTo>
                  <a:pt x="11628" y="55"/>
                </a:lnTo>
                <a:moveTo>
                  <a:pt x="11628" y="1076"/>
                </a:moveTo>
                <a:lnTo>
                  <a:pt x="12526" y="1076"/>
                </a:lnTo>
                <a:lnTo>
                  <a:pt x="12526" y="2082"/>
                </a:lnTo>
                <a:lnTo>
                  <a:pt x="11628" y="2082"/>
                </a:lnTo>
                <a:lnTo>
                  <a:pt x="11628" y="1076"/>
                </a:lnTo>
                <a:moveTo>
                  <a:pt x="11628" y="2150"/>
                </a:moveTo>
                <a:lnTo>
                  <a:pt x="12526" y="2150"/>
                </a:lnTo>
                <a:lnTo>
                  <a:pt x="12526" y="3104"/>
                </a:lnTo>
                <a:lnTo>
                  <a:pt x="11628" y="3104"/>
                </a:lnTo>
                <a:lnTo>
                  <a:pt x="11628" y="2150"/>
                </a:lnTo>
                <a:moveTo>
                  <a:pt x="11628" y="3172"/>
                </a:moveTo>
                <a:lnTo>
                  <a:pt x="12526" y="3172"/>
                </a:lnTo>
                <a:lnTo>
                  <a:pt x="12526" y="4178"/>
                </a:lnTo>
                <a:lnTo>
                  <a:pt x="11628" y="4178"/>
                </a:lnTo>
                <a:lnTo>
                  <a:pt x="11628" y="3172"/>
                </a:lnTo>
                <a:moveTo>
                  <a:pt x="11628" y="4247"/>
                </a:moveTo>
                <a:lnTo>
                  <a:pt x="12526" y="4247"/>
                </a:lnTo>
                <a:lnTo>
                  <a:pt x="12526" y="5200"/>
                </a:lnTo>
                <a:lnTo>
                  <a:pt x="11628" y="5200"/>
                </a:lnTo>
                <a:lnTo>
                  <a:pt x="11628" y="4247"/>
                </a:lnTo>
                <a:moveTo>
                  <a:pt x="11628" y="5268"/>
                </a:moveTo>
                <a:lnTo>
                  <a:pt x="12526" y="5268"/>
                </a:lnTo>
                <a:lnTo>
                  <a:pt x="12526" y="6274"/>
                </a:lnTo>
                <a:lnTo>
                  <a:pt x="11628" y="6274"/>
                </a:lnTo>
                <a:lnTo>
                  <a:pt x="11628" y="5268"/>
                </a:lnTo>
                <a:moveTo>
                  <a:pt x="11628" y="6342"/>
                </a:moveTo>
                <a:lnTo>
                  <a:pt x="12526" y="6342"/>
                </a:lnTo>
                <a:lnTo>
                  <a:pt x="12526" y="7296"/>
                </a:lnTo>
                <a:lnTo>
                  <a:pt x="11628" y="7296"/>
                </a:lnTo>
                <a:lnTo>
                  <a:pt x="11628" y="6342"/>
                </a:lnTo>
                <a:moveTo>
                  <a:pt x="11628" y="7364"/>
                </a:moveTo>
                <a:lnTo>
                  <a:pt x="12526" y="7364"/>
                </a:lnTo>
                <a:lnTo>
                  <a:pt x="12526" y="8369"/>
                </a:lnTo>
                <a:lnTo>
                  <a:pt x="11628" y="8369"/>
                </a:lnTo>
                <a:lnTo>
                  <a:pt x="11628" y="7364"/>
                </a:lnTo>
                <a:moveTo>
                  <a:pt x="11628" y="8438"/>
                </a:moveTo>
                <a:lnTo>
                  <a:pt x="12526" y="8438"/>
                </a:lnTo>
                <a:lnTo>
                  <a:pt x="12526" y="9391"/>
                </a:lnTo>
                <a:lnTo>
                  <a:pt x="11628" y="9391"/>
                </a:lnTo>
                <a:lnTo>
                  <a:pt x="11628" y="8438"/>
                </a:lnTo>
                <a:moveTo>
                  <a:pt x="11628" y="9459"/>
                </a:moveTo>
                <a:lnTo>
                  <a:pt x="12526" y="9459"/>
                </a:lnTo>
                <a:lnTo>
                  <a:pt x="12526" y="10465"/>
                </a:lnTo>
                <a:lnTo>
                  <a:pt x="11628" y="10465"/>
                </a:lnTo>
                <a:lnTo>
                  <a:pt x="11628" y="9459"/>
                </a:lnTo>
                <a:moveTo>
                  <a:pt x="11628" y="10533"/>
                </a:moveTo>
                <a:lnTo>
                  <a:pt x="12526" y="10533"/>
                </a:lnTo>
                <a:lnTo>
                  <a:pt x="12526" y="11487"/>
                </a:lnTo>
                <a:lnTo>
                  <a:pt x="11628" y="11487"/>
                </a:lnTo>
                <a:lnTo>
                  <a:pt x="11628" y="10533"/>
                </a:lnTo>
                <a:moveTo>
                  <a:pt x="11628" y="11556"/>
                </a:moveTo>
                <a:lnTo>
                  <a:pt x="12526" y="11556"/>
                </a:lnTo>
                <a:lnTo>
                  <a:pt x="12526" y="12561"/>
                </a:lnTo>
                <a:lnTo>
                  <a:pt x="11628" y="12561"/>
                </a:lnTo>
                <a:lnTo>
                  <a:pt x="11628" y="11556"/>
                </a:lnTo>
                <a:moveTo>
                  <a:pt x="11628" y="12630"/>
                </a:moveTo>
                <a:lnTo>
                  <a:pt x="12526" y="12630"/>
                </a:lnTo>
                <a:lnTo>
                  <a:pt x="12526" y="13583"/>
                </a:lnTo>
                <a:lnTo>
                  <a:pt x="11628" y="13583"/>
                </a:lnTo>
                <a:lnTo>
                  <a:pt x="11628" y="12630"/>
                </a:lnTo>
                <a:moveTo>
                  <a:pt x="11628" y="13651"/>
                </a:moveTo>
                <a:lnTo>
                  <a:pt x="12526" y="13651"/>
                </a:lnTo>
                <a:lnTo>
                  <a:pt x="12526" y="14657"/>
                </a:lnTo>
                <a:lnTo>
                  <a:pt x="11628" y="14657"/>
                </a:lnTo>
                <a:lnTo>
                  <a:pt x="11628" y="13651"/>
                </a:lnTo>
                <a:moveTo>
                  <a:pt x="11628" y="14726"/>
                </a:moveTo>
                <a:lnTo>
                  <a:pt x="12526" y="14726"/>
                </a:lnTo>
                <a:lnTo>
                  <a:pt x="12526" y="15680"/>
                </a:lnTo>
                <a:lnTo>
                  <a:pt x="11628" y="15680"/>
                </a:lnTo>
                <a:lnTo>
                  <a:pt x="11628" y="14726"/>
                </a:lnTo>
                <a:moveTo>
                  <a:pt x="10500" y="55"/>
                </a:moveTo>
                <a:lnTo>
                  <a:pt x="11559" y="55"/>
                </a:lnTo>
                <a:lnTo>
                  <a:pt x="11559" y="1007"/>
                </a:lnTo>
                <a:lnTo>
                  <a:pt x="10500" y="1007"/>
                </a:lnTo>
                <a:lnTo>
                  <a:pt x="10500" y="55"/>
                </a:lnTo>
                <a:moveTo>
                  <a:pt x="10500" y="1076"/>
                </a:moveTo>
                <a:lnTo>
                  <a:pt x="11559" y="1076"/>
                </a:lnTo>
                <a:lnTo>
                  <a:pt x="11559" y="2082"/>
                </a:lnTo>
                <a:lnTo>
                  <a:pt x="10500" y="2082"/>
                </a:lnTo>
                <a:lnTo>
                  <a:pt x="10500" y="1076"/>
                </a:lnTo>
                <a:moveTo>
                  <a:pt x="10500" y="2150"/>
                </a:moveTo>
                <a:lnTo>
                  <a:pt x="11559" y="2150"/>
                </a:lnTo>
                <a:lnTo>
                  <a:pt x="11559" y="3104"/>
                </a:lnTo>
                <a:lnTo>
                  <a:pt x="10500" y="3104"/>
                </a:lnTo>
                <a:lnTo>
                  <a:pt x="10500" y="2150"/>
                </a:lnTo>
                <a:moveTo>
                  <a:pt x="10500" y="3172"/>
                </a:moveTo>
                <a:lnTo>
                  <a:pt x="11559" y="3172"/>
                </a:lnTo>
                <a:lnTo>
                  <a:pt x="11559" y="4178"/>
                </a:lnTo>
                <a:lnTo>
                  <a:pt x="10500" y="4178"/>
                </a:lnTo>
                <a:lnTo>
                  <a:pt x="10500" y="3172"/>
                </a:lnTo>
                <a:moveTo>
                  <a:pt x="10500" y="4247"/>
                </a:moveTo>
                <a:lnTo>
                  <a:pt x="11559" y="4247"/>
                </a:lnTo>
                <a:lnTo>
                  <a:pt x="11559" y="5200"/>
                </a:lnTo>
                <a:lnTo>
                  <a:pt x="10500" y="5200"/>
                </a:lnTo>
                <a:lnTo>
                  <a:pt x="10500" y="4247"/>
                </a:lnTo>
                <a:moveTo>
                  <a:pt x="10500" y="5268"/>
                </a:moveTo>
                <a:lnTo>
                  <a:pt x="11559" y="5268"/>
                </a:lnTo>
                <a:lnTo>
                  <a:pt x="11559" y="6274"/>
                </a:lnTo>
                <a:lnTo>
                  <a:pt x="10500" y="6274"/>
                </a:lnTo>
                <a:lnTo>
                  <a:pt x="10500" y="5268"/>
                </a:lnTo>
                <a:moveTo>
                  <a:pt x="10500" y="6342"/>
                </a:moveTo>
                <a:lnTo>
                  <a:pt x="11559" y="6342"/>
                </a:lnTo>
                <a:lnTo>
                  <a:pt x="11559" y="7296"/>
                </a:lnTo>
                <a:lnTo>
                  <a:pt x="10500" y="7296"/>
                </a:lnTo>
                <a:lnTo>
                  <a:pt x="10500" y="6342"/>
                </a:lnTo>
                <a:moveTo>
                  <a:pt x="10500" y="7364"/>
                </a:moveTo>
                <a:lnTo>
                  <a:pt x="11559" y="7364"/>
                </a:lnTo>
                <a:lnTo>
                  <a:pt x="11559" y="8369"/>
                </a:lnTo>
                <a:lnTo>
                  <a:pt x="10500" y="8369"/>
                </a:lnTo>
                <a:lnTo>
                  <a:pt x="10500" y="7364"/>
                </a:lnTo>
                <a:moveTo>
                  <a:pt x="10500" y="8438"/>
                </a:moveTo>
                <a:lnTo>
                  <a:pt x="11559" y="8438"/>
                </a:lnTo>
                <a:lnTo>
                  <a:pt x="11559" y="9391"/>
                </a:lnTo>
                <a:lnTo>
                  <a:pt x="10500" y="9391"/>
                </a:lnTo>
                <a:lnTo>
                  <a:pt x="10500" y="8438"/>
                </a:lnTo>
                <a:moveTo>
                  <a:pt x="10500" y="9459"/>
                </a:moveTo>
                <a:lnTo>
                  <a:pt x="11559" y="9459"/>
                </a:lnTo>
                <a:lnTo>
                  <a:pt x="11559" y="10465"/>
                </a:lnTo>
                <a:lnTo>
                  <a:pt x="10500" y="10465"/>
                </a:lnTo>
                <a:lnTo>
                  <a:pt x="10500" y="9459"/>
                </a:lnTo>
                <a:moveTo>
                  <a:pt x="10500" y="10533"/>
                </a:moveTo>
                <a:lnTo>
                  <a:pt x="11559" y="10533"/>
                </a:lnTo>
                <a:lnTo>
                  <a:pt x="11559" y="11487"/>
                </a:lnTo>
                <a:lnTo>
                  <a:pt x="10500" y="11487"/>
                </a:lnTo>
                <a:lnTo>
                  <a:pt x="10500" y="10533"/>
                </a:lnTo>
                <a:moveTo>
                  <a:pt x="10500" y="11556"/>
                </a:moveTo>
                <a:lnTo>
                  <a:pt x="11559" y="11556"/>
                </a:lnTo>
                <a:lnTo>
                  <a:pt x="11559" y="12561"/>
                </a:lnTo>
                <a:lnTo>
                  <a:pt x="10500" y="12561"/>
                </a:lnTo>
                <a:lnTo>
                  <a:pt x="10500" y="11556"/>
                </a:lnTo>
                <a:moveTo>
                  <a:pt x="10500" y="12630"/>
                </a:moveTo>
                <a:lnTo>
                  <a:pt x="11559" y="12630"/>
                </a:lnTo>
                <a:lnTo>
                  <a:pt x="11559" y="13583"/>
                </a:lnTo>
                <a:lnTo>
                  <a:pt x="10500" y="13583"/>
                </a:lnTo>
                <a:lnTo>
                  <a:pt x="10500" y="12630"/>
                </a:lnTo>
                <a:moveTo>
                  <a:pt x="10500" y="13651"/>
                </a:moveTo>
                <a:lnTo>
                  <a:pt x="11559" y="13651"/>
                </a:lnTo>
                <a:lnTo>
                  <a:pt x="11559" y="14657"/>
                </a:lnTo>
                <a:lnTo>
                  <a:pt x="10500" y="14657"/>
                </a:lnTo>
                <a:lnTo>
                  <a:pt x="10500" y="13651"/>
                </a:lnTo>
                <a:moveTo>
                  <a:pt x="10500" y="14726"/>
                </a:moveTo>
                <a:lnTo>
                  <a:pt x="11559" y="14726"/>
                </a:lnTo>
                <a:lnTo>
                  <a:pt x="11559" y="15680"/>
                </a:lnTo>
                <a:lnTo>
                  <a:pt x="10500" y="15680"/>
                </a:lnTo>
                <a:lnTo>
                  <a:pt x="10500" y="14726"/>
                </a:lnTo>
                <a:moveTo>
                  <a:pt x="9531" y="55"/>
                </a:moveTo>
                <a:lnTo>
                  <a:pt x="10430" y="55"/>
                </a:lnTo>
                <a:lnTo>
                  <a:pt x="10430" y="1007"/>
                </a:lnTo>
                <a:lnTo>
                  <a:pt x="9531" y="1007"/>
                </a:lnTo>
                <a:lnTo>
                  <a:pt x="9531" y="55"/>
                </a:lnTo>
                <a:moveTo>
                  <a:pt x="9531" y="1076"/>
                </a:moveTo>
                <a:lnTo>
                  <a:pt x="10430" y="1076"/>
                </a:lnTo>
                <a:lnTo>
                  <a:pt x="10430" y="2082"/>
                </a:lnTo>
                <a:lnTo>
                  <a:pt x="9531" y="2082"/>
                </a:lnTo>
                <a:lnTo>
                  <a:pt x="9531" y="1076"/>
                </a:lnTo>
                <a:moveTo>
                  <a:pt x="9531" y="2150"/>
                </a:moveTo>
                <a:lnTo>
                  <a:pt x="10430" y="2150"/>
                </a:lnTo>
                <a:lnTo>
                  <a:pt x="10430" y="3104"/>
                </a:lnTo>
                <a:lnTo>
                  <a:pt x="9531" y="3104"/>
                </a:lnTo>
                <a:lnTo>
                  <a:pt x="9531" y="2150"/>
                </a:lnTo>
                <a:moveTo>
                  <a:pt x="9531" y="3172"/>
                </a:moveTo>
                <a:lnTo>
                  <a:pt x="10430" y="3172"/>
                </a:lnTo>
                <a:lnTo>
                  <a:pt x="10430" y="4178"/>
                </a:lnTo>
                <a:lnTo>
                  <a:pt x="9531" y="4178"/>
                </a:lnTo>
                <a:lnTo>
                  <a:pt x="9531" y="3172"/>
                </a:lnTo>
                <a:moveTo>
                  <a:pt x="9531" y="4247"/>
                </a:moveTo>
                <a:lnTo>
                  <a:pt x="10430" y="4247"/>
                </a:lnTo>
                <a:lnTo>
                  <a:pt x="10430" y="5200"/>
                </a:lnTo>
                <a:lnTo>
                  <a:pt x="9531" y="5200"/>
                </a:lnTo>
                <a:lnTo>
                  <a:pt x="9531" y="4247"/>
                </a:lnTo>
                <a:moveTo>
                  <a:pt x="9531" y="5268"/>
                </a:moveTo>
                <a:lnTo>
                  <a:pt x="10430" y="5268"/>
                </a:lnTo>
                <a:lnTo>
                  <a:pt x="10430" y="6274"/>
                </a:lnTo>
                <a:lnTo>
                  <a:pt x="9531" y="6274"/>
                </a:lnTo>
                <a:lnTo>
                  <a:pt x="9531" y="5268"/>
                </a:lnTo>
                <a:moveTo>
                  <a:pt x="9531" y="6342"/>
                </a:moveTo>
                <a:lnTo>
                  <a:pt x="10430" y="6342"/>
                </a:lnTo>
                <a:lnTo>
                  <a:pt x="10430" y="7296"/>
                </a:lnTo>
                <a:lnTo>
                  <a:pt x="9531" y="7296"/>
                </a:lnTo>
                <a:lnTo>
                  <a:pt x="9531" y="6342"/>
                </a:lnTo>
                <a:moveTo>
                  <a:pt x="9531" y="7364"/>
                </a:moveTo>
                <a:lnTo>
                  <a:pt x="10430" y="7364"/>
                </a:lnTo>
                <a:lnTo>
                  <a:pt x="10430" y="8369"/>
                </a:lnTo>
                <a:lnTo>
                  <a:pt x="9531" y="8369"/>
                </a:lnTo>
                <a:lnTo>
                  <a:pt x="9531" y="7364"/>
                </a:lnTo>
                <a:moveTo>
                  <a:pt x="9531" y="8438"/>
                </a:moveTo>
                <a:lnTo>
                  <a:pt x="10430" y="8438"/>
                </a:lnTo>
                <a:lnTo>
                  <a:pt x="10430" y="9391"/>
                </a:lnTo>
                <a:lnTo>
                  <a:pt x="9531" y="9391"/>
                </a:lnTo>
                <a:lnTo>
                  <a:pt x="9531" y="8438"/>
                </a:lnTo>
                <a:moveTo>
                  <a:pt x="9531" y="9459"/>
                </a:moveTo>
                <a:lnTo>
                  <a:pt x="10430" y="9459"/>
                </a:lnTo>
                <a:lnTo>
                  <a:pt x="10430" y="10465"/>
                </a:lnTo>
                <a:lnTo>
                  <a:pt x="9531" y="10465"/>
                </a:lnTo>
                <a:lnTo>
                  <a:pt x="9531" y="9459"/>
                </a:lnTo>
                <a:moveTo>
                  <a:pt x="9531" y="10533"/>
                </a:moveTo>
                <a:lnTo>
                  <a:pt x="10430" y="10533"/>
                </a:lnTo>
                <a:lnTo>
                  <a:pt x="10430" y="11487"/>
                </a:lnTo>
                <a:lnTo>
                  <a:pt x="9531" y="11487"/>
                </a:lnTo>
                <a:lnTo>
                  <a:pt x="9531" y="10533"/>
                </a:lnTo>
                <a:moveTo>
                  <a:pt x="9531" y="11556"/>
                </a:moveTo>
                <a:lnTo>
                  <a:pt x="10430" y="11556"/>
                </a:lnTo>
                <a:lnTo>
                  <a:pt x="10430" y="12561"/>
                </a:lnTo>
                <a:lnTo>
                  <a:pt x="9531" y="12561"/>
                </a:lnTo>
                <a:lnTo>
                  <a:pt x="9531" y="11556"/>
                </a:lnTo>
                <a:moveTo>
                  <a:pt x="9531" y="12630"/>
                </a:moveTo>
                <a:lnTo>
                  <a:pt x="10430" y="12630"/>
                </a:lnTo>
                <a:lnTo>
                  <a:pt x="10430" y="13583"/>
                </a:lnTo>
                <a:lnTo>
                  <a:pt x="9531" y="13583"/>
                </a:lnTo>
                <a:lnTo>
                  <a:pt x="9531" y="12630"/>
                </a:lnTo>
                <a:moveTo>
                  <a:pt x="9531" y="13651"/>
                </a:moveTo>
                <a:lnTo>
                  <a:pt x="10430" y="13651"/>
                </a:lnTo>
                <a:lnTo>
                  <a:pt x="10430" y="14657"/>
                </a:lnTo>
                <a:lnTo>
                  <a:pt x="9531" y="14657"/>
                </a:lnTo>
                <a:lnTo>
                  <a:pt x="9531" y="13651"/>
                </a:lnTo>
                <a:moveTo>
                  <a:pt x="9531" y="14726"/>
                </a:moveTo>
                <a:lnTo>
                  <a:pt x="10430" y="14726"/>
                </a:lnTo>
                <a:lnTo>
                  <a:pt x="10430" y="15680"/>
                </a:lnTo>
                <a:lnTo>
                  <a:pt x="9531" y="15680"/>
                </a:lnTo>
                <a:lnTo>
                  <a:pt x="9531" y="14726"/>
                </a:lnTo>
                <a:moveTo>
                  <a:pt x="8403" y="55"/>
                </a:moveTo>
                <a:lnTo>
                  <a:pt x="9463" y="55"/>
                </a:lnTo>
                <a:lnTo>
                  <a:pt x="9463" y="1007"/>
                </a:lnTo>
                <a:lnTo>
                  <a:pt x="8403" y="1007"/>
                </a:lnTo>
                <a:lnTo>
                  <a:pt x="8403" y="55"/>
                </a:lnTo>
                <a:moveTo>
                  <a:pt x="8403" y="1076"/>
                </a:moveTo>
                <a:lnTo>
                  <a:pt x="9463" y="1076"/>
                </a:lnTo>
                <a:lnTo>
                  <a:pt x="9463" y="2082"/>
                </a:lnTo>
                <a:lnTo>
                  <a:pt x="8403" y="2082"/>
                </a:lnTo>
                <a:lnTo>
                  <a:pt x="8403" y="1076"/>
                </a:lnTo>
                <a:moveTo>
                  <a:pt x="8403" y="2150"/>
                </a:moveTo>
                <a:lnTo>
                  <a:pt x="9463" y="2150"/>
                </a:lnTo>
                <a:lnTo>
                  <a:pt x="9463" y="3104"/>
                </a:lnTo>
                <a:lnTo>
                  <a:pt x="8403" y="3104"/>
                </a:lnTo>
                <a:lnTo>
                  <a:pt x="8403" y="2150"/>
                </a:lnTo>
                <a:moveTo>
                  <a:pt x="8403" y="3172"/>
                </a:moveTo>
                <a:lnTo>
                  <a:pt x="9463" y="3172"/>
                </a:lnTo>
                <a:lnTo>
                  <a:pt x="9463" y="4178"/>
                </a:lnTo>
                <a:lnTo>
                  <a:pt x="8403" y="4178"/>
                </a:lnTo>
                <a:lnTo>
                  <a:pt x="8403" y="3172"/>
                </a:lnTo>
                <a:moveTo>
                  <a:pt x="8403" y="4247"/>
                </a:moveTo>
                <a:lnTo>
                  <a:pt x="9463" y="4247"/>
                </a:lnTo>
                <a:lnTo>
                  <a:pt x="9463" y="5200"/>
                </a:lnTo>
                <a:lnTo>
                  <a:pt x="8403" y="5200"/>
                </a:lnTo>
                <a:lnTo>
                  <a:pt x="8403" y="4247"/>
                </a:lnTo>
                <a:moveTo>
                  <a:pt x="8403" y="5268"/>
                </a:moveTo>
                <a:lnTo>
                  <a:pt x="9463" y="5268"/>
                </a:lnTo>
                <a:lnTo>
                  <a:pt x="9463" y="6274"/>
                </a:lnTo>
                <a:lnTo>
                  <a:pt x="8403" y="6274"/>
                </a:lnTo>
                <a:lnTo>
                  <a:pt x="8403" y="5268"/>
                </a:lnTo>
                <a:moveTo>
                  <a:pt x="8403" y="6342"/>
                </a:moveTo>
                <a:lnTo>
                  <a:pt x="9463" y="6342"/>
                </a:lnTo>
                <a:lnTo>
                  <a:pt x="9463" y="7296"/>
                </a:lnTo>
                <a:lnTo>
                  <a:pt x="8403" y="7296"/>
                </a:lnTo>
                <a:lnTo>
                  <a:pt x="8403" y="6342"/>
                </a:lnTo>
                <a:moveTo>
                  <a:pt x="8403" y="7364"/>
                </a:moveTo>
                <a:lnTo>
                  <a:pt x="9463" y="7364"/>
                </a:lnTo>
                <a:lnTo>
                  <a:pt x="9463" y="8369"/>
                </a:lnTo>
                <a:lnTo>
                  <a:pt x="8403" y="8369"/>
                </a:lnTo>
                <a:lnTo>
                  <a:pt x="8403" y="7364"/>
                </a:lnTo>
                <a:moveTo>
                  <a:pt x="8403" y="8438"/>
                </a:moveTo>
                <a:lnTo>
                  <a:pt x="9463" y="8438"/>
                </a:lnTo>
                <a:lnTo>
                  <a:pt x="9463" y="9391"/>
                </a:lnTo>
                <a:lnTo>
                  <a:pt x="8403" y="9391"/>
                </a:lnTo>
                <a:lnTo>
                  <a:pt x="8403" y="8438"/>
                </a:lnTo>
                <a:moveTo>
                  <a:pt x="8403" y="9459"/>
                </a:moveTo>
                <a:lnTo>
                  <a:pt x="9463" y="9459"/>
                </a:lnTo>
                <a:lnTo>
                  <a:pt x="9463" y="10465"/>
                </a:lnTo>
                <a:lnTo>
                  <a:pt x="8403" y="10465"/>
                </a:lnTo>
                <a:lnTo>
                  <a:pt x="8403" y="9459"/>
                </a:lnTo>
                <a:moveTo>
                  <a:pt x="8403" y="10533"/>
                </a:moveTo>
                <a:lnTo>
                  <a:pt x="9463" y="10533"/>
                </a:lnTo>
                <a:lnTo>
                  <a:pt x="9463" y="11487"/>
                </a:lnTo>
                <a:lnTo>
                  <a:pt x="8403" y="11487"/>
                </a:lnTo>
                <a:lnTo>
                  <a:pt x="8403" y="10533"/>
                </a:lnTo>
                <a:moveTo>
                  <a:pt x="8403" y="11556"/>
                </a:moveTo>
                <a:lnTo>
                  <a:pt x="9463" y="11556"/>
                </a:lnTo>
                <a:lnTo>
                  <a:pt x="9463" y="12561"/>
                </a:lnTo>
                <a:lnTo>
                  <a:pt x="8403" y="12561"/>
                </a:lnTo>
                <a:lnTo>
                  <a:pt x="8403" y="11556"/>
                </a:lnTo>
                <a:moveTo>
                  <a:pt x="8403" y="12630"/>
                </a:moveTo>
                <a:lnTo>
                  <a:pt x="9463" y="12630"/>
                </a:lnTo>
                <a:lnTo>
                  <a:pt x="9463" y="13583"/>
                </a:lnTo>
                <a:lnTo>
                  <a:pt x="8403" y="13583"/>
                </a:lnTo>
                <a:lnTo>
                  <a:pt x="8403" y="12630"/>
                </a:lnTo>
                <a:moveTo>
                  <a:pt x="8403" y="13651"/>
                </a:moveTo>
                <a:lnTo>
                  <a:pt x="9463" y="13651"/>
                </a:lnTo>
                <a:lnTo>
                  <a:pt x="9463" y="14657"/>
                </a:lnTo>
                <a:lnTo>
                  <a:pt x="8403" y="14657"/>
                </a:lnTo>
                <a:lnTo>
                  <a:pt x="8403" y="13651"/>
                </a:lnTo>
                <a:moveTo>
                  <a:pt x="8403" y="14726"/>
                </a:moveTo>
                <a:lnTo>
                  <a:pt x="9463" y="14726"/>
                </a:lnTo>
                <a:lnTo>
                  <a:pt x="9463" y="15680"/>
                </a:lnTo>
                <a:lnTo>
                  <a:pt x="8403" y="15680"/>
                </a:lnTo>
                <a:lnTo>
                  <a:pt x="8403" y="14726"/>
                </a:lnTo>
                <a:moveTo>
                  <a:pt x="7436" y="55"/>
                </a:moveTo>
                <a:lnTo>
                  <a:pt x="8335" y="55"/>
                </a:lnTo>
                <a:lnTo>
                  <a:pt x="8335" y="1007"/>
                </a:lnTo>
                <a:lnTo>
                  <a:pt x="7436" y="1007"/>
                </a:lnTo>
                <a:lnTo>
                  <a:pt x="7436" y="55"/>
                </a:lnTo>
                <a:moveTo>
                  <a:pt x="7436" y="1076"/>
                </a:moveTo>
                <a:lnTo>
                  <a:pt x="8335" y="1076"/>
                </a:lnTo>
                <a:lnTo>
                  <a:pt x="8335" y="2082"/>
                </a:lnTo>
                <a:lnTo>
                  <a:pt x="7436" y="2082"/>
                </a:lnTo>
                <a:lnTo>
                  <a:pt x="7436" y="1076"/>
                </a:lnTo>
                <a:moveTo>
                  <a:pt x="7436" y="2150"/>
                </a:moveTo>
                <a:lnTo>
                  <a:pt x="8335" y="2150"/>
                </a:lnTo>
                <a:lnTo>
                  <a:pt x="8335" y="3104"/>
                </a:lnTo>
                <a:lnTo>
                  <a:pt x="7436" y="3104"/>
                </a:lnTo>
                <a:lnTo>
                  <a:pt x="7436" y="2150"/>
                </a:lnTo>
                <a:moveTo>
                  <a:pt x="7436" y="3172"/>
                </a:moveTo>
                <a:lnTo>
                  <a:pt x="8335" y="3172"/>
                </a:lnTo>
                <a:lnTo>
                  <a:pt x="8335" y="4178"/>
                </a:lnTo>
                <a:lnTo>
                  <a:pt x="7436" y="4178"/>
                </a:lnTo>
                <a:lnTo>
                  <a:pt x="7436" y="3172"/>
                </a:lnTo>
                <a:moveTo>
                  <a:pt x="7436" y="4247"/>
                </a:moveTo>
                <a:lnTo>
                  <a:pt x="8335" y="4247"/>
                </a:lnTo>
                <a:lnTo>
                  <a:pt x="8335" y="5200"/>
                </a:lnTo>
                <a:lnTo>
                  <a:pt x="7436" y="5200"/>
                </a:lnTo>
                <a:lnTo>
                  <a:pt x="7436" y="4247"/>
                </a:lnTo>
                <a:moveTo>
                  <a:pt x="7436" y="5268"/>
                </a:moveTo>
                <a:lnTo>
                  <a:pt x="8335" y="5268"/>
                </a:lnTo>
                <a:lnTo>
                  <a:pt x="8335" y="6274"/>
                </a:lnTo>
                <a:lnTo>
                  <a:pt x="7436" y="6274"/>
                </a:lnTo>
                <a:lnTo>
                  <a:pt x="7436" y="5268"/>
                </a:lnTo>
                <a:moveTo>
                  <a:pt x="7436" y="6342"/>
                </a:moveTo>
                <a:lnTo>
                  <a:pt x="8335" y="6342"/>
                </a:lnTo>
                <a:lnTo>
                  <a:pt x="8335" y="7296"/>
                </a:lnTo>
                <a:lnTo>
                  <a:pt x="7436" y="7296"/>
                </a:lnTo>
                <a:lnTo>
                  <a:pt x="7436" y="6342"/>
                </a:lnTo>
                <a:moveTo>
                  <a:pt x="7436" y="7364"/>
                </a:moveTo>
                <a:lnTo>
                  <a:pt x="8335" y="7364"/>
                </a:lnTo>
                <a:lnTo>
                  <a:pt x="8335" y="8369"/>
                </a:lnTo>
                <a:lnTo>
                  <a:pt x="7436" y="8369"/>
                </a:lnTo>
                <a:lnTo>
                  <a:pt x="7436" y="7364"/>
                </a:lnTo>
                <a:moveTo>
                  <a:pt x="7436" y="8438"/>
                </a:moveTo>
                <a:lnTo>
                  <a:pt x="8335" y="8438"/>
                </a:lnTo>
                <a:lnTo>
                  <a:pt x="8335" y="9391"/>
                </a:lnTo>
                <a:lnTo>
                  <a:pt x="7436" y="9391"/>
                </a:lnTo>
                <a:lnTo>
                  <a:pt x="7436" y="8438"/>
                </a:lnTo>
                <a:moveTo>
                  <a:pt x="7436" y="9459"/>
                </a:moveTo>
                <a:lnTo>
                  <a:pt x="8335" y="9459"/>
                </a:lnTo>
                <a:lnTo>
                  <a:pt x="8335" y="10465"/>
                </a:lnTo>
                <a:lnTo>
                  <a:pt x="7436" y="10465"/>
                </a:lnTo>
                <a:lnTo>
                  <a:pt x="7436" y="9459"/>
                </a:lnTo>
                <a:moveTo>
                  <a:pt x="7436" y="10533"/>
                </a:moveTo>
                <a:lnTo>
                  <a:pt x="8335" y="10533"/>
                </a:lnTo>
                <a:lnTo>
                  <a:pt x="8335" y="11487"/>
                </a:lnTo>
                <a:lnTo>
                  <a:pt x="7436" y="11487"/>
                </a:lnTo>
                <a:lnTo>
                  <a:pt x="7436" y="10533"/>
                </a:lnTo>
                <a:moveTo>
                  <a:pt x="7436" y="11556"/>
                </a:moveTo>
                <a:lnTo>
                  <a:pt x="8335" y="11556"/>
                </a:lnTo>
                <a:lnTo>
                  <a:pt x="8335" y="12561"/>
                </a:lnTo>
                <a:lnTo>
                  <a:pt x="7436" y="12561"/>
                </a:lnTo>
                <a:lnTo>
                  <a:pt x="7436" y="11556"/>
                </a:lnTo>
                <a:moveTo>
                  <a:pt x="7436" y="12630"/>
                </a:moveTo>
                <a:lnTo>
                  <a:pt x="8335" y="12630"/>
                </a:lnTo>
                <a:lnTo>
                  <a:pt x="8335" y="13583"/>
                </a:lnTo>
                <a:lnTo>
                  <a:pt x="7436" y="13583"/>
                </a:lnTo>
                <a:lnTo>
                  <a:pt x="7436" y="12630"/>
                </a:lnTo>
                <a:moveTo>
                  <a:pt x="7436" y="13651"/>
                </a:moveTo>
                <a:lnTo>
                  <a:pt x="8335" y="13651"/>
                </a:lnTo>
                <a:lnTo>
                  <a:pt x="8335" y="14657"/>
                </a:lnTo>
                <a:lnTo>
                  <a:pt x="7436" y="14657"/>
                </a:lnTo>
                <a:lnTo>
                  <a:pt x="7436" y="13651"/>
                </a:lnTo>
                <a:moveTo>
                  <a:pt x="7436" y="14726"/>
                </a:moveTo>
                <a:lnTo>
                  <a:pt x="8335" y="14726"/>
                </a:lnTo>
                <a:lnTo>
                  <a:pt x="8335" y="15680"/>
                </a:lnTo>
                <a:lnTo>
                  <a:pt x="7436" y="15680"/>
                </a:lnTo>
                <a:lnTo>
                  <a:pt x="7436" y="14726"/>
                </a:lnTo>
                <a:moveTo>
                  <a:pt x="6308" y="55"/>
                </a:moveTo>
                <a:lnTo>
                  <a:pt x="7366" y="55"/>
                </a:lnTo>
                <a:lnTo>
                  <a:pt x="7366" y="1007"/>
                </a:lnTo>
                <a:lnTo>
                  <a:pt x="6308" y="1007"/>
                </a:lnTo>
                <a:lnTo>
                  <a:pt x="6308" y="55"/>
                </a:lnTo>
                <a:moveTo>
                  <a:pt x="6308" y="1076"/>
                </a:moveTo>
                <a:lnTo>
                  <a:pt x="7366" y="1076"/>
                </a:lnTo>
                <a:lnTo>
                  <a:pt x="7366" y="2082"/>
                </a:lnTo>
                <a:lnTo>
                  <a:pt x="6308" y="2082"/>
                </a:lnTo>
                <a:lnTo>
                  <a:pt x="6308" y="1076"/>
                </a:lnTo>
                <a:moveTo>
                  <a:pt x="6308" y="2150"/>
                </a:moveTo>
                <a:lnTo>
                  <a:pt x="7366" y="2150"/>
                </a:lnTo>
                <a:lnTo>
                  <a:pt x="7366" y="3104"/>
                </a:lnTo>
                <a:lnTo>
                  <a:pt x="6308" y="3104"/>
                </a:lnTo>
                <a:lnTo>
                  <a:pt x="6308" y="2150"/>
                </a:lnTo>
                <a:moveTo>
                  <a:pt x="6308" y="3172"/>
                </a:moveTo>
                <a:lnTo>
                  <a:pt x="7366" y="3172"/>
                </a:lnTo>
                <a:lnTo>
                  <a:pt x="7366" y="4178"/>
                </a:lnTo>
                <a:lnTo>
                  <a:pt x="6308" y="4178"/>
                </a:lnTo>
                <a:lnTo>
                  <a:pt x="6308" y="3172"/>
                </a:lnTo>
                <a:moveTo>
                  <a:pt x="6308" y="4247"/>
                </a:moveTo>
                <a:lnTo>
                  <a:pt x="7366" y="4247"/>
                </a:lnTo>
                <a:lnTo>
                  <a:pt x="7366" y="5200"/>
                </a:lnTo>
                <a:lnTo>
                  <a:pt x="6308" y="5200"/>
                </a:lnTo>
                <a:lnTo>
                  <a:pt x="6308" y="4247"/>
                </a:lnTo>
                <a:moveTo>
                  <a:pt x="6308" y="5268"/>
                </a:moveTo>
                <a:lnTo>
                  <a:pt x="7366" y="5268"/>
                </a:lnTo>
                <a:lnTo>
                  <a:pt x="7366" y="6274"/>
                </a:lnTo>
                <a:lnTo>
                  <a:pt x="6308" y="6274"/>
                </a:lnTo>
                <a:lnTo>
                  <a:pt x="6308" y="5268"/>
                </a:lnTo>
                <a:moveTo>
                  <a:pt x="6308" y="6342"/>
                </a:moveTo>
                <a:lnTo>
                  <a:pt x="7366" y="6342"/>
                </a:lnTo>
                <a:lnTo>
                  <a:pt x="7366" y="7296"/>
                </a:lnTo>
                <a:lnTo>
                  <a:pt x="6308" y="7296"/>
                </a:lnTo>
                <a:lnTo>
                  <a:pt x="6308" y="6342"/>
                </a:lnTo>
                <a:moveTo>
                  <a:pt x="6308" y="7364"/>
                </a:moveTo>
                <a:lnTo>
                  <a:pt x="7366" y="7364"/>
                </a:lnTo>
                <a:lnTo>
                  <a:pt x="7366" y="8369"/>
                </a:lnTo>
                <a:lnTo>
                  <a:pt x="6308" y="8369"/>
                </a:lnTo>
                <a:lnTo>
                  <a:pt x="6308" y="7364"/>
                </a:lnTo>
                <a:moveTo>
                  <a:pt x="6308" y="8438"/>
                </a:moveTo>
                <a:lnTo>
                  <a:pt x="7366" y="8438"/>
                </a:lnTo>
                <a:lnTo>
                  <a:pt x="7366" y="9391"/>
                </a:lnTo>
                <a:lnTo>
                  <a:pt x="6308" y="9391"/>
                </a:lnTo>
                <a:lnTo>
                  <a:pt x="6308" y="8438"/>
                </a:lnTo>
                <a:moveTo>
                  <a:pt x="6308" y="9459"/>
                </a:moveTo>
                <a:lnTo>
                  <a:pt x="7366" y="9459"/>
                </a:lnTo>
                <a:lnTo>
                  <a:pt x="7366" y="10465"/>
                </a:lnTo>
                <a:lnTo>
                  <a:pt x="6308" y="10465"/>
                </a:lnTo>
                <a:lnTo>
                  <a:pt x="6308" y="9459"/>
                </a:lnTo>
                <a:moveTo>
                  <a:pt x="6308" y="10533"/>
                </a:moveTo>
                <a:lnTo>
                  <a:pt x="7366" y="10533"/>
                </a:lnTo>
                <a:lnTo>
                  <a:pt x="7366" y="11487"/>
                </a:lnTo>
                <a:lnTo>
                  <a:pt x="6308" y="11487"/>
                </a:lnTo>
                <a:lnTo>
                  <a:pt x="6308" y="10533"/>
                </a:lnTo>
                <a:moveTo>
                  <a:pt x="6308" y="11556"/>
                </a:moveTo>
                <a:lnTo>
                  <a:pt x="7366" y="11556"/>
                </a:lnTo>
                <a:lnTo>
                  <a:pt x="7366" y="12561"/>
                </a:lnTo>
                <a:lnTo>
                  <a:pt x="6308" y="12561"/>
                </a:lnTo>
                <a:lnTo>
                  <a:pt x="6308" y="11556"/>
                </a:lnTo>
                <a:moveTo>
                  <a:pt x="6308" y="12630"/>
                </a:moveTo>
                <a:lnTo>
                  <a:pt x="7366" y="12630"/>
                </a:lnTo>
                <a:lnTo>
                  <a:pt x="7366" y="13583"/>
                </a:lnTo>
                <a:lnTo>
                  <a:pt x="6308" y="13583"/>
                </a:lnTo>
                <a:lnTo>
                  <a:pt x="6308" y="12630"/>
                </a:lnTo>
                <a:moveTo>
                  <a:pt x="6308" y="13651"/>
                </a:moveTo>
                <a:lnTo>
                  <a:pt x="7366" y="13651"/>
                </a:lnTo>
                <a:lnTo>
                  <a:pt x="7366" y="14657"/>
                </a:lnTo>
                <a:lnTo>
                  <a:pt x="6308" y="14657"/>
                </a:lnTo>
                <a:lnTo>
                  <a:pt x="6308" y="13651"/>
                </a:lnTo>
                <a:moveTo>
                  <a:pt x="6308" y="14726"/>
                </a:moveTo>
                <a:lnTo>
                  <a:pt x="7366" y="14726"/>
                </a:lnTo>
                <a:lnTo>
                  <a:pt x="7366" y="15680"/>
                </a:lnTo>
                <a:lnTo>
                  <a:pt x="6308" y="15680"/>
                </a:lnTo>
                <a:lnTo>
                  <a:pt x="6308" y="14726"/>
                </a:lnTo>
                <a:moveTo>
                  <a:pt x="5339" y="55"/>
                </a:moveTo>
                <a:lnTo>
                  <a:pt x="6238" y="55"/>
                </a:lnTo>
                <a:lnTo>
                  <a:pt x="6238" y="1007"/>
                </a:lnTo>
                <a:lnTo>
                  <a:pt x="5339" y="1007"/>
                </a:lnTo>
                <a:lnTo>
                  <a:pt x="5339" y="55"/>
                </a:lnTo>
                <a:moveTo>
                  <a:pt x="5339" y="1076"/>
                </a:moveTo>
                <a:lnTo>
                  <a:pt x="6238" y="1076"/>
                </a:lnTo>
                <a:lnTo>
                  <a:pt x="6238" y="2082"/>
                </a:lnTo>
                <a:lnTo>
                  <a:pt x="5339" y="2082"/>
                </a:lnTo>
                <a:lnTo>
                  <a:pt x="5339" y="1076"/>
                </a:lnTo>
                <a:moveTo>
                  <a:pt x="5339" y="2150"/>
                </a:moveTo>
                <a:lnTo>
                  <a:pt x="6238" y="2150"/>
                </a:lnTo>
                <a:lnTo>
                  <a:pt x="6238" y="3104"/>
                </a:lnTo>
                <a:lnTo>
                  <a:pt x="5339" y="3104"/>
                </a:lnTo>
                <a:lnTo>
                  <a:pt x="5339" y="2150"/>
                </a:lnTo>
                <a:moveTo>
                  <a:pt x="5339" y="3172"/>
                </a:moveTo>
                <a:lnTo>
                  <a:pt x="6238" y="3172"/>
                </a:lnTo>
                <a:lnTo>
                  <a:pt x="6238" y="4178"/>
                </a:lnTo>
                <a:lnTo>
                  <a:pt x="5339" y="4178"/>
                </a:lnTo>
                <a:lnTo>
                  <a:pt x="5339" y="3172"/>
                </a:lnTo>
                <a:moveTo>
                  <a:pt x="5339" y="4247"/>
                </a:moveTo>
                <a:lnTo>
                  <a:pt x="6238" y="4247"/>
                </a:lnTo>
                <a:lnTo>
                  <a:pt x="6238" y="5200"/>
                </a:lnTo>
                <a:lnTo>
                  <a:pt x="5339" y="5200"/>
                </a:lnTo>
                <a:lnTo>
                  <a:pt x="5339" y="4247"/>
                </a:lnTo>
                <a:moveTo>
                  <a:pt x="5339" y="5268"/>
                </a:moveTo>
                <a:lnTo>
                  <a:pt x="6238" y="5268"/>
                </a:lnTo>
                <a:lnTo>
                  <a:pt x="6238" y="6274"/>
                </a:lnTo>
                <a:lnTo>
                  <a:pt x="5339" y="6274"/>
                </a:lnTo>
                <a:lnTo>
                  <a:pt x="5339" y="5268"/>
                </a:lnTo>
                <a:moveTo>
                  <a:pt x="5339" y="6342"/>
                </a:moveTo>
                <a:lnTo>
                  <a:pt x="6238" y="6342"/>
                </a:lnTo>
                <a:lnTo>
                  <a:pt x="6238" y="7296"/>
                </a:lnTo>
                <a:lnTo>
                  <a:pt x="5339" y="7296"/>
                </a:lnTo>
                <a:lnTo>
                  <a:pt x="5339" y="6342"/>
                </a:lnTo>
                <a:moveTo>
                  <a:pt x="5339" y="7364"/>
                </a:moveTo>
                <a:lnTo>
                  <a:pt x="6238" y="7364"/>
                </a:lnTo>
                <a:lnTo>
                  <a:pt x="6238" y="8369"/>
                </a:lnTo>
                <a:lnTo>
                  <a:pt x="5339" y="8369"/>
                </a:lnTo>
                <a:lnTo>
                  <a:pt x="5339" y="7364"/>
                </a:lnTo>
                <a:moveTo>
                  <a:pt x="5339" y="8438"/>
                </a:moveTo>
                <a:lnTo>
                  <a:pt x="6238" y="8438"/>
                </a:lnTo>
                <a:lnTo>
                  <a:pt x="6238" y="9391"/>
                </a:lnTo>
                <a:lnTo>
                  <a:pt x="5339" y="9391"/>
                </a:lnTo>
                <a:lnTo>
                  <a:pt x="5339" y="8438"/>
                </a:lnTo>
                <a:moveTo>
                  <a:pt x="5339" y="9459"/>
                </a:moveTo>
                <a:lnTo>
                  <a:pt x="6238" y="9459"/>
                </a:lnTo>
                <a:lnTo>
                  <a:pt x="6238" y="10465"/>
                </a:lnTo>
                <a:lnTo>
                  <a:pt x="5339" y="10465"/>
                </a:lnTo>
                <a:lnTo>
                  <a:pt x="5339" y="9459"/>
                </a:lnTo>
                <a:moveTo>
                  <a:pt x="5339" y="10533"/>
                </a:moveTo>
                <a:lnTo>
                  <a:pt x="6238" y="10533"/>
                </a:lnTo>
                <a:lnTo>
                  <a:pt x="6238" y="11487"/>
                </a:lnTo>
                <a:lnTo>
                  <a:pt x="5339" y="11487"/>
                </a:lnTo>
                <a:lnTo>
                  <a:pt x="5339" y="10533"/>
                </a:lnTo>
                <a:moveTo>
                  <a:pt x="5339" y="11556"/>
                </a:moveTo>
                <a:lnTo>
                  <a:pt x="6238" y="11556"/>
                </a:lnTo>
                <a:lnTo>
                  <a:pt x="6238" y="12561"/>
                </a:lnTo>
                <a:lnTo>
                  <a:pt x="5339" y="12561"/>
                </a:lnTo>
                <a:lnTo>
                  <a:pt x="5339" y="11556"/>
                </a:lnTo>
                <a:moveTo>
                  <a:pt x="5339" y="12630"/>
                </a:moveTo>
                <a:lnTo>
                  <a:pt x="6238" y="12630"/>
                </a:lnTo>
                <a:lnTo>
                  <a:pt x="6238" y="13583"/>
                </a:lnTo>
                <a:lnTo>
                  <a:pt x="5339" y="13583"/>
                </a:lnTo>
                <a:lnTo>
                  <a:pt x="5339" y="12630"/>
                </a:lnTo>
                <a:moveTo>
                  <a:pt x="5339" y="13651"/>
                </a:moveTo>
                <a:lnTo>
                  <a:pt x="6238" y="13651"/>
                </a:lnTo>
                <a:lnTo>
                  <a:pt x="6238" y="14657"/>
                </a:lnTo>
                <a:lnTo>
                  <a:pt x="5339" y="14657"/>
                </a:lnTo>
                <a:lnTo>
                  <a:pt x="5339" y="13651"/>
                </a:lnTo>
                <a:moveTo>
                  <a:pt x="5339" y="14726"/>
                </a:moveTo>
                <a:lnTo>
                  <a:pt x="6238" y="14726"/>
                </a:lnTo>
                <a:lnTo>
                  <a:pt x="6238" y="15680"/>
                </a:lnTo>
                <a:lnTo>
                  <a:pt x="5339" y="15680"/>
                </a:lnTo>
                <a:lnTo>
                  <a:pt x="5339" y="14726"/>
                </a:lnTo>
                <a:moveTo>
                  <a:pt x="4211" y="55"/>
                </a:moveTo>
                <a:lnTo>
                  <a:pt x="5271" y="55"/>
                </a:lnTo>
                <a:lnTo>
                  <a:pt x="5271" y="1007"/>
                </a:lnTo>
                <a:lnTo>
                  <a:pt x="4211" y="1007"/>
                </a:lnTo>
                <a:lnTo>
                  <a:pt x="4211" y="55"/>
                </a:lnTo>
                <a:moveTo>
                  <a:pt x="4211" y="1076"/>
                </a:moveTo>
                <a:lnTo>
                  <a:pt x="5271" y="1076"/>
                </a:lnTo>
                <a:lnTo>
                  <a:pt x="5271" y="2082"/>
                </a:lnTo>
                <a:lnTo>
                  <a:pt x="4211" y="2082"/>
                </a:lnTo>
                <a:lnTo>
                  <a:pt x="4211" y="1076"/>
                </a:lnTo>
                <a:moveTo>
                  <a:pt x="4211" y="2150"/>
                </a:moveTo>
                <a:lnTo>
                  <a:pt x="5271" y="2150"/>
                </a:lnTo>
                <a:lnTo>
                  <a:pt x="5271" y="3104"/>
                </a:lnTo>
                <a:lnTo>
                  <a:pt x="4211" y="3104"/>
                </a:lnTo>
                <a:lnTo>
                  <a:pt x="4211" y="2150"/>
                </a:lnTo>
                <a:moveTo>
                  <a:pt x="4211" y="3172"/>
                </a:moveTo>
                <a:lnTo>
                  <a:pt x="5271" y="3172"/>
                </a:lnTo>
                <a:lnTo>
                  <a:pt x="5271" y="4178"/>
                </a:lnTo>
                <a:lnTo>
                  <a:pt x="4211" y="4178"/>
                </a:lnTo>
                <a:lnTo>
                  <a:pt x="4211" y="3172"/>
                </a:lnTo>
                <a:moveTo>
                  <a:pt x="4211" y="4247"/>
                </a:moveTo>
                <a:lnTo>
                  <a:pt x="5271" y="4247"/>
                </a:lnTo>
                <a:lnTo>
                  <a:pt x="5271" y="5200"/>
                </a:lnTo>
                <a:lnTo>
                  <a:pt x="4211" y="5200"/>
                </a:lnTo>
                <a:lnTo>
                  <a:pt x="4211" y="4247"/>
                </a:lnTo>
                <a:moveTo>
                  <a:pt x="4211" y="5268"/>
                </a:moveTo>
                <a:lnTo>
                  <a:pt x="5271" y="5268"/>
                </a:lnTo>
                <a:lnTo>
                  <a:pt x="5271" y="6274"/>
                </a:lnTo>
                <a:lnTo>
                  <a:pt x="4211" y="6274"/>
                </a:lnTo>
                <a:lnTo>
                  <a:pt x="4211" y="5268"/>
                </a:lnTo>
                <a:moveTo>
                  <a:pt x="4211" y="6342"/>
                </a:moveTo>
                <a:lnTo>
                  <a:pt x="5271" y="6342"/>
                </a:lnTo>
                <a:lnTo>
                  <a:pt x="5271" y="7296"/>
                </a:lnTo>
                <a:lnTo>
                  <a:pt x="4211" y="7296"/>
                </a:lnTo>
                <a:lnTo>
                  <a:pt x="4211" y="6342"/>
                </a:lnTo>
                <a:moveTo>
                  <a:pt x="4211" y="7364"/>
                </a:moveTo>
                <a:lnTo>
                  <a:pt x="5271" y="7364"/>
                </a:lnTo>
                <a:lnTo>
                  <a:pt x="5271" y="8369"/>
                </a:lnTo>
                <a:lnTo>
                  <a:pt x="4211" y="8369"/>
                </a:lnTo>
                <a:lnTo>
                  <a:pt x="4211" y="7364"/>
                </a:lnTo>
                <a:moveTo>
                  <a:pt x="4211" y="8438"/>
                </a:moveTo>
                <a:lnTo>
                  <a:pt x="5271" y="8438"/>
                </a:lnTo>
                <a:lnTo>
                  <a:pt x="5271" y="9391"/>
                </a:lnTo>
                <a:lnTo>
                  <a:pt x="4211" y="9391"/>
                </a:lnTo>
                <a:lnTo>
                  <a:pt x="4211" y="8438"/>
                </a:lnTo>
                <a:moveTo>
                  <a:pt x="4211" y="9459"/>
                </a:moveTo>
                <a:lnTo>
                  <a:pt x="5271" y="9459"/>
                </a:lnTo>
                <a:lnTo>
                  <a:pt x="5271" y="10465"/>
                </a:lnTo>
                <a:lnTo>
                  <a:pt x="4211" y="10465"/>
                </a:lnTo>
                <a:lnTo>
                  <a:pt x="4211" y="9459"/>
                </a:lnTo>
                <a:moveTo>
                  <a:pt x="4211" y="10533"/>
                </a:moveTo>
                <a:lnTo>
                  <a:pt x="5271" y="10533"/>
                </a:lnTo>
                <a:lnTo>
                  <a:pt x="5271" y="11487"/>
                </a:lnTo>
                <a:lnTo>
                  <a:pt x="4211" y="11487"/>
                </a:lnTo>
                <a:lnTo>
                  <a:pt x="4211" y="10533"/>
                </a:lnTo>
                <a:moveTo>
                  <a:pt x="4211" y="11556"/>
                </a:moveTo>
                <a:lnTo>
                  <a:pt x="5271" y="11556"/>
                </a:lnTo>
                <a:lnTo>
                  <a:pt x="5271" y="12561"/>
                </a:lnTo>
                <a:lnTo>
                  <a:pt x="4211" y="12561"/>
                </a:lnTo>
                <a:lnTo>
                  <a:pt x="4211" y="11556"/>
                </a:lnTo>
                <a:moveTo>
                  <a:pt x="4211" y="12630"/>
                </a:moveTo>
                <a:lnTo>
                  <a:pt x="5271" y="12630"/>
                </a:lnTo>
                <a:lnTo>
                  <a:pt x="5271" y="13583"/>
                </a:lnTo>
                <a:lnTo>
                  <a:pt x="4211" y="13583"/>
                </a:lnTo>
                <a:lnTo>
                  <a:pt x="4211" y="12630"/>
                </a:lnTo>
                <a:moveTo>
                  <a:pt x="4211" y="13651"/>
                </a:moveTo>
                <a:lnTo>
                  <a:pt x="5271" y="13651"/>
                </a:lnTo>
                <a:lnTo>
                  <a:pt x="5271" y="14657"/>
                </a:lnTo>
                <a:lnTo>
                  <a:pt x="4211" y="14657"/>
                </a:lnTo>
                <a:lnTo>
                  <a:pt x="4211" y="13651"/>
                </a:lnTo>
                <a:moveTo>
                  <a:pt x="4211" y="14726"/>
                </a:moveTo>
                <a:lnTo>
                  <a:pt x="5271" y="14726"/>
                </a:lnTo>
                <a:lnTo>
                  <a:pt x="5271" y="15680"/>
                </a:lnTo>
                <a:lnTo>
                  <a:pt x="4211" y="15680"/>
                </a:lnTo>
                <a:lnTo>
                  <a:pt x="4211" y="14726"/>
                </a:lnTo>
                <a:moveTo>
                  <a:pt x="3244" y="55"/>
                </a:moveTo>
                <a:lnTo>
                  <a:pt x="4143" y="55"/>
                </a:lnTo>
                <a:lnTo>
                  <a:pt x="4143" y="1007"/>
                </a:lnTo>
                <a:lnTo>
                  <a:pt x="3244" y="1007"/>
                </a:lnTo>
                <a:lnTo>
                  <a:pt x="3244" y="55"/>
                </a:lnTo>
                <a:moveTo>
                  <a:pt x="3244" y="1076"/>
                </a:moveTo>
                <a:lnTo>
                  <a:pt x="4143" y="1076"/>
                </a:lnTo>
                <a:lnTo>
                  <a:pt x="4143" y="2082"/>
                </a:lnTo>
                <a:lnTo>
                  <a:pt x="3244" y="2082"/>
                </a:lnTo>
                <a:lnTo>
                  <a:pt x="3244" y="1076"/>
                </a:lnTo>
                <a:moveTo>
                  <a:pt x="3244" y="2150"/>
                </a:moveTo>
                <a:lnTo>
                  <a:pt x="4143" y="2150"/>
                </a:lnTo>
                <a:lnTo>
                  <a:pt x="4143" y="3104"/>
                </a:lnTo>
                <a:lnTo>
                  <a:pt x="3244" y="3104"/>
                </a:lnTo>
                <a:lnTo>
                  <a:pt x="3244" y="2150"/>
                </a:lnTo>
                <a:moveTo>
                  <a:pt x="3244" y="3172"/>
                </a:moveTo>
                <a:lnTo>
                  <a:pt x="4143" y="3172"/>
                </a:lnTo>
                <a:lnTo>
                  <a:pt x="4143" y="4178"/>
                </a:lnTo>
                <a:lnTo>
                  <a:pt x="3244" y="4178"/>
                </a:lnTo>
                <a:lnTo>
                  <a:pt x="3244" y="3172"/>
                </a:lnTo>
                <a:moveTo>
                  <a:pt x="3244" y="4247"/>
                </a:moveTo>
                <a:lnTo>
                  <a:pt x="4143" y="4247"/>
                </a:lnTo>
                <a:lnTo>
                  <a:pt x="4143" y="5200"/>
                </a:lnTo>
                <a:lnTo>
                  <a:pt x="3244" y="5200"/>
                </a:lnTo>
                <a:lnTo>
                  <a:pt x="3244" y="4247"/>
                </a:lnTo>
                <a:moveTo>
                  <a:pt x="3244" y="5268"/>
                </a:moveTo>
                <a:lnTo>
                  <a:pt x="4143" y="5268"/>
                </a:lnTo>
                <a:lnTo>
                  <a:pt x="4143" y="6274"/>
                </a:lnTo>
                <a:lnTo>
                  <a:pt x="3244" y="6274"/>
                </a:lnTo>
                <a:lnTo>
                  <a:pt x="3244" y="5268"/>
                </a:lnTo>
                <a:moveTo>
                  <a:pt x="3244" y="6342"/>
                </a:moveTo>
                <a:lnTo>
                  <a:pt x="4143" y="6342"/>
                </a:lnTo>
                <a:lnTo>
                  <a:pt x="4143" y="7296"/>
                </a:lnTo>
                <a:lnTo>
                  <a:pt x="3244" y="7296"/>
                </a:lnTo>
                <a:lnTo>
                  <a:pt x="3244" y="6342"/>
                </a:lnTo>
                <a:moveTo>
                  <a:pt x="3244" y="7364"/>
                </a:moveTo>
                <a:lnTo>
                  <a:pt x="4143" y="7364"/>
                </a:lnTo>
                <a:lnTo>
                  <a:pt x="4143" y="8369"/>
                </a:lnTo>
                <a:lnTo>
                  <a:pt x="3244" y="8369"/>
                </a:lnTo>
                <a:lnTo>
                  <a:pt x="3244" y="7364"/>
                </a:lnTo>
                <a:moveTo>
                  <a:pt x="3244" y="8438"/>
                </a:moveTo>
                <a:lnTo>
                  <a:pt x="4143" y="8438"/>
                </a:lnTo>
                <a:lnTo>
                  <a:pt x="4143" y="9391"/>
                </a:lnTo>
                <a:lnTo>
                  <a:pt x="3244" y="9391"/>
                </a:lnTo>
                <a:lnTo>
                  <a:pt x="3244" y="8438"/>
                </a:lnTo>
                <a:moveTo>
                  <a:pt x="3244" y="9459"/>
                </a:moveTo>
                <a:lnTo>
                  <a:pt x="4143" y="9459"/>
                </a:lnTo>
                <a:lnTo>
                  <a:pt x="4143" y="10465"/>
                </a:lnTo>
                <a:lnTo>
                  <a:pt x="3244" y="10465"/>
                </a:lnTo>
                <a:lnTo>
                  <a:pt x="3244" y="9459"/>
                </a:lnTo>
                <a:moveTo>
                  <a:pt x="3244" y="10533"/>
                </a:moveTo>
                <a:lnTo>
                  <a:pt x="4143" y="10533"/>
                </a:lnTo>
                <a:lnTo>
                  <a:pt x="4143" y="11487"/>
                </a:lnTo>
                <a:lnTo>
                  <a:pt x="3244" y="11487"/>
                </a:lnTo>
                <a:lnTo>
                  <a:pt x="3244" y="10533"/>
                </a:lnTo>
                <a:moveTo>
                  <a:pt x="3244" y="11556"/>
                </a:moveTo>
                <a:lnTo>
                  <a:pt x="4143" y="11556"/>
                </a:lnTo>
                <a:lnTo>
                  <a:pt x="4143" y="12561"/>
                </a:lnTo>
                <a:lnTo>
                  <a:pt x="3244" y="12561"/>
                </a:lnTo>
                <a:lnTo>
                  <a:pt x="3244" y="11556"/>
                </a:lnTo>
                <a:moveTo>
                  <a:pt x="3244" y="12630"/>
                </a:moveTo>
                <a:lnTo>
                  <a:pt x="4143" y="12630"/>
                </a:lnTo>
                <a:lnTo>
                  <a:pt x="4143" y="13583"/>
                </a:lnTo>
                <a:lnTo>
                  <a:pt x="3244" y="13583"/>
                </a:lnTo>
                <a:lnTo>
                  <a:pt x="3244" y="12630"/>
                </a:lnTo>
                <a:moveTo>
                  <a:pt x="3244" y="13651"/>
                </a:moveTo>
                <a:lnTo>
                  <a:pt x="4143" y="13651"/>
                </a:lnTo>
                <a:lnTo>
                  <a:pt x="4143" y="14657"/>
                </a:lnTo>
                <a:lnTo>
                  <a:pt x="3244" y="14657"/>
                </a:lnTo>
                <a:lnTo>
                  <a:pt x="3244" y="13651"/>
                </a:lnTo>
                <a:moveTo>
                  <a:pt x="3244" y="14726"/>
                </a:moveTo>
                <a:lnTo>
                  <a:pt x="4143" y="14726"/>
                </a:lnTo>
                <a:lnTo>
                  <a:pt x="4143" y="15680"/>
                </a:lnTo>
                <a:lnTo>
                  <a:pt x="3244" y="15680"/>
                </a:lnTo>
                <a:lnTo>
                  <a:pt x="3244" y="14726"/>
                </a:lnTo>
                <a:moveTo>
                  <a:pt x="2115" y="55"/>
                </a:moveTo>
                <a:lnTo>
                  <a:pt x="3174" y="55"/>
                </a:lnTo>
                <a:lnTo>
                  <a:pt x="3174" y="1007"/>
                </a:lnTo>
                <a:lnTo>
                  <a:pt x="2115" y="1007"/>
                </a:lnTo>
                <a:lnTo>
                  <a:pt x="2115" y="55"/>
                </a:lnTo>
                <a:moveTo>
                  <a:pt x="2115" y="1076"/>
                </a:moveTo>
                <a:lnTo>
                  <a:pt x="3174" y="1076"/>
                </a:lnTo>
                <a:lnTo>
                  <a:pt x="3174" y="2082"/>
                </a:lnTo>
                <a:lnTo>
                  <a:pt x="2115" y="2082"/>
                </a:lnTo>
                <a:lnTo>
                  <a:pt x="2115" y="1076"/>
                </a:lnTo>
                <a:moveTo>
                  <a:pt x="2115" y="2150"/>
                </a:moveTo>
                <a:lnTo>
                  <a:pt x="3174" y="2150"/>
                </a:lnTo>
                <a:lnTo>
                  <a:pt x="3174" y="3104"/>
                </a:lnTo>
                <a:lnTo>
                  <a:pt x="2115" y="3104"/>
                </a:lnTo>
                <a:lnTo>
                  <a:pt x="2115" y="2150"/>
                </a:lnTo>
                <a:moveTo>
                  <a:pt x="2115" y="3172"/>
                </a:moveTo>
                <a:lnTo>
                  <a:pt x="3174" y="3172"/>
                </a:lnTo>
                <a:lnTo>
                  <a:pt x="3174" y="4178"/>
                </a:lnTo>
                <a:lnTo>
                  <a:pt x="2115" y="4178"/>
                </a:lnTo>
                <a:lnTo>
                  <a:pt x="2115" y="3172"/>
                </a:lnTo>
                <a:moveTo>
                  <a:pt x="2115" y="4247"/>
                </a:moveTo>
                <a:lnTo>
                  <a:pt x="3174" y="4247"/>
                </a:lnTo>
                <a:lnTo>
                  <a:pt x="3174" y="5200"/>
                </a:lnTo>
                <a:lnTo>
                  <a:pt x="2115" y="5200"/>
                </a:lnTo>
                <a:lnTo>
                  <a:pt x="2115" y="4247"/>
                </a:lnTo>
                <a:moveTo>
                  <a:pt x="2115" y="5268"/>
                </a:moveTo>
                <a:lnTo>
                  <a:pt x="3174" y="5268"/>
                </a:lnTo>
                <a:lnTo>
                  <a:pt x="3174" y="6274"/>
                </a:lnTo>
                <a:lnTo>
                  <a:pt x="2115" y="6274"/>
                </a:lnTo>
                <a:lnTo>
                  <a:pt x="2115" y="5268"/>
                </a:lnTo>
                <a:moveTo>
                  <a:pt x="2115" y="6342"/>
                </a:moveTo>
                <a:lnTo>
                  <a:pt x="3174" y="6342"/>
                </a:lnTo>
                <a:lnTo>
                  <a:pt x="3174" y="7296"/>
                </a:lnTo>
                <a:lnTo>
                  <a:pt x="2115" y="7296"/>
                </a:lnTo>
                <a:lnTo>
                  <a:pt x="2115" y="6342"/>
                </a:lnTo>
                <a:moveTo>
                  <a:pt x="2115" y="7364"/>
                </a:moveTo>
                <a:lnTo>
                  <a:pt x="3174" y="7364"/>
                </a:lnTo>
                <a:lnTo>
                  <a:pt x="3174" y="8369"/>
                </a:lnTo>
                <a:lnTo>
                  <a:pt x="2115" y="8369"/>
                </a:lnTo>
                <a:lnTo>
                  <a:pt x="2115" y="7364"/>
                </a:lnTo>
                <a:moveTo>
                  <a:pt x="2115" y="8438"/>
                </a:moveTo>
                <a:lnTo>
                  <a:pt x="3174" y="8438"/>
                </a:lnTo>
                <a:lnTo>
                  <a:pt x="3174" y="9391"/>
                </a:lnTo>
                <a:lnTo>
                  <a:pt x="2115" y="9391"/>
                </a:lnTo>
                <a:lnTo>
                  <a:pt x="2115" y="8438"/>
                </a:lnTo>
                <a:moveTo>
                  <a:pt x="2115" y="9459"/>
                </a:moveTo>
                <a:lnTo>
                  <a:pt x="3174" y="9459"/>
                </a:lnTo>
                <a:lnTo>
                  <a:pt x="3174" y="10465"/>
                </a:lnTo>
                <a:lnTo>
                  <a:pt x="2115" y="10465"/>
                </a:lnTo>
                <a:lnTo>
                  <a:pt x="2115" y="9459"/>
                </a:lnTo>
                <a:moveTo>
                  <a:pt x="2115" y="10533"/>
                </a:moveTo>
                <a:lnTo>
                  <a:pt x="3174" y="10533"/>
                </a:lnTo>
                <a:lnTo>
                  <a:pt x="3174" y="11487"/>
                </a:lnTo>
                <a:lnTo>
                  <a:pt x="2115" y="11487"/>
                </a:lnTo>
                <a:lnTo>
                  <a:pt x="2115" y="10533"/>
                </a:lnTo>
                <a:moveTo>
                  <a:pt x="2115" y="11556"/>
                </a:moveTo>
                <a:lnTo>
                  <a:pt x="3174" y="11556"/>
                </a:lnTo>
                <a:lnTo>
                  <a:pt x="3174" y="12561"/>
                </a:lnTo>
                <a:lnTo>
                  <a:pt x="2115" y="12561"/>
                </a:lnTo>
                <a:lnTo>
                  <a:pt x="2115" y="11556"/>
                </a:lnTo>
                <a:moveTo>
                  <a:pt x="2115" y="12630"/>
                </a:moveTo>
                <a:lnTo>
                  <a:pt x="3174" y="12630"/>
                </a:lnTo>
                <a:lnTo>
                  <a:pt x="3174" y="13583"/>
                </a:lnTo>
                <a:lnTo>
                  <a:pt x="2115" y="13583"/>
                </a:lnTo>
                <a:lnTo>
                  <a:pt x="2115" y="12630"/>
                </a:lnTo>
                <a:moveTo>
                  <a:pt x="2115" y="13651"/>
                </a:moveTo>
                <a:lnTo>
                  <a:pt x="3174" y="13651"/>
                </a:lnTo>
                <a:lnTo>
                  <a:pt x="3174" y="14657"/>
                </a:lnTo>
                <a:lnTo>
                  <a:pt x="2115" y="14657"/>
                </a:lnTo>
                <a:lnTo>
                  <a:pt x="2115" y="13651"/>
                </a:lnTo>
                <a:moveTo>
                  <a:pt x="2115" y="14726"/>
                </a:moveTo>
                <a:lnTo>
                  <a:pt x="3174" y="14726"/>
                </a:lnTo>
                <a:lnTo>
                  <a:pt x="3174" y="15680"/>
                </a:lnTo>
                <a:lnTo>
                  <a:pt x="2115" y="15680"/>
                </a:lnTo>
                <a:lnTo>
                  <a:pt x="2115" y="14726"/>
                </a:lnTo>
                <a:moveTo>
                  <a:pt x="1147" y="55"/>
                </a:moveTo>
                <a:lnTo>
                  <a:pt x="2046" y="55"/>
                </a:lnTo>
                <a:lnTo>
                  <a:pt x="2046" y="1007"/>
                </a:lnTo>
                <a:lnTo>
                  <a:pt x="1147" y="1007"/>
                </a:lnTo>
                <a:lnTo>
                  <a:pt x="1147" y="55"/>
                </a:lnTo>
                <a:moveTo>
                  <a:pt x="1147" y="1076"/>
                </a:moveTo>
                <a:lnTo>
                  <a:pt x="2046" y="1076"/>
                </a:lnTo>
                <a:lnTo>
                  <a:pt x="2046" y="2082"/>
                </a:lnTo>
                <a:lnTo>
                  <a:pt x="1147" y="2082"/>
                </a:lnTo>
                <a:lnTo>
                  <a:pt x="1147" y="1076"/>
                </a:lnTo>
                <a:moveTo>
                  <a:pt x="1147" y="2150"/>
                </a:moveTo>
                <a:lnTo>
                  <a:pt x="2046" y="2150"/>
                </a:lnTo>
                <a:lnTo>
                  <a:pt x="2046" y="3104"/>
                </a:lnTo>
                <a:lnTo>
                  <a:pt x="1147" y="3104"/>
                </a:lnTo>
                <a:lnTo>
                  <a:pt x="1147" y="2150"/>
                </a:lnTo>
                <a:moveTo>
                  <a:pt x="1147" y="3172"/>
                </a:moveTo>
                <a:lnTo>
                  <a:pt x="2046" y="3172"/>
                </a:lnTo>
                <a:lnTo>
                  <a:pt x="2046" y="4178"/>
                </a:lnTo>
                <a:lnTo>
                  <a:pt x="1147" y="4178"/>
                </a:lnTo>
                <a:lnTo>
                  <a:pt x="1147" y="3172"/>
                </a:lnTo>
                <a:moveTo>
                  <a:pt x="1147" y="4247"/>
                </a:moveTo>
                <a:lnTo>
                  <a:pt x="2046" y="4247"/>
                </a:lnTo>
                <a:lnTo>
                  <a:pt x="2046" y="5200"/>
                </a:lnTo>
                <a:lnTo>
                  <a:pt x="1147" y="5200"/>
                </a:lnTo>
                <a:lnTo>
                  <a:pt x="1147" y="4247"/>
                </a:lnTo>
                <a:moveTo>
                  <a:pt x="1147" y="5268"/>
                </a:moveTo>
                <a:lnTo>
                  <a:pt x="2046" y="5268"/>
                </a:lnTo>
                <a:lnTo>
                  <a:pt x="2046" y="6274"/>
                </a:lnTo>
                <a:lnTo>
                  <a:pt x="1147" y="6274"/>
                </a:lnTo>
                <a:lnTo>
                  <a:pt x="1147" y="5268"/>
                </a:lnTo>
                <a:moveTo>
                  <a:pt x="1147" y="6342"/>
                </a:moveTo>
                <a:lnTo>
                  <a:pt x="2046" y="6342"/>
                </a:lnTo>
                <a:lnTo>
                  <a:pt x="2046" y="7296"/>
                </a:lnTo>
                <a:lnTo>
                  <a:pt x="1147" y="7296"/>
                </a:lnTo>
                <a:lnTo>
                  <a:pt x="1147" y="6342"/>
                </a:lnTo>
                <a:moveTo>
                  <a:pt x="1147" y="7364"/>
                </a:moveTo>
                <a:lnTo>
                  <a:pt x="2046" y="7364"/>
                </a:lnTo>
                <a:lnTo>
                  <a:pt x="2046" y="8369"/>
                </a:lnTo>
                <a:lnTo>
                  <a:pt x="1147" y="8369"/>
                </a:lnTo>
                <a:lnTo>
                  <a:pt x="1147" y="7364"/>
                </a:lnTo>
                <a:moveTo>
                  <a:pt x="1147" y="8438"/>
                </a:moveTo>
                <a:lnTo>
                  <a:pt x="2046" y="8438"/>
                </a:lnTo>
                <a:lnTo>
                  <a:pt x="2046" y="9391"/>
                </a:lnTo>
                <a:lnTo>
                  <a:pt x="1147" y="9391"/>
                </a:lnTo>
                <a:lnTo>
                  <a:pt x="1147" y="8438"/>
                </a:lnTo>
                <a:moveTo>
                  <a:pt x="1147" y="9459"/>
                </a:moveTo>
                <a:lnTo>
                  <a:pt x="2046" y="9459"/>
                </a:lnTo>
                <a:lnTo>
                  <a:pt x="2046" y="10465"/>
                </a:lnTo>
                <a:lnTo>
                  <a:pt x="1147" y="10465"/>
                </a:lnTo>
                <a:lnTo>
                  <a:pt x="1147" y="9459"/>
                </a:lnTo>
                <a:moveTo>
                  <a:pt x="1147" y="10533"/>
                </a:moveTo>
                <a:lnTo>
                  <a:pt x="2046" y="10533"/>
                </a:lnTo>
                <a:lnTo>
                  <a:pt x="2046" y="11487"/>
                </a:lnTo>
                <a:lnTo>
                  <a:pt x="1147" y="11487"/>
                </a:lnTo>
                <a:lnTo>
                  <a:pt x="1147" y="10533"/>
                </a:lnTo>
                <a:moveTo>
                  <a:pt x="1147" y="11556"/>
                </a:moveTo>
                <a:lnTo>
                  <a:pt x="2046" y="11556"/>
                </a:lnTo>
                <a:lnTo>
                  <a:pt x="2046" y="12561"/>
                </a:lnTo>
                <a:lnTo>
                  <a:pt x="1147" y="12561"/>
                </a:lnTo>
                <a:lnTo>
                  <a:pt x="1147" y="11556"/>
                </a:lnTo>
                <a:moveTo>
                  <a:pt x="1147" y="12630"/>
                </a:moveTo>
                <a:lnTo>
                  <a:pt x="2046" y="12630"/>
                </a:lnTo>
                <a:lnTo>
                  <a:pt x="2046" y="13583"/>
                </a:lnTo>
                <a:lnTo>
                  <a:pt x="1147" y="13583"/>
                </a:lnTo>
                <a:lnTo>
                  <a:pt x="1147" y="12630"/>
                </a:lnTo>
                <a:moveTo>
                  <a:pt x="1147" y="13651"/>
                </a:moveTo>
                <a:lnTo>
                  <a:pt x="2046" y="13651"/>
                </a:lnTo>
                <a:lnTo>
                  <a:pt x="2046" y="14657"/>
                </a:lnTo>
                <a:lnTo>
                  <a:pt x="1147" y="14657"/>
                </a:lnTo>
                <a:lnTo>
                  <a:pt x="1147" y="13651"/>
                </a:lnTo>
                <a:moveTo>
                  <a:pt x="1147" y="14726"/>
                </a:moveTo>
                <a:lnTo>
                  <a:pt x="2046" y="14726"/>
                </a:lnTo>
                <a:lnTo>
                  <a:pt x="2046" y="15680"/>
                </a:lnTo>
                <a:lnTo>
                  <a:pt x="1147" y="15680"/>
                </a:lnTo>
                <a:lnTo>
                  <a:pt x="1147" y="14726"/>
                </a:lnTo>
                <a:moveTo>
                  <a:pt x="19" y="55"/>
                </a:moveTo>
                <a:lnTo>
                  <a:pt x="1079" y="55"/>
                </a:lnTo>
                <a:lnTo>
                  <a:pt x="1079" y="1007"/>
                </a:lnTo>
                <a:lnTo>
                  <a:pt x="19" y="1007"/>
                </a:lnTo>
                <a:lnTo>
                  <a:pt x="19" y="55"/>
                </a:lnTo>
                <a:moveTo>
                  <a:pt x="19" y="1076"/>
                </a:moveTo>
                <a:lnTo>
                  <a:pt x="1079" y="1076"/>
                </a:lnTo>
                <a:lnTo>
                  <a:pt x="1079" y="2082"/>
                </a:lnTo>
                <a:lnTo>
                  <a:pt x="19" y="2082"/>
                </a:lnTo>
                <a:lnTo>
                  <a:pt x="19" y="1076"/>
                </a:lnTo>
                <a:moveTo>
                  <a:pt x="19" y="2150"/>
                </a:moveTo>
                <a:lnTo>
                  <a:pt x="1079" y="2150"/>
                </a:lnTo>
                <a:lnTo>
                  <a:pt x="1079" y="3104"/>
                </a:lnTo>
                <a:lnTo>
                  <a:pt x="19" y="3104"/>
                </a:lnTo>
                <a:lnTo>
                  <a:pt x="19" y="2150"/>
                </a:lnTo>
                <a:moveTo>
                  <a:pt x="19" y="3172"/>
                </a:moveTo>
                <a:lnTo>
                  <a:pt x="1079" y="3172"/>
                </a:lnTo>
                <a:lnTo>
                  <a:pt x="1079" y="4178"/>
                </a:lnTo>
                <a:lnTo>
                  <a:pt x="19" y="4178"/>
                </a:lnTo>
                <a:lnTo>
                  <a:pt x="19" y="3172"/>
                </a:lnTo>
                <a:moveTo>
                  <a:pt x="19" y="4247"/>
                </a:moveTo>
                <a:lnTo>
                  <a:pt x="1079" y="4247"/>
                </a:lnTo>
                <a:lnTo>
                  <a:pt x="1079" y="5200"/>
                </a:lnTo>
                <a:lnTo>
                  <a:pt x="19" y="5200"/>
                </a:lnTo>
                <a:lnTo>
                  <a:pt x="19" y="4247"/>
                </a:lnTo>
                <a:moveTo>
                  <a:pt x="19" y="5268"/>
                </a:moveTo>
                <a:lnTo>
                  <a:pt x="1079" y="5268"/>
                </a:lnTo>
                <a:lnTo>
                  <a:pt x="1079" y="6274"/>
                </a:lnTo>
                <a:lnTo>
                  <a:pt x="19" y="6274"/>
                </a:lnTo>
                <a:lnTo>
                  <a:pt x="19" y="5268"/>
                </a:lnTo>
                <a:moveTo>
                  <a:pt x="19" y="6342"/>
                </a:moveTo>
                <a:lnTo>
                  <a:pt x="1079" y="6342"/>
                </a:lnTo>
                <a:lnTo>
                  <a:pt x="1079" y="7296"/>
                </a:lnTo>
                <a:lnTo>
                  <a:pt x="19" y="7296"/>
                </a:lnTo>
                <a:lnTo>
                  <a:pt x="19" y="6342"/>
                </a:lnTo>
                <a:moveTo>
                  <a:pt x="19" y="7364"/>
                </a:moveTo>
                <a:lnTo>
                  <a:pt x="1079" y="7364"/>
                </a:lnTo>
                <a:lnTo>
                  <a:pt x="1079" y="8369"/>
                </a:lnTo>
                <a:lnTo>
                  <a:pt x="19" y="8369"/>
                </a:lnTo>
                <a:lnTo>
                  <a:pt x="19" y="7364"/>
                </a:lnTo>
                <a:moveTo>
                  <a:pt x="19" y="8438"/>
                </a:moveTo>
                <a:lnTo>
                  <a:pt x="1079" y="8438"/>
                </a:lnTo>
                <a:lnTo>
                  <a:pt x="1079" y="9391"/>
                </a:lnTo>
                <a:lnTo>
                  <a:pt x="19" y="9391"/>
                </a:lnTo>
                <a:lnTo>
                  <a:pt x="19" y="8438"/>
                </a:lnTo>
                <a:moveTo>
                  <a:pt x="19" y="9459"/>
                </a:moveTo>
                <a:lnTo>
                  <a:pt x="1079" y="9459"/>
                </a:lnTo>
                <a:lnTo>
                  <a:pt x="1079" y="10465"/>
                </a:lnTo>
                <a:lnTo>
                  <a:pt x="19" y="10465"/>
                </a:lnTo>
                <a:lnTo>
                  <a:pt x="19" y="9459"/>
                </a:lnTo>
                <a:moveTo>
                  <a:pt x="19" y="10533"/>
                </a:moveTo>
                <a:lnTo>
                  <a:pt x="1079" y="10533"/>
                </a:lnTo>
                <a:lnTo>
                  <a:pt x="1079" y="11487"/>
                </a:lnTo>
                <a:lnTo>
                  <a:pt x="19" y="11487"/>
                </a:lnTo>
                <a:lnTo>
                  <a:pt x="19" y="10533"/>
                </a:lnTo>
                <a:moveTo>
                  <a:pt x="19" y="11556"/>
                </a:moveTo>
                <a:lnTo>
                  <a:pt x="1079" y="11556"/>
                </a:lnTo>
                <a:lnTo>
                  <a:pt x="1079" y="12561"/>
                </a:lnTo>
                <a:lnTo>
                  <a:pt x="19" y="12561"/>
                </a:lnTo>
                <a:lnTo>
                  <a:pt x="19" y="11556"/>
                </a:lnTo>
                <a:moveTo>
                  <a:pt x="19" y="12630"/>
                </a:moveTo>
                <a:lnTo>
                  <a:pt x="1079" y="12630"/>
                </a:lnTo>
                <a:lnTo>
                  <a:pt x="1079" y="13583"/>
                </a:lnTo>
                <a:lnTo>
                  <a:pt x="19" y="13583"/>
                </a:lnTo>
                <a:lnTo>
                  <a:pt x="19" y="12630"/>
                </a:lnTo>
                <a:moveTo>
                  <a:pt x="19" y="13651"/>
                </a:moveTo>
                <a:lnTo>
                  <a:pt x="1079" y="13651"/>
                </a:lnTo>
                <a:lnTo>
                  <a:pt x="1079" y="14657"/>
                </a:lnTo>
                <a:lnTo>
                  <a:pt x="19" y="14657"/>
                </a:lnTo>
                <a:lnTo>
                  <a:pt x="19" y="13651"/>
                </a:lnTo>
                <a:moveTo>
                  <a:pt x="19" y="14726"/>
                </a:moveTo>
                <a:lnTo>
                  <a:pt x="1079" y="14726"/>
                </a:lnTo>
                <a:lnTo>
                  <a:pt x="1079" y="15680"/>
                </a:lnTo>
                <a:lnTo>
                  <a:pt x="19" y="15680"/>
                </a:lnTo>
                <a:lnTo>
                  <a:pt x="19" y="14726"/>
                </a:lnTo>
              </a:path>
            </a:pathLst>
          </a:custGeom>
          <a:solidFill>
            <a:schemeClr val="dk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" name="Google Shape;10;p2"/>
          <p:cNvSpPr txBox="1">
            <a:spLocks noGrp="1"/>
          </p:cNvSpPr>
          <p:nvPr>
            <p:ph type="ctrTitle"/>
          </p:nvPr>
        </p:nvSpPr>
        <p:spPr>
          <a:xfrm>
            <a:off x="1390500" y="1743313"/>
            <a:ext cx="6363000" cy="1363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7000"/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9pPr>
          </a:lstStyle>
          <a:p>
            <a:endParaRPr/>
          </a:p>
        </p:txBody>
      </p:sp>
      <p:sp>
        <p:nvSpPr>
          <p:cNvPr id="11" name="Google Shape;11;p2"/>
          <p:cNvSpPr txBox="1">
            <a:spLocks noGrp="1"/>
          </p:cNvSpPr>
          <p:nvPr>
            <p:ph type="subTitle" idx="1"/>
          </p:nvPr>
        </p:nvSpPr>
        <p:spPr>
          <a:xfrm>
            <a:off x="1390525" y="3071088"/>
            <a:ext cx="6363000" cy="329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grpSp>
        <p:nvGrpSpPr>
          <p:cNvPr id="12" name="Google Shape;12;p2"/>
          <p:cNvGrpSpPr/>
          <p:nvPr/>
        </p:nvGrpSpPr>
        <p:grpSpPr>
          <a:xfrm>
            <a:off x="-1847931" y="-337191"/>
            <a:ext cx="11948456" cy="6634133"/>
            <a:chOff x="-1847931" y="-337191"/>
            <a:chExt cx="11948456" cy="6634133"/>
          </a:xfrm>
        </p:grpSpPr>
        <p:grpSp>
          <p:nvGrpSpPr>
            <p:cNvPr id="13" name="Google Shape;13;p2"/>
            <p:cNvGrpSpPr/>
            <p:nvPr/>
          </p:nvGrpSpPr>
          <p:grpSpPr>
            <a:xfrm>
              <a:off x="-301998" y="4772238"/>
              <a:ext cx="2779566" cy="570008"/>
              <a:chOff x="3240" y="1231560"/>
              <a:chExt cx="1292040" cy="264960"/>
            </a:xfrm>
          </p:grpSpPr>
          <p:sp>
            <p:nvSpPr>
              <p:cNvPr id="14" name="Google Shape;14;p2"/>
              <p:cNvSpPr/>
              <p:nvPr/>
            </p:nvSpPr>
            <p:spPr>
              <a:xfrm>
                <a:off x="3600" y="1383840"/>
                <a:ext cx="35280" cy="12240"/>
              </a:xfrm>
              <a:custGeom>
                <a:avLst/>
                <a:gdLst/>
                <a:ahLst/>
                <a:cxnLst/>
                <a:rect l="l" t="t" r="r" b="b"/>
                <a:pathLst>
                  <a:path w="98" h="34" extrusionOk="0">
                    <a:moveTo>
                      <a:pt x="37" y="32"/>
                    </a:moveTo>
                    <a:cubicBezTo>
                      <a:pt x="32" y="31"/>
                      <a:pt x="28" y="31"/>
                      <a:pt x="24" y="31"/>
                    </a:cubicBezTo>
                    <a:cubicBezTo>
                      <a:pt x="19" y="30"/>
                      <a:pt x="14" y="29"/>
                      <a:pt x="9" y="27"/>
                    </a:cubicBezTo>
                    <a:cubicBezTo>
                      <a:pt x="3" y="24"/>
                      <a:pt x="0" y="17"/>
                      <a:pt x="3" y="10"/>
                    </a:cubicBezTo>
                    <a:cubicBezTo>
                      <a:pt x="6" y="3"/>
                      <a:pt x="14" y="0"/>
                      <a:pt x="20" y="4"/>
                    </a:cubicBezTo>
                    <a:cubicBezTo>
                      <a:pt x="21" y="5"/>
                      <a:pt x="21" y="5"/>
                      <a:pt x="22" y="5"/>
                    </a:cubicBezTo>
                    <a:cubicBezTo>
                      <a:pt x="23" y="5"/>
                      <a:pt x="25" y="6"/>
                      <a:pt x="27" y="6"/>
                    </a:cubicBezTo>
                    <a:cubicBezTo>
                      <a:pt x="31" y="7"/>
                      <a:pt x="37" y="7"/>
                      <a:pt x="42" y="8"/>
                    </a:cubicBezTo>
                    <a:cubicBezTo>
                      <a:pt x="51" y="8"/>
                      <a:pt x="59" y="8"/>
                      <a:pt x="68" y="8"/>
                    </a:cubicBezTo>
                    <a:cubicBezTo>
                      <a:pt x="74" y="8"/>
                      <a:pt x="80" y="8"/>
                      <a:pt x="86" y="8"/>
                    </a:cubicBezTo>
                    <a:cubicBezTo>
                      <a:pt x="92" y="8"/>
                      <a:pt x="97" y="14"/>
                      <a:pt x="97" y="20"/>
                    </a:cubicBezTo>
                    <a:cubicBezTo>
                      <a:pt x="97" y="27"/>
                      <a:pt x="91" y="32"/>
                      <a:pt x="85" y="32"/>
                    </a:cubicBezTo>
                    <a:cubicBezTo>
                      <a:pt x="74" y="32"/>
                      <a:pt x="62" y="32"/>
                      <a:pt x="51" y="33"/>
                    </a:cubicBezTo>
                    <a:cubicBezTo>
                      <a:pt x="50" y="33"/>
                      <a:pt x="49" y="33"/>
                      <a:pt x="48" y="33"/>
                    </a:cubicBezTo>
                    <a:cubicBezTo>
                      <a:pt x="45" y="33"/>
                      <a:pt x="41" y="32"/>
                      <a:pt x="37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" name="Google Shape;15;p2"/>
              <p:cNvSpPr/>
              <p:nvPr/>
            </p:nvSpPr>
            <p:spPr>
              <a:xfrm>
                <a:off x="3240" y="1405080"/>
                <a:ext cx="59400" cy="19440"/>
              </a:xfrm>
              <a:custGeom>
                <a:avLst/>
                <a:gdLst/>
                <a:ahLst/>
                <a:cxnLst/>
                <a:rect l="l" t="t" r="r" b="b"/>
                <a:pathLst>
                  <a:path w="165" h="54" extrusionOk="0">
                    <a:moveTo>
                      <a:pt x="7" y="52"/>
                    </a:moveTo>
                    <a:cubicBezTo>
                      <a:pt x="2" y="48"/>
                      <a:pt x="0" y="40"/>
                      <a:pt x="2" y="34"/>
                    </a:cubicBezTo>
                    <a:cubicBezTo>
                      <a:pt x="5" y="28"/>
                      <a:pt x="13" y="25"/>
                      <a:pt x="19" y="28"/>
                    </a:cubicBezTo>
                    <a:cubicBezTo>
                      <a:pt x="26" y="27"/>
                      <a:pt x="34" y="25"/>
                      <a:pt x="41" y="23"/>
                    </a:cubicBezTo>
                    <a:cubicBezTo>
                      <a:pt x="49" y="21"/>
                      <a:pt x="56" y="20"/>
                      <a:pt x="63" y="18"/>
                    </a:cubicBezTo>
                    <a:cubicBezTo>
                      <a:pt x="77" y="15"/>
                      <a:pt x="91" y="13"/>
                      <a:pt x="105" y="10"/>
                    </a:cubicBezTo>
                    <a:lnTo>
                      <a:pt x="104" y="10"/>
                    </a:lnTo>
                    <a:cubicBezTo>
                      <a:pt x="107" y="10"/>
                      <a:pt x="110" y="9"/>
                      <a:pt x="113" y="8"/>
                    </a:cubicBezTo>
                    <a:cubicBezTo>
                      <a:pt x="116" y="8"/>
                      <a:pt x="119" y="7"/>
                      <a:pt x="122" y="7"/>
                    </a:cubicBezTo>
                    <a:cubicBezTo>
                      <a:pt x="123" y="7"/>
                      <a:pt x="123" y="7"/>
                      <a:pt x="124" y="7"/>
                    </a:cubicBezTo>
                    <a:cubicBezTo>
                      <a:pt x="123" y="7"/>
                      <a:pt x="123" y="7"/>
                      <a:pt x="123" y="7"/>
                    </a:cubicBezTo>
                    <a:cubicBezTo>
                      <a:pt x="133" y="5"/>
                      <a:pt x="142" y="3"/>
                      <a:pt x="152" y="2"/>
                    </a:cubicBezTo>
                    <a:cubicBezTo>
                      <a:pt x="156" y="0"/>
                      <a:pt x="162" y="4"/>
                      <a:pt x="163" y="9"/>
                    </a:cubicBezTo>
                    <a:cubicBezTo>
                      <a:pt x="164" y="14"/>
                      <a:pt x="161" y="20"/>
                      <a:pt x="155" y="21"/>
                    </a:cubicBezTo>
                    <a:cubicBezTo>
                      <a:pt x="131" y="27"/>
                      <a:pt x="106" y="32"/>
                      <a:pt x="82" y="38"/>
                    </a:cubicBezTo>
                    <a:cubicBezTo>
                      <a:pt x="70" y="40"/>
                      <a:pt x="57" y="43"/>
                      <a:pt x="45" y="46"/>
                    </a:cubicBezTo>
                    <a:cubicBezTo>
                      <a:pt x="39" y="48"/>
                      <a:pt x="33" y="50"/>
                      <a:pt x="27" y="52"/>
                    </a:cubicBezTo>
                    <a:cubicBezTo>
                      <a:pt x="24" y="53"/>
                      <a:pt x="19" y="53"/>
                      <a:pt x="16" y="53"/>
                    </a:cubicBezTo>
                    <a:cubicBezTo>
                      <a:pt x="13" y="53"/>
                      <a:pt x="10" y="53"/>
                      <a:pt x="7" y="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" name="Google Shape;16;p2"/>
              <p:cNvSpPr/>
              <p:nvPr/>
            </p:nvSpPr>
            <p:spPr>
              <a:xfrm>
                <a:off x="129240" y="1321560"/>
                <a:ext cx="47160" cy="110880"/>
              </a:xfrm>
              <a:custGeom>
                <a:avLst/>
                <a:gdLst/>
                <a:ahLst/>
                <a:cxnLst/>
                <a:rect l="l" t="t" r="r" b="b"/>
                <a:pathLst>
                  <a:path w="131" h="308" extrusionOk="0">
                    <a:moveTo>
                      <a:pt x="51" y="307"/>
                    </a:moveTo>
                    <a:cubicBezTo>
                      <a:pt x="43" y="307"/>
                      <a:pt x="35" y="303"/>
                      <a:pt x="28" y="299"/>
                    </a:cubicBezTo>
                    <a:cubicBezTo>
                      <a:pt x="21" y="295"/>
                      <a:pt x="16" y="289"/>
                      <a:pt x="11" y="284"/>
                    </a:cubicBezTo>
                    <a:cubicBezTo>
                      <a:pt x="9" y="280"/>
                      <a:pt x="7" y="277"/>
                      <a:pt x="5" y="274"/>
                    </a:cubicBezTo>
                    <a:cubicBezTo>
                      <a:pt x="3" y="270"/>
                      <a:pt x="2" y="266"/>
                      <a:pt x="1" y="263"/>
                    </a:cubicBezTo>
                    <a:cubicBezTo>
                      <a:pt x="0" y="260"/>
                      <a:pt x="1" y="258"/>
                      <a:pt x="1" y="256"/>
                    </a:cubicBezTo>
                    <a:cubicBezTo>
                      <a:pt x="2" y="249"/>
                      <a:pt x="6" y="243"/>
                      <a:pt x="13" y="243"/>
                    </a:cubicBezTo>
                    <a:cubicBezTo>
                      <a:pt x="20" y="243"/>
                      <a:pt x="26" y="249"/>
                      <a:pt x="26" y="256"/>
                    </a:cubicBezTo>
                    <a:cubicBezTo>
                      <a:pt x="26" y="257"/>
                      <a:pt x="26" y="258"/>
                      <a:pt x="26" y="259"/>
                    </a:cubicBezTo>
                    <a:cubicBezTo>
                      <a:pt x="26" y="260"/>
                      <a:pt x="26" y="261"/>
                      <a:pt x="27" y="262"/>
                    </a:cubicBezTo>
                    <a:cubicBezTo>
                      <a:pt x="27" y="264"/>
                      <a:pt x="28" y="265"/>
                      <a:pt x="29" y="267"/>
                    </a:cubicBezTo>
                    <a:cubicBezTo>
                      <a:pt x="30" y="268"/>
                      <a:pt x="31" y="270"/>
                      <a:pt x="33" y="271"/>
                    </a:cubicBezTo>
                    <a:cubicBezTo>
                      <a:pt x="34" y="272"/>
                      <a:pt x="35" y="274"/>
                      <a:pt x="36" y="275"/>
                    </a:cubicBezTo>
                    <a:cubicBezTo>
                      <a:pt x="38" y="276"/>
                      <a:pt x="39" y="277"/>
                      <a:pt x="40" y="278"/>
                    </a:cubicBezTo>
                    <a:cubicBezTo>
                      <a:pt x="42" y="279"/>
                      <a:pt x="43" y="280"/>
                      <a:pt x="45" y="281"/>
                    </a:cubicBezTo>
                    <a:cubicBezTo>
                      <a:pt x="46" y="281"/>
                      <a:pt x="46" y="282"/>
                      <a:pt x="48" y="282"/>
                    </a:cubicBezTo>
                    <a:cubicBezTo>
                      <a:pt x="49" y="282"/>
                      <a:pt x="49" y="283"/>
                      <a:pt x="50" y="283"/>
                    </a:cubicBezTo>
                    <a:lnTo>
                      <a:pt x="49" y="282"/>
                    </a:lnTo>
                    <a:cubicBezTo>
                      <a:pt x="50" y="283"/>
                      <a:pt x="51" y="283"/>
                      <a:pt x="52" y="283"/>
                    </a:cubicBezTo>
                    <a:lnTo>
                      <a:pt x="53" y="283"/>
                    </a:lnTo>
                    <a:lnTo>
                      <a:pt x="54" y="283"/>
                    </a:lnTo>
                    <a:lnTo>
                      <a:pt x="55" y="283"/>
                    </a:lnTo>
                    <a:cubicBezTo>
                      <a:pt x="55" y="282"/>
                      <a:pt x="56" y="281"/>
                      <a:pt x="58" y="281"/>
                    </a:cubicBezTo>
                    <a:cubicBezTo>
                      <a:pt x="58" y="280"/>
                      <a:pt x="58" y="279"/>
                      <a:pt x="59" y="279"/>
                    </a:cubicBezTo>
                    <a:cubicBezTo>
                      <a:pt x="59" y="279"/>
                      <a:pt x="60" y="278"/>
                      <a:pt x="60" y="277"/>
                    </a:cubicBezTo>
                    <a:cubicBezTo>
                      <a:pt x="60" y="277"/>
                      <a:pt x="61" y="277"/>
                      <a:pt x="61" y="276"/>
                    </a:cubicBezTo>
                    <a:lnTo>
                      <a:pt x="62" y="275"/>
                    </a:lnTo>
                    <a:cubicBezTo>
                      <a:pt x="62" y="274"/>
                      <a:pt x="62" y="272"/>
                      <a:pt x="63" y="271"/>
                    </a:cubicBezTo>
                    <a:cubicBezTo>
                      <a:pt x="63" y="269"/>
                      <a:pt x="63" y="267"/>
                      <a:pt x="63" y="264"/>
                    </a:cubicBezTo>
                    <a:cubicBezTo>
                      <a:pt x="63" y="265"/>
                      <a:pt x="63" y="265"/>
                      <a:pt x="63" y="265"/>
                    </a:cubicBezTo>
                    <a:cubicBezTo>
                      <a:pt x="63" y="261"/>
                      <a:pt x="63" y="256"/>
                      <a:pt x="63" y="252"/>
                    </a:cubicBezTo>
                    <a:cubicBezTo>
                      <a:pt x="63" y="246"/>
                      <a:pt x="62" y="240"/>
                      <a:pt x="61" y="235"/>
                    </a:cubicBezTo>
                    <a:cubicBezTo>
                      <a:pt x="60" y="228"/>
                      <a:pt x="58" y="221"/>
                      <a:pt x="56" y="214"/>
                    </a:cubicBezTo>
                    <a:cubicBezTo>
                      <a:pt x="46" y="186"/>
                      <a:pt x="32" y="160"/>
                      <a:pt x="23" y="132"/>
                    </a:cubicBezTo>
                    <a:cubicBezTo>
                      <a:pt x="17" y="115"/>
                      <a:pt x="15" y="98"/>
                      <a:pt x="17" y="81"/>
                    </a:cubicBezTo>
                    <a:cubicBezTo>
                      <a:pt x="18" y="64"/>
                      <a:pt x="25" y="48"/>
                      <a:pt x="35" y="35"/>
                    </a:cubicBezTo>
                    <a:cubicBezTo>
                      <a:pt x="40" y="29"/>
                      <a:pt x="46" y="24"/>
                      <a:pt x="52" y="19"/>
                    </a:cubicBezTo>
                    <a:cubicBezTo>
                      <a:pt x="59" y="14"/>
                      <a:pt x="67" y="9"/>
                      <a:pt x="74" y="6"/>
                    </a:cubicBezTo>
                    <a:cubicBezTo>
                      <a:pt x="90" y="0"/>
                      <a:pt x="107" y="1"/>
                      <a:pt x="119" y="12"/>
                    </a:cubicBezTo>
                    <a:cubicBezTo>
                      <a:pt x="123" y="16"/>
                      <a:pt x="127" y="20"/>
                      <a:pt x="128" y="25"/>
                    </a:cubicBezTo>
                    <a:cubicBezTo>
                      <a:pt x="130" y="31"/>
                      <a:pt x="130" y="37"/>
                      <a:pt x="128" y="44"/>
                    </a:cubicBezTo>
                    <a:cubicBezTo>
                      <a:pt x="126" y="50"/>
                      <a:pt x="124" y="56"/>
                      <a:pt x="122" y="63"/>
                    </a:cubicBezTo>
                    <a:cubicBezTo>
                      <a:pt x="120" y="67"/>
                      <a:pt x="119" y="72"/>
                      <a:pt x="117" y="76"/>
                    </a:cubicBezTo>
                    <a:cubicBezTo>
                      <a:pt x="116" y="79"/>
                      <a:pt x="116" y="81"/>
                      <a:pt x="115" y="84"/>
                    </a:cubicBezTo>
                    <a:cubicBezTo>
                      <a:pt x="114" y="86"/>
                      <a:pt x="114" y="88"/>
                      <a:pt x="113" y="90"/>
                    </a:cubicBezTo>
                    <a:cubicBezTo>
                      <a:pt x="112" y="96"/>
                      <a:pt x="105" y="100"/>
                      <a:pt x="100" y="99"/>
                    </a:cubicBezTo>
                    <a:cubicBezTo>
                      <a:pt x="92" y="98"/>
                      <a:pt x="87" y="91"/>
                      <a:pt x="89" y="83"/>
                    </a:cubicBezTo>
                    <a:cubicBezTo>
                      <a:pt x="90" y="80"/>
                      <a:pt x="91" y="77"/>
                      <a:pt x="93" y="74"/>
                    </a:cubicBezTo>
                    <a:cubicBezTo>
                      <a:pt x="94" y="70"/>
                      <a:pt x="95" y="66"/>
                      <a:pt x="96" y="63"/>
                    </a:cubicBezTo>
                    <a:cubicBezTo>
                      <a:pt x="99" y="55"/>
                      <a:pt x="102" y="46"/>
                      <a:pt x="105" y="37"/>
                    </a:cubicBezTo>
                    <a:cubicBezTo>
                      <a:pt x="105" y="37"/>
                      <a:pt x="105" y="36"/>
                      <a:pt x="105" y="35"/>
                    </a:cubicBezTo>
                    <a:lnTo>
                      <a:pt x="105" y="34"/>
                    </a:lnTo>
                    <a:lnTo>
                      <a:pt x="105" y="35"/>
                    </a:lnTo>
                    <a:lnTo>
                      <a:pt x="105" y="34"/>
                    </a:lnTo>
                    <a:lnTo>
                      <a:pt x="105" y="33"/>
                    </a:lnTo>
                    <a:cubicBezTo>
                      <a:pt x="105" y="32"/>
                      <a:pt x="105" y="32"/>
                      <a:pt x="105" y="32"/>
                    </a:cubicBezTo>
                    <a:cubicBezTo>
                      <a:pt x="104" y="31"/>
                      <a:pt x="104" y="31"/>
                      <a:pt x="104" y="31"/>
                    </a:cubicBezTo>
                    <a:cubicBezTo>
                      <a:pt x="104" y="30"/>
                      <a:pt x="103" y="30"/>
                      <a:pt x="103" y="30"/>
                    </a:cubicBezTo>
                    <a:lnTo>
                      <a:pt x="104" y="30"/>
                    </a:lnTo>
                    <a:cubicBezTo>
                      <a:pt x="103" y="30"/>
                      <a:pt x="102" y="30"/>
                      <a:pt x="102" y="29"/>
                    </a:cubicBezTo>
                    <a:lnTo>
                      <a:pt x="101" y="28"/>
                    </a:lnTo>
                    <a:lnTo>
                      <a:pt x="100" y="28"/>
                    </a:lnTo>
                    <a:cubicBezTo>
                      <a:pt x="99" y="27"/>
                      <a:pt x="98" y="27"/>
                      <a:pt x="97" y="27"/>
                    </a:cubicBezTo>
                    <a:cubicBezTo>
                      <a:pt x="97" y="27"/>
                      <a:pt x="96" y="27"/>
                      <a:pt x="95" y="27"/>
                    </a:cubicBezTo>
                    <a:cubicBezTo>
                      <a:pt x="94" y="27"/>
                      <a:pt x="93" y="27"/>
                      <a:pt x="93" y="27"/>
                    </a:cubicBezTo>
                    <a:cubicBezTo>
                      <a:pt x="91" y="27"/>
                      <a:pt x="91" y="27"/>
                      <a:pt x="90" y="27"/>
                    </a:cubicBezTo>
                    <a:cubicBezTo>
                      <a:pt x="88" y="27"/>
                      <a:pt x="87" y="28"/>
                      <a:pt x="85" y="28"/>
                    </a:cubicBezTo>
                    <a:cubicBezTo>
                      <a:pt x="83" y="29"/>
                      <a:pt x="81" y="30"/>
                      <a:pt x="79" y="30"/>
                    </a:cubicBezTo>
                    <a:cubicBezTo>
                      <a:pt x="77" y="32"/>
                      <a:pt x="74" y="33"/>
                      <a:pt x="72" y="34"/>
                    </a:cubicBezTo>
                    <a:cubicBezTo>
                      <a:pt x="73" y="34"/>
                      <a:pt x="73" y="34"/>
                      <a:pt x="73" y="34"/>
                    </a:cubicBezTo>
                    <a:cubicBezTo>
                      <a:pt x="70" y="36"/>
                      <a:pt x="67" y="38"/>
                      <a:pt x="63" y="41"/>
                    </a:cubicBezTo>
                    <a:cubicBezTo>
                      <a:pt x="60" y="44"/>
                      <a:pt x="58" y="46"/>
                      <a:pt x="55" y="49"/>
                    </a:cubicBezTo>
                    <a:cubicBezTo>
                      <a:pt x="53" y="51"/>
                      <a:pt x="52" y="52"/>
                      <a:pt x="51" y="54"/>
                    </a:cubicBezTo>
                    <a:cubicBezTo>
                      <a:pt x="49" y="56"/>
                      <a:pt x="48" y="58"/>
                      <a:pt x="47" y="60"/>
                    </a:cubicBezTo>
                    <a:cubicBezTo>
                      <a:pt x="46" y="62"/>
                      <a:pt x="45" y="65"/>
                      <a:pt x="44" y="68"/>
                    </a:cubicBezTo>
                    <a:cubicBezTo>
                      <a:pt x="42" y="71"/>
                      <a:pt x="42" y="74"/>
                      <a:pt x="41" y="76"/>
                    </a:cubicBezTo>
                    <a:cubicBezTo>
                      <a:pt x="41" y="80"/>
                      <a:pt x="40" y="83"/>
                      <a:pt x="39" y="86"/>
                    </a:cubicBezTo>
                    <a:cubicBezTo>
                      <a:pt x="39" y="90"/>
                      <a:pt x="39" y="93"/>
                      <a:pt x="39" y="96"/>
                    </a:cubicBezTo>
                    <a:cubicBezTo>
                      <a:pt x="40" y="101"/>
                      <a:pt x="41" y="105"/>
                      <a:pt x="41" y="110"/>
                    </a:cubicBezTo>
                    <a:cubicBezTo>
                      <a:pt x="42" y="116"/>
                      <a:pt x="44" y="122"/>
                      <a:pt x="46" y="128"/>
                    </a:cubicBezTo>
                    <a:cubicBezTo>
                      <a:pt x="51" y="141"/>
                      <a:pt x="56" y="155"/>
                      <a:pt x="62" y="168"/>
                    </a:cubicBezTo>
                    <a:cubicBezTo>
                      <a:pt x="68" y="182"/>
                      <a:pt x="74" y="196"/>
                      <a:pt x="79" y="210"/>
                    </a:cubicBezTo>
                    <a:cubicBezTo>
                      <a:pt x="84" y="227"/>
                      <a:pt x="87" y="244"/>
                      <a:pt x="87" y="261"/>
                    </a:cubicBezTo>
                    <a:cubicBezTo>
                      <a:pt x="87" y="269"/>
                      <a:pt x="86" y="277"/>
                      <a:pt x="84" y="284"/>
                    </a:cubicBezTo>
                    <a:cubicBezTo>
                      <a:pt x="81" y="291"/>
                      <a:pt x="76" y="296"/>
                      <a:pt x="70" y="301"/>
                    </a:cubicBezTo>
                    <a:cubicBezTo>
                      <a:pt x="65" y="306"/>
                      <a:pt x="59" y="307"/>
                      <a:pt x="52" y="307"/>
                    </a:cubicBezTo>
                    <a:lnTo>
                      <a:pt x="51" y="30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" name="Google Shape;17;p2"/>
              <p:cNvSpPr/>
              <p:nvPr/>
            </p:nvSpPr>
            <p:spPr>
              <a:xfrm>
                <a:off x="132840" y="1456200"/>
                <a:ext cx="32400" cy="40320"/>
              </a:xfrm>
              <a:custGeom>
                <a:avLst/>
                <a:gdLst/>
                <a:ahLst/>
                <a:cxnLst/>
                <a:rect l="l" t="t" r="r" b="b"/>
                <a:pathLst>
                  <a:path w="90" h="112" extrusionOk="0">
                    <a:moveTo>
                      <a:pt x="23" y="107"/>
                    </a:moveTo>
                    <a:cubicBezTo>
                      <a:pt x="12" y="101"/>
                      <a:pt x="7" y="90"/>
                      <a:pt x="3" y="79"/>
                    </a:cubicBezTo>
                    <a:cubicBezTo>
                      <a:pt x="2" y="72"/>
                      <a:pt x="0" y="66"/>
                      <a:pt x="0" y="59"/>
                    </a:cubicBezTo>
                    <a:cubicBezTo>
                      <a:pt x="0" y="53"/>
                      <a:pt x="2" y="47"/>
                      <a:pt x="6" y="42"/>
                    </a:cubicBezTo>
                    <a:cubicBezTo>
                      <a:pt x="9" y="38"/>
                      <a:pt x="13" y="35"/>
                      <a:pt x="19" y="35"/>
                    </a:cubicBezTo>
                    <a:cubicBezTo>
                      <a:pt x="22" y="35"/>
                      <a:pt x="24" y="36"/>
                      <a:pt x="27" y="38"/>
                    </a:cubicBezTo>
                    <a:cubicBezTo>
                      <a:pt x="27" y="38"/>
                      <a:pt x="28" y="38"/>
                      <a:pt x="29" y="39"/>
                    </a:cubicBezTo>
                    <a:cubicBezTo>
                      <a:pt x="35" y="42"/>
                      <a:pt x="36" y="51"/>
                      <a:pt x="33" y="56"/>
                    </a:cubicBezTo>
                    <a:cubicBezTo>
                      <a:pt x="31" y="59"/>
                      <a:pt x="28" y="61"/>
                      <a:pt x="25" y="62"/>
                    </a:cubicBezTo>
                    <a:cubicBezTo>
                      <a:pt x="25" y="64"/>
                      <a:pt x="25" y="66"/>
                      <a:pt x="25" y="67"/>
                    </a:cubicBezTo>
                    <a:cubicBezTo>
                      <a:pt x="26" y="70"/>
                      <a:pt x="27" y="72"/>
                      <a:pt x="28" y="74"/>
                    </a:cubicBezTo>
                    <a:cubicBezTo>
                      <a:pt x="28" y="75"/>
                      <a:pt x="28" y="76"/>
                      <a:pt x="28" y="76"/>
                    </a:cubicBezTo>
                    <a:lnTo>
                      <a:pt x="28" y="75"/>
                    </a:lnTo>
                    <a:cubicBezTo>
                      <a:pt x="28" y="77"/>
                      <a:pt x="29" y="78"/>
                      <a:pt x="29" y="80"/>
                    </a:cubicBezTo>
                    <a:cubicBezTo>
                      <a:pt x="30" y="80"/>
                      <a:pt x="30" y="81"/>
                      <a:pt x="31" y="81"/>
                    </a:cubicBezTo>
                    <a:cubicBezTo>
                      <a:pt x="31" y="83"/>
                      <a:pt x="32" y="83"/>
                      <a:pt x="32" y="84"/>
                    </a:cubicBezTo>
                    <a:cubicBezTo>
                      <a:pt x="32" y="83"/>
                      <a:pt x="31" y="83"/>
                      <a:pt x="31" y="83"/>
                    </a:cubicBezTo>
                    <a:cubicBezTo>
                      <a:pt x="32" y="83"/>
                      <a:pt x="32" y="84"/>
                      <a:pt x="33" y="84"/>
                    </a:cubicBezTo>
                    <a:cubicBezTo>
                      <a:pt x="34" y="85"/>
                      <a:pt x="34" y="86"/>
                      <a:pt x="34" y="86"/>
                    </a:cubicBezTo>
                    <a:lnTo>
                      <a:pt x="35" y="86"/>
                    </a:lnTo>
                    <a:cubicBezTo>
                      <a:pt x="36" y="86"/>
                      <a:pt x="36" y="86"/>
                      <a:pt x="36" y="86"/>
                    </a:cubicBezTo>
                    <a:lnTo>
                      <a:pt x="35" y="86"/>
                    </a:lnTo>
                    <a:cubicBezTo>
                      <a:pt x="36" y="86"/>
                      <a:pt x="38" y="86"/>
                      <a:pt x="38" y="86"/>
                    </a:cubicBezTo>
                    <a:cubicBezTo>
                      <a:pt x="38" y="86"/>
                      <a:pt x="39" y="86"/>
                      <a:pt x="39" y="85"/>
                    </a:cubicBezTo>
                    <a:lnTo>
                      <a:pt x="40" y="85"/>
                    </a:lnTo>
                    <a:cubicBezTo>
                      <a:pt x="41" y="84"/>
                      <a:pt x="41" y="84"/>
                      <a:pt x="42" y="83"/>
                    </a:cubicBezTo>
                    <a:cubicBezTo>
                      <a:pt x="44" y="81"/>
                      <a:pt x="46" y="80"/>
                      <a:pt x="48" y="78"/>
                    </a:cubicBezTo>
                    <a:cubicBezTo>
                      <a:pt x="47" y="79"/>
                      <a:pt x="47" y="79"/>
                      <a:pt x="46" y="79"/>
                    </a:cubicBezTo>
                    <a:cubicBezTo>
                      <a:pt x="49" y="76"/>
                      <a:pt x="52" y="73"/>
                      <a:pt x="54" y="70"/>
                    </a:cubicBezTo>
                    <a:cubicBezTo>
                      <a:pt x="55" y="69"/>
                      <a:pt x="56" y="67"/>
                      <a:pt x="57" y="65"/>
                    </a:cubicBezTo>
                    <a:cubicBezTo>
                      <a:pt x="59" y="63"/>
                      <a:pt x="60" y="60"/>
                      <a:pt x="60" y="57"/>
                    </a:cubicBezTo>
                    <a:cubicBezTo>
                      <a:pt x="62" y="55"/>
                      <a:pt x="62" y="53"/>
                      <a:pt x="63" y="51"/>
                    </a:cubicBezTo>
                    <a:cubicBezTo>
                      <a:pt x="63" y="49"/>
                      <a:pt x="63" y="48"/>
                      <a:pt x="63" y="46"/>
                    </a:cubicBezTo>
                    <a:cubicBezTo>
                      <a:pt x="63" y="45"/>
                      <a:pt x="63" y="44"/>
                      <a:pt x="63" y="42"/>
                    </a:cubicBezTo>
                    <a:lnTo>
                      <a:pt x="63" y="41"/>
                    </a:lnTo>
                    <a:cubicBezTo>
                      <a:pt x="63" y="39"/>
                      <a:pt x="62" y="38"/>
                      <a:pt x="62" y="38"/>
                    </a:cubicBezTo>
                    <a:lnTo>
                      <a:pt x="63" y="39"/>
                    </a:lnTo>
                    <a:cubicBezTo>
                      <a:pt x="62" y="38"/>
                      <a:pt x="62" y="37"/>
                      <a:pt x="62" y="36"/>
                    </a:cubicBezTo>
                    <a:cubicBezTo>
                      <a:pt x="61" y="35"/>
                      <a:pt x="61" y="35"/>
                      <a:pt x="60" y="34"/>
                    </a:cubicBezTo>
                    <a:cubicBezTo>
                      <a:pt x="60" y="34"/>
                      <a:pt x="60" y="33"/>
                      <a:pt x="59" y="32"/>
                    </a:cubicBezTo>
                    <a:cubicBezTo>
                      <a:pt x="59" y="32"/>
                      <a:pt x="58" y="31"/>
                      <a:pt x="57" y="31"/>
                    </a:cubicBezTo>
                    <a:cubicBezTo>
                      <a:pt x="57" y="30"/>
                      <a:pt x="56" y="30"/>
                      <a:pt x="56" y="30"/>
                    </a:cubicBezTo>
                    <a:cubicBezTo>
                      <a:pt x="55" y="29"/>
                      <a:pt x="55" y="28"/>
                      <a:pt x="54" y="28"/>
                    </a:cubicBezTo>
                    <a:cubicBezTo>
                      <a:pt x="53" y="28"/>
                      <a:pt x="52" y="27"/>
                      <a:pt x="50" y="27"/>
                    </a:cubicBezTo>
                    <a:cubicBezTo>
                      <a:pt x="49" y="26"/>
                      <a:pt x="48" y="26"/>
                      <a:pt x="46" y="26"/>
                    </a:cubicBezTo>
                    <a:cubicBezTo>
                      <a:pt x="43" y="25"/>
                      <a:pt x="41" y="24"/>
                      <a:pt x="38" y="24"/>
                    </a:cubicBezTo>
                    <a:cubicBezTo>
                      <a:pt x="36" y="24"/>
                      <a:pt x="35" y="24"/>
                      <a:pt x="33" y="24"/>
                    </a:cubicBezTo>
                    <a:cubicBezTo>
                      <a:pt x="32" y="24"/>
                      <a:pt x="31" y="24"/>
                      <a:pt x="30" y="24"/>
                    </a:cubicBezTo>
                    <a:cubicBezTo>
                      <a:pt x="24" y="25"/>
                      <a:pt x="18" y="21"/>
                      <a:pt x="17" y="14"/>
                    </a:cubicBezTo>
                    <a:cubicBezTo>
                      <a:pt x="16" y="8"/>
                      <a:pt x="21" y="2"/>
                      <a:pt x="27" y="1"/>
                    </a:cubicBezTo>
                    <a:cubicBezTo>
                      <a:pt x="34" y="0"/>
                      <a:pt x="40" y="0"/>
                      <a:pt x="46" y="1"/>
                    </a:cubicBezTo>
                    <a:cubicBezTo>
                      <a:pt x="53" y="2"/>
                      <a:pt x="59" y="4"/>
                      <a:pt x="64" y="7"/>
                    </a:cubicBezTo>
                    <a:cubicBezTo>
                      <a:pt x="70" y="10"/>
                      <a:pt x="74" y="13"/>
                      <a:pt x="78" y="18"/>
                    </a:cubicBezTo>
                    <a:cubicBezTo>
                      <a:pt x="81" y="23"/>
                      <a:pt x="84" y="28"/>
                      <a:pt x="85" y="34"/>
                    </a:cubicBezTo>
                    <a:cubicBezTo>
                      <a:pt x="89" y="46"/>
                      <a:pt x="85" y="60"/>
                      <a:pt x="80" y="72"/>
                    </a:cubicBezTo>
                    <a:cubicBezTo>
                      <a:pt x="75" y="84"/>
                      <a:pt x="66" y="95"/>
                      <a:pt x="56" y="103"/>
                    </a:cubicBezTo>
                    <a:cubicBezTo>
                      <a:pt x="50" y="108"/>
                      <a:pt x="43" y="111"/>
                      <a:pt x="35" y="111"/>
                    </a:cubicBezTo>
                    <a:cubicBezTo>
                      <a:pt x="31" y="111"/>
                      <a:pt x="27" y="109"/>
                      <a:pt x="23" y="10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" name="Google Shape;18;p2"/>
              <p:cNvSpPr/>
              <p:nvPr/>
            </p:nvSpPr>
            <p:spPr>
              <a:xfrm>
                <a:off x="134640" y="1271520"/>
                <a:ext cx="29880" cy="39960"/>
              </a:xfrm>
              <a:custGeom>
                <a:avLst/>
                <a:gdLst/>
                <a:ahLst/>
                <a:cxnLst/>
                <a:rect l="l" t="t" r="r" b="b"/>
                <a:pathLst>
                  <a:path w="83" h="111" extrusionOk="0">
                    <a:moveTo>
                      <a:pt x="38" y="99"/>
                    </a:moveTo>
                    <a:cubicBezTo>
                      <a:pt x="37" y="91"/>
                      <a:pt x="38" y="83"/>
                      <a:pt x="38" y="75"/>
                    </a:cubicBezTo>
                    <a:cubicBezTo>
                      <a:pt x="34" y="79"/>
                      <a:pt x="29" y="85"/>
                      <a:pt x="25" y="90"/>
                    </a:cubicBezTo>
                    <a:lnTo>
                      <a:pt x="25" y="91"/>
                    </a:lnTo>
                    <a:cubicBezTo>
                      <a:pt x="25" y="90"/>
                      <a:pt x="25" y="90"/>
                      <a:pt x="25" y="90"/>
                    </a:cubicBezTo>
                    <a:cubicBezTo>
                      <a:pt x="23" y="95"/>
                      <a:pt x="17" y="98"/>
                      <a:pt x="11" y="96"/>
                    </a:cubicBezTo>
                    <a:cubicBezTo>
                      <a:pt x="3" y="95"/>
                      <a:pt x="0" y="86"/>
                      <a:pt x="3" y="79"/>
                    </a:cubicBezTo>
                    <a:cubicBezTo>
                      <a:pt x="4" y="77"/>
                      <a:pt x="5" y="75"/>
                      <a:pt x="7" y="74"/>
                    </a:cubicBezTo>
                    <a:cubicBezTo>
                      <a:pt x="8" y="72"/>
                      <a:pt x="9" y="71"/>
                      <a:pt x="11" y="69"/>
                    </a:cubicBezTo>
                    <a:cubicBezTo>
                      <a:pt x="11" y="70"/>
                      <a:pt x="11" y="70"/>
                      <a:pt x="11" y="70"/>
                    </a:cubicBezTo>
                    <a:cubicBezTo>
                      <a:pt x="15" y="65"/>
                      <a:pt x="19" y="61"/>
                      <a:pt x="23" y="56"/>
                    </a:cubicBezTo>
                    <a:cubicBezTo>
                      <a:pt x="30" y="47"/>
                      <a:pt x="38" y="39"/>
                      <a:pt x="45" y="30"/>
                    </a:cubicBezTo>
                    <a:cubicBezTo>
                      <a:pt x="47" y="28"/>
                      <a:pt x="48" y="25"/>
                      <a:pt x="50" y="22"/>
                    </a:cubicBezTo>
                    <a:cubicBezTo>
                      <a:pt x="52" y="17"/>
                      <a:pt x="54" y="11"/>
                      <a:pt x="58" y="5"/>
                    </a:cubicBezTo>
                    <a:cubicBezTo>
                      <a:pt x="60" y="2"/>
                      <a:pt x="65" y="0"/>
                      <a:pt x="69" y="1"/>
                    </a:cubicBezTo>
                    <a:cubicBezTo>
                      <a:pt x="73" y="2"/>
                      <a:pt x="78" y="5"/>
                      <a:pt x="79" y="9"/>
                    </a:cubicBezTo>
                    <a:cubicBezTo>
                      <a:pt x="82" y="15"/>
                      <a:pt x="79" y="21"/>
                      <a:pt x="76" y="26"/>
                    </a:cubicBezTo>
                    <a:cubicBezTo>
                      <a:pt x="75" y="29"/>
                      <a:pt x="73" y="31"/>
                      <a:pt x="72" y="33"/>
                    </a:cubicBezTo>
                    <a:cubicBezTo>
                      <a:pt x="71" y="35"/>
                      <a:pt x="70" y="37"/>
                      <a:pt x="69" y="39"/>
                    </a:cubicBezTo>
                    <a:cubicBezTo>
                      <a:pt x="69" y="42"/>
                      <a:pt x="68" y="44"/>
                      <a:pt x="67" y="47"/>
                    </a:cubicBezTo>
                    <a:cubicBezTo>
                      <a:pt x="66" y="50"/>
                      <a:pt x="66" y="53"/>
                      <a:pt x="65" y="56"/>
                    </a:cubicBezTo>
                    <a:cubicBezTo>
                      <a:pt x="64" y="62"/>
                      <a:pt x="63" y="68"/>
                      <a:pt x="62" y="74"/>
                    </a:cubicBezTo>
                    <a:cubicBezTo>
                      <a:pt x="62" y="81"/>
                      <a:pt x="62" y="86"/>
                      <a:pt x="62" y="92"/>
                    </a:cubicBezTo>
                    <a:cubicBezTo>
                      <a:pt x="62" y="93"/>
                      <a:pt x="62" y="95"/>
                      <a:pt x="62" y="96"/>
                    </a:cubicBezTo>
                    <a:cubicBezTo>
                      <a:pt x="63" y="103"/>
                      <a:pt x="58" y="109"/>
                      <a:pt x="51" y="110"/>
                    </a:cubicBezTo>
                    <a:lnTo>
                      <a:pt x="50" y="110"/>
                    </a:lnTo>
                    <a:cubicBezTo>
                      <a:pt x="44" y="110"/>
                      <a:pt x="38" y="105"/>
                      <a:pt x="38" y="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9;p2"/>
              <p:cNvSpPr/>
              <p:nvPr/>
            </p:nvSpPr>
            <p:spPr>
              <a:xfrm>
                <a:off x="196200" y="1319040"/>
                <a:ext cx="62280" cy="93600"/>
              </a:xfrm>
              <a:custGeom>
                <a:avLst/>
                <a:gdLst/>
                <a:ahLst/>
                <a:cxnLst/>
                <a:rect l="l" t="t" r="r" b="b"/>
                <a:pathLst>
                  <a:path w="173" h="260" extrusionOk="0">
                    <a:moveTo>
                      <a:pt x="39" y="235"/>
                    </a:moveTo>
                    <a:cubicBezTo>
                      <a:pt x="40" y="235"/>
                      <a:pt x="40" y="235"/>
                      <a:pt x="40" y="235"/>
                    </a:cubicBezTo>
                    <a:lnTo>
                      <a:pt x="41" y="235"/>
                    </a:lnTo>
                    <a:cubicBezTo>
                      <a:pt x="42" y="235"/>
                      <a:pt x="42" y="235"/>
                      <a:pt x="43" y="234"/>
                    </a:cubicBezTo>
                    <a:cubicBezTo>
                      <a:pt x="44" y="234"/>
                      <a:pt x="45" y="234"/>
                      <a:pt x="46" y="233"/>
                    </a:cubicBezTo>
                    <a:lnTo>
                      <a:pt x="45" y="234"/>
                    </a:lnTo>
                    <a:cubicBezTo>
                      <a:pt x="46" y="233"/>
                      <a:pt x="48" y="232"/>
                      <a:pt x="50" y="231"/>
                    </a:cubicBezTo>
                    <a:cubicBezTo>
                      <a:pt x="51" y="230"/>
                      <a:pt x="52" y="229"/>
                      <a:pt x="53" y="228"/>
                    </a:cubicBezTo>
                    <a:cubicBezTo>
                      <a:pt x="56" y="226"/>
                      <a:pt x="59" y="223"/>
                      <a:pt x="61" y="221"/>
                    </a:cubicBezTo>
                    <a:cubicBezTo>
                      <a:pt x="65" y="217"/>
                      <a:pt x="68" y="212"/>
                      <a:pt x="71" y="207"/>
                    </a:cubicBezTo>
                    <a:cubicBezTo>
                      <a:pt x="74" y="204"/>
                      <a:pt x="75" y="201"/>
                      <a:pt x="78" y="198"/>
                    </a:cubicBezTo>
                    <a:cubicBezTo>
                      <a:pt x="78" y="195"/>
                      <a:pt x="78" y="192"/>
                      <a:pt x="79" y="189"/>
                    </a:cubicBezTo>
                    <a:cubicBezTo>
                      <a:pt x="80" y="187"/>
                      <a:pt x="80" y="185"/>
                      <a:pt x="81" y="182"/>
                    </a:cubicBezTo>
                    <a:cubicBezTo>
                      <a:pt x="82" y="176"/>
                      <a:pt x="84" y="171"/>
                      <a:pt x="85" y="165"/>
                    </a:cubicBezTo>
                    <a:cubicBezTo>
                      <a:pt x="85" y="161"/>
                      <a:pt x="86" y="158"/>
                      <a:pt x="87" y="154"/>
                    </a:cubicBezTo>
                    <a:cubicBezTo>
                      <a:pt x="87" y="153"/>
                      <a:pt x="87" y="152"/>
                      <a:pt x="87" y="151"/>
                    </a:cubicBezTo>
                    <a:lnTo>
                      <a:pt x="87" y="150"/>
                    </a:lnTo>
                    <a:cubicBezTo>
                      <a:pt x="87" y="149"/>
                      <a:pt x="87" y="148"/>
                      <a:pt x="86" y="148"/>
                    </a:cubicBezTo>
                    <a:cubicBezTo>
                      <a:pt x="86" y="147"/>
                      <a:pt x="85" y="146"/>
                      <a:pt x="85" y="146"/>
                    </a:cubicBezTo>
                    <a:cubicBezTo>
                      <a:pt x="85" y="145"/>
                      <a:pt x="85" y="145"/>
                      <a:pt x="85" y="145"/>
                    </a:cubicBezTo>
                    <a:lnTo>
                      <a:pt x="85" y="146"/>
                    </a:lnTo>
                    <a:cubicBezTo>
                      <a:pt x="84" y="144"/>
                      <a:pt x="84" y="144"/>
                      <a:pt x="83" y="143"/>
                    </a:cubicBezTo>
                    <a:lnTo>
                      <a:pt x="84" y="143"/>
                    </a:lnTo>
                    <a:cubicBezTo>
                      <a:pt x="82" y="142"/>
                      <a:pt x="82" y="141"/>
                      <a:pt x="81" y="141"/>
                    </a:cubicBezTo>
                    <a:cubicBezTo>
                      <a:pt x="81" y="140"/>
                      <a:pt x="80" y="140"/>
                      <a:pt x="80" y="140"/>
                    </a:cubicBezTo>
                    <a:cubicBezTo>
                      <a:pt x="79" y="139"/>
                      <a:pt x="78" y="139"/>
                      <a:pt x="77" y="138"/>
                    </a:cubicBezTo>
                    <a:cubicBezTo>
                      <a:pt x="78" y="139"/>
                      <a:pt x="78" y="139"/>
                      <a:pt x="79" y="139"/>
                    </a:cubicBezTo>
                    <a:cubicBezTo>
                      <a:pt x="78" y="139"/>
                      <a:pt x="77" y="138"/>
                      <a:pt x="76" y="137"/>
                    </a:cubicBezTo>
                    <a:cubicBezTo>
                      <a:pt x="75" y="137"/>
                      <a:pt x="74" y="137"/>
                      <a:pt x="73" y="137"/>
                    </a:cubicBezTo>
                    <a:cubicBezTo>
                      <a:pt x="72" y="136"/>
                      <a:pt x="71" y="136"/>
                      <a:pt x="71" y="136"/>
                    </a:cubicBezTo>
                    <a:cubicBezTo>
                      <a:pt x="70" y="136"/>
                      <a:pt x="69" y="136"/>
                      <a:pt x="68" y="136"/>
                    </a:cubicBezTo>
                    <a:cubicBezTo>
                      <a:pt x="67" y="136"/>
                      <a:pt x="67" y="136"/>
                      <a:pt x="66" y="137"/>
                    </a:cubicBezTo>
                    <a:cubicBezTo>
                      <a:pt x="64" y="137"/>
                      <a:pt x="62" y="137"/>
                      <a:pt x="60" y="138"/>
                    </a:cubicBezTo>
                    <a:cubicBezTo>
                      <a:pt x="60" y="138"/>
                      <a:pt x="59" y="139"/>
                      <a:pt x="58" y="139"/>
                    </a:cubicBezTo>
                    <a:cubicBezTo>
                      <a:pt x="56" y="140"/>
                      <a:pt x="54" y="141"/>
                      <a:pt x="53" y="142"/>
                    </a:cubicBezTo>
                    <a:cubicBezTo>
                      <a:pt x="52" y="143"/>
                      <a:pt x="50" y="144"/>
                      <a:pt x="49" y="144"/>
                    </a:cubicBezTo>
                    <a:cubicBezTo>
                      <a:pt x="47" y="146"/>
                      <a:pt x="46" y="147"/>
                      <a:pt x="45" y="149"/>
                    </a:cubicBezTo>
                    <a:cubicBezTo>
                      <a:pt x="43" y="151"/>
                      <a:pt x="41" y="153"/>
                      <a:pt x="39" y="155"/>
                    </a:cubicBezTo>
                    <a:cubicBezTo>
                      <a:pt x="37" y="158"/>
                      <a:pt x="35" y="162"/>
                      <a:pt x="33" y="165"/>
                    </a:cubicBezTo>
                    <a:cubicBezTo>
                      <a:pt x="32" y="168"/>
                      <a:pt x="31" y="171"/>
                      <a:pt x="29" y="175"/>
                    </a:cubicBezTo>
                    <a:cubicBezTo>
                      <a:pt x="28" y="178"/>
                      <a:pt x="28" y="180"/>
                      <a:pt x="27" y="183"/>
                    </a:cubicBezTo>
                    <a:cubicBezTo>
                      <a:pt x="27" y="186"/>
                      <a:pt x="26" y="189"/>
                      <a:pt x="25" y="193"/>
                    </a:cubicBezTo>
                    <a:cubicBezTo>
                      <a:pt x="25" y="195"/>
                      <a:pt x="25" y="198"/>
                      <a:pt x="25" y="201"/>
                    </a:cubicBezTo>
                    <a:cubicBezTo>
                      <a:pt x="25" y="203"/>
                      <a:pt x="26" y="206"/>
                      <a:pt x="26" y="208"/>
                    </a:cubicBezTo>
                    <a:cubicBezTo>
                      <a:pt x="27" y="211"/>
                      <a:pt x="28" y="215"/>
                      <a:pt x="29" y="218"/>
                    </a:cubicBezTo>
                    <a:cubicBezTo>
                      <a:pt x="30" y="222"/>
                      <a:pt x="32" y="225"/>
                      <a:pt x="33" y="229"/>
                    </a:cubicBezTo>
                    <a:cubicBezTo>
                      <a:pt x="34" y="230"/>
                      <a:pt x="35" y="231"/>
                      <a:pt x="35" y="232"/>
                    </a:cubicBezTo>
                    <a:cubicBezTo>
                      <a:pt x="35" y="232"/>
                      <a:pt x="35" y="233"/>
                      <a:pt x="36" y="233"/>
                    </a:cubicBezTo>
                    <a:lnTo>
                      <a:pt x="36" y="234"/>
                    </a:lnTo>
                    <a:lnTo>
                      <a:pt x="37" y="234"/>
                    </a:lnTo>
                    <a:lnTo>
                      <a:pt x="38" y="235"/>
                    </a:lnTo>
                    <a:cubicBezTo>
                      <a:pt x="39" y="235"/>
                      <a:pt x="39" y="235"/>
                      <a:pt x="39" y="235"/>
                    </a:cubicBezTo>
                    <a:moveTo>
                      <a:pt x="35" y="259"/>
                    </a:moveTo>
                    <a:cubicBezTo>
                      <a:pt x="29" y="258"/>
                      <a:pt x="22" y="254"/>
                      <a:pt x="18" y="249"/>
                    </a:cubicBezTo>
                    <a:cubicBezTo>
                      <a:pt x="13" y="243"/>
                      <a:pt x="10" y="235"/>
                      <a:pt x="7" y="228"/>
                    </a:cubicBezTo>
                    <a:cubicBezTo>
                      <a:pt x="1" y="211"/>
                      <a:pt x="0" y="194"/>
                      <a:pt x="4" y="178"/>
                    </a:cubicBezTo>
                    <a:cubicBezTo>
                      <a:pt x="7" y="161"/>
                      <a:pt x="15" y="146"/>
                      <a:pt x="27" y="133"/>
                    </a:cubicBezTo>
                    <a:cubicBezTo>
                      <a:pt x="37" y="122"/>
                      <a:pt x="52" y="112"/>
                      <a:pt x="67" y="112"/>
                    </a:cubicBezTo>
                    <a:cubicBezTo>
                      <a:pt x="83" y="111"/>
                      <a:pt x="99" y="119"/>
                      <a:pt x="106" y="133"/>
                    </a:cubicBezTo>
                    <a:cubicBezTo>
                      <a:pt x="107" y="134"/>
                      <a:pt x="107" y="136"/>
                      <a:pt x="108" y="137"/>
                    </a:cubicBezTo>
                    <a:cubicBezTo>
                      <a:pt x="114" y="123"/>
                      <a:pt x="119" y="110"/>
                      <a:pt x="124" y="97"/>
                    </a:cubicBezTo>
                    <a:lnTo>
                      <a:pt x="124" y="96"/>
                    </a:lnTo>
                    <a:cubicBezTo>
                      <a:pt x="125" y="94"/>
                      <a:pt x="126" y="93"/>
                      <a:pt x="127" y="90"/>
                    </a:cubicBezTo>
                    <a:cubicBezTo>
                      <a:pt x="127" y="86"/>
                      <a:pt x="128" y="81"/>
                      <a:pt x="128" y="77"/>
                    </a:cubicBezTo>
                    <a:cubicBezTo>
                      <a:pt x="129" y="73"/>
                      <a:pt x="130" y="68"/>
                      <a:pt x="131" y="64"/>
                    </a:cubicBezTo>
                    <a:cubicBezTo>
                      <a:pt x="133" y="58"/>
                      <a:pt x="134" y="51"/>
                      <a:pt x="135" y="45"/>
                    </a:cubicBezTo>
                    <a:cubicBezTo>
                      <a:pt x="137" y="40"/>
                      <a:pt x="138" y="35"/>
                      <a:pt x="140" y="30"/>
                    </a:cubicBezTo>
                    <a:cubicBezTo>
                      <a:pt x="141" y="27"/>
                      <a:pt x="142" y="24"/>
                      <a:pt x="143" y="20"/>
                    </a:cubicBezTo>
                    <a:cubicBezTo>
                      <a:pt x="144" y="18"/>
                      <a:pt x="145" y="15"/>
                      <a:pt x="147" y="12"/>
                    </a:cubicBezTo>
                    <a:cubicBezTo>
                      <a:pt x="148" y="9"/>
                      <a:pt x="149" y="7"/>
                      <a:pt x="152" y="6"/>
                    </a:cubicBezTo>
                    <a:cubicBezTo>
                      <a:pt x="159" y="0"/>
                      <a:pt x="169" y="4"/>
                      <a:pt x="171" y="12"/>
                    </a:cubicBezTo>
                    <a:cubicBezTo>
                      <a:pt x="172" y="16"/>
                      <a:pt x="172" y="19"/>
                      <a:pt x="171" y="22"/>
                    </a:cubicBezTo>
                    <a:cubicBezTo>
                      <a:pt x="170" y="24"/>
                      <a:pt x="170" y="27"/>
                      <a:pt x="169" y="30"/>
                    </a:cubicBezTo>
                    <a:cubicBezTo>
                      <a:pt x="168" y="32"/>
                      <a:pt x="168" y="35"/>
                      <a:pt x="166" y="39"/>
                    </a:cubicBezTo>
                    <a:cubicBezTo>
                      <a:pt x="165" y="45"/>
                      <a:pt x="162" y="52"/>
                      <a:pt x="161" y="59"/>
                    </a:cubicBezTo>
                    <a:cubicBezTo>
                      <a:pt x="156" y="70"/>
                      <a:pt x="153" y="82"/>
                      <a:pt x="149" y="93"/>
                    </a:cubicBezTo>
                    <a:cubicBezTo>
                      <a:pt x="149" y="94"/>
                      <a:pt x="149" y="94"/>
                      <a:pt x="149" y="95"/>
                    </a:cubicBezTo>
                    <a:cubicBezTo>
                      <a:pt x="148" y="98"/>
                      <a:pt x="148" y="101"/>
                      <a:pt x="148" y="104"/>
                    </a:cubicBezTo>
                    <a:cubicBezTo>
                      <a:pt x="147" y="109"/>
                      <a:pt x="147" y="113"/>
                      <a:pt x="146" y="119"/>
                    </a:cubicBezTo>
                    <a:cubicBezTo>
                      <a:pt x="145" y="126"/>
                      <a:pt x="145" y="133"/>
                      <a:pt x="144" y="141"/>
                    </a:cubicBezTo>
                    <a:cubicBezTo>
                      <a:pt x="143" y="148"/>
                      <a:pt x="143" y="155"/>
                      <a:pt x="142" y="162"/>
                    </a:cubicBezTo>
                    <a:lnTo>
                      <a:pt x="142" y="161"/>
                    </a:lnTo>
                    <a:cubicBezTo>
                      <a:pt x="141" y="175"/>
                      <a:pt x="140" y="190"/>
                      <a:pt x="138" y="204"/>
                    </a:cubicBezTo>
                    <a:cubicBezTo>
                      <a:pt x="137" y="218"/>
                      <a:pt x="135" y="232"/>
                      <a:pt x="132" y="246"/>
                    </a:cubicBezTo>
                    <a:cubicBezTo>
                      <a:pt x="131" y="253"/>
                      <a:pt x="125" y="258"/>
                      <a:pt x="118" y="257"/>
                    </a:cubicBezTo>
                    <a:cubicBezTo>
                      <a:pt x="110" y="256"/>
                      <a:pt x="106" y="248"/>
                      <a:pt x="108" y="241"/>
                    </a:cubicBezTo>
                    <a:cubicBezTo>
                      <a:pt x="109" y="237"/>
                      <a:pt x="110" y="233"/>
                      <a:pt x="111" y="229"/>
                    </a:cubicBezTo>
                    <a:cubicBezTo>
                      <a:pt x="115" y="209"/>
                      <a:pt x="117" y="189"/>
                      <a:pt x="119" y="168"/>
                    </a:cubicBezTo>
                    <a:cubicBezTo>
                      <a:pt x="116" y="176"/>
                      <a:pt x="112" y="185"/>
                      <a:pt x="107" y="193"/>
                    </a:cubicBezTo>
                    <a:cubicBezTo>
                      <a:pt x="106" y="196"/>
                      <a:pt x="105" y="198"/>
                      <a:pt x="103" y="200"/>
                    </a:cubicBezTo>
                    <a:cubicBezTo>
                      <a:pt x="103" y="202"/>
                      <a:pt x="103" y="204"/>
                      <a:pt x="102" y="206"/>
                    </a:cubicBezTo>
                    <a:cubicBezTo>
                      <a:pt x="101" y="207"/>
                      <a:pt x="99" y="208"/>
                      <a:pt x="98" y="210"/>
                    </a:cubicBezTo>
                    <a:cubicBezTo>
                      <a:pt x="96" y="212"/>
                      <a:pt x="95" y="214"/>
                      <a:pt x="94" y="217"/>
                    </a:cubicBezTo>
                    <a:cubicBezTo>
                      <a:pt x="89" y="224"/>
                      <a:pt x="83" y="232"/>
                      <a:pt x="77" y="238"/>
                    </a:cubicBezTo>
                    <a:cubicBezTo>
                      <a:pt x="71" y="244"/>
                      <a:pt x="66" y="249"/>
                      <a:pt x="59" y="253"/>
                    </a:cubicBezTo>
                    <a:cubicBezTo>
                      <a:pt x="55" y="255"/>
                      <a:pt x="52" y="257"/>
                      <a:pt x="48" y="258"/>
                    </a:cubicBezTo>
                    <a:cubicBezTo>
                      <a:pt x="46" y="259"/>
                      <a:pt x="43" y="259"/>
                      <a:pt x="40" y="259"/>
                    </a:cubicBezTo>
                    <a:cubicBezTo>
                      <a:pt x="39" y="259"/>
                      <a:pt x="37" y="259"/>
                      <a:pt x="35" y="25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" name="Google Shape;20;p2"/>
              <p:cNvSpPr/>
              <p:nvPr/>
            </p:nvSpPr>
            <p:spPr>
              <a:xfrm>
                <a:off x="269640" y="1362240"/>
                <a:ext cx="33120" cy="33480"/>
              </a:xfrm>
              <a:custGeom>
                <a:avLst/>
                <a:gdLst/>
                <a:ahLst/>
                <a:cxnLst/>
                <a:rect l="l" t="t" r="r" b="b"/>
                <a:pathLst>
                  <a:path w="92" h="93" extrusionOk="0">
                    <a:moveTo>
                      <a:pt x="70" y="89"/>
                    </a:moveTo>
                    <a:cubicBezTo>
                      <a:pt x="60" y="81"/>
                      <a:pt x="51" y="73"/>
                      <a:pt x="42" y="64"/>
                    </a:cubicBezTo>
                    <a:cubicBezTo>
                      <a:pt x="28" y="52"/>
                      <a:pt x="14" y="40"/>
                      <a:pt x="4" y="24"/>
                    </a:cubicBezTo>
                    <a:cubicBezTo>
                      <a:pt x="5" y="24"/>
                      <a:pt x="5" y="25"/>
                      <a:pt x="5" y="25"/>
                    </a:cubicBezTo>
                    <a:cubicBezTo>
                      <a:pt x="3" y="22"/>
                      <a:pt x="1" y="19"/>
                      <a:pt x="1" y="15"/>
                    </a:cubicBezTo>
                    <a:cubicBezTo>
                      <a:pt x="0" y="12"/>
                      <a:pt x="1" y="7"/>
                      <a:pt x="4" y="5"/>
                    </a:cubicBezTo>
                    <a:cubicBezTo>
                      <a:pt x="6" y="2"/>
                      <a:pt x="9" y="0"/>
                      <a:pt x="12" y="0"/>
                    </a:cubicBezTo>
                    <a:cubicBezTo>
                      <a:pt x="15" y="0"/>
                      <a:pt x="17" y="0"/>
                      <a:pt x="19" y="1"/>
                    </a:cubicBezTo>
                    <a:cubicBezTo>
                      <a:pt x="25" y="3"/>
                      <a:pt x="29" y="9"/>
                      <a:pt x="28" y="15"/>
                    </a:cubicBezTo>
                    <a:cubicBezTo>
                      <a:pt x="31" y="18"/>
                      <a:pt x="33" y="21"/>
                      <a:pt x="35" y="23"/>
                    </a:cubicBezTo>
                    <a:cubicBezTo>
                      <a:pt x="43" y="32"/>
                      <a:pt x="51" y="40"/>
                      <a:pt x="60" y="48"/>
                    </a:cubicBezTo>
                    <a:cubicBezTo>
                      <a:pt x="68" y="56"/>
                      <a:pt x="77" y="63"/>
                      <a:pt x="85" y="70"/>
                    </a:cubicBezTo>
                    <a:cubicBezTo>
                      <a:pt x="90" y="74"/>
                      <a:pt x="91" y="82"/>
                      <a:pt x="86" y="87"/>
                    </a:cubicBezTo>
                    <a:cubicBezTo>
                      <a:pt x="84" y="90"/>
                      <a:pt x="81" y="92"/>
                      <a:pt x="77" y="92"/>
                    </a:cubicBezTo>
                    <a:cubicBezTo>
                      <a:pt x="74" y="92"/>
                      <a:pt x="72" y="91"/>
                      <a:pt x="70" y="8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21;p2"/>
              <p:cNvSpPr/>
              <p:nvPr/>
            </p:nvSpPr>
            <p:spPr>
              <a:xfrm>
                <a:off x="271440" y="1362240"/>
                <a:ext cx="4032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35" extrusionOk="0">
                    <a:moveTo>
                      <a:pt x="12" y="134"/>
                    </a:moveTo>
                    <a:cubicBezTo>
                      <a:pt x="6" y="134"/>
                      <a:pt x="0" y="129"/>
                      <a:pt x="0" y="122"/>
                    </a:cubicBezTo>
                    <a:cubicBezTo>
                      <a:pt x="0" y="118"/>
                      <a:pt x="1" y="114"/>
                      <a:pt x="2" y="109"/>
                    </a:cubicBezTo>
                    <a:cubicBezTo>
                      <a:pt x="3" y="105"/>
                      <a:pt x="4" y="100"/>
                      <a:pt x="6" y="95"/>
                    </a:cubicBezTo>
                    <a:cubicBezTo>
                      <a:pt x="9" y="87"/>
                      <a:pt x="13" y="79"/>
                      <a:pt x="17" y="71"/>
                    </a:cubicBezTo>
                    <a:cubicBezTo>
                      <a:pt x="21" y="62"/>
                      <a:pt x="27" y="55"/>
                      <a:pt x="32" y="47"/>
                    </a:cubicBezTo>
                    <a:cubicBezTo>
                      <a:pt x="40" y="34"/>
                      <a:pt x="50" y="21"/>
                      <a:pt x="62" y="11"/>
                    </a:cubicBezTo>
                    <a:cubicBezTo>
                      <a:pt x="68" y="6"/>
                      <a:pt x="75" y="2"/>
                      <a:pt x="83" y="1"/>
                    </a:cubicBezTo>
                    <a:cubicBezTo>
                      <a:pt x="89" y="0"/>
                      <a:pt x="95" y="2"/>
                      <a:pt x="100" y="3"/>
                    </a:cubicBezTo>
                    <a:cubicBezTo>
                      <a:pt x="107" y="5"/>
                      <a:pt x="111" y="13"/>
                      <a:pt x="109" y="19"/>
                    </a:cubicBezTo>
                    <a:cubicBezTo>
                      <a:pt x="107" y="26"/>
                      <a:pt x="100" y="30"/>
                      <a:pt x="93" y="28"/>
                    </a:cubicBezTo>
                    <a:cubicBezTo>
                      <a:pt x="91" y="27"/>
                      <a:pt x="88" y="26"/>
                      <a:pt x="86" y="26"/>
                    </a:cubicBezTo>
                    <a:cubicBezTo>
                      <a:pt x="85" y="26"/>
                      <a:pt x="85" y="26"/>
                      <a:pt x="84" y="26"/>
                    </a:cubicBezTo>
                    <a:cubicBezTo>
                      <a:pt x="84" y="26"/>
                      <a:pt x="83" y="27"/>
                      <a:pt x="82" y="27"/>
                    </a:cubicBezTo>
                    <a:cubicBezTo>
                      <a:pt x="82" y="27"/>
                      <a:pt x="83" y="27"/>
                      <a:pt x="83" y="26"/>
                    </a:cubicBezTo>
                    <a:cubicBezTo>
                      <a:pt x="83" y="27"/>
                      <a:pt x="81" y="27"/>
                      <a:pt x="81" y="28"/>
                    </a:cubicBezTo>
                    <a:cubicBezTo>
                      <a:pt x="79" y="29"/>
                      <a:pt x="78" y="30"/>
                      <a:pt x="77" y="31"/>
                    </a:cubicBezTo>
                    <a:cubicBezTo>
                      <a:pt x="74" y="33"/>
                      <a:pt x="71" y="36"/>
                      <a:pt x="69" y="38"/>
                    </a:cubicBezTo>
                    <a:cubicBezTo>
                      <a:pt x="63" y="45"/>
                      <a:pt x="58" y="52"/>
                      <a:pt x="53" y="59"/>
                    </a:cubicBezTo>
                    <a:cubicBezTo>
                      <a:pt x="46" y="68"/>
                      <a:pt x="41" y="77"/>
                      <a:pt x="35" y="87"/>
                    </a:cubicBezTo>
                    <a:cubicBezTo>
                      <a:pt x="33" y="92"/>
                      <a:pt x="30" y="97"/>
                      <a:pt x="28" y="102"/>
                    </a:cubicBezTo>
                    <a:cubicBezTo>
                      <a:pt x="27" y="106"/>
                      <a:pt x="26" y="109"/>
                      <a:pt x="25" y="113"/>
                    </a:cubicBezTo>
                    <a:cubicBezTo>
                      <a:pt x="24" y="117"/>
                      <a:pt x="24" y="121"/>
                      <a:pt x="24" y="124"/>
                    </a:cubicBezTo>
                    <a:cubicBezTo>
                      <a:pt x="23" y="130"/>
                      <a:pt x="17" y="134"/>
                      <a:pt x="12" y="1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" name="Google Shape;22;p2"/>
              <p:cNvSpPr/>
              <p:nvPr/>
            </p:nvSpPr>
            <p:spPr>
              <a:xfrm>
                <a:off x="346320" y="1306080"/>
                <a:ext cx="50400" cy="133920"/>
              </a:xfrm>
              <a:custGeom>
                <a:avLst/>
                <a:gdLst/>
                <a:ahLst/>
                <a:cxnLst/>
                <a:rect l="l" t="t" r="r" b="b"/>
                <a:pathLst>
                  <a:path w="140" h="372" extrusionOk="0">
                    <a:moveTo>
                      <a:pt x="27" y="366"/>
                    </a:moveTo>
                    <a:cubicBezTo>
                      <a:pt x="21" y="364"/>
                      <a:pt x="16" y="362"/>
                      <a:pt x="11" y="359"/>
                    </a:cubicBezTo>
                    <a:cubicBezTo>
                      <a:pt x="9" y="357"/>
                      <a:pt x="7" y="354"/>
                      <a:pt x="5" y="352"/>
                    </a:cubicBezTo>
                    <a:cubicBezTo>
                      <a:pt x="3" y="349"/>
                      <a:pt x="2" y="346"/>
                      <a:pt x="2" y="343"/>
                    </a:cubicBezTo>
                    <a:cubicBezTo>
                      <a:pt x="0" y="336"/>
                      <a:pt x="4" y="329"/>
                      <a:pt x="10" y="328"/>
                    </a:cubicBezTo>
                    <a:cubicBezTo>
                      <a:pt x="17" y="327"/>
                      <a:pt x="23" y="331"/>
                      <a:pt x="26" y="337"/>
                    </a:cubicBezTo>
                    <a:cubicBezTo>
                      <a:pt x="26" y="338"/>
                      <a:pt x="26" y="338"/>
                      <a:pt x="26" y="339"/>
                    </a:cubicBezTo>
                    <a:lnTo>
                      <a:pt x="27" y="339"/>
                    </a:lnTo>
                    <a:lnTo>
                      <a:pt x="27" y="340"/>
                    </a:lnTo>
                    <a:lnTo>
                      <a:pt x="28" y="341"/>
                    </a:lnTo>
                    <a:cubicBezTo>
                      <a:pt x="30" y="342"/>
                      <a:pt x="33" y="343"/>
                      <a:pt x="35" y="343"/>
                    </a:cubicBezTo>
                    <a:cubicBezTo>
                      <a:pt x="38" y="345"/>
                      <a:pt x="41" y="345"/>
                      <a:pt x="44" y="346"/>
                    </a:cubicBezTo>
                    <a:cubicBezTo>
                      <a:pt x="47" y="346"/>
                      <a:pt x="49" y="347"/>
                      <a:pt x="51" y="347"/>
                    </a:cubicBezTo>
                    <a:cubicBezTo>
                      <a:pt x="53" y="348"/>
                      <a:pt x="55" y="348"/>
                      <a:pt x="58" y="348"/>
                    </a:cubicBezTo>
                    <a:cubicBezTo>
                      <a:pt x="59" y="347"/>
                      <a:pt x="62" y="347"/>
                      <a:pt x="63" y="347"/>
                    </a:cubicBezTo>
                    <a:cubicBezTo>
                      <a:pt x="65" y="346"/>
                      <a:pt x="66" y="346"/>
                      <a:pt x="68" y="346"/>
                    </a:cubicBezTo>
                    <a:cubicBezTo>
                      <a:pt x="69" y="345"/>
                      <a:pt x="70" y="345"/>
                      <a:pt x="70" y="345"/>
                    </a:cubicBezTo>
                    <a:cubicBezTo>
                      <a:pt x="71" y="345"/>
                      <a:pt x="71" y="344"/>
                      <a:pt x="72" y="344"/>
                    </a:cubicBezTo>
                    <a:cubicBezTo>
                      <a:pt x="72" y="343"/>
                      <a:pt x="73" y="343"/>
                      <a:pt x="73" y="343"/>
                    </a:cubicBezTo>
                    <a:cubicBezTo>
                      <a:pt x="74" y="342"/>
                      <a:pt x="74" y="342"/>
                      <a:pt x="75" y="341"/>
                    </a:cubicBezTo>
                    <a:cubicBezTo>
                      <a:pt x="76" y="341"/>
                      <a:pt x="76" y="340"/>
                      <a:pt x="76" y="339"/>
                    </a:cubicBezTo>
                    <a:lnTo>
                      <a:pt x="77" y="339"/>
                    </a:lnTo>
                    <a:lnTo>
                      <a:pt x="77" y="338"/>
                    </a:lnTo>
                    <a:cubicBezTo>
                      <a:pt x="77" y="339"/>
                      <a:pt x="77" y="339"/>
                      <a:pt x="77" y="339"/>
                    </a:cubicBezTo>
                    <a:cubicBezTo>
                      <a:pt x="77" y="338"/>
                      <a:pt x="77" y="337"/>
                      <a:pt x="78" y="336"/>
                    </a:cubicBezTo>
                    <a:cubicBezTo>
                      <a:pt x="79" y="335"/>
                      <a:pt x="79" y="334"/>
                      <a:pt x="79" y="332"/>
                    </a:cubicBezTo>
                    <a:cubicBezTo>
                      <a:pt x="80" y="329"/>
                      <a:pt x="80" y="327"/>
                      <a:pt x="80" y="325"/>
                    </a:cubicBezTo>
                    <a:cubicBezTo>
                      <a:pt x="80" y="321"/>
                      <a:pt x="80" y="317"/>
                      <a:pt x="80" y="312"/>
                    </a:cubicBezTo>
                    <a:cubicBezTo>
                      <a:pt x="80" y="306"/>
                      <a:pt x="79" y="300"/>
                      <a:pt x="78" y="294"/>
                    </a:cubicBezTo>
                    <a:cubicBezTo>
                      <a:pt x="77" y="289"/>
                      <a:pt x="76" y="283"/>
                      <a:pt x="74" y="278"/>
                    </a:cubicBezTo>
                    <a:cubicBezTo>
                      <a:pt x="72" y="271"/>
                      <a:pt x="70" y="265"/>
                      <a:pt x="69" y="259"/>
                    </a:cubicBezTo>
                    <a:cubicBezTo>
                      <a:pt x="65" y="247"/>
                      <a:pt x="61" y="235"/>
                      <a:pt x="57" y="223"/>
                    </a:cubicBezTo>
                    <a:cubicBezTo>
                      <a:pt x="56" y="219"/>
                      <a:pt x="55" y="215"/>
                      <a:pt x="54" y="211"/>
                    </a:cubicBezTo>
                    <a:cubicBezTo>
                      <a:pt x="53" y="208"/>
                      <a:pt x="52" y="205"/>
                      <a:pt x="51" y="203"/>
                    </a:cubicBezTo>
                    <a:cubicBezTo>
                      <a:pt x="49" y="196"/>
                      <a:pt x="48" y="189"/>
                      <a:pt x="46" y="181"/>
                    </a:cubicBezTo>
                    <a:cubicBezTo>
                      <a:pt x="42" y="167"/>
                      <a:pt x="41" y="152"/>
                      <a:pt x="40" y="138"/>
                    </a:cubicBezTo>
                    <a:cubicBezTo>
                      <a:pt x="40" y="130"/>
                      <a:pt x="40" y="122"/>
                      <a:pt x="41" y="113"/>
                    </a:cubicBezTo>
                    <a:cubicBezTo>
                      <a:pt x="42" y="103"/>
                      <a:pt x="44" y="95"/>
                      <a:pt x="47" y="85"/>
                    </a:cubicBezTo>
                    <a:cubicBezTo>
                      <a:pt x="50" y="73"/>
                      <a:pt x="55" y="59"/>
                      <a:pt x="61" y="47"/>
                    </a:cubicBezTo>
                    <a:cubicBezTo>
                      <a:pt x="67" y="35"/>
                      <a:pt x="74" y="23"/>
                      <a:pt x="85" y="14"/>
                    </a:cubicBezTo>
                    <a:cubicBezTo>
                      <a:pt x="94" y="6"/>
                      <a:pt x="107" y="0"/>
                      <a:pt x="119" y="4"/>
                    </a:cubicBezTo>
                    <a:cubicBezTo>
                      <a:pt x="131" y="7"/>
                      <a:pt x="136" y="20"/>
                      <a:pt x="138" y="31"/>
                    </a:cubicBezTo>
                    <a:cubicBezTo>
                      <a:pt x="139" y="34"/>
                      <a:pt x="139" y="36"/>
                      <a:pt x="139" y="39"/>
                    </a:cubicBezTo>
                    <a:cubicBezTo>
                      <a:pt x="139" y="43"/>
                      <a:pt x="138" y="46"/>
                      <a:pt x="137" y="50"/>
                    </a:cubicBezTo>
                    <a:cubicBezTo>
                      <a:pt x="136" y="57"/>
                      <a:pt x="134" y="64"/>
                      <a:pt x="131" y="70"/>
                    </a:cubicBezTo>
                    <a:cubicBezTo>
                      <a:pt x="127" y="80"/>
                      <a:pt x="120" y="92"/>
                      <a:pt x="108" y="92"/>
                    </a:cubicBezTo>
                    <a:cubicBezTo>
                      <a:pt x="103" y="92"/>
                      <a:pt x="99" y="89"/>
                      <a:pt x="95" y="86"/>
                    </a:cubicBezTo>
                    <a:cubicBezTo>
                      <a:pt x="91" y="82"/>
                      <a:pt x="90" y="76"/>
                      <a:pt x="90" y="70"/>
                    </a:cubicBezTo>
                    <a:cubicBezTo>
                      <a:pt x="89" y="64"/>
                      <a:pt x="90" y="57"/>
                      <a:pt x="91" y="51"/>
                    </a:cubicBezTo>
                    <a:cubicBezTo>
                      <a:pt x="92" y="44"/>
                      <a:pt x="98" y="39"/>
                      <a:pt x="105" y="40"/>
                    </a:cubicBezTo>
                    <a:cubicBezTo>
                      <a:pt x="109" y="41"/>
                      <a:pt x="112" y="43"/>
                      <a:pt x="114" y="46"/>
                    </a:cubicBezTo>
                    <a:cubicBezTo>
                      <a:pt x="114" y="45"/>
                      <a:pt x="114" y="43"/>
                      <a:pt x="114" y="42"/>
                    </a:cubicBezTo>
                    <a:cubicBezTo>
                      <a:pt x="115" y="40"/>
                      <a:pt x="115" y="37"/>
                      <a:pt x="115" y="35"/>
                    </a:cubicBezTo>
                    <a:cubicBezTo>
                      <a:pt x="115" y="34"/>
                      <a:pt x="114" y="34"/>
                      <a:pt x="114" y="34"/>
                    </a:cubicBezTo>
                    <a:cubicBezTo>
                      <a:pt x="114" y="33"/>
                      <a:pt x="114" y="32"/>
                      <a:pt x="114" y="32"/>
                    </a:cubicBezTo>
                    <a:cubicBezTo>
                      <a:pt x="114" y="31"/>
                      <a:pt x="113" y="29"/>
                      <a:pt x="112" y="28"/>
                    </a:cubicBezTo>
                    <a:cubicBezTo>
                      <a:pt x="112" y="27"/>
                      <a:pt x="112" y="27"/>
                      <a:pt x="112" y="27"/>
                    </a:cubicBezTo>
                    <a:lnTo>
                      <a:pt x="111" y="27"/>
                    </a:lnTo>
                    <a:lnTo>
                      <a:pt x="110" y="27"/>
                    </a:lnTo>
                    <a:lnTo>
                      <a:pt x="109" y="27"/>
                    </a:lnTo>
                    <a:lnTo>
                      <a:pt x="108" y="28"/>
                    </a:lnTo>
                    <a:lnTo>
                      <a:pt x="109" y="27"/>
                    </a:lnTo>
                    <a:cubicBezTo>
                      <a:pt x="108" y="28"/>
                      <a:pt x="108" y="28"/>
                      <a:pt x="107" y="28"/>
                    </a:cubicBezTo>
                    <a:cubicBezTo>
                      <a:pt x="106" y="28"/>
                      <a:pt x="105" y="29"/>
                      <a:pt x="104" y="29"/>
                    </a:cubicBezTo>
                    <a:cubicBezTo>
                      <a:pt x="103" y="30"/>
                      <a:pt x="102" y="31"/>
                      <a:pt x="101" y="32"/>
                    </a:cubicBezTo>
                    <a:cubicBezTo>
                      <a:pt x="100" y="33"/>
                      <a:pt x="98" y="34"/>
                      <a:pt x="97" y="36"/>
                    </a:cubicBezTo>
                    <a:cubicBezTo>
                      <a:pt x="95" y="38"/>
                      <a:pt x="93" y="41"/>
                      <a:pt x="90" y="44"/>
                    </a:cubicBezTo>
                    <a:cubicBezTo>
                      <a:pt x="87" y="49"/>
                      <a:pt x="84" y="53"/>
                      <a:pt x="81" y="59"/>
                    </a:cubicBezTo>
                    <a:cubicBezTo>
                      <a:pt x="79" y="65"/>
                      <a:pt x="76" y="71"/>
                      <a:pt x="73" y="78"/>
                    </a:cubicBezTo>
                    <a:cubicBezTo>
                      <a:pt x="70" y="86"/>
                      <a:pt x="68" y="94"/>
                      <a:pt x="66" y="102"/>
                    </a:cubicBezTo>
                    <a:cubicBezTo>
                      <a:pt x="65" y="110"/>
                      <a:pt x="63" y="119"/>
                      <a:pt x="62" y="128"/>
                    </a:cubicBezTo>
                    <a:cubicBezTo>
                      <a:pt x="62" y="132"/>
                      <a:pt x="62" y="136"/>
                      <a:pt x="62" y="140"/>
                    </a:cubicBezTo>
                    <a:cubicBezTo>
                      <a:pt x="63" y="150"/>
                      <a:pt x="64" y="159"/>
                      <a:pt x="66" y="169"/>
                    </a:cubicBezTo>
                    <a:cubicBezTo>
                      <a:pt x="66" y="170"/>
                      <a:pt x="66" y="170"/>
                      <a:pt x="66" y="170"/>
                    </a:cubicBezTo>
                    <a:cubicBezTo>
                      <a:pt x="68" y="179"/>
                      <a:pt x="70" y="188"/>
                      <a:pt x="73" y="197"/>
                    </a:cubicBezTo>
                    <a:cubicBezTo>
                      <a:pt x="73" y="201"/>
                      <a:pt x="74" y="204"/>
                      <a:pt x="76" y="208"/>
                    </a:cubicBezTo>
                    <a:cubicBezTo>
                      <a:pt x="77" y="211"/>
                      <a:pt x="78" y="215"/>
                      <a:pt x="79" y="219"/>
                    </a:cubicBezTo>
                    <a:lnTo>
                      <a:pt x="79" y="220"/>
                    </a:lnTo>
                    <a:cubicBezTo>
                      <a:pt x="79" y="219"/>
                      <a:pt x="79" y="219"/>
                      <a:pt x="79" y="219"/>
                    </a:cubicBezTo>
                    <a:cubicBezTo>
                      <a:pt x="81" y="226"/>
                      <a:pt x="83" y="233"/>
                      <a:pt x="86" y="240"/>
                    </a:cubicBezTo>
                    <a:cubicBezTo>
                      <a:pt x="86" y="239"/>
                      <a:pt x="86" y="239"/>
                      <a:pt x="86" y="239"/>
                    </a:cubicBezTo>
                    <a:cubicBezTo>
                      <a:pt x="94" y="263"/>
                      <a:pt x="102" y="288"/>
                      <a:pt x="103" y="314"/>
                    </a:cubicBezTo>
                    <a:cubicBezTo>
                      <a:pt x="104" y="321"/>
                      <a:pt x="104" y="327"/>
                      <a:pt x="103" y="334"/>
                    </a:cubicBezTo>
                    <a:cubicBezTo>
                      <a:pt x="102" y="341"/>
                      <a:pt x="100" y="346"/>
                      <a:pt x="97" y="352"/>
                    </a:cubicBezTo>
                    <a:cubicBezTo>
                      <a:pt x="94" y="357"/>
                      <a:pt x="89" y="362"/>
                      <a:pt x="84" y="364"/>
                    </a:cubicBezTo>
                    <a:cubicBezTo>
                      <a:pt x="78" y="368"/>
                      <a:pt x="72" y="370"/>
                      <a:pt x="66" y="371"/>
                    </a:cubicBezTo>
                    <a:cubicBezTo>
                      <a:pt x="62" y="371"/>
                      <a:pt x="59" y="371"/>
                      <a:pt x="56" y="371"/>
                    </a:cubicBezTo>
                    <a:cubicBezTo>
                      <a:pt x="46" y="371"/>
                      <a:pt x="36" y="369"/>
                      <a:pt x="27" y="3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23;p2"/>
              <p:cNvSpPr/>
              <p:nvPr/>
            </p:nvSpPr>
            <p:spPr>
              <a:xfrm>
                <a:off x="358560" y="1446840"/>
                <a:ext cx="32760" cy="35280"/>
              </a:xfrm>
              <a:custGeom>
                <a:avLst/>
                <a:gdLst/>
                <a:ahLst/>
                <a:cxnLst/>
                <a:rect l="l" t="t" r="r" b="b"/>
                <a:pathLst>
                  <a:path w="91" h="98" extrusionOk="0">
                    <a:moveTo>
                      <a:pt x="21" y="93"/>
                    </a:moveTo>
                    <a:cubicBezTo>
                      <a:pt x="15" y="91"/>
                      <a:pt x="12" y="86"/>
                      <a:pt x="9" y="82"/>
                    </a:cubicBezTo>
                    <a:cubicBezTo>
                      <a:pt x="3" y="72"/>
                      <a:pt x="0" y="61"/>
                      <a:pt x="2" y="50"/>
                    </a:cubicBezTo>
                    <a:cubicBezTo>
                      <a:pt x="3" y="44"/>
                      <a:pt x="4" y="39"/>
                      <a:pt x="7" y="35"/>
                    </a:cubicBezTo>
                    <a:cubicBezTo>
                      <a:pt x="11" y="31"/>
                      <a:pt x="15" y="29"/>
                      <a:pt x="21" y="30"/>
                    </a:cubicBezTo>
                    <a:cubicBezTo>
                      <a:pt x="28" y="31"/>
                      <a:pt x="31" y="38"/>
                      <a:pt x="33" y="45"/>
                    </a:cubicBezTo>
                    <a:cubicBezTo>
                      <a:pt x="36" y="51"/>
                      <a:pt x="33" y="58"/>
                      <a:pt x="26" y="61"/>
                    </a:cubicBezTo>
                    <a:cubicBezTo>
                      <a:pt x="27" y="61"/>
                      <a:pt x="27" y="62"/>
                      <a:pt x="27" y="63"/>
                    </a:cubicBezTo>
                    <a:cubicBezTo>
                      <a:pt x="28" y="64"/>
                      <a:pt x="28" y="65"/>
                      <a:pt x="29" y="67"/>
                    </a:cubicBezTo>
                    <a:cubicBezTo>
                      <a:pt x="29" y="68"/>
                      <a:pt x="30" y="69"/>
                      <a:pt x="31" y="70"/>
                    </a:cubicBezTo>
                    <a:cubicBezTo>
                      <a:pt x="31" y="71"/>
                      <a:pt x="31" y="71"/>
                      <a:pt x="31" y="71"/>
                    </a:cubicBezTo>
                    <a:lnTo>
                      <a:pt x="32" y="71"/>
                    </a:lnTo>
                    <a:lnTo>
                      <a:pt x="32" y="72"/>
                    </a:lnTo>
                    <a:cubicBezTo>
                      <a:pt x="33" y="72"/>
                      <a:pt x="33" y="72"/>
                      <a:pt x="33" y="72"/>
                    </a:cubicBezTo>
                    <a:lnTo>
                      <a:pt x="34" y="72"/>
                    </a:lnTo>
                    <a:lnTo>
                      <a:pt x="35" y="72"/>
                    </a:lnTo>
                    <a:lnTo>
                      <a:pt x="36" y="72"/>
                    </a:lnTo>
                    <a:cubicBezTo>
                      <a:pt x="37" y="71"/>
                      <a:pt x="37" y="71"/>
                      <a:pt x="38" y="71"/>
                    </a:cubicBezTo>
                    <a:lnTo>
                      <a:pt x="39" y="70"/>
                    </a:lnTo>
                    <a:cubicBezTo>
                      <a:pt x="41" y="69"/>
                      <a:pt x="42" y="68"/>
                      <a:pt x="44" y="67"/>
                    </a:cubicBezTo>
                    <a:cubicBezTo>
                      <a:pt x="45" y="65"/>
                      <a:pt x="47" y="64"/>
                      <a:pt x="49" y="63"/>
                    </a:cubicBezTo>
                    <a:cubicBezTo>
                      <a:pt x="50" y="61"/>
                      <a:pt x="52" y="59"/>
                      <a:pt x="53" y="57"/>
                    </a:cubicBezTo>
                    <a:cubicBezTo>
                      <a:pt x="55" y="54"/>
                      <a:pt x="57" y="50"/>
                      <a:pt x="59" y="47"/>
                    </a:cubicBezTo>
                    <a:cubicBezTo>
                      <a:pt x="60" y="44"/>
                      <a:pt x="62" y="42"/>
                      <a:pt x="63" y="39"/>
                    </a:cubicBezTo>
                    <a:cubicBezTo>
                      <a:pt x="63" y="37"/>
                      <a:pt x="64" y="35"/>
                      <a:pt x="64" y="33"/>
                    </a:cubicBezTo>
                    <a:cubicBezTo>
                      <a:pt x="64" y="34"/>
                      <a:pt x="64" y="35"/>
                      <a:pt x="64" y="35"/>
                    </a:cubicBezTo>
                    <a:cubicBezTo>
                      <a:pt x="64" y="33"/>
                      <a:pt x="64" y="32"/>
                      <a:pt x="65" y="31"/>
                    </a:cubicBezTo>
                    <a:lnTo>
                      <a:pt x="65" y="32"/>
                    </a:lnTo>
                    <a:cubicBezTo>
                      <a:pt x="65" y="31"/>
                      <a:pt x="65" y="29"/>
                      <a:pt x="65" y="28"/>
                    </a:cubicBezTo>
                    <a:cubicBezTo>
                      <a:pt x="65" y="29"/>
                      <a:pt x="65" y="29"/>
                      <a:pt x="65" y="30"/>
                    </a:cubicBezTo>
                    <a:cubicBezTo>
                      <a:pt x="65" y="29"/>
                      <a:pt x="65" y="28"/>
                      <a:pt x="65" y="27"/>
                    </a:cubicBezTo>
                    <a:lnTo>
                      <a:pt x="64" y="26"/>
                    </a:lnTo>
                    <a:lnTo>
                      <a:pt x="64" y="25"/>
                    </a:lnTo>
                    <a:lnTo>
                      <a:pt x="63" y="25"/>
                    </a:lnTo>
                    <a:lnTo>
                      <a:pt x="63" y="24"/>
                    </a:lnTo>
                    <a:cubicBezTo>
                      <a:pt x="62" y="24"/>
                      <a:pt x="61" y="24"/>
                      <a:pt x="60" y="24"/>
                    </a:cubicBezTo>
                    <a:cubicBezTo>
                      <a:pt x="61" y="24"/>
                      <a:pt x="61" y="24"/>
                      <a:pt x="62" y="24"/>
                    </a:cubicBezTo>
                    <a:cubicBezTo>
                      <a:pt x="61" y="24"/>
                      <a:pt x="61" y="24"/>
                      <a:pt x="61" y="24"/>
                    </a:cubicBezTo>
                    <a:cubicBezTo>
                      <a:pt x="60" y="24"/>
                      <a:pt x="60" y="24"/>
                      <a:pt x="59" y="24"/>
                    </a:cubicBezTo>
                    <a:cubicBezTo>
                      <a:pt x="57" y="24"/>
                      <a:pt x="55" y="25"/>
                      <a:pt x="53" y="25"/>
                    </a:cubicBezTo>
                    <a:cubicBezTo>
                      <a:pt x="47" y="26"/>
                      <a:pt x="40" y="21"/>
                      <a:pt x="40" y="14"/>
                    </a:cubicBezTo>
                    <a:cubicBezTo>
                      <a:pt x="39" y="8"/>
                      <a:pt x="44" y="2"/>
                      <a:pt x="50" y="1"/>
                    </a:cubicBezTo>
                    <a:cubicBezTo>
                      <a:pt x="56" y="0"/>
                      <a:pt x="61" y="0"/>
                      <a:pt x="67" y="1"/>
                    </a:cubicBezTo>
                    <a:cubicBezTo>
                      <a:pt x="73" y="2"/>
                      <a:pt x="78" y="5"/>
                      <a:pt x="82" y="10"/>
                    </a:cubicBezTo>
                    <a:cubicBezTo>
                      <a:pt x="90" y="19"/>
                      <a:pt x="89" y="33"/>
                      <a:pt x="86" y="44"/>
                    </a:cubicBezTo>
                    <a:cubicBezTo>
                      <a:pt x="84" y="50"/>
                      <a:pt x="82" y="55"/>
                      <a:pt x="79" y="60"/>
                    </a:cubicBezTo>
                    <a:cubicBezTo>
                      <a:pt x="75" y="66"/>
                      <a:pt x="72" y="72"/>
                      <a:pt x="68" y="77"/>
                    </a:cubicBezTo>
                    <a:cubicBezTo>
                      <a:pt x="64" y="82"/>
                      <a:pt x="59" y="86"/>
                      <a:pt x="53" y="90"/>
                    </a:cubicBezTo>
                    <a:cubicBezTo>
                      <a:pt x="48" y="93"/>
                      <a:pt x="42" y="96"/>
                      <a:pt x="36" y="96"/>
                    </a:cubicBezTo>
                    <a:cubicBezTo>
                      <a:pt x="35" y="97"/>
                      <a:pt x="34" y="97"/>
                      <a:pt x="33" y="97"/>
                    </a:cubicBezTo>
                    <a:cubicBezTo>
                      <a:pt x="29" y="97"/>
                      <a:pt x="25" y="96"/>
                      <a:pt x="21" y="9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" name="Google Shape;24;p2"/>
              <p:cNvSpPr/>
              <p:nvPr/>
            </p:nvSpPr>
            <p:spPr>
              <a:xfrm>
                <a:off x="344880" y="1253880"/>
                <a:ext cx="24480" cy="52920"/>
              </a:xfrm>
              <a:custGeom>
                <a:avLst/>
                <a:gdLst/>
                <a:ahLst/>
                <a:cxnLst/>
                <a:rect l="l" t="t" r="r" b="b"/>
                <a:pathLst>
                  <a:path w="68" h="147" extrusionOk="0">
                    <a:moveTo>
                      <a:pt x="17" y="135"/>
                    </a:moveTo>
                    <a:cubicBezTo>
                      <a:pt x="17" y="128"/>
                      <a:pt x="17" y="121"/>
                      <a:pt x="17" y="114"/>
                    </a:cubicBezTo>
                    <a:cubicBezTo>
                      <a:pt x="17" y="112"/>
                      <a:pt x="17" y="109"/>
                      <a:pt x="18" y="107"/>
                    </a:cubicBezTo>
                    <a:cubicBezTo>
                      <a:pt x="18" y="105"/>
                      <a:pt x="18" y="103"/>
                      <a:pt x="18" y="101"/>
                    </a:cubicBezTo>
                    <a:cubicBezTo>
                      <a:pt x="18" y="98"/>
                      <a:pt x="18" y="95"/>
                      <a:pt x="19" y="92"/>
                    </a:cubicBezTo>
                    <a:cubicBezTo>
                      <a:pt x="16" y="93"/>
                      <a:pt x="14" y="93"/>
                      <a:pt x="11" y="92"/>
                    </a:cubicBezTo>
                    <a:cubicBezTo>
                      <a:pt x="4" y="90"/>
                      <a:pt x="0" y="82"/>
                      <a:pt x="3" y="75"/>
                    </a:cubicBezTo>
                    <a:cubicBezTo>
                      <a:pt x="6" y="69"/>
                      <a:pt x="10" y="63"/>
                      <a:pt x="14" y="57"/>
                    </a:cubicBezTo>
                    <a:cubicBezTo>
                      <a:pt x="17" y="53"/>
                      <a:pt x="20" y="49"/>
                      <a:pt x="23" y="45"/>
                    </a:cubicBezTo>
                    <a:cubicBezTo>
                      <a:pt x="27" y="39"/>
                      <a:pt x="31" y="33"/>
                      <a:pt x="34" y="27"/>
                    </a:cubicBezTo>
                    <a:cubicBezTo>
                      <a:pt x="35" y="26"/>
                      <a:pt x="35" y="25"/>
                      <a:pt x="35" y="24"/>
                    </a:cubicBezTo>
                    <a:cubicBezTo>
                      <a:pt x="37" y="19"/>
                      <a:pt x="39" y="14"/>
                      <a:pt x="41" y="10"/>
                    </a:cubicBezTo>
                    <a:cubicBezTo>
                      <a:pt x="42" y="9"/>
                      <a:pt x="44" y="7"/>
                      <a:pt x="44" y="6"/>
                    </a:cubicBezTo>
                    <a:cubicBezTo>
                      <a:pt x="48" y="1"/>
                      <a:pt x="54" y="0"/>
                      <a:pt x="59" y="3"/>
                    </a:cubicBezTo>
                    <a:cubicBezTo>
                      <a:pt x="64" y="5"/>
                      <a:pt x="67" y="11"/>
                      <a:pt x="66" y="17"/>
                    </a:cubicBezTo>
                    <a:cubicBezTo>
                      <a:pt x="64" y="23"/>
                      <a:pt x="61" y="29"/>
                      <a:pt x="58" y="34"/>
                    </a:cubicBezTo>
                    <a:cubicBezTo>
                      <a:pt x="58" y="35"/>
                      <a:pt x="57" y="36"/>
                      <a:pt x="56" y="37"/>
                    </a:cubicBezTo>
                    <a:cubicBezTo>
                      <a:pt x="55" y="40"/>
                      <a:pt x="53" y="44"/>
                      <a:pt x="52" y="47"/>
                    </a:cubicBezTo>
                    <a:cubicBezTo>
                      <a:pt x="51" y="52"/>
                      <a:pt x="50" y="56"/>
                      <a:pt x="48" y="60"/>
                    </a:cubicBezTo>
                    <a:cubicBezTo>
                      <a:pt x="47" y="64"/>
                      <a:pt x="46" y="68"/>
                      <a:pt x="45" y="71"/>
                    </a:cubicBezTo>
                    <a:cubicBezTo>
                      <a:pt x="45" y="75"/>
                      <a:pt x="44" y="79"/>
                      <a:pt x="44" y="83"/>
                    </a:cubicBezTo>
                    <a:cubicBezTo>
                      <a:pt x="43" y="86"/>
                      <a:pt x="43" y="89"/>
                      <a:pt x="42" y="92"/>
                    </a:cubicBezTo>
                    <a:cubicBezTo>
                      <a:pt x="42" y="105"/>
                      <a:pt x="41" y="118"/>
                      <a:pt x="42" y="131"/>
                    </a:cubicBezTo>
                    <a:cubicBezTo>
                      <a:pt x="42" y="131"/>
                      <a:pt x="42" y="132"/>
                      <a:pt x="42" y="133"/>
                    </a:cubicBezTo>
                    <a:cubicBezTo>
                      <a:pt x="42" y="139"/>
                      <a:pt x="38" y="145"/>
                      <a:pt x="31" y="146"/>
                    </a:cubicBezTo>
                    <a:cubicBezTo>
                      <a:pt x="30" y="146"/>
                      <a:pt x="30" y="146"/>
                      <a:pt x="30" y="146"/>
                    </a:cubicBezTo>
                    <a:cubicBezTo>
                      <a:pt x="23" y="146"/>
                      <a:pt x="17" y="142"/>
                      <a:pt x="17" y="1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25;p2"/>
              <p:cNvSpPr/>
              <p:nvPr/>
            </p:nvSpPr>
            <p:spPr>
              <a:xfrm>
                <a:off x="384120" y="1273680"/>
                <a:ext cx="3240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90" h="35" extrusionOk="0">
                    <a:moveTo>
                      <a:pt x="11" y="33"/>
                    </a:moveTo>
                    <a:cubicBezTo>
                      <a:pt x="6" y="33"/>
                      <a:pt x="0" y="28"/>
                      <a:pt x="0" y="23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16"/>
                      <a:pt x="3" y="12"/>
                      <a:pt x="8" y="9"/>
                    </a:cubicBezTo>
                    <a:cubicBezTo>
                      <a:pt x="9" y="8"/>
                      <a:pt x="11" y="8"/>
                      <a:pt x="13" y="8"/>
                    </a:cubicBezTo>
                    <a:cubicBezTo>
                      <a:pt x="12" y="8"/>
                      <a:pt x="11" y="8"/>
                      <a:pt x="11" y="8"/>
                    </a:cubicBezTo>
                    <a:cubicBezTo>
                      <a:pt x="21" y="5"/>
                      <a:pt x="31" y="4"/>
                      <a:pt x="41" y="2"/>
                    </a:cubicBezTo>
                    <a:cubicBezTo>
                      <a:pt x="53" y="1"/>
                      <a:pt x="64" y="1"/>
                      <a:pt x="77" y="0"/>
                    </a:cubicBezTo>
                    <a:cubicBezTo>
                      <a:pt x="83" y="0"/>
                      <a:pt x="89" y="6"/>
                      <a:pt x="88" y="12"/>
                    </a:cubicBezTo>
                    <a:cubicBezTo>
                      <a:pt x="88" y="19"/>
                      <a:pt x="83" y="24"/>
                      <a:pt x="77" y="24"/>
                    </a:cubicBezTo>
                    <a:cubicBezTo>
                      <a:pt x="74" y="24"/>
                      <a:pt x="73" y="24"/>
                      <a:pt x="71" y="24"/>
                    </a:cubicBezTo>
                    <a:lnTo>
                      <a:pt x="70" y="24"/>
                    </a:lnTo>
                    <a:lnTo>
                      <a:pt x="69" y="24"/>
                    </a:lnTo>
                    <a:lnTo>
                      <a:pt x="70" y="24"/>
                    </a:lnTo>
                    <a:cubicBezTo>
                      <a:pt x="64" y="24"/>
                      <a:pt x="60" y="25"/>
                      <a:pt x="55" y="26"/>
                    </a:cubicBezTo>
                    <a:cubicBezTo>
                      <a:pt x="49" y="26"/>
                      <a:pt x="45" y="27"/>
                      <a:pt x="39" y="27"/>
                    </a:cubicBezTo>
                    <a:lnTo>
                      <a:pt x="38" y="27"/>
                    </a:lnTo>
                    <a:cubicBezTo>
                      <a:pt x="39" y="27"/>
                      <a:pt x="39" y="27"/>
                      <a:pt x="39" y="27"/>
                    </a:cubicBezTo>
                    <a:cubicBezTo>
                      <a:pt x="38" y="27"/>
                      <a:pt x="38" y="27"/>
                      <a:pt x="37" y="28"/>
                    </a:cubicBezTo>
                    <a:cubicBezTo>
                      <a:pt x="36" y="28"/>
                      <a:pt x="35" y="28"/>
                      <a:pt x="34" y="29"/>
                    </a:cubicBezTo>
                    <a:lnTo>
                      <a:pt x="34" y="28"/>
                    </a:lnTo>
                    <a:cubicBezTo>
                      <a:pt x="34" y="29"/>
                      <a:pt x="34" y="29"/>
                      <a:pt x="34" y="29"/>
                    </a:cubicBezTo>
                    <a:cubicBezTo>
                      <a:pt x="33" y="29"/>
                      <a:pt x="32" y="29"/>
                      <a:pt x="32" y="29"/>
                    </a:cubicBezTo>
                    <a:cubicBezTo>
                      <a:pt x="31" y="29"/>
                      <a:pt x="31" y="29"/>
                      <a:pt x="31" y="29"/>
                    </a:cubicBezTo>
                    <a:cubicBezTo>
                      <a:pt x="27" y="30"/>
                      <a:pt x="23" y="31"/>
                      <a:pt x="19" y="32"/>
                    </a:cubicBezTo>
                    <a:cubicBezTo>
                      <a:pt x="17" y="33"/>
                      <a:pt x="15" y="34"/>
                      <a:pt x="13" y="34"/>
                    </a:cubicBezTo>
                    <a:cubicBezTo>
                      <a:pt x="12" y="34"/>
                      <a:pt x="11" y="34"/>
                      <a:pt x="11" y="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" name="Google Shape;26;p2"/>
              <p:cNvSpPr/>
              <p:nvPr/>
            </p:nvSpPr>
            <p:spPr>
              <a:xfrm>
                <a:off x="426600" y="1253880"/>
                <a:ext cx="31680" cy="33840"/>
              </a:xfrm>
              <a:custGeom>
                <a:avLst/>
                <a:gdLst/>
                <a:ahLst/>
                <a:cxnLst/>
                <a:rect l="l" t="t" r="r" b="b"/>
                <a:pathLst>
                  <a:path w="88" h="94" extrusionOk="0">
                    <a:moveTo>
                      <a:pt x="65" y="89"/>
                    </a:moveTo>
                    <a:cubicBezTo>
                      <a:pt x="55" y="78"/>
                      <a:pt x="46" y="67"/>
                      <a:pt x="36" y="56"/>
                    </a:cubicBezTo>
                    <a:cubicBezTo>
                      <a:pt x="30" y="51"/>
                      <a:pt x="26" y="46"/>
                      <a:pt x="21" y="41"/>
                    </a:cubicBezTo>
                    <a:cubicBezTo>
                      <a:pt x="18" y="37"/>
                      <a:pt x="14" y="32"/>
                      <a:pt x="10" y="28"/>
                    </a:cubicBezTo>
                    <a:cubicBezTo>
                      <a:pt x="6" y="27"/>
                      <a:pt x="3" y="24"/>
                      <a:pt x="2" y="20"/>
                    </a:cubicBezTo>
                    <a:cubicBezTo>
                      <a:pt x="1" y="18"/>
                      <a:pt x="1" y="17"/>
                      <a:pt x="1" y="16"/>
                    </a:cubicBezTo>
                    <a:cubicBezTo>
                      <a:pt x="0" y="7"/>
                      <a:pt x="8" y="0"/>
                      <a:pt x="17" y="2"/>
                    </a:cubicBezTo>
                    <a:cubicBezTo>
                      <a:pt x="22" y="3"/>
                      <a:pt x="25" y="7"/>
                      <a:pt x="28" y="11"/>
                    </a:cubicBezTo>
                    <a:cubicBezTo>
                      <a:pt x="29" y="13"/>
                      <a:pt x="30" y="14"/>
                      <a:pt x="32" y="16"/>
                    </a:cubicBezTo>
                    <a:cubicBezTo>
                      <a:pt x="48" y="35"/>
                      <a:pt x="65" y="53"/>
                      <a:pt x="83" y="72"/>
                    </a:cubicBezTo>
                    <a:cubicBezTo>
                      <a:pt x="87" y="77"/>
                      <a:pt x="87" y="85"/>
                      <a:pt x="82" y="90"/>
                    </a:cubicBezTo>
                    <a:cubicBezTo>
                      <a:pt x="80" y="92"/>
                      <a:pt x="77" y="93"/>
                      <a:pt x="73" y="93"/>
                    </a:cubicBezTo>
                    <a:cubicBezTo>
                      <a:pt x="71" y="93"/>
                      <a:pt x="67" y="91"/>
                      <a:pt x="65" y="8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27;p2"/>
              <p:cNvSpPr/>
              <p:nvPr/>
            </p:nvSpPr>
            <p:spPr>
              <a:xfrm>
                <a:off x="426240" y="1253520"/>
                <a:ext cx="45720" cy="54360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51" extrusionOk="0">
                    <a:moveTo>
                      <a:pt x="8" y="149"/>
                    </a:moveTo>
                    <a:cubicBezTo>
                      <a:pt x="2" y="146"/>
                      <a:pt x="0" y="139"/>
                      <a:pt x="2" y="134"/>
                    </a:cubicBezTo>
                    <a:cubicBezTo>
                      <a:pt x="6" y="123"/>
                      <a:pt x="10" y="113"/>
                      <a:pt x="15" y="103"/>
                    </a:cubicBezTo>
                    <a:cubicBezTo>
                      <a:pt x="20" y="93"/>
                      <a:pt x="25" y="83"/>
                      <a:pt x="30" y="73"/>
                    </a:cubicBezTo>
                    <a:cubicBezTo>
                      <a:pt x="33" y="68"/>
                      <a:pt x="37" y="63"/>
                      <a:pt x="40" y="58"/>
                    </a:cubicBezTo>
                    <a:cubicBezTo>
                      <a:pt x="45" y="49"/>
                      <a:pt x="51" y="40"/>
                      <a:pt x="58" y="31"/>
                    </a:cubicBezTo>
                    <a:cubicBezTo>
                      <a:pt x="62" y="26"/>
                      <a:pt x="67" y="21"/>
                      <a:pt x="72" y="15"/>
                    </a:cubicBezTo>
                    <a:cubicBezTo>
                      <a:pt x="77" y="11"/>
                      <a:pt x="82" y="7"/>
                      <a:pt x="88" y="4"/>
                    </a:cubicBezTo>
                    <a:cubicBezTo>
                      <a:pt x="94" y="1"/>
                      <a:pt x="100" y="0"/>
                      <a:pt x="106" y="1"/>
                    </a:cubicBezTo>
                    <a:cubicBezTo>
                      <a:pt x="110" y="3"/>
                      <a:pt x="114" y="4"/>
                      <a:pt x="117" y="5"/>
                    </a:cubicBezTo>
                    <a:cubicBezTo>
                      <a:pt x="123" y="8"/>
                      <a:pt x="126" y="16"/>
                      <a:pt x="123" y="22"/>
                    </a:cubicBezTo>
                    <a:cubicBezTo>
                      <a:pt x="121" y="28"/>
                      <a:pt x="113" y="32"/>
                      <a:pt x="107" y="29"/>
                    </a:cubicBezTo>
                    <a:cubicBezTo>
                      <a:pt x="105" y="28"/>
                      <a:pt x="102" y="26"/>
                      <a:pt x="101" y="26"/>
                    </a:cubicBezTo>
                    <a:cubicBezTo>
                      <a:pt x="100" y="26"/>
                      <a:pt x="100" y="26"/>
                      <a:pt x="100" y="26"/>
                    </a:cubicBezTo>
                    <a:lnTo>
                      <a:pt x="101" y="26"/>
                    </a:lnTo>
                    <a:lnTo>
                      <a:pt x="100" y="26"/>
                    </a:lnTo>
                    <a:cubicBezTo>
                      <a:pt x="99" y="26"/>
                      <a:pt x="99" y="26"/>
                      <a:pt x="98" y="26"/>
                    </a:cubicBezTo>
                    <a:lnTo>
                      <a:pt x="99" y="26"/>
                    </a:lnTo>
                    <a:cubicBezTo>
                      <a:pt x="98" y="26"/>
                      <a:pt x="98" y="26"/>
                      <a:pt x="97" y="27"/>
                    </a:cubicBezTo>
                    <a:cubicBezTo>
                      <a:pt x="97" y="27"/>
                      <a:pt x="96" y="28"/>
                      <a:pt x="95" y="28"/>
                    </a:cubicBezTo>
                    <a:cubicBezTo>
                      <a:pt x="94" y="29"/>
                      <a:pt x="93" y="30"/>
                      <a:pt x="91" y="31"/>
                    </a:cubicBezTo>
                    <a:cubicBezTo>
                      <a:pt x="88" y="33"/>
                      <a:pt x="86" y="36"/>
                      <a:pt x="83" y="39"/>
                    </a:cubicBezTo>
                    <a:cubicBezTo>
                      <a:pt x="77" y="46"/>
                      <a:pt x="72" y="53"/>
                      <a:pt x="66" y="60"/>
                    </a:cubicBezTo>
                    <a:cubicBezTo>
                      <a:pt x="67" y="60"/>
                      <a:pt x="67" y="59"/>
                      <a:pt x="67" y="59"/>
                    </a:cubicBezTo>
                    <a:cubicBezTo>
                      <a:pt x="62" y="67"/>
                      <a:pt x="56" y="76"/>
                      <a:pt x="51" y="84"/>
                    </a:cubicBezTo>
                    <a:cubicBezTo>
                      <a:pt x="47" y="90"/>
                      <a:pt x="44" y="96"/>
                      <a:pt x="41" y="102"/>
                    </a:cubicBezTo>
                    <a:cubicBezTo>
                      <a:pt x="38" y="107"/>
                      <a:pt x="36" y="113"/>
                      <a:pt x="33" y="118"/>
                    </a:cubicBezTo>
                    <a:cubicBezTo>
                      <a:pt x="30" y="125"/>
                      <a:pt x="27" y="133"/>
                      <a:pt x="25" y="139"/>
                    </a:cubicBezTo>
                    <a:lnTo>
                      <a:pt x="26" y="138"/>
                    </a:lnTo>
                    <a:cubicBezTo>
                      <a:pt x="25" y="139"/>
                      <a:pt x="24" y="141"/>
                      <a:pt x="24" y="143"/>
                    </a:cubicBezTo>
                    <a:cubicBezTo>
                      <a:pt x="22" y="148"/>
                      <a:pt x="17" y="150"/>
                      <a:pt x="13" y="150"/>
                    </a:cubicBezTo>
                    <a:cubicBezTo>
                      <a:pt x="11" y="150"/>
                      <a:pt x="10" y="150"/>
                      <a:pt x="8" y="1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" name="Google Shape;28;p2"/>
              <p:cNvSpPr/>
              <p:nvPr/>
            </p:nvSpPr>
            <p:spPr>
              <a:xfrm>
                <a:off x="479160" y="1333080"/>
                <a:ext cx="34560" cy="68760"/>
              </a:xfrm>
              <a:custGeom>
                <a:avLst/>
                <a:gdLst/>
                <a:ahLst/>
                <a:cxnLst/>
                <a:rect l="l" t="t" r="r" b="b"/>
                <a:pathLst>
                  <a:path w="96" h="191" extrusionOk="0">
                    <a:moveTo>
                      <a:pt x="71" y="184"/>
                    </a:moveTo>
                    <a:cubicBezTo>
                      <a:pt x="67" y="177"/>
                      <a:pt x="64" y="170"/>
                      <a:pt x="61" y="162"/>
                    </a:cubicBezTo>
                    <a:cubicBezTo>
                      <a:pt x="61" y="163"/>
                      <a:pt x="61" y="163"/>
                      <a:pt x="61" y="163"/>
                    </a:cubicBezTo>
                    <a:lnTo>
                      <a:pt x="61" y="162"/>
                    </a:lnTo>
                    <a:cubicBezTo>
                      <a:pt x="61" y="162"/>
                      <a:pt x="60" y="162"/>
                      <a:pt x="60" y="161"/>
                    </a:cubicBezTo>
                    <a:cubicBezTo>
                      <a:pt x="60" y="162"/>
                      <a:pt x="61" y="162"/>
                      <a:pt x="61" y="162"/>
                    </a:cubicBezTo>
                    <a:cubicBezTo>
                      <a:pt x="56" y="153"/>
                      <a:pt x="51" y="143"/>
                      <a:pt x="46" y="133"/>
                    </a:cubicBezTo>
                    <a:cubicBezTo>
                      <a:pt x="39" y="122"/>
                      <a:pt x="33" y="111"/>
                      <a:pt x="26" y="100"/>
                    </a:cubicBezTo>
                    <a:cubicBezTo>
                      <a:pt x="21" y="90"/>
                      <a:pt x="15" y="79"/>
                      <a:pt x="11" y="68"/>
                    </a:cubicBezTo>
                    <a:cubicBezTo>
                      <a:pt x="5" y="54"/>
                      <a:pt x="0" y="38"/>
                      <a:pt x="1" y="23"/>
                    </a:cubicBezTo>
                    <a:cubicBezTo>
                      <a:pt x="1" y="17"/>
                      <a:pt x="3" y="10"/>
                      <a:pt x="6" y="6"/>
                    </a:cubicBezTo>
                    <a:cubicBezTo>
                      <a:pt x="10" y="2"/>
                      <a:pt x="16" y="0"/>
                      <a:pt x="21" y="2"/>
                    </a:cubicBezTo>
                    <a:cubicBezTo>
                      <a:pt x="28" y="5"/>
                      <a:pt x="31" y="13"/>
                      <a:pt x="28" y="19"/>
                    </a:cubicBezTo>
                    <a:cubicBezTo>
                      <a:pt x="28" y="20"/>
                      <a:pt x="26" y="21"/>
                      <a:pt x="26" y="22"/>
                    </a:cubicBezTo>
                    <a:cubicBezTo>
                      <a:pt x="26" y="23"/>
                      <a:pt x="25" y="24"/>
                      <a:pt x="25" y="26"/>
                    </a:cubicBezTo>
                    <a:cubicBezTo>
                      <a:pt x="25" y="27"/>
                      <a:pt x="25" y="30"/>
                      <a:pt x="25" y="32"/>
                    </a:cubicBezTo>
                    <a:cubicBezTo>
                      <a:pt x="25" y="34"/>
                      <a:pt x="26" y="35"/>
                      <a:pt x="26" y="37"/>
                    </a:cubicBezTo>
                    <a:cubicBezTo>
                      <a:pt x="27" y="42"/>
                      <a:pt x="29" y="47"/>
                      <a:pt x="30" y="52"/>
                    </a:cubicBezTo>
                    <a:cubicBezTo>
                      <a:pt x="33" y="59"/>
                      <a:pt x="36" y="67"/>
                      <a:pt x="39" y="74"/>
                    </a:cubicBezTo>
                    <a:cubicBezTo>
                      <a:pt x="43" y="82"/>
                      <a:pt x="47" y="90"/>
                      <a:pt x="51" y="97"/>
                    </a:cubicBezTo>
                    <a:cubicBezTo>
                      <a:pt x="56" y="105"/>
                      <a:pt x="60" y="114"/>
                      <a:pt x="65" y="122"/>
                    </a:cubicBezTo>
                    <a:cubicBezTo>
                      <a:pt x="74" y="139"/>
                      <a:pt x="82" y="156"/>
                      <a:pt x="92" y="172"/>
                    </a:cubicBezTo>
                    <a:cubicBezTo>
                      <a:pt x="95" y="178"/>
                      <a:pt x="93" y="185"/>
                      <a:pt x="87" y="189"/>
                    </a:cubicBezTo>
                    <a:cubicBezTo>
                      <a:pt x="85" y="190"/>
                      <a:pt x="84" y="190"/>
                      <a:pt x="81" y="190"/>
                    </a:cubicBezTo>
                    <a:cubicBezTo>
                      <a:pt x="77" y="190"/>
                      <a:pt x="73" y="188"/>
                      <a:pt x="71" y="18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29;p2"/>
              <p:cNvSpPr/>
              <p:nvPr/>
            </p:nvSpPr>
            <p:spPr>
              <a:xfrm>
                <a:off x="475200" y="1350720"/>
                <a:ext cx="55440" cy="56160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56" extrusionOk="0">
                    <a:moveTo>
                      <a:pt x="8" y="154"/>
                    </a:moveTo>
                    <a:cubicBezTo>
                      <a:pt x="3" y="150"/>
                      <a:pt x="0" y="143"/>
                      <a:pt x="4" y="137"/>
                    </a:cubicBezTo>
                    <a:cubicBezTo>
                      <a:pt x="11" y="126"/>
                      <a:pt x="19" y="115"/>
                      <a:pt x="27" y="105"/>
                    </a:cubicBezTo>
                    <a:cubicBezTo>
                      <a:pt x="35" y="95"/>
                      <a:pt x="43" y="85"/>
                      <a:pt x="51" y="75"/>
                    </a:cubicBezTo>
                    <a:cubicBezTo>
                      <a:pt x="60" y="65"/>
                      <a:pt x="68" y="55"/>
                      <a:pt x="78" y="45"/>
                    </a:cubicBezTo>
                    <a:cubicBezTo>
                      <a:pt x="86" y="35"/>
                      <a:pt x="95" y="26"/>
                      <a:pt x="105" y="18"/>
                    </a:cubicBezTo>
                    <a:cubicBezTo>
                      <a:pt x="114" y="12"/>
                      <a:pt x="124" y="7"/>
                      <a:pt x="134" y="3"/>
                    </a:cubicBezTo>
                    <a:cubicBezTo>
                      <a:pt x="141" y="0"/>
                      <a:pt x="148" y="4"/>
                      <a:pt x="151" y="10"/>
                    </a:cubicBezTo>
                    <a:cubicBezTo>
                      <a:pt x="153" y="17"/>
                      <a:pt x="150" y="24"/>
                      <a:pt x="144" y="27"/>
                    </a:cubicBezTo>
                    <a:cubicBezTo>
                      <a:pt x="138" y="29"/>
                      <a:pt x="132" y="31"/>
                      <a:pt x="127" y="34"/>
                    </a:cubicBezTo>
                    <a:cubicBezTo>
                      <a:pt x="125" y="35"/>
                      <a:pt x="123" y="36"/>
                      <a:pt x="121" y="37"/>
                    </a:cubicBezTo>
                    <a:cubicBezTo>
                      <a:pt x="119" y="39"/>
                      <a:pt x="117" y="40"/>
                      <a:pt x="115" y="42"/>
                    </a:cubicBezTo>
                    <a:cubicBezTo>
                      <a:pt x="104" y="52"/>
                      <a:pt x="94" y="62"/>
                      <a:pt x="84" y="73"/>
                    </a:cubicBezTo>
                    <a:cubicBezTo>
                      <a:pt x="75" y="84"/>
                      <a:pt x="65" y="95"/>
                      <a:pt x="56" y="106"/>
                    </a:cubicBezTo>
                    <a:cubicBezTo>
                      <a:pt x="47" y="116"/>
                      <a:pt x="39" y="127"/>
                      <a:pt x="31" y="139"/>
                    </a:cubicBezTo>
                    <a:cubicBezTo>
                      <a:pt x="29" y="142"/>
                      <a:pt x="26" y="146"/>
                      <a:pt x="25" y="150"/>
                    </a:cubicBezTo>
                    <a:cubicBezTo>
                      <a:pt x="22" y="153"/>
                      <a:pt x="18" y="155"/>
                      <a:pt x="14" y="155"/>
                    </a:cubicBezTo>
                    <a:cubicBezTo>
                      <a:pt x="12" y="155"/>
                      <a:pt x="10" y="154"/>
                      <a:pt x="8" y="1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" name="Google Shape;30;p2"/>
              <p:cNvSpPr/>
              <p:nvPr/>
            </p:nvSpPr>
            <p:spPr>
              <a:xfrm>
                <a:off x="540360" y="1310040"/>
                <a:ext cx="34560" cy="57240"/>
              </a:xfrm>
              <a:custGeom>
                <a:avLst/>
                <a:gdLst/>
                <a:ahLst/>
                <a:cxnLst/>
                <a:rect l="l" t="t" r="r" b="b"/>
                <a:pathLst>
                  <a:path w="96" h="159" extrusionOk="0">
                    <a:moveTo>
                      <a:pt x="13" y="157"/>
                    </a:moveTo>
                    <a:cubicBezTo>
                      <a:pt x="8" y="154"/>
                      <a:pt x="3" y="151"/>
                      <a:pt x="2" y="145"/>
                    </a:cubicBezTo>
                    <a:cubicBezTo>
                      <a:pt x="0" y="140"/>
                      <a:pt x="2" y="134"/>
                      <a:pt x="5" y="130"/>
                    </a:cubicBezTo>
                    <a:cubicBezTo>
                      <a:pt x="8" y="125"/>
                      <a:pt x="11" y="120"/>
                      <a:pt x="16" y="116"/>
                    </a:cubicBezTo>
                    <a:cubicBezTo>
                      <a:pt x="19" y="111"/>
                      <a:pt x="22" y="106"/>
                      <a:pt x="25" y="102"/>
                    </a:cubicBezTo>
                    <a:cubicBezTo>
                      <a:pt x="32" y="94"/>
                      <a:pt x="38" y="85"/>
                      <a:pt x="44" y="77"/>
                    </a:cubicBezTo>
                    <a:cubicBezTo>
                      <a:pt x="44" y="78"/>
                      <a:pt x="43" y="78"/>
                      <a:pt x="43" y="78"/>
                    </a:cubicBezTo>
                    <a:cubicBezTo>
                      <a:pt x="48" y="71"/>
                      <a:pt x="53" y="63"/>
                      <a:pt x="58" y="56"/>
                    </a:cubicBezTo>
                    <a:cubicBezTo>
                      <a:pt x="59" y="53"/>
                      <a:pt x="60" y="50"/>
                      <a:pt x="61" y="47"/>
                    </a:cubicBezTo>
                    <a:cubicBezTo>
                      <a:pt x="61" y="46"/>
                      <a:pt x="60" y="46"/>
                      <a:pt x="60" y="46"/>
                    </a:cubicBezTo>
                    <a:cubicBezTo>
                      <a:pt x="59" y="46"/>
                      <a:pt x="57" y="45"/>
                      <a:pt x="55" y="45"/>
                    </a:cubicBezTo>
                    <a:cubicBezTo>
                      <a:pt x="50" y="44"/>
                      <a:pt x="44" y="44"/>
                      <a:pt x="39" y="42"/>
                    </a:cubicBezTo>
                    <a:cubicBezTo>
                      <a:pt x="33" y="41"/>
                      <a:pt x="28" y="35"/>
                      <a:pt x="28" y="29"/>
                    </a:cubicBezTo>
                    <a:cubicBezTo>
                      <a:pt x="28" y="26"/>
                      <a:pt x="29" y="23"/>
                      <a:pt x="30" y="20"/>
                    </a:cubicBezTo>
                    <a:cubicBezTo>
                      <a:pt x="32" y="17"/>
                      <a:pt x="34" y="15"/>
                      <a:pt x="37" y="13"/>
                    </a:cubicBezTo>
                    <a:cubicBezTo>
                      <a:pt x="46" y="4"/>
                      <a:pt x="60" y="0"/>
                      <a:pt x="72" y="6"/>
                    </a:cubicBezTo>
                    <a:cubicBezTo>
                      <a:pt x="85" y="13"/>
                      <a:pt x="90" y="28"/>
                      <a:pt x="88" y="41"/>
                    </a:cubicBezTo>
                    <a:cubicBezTo>
                      <a:pt x="86" y="56"/>
                      <a:pt x="78" y="69"/>
                      <a:pt x="70" y="82"/>
                    </a:cubicBezTo>
                    <a:cubicBezTo>
                      <a:pt x="64" y="90"/>
                      <a:pt x="59" y="97"/>
                      <a:pt x="54" y="104"/>
                    </a:cubicBezTo>
                    <a:cubicBezTo>
                      <a:pt x="48" y="113"/>
                      <a:pt x="41" y="122"/>
                      <a:pt x="34" y="131"/>
                    </a:cubicBezTo>
                    <a:cubicBezTo>
                      <a:pt x="42" y="129"/>
                      <a:pt x="50" y="127"/>
                      <a:pt x="58" y="125"/>
                    </a:cubicBezTo>
                    <a:cubicBezTo>
                      <a:pt x="65" y="123"/>
                      <a:pt x="72" y="120"/>
                      <a:pt x="79" y="119"/>
                    </a:cubicBezTo>
                    <a:cubicBezTo>
                      <a:pt x="85" y="117"/>
                      <a:pt x="92" y="121"/>
                      <a:pt x="94" y="127"/>
                    </a:cubicBezTo>
                    <a:cubicBezTo>
                      <a:pt x="95" y="133"/>
                      <a:pt x="91" y="139"/>
                      <a:pt x="85" y="141"/>
                    </a:cubicBezTo>
                    <a:cubicBezTo>
                      <a:pt x="73" y="145"/>
                      <a:pt x="61" y="148"/>
                      <a:pt x="49" y="152"/>
                    </a:cubicBezTo>
                    <a:cubicBezTo>
                      <a:pt x="43" y="154"/>
                      <a:pt x="37" y="156"/>
                      <a:pt x="31" y="157"/>
                    </a:cubicBezTo>
                    <a:cubicBezTo>
                      <a:pt x="28" y="158"/>
                      <a:pt x="25" y="158"/>
                      <a:pt x="21" y="158"/>
                    </a:cubicBezTo>
                    <a:cubicBezTo>
                      <a:pt x="18" y="158"/>
                      <a:pt x="16" y="158"/>
                      <a:pt x="13" y="1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" name="Google Shape;31;p2"/>
              <p:cNvSpPr/>
              <p:nvPr/>
            </p:nvSpPr>
            <p:spPr>
              <a:xfrm>
                <a:off x="582480" y="1342800"/>
                <a:ext cx="56880" cy="74880"/>
              </a:xfrm>
              <a:custGeom>
                <a:avLst/>
                <a:gdLst/>
                <a:ahLst/>
                <a:cxnLst/>
                <a:rect l="l" t="t" r="r" b="b"/>
                <a:pathLst>
                  <a:path w="158" h="208" extrusionOk="0">
                    <a:moveTo>
                      <a:pt x="39" y="207"/>
                    </a:moveTo>
                    <a:cubicBezTo>
                      <a:pt x="31" y="207"/>
                      <a:pt x="24" y="206"/>
                      <a:pt x="17" y="203"/>
                    </a:cubicBezTo>
                    <a:cubicBezTo>
                      <a:pt x="10" y="201"/>
                      <a:pt x="4" y="197"/>
                      <a:pt x="2" y="189"/>
                    </a:cubicBezTo>
                    <a:cubicBezTo>
                      <a:pt x="0" y="183"/>
                      <a:pt x="1" y="176"/>
                      <a:pt x="5" y="171"/>
                    </a:cubicBezTo>
                    <a:cubicBezTo>
                      <a:pt x="9" y="166"/>
                      <a:pt x="14" y="163"/>
                      <a:pt x="19" y="160"/>
                    </a:cubicBezTo>
                    <a:cubicBezTo>
                      <a:pt x="28" y="152"/>
                      <a:pt x="38" y="145"/>
                      <a:pt x="48" y="138"/>
                    </a:cubicBezTo>
                    <a:cubicBezTo>
                      <a:pt x="52" y="134"/>
                      <a:pt x="57" y="130"/>
                      <a:pt x="61" y="127"/>
                    </a:cubicBezTo>
                    <a:cubicBezTo>
                      <a:pt x="78" y="113"/>
                      <a:pt x="94" y="99"/>
                      <a:pt x="109" y="83"/>
                    </a:cubicBezTo>
                    <a:cubicBezTo>
                      <a:pt x="114" y="78"/>
                      <a:pt x="118" y="73"/>
                      <a:pt x="122" y="67"/>
                    </a:cubicBezTo>
                    <a:cubicBezTo>
                      <a:pt x="124" y="64"/>
                      <a:pt x="126" y="61"/>
                      <a:pt x="128" y="58"/>
                    </a:cubicBezTo>
                    <a:cubicBezTo>
                      <a:pt x="128" y="56"/>
                      <a:pt x="129" y="54"/>
                      <a:pt x="130" y="53"/>
                    </a:cubicBezTo>
                    <a:cubicBezTo>
                      <a:pt x="130" y="52"/>
                      <a:pt x="130" y="50"/>
                      <a:pt x="131" y="49"/>
                    </a:cubicBezTo>
                    <a:cubicBezTo>
                      <a:pt x="131" y="47"/>
                      <a:pt x="132" y="45"/>
                      <a:pt x="132" y="43"/>
                    </a:cubicBezTo>
                    <a:cubicBezTo>
                      <a:pt x="132" y="43"/>
                      <a:pt x="132" y="42"/>
                      <a:pt x="132" y="41"/>
                    </a:cubicBezTo>
                    <a:cubicBezTo>
                      <a:pt x="132" y="40"/>
                      <a:pt x="132" y="39"/>
                      <a:pt x="132" y="38"/>
                    </a:cubicBezTo>
                    <a:cubicBezTo>
                      <a:pt x="131" y="38"/>
                      <a:pt x="131" y="38"/>
                      <a:pt x="131" y="37"/>
                    </a:cubicBezTo>
                    <a:cubicBezTo>
                      <a:pt x="131" y="36"/>
                      <a:pt x="131" y="36"/>
                      <a:pt x="131" y="36"/>
                    </a:cubicBezTo>
                    <a:cubicBezTo>
                      <a:pt x="130" y="36"/>
                      <a:pt x="130" y="36"/>
                      <a:pt x="130" y="36"/>
                    </a:cubicBezTo>
                    <a:cubicBezTo>
                      <a:pt x="130" y="35"/>
                      <a:pt x="130" y="35"/>
                      <a:pt x="130" y="35"/>
                    </a:cubicBezTo>
                    <a:cubicBezTo>
                      <a:pt x="129" y="34"/>
                      <a:pt x="128" y="34"/>
                      <a:pt x="127" y="32"/>
                    </a:cubicBezTo>
                    <a:cubicBezTo>
                      <a:pt x="126" y="32"/>
                      <a:pt x="125" y="32"/>
                      <a:pt x="125" y="31"/>
                    </a:cubicBezTo>
                    <a:cubicBezTo>
                      <a:pt x="124" y="31"/>
                      <a:pt x="123" y="31"/>
                      <a:pt x="123" y="31"/>
                    </a:cubicBezTo>
                    <a:cubicBezTo>
                      <a:pt x="119" y="29"/>
                      <a:pt x="116" y="29"/>
                      <a:pt x="112" y="28"/>
                    </a:cubicBezTo>
                    <a:cubicBezTo>
                      <a:pt x="108" y="27"/>
                      <a:pt x="104" y="27"/>
                      <a:pt x="100" y="26"/>
                    </a:cubicBezTo>
                    <a:cubicBezTo>
                      <a:pt x="96" y="26"/>
                      <a:pt x="92" y="26"/>
                      <a:pt x="88" y="26"/>
                    </a:cubicBezTo>
                    <a:lnTo>
                      <a:pt x="87" y="26"/>
                    </a:lnTo>
                    <a:cubicBezTo>
                      <a:pt x="89" y="29"/>
                      <a:pt x="89" y="32"/>
                      <a:pt x="88" y="35"/>
                    </a:cubicBezTo>
                    <a:cubicBezTo>
                      <a:pt x="86" y="42"/>
                      <a:pt x="79" y="46"/>
                      <a:pt x="72" y="44"/>
                    </a:cubicBezTo>
                    <a:cubicBezTo>
                      <a:pt x="69" y="43"/>
                      <a:pt x="66" y="42"/>
                      <a:pt x="62" y="40"/>
                    </a:cubicBezTo>
                    <a:cubicBezTo>
                      <a:pt x="59" y="39"/>
                      <a:pt x="56" y="38"/>
                      <a:pt x="53" y="35"/>
                    </a:cubicBezTo>
                    <a:cubicBezTo>
                      <a:pt x="51" y="33"/>
                      <a:pt x="49" y="28"/>
                      <a:pt x="49" y="25"/>
                    </a:cubicBezTo>
                    <a:cubicBezTo>
                      <a:pt x="49" y="21"/>
                      <a:pt x="49" y="18"/>
                      <a:pt x="51" y="15"/>
                    </a:cubicBezTo>
                    <a:cubicBezTo>
                      <a:pt x="53" y="13"/>
                      <a:pt x="55" y="11"/>
                      <a:pt x="58" y="10"/>
                    </a:cubicBezTo>
                    <a:cubicBezTo>
                      <a:pt x="65" y="6"/>
                      <a:pt x="72" y="4"/>
                      <a:pt x="80" y="3"/>
                    </a:cubicBezTo>
                    <a:cubicBezTo>
                      <a:pt x="94" y="0"/>
                      <a:pt x="109" y="3"/>
                      <a:pt x="123" y="6"/>
                    </a:cubicBezTo>
                    <a:cubicBezTo>
                      <a:pt x="129" y="7"/>
                      <a:pt x="135" y="9"/>
                      <a:pt x="140" y="13"/>
                    </a:cubicBezTo>
                    <a:cubicBezTo>
                      <a:pt x="147" y="17"/>
                      <a:pt x="152" y="22"/>
                      <a:pt x="154" y="29"/>
                    </a:cubicBezTo>
                    <a:cubicBezTo>
                      <a:pt x="157" y="36"/>
                      <a:pt x="157" y="45"/>
                      <a:pt x="155" y="53"/>
                    </a:cubicBezTo>
                    <a:cubicBezTo>
                      <a:pt x="153" y="61"/>
                      <a:pt x="149" y="69"/>
                      <a:pt x="144" y="77"/>
                    </a:cubicBezTo>
                    <a:cubicBezTo>
                      <a:pt x="140" y="84"/>
                      <a:pt x="135" y="90"/>
                      <a:pt x="129" y="96"/>
                    </a:cubicBezTo>
                    <a:cubicBezTo>
                      <a:pt x="125" y="101"/>
                      <a:pt x="122" y="104"/>
                      <a:pt x="118" y="108"/>
                    </a:cubicBezTo>
                    <a:cubicBezTo>
                      <a:pt x="108" y="117"/>
                      <a:pt x="98" y="127"/>
                      <a:pt x="87" y="135"/>
                    </a:cubicBezTo>
                    <a:cubicBezTo>
                      <a:pt x="83" y="138"/>
                      <a:pt x="79" y="142"/>
                      <a:pt x="76" y="145"/>
                    </a:cubicBezTo>
                    <a:lnTo>
                      <a:pt x="76" y="144"/>
                    </a:lnTo>
                    <a:cubicBezTo>
                      <a:pt x="63" y="156"/>
                      <a:pt x="48" y="166"/>
                      <a:pt x="35" y="177"/>
                    </a:cubicBezTo>
                    <a:cubicBezTo>
                      <a:pt x="33" y="179"/>
                      <a:pt x="32" y="180"/>
                      <a:pt x="30" y="181"/>
                    </a:cubicBezTo>
                    <a:cubicBezTo>
                      <a:pt x="31" y="181"/>
                      <a:pt x="31" y="181"/>
                      <a:pt x="31" y="181"/>
                    </a:cubicBezTo>
                    <a:cubicBezTo>
                      <a:pt x="34" y="182"/>
                      <a:pt x="37" y="182"/>
                      <a:pt x="40" y="183"/>
                    </a:cubicBezTo>
                    <a:cubicBezTo>
                      <a:pt x="44" y="183"/>
                      <a:pt x="48" y="183"/>
                      <a:pt x="52" y="183"/>
                    </a:cubicBezTo>
                    <a:cubicBezTo>
                      <a:pt x="59" y="182"/>
                      <a:pt x="66" y="181"/>
                      <a:pt x="73" y="181"/>
                    </a:cubicBezTo>
                    <a:cubicBezTo>
                      <a:pt x="79" y="180"/>
                      <a:pt x="86" y="179"/>
                      <a:pt x="93" y="179"/>
                    </a:cubicBezTo>
                    <a:cubicBezTo>
                      <a:pt x="107" y="177"/>
                      <a:pt x="122" y="175"/>
                      <a:pt x="136" y="175"/>
                    </a:cubicBezTo>
                    <a:cubicBezTo>
                      <a:pt x="143" y="175"/>
                      <a:pt x="149" y="180"/>
                      <a:pt x="149" y="187"/>
                    </a:cubicBezTo>
                    <a:cubicBezTo>
                      <a:pt x="149" y="194"/>
                      <a:pt x="143" y="199"/>
                      <a:pt x="136" y="199"/>
                    </a:cubicBezTo>
                    <a:cubicBezTo>
                      <a:pt x="132" y="199"/>
                      <a:pt x="128" y="200"/>
                      <a:pt x="124" y="200"/>
                    </a:cubicBezTo>
                    <a:cubicBezTo>
                      <a:pt x="112" y="201"/>
                      <a:pt x="100" y="202"/>
                      <a:pt x="87" y="204"/>
                    </a:cubicBezTo>
                    <a:cubicBezTo>
                      <a:pt x="73" y="205"/>
                      <a:pt x="59" y="207"/>
                      <a:pt x="44" y="207"/>
                    </a:cubicBezTo>
                    <a:cubicBezTo>
                      <a:pt x="42" y="207"/>
                      <a:pt x="41" y="207"/>
                      <a:pt x="39" y="20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" name="Google Shape;32;p2"/>
              <p:cNvSpPr/>
              <p:nvPr/>
            </p:nvSpPr>
            <p:spPr>
              <a:xfrm>
                <a:off x="578520" y="1377720"/>
                <a:ext cx="7632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212" h="31" extrusionOk="0">
                    <a:moveTo>
                      <a:pt x="15" y="30"/>
                    </a:moveTo>
                    <a:cubicBezTo>
                      <a:pt x="14" y="29"/>
                      <a:pt x="13" y="29"/>
                      <a:pt x="12" y="29"/>
                    </a:cubicBezTo>
                    <a:cubicBezTo>
                      <a:pt x="9" y="27"/>
                      <a:pt x="7" y="25"/>
                      <a:pt x="5" y="22"/>
                    </a:cubicBezTo>
                    <a:cubicBezTo>
                      <a:pt x="0" y="15"/>
                      <a:pt x="6" y="6"/>
                      <a:pt x="13" y="4"/>
                    </a:cubicBezTo>
                    <a:cubicBezTo>
                      <a:pt x="19" y="2"/>
                      <a:pt x="25" y="2"/>
                      <a:pt x="31" y="2"/>
                    </a:cubicBezTo>
                    <a:cubicBezTo>
                      <a:pt x="30" y="2"/>
                      <a:pt x="30" y="2"/>
                      <a:pt x="29" y="2"/>
                    </a:cubicBezTo>
                    <a:cubicBezTo>
                      <a:pt x="44" y="1"/>
                      <a:pt x="58" y="1"/>
                      <a:pt x="72" y="0"/>
                    </a:cubicBezTo>
                    <a:cubicBezTo>
                      <a:pt x="84" y="0"/>
                      <a:pt x="96" y="0"/>
                      <a:pt x="108" y="1"/>
                    </a:cubicBezTo>
                    <a:cubicBezTo>
                      <a:pt x="134" y="1"/>
                      <a:pt x="159" y="2"/>
                      <a:pt x="185" y="3"/>
                    </a:cubicBezTo>
                    <a:cubicBezTo>
                      <a:pt x="190" y="3"/>
                      <a:pt x="194" y="3"/>
                      <a:pt x="200" y="4"/>
                    </a:cubicBezTo>
                    <a:cubicBezTo>
                      <a:pt x="206" y="4"/>
                      <a:pt x="211" y="8"/>
                      <a:pt x="210" y="15"/>
                    </a:cubicBezTo>
                    <a:cubicBezTo>
                      <a:pt x="210" y="20"/>
                      <a:pt x="206" y="26"/>
                      <a:pt x="199" y="26"/>
                    </a:cubicBezTo>
                    <a:cubicBezTo>
                      <a:pt x="174" y="24"/>
                      <a:pt x="147" y="24"/>
                      <a:pt x="122" y="23"/>
                    </a:cubicBezTo>
                    <a:cubicBezTo>
                      <a:pt x="111" y="23"/>
                      <a:pt x="100" y="23"/>
                      <a:pt x="88" y="24"/>
                    </a:cubicBezTo>
                    <a:cubicBezTo>
                      <a:pt x="83" y="24"/>
                      <a:pt x="77" y="24"/>
                      <a:pt x="72" y="24"/>
                    </a:cubicBezTo>
                    <a:cubicBezTo>
                      <a:pt x="65" y="24"/>
                      <a:pt x="58" y="24"/>
                      <a:pt x="52" y="25"/>
                    </a:cubicBezTo>
                    <a:cubicBezTo>
                      <a:pt x="44" y="26"/>
                      <a:pt x="35" y="26"/>
                      <a:pt x="27" y="27"/>
                    </a:cubicBezTo>
                    <a:cubicBezTo>
                      <a:pt x="25" y="29"/>
                      <a:pt x="22" y="30"/>
                      <a:pt x="19" y="30"/>
                    </a:cubicBezTo>
                    <a:cubicBezTo>
                      <a:pt x="17" y="30"/>
                      <a:pt x="16" y="30"/>
                      <a:pt x="15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" name="Google Shape;33;p2"/>
              <p:cNvSpPr/>
              <p:nvPr/>
            </p:nvSpPr>
            <p:spPr>
              <a:xfrm>
                <a:off x="669960" y="1291320"/>
                <a:ext cx="27000" cy="173160"/>
              </a:xfrm>
              <a:custGeom>
                <a:avLst/>
                <a:gdLst/>
                <a:ahLst/>
                <a:cxnLst/>
                <a:rect l="l" t="t" r="r" b="b"/>
                <a:pathLst>
                  <a:path w="75" h="481" extrusionOk="0">
                    <a:moveTo>
                      <a:pt x="13" y="480"/>
                    </a:moveTo>
                    <a:cubicBezTo>
                      <a:pt x="7" y="480"/>
                      <a:pt x="0" y="475"/>
                      <a:pt x="1" y="468"/>
                    </a:cubicBezTo>
                    <a:cubicBezTo>
                      <a:pt x="2" y="461"/>
                      <a:pt x="3" y="455"/>
                      <a:pt x="3" y="449"/>
                    </a:cubicBezTo>
                    <a:cubicBezTo>
                      <a:pt x="5" y="443"/>
                      <a:pt x="5" y="437"/>
                      <a:pt x="6" y="432"/>
                    </a:cubicBezTo>
                    <a:cubicBezTo>
                      <a:pt x="7" y="419"/>
                      <a:pt x="9" y="407"/>
                      <a:pt x="11" y="395"/>
                    </a:cubicBezTo>
                    <a:cubicBezTo>
                      <a:pt x="14" y="371"/>
                      <a:pt x="17" y="347"/>
                      <a:pt x="20" y="323"/>
                    </a:cubicBezTo>
                    <a:cubicBezTo>
                      <a:pt x="24" y="291"/>
                      <a:pt x="26" y="260"/>
                      <a:pt x="29" y="228"/>
                    </a:cubicBezTo>
                    <a:cubicBezTo>
                      <a:pt x="33" y="178"/>
                      <a:pt x="34" y="128"/>
                      <a:pt x="36" y="77"/>
                    </a:cubicBezTo>
                    <a:cubicBezTo>
                      <a:pt x="37" y="73"/>
                      <a:pt x="37" y="69"/>
                      <a:pt x="37" y="64"/>
                    </a:cubicBezTo>
                    <a:cubicBezTo>
                      <a:pt x="38" y="59"/>
                      <a:pt x="38" y="54"/>
                      <a:pt x="38" y="49"/>
                    </a:cubicBezTo>
                    <a:cubicBezTo>
                      <a:pt x="40" y="37"/>
                      <a:pt x="42" y="24"/>
                      <a:pt x="45" y="13"/>
                    </a:cubicBezTo>
                    <a:cubicBezTo>
                      <a:pt x="47" y="9"/>
                      <a:pt x="49" y="4"/>
                      <a:pt x="54" y="2"/>
                    </a:cubicBezTo>
                    <a:cubicBezTo>
                      <a:pt x="56" y="0"/>
                      <a:pt x="61" y="0"/>
                      <a:pt x="64" y="1"/>
                    </a:cubicBezTo>
                    <a:cubicBezTo>
                      <a:pt x="70" y="2"/>
                      <a:pt x="74" y="10"/>
                      <a:pt x="72" y="16"/>
                    </a:cubicBezTo>
                    <a:cubicBezTo>
                      <a:pt x="72" y="19"/>
                      <a:pt x="70" y="20"/>
                      <a:pt x="69" y="22"/>
                    </a:cubicBezTo>
                    <a:cubicBezTo>
                      <a:pt x="67" y="26"/>
                      <a:pt x="66" y="30"/>
                      <a:pt x="65" y="34"/>
                    </a:cubicBezTo>
                    <a:cubicBezTo>
                      <a:pt x="62" y="48"/>
                      <a:pt x="61" y="63"/>
                      <a:pt x="59" y="79"/>
                    </a:cubicBezTo>
                    <a:cubicBezTo>
                      <a:pt x="58" y="102"/>
                      <a:pt x="56" y="126"/>
                      <a:pt x="55" y="149"/>
                    </a:cubicBezTo>
                    <a:cubicBezTo>
                      <a:pt x="54" y="176"/>
                      <a:pt x="52" y="203"/>
                      <a:pt x="49" y="229"/>
                    </a:cubicBezTo>
                    <a:cubicBezTo>
                      <a:pt x="45" y="278"/>
                      <a:pt x="40" y="328"/>
                      <a:pt x="34" y="377"/>
                    </a:cubicBezTo>
                    <a:cubicBezTo>
                      <a:pt x="31" y="404"/>
                      <a:pt x="28" y="431"/>
                      <a:pt x="26" y="458"/>
                    </a:cubicBezTo>
                    <a:cubicBezTo>
                      <a:pt x="26" y="457"/>
                      <a:pt x="26" y="457"/>
                      <a:pt x="26" y="456"/>
                    </a:cubicBezTo>
                    <a:cubicBezTo>
                      <a:pt x="26" y="460"/>
                      <a:pt x="26" y="464"/>
                      <a:pt x="26" y="468"/>
                    </a:cubicBezTo>
                    <a:cubicBezTo>
                      <a:pt x="26" y="475"/>
                      <a:pt x="20" y="480"/>
                      <a:pt x="13" y="4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" name="Google Shape;34;p2"/>
              <p:cNvSpPr/>
              <p:nvPr/>
            </p:nvSpPr>
            <p:spPr>
              <a:xfrm>
                <a:off x="704160" y="1251000"/>
                <a:ext cx="28800" cy="83160"/>
              </a:xfrm>
              <a:custGeom>
                <a:avLst/>
                <a:gdLst/>
                <a:ahLst/>
                <a:cxnLst/>
                <a:rect l="l" t="t" r="r" b="b"/>
                <a:pathLst>
                  <a:path w="80" h="231" extrusionOk="0">
                    <a:moveTo>
                      <a:pt x="27" y="230"/>
                    </a:moveTo>
                    <a:cubicBezTo>
                      <a:pt x="19" y="230"/>
                      <a:pt x="14" y="223"/>
                      <a:pt x="14" y="216"/>
                    </a:cubicBezTo>
                    <a:cubicBezTo>
                      <a:pt x="15" y="210"/>
                      <a:pt x="16" y="203"/>
                      <a:pt x="17" y="198"/>
                    </a:cubicBezTo>
                    <a:cubicBezTo>
                      <a:pt x="19" y="191"/>
                      <a:pt x="19" y="185"/>
                      <a:pt x="20" y="180"/>
                    </a:cubicBezTo>
                    <a:cubicBezTo>
                      <a:pt x="22" y="167"/>
                      <a:pt x="23" y="154"/>
                      <a:pt x="25" y="142"/>
                    </a:cubicBezTo>
                    <a:cubicBezTo>
                      <a:pt x="26" y="135"/>
                      <a:pt x="26" y="128"/>
                      <a:pt x="27" y="120"/>
                    </a:cubicBezTo>
                    <a:cubicBezTo>
                      <a:pt x="27" y="121"/>
                      <a:pt x="26" y="122"/>
                      <a:pt x="26" y="124"/>
                    </a:cubicBezTo>
                    <a:cubicBezTo>
                      <a:pt x="24" y="131"/>
                      <a:pt x="17" y="135"/>
                      <a:pt x="10" y="132"/>
                    </a:cubicBezTo>
                    <a:cubicBezTo>
                      <a:pt x="7" y="132"/>
                      <a:pt x="5" y="129"/>
                      <a:pt x="3" y="127"/>
                    </a:cubicBezTo>
                    <a:cubicBezTo>
                      <a:pt x="0" y="123"/>
                      <a:pt x="1" y="120"/>
                      <a:pt x="2" y="115"/>
                    </a:cubicBezTo>
                    <a:cubicBezTo>
                      <a:pt x="4" y="110"/>
                      <a:pt x="7" y="106"/>
                      <a:pt x="10" y="100"/>
                    </a:cubicBezTo>
                    <a:cubicBezTo>
                      <a:pt x="13" y="96"/>
                      <a:pt x="16" y="91"/>
                      <a:pt x="19" y="86"/>
                    </a:cubicBezTo>
                    <a:cubicBezTo>
                      <a:pt x="24" y="76"/>
                      <a:pt x="30" y="67"/>
                      <a:pt x="35" y="57"/>
                    </a:cubicBezTo>
                    <a:cubicBezTo>
                      <a:pt x="40" y="46"/>
                      <a:pt x="45" y="34"/>
                      <a:pt x="49" y="23"/>
                    </a:cubicBezTo>
                    <a:cubicBezTo>
                      <a:pt x="51" y="18"/>
                      <a:pt x="52" y="13"/>
                      <a:pt x="54" y="8"/>
                    </a:cubicBezTo>
                    <a:cubicBezTo>
                      <a:pt x="56" y="3"/>
                      <a:pt x="63" y="0"/>
                      <a:pt x="68" y="2"/>
                    </a:cubicBezTo>
                    <a:cubicBezTo>
                      <a:pt x="74" y="4"/>
                      <a:pt x="79" y="11"/>
                      <a:pt x="77" y="17"/>
                    </a:cubicBezTo>
                    <a:cubicBezTo>
                      <a:pt x="75" y="22"/>
                      <a:pt x="73" y="27"/>
                      <a:pt x="71" y="33"/>
                    </a:cubicBezTo>
                    <a:cubicBezTo>
                      <a:pt x="65" y="50"/>
                      <a:pt x="60" y="67"/>
                      <a:pt x="56" y="83"/>
                    </a:cubicBezTo>
                    <a:cubicBezTo>
                      <a:pt x="53" y="94"/>
                      <a:pt x="52" y="105"/>
                      <a:pt x="50" y="116"/>
                    </a:cubicBezTo>
                    <a:cubicBezTo>
                      <a:pt x="49" y="127"/>
                      <a:pt x="48" y="138"/>
                      <a:pt x="47" y="149"/>
                    </a:cubicBezTo>
                    <a:cubicBezTo>
                      <a:pt x="44" y="171"/>
                      <a:pt x="41" y="194"/>
                      <a:pt x="39" y="216"/>
                    </a:cubicBezTo>
                    <a:cubicBezTo>
                      <a:pt x="39" y="216"/>
                      <a:pt x="39" y="217"/>
                      <a:pt x="39" y="218"/>
                    </a:cubicBezTo>
                    <a:cubicBezTo>
                      <a:pt x="38" y="224"/>
                      <a:pt x="33" y="230"/>
                      <a:pt x="27" y="2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" name="Google Shape;35;p2"/>
              <p:cNvSpPr/>
              <p:nvPr/>
            </p:nvSpPr>
            <p:spPr>
              <a:xfrm>
                <a:off x="739440" y="1254600"/>
                <a:ext cx="43920" cy="6588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183" extrusionOk="0">
                    <a:moveTo>
                      <a:pt x="39" y="158"/>
                    </a:moveTo>
                    <a:cubicBezTo>
                      <a:pt x="39" y="157"/>
                      <a:pt x="39" y="157"/>
                      <a:pt x="39" y="157"/>
                    </a:cubicBezTo>
                    <a:cubicBezTo>
                      <a:pt x="40" y="157"/>
                      <a:pt x="41" y="157"/>
                      <a:pt x="42" y="157"/>
                    </a:cubicBezTo>
                    <a:cubicBezTo>
                      <a:pt x="43" y="155"/>
                      <a:pt x="45" y="153"/>
                      <a:pt x="48" y="151"/>
                    </a:cubicBezTo>
                    <a:cubicBezTo>
                      <a:pt x="47" y="152"/>
                      <a:pt x="46" y="153"/>
                      <a:pt x="46" y="153"/>
                    </a:cubicBezTo>
                    <a:cubicBezTo>
                      <a:pt x="49" y="150"/>
                      <a:pt x="52" y="147"/>
                      <a:pt x="55" y="144"/>
                    </a:cubicBezTo>
                    <a:lnTo>
                      <a:pt x="54" y="145"/>
                    </a:lnTo>
                    <a:cubicBezTo>
                      <a:pt x="56" y="143"/>
                      <a:pt x="59" y="140"/>
                      <a:pt x="60" y="137"/>
                    </a:cubicBezTo>
                    <a:cubicBezTo>
                      <a:pt x="64" y="132"/>
                      <a:pt x="67" y="127"/>
                      <a:pt x="70" y="122"/>
                    </a:cubicBezTo>
                    <a:lnTo>
                      <a:pt x="69" y="122"/>
                    </a:lnTo>
                    <a:cubicBezTo>
                      <a:pt x="70" y="122"/>
                      <a:pt x="70" y="122"/>
                      <a:pt x="70" y="122"/>
                    </a:cubicBezTo>
                    <a:lnTo>
                      <a:pt x="70" y="121"/>
                    </a:lnTo>
                    <a:lnTo>
                      <a:pt x="70" y="122"/>
                    </a:lnTo>
                    <a:cubicBezTo>
                      <a:pt x="77" y="108"/>
                      <a:pt x="82" y="95"/>
                      <a:pt x="87" y="81"/>
                    </a:cubicBezTo>
                    <a:cubicBezTo>
                      <a:pt x="90" y="73"/>
                      <a:pt x="92" y="65"/>
                      <a:pt x="95" y="57"/>
                    </a:cubicBezTo>
                    <a:cubicBezTo>
                      <a:pt x="95" y="51"/>
                      <a:pt x="97" y="46"/>
                      <a:pt x="97" y="41"/>
                    </a:cubicBezTo>
                    <a:cubicBezTo>
                      <a:pt x="97" y="40"/>
                      <a:pt x="97" y="40"/>
                      <a:pt x="97" y="38"/>
                    </a:cubicBezTo>
                    <a:cubicBezTo>
                      <a:pt x="97" y="38"/>
                      <a:pt x="97" y="37"/>
                      <a:pt x="97" y="36"/>
                    </a:cubicBezTo>
                    <a:cubicBezTo>
                      <a:pt x="97" y="34"/>
                      <a:pt x="96" y="34"/>
                      <a:pt x="96" y="33"/>
                    </a:cubicBezTo>
                    <a:cubicBezTo>
                      <a:pt x="95" y="31"/>
                      <a:pt x="95" y="30"/>
                      <a:pt x="94" y="29"/>
                    </a:cubicBezTo>
                    <a:cubicBezTo>
                      <a:pt x="94" y="28"/>
                      <a:pt x="94" y="27"/>
                      <a:pt x="94" y="27"/>
                    </a:cubicBezTo>
                    <a:cubicBezTo>
                      <a:pt x="93" y="27"/>
                      <a:pt x="93" y="27"/>
                      <a:pt x="93" y="27"/>
                    </a:cubicBezTo>
                    <a:lnTo>
                      <a:pt x="92" y="27"/>
                    </a:lnTo>
                    <a:cubicBezTo>
                      <a:pt x="91" y="27"/>
                      <a:pt x="91" y="27"/>
                      <a:pt x="90" y="27"/>
                    </a:cubicBezTo>
                    <a:cubicBezTo>
                      <a:pt x="90" y="27"/>
                      <a:pt x="88" y="28"/>
                      <a:pt x="87" y="29"/>
                    </a:cubicBezTo>
                    <a:cubicBezTo>
                      <a:pt x="86" y="29"/>
                      <a:pt x="85" y="30"/>
                      <a:pt x="84" y="30"/>
                    </a:cubicBezTo>
                    <a:cubicBezTo>
                      <a:pt x="82" y="31"/>
                      <a:pt x="80" y="33"/>
                      <a:pt x="78" y="34"/>
                    </a:cubicBezTo>
                    <a:cubicBezTo>
                      <a:pt x="76" y="36"/>
                      <a:pt x="74" y="38"/>
                      <a:pt x="72" y="41"/>
                    </a:cubicBezTo>
                    <a:cubicBezTo>
                      <a:pt x="72" y="40"/>
                      <a:pt x="72" y="40"/>
                      <a:pt x="72" y="40"/>
                    </a:cubicBezTo>
                    <a:cubicBezTo>
                      <a:pt x="67" y="45"/>
                      <a:pt x="63" y="51"/>
                      <a:pt x="60" y="56"/>
                    </a:cubicBezTo>
                    <a:cubicBezTo>
                      <a:pt x="56" y="61"/>
                      <a:pt x="53" y="67"/>
                      <a:pt x="49" y="73"/>
                    </a:cubicBezTo>
                    <a:cubicBezTo>
                      <a:pt x="45" y="83"/>
                      <a:pt x="40" y="93"/>
                      <a:pt x="35" y="103"/>
                    </a:cubicBezTo>
                    <a:cubicBezTo>
                      <a:pt x="33" y="107"/>
                      <a:pt x="29" y="110"/>
                      <a:pt x="24" y="109"/>
                    </a:cubicBezTo>
                    <a:cubicBezTo>
                      <a:pt x="25" y="114"/>
                      <a:pt x="25" y="120"/>
                      <a:pt x="27" y="125"/>
                    </a:cubicBezTo>
                    <a:cubicBezTo>
                      <a:pt x="28" y="129"/>
                      <a:pt x="28" y="133"/>
                      <a:pt x="29" y="137"/>
                    </a:cubicBezTo>
                    <a:cubicBezTo>
                      <a:pt x="32" y="143"/>
                      <a:pt x="34" y="148"/>
                      <a:pt x="36" y="154"/>
                    </a:cubicBezTo>
                    <a:cubicBezTo>
                      <a:pt x="37" y="154"/>
                      <a:pt x="38" y="156"/>
                      <a:pt x="38" y="156"/>
                    </a:cubicBezTo>
                    <a:cubicBezTo>
                      <a:pt x="38" y="157"/>
                      <a:pt x="39" y="157"/>
                      <a:pt x="39" y="157"/>
                    </a:cubicBezTo>
                    <a:lnTo>
                      <a:pt x="40" y="157"/>
                    </a:lnTo>
                    <a:cubicBezTo>
                      <a:pt x="39" y="157"/>
                      <a:pt x="39" y="157"/>
                      <a:pt x="39" y="158"/>
                    </a:cubicBezTo>
                    <a:moveTo>
                      <a:pt x="27" y="178"/>
                    </a:moveTo>
                    <a:cubicBezTo>
                      <a:pt x="19" y="173"/>
                      <a:pt x="16" y="164"/>
                      <a:pt x="13" y="156"/>
                    </a:cubicBezTo>
                    <a:cubicBezTo>
                      <a:pt x="11" y="152"/>
                      <a:pt x="9" y="148"/>
                      <a:pt x="8" y="143"/>
                    </a:cubicBezTo>
                    <a:cubicBezTo>
                      <a:pt x="4" y="132"/>
                      <a:pt x="2" y="120"/>
                      <a:pt x="1" y="108"/>
                    </a:cubicBezTo>
                    <a:cubicBezTo>
                      <a:pt x="0" y="96"/>
                      <a:pt x="0" y="84"/>
                      <a:pt x="3" y="73"/>
                    </a:cubicBezTo>
                    <a:cubicBezTo>
                      <a:pt x="6" y="62"/>
                      <a:pt x="10" y="51"/>
                      <a:pt x="17" y="42"/>
                    </a:cubicBezTo>
                    <a:cubicBezTo>
                      <a:pt x="21" y="37"/>
                      <a:pt x="29" y="36"/>
                      <a:pt x="35" y="40"/>
                    </a:cubicBezTo>
                    <a:cubicBezTo>
                      <a:pt x="36" y="41"/>
                      <a:pt x="38" y="43"/>
                      <a:pt x="39" y="45"/>
                    </a:cubicBezTo>
                    <a:cubicBezTo>
                      <a:pt x="39" y="44"/>
                      <a:pt x="40" y="43"/>
                      <a:pt x="41" y="42"/>
                    </a:cubicBezTo>
                    <a:cubicBezTo>
                      <a:pt x="50" y="29"/>
                      <a:pt x="61" y="16"/>
                      <a:pt x="74" y="8"/>
                    </a:cubicBezTo>
                    <a:cubicBezTo>
                      <a:pt x="86" y="1"/>
                      <a:pt x="102" y="0"/>
                      <a:pt x="111" y="12"/>
                    </a:cubicBezTo>
                    <a:cubicBezTo>
                      <a:pt x="115" y="17"/>
                      <a:pt x="117" y="23"/>
                      <a:pt x="119" y="30"/>
                    </a:cubicBezTo>
                    <a:cubicBezTo>
                      <a:pt x="121" y="38"/>
                      <a:pt x="120" y="46"/>
                      <a:pt x="118" y="54"/>
                    </a:cubicBezTo>
                    <a:cubicBezTo>
                      <a:pt x="116" y="65"/>
                      <a:pt x="113" y="76"/>
                      <a:pt x="109" y="87"/>
                    </a:cubicBezTo>
                    <a:cubicBezTo>
                      <a:pt x="105" y="99"/>
                      <a:pt x="100" y="111"/>
                      <a:pt x="95" y="122"/>
                    </a:cubicBezTo>
                    <a:cubicBezTo>
                      <a:pt x="90" y="133"/>
                      <a:pt x="85" y="144"/>
                      <a:pt x="78" y="153"/>
                    </a:cubicBezTo>
                    <a:cubicBezTo>
                      <a:pt x="74" y="158"/>
                      <a:pt x="71" y="162"/>
                      <a:pt x="67" y="165"/>
                    </a:cubicBezTo>
                    <a:cubicBezTo>
                      <a:pt x="63" y="170"/>
                      <a:pt x="59" y="174"/>
                      <a:pt x="54" y="177"/>
                    </a:cubicBezTo>
                    <a:cubicBezTo>
                      <a:pt x="50" y="179"/>
                      <a:pt x="45" y="181"/>
                      <a:pt x="40" y="182"/>
                    </a:cubicBezTo>
                    <a:cubicBezTo>
                      <a:pt x="39" y="182"/>
                      <a:pt x="39" y="182"/>
                      <a:pt x="38" y="182"/>
                    </a:cubicBezTo>
                    <a:cubicBezTo>
                      <a:pt x="34" y="182"/>
                      <a:pt x="30" y="180"/>
                      <a:pt x="27" y="1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" name="Google Shape;36;p2"/>
              <p:cNvSpPr/>
              <p:nvPr/>
            </p:nvSpPr>
            <p:spPr>
              <a:xfrm>
                <a:off x="703080" y="1424520"/>
                <a:ext cx="43920" cy="5868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163" extrusionOk="0">
                    <a:moveTo>
                      <a:pt x="45" y="139"/>
                    </a:moveTo>
                    <a:cubicBezTo>
                      <a:pt x="46" y="139"/>
                      <a:pt x="47" y="139"/>
                      <a:pt x="47" y="138"/>
                    </a:cubicBezTo>
                    <a:lnTo>
                      <a:pt x="48" y="138"/>
                    </a:lnTo>
                    <a:cubicBezTo>
                      <a:pt x="48" y="138"/>
                      <a:pt x="49" y="137"/>
                      <a:pt x="50" y="137"/>
                    </a:cubicBezTo>
                    <a:cubicBezTo>
                      <a:pt x="50" y="137"/>
                      <a:pt x="51" y="137"/>
                      <a:pt x="51" y="136"/>
                    </a:cubicBezTo>
                    <a:cubicBezTo>
                      <a:pt x="53" y="135"/>
                      <a:pt x="55" y="134"/>
                      <a:pt x="56" y="133"/>
                    </a:cubicBezTo>
                    <a:cubicBezTo>
                      <a:pt x="58" y="132"/>
                      <a:pt x="59" y="130"/>
                      <a:pt x="61" y="129"/>
                    </a:cubicBezTo>
                    <a:cubicBezTo>
                      <a:pt x="63" y="125"/>
                      <a:pt x="66" y="122"/>
                      <a:pt x="69" y="118"/>
                    </a:cubicBezTo>
                    <a:cubicBezTo>
                      <a:pt x="73" y="111"/>
                      <a:pt x="77" y="105"/>
                      <a:pt x="81" y="98"/>
                    </a:cubicBezTo>
                    <a:cubicBezTo>
                      <a:pt x="81" y="98"/>
                      <a:pt x="80" y="99"/>
                      <a:pt x="80" y="100"/>
                    </a:cubicBezTo>
                    <a:cubicBezTo>
                      <a:pt x="86" y="90"/>
                      <a:pt x="90" y="79"/>
                      <a:pt x="94" y="69"/>
                    </a:cubicBezTo>
                    <a:cubicBezTo>
                      <a:pt x="95" y="67"/>
                      <a:pt x="96" y="65"/>
                      <a:pt x="96" y="63"/>
                    </a:cubicBezTo>
                    <a:cubicBezTo>
                      <a:pt x="97" y="60"/>
                      <a:pt x="97" y="57"/>
                      <a:pt x="97" y="54"/>
                    </a:cubicBezTo>
                    <a:cubicBezTo>
                      <a:pt x="97" y="55"/>
                      <a:pt x="97" y="55"/>
                      <a:pt x="97" y="56"/>
                    </a:cubicBezTo>
                    <a:cubicBezTo>
                      <a:pt x="97" y="54"/>
                      <a:pt x="97" y="52"/>
                      <a:pt x="97" y="50"/>
                    </a:cubicBezTo>
                    <a:cubicBezTo>
                      <a:pt x="97" y="48"/>
                      <a:pt x="97" y="47"/>
                      <a:pt x="97" y="45"/>
                    </a:cubicBezTo>
                    <a:lnTo>
                      <a:pt x="96" y="45"/>
                    </a:lnTo>
                    <a:cubicBezTo>
                      <a:pt x="96" y="44"/>
                      <a:pt x="96" y="44"/>
                      <a:pt x="96" y="43"/>
                    </a:cubicBezTo>
                    <a:lnTo>
                      <a:pt x="96" y="44"/>
                    </a:lnTo>
                    <a:cubicBezTo>
                      <a:pt x="96" y="43"/>
                      <a:pt x="96" y="42"/>
                      <a:pt x="95" y="41"/>
                    </a:cubicBezTo>
                    <a:cubicBezTo>
                      <a:pt x="94" y="40"/>
                      <a:pt x="93" y="39"/>
                      <a:pt x="92" y="38"/>
                    </a:cubicBezTo>
                    <a:cubicBezTo>
                      <a:pt x="91" y="36"/>
                      <a:pt x="90" y="35"/>
                      <a:pt x="88" y="34"/>
                    </a:cubicBezTo>
                    <a:cubicBezTo>
                      <a:pt x="87" y="32"/>
                      <a:pt x="85" y="31"/>
                      <a:pt x="83" y="30"/>
                    </a:cubicBezTo>
                    <a:cubicBezTo>
                      <a:pt x="82" y="28"/>
                      <a:pt x="80" y="28"/>
                      <a:pt x="79" y="27"/>
                    </a:cubicBezTo>
                    <a:cubicBezTo>
                      <a:pt x="77" y="26"/>
                      <a:pt x="76" y="26"/>
                      <a:pt x="75" y="26"/>
                    </a:cubicBezTo>
                    <a:cubicBezTo>
                      <a:pt x="74" y="25"/>
                      <a:pt x="73" y="25"/>
                      <a:pt x="72" y="24"/>
                    </a:cubicBezTo>
                    <a:cubicBezTo>
                      <a:pt x="72" y="24"/>
                      <a:pt x="71" y="24"/>
                      <a:pt x="70" y="24"/>
                    </a:cubicBezTo>
                    <a:lnTo>
                      <a:pt x="71" y="24"/>
                    </a:lnTo>
                    <a:cubicBezTo>
                      <a:pt x="70" y="24"/>
                      <a:pt x="70" y="24"/>
                      <a:pt x="69" y="24"/>
                    </a:cubicBezTo>
                    <a:cubicBezTo>
                      <a:pt x="68" y="24"/>
                      <a:pt x="68" y="24"/>
                      <a:pt x="67" y="25"/>
                    </a:cubicBezTo>
                    <a:cubicBezTo>
                      <a:pt x="66" y="26"/>
                      <a:pt x="64" y="26"/>
                      <a:pt x="63" y="26"/>
                    </a:cubicBezTo>
                    <a:cubicBezTo>
                      <a:pt x="61" y="27"/>
                      <a:pt x="60" y="28"/>
                      <a:pt x="58" y="29"/>
                    </a:cubicBezTo>
                    <a:cubicBezTo>
                      <a:pt x="56" y="30"/>
                      <a:pt x="55" y="32"/>
                      <a:pt x="53" y="33"/>
                    </a:cubicBezTo>
                    <a:cubicBezTo>
                      <a:pt x="49" y="35"/>
                      <a:pt x="45" y="36"/>
                      <a:pt x="41" y="34"/>
                    </a:cubicBezTo>
                    <a:cubicBezTo>
                      <a:pt x="41" y="38"/>
                      <a:pt x="41" y="42"/>
                      <a:pt x="38" y="45"/>
                    </a:cubicBezTo>
                    <a:cubicBezTo>
                      <a:pt x="38" y="45"/>
                      <a:pt x="38" y="44"/>
                      <a:pt x="39" y="44"/>
                    </a:cubicBezTo>
                    <a:cubicBezTo>
                      <a:pt x="37" y="46"/>
                      <a:pt x="36" y="48"/>
                      <a:pt x="35" y="51"/>
                    </a:cubicBezTo>
                    <a:cubicBezTo>
                      <a:pt x="33" y="54"/>
                      <a:pt x="31" y="58"/>
                      <a:pt x="30" y="62"/>
                    </a:cubicBezTo>
                    <a:cubicBezTo>
                      <a:pt x="29" y="66"/>
                      <a:pt x="27" y="70"/>
                      <a:pt x="26" y="74"/>
                    </a:cubicBezTo>
                    <a:lnTo>
                      <a:pt x="27" y="73"/>
                    </a:lnTo>
                    <a:cubicBezTo>
                      <a:pt x="26" y="77"/>
                      <a:pt x="25" y="80"/>
                      <a:pt x="25" y="84"/>
                    </a:cubicBezTo>
                    <a:cubicBezTo>
                      <a:pt x="24" y="88"/>
                      <a:pt x="24" y="91"/>
                      <a:pt x="25" y="95"/>
                    </a:cubicBezTo>
                    <a:cubicBezTo>
                      <a:pt x="25" y="97"/>
                      <a:pt x="25" y="100"/>
                      <a:pt x="26" y="102"/>
                    </a:cubicBezTo>
                    <a:cubicBezTo>
                      <a:pt x="26" y="106"/>
                      <a:pt x="27" y="109"/>
                      <a:pt x="29" y="113"/>
                    </a:cubicBezTo>
                    <a:cubicBezTo>
                      <a:pt x="30" y="118"/>
                      <a:pt x="32" y="122"/>
                      <a:pt x="34" y="126"/>
                    </a:cubicBezTo>
                    <a:cubicBezTo>
                      <a:pt x="34" y="127"/>
                      <a:pt x="35" y="128"/>
                      <a:pt x="35" y="129"/>
                    </a:cubicBezTo>
                    <a:cubicBezTo>
                      <a:pt x="36" y="130"/>
                      <a:pt x="37" y="131"/>
                      <a:pt x="38" y="132"/>
                    </a:cubicBezTo>
                    <a:cubicBezTo>
                      <a:pt x="39" y="134"/>
                      <a:pt x="41" y="135"/>
                      <a:pt x="43" y="137"/>
                    </a:cubicBezTo>
                    <a:lnTo>
                      <a:pt x="44" y="138"/>
                    </a:lnTo>
                    <a:lnTo>
                      <a:pt x="45" y="139"/>
                    </a:lnTo>
                    <a:moveTo>
                      <a:pt x="34" y="160"/>
                    </a:moveTo>
                    <a:cubicBezTo>
                      <a:pt x="31" y="158"/>
                      <a:pt x="29" y="156"/>
                      <a:pt x="26" y="154"/>
                    </a:cubicBezTo>
                    <a:cubicBezTo>
                      <a:pt x="23" y="151"/>
                      <a:pt x="21" y="148"/>
                      <a:pt x="19" y="145"/>
                    </a:cubicBezTo>
                    <a:cubicBezTo>
                      <a:pt x="13" y="139"/>
                      <a:pt x="10" y="130"/>
                      <a:pt x="8" y="123"/>
                    </a:cubicBezTo>
                    <a:cubicBezTo>
                      <a:pt x="1" y="107"/>
                      <a:pt x="0" y="89"/>
                      <a:pt x="2" y="72"/>
                    </a:cubicBezTo>
                    <a:cubicBezTo>
                      <a:pt x="4" y="64"/>
                      <a:pt x="6" y="56"/>
                      <a:pt x="9" y="49"/>
                    </a:cubicBezTo>
                    <a:cubicBezTo>
                      <a:pt x="11" y="42"/>
                      <a:pt x="14" y="36"/>
                      <a:pt x="18" y="30"/>
                    </a:cubicBezTo>
                    <a:cubicBezTo>
                      <a:pt x="22" y="25"/>
                      <a:pt x="29" y="23"/>
                      <a:pt x="34" y="26"/>
                    </a:cubicBezTo>
                    <a:cubicBezTo>
                      <a:pt x="33" y="21"/>
                      <a:pt x="35" y="17"/>
                      <a:pt x="38" y="14"/>
                    </a:cubicBezTo>
                    <a:cubicBezTo>
                      <a:pt x="45" y="9"/>
                      <a:pt x="51" y="5"/>
                      <a:pt x="59" y="2"/>
                    </a:cubicBezTo>
                    <a:cubicBezTo>
                      <a:pt x="62" y="1"/>
                      <a:pt x="66" y="0"/>
                      <a:pt x="69" y="0"/>
                    </a:cubicBezTo>
                    <a:cubicBezTo>
                      <a:pt x="73" y="0"/>
                      <a:pt x="77" y="1"/>
                      <a:pt x="82" y="2"/>
                    </a:cubicBezTo>
                    <a:cubicBezTo>
                      <a:pt x="90" y="5"/>
                      <a:pt x="96" y="9"/>
                      <a:pt x="102" y="14"/>
                    </a:cubicBezTo>
                    <a:cubicBezTo>
                      <a:pt x="108" y="20"/>
                      <a:pt x="115" y="27"/>
                      <a:pt x="118" y="34"/>
                    </a:cubicBezTo>
                    <a:cubicBezTo>
                      <a:pt x="120" y="41"/>
                      <a:pt x="121" y="49"/>
                      <a:pt x="120" y="56"/>
                    </a:cubicBezTo>
                    <a:cubicBezTo>
                      <a:pt x="120" y="60"/>
                      <a:pt x="119" y="63"/>
                      <a:pt x="119" y="67"/>
                    </a:cubicBezTo>
                    <a:cubicBezTo>
                      <a:pt x="118" y="71"/>
                      <a:pt x="117" y="75"/>
                      <a:pt x="115" y="79"/>
                    </a:cubicBezTo>
                    <a:cubicBezTo>
                      <a:pt x="111" y="88"/>
                      <a:pt x="107" y="96"/>
                      <a:pt x="104" y="104"/>
                    </a:cubicBezTo>
                    <a:cubicBezTo>
                      <a:pt x="96" y="120"/>
                      <a:pt x="87" y="136"/>
                      <a:pt x="75" y="148"/>
                    </a:cubicBezTo>
                    <a:cubicBezTo>
                      <a:pt x="69" y="153"/>
                      <a:pt x="62" y="158"/>
                      <a:pt x="55" y="161"/>
                    </a:cubicBezTo>
                    <a:cubicBezTo>
                      <a:pt x="52" y="161"/>
                      <a:pt x="49" y="162"/>
                      <a:pt x="45" y="162"/>
                    </a:cubicBezTo>
                    <a:lnTo>
                      <a:pt x="44" y="162"/>
                    </a:lnTo>
                    <a:cubicBezTo>
                      <a:pt x="41" y="162"/>
                      <a:pt x="37" y="161"/>
                      <a:pt x="34" y="1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" name="Google Shape;37;p2"/>
              <p:cNvSpPr/>
              <p:nvPr/>
            </p:nvSpPr>
            <p:spPr>
              <a:xfrm>
                <a:off x="792720" y="1238400"/>
                <a:ext cx="36720" cy="106920"/>
              </a:xfrm>
              <a:custGeom>
                <a:avLst/>
                <a:gdLst/>
                <a:ahLst/>
                <a:cxnLst/>
                <a:rect l="l" t="t" r="r" b="b"/>
                <a:pathLst>
                  <a:path w="102" h="297" extrusionOk="0">
                    <a:moveTo>
                      <a:pt x="63" y="293"/>
                    </a:moveTo>
                    <a:cubicBezTo>
                      <a:pt x="57" y="289"/>
                      <a:pt x="51" y="284"/>
                      <a:pt x="46" y="279"/>
                    </a:cubicBezTo>
                    <a:cubicBezTo>
                      <a:pt x="40" y="273"/>
                      <a:pt x="35" y="266"/>
                      <a:pt x="29" y="260"/>
                    </a:cubicBezTo>
                    <a:cubicBezTo>
                      <a:pt x="20" y="246"/>
                      <a:pt x="12" y="229"/>
                      <a:pt x="7" y="213"/>
                    </a:cubicBezTo>
                    <a:cubicBezTo>
                      <a:pt x="1" y="196"/>
                      <a:pt x="0" y="179"/>
                      <a:pt x="1" y="161"/>
                    </a:cubicBezTo>
                    <a:cubicBezTo>
                      <a:pt x="1" y="152"/>
                      <a:pt x="3" y="144"/>
                      <a:pt x="4" y="135"/>
                    </a:cubicBezTo>
                    <a:cubicBezTo>
                      <a:pt x="6" y="128"/>
                      <a:pt x="8" y="121"/>
                      <a:pt x="11" y="114"/>
                    </a:cubicBezTo>
                    <a:lnTo>
                      <a:pt x="11" y="113"/>
                    </a:lnTo>
                    <a:lnTo>
                      <a:pt x="11" y="112"/>
                    </a:lnTo>
                    <a:cubicBezTo>
                      <a:pt x="14" y="106"/>
                      <a:pt x="15" y="101"/>
                      <a:pt x="18" y="95"/>
                    </a:cubicBezTo>
                    <a:lnTo>
                      <a:pt x="17" y="96"/>
                    </a:lnTo>
                    <a:cubicBezTo>
                      <a:pt x="24" y="78"/>
                      <a:pt x="32" y="60"/>
                      <a:pt x="42" y="44"/>
                    </a:cubicBezTo>
                    <a:cubicBezTo>
                      <a:pt x="52" y="28"/>
                      <a:pt x="64" y="14"/>
                      <a:pt x="80" y="4"/>
                    </a:cubicBezTo>
                    <a:cubicBezTo>
                      <a:pt x="85" y="0"/>
                      <a:pt x="93" y="1"/>
                      <a:pt x="97" y="7"/>
                    </a:cubicBezTo>
                    <a:cubicBezTo>
                      <a:pt x="101" y="12"/>
                      <a:pt x="100" y="21"/>
                      <a:pt x="94" y="24"/>
                    </a:cubicBezTo>
                    <a:cubicBezTo>
                      <a:pt x="91" y="26"/>
                      <a:pt x="88" y="28"/>
                      <a:pt x="85" y="31"/>
                    </a:cubicBezTo>
                    <a:cubicBezTo>
                      <a:pt x="81" y="34"/>
                      <a:pt x="78" y="37"/>
                      <a:pt x="75" y="40"/>
                    </a:cubicBezTo>
                    <a:cubicBezTo>
                      <a:pt x="71" y="44"/>
                      <a:pt x="68" y="49"/>
                      <a:pt x="65" y="53"/>
                    </a:cubicBezTo>
                    <a:cubicBezTo>
                      <a:pt x="60" y="60"/>
                      <a:pt x="55" y="68"/>
                      <a:pt x="51" y="75"/>
                    </a:cubicBezTo>
                    <a:cubicBezTo>
                      <a:pt x="43" y="91"/>
                      <a:pt x="38" y="107"/>
                      <a:pt x="31" y="123"/>
                    </a:cubicBezTo>
                    <a:cubicBezTo>
                      <a:pt x="31" y="123"/>
                      <a:pt x="32" y="122"/>
                      <a:pt x="32" y="121"/>
                    </a:cubicBezTo>
                    <a:cubicBezTo>
                      <a:pt x="31" y="123"/>
                      <a:pt x="31" y="124"/>
                      <a:pt x="31" y="126"/>
                    </a:cubicBezTo>
                    <a:cubicBezTo>
                      <a:pt x="29" y="131"/>
                      <a:pt x="27" y="135"/>
                      <a:pt x="26" y="140"/>
                    </a:cubicBezTo>
                    <a:cubicBezTo>
                      <a:pt x="25" y="147"/>
                      <a:pt x="24" y="153"/>
                      <a:pt x="23" y="160"/>
                    </a:cubicBezTo>
                    <a:cubicBezTo>
                      <a:pt x="22" y="167"/>
                      <a:pt x="22" y="174"/>
                      <a:pt x="23" y="181"/>
                    </a:cubicBezTo>
                    <a:cubicBezTo>
                      <a:pt x="23" y="186"/>
                      <a:pt x="24" y="191"/>
                      <a:pt x="25" y="196"/>
                    </a:cubicBezTo>
                    <a:cubicBezTo>
                      <a:pt x="25" y="201"/>
                      <a:pt x="27" y="205"/>
                      <a:pt x="28" y="209"/>
                    </a:cubicBezTo>
                    <a:cubicBezTo>
                      <a:pt x="30" y="215"/>
                      <a:pt x="32" y="220"/>
                      <a:pt x="35" y="225"/>
                    </a:cubicBezTo>
                    <a:cubicBezTo>
                      <a:pt x="37" y="231"/>
                      <a:pt x="40" y="236"/>
                      <a:pt x="43" y="241"/>
                    </a:cubicBezTo>
                    <a:cubicBezTo>
                      <a:pt x="46" y="246"/>
                      <a:pt x="49" y="250"/>
                      <a:pt x="53" y="254"/>
                    </a:cubicBezTo>
                    <a:cubicBezTo>
                      <a:pt x="56" y="258"/>
                      <a:pt x="60" y="262"/>
                      <a:pt x="64" y="266"/>
                    </a:cubicBezTo>
                    <a:cubicBezTo>
                      <a:pt x="68" y="270"/>
                      <a:pt x="73" y="273"/>
                      <a:pt x="77" y="276"/>
                    </a:cubicBezTo>
                    <a:cubicBezTo>
                      <a:pt x="82" y="279"/>
                      <a:pt x="82" y="288"/>
                      <a:pt x="78" y="292"/>
                    </a:cubicBezTo>
                    <a:cubicBezTo>
                      <a:pt x="76" y="295"/>
                      <a:pt x="73" y="296"/>
                      <a:pt x="70" y="296"/>
                    </a:cubicBezTo>
                    <a:cubicBezTo>
                      <a:pt x="67" y="296"/>
                      <a:pt x="65" y="295"/>
                      <a:pt x="63" y="29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" name="Google Shape;38;p2"/>
              <p:cNvSpPr/>
              <p:nvPr/>
            </p:nvSpPr>
            <p:spPr>
              <a:xfrm>
                <a:off x="834480" y="1267920"/>
                <a:ext cx="33480" cy="46080"/>
              </a:xfrm>
              <a:custGeom>
                <a:avLst/>
                <a:gdLst/>
                <a:ahLst/>
                <a:cxnLst/>
                <a:rect l="l" t="t" r="r" b="b"/>
                <a:pathLst>
                  <a:path w="93" h="128" extrusionOk="0">
                    <a:moveTo>
                      <a:pt x="71" y="125"/>
                    </a:moveTo>
                    <a:cubicBezTo>
                      <a:pt x="64" y="118"/>
                      <a:pt x="56" y="111"/>
                      <a:pt x="49" y="103"/>
                    </a:cubicBezTo>
                    <a:cubicBezTo>
                      <a:pt x="46" y="100"/>
                      <a:pt x="42" y="96"/>
                      <a:pt x="39" y="93"/>
                    </a:cubicBezTo>
                    <a:cubicBezTo>
                      <a:pt x="36" y="89"/>
                      <a:pt x="33" y="85"/>
                      <a:pt x="31" y="82"/>
                    </a:cubicBezTo>
                    <a:cubicBezTo>
                      <a:pt x="28" y="78"/>
                      <a:pt x="25" y="74"/>
                      <a:pt x="22" y="70"/>
                    </a:cubicBezTo>
                    <a:cubicBezTo>
                      <a:pt x="17" y="61"/>
                      <a:pt x="11" y="51"/>
                      <a:pt x="7" y="41"/>
                    </a:cubicBezTo>
                    <a:cubicBezTo>
                      <a:pt x="3" y="31"/>
                      <a:pt x="0" y="19"/>
                      <a:pt x="5" y="9"/>
                    </a:cubicBezTo>
                    <a:cubicBezTo>
                      <a:pt x="7" y="5"/>
                      <a:pt x="11" y="1"/>
                      <a:pt x="15" y="0"/>
                    </a:cubicBezTo>
                    <a:cubicBezTo>
                      <a:pt x="19" y="0"/>
                      <a:pt x="22" y="0"/>
                      <a:pt x="26" y="1"/>
                    </a:cubicBezTo>
                    <a:cubicBezTo>
                      <a:pt x="33" y="2"/>
                      <a:pt x="38" y="8"/>
                      <a:pt x="37" y="15"/>
                    </a:cubicBezTo>
                    <a:cubicBezTo>
                      <a:pt x="36" y="20"/>
                      <a:pt x="32" y="24"/>
                      <a:pt x="28" y="25"/>
                    </a:cubicBezTo>
                    <a:cubicBezTo>
                      <a:pt x="28" y="27"/>
                      <a:pt x="29" y="29"/>
                      <a:pt x="29" y="31"/>
                    </a:cubicBezTo>
                    <a:cubicBezTo>
                      <a:pt x="31" y="35"/>
                      <a:pt x="32" y="38"/>
                      <a:pt x="33" y="42"/>
                    </a:cubicBezTo>
                    <a:cubicBezTo>
                      <a:pt x="36" y="46"/>
                      <a:pt x="39" y="51"/>
                      <a:pt x="42" y="56"/>
                    </a:cubicBezTo>
                    <a:cubicBezTo>
                      <a:pt x="46" y="63"/>
                      <a:pt x="51" y="70"/>
                      <a:pt x="56" y="77"/>
                    </a:cubicBezTo>
                    <a:cubicBezTo>
                      <a:pt x="59" y="81"/>
                      <a:pt x="62" y="84"/>
                      <a:pt x="66" y="87"/>
                    </a:cubicBezTo>
                    <a:cubicBezTo>
                      <a:pt x="69" y="91"/>
                      <a:pt x="73" y="95"/>
                      <a:pt x="77" y="98"/>
                    </a:cubicBezTo>
                    <a:cubicBezTo>
                      <a:pt x="80" y="101"/>
                      <a:pt x="83" y="104"/>
                      <a:pt x="86" y="107"/>
                    </a:cubicBezTo>
                    <a:cubicBezTo>
                      <a:pt x="91" y="111"/>
                      <a:pt x="92" y="118"/>
                      <a:pt x="88" y="123"/>
                    </a:cubicBezTo>
                    <a:cubicBezTo>
                      <a:pt x="86" y="126"/>
                      <a:pt x="82" y="127"/>
                      <a:pt x="78" y="127"/>
                    </a:cubicBezTo>
                    <a:cubicBezTo>
                      <a:pt x="76" y="127"/>
                      <a:pt x="74" y="127"/>
                      <a:pt x="71" y="1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" name="Google Shape;39;p2"/>
              <p:cNvSpPr/>
              <p:nvPr/>
            </p:nvSpPr>
            <p:spPr>
              <a:xfrm>
                <a:off x="825840" y="1260000"/>
                <a:ext cx="55080" cy="6840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90" extrusionOk="0">
                    <a:moveTo>
                      <a:pt x="7" y="187"/>
                    </a:moveTo>
                    <a:cubicBezTo>
                      <a:pt x="2" y="184"/>
                      <a:pt x="0" y="176"/>
                      <a:pt x="3" y="171"/>
                    </a:cubicBezTo>
                    <a:cubicBezTo>
                      <a:pt x="18" y="148"/>
                      <a:pt x="35" y="126"/>
                      <a:pt x="50" y="103"/>
                    </a:cubicBezTo>
                    <a:cubicBezTo>
                      <a:pt x="56" y="94"/>
                      <a:pt x="63" y="84"/>
                      <a:pt x="69" y="74"/>
                    </a:cubicBezTo>
                    <a:cubicBezTo>
                      <a:pt x="76" y="63"/>
                      <a:pt x="83" y="51"/>
                      <a:pt x="91" y="40"/>
                    </a:cubicBezTo>
                    <a:cubicBezTo>
                      <a:pt x="95" y="34"/>
                      <a:pt x="100" y="28"/>
                      <a:pt x="105" y="22"/>
                    </a:cubicBezTo>
                    <a:cubicBezTo>
                      <a:pt x="110" y="15"/>
                      <a:pt x="116" y="9"/>
                      <a:pt x="123" y="4"/>
                    </a:cubicBezTo>
                    <a:cubicBezTo>
                      <a:pt x="128" y="1"/>
                      <a:pt x="133" y="0"/>
                      <a:pt x="140" y="1"/>
                    </a:cubicBezTo>
                    <a:cubicBezTo>
                      <a:pt x="147" y="2"/>
                      <a:pt x="152" y="9"/>
                      <a:pt x="150" y="17"/>
                    </a:cubicBezTo>
                    <a:cubicBezTo>
                      <a:pt x="148" y="23"/>
                      <a:pt x="142" y="27"/>
                      <a:pt x="136" y="25"/>
                    </a:cubicBezTo>
                    <a:cubicBezTo>
                      <a:pt x="136" y="26"/>
                      <a:pt x="135" y="27"/>
                      <a:pt x="134" y="27"/>
                    </a:cubicBezTo>
                    <a:cubicBezTo>
                      <a:pt x="133" y="28"/>
                      <a:pt x="131" y="29"/>
                      <a:pt x="130" y="30"/>
                    </a:cubicBezTo>
                    <a:cubicBezTo>
                      <a:pt x="129" y="31"/>
                      <a:pt x="127" y="32"/>
                      <a:pt x="126" y="34"/>
                    </a:cubicBezTo>
                    <a:cubicBezTo>
                      <a:pt x="119" y="41"/>
                      <a:pt x="113" y="49"/>
                      <a:pt x="108" y="56"/>
                    </a:cubicBezTo>
                    <a:cubicBezTo>
                      <a:pt x="94" y="77"/>
                      <a:pt x="81" y="97"/>
                      <a:pt x="67" y="117"/>
                    </a:cubicBezTo>
                    <a:cubicBezTo>
                      <a:pt x="52" y="140"/>
                      <a:pt x="36" y="161"/>
                      <a:pt x="23" y="183"/>
                    </a:cubicBezTo>
                    <a:cubicBezTo>
                      <a:pt x="21" y="187"/>
                      <a:pt x="17" y="189"/>
                      <a:pt x="13" y="189"/>
                    </a:cubicBezTo>
                    <a:cubicBezTo>
                      <a:pt x="11" y="189"/>
                      <a:pt x="9" y="189"/>
                      <a:pt x="7" y="1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" name="Google Shape;40;p2"/>
              <p:cNvSpPr/>
              <p:nvPr/>
            </p:nvSpPr>
            <p:spPr>
              <a:xfrm>
                <a:off x="882720" y="1287000"/>
                <a:ext cx="48600" cy="17280"/>
              </a:xfrm>
              <a:custGeom>
                <a:avLst/>
                <a:gdLst/>
                <a:ahLst/>
                <a:cxnLst/>
                <a:rect l="l" t="t" r="r" b="b"/>
                <a:pathLst>
                  <a:path w="135" h="48" extrusionOk="0">
                    <a:moveTo>
                      <a:pt x="13" y="46"/>
                    </a:moveTo>
                    <a:cubicBezTo>
                      <a:pt x="5" y="45"/>
                      <a:pt x="0" y="38"/>
                      <a:pt x="2" y="31"/>
                    </a:cubicBezTo>
                    <a:cubicBezTo>
                      <a:pt x="5" y="24"/>
                      <a:pt x="12" y="20"/>
                      <a:pt x="19" y="22"/>
                    </a:cubicBezTo>
                    <a:lnTo>
                      <a:pt x="20" y="22"/>
                    </a:lnTo>
                    <a:cubicBezTo>
                      <a:pt x="32" y="21"/>
                      <a:pt x="45" y="18"/>
                      <a:pt x="58" y="17"/>
                    </a:cubicBezTo>
                    <a:cubicBezTo>
                      <a:pt x="67" y="14"/>
                      <a:pt x="77" y="13"/>
                      <a:pt x="86" y="10"/>
                    </a:cubicBezTo>
                    <a:cubicBezTo>
                      <a:pt x="97" y="8"/>
                      <a:pt x="108" y="5"/>
                      <a:pt x="118" y="1"/>
                    </a:cubicBezTo>
                    <a:cubicBezTo>
                      <a:pt x="124" y="0"/>
                      <a:pt x="130" y="4"/>
                      <a:pt x="132" y="10"/>
                    </a:cubicBezTo>
                    <a:cubicBezTo>
                      <a:pt x="134" y="17"/>
                      <a:pt x="130" y="22"/>
                      <a:pt x="124" y="24"/>
                    </a:cubicBezTo>
                    <a:cubicBezTo>
                      <a:pt x="106" y="29"/>
                      <a:pt x="88" y="34"/>
                      <a:pt x="70" y="38"/>
                    </a:cubicBezTo>
                    <a:cubicBezTo>
                      <a:pt x="62" y="39"/>
                      <a:pt x="54" y="41"/>
                      <a:pt x="45" y="43"/>
                    </a:cubicBezTo>
                    <a:cubicBezTo>
                      <a:pt x="41" y="43"/>
                      <a:pt x="36" y="45"/>
                      <a:pt x="32" y="45"/>
                    </a:cubicBezTo>
                    <a:cubicBezTo>
                      <a:pt x="27" y="46"/>
                      <a:pt x="23" y="47"/>
                      <a:pt x="18" y="47"/>
                    </a:cubicBezTo>
                    <a:cubicBezTo>
                      <a:pt x="16" y="47"/>
                      <a:pt x="14" y="47"/>
                      <a:pt x="13" y="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" name="Google Shape;41;p2"/>
              <p:cNvSpPr/>
              <p:nvPr/>
            </p:nvSpPr>
            <p:spPr>
              <a:xfrm>
                <a:off x="907920" y="1267560"/>
                <a:ext cx="12600" cy="45720"/>
              </a:xfrm>
              <a:custGeom>
                <a:avLst/>
                <a:gdLst/>
                <a:ahLst/>
                <a:cxnLst/>
                <a:rect l="l" t="t" r="r" b="b"/>
                <a:pathLst>
                  <a:path w="35" h="127" extrusionOk="0">
                    <a:moveTo>
                      <a:pt x="10" y="117"/>
                    </a:moveTo>
                    <a:cubicBezTo>
                      <a:pt x="7" y="106"/>
                      <a:pt x="5" y="95"/>
                      <a:pt x="3" y="84"/>
                    </a:cubicBezTo>
                    <a:cubicBezTo>
                      <a:pt x="0" y="72"/>
                      <a:pt x="0" y="59"/>
                      <a:pt x="1" y="47"/>
                    </a:cubicBezTo>
                    <a:cubicBezTo>
                      <a:pt x="2" y="34"/>
                      <a:pt x="5" y="22"/>
                      <a:pt x="8" y="10"/>
                    </a:cubicBezTo>
                    <a:cubicBezTo>
                      <a:pt x="10" y="4"/>
                      <a:pt x="17" y="0"/>
                      <a:pt x="24" y="1"/>
                    </a:cubicBezTo>
                    <a:cubicBezTo>
                      <a:pt x="30" y="3"/>
                      <a:pt x="34" y="11"/>
                      <a:pt x="32" y="17"/>
                    </a:cubicBezTo>
                    <a:cubicBezTo>
                      <a:pt x="30" y="23"/>
                      <a:pt x="29" y="29"/>
                      <a:pt x="28" y="36"/>
                    </a:cubicBezTo>
                    <a:cubicBezTo>
                      <a:pt x="26" y="41"/>
                      <a:pt x="26" y="47"/>
                      <a:pt x="25" y="53"/>
                    </a:cubicBezTo>
                    <a:cubicBezTo>
                      <a:pt x="25" y="53"/>
                      <a:pt x="25" y="52"/>
                      <a:pt x="25" y="51"/>
                    </a:cubicBezTo>
                    <a:cubicBezTo>
                      <a:pt x="25" y="57"/>
                      <a:pt x="25" y="64"/>
                      <a:pt x="25" y="69"/>
                    </a:cubicBezTo>
                    <a:cubicBezTo>
                      <a:pt x="26" y="82"/>
                      <a:pt x="28" y="93"/>
                      <a:pt x="30" y="106"/>
                    </a:cubicBezTo>
                    <a:cubicBezTo>
                      <a:pt x="30" y="107"/>
                      <a:pt x="31" y="110"/>
                      <a:pt x="32" y="111"/>
                    </a:cubicBezTo>
                    <a:cubicBezTo>
                      <a:pt x="33" y="118"/>
                      <a:pt x="29" y="124"/>
                      <a:pt x="24" y="125"/>
                    </a:cubicBezTo>
                    <a:cubicBezTo>
                      <a:pt x="22" y="125"/>
                      <a:pt x="21" y="126"/>
                      <a:pt x="21" y="126"/>
                    </a:cubicBezTo>
                    <a:cubicBezTo>
                      <a:pt x="15" y="126"/>
                      <a:pt x="11" y="122"/>
                      <a:pt x="10" y="1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" name="Google Shape;42;p2"/>
              <p:cNvSpPr/>
              <p:nvPr/>
            </p:nvSpPr>
            <p:spPr>
              <a:xfrm>
                <a:off x="940680" y="1257480"/>
                <a:ext cx="41040" cy="6876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91" extrusionOk="0">
                    <a:moveTo>
                      <a:pt x="14" y="178"/>
                    </a:moveTo>
                    <a:cubicBezTo>
                      <a:pt x="13" y="171"/>
                      <a:pt x="19" y="165"/>
                      <a:pt x="25" y="164"/>
                    </a:cubicBezTo>
                    <a:cubicBezTo>
                      <a:pt x="28" y="164"/>
                      <a:pt x="30" y="164"/>
                      <a:pt x="33" y="163"/>
                    </a:cubicBezTo>
                    <a:cubicBezTo>
                      <a:pt x="40" y="162"/>
                      <a:pt x="47" y="160"/>
                      <a:pt x="54" y="158"/>
                    </a:cubicBezTo>
                    <a:cubicBezTo>
                      <a:pt x="58" y="157"/>
                      <a:pt x="62" y="155"/>
                      <a:pt x="67" y="153"/>
                    </a:cubicBezTo>
                    <a:cubicBezTo>
                      <a:pt x="69" y="152"/>
                      <a:pt x="72" y="150"/>
                      <a:pt x="75" y="149"/>
                    </a:cubicBezTo>
                    <a:cubicBezTo>
                      <a:pt x="78" y="147"/>
                      <a:pt x="81" y="145"/>
                      <a:pt x="83" y="142"/>
                    </a:cubicBezTo>
                    <a:cubicBezTo>
                      <a:pt x="85" y="142"/>
                      <a:pt x="86" y="141"/>
                      <a:pt x="87" y="139"/>
                    </a:cubicBezTo>
                    <a:lnTo>
                      <a:pt x="87" y="138"/>
                    </a:lnTo>
                    <a:cubicBezTo>
                      <a:pt x="87" y="139"/>
                      <a:pt x="87" y="139"/>
                      <a:pt x="87" y="139"/>
                    </a:cubicBezTo>
                    <a:lnTo>
                      <a:pt x="86" y="140"/>
                    </a:lnTo>
                    <a:cubicBezTo>
                      <a:pt x="87" y="139"/>
                      <a:pt x="87" y="138"/>
                      <a:pt x="88" y="138"/>
                    </a:cubicBezTo>
                    <a:cubicBezTo>
                      <a:pt x="88" y="137"/>
                      <a:pt x="89" y="136"/>
                      <a:pt x="89" y="136"/>
                    </a:cubicBezTo>
                    <a:cubicBezTo>
                      <a:pt x="89" y="135"/>
                      <a:pt x="89" y="135"/>
                      <a:pt x="89" y="135"/>
                    </a:cubicBezTo>
                    <a:lnTo>
                      <a:pt x="89" y="134"/>
                    </a:lnTo>
                    <a:cubicBezTo>
                      <a:pt x="89" y="134"/>
                      <a:pt x="89" y="133"/>
                      <a:pt x="89" y="132"/>
                    </a:cubicBezTo>
                    <a:lnTo>
                      <a:pt x="89" y="131"/>
                    </a:lnTo>
                    <a:cubicBezTo>
                      <a:pt x="89" y="130"/>
                      <a:pt x="89" y="129"/>
                      <a:pt x="89" y="129"/>
                    </a:cubicBezTo>
                    <a:lnTo>
                      <a:pt x="88" y="128"/>
                    </a:lnTo>
                    <a:cubicBezTo>
                      <a:pt x="87" y="127"/>
                      <a:pt x="87" y="125"/>
                      <a:pt x="86" y="124"/>
                    </a:cubicBezTo>
                    <a:cubicBezTo>
                      <a:pt x="86" y="125"/>
                      <a:pt x="87" y="125"/>
                      <a:pt x="87" y="126"/>
                    </a:cubicBezTo>
                    <a:cubicBezTo>
                      <a:pt x="86" y="124"/>
                      <a:pt x="84" y="122"/>
                      <a:pt x="83" y="120"/>
                    </a:cubicBezTo>
                    <a:cubicBezTo>
                      <a:pt x="81" y="118"/>
                      <a:pt x="79" y="116"/>
                      <a:pt x="77" y="114"/>
                    </a:cubicBezTo>
                    <a:cubicBezTo>
                      <a:pt x="76" y="113"/>
                      <a:pt x="74" y="112"/>
                      <a:pt x="73" y="111"/>
                    </a:cubicBezTo>
                    <a:cubicBezTo>
                      <a:pt x="70" y="109"/>
                      <a:pt x="68" y="107"/>
                      <a:pt x="65" y="106"/>
                    </a:cubicBezTo>
                    <a:cubicBezTo>
                      <a:pt x="58" y="102"/>
                      <a:pt x="51" y="100"/>
                      <a:pt x="44" y="97"/>
                    </a:cubicBezTo>
                    <a:cubicBezTo>
                      <a:pt x="37" y="95"/>
                      <a:pt x="30" y="92"/>
                      <a:pt x="27" y="86"/>
                    </a:cubicBezTo>
                    <a:cubicBezTo>
                      <a:pt x="26" y="83"/>
                      <a:pt x="25" y="81"/>
                      <a:pt x="25" y="78"/>
                    </a:cubicBezTo>
                    <a:cubicBezTo>
                      <a:pt x="25" y="74"/>
                      <a:pt x="26" y="71"/>
                      <a:pt x="27" y="69"/>
                    </a:cubicBezTo>
                    <a:cubicBezTo>
                      <a:pt x="29" y="66"/>
                      <a:pt x="32" y="64"/>
                      <a:pt x="34" y="62"/>
                    </a:cubicBezTo>
                    <a:cubicBezTo>
                      <a:pt x="35" y="61"/>
                      <a:pt x="36" y="61"/>
                      <a:pt x="37" y="60"/>
                    </a:cubicBezTo>
                    <a:cubicBezTo>
                      <a:pt x="39" y="58"/>
                      <a:pt x="41" y="56"/>
                      <a:pt x="42" y="54"/>
                    </a:cubicBezTo>
                    <a:cubicBezTo>
                      <a:pt x="44" y="53"/>
                      <a:pt x="46" y="50"/>
                      <a:pt x="48" y="48"/>
                    </a:cubicBezTo>
                    <a:cubicBezTo>
                      <a:pt x="49" y="46"/>
                      <a:pt x="50" y="44"/>
                      <a:pt x="51" y="42"/>
                    </a:cubicBezTo>
                    <a:cubicBezTo>
                      <a:pt x="51" y="41"/>
                      <a:pt x="52" y="40"/>
                      <a:pt x="53" y="39"/>
                    </a:cubicBezTo>
                    <a:cubicBezTo>
                      <a:pt x="53" y="38"/>
                      <a:pt x="53" y="37"/>
                      <a:pt x="54" y="36"/>
                    </a:cubicBezTo>
                    <a:lnTo>
                      <a:pt x="54" y="35"/>
                    </a:lnTo>
                    <a:lnTo>
                      <a:pt x="54" y="34"/>
                    </a:lnTo>
                    <a:cubicBezTo>
                      <a:pt x="53" y="33"/>
                      <a:pt x="53" y="32"/>
                      <a:pt x="53" y="31"/>
                    </a:cubicBezTo>
                    <a:cubicBezTo>
                      <a:pt x="53" y="30"/>
                      <a:pt x="53" y="30"/>
                      <a:pt x="52" y="29"/>
                    </a:cubicBezTo>
                    <a:lnTo>
                      <a:pt x="51" y="28"/>
                    </a:lnTo>
                    <a:lnTo>
                      <a:pt x="51" y="27"/>
                    </a:lnTo>
                    <a:cubicBezTo>
                      <a:pt x="50" y="27"/>
                      <a:pt x="50" y="26"/>
                      <a:pt x="50" y="26"/>
                    </a:cubicBezTo>
                    <a:cubicBezTo>
                      <a:pt x="49" y="26"/>
                      <a:pt x="49" y="26"/>
                      <a:pt x="48" y="26"/>
                    </a:cubicBezTo>
                    <a:lnTo>
                      <a:pt x="49" y="26"/>
                    </a:lnTo>
                    <a:cubicBezTo>
                      <a:pt x="48" y="26"/>
                      <a:pt x="48" y="26"/>
                      <a:pt x="48" y="26"/>
                    </a:cubicBezTo>
                    <a:cubicBezTo>
                      <a:pt x="47" y="26"/>
                      <a:pt x="47" y="26"/>
                      <a:pt x="46" y="25"/>
                    </a:cubicBezTo>
                    <a:lnTo>
                      <a:pt x="44" y="25"/>
                    </a:lnTo>
                    <a:cubicBezTo>
                      <a:pt x="43" y="26"/>
                      <a:pt x="42" y="26"/>
                      <a:pt x="41" y="26"/>
                    </a:cubicBezTo>
                    <a:cubicBezTo>
                      <a:pt x="41" y="26"/>
                      <a:pt x="40" y="26"/>
                      <a:pt x="39" y="26"/>
                    </a:cubicBezTo>
                    <a:cubicBezTo>
                      <a:pt x="37" y="27"/>
                      <a:pt x="36" y="28"/>
                      <a:pt x="34" y="28"/>
                    </a:cubicBezTo>
                    <a:cubicBezTo>
                      <a:pt x="34" y="29"/>
                      <a:pt x="33" y="29"/>
                      <a:pt x="33" y="29"/>
                    </a:cubicBezTo>
                    <a:cubicBezTo>
                      <a:pt x="30" y="31"/>
                      <a:pt x="28" y="32"/>
                      <a:pt x="26" y="35"/>
                    </a:cubicBezTo>
                    <a:cubicBezTo>
                      <a:pt x="25" y="35"/>
                      <a:pt x="25" y="35"/>
                      <a:pt x="25" y="35"/>
                    </a:cubicBezTo>
                    <a:cubicBezTo>
                      <a:pt x="22" y="40"/>
                      <a:pt x="16" y="44"/>
                      <a:pt x="9" y="42"/>
                    </a:cubicBezTo>
                    <a:cubicBezTo>
                      <a:pt x="3" y="40"/>
                      <a:pt x="0" y="33"/>
                      <a:pt x="1" y="26"/>
                    </a:cubicBezTo>
                    <a:cubicBezTo>
                      <a:pt x="2" y="21"/>
                      <a:pt x="7" y="17"/>
                      <a:pt x="12" y="14"/>
                    </a:cubicBezTo>
                    <a:cubicBezTo>
                      <a:pt x="18" y="8"/>
                      <a:pt x="26" y="5"/>
                      <a:pt x="34" y="2"/>
                    </a:cubicBezTo>
                    <a:cubicBezTo>
                      <a:pt x="41" y="0"/>
                      <a:pt x="50" y="1"/>
                      <a:pt x="57" y="3"/>
                    </a:cubicBezTo>
                    <a:cubicBezTo>
                      <a:pt x="65" y="6"/>
                      <a:pt x="71" y="12"/>
                      <a:pt x="75" y="20"/>
                    </a:cubicBezTo>
                    <a:cubicBezTo>
                      <a:pt x="76" y="23"/>
                      <a:pt x="77" y="26"/>
                      <a:pt x="78" y="30"/>
                    </a:cubicBezTo>
                    <a:cubicBezTo>
                      <a:pt x="78" y="35"/>
                      <a:pt x="78" y="38"/>
                      <a:pt x="76" y="42"/>
                    </a:cubicBezTo>
                    <a:cubicBezTo>
                      <a:pt x="75" y="51"/>
                      <a:pt x="69" y="59"/>
                      <a:pt x="64" y="66"/>
                    </a:cubicBezTo>
                    <a:cubicBezTo>
                      <a:pt x="62" y="69"/>
                      <a:pt x="60" y="72"/>
                      <a:pt x="57" y="75"/>
                    </a:cubicBezTo>
                    <a:cubicBezTo>
                      <a:pt x="56" y="75"/>
                      <a:pt x="56" y="75"/>
                      <a:pt x="55" y="76"/>
                    </a:cubicBezTo>
                    <a:cubicBezTo>
                      <a:pt x="58" y="77"/>
                      <a:pt x="61" y="78"/>
                      <a:pt x="64" y="79"/>
                    </a:cubicBezTo>
                    <a:cubicBezTo>
                      <a:pt x="69" y="81"/>
                      <a:pt x="74" y="83"/>
                      <a:pt x="78" y="86"/>
                    </a:cubicBezTo>
                    <a:cubicBezTo>
                      <a:pt x="87" y="92"/>
                      <a:pt x="96" y="99"/>
                      <a:pt x="102" y="107"/>
                    </a:cubicBezTo>
                    <a:cubicBezTo>
                      <a:pt x="108" y="114"/>
                      <a:pt x="113" y="123"/>
                      <a:pt x="113" y="132"/>
                    </a:cubicBezTo>
                    <a:cubicBezTo>
                      <a:pt x="113" y="141"/>
                      <a:pt x="110" y="150"/>
                      <a:pt x="104" y="156"/>
                    </a:cubicBezTo>
                    <a:cubicBezTo>
                      <a:pt x="96" y="164"/>
                      <a:pt x="87" y="170"/>
                      <a:pt x="78" y="174"/>
                    </a:cubicBezTo>
                    <a:cubicBezTo>
                      <a:pt x="71" y="178"/>
                      <a:pt x="64" y="180"/>
                      <a:pt x="55" y="183"/>
                    </a:cubicBezTo>
                    <a:cubicBezTo>
                      <a:pt x="47" y="185"/>
                      <a:pt x="37" y="188"/>
                      <a:pt x="29" y="189"/>
                    </a:cubicBezTo>
                    <a:cubicBezTo>
                      <a:pt x="28" y="190"/>
                      <a:pt x="27" y="190"/>
                      <a:pt x="27" y="190"/>
                    </a:cubicBezTo>
                    <a:cubicBezTo>
                      <a:pt x="20" y="190"/>
                      <a:pt x="15" y="184"/>
                      <a:pt x="14" y="1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" name="Google Shape;43;p2"/>
              <p:cNvSpPr/>
              <p:nvPr/>
            </p:nvSpPr>
            <p:spPr>
              <a:xfrm>
                <a:off x="985320" y="1270800"/>
                <a:ext cx="43560" cy="10332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287" extrusionOk="0">
                    <a:moveTo>
                      <a:pt x="26" y="284"/>
                    </a:moveTo>
                    <a:cubicBezTo>
                      <a:pt x="18" y="281"/>
                      <a:pt x="12" y="275"/>
                      <a:pt x="7" y="268"/>
                    </a:cubicBezTo>
                    <a:cubicBezTo>
                      <a:pt x="3" y="262"/>
                      <a:pt x="0" y="254"/>
                      <a:pt x="0" y="246"/>
                    </a:cubicBezTo>
                    <a:cubicBezTo>
                      <a:pt x="0" y="236"/>
                      <a:pt x="3" y="227"/>
                      <a:pt x="7" y="218"/>
                    </a:cubicBezTo>
                    <a:cubicBezTo>
                      <a:pt x="12" y="206"/>
                      <a:pt x="21" y="195"/>
                      <a:pt x="29" y="185"/>
                    </a:cubicBezTo>
                    <a:cubicBezTo>
                      <a:pt x="35" y="178"/>
                      <a:pt x="40" y="172"/>
                      <a:pt x="46" y="165"/>
                    </a:cubicBezTo>
                    <a:cubicBezTo>
                      <a:pt x="50" y="161"/>
                      <a:pt x="57" y="160"/>
                      <a:pt x="61" y="164"/>
                    </a:cubicBezTo>
                    <a:cubicBezTo>
                      <a:pt x="66" y="168"/>
                      <a:pt x="67" y="175"/>
                      <a:pt x="63" y="180"/>
                    </a:cubicBezTo>
                    <a:cubicBezTo>
                      <a:pt x="54" y="190"/>
                      <a:pt x="44" y="201"/>
                      <a:pt x="36" y="213"/>
                    </a:cubicBezTo>
                    <a:cubicBezTo>
                      <a:pt x="34" y="216"/>
                      <a:pt x="32" y="220"/>
                      <a:pt x="31" y="222"/>
                    </a:cubicBezTo>
                    <a:cubicBezTo>
                      <a:pt x="29" y="225"/>
                      <a:pt x="28" y="228"/>
                      <a:pt x="27" y="231"/>
                    </a:cubicBezTo>
                    <a:cubicBezTo>
                      <a:pt x="26" y="234"/>
                      <a:pt x="25" y="236"/>
                      <a:pt x="25" y="238"/>
                    </a:cubicBezTo>
                    <a:cubicBezTo>
                      <a:pt x="25" y="240"/>
                      <a:pt x="24" y="242"/>
                      <a:pt x="24" y="243"/>
                    </a:cubicBezTo>
                    <a:cubicBezTo>
                      <a:pt x="24" y="244"/>
                      <a:pt x="24" y="245"/>
                      <a:pt x="24" y="246"/>
                    </a:cubicBezTo>
                    <a:lnTo>
                      <a:pt x="24" y="245"/>
                    </a:lnTo>
                    <a:cubicBezTo>
                      <a:pt x="24" y="246"/>
                      <a:pt x="24" y="247"/>
                      <a:pt x="25" y="247"/>
                    </a:cubicBezTo>
                    <a:cubicBezTo>
                      <a:pt x="25" y="249"/>
                      <a:pt x="25" y="250"/>
                      <a:pt x="25" y="251"/>
                    </a:cubicBezTo>
                    <a:cubicBezTo>
                      <a:pt x="25" y="252"/>
                      <a:pt x="26" y="252"/>
                      <a:pt x="26" y="253"/>
                    </a:cubicBezTo>
                    <a:cubicBezTo>
                      <a:pt x="26" y="254"/>
                      <a:pt x="27" y="255"/>
                      <a:pt x="28" y="256"/>
                    </a:cubicBezTo>
                    <a:cubicBezTo>
                      <a:pt x="28" y="256"/>
                      <a:pt x="28" y="257"/>
                      <a:pt x="29" y="257"/>
                    </a:cubicBezTo>
                    <a:cubicBezTo>
                      <a:pt x="29" y="258"/>
                      <a:pt x="29" y="258"/>
                      <a:pt x="30" y="259"/>
                    </a:cubicBezTo>
                    <a:lnTo>
                      <a:pt x="29" y="258"/>
                    </a:lnTo>
                    <a:lnTo>
                      <a:pt x="29" y="257"/>
                    </a:lnTo>
                    <a:lnTo>
                      <a:pt x="29" y="258"/>
                    </a:lnTo>
                    <a:lnTo>
                      <a:pt x="29" y="257"/>
                    </a:lnTo>
                    <a:lnTo>
                      <a:pt x="29" y="258"/>
                    </a:lnTo>
                    <a:lnTo>
                      <a:pt x="29" y="259"/>
                    </a:lnTo>
                    <a:cubicBezTo>
                      <a:pt x="29" y="258"/>
                      <a:pt x="29" y="258"/>
                      <a:pt x="29" y="258"/>
                    </a:cubicBezTo>
                    <a:cubicBezTo>
                      <a:pt x="30" y="259"/>
                      <a:pt x="31" y="259"/>
                      <a:pt x="32" y="260"/>
                    </a:cubicBezTo>
                    <a:cubicBezTo>
                      <a:pt x="31" y="260"/>
                      <a:pt x="31" y="259"/>
                      <a:pt x="31" y="259"/>
                    </a:cubicBezTo>
                    <a:cubicBezTo>
                      <a:pt x="31" y="260"/>
                      <a:pt x="32" y="260"/>
                      <a:pt x="33" y="261"/>
                    </a:cubicBezTo>
                    <a:cubicBezTo>
                      <a:pt x="34" y="261"/>
                      <a:pt x="34" y="261"/>
                      <a:pt x="35" y="261"/>
                    </a:cubicBezTo>
                    <a:lnTo>
                      <a:pt x="36" y="262"/>
                    </a:lnTo>
                    <a:lnTo>
                      <a:pt x="37" y="262"/>
                    </a:lnTo>
                    <a:cubicBezTo>
                      <a:pt x="36" y="262"/>
                      <a:pt x="36" y="262"/>
                      <a:pt x="36" y="262"/>
                    </a:cubicBezTo>
                    <a:cubicBezTo>
                      <a:pt x="37" y="262"/>
                      <a:pt x="37" y="262"/>
                      <a:pt x="37" y="262"/>
                    </a:cubicBezTo>
                    <a:cubicBezTo>
                      <a:pt x="38" y="262"/>
                      <a:pt x="38" y="262"/>
                      <a:pt x="38" y="262"/>
                    </a:cubicBezTo>
                    <a:cubicBezTo>
                      <a:pt x="39" y="262"/>
                      <a:pt x="39" y="261"/>
                      <a:pt x="40" y="261"/>
                    </a:cubicBezTo>
                    <a:cubicBezTo>
                      <a:pt x="39" y="261"/>
                      <a:pt x="39" y="261"/>
                      <a:pt x="39" y="261"/>
                    </a:cubicBezTo>
                    <a:lnTo>
                      <a:pt x="40" y="261"/>
                    </a:lnTo>
                    <a:lnTo>
                      <a:pt x="41" y="261"/>
                    </a:lnTo>
                    <a:cubicBezTo>
                      <a:pt x="40" y="261"/>
                      <a:pt x="40" y="261"/>
                      <a:pt x="40" y="261"/>
                    </a:cubicBezTo>
                    <a:cubicBezTo>
                      <a:pt x="41" y="261"/>
                      <a:pt x="42" y="261"/>
                      <a:pt x="43" y="260"/>
                    </a:cubicBezTo>
                    <a:cubicBezTo>
                      <a:pt x="42" y="260"/>
                      <a:pt x="42" y="261"/>
                      <a:pt x="42" y="261"/>
                    </a:cubicBezTo>
                    <a:cubicBezTo>
                      <a:pt x="43" y="260"/>
                      <a:pt x="44" y="260"/>
                      <a:pt x="45" y="259"/>
                    </a:cubicBezTo>
                    <a:lnTo>
                      <a:pt x="46" y="259"/>
                    </a:lnTo>
                    <a:lnTo>
                      <a:pt x="46" y="258"/>
                    </a:lnTo>
                    <a:cubicBezTo>
                      <a:pt x="48" y="256"/>
                      <a:pt x="49" y="254"/>
                      <a:pt x="51" y="253"/>
                    </a:cubicBezTo>
                    <a:cubicBezTo>
                      <a:pt x="52" y="250"/>
                      <a:pt x="53" y="248"/>
                      <a:pt x="55" y="246"/>
                    </a:cubicBezTo>
                    <a:cubicBezTo>
                      <a:pt x="56" y="243"/>
                      <a:pt x="57" y="240"/>
                      <a:pt x="58" y="238"/>
                    </a:cubicBezTo>
                    <a:lnTo>
                      <a:pt x="58" y="239"/>
                    </a:lnTo>
                    <a:cubicBezTo>
                      <a:pt x="60" y="233"/>
                      <a:pt x="61" y="228"/>
                      <a:pt x="63" y="222"/>
                    </a:cubicBezTo>
                    <a:cubicBezTo>
                      <a:pt x="65" y="210"/>
                      <a:pt x="67" y="199"/>
                      <a:pt x="68" y="187"/>
                    </a:cubicBezTo>
                    <a:cubicBezTo>
                      <a:pt x="70" y="173"/>
                      <a:pt x="71" y="160"/>
                      <a:pt x="72" y="147"/>
                    </a:cubicBezTo>
                    <a:cubicBezTo>
                      <a:pt x="72" y="143"/>
                      <a:pt x="73" y="139"/>
                      <a:pt x="73" y="134"/>
                    </a:cubicBezTo>
                    <a:cubicBezTo>
                      <a:pt x="71" y="137"/>
                      <a:pt x="69" y="139"/>
                      <a:pt x="67" y="140"/>
                    </a:cubicBezTo>
                    <a:cubicBezTo>
                      <a:pt x="61" y="145"/>
                      <a:pt x="53" y="150"/>
                      <a:pt x="44" y="148"/>
                    </a:cubicBezTo>
                    <a:cubicBezTo>
                      <a:pt x="38" y="148"/>
                      <a:pt x="32" y="144"/>
                      <a:pt x="29" y="139"/>
                    </a:cubicBezTo>
                    <a:cubicBezTo>
                      <a:pt x="26" y="132"/>
                      <a:pt x="26" y="126"/>
                      <a:pt x="25" y="119"/>
                    </a:cubicBezTo>
                    <a:cubicBezTo>
                      <a:pt x="23" y="106"/>
                      <a:pt x="22" y="93"/>
                      <a:pt x="22" y="80"/>
                    </a:cubicBezTo>
                    <a:cubicBezTo>
                      <a:pt x="22" y="71"/>
                      <a:pt x="22" y="62"/>
                      <a:pt x="23" y="53"/>
                    </a:cubicBezTo>
                    <a:cubicBezTo>
                      <a:pt x="24" y="39"/>
                      <a:pt x="27" y="26"/>
                      <a:pt x="33" y="14"/>
                    </a:cubicBezTo>
                    <a:cubicBezTo>
                      <a:pt x="35" y="9"/>
                      <a:pt x="39" y="5"/>
                      <a:pt x="44" y="3"/>
                    </a:cubicBezTo>
                    <a:cubicBezTo>
                      <a:pt x="49" y="0"/>
                      <a:pt x="54" y="0"/>
                      <a:pt x="60" y="3"/>
                    </a:cubicBezTo>
                    <a:cubicBezTo>
                      <a:pt x="63" y="4"/>
                      <a:pt x="65" y="7"/>
                      <a:pt x="68" y="10"/>
                    </a:cubicBezTo>
                    <a:cubicBezTo>
                      <a:pt x="70" y="12"/>
                      <a:pt x="71" y="13"/>
                      <a:pt x="73" y="15"/>
                    </a:cubicBezTo>
                    <a:cubicBezTo>
                      <a:pt x="78" y="20"/>
                      <a:pt x="78" y="28"/>
                      <a:pt x="72" y="33"/>
                    </a:cubicBezTo>
                    <a:cubicBezTo>
                      <a:pt x="67" y="38"/>
                      <a:pt x="58" y="37"/>
                      <a:pt x="54" y="31"/>
                    </a:cubicBezTo>
                    <a:cubicBezTo>
                      <a:pt x="53" y="31"/>
                      <a:pt x="53" y="30"/>
                      <a:pt x="52" y="30"/>
                    </a:cubicBezTo>
                    <a:cubicBezTo>
                      <a:pt x="52" y="30"/>
                      <a:pt x="51" y="31"/>
                      <a:pt x="51" y="32"/>
                    </a:cubicBezTo>
                    <a:cubicBezTo>
                      <a:pt x="50" y="37"/>
                      <a:pt x="49" y="42"/>
                      <a:pt x="47" y="46"/>
                    </a:cubicBezTo>
                    <a:cubicBezTo>
                      <a:pt x="46" y="51"/>
                      <a:pt x="46" y="56"/>
                      <a:pt x="45" y="60"/>
                    </a:cubicBezTo>
                    <a:lnTo>
                      <a:pt x="45" y="59"/>
                    </a:lnTo>
                    <a:cubicBezTo>
                      <a:pt x="44" y="72"/>
                      <a:pt x="44" y="85"/>
                      <a:pt x="45" y="98"/>
                    </a:cubicBezTo>
                    <a:lnTo>
                      <a:pt x="45" y="97"/>
                    </a:lnTo>
                    <a:cubicBezTo>
                      <a:pt x="46" y="104"/>
                      <a:pt x="47" y="110"/>
                      <a:pt x="47" y="116"/>
                    </a:cubicBezTo>
                    <a:cubicBezTo>
                      <a:pt x="48" y="119"/>
                      <a:pt x="49" y="121"/>
                      <a:pt x="49" y="123"/>
                    </a:cubicBezTo>
                    <a:lnTo>
                      <a:pt x="50" y="123"/>
                    </a:lnTo>
                    <a:lnTo>
                      <a:pt x="51" y="122"/>
                    </a:lnTo>
                    <a:cubicBezTo>
                      <a:pt x="52" y="122"/>
                      <a:pt x="53" y="121"/>
                      <a:pt x="53" y="121"/>
                    </a:cubicBezTo>
                    <a:cubicBezTo>
                      <a:pt x="55" y="119"/>
                      <a:pt x="56" y="118"/>
                      <a:pt x="58" y="116"/>
                    </a:cubicBezTo>
                    <a:cubicBezTo>
                      <a:pt x="60" y="115"/>
                      <a:pt x="61" y="113"/>
                      <a:pt x="62" y="111"/>
                    </a:cubicBezTo>
                    <a:cubicBezTo>
                      <a:pt x="67" y="104"/>
                      <a:pt x="72" y="96"/>
                      <a:pt x="77" y="88"/>
                    </a:cubicBezTo>
                    <a:cubicBezTo>
                      <a:pt x="81" y="80"/>
                      <a:pt x="85" y="71"/>
                      <a:pt x="88" y="62"/>
                    </a:cubicBezTo>
                    <a:cubicBezTo>
                      <a:pt x="89" y="61"/>
                      <a:pt x="89" y="60"/>
                      <a:pt x="89" y="59"/>
                    </a:cubicBezTo>
                    <a:cubicBezTo>
                      <a:pt x="91" y="53"/>
                      <a:pt x="93" y="47"/>
                      <a:pt x="96" y="41"/>
                    </a:cubicBezTo>
                    <a:cubicBezTo>
                      <a:pt x="98" y="36"/>
                      <a:pt x="104" y="33"/>
                      <a:pt x="110" y="35"/>
                    </a:cubicBezTo>
                    <a:cubicBezTo>
                      <a:pt x="116" y="37"/>
                      <a:pt x="120" y="44"/>
                      <a:pt x="118" y="49"/>
                    </a:cubicBezTo>
                    <a:cubicBezTo>
                      <a:pt x="116" y="55"/>
                      <a:pt x="114" y="60"/>
                      <a:pt x="112" y="65"/>
                    </a:cubicBezTo>
                    <a:cubicBezTo>
                      <a:pt x="111" y="67"/>
                      <a:pt x="111" y="69"/>
                      <a:pt x="110" y="70"/>
                    </a:cubicBezTo>
                    <a:cubicBezTo>
                      <a:pt x="110" y="70"/>
                      <a:pt x="110" y="69"/>
                      <a:pt x="111" y="69"/>
                    </a:cubicBezTo>
                    <a:cubicBezTo>
                      <a:pt x="109" y="74"/>
                      <a:pt x="107" y="79"/>
                      <a:pt x="106" y="84"/>
                    </a:cubicBezTo>
                    <a:cubicBezTo>
                      <a:pt x="105" y="90"/>
                      <a:pt x="103" y="96"/>
                      <a:pt x="102" y="102"/>
                    </a:cubicBezTo>
                    <a:cubicBezTo>
                      <a:pt x="99" y="114"/>
                      <a:pt x="97" y="126"/>
                      <a:pt x="96" y="138"/>
                    </a:cubicBezTo>
                    <a:cubicBezTo>
                      <a:pt x="95" y="151"/>
                      <a:pt x="93" y="164"/>
                      <a:pt x="92" y="176"/>
                    </a:cubicBezTo>
                    <a:cubicBezTo>
                      <a:pt x="91" y="189"/>
                      <a:pt x="89" y="203"/>
                      <a:pt x="86" y="215"/>
                    </a:cubicBezTo>
                    <a:cubicBezTo>
                      <a:pt x="84" y="227"/>
                      <a:pt x="82" y="239"/>
                      <a:pt x="78" y="250"/>
                    </a:cubicBezTo>
                    <a:cubicBezTo>
                      <a:pt x="75" y="257"/>
                      <a:pt x="71" y="264"/>
                      <a:pt x="67" y="270"/>
                    </a:cubicBezTo>
                    <a:cubicBezTo>
                      <a:pt x="65" y="273"/>
                      <a:pt x="63" y="276"/>
                      <a:pt x="59" y="278"/>
                    </a:cubicBezTo>
                    <a:cubicBezTo>
                      <a:pt x="56" y="281"/>
                      <a:pt x="52" y="282"/>
                      <a:pt x="49" y="284"/>
                    </a:cubicBezTo>
                    <a:cubicBezTo>
                      <a:pt x="45" y="285"/>
                      <a:pt x="42" y="286"/>
                      <a:pt x="39" y="286"/>
                    </a:cubicBezTo>
                    <a:cubicBezTo>
                      <a:pt x="38" y="286"/>
                      <a:pt x="37" y="286"/>
                      <a:pt x="37" y="286"/>
                    </a:cubicBezTo>
                    <a:cubicBezTo>
                      <a:pt x="33" y="286"/>
                      <a:pt x="30" y="285"/>
                      <a:pt x="26" y="28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" name="Google Shape;44;p2"/>
              <p:cNvSpPr/>
              <p:nvPr/>
            </p:nvSpPr>
            <p:spPr>
              <a:xfrm>
                <a:off x="1029240" y="1231560"/>
                <a:ext cx="25920" cy="125640"/>
              </a:xfrm>
              <a:custGeom>
                <a:avLst/>
                <a:gdLst/>
                <a:ahLst/>
                <a:cxnLst/>
                <a:rect l="l" t="t" r="r" b="b"/>
                <a:pathLst>
                  <a:path w="72" h="349" extrusionOk="0">
                    <a:moveTo>
                      <a:pt x="5" y="344"/>
                    </a:moveTo>
                    <a:cubicBezTo>
                      <a:pt x="0" y="340"/>
                      <a:pt x="1" y="332"/>
                      <a:pt x="5" y="328"/>
                    </a:cubicBezTo>
                    <a:cubicBezTo>
                      <a:pt x="6" y="326"/>
                      <a:pt x="8" y="325"/>
                      <a:pt x="9" y="324"/>
                    </a:cubicBezTo>
                    <a:cubicBezTo>
                      <a:pt x="10" y="322"/>
                      <a:pt x="12" y="320"/>
                      <a:pt x="13" y="318"/>
                    </a:cubicBezTo>
                    <a:cubicBezTo>
                      <a:pt x="16" y="316"/>
                      <a:pt x="17" y="313"/>
                      <a:pt x="19" y="310"/>
                    </a:cubicBezTo>
                    <a:cubicBezTo>
                      <a:pt x="24" y="304"/>
                      <a:pt x="28" y="297"/>
                      <a:pt x="31" y="291"/>
                    </a:cubicBezTo>
                    <a:cubicBezTo>
                      <a:pt x="33" y="287"/>
                      <a:pt x="36" y="282"/>
                      <a:pt x="37" y="278"/>
                    </a:cubicBezTo>
                    <a:cubicBezTo>
                      <a:pt x="40" y="270"/>
                      <a:pt x="42" y="262"/>
                      <a:pt x="44" y="253"/>
                    </a:cubicBezTo>
                    <a:cubicBezTo>
                      <a:pt x="46" y="242"/>
                      <a:pt x="48" y="231"/>
                      <a:pt x="49" y="219"/>
                    </a:cubicBezTo>
                    <a:cubicBezTo>
                      <a:pt x="50" y="206"/>
                      <a:pt x="50" y="193"/>
                      <a:pt x="49" y="180"/>
                    </a:cubicBezTo>
                    <a:cubicBezTo>
                      <a:pt x="48" y="174"/>
                      <a:pt x="48" y="168"/>
                      <a:pt x="47" y="161"/>
                    </a:cubicBezTo>
                    <a:cubicBezTo>
                      <a:pt x="47" y="157"/>
                      <a:pt x="45" y="151"/>
                      <a:pt x="45" y="147"/>
                    </a:cubicBezTo>
                    <a:cubicBezTo>
                      <a:pt x="44" y="141"/>
                      <a:pt x="43" y="137"/>
                      <a:pt x="41" y="132"/>
                    </a:cubicBezTo>
                    <a:cubicBezTo>
                      <a:pt x="40" y="126"/>
                      <a:pt x="39" y="122"/>
                      <a:pt x="37" y="117"/>
                    </a:cubicBezTo>
                    <a:cubicBezTo>
                      <a:pt x="36" y="108"/>
                      <a:pt x="33" y="100"/>
                      <a:pt x="30" y="91"/>
                    </a:cubicBezTo>
                    <a:cubicBezTo>
                      <a:pt x="26" y="80"/>
                      <a:pt x="22" y="69"/>
                      <a:pt x="19" y="58"/>
                    </a:cubicBezTo>
                    <a:cubicBezTo>
                      <a:pt x="17" y="54"/>
                      <a:pt x="16" y="50"/>
                      <a:pt x="15" y="46"/>
                    </a:cubicBezTo>
                    <a:cubicBezTo>
                      <a:pt x="12" y="38"/>
                      <a:pt x="10" y="30"/>
                      <a:pt x="9" y="22"/>
                    </a:cubicBezTo>
                    <a:cubicBezTo>
                      <a:pt x="9" y="16"/>
                      <a:pt x="9" y="10"/>
                      <a:pt x="13" y="6"/>
                    </a:cubicBezTo>
                    <a:cubicBezTo>
                      <a:pt x="16" y="2"/>
                      <a:pt x="22" y="0"/>
                      <a:pt x="27" y="2"/>
                    </a:cubicBezTo>
                    <a:cubicBezTo>
                      <a:pt x="33" y="3"/>
                      <a:pt x="37" y="11"/>
                      <a:pt x="36" y="17"/>
                    </a:cubicBezTo>
                    <a:cubicBezTo>
                      <a:pt x="35" y="19"/>
                      <a:pt x="34" y="20"/>
                      <a:pt x="34" y="21"/>
                    </a:cubicBezTo>
                    <a:cubicBezTo>
                      <a:pt x="34" y="23"/>
                      <a:pt x="34" y="24"/>
                      <a:pt x="34" y="26"/>
                    </a:cubicBezTo>
                    <a:cubicBezTo>
                      <a:pt x="41" y="55"/>
                      <a:pt x="52" y="82"/>
                      <a:pt x="58" y="111"/>
                    </a:cubicBezTo>
                    <a:cubicBezTo>
                      <a:pt x="62" y="123"/>
                      <a:pt x="65" y="136"/>
                      <a:pt x="67" y="150"/>
                    </a:cubicBezTo>
                    <a:cubicBezTo>
                      <a:pt x="70" y="168"/>
                      <a:pt x="71" y="186"/>
                      <a:pt x="70" y="204"/>
                    </a:cubicBezTo>
                    <a:cubicBezTo>
                      <a:pt x="70" y="220"/>
                      <a:pt x="69" y="236"/>
                      <a:pt x="66" y="251"/>
                    </a:cubicBezTo>
                    <a:cubicBezTo>
                      <a:pt x="63" y="267"/>
                      <a:pt x="59" y="281"/>
                      <a:pt x="53" y="296"/>
                    </a:cubicBezTo>
                    <a:cubicBezTo>
                      <a:pt x="48" y="307"/>
                      <a:pt x="42" y="317"/>
                      <a:pt x="35" y="327"/>
                    </a:cubicBezTo>
                    <a:cubicBezTo>
                      <a:pt x="31" y="333"/>
                      <a:pt x="26" y="339"/>
                      <a:pt x="21" y="344"/>
                    </a:cubicBezTo>
                    <a:cubicBezTo>
                      <a:pt x="19" y="347"/>
                      <a:pt x="16" y="348"/>
                      <a:pt x="13" y="348"/>
                    </a:cubicBezTo>
                    <a:cubicBezTo>
                      <a:pt x="10" y="348"/>
                      <a:pt x="7" y="347"/>
                      <a:pt x="5" y="3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" name="Google Shape;45;p2"/>
              <p:cNvSpPr/>
              <p:nvPr/>
            </p:nvSpPr>
            <p:spPr>
              <a:xfrm>
                <a:off x="1071360" y="1296000"/>
                <a:ext cx="84960" cy="120600"/>
              </a:xfrm>
              <a:custGeom>
                <a:avLst/>
                <a:gdLst/>
                <a:ahLst/>
                <a:cxnLst/>
                <a:rect l="l" t="t" r="r" b="b"/>
                <a:pathLst>
                  <a:path w="236" h="335" extrusionOk="0">
                    <a:moveTo>
                      <a:pt x="52" y="311"/>
                    </a:moveTo>
                    <a:lnTo>
                      <a:pt x="51" y="311"/>
                    </a:lnTo>
                    <a:cubicBezTo>
                      <a:pt x="52" y="311"/>
                      <a:pt x="53" y="311"/>
                      <a:pt x="54" y="310"/>
                    </a:cubicBezTo>
                    <a:cubicBezTo>
                      <a:pt x="56" y="310"/>
                      <a:pt x="57" y="310"/>
                      <a:pt x="58" y="310"/>
                    </a:cubicBezTo>
                    <a:cubicBezTo>
                      <a:pt x="60" y="309"/>
                      <a:pt x="61" y="308"/>
                      <a:pt x="63" y="307"/>
                    </a:cubicBezTo>
                    <a:cubicBezTo>
                      <a:pt x="64" y="307"/>
                      <a:pt x="65" y="306"/>
                      <a:pt x="66" y="306"/>
                    </a:cubicBezTo>
                    <a:cubicBezTo>
                      <a:pt x="71" y="303"/>
                      <a:pt x="74" y="300"/>
                      <a:pt x="78" y="297"/>
                    </a:cubicBezTo>
                    <a:cubicBezTo>
                      <a:pt x="78" y="298"/>
                      <a:pt x="77" y="298"/>
                      <a:pt x="76" y="298"/>
                    </a:cubicBezTo>
                    <a:cubicBezTo>
                      <a:pt x="81" y="294"/>
                      <a:pt x="85" y="290"/>
                      <a:pt x="89" y="286"/>
                    </a:cubicBezTo>
                    <a:cubicBezTo>
                      <a:pt x="98" y="275"/>
                      <a:pt x="106" y="264"/>
                      <a:pt x="114" y="254"/>
                    </a:cubicBezTo>
                    <a:cubicBezTo>
                      <a:pt x="113" y="254"/>
                      <a:pt x="113" y="254"/>
                      <a:pt x="113" y="255"/>
                    </a:cubicBezTo>
                    <a:cubicBezTo>
                      <a:pt x="114" y="253"/>
                      <a:pt x="115" y="250"/>
                      <a:pt x="117" y="248"/>
                    </a:cubicBezTo>
                    <a:cubicBezTo>
                      <a:pt x="113" y="249"/>
                      <a:pt x="109" y="247"/>
                      <a:pt x="106" y="244"/>
                    </a:cubicBezTo>
                    <a:cubicBezTo>
                      <a:pt x="101" y="240"/>
                      <a:pt x="102" y="234"/>
                      <a:pt x="104" y="229"/>
                    </a:cubicBezTo>
                    <a:cubicBezTo>
                      <a:pt x="104" y="229"/>
                      <a:pt x="103" y="230"/>
                      <a:pt x="103" y="231"/>
                    </a:cubicBezTo>
                    <a:cubicBezTo>
                      <a:pt x="104" y="229"/>
                      <a:pt x="104" y="226"/>
                      <a:pt x="104" y="225"/>
                    </a:cubicBezTo>
                    <a:cubicBezTo>
                      <a:pt x="105" y="223"/>
                      <a:pt x="105" y="222"/>
                      <a:pt x="105" y="220"/>
                    </a:cubicBezTo>
                    <a:lnTo>
                      <a:pt x="105" y="219"/>
                    </a:lnTo>
                    <a:cubicBezTo>
                      <a:pt x="105" y="218"/>
                      <a:pt x="105" y="218"/>
                      <a:pt x="105" y="217"/>
                    </a:cubicBezTo>
                    <a:cubicBezTo>
                      <a:pt x="105" y="217"/>
                      <a:pt x="104" y="216"/>
                      <a:pt x="104" y="215"/>
                    </a:cubicBezTo>
                    <a:lnTo>
                      <a:pt x="104" y="216"/>
                    </a:lnTo>
                    <a:cubicBezTo>
                      <a:pt x="104" y="215"/>
                      <a:pt x="104" y="215"/>
                      <a:pt x="104" y="215"/>
                    </a:cubicBezTo>
                    <a:cubicBezTo>
                      <a:pt x="104" y="214"/>
                      <a:pt x="103" y="214"/>
                      <a:pt x="103" y="214"/>
                    </a:cubicBezTo>
                    <a:cubicBezTo>
                      <a:pt x="103" y="213"/>
                      <a:pt x="102" y="212"/>
                      <a:pt x="101" y="212"/>
                    </a:cubicBezTo>
                    <a:lnTo>
                      <a:pt x="102" y="212"/>
                    </a:lnTo>
                    <a:lnTo>
                      <a:pt x="101" y="212"/>
                    </a:lnTo>
                    <a:cubicBezTo>
                      <a:pt x="102" y="212"/>
                      <a:pt x="102" y="212"/>
                      <a:pt x="102" y="212"/>
                    </a:cubicBezTo>
                    <a:lnTo>
                      <a:pt x="101" y="212"/>
                    </a:lnTo>
                    <a:cubicBezTo>
                      <a:pt x="100" y="211"/>
                      <a:pt x="100" y="211"/>
                      <a:pt x="100" y="211"/>
                    </a:cubicBezTo>
                    <a:cubicBezTo>
                      <a:pt x="99" y="211"/>
                      <a:pt x="99" y="210"/>
                      <a:pt x="98" y="210"/>
                    </a:cubicBezTo>
                    <a:cubicBezTo>
                      <a:pt x="97" y="210"/>
                      <a:pt x="97" y="210"/>
                      <a:pt x="96" y="210"/>
                    </a:cubicBezTo>
                    <a:cubicBezTo>
                      <a:pt x="94" y="209"/>
                      <a:pt x="92" y="209"/>
                      <a:pt x="90" y="209"/>
                    </a:cubicBezTo>
                    <a:cubicBezTo>
                      <a:pt x="89" y="208"/>
                      <a:pt x="87" y="208"/>
                      <a:pt x="85" y="209"/>
                    </a:cubicBezTo>
                    <a:cubicBezTo>
                      <a:pt x="82" y="209"/>
                      <a:pt x="79" y="209"/>
                      <a:pt x="76" y="210"/>
                    </a:cubicBezTo>
                    <a:cubicBezTo>
                      <a:pt x="76" y="210"/>
                      <a:pt x="77" y="210"/>
                      <a:pt x="78" y="210"/>
                    </a:cubicBezTo>
                    <a:cubicBezTo>
                      <a:pt x="76" y="210"/>
                      <a:pt x="75" y="210"/>
                      <a:pt x="74" y="210"/>
                    </a:cubicBezTo>
                    <a:cubicBezTo>
                      <a:pt x="72" y="211"/>
                      <a:pt x="70" y="212"/>
                      <a:pt x="68" y="212"/>
                    </a:cubicBezTo>
                    <a:cubicBezTo>
                      <a:pt x="65" y="214"/>
                      <a:pt x="63" y="215"/>
                      <a:pt x="61" y="217"/>
                    </a:cubicBezTo>
                    <a:cubicBezTo>
                      <a:pt x="57" y="219"/>
                      <a:pt x="53" y="222"/>
                      <a:pt x="50" y="225"/>
                    </a:cubicBezTo>
                    <a:lnTo>
                      <a:pt x="50" y="224"/>
                    </a:lnTo>
                    <a:cubicBezTo>
                      <a:pt x="50" y="225"/>
                      <a:pt x="50" y="225"/>
                      <a:pt x="50" y="225"/>
                    </a:cubicBezTo>
                    <a:lnTo>
                      <a:pt x="49" y="225"/>
                    </a:lnTo>
                    <a:lnTo>
                      <a:pt x="50" y="225"/>
                    </a:lnTo>
                    <a:cubicBezTo>
                      <a:pt x="47" y="226"/>
                      <a:pt x="45" y="229"/>
                      <a:pt x="44" y="231"/>
                    </a:cubicBezTo>
                    <a:cubicBezTo>
                      <a:pt x="41" y="233"/>
                      <a:pt x="39" y="236"/>
                      <a:pt x="37" y="239"/>
                    </a:cubicBezTo>
                    <a:cubicBezTo>
                      <a:pt x="36" y="241"/>
                      <a:pt x="34" y="243"/>
                      <a:pt x="33" y="246"/>
                    </a:cubicBezTo>
                    <a:cubicBezTo>
                      <a:pt x="31" y="249"/>
                      <a:pt x="29" y="253"/>
                      <a:pt x="28" y="257"/>
                    </a:cubicBezTo>
                    <a:cubicBezTo>
                      <a:pt x="27" y="260"/>
                      <a:pt x="26" y="263"/>
                      <a:pt x="25" y="267"/>
                    </a:cubicBezTo>
                    <a:cubicBezTo>
                      <a:pt x="25" y="269"/>
                      <a:pt x="25" y="271"/>
                      <a:pt x="24" y="273"/>
                    </a:cubicBezTo>
                    <a:cubicBezTo>
                      <a:pt x="24" y="275"/>
                      <a:pt x="24" y="277"/>
                      <a:pt x="24" y="279"/>
                    </a:cubicBezTo>
                    <a:cubicBezTo>
                      <a:pt x="25" y="281"/>
                      <a:pt x="25" y="283"/>
                      <a:pt x="25" y="285"/>
                    </a:cubicBezTo>
                    <a:cubicBezTo>
                      <a:pt x="25" y="286"/>
                      <a:pt x="26" y="288"/>
                      <a:pt x="26" y="289"/>
                    </a:cubicBezTo>
                    <a:cubicBezTo>
                      <a:pt x="26" y="291"/>
                      <a:pt x="27" y="292"/>
                      <a:pt x="27" y="293"/>
                    </a:cubicBezTo>
                    <a:cubicBezTo>
                      <a:pt x="29" y="295"/>
                      <a:pt x="29" y="296"/>
                      <a:pt x="30" y="298"/>
                    </a:cubicBezTo>
                    <a:cubicBezTo>
                      <a:pt x="31" y="299"/>
                      <a:pt x="32" y="300"/>
                      <a:pt x="33" y="302"/>
                    </a:cubicBezTo>
                    <a:cubicBezTo>
                      <a:pt x="33" y="302"/>
                      <a:pt x="34" y="303"/>
                      <a:pt x="35" y="304"/>
                    </a:cubicBezTo>
                    <a:cubicBezTo>
                      <a:pt x="36" y="305"/>
                      <a:pt x="37" y="305"/>
                      <a:pt x="37" y="306"/>
                    </a:cubicBezTo>
                    <a:cubicBezTo>
                      <a:pt x="39" y="307"/>
                      <a:pt x="40" y="307"/>
                      <a:pt x="41" y="309"/>
                    </a:cubicBezTo>
                    <a:cubicBezTo>
                      <a:pt x="43" y="309"/>
                      <a:pt x="44" y="310"/>
                      <a:pt x="45" y="310"/>
                    </a:cubicBezTo>
                    <a:cubicBezTo>
                      <a:pt x="46" y="310"/>
                      <a:pt x="47" y="310"/>
                      <a:pt x="47" y="311"/>
                    </a:cubicBezTo>
                    <a:cubicBezTo>
                      <a:pt x="48" y="311"/>
                      <a:pt x="48" y="311"/>
                      <a:pt x="49" y="311"/>
                    </a:cubicBezTo>
                    <a:cubicBezTo>
                      <a:pt x="50" y="311"/>
                      <a:pt x="51" y="311"/>
                      <a:pt x="52" y="311"/>
                    </a:cubicBezTo>
                    <a:moveTo>
                      <a:pt x="47" y="334"/>
                    </a:moveTo>
                    <a:cubicBezTo>
                      <a:pt x="43" y="334"/>
                      <a:pt x="39" y="332"/>
                      <a:pt x="35" y="331"/>
                    </a:cubicBezTo>
                    <a:cubicBezTo>
                      <a:pt x="29" y="328"/>
                      <a:pt x="23" y="324"/>
                      <a:pt x="18" y="320"/>
                    </a:cubicBezTo>
                    <a:cubicBezTo>
                      <a:pt x="12" y="314"/>
                      <a:pt x="9" y="307"/>
                      <a:pt x="6" y="301"/>
                    </a:cubicBezTo>
                    <a:cubicBezTo>
                      <a:pt x="0" y="286"/>
                      <a:pt x="1" y="269"/>
                      <a:pt x="5" y="254"/>
                    </a:cubicBezTo>
                    <a:cubicBezTo>
                      <a:pt x="10" y="237"/>
                      <a:pt x="19" y="222"/>
                      <a:pt x="32" y="210"/>
                    </a:cubicBezTo>
                    <a:cubicBezTo>
                      <a:pt x="37" y="204"/>
                      <a:pt x="45" y="199"/>
                      <a:pt x="52" y="195"/>
                    </a:cubicBezTo>
                    <a:cubicBezTo>
                      <a:pt x="56" y="192"/>
                      <a:pt x="60" y="190"/>
                      <a:pt x="65" y="189"/>
                    </a:cubicBezTo>
                    <a:cubicBezTo>
                      <a:pt x="69" y="187"/>
                      <a:pt x="73" y="186"/>
                      <a:pt x="77" y="186"/>
                    </a:cubicBezTo>
                    <a:cubicBezTo>
                      <a:pt x="93" y="183"/>
                      <a:pt x="112" y="185"/>
                      <a:pt x="122" y="199"/>
                    </a:cubicBezTo>
                    <a:cubicBezTo>
                      <a:pt x="125" y="202"/>
                      <a:pt x="127" y="205"/>
                      <a:pt x="128" y="210"/>
                    </a:cubicBezTo>
                    <a:cubicBezTo>
                      <a:pt x="129" y="212"/>
                      <a:pt x="129" y="215"/>
                      <a:pt x="129" y="218"/>
                    </a:cubicBezTo>
                    <a:cubicBezTo>
                      <a:pt x="131" y="219"/>
                      <a:pt x="131" y="221"/>
                      <a:pt x="132" y="223"/>
                    </a:cubicBezTo>
                    <a:cubicBezTo>
                      <a:pt x="134" y="218"/>
                      <a:pt x="137" y="213"/>
                      <a:pt x="140" y="208"/>
                    </a:cubicBezTo>
                    <a:cubicBezTo>
                      <a:pt x="144" y="200"/>
                      <a:pt x="149" y="192"/>
                      <a:pt x="152" y="184"/>
                    </a:cubicBezTo>
                    <a:cubicBezTo>
                      <a:pt x="157" y="175"/>
                      <a:pt x="161" y="165"/>
                      <a:pt x="166" y="155"/>
                    </a:cubicBezTo>
                    <a:cubicBezTo>
                      <a:pt x="168" y="151"/>
                      <a:pt x="170" y="146"/>
                      <a:pt x="172" y="141"/>
                    </a:cubicBezTo>
                    <a:cubicBezTo>
                      <a:pt x="173" y="133"/>
                      <a:pt x="174" y="123"/>
                      <a:pt x="175" y="114"/>
                    </a:cubicBezTo>
                    <a:cubicBezTo>
                      <a:pt x="176" y="102"/>
                      <a:pt x="178" y="90"/>
                      <a:pt x="180" y="78"/>
                    </a:cubicBezTo>
                    <a:cubicBezTo>
                      <a:pt x="181" y="69"/>
                      <a:pt x="183" y="61"/>
                      <a:pt x="185" y="53"/>
                    </a:cubicBezTo>
                    <a:cubicBezTo>
                      <a:pt x="188" y="44"/>
                      <a:pt x="191" y="36"/>
                      <a:pt x="194" y="28"/>
                    </a:cubicBezTo>
                    <a:cubicBezTo>
                      <a:pt x="197" y="21"/>
                      <a:pt x="200" y="14"/>
                      <a:pt x="205" y="8"/>
                    </a:cubicBezTo>
                    <a:cubicBezTo>
                      <a:pt x="207" y="6"/>
                      <a:pt x="210" y="3"/>
                      <a:pt x="212" y="2"/>
                    </a:cubicBezTo>
                    <a:cubicBezTo>
                      <a:pt x="216" y="0"/>
                      <a:pt x="219" y="0"/>
                      <a:pt x="222" y="1"/>
                    </a:cubicBezTo>
                    <a:cubicBezTo>
                      <a:pt x="228" y="2"/>
                      <a:pt x="232" y="6"/>
                      <a:pt x="233" y="12"/>
                    </a:cubicBezTo>
                    <a:cubicBezTo>
                      <a:pt x="235" y="18"/>
                      <a:pt x="234" y="25"/>
                      <a:pt x="233" y="31"/>
                    </a:cubicBezTo>
                    <a:cubicBezTo>
                      <a:pt x="231" y="38"/>
                      <a:pt x="229" y="44"/>
                      <a:pt x="227" y="50"/>
                    </a:cubicBezTo>
                    <a:cubicBezTo>
                      <a:pt x="224" y="62"/>
                      <a:pt x="220" y="73"/>
                      <a:pt x="216" y="85"/>
                    </a:cubicBezTo>
                    <a:cubicBezTo>
                      <a:pt x="210" y="105"/>
                      <a:pt x="202" y="124"/>
                      <a:pt x="194" y="144"/>
                    </a:cubicBezTo>
                    <a:cubicBezTo>
                      <a:pt x="193" y="148"/>
                      <a:pt x="193" y="152"/>
                      <a:pt x="193" y="155"/>
                    </a:cubicBezTo>
                    <a:cubicBezTo>
                      <a:pt x="190" y="180"/>
                      <a:pt x="188" y="204"/>
                      <a:pt x="185" y="229"/>
                    </a:cubicBezTo>
                    <a:cubicBezTo>
                      <a:pt x="184" y="240"/>
                      <a:pt x="181" y="252"/>
                      <a:pt x="180" y="264"/>
                    </a:cubicBezTo>
                    <a:cubicBezTo>
                      <a:pt x="178" y="275"/>
                      <a:pt x="176" y="286"/>
                      <a:pt x="174" y="298"/>
                    </a:cubicBezTo>
                    <a:cubicBezTo>
                      <a:pt x="173" y="305"/>
                      <a:pt x="167" y="309"/>
                      <a:pt x="160" y="309"/>
                    </a:cubicBezTo>
                    <a:cubicBezTo>
                      <a:pt x="152" y="307"/>
                      <a:pt x="148" y="300"/>
                      <a:pt x="150" y="293"/>
                    </a:cubicBezTo>
                    <a:cubicBezTo>
                      <a:pt x="151" y="288"/>
                      <a:pt x="153" y="282"/>
                      <a:pt x="154" y="277"/>
                    </a:cubicBezTo>
                    <a:cubicBezTo>
                      <a:pt x="155" y="272"/>
                      <a:pt x="156" y="267"/>
                      <a:pt x="157" y="261"/>
                    </a:cubicBezTo>
                    <a:cubicBezTo>
                      <a:pt x="157" y="262"/>
                      <a:pt x="157" y="263"/>
                      <a:pt x="157" y="263"/>
                    </a:cubicBezTo>
                    <a:cubicBezTo>
                      <a:pt x="161" y="244"/>
                      <a:pt x="163" y="225"/>
                      <a:pt x="166" y="205"/>
                    </a:cubicBezTo>
                    <a:cubicBezTo>
                      <a:pt x="163" y="211"/>
                      <a:pt x="160" y="215"/>
                      <a:pt x="158" y="221"/>
                    </a:cubicBezTo>
                    <a:cubicBezTo>
                      <a:pt x="154" y="228"/>
                      <a:pt x="150" y="235"/>
                      <a:pt x="146" y="242"/>
                    </a:cubicBezTo>
                    <a:cubicBezTo>
                      <a:pt x="143" y="247"/>
                      <a:pt x="141" y="251"/>
                      <a:pt x="138" y="256"/>
                    </a:cubicBezTo>
                    <a:cubicBezTo>
                      <a:pt x="135" y="260"/>
                      <a:pt x="132" y="265"/>
                      <a:pt x="129" y="270"/>
                    </a:cubicBezTo>
                    <a:cubicBezTo>
                      <a:pt x="125" y="277"/>
                      <a:pt x="119" y="284"/>
                      <a:pt x="115" y="291"/>
                    </a:cubicBezTo>
                    <a:cubicBezTo>
                      <a:pt x="110" y="297"/>
                      <a:pt x="104" y="303"/>
                      <a:pt x="99" y="309"/>
                    </a:cubicBezTo>
                    <a:cubicBezTo>
                      <a:pt x="93" y="315"/>
                      <a:pt x="86" y="321"/>
                      <a:pt x="79" y="325"/>
                    </a:cubicBezTo>
                    <a:cubicBezTo>
                      <a:pt x="72" y="330"/>
                      <a:pt x="65" y="332"/>
                      <a:pt x="57" y="334"/>
                    </a:cubicBezTo>
                    <a:cubicBezTo>
                      <a:pt x="55" y="334"/>
                      <a:pt x="52" y="334"/>
                      <a:pt x="50" y="334"/>
                    </a:cubicBezTo>
                    <a:cubicBezTo>
                      <a:pt x="49" y="334"/>
                      <a:pt x="48" y="334"/>
                      <a:pt x="47" y="3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" name="Google Shape;46;p2"/>
              <p:cNvSpPr/>
              <p:nvPr/>
            </p:nvSpPr>
            <p:spPr>
              <a:xfrm>
                <a:off x="1152720" y="1359720"/>
                <a:ext cx="56880" cy="131760"/>
              </a:xfrm>
              <a:custGeom>
                <a:avLst/>
                <a:gdLst/>
                <a:ahLst/>
                <a:cxnLst/>
                <a:rect l="l" t="t" r="r" b="b"/>
                <a:pathLst>
                  <a:path w="158" h="366" extrusionOk="0">
                    <a:moveTo>
                      <a:pt x="63" y="340"/>
                    </a:moveTo>
                    <a:lnTo>
                      <a:pt x="64" y="340"/>
                    </a:lnTo>
                    <a:lnTo>
                      <a:pt x="65" y="340"/>
                    </a:lnTo>
                    <a:lnTo>
                      <a:pt x="65" y="339"/>
                    </a:lnTo>
                    <a:cubicBezTo>
                      <a:pt x="66" y="338"/>
                      <a:pt x="67" y="338"/>
                      <a:pt x="67" y="338"/>
                    </a:cubicBezTo>
                    <a:cubicBezTo>
                      <a:pt x="67" y="337"/>
                      <a:pt x="68" y="336"/>
                      <a:pt x="68" y="335"/>
                    </a:cubicBezTo>
                    <a:cubicBezTo>
                      <a:pt x="69" y="334"/>
                      <a:pt x="69" y="333"/>
                      <a:pt x="69" y="331"/>
                    </a:cubicBezTo>
                    <a:cubicBezTo>
                      <a:pt x="74" y="319"/>
                      <a:pt x="77" y="305"/>
                      <a:pt x="80" y="292"/>
                    </a:cubicBezTo>
                    <a:lnTo>
                      <a:pt x="80" y="291"/>
                    </a:lnTo>
                    <a:cubicBezTo>
                      <a:pt x="80" y="292"/>
                      <a:pt x="80" y="292"/>
                      <a:pt x="80" y="292"/>
                    </a:cubicBezTo>
                    <a:cubicBezTo>
                      <a:pt x="81" y="289"/>
                      <a:pt x="81" y="285"/>
                      <a:pt x="82" y="282"/>
                    </a:cubicBezTo>
                    <a:cubicBezTo>
                      <a:pt x="82" y="278"/>
                      <a:pt x="83" y="275"/>
                      <a:pt x="83" y="271"/>
                    </a:cubicBezTo>
                    <a:cubicBezTo>
                      <a:pt x="84" y="264"/>
                      <a:pt x="86" y="256"/>
                      <a:pt x="86" y="249"/>
                    </a:cubicBezTo>
                    <a:cubicBezTo>
                      <a:pt x="86" y="242"/>
                      <a:pt x="87" y="236"/>
                      <a:pt x="88" y="229"/>
                    </a:cubicBezTo>
                    <a:cubicBezTo>
                      <a:pt x="88" y="224"/>
                      <a:pt x="88" y="219"/>
                      <a:pt x="88" y="214"/>
                    </a:cubicBezTo>
                    <a:cubicBezTo>
                      <a:pt x="86" y="215"/>
                      <a:pt x="84" y="217"/>
                      <a:pt x="82" y="219"/>
                    </a:cubicBezTo>
                    <a:cubicBezTo>
                      <a:pt x="78" y="223"/>
                      <a:pt x="72" y="227"/>
                      <a:pt x="68" y="232"/>
                    </a:cubicBezTo>
                    <a:cubicBezTo>
                      <a:pt x="64" y="236"/>
                      <a:pt x="61" y="240"/>
                      <a:pt x="57" y="245"/>
                    </a:cubicBezTo>
                    <a:cubicBezTo>
                      <a:pt x="54" y="251"/>
                      <a:pt x="50" y="257"/>
                      <a:pt x="47" y="263"/>
                    </a:cubicBezTo>
                    <a:cubicBezTo>
                      <a:pt x="44" y="267"/>
                      <a:pt x="43" y="273"/>
                      <a:pt x="40" y="278"/>
                    </a:cubicBezTo>
                    <a:cubicBezTo>
                      <a:pt x="39" y="282"/>
                      <a:pt x="37" y="287"/>
                      <a:pt x="37" y="291"/>
                    </a:cubicBezTo>
                    <a:cubicBezTo>
                      <a:pt x="36" y="294"/>
                      <a:pt x="36" y="298"/>
                      <a:pt x="35" y="301"/>
                    </a:cubicBezTo>
                    <a:cubicBezTo>
                      <a:pt x="35" y="305"/>
                      <a:pt x="35" y="309"/>
                      <a:pt x="35" y="312"/>
                    </a:cubicBezTo>
                    <a:lnTo>
                      <a:pt x="35" y="311"/>
                    </a:lnTo>
                    <a:cubicBezTo>
                      <a:pt x="35" y="314"/>
                      <a:pt x="36" y="316"/>
                      <a:pt x="36" y="319"/>
                    </a:cubicBezTo>
                    <a:cubicBezTo>
                      <a:pt x="36" y="320"/>
                      <a:pt x="37" y="321"/>
                      <a:pt x="37" y="323"/>
                    </a:cubicBezTo>
                    <a:cubicBezTo>
                      <a:pt x="37" y="324"/>
                      <a:pt x="38" y="325"/>
                      <a:pt x="38" y="326"/>
                    </a:cubicBezTo>
                    <a:cubicBezTo>
                      <a:pt x="39" y="327"/>
                      <a:pt x="39" y="328"/>
                      <a:pt x="40" y="329"/>
                    </a:cubicBezTo>
                    <a:cubicBezTo>
                      <a:pt x="40" y="330"/>
                      <a:pt x="41" y="330"/>
                      <a:pt x="41" y="331"/>
                    </a:cubicBezTo>
                    <a:cubicBezTo>
                      <a:pt x="42" y="332"/>
                      <a:pt x="43" y="333"/>
                      <a:pt x="44" y="334"/>
                    </a:cubicBezTo>
                    <a:cubicBezTo>
                      <a:pt x="46" y="335"/>
                      <a:pt x="47" y="336"/>
                      <a:pt x="48" y="337"/>
                    </a:cubicBezTo>
                    <a:cubicBezTo>
                      <a:pt x="48" y="337"/>
                      <a:pt x="49" y="338"/>
                      <a:pt x="50" y="338"/>
                    </a:cubicBezTo>
                    <a:cubicBezTo>
                      <a:pt x="52" y="339"/>
                      <a:pt x="54" y="339"/>
                      <a:pt x="55" y="340"/>
                    </a:cubicBezTo>
                    <a:cubicBezTo>
                      <a:pt x="57" y="340"/>
                      <a:pt x="58" y="340"/>
                      <a:pt x="60" y="340"/>
                    </a:cubicBezTo>
                    <a:cubicBezTo>
                      <a:pt x="61" y="340"/>
                      <a:pt x="62" y="340"/>
                      <a:pt x="63" y="340"/>
                    </a:cubicBezTo>
                    <a:moveTo>
                      <a:pt x="44" y="362"/>
                    </a:moveTo>
                    <a:cubicBezTo>
                      <a:pt x="37" y="360"/>
                      <a:pt x="32" y="356"/>
                      <a:pt x="27" y="351"/>
                    </a:cubicBezTo>
                    <a:cubicBezTo>
                      <a:pt x="21" y="345"/>
                      <a:pt x="17" y="339"/>
                      <a:pt x="14" y="331"/>
                    </a:cubicBezTo>
                    <a:cubicBezTo>
                      <a:pt x="12" y="324"/>
                      <a:pt x="11" y="316"/>
                      <a:pt x="11" y="309"/>
                    </a:cubicBezTo>
                    <a:cubicBezTo>
                      <a:pt x="11" y="300"/>
                      <a:pt x="12" y="291"/>
                      <a:pt x="14" y="283"/>
                    </a:cubicBezTo>
                    <a:cubicBezTo>
                      <a:pt x="16" y="274"/>
                      <a:pt x="19" y="267"/>
                      <a:pt x="23" y="259"/>
                    </a:cubicBezTo>
                    <a:cubicBezTo>
                      <a:pt x="27" y="250"/>
                      <a:pt x="32" y="242"/>
                      <a:pt x="37" y="235"/>
                    </a:cubicBezTo>
                    <a:cubicBezTo>
                      <a:pt x="41" y="228"/>
                      <a:pt x="47" y="222"/>
                      <a:pt x="52" y="216"/>
                    </a:cubicBezTo>
                    <a:cubicBezTo>
                      <a:pt x="58" y="210"/>
                      <a:pt x="65" y="204"/>
                      <a:pt x="72" y="199"/>
                    </a:cubicBezTo>
                    <a:cubicBezTo>
                      <a:pt x="78" y="194"/>
                      <a:pt x="83" y="190"/>
                      <a:pt x="89" y="185"/>
                    </a:cubicBezTo>
                    <a:cubicBezTo>
                      <a:pt x="89" y="182"/>
                      <a:pt x="89" y="178"/>
                      <a:pt x="90" y="174"/>
                    </a:cubicBezTo>
                    <a:cubicBezTo>
                      <a:pt x="90" y="166"/>
                      <a:pt x="90" y="159"/>
                      <a:pt x="90" y="151"/>
                    </a:cubicBezTo>
                    <a:cubicBezTo>
                      <a:pt x="90" y="146"/>
                      <a:pt x="91" y="141"/>
                      <a:pt x="92" y="136"/>
                    </a:cubicBezTo>
                    <a:cubicBezTo>
                      <a:pt x="88" y="140"/>
                      <a:pt x="83" y="144"/>
                      <a:pt x="79" y="147"/>
                    </a:cubicBezTo>
                    <a:cubicBezTo>
                      <a:pt x="74" y="152"/>
                      <a:pt x="67" y="156"/>
                      <a:pt x="60" y="159"/>
                    </a:cubicBezTo>
                    <a:cubicBezTo>
                      <a:pt x="57" y="161"/>
                      <a:pt x="53" y="162"/>
                      <a:pt x="49" y="162"/>
                    </a:cubicBezTo>
                    <a:cubicBezTo>
                      <a:pt x="45" y="162"/>
                      <a:pt x="40" y="162"/>
                      <a:pt x="36" y="160"/>
                    </a:cubicBezTo>
                    <a:cubicBezTo>
                      <a:pt x="30" y="158"/>
                      <a:pt x="24" y="154"/>
                      <a:pt x="20" y="148"/>
                    </a:cubicBezTo>
                    <a:cubicBezTo>
                      <a:pt x="15" y="142"/>
                      <a:pt x="11" y="134"/>
                      <a:pt x="8" y="126"/>
                    </a:cubicBezTo>
                    <a:cubicBezTo>
                      <a:pt x="5" y="122"/>
                      <a:pt x="4" y="116"/>
                      <a:pt x="3" y="111"/>
                    </a:cubicBezTo>
                    <a:cubicBezTo>
                      <a:pt x="2" y="104"/>
                      <a:pt x="1" y="97"/>
                      <a:pt x="1" y="91"/>
                    </a:cubicBezTo>
                    <a:cubicBezTo>
                      <a:pt x="0" y="77"/>
                      <a:pt x="0" y="63"/>
                      <a:pt x="3" y="50"/>
                    </a:cubicBezTo>
                    <a:cubicBezTo>
                      <a:pt x="5" y="41"/>
                      <a:pt x="9" y="33"/>
                      <a:pt x="13" y="26"/>
                    </a:cubicBezTo>
                    <a:cubicBezTo>
                      <a:pt x="16" y="20"/>
                      <a:pt x="19" y="16"/>
                      <a:pt x="24" y="12"/>
                    </a:cubicBezTo>
                    <a:cubicBezTo>
                      <a:pt x="28" y="10"/>
                      <a:pt x="32" y="9"/>
                      <a:pt x="36" y="9"/>
                    </a:cubicBezTo>
                    <a:cubicBezTo>
                      <a:pt x="43" y="10"/>
                      <a:pt x="47" y="17"/>
                      <a:pt x="46" y="24"/>
                    </a:cubicBezTo>
                    <a:cubicBezTo>
                      <a:pt x="46" y="29"/>
                      <a:pt x="41" y="33"/>
                      <a:pt x="37" y="34"/>
                    </a:cubicBezTo>
                    <a:cubicBezTo>
                      <a:pt x="36" y="35"/>
                      <a:pt x="36" y="35"/>
                      <a:pt x="35" y="37"/>
                    </a:cubicBezTo>
                    <a:cubicBezTo>
                      <a:pt x="36" y="36"/>
                      <a:pt x="36" y="35"/>
                      <a:pt x="36" y="35"/>
                    </a:cubicBezTo>
                    <a:cubicBezTo>
                      <a:pt x="34" y="38"/>
                      <a:pt x="32" y="42"/>
                      <a:pt x="30" y="45"/>
                    </a:cubicBezTo>
                    <a:cubicBezTo>
                      <a:pt x="29" y="47"/>
                      <a:pt x="28" y="49"/>
                      <a:pt x="28" y="51"/>
                    </a:cubicBezTo>
                    <a:cubicBezTo>
                      <a:pt x="26" y="54"/>
                      <a:pt x="26" y="57"/>
                      <a:pt x="25" y="60"/>
                    </a:cubicBezTo>
                    <a:cubicBezTo>
                      <a:pt x="25" y="63"/>
                      <a:pt x="24" y="66"/>
                      <a:pt x="23" y="70"/>
                    </a:cubicBezTo>
                    <a:cubicBezTo>
                      <a:pt x="23" y="76"/>
                      <a:pt x="23" y="81"/>
                      <a:pt x="23" y="87"/>
                    </a:cubicBezTo>
                    <a:cubicBezTo>
                      <a:pt x="23" y="86"/>
                      <a:pt x="23" y="86"/>
                      <a:pt x="23" y="86"/>
                    </a:cubicBezTo>
                    <a:cubicBezTo>
                      <a:pt x="24" y="93"/>
                      <a:pt x="25" y="100"/>
                      <a:pt x="26" y="108"/>
                    </a:cubicBezTo>
                    <a:cubicBezTo>
                      <a:pt x="26" y="109"/>
                      <a:pt x="27" y="111"/>
                      <a:pt x="28" y="113"/>
                    </a:cubicBezTo>
                    <a:cubicBezTo>
                      <a:pt x="28" y="115"/>
                      <a:pt x="29" y="116"/>
                      <a:pt x="30" y="118"/>
                    </a:cubicBezTo>
                    <a:cubicBezTo>
                      <a:pt x="32" y="122"/>
                      <a:pt x="33" y="126"/>
                      <a:pt x="36" y="129"/>
                    </a:cubicBezTo>
                    <a:cubicBezTo>
                      <a:pt x="37" y="131"/>
                      <a:pt x="38" y="133"/>
                      <a:pt x="40" y="134"/>
                    </a:cubicBezTo>
                    <a:lnTo>
                      <a:pt x="40" y="135"/>
                    </a:lnTo>
                    <a:lnTo>
                      <a:pt x="41" y="136"/>
                    </a:lnTo>
                    <a:lnTo>
                      <a:pt x="42" y="136"/>
                    </a:lnTo>
                    <a:cubicBezTo>
                      <a:pt x="43" y="137"/>
                      <a:pt x="43" y="137"/>
                      <a:pt x="43" y="137"/>
                    </a:cubicBezTo>
                    <a:cubicBezTo>
                      <a:pt x="44" y="137"/>
                      <a:pt x="45" y="137"/>
                      <a:pt x="46" y="137"/>
                    </a:cubicBezTo>
                    <a:lnTo>
                      <a:pt x="47" y="137"/>
                    </a:lnTo>
                    <a:lnTo>
                      <a:pt x="48" y="137"/>
                    </a:lnTo>
                    <a:cubicBezTo>
                      <a:pt x="48" y="137"/>
                      <a:pt x="49" y="137"/>
                      <a:pt x="50" y="137"/>
                    </a:cubicBezTo>
                    <a:cubicBezTo>
                      <a:pt x="51" y="137"/>
                      <a:pt x="52" y="136"/>
                      <a:pt x="53" y="136"/>
                    </a:cubicBezTo>
                    <a:cubicBezTo>
                      <a:pt x="55" y="135"/>
                      <a:pt x="56" y="134"/>
                      <a:pt x="58" y="133"/>
                    </a:cubicBezTo>
                    <a:cubicBezTo>
                      <a:pt x="61" y="131"/>
                      <a:pt x="64" y="129"/>
                      <a:pt x="67" y="127"/>
                    </a:cubicBezTo>
                    <a:cubicBezTo>
                      <a:pt x="72" y="122"/>
                      <a:pt x="78" y="116"/>
                      <a:pt x="83" y="111"/>
                    </a:cubicBezTo>
                    <a:cubicBezTo>
                      <a:pt x="88" y="105"/>
                      <a:pt x="93" y="99"/>
                      <a:pt x="97" y="93"/>
                    </a:cubicBezTo>
                    <a:cubicBezTo>
                      <a:pt x="100" y="77"/>
                      <a:pt x="105" y="63"/>
                      <a:pt x="110" y="48"/>
                    </a:cubicBezTo>
                    <a:cubicBezTo>
                      <a:pt x="113" y="40"/>
                      <a:pt x="115" y="33"/>
                      <a:pt x="120" y="25"/>
                    </a:cubicBezTo>
                    <a:cubicBezTo>
                      <a:pt x="121" y="21"/>
                      <a:pt x="123" y="18"/>
                      <a:pt x="125" y="15"/>
                    </a:cubicBezTo>
                    <a:cubicBezTo>
                      <a:pt x="127" y="12"/>
                      <a:pt x="129" y="8"/>
                      <a:pt x="133" y="6"/>
                    </a:cubicBezTo>
                    <a:cubicBezTo>
                      <a:pt x="134" y="5"/>
                      <a:pt x="135" y="4"/>
                      <a:pt x="136" y="3"/>
                    </a:cubicBezTo>
                    <a:cubicBezTo>
                      <a:pt x="141" y="0"/>
                      <a:pt x="148" y="0"/>
                      <a:pt x="152" y="5"/>
                    </a:cubicBezTo>
                    <a:cubicBezTo>
                      <a:pt x="153" y="6"/>
                      <a:pt x="155" y="7"/>
                      <a:pt x="155" y="8"/>
                    </a:cubicBezTo>
                    <a:cubicBezTo>
                      <a:pt x="156" y="10"/>
                      <a:pt x="156" y="11"/>
                      <a:pt x="157" y="13"/>
                    </a:cubicBezTo>
                    <a:cubicBezTo>
                      <a:pt x="157" y="16"/>
                      <a:pt x="157" y="20"/>
                      <a:pt x="156" y="23"/>
                    </a:cubicBezTo>
                    <a:cubicBezTo>
                      <a:pt x="155" y="28"/>
                      <a:pt x="153" y="33"/>
                      <a:pt x="152" y="38"/>
                    </a:cubicBezTo>
                    <a:cubicBezTo>
                      <a:pt x="149" y="44"/>
                      <a:pt x="147" y="49"/>
                      <a:pt x="145" y="55"/>
                    </a:cubicBezTo>
                    <a:cubicBezTo>
                      <a:pt x="142" y="61"/>
                      <a:pt x="140" y="66"/>
                      <a:pt x="137" y="72"/>
                    </a:cubicBezTo>
                    <a:cubicBezTo>
                      <a:pt x="134" y="77"/>
                      <a:pt x="131" y="83"/>
                      <a:pt x="128" y="88"/>
                    </a:cubicBezTo>
                    <a:cubicBezTo>
                      <a:pt x="125" y="93"/>
                      <a:pt x="122" y="97"/>
                      <a:pt x="119" y="102"/>
                    </a:cubicBezTo>
                    <a:cubicBezTo>
                      <a:pt x="116" y="117"/>
                      <a:pt x="114" y="133"/>
                      <a:pt x="113" y="148"/>
                    </a:cubicBezTo>
                    <a:cubicBezTo>
                      <a:pt x="113" y="154"/>
                      <a:pt x="112" y="161"/>
                      <a:pt x="112" y="168"/>
                    </a:cubicBezTo>
                    <a:lnTo>
                      <a:pt x="113" y="168"/>
                    </a:lnTo>
                    <a:cubicBezTo>
                      <a:pt x="120" y="162"/>
                      <a:pt x="128" y="156"/>
                      <a:pt x="135" y="151"/>
                    </a:cubicBezTo>
                    <a:cubicBezTo>
                      <a:pt x="140" y="147"/>
                      <a:pt x="147" y="148"/>
                      <a:pt x="150" y="153"/>
                    </a:cubicBezTo>
                    <a:cubicBezTo>
                      <a:pt x="154" y="158"/>
                      <a:pt x="153" y="164"/>
                      <a:pt x="148" y="168"/>
                    </a:cubicBezTo>
                    <a:cubicBezTo>
                      <a:pt x="136" y="177"/>
                      <a:pt x="125" y="186"/>
                      <a:pt x="113" y="194"/>
                    </a:cubicBezTo>
                    <a:cubicBezTo>
                      <a:pt x="112" y="195"/>
                      <a:pt x="111" y="196"/>
                      <a:pt x="111" y="196"/>
                    </a:cubicBezTo>
                    <a:cubicBezTo>
                      <a:pt x="111" y="201"/>
                      <a:pt x="110" y="206"/>
                      <a:pt x="110" y="210"/>
                    </a:cubicBezTo>
                    <a:cubicBezTo>
                      <a:pt x="110" y="217"/>
                      <a:pt x="110" y="224"/>
                      <a:pt x="109" y="231"/>
                    </a:cubicBezTo>
                    <a:cubicBezTo>
                      <a:pt x="109" y="231"/>
                      <a:pt x="109" y="230"/>
                      <a:pt x="109" y="229"/>
                    </a:cubicBezTo>
                    <a:cubicBezTo>
                      <a:pt x="109" y="233"/>
                      <a:pt x="109" y="237"/>
                      <a:pt x="109" y="240"/>
                    </a:cubicBezTo>
                    <a:lnTo>
                      <a:pt x="109" y="239"/>
                    </a:lnTo>
                    <a:cubicBezTo>
                      <a:pt x="108" y="243"/>
                      <a:pt x="108" y="246"/>
                      <a:pt x="108" y="250"/>
                    </a:cubicBezTo>
                    <a:cubicBezTo>
                      <a:pt x="107" y="257"/>
                      <a:pt x="106" y="264"/>
                      <a:pt x="105" y="271"/>
                    </a:cubicBezTo>
                    <a:cubicBezTo>
                      <a:pt x="104" y="278"/>
                      <a:pt x="103" y="284"/>
                      <a:pt x="102" y="289"/>
                    </a:cubicBezTo>
                    <a:cubicBezTo>
                      <a:pt x="100" y="302"/>
                      <a:pt x="97" y="314"/>
                      <a:pt x="95" y="327"/>
                    </a:cubicBezTo>
                    <a:lnTo>
                      <a:pt x="95" y="326"/>
                    </a:lnTo>
                    <a:cubicBezTo>
                      <a:pt x="94" y="329"/>
                      <a:pt x="93" y="332"/>
                      <a:pt x="93" y="335"/>
                    </a:cubicBezTo>
                    <a:cubicBezTo>
                      <a:pt x="91" y="342"/>
                      <a:pt x="89" y="348"/>
                      <a:pt x="85" y="354"/>
                    </a:cubicBezTo>
                    <a:cubicBezTo>
                      <a:pt x="81" y="359"/>
                      <a:pt x="75" y="363"/>
                      <a:pt x="68" y="364"/>
                    </a:cubicBezTo>
                    <a:cubicBezTo>
                      <a:pt x="65" y="365"/>
                      <a:pt x="63" y="365"/>
                      <a:pt x="61" y="365"/>
                    </a:cubicBezTo>
                    <a:cubicBezTo>
                      <a:pt x="55" y="365"/>
                      <a:pt x="50" y="363"/>
                      <a:pt x="44" y="3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" name="Google Shape;47;p2"/>
              <p:cNvSpPr/>
              <p:nvPr/>
            </p:nvSpPr>
            <p:spPr>
              <a:xfrm>
                <a:off x="1241640" y="1371600"/>
                <a:ext cx="33840" cy="13320"/>
              </a:xfrm>
              <a:custGeom>
                <a:avLst/>
                <a:gdLst/>
                <a:ahLst/>
                <a:cxnLst/>
                <a:rect l="l" t="t" r="r" b="b"/>
                <a:pathLst>
                  <a:path w="94" h="37" extrusionOk="0">
                    <a:moveTo>
                      <a:pt x="3" y="31"/>
                    </a:moveTo>
                    <a:cubicBezTo>
                      <a:pt x="0" y="27"/>
                      <a:pt x="0" y="23"/>
                      <a:pt x="2" y="19"/>
                    </a:cubicBezTo>
                    <a:cubicBezTo>
                      <a:pt x="2" y="17"/>
                      <a:pt x="3" y="15"/>
                      <a:pt x="4" y="14"/>
                    </a:cubicBezTo>
                    <a:cubicBezTo>
                      <a:pt x="7" y="12"/>
                      <a:pt x="11" y="11"/>
                      <a:pt x="14" y="11"/>
                    </a:cubicBezTo>
                    <a:cubicBezTo>
                      <a:pt x="24" y="9"/>
                      <a:pt x="35" y="7"/>
                      <a:pt x="45" y="4"/>
                    </a:cubicBezTo>
                    <a:cubicBezTo>
                      <a:pt x="57" y="2"/>
                      <a:pt x="69" y="1"/>
                      <a:pt x="80" y="0"/>
                    </a:cubicBezTo>
                    <a:cubicBezTo>
                      <a:pt x="87" y="0"/>
                      <a:pt x="92" y="5"/>
                      <a:pt x="92" y="11"/>
                    </a:cubicBezTo>
                    <a:cubicBezTo>
                      <a:pt x="93" y="17"/>
                      <a:pt x="88" y="24"/>
                      <a:pt x="82" y="24"/>
                    </a:cubicBezTo>
                    <a:cubicBezTo>
                      <a:pt x="72" y="25"/>
                      <a:pt x="63" y="26"/>
                      <a:pt x="54" y="27"/>
                    </a:cubicBezTo>
                    <a:cubicBezTo>
                      <a:pt x="48" y="29"/>
                      <a:pt x="42" y="30"/>
                      <a:pt x="36" y="32"/>
                    </a:cubicBezTo>
                    <a:cubicBezTo>
                      <a:pt x="34" y="32"/>
                      <a:pt x="30" y="33"/>
                      <a:pt x="27" y="33"/>
                    </a:cubicBezTo>
                    <a:cubicBezTo>
                      <a:pt x="23" y="34"/>
                      <a:pt x="19" y="36"/>
                      <a:pt x="14" y="36"/>
                    </a:cubicBezTo>
                    <a:cubicBezTo>
                      <a:pt x="10" y="36"/>
                      <a:pt x="6" y="34"/>
                      <a:pt x="3" y="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" name="Google Shape;48;p2"/>
              <p:cNvSpPr/>
              <p:nvPr/>
            </p:nvSpPr>
            <p:spPr>
              <a:xfrm>
                <a:off x="1246680" y="1393200"/>
                <a:ext cx="48600" cy="18720"/>
              </a:xfrm>
              <a:custGeom>
                <a:avLst/>
                <a:gdLst/>
                <a:ahLst/>
                <a:cxnLst/>
                <a:rect l="l" t="t" r="r" b="b"/>
                <a:pathLst>
                  <a:path w="135" h="52" extrusionOk="0">
                    <a:moveTo>
                      <a:pt x="11" y="51"/>
                    </a:moveTo>
                    <a:cubicBezTo>
                      <a:pt x="7" y="50"/>
                      <a:pt x="3" y="47"/>
                      <a:pt x="1" y="43"/>
                    </a:cubicBezTo>
                    <a:cubicBezTo>
                      <a:pt x="0" y="39"/>
                      <a:pt x="0" y="34"/>
                      <a:pt x="3" y="30"/>
                    </a:cubicBezTo>
                    <a:cubicBezTo>
                      <a:pt x="4" y="30"/>
                      <a:pt x="4" y="29"/>
                      <a:pt x="4" y="29"/>
                    </a:cubicBezTo>
                    <a:cubicBezTo>
                      <a:pt x="8" y="24"/>
                      <a:pt x="14" y="23"/>
                      <a:pt x="20" y="26"/>
                    </a:cubicBezTo>
                    <a:lnTo>
                      <a:pt x="20" y="25"/>
                    </a:lnTo>
                    <a:cubicBezTo>
                      <a:pt x="25" y="24"/>
                      <a:pt x="30" y="22"/>
                      <a:pt x="36" y="21"/>
                    </a:cubicBezTo>
                    <a:cubicBezTo>
                      <a:pt x="41" y="19"/>
                      <a:pt x="46" y="18"/>
                      <a:pt x="51" y="17"/>
                    </a:cubicBezTo>
                    <a:cubicBezTo>
                      <a:pt x="58" y="15"/>
                      <a:pt x="65" y="13"/>
                      <a:pt x="72" y="11"/>
                    </a:cubicBezTo>
                    <a:cubicBezTo>
                      <a:pt x="88" y="7"/>
                      <a:pt x="104" y="4"/>
                      <a:pt x="120" y="1"/>
                    </a:cubicBezTo>
                    <a:cubicBezTo>
                      <a:pt x="125" y="0"/>
                      <a:pt x="131" y="2"/>
                      <a:pt x="132" y="8"/>
                    </a:cubicBezTo>
                    <a:cubicBezTo>
                      <a:pt x="134" y="14"/>
                      <a:pt x="131" y="20"/>
                      <a:pt x="125" y="22"/>
                    </a:cubicBezTo>
                    <a:cubicBezTo>
                      <a:pt x="108" y="26"/>
                      <a:pt x="92" y="31"/>
                      <a:pt x="75" y="36"/>
                    </a:cubicBezTo>
                    <a:cubicBezTo>
                      <a:pt x="67" y="38"/>
                      <a:pt x="60" y="40"/>
                      <a:pt x="52" y="43"/>
                    </a:cubicBezTo>
                    <a:cubicBezTo>
                      <a:pt x="47" y="44"/>
                      <a:pt x="43" y="45"/>
                      <a:pt x="39" y="47"/>
                    </a:cubicBezTo>
                    <a:cubicBezTo>
                      <a:pt x="35" y="48"/>
                      <a:pt x="30" y="49"/>
                      <a:pt x="26" y="50"/>
                    </a:cubicBezTo>
                    <a:cubicBezTo>
                      <a:pt x="23" y="51"/>
                      <a:pt x="21" y="51"/>
                      <a:pt x="18" y="51"/>
                    </a:cubicBezTo>
                    <a:cubicBezTo>
                      <a:pt x="15" y="51"/>
                      <a:pt x="14" y="51"/>
                      <a:pt x="11" y="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" name="Google Shape;49;p2"/>
            <p:cNvGrpSpPr/>
            <p:nvPr/>
          </p:nvGrpSpPr>
          <p:grpSpPr>
            <a:xfrm>
              <a:off x="1390521" y="-337191"/>
              <a:ext cx="4126366" cy="876698"/>
              <a:chOff x="71280" y="1648800"/>
              <a:chExt cx="1918080" cy="407520"/>
            </a:xfrm>
          </p:grpSpPr>
          <p:sp>
            <p:nvSpPr>
              <p:cNvPr id="50" name="Google Shape;50;p2"/>
              <p:cNvSpPr/>
              <p:nvPr/>
            </p:nvSpPr>
            <p:spPr>
              <a:xfrm>
                <a:off x="78120" y="1740600"/>
                <a:ext cx="46080" cy="158760"/>
              </a:xfrm>
              <a:custGeom>
                <a:avLst/>
                <a:gdLst/>
                <a:ahLst/>
                <a:cxnLst/>
                <a:rect l="l" t="t" r="r" b="b"/>
                <a:pathLst>
                  <a:path w="128" h="441" extrusionOk="0">
                    <a:moveTo>
                      <a:pt x="66" y="440"/>
                    </a:moveTo>
                    <a:cubicBezTo>
                      <a:pt x="60" y="440"/>
                      <a:pt x="55" y="438"/>
                      <a:pt x="49" y="436"/>
                    </a:cubicBezTo>
                    <a:cubicBezTo>
                      <a:pt x="45" y="435"/>
                      <a:pt x="39" y="433"/>
                      <a:pt x="35" y="430"/>
                    </a:cubicBezTo>
                    <a:cubicBezTo>
                      <a:pt x="26" y="424"/>
                      <a:pt x="18" y="416"/>
                      <a:pt x="13" y="406"/>
                    </a:cubicBezTo>
                    <a:cubicBezTo>
                      <a:pt x="8" y="396"/>
                      <a:pt x="6" y="385"/>
                      <a:pt x="6" y="374"/>
                    </a:cubicBezTo>
                    <a:cubicBezTo>
                      <a:pt x="6" y="369"/>
                      <a:pt x="6" y="363"/>
                      <a:pt x="8" y="358"/>
                    </a:cubicBezTo>
                    <a:cubicBezTo>
                      <a:pt x="10" y="353"/>
                      <a:pt x="14" y="348"/>
                      <a:pt x="18" y="344"/>
                    </a:cubicBezTo>
                    <a:cubicBezTo>
                      <a:pt x="22" y="340"/>
                      <a:pt x="29" y="340"/>
                      <a:pt x="34" y="344"/>
                    </a:cubicBezTo>
                    <a:cubicBezTo>
                      <a:pt x="38" y="348"/>
                      <a:pt x="39" y="355"/>
                      <a:pt x="35" y="360"/>
                    </a:cubicBezTo>
                    <a:cubicBezTo>
                      <a:pt x="33" y="361"/>
                      <a:pt x="32" y="362"/>
                      <a:pt x="31" y="364"/>
                    </a:cubicBezTo>
                    <a:lnTo>
                      <a:pt x="31" y="365"/>
                    </a:lnTo>
                    <a:cubicBezTo>
                      <a:pt x="30" y="365"/>
                      <a:pt x="30" y="366"/>
                      <a:pt x="29" y="367"/>
                    </a:cubicBezTo>
                    <a:lnTo>
                      <a:pt x="29" y="368"/>
                    </a:lnTo>
                    <a:lnTo>
                      <a:pt x="29" y="369"/>
                    </a:lnTo>
                    <a:cubicBezTo>
                      <a:pt x="29" y="370"/>
                      <a:pt x="28" y="372"/>
                      <a:pt x="28" y="373"/>
                    </a:cubicBezTo>
                    <a:cubicBezTo>
                      <a:pt x="28" y="375"/>
                      <a:pt x="29" y="378"/>
                      <a:pt x="29" y="380"/>
                    </a:cubicBezTo>
                    <a:cubicBezTo>
                      <a:pt x="29" y="383"/>
                      <a:pt x="29" y="385"/>
                      <a:pt x="30" y="388"/>
                    </a:cubicBezTo>
                    <a:cubicBezTo>
                      <a:pt x="31" y="389"/>
                      <a:pt x="31" y="391"/>
                      <a:pt x="32" y="393"/>
                    </a:cubicBezTo>
                    <a:cubicBezTo>
                      <a:pt x="32" y="392"/>
                      <a:pt x="32" y="392"/>
                      <a:pt x="31" y="392"/>
                    </a:cubicBezTo>
                    <a:cubicBezTo>
                      <a:pt x="32" y="393"/>
                      <a:pt x="32" y="395"/>
                      <a:pt x="33" y="396"/>
                    </a:cubicBezTo>
                    <a:cubicBezTo>
                      <a:pt x="35" y="398"/>
                      <a:pt x="36" y="400"/>
                      <a:pt x="37" y="402"/>
                    </a:cubicBezTo>
                    <a:cubicBezTo>
                      <a:pt x="36" y="402"/>
                      <a:pt x="36" y="401"/>
                      <a:pt x="36" y="400"/>
                    </a:cubicBezTo>
                    <a:cubicBezTo>
                      <a:pt x="37" y="402"/>
                      <a:pt x="38" y="403"/>
                      <a:pt x="39" y="404"/>
                    </a:cubicBezTo>
                    <a:cubicBezTo>
                      <a:pt x="40" y="406"/>
                      <a:pt x="42" y="407"/>
                      <a:pt x="43" y="409"/>
                    </a:cubicBezTo>
                    <a:cubicBezTo>
                      <a:pt x="45" y="409"/>
                      <a:pt x="46" y="410"/>
                      <a:pt x="47" y="411"/>
                    </a:cubicBezTo>
                    <a:cubicBezTo>
                      <a:pt x="49" y="411"/>
                      <a:pt x="50" y="413"/>
                      <a:pt x="51" y="413"/>
                    </a:cubicBezTo>
                    <a:cubicBezTo>
                      <a:pt x="53" y="414"/>
                      <a:pt x="56" y="415"/>
                      <a:pt x="58" y="415"/>
                    </a:cubicBezTo>
                    <a:cubicBezTo>
                      <a:pt x="60" y="416"/>
                      <a:pt x="63" y="417"/>
                      <a:pt x="64" y="417"/>
                    </a:cubicBezTo>
                    <a:cubicBezTo>
                      <a:pt x="66" y="417"/>
                      <a:pt x="68" y="417"/>
                      <a:pt x="69" y="417"/>
                    </a:cubicBezTo>
                    <a:cubicBezTo>
                      <a:pt x="70" y="417"/>
                      <a:pt x="71" y="417"/>
                      <a:pt x="72" y="417"/>
                    </a:cubicBezTo>
                    <a:cubicBezTo>
                      <a:pt x="73" y="417"/>
                      <a:pt x="74" y="417"/>
                      <a:pt x="75" y="417"/>
                    </a:cubicBezTo>
                    <a:cubicBezTo>
                      <a:pt x="76" y="416"/>
                      <a:pt x="77" y="416"/>
                      <a:pt x="77" y="416"/>
                    </a:cubicBezTo>
                    <a:lnTo>
                      <a:pt x="76" y="416"/>
                    </a:lnTo>
                    <a:cubicBezTo>
                      <a:pt x="77" y="416"/>
                      <a:pt x="78" y="415"/>
                      <a:pt x="78" y="415"/>
                    </a:cubicBezTo>
                    <a:cubicBezTo>
                      <a:pt x="80" y="415"/>
                      <a:pt x="81" y="414"/>
                      <a:pt x="82" y="413"/>
                    </a:cubicBezTo>
                    <a:cubicBezTo>
                      <a:pt x="82" y="413"/>
                      <a:pt x="83" y="412"/>
                      <a:pt x="84" y="411"/>
                    </a:cubicBezTo>
                    <a:cubicBezTo>
                      <a:pt x="84" y="411"/>
                      <a:pt x="84" y="412"/>
                      <a:pt x="83" y="412"/>
                    </a:cubicBezTo>
                    <a:cubicBezTo>
                      <a:pt x="84" y="412"/>
                      <a:pt x="84" y="411"/>
                      <a:pt x="84" y="411"/>
                    </a:cubicBezTo>
                    <a:lnTo>
                      <a:pt x="85" y="410"/>
                    </a:lnTo>
                    <a:cubicBezTo>
                      <a:pt x="85" y="410"/>
                      <a:pt x="85" y="409"/>
                      <a:pt x="86" y="407"/>
                    </a:cubicBezTo>
                    <a:cubicBezTo>
                      <a:pt x="87" y="405"/>
                      <a:pt x="88" y="403"/>
                      <a:pt x="88" y="400"/>
                    </a:cubicBezTo>
                    <a:cubicBezTo>
                      <a:pt x="91" y="393"/>
                      <a:pt x="92" y="386"/>
                      <a:pt x="93" y="379"/>
                    </a:cubicBezTo>
                    <a:cubicBezTo>
                      <a:pt x="94" y="369"/>
                      <a:pt x="95" y="361"/>
                      <a:pt x="95" y="352"/>
                    </a:cubicBezTo>
                    <a:lnTo>
                      <a:pt x="95" y="353"/>
                    </a:lnTo>
                    <a:cubicBezTo>
                      <a:pt x="95" y="344"/>
                      <a:pt x="95" y="335"/>
                      <a:pt x="94" y="326"/>
                    </a:cubicBezTo>
                    <a:cubicBezTo>
                      <a:pt x="94" y="327"/>
                      <a:pt x="94" y="328"/>
                      <a:pt x="94" y="328"/>
                    </a:cubicBezTo>
                    <a:cubicBezTo>
                      <a:pt x="93" y="320"/>
                      <a:pt x="92" y="312"/>
                      <a:pt x="89" y="304"/>
                    </a:cubicBezTo>
                    <a:lnTo>
                      <a:pt x="90" y="304"/>
                    </a:lnTo>
                    <a:cubicBezTo>
                      <a:pt x="89" y="304"/>
                      <a:pt x="89" y="304"/>
                      <a:pt x="89" y="303"/>
                    </a:cubicBezTo>
                    <a:cubicBezTo>
                      <a:pt x="87" y="291"/>
                      <a:pt x="82" y="279"/>
                      <a:pt x="78" y="268"/>
                    </a:cubicBezTo>
                    <a:cubicBezTo>
                      <a:pt x="75" y="261"/>
                      <a:pt x="73" y="254"/>
                      <a:pt x="69" y="248"/>
                    </a:cubicBezTo>
                    <a:cubicBezTo>
                      <a:pt x="67" y="243"/>
                      <a:pt x="64" y="238"/>
                      <a:pt x="62" y="234"/>
                    </a:cubicBezTo>
                    <a:cubicBezTo>
                      <a:pt x="57" y="224"/>
                      <a:pt x="51" y="214"/>
                      <a:pt x="45" y="205"/>
                    </a:cubicBezTo>
                    <a:cubicBezTo>
                      <a:pt x="38" y="194"/>
                      <a:pt x="31" y="182"/>
                      <a:pt x="23" y="172"/>
                    </a:cubicBezTo>
                    <a:cubicBezTo>
                      <a:pt x="15" y="160"/>
                      <a:pt x="9" y="148"/>
                      <a:pt x="5" y="135"/>
                    </a:cubicBezTo>
                    <a:cubicBezTo>
                      <a:pt x="0" y="120"/>
                      <a:pt x="0" y="103"/>
                      <a:pt x="2" y="86"/>
                    </a:cubicBezTo>
                    <a:cubicBezTo>
                      <a:pt x="3" y="79"/>
                      <a:pt x="5" y="72"/>
                      <a:pt x="7" y="65"/>
                    </a:cubicBezTo>
                    <a:cubicBezTo>
                      <a:pt x="10" y="57"/>
                      <a:pt x="14" y="49"/>
                      <a:pt x="19" y="41"/>
                    </a:cubicBezTo>
                    <a:cubicBezTo>
                      <a:pt x="27" y="29"/>
                      <a:pt x="38" y="16"/>
                      <a:pt x="51" y="8"/>
                    </a:cubicBezTo>
                    <a:cubicBezTo>
                      <a:pt x="61" y="2"/>
                      <a:pt x="74" y="0"/>
                      <a:pt x="85" y="1"/>
                    </a:cubicBezTo>
                    <a:cubicBezTo>
                      <a:pt x="97" y="2"/>
                      <a:pt x="107" y="9"/>
                      <a:pt x="115" y="18"/>
                    </a:cubicBezTo>
                    <a:cubicBezTo>
                      <a:pt x="123" y="27"/>
                      <a:pt x="127" y="39"/>
                      <a:pt x="126" y="51"/>
                    </a:cubicBezTo>
                    <a:cubicBezTo>
                      <a:pt x="126" y="57"/>
                      <a:pt x="125" y="62"/>
                      <a:pt x="123" y="68"/>
                    </a:cubicBezTo>
                    <a:cubicBezTo>
                      <a:pt x="121" y="73"/>
                      <a:pt x="119" y="79"/>
                      <a:pt x="114" y="83"/>
                    </a:cubicBezTo>
                    <a:cubicBezTo>
                      <a:pt x="109" y="86"/>
                      <a:pt x="102" y="86"/>
                      <a:pt x="98" y="81"/>
                    </a:cubicBezTo>
                    <a:cubicBezTo>
                      <a:pt x="96" y="79"/>
                      <a:pt x="95" y="78"/>
                      <a:pt x="94" y="76"/>
                    </a:cubicBezTo>
                    <a:cubicBezTo>
                      <a:pt x="94" y="73"/>
                      <a:pt x="94" y="71"/>
                      <a:pt x="94" y="69"/>
                    </a:cubicBezTo>
                    <a:cubicBezTo>
                      <a:pt x="93" y="67"/>
                      <a:pt x="93" y="65"/>
                      <a:pt x="93" y="63"/>
                    </a:cubicBezTo>
                    <a:cubicBezTo>
                      <a:pt x="92" y="58"/>
                      <a:pt x="92" y="53"/>
                      <a:pt x="92" y="47"/>
                    </a:cubicBezTo>
                    <a:cubicBezTo>
                      <a:pt x="91" y="42"/>
                      <a:pt x="95" y="37"/>
                      <a:pt x="100" y="36"/>
                    </a:cubicBezTo>
                    <a:cubicBezTo>
                      <a:pt x="99" y="35"/>
                      <a:pt x="99" y="34"/>
                      <a:pt x="99" y="33"/>
                    </a:cubicBezTo>
                    <a:cubicBezTo>
                      <a:pt x="98" y="32"/>
                      <a:pt x="97" y="32"/>
                      <a:pt x="96" y="30"/>
                    </a:cubicBezTo>
                    <a:cubicBezTo>
                      <a:pt x="96" y="30"/>
                      <a:pt x="95" y="29"/>
                      <a:pt x="94" y="29"/>
                    </a:cubicBezTo>
                    <a:cubicBezTo>
                      <a:pt x="94" y="27"/>
                      <a:pt x="92" y="27"/>
                      <a:pt x="91" y="26"/>
                    </a:cubicBezTo>
                    <a:cubicBezTo>
                      <a:pt x="90" y="26"/>
                      <a:pt x="89" y="25"/>
                      <a:pt x="88" y="25"/>
                    </a:cubicBezTo>
                    <a:cubicBezTo>
                      <a:pt x="89" y="25"/>
                      <a:pt x="89" y="25"/>
                      <a:pt x="89" y="26"/>
                    </a:cubicBezTo>
                    <a:cubicBezTo>
                      <a:pt x="88" y="25"/>
                      <a:pt x="87" y="25"/>
                      <a:pt x="86" y="24"/>
                    </a:cubicBezTo>
                    <a:cubicBezTo>
                      <a:pt x="87" y="24"/>
                      <a:pt x="87" y="25"/>
                      <a:pt x="88" y="25"/>
                    </a:cubicBezTo>
                    <a:cubicBezTo>
                      <a:pt x="87" y="24"/>
                      <a:pt x="85" y="24"/>
                      <a:pt x="85" y="24"/>
                    </a:cubicBezTo>
                    <a:cubicBezTo>
                      <a:pt x="83" y="23"/>
                      <a:pt x="82" y="23"/>
                      <a:pt x="81" y="23"/>
                    </a:cubicBezTo>
                    <a:cubicBezTo>
                      <a:pt x="78" y="23"/>
                      <a:pt x="75" y="23"/>
                      <a:pt x="73" y="24"/>
                    </a:cubicBezTo>
                    <a:cubicBezTo>
                      <a:pt x="74" y="24"/>
                      <a:pt x="74" y="24"/>
                      <a:pt x="75" y="24"/>
                    </a:cubicBezTo>
                    <a:cubicBezTo>
                      <a:pt x="73" y="24"/>
                      <a:pt x="71" y="24"/>
                      <a:pt x="70" y="25"/>
                    </a:cubicBezTo>
                    <a:cubicBezTo>
                      <a:pt x="68" y="25"/>
                      <a:pt x="67" y="25"/>
                      <a:pt x="66" y="26"/>
                    </a:cubicBezTo>
                    <a:cubicBezTo>
                      <a:pt x="64" y="26"/>
                      <a:pt x="63" y="27"/>
                      <a:pt x="62" y="27"/>
                    </a:cubicBezTo>
                    <a:cubicBezTo>
                      <a:pt x="60" y="29"/>
                      <a:pt x="59" y="30"/>
                      <a:pt x="57" y="31"/>
                    </a:cubicBezTo>
                    <a:cubicBezTo>
                      <a:pt x="56" y="32"/>
                      <a:pt x="54" y="33"/>
                      <a:pt x="53" y="34"/>
                    </a:cubicBezTo>
                    <a:cubicBezTo>
                      <a:pt x="50" y="37"/>
                      <a:pt x="47" y="40"/>
                      <a:pt x="45" y="44"/>
                    </a:cubicBezTo>
                    <a:cubicBezTo>
                      <a:pt x="42" y="47"/>
                      <a:pt x="39" y="51"/>
                      <a:pt x="36" y="55"/>
                    </a:cubicBezTo>
                    <a:cubicBezTo>
                      <a:pt x="33" y="59"/>
                      <a:pt x="31" y="64"/>
                      <a:pt x="29" y="68"/>
                    </a:cubicBezTo>
                    <a:cubicBezTo>
                      <a:pt x="28" y="71"/>
                      <a:pt x="27" y="74"/>
                      <a:pt x="26" y="77"/>
                    </a:cubicBezTo>
                    <a:cubicBezTo>
                      <a:pt x="25" y="81"/>
                      <a:pt x="24" y="85"/>
                      <a:pt x="24" y="89"/>
                    </a:cubicBezTo>
                    <a:cubicBezTo>
                      <a:pt x="23" y="93"/>
                      <a:pt x="22" y="98"/>
                      <a:pt x="22" y="102"/>
                    </a:cubicBezTo>
                    <a:lnTo>
                      <a:pt x="22" y="101"/>
                    </a:lnTo>
                    <a:cubicBezTo>
                      <a:pt x="22" y="106"/>
                      <a:pt x="22" y="111"/>
                      <a:pt x="23" y="116"/>
                    </a:cubicBezTo>
                    <a:cubicBezTo>
                      <a:pt x="23" y="119"/>
                      <a:pt x="24" y="122"/>
                      <a:pt x="24" y="125"/>
                    </a:cubicBezTo>
                    <a:cubicBezTo>
                      <a:pt x="25" y="129"/>
                      <a:pt x="27" y="133"/>
                      <a:pt x="28" y="136"/>
                    </a:cubicBezTo>
                    <a:cubicBezTo>
                      <a:pt x="29" y="140"/>
                      <a:pt x="31" y="143"/>
                      <a:pt x="33" y="147"/>
                    </a:cubicBezTo>
                    <a:cubicBezTo>
                      <a:pt x="40" y="159"/>
                      <a:pt x="49" y="171"/>
                      <a:pt x="56" y="183"/>
                    </a:cubicBezTo>
                    <a:cubicBezTo>
                      <a:pt x="60" y="189"/>
                      <a:pt x="64" y="195"/>
                      <a:pt x="68" y="201"/>
                    </a:cubicBezTo>
                    <a:cubicBezTo>
                      <a:pt x="71" y="206"/>
                      <a:pt x="74" y="212"/>
                      <a:pt x="77" y="217"/>
                    </a:cubicBezTo>
                    <a:cubicBezTo>
                      <a:pt x="80" y="222"/>
                      <a:pt x="82" y="227"/>
                      <a:pt x="85" y="231"/>
                    </a:cubicBezTo>
                    <a:cubicBezTo>
                      <a:pt x="88" y="239"/>
                      <a:pt x="92" y="246"/>
                      <a:pt x="95" y="254"/>
                    </a:cubicBezTo>
                    <a:cubicBezTo>
                      <a:pt x="102" y="269"/>
                      <a:pt x="107" y="285"/>
                      <a:pt x="111" y="301"/>
                    </a:cubicBezTo>
                    <a:cubicBezTo>
                      <a:pt x="115" y="318"/>
                      <a:pt x="117" y="335"/>
                      <a:pt x="117" y="352"/>
                    </a:cubicBezTo>
                    <a:cubicBezTo>
                      <a:pt x="117" y="369"/>
                      <a:pt x="114" y="385"/>
                      <a:pt x="111" y="402"/>
                    </a:cubicBezTo>
                    <a:cubicBezTo>
                      <a:pt x="109" y="411"/>
                      <a:pt x="106" y="422"/>
                      <a:pt x="97" y="429"/>
                    </a:cubicBezTo>
                    <a:cubicBezTo>
                      <a:pt x="94" y="433"/>
                      <a:pt x="89" y="436"/>
                      <a:pt x="84" y="438"/>
                    </a:cubicBezTo>
                    <a:cubicBezTo>
                      <a:pt x="78" y="439"/>
                      <a:pt x="73" y="440"/>
                      <a:pt x="68" y="440"/>
                    </a:cubicBezTo>
                    <a:cubicBezTo>
                      <a:pt x="67" y="440"/>
                      <a:pt x="67" y="440"/>
                      <a:pt x="66" y="4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" name="Google Shape;51;p2"/>
              <p:cNvSpPr/>
              <p:nvPr/>
            </p:nvSpPr>
            <p:spPr>
              <a:xfrm>
                <a:off x="81000" y="1924920"/>
                <a:ext cx="53280" cy="58320"/>
              </a:xfrm>
              <a:custGeom>
                <a:avLst/>
                <a:gdLst/>
                <a:ahLst/>
                <a:cxnLst/>
                <a:rect l="l" t="t" r="r" b="b"/>
                <a:pathLst>
                  <a:path w="148" h="162" extrusionOk="0">
                    <a:moveTo>
                      <a:pt x="77" y="139"/>
                    </a:moveTo>
                    <a:cubicBezTo>
                      <a:pt x="77" y="139"/>
                      <a:pt x="78" y="139"/>
                      <a:pt x="79" y="139"/>
                    </a:cubicBezTo>
                    <a:cubicBezTo>
                      <a:pt x="79" y="139"/>
                      <a:pt x="80" y="139"/>
                      <a:pt x="80" y="138"/>
                    </a:cubicBezTo>
                    <a:cubicBezTo>
                      <a:pt x="81" y="138"/>
                      <a:pt x="83" y="137"/>
                      <a:pt x="84" y="136"/>
                    </a:cubicBezTo>
                    <a:cubicBezTo>
                      <a:pt x="86" y="136"/>
                      <a:pt x="86" y="135"/>
                      <a:pt x="87" y="135"/>
                    </a:cubicBezTo>
                    <a:cubicBezTo>
                      <a:pt x="88" y="133"/>
                      <a:pt x="90" y="132"/>
                      <a:pt x="91" y="132"/>
                    </a:cubicBezTo>
                    <a:cubicBezTo>
                      <a:pt x="94" y="129"/>
                      <a:pt x="95" y="126"/>
                      <a:pt x="98" y="124"/>
                    </a:cubicBezTo>
                    <a:cubicBezTo>
                      <a:pt x="101" y="120"/>
                      <a:pt x="104" y="116"/>
                      <a:pt x="106" y="112"/>
                    </a:cubicBezTo>
                    <a:cubicBezTo>
                      <a:pt x="110" y="106"/>
                      <a:pt x="113" y="100"/>
                      <a:pt x="116" y="94"/>
                    </a:cubicBezTo>
                    <a:cubicBezTo>
                      <a:pt x="119" y="87"/>
                      <a:pt x="121" y="80"/>
                      <a:pt x="123" y="73"/>
                    </a:cubicBezTo>
                    <a:cubicBezTo>
                      <a:pt x="123" y="72"/>
                      <a:pt x="124" y="71"/>
                      <a:pt x="124" y="69"/>
                    </a:cubicBezTo>
                    <a:cubicBezTo>
                      <a:pt x="125" y="66"/>
                      <a:pt x="125" y="64"/>
                      <a:pt x="125" y="62"/>
                    </a:cubicBezTo>
                    <a:cubicBezTo>
                      <a:pt x="125" y="60"/>
                      <a:pt x="125" y="58"/>
                      <a:pt x="125" y="56"/>
                    </a:cubicBezTo>
                    <a:cubicBezTo>
                      <a:pt x="124" y="54"/>
                      <a:pt x="124" y="52"/>
                      <a:pt x="123" y="50"/>
                    </a:cubicBezTo>
                    <a:cubicBezTo>
                      <a:pt x="123" y="48"/>
                      <a:pt x="122" y="46"/>
                      <a:pt x="122" y="44"/>
                    </a:cubicBezTo>
                    <a:cubicBezTo>
                      <a:pt x="121" y="43"/>
                      <a:pt x="120" y="41"/>
                      <a:pt x="120" y="40"/>
                    </a:cubicBezTo>
                    <a:cubicBezTo>
                      <a:pt x="119" y="39"/>
                      <a:pt x="118" y="38"/>
                      <a:pt x="118" y="37"/>
                    </a:cubicBezTo>
                    <a:cubicBezTo>
                      <a:pt x="117" y="36"/>
                      <a:pt x="116" y="35"/>
                      <a:pt x="115" y="34"/>
                    </a:cubicBezTo>
                    <a:lnTo>
                      <a:pt x="114" y="33"/>
                    </a:lnTo>
                    <a:cubicBezTo>
                      <a:pt x="112" y="32"/>
                      <a:pt x="111" y="30"/>
                      <a:pt x="109" y="30"/>
                    </a:cubicBezTo>
                    <a:cubicBezTo>
                      <a:pt x="108" y="29"/>
                      <a:pt x="106" y="27"/>
                      <a:pt x="104" y="27"/>
                    </a:cubicBezTo>
                    <a:cubicBezTo>
                      <a:pt x="101" y="26"/>
                      <a:pt x="98" y="25"/>
                      <a:pt x="94" y="23"/>
                    </a:cubicBezTo>
                    <a:cubicBezTo>
                      <a:pt x="93" y="23"/>
                      <a:pt x="91" y="22"/>
                      <a:pt x="89" y="22"/>
                    </a:cubicBezTo>
                    <a:cubicBezTo>
                      <a:pt x="88" y="22"/>
                      <a:pt x="87" y="22"/>
                      <a:pt x="86" y="22"/>
                    </a:cubicBezTo>
                    <a:lnTo>
                      <a:pt x="87" y="22"/>
                    </a:lnTo>
                    <a:cubicBezTo>
                      <a:pt x="86" y="22"/>
                      <a:pt x="84" y="22"/>
                      <a:pt x="83" y="22"/>
                    </a:cubicBezTo>
                    <a:cubicBezTo>
                      <a:pt x="81" y="23"/>
                      <a:pt x="79" y="23"/>
                      <a:pt x="77" y="23"/>
                    </a:cubicBezTo>
                    <a:cubicBezTo>
                      <a:pt x="76" y="24"/>
                      <a:pt x="73" y="25"/>
                      <a:pt x="72" y="25"/>
                    </a:cubicBezTo>
                    <a:cubicBezTo>
                      <a:pt x="67" y="27"/>
                      <a:pt x="63" y="29"/>
                      <a:pt x="59" y="31"/>
                    </a:cubicBezTo>
                    <a:cubicBezTo>
                      <a:pt x="55" y="33"/>
                      <a:pt x="50" y="37"/>
                      <a:pt x="45" y="40"/>
                    </a:cubicBezTo>
                    <a:cubicBezTo>
                      <a:pt x="44" y="41"/>
                      <a:pt x="42" y="43"/>
                      <a:pt x="40" y="44"/>
                    </a:cubicBezTo>
                    <a:cubicBezTo>
                      <a:pt x="37" y="47"/>
                      <a:pt x="31" y="47"/>
                      <a:pt x="27" y="44"/>
                    </a:cubicBezTo>
                    <a:cubicBezTo>
                      <a:pt x="27" y="45"/>
                      <a:pt x="27" y="46"/>
                      <a:pt x="27" y="46"/>
                    </a:cubicBezTo>
                    <a:cubicBezTo>
                      <a:pt x="26" y="49"/>
                      <a:pt x="26" y="52"/>
                      <a:pt x="26" y="56"/>
                    </a:cubicBezTo>
                    <a:cubicBezTo>
                      <a:pt x="26" y="59"/>
                      <a:pt x="26" y="63"/>
                      <a:pt x="27" y="66"/>
                    </a:cubicBezTo>
                    <a:cubicBezTo>
                      <a:pt x="27" y="71"/>
                      <a:pt x="28" y="75"/>
                      <a:pt x="29" y="79"/>
                    </a:cubicBezTo>
                    <a:lnTo>
                      <a:pt x="29" y="78"/>
                    </a:lnTo>
                    <a:cubicBezTo>
                      <a:pt x="29" y="79"/>
                      <a:pt x="29" y="79"/>
                      <a:pt x="29" y="79"/>
                    </a:cubicBezTo>
                    <a:lnTo>
                      <a:pt x="29" y="80"/>
                    </a:lnTo>
                    <a:cubicBezTo>
                      <a:pt x="29" y="79"/>
                      <a:pt x="29" y="79"/>
                      <a:pt x="29" y="79"/>
                    </a:cubicBezTo>
                    <a:cubicBezTo>
                      <a:pt x="30" y="85"/>
                      <a:pt x="32" y="89"/>
                      <a:pt x="34" y="94"/>
                    </a:cubicBezTo>
                    <a:cubicBezTo>
                      <a:pt x="36" y="99"/>
                      <a:pt x="38" y="104"/>
                      <a:pt x="41" y="109"/>
                    </a:cubicBezTo>
                    <a:cubicBezTo>
                      <a:pt x="42" y="111"/>
                      <a:pt x="44" y="114"/>
                      <a:pt x="45" y="116"/>
                    </a:cubicBezTo>
                    <a:cubicBezTo>
                      <a:pt x="48" y="119"/>
                      <a:pt x="50" y="122"/>
                      <a:pt x="52" y="125"/>
                    </a:cubicBezTo>
                    <a:cubicBezTo>
                      <a:pt x="54" y="127"/>
                      <a:pt x="56" y="129"/>
                      <a:pt x="58" y="131"/>
                    </a:cubicBezTo>
                    <a:cubicBezTo>
                      <a:pt x="58" y="130"/>
                      <a:pt x="58" y="130"/>
                      <a:pt x="57" y="129"/>
                    </a:cubicBezTo>
                    <a:cubicBezTo>
                      <a:pt x="59" y="131"/>
                      <a:pt x="62" y="133"/>
                      <a:pt x="63" y="135"/>
                    </a:cubicBezTo>
                    <a:cubicBezTo>
                      <a:pt x="66" y="136"/>
                      <a:pt x="69" y="138"/>
                      <a:pt x="72" y="139"/>
                    </a:cubicBezTo>
                    <a:lnTo>
                      <a:pt x="72" y="138"/>
                    </a:lnTo>
                    <a:cubicBezTo>
                      <a:pt x="72" y="139"/>
                      <a:pt x="72" y="139"/>
                      <a:pt x="73" y="139"/>
                    </a:cubicBezTo>
                    <a:cubicBezTo>
                      <a:pt x="74" y="139"/>
                      <a:pt x="74" y="139"/>
                      <a:pt x="75" y="139"/>
                    </a:cubicBezTo>
                    <a:cubicBezTo>
                      <a:pt x="76" y="139"/>
                      <a:pt x="76" y="139"/>
                      <a:pt x="77" y="139"/>
                    </a:cubicBezTo>
                    <a:moveTo>
                      <a:pt x="69" y="161"/>
                    </a:moveTo>
                    <a:cubicBezTo>
                      <a:pt x="61" y="159"/>
                      <a:pt x="54" y="155"/>
                      <a:pt x="48" y="150"/>
                    </a:cubicBezTo>
                    <a:cubicBezTo>
                      <a:pt x="35" y="141"/>
                      <a:pt x="24" y="128"/>
                      <a:pt x="18" y="113"/>
                    </a:cubicBezTo>
                    <a:cubicBezTo>
                      <a:pt x="7" y="92"/>
                      <a:pt x="0" y="66"/>
                      <a:pt x="4" y="41"/>
                    </a:cubicBezTo>
                    <a:cubicBezTo>
                      <a:pt x="5" y="32"/>
                      <a:pt x="9" y="18"/>
                      <a:pt x="21" y="16"/>
                    </a:cubicBezTo>
                    <a:cubicBezTo>
                      <a:pt x="24" y="16"/>
                      <a:pt x="28" y="18"/>
                      <a:pt x="31" y="20"/>
                    </a:cubicBezTo>
                    <a:cubicBezTo>
                      <a:pt x="31" y="21"/>
                      <a:pt x="32" y="22"/>
                      <a:pt x="32" y="22"/>
                    </a:cubicBezTo>
                    <a:cubicBezTo>
                      <a:pt x="43" y="14"/>
                      <a:pt x="55" y="8"/>
                      <a:pt x="67" y="3"/>
                    </a:cubicBezTo>
                    <a:cubicBezTo>
                      <a:pt x="74" y="1"/>
                      <a:pt x="82" y="0"/>
                      <a:pt x="90" y="0"/>
                    </a:cubicBezTo>
                    <a:cubicBezTo>
                      <a:pt x="93" y="0"/>
                      <a:pt x="97" y="1"/>
                      <a:pt x="100" y="2"/>
                    </a:cubicBezTo>
                    <a:cubicBezTo>
                      <a:pt x="104" y="3"/>
                      <a:pt x="108" y="5"/>
                      <a:pt x="112" y="6"/>
                    </a:cubicBezTo>
                    <a:cubicBezTo>
                      <a:pt x="119" y="9"/>
                      <a:pt x="126" y="13"/>
                      <a:pt x="131" y="18"/>
                    </a:cubicBezTo>
                    <a:cubicBezTo>
                      <a:pt x="136" y="23"/>
                      <a:pt x="140" y="30"/>
                      <a:pt x="142" y="37"/>
                    </a:cubicBezTo>
                    <a:cubicBezTo>
                      <a:pt x="145" y="44"/>
                      <a:pt x="146" y="51"/>
                      <a:pt x="147" y="58"/>
                    </a:cubicBezTo>
                    <a:cubicBezTo>
                      <a:pt x="147" y="66"/>
                      <a:pt x="146" y="75"/>
                      <a:pt x="144" y="82"/>
                    </a:cubicBezTo>
                    <a:cubicBezTo>
                      <a:pt x="139" y="99"/>
                      <a:pt x="132" y="114"/>
                      <a:pt x="122" y="128"/>
                    </a:cubicBezTo>
                    <a:cubicBezTo>
                      <a:pt x="114" y="141"/>
                      <a:pt x="104" y="153"/>
                      <a:pt x="89" y="159"/>
                    </a:cubicBezTo>
                    <a:cubicBezTo>
                      <a:pt x="86" y="160"/>
                      <a:pt x="83" y="161"/>
                      <a:pt x="80" y="161"/>
                    </a:cubicBezTo>
                    <a:cubicBezTo>
                      <a:pt x="78" y="161"/>
                      <a:pt x="76" y="161"/>
                      <a:pt x="74" y="161"/>
                    </a:cubicBezTo>
                    <a:cubicBezTo>
                      <a:pt x="73" y="161"/>
                      <a:pt x="71" y="161"/>
                      <a:pt x="69" y="16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" name="Google Shape;52;p2"/>
              <p:cNvSpPr/>
              <p:nvPr/>
            </p:nvSpPr>
            <p:spPr>
              <a:xfrm>
                <a:off x="71280" y="1658160"/>
                <a:ext cx="25200" cy="65880"/>
              </a:xfrm>
              <a:custGeom>
                <a:avLst/>
                <a:gdLst/>
                <a:ahLst/>
                <a:cxnLst/>
                <a:rect l="l" t="t" r="r" b="b"/>
                <a:pathLst>
                  <a:path w="70" h="183" extrusionOk="0">
                    <a:moveTo>
                      <a:pt x="38" y="171"/>
                    </a:moveTo>
                    <a:cubicBezTo>
                      <a:pt x="37" y="157"/>
                      <a:pt x="37" y="144"/>
                      <a:pt x="37" y="131"/>
                    </a:cubicBezTo>
                    <a:cubicBezTo>
                      <a:pt x="37" y="118"/>
                      <a:pt x="38" y="106"/>
                      <a:pt x="38" y="94"/>
                    </a:cubicBezTo>
                    <a:cubicBezTo>
                      <a:pt x="39" y="86"/>
                      <a:pt x="39" y="79"/>
                      <a:pt x="39" y="72"/>
                    </a:cubicBezTo>
                    <a:cubicBezTo>
                      <a:pt x="38" y="74"/>
                      <a:pt x="37" y="75"/>
                      <a:pt x="36" y="77"/>
                    </a:cubicBezTo>
                    <a:cubicBezTo>
                      <a:pt x="33" y="82"/>
                      <a:pt x="29" y="88"/>
                      <a:pt x="25" y="93"/>
                    </a:cubicBezTo>
                    <a:cubicBezTo>
                      <a:pt x="25" y="94"/>
                      <a:pt x="25" y="95"/>
                      <a:pt x="25" y="95"/>
                    </a:cubicBezTo>
                    <a:cubicBezTo>
                      <a:pt x="22" y="101"/>
                      <a:pt x="14" y="103"/>
                      <a:pt x="8" y="100"/>
                    </a:cubicBezTo>
                    <a:cubicBezTo>
                      <a:pt x="3" y="97"/>
                      <a:pt x="0" y="89"/>
                      <a:pt x="4" y="84"/>
                    </a:cubicBezTo>
                    <a:cubicBezTo>
                      <a:pt x="6" y="79"/>
                      <a:pt x="9" y="75"/>
                      <a:pt x="12" y="71"/>
                    </a:cubicBezTo>
                    <a:cubicBezTo>
                      <a:pt x="16" y="66"/>
                      <a:pt x="19" y="61"/>
                      <a:pt x="22" y="56"/>
                    </a:cubicBezTo>
                    <a:cubicBezTo>
                      <a:pt x="27" y="48"/>
                      <a:pt x="31" y="42"/>
                      <a:pt x="35" y="34"/>
                    </a:cubicBezTo>
                    <a:cubicBezTo>
                      <a:pt x="39" y="25"/>
                      <a:pt x="44" y="16"/>
                      <a:pt x="48" y="7"/>
                    </a:cubicBezTo>
                    <a:cubicBezTo>
                      <a:pt x="50" y="2"/>
                      <a:pt x="55" y="0"/>
                      <a:pt x="60" y="1"/>
                    </a:cubicBezTo>
                    <a:cubicBezTo>
                      <a:pt x="65" y="2"/>
                      <a:pt x="69" y="7"/>
                      <a:pt x="69" y="12"/>
                    </a:cubicBezTo>
                    <a:cubicBezTo>
                      <a:pt x="69" y="17"/>
                      <a:pt x="68" y="22"/>
                      <a:pt x="67" y="26"/>
                    </a:cubicBezTo>
                    <a:cubicBezTo>
                      <a:pt x="66" y="29"/>
                      <a:pt x="66" y="33"/>
                      <a:pt x="65" y="36"/>
                    </a:cubicBezTo>
                    <a:cubicBezTo>
                      <a:pt x="64" y="50"/>
                      <a:pt x="62" y="63"/>
                      <a:pt x="61" y="76"/>
                    </a:cubicBezTo>
                    <a:cubicBezTo>
                      <a:pt x="60" y="90"/>
                      <a:pt x="60" y="103"/>
                      <a:pt x="59" y="117"/>
                    </a:cubicBezTo>
                    <a:cubicBezTo>
                      <a:pt x="59" y="117"/>
                      <a:pt x="59" y="116"/>
                      <a:pt x="59" y="115"/>
                    </a:cubicBezTo>
                    <a:cubicBezTo>
                      <a:pt x="59" y="134"/>
                      <a:pt x="59" y="152"/>
                      <a:pt x="61" y="170"/>
                    </a:cubicBezTo>
                    <a:cubicBezTo>
                      <a:pt x="61" y="176"/>
                      <a:pt x="56" y="181"/>
                      <a:pt x="50" y="182"/>
                    </a:cubicBezTo>
                    <a:cubicBezTo>
                      <a:pt x="43" y="182"/>
                      <a:pt x="38" y="177"/>
                      <a:pt x="38" y="17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" name="Google Shape;53;p2"/>
              <p:cNvSpPr/>
              <p:nvPr/>
            </p:nvSpPr>
            <p:spPr>
              <a:xfrm>
                <a:off x="109440" y="1648800"/>
                <a:ext cx="36360" cy="78840"/>
              </a:xfrm>
              <a:custGeom>
                <a:avLst/>
                <a:gdLst/>
                <a:ahLst/>
                <a:cxnLst/>
                <a:rect l="l" t="t" r="r" b="b"/>
                <a:pathLst>
                  <a:path w="101" h="219" extrusionOk="0">
                    <a:moveTo>
                      <a:pt x="8" y="217"/>
                    </a:moveTo>
                    <a:cubicBezTo>
                      <a:pt x="2" y="215"/>
                      <a:pt x="0" y="208"/>
                      <a:pt x="1" y="203"/>
                    </a:cubicBezTo>
                    <a:cubicBezTo>
                      <a:pt x="6" y="191"/>
                      <a:pt x="10" y="179"/>
                      <a:pt x="14" y="167"/>
                    </a:cubicBezTo>
                    <a:cubicBezTo>
                      <a:pt x="18" y="155"/>
                      <a:pt x="22" y="144"/>
                      <a:pt x="26" y="133"/>
                    </a:cubicBezTo>
                    <a:cubicBezTo>
                      <a:pt x="33" y="108"/>
                      <a:pt x="41" y="84"/>
                      <a:pt x="50" y="59"/>
                    </a:cubicBezTo>
                    <a:cubicBezTo>
                      <a:pt x="52" y="52"/>
                      <a:pt x="55" y="43"/>
                      <a:pt x="58" y="36"/>
                    </a:cubicBezTo>
                    <a:cubicBezTo>
                      <a:pt x="62" y="27"/>
                      <a:pt x="67" y="18"/>
                      <a:pt x="72" y="11"/>
                    </a:cubicBezTo>
                    <a:cubicBezTo>
                      <a:pt x="76" y="4"/>
                      <a:pt x="83" y="0"/>
                      <a:pt x="90" y="2"/>
                    </a:cubicBezTo>
                    <a:cubicBezTo>
                      <a:pt x="96" y="4"/>
                      <a:pt x="100" y="10"/>
                      <a:pt x="99" y="16"/>
                    </a:cubicBezTo>
                    <a:cubicBezTo>
                      <a:pt x="98" y="21"/>
                      <a:pt x="94" y="25"/>
                      <a:pt x="90" y="25"/>
                    </a:cubicBezTo>
                    <a:cubicBezTo>
                      <a:pt x="89" y="26"/>
                      <a:pt x="89" y="27"/>
                      <a:pt x="88" y="28"/>
                    </a:cubicBezTo>
                    <a:cubicBezTo>
                      <a:pt x="85" y="34"/>
                      <a:pt x="82" y="41"/>
                      <a:pt x="79" y="47"/>
                    </a:cubicBezTo>
                    <a:cubicBezTo>
                      <a:pt x="79" y="46"/>
                      <a:pt x="79" y="46"/>
                      <a:pt x="79" y="45"/>
                    </a:cubicBezTo>
                    <a:cubicBezTo>
                      <a:pt x="74" y="58"/>
                      <a:pt x="69" y="71"/>
                      <a:pt x="65" y="84"/>
                    </a:cubicBezTo>
                    <a:cubicBezTo>
                      <a:pt x="61" y="95"/>
                      <a:pt x="57" y="106"/>
                      <a:pt x="53" y="118"/>
                    </a:cubicBezTo>
                    <a:cubicBezTo>
                      <a:pt x="46" y="141"/>
                      <a:pt x="38" y="165"/>
                      <a:pt x="30" y="188"/>
                    </a:cubicBezTo>
                    <a:cubicBezTo>
                      <a:pt x="27" y="196"/>
                      <a:pt x="25" y="203"/>
                      <a:pt x="23" y="211"/>
                    </a:cubicBezTo>
                    <a:cubicBezTo>
                      <a:pt x="22" y="215"/>
                      <a:pt x="17" y="218"/>
                      <a:pt x="12" y="218"/>
                    </a:cubicBezTo>
                    <a:cubicBezTo>
                      <a:pt x="11" y="218"/>
                      <a:pt x="9" y="218"/>
                      <a:pt x="8" y="2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" name="Google Shape;54;p2"/>
              <p:cNvSpPr/>
              <p:nvPr/>
            </p:nvSpPr>
            <p:spPr>
              <a:xfrm>
                <a:off x="136440" y="1657800"/>
                <a:ext cx="118440" cy="90360"/>
              </a:xfrm>
              <a:custGeom>
                <a:avLst/>
                <a:gdLst/>
                <a:ahLst/>
                <a:cxnLst/>
                <a:rect l="l" t="t" r="r" b="b"/>
                <a:pathLst>
                  <a:path w="329" h="251" extrusionOk="0">
                    <a:moveTo>
                      <a:pt x="54" y="249"/>
                    </a:moveTo>
                    <a:cubicBezTo>
                      <a:pt x="52" y="248"/>
                      <a:pt x="50" y="246"/>
                      <a:pt x="48" y="243"/>
                    </a:cubicBezTo>
                    <a:cubicBezTo>
                      <a:pt x="46" y="239"/>
                      <a:pt x="45" y="235"/>
                      <a:pt x="43" y="231"/>
                    </a:cubicBezTo>
                    <a:cubicBezTo>
                      <a:pt x="42" y="229"/>
                      <a:pt x="41" y="227"/>
                      <a:pt x="40" y="225"/>
                    </a:cubicBezTo>
                    <a:cubicBezTo>
                      <a:pt x="35" y="211"/>
                      <a:pt x="29" y="199"/>
                      <a:pt x="23" y="187"/>
                    </a:cubicBezTo>
                    <a:cubicBezTo>
                      <a:pt x="21" y="184"/>
                      <a:pt x="19" y="180"/>
                      <a:pt x="17" y="176"/>
                    </a:cubicBezTo>
                    <a:cubicBezTo>
                      <a:pt x="17" y="177"/>
                      <a:pt x="17" y="177"/>
                      <a:pt x="16" y="177"/>
                    </a:cubicBezTo>
                    <a:cubicBezTo>
                      <a:pt x="10" y="178"/>
                      <a:pt x="4" y="174"/>
                      <a:pt x="3" y="168"/>
                    </a:cubicBezTo>
                    <a:cubicBezTo>
                      <a:pt x="2" y="165"/>
                      <a:pt x="2" y="163"/>
                      <a:pt x="1" y="161"/>
                    </a:cubicBezTo>
                    <a:cubicBezTo>
                      <a:pt x="1" y="157"/>
                      <a:pt x="0" y="154"/>
                      <a:pt x="1" y="149"/>
                    </a:cubicBezTo>
                    <a:cubicBezTo>
                      <a:pt x="3" y="145"/>
                      <a:pt x="6" y="141"/>
                      <a:pt x="11" y="141"/>
                    </a:cubicBezTo>
                    <a:cubicBezTo>
                      <a:pt x="16" y="140"/>
                      <a:pt x="21" y="142"/>
                      <a:pt x="24" y="145"/>
                    </a:cubicBezTo>
                    <a:cubicBezTo>
                      <a:pt x="29" y="151"/>
                      <a:pt x="33" y="158"/>
                      <a:pt x="37" y="165"/>
                    </a:cubicBezTo>
                    <a:cubicBezTo>
                      <a:pt x="39" y="169"/>
                      <a:pt x="42" y="173"/>
                      <a:pt x="43" y="177"/>
                    </a:cubicBezTo>
                    <a:cubicBezTo>
                      <a:pt x="47" y="185"/>
                      <a:pt x="51" y="193"/>
                      <a:pt x="54" y="200"/>
                    </a:cubicBezTo>
                    <a:cubicBezTo>
                      <a:pt x="54" y="199"/>
                      <a:pt x="55" y="198"/>
                      <a:pt x="55" y="197"/>
                    </a:cubicBezTo>
                    <a:cubicBezTo>
                      <a:pt x="56" y="192"/>
                      <a:pt x="56" y="187"/>
                      <a:pt x="57" y="182"/>
                    </a:cubicBezTo>
                    <a:cubicBezTo>
                      <a:pt x="59" y="177"/>
                      <a:pt x="59" y="172"/>
                      <a:pt x="60" y="167"/>
                    </a:cubicBezTo>
                    <a:cubicBezTo>
                      <a:pt x="63" y="156"/>
                      <a:pt x="66" y="146"/>
                      <a:pt x="68" y="136"/>
                    </a:cubicBezTo>
                    <a:cubicBezTo>
                      <a:pt x="71" y="124"/>
                      <a:pt x="73" y="114"/>
                      <a:pt x="75" y="103"/>
                    </a:cubicBezTo>
                    <a:cubicBezTo>
                      <a:pt x="76" y="99"/>
                      <a:pt x="77" y="96"/>
                      <a:pt x="77" y="92"/>
                    </a:cubicBezTo>
                    <a:cubicBezTo>
                      <a:pt x="77" y="88"/>
                      <a:pt x="78" y="84"/>
                      <a:pt x="78" y="80"/>
                    </a:cubicBezTo>
                    <a:cubicBezTo>
                      <a:pt x="78" y="77"/>
                      <a:pt x="78" y="74"/>
                      <a:pt x="77" y="72"/>
                    </a:cubicBezTo>
                    <a:cubicBezTo>
                      <a:pt x="77" y="70"/>
                      <a:pt x="77" y="69"/>
                      <a:pt x="77" y="67"/>
                    </a:cubicBezTo>
                    <a:cubicBezTo>
                      <a:pt x="76" y="66"/>
                      <a:pt x="75" y="64"/>
                      <a:pt x="75" y="63"/>
                    </a:cubicBezTo>
                    <a:cubicBezTo>
                      <a:pt x="74" y="61"/>
                      <a:pt x="74" y="59"/>
                      <a:pt x="73" y="58"/>
                    </a:cubicBezTo>
                    <a:cubicBezTo>
                      <a:pt x="72" y="56"/>
                      <a:pt x="71" y="55"/>
                      <a:pt x="70" y="53"/>
                    </a:cubicBezTo>
                    <a:cubicBezTo>
                      <a:pt x="67" y="49"/>
                      <a:pt x="66" y="45"/>
                      <a:pt x="67" y="41"/>
                    </a:cubicBezTo>
                    <a:cubicBezTo>
                      <a:pt x="68" y="35"/>
                      <a:pt x="73" y="32"/>
                      <a:pt x="78" y="31"/>
                    </a:cubicBezTo>
                    <a:cubicBezTo>
                      <a:pt x="80" y="31"/>
                      <a:pt x="83" y="31"/>
                      <a:pt x="85" y="31"/>
                    </a:cubicBezTo>
                    <a:cubicBezTo>
                      <a:pt x="88" y="32"/>
                      <a:pt x="91" y="32"/>
                      <a:pt x="93" y="32"/>
                    </a:cubicBezTo>
                    <a:cubicBezTo>
                      <a:pt x="97" y="33"/>
                      <a:pt x="100" y="33"/>
                      <a:pt x="104" y="33"/>
                    </a:cubicBezTo>
                    <a:cubicBezTo>
                      <a:pt x="103" y="33"/>
                      <a:pt x="103" y="33"/>
                      <a:pt x="103" y="33"/>
                    </a:cubicBezTo>
                    <a:lnTo>
                      <a:pt x="104" y="33"/>
                    </a:lnTo>
                    <a:lnTo>
                      <a:pt x="105" y="34"/>
                    </a:lnTo>
                    <a:cubicBezTo>
                      <a:pt x="105" y="33"/>
                      <a:pt x="104" y="33"/>
                      <a:pt x="104" y="33"/>
                    </a:cubicBezTo>
                    <a:cubicBezTo>
                      <a:pt x="110" y="34"/>
                      <a:pt x="116" y="33"/>
                      <a:pt x="122" y="32"/>
                    </a:cubicBezTo>
                    <a:cubicBezTo>
                      <a:pt x="128" y="32"/>
                      <a:pt x="135" y="31"/>
                      <a:pt x="141" y="30"/>
                    </a:cubicBezTo>
                    <a:cubicBezTo>
                      <a:pt x="148" y="30"/>
                      <a:pt x="155" y="28"/>
                      <a:pt x="161" y="27"/>
                    </a:cubicBezTo>
                    <a:cubicBezTo>
                      <a:pt x="172" y="25"/>
                      <a:pt x="183" y="23"/>
                      <a:pt x="194" y="21"/>
                    </a:cubicBezTo>
                    <a:cubicBezTo>
                      <a:pt x="219" y="17"/>
                      <a:pt x="244" y="13"/>
                      <a:pt x="269" y="9"/>
                    </a:cubicBezTo>
                    <a:cubicBezTo>
                      <a:pt x="284" y="6"/>
                      <a:pt x="299" y="3"/>
                      <a:pt x="313" y="2"/>
                    </a:cubicBezTo>
                    <a:cubicBezTo>
                      <a:pt x="320" y="0"/>
                      <a:pt x="325" y="4"/>
                      <a:pt x="327" y="11"/>
                    </a:cubicBezTo>
                    <a:cubicBezTo>
                      <a:pt x="328" y="18"/>
                      <a:pt x="322" y="24"/>
                      <a:pt x="316" y="24"/>
                    </a:cubicBezTo>
                    <a:cubicBezTo>
                      <a:pt x="313" y="24"/>
                      <a:pt x="310" y="25"/>
                      <a:pt x="307" y="25"/>
                    </a:cubicBezTo>
                    <a:cubicBezTo>
                      <a:pt x="258" y="31"/>
                      <a:pt x="210" y="41"/>
                      <a:pt x="162" y="49"/>
                    </a:cubicBezTo>
                    <a:cubicBezTo>
                      <a:pt x="152" y="51"/>
                      <a:pt x="143" y="53"/>
                      <a:pt x="134" y="54"/>
                    </a:cubicBezTo>
                    <a:cubicBezTo>
                      <a:pt x="128" y="55"/>
                      <a:pt x="123" y="55"/>
                      <a:pt x="117" y="56"/>
                    </a:cubicBezTo>
                    <a:cubicBezTo>
                      <a:pt x="111" y="56"/>
                      <a:pt x="105" y="56"/>
                      <a:pt x="99" y="56"/>
                    </a:cubicBezTo>
                    <a:cubicBezTo>
                      <a:pt x="98" y="56"/>
                      <a:pt x="98" y="56"/>
                      <a:pt x="98" y="56"/>
                    </a:cubicBezTo>
                    <a:cubicBezTo>
                      <a:pt x="98" y="59"/>
                      <a:pt x="99" y="62"/>
                      <a:pt x="99" y="64"/>
                    </a:cubicBezTo>
                    <a:cubicBezTo>
                      <a:pt x="101" y="73"/>
                      <a:pt x="100" y="82"/>
                      <a:pt x="100" y="91"/>
                    </a:cubicBezTo>
                    <a:cubicBezTo>
                      <a:pt x="99" y="103"/>
                      <a:pt x="96" y="115"/>
                      <a:pt x="93" y="127"/>
                    </a:cubicBezTo>
                    <a:cubicBezTo>
                      <a:pt x="91" y="138"/>
                      <a:pt x="88" y="149"/>
                      <a:pt x="85" y="160"/>
                    </a:cubicBezTo>
                    <a:cubicBezTo>
                      <a:pt x="84" y="166"/>
                      <a:pt x="82" y="172"/>
                      <a:pt x="81" y="177"/>
                    </a:cubicBezTo>
                    <a:cubicBezTo>
                      <a:pt x="80" y="184"/>
                      <a:pt x="79" y="191"/>
                      <a:pt x="78" y="198"/>
                    </a:cubicBezTo>
                    <a:lnTo>
                      <a:pt x="78" y="197"/>
                    </a:lnTo>
                    <a:cubicBezTo>
                      <a:pt x="78" y="198"/>
                      <a:pt x="78" y="198"/>
                      <a:pt x="78" y="198"/>
                    </a:cubicBezTo>
                    <a:cubicBezTo>
                      <a:pt x="77" y="204"/>
                      <a:pt x="77" y="209"/>
                      <a:pt x="76" y="215"/>
                    </a:cubicBezTo>
                    <a:cubicBezTo>
                      <a:pt x="75" y="222"/>
                      <a:pt x="75" y="230"/>
                      <a:pt x="73" y="238"/>
                    </a:cubicBezTo>
                    <a:cubicBezTo>
                      <a:pt x="72" y="243"/>
                      <a:pt x="68" y="249"/>
                      <a:pt x="62" y="250"/>
                    </a:cubicBezTo>
                    <a:cubicBezTo>
                      <a:pt x="61" y="250"/>
                      <a:pt x="60" y="250"/>
                      <a:pt x="59" y="250"/>
                    </a:cubicBezTo>
                    <a:cubicBezTo>
                      <a:pt x="57" y="250"/>
                      <a:pt x="56" y="250"/>
                      <a:pt x="54" y="2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" name="Google Shape;55;p2"/>
              <p:cNvSpPr/>
              <p:nvPr/>
            </p:nvSpPr>
            <p:spPr>
              <a:xfrm>
                <a:off x="175680" y="1690920"/>
                <a:ext cx="56520" cy="48960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36" extrusionOk="0">
                    <a:moveTo>
                      <a:pt x="38" y="134"/>
                    </a:moveTo>
                    <a:cubicBezTo>
                      <a:pt x="28" y="133"/>
                      <a:pt x="18" y="128"/>
                      <a:pt x="15" y="118"/>
                    </a:cubicBezTo>
                    <a:cubicBezTo>
                      <a:pt x="15" y="116"/>
                      <a:pt x="15" y="114"/>
                      <a:pt x="15" y="112"/>
                    </a:cubicBezTo>
                    <a:cubicBezTo>
                      <a:pt x="16" y="109"/>
                      <a:pt x="17" y="107"/>
                      <a:pt x="18" y="104"/>
                    </a:cubicBezTo>
                    <a:cubicBezTo>
                      <a:pt x="21" y="101"/>
                      <a:pt x="24" y="99"/>
                      <a:pt x="26" y="97"/>
                    </a:cubicBezTo>
                    <a:cubicBezTo>
                      <a:pt x="30" y="94"/>
                      <a:pt x="33" y="91"/>
                      <a:pt x="37" y="89"/>
                    </a:cubicBezTo>
                    <a:cubicBezTo>
                      <a:pt x="36" y="89"/>
                      <a:pt x="36" y="89"/>
                      <a:pt x="36" y="89"/>
                    </a:cubicBezTo>
                    <a:cubicBezTo>
                      <a:pt x="41" y="84"/>
                      <a:pt x="46" y="79"/>
                      <a:pt x="50" y="74"/>
                    </a:cubicBezTo>
                    <a:lnTo>
                      <a:pt x="50" y="75"/>
                    </a:lnTo>
                    <a:cubicBezTo>
                      <a:pt x="50" y="74"/>
                      <a:pt x="50" y="74"/>
                      <a:pt x="50" y="74"/>
                    </a:cubicBezTo>
                    <a:cubicBezTo>
                      <a:pt x="51" y="73"/>
                      <a:pt x="51" y="73"/>
                      <a:pt x="51" y="73"/>
                    </a:cubicBezTo>
                    <a:cubicBezTo>
                      <a:pt x="54" y="70"/>
                      <a:pt x="56" y="66"/>
                      <a:pt x="58" y="63"/>
                    </a:cubicBezTo>
                    <a:cubicBezTo>
                      <a:pt x="60" y="60"/>
                      <a:pt x="62" y="57"/>
                      <a:pt x="63" y="54"/>
                    </a:cubicBezTo>
                    <a:cubicBezTo>
                      <a:pt x="64" y="52"/>
                      <a:pt x="65" y="50"/>
                      <a:pt x="65" y="48"/>
                    </a:cubicBezTo>
                    <a:cubicBezTo>
                      <a:pt x="66" y="47"/>
                      <a:pt x="66" y="44"/>
                      <a:pt x="67" y="43"/>
                    </a:cubicBezTo>
                    <a:cubicBezTo>
                      <a:pt x="67" y="41"/>
                      <a:pt x="67" y="39"/>
                      <a:pt x="67" y="37"/>
                    </a:cubicBezTo>
                    <a:cubicBezTo>
                      <a:pt x="67" y="36"/>
                      <a:pt x="67" y="35"/>
                      <a:pt x="67" y="34"/>
                    </a:cubicBezTo>
                    <a:cubicBezTo>
                      <a:pt x="67" y="33"/>
                      <a:pt x="67" y="31"/>
                      <a:pt x="66" y="30"/>
                    </a:cubicBezTo>
                    <a:lnTo>
                      <a:pt x="66" y="29"/>
                    </a:lnTo>
                    <a:lnTo>
                      <a:pt x="66" y="30"/>
                    </a:lnTo>
                    <a:cubicBezTo>
                      <a:pt x="66" y="29"/>
                      <a:pt x="65" y="28"/>
                      <a:pt x="65" y="27"/>
                    </a:cubicBezTo>
                    <a:cubicBezTo>
                      <a:pt x="65" y="27"/>
                      <a:pt x="65" y="26"/>
                      <a:pt x="64" y="26"/>
                    </a:cubicBezTo>
                    <a:cubicBezTo>
                      <a:pt x="64" y="26"/>
                      <a:pt x="64" y="25"/>
                      <a:pt x="63" y="25"/>
                    </a:cubicBezTo>
                    <a:lnTo>
                      <a:pt x="63" y="24"/>
                    </a:lnTo>
                    <a:lnTo>
                      <a:pt x="62" y="24"/>
                    </a:lnTo>
                    <a:cubicBezTo>
                      <a:pt x="61" y="24"/>
                      <a:pt x="61" y="24"/>
                      <a:pt x="61" y="24"/>
                    </a:cubicBezTo>
                    <a:cubicBezTo>
                      <a:pt x="60" y="24"/>
                      <a:pt x="60" y="23"/>
                      <a:pt x="60" y="23"/>
                    </a:cubicBezTo>
                    <a:cubicBezTo>
                      <a:pt x="60" y="23"/>
                      <a:pt x="59" y="23"/>
                      <a:pt x="58" y="23"/>
                    </a:cubicBezTo>
                    <a:lnTo>
                      <a:pt x="57" y="23"/>
                    </a:lnTo>
                    <a:cubicBezTo>
                      <a:pt x="55" y="24"/>
                      <a:pt x="53" y="24"/>
                      <a:pt x="51" y="24"/>
                    </a:cubicBezTo>
                    <a:cubicBezTo>
                      <a:pt x="49" y="25"/>
                      <a:pt x="46" y="26"/>
                      <a:pt x="44" y="27"/>
                    </a:cubicBezTo>
                    <a:cubicBezTo>
                      <a:pt x="43" y="27"/>
                      <a:pt x="41" y="29"/>
                      <a:pt x="39" y="29"/>
                    </a:cubicBezTo>
                    <a:cubicBezTo>
                      <a:pt x="37" y="30"/>
                      <a:pt x="36" y="31"/>
                      <a:pt x="34" y="33"/>
                    </a:cubicBezTo>
                    <a:cubicBezTo>
                      <a:pt x="32" y="34"/>
                      <a:pt x="31" y="35"/>
                      <a:pt x="29" y="36"/>
                    </a:cubicBezTo>
                    <a:cubicBezTo>
                      <a:pt x="28" y="37"/>
                      <a:pt x="27" y="38"/>
                      <a:pt x="26" y="40"/>
                    </a:cubicBezTo>
                    <a:cubicBezTo>
                      <a:pt x="25" y="41"/>
                      <a:pt x="25" y="42"/>
                      <a:pt x="24" y="43"/>
                    </a:cubicBezTo>
                    <a:cubicBezTo>
                      <a:pt x="23" y="43"/>
                      <a:pt x="23" y="43"/>
                      <a:pt x="23" y="44"/>
                    </a:cubicBezTo>
                    <a:cubicBezTo>
                      <a:pt x="21" y="50"/>
                      <a:pt x="13" y="53"/>
                      <a:pt x="7" y="50"/>
                    </a:cubicBezTo>
                    <a:cubicBezTo>
                      <a:pt x="1" y="47"/>
                      <a:pt x="0" y="41"/>
                      <a:pt x="1" y="36"/>
                    </a:cubicBezTo>
                    <a:cubicBezTo>
                      <a:pt x="2" y="34"/>
                      <a:pt x="2" y="34"/>
                      <a:pt x="3" y="33"/>
                    </a:cubicBezTo>
                    <a:cubicBezTo>
                      <a:pt x="7" y="24"/>
                      <a:pt x="15" y="18"/>
                      <a:pt x="22" y="13"/>
                    </a:cubicBezTo>
                    <a:cubicBezTo>
                      <a:pt x="26" y="9"/>
                      <a:pt x="32" y="7"/>
                      <a:pt x="37" y="5"/>
                    </a:cubicBezTo>
                    <a:cubicBezTo>
                      <a:pt x="42" y="3"/>
                      <a:pt x="49" y="1"/>
                      <a:pt x="55" y="1"/>
                    </a:cubicBezTo>
                    <a:cubicBezTo>
                      <a:pt x="60" y="0"/>
                      <a:pt x="65" y="1"/>
                      <a:pt x="71" y="3"/>
                    </a:cubicBezTo>
                    <a:cubicBezTo>
                      <a:pt x="75" y="5"/>
                      <a:pt x="80" y="8"/>
                      <a:pt x="83" y="13"/>
                    </a:cubicBezTo>
                    <a:cubicBezTo>
                      <a:pt x="90" y="22"/>
                      <a:pt x="91" y="35"/>
                      <a:pt x="89" y="47"/>
                    </a:cubicBezTo>
                    <a:cubicBezTo>
                      <a:pt x="87" y="58"/>
                      <a:pt x="82" y="69"/>
                      <a:pt x="75" y="79"/>
                    </a:cubicBezTo>
                    <a:cubicBezTo>
                      <a:pt x="70" y="86"/>
                      <a:pt x="64" y="93"/>
                      <a:pt x="58" y="99"/>
                    </a:cubicBezTo>
                    <a:cubicBezTo>
                      <a:pt x="54" y="104"/>
                      <a:pt x="50" y="108"/>
                      <a:pt x="46" y="111"/>
                    </a:cubicBezTo>
                    <a:cubicBezTo>
                      <a:pt x="47" y="112"/>
                      <a:pt x="50" y="112"/>
                      <a:pt x="51" y="112"/>
                    </a:cubicBezTo>
                    <a:lnTo>
                      <a:pt x="50" y="112"/>
                    </a:lnTo>
                    <a:cubicBezTo>
                      <a:pt x="58" y="112"/>
                      <a:pt x="67" y="111"/>
                      <a:pt x="75" y="111"/>
                    </a:cubicBezTo>
                    <a:cubicBezTo>
                      <a:pt x="85" y="109"/>
                      <a:pt x="95" y="108"/>
                      <a:pt x="106" y="106"/>
                    </a:cubicBezTo>
                    <a:cubicBezTo>
                      <a:pt x="118" y="104"/>
                      <a:pt x="131" y="102"/>
                      <a:pt x="145" y="101"/>
                    </a:cubicBezTo>
                    <a:cubicBezTo>
                      <a:pt x="151" y="100"/>
                      <a:pt x="156" y="105"/>
                      <a:pt x="156" y="111"/>
                    </a:cubicBezTo>
                    <a:cubicBezTo>
                      <a:pt x="156" y="118"/>
                      <a:pt x="152" y="122"/>
                      <a:pt x="145" y="123"/>
                    </a:cubicBezTo>
                    <a:cubicBezTo>
                      <a:pt x="144" y="123"/>
                      <a:pt x="141" y="123"/>
                      <a:pt x="139" y="123"/>
                    </a:cubicBezTo>
                    <a:cubicBezTo>
                      <a:pt x="137" y="124"/>
                      <a:pt x="135" y="124"/>
                      <a:pt x="133" y="125"/>
                    </a:cubicBezTo>
                    <a:cubicBezTo>
                      <a:pt x="114" y="127"/>
                      <a:pt x="95" y="131"/>
                      <a:pt x="75" y="133"/>
                    </a:cubicBezTo>
                    <a:cubicBezTo>
                      <a:pt x="67" y="134"/>
                      <a:pt x="59" y="135"/>
                      <a:pt x="51" y="135"/>
                    </a:cubicBezTo>
                    <a:cubicBezTo>
                      <a:pt x="47" y="135"/>
                      <a:pt x="42" y="135"/>
                      <a:pt x="38" y="1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" name="Google Shape;56;p2"/>
              <p:cNvSpPr/>
              <p:nvPr/>
            </p:nvSpPr>
            <p:spPr>
              <a:xfrm>
                <a:off x="225360" y="1765800"/>
                <a:ext cx="75240" cy="114120"/>
              </a:xfrm>
              <a:custGeom>
                <a:avLst/>
                <a:gdLst/>
                <a:ahLst/>
                <a:cxnLst/>
                <a:rect l="l" t="t" r="r" b="b"/>
                <a:pathLst>
                  <a:path w="209" h="317" extrusionOk="0">
                    <a:moveTo>
                      <a:pt x="61" y="275"/>
                    </a:moveTo>
                    <a:cubicBezTo>
                      <a:pt x="63" y="275"/>
                      <a:pt x="64" y="274"/>
                      <a:pt x="66" y="274"/>
                    </a:cubicBezTo>
                    <a:cubicBezTo>
                      <a:pt x="67" y="274"/>
                      <a:pt x="67" y="274"/>
                      <a:pt x="67" y="273"/>
                    </a:cubicBezTo>
                    <a:cubicBezTo>
                      <a:pt x="68" y="273"/>
                      <a:pt x="70" y="272"/>
                      <a:pt x="71" y="272"/>
                    </a:cubicBezTo>
                    <a:cubicBezTo>
                      <a:pt x="73" y="270"/>
                      <a:pt x="75" y="267"/>
                      <a:pt x="78" y="266"/>
                    </a:cubicBezTo>
                    <a:cubicBezTo>
                      <a:pt x="81" y="262"/>
                      <a:pt x="85" y="258"/>
                      <a:pt x="88" y="254"/>
                    </a:cubicBezTo>
                    <a:lnTo>
                      <a:pt x="88" y="255"/>
                    </a:lnTo>
                    <a:cubicBezTo>
                      <a:pt x="93" y="248"/>
                      <a:pt x="98" y="241"/>
                      <a:pt x="102" y="234"/>
                    </a:cubicBezTo>
                    <a:cubicBezTo>
                      <a:pt x="102" y="235"/>
                      <a:pt x="101" y="235"/>
                      <a:pt x="101" y="236"/>
                    </a:cubicBezTo>
                    <a:cubicBezTo>
                      <a:pt x="109" y="223"/>
                      <a:pt x="116" y="210"/>
                      <a:pt x="122" y="196"/>
                    </a:cubicBezTo>
                    <a:cubicBezTo>
                      <a:pt x="122" y="196"/>
                      <a:pt x="123" y="196"/>
                      <a:pt x="123" y="195"/>
                    </a:cubicBezTo>
                    <a:cubicBezTo>
                      <a:pt x="121" y="196"/>
                      <a:pt x="120" y="197"/>
                      <a:pt x="119" y="198"/>
                    </a:cubicBezTo>
                    <a:cubicBezTo>
                      <a:pt x="113" y="200"/>
                      <a:pt x="106" y="198"/>
                      <a:pt x="103" y="192"/>
                    </a:cubicBezTo>
                    <a:cubicBezTo>
                      <a:pt x="102" y="188"/>
                      <a:pt x="102" y="184"/>
                      <a:pt x="101" y="179"/>
                    </a:cubicBezTo>
                    <a:cubicBezTo>
                      <a:pt x="100" y="175"/>
                      <a:pt x="100" y="172"/>
                      <a:pt x="100" y="168"/>
                    </a:cubicBezTo>
                    <a:cubicBezTo>
                      <a:pt x="99" y="164"/>
                      <a:pt x="103" y="159"/>
                      <a:pt x="107" y="157"/>
                    </a:cubicBezTo>
                    <a:lnTo>
                      <a:pt x="107" y="156"/>
                    </a:lnTo>
                    <a:cubicBezTo>
                      <a:pt x="106" y="156"/>
                      <a:pt x="106" y="154"/>
                      <a:pt x="106" y="154"/>
                    </a:cubicBezTo>
                    <a:cubicBezTo>
                      <a:pt x="105" y="153"/>
                      <a:pt x="103" y="151"/>
                      <a:pt x="102" y="150"/>
                    </a:cubicBezTo>
                    <a:cubicBezTo>
                      <a:pt x="101" y="149"/>
                      <a:pt x="100" y="148"/>
                      <a:pt x="99" y="147"/>
                    </a:cubicBezTo>
                    <a:cubicBezTo>
                      <a:pt x="97" y="146"/>
                      <a:pt x="96" y="144"/>
                      <a:pt x="94" y="143"/>
                    </a:cubicBezTo>
                    <a:cubicBezTo>
                      <a:pt x="94" y="143"/>
                      <a:pt x="92" y="143"/>
                      <a:pt x="92" y="142"/>
                    </a:cubicBezTo>
                    <a:cubicBezTo>
                      <a:pt x="91" y="142"/>
                      <a:pt x="89" y="141"/>
                      <a:pt x="88" y="141"/>
                    </a:cubicBezTo>
                    <a:cubicBezTo>
                      <a:pt x="87" y="140"/>
                      <a:pt x="85" y="140"/>
                      <a:pt x="84" y="140"/>
                    </a:cubicBezTo>
                    <a:cubicBezTo>
                      <a:pt x="83" y="140"/>
                      <a:pt x="82" y="140"/>
                      <a:pt x="81" y="140"/>
                    </a:cubicBezTo>
                    <a:cubicBezTo>
                      <a:pt x="80" y="140"/>
                      <a:pt x="79" y="140"/>
                      <a:pt x="78" y="140"/>
                    </a:cubicBezTo>
                    <a:cubicBezTo>
                      <a:pt x="76" y="140"/>
                      <a:pt x="75" y="140"/>
                      <a:pt x="74" y="140"/>
                    </a:cubicBezTo>
                    <a:cubicBezTo>
                      <a:pt x="73" y="141"/>
                      <a:pt x="71" y="141"/>
                      <a:pt x="70" y="142"/>
                    </a:cubicBezTo>
                    <a:cubicBezTo>
                      <a:pt x="68" y="142"/>
                      <a:pt x="67" y="143"/>
                      <a:pt x="66" y="143"/>
                    </a:cubicBezTo>
                    <a:cubicBezTo>
                      <a:pt x="64" y="144"/>
                      <a:pt x="62" y="146"/>
                      <a:pt x="60" y="147"/>
                    </a:cubicBezTo>
                    <a:cubicBezTo>
                      <a:pt x="59" y="148"/>
                      <a:pt x="57" y="149"/>
                      <a:pt x="56" y="151"/>
                    </a:cubicBezTo>
                    <a:cubicBezTo>
                      <a:pt x="52" y="154"/>
                      <a:pt x="49" y="158"/>
                      <a:pt x="45" y="162"/>
                    </a:cubicBezTo>
                    <a:cubicBezTo>
                      <a:pt x="41" y="167"/>
                      <a:pt x="37" y="173"/>
                      <a:pt x="33" y="179"/>
                    </a:cubicBezTo>
                    <a:cubicBezTo>
                      <a:pt x="32" y="181"/>
                      <a:pt x="31" y="184"/>
                      <a:pt x="29" y="186"/>
                    </a:cubicBezTo>
                    <a:cubicBezTo>
                      <a:pt x="28" y="191"/>
                      <a:pt x="26" y="195"/>
                      <a:pt x="25" y="199"/>
                    </a:cubicBezTo>
                    <a:cubicBezTo>
                      <a:pt x="24" y="203"/>
                      <a:pt x="23" y="208"/>
                      <a:pt x="22" y="213"/>
                    </a:cubicBezTo>
                    <a:cubicBezTo>
                      <a:pt x="22" y="216"/>
                      <a:pt x="21" y="218"/>
                      <a:pt x="21" y="221"/>
                    </a:cubicBezTo>
                    <a:cubicBezTo>
                      <a:pt x="21" y="224"/>
                      <a:pt x="22" y="226"/>
                      <a:pt x="22" y="228"/>
                    </a:cubicBezTo>
                    <a:cubicBezTo>
                      <a:pt x="22" y="232"/>
                      <a:pt x="23" y="235"/>
                      <a:pt x="24" y="238"/>
                    </a:cubicBezTo>
                    <a:cubicBezTo>
                      <a:pt x="24" y="241"/>
                      <a:pt x="25" y="244"/>
                      <a:pt x="26" y="247"/>
                    </a:cubicBezTo>
                    <a:cubicBezTo>
                      <a:pt x="27" y="249"/>
                      <a:pt x="28" y="252"/>
                      <a:pt x="30" y="255"/>
                    </a:cubicBezTo>
                    <a:cubicBezTo>
                      <a:pt x="31" y="257"/>
                      <a:pt x="33" y="260"/>
                      <a:pt x="35" y="262"/>
                    </a:cubicBezTo>
                    <a:cubicBezTo>
                      <a:pt x="36" y="264"/>
                      <a:pt x="37" y="266"/>
                      <a:pt x="39" y="267"/>
                    </a:cubicBezTo>
                    <a:cubicBezTo>
                      <a:pt x="40" y="269"/>
                      <a:pt x="41" y="270"/>
                      <a:pt x="43" y="271"/>
                    </a:cubicBezTo>
                    <a:cubicBezTo>
                      <a:pt x="43" y="272"/>
                      <a:pt x="44" y="272"/>
                      <a:pt x="45" y="272"/>
                    </a:cubicBezTo>
                    <a:cubicBezTo>
                      <a:pt x="45" y="273"/>
                      <a:pt x="46" y="273"/>
                      <a:pt x="46" y="273"/>
                    </a:cubicBezTo>
                    <a:cubicBezTo>
                      <a:pt x="47" y="274"/>
                      <a:pt x="49" y="274"/>
                      <a:pt x="50" y="274"/>
                    </a:cubicBezTo>
                    <a:cubicBezTo>
                      <a:pt x="51" y="275"/>
                      <a:pt x="52" y="275"/>
                      <a:pt x="54" y="275"/>
                    </a:cubicBezTo>
                    <a:cubicBezTo>
                      <a:pt x="54" y="275"/>
                      <a:pt x="54" y="276"/>
                      <a:pt x="55" y="276"/>
                    </a:cubicBezTo>
                    <a:cubicBezTo>
                      <a:pt x="57" y="276"/>
                      <a:pt x="59" y="275"/>
                      <a:pt x="61" y="275"/>
                    </a:cubicBezTo>
                    <a:moveTo>
                      <a:pt x="144" y="306"/>
                    </a:moveTo>
                    <a:cubicBezTo>
                      <a:pt x="142" y="303"/>
                      <a:pt x="142" y="299"/>
                      <a:pt x="143" y="296"/>
                    </a:cubicBezTo>
                    <a:cubicBezTo>
                      <a:pt x="143" y="294"/>
                      <a:pt x="143" y="292"/>
                      <a:pt x="143" y="291"/>
                    </a:cubicBezTo>
                    <a:cubicBezTo>
                      <a:pt x="143" y="288"/>
                      <a:pt x="143" y="286"/>
                      <a:pt x="144" y="283"/>
                    </a:cubicBezTo>
                    <a:cubicBezTo>
                      <a:pt x="144" y="277"/>
                      <a:pt x="144" y="270"/>
                      <a:pt x="144" y="265"/>
                    </a:cubicBezTo>
                    <a:cubicBezTo>
                      <a:pt x="144" y="252"/>
                      <a:pt x="145" y="241"/>
                      <a:pt x="145" y="228"/>
                    </a:cubicBezTo>
                    <a:cubicBezTo>
                      <a:pt x="145" y="218"/>
                      <a:pt x="145" y="207"/>
                      <a:pt x="145" y="196"/>
                    </a:cubicBezTo>
                    <a:cubicBezTo>
                      <a:pt x="142" y="204"/>
                      <a:pt x="138" y="211"/>
                      <a:pt x="134" y="219"/>
                    </a:cubicBezTo>
                    <a:cubicBezTo>
                      <a:pt x="133" y="224"/>
                      <a:pt x="130" y="228"/>
                      <a:pt x="128" y="232"/>
                    </a:cubicBezTo>
                    <a:cubicBezTo>
                      <a:pt x="123" y="240"/>
                      <a:pt x="119" y="248"/>
                      <a:pt x="114" y="255"/>
                    </a:cubicBezTo>
                    <a:cubicBezTo>
                      <a:pt x="110" y="262"/>
                      <a:pt x="106" y="267"/>
                      <a:pt x="100" y="273"/>
                    </a:cubicBezTo>
                    <a:cubicBezTo>
                      <a:pt x="95" y="279"/>
                      <a:pt x="90" y="285"/>
                      <a:pt x="84" y="290"/>
                    </a:cubicBezTo>
                    <a:cubicBezTo>
                      <a:pt x="81" y="292"/>
                      <a:pt x="78" y="293"/>
                      <a:pt x="74" y="295"/>
                    </a:cubicBezTo>
                    <a:cubicBezTo>
                      <a:pt x="71" y="296"/>
                      <a:pt x="68" y="297"/>
                      <a:pt x="64" y="297"/>
                    </a:cubicBezTo>
                    <a:cubicBezTo>
                      <a:pt x="57" y="298"/>
                      <a:pt x="50" y="298"/>
                      <a:pt x="43" y="295"/>
                    </a:cubicBezTo>
                    <a:cubicBezTo>
                      <a:pt x="36" y="293"/>
                      <a:pt x="31" y="290"/>
                      <a:pt x="26" y="285"/>
                    </a:cubicBezTo>
                    <a:cubicBezTo>
                      <a:pt x="21" y="280"/>
                      <a:pt x="17" y="274"/>
                      <a:pt x="13" y="269"/>
                    </a:cubicBezTo>
                    <a:cubicBezTo>
                      <a:pt x="6" y="256"/>
                      <a:pt x="1" y="241"/>
                      <a:pt x="0" y="227"/>
                    </a:cubicBezTo>
                    <a:cubicBezTo>
                      <a:pt x="0" y="220"/>
                      <a:pt x="0" y="212"/>
                      <a:pt x="2" y="204"/>
                    </a:cubicBezTo>
                    <a:cubicBezTo>
                      <a:pt x="3" y="197"/>
                      <a:pt x="5" y="189"/>
                      <a:pt x="8" y="182"/>
                    </a:cubicBezTo>
                    <a:cubicBezTo>
                      <a:pt x="11" y="175"/>
                      <a:pt x="14" y="168"/>
                      <a:pt x="18" y="162"/>
                    </a:cubicBezTo>
                    <a:cubicBezTo>
                      <a:pt x="23" y="155"/>
                      <a:pt x="28" y="148"/>
                      <a:pt x="33" y="142"/>
                    </a:cubicBezTo>
                    <a:cubicBezTo>
                      <a:pt x="43" y="131"/>
                      <a:pt x="55" y="122"/>
                      <a:pt x="69" y="118"/>
                    </a:cubicBezTo>
                    <a:cubicBezTo>
                      <a:pt x="76" y="117"/>
                      <a:pt x="83" y="117"/>
                      <a:pt x="90" y="118"/>
                    </a:cubicBezTo>
                    <a:cubicBezTo>
                      <a:pt x="98" y="119"/>
                      <a:pt x="105" y="123"/>
                      <a:pt x="111" y="128"/>
                    </a:cubicBezTo>
                    <a:cubicBezTo>
                      <a:pt x="117" y="132"/>
                      <a:pt x="121" y="137"/>
                      <a:pt x="125" y="142"/>
                    </a:cubicBezTo>
                    <a:cubicBezTo>
                      <a:pt x="129" y="148"/>
                      <a:pt x="131" y="154"/>
                      <a:pt x="131" y="161"/>
                    </a:cubicBezTo>
                    <a:cubicBezTo>
                      <a:pt x="131" y="168"/>
                      <a:pt x="131" y="174"/>
                      <a:pt x="130" y="181"/>
                    </a:cubicBezTo>
                    <a:cubicBezTo>
                      <a:pt x="133" y="174"/>
                      <a:pt x="136" y="167"/>
                      <a:pt x="140" y="160"/>
                    </a:cubicBezTo>
                    <a:cubicBezTo>
                      <a:pt x="142" y="153"/>
                      <a:pt x="145" y="146"/>
                      <a:pt x="149" y="138"/>
                    </a:cubicBezTo>
                    <a:cubicBezTo>
                      <a:pt x="149" y="135"/>
                      <a:pt x="149" y="132"/>
                      <a:pt x="149" y="128"/>
                    </a:cubicBezTo>
                    <a:cubicBezTo>
                      <a:pt x="151" y="117"/>
                      <a:pt x="153" y="105"/>
                      <a:pt x="155" y="94"/>
                    </a:cubicBezTo>
                    <a:cubicBezTo>
                      <a:pt x="155" y="90"/>
                      <a:pt x="156" y="84"/>
                      <a:pt x="158" y="79"/>
                    </a:cubicBezTo>
                    <a:cubicBezTo>
                      <a:pt x="159" y="75"/>
                      <a:pt x="160" y="70"/>
                      <a:pt x="161" y="66"/>
                    </a:cubicBezTo>
                    <a:cubicBezTo>
                      <a:pt x="163" y="59"/>
                      <a:pt x="165" y="52"/>
                      <a:pt x="167" y="45"/>
                    </a:cubicBezTo>
                    <a:cubicBezTo>
                      <a:pt x="169" y="38"/>
                      <a:pt x="172" y="31"/>
                      <a:pt x="175" y="24"/>
                    </a:cubicBezTo>
                    <a:cubicBezTo>
                      <a:pt x="176" y="21"/>
                      <a:pt x="177" y="18"/>
                      <a:pt x="179" y="15"/>
                    </a:cubicBezTo>
                    <a:cubicBezTo>
                      <a:pt x="180" y="12"/>
                      <a:pt x="183" y="9"/>
                      <a:pt x="184" y="7"/>
                    </a:cubicBezTo>
                    <a:cubicBezTo>
                      <a:pt x="185" y="7"/>
                      <a:pt x="185" y="6"/>
                      <a:pt x="185" y="6"/>
                    </a:cubicBezTo>
                    <a:cubicBezTo>
                      <a:pt x="188" y="2"/>
                      <a:pt x="194" y="0"/>
                      <a:pt x="200" y="3"/>
                    </a:cubicBezTo>
                    <a:cubicBezTo>
                      <a:pt x="202" y="4"/>
                      <a:pt x="205" y="6"/>
                      <a:pt x="206" y="8"/>
                    </a:cubicBezTo>
                    <a:cubicBezTo>
                      <a:pt x="208" y="10"/>
                      <a:pt x="208" y="14"/>
                      <a:pt x="208" y="16"/>
                    </a:cubicBezTo>
                    <a:cubicBezTo>
                      <a:pt x="208" y="22"/>
                      <a:pt x="207" y="26"/>
                      <a:pt x="206" y="31"/>
                    </a:cubicBezTo>
                    <a:cubicBezTo>
                      <a:pt x="205" y="37"/>
                      <a:pt x="204" y="43"/>
                      <a:pt x="202" y="49"/>
                    </a:cubicBezTo>
                    <a:cubicBezTo>
                      <a:pt x="199" y="61"/>
                      <a:pt x="195" y="73"/>
                      <a:pt x="191" y="84"/>
                    </a:cubicBezTo>
                    <a:cubicBezTo>
                      <a:pt x="190" y="90"/>
                      <a:pt x="188" y="94"/>
                      <a:pt x="186" y="99"/>
                    </a:cubicBezTo>
                    <a:cubicBezTo>
                      <a:pt x="184" y="104"/>
                      <a:pt x="183" y="110"/>
                      <a:pt x="180" y="114"/>
                    </a:cubicBezTo>
                    <a:cubicBezTo>
                      <a:pt x="177" y="124"/>
                      <a:pt x="173" y="133"/>
                      <a:pt x="169" y="143"/>
                    </a:cubicBezTo>
                    <a:cubicBezTo>
                      <a:pt x="169" y="149"/>
                      <a:pt x="168" y="156"/>
                      <a:pt x="168" y="161"/>
                    </a:cubicBezTo>
                    <a:cubicBezTo>
                      <a:pt x="167" y="178"/>
                      <a:pt x="166" y="193"/>
                      <a:pt x="166" y="210"/>
                    </a:cubicBezTo>
                    <a:cubicBezTo>
                      <a:pt x="166" y="209"/>
                      <a:pt x="166" y="209"/>
                      <a:pt x="166" y="209"/>
                    </a:cubicBezTo>
                    <a:cubicBezTo>
                      <a:pt x="166" y="224"/>
                      <a:pt x="166" y="238"/>
                      <a:pt x="166" y="253"/>
                    </a:cubicBezTo>
                    <a:cubicBezTo>
                      <a:pt x="166" y="260"/>
                      <a:pt x="166" y="267"/>
                      <a:pt x="166" y="275"/>
                    </a:cubicBezTo>
                    <a:cubicBezTo>
                      <a:pt x="166" y="283"/>
                      <a:pt x="166" y="291"/>
                      <a:pt x="166" y="300"/>
                    </a:cubicBezTo>
                    <a:cubicBezTo>
                      <a:pt x="166" y="301"/>
                      <a:pt x="166" y="301"/>
                      <a:pt x="166" y="302"/>
                    </a:cubicBezTo>
                    <a:cubicBezTo>
                      <a:pt x="168" y="308"/>
                      <a:pt x="163" y="315"/>
                      <a:pt x="157" y="316"/>
                    </a:cubicBezTo>
                    <a:cubicBezTo>
                      <a:pt x="156" y="316"/>
                      <a:pt x="156" y="316"/>
                      <a:pt x="155" y="316"/>
                    </a:cubicBezTo>
                    <a:cubicBezTo>
                      <a:pt x="149" y="316"/>
                      <a:pt x="144" y="312"/>
                      <a:pt x="144" y="30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" name="Google Shape;57;p2"/>
              <p:cNvSpPr/>
              <p:nvPr/>
            </p:nvSpPr>
            <p:spPr>
              <a:xfrm>
                <a:off x="288000" y="1813680"/>
                <a:ext cx="81000" cy="157680"/>
              </a:xfrm>
              <a:custGeom>
                <a:avLst/>
                <a:gdLst/>
                <a:ahLst/>
                <a:cxnLst/>
                <a:rect l="l" t="t" r="r" b="b"/>
                <a:pathLst>
                  <a:path w="225" h="438" extrusionOk="0">
                    <a:moveTo>
                      <a:pt x="71" y="415"/>
                    </a:moveTo>
                    <a:cubicBezTo>
                      <a:pt x="72" y="415"/>
                      <a:pt x="72" y="415"/>
                      <a:pt x="73" y="415"/>
                    </a:cubicBezTo>
                    <a:cubicBezTo>
                      <a:pt x="74" y="415"/>
                      <a:pt x="74" y="414"/>
                      <a:pt x="74" y="414"/>
                    </a:cubicBezTo>
                    <a:cubicBezTo>
                      <a:pt x="75" y="414"/>
                      <a:pt x="76" y="413"/>
                      <a:pt x="76" y="413"/>
                    </a:cubicBezTo>
                    <a:cubicBezTo>
                      <a:pt x="77" y="412"/>
                      <a:pt x="78" y="412"/>
                      <a:pt x="79" y="410"/>
                    </a:cubicBezTo>
                    <a:cubicBezTo>
                      <a:pt x="79" y="409"/>
                      <a:pt x="80" y="409"/>
                      <a:pt x="81" y="408"/>
                    </a:cubicBezTo>
                    <a:cubicBezTo>
                      <a:pt x="81" y="407"/>
                      <a:pt x="81" y="406"/>
                      <a:pt x="81" y="406"/>
                    </a:cubicBezTo>
                    <a:cubicBezTo>
                      <a:pt x="82" y="404"/>
                      <a:pt x="83" y="403"/>
                      <a:pt x="83" y="402"/>
                    </a:cubicBezTo>
                    <a:cubicBezTo>
                      <a:pt x="86" y="391"/>
                      <a:pt x="87" y="381"/>
                      <a:pt x="88" y="371"/>
                    </a:cubicBezTo>
                    <a:lnTo>
                      <a:pt x="88" y="372"/>
                    </a:lnTo>
                    <a:cubicBezTo>
                      <a:pt x="89" y="366"/>
                      <a:pt x="90" y="359"/>
                      <a:pt x="91" y="353"/>
                    </a:cubicBezTo>
                    <a:cubicBezTo>
                      <a:pt x="91" y="348"/>
                      <a:pt x="91" y="343"/>
                      <a:pt x="92" y="338"/>
                    </a:cubicBezTo>
                    <a:cubicBezTo>
                      <a:pt x="93" y="325"/>
                      <a:pt x="93" y="313"/>
                      <a:pt x="94" y="301"/>
                    </a:cubicBezTo>
                    <a:cubicBezTo>
                      <a:pt x="94" y="278"/>
                      <a:pt x="95" y="255"/>
                      <a:pt x="97" y="233"/>
                    </a:cubicBezTo>
                    <a:cubicBezTo>
                      <a:pt x="97" y="213"/>
                      <a:pt x="99" y="194"/>
                      <a:pt x="100" y="175"/>
                    </a:cubicBezTo>
                    <a:cubicBezTo>
                      <a:pt x="94" y="181"/>
                      <a:pt x="89" y="187"/>
                      <a:pt x="84" y="193"/>
                    </a:cubicBezTo>
                    <a:lnTo>
                      <a:pt x="83" y="194"/>
                    </a:lnTo>
                    <a:lnTo>
                      <a:pt x="84" y="193"/>
                    </a:lnTo>
                    <a:cubicBezTo>
                      <a:pt x="74" y="205"/>
                      <a:pt x="66" y="217"/>
                      <a:pt x="58" y="230"/>
                    </a:cubicBezTo>
                    <a:lnTo>
                      <a:pt x="58" y="229"/>
                    </a:lnTo>
                    <a:cubicBezTo>
                      <a:pt x="51" y="241"/>
                      <a:pt x="44" y="253"/>
                      <a:pt x="38" y="265"/>
                    </a:cubicBezTo>
                    <a:lnTo>
                      <a:pt x="38" y="266"/>
                    </a:lnTo>
                    <a:lnTo>
                      <a:pt x="38" y="267"/>
                    </a:lnTo>
                    <a:lnTo>
                      <a:pt x="38" y="266"/>
                    </a:lnTo>
                    <a:cubicBezTo>
                      <a:pt x="35" y="274"/>
                      <a:pt x="32" y="281"/>
                      <a:pt x="30" y="289"/>
                    </a:cubicBezTo>
                    <a:cubicBezTo>
                      <a:pt x="27" y="297"/>
                      <a:pt x="26" y="306"/>
                      <a:pt x="24" y="315"/>
                    </a:cubicBezTo>
                    <a:cubicBezTo>
                      <a:pt x="23" y="324"/>
                      <a:pt x="22" y="332"/>
                      <a:pt x="22" y="340"/>
                    </a:cubicBezTo>
                    <a:cubicBezTo>
                      <a:pt x="22" y="343"/>
                      <a:pt x="22" y="346"/>
                      <a:pt x="22" y="349"/>
                    </a:cubicBezTo>
                    <a:cubicBezTo>
                      <a:pt x="23" y="352"/>
                      <a:pt x="23" y="355"/>
                      <a:pt x="24" y="357"/>
                    </a:cubicBezTo>
                    <a:cubicBezTo>
                      <a:pt x="26" y="364"/>
                      <a:pt x="27" y="370"/>
                      <a:pt x="30" y="376"/>
                    </a:cubicBezTo>
                    <a:cubicBezTo>
                      <a:pt x="30" y="375"/>
                      <a:pt x="29" y="375"/>
                      <a:pt x="29" y="374"/>
                    </a:cubicBezTo>
                    <a:cubicBezTo>
                      <a:pt x="31" y="378"/>
                      <a:pt x="33" y="382"/>
                      <a:pt x="34" y="385"/>
                    </a:cubicBezTo>
                    <a:cubicBezTo>
                      <a:pt x="36" y="389"/>
                      <a:pt x="38" y="392"/>
                      <a:pt x="40" y="395"/>
                    </a:cubicBezTo>
                    <a:cubicBezTo>
                      <a:pt x="41" y="397"/>
                      <a:pt x="43" y="399"/>
                      <a:pt x="45" y="401"/>
                    </a:cubicBezTo>
                    <a:cubicBezTo>
                      <a:pt x="47" y="403"/>
                      <a:pt x="49" y="405"/>
                      <a:pt x="51" y="406"/>
                    </a:cubicBezTo>
                    <a:cubicBezTo>
                      <a:pt x="52" y="408"/>
                      <a:pt x="55" y="409"/>
                      <a:pt x="56" y="410"/>
                    </a:cubicBezTo>
                    <a:cubicBezTo>
                      <a:pt x="58" y="411"/>
                      <a:pt x="60" y="412"/>
                      <a:pt x="61" y="413"/>
                    </a:cubicBezTo>
                    <a:cubicBezTo>
                      <a:pt x="62" y="413"/>
                      <a:pt x="64" y="414"/>
                      <a:pt x="65" y="414"/>
                    </a:cubicBezTo>
                    <a:cubicBezTo>
                      <a:pt x="66" y="415"/>
                      <a:pt x="66" y="415"/>
                      <a:pt x="68" y="415"/>
                    </a:cubicBezTo>
                    <a:cubicBezTo>
                      <a:pt x="68" y="415"/>
                      <a:pt x="69" y="415"/>
                      <a:pt x="70" y="415"/>
                    </a:cubicBezTo>
                    <a:cubicBezTo>
                      <a:pt x="71" y="415"/>
                      <a:pt x="72" y="415"/>
                      <a:pt x="72" y="415"/>
                    </a:cubicBezTo>
                    <a:lnTo>
                      <a:pt x="71" y="415"/>
                    </a:lnTo>
                    <a:moveTo>
                      <a:pt x="63" y="437"/>
                    </a:moveTo>
                    <a:cubicBezTo>
                      <a:pt x="49" y="434"/>
                      <a:pt x="37" y="426"/>
                      <a:pt x="28" y="415"/>
                    </a:cubicBezTo>
                    <a:cubicBezTo>
                      <a:pt x="23" y="410"/>
                      <a:pt x="19" y="403"/>
                      <a:pt x="16" y="397"/>
                    </a:cubicBezTo>
                    <a:cubicBezTo>
                      <a:pt x="12" y="390"/>
                      <a:pt x="9" y="383"/>
                      <a:pt x="6" y="375"/>
                    </a:cubicBezTo>
                    <a:cubicBezTo>
                      <a:pt x="3" y="368"/>
                      <a:pt x="2" y="361"/>
                      <a:pt x="1" y="353"/>
                    </a:cubicBezTo>
                    <a:cubicBezTo>
                      <a:pt x="0" y="346"/>
                      <a:pt x="0" y="338"/>
                      <a:pt x="1" y="330"/>
                    </a:cubicBezTo>
                    <a:cubicBezTo>
                      <a:pt x="2" y="314"/>
                      <a:pt x="6" y="298"/>
                      <a:pt x="10" y="282"/>
                    </a:cubicBezTo>
                    <a:cubicBezTo>
                      <a:pt x="15" y="267"/>
                      <a:pt x="21" y="252"/>
                      <a:pt x="30" y="238"/>
                    </a:cubicBezTo>
                    <a:cubicBezTo>
                      <a:pt x="45" y="209"/>
                      <a:pt x="65" y="183"/>
                      <a:pt x="87" y="160"/>
                    </a:cubicBezTo>
                    <a:lnTo>
                      <a:pt x="86" y="161"/>
                    </a:lnTo>
                    <a:cubicBezTo>
                      <a:pt x="80" y="163"/>
                      <a:pt x="72" y="163"/>
                      <a:pt x="66" y="160"/>
                    </a:cubicBezTo>
                    <a:cubicBezTo>
                      <a:pt x="63" y="159"/>
                      <a:pt x="60" y="158"/>
                      <a:pt x="57" y="156"/>
                    </a:cubicBezTo>
                    <a:cubicBezTo>
                      <a:pt x="54" y="154"/>
                      <a:pt x="52" y="151"/>
                      <a:pt x="50" y="148"/>
                    </a:cubicBezTo>
                    <a:cubicBezTo>
                      <a:pt x="47" y="143"/>
                      <a:pt x="45" y="137"/>
                      <a:pt x="44" y="130"/>
                    </a:cubicBezTo>
                    <a:cubicBezTo>
                      <a:pt x="42" y="123"/>
                      <a:pt x="42" y="114"/>
                      <a:pt x="42" y="106"/>
                    </a:cubicBezTo>
                    <a:cubicBezTo>
                      <a:pt x="42" y="88"/>
                      <a:pt x="43" y="70"/>
                      <a:pt x="48" y="52"/>
                    </a:cubicBezTo>
                    <a:cubicBezTo>
                      <a:pt x="50" y="43"/>
                      <a:pt x="54" y="35"/>
                      <a:pt x="59" y="28"/>
                    </a:cubicBezTo>
                    <a:cubicBezTo>
                      <a:pt x="62" y="22"/>
                      <a:pt x="69" y="17"/>
                      <a:pt x="76" y="18"/>
                    </a:cubicBezTo>
                    <a:cubicBezTo>
                      <a:pt x="83" y="18"/>
                      <a:pt x="88" y="25"/>
                      <a:pt x="86" y="32"/>
                    </a:cubicBezTo>
                    <a:cubicBezTo>
                      <a:pt x="86" y="35"/>
                      <a:pt x="84" y="38"/>
                      <a:pt x="81" y="39"/>
                    </a:cubicBezTo>
                    <a:cubicBezTo>
                      <a:pt x="80" y="40"/>
                      <a:pt x="79" y="40"/>
                      <a:pt x="78" y="40"/>
                    </a:cubicBezTo>
                    <a:lnTo>
                      <a:pt x="78" y="41"/>
                    </a:lnTo>
                    <a:cubicBezTo>
                      <a:pt x="77" y="42"/>
                      <a:pt x="77" y="43"/>
                      <a:pt x="76" y="43"/>
                    </a:cubicBezTo>
                    <a:cubicBezTo>
                      <a:pt x="75" y="45"/>
                      <a:pt x="74" y="47"/>
                      <a:pt x="73" y="49"/>
                    </a:cubicBezTo>
                    <a:cubicBezTo>
                      <a:pt x="72" y="52"/>
                      <a:pt x="71" y="56"/>
                      <a:pt x="70" y="59"/>
                    </a:cubicBezTo>
                    <a:cubicBezTo>
                      <a:pt x="68" y="64"/>
                      <a:pt x="68" y="68"/>
                      <a:pt x="66" y="74"/>
                    </a:cubicBezTo>
                    <a:cubicBezTo>
                      <a:pt x="65" y="82"/>
                      <a:pt x="65" y="92"/>
                      <a:pt x="65" y="101"/>
                    </a:cubicBezTo>
                    <a:cubicBezTo>
                      <a:pt x="65" y="100"/>
                      <a:pt x="65" y="100"/>
                      <a:pt x="65" y="100"/>
                    </a:cubicBezTo>
                    <a:cubicBezTo>
                      <a:pt x="65" y="107"/>
                      <a:pt x="65" y="114"/>
                      <a:pt x="65" y="121"/>
                    </a:cubicBezTo>
                    <a:cubicBezTo>
                      <a:pt x="66" y="124"/>
                      <a:pt x="66" y="127"/>
                      <a:pt x="67" y="130"/>
                    </a:cubicBezTo>
                    <a:cubicBezTo>
                      <a:pt x="68" y="131"/>
                      <a:pt x="68" y="133"/>
                      <a:pt x="68" y="134"/>
                    </a:cubicBezTo>
                    <a:cubicBezTo>
                      <a:pt x="69" y="134"/>
                      <a:pt x="69" y="135"/>
                      <a:pt x="69" y="135"/>
                    </a:cubicBezTo>
                    <a:cubicBezTo>
                      <a:pt x="69" y="135"/>
                      <a:pt x="69" y="136"/>
                      <a:pt x="70" y="137"/>
                    </a:cubicBezTo>
                    <a:lnTo>
                      <a:pt x="70" y="138"/>
                    </a:lnTo>
                    <a:cubicBezTo>
                      <a:pt x="71" y="138"/>
                      <a:pt x="72" y="138"/>
                      <a:pt x="72" y="138"/>
                    </a:cubicBezTo>
                    <a:cubicBezTo>
                      <a:pt x="73" y="138"/>
                      <a:pt x="73" y="139"/>
                      <a:pt x="74" y="139"/>
                    </a:cubicBezTo>
                    <a:cubicBezTo>
                      <a:pt x="74" y="139"/>
                      <a:pt x="75" y="140"/>
                      <a:pt x="76" y="140"/>
                    </a:cubicBezTo>
                    <a:lnTo>
                      <a:pt x="77" y="140"/>
                    </a:lnTo>
                    <a:lnTo>
                      <a:pt x="78" y="140"/>
                    </a:lnTo>
                    <a:cubicBezTo>
                      <a:pt x="79" y="140"/>
                      <a:pt x="79" y="140"/>
                      <a:pt x="79" y="139"/>
                    </a:cubicBezTo>
                    <a:cubicBezTo>
                      <a:pt x="80" y="139"/>
                      <a:pt x="81" y="139"/>
                      <a:pt x="81" y="138"/>
                    </a:cubicBezTo>
                    <a:cubicBezTo>
                      <a:pt x="82" y="138"/>
                      <a:pt x="83" y="138"/>
                      <a:pt x="84" y="138"/>
                    </a:cubicBezTo>
                    <a:cubicBezTo>
                      <a:pt x="84" y="137"/>
                      <a:pt x="85" y="137"/>
                      <a:pt x="86" y="136"/>
                    </a:cubicBezTo>
                    <a:cubicBezTo>
                      <a:pt x="87" y="135"/>
                      <a:pt x="89" y="134"/>
                      <a:pt x="91" y="132"/>
                    </a:cubicBezTo>
                    <a:cubicBezTo>
                      <a:pt x="93" y="130"/>
                      <a:pt x="95" y="127"/>
                      <a:pt x="97" y="125"/>
                    </a:cubicBezTo>
                    <a:cubicBezTo>
                      <a:pt x="101" y="121"/>
                      <a:pt x="104" y="116"/>
                      <a:pt x="107" y="111"/>
                    </a:cubicBezTo>
                    <a:cubicBezTo>
                      <a:pt x="108" y="105"/>
                      <a:pt x="109" y="99"/>
                      <a:pt x="110" y="93"/>
                    </a:cubicBezTo>
                    <a:cubicBezTo>
                      <a:pt x="113" y="77"/>
                      <a:pt x="116" y="62"/>
                      <a:pt x="122" y="47"/>
                    </a:cubicBezTo>
                    <a:cubicBezTo>
                      <a:pt x="125" y="39"/>
                      <a:pt x="128" y="31"/>
                      <a:pt x="132" y="24"/>
                    </a:cubicBezTo>
                    <a:cubicBezTo>
                      <a:pt x="134" y="19"/>
                      <a:pt x="136" y="16"/>
                      <a:pt x="138" y="12"/>
                    </a:cubicBezTo>
                    <a:cubicBezTo>
                      <a:pt x="141" y="8"/>
                      <a:pt x="144" y="5"/>
                      <a:pt x="147" y="3"/>
                    </a:cubicBezTo>
                    <a:cubicBezTo>
                      <a:pt x="150" y="0"/>
                      <a:pt x="154" y="0"/>
                      <a:pt x="157" y="0"/>
                    </a:cubicBezTo>
                    <a:cubicBezTo>
                      <a:pt x="161" y="1"/>
                      <a:pt x="163" y="3"/>
                      <a:pt x="165" y="7"/>
                    </a:cubicBezTo>
                    <a:cubicBezTo>
                      <a:pt x="166" y="9"/>
                      <a:pt x="168" y="12"/>
                      <a:pt x="168" y="14"/>
                    </a:cubicBezTo>
                    <a:cubicBezTo>
                      <a:pt x="168" y="16"/>
                      <a:pt x="168" y="18"/>
                      <a:pt x="167" y="19"/>
                    </a:cubicBezTo>
                    <a:cubicBezTo>
                      <a:pt x="167" y="21"/>
                      <a:pt x="167" y="23"/>
                      <a:pt x="166" y="25"/>
                    </a:cubicBezTo>
                    <a:cubicBezTo>
                      <a:pt x="165" y="29"/>
                      <a:pt x="163" y="34"/>
                      <a:pt x="162" y="39"/>
                    </a:cubicBezTo>
                    <a:cubicBezTo>
                      <a:pt x="160" y="45"/>
                      <a:pt x="158" y="50"/>
                      <a:pt x="157" y="56"/>
                    </a:cubicBezTo>
                    <a:cubicBezTo>
                      <a:pt x="152" y="68"/>
                      <a:pt x="147" y="81"/>
                      <a:pt x="142" y="93"/>
                    </a:cubicBezTo>
                    <a:cubicBezTo>
                      <a:pt x="137" y="103"/>
                      <a:pt x="132" y="113"/>
                      <a:pt x="126" y="123"/>
                    </a:cubicBezTo>
                    <a:cubicBezTo>
                      <a:pt x="125" y="124"/>
                      <a:pt x="125" y="125"/>
                      <a:pt x="125" y="126"/>
                    </a:cubicBezTo>
                    <a:cubicBezTo>
                      <a:pt x="126" y="125"/>
                      <a:pt x="128" y="124"/>
                      <a:pt x="128" y="123"/>
                    </a:cubicBezTo>
                    <a:cubicBezTo>
                      <a:pt x="135" y="117"/>
                      <a:pt x="142" y="112"/>
                      <a:pt x="149" y="106"/>
                    </a:cubicBezTo>
                    <a:cubicBezTo>
                      <a:pt x="169" y="89"/>
                      <a:pt x="189" y="72"/>
                      <a:pt x="209" y="54"/>
                    </a:cubicBezTo>
                    <a:cubicBezTo>
                      <a:pt x="212" y="52"/>
                      <a:pt x="218" y="52"/>
                      <a:pt x="221" y="56"/>
                    </a:cubicBezTo>
                    <a:cubicBezTo>
                      <a:pt x="224" y="60"/>
                      <a:pt x="224" y="66"/>
                      <a:pt x="220" y="69"/>
                    </a:cubicBezTo>
                    <a:cubicBezTo>
                      <a:pt x="202" y="85"/>
                      <a:pt x="183" y="101"/>
                      <a:pt x="164" y="117"/>
                    </a:cubicBezTo>
                    <a:cubicBezTo>
                      <a:pt x="150" y="130"/>
                      <a:pt x="136" y="142"/>
                      <a:pt x="122" y="155"/>
                    </a:cubicBezTo>
                    <a:cubicBezTo>
                      <a:pt x="121" y="158"/>
                      <a:pt x="121" y="161"/>
                      <a:pt x="121" y="165"/>
                    </a:cubicBezTo>
                    <a:cubicBezTo>
                      <a:pt x="121" y="167"/>
                      <a:pt x="120" y="171"/>
                      <a:pt x="120" y="174"/>
                    </a:cubicBezTo>
                    <a:cubicBezTo>
                      <a:pt x="119" y="183"/>
                      <a:pt x="119" y="191"/>
                      <a:pt x="118" y="199"/>
                    </a:cubicBezTo>
                    <a:cubicBezTo>
                      <a:pt x="116" y="220"/>
                      <a:pt x="115" y="241"/>
                      <a:pt x="114" y="263"/>
                    </a:cubicBezTo>
                    <a:cubicBezTo>
                      <a:pt x="114" y="286"/>
                      <a:pt x="112" y="310"/>
                      <a:pt x="111" y="333"/>
                    </a:cubicBezTo>
                    <a:cubicBezTo>
                      <a:pt x="111" y="339"/>
                      <a:pt x="111" y="346"/>
                      <a:pt x="110" y="352"/>
                    </a:cubicBezTo>
                    <a:cubicBezTo>
                      <a:pt x="110" y="359"/>
                      <a:pt x="109" y="365"/>
                      <a:pt x="108" y="371"/>
                    </a:cubicBezTo>
                    <a:cubicBezTo>
                      <a:pt x="108" y="377"/>
                      <a:pt x="107" y="382"/>
                      <a:pt x="107" y="387"/>
                    </a:cubicBezTo>
                    <a:cubicBezTo>
                      <a:pt x="106" y="392"/>
                      <a:pt x="105" y="396"/>
                      <a:pt x="105" y="401"/>
                    </a:cubicBezTo>
                    <a:cubicBezTo>
                      <a:pt x="104" y="405"/>
                      <a:pt x="103" y="408"/>
                      <a:pt x="102" y="412"/>
                    </a:cubicBezTo>
                    <a:cubicBezTo>
                      <a:pt x="101" y="416"/>
                      <a:pt x="98" y="419"/>
                      <a:pt x="97" y="423"/>
                    </a:cubicBezTo>
                    <a:cubicBezTo>
                      <a:pt x="93" y="428"/>
                      <a:pt x="88" y="431"/>
                      <a:pt x="83" y="434"/>
                    </a:cubicBezTo>
                    <a:cubicBezTo>
                      <a:pt x="79" y="437"/>
                      <a:pt x="75" y="437"/>
                      <a:pt x="70" y="437"/>
                    </a:cubicBezTo>
                    <a:cubicBezTo>
                      <a:pt x="68" y="437"/>
                      <a:pt x="66" y="437"/>
                      <a:pt x="63" y="4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" name="Google Shape;58;p2"/>
              <p:cNvSpPr/>
              <p:nvPr/>
            </p:nvSpPr>
            <p:spPr>
              <a:xfrm>
                <a:off x="428760" y="1759320"/>
                <a:ext cx="64800" cy="154080"/>
              </a:xfrm>
              <a:custGeom>
                <a:avLst/>
                <a:gdLst/>
                <a:ahLst/>
                <a:cxnLst/>
                <a:rect l="l" t="t" r="r" b="b"/>
                <a:pathLst>
                  <a:path w="180" h="428" extrusionOk="0">
                    <a:moveTo>
                      <a:pt x="35" y="423"/>
                    </a:moveTo>
                    <a:cubicBezTo>
                      <a:pt x="24" y="419"/>
                      <a:pt x="14" y="413"/>
                      <a:pt x="7" y="405"/>
                    </a:cubicBezTo>
                    <a:cubicBezTo>
                      <a:pt x="4" y="400"/>
                      <a:pt x="2" y="395"/>
                      <a:pt x="1" y="390"/>
                    </a:cubicBezTo>
                    <a:cubicBezTo>
                      <a:pt x="0" y="387"/>
                      <a:pt x="0" y="384"/>
                      <a:pt x="1" y="381"/>
                    </a:cubicBezTo>
                    <a:cubicBezTo>
                      <a:pt x="2" y="378"/>
                      <a:pt x="2" y="376"/>
                      <a:pt x="3" y="373"/>
                    </a:cubicBezTo>
                    <a:cubicBezTo>
                      <a:pt x="5" y="367"/>
                      <a:pt x="12" y="364"/>
                      <a:pt x="18" y="366"/>
                    </a:cubicBezTo>
                    <a:cubicBezTo>
                      <a:pt x="24" y="369"/>
                      <a:pt x="27" y="375"/>
                      <a:pt x="25" y="381"/>
                    </a:cubicBezTo>
                    <a:cubicBezTo>
                      <a:pt x="24" y="382"/>
                      <a:pt x="24" y="383"/>
                      <a:pt x="24" y="384"/>
                    </a:cubicBezTo>
                    <a:lnTo>
                      <a:pt x="24" y="385"/>
                    </a:lnTo>
                    <a:cubicBezTo>
                      <a:pt x="24" y="386"/>
                      <a:pt x="24" y="386"/>
                      <a:pt x="24" y="387"/>
                    </a:cubicBezTo>
                    <a:lnTo>
                      <a:pt x="24" y="388"/>
                    </a:lnTo>
                    <a:cubicBezTo>
                      <a:pt x="24" y="388"/>
                      <a:pt x="24" y="389"/>
                      <a:pt x="24" y="390"/>
                    </a:cubicBezTo>
                    <a:cubicBezTo>
                      <a:pt x="25" y="390"/>
                      <a:pt x="25" y="390"/>
                      <a:pt x="26" y="391"/>
                    </a:cubicBezTo>
                    <a:lnTo>
                      <a:pt x="26" y="392"/>
                    </a:lnTo>
                    <a:cubicBezTo>
                      <a:pt x="27" y="393"/>
                      <a:pt x="28" y="394"/>
                      <a:pt x="29" y="394"/>
                    </a:cubicBezTo>
                    <a:cubicBezTo>
                      <a:pt x="30" y="395"/>
                      <a:pt x="31" y="396"/>
                      <a:pt x="32" y="397"/>
                    </a:cubicBezTo>
                    <a:cubicBezTo>
                      <a:pt x="34" y="398"/>
                      <a:pt x="36" y="399"/>
                      <a:pt x="38" y="399"/>
                    </a:cubicBezTo>
                    <a:cubicBezTo>
                      <a:pt x="40" y="401"/>
                      <a:pt x="42" y="401"/>
                      <a:pt x="44" y="402"/>
                    </a:cubicBezTo>
                    <a:cubicBezTo>
                      <a:pt x="47" y="402"/>
                      <a:pt x="49" y="403"/>
                      <a:pt x="51" y="404"/>
                    </a:cubicBezTo>
                    <a:cubicBezTo>
                      <a:pt x="53" y="404"/>
                      <a:pt x="55" y="404"/>
                      <a:pt x="57" y="404"/>
                    </a:cubicBezTo>
                    <a:cubicBezTo>
                      <a:pt x="59" y="404"/>
                      <a:pt x="60" y="404"/>
                      <a:pt x="62" y="404"/>
                    </a:cubicBezTo>
                    <a:cubicBezTo>
                      <a:pt x="63" y="404"/>
                      <a:pt x="65" y="404"/>
                      <a:pt x="66" y="403"/>
                    </a:cubicBezTo>
                    <a:cubicBezTo>
                      <a:pt x="67" y="402"/>
                      <a:pt x="69" y="402"/>
                      <a:pt x="70" y="402"/>
                    </a:cubicBezTo>
                    <a:cubicBezTo>
                      <a:pt x="70" y="402"/>
                      <a:pt x="71" y="401"/>
                      <a:pt x="72" y="401"/>
                    </a:cubicBezTo>
                    <a:cubicBezTo>
                      <a:pt x="72" y="401"/>
                      <a:pt x="73" y="400"/>
                      <a:pt x="73" y="399"/>
                    </a:cubicBezTo>
                    <a:cubicBezTo>
                      <a:pt x="74" y="399"/>
                      <a:pt x="75" y="398"/>
                      <a:pt x="76" y="398"/>
                    </a:cubicBezTo>
                    <a:cubicBezTo>
                      <a:pt x="76" y="397"/>
                      <a:pt x="77" y="397"/>
                      <a:pt x="77" y="397"/>
                    </a:cubicBezTo>
                    <a:cubicBezTo>
                      <a:pt x="78" y="395"/>
                      <a:pt x="79" y="394"/>
                      <a:pt x="80" y="394"/>
                    </a:cubicBezTo>
                    <a:cubicBezTo>
                      <a:pt x="80" y="392"/>
                      <a:pt x="80" y="392"/>
                      <a:pt x="81" y="391"/>
                    </a:cubicBezTo>
                    <a:cubicBezTo>
                      <a:pt x="81" y="389"/>
                      <a:pt x="82" y="387"/>
                      <a:pt x="83" y="385"/>
                    </a:cubicBezTo>
                    <a:cubicBezTo>
                      <a:pt x="83" y="383"/>
                      <a:pt x="84" y="381"/>
                      <a:pt x="84" y="379"/>
                    </a:cubicBezTo>
                    <a:cubicBezTo>
                      <a:pt x="85" y="371"/>
                      <a:pt x="85" y="363"/>
                      <a:pt x="86" y="356"/>
                    </a:cubicBezTo>
                    <a:cubicBezTo>
                      <a:pt x="85" y="344"/>
                      <a:pt x="85" y="333"/>
                      <a:pt x="84" y="321"/>
                    </a:cubicBezTo>
                    <a:cubicBezTo>
                      <a:pt x="83" y="309"/>
                      <a:pt x="81" y="296"/>
                      <a:pt x="80" y="284"/>
                    </a:cubicBezTo>
                    <a:cubicBezTo>
                      <a:pt x="79" y="271"/>
                      <a:pt x="78" y="258"/>
                      <a:pt x="77" y="246"/>
                    </a:cubicBezTo>
                    <a:cubicBezTo>
                      <a:pt x="76" y="241"/>
                      <a:pt x="76" y="236"/>
                      <a:pt x="76" y="231"/>
                    </a:cubicBezTo>
                    <a:cubicBezTo>
                      <a:pt x="75" y="226"/>
                      <a:pt x="74" y="221"/>
                      <a:pt x="74" y="215"/>
                    </a:cubicBezTo>
                    <a:cubicBezTo>
                      <a:pt x="74" y="197"/>
                      <a:pt x="73" y="177"/>
                      <a:pt x="74" y="159"/>
                    </a:cubicBezTo>
                    <a:cubicBezTo>
                      <a:pt x="76" y="126"/>
                      <a:pt x="87" y="93"/>
                      <a:pt x="102" y="64"/>
                    </a:cubicBezTo>
                    <a:cubicBezTo>
                      <a:pt x="109" y="51"/>
                      <a:pt x="115" y="38"/>
                      <a:pt x="125" y="28"/>
                    </a:cubicBezTo>
                    <a:cubicBezTo>
                      <a:pt x="130" y="22"/>
                      <a:pt x="137" y="19"/>
                      <a:pt x="144" y="17"/>
                    </a:cubicBezTo>
                    <a:cubicBezTo>
                      <a:pt x="144" y="15"/>
                      <a:pt x="144" y="13"/>
                      <a:pt x="144" y="11"/>
                    </a:cubicBezTo>
                    <a:cubicBezTo>
                      <a:pt x="144" y="5"/>
                      <a:pt x="150" y="0"/>
                      <a:pt x="157" y="0"/>
                    </a:cubicBezTo>
                    <a:cubicBezTo>
                      <a:pt x="163" y="1"/>
                      <a:pt x="168" y="7"/>
                      <a:pt x="167" y="13"/>
                    </a:cubicBezTo>
                    <a:cubicBezTo>
                      <a:pt x="167" y="16"/>
                      <a:pt x="167" y="18"/>
                      <a:pt x="166" y="21"/>
                    </a:cubicBezTo>
                    <a:cubicBezTo>
                      <a:pt x="170" y="24"/>
                      <a:pt x="173" y="27"/>
                      <a:pt x="175" y="31"/>
                    </a:cubicBezTo>
                    <a:cubicBezTo>
                      <a:pt x="178" y="38"/>
                      <a:pt x="179" y="45"/>
                      <a:pt x="178" y="53"/>
                    </a:cubicBezTo>
                    <a:cubicBezTo>
                      <a:pt x="176" y="60"/>
                      <a:pt x="173" y="66"/>
                      <a:pt x="170" y="71"/>
                    </a:cubicBezTo>
                    <a:cubicBezTo>
                      <a:pt x="166" y="77"/>
                      <a:pt x="160" y="82"/>
                      <a:pt x="153" y="80"/>
                    </a:cubicBezTo>
                    <a:cubicBezTo>
                      <a:pt x="148" y="79"/>
                      <a:pt x="145" y="76"/>
                      <a:pt x="143" y="71"/>
                    </a:cubicBezTo>
                    <a:cubicBezTo>
                      <a:pt x="141" y="67"/>
                      <a:pt x="141" y="63"/>
                      <a:pt x="141" y="60"/>
                    </a:cubicBezTo>
                    <a:cubicBezTo>
                      <a:pt x="141" y="55"/>
                      <a:pt x="141" y="50"/>
                      <a:pt x="141" y="45"/>
                    </a:cubicBezTo>
                    <a:cubicBezTo>
                      <a:pt x="142" y="45"/>
                      <a:pt x="142" y="43"/>
                      <a:pt x="142" y="43"/>
                    </a:cubicBezTo>
                    <a:lnTo>
                      <a:pt x="141" y="43"/>
                    </a:lnTo>
                    <a:cubicBezTo>
                      <a:pt x="140" y="45"/>
                      <a:pt x="139" y="46"/>
                      <a:pt x="138" y="47"/>
                    </a:cubicBezTo>
                    <a:cubicBezTo>
                      <a:pt x="136" y="49"/>
                      <a:pt x="134" y="52"/>
                      <a:pt x="133" y="55"/>
                    </a:cubicBezTo>
                    <a:cubicBezTo>
                      <a:pt x="130" y="60"/>
                      <a:pt x="127" y="66"/>
                      <a:pt x="124" y="71"/>
                    </a:cubicBezTo>
                    <a:cubicBezTo>
                      <a:pt x="121" y="78"/>
                      <a:pt x="117" y="85"/>
                      <a:pt x="114" y="92"/>
                    </a:cubicBezTo>
                    <a:cubicBezTo>
                      <a:pt x="114" y="91"/>
                      <a:pt x="114" y="91"/>
                      <a:pt x="114" y="91"/>
                    </a:cubicBezTo>
                    <a:cubicBezTo>
                      <a:pt x="109" y="101"/>
                      <a:pt x="105" y="112"/>
                      <a:pt x="102" y="123"/>
                    </a:cubicBezTo>
                    <a:cubicBezTo>
                      <a:pt x="100" y="131"/>
                      <a:pt x="98" y="140"/>
                      <a:pt x="97" y="149"/>
                    </a:cubicBezTo>
                    <a:cubicBezTo>
                      <a:pt x="95" y="161"/>
                      <a:pt x="94" y="173"/>
                      <a:pt x="94" y="186"/>
                    </a:cubicBezTo>
                    <a:lnTo>
                      <a:pt x="94" y="185"/>
                    </a:lnTo>
                    <a:cubicBezTo>
                      <a:pt x="94" y="196"/>
                      <a:pt x="94" y="207"/>
                      <a:pt x="95" y="218"/>
                    </a:cubicBezTo>
                    <a:cubicBezTo>
                      <a:pt x="96" y="232"/>
                      <a:pt x="97" y="244"/>
                      <a:pt x="98" y="257"/>
                    </a:cubicBezTo>
                    <a:cubicBezTo>
                      <a:pt x="100" y="281"/>
                      <a:pt x="103" y="304"/>
                      <a:pt x="105" y="328"/>
                    </a:cubicBezTo>
                    <a:cubicBezTo>
                      <a:pt x="105" y="332"/>
                      <a:pt x="106" y="337"/>
                      <a:pt x="106" y="341"/>
                    </a:cubicBezTo>
                    <a:cubicBezTo>
                      <a:pt x="106" y="345"/>
                      <a:pt x="107" y="351"/>
                      <a:pt x="107" y="355"/>
                    </a:cubicBezTo>
                    <a:cubicBezTo>
                      <a:pt x="107" y="360"/>
                      <a:pt x="107" y="366"/>
                      <a:pt x="107" y="371"/>
                    </a:cubicBezTo>
                    <a:cubicBezTo>
                      <a:pt x="106" y="383"/>
                      <a:pt x="104" y="397"/>
                      <a:pt x="97" y="407"/>
                    </a:cubicBezTo>
                    <a:cubicBezTo>
                      <a:pt x="91" y="416"/>
                      <a:pt x="82" y="423"/>
                      <a:pt x="71" y="425"/>
                    </a:cubicBezTo>
                    <a:cubicBezTo>
                      <a:pt x="67" y="426"/>
                      <a:pt x="62" y="427"/>
                      <a:pt x="58" y="427"/>
                    </a:cubicBezTo>
                    <a:cubicBezTo>
                      <a:pt x="51" y="427"/>
                      <a:pt x="42" y="425"/>
                      <a:pt x="35" y="4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" name="Google Shape;59;p2"/>
              <p:cNvSpPr/>
              <p:nvPr/>
            </p:nvSpPr>
            <p:spPr>
              <a:xfrm>
                <a:off x="433800" y="1939680"/>
                <a:ext cx="38880" cy="55800"/>
              </a:xfrm>
              <a:custGeom>
                <a:avLst/>
                <a:gdLst/>
                <a:ahLst/>
                <a:cxnLst/>
                <a:rect l="l" t="t" r="r" b="b"/>
                <a:pathLst>
                  <a:path w="108" h="155" extrusionOk="0">
                    <a:moveTo>
                      <a:pt x="41" y="131"/>
                    </a:moveTo>
                    <a:cubicBezTo>
                      <a:pt x="42" y="131"/>
                      <a:pt x="42" y="131"/>
                      <a:pt x="42" y="131"/>
                    </a:cubicBezTo>
                    <a:cubicBezTo>
                      <a:pt x="43" y="131"/>
                      <a:pt x="44" y="131"/>
                      <a:pt x="44" y="131"/>
                    </a:cubicBezTo>
                    <a:cubicBezTo>
                      <a:pt x="45" y="131"/>
                      <a:pt x="45" y="131"/>
                      <a:pt x="46" y="130"/>
                    </a:cubicBezTo>
                    <a:cubicBezTo>
                      <a:pt x="47" y="130"/>
                      <a:pt x="48" y="129"/>
                      <a:pt x="49" y="129"/>
                    </a:cubicBezTo>
                    <a:cubicBezTo>
                      <a:pt x="50" y="128"/>
                      <a:pt x="52" y="127"/>
                      <a:pt x="53" y="126"/>
                    </a:cubicBezTo>
                    <a:cubicBezTo>
                      <a:pt x="54" y="125"/>
                      <a:pt x="55" y="124"/>
                      <a:pt x="57" y="123"/>
                    </a:cubicBezTo>
                    <a:cubicBezTo>
                      <a:pt x="58" y="121"/>
                      <a:pt x="60" y="119"/>
                      <a:pt x="62" y="118"/>
                    </a:cubicBezTo>
                    <a:cubicBezTo>
                      <a:pt x="65" y="114"/>
                      <a:pt x="67" y="111"/>
                      <a:pt x="69" y="107"/>
                    </a:cubicBezTo>
                    <a:cubicBezTo>
                      <a:pt x="73" y="101"/>
                      <a:pt x="76" y="96"/>
                      <a:pt x="78" y="90"/>
                    </a:cubicBezTo>
                    <a:cubicBezTo>
                      <a:pt x="80" y="87"/>
                      <a:pt x="81" y="83"/>
                      <a:pt x="83" y="79"/>
                    </a:cubicBezTo>
                    <a:cubicBezTo>
                      <a:pt x="83" y="77"/>
                      <a:pt x="83" y="76"/>
                      <a:pt x="83" y="75"/>
                    </a:cubicBezTo>
                    <a:cubicBezTo>
                      <a:pt x="84" y="72"/>
                      <a:pt x="84" y="71"/>
                      <a:pt x="84" y="69"/>
                    </a:cubicBezTo>
                    <a:cubicBezTo>
                      <a:pt x="84" y="66"/>
                      <a:pt x="84" y="64"/>
                      <a:pt x="84" y="62"/>
                    </a:cubicBezTo>
                    <a:lnTo>
                      <a:pt x="84" y="63"/>
                    </a:lnTo>
                    <a:cubicBezTo>
                      <a:pt x="84" y="62"/>
                      <a:pt x="84" y="62"/>
                      <a:pt x="84" y="62"/>
                    </a:cubicBezTo>
                    <a:cubicBezTo>
                      <a:pt x="83" y="59"/>
                      <a:pt x="83" y="57"/>
                      <a:pt x="82" y="54"/>
                    </a:cubicBezTo>
                    <a:cubicBezTo>
                      <a:pt x="83" y="54"/>
                      <a:pt x="83" y="55"/>
                      <a:pt x="83" y="55"/>
                    </a:cubicBezTo>
                    <a:cubicBezTo>
                      <a:pt x="83" y="54"/>
                      <a:pt x="82" y="53"/>
                      <a:pt x="81" y="52"/>
                    </a:cubicBezTo>
                    <a:cubicBezTo>
                      <a:pt x="81" y="51"/>
                      <a:pt x="81" y="50"/>
                      <a:pt x="80" y="49"/>
                    </a:cubicBezTo>
                    <a:cubicBezTo>
                      <a:pt x="80" y="48"/>
                      <a:pt x="80" y="47"/>
                      <a:pt x="79" y="47"/>
                    </a:cubicBezTo>
                    <a:cubicBezTo>
                      <a:pt x="78" y="46"/>
                      <a:pt x="77" y="45"/>
                      <a:pt x="76" y="44"/>
                    </a:cubicBezTo>
                    <a:cubicBezTo>
                      <a:pt x="76" y="43"/>
                      <a:pt x="75" y="43"/>
                      <a:pt x="74" y="42"/>
                    </a:cubicBezTo>
                    <a:cubicBezTo>
                      <a:pt x="73" y="41"/>
                      <a:pt x="72" y="40"/>
                      <a:pt x="71" y="40"/>
                    </a:cubicBezTo>
                    <a:cubicBezTo>
                      <a:pt x="70" y="39"/>
                      <a:pt x="69" y="38"/>
                      <a:pt x="68" y="38"/>
                    </a:cubicBezTo>
                    <a:cubicBezTo>
                      <a:pt x="67" y="38"/>
                      <a:pt x="67" y="38"/>
                      <a:pt x="66" y="37"/>
                    </a:cubicBezTo>
                    <a:cubicBezTo>
                      <a:pt x="65" y="37"/>
                      <a:pt x="64" y="37"/>
                      <a:pt x="63" y="37"/>
                    </a:cubicBezTo>
                    <a:cubicBezTo>
                      <a:pt x="61" y="37"/>
                      <a:pt x="59" y="36"/>
                      <a:pt x="58" y="36"/>
                    </a:cubicBezTo>
                    <a:lnTo>
                      <a:pt x="59" y="36"/>
                    </a:lnTo>
                    <a:cubicBezTo>
                      <a:pt x="56" y="36"/>
                      <a:pt x="55" y="36"/>
                      <a:pt x="52" y="37"/>
                    </a:cubicBezTo>
                    <a:cubicBezTo>
                      <a:pt x="49" y="37"/>
                      <a:pt x="46" y="37"/>
                      <a:pt x="43" y="38"/>
                    </a:cubicBezTo>
                    <a:lnTo>
                      <a:pt x="44" y="38"/>
                    </a:lnTo>
                    <a:cubicBezTo>
                      <a:pt x="41" y="39"/>
                      <a:pt x="37" y="40"/>
                      <a:pt x="34" y="41"/>
                    </a:cubicBezTo>
                    <a:cubicBezTo>
                      <a:pt x="31" y="43"/>
                      <a:pt x="28" y="41"/>
                      <a:pt x="25" y="40"/>
                    </a:cubicBezTo>
                    <a:cubicBezTo>
                      <a:pt x="25" y="43"/>
                      <a:pt x="24" y="45"/>
                      <a:pt x="24" y="47"/>
                    </a:cubicBezTo>
                    <a:cubicBezTo>
                      <a:pt x="24" y="47"/>
                      <a:pt x="24" y="46"/>
                      <a:pt x="24" y="45"/>
                    </a:cubicBezTo>
                    <a:cubicBezTo>
                      <a:pt x="23" y="53"/>
                      <a:pt x="23" y="60"/>
                      <a:pt x="23" y="68"/>
                    </a:cubicBezTo>
                    <a:cubicBezTo>
                      <a:pt x="23" y="67"/>
                      <a:pt x="23" y="67"/>
                      <a:pt x="23" y="66"/>
                    </a:cubicBezTo>
                    <a:cubicBezTo>
                      <a:pt x="23" y="76"/>
                      <a:pt x="23" y="84"/>
                      <a:pt x="24" y="93"/>
                    </a:cubicBezTo>
                    <a:lnTo>
                      <a:pt x="24" y="92"/>
                    </a:lnTo>
                    <a:cubicBezTo>
                      <a:pt x="24" y="97"/>
                      <a:pt x="25" y="101"/>
                      <a:pt x="26" y="105"/>
                    </a:cubicBezTo>
                    <a:cubicBezTo>
                      <a:pt x="27" y="109"/>
                      <a:pt x="28" y="112"/>
                      <a:pt x="29" y="115"/>
                    </a:cubicBezTo>
                    <a:cubicBezTo>
                      <a:pt x="30" y="117"/>
                      <a:pt x="31" y="119"/>
                      <a:pt x="32" y="121"/>
                    </a:cubicBezTo>
                    <a:cubicBezTo>
                      <a:pt x="33" y="122"/>
                      <a:pt x="34" y="124"/>
                      <a:pt x="35" y="125"/>
                    </a:cubicBezTo>
                    <a:cubicBezTo>
                      <a:pt x="36" y="126"/>
                      <a:pt x="37" y="128"/>
                      <a:pt x="38" y="130"/>
                    </a:cubicBezTo>
                    <a:cubicBezTo>
                      <a:pt x="39" y="130"/>
                      <a:pt x="39" y="130"/>
                      <a:pt x="39" y="131"/>
                    </a:cubicBezTo>
                    <a:lnTo>
                      <a:pt x="40" y="131"/>
                    </a:lnTo>
                    <a:lnTo>
                      <a:pt x="41" y="131"/>
                    </a:lnTo>
                    <a:moveTo>
                      <a:pt x="41" y="154"/>
                    </a:moveTo>
                    <a:cubicBezTo>
                      <a:pt x="34" y="154"/>
                      <a:pt x="28" y="151"/>
                      <a:pt x="23" y="147"/>
                    </a:cubicBezTo>
                    <a:cubicBezTo>
                      <a:pt x="21" y="145"/>
                      <a:pt x="19" y="142"/>
                      <a:pt x="17" y="139"/>
                    </a:cubicBezTo>
                    <a:cubicBezTo>
                      <a:pt x="14" y="135"/>
                      <a:pt x="12" y="131"/>
                      <a:pt x="10" y="127"/>
                    </a:cubicBezTo>
                    <a:cubicBezTo>
                      <a:pt x="7" y="120"/>
                      <a:pt x="5" y="112"/>
                      <a:pt x="3" y="104"/>
                    </a:cubicBezTo>
                    <a:cubicBezTo>
                      <a:pt x="2" y="96"/>
                      <a:pt x="1" y="86"/>
                      <a:pt x="0" y="77"/>
                    </a:cubicBezTo>
                    <a:cubicBezTo>
                      <a:pt x="0" y="69"/>
                      <a:pt x="0" y="61"/>
                      <a:pt x="1" y="52"/>
                    </a:cubicBezTo>
                    <a:cubicBezTo>
                      <a:pt x="2" y="44"/>
                      <a:pt x="3" y="34"/>
                      <a:pt x="5" y="26"/>
                    </a:cubicBezTo>
                    <a:cubicBezTo>
                      <a:pt x="8" y="17"/>
                      <a:pt x="14" y="8"/>
                      <a:pt x="23" y="3"/>
                    </a:cubicBezTo>
                    <a:cubicBezTo>
                      <a:pt x="27" y="0"/>
                      <a:pt x="31" y="0"/>
                      <a:pt x="36" y="2"/>
                    </a:cubicBezTo>
                    <a:cubicBezTo>
                      <a:pt x="38" y="2"/>
                      <a:pt x="41" y="4"/>
                      <a:pt x="42" y="5"/>
                    </a:cubicBezTo>
                    <a:cubicBezTo>
                      <a:pt x="46" y="7"/>
                      <a:pt x="48" y="10"/>
                      <a:pt x="49" y="15"/>
                    </a:cubicBezTo>
                    <a:cubicBezTo>
                      <a:pt x="56" y="13"/>
                      <a:pt x="65" y="13"/>
                      <a:pt x="72" y="16"/>
                    </a:cubicBezTo>
                    <a:cubicBezTo>
                      <a:pt x="79" y="17"/>
                      <a:pt x="86" y="22"/>
                      <a:pt x="91" y="26"/>
                    </a:cubicBezTo>
                    <a:cubicBezTo>
                      <a:pt x="97" y="31"/>
                      <a:pt x="100" y="38"/>
                      <a:pt x="103" y="45"/>
                    </a:cubicBezTo>
                    <a:cubicBezTo>
                      <a:pt x="104" y="48"/>
                      <a:pt x="105" y="52"/>
                      <a:pt x="105" y="55"/>
                    </a:cubicBezTo>
                    <a:cubicBezTo>
                      <a:pt x="105" y="59"/>
                      <a:pt x="106" y="62"/>
                      <a:pt x="106" y="66"/>
                    </a:cubicBezTo>
                    <a:cubicBezTo>
                      <a:pt x="107" y="74"/>
                      <a:pt x="105" y="82"/>
                      <a:pt x="102" y="90"/>
                    </a:cubicBezTo>
                    <a:cubicBezTo>
                      <a:pt x="100" y="97"/>
                      <a:pt x="97" y="104"/>
                      <a:pt x="93" y="111"/>
                    </a:cubicBezTo>
                    <a:cubicBezTo>
                      <a:pt x="89" y="118"/>
                      <a:pt x="84" y="126"/>
                      <a:pt x="79" y="132"/>
                    </a:cubicBezTo>
                    <a:cubicBezTo>
                      <a:pt x="70" y="143"/>
                      <a:pt x="56" y="154"/>
                      <a:pt x="41" y="1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" name="Google Shape;60;p2"/>
              <p:cNvSpPr/>
              <p:nvPr/>
            </p:nvSpPr>
            <p:spPr>
              <a:xfrm>
                <a:off x="365760" y="1679040"/>
                <a:ext cx="53640" cy="67680"/>
              </a:xfrm>
              <a:custGeom>
                <a:avLst/>
                <a:gdLst/>
                <a:ahLst/>
                <a:cxnLst/>
                <a:rect l="l" t="t" r="r" b="b"/>
                <a:pathLst>
                  <a:path w="149" h="188" extrusionOk="0">
                    <a:moveTo>
                      <a:pt x="43" y="156"/>
                    </a:moveTo>
                    <a:cubicBezTo>
                      <a:pt x="44" y="156"/>
                      <a:pt x="44" y="156"/>
                      <a:pt x="45" y="156"/>
                    </a:cubicBezTo>
                    <a:cubicBezTo>
                      <a:pt x="46" y="156"/>
                      <a:pt x="47" y="156"/>
                      <a:pt x="48" y="156"/>
                    </a:cubicBezTo>
                    <a:lnTo>
                      <a:pt x="50" y="155"/>
                    </a:lnTo>
                    <a:cubicBezTo>
                      <a:pt x="53" y="154"/>
                      <a:pt x="54" y="153"/>
                      <a:pt x="57" y="152"/>
                    </a:cubicBezTo>
                    <a:cubicBezTo>
                      <a:pt x="58" y="151"/>
                      <a:pt x="60" y="150"/>
                      <a:pt x="62" y="149"/>
                    </a:cubicBezTo>
                    <a:cubicBezTo>
                      <a:pt x="65" y="146"/>
                      <a:pt x="68" y="144"/>
                      <a:pt x="71" y="141"/>
                    </a:cubicBezTo>
                    <a:cubicBezTo>
                      <a:pt x="76" y="137"/>
                      <a:pt x="80" y="132"/>
                      <a:pt x="84" y="127"/>
                    </a:cubicBezTo>
                    <a:cubicBezTo>
                      <a:pt x="89" y="120"/>
                      <a:pt x="94" y="113"/>
                      <a:pt x="99" y="105"/>
                    </a:cubicBezTo>
                    <a:cubicBezTo>
                      <a:pt x="106" y="94"/>
                      <a:pt x="113" y="82"/>
                      <a:pt x="118" y="70"/>
                    </a:cubicBezTo>
                    <a:cubicBezTo>
                      <a:pt x="118" y="69"/>
                      <a:pt x="118" y="68"/>
                      <a:pt x="119" y="68"/>
                    </a:cubicBezTo>
                    <a:cubicBezTo>
                      <a:pt x="119" y="67"/>
                      <a:pt x="119" y="67"/>
                      <a:pt x="120" y="65"/>
                    </a:cubicBezTo>
                    <a:cubicBezTo>
                      <a:pt x="118" y="64"/>
                      <a:pt x="117" y="64"/>
                      <a:pt x="115" y="63"/>
                    </a:cubicBezTo>
                    <a:cubicBezTo>
                      <a:pt x="110" y="60"/>
                      <a:pt x="109" y="53"/>
                      <a:pt x="108" y="46"/>
                    </a:cubicBezTo>
                    <a:cubicBezTo>
                      <a:pt x="107" y="45"/>
                      <a:pt x="107" y="42"/>
                      <a:pt x="106" y="40"/>
                    </a:cubicBezTo>
                    <a:cubicBezTo>
                      <a:pt x="106" y="39"/>
                      <a:pt x="105" y="38"/>
                      <a:pt x="104" y="38"/>
                    </a:cubicBezTo>
                    <a:cubicBezTo>
                      <a:pt x="104" y="37"/>
                      <a:pt x="104" y="36"/>
                      <a:pt x="103" y="36"/>
                    </a:cubicBezTo>
                    <a:cubicBezTo>
                      <a:pt x="103" y="35"/>
                      <a:pt x="101" y="33"/>
                      <a:pt x="101" y="32"/>
                    </a:cubicBezTo>
                    <a:cubicBezTo>
                      <a:pt x="99" y="31"/>
                      <a:pt x="98" y="30"/>
                      <a:pt x="97" y="29"/>
                    </a:cubicBezTo>
                    <a:cubicBezTo>
                      <a:pt x="96" y="28"/>
                      <a:pt x="95" y="27"/>
                      <a:pt x="94" y="26"/>
                    </a:cubicBezTo>
                    <a:cubicBezTo>
                      <a:pt x="93" y="26"/>
                      <a:pt x="92" y="26"/>
                      <a:pt x="92" y="25"/>
                    </a:cubicBezTo>
                    <a:cubicBezTo>
                      <a:pt x="90" y="25"/>
                      <a:pt x="89" y="25"/>
                      <a:pt x="87" y="24"/>
                    </a:cubicBezTo>
                    <a:cubicBezTo>
                      <a:pt x="87" y="24"/>
                      <a:pt x="86" y="24"/>
                      <a:pt x="85" y="24"/>
                    </a:cubicBezTo>
                    <a:lnTo>
                      <a:pt x="83" y="24"/>
                    </a:lnTo>
                    <a:cubicBezTo>
                      <a:pt x="81" y="24"/>
                      <a:pt x="80" y="24"/>
                      <a:pt x="78" y="24"/>
                    </a:cubicBezTo>
                    <a:lnTo>
                      <a:pt x="76" y="24"/>
                    </a:lnTo>
                    <a:cubicBezTo>
                      <a:pt x="75" y="24"/>
                      <a:pt x="73" y="25"/>
                      <a:pt x="72" y="25"/>
                    </a:cubicBezTo>
                    <a:cubicBezTo>
                      <a:pt x="71" y="26"/>
                      <a:pt x="69" y="26"/>
                      <a:pt x="68" y="27"/>
                    </a:cubicBezTo>
                    <a:cubicBezTo>
                      <a:pt x="66" y="28"/>
                      <a:pt x="64" y="29"/>
                      <a:pt x="62" y="31"/>
                    </a:cubicBezTo>
                    <a:cubicBezTo>
                      <a:pt x="60" y="32"/>
                      <a:pt x="58" y="34"/>
                      <a:pt x="56" y="36"/>
                    </a:cubicBezTo>
                    <a:cubicBezTo>
                      <a:pt x="54" y="38"/>
                      <a:pt x="51" y="41"/>
                      <a:pt x="49" y="43"/>
                    </a:cubicBezTo>
                    <a:cubicBezTo>
                      <a:pt x="46" y="48"/>
                      <a:pt x="42" y="52"/>
                      <a:pt x="39" y="57"/>
                    </a:cubicBezTo>
                    <a:cubicBezTo>
                      <a:pt x="40" y="57"/>
                      <a:pt x="40" y="56"/>
                      <a:pt x="40" y="56"/>
                    </a:cubicBezTo>
                    <a:cubicBezTo>
                      <a:pt x="37" y="61"/>
                      <a:pt x="33" y="67"/>
                      <a:pt x="30" y="74"/>
                    </a:cubicBezTo>
                    <a:cubicBezTo>
                      <a:pt x="29" y="78"/>
                      <a:pt x="27" y="82"/>
                      <a:pt x="26" y="87"/>
                    </a:cubicBezTo>
                    <a:cubicBezTo>
                      <a:pt x="25" y="90"/>
                      <a:pt x="23" y="95"/>
                      <a:pt x="23" y="99"/>
                    </a:cubicBezTo>
                    <a:cubicBezTo>
                      <a:pt x="23" y="102"/>
                      <a:pt x="22" y="106"/>
                      <a:pt x="22" y="109"/>
                    </a:cubicBezTo>
                    <a:cubicBezTo>
                      <a:pt x="22" y="113"/>
                      <a:pt x="22" y="117"/>
                      <a:pt x="23" y="120"/>
                    </a:cubicBezTo>
                    <a:cubicBezTo>
                      <a:pt x="23" y="124"/>
                      <a:pt x="23" y="127"/>
                      <a:pt x="24" y="130"/>
                    </a:cubicBezTo>
                    <a:cubicBezTo>
                      <a:pt x="25" y="132"/>
                      <a:pt x="26" y="134"/>
                      <a:pt x="26" y="137"/>
                    </a:cubicBezTo>
                    <a:cubicBezTo>
                      <a:pt x="27" y="139"/>
                      <a:pt x="28" y="141"/>
                      <a:pt x="29" y="142"/>
                    </a:cubicBezTo>
                    <a:cubicBezTo>
                      <a:pt x="30" y="144"/>
                      <a:pt x="32" y="146"/>
                      <a:pt x="33" y="148"/>
                    </a:cubicBezTo>
                    <a:cubicBezTo>
                      <a:pt x="34" y="151"/>
                      <a:pt x="36" y="152"/>
                      <a:pt x="38" y="154"/>
                    </a:cubicBezTo>
                    <a:cubicBezTo>
                      <a:pt x="39" y="155"/>
                      <a:pt x="39" y="155"/>
                      <a:pt x="39" y="155"/>
                    </a:cubicBezTo>
                    <a:cubicBezTo>
                      <a:pt x="40" y="156"/>
                      <a:pt x="40" y="156"/>
                      <a:pt x="40" y="156"/>
                    </a:cubicBezTo>
                    <a:lnTo>
                      <a:pt x="41" y="156"/>
                    </a:lnTo>
                    <a:lnTo>
                      <a:pt x="42" y="156"/>
                    </a:lnTo>
                    <a:lnTo>
                      <a:pt x="43" y="156"/>
                    </a:lnTo>
                    <a:moveTo>
                      <a:pt x="114" y="176"/>
                    </a:moveTo>
                    <a:cubicBezTo>
                      <a:pt x="113" y="169"/>
                      <a:pt x="113" y="161"/>
                      <a:pt x="114" y="154"/>
                    </a:cubicBezTo>
                    <a:cubicBezTo>
                      <a:pt x="114" y="147"/>
                      <a:pt x="114" y="140"/>
                      <a:pt x="114" y="133"/>
                    </a:cubicBezTo>
                    <a:lnTo>
                      <a:pt x="114" y="134"/>
                    </a:lnTo>
                    <a:cubicBezTo>
                      <a:pt x="114" y="130"/>
                      <a:pt x="114" y="127"/>
                      <a:pt x="114" y="124"/>
                    </a:cubicBezTo>
                    <a:cubicBezTo>
                      <a:pt x="106" y="136"/>
                      <a:pt x="97" y="147"/>
                      <a:pt x="86" y="157"/>
                    </a:cubicBezTo>
                    <a:cubicBezTo>
                      <a:pt x="80" y="163"/>
                      <a:pt x="75" y="167"/>
                      <a:pt x="68" y="171"/>
                    </a:cubicBezTo>
                    <a:cubicBezTo>
                      <a:pt x="61" y="176"/>
                      <a:pt x="54" y="178"/>
                      <a:pt x="46" y="179"/>
                    </a:cubicBezTo>
                    <a:cubicBezTo>
                      <a:pt x="39" y="180"/>
                      <a:pt x="32" y="178"/>
                      <a:pt x="26" y="174"/>
                    </a:cubicBezTo>
                    <a:cubicBezTo>
                      <a:pt x="20" y="169"/>
                      <a:pt x="15" y="163"/>
                      <a:pt x="11" y="156"/>
                    </a:cubicBezTo>
                    <a:cubicBezTo>
                      <a:pt x="3" y="142"/>
                      <a:pt x="0" y="125"/>
                      <a:pt x="0" y="110"/>
                    </a:cubicBezTo>
                    <a:cubicBezTo>
                      <a:pt x="0" y="93"/>
                      <a:pt x="4" y="78"/>
                      <a:pt x="11" y="63"/>
                    </a:cubicBezTo>
                    <a:cubicBezTo>
                      <a:pt x="18" y="49"/>
                      <a:pt x="26" y="36"/>
                      <a:pt x="36" y="24"/>
                    </a:cubicBezTo>
                    <a:cubicBezTo>
                      <a:pt x="46" y="12"/>
                      <a:pt x="60" y="4"/>
                      <a:pt x="75" y="1"/>
                    </a:cubicBezTo>
                    <a:cubicBezTo>
                      <a:pt x="82" y="0"/>
                      <a:pt x="90" y="0"/>
                      <a:pt x="97" y="3"/>
                    </a:cubicBezTo>
                    <a:cubicBezTo>
                      <a:pt x="104" y="5"/>
                      <a:pt x="110" y="9"/>
                      <a:pt x="115" y="14"/>
                    </a:cubicBezTo>
                    <a:cubicBezTo>
                      <a:pt x="121" y="19"/>
                      <a:pt x="125" y="25"/>
                      <a:pt x="128" y="32"/>
                    </a:cubicBezTo>
                    <a:cubicBezTo>
                      <a:pt x="128" y="34"/>
                      <a:pt x="129" y="36"/>
                      <a:pt x="129" y="38"/>
                    </a:cubicBezTo>
                    <a:cubicBezTo>
                      <a:pt x="132" y="39"/>
                      <a:pt x="135" y="42"/>
                      <a:pt x="136" y="45"/>
                    </a:cubicBezTo>
                    <a:cubicBezTo>
                      <a:pt x="138" y="45"/>
                      <a:pt x="139" y="45"/>
                      <a:pt x="141" y="46"/>
                    </a:cubicBezTo>
                    <a:cubicBezTo>
                      <a:pt x="145" y="48"/>
                      <a:pt x="148" y="53"/>
                      <a:pt x="147" y="58"/>
                    </a:cubicBezTo>
                    <a:cubicBezTo>
                      <a:pt x="146" y="64"/>
                      <a:pt x="143" y="68"/>
                      <a:pt x="142" y="72"/>
                    </a:cubicBezTo>
                    <a:cubicBezTo>
                      <a:pt x="141" y="73"/>
                      <a:pt x="141" y="74"/>
                      <a:pt x="141" y="74"/>
                    </a:cubicBezTo>
                    <a:cubicBezTo>
                      <a:pt x="140" y="77"/>
                      <a:pt x="139" y="81"/>
                      <a:pt x="139" y="84"/>
                    </a:cubicBezTo>
                    <a:cubicBezTo>
                      <a:pt x="137" y="96"/>
                      <a:pt x="136" y="109"/>
                      <a:pt x="136" y="122"/>
                    </a:cubicBezTo>
                    <a:cubicBezTo>
                      <a:pt x="136" y="121"/>
                      <a:pt x="136" y="121"/>
                      <a:pt x="136" y="121"/>
                    </a:cubicBezTo>
                    <a:cubicBezTo>
                      <a:pt x="136" y="129"/>
                      <a:pt x="136" y="137"/>
                      <a:pt x="136" y="145"/>
                    </a:cubicBezTo>
                    <a:cubicBezTo>
                      <a:pt x="136" y="155"/>
                      <a:pt x="136" y="165"/>
                      <a:pt x="137" y="174"/>
                    </a:cubicBezTo>
                    <a:cubicBezTo>
                      <a:pt x="138" y="181"/>
                      <a:pt x="132" y="187"/>
                      <a:pt x="126" y="187"/>
                    </a:cubicBezTo>
                    <a:lnTo>
                      <a:pt x="125" y="187"/>
                    </a:lnTo>
                    <a:cubicBezTo>
                      <a:pt x="119" y="187"/>
                      <a:pt x="114" y="182"/>
                      <a:pt x="114" y="1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" name="Google Shape;61;p2"/>
              <p:cNvSpPr/>
              <p:nvPr/>
            </p:nvSpPr>
            <p:spPr>
              <a:xfrm>
                <a:off x="425520" y="1688400"/>
                <a:ext cx="3960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110" h="167" extrusionOk="0">
                    <a:moveTo>
                      <a:pt x="45" y="40"/>
                    </a:moveTo>
                    <a:cubicBezTo>
                      <a:pt x="47" y="38"/>
                      <a:pt x="48" y="36"/>
                      <a:pt x="50" y="34"/>
                    </a:cubicBezTo>
                    <a:lnTo>
                      <a:pt x="50" y="33"/>
                    </a:lnTo>
                    <a:cubicBezTo>
                      <a:pt x="50" y="33"/>
                      <a:pt x="50" y="32"/>
                      <a:pt x="51" y="32"/>
                    </a:cubicBezTo>
                    <a:cubicBezTo>
                      <a:pt x="51" y="31"/>
                      <a:pt x="52" y="31"/>
                      <a:pt x="53" y="30"/>
                    </a:cubicBezTo>
                    <a:cubicBezTo>
                      <a:pt x="51" y="30"/>
                      <a:pt x="50" y="30"/>
                      <a:pt x="49" y="29"/>
                    </a:cubicBezTo>
                    <a:cubicBezTo>
                      <a:pt x="49" y="30"/>
                      <a:pt x="49" y="30"/>
                      <a:pt x="49" y="31"/>
                    </a:cubicBezTo>
                    <a:cubicBezTo>
                      <a:pt x="49" y="30"/>
                      <a:pt x="49" y="30"/>
                      <a:pt x="49" y="29"/>
                    </a:cubicBezTo>
                    <a:cubicBezTo>
                      <a:pt x="47" y="32"/>
                      <a:pt x="46" y="36"/>
                      <a:pt x="45" y="40"/>
                    </a:cubicBezTo>
                    <a:moveTo>
                      <a:pt x="10" y="166"/>
                    </a:moveTo>
                    <a:cubicBezTo>
                      <a:pt x="4" y="165"/>
                      <a:pt x="0" y="161"/>
                      <a:pt x="0" y="155"/>
                    </a:cubicBezTo>
                    <a:cubicBezTo>
                      <a:pt x="0" y="151"/>
                      <a:pt x="1" y="147"/>
                      <a:pt x="1" y="143"/>
                    </a:cubicBezTo>
                    <a:cubicBezTo>
                      <a:pt x="2" y="141"/>
                      <a:pt x="2" y="138"/>
                      <a:pt x="3" y="136"/>
                    </a:cubicBezTo>
                    <a:cubicBezTo>
                      <a:pt x="4" y="130"/>
                      <a:pt x="5" y="124"/>
                      <a:pt x="6" y="118"/>
                    </a:cubicBezTo>
                    <a:cubicBezTo>
                      <a:pt x="8" y="107"/>
                      <a:pt x="9" y="96"/>
                      <a:pt x="12" y="85"/>
                    </a:cubicBezTo>
                    <a:cubicBezTo>
                      <a:pt x="15" y="70"/>
                      <a:pt x="17" y="54"/>
                      <a:pt x="21" y="39"/>
                    </a:cubicBezTo>
                    <a:cubicBezTo>
                      <a:pt x="23" y="32"/>
                      <a:pt x="25" y="26"/>
                      <a:pt x="28" y="20"/>
                    </a:cubicBezTo>
                    <a:cubicBezTo>
                      <a:pt x="30" y="16"/>
                      <a:pt x="31" y="13"/>
                      <a:pt x="33" y="10"/>
                    </a:cubicBezTo>
                    <a:cubicBezTo>
                      <a:pt x="35" y="8"/>
                      <a:pt x="37" y="5"/>
                      <a:pt x="39" y="4"/>
                    </a:cubicBezTo>
                    <a:cubicBezTo>
                      <a:pt x="44" y="1"/>
                      <a:pt x="51" y="0"/>
                      <a:pt x="56" y="3"/>
                    </a:cubicBezTo>
                    <a:cubicBezTo>
                      <a:pt x="58" y="5"/>
                      <a:pt x="60" y="7"/>
                      <a:pt x="62" y="10"/>
                    </a:cubicBezTo>
                    <a:cubicBezTo>
                      <a:pt x="64" y="12"/>
                      <a:pt x="65" y="13"/>
                      <a:pt x="66" y="16"/>
                    </a:cubicBezTo>
                    <a:cubicBezTo>
                      <a:pt x="69" y="13"/>
                      <a:pt x="72" y="11"/>
                      <a:pt x="76" y="9"/>
                    </a:cubicBezTo>
                    <a:cubicBezTo>
                      <a:pt x="79" y="7"/>
                      <a:pt x="84" y="5"/>
                      <a:pt x="89" y="5"/>
                    </a:cubicBezTo>
                    <a:cubicBezTo>
                      <a:pt x="91" y="5"/>
                      <a:pt x="93" y="5"/>
                      <a:pt x="95" y="5"/>
                    </a:cubicBezTo>
                    <a:cubicBezTo>
                      <a:pt x="97" y="5"/>
                      <a:pt x="99" y="7"/>
                      <a:pt x="101" y="7"/>
                    </a:cubicBezTo>
                    <a:cubicBezTo>
                      <a:pt x="107" y="11"/>
                      <a:pt x="109" y="18"/>
                      <a:pt x="106" y="24"/>
                    </a:cubicBezTo>
                    <a:cubicBezTo>
                      <a:pt x="103" y="29"/>
                      <a:pt x="96" y="31"/>
                      <a:pt x="90" y="28"/>
                    </a:cubicBezTo>
                    <a:cubicBezTo>
                      <a:pt x="89" y="28"/>
                      <a:pt x="89" y="28"/>
                      <a:pt x="88" y="28"/>
                    </a:cubicBezTo>
                    <a:cubicBezTo>
                      <a:pt x="87" y="29"/>
                      <a:pt x="86" y="30"/>
                      <a:pt x="85" y="30"/>
                    </a:cubicBezTo>
                    <a:cubicBezTo>
                      <a:pt x="83" y="31"/>
                      <a:pt x="83" y="31"/>
                      <a:pt x="82" y="32"/>
                    </a:cubicBezTo>
                    <a:cubicBezTo>
                      <a:pt x="80" y="34"/>
                      <a:pt x="78" y="35"/>
                      <a:pt x="76" y="37"/>
                    </a:cubicBezTo>
                    <a:cubicBezTo>
                      <a:pt x="75" y="38"/>
                      <a:pt x="73" y="39"/>
                      <a:pt x="72" y="41"/>
                    </a:cubicBezTo>
                    <a:cubicBezTo>
                      <a:pt x="72" y="42"/>
                      <a:pt x="71" y="42"/>
                      <a:pt x="71" y="42"/>
                    </a:cubicBezTo>
                    <a:cubicBezTo>
                      <a:pt x="71" y="42"/>
                      <a:pt x="72" y="42"/>
                      <a:pt x="72" y="41"/>
                    </a:cubicBezTo>
                    <a:cubicBezTo>
                      <a:pt x="71" y="43"/>
                      <a:pt x="69" y="44"/>
                      <a:pt x="68" y="45"/>
                    </a:cubicBezTo>
                    <a:cubicBezTo>
                      <a:pt x="69" y="45"/>
                      <a:pt x="69" y="45"/>
                      <a:pt x="69" y="45"/>
                    </a:cubicBezTo>
                    <a:cubicBezTo>
                      <a:pt x="68" y="45"/>
                      <a:pt x="68" y="46"/>
                      <a:pt x="67" y="46"/>
                    </a:cubicBezTo>
                    <a:cubicBezTo>
                      <a:pt x="67" y="47"/>
                      <a:pt x="67" y="48"/>
                      <a:pt x="66" y="48"/>
                    </a:cubicBezTo>
                    <a:cubicBezTo>
                      <a:pt x="61" y="55"/>
                      <a:pt x="57" y="62"/>
                      <a:pt x="52" y="69"/>
                    </a:cubicBezTo>
                    <a:cubicBezTo>
                      <a:pt x="50" y="74"/>
                      <a:pt x="47" y="79"/>
                      <a:pt x="44" y="85"/>
                    </a:cubicBezTo>
                    <a:cubicBezTo>
                      <a:pt x="39" y="97"/>
                      <a:pt x="36" y="109"/>
                      <a:pt x="32" y="121"/>
                    </a:cubicBezTo>
                    <a:cubicBezTo>
                      <a:pt x="28" y="133"/>
                      <a:pt x="25" y="145"/>
                      <a:pt x="23" y="157"/>
                    </a:cubicBezTo>
                    <a:cubicBezTo>
                      <a:pt x="22" y="162"/>
                      <a:pt x="16" y="166"/>
                      <a:pt x="11" y="166"/>
                    </a:cubicBezTo>
                    <a:lnTo>
                      <a:pt x="10" y="16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" name="Google Shape;62;p2"/>
              <p:cNvSpPr/>
              <p:nvPr/>
            </p:nvSpPr>
            <p:spPr>
              <a:xfrm>
                <a:off x="468360" y="1690920"/>
                <a:ext cx="38160" cy="51840"/>
              </a:xfrm>
              <a:custGeom>
                <a:avLst/>
                <a:gdLst/>
                <a:ahLst/>
                <a:cxnLst/>
                <a:rect l="l" t="t" r="r" b="b"/>
                <a:pathLst>
                  <a:path w="106" h="144" extrusionOk="0">
                    <a:moveTo>
                      <a:pt x="41" y="143"/>
                    </a:moveTo>
                    <a:cubicBezTo>
                      <a:pt x="36" y="142"/>
                      <a:pt x="31" y="140"/>
                      <a:pt x="26" y="138"/>
                    </a:cubicBezTo>
                    <a:cubicBezTo>
                      <a:pt x="17" y="133"/>
                      <a:pt x="11" y="125"/>
                      <a:pt x="6" y="116"/>
                    </a:cubicBezTo>
                    <a:cubicBezTo>
                      <a:pt x="0" y="105"/>
                      <a:pt x="1" y="94"/>
                      <a:pt x="2" y="82"/>
                    </a:cubicBezTo>
                    <a:cubicBezTo>
                      <a:pt x="5" y="70"/>
                      <a:pt x="9" y="60"/>
                      <a:pt x="15" y="50"/>
                    </a:cubicBezTo>
                    <a:cubicBezTo>
                      <a:pt x="20" y="40"/>
                      <a:pt x="26" y="31"/>
                      <a:pt x="34" y="22"/>
                    </a:cubicBezTo>
                    <a:cubicBezTo>
                      <a:pt x="37" y="18"/>
                      <a:pt x="41" y="14"/>
                      <a:pt x="46" y="11"/>
                    </a:cubicBezTo>
                    <a:cubicBezTo>
                      <a:pt x="51" y="8"/>
                      <a:pt x="55" y="6"/>
                      <a:pt x="61" y="4"/>
                    </a:cubicBezTo>
                    <a:cubicBezTo>
                      <a:pt x="70" y="0"/>
                      <a:pt x="81" y="2"/>
                      <a:pt x="90" y="8"/>
                    </a:cubicBezTo>
                    <a:cubicBezTo>
                      <a:pt x="93" y="10"/>
                      <a:pt x="96" y="14"/>
                      <a:pt x="97" y="17"/>
                    </a:cubicBezTo>
                    <a:cubicBezTo>
                      <a:pt x="101" y="19"/>
                      <a:pt x="104" y="22"/>
                      <a:pt x="105" y="26"/>
                    </a:cubicBezTo>
                    <a:cubicBezTo>
                      <a:pt x="105" y="30"/>
                      <a:pt x="104" y="32"/>
                      <a:pt x="103" y="35"/>
                    </a:cubicBezTo>
                    <a:cubicBezTo>
                      <a:pt x="102" y="37"/>
                      <a:pt x="100" y="38"/>
                      <a:pt x="99" y="38"/>
                    </a:cubicBezTo>
                    <a:lnTo>
                      <a:pt x="98" y="39"/>
                    </a:lnTo>
                    <a:lnTo>
                      <a:pt x="99" y="38"/>
                    </a:lnTo>
                    <a:cubicBezTo>
                      <a:pt x="97" y="39"/>
                      <a:pt x="96" y="40"/>
                      <a:pt x="94" y="41"/>
                    </a:cubicBezTo>
                    <a:cubicBezTo>
                      <a:pt x="91" y="42"/>
                      <a:pt x="88" y="41"/>
                      <a:pt x="85" y="40"/>
                    </a:cubicBezTo>
                    <a:cubicBezTo>
                      <a:pt x="81" y="38"/>
                      <a:pt x="79" y="34"/>
                      <a:pt x="77" y="30"/>
                    </a:cubicBezTo>
                    <a:cubicBezTo>
                      <a:pt x="77" y="29"/>
                      <a:pt x="76" y="28"/>
                      <a:pt x="76" y="28"/>
                    </a:cubicBezTo>
                    <a:cubicBezTo>
                      <a:pt x="76" y="27"/>
                      <a:pt x="75" y="27"/>
                      <a:pt x="75" y="27"/>
                    </a:cubicBezTo>
                    <a:cubicBezTo>
                      <a:pt x="75" y="26"/>
                      <a:pt x="75" y="26"/>
                      <a:pt x="74" y="26"/>
                    </a:cubicBezTo>
                    <a:cubicBezTo>
                      <a:pt x="74" y="26"/>
                      <a:pt x="73" y="26"/>
                      <a:pt x="73" y="25"/>
                    </a:cubicBezTo>
                    <a:cubicBezTo>
                      <a:pt x="72" y="25"/>
                      <a:pt x="72" y="25"/>
                      <a:pt x="72" y="25"/>
                    </a:cubicBezTo>
                    <a:cubicBezTo>
                      <a:pt x="71" y="25"/>
                      <a:pt x="71" y="25"/>
                      <a:pt x="70" y="25"/>
                    </a:cubicBezTo>
                    <a:lnTo>
                      <a:pt x="71" y="25"/>
                    </a:lnTo>
                    <a:cubicBezTo>
                      <a:pt x="70" y="25"/>
                      <a:pt x="69" y="25"/>
                      <a:pt x="68" y="26"/>
                    </a:cubicBezTo>
                    <a:cubicBezTo>
                      <a:pt x="66" y="27"/>
                      <a:pt x="65" y="27"/>
                      <a:pt x="63" y="28"/>
                    </a:cubicBezTo>
                    <a:cubicBezTo>
                      <a:pt x="62" y="28"/>
                      <a:pt x="61" y="28"/>
                      <a:pt x="61" y="29"/>
                    </a:cubicBezTo>
                    <a:cubicBezTo>
                      <a:pt x="60" y="29"/>
                      <a:pt x="59" y="30"/>
                      <a:pt x="59" y="30"/>
                    </a:cubicBezTo>
                    <a:cubicBezTo>
                      <a:pt x="57" y="31"/>
                      <a:pt x="55" y="32"/>
                      <a:pt x="54" y="34"/>
                    </a:cubicBezTo>
                    <a:cubicBezTo>
                      <a:pt x="51" y="37"/>
                      <a:pt x="49" y="39"/>
                      <a:pt x="47" y="41"/>
                    </a:cubicBezTo>
                    <a:cubicBezTo>
                      <a:pt x="44" y="46"/>
                      <a:pt x="40" y="51"/>
                      <a:pt x="37" y="56"/>
                    </a:cubicBezTo>
                    <a:cubicBezTo>
                      <a:pt x="34" y="60"/>
                      <a:pt x="31" y="66"/>
                      <a:pt x="29" y="70"/>
                    </a:cubicBezTo>
                    <a:cubicBezTo>
                      <a:pt x="28" y="73"/>
                      <a:pt x="27" y="76"/>
                      <a:pt x="26" y="78"/>
                    </a:cubicBezTo>
                    <a:cubicBezTo>
                      <a:pt x="26" y="81"/>
                      <a:pt x="25" y="85"/>
                      <a:pt x="24" y="88"/>
                    </a:cubicBezTo>
                    <a:cubicBezTo>
                      <a:pt x="24" y="91"/>
                      <a:pt x="24" y="92"/>
                      <a:pt x="24" y="95"/>
                    </a:cubicBezTo>
                    <a:cubicBezTo>
                      <a:pt x="24" y="97"/>
                      <a:pt x="24" y="98"/>
                      <a:pt x="24" y="99"/>
                    </a:cubicBezTo>
                    <a:cubicBezTo>
                      <a:pt x="24" y="100"/>
                      <a:pt x="24" y="101"/>
                      <a:pt x="24" y="101"/>
                    </a:cubicBezTo>
                    <a:cubicBezTo>
                      <a:pt x="24" y="102"/>
                      <a:pt x="24" y="102"/>
                      <a:pt x="25" y="104"/>
                    </a:cubicBezTo>
                    <a:cubicBezTo>
                      <a:pt x="25" y="105"/>
                      <a:pt x="26" y="106"/>
                      <a:pt x="27" y="107"/>
                    </a:cubicBezTo>
                    <a:cubicBezTo>
                      <a:pt x="27" y="108"/>
                      <a:pt x="28" y="109"/>
                      <a:pt x="29" y="110"/>
                    </a:cubicBezTo>
                    <a:cubicBezTo>
                      <a:pt x="29" y="111"/>
                      <a:pt x="30" y="112"/>
                      <a:pt x="31" y="113"/>
                    </a:cubicBezTo>
                    <a:cubicBezTo>
                      <a:pt x="32" y="114"/>
                      <a:pt x="33" y="115"/>
                      <a:pt x="34" y="115"/>
                    </a:cubicBezTo>
                    <a:cubicBezTo>
                      <a:pt x="34" y="116"/>
                      <a:pt x="35" y="116"/>
                      <a:pt x="36" y="117"/>
                    </a:cubicBezTo>
                    <a:cubicBezTo>
                      <a:pt x="37" y="118"/>
                      <a:pt x="37" y="118"/>
                      <a:pt x="38" y="118"/>
                    </a:cubicBezTo>
                    <a:cubicBezTo>
                      <a:pt x="39" y="119"/>
                      <a:pt x="40" y="119"/>
                      <a:pt x="41" y="119"/>
                    </a:cubicBezTo>
                    <a:cubicBezTo>
                      <a:pt x="42" y="120"/>
                      <a:pt x="42" y="120"/>
                      <a:pt x="44" y="120"/>
                    </a:cubicBezTo>
                    <a:cubicBezTo>
                      <a:pt x="44" y="120"/>
                      <a:pt x="45" y="120"/>
                      <a:pt x="47" y="120"/>
                    </a:cubicBezTo>
                    <a:cubicBezTo>
                      <a:pt x="46" y="120"/>
                      <a:pt x="45" y="120"/>
                      <a:pt x="45" y="120"/>
                    </a:cubicBezTo>
                    <a:cubicBezTo>
                      <a:pt x="46" y="120"/>
                      <a:pt x="47" y="120"/>
                      <a:pt x="48" y="120"/>
                    </a:cubicBezTo>
                    <a:cubicBezTo>
                      <a:pt x="49" y="120"/>
                      <a:pt x="51" y="120"/>
                      <a:pt x="52" y="119"/>
                    </a:cubicBezTo>
                    <a:cubicBezTo>
                      <a:pt x="58" y="119"/>
                      <a:pt x="64" y="122"/>
                      <a:pt x="65" y="129"/>
                    </a:cubicBezTo>
                    <a:cubicBezTo>
                      <a:pt x="66" y="135"/>
                      <a:pt x="62" y="141"/>
                      <a:pt x="56" y="142"/>
                    </a:cubicBezTo>
                    <a:cubicBezTo>
                      <a:pt x="52" y="143"/>
                      <a:pt x="49" y="143"/>
                      <a:pt x="45" y="143"/>
                    </a:cubicBezTo>
                    <a:cubicBezTo>
                      <a:pt x="44" y="143"/>
                      <a:pt x="42" y="143"/>
                      <a:pt x="41" y="14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" name="Google Shape;63;p2"/>
              <p:cNvSpPr/>
              <p:nvPr/>
            </p:nvSpPr>
            <p:spPr>
              <a:xfrm>
                <a:off x="516240" y="1681560"/>
                <a:ext cx="43560" cy="7020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195" extrusionOk="0">
                    <a:moveTo>
                      <a:pt x="47" y="193"/>
                    </a:moveTo>
                    <a:cubicBezTo>
                      <a:pt x="45" y="192"/>
                      <a:pt x="42" y="191"/>
                      <a:pt x="40" y="189"/>
                    </a:cubicBezTo>
                    <a:cubicBezTo>
                      <a:pt x="38" y="187"/>
                      <a:pt x="37" y="184"/>
                      <a:pt x="35" y="181"/>
                    </a:cubicBezTo>
                    <a:cubicBezTo>
                      <a:pt x="32" y="176"/>
                      <a:pt x="35" y="168"/>
                      <a:pt x="41" y="166"/>
                    </a:cubicBezTo>
                    <a:cubicBezTo>
                      <a:pt x="46" y="163"/>
                      <a:pt x="53" y="166"/>
                      <a:pt x="56" y="171"/>
                    </a:cubicBezTo>
                    <a:cubicBezTo>
                      <a:pt x="57" y="171"/>
                      <a:pt x="57" y="171"/>
                      <a:pt x="57" y="171"/>
                    </a:cubicBezTo>
                    <a:cubicBezTo>
                      <a:pt x="61" y="171"/>
                      <a:pt x="64" y="171"/>
                      <a:pt x="67" y="170"/>
                    </a:cubicBezTo>
                    <a:cubicBezTo>
                      <a:pt x="69" y="170"/>
                      <a:pt x="71" y="170"/>
                      <a:pt x="73" y="169"/>
                    </a:cubicBezTo>
                    <a:cubicBezTo>
                      <a:pt x="75" y="169"/>
                      <a:pt x="77" y="169"/>
                      <a:pt x="78" y="168"/>
                    </a:cubicBezTo>
                    <a:cubicBezTo>
                      <a:pt x="80" y="167"/>
                      <a:pt x="81" y="166"/>
                      <a:pt x="83" y="166"/>
                    </a:cubicBezTo>
                    <a:cubicBezTo>
                      <a:pt x="84" y="164"/>
                      <a:pt x="86" y="164"/>
                      <a:pt x="88" y="163"/>
                    </a:cubicBezTo>
                    <a:cubicBezTo>
                      <a:pt x="88" y="162"/>
                      <a:pt x="90" y="161"/>
                      <a:pt x="91" y="160"/>
                    </a:cubicBezTo>
                    <a:lnTo>
                      <a:pt x="92" y="159"/>
                    </a:lnTo>
                    <a:cubicBezTo>
                      <a:pt x="93" y="157"/>
                      <a:pt x="94" y="156"/>
                      <a:pt x="94" y="155"/>
                    </a:cubicBezTo>
                    <a:cubicBezTo>
                      <a:pt x="95" y="155"/>
                      <a:pt x="95" y="155"/>
                      <a:pt x="95" y="154"/>
                    </a:cubicBezTo>
                    <a:cubicBezTo>
                      <a:pt x="95" y="155"/>
                      <a:pt x="95" y="155"/>
                      <a:pt x="95" y="155"/>
                    </a:cubicBezTo>
                    <a:cubicBezTo>
                      <a:pt x="95" y="154"/>
                      <a:pt x="95" y="153"/>
                      <a:pt x="95" y="153"/>
                    </a:cubicBezTo>
                    <a:cubicBezTo>
                      <a:pt x="96" y="151"/>
                      <a:pt x="96" y="150"/>
                      <a:pt x="97" y="148"/>
                    </a:cubicBezTo>
                    <a:cubicBezTo>
                      <a:pt x="97" y="149"/>
                      <a:pt x="97" y="149"/>
                      <a:pt x="97" y="150"/>
                    </a:cubicBezTo>
                    <a:cubicBezTo>
                      <a:pt x="97" y="149"/>
                      <a:pt x="97" y="147"/>
                      <a:pt x="97" y="146"/>
                    </a:cubicBezTo>
                    <a:lnTo>
                      <a:pt x="97" y="145"/>
                    </a:lnTo>
                    <a:lnTo>
                      <a:pt x="97" y="144"/>
                    </a:lnTo>
                    <a:lnTo>
                      <a:pt x="97" y="145"/>
                    </a:lnTo>
                    <a:lnTo>
                      <a:pt x="97" y="144"/>
                    </a:lnTo>
                    <a:cubicBezTo>
                      <a:pt x="97" y="144"/>
                      <a:pt x="96" y="143"/>
                      <a:pt x="96" y="142"/>
                    </a:cubicBezTo>
                    <a:cubicBezTo>
                      <a:pt x="96" y="142"/>
                      <a:pt x="95" y="142"/>
                      <a:pt x="95" y="141"/>
                    </a:cubicBezTo>
                    <a:cubicBezTo>
                      <a:pt x="95" y="140"/>
                      <a:pt x="94" y="139"/>
                      <a:pt x="94" y="138"/>
                    </a:cubicBezTo>
                    <a:lnTo>
                      <a:pt x="94" y="139"/>
                    </a:lnTo>
                    <a:cubicBezTo>
                      <a:pt x="94" y="139"/>
                      <a:pt x="93" y="138"/>
                      <a:pt x="92" y="137"/>
                    </a:cubicBezTo>
                    <a:cubicBezTo>
                      <a:pt x="91" y="135"/>
                      <a:pt x="90" y="134"/>
                      <a:pt x="88" y="132"/>
                    </a:cubicBezTo>
                    <a:cubicBezTo>
                      <a:pt x="85" y="131"/>
                      <a:pt x="82" y="128"/>
                      <a:pt x="79" y="127"/>
                    </a:cubicBezTo>
                    <a:cubicBezTo>
                      <a:pt x="70" y="121"/>
                      <a:pt x="62" y="117"/>
                      <a:pt x="53" y="111"/>
                    </a:cubicBezTo>
                    <a:cubicBezTo>
                      <a:pt x="45" y="107"/>
                      <a:pt x="36" y="102"/>
                      <a:pt x="28" y="96"/>
                    </a:cubicBezTo>
                    <a:cubicBezTo>
                      <a:pt x="18" y="87"/>
                      <a:pt x="9" y="77"/>
                      <a:pt x="4" y="63"/>
                    </a:cubicBezTo>
                    <a:cubicBezTo>
                      <a:pt x="0" y="50"/>
                      <a:pt x="2" y="36"/>
                      <a:pt x="9" y="25"/>
                    </a:cubicBezTo>
                    <a:cubicBezTo>
                      <a:pt x="13" y="19"/>
                      <a:pt x="19" y="15"/>
                      <a:pt x="24" y="12"/>
                    </a:cubicBezTo>
                    <a:cubicBezTo>
                      <a:pt x="30" y="8"/>
                      <a:pt x="35" y="5"/>
                      <a:pt x="42" y="3"/>
                    </a:cubicBezTo>
                    <a:cubicBezTo>
                      <a:pt x="55" y="0"/>
                      <a:pt x="69" y="1"/>
                      <a:pt x="80" y="8"/>
                    </a:cubicBezTo>
                    <a:cubicBezTo>
                      <a:pt x="85" y="12"/>
                      <a:pt x="90" y="16"/>
                      <a:pt x="93" y="21"/>
                    </a:cubicBezTo>
                    <a:cubicBezTo>
                      <a:pt x="95" y="24"/>
                      <a:pt x="96" y="28"/>
                      <a:pt x="97" y="31"/>
                    </a:cubicBezTo>
                    <a:cubicBezTo>
                      <a:pt x="98" y="33"/>
                      <a:pt x="98" y="37"/>
                      <a:pt x="97" y="40"/>
                    </a:cubicBezTo>
                    <a:cubicBezTo>
                      <a:pt x="95" y="44"/>
                      <a:pt x="92" y="47"/>
                      <a:pt x="88" y="48"/>
                    </a:cubicBezTo>
                    <a:cubicBezTo>
                      <a:pt x="82" y="49"/>
                      <a:pt x="76" y="46"/>
                      <a:pt x="74" y="40"/>
                    </a:cubicBezTo>
                    <a:cubicBezTo>
                      <a:pt x="74" y="38"/>
                      <a:pt x="74" y="36"/>
                      <a:pt x="73" y="34"/>
                    </a:cubicBezTo>
                    <a:lnTo>
                      <a:pt x="73" y="33"/>
                    </a:lnTo>
                    <a:cubicBezTo>
                      <a:pt x="73" y="33"/>
                      <a:pt x="73" y="32"/>
                      <a:pt x="72" y="32"/>
                    </a:cubicBezTo>
                    <a:lnTo>
                      <a:pt x="71" y="31"/>
                    </a:lnTo>
                    <a:cubicBezTo>
                      <a:pt x="71" y="30"/>
                      <a:pt x="70" y="30"/>
                      <a:pt x="70" y="30"/>
                    </a:cubicBezTo>
                    <a:cubicBezTo>
                      <a:pt x="70" y="30"/>
                      <a:pt x="71" y="30"/>
                      <a:pt x="71" y="31"/>
                    </a:cubicBezTo>
                    <a:cubicBezTo>
                      <a:pt x="70" y="30"/>
                      <a:pt x="70" y="29"/>
                      <a:pt x="70" y="29"/>
                    </a:cubicBezTo>
                    <a:cubicBezTo>
                      <a:pt x="69" y="29"/>
                      <a:pt x="68" y="28"/>
                      <a:pt x="67" y="28"/>
                    </a:cubicBezTo>
                    <a:cubicBezTo>
                      <a:pt x="67" y="28"/>
                      <a:pt x="66" y="27"/>
                      <a:pt x="66" y="26"/>
                    </a:cubicBezTo>
                    <a:cubicBezTo>
                      <a:pt x="64" y="26"/>
                      <a:pt x="64" y="26"/>
                      <a:pt x="63" y="26"/>
                    </a:cubicBezTo>
                    <a:cubicBezTo>
                      <a:pt x="62" y="25"/>
                      <a:pt x="60" y="25"/>
                      <a:pt x="59" y="25"/>
                    </a:cubicBezTo>
                    <a:cubicBezTo>
                      <a:pt x="58" y="25"/>
                      <a:pt x="57" y="25"/>
                      <a:pt x="56" y="25"/>
                    </a:cubicBezTo>
                    <a:cubicBezTo>
                      <a:pt x="55" y="25"/>
                      <a:pt x="53" y="25"/>
                      <a:pt x="52" y="25"/>
                    </a:cubicBezTo>
                    <a:cubicBezTo>
                      <a:pt x="51" y="25"/>
                      <a:pt x="49" y="25"/>
                      <a:pt x="48" y="26"/>
                    </a:cubicBezTo>
                    <a:cubicBezTo>
                      <a:pt x="47" y="26"/>
                      <a:pt x="46" y="26"/>
                      <a:pt x="44" y="27"/>
                    </a:cubicBezTo>
                    <a:cubicBezTo>
                      <a:pt x="43" y="28"/>
                      <a:pt x="42" y="28"/>
                      <a:pt x="41" y="29"/>
                    </a:cubicBezTo>
                    <a:cubicBezTo>
                      <a:pt x="39" y="29"/>
                      <a:pt x="38" y="31"/>
                      <a:pt x="36" y="32"/>
                    </a:cubicBezTo>
                    <a:cubicBezTo>
                      <a:pt x="34" y="33"/>
                      <a:pt x="32" y="35"/>
                      <a:pt x="31" y="36"/>
                    </a:cubicBezTo>
                    <a:cubicBezTo>
                      <a:pt x="30" y="37"/>
                      <a:pt x="29" y="38"/>
                      <a:pt x="28" y="39"/>
                    </a:cubicBezTo>
                    <a:lnTo>
                      <a:pt x="27" y="40"/>
                    </a:lnTo>
                    <a:cubicBezTo>
                      <a:pt x="27" y="40"/>
                      <a:pt x="27" y="41"/>
                      <a:pt x="27" y="42"/>
                    </a:cubicBezTo>
                    <a:cubicBezTo>
                      <a:pt x="26" y="42"/>
                      <a:pt x="26" y="43"/>
                      <a:pt x="25" y="44"/>
                    </a:cubicBezTo>
                    <a:cubicBezTo>
                      <a:pt x="25" y="45"/>
                      <a:pt x="25" y="45"/>
                      <a:pt x="25" y="45"/>
                    </a:cubicBezTo>
                    <a:cubicBezTo>
                      <a:pt x="25" y="46"/>
                      <a:pt x="25" y="48"/>
                      <a:pt x="25" y="49"/>
                    </a:cubicBezTo>
                    <a:cubicBezTo>
                      <a:pt x="25" y="50"/>
                      <a:pt x="25" y="51"/>
                      <a:pt x="25" y="51"/>
                    </a:cubicBezTo>
                    <a:cubicBezTo>
                      <a:pt x="25" y="53"/>
                      <a:pt x="25" y="54"/>
                      <a:pt x="25" y="55"/>
                    </a:cubicBezTo>
                    <a:cubicBezTo>
                      <a:pt x="26" y="56"/>
                      <a:pt x="26" y="57"/>
                      <a:pt x="27" y="58"/>
                    </a:cubicBezTo>
                    <a:cubicBezTo>
                      <a:pt x="27" y="59"/>
                      <a:pt x="28" y="60"/>
                      <a:pt x="28" y="61"/>
                    </a:cubicBezTo>
                    <a:cubicBezTo>
                      <a:pt x="30" y="63"/>
                      <a:pt x="30" y="65"/>
                      <a:pt x="31" y="67"/>
                    </a:cubicBezTo>
                    <a:cubicBezTo>
                      <a:pt x="32" y="68"/>
                      <a:pt x="34" y="70"/>
                      <a:pt x="35" y="71"/>
                    </a:cubicBezTo>
                    <a:cubicBezTo>
                      <a:pt x="38" y="74"/>
                      <a:pt x="40" y="75"/>
                      <a:pt x="42" y="78"/>
                    </a:cubicBezTo>
                    <a:cubicBezTo>
                      <a:pt x="46" y="81"/>
                      <a:pt x="51" y="83"/>
                      <a:pt x="55" y="86"/>
                    </a:cubicBezTo>
                    <a:cubicBezTo>
                      <a:pt x="63" y="91"/>
                      <a:pt x="72" y="96"/>
                      <a:pt x="81" y="101"/>
                    </a:cubicBezTo>
                    <a:cubicBezTo>
                      <a:pt x="85" y="104"/>
                      <a:pt x="90" y="106"/>
                      <a:pt x="94" y="109"/>
                    </a:cubicBezTo>
                    <a:cubicBezTo>
                      <a:pt x="97" y="111"/>
                      <a:pt x="101" y="114"/>
                      <a:pt x="104" y="117"/>
                    </a:cubicBezTo>
                    <a:cubicBezTo>
                      <a:pt x="109" y="121"/>
                      <a:pt x="114" y="126"/>
                      <a:pt x="116" y="132"/>
                    </a:cubicBezTo>
                    <a:cubicBezTo>
                      <a:pt x="119" y="137"/>
                      <a:pt x="120" y="142"/>
                      <a:pt x="120" y="148"/>
                    </a:cubicBezTo>
                    <a:cubicBezTo>
                      <a:pt x="119" y="153"/>
                      <a:pt x="118" y="160"/>
                      <a:pt x="115" y="165"/>
                    </a:cubicBezTo>
                    <a:cubicBezTo>
                      <a:pt x="109" y="176"/>
                      <a:pt x="99" y="184"/>
                      <a:pt x="88" y="188"/>
                    </a:cubicBezTo>
                    <a:cubicBezTo>
                      <a:pt x="80" y="192"/>
                      <a:pt x="71" y="194"/>
                      <a:pt x="63" y="194"/>
                    </a:cubicBezTo>
                    <a:cubicBezTo>
                      <a:pt x="61" y="194"/>
                      <a:pt x="59" y="194"/>
                      <a:pt x="56" y="194"/>
                    </a:cubicBezTo>
                    <a:cubicBezTo>
                      <a:pt x="53" y="194"/>
                      <a:pt x="50" y="194"/>
                      <a:pt x="47" y="19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" name="Google Shape;64;p2"/>
              <p:cNvSpPr/>
              <p:nvPr/>
            </p:nvSpPr>
            <p:spPr>
              <a:xfrm>
                <a:off x="573840" y="1685160"/>
                <a:ext cx="17280" cy="54000"/>
              </a:xfrm>
              <a:custGeom>
                <a:avLst/>
                <a:gdLst/>
                <a:ahLst/>
                <a:cxnLst/>
                <a:rect l="l" t="t" r="r" b="b"/>
                <a:pathLst>
                  <a:path w="48" h="150" extrusionOk="0">
                    <a:moveTo>
                      <a:pt x="3" y="138"/>
                    </a:moveTo>
                    <a:cubicBezTo>
                      <a:pt x="2" y="119"/>
                      <a:pt x="2" y="99"/>
                      <a:pt x="1" y="79"/>
                    </a:cubicBezTo>
                    <a:cubicBezTo>
                      <a:pt x="1" y="64"/>
                      <a:pt x="0" y="49"/>
                      <a:pt x="3" y="34"/>
                    </a:cubicBezTo>
                    <a:cubicBezTo>
                      <a:pt x="4" y="28"/>
                      <a:pt x="5" y="22"/>
                      <a:pt x="7" y="17"/>
                    </a:cubicBezTo>
                    <a:cubicBezTo>
                      <a:pt x="9" y="13"/>
                      <a:pt x="12" y="7"/>
                      <a:pt x="17" y="4"/>
                    </a:cubicBezTo>
                    <a:cubicBezTo>
                      <a:pt x="20" y="2"/>
                      <a:pt x="25" y="0"/>
                      <a:pt x="29" y="1"/>
                    </a:cubicBezTo>
                    <a:cubicBezTo>
                      <a:pt x="34" y="3"/>
                      <a:pt x="37" y="5"/>
                      <a:pt x="41" y="7"/>
                    </a:cubicBezTo>
                    <a:cubicBezTo>
                      <a:pt x="46" y="11"/>
                      <a:pt x="47" y="18"/>
                      <a:pt x="44" y="24"/>
                    </a:cubicBezTo>
                    <a:cubicBezTo>
                      <a:pt x="40" y="28"/>
                      <a:pt x="33" y="29"/>
                      <a:pt x="28" y="27"/>
                    </a:cubicBezTo>
                    <a:cubicBezTo>
                      <a:pt x="27" y="28"/>
                      <a:pt x="27" y="29"/>
                      <a:pt x="27" y="30"/>
                    </a:cubicBezTo>
                    <a:cubicBezTo>
                      <a:pt x="26" y="34"/>
                      <a:pt x="25" y="37"/>
                      <a:pt x="25" y="40"/>
                    </a:cubicBezTo>
                    <a:cubicBezTo>
                      <a:pt x="24" y="47"/>
                      <a:pt x="23" y="55"/>
                      <a:pt x="23" y="63"/>
                    </a:cubicBezTo>
                    <a:cubicBezTo>
                      <a:pt x="23" y="88"/>
                      <a:pt x="25" y="113"/>
                      <a:pt x="26" y="137"/>
                    </a:cubicBezTo>
                    <a:cubicBezTo>
                      <a:pt x="26" y="144"/>
                      <a:pt x="21" y="149"/>
                      <a:pt x="15" y="149"/>
                    </a:cubicBezTo>
                    <a:cubicBezTo>
                      <a:pt x="8" y="149"/>
                      <a:pt x="3" y="145"/>
                      <a:pt x="3" y="1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" name="Google Shape;65;p2"/>
              <p:cNvSpPr/>
              <p:nvPr/>
            </p:nvSpPr>
            <p:spPr>
              <a:xfrm>
                <a:off x="578880" y="1658520"/>
                <a:ext cx="9720" cy="9360"/>
              </a:xfrm>
              <a:custGeom>
                <a:avLst/>
                <a:gdLst/>
                <a:ahLst/>
                <a:cxnLst/>
                <a:rect l="l" t="t" r="r" b="b"/>
                <a:pathLst>
                  <a:path w="27" h="26" extrusionOk="0">
                    <a:moveTo>
                      <a:pt x="1" y="13"/>
                    </a:moveTo>
                    <a:cubicBezTo>
                      <a:pt x="0" y="6"/>
                      <a:pt x="6" y="0"/>
                      <a:pt x="12" y="0"/>
                    </a:cubicBezTo>
                    <a:cubicBezTo>
                      <a:pt x="19" y="0"/>
                      <a:pt x="26" y="4"/>
                      <a:pt x="26" y="12"/>
                    </a:cubicBezTo>
                    <a:cubicBezTo>
                      <a:pt x="26" y="18"/>
                      <a:pt x="21" y="25"/>
                      <a:pt x="14" y="25"/>
                    </a:cubicBezTo>
                    <a:cubicBezTo>
                      <a:pt x="7" y="25"/>
                      <a:pt x="1" y="20"/>
                      <a:pt x="1" y="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" name="Google Shape;66;p2"/>
              <p:cNvSpPr/>
              <p:nvPr/>
            </p:nvSpPr>
            <p:spPr>
              <a:xfrm>
                <a:off x="608040" y="1688040"/>
                <a:ext cx="33840" cy="65160"/>
              </a:xfrm>
              <a:custGeom>
                <a:avLst/>
                <a:gdLst/>
                <a:ahLst/>
                <a:cxnLst/>
                <a:rect l="l" t="t" r="r" b="b"/>
                <a:pathLst>
                  <a:path w="94" h="181" extrusionOk="0">
                    <a:moveTo>
                      <a:pt x="10" y="180"/>
                    </a:moveTo>
                    <a:cubicBezTo>
                      <a:pt x="4" y="178"/>
                      <a:pt x="0" y="172"/>
                      <a:pt x="1" y="166"/>
                    </a:cubicBezTo>
                    <a:cubicBezTo>
                      <a:pt x="2" y="162"/>
                      <a:pt x="2" y="158"/>
                      <a:pt x="4" y="153"/>
                    </a:cubicBezTo>
                    <a:cubicBezTo>
                      <a:pt x="4" y="150"/>
                      <a:pt x="5" y="146"/>
                      <a:pt x="5" y="142"/>
                    </a:cubicBezTo>
                    <a:cubicBezTo>
                      <a:pt x="8" y="121"/>
                      <a:pt x="9" y="99"/>
                      <a:pt x="11" y="78"/>
                    </a:cubicBezTo>
                    <a:cubicBezTo>
                      <a:pt x="11" y="68"/>
                      <a:pt x="11" y="58"/>
                      <a:pt x="12" y="48"/>
                    </a:cubicBezTo>
                    <a:cubicBezTo>
                      <a:pt x="12" y="39"/>
                      <a:pt x="13" y="30"/>
                      <a:pt x="14" y="21"/>
                    </a:cubicBezTo>
                    <a:cubicBezTo>
                      <a:pt x="15" y="15"/>
                      <a:pt x="18" y="8"/>
                      <a:pt x="22" y="4"/>
                    </a:cubicBezTo>
                    <a:cubicBezTo>
                      <a:pt x="25" y="1"/>
                      <a:pt x="30" y="0"/>
                      <a:pt x="35" y="2"/>
                    </a:cubicBezTo>
                    <a:cubicBezTo>
                      <a:pt x="41" y="4"/>
                      <a:pt x="44" y="11"/>
                      <a:pt x="42" y="17"/>
                    </a:cubicBezTo>
                    <a:cubicBezTo>
                      <a:pt x="41" y="20"/>
                      <a:pt x="40" y="21"/>
                      <a:pt x="38" y="22"/>
                    </a:cubicBezTo>
                    <a:cubicBezTo>
                      <a:pt x="38" y="22"/>
                      <a:pt x="38" y="23"/>
                      <a:pt x="37" y="24"/>
                    </a:cubicBezTo>
                    <a:cubicBezTo>
                      <a:pt x="37" y="26"/>
                      <a:pt x="36" y="29"/>
                      <a:pt x="36" y="32"/>
                    </a:cubicBezTo>
                    <a:lnTo>
                      <a:pt x="36" y="31"/>
                    </a:lnTo>
                    <a:cubicBezTo>
                      <a:pt x="34" y="45"/>
                      <a:pt x="34" y="57"/>
                      <a:pt x="33" y="70"/>
                    </a:cubicBezTo>
                    <a:cubicBezTo>
                      <a:pt x="33" y="72"/>
                      <a:pt x="33" y="74"/>
                      <a:pt x="33" y="75"/>
                    </a:cubicBezTo>
                    <a:cubicBezTo>
                      <a:pt x="36" y="70"/>
                      <a:pt x="38" y="65"/>
                      <a:pt x="41" y="61"/>
                    </a:cubicBezTo>
                    <a:cubicBezTo>
                      <a:pt x="43" y="57"/>
                      <a:pt x="45" y="53"/>
                      <a:pt x="48" y="50"/>
                    </a:cubicBezTo>
                    <a:cubicBezTo>
                      <a:pt x="50" y="47"/>
                      <a:pt x="52" y="45"/>
                      <a:pt x="55" y="43"/>
                    </a:cubicBezTo>
                    <a:cubicBezTo>
                      <a:pt x="58" y="42"/>
                      <a:pt x="61" y="39"/>
                      <a:pt x="65" y="39"/>
                    </a:cubicBezTo>
                    <a:cubicBezTo>
                      <a:pt x="68" y="39"/>
                      <a:pt x="72" y="39"/>
                      <a:pt x="75" y="41"/>
                    </a:cubicBezTo>
                    <a:cubicBezTo>
                      <a:pt x="78" y="43"/>
                      <a:pt x="79" y="45"/>
                      <a:pt x="82" y="47"/>
                    </a:cubicBezTo>
                    <a:cubicBezTo>
                      <a:pt x="86" y="53"/>
                      <a:pt x="89" y="61"/>
                      <a:pt x="90" y="68"/>
                    </a:cubicBezTo>
                    <a:cubicBezTo>
                      <a:pt x="93" y="79"/>
                      <a:pt x="93" y="91"/>
                      <a:pt x="93" y="102"/>
                    </a:cubicBezTo>
                    <a:cubicBezTo>
                      <a:pt x="93" y="107"/>
                      <a:pt x="93" y="113"/>
                      <a:pt x="93" y="119"/>
                    </a:cubicBezTo>
                    <a:cubicBezTo>
                      <a:pt x="93" y="130"/>
                      <a:pt x="92" y="142"/>
                      <a:pt x="92" y="153"/>
                    </a:cubicBezTo>
                    <a:cubicBezTo>
                      <a:pt x="92" y="160"/>
                      <a:pt x="85" y="165"/>
                      <a:pt x="79" y="164"/>
                    </a:cubicBezTo>
                    <a:cubicBezTo>
                      <a:pt x="72" y="163"/>
                      <a:pt x="68" y="158"/>
                      <a:pt x="68" y="152"/>
                    </a:cubicBezTo>
                    <a:cubicBezTo>
                      <a:pt x="69" y="145"/>
                      <a:pt x="69" y="139"/>
                      <a:pt x="70" y="133"/>
                    </a:cubicBezTo>
                    <a:cubicBezTo>
                      <a:pt x="70" y="128"/>
                      <a:pt x="71" y="123"/>
                      <a:pt x="71" y="118"/>
                    </a:cubicBezTo>
                    <a:cubicBezTo>
                      <a:pt x="71" y="106"/>
                      <a:pt x="71" y="93"/>
                      <a:pt x="69" y="81"/>
                    </a:cubicBezTo>
                    <a:cubicBezTo>
                      <a:pt x="69" y="78"/>
                      <a:pt x="68" y="74"/>
                      <a:pt x="67" y="70"/>
                    </a:cubicBezTo>
                    <a:cubicBezTo>
                      <a:pt x="66" y="68"/>
                      <a:pt x="66" y="67"/>
                      <a:pt x="65" y="65"/>
                    </a:cubicBezTo>
                    <a:lnTo>
                      <a:pt x="65" y="64"/>
                    </a:lnTo>
                    <a:cubicBezTo>
                      <a:pt x="65" y="65"/>
                      <a:pt x="64" y="65"/>
                      <a:pt x="64" y="66"/>
                    </a:cubicBezTo>
                    <a:cubicBezTo>
                      <a:pt x="62" y="68"/>
                      <a:pt x="60" y="71"/>
                      <a:pt x="58" y="74"/>
                    </a:cubicBezTo>
                    <a:cubicBezTo>
                      <a:pt x="56" y="78"/>
                      <a:pt x="53" y="83"/>
                      <a:pt x="50" y="88"/>
                    </a:cubicBezTo>
                    <a:cubicBezTo>
                      <a:pt x="48" y="92"/>
                      <a:pt x="46" y="97"/>
                      <a:pt x="44" y="102"/>
                    </a:cubicBezTo>
                    <a:cubicBezTo>
                      <a:pt x="43" y="105"/>
                      <a:pt x="41" y="107"/>
                      <a:pt x="40" y="111"/>
                    </a:cubicBezTo>
                    <a:cubicBezTo>
                      <a:pt x="39" y="114"/>
                      <a:pt x="38" y="117"/>
                      <a:pt x="37" y="120"/>
                    </a:cubicBezTo>
                    <a:cubicBezTo>
                      <a:pt x="35" y="126"/>
                      <a:pt x="33" y="131"/>
                      <a:pt x="31" y="137"/>
                    </a:cubicBezTo>
                    <a:cubicBezTo>
                      <a:pt x="30" y="142"/>
                      <a:pt x="29" y="146"/>
                      <a:pt x="28" y="152"/>
                    </a:cubicBezTo>
                    <a:cubicBezTo>
                      <a:pt x="27" y="154"/>
                      <a:pt x="27" y="156"/>
                      <a:pt x="26" y="159"/>
                    </a:cubicBezTo>
                    <a:cubicBezTo>
                      <a:pt x="26" y="163"/>
                      <a:pt x="25" y="167"/>
                      <a:pt x="24" y="170"/>
                    </a:cubicBezTo>
                    <a:cubicBezTo>
                      <a:pt x="23" y="176"/>
                      <a:pt x="18" y="180"/>
                      <a:pt x="13" y="180"/>
                    </a:cubicBezTo>
                    <a:cubicBezTo>
                      <a:pt x="12" y="180"/>
                      <a:pt x="11" y="180"/>
                      <a:pt x="10" y="1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" name="Google Shape;67;p2"/>
              <p:cNvSpPr/>
              <p:nvPr/>
            </p:nvSpPr>
            <p:spPr>
              <a:xfrm>
                <a:off x="650520" y="1689120"/>
                <a:ext cx="58680" cy="135360"/>
              </a:xfrm>
              <a:custGeom>
                <a:avLst/>
                <a:gdLst/>
                <a:ahLst/>
                <a:cxnLst/>
                <a:rect l="l" t="t" r="r" b="b"/>
                <a:pathLst>
                  <a:path w="163" h="376" extrusionOk="0">
                    <a:moveTo>
                      <a:pt x="39" y="352"/>
                    </a:moveTo>
                    <a:lnTo>
                      <a:pt x="40" y="352"/>
                    </a:lnTo>
                    <a:cubicBezTo>
                      <a:pt x="40" y="351"/>
                      <a:pt x="40" y="351"/>
                      <a:pt x="41" y="351"/>
                    </a:cubicBezTo>
                    <a:cubicBezTo>
                      <a:pt x="42" y="350"/>
                      <a:pt x="43" y="349"/>
                      <a:pt x="43" y="347"/>
                    </a:cubicBezTo>
                    <a:cubicBezTo>
                      <a:pt x="45" y="345"/>
                      <a:pt x="46" y="342"/>
                      <a:pt x="48" y="339"/>
                    </a:cubicBezTo>
                    <a:cubicBezTo>
                      <a:pt x="52" y="330"/>
                      <a:pt x="55" y="320"/>
                      <a:pt x="59" y="310"/>
                    </a:cubicBezTo>
                    <a:cubicBezTo>
                      <a:pt x="60" y="304"/>
                      <a:pt x="61" y="299"/>
                      <a:pt x="63" y="293"/>
                    </a:cubicBezTo>
                    <a:cubicBezTo>
                      <a:pt x="65" y="288"/>
                      <a:pt x="66" y="283"/>
                      <a:pt x="67" y="277"/>
                    </a:cubicBezTo>
                    <a:cubicBezTo>
                      <a:pt x="68" y="273"/>
                      <a:pt x="69" y="268"/>
                      <a:pt x="70" y="264"/>
                    </a:cubicBezTo>
                    <a:cubicBezTo>
                      <a:pt x="71" y="258"/>
                      <a:pt x="73" y="252"/>
                      <a:pt x="73" y="245"/>
                    </a:cubicBezTo>
                    <a:cubicBezTo>
                      <a:pt x="76" y="228"/>
                      <a:pt x="78" y="210"/>
                      <a:pt x="81" y="192"/>
                    </a:cubicBezTo>
                    <a:cubicBezTo>
                      <a:pt x="78" y="195"/>
                      <a:pt x="76" y="198"/>
                      <a:pt x="74" y="201"/>
                    </a:cubicBezTo>
                    <a:cubicBezTo>
                      <a:pt x="63" y="214"/>
                      <a:pt x="53" y="227"/>
                      <a:pt x="44" y="241"/>
                    </a:cubicBezTo>
                    <a:cubicBezTo>
                      <a:pt x="42" y="244"/>
                      <a:pt x="40" y="247"/>
                      <a:pt x="39" y="251"/>
                    </a:cubicBezTo>
                    <a:cubicBezTo>
                      <a:pt x="35" y="258"/>
                      <a:pt x="33" y="265"/>
                      <a:pt x="31" y="273"/>
                    </a:cubicBezTo>
                    <a:cubicBezTo>
                      <a:pt x="31" y="272"/>
                      <a:pt x="31" y="272"/>
                      <a:pt x="31" y="272"/>
                    </a:cubicBezTo>
                    <a:cubicBezTo>
                      <a:pt x="29" y="280"/>
                      <a:pt x="27" y="289"/>
                      <a:pt x="25" y="297"/>
                    </a:cubicBezTo>
                    <a:cubicBezTo>
                      <a:pt x="25" y="303"/>
                      <a:pt x="24" y="308"/>
                      <a:pt x="24" y="313"/>
                    </a:cubicBezTo>
                    <a:cubicBezTo>
                      <a:pt x="24" y="317"/>
                      <a:pt x="24" y="320"/>
                      <a:pt x="24" y="324"/>
                    </a:cubicBezTo>
                    <a:cubicBezTo>
                      <a:pt x="25" y="326"/>
                      <a:pt x="25" y="329"/>
                      <a:pt x="26" y="332"/>
                    </a:cubicBezTo>
                    <a:cubicBezTo>
                      <a:pt x="27" y="335"/>
                      <a:pt x="27" y="336"/>
                      <a:pt x="28" y="338"/>
                    </a:cubicBezTo>
                    <a:cubicBezTo>
                      <a:pt x="28" y="340"/>
                      <a:pt x="29" y="341"/>
                      <a:pt x="30" y="343"/>
                    </a:cubicBezTo>
                    <a:cubicBezTo>
                      <a:pt x="31" y="344"/>
                      <a:pt x="32" y="346"/>
                      <a:pt x="32" y="347"/>
                    </a:cubicBezTo>
                    <a:cubicBezTo>
                      <a:pt x="33" y="347"/>
                      <a:pt x="34" y="348"/>
                      <a:pt x="34" y="349"/>
                    </a:cubicBezTo>
                    <a:cubicBezTo>
                      <a:pt x="35" y="349"/>
                      <a:pt x="35" y="350"/>
                      <a:pt x="35" y="350"/>
                    </a:cubicBezTo>
                    <a:cubicBezTo>
                      <a:pt x="36" y="350"/>
                      <a:pt x="36" y="350"/>
                      <a:pt x="36" y="351"/>
                    </a:cubicBezTo>
                    <a:lnTo>
                      <a:pt x="37" y="351"/>
                    </a:lnTo>
                    <a:cubicBezTo>
                      <a:pt x="38" y="351"/>
                      <a:pt x="38" y="351"/>
                      <a:pt x="39" y="351"/>
                    </a:cubicBezTo>
                    <a:lnTo>
                      <a:pt x="39" y="352"/>
                    </a:lnTo>
                    <a:moveTo>
                      <a:pt x="31" y="373"/>
                    </a:moveTo>
                    <a:cubicBezTo>
                      <a:pt x="26" y="371"/>
                      <a:pt x="21" y="368"/>
                      <a:pt x="18" y="364"/>
                    </a:cubicBezTo>
                    <a:cubicBezTo>
                      <a:pt x="9" y="356"/>
                      <a:pt x="5" y="344"/>
                      <a:pt x="3" y="332"/>
                    </a:cubicBezTo>
                    <a:cubicBezTo>
                      <a:pt x="0" y="319"/>
                      <a:pt x="1" y="306"/>
                      <a:pt x="4" y="293"/>
                    </a:cubicBezTo>
                    <a:cubicBezTo>
                      <a:pt x="6" y="279"/>
                      <a:pt x="10" y="265"/>
                      <a:pt x="15" y="252"/>
                    </a:cubicBezTo>
                    <a:cubicBezTo>
                      <a:pt x="19" y="240"/>
                      <a:pt x="25" y="230"/>
                      <a:pt x="33" y="219"/>
                    </a:cubicBezTo>
                    <a:cubicBezTo>
                      <a:pt x="41" y="208"/>
                      <a:pt x="50" y="197"/>
                      <a:pt x="59" y="187"/>
                    </a:cubicBezTo>
                    <a:cubicBezTo>
                      <a:pt x="67" y="176"/>
                      <a:pt x="77" y="166"/>
                      <a:pt x="86" y="155"/>
                    </a:cubicBezTo>
                    <a:cubicBezTo>
                      <a:pt x="87" y="150"/>
                      <a:pt x="88" y="145"/>
                      <a:pt x="89" y="139"/>
                    </a:cubicBezTo>
                    <a:cubicBezTo>
                      <a:pt x="86" y="141"/>
                      <a:pt x="83" y="143"/>
                      <a:pt x="80" y="145"/>
                    </a:cubicBezTo>
                    <a:cubicBezTo>
                      <a:pt x="76" y="146"/>
                      <a:pt x="73" y="147"/>
                      <a:pt x="70" y="148"/>
                    </a:cubicBezTo>
                    <a:cubicBezTo>
                      <a:pt x="66" y="148"/>
                      <a:pt x="63" y="148"/>
                      <a:pt x="60" y="148"/>
                    </a:cubicBezTo>
                    <a:cubicBezTo>
                      <a:pt x="52" y="146"/>
                      <a:pt x="46" y="140"/>
                      <a:pt x="42" y="134"/>
                    </a:cubicBezTo>
                    <a:cubicBezTo>
                      <a:pt x="35" y="124"/>
                      <a:pt x="32" y="113"/>
                      <a:pt x="30" y="101"/>
                    </a:cubicBezTo>
                    <a:cubicBezTo>
                      <a:pt x="29" y="96"/>
                      <a:pt x="28" y="90"/>
                      <a:pt x="28" y="85"/>
                    </a:cubicBezTo>
                    <a:cubicBezTo>
                      <a:pt x="26" y="71"/>
                      <a:pt x="24" y="57"/>
                      <a:pt x="25" y="43"/>
                    </a:cubicBezTo>
                    <a:cubicBezTo>
                      <a:pt x="25" y="31"/>
                      <a:pt x="28" y="18"/>
                      <a:pt x="35" y="8"/>
                    </a:cubicBezTo>
                    <a:cubicBezTo>
                      <a:pt x="38" y="4"/>
                      <a:pt x="43" y="1"/>
                      <a:pt x="48" y="0"/>
                    </a:cubicBezTo>
                    <a:cubicBezTo>
                      <a:pt x="52" y="0"/>
                      <a:pt x="56" y="1"/>
                      <a:pt x="59" y="3"/>
                    </a:cubicBezTo>
                    <a:cubicBezTo>
                      <a:pt x="65" y="5"/>
                      <a:pt x="68" y="11"/>
                      <a:pt x="66" y="18"/>
                    </a:cubicBezTo>
                    <a:cubicBezTo>
                      <a:pt x="65" y="21"/>
                      <a:pt x="63" y="23"/>
                      <a:pt x="60" y="24"/>
                    </a:cubicBezTo>
                    <a:cubicBezTo>
                      <a:pt x="57" y="26"/>
                      <a:pt x="54" y="26"/>
                      <a:pt x="52" y="25"/>
                    </a:cubicBezTo>
                    <a:lnTo>
                      <a:pt x="51" y="26"/>
                    </a:lnTo>
                    <a:cubicBezTo>
                      <a:pt x="50" y="28"/>
                      <a:pt x="50" y="29"/>
                      <a:pt x="49" y="32"/>
                    </a:cubicBezTo>
                    <a:cubicBezTo>
                      <a:pt x="49" y="34"/>
                      <a:pt x="48" y="37"/>
                      <a:pt x="48" y="40"/>
                    </a:cubicBezTo>
                    <a:cubicBezTo>
                      <a:pt x="47" y="43"/>
                      <a:pt x="47" y="46"/>
                      <a:pt x="47" y="49"/>
                    </a:cubicBezTo>
                    <a:cubicBezTo>
                      <a:pt x="47" y="57"/>
                      <a:pt x="48" y="64"/>
                      <a:pt x="48" y="72"/>
                    </a:cubicBezTo>
                    <a:cubicBezTo>
                      <a:pt x="50" y="83"/>
                      <a:pt x="52" y="95"/>
                      <a:pt x="54" y="106"/>
                    </a:cubicBezTo>
                    <a:cubicBezTo>
                      <a:pt x="54" y="108"/>
                      <a:pt x="56" y="110"/>
                      <a:pt x="56" y="113"/>
                    </a:cubicBezTo>
                    <a:cubicBezTo>
                      <a:pt x="57" y="114"/>
                      <a:pt x="57" y="116"/>
                      <a:pt x="58" y="117"/>
                    </a:cubicBezTo>
                    <a:cubicBezTo>
                      <a:pt x="59" y="118"/>
                      <a:pt x="60" y="119"/>
                      <a:pt x="60" y="120"/>
                    </a:cubicBezTo>
                    <a:cubicBezTo>
                      <a:pt x="61" y="121"/>
                      <a:pt x="61" y="121"/>
                      <a:pt x="62" y="122"/>
                    </a:cubicBezTo>
                    <a:cubicBezTo>
                      <a:pt x="63" y="123"/>
                      <a:pt x="64" y="124"/>
                      <a:pt x="64" y="124"/>
                    </a:cubicBezTo>
                    <a:cubicBezTo>
                      <a:pt x="64" y="125"/>
                      <a:pt x="65" y="125"/>
                      <a:pt x="65" y="125"/>
                    </a:cubicBezTo>
                    <a:cubicBezTo>
                      <a:pt x="66" y="125"/>
                      <a:pt x="66" y="125"/>
                      <a:pt x="66" y="125"/>
                    </a:cubicBezTo>
                    <a:lnTo>
                      <a:pt x="67" y="125"/>
                    </a:lnTo>
                    <a:cubicBezTo>
                      <a:pt x="67" y="125"/>
                      <a:pt x="68" y="125"/>
                      <a:pt x="69" y="124"/>
                    </a:cubicBezTo>
                    <a:cubicBezTo>
                      <a:pt x="68" y="124"/>
                      <a:pt x="68" y="125"/>
                      <a:pt x="67" y="125"/>
                    </a:cubicBezTo>
                    <a:cubicBezTo>
                      <a:pt x="68" y="124"/>
                      <a:pt x="70" y="124"/>
                      <a:pt x="71" y="124"/>
                    </a:cubicBezTo>
                    <a:lnTo>
                      <a:pt x="70" y="124"/>
                    </a:lnTo>
                    <a:cubicBezTo>
                      <a:pt x="71" y="124"/>
                      <a:pt x="73" y="123"/>
                      <a:pt x="74" y="122"/>
                    </a:cubicBezTo>
                    <a:cubicBezTo>
                      <a:pt x="75" y="121"/>
                      <a:pt x="76" y="121"/>
                      <a:pt x="77" y="120"/>
                    </a:cubicBezTo>
                    <a:cubicBezTo>
                      <a:pt x="80" y="118"/>
                      <a:pt x="82" y="116"/>
                      <a:pt x="84" y="114"/>
                    </a:cubicBezTo>
                    <a:cubicBezTo>
                      <a:pt x="88" y="111"/>
                      <a:pt x="91" y="107"/>
                      <a:pt x="94" y="104"/>
                    </a:cubicBezTo>
                    <a:cubicBezTo>
                      <a:pt x="96" y="101"/>
                      <a:pt x="98" y="97"/>
                      <a:pt x="101" y="95"/>
                    </a:cubicBezTo>
                    <a:cubicBezTo>
                      <a:pt x="102" y="90"/>
                      <a:pt x="103" y="86"/>
                      <a:pt x="105" y="81"/>
                    </a:cubicBezTo>
                    <a:cubicBezTo>
                      <a:pt x="106" y="76"/>
                      <a:pt x="109" y="71"/>
                      <a:pt x="110" y="65"/>
                    </a:cubicBezTo>
                    <a:cubicBezTo>
                      <a:pt x="115" y="55"/>
                      <a:pt x="119" y="44"/>
                      <a:pt x="124" y="35"/>
                    </a:cubicBezTo>
                    <a:cubicBezTo>
                      <a:pt x="126" y="30"/>
                      <a:pt x="128" y="26"/>
                      <a:pt x="130" y="23"/>
                    </a:cubicBezTo>
                    <a:cubicBezTo>
                      <a:pt x="132" y="20"/>
                      <a:pt x="134" y="17"/>
                      <a:pt x="137" y="14"/>
                    </a:cubicBezTo>
                    <a:cubicBezTo>
                      <a:pt x="138" y="11"/>
                      <a:pt x="141" y="10"/>
                      <a:pt x="144" y="8"/>
                    </a:cubicBezTo>
                    <a:cubicBezTo>
                      <a:pt x="148" y="7"/>
                      <a:pt x="152" y="8"/>
                      <a:pt x="155" y="10"/>
                    </a:cubicBezTo>
                    <a:cubicBezTo>
                      <a:pt x="159" y="12"/>
                      <a:pt x="162" y="18"/>
                      <a:pt x="161" y="22"/>
                    </a:cubicBezTo>
                    <a:cubicBezTo>
                      <a:pt x="160" y="26"/>
                      <a:pt x="159" y="29"/>
                      <a:pt x="158" y="32"/>
                    </a:cubicBezTo>
                    <a:cubicBezTo>
                      <a:pt x="157" y="33"/>
                      <a:pt x="156" y="35"/>
                      <a:pt x="156" y="37"/>
                    </a:cubicBezTo>
                    <a:cubicBezTo>
                      <a:pt x="155" y="40"/>
                      <a:pt x="153" y="42"/>
                      <a:pt x="152" y="45"/>
                    </a:cubicBezTo>
                    <a:cubicBezTo>
                      <a:pt x="149" y="51"/>
                      <a:pt x="147" y="57"/>
                      <a:pt x="144" y="63"/>
                    </a:cubicBezTo>
                    <a:cubicBezTo>
                      <a:pt x="137" y="78"/>
                      <a:pt x="129" y="92"/>
                      <a:pt x="120" y="105"/>
                    </a:cubicBezTo>
                    <a:cubicBezTo>
                      <a:pt x="119" y="107"/>
                      <a:pt x="119" y="109"/>
                      <a:pt x="118" y="111"/>
                    </a:cubicBezTo>
                    <a:cubicBezTo>
                      <a:pt x="117" y="115"/>
                      <a:pt x="116" y="119"/>
                      <a:pt x="115" y="123"/>
                    </a:cubicBezTo>
                    <a:cubicBezTo>
                      <a:pt x="116" y="122"/>
                      <a:pt x="116" y="122"/>
                      <a:pt x="116" y="121"/>
                    </a:cubicBezTo>
                    <a:cubicBezTo>
                      <a:pt x="120" y="117"/>
                      <a:pt x="126" y="117"/>
                      <a:pt x="130" y="121"/>
                    </a:cubicBezTo>
                    <a:cubicBezTo>
                      <a:pt x="134" y="124"/>
                      <a:pt x="134" y="131"/>
                      <a:pt x="131" y="135"/>
                    </a:cubicBezTo>
                    <a:cubicBezTo>
                      <a:pt x="123" y="144"/>
                      <a:pt x="115" y="153"/>
                      <a:pt x="106" y="163"/>
                    </a:cubicBezTo>
                    <a:cubicBezTo>
                      <a:pt x="105" y="172"/>
                      <a:pt x="103" y="181"/>
                      <a:pt x="102" y="191"/>
                    </a:cubicBezTo>
                    <a:cubicBezTo>
                      <a:pt x="101" y="201"/>
                      <a:pt x="99" y="210"/>
                      <a:pt x="98" y="220"/>
                    </a:cubicBezTo>
                    <a:cubicBezTo>
                      <a:pt x="96" y="231"/>
                      <a:pt x="95" y="243"/>
                      <a:pt x="93" y="254"/>
                    </a:cubicBezTo>
                    <a:cubicBezTo>
                      <a:pt x="92" y="261"/>
                      <a:pt x="90" y="268"/>
                      <a:pt x="89" y="275"/>
                    </a:cubicBezTo>
                    <a:cubicBezTo>
                      <a:pt x="88" y="281"/>
                      <a:pt x="86" y="287"/>
                      <a:pt x="85" y="293"/>
                    </a:cubicBezTo>
                    <a:cubicBezTo>
                      <a:pt x="82" y="304"/>
                      <a:pt x="79" y="315"/>
                      <a:pt x="75" y="326"/>
                    </a:cubicBezTo>
                    <a:cubicBezTo>
                      <a:pt x="74" y="332"/>
                      <a:pt x="71" y="338"/>
                      <a:pt x="70" y="343"/>
                    </a:cubicBezTo>
                    <a:cubicBezTo>
                      <a:pt x="67" y="349"/>
                      <a:pt x="65" y="354"/>
                      <a:pt x="62" y="360"/>
                    </a:cubicBezTo>
                    <a:cubicBezTo>
                      <a:pt x="60" y="363"/>
                      <a:pt x="59" y="365"/>
                      <a:pt x="56" y="368"/>
                    </a:cubicBezTo>
                    <a:cubicBezTo>
                      <a:pt x="53" y="371"/>
                      <a:pt x="50" y="372"/>
                      <a:pt x="47" y="374"/>
                    </a:cubicBezTo>
                    <a:cubicBezTo>
                      <a:pt x="45" y="374"/>
                      <a:pt x="42" y="375"/>
                      <a:pt x="39" y="375"/>
                    </a:cubicBezTo>
                    <a:cubicBezTo>
                      <a:pt x="36" y="375"/>
                      <a:pt x="34" y="374"/>
                      <a:pt x="31" y="3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" name="Google Shape;68;p2"/>
              <p:cNvSpPr/>
              <p:nvPr/>
            </p:nvSpPr>
            <p:spPr>
              <a:xfrm>
                <a:off x="720000" y="1750320"/>
                <a:ext cx="42840" cy="16128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448" extrusionOk="0">
                    <a:moveTo>
                      <a:pt x="4" y="443"/>
                    </a:moveTo>
                    <a:cubicBezTo>
                      <a:pt x="4" y="442"/>
                      <a:pt x="3" y="441"/>
                      <a:pt x="3" y="440"/>
                    </a:cubicBezTo>
                    <a:cubicBezTo>
                      <a:pt x="0" y="436"/>
                      <a:pt x="1" y="430"/>
                      <a:pt x="5" y="427"/>
                    </a:cubicBezTo>
                    <a:cubicBezTo>
                      <a:pt x="6" y="423"/>
                      <a:pt x="7" y="419"/>
                      <a:pt x="8" y="415"/>
                    </a:cubicBezTo>
                    <a:cubicBezTo>
                      <a:pt x="12" y="401"/>
                      <a:pt x="16" y="387"/>
                      <a:pt x="19" y="372"/>
                    </a:cubicBezTo>
                    <a:cubicBezTo>
                      <a:pt x="21" y="364"/>
                      <a:pt x="22" y="357"/>
                      <a:pt x="23" y="349"/>
                    </a:cubicBezTo>
                    <a:cubicBezTo>
                      <a:pt x="25" y="341"/>
                      <a:pt x="26" y="332"/>
                      <a:pt x="28" y="324"/>
                    </a:cubicBezTo>
                    <a:cubicBezTo>
                      <a:pt x="29" y="312"/>
                      <a:pt x="30" y="300"/>
                      <a:pt x="32" y="289"/>
                    </a:cubicBezTo>
                    <a:cubicBezTo>
                      <a:pt x="33" y="284"/>
                      <a:pt x="33" y="279"/>
                      <a:pt x="33" y="274"/>
                    </a:cubicBezTo>
                    <a:cubicBezTo>
                      <a:pt x="35" y="266"/>
                      <a:pt x="35" y="258"/>
                      <a:pt x="36" y="251"/>
                    </a:cubicBezTo>
                    <a:cubicBezTo>
                      <a:pt x="37" y="239"/>
                      <a:pt x="38" y="228"/>
                      <a:pt x="39" y="216"/>
                    </a:cubicBezTo>
                    <a:cubicBezTo>
                      <a:pt x="40" y="205"/>
                      <a:pt x="41" y="194"/>
                      <a:pt x="42" y="183"/>
                    </a:cubicBezTo>
                    <a:cubicBezTo>
                      <a:pt x="44" y="160"/>
                      <a:pt x="47" y="138"/>
                      <a:pt x="50" y="115"/>
                    </a:cubicBezTo>
                    <a:cubicBezTo>
                      <a:pt x="51" y="107"/>
                      <a:pt x="52" y="100"/>
                      <a:pt x="53" y="92"/>
                    </a:cubicBezTo>
                    <a:cubicBezTo>
                      <a:pt x="55" y="83"/>
                      <a:pt x="57" y="75"/>
                      <a:pt x="59" y="66"/>
                    </a:cubicBezTo>
                    <a:cubicBezTo>
                      <a:pt x="63" y="51"/>
                      <a:pt x="67" y="36"/>
                      <a:pt x="74" y="21"/>
                    </a:cubicBezTo>
                    <a:cubicBezTo>
                      <a:pt x="76" y="18"/>
                      <a:pt x="78" y="15"/>
                      <a:pt x="79" y="13"/>
                    </a:cubicBezTo>
                    <a:cubicBezTo>
                      <a:pt x="81" y="10"/>
                      <a:pt x="83" y="7"/>
                      <a:pt x="86" y="5"/>
                    </a:cubicBezTo>
                    <a:cubicBezTo>
                      <a:pt x="88" y="3"/>
                      <a:pt x="90" y="1"/>
                      <a:pt x="93" y="1"/>
                    </a:cubicBezTo>
                    <a:cubicBezTo>
                      <a:pt x="96" y="0"/>
                      <a:pt x="100" y="0"/>
                      <a:pt x="103" y="1"/>
                    </a:cubicBezTo>
                    <a:cubicBezTo>
                      <a:pt x="115" y="6"/>
                      <a:pt x="117" y="19"/>
                      <a:pt x="118" y="30"/>
                    </a:cubicBezTo>
                    <a:cubicBezTo>
                      <a:pt x="118" y="40"/>
                      <a:pt x="118" y="50"/>
                      <a:pt x="117" y="60"/>
                    </a:cubicBezTo>
                    <a:cubicBezTo>
                      <a:pt x="116" y="68"/>
                      <a:pt x="113" y="76"/>
                      <a:pt x="109" y="84"/>
                    </a:cubicBezTo>
                    <a:cubicBezTo>
                      <a:pt x="108" y="87"/>
                      <a:pt x="106" y="90"/>
                      <a:pt x="104" y="93"/>
                    </a:cubicBezTo>
                    <a:cubicBezTo>
                      <a:pt x="103" y="96"/>
                      <a:pt x="100" y="98"/>
                      <a:pt x="97" y="99"/>
                    </a:cubicBezTo>
                    <a:cubicBezTo>
                      <a:pt x="94" y="101"/>
                      <a:pt x="91" y="101"/>
                      <a:pt x="88" y="100"/>
                    </a:cubicBezTo>
                    <a:cubicBezTo>
                      <a:pt x="85" y="98"/>
                      <a:pt x="82" y="96"/>
                      <a:pt x="81" y="92"/>
                    </a:cubicBezTo>
                    <a:cubicBezTo>
                      <a:pt x="79" y="85"/>
                      <a:pt x="80" y="78"/>
                      <a:pt x="81" y="71"/>
                    </a:cubicBezTo>
                    <a:cubicBezTo>
                      <a:pt x="81" y="70"/>
                      <a:pt x="81" y="68"/>
                      <a:pt x="81" y="67"/>
                    </a:cubicBezTo>
                    <a:cubicBezTo>
                      <a:pt x="77" y="84"/>
                      <a:pt x="74" y="101"/>
                      <a:pt x="71" y="118"/>
                    </a:cubicBezTo>
                    <a:cubicBezTo>
                      <a:pt x="68" y="140"/>
                      <a:pt x="64" y="162"/>
                      <a:pt x="62" y="184"/>
                    </a:cubicBezTo>
                    <a:cubicBezTo>
                      <a:pt x="60" y="207"/>
                      <a:pt x="57" y="230"/>
                      <a:pt x="55" y="253"/>
                    </a:cubicBezTo>
                    <a:cubicBezTo>
                      <a:pt x="53" y="270"/>
                      <a:pt x="51" y="288"/>
                      <a:pt x="49" y="304"/>
                    </a:cubicBezTo>
                    <a:cubicBezTo>
                      <a:pt x="48" y="313"/>
                      <a:pt x="47" y="321"/>
                      <a:pt x="46" y="329"/>
                    </a:cubicBezTo>
                    <a:cubicBezTo>
                      <a:pt x="44" y="338"/>
                      <a:pt x="43" y="348"/>
                      <a:pt x="42" y="357"/>
                    </a:cubicBezTo>
                    <a:lnTo>
                      <a:pt x="42" y="356"/>
                    </a:lnTo>
                    <a:cubicBezTo>
                      <a:pt x="41" y="364"/>
                      <a:pt x="39" y="371"/>
                      <a:pt x="38" y="378"/>
                    </a:cubicBezTo>
                    <a:cubicBezTo>
                      <a:pt x="37" y="385"/>
                      <a:pt x="35" y="391"/>
                      <a:pt x="34" y="398"/>
                    </a:cubicBezTo>
                    <a:cubicBezTo>
                      <a:pt x="33" y="405"/>
                      <a:pt x="31" y="411"/>
                      <a:pt x="30" y="417"/>
                    </a:cubicBezTo>
                    <a:cubicBezTo>
                      <a:pt x="29" y="421"/>
                      <a:pt x="28" y="424"/>
                      <a:pt x="28" y="427"/>
                    </a:cubicBezTo>
                    <a:cubicBezTo>
                      <a:pt x="27" y="429"/>
                      <a:pt x="26" y="431"/>
                      <a:pt x="26" y="433"/>
                    </a:cubicBezTo>
                    <a:cubicBezTo>
                      <a:pt x="25" y="436"/>
                      <a:pt x="25" y="439"/>
                      <a:pt x="22" y="442"/>
                    </a:cubicBezTo>
                    <a:cubicBezTo>
                      <a:pt x="21" y="445"/>
                      <a:pt x="16" y="447"/>
                      <a:pt x="13" y="447"/>
                    </a:cubicBezTo>
                    <a:cubicBezTo>
                      <a:pt x="9" y="447"/>
                      <a:pt x="7" y="445"/>
                      <a:pt x="4" y="44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" name="Google Shape;69;p2"/>
              <p:cNvSpPr/>
              <p:nvPr/>
            </p:nvSpPr>
            <p:spPr>
              <a:xfrm>
                <a:off x="702360" y="1820160"/>
                <a:ext cx="81360" cy="4284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19" extrusionOk="0">
                    <a:moveTo>
                      <a:pt x="12" y="116"/>
                    </a:moveTo>
                    <a:cubicBezTo>
                      <a:pt x="10" y="115"/>
                      <a:pt x="7" y="113"/>
                      <a:pt x="6" y="110"/>
                    </a:cubicBezTo>
                    <a:cubicBezTo>
                      <a:pt x="4" y="108"/>
                      <a:pt x="2" y="105"/>
                      <a:pt x="2" y="102"/>
                    </a:cubicBezTo>
                    <a:cubicBezTo>
                      <a:pt x="0" y="95"/>
                      <a:pt x="5" y="88"/>
                      <a:pt x="10" y="84"/>
                    </a:cubicBezTo>
                    <a:cubicBezTo>
                      <a:pt x="15" y="79"/>
                      <a:pt x="21" y="75"/>
                      <a:pt x="27" y="72"/>
                    </a:cubicBezTo>
                    <a:cubicBezTo>
                      <a:pt x="32" y="69"/>
                      <a:pt x="37" y="67"/>
                      <a:pt x="41" y="65"/>
                    </a:cubicBezTo>
                    <a:cubicBezTo>
                      <a:pt x="47" y="62"/>
                      <a:pt x="53" y="59"/>
                      <a:pt x="59" y="57"/>
                    </a:cubicBezTo>
                    <a:cubicBezTo>
                      <a:pt x="65" y="54"/>
                      <a:pt x="71" y="52"/>
                      <a:pt x="77" y="49"/>
                    </a:cubicBezTo>
                    <a:cubicBezTo>
                      <a:pt x="87" y="45"/>
                      <a:pt x="97" y="42"/>
                      <a:pt x="106" y="38"/>
                    </a:cubicBezTo>
                    <a:cubicBezTo>
                      <a:pt x="118" y="34"/>
                      <a:pt x="129" y="30"/>
                      <a:pt x="140" y="27"/>
                    </a:cubicBezTo>
                    <a:cubicBezTo>
                      <a:pt x="164" y="18"/>
                      <a:pt x="187" y="10"/>
                      <a:pt x="211" y="1"/>
                    </a:cubicBezTo>
                    <a:cubicBezTo>
                      <a:pt x="216" y="0"/>
                      <a:pt x="222" y="3"/>
                      <a:pt x="223" y="8"/>
                    </a:cubicBezTo>
                    <a:cubicBezTo>
                      <a:pt x="225" y="13"/>
                      <a:pt x="222" y="18"/>
                      <a:pt x="217" y="20"/>
                    </a:cubicBezTo>
                    <a:cubicBezTo>
                      <a:pt x="196" y="28"/>
                      <a:pt x="175" y="35"/>
                      <a:pt x="155" y="42"/>
                    </a:cubicBezTo>
                    <a:cubicBezTo>
                      <a:pt x="138" y="49"/>
                      <a:pt x="122" y="55"/>
                      <a:pt x="105" y="61"/>
                    </a:cubicBezTo>
                    <a:cubicBezTo>
                      <a:pt x="84" y="70"/>
                      <a:pt x="63" y="79"/>
                      <a:pt x="42" y="89"/>
                    </a:cubicBezTo>
                    <a:cubicBezTo>
                      <a:pt x="38" y="92"/>
                      <a:pt x="34" y="95"/>
                      <a:pt x="30" y="98"/>
                    </a:cubicBezTo>
                    <a:cubicBezTo>
                      <a:pt x="29" y="98"/>
                      <a:pt x="28" y="98"/>
                      <a:pt x="28" y="99"/>
                    </a:cubicBezTo>
                    <a:cubicBezTo>
                      <a:pt x="31" y="103"/>
                      <a:pt x="31" y="109"/>
                      <a:pt x="28" y="113"/>
                    </a:cubicBezTo>
                    <a:cubicBezTo>
                      <a:pt x="26" y="116"/>
                      <a:pt x="22" y="118"/>
                      <a:pt x="18" y="118"/>
                    </a:cubicBezTo>
                    <a:cubicBezTo>
                      <a:pt x="16" y="118"/>
                      <a:pt x="14" y="117"/>
                      <a:pt x="12" y="11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" name="Google Shape;70;p2"/>
              <p:cNvSpPr/>
              <p:nvPr/>
            </p:nvSpPr>
            <p:spPr>
              <a:xfrm>
                <a:off x="777240" y="1758600"/>
                <a:ext cx="63720" cy="112320"/>
              </a:xfrm>
              <a:custGeom>
                <a:avLst/>
                <a:gdLst/>
                <a:ahLst/>
                <a:cxnLst/>
                <a:rect l="l" t="t" r="r" b="b"/>
                <a:pathLst>
                  <a:path w="177" h="312" extrusionOk="0">
                    <a:moveTo>
                      <a:pt x="147" y="83"/>
                    </a:moveTo>
                    <a:cubicBezTo>
                      <a:pt x="149" y="74"/>
                      <a:pt x="151" y="66"/>
                      <a:pt x="152" y="57"/>
                    </a:cubicBezTo>
                    <a:cubicBezTo>
                      <a:pt x="152" y="55"/>
                      <a:pt x="153" y="53"/>
                      <a:pt x="153" y="51"/>
                    </a:cubicBezTo>
                    <a:cubicBezTo>
                      <a:pt x="151" y="58"/>
                      <a:pt x="149" y="66"/>
                      <a:pt x="148" y="73"/>
                    </a:cubicBezTo>
                    <a:cubicBezTo>
                      <a:pt x="148" y="73"/>
                      <a:pt x="148" y="72"/>
                      <a:pt x="149" y="72"/>
                    </a:cubicBezTo>
                    <a:cubicBezTo>
                      <a:pt x="148" y="75"/>
                      <a:pt x="148" y="79"/>
                      <a:pt x="147" y="83"/>
                    </a:cubicBezTo>
                    <a:moveTo>
                      <a:pt x="37" y="283"/>
                    </a:moveTo>
                    <a:lnTo>
                      <a:pt x="38" y="283"/>
                    </a:lnTo>
                    <a:cubicBezTo>
                      <a:pt x="39" y="283"/>
                      <a:pt x="39" y="283"/>
                      <a:pt x="40" y="283"/>
                    </a:cubicBezTo>
                    <a:cubicBezTo>
                      <a:pt x="41" y="283"/>
                      <a:pt x="42" y="282"/>
                      <a:pt x="43" y="282"/>
                    </a:cubicBezTo>
                    <a:cubicBezTo>
                      <a:pt x="44" y="281"/>
                      <a:pt x="45" y="281"/>
                      <a:pt x="46" y="280"/>
                    </a:cubicBezTo>
                    <a:cubicBezTo>
                      <a:pt x="48" y="280"/>
                      <a:pt x="49" y="279"/>
                      <a:pt x="50" y="278"/>
                    </a:cubicBezTo>
                    <a:cubicBezTo>
                      <a:pt x="52" y="276"/>
                      <a:pt x="54" y="275"/>
                      <a:pt x="55" y="274"/>
                    </a:cubicBezTo>
                    <a:cubicBezTo>
                      <a:pt x="59" y="270"/>
                      <a:pt x="63" y="266"/>
                      <a:pt x="66" y="262"/>
                    </a:cubicBezTo>
                    <a:cubicBezTo>
                      <a:pt x="72" y="255"/>
                      <a:pt x="77" y="247"/>
                      <a:pt x="82" y="239"/>
                    </a:cubicBezTo>
                    <a:cubicBezTo>
                      <a:pt x="88" y="230"/>
                      <a:pt x="92" y="221"/>
                      <a:pt x="97" y="212"/>
                    </a:cubicBezTo>
                    <a:cubicBezTo>
                      <a:pt x="99" y="208"/>
                      <a:pt x="101" y="204"/>
                      <a:pt x="103" y="200"/>
                    </a:cubicBezTo>
                    <a:cubicBezTo>
                      <a:pt x="103" y="199"/>
                      <a:pt x="102" y="198"/>
                      <a:pt x="102" y="197"/>
                    </a:cubicBezTo>
                    <a:cubicBezTo>
                      <a:pt x="102" y="196"/>
                      <a:pt x="102" y="195"/>
                      <a:pt x="101" y="193"/>
                    </a:cubicBezTo>
                    <a:cubicBezTo>
                      <a:pt x="100" y="191"/>
                      <a:pt x="99" y="190"/>
                      <a:pt x="99" y="188"/>
                    </a:cubicBezTo>
                    <a:cubicBezTo>
                      <a:pt x="97" y="186"/>
                      <a:pt x="96" y="184"/>
                      <a:pt x="95" y="182"/>
                    </a:cubicBezTo>
                    <a:cubicBezTo>
                      <a:pt x="93" y="180"/>
                      <a:pt x="92" y="178"/>
                      <a:pt x="90" y="176"/>
                    </a:cubicBezTo>
                    <a:cubicBezTo>
                      <a:pt x="89" y="175"/>
                      <a:pt x="87" y="174"/>
                      <a:pt x="86" y="172"/>
                    </a:cubicBezTo>
                    <a:cubicBezTo>
                      <a:pt x="85" y="172"/>
                      <a:pt x="85" y="171"/>
                      <a:pt x="84" y="171"/>
                    </a:cubicBezTo>
                    <a:cubicBezTo>
                      <a:pt x="83" y="170"/>
                      <a:pt x="82" y="170"/>
                      <a:pt x="81" y="169"/>
                    </a:cubicBezTo>
                    <a:cubicBezTo>
                      <a:pt x="80" y="169"/>
                      <a:pt x="79" y="169"/>
                      <a:pt x="79" y="168"/>
                    </a:cubicBezTo>
                    <a:lnTo>
                      <a:pt x="79" y="169"/>
                    </a:lnTo>
                    <a:cubicBezTo>
                      <a:pt x="79" y="168"/>
                      <a:pt x="78" y="168"/>
                      <a:pt x="78" y="168"/>
                    </a:cubicBezTo>
                    <a:cubicBezTo>
                      <a:pt x="77" y="168"/>
                      <a:pt x="75" y="168"/>
                      <a:pt x="74" y="168"/>
                    </a:cubicBezTo>
                    <a:lnTo>
                      <a:pt x="73" y="168"/>
                    </a:lnTo>
                    <a:cubicBezTo>
                      <a:pt x="72" y="168"/>
                      <a:pt x="71" y="168"/>
                      <a:pt x="71" y="169"/>
                    </a:cubicBezTo>
                    <a:cubicBezTo>
                      <a:pt x="70" y="169"/>
                      <a:pt x="69" y="169"/>
                      <a:pt x="68" y="170"/>
                    </a:cubicBezTo>
                    <a:cubicBezTo>
                      <a:pt x="67" y="170"/>
                      <a:pt x="65" y="171"/>
                      <a:pt x="64" y="171"/>
                    </a:cubicBezTo>
                    <a:cubicBezTo>
                      <a:pt x="63" y="172"/>
                      <a:pt x="62" y="173"/>
                      <a:pt x="61" y="174"/>
                    </a:cubicBezTo>
                    <a:cubicBezTo>
                      <a:pt x="60" y="175"/>
                      <a:pt x="58" y="176"/>
                      <a:pt x="57" y="177"/>
                    </a:cubicBezTo>
                    <a:cubicBezTo>
                      <a:pt x="54" y="180"/>
                      <a:pt x="51" y="183"/>
                      <a:pt x="49" y="186"/>
                    </a:cubicBezTo>
                    <a:cubicBezTo>
                      <a:pt x="46" y="190"/>
                      <a:pt x="43" y="194"/>
                      <a:pt x="40" y="199"/>
                    </a:cubicBezTo>
                    <a:cubicBezTo>
                      <a:pt x="40" y="198"/>
                      <a:pt x="40" y="198"/>
                      <a:pt x="40" y="198"/>
                    </a:cubicBezTo>
                    <a:cubicBezTo>
                      <a:pt x="37" y="204"/>
                      <a:pt x="33" y="210"/>
                      <a:pt x="30" y="217"/>
                    </a:cubicBezTo>
                    <a:cubicBezTo>
                      <a:pt x="30" y="217"/>
                      <a:pt x="30" y="216"/>
                      <a:pt x="31" y="216"/>
                    </a:cubicBezTo>
                    <a:cubicBezTo>
                      <a:pt x="29" y="221"/>
                      <a:pt x="27" y="226"/>
                      <a:pt x="25" y="231"/>
                    </a:cubicBezTo>
                    <a:cubicBezTo>
                      <a:pt x="24" y="235"/>
                      <a:pt x="23" y="240"/>
                      <a:pt x="22" y="245"/>
                    </a:cubicBezTo>
                    <a:cubicBezTo>
                      <a:pt x="22" y="248"/>
                      <a:pt x="22" y="251"/>
                      <a:pt x="22" y="253"/>
                    </a:cubicBezTo>
                    <a:cubicBezTo>
                      <a:pt x="22" y="256"/>
                      <a:pt x="22" y="258"/>
                      <a:pt x="22" y="260"/>
                    </a:cubicBezTo>
                    <a:cubicBezTo>
                      <a:pt x="22" y="263"/>
                      <a:pt x="22" y="265"/>
                      <a:pt x="23" y="267"/>
                    </a:cubicBezTo>
                    <a:cubicBezTo>
                      <a:pt x="23" y="269"/>
                      <a:pt x="24" y="270"/>
                      <a:pt x="25" y="272"/>
                    </a:cubicBezTo>
                    <a:cubicBezTo>
                      <a:pt x="25" y="274"/>
                      <a:pt x="26" y="275"/>
                      <a:pt x="26" y="277"/>
                    </a:cubicBezTo>
                    <a:cubicBezTo>
                      <a:pt x="27" y="277"/>
                      <a:pt x="27" y="278"/>
                      <a:pt x="28" y="279"/>
                    </a:cubicBezTo>
                    <a:lnTo>
                      <a:pt x="29" y="280"/>
                    </a:lnTo>
                    <a:lnTo>
                      <a:pt x="30" y="281"/>
                    </a:lnTo>
                    <a:cubicBezTo>
                      <a:pt x="30" y="281"/>
                      <a:pt x="31" y="281"/>
                      <a:pt x="31" y="282"/>
                    </a:cubicBezTo>
                    <a:cubicBezTo>
                      <a:pt x="32" y="282"/>
                      <a:pt x="32" y="282"/>
                      <a:pt x="32" y="282"/>
                    </a:cubicBezTo>
                    <a:cubicBezTo>
                      <a:pt x="32" y="283"/>
                      <a:pt x="33" y="283"/>
                      <a:pt x="33" y="283"/>
                    </a:cubicBezTo>
                    <a:lnTo>
                      <a:pt x="32" y="283"/>
                    </a:lnTo>
                    <a:cubicBezTo>
                      <a:pt x="33" y="283"/>
                      <a:pt x="34" y="283"/>
                      <a:pt x="35" y="283"/>
                    </a:cubicBezTo>
                    <a:cubicBezTo>
                      <a:pt x="35" y="283"/>
                      <a:pt x="36" y="283"/>
                      <a:pt x="37" y="283"/>
                    </a:cubicBezTo>
                    <a:moveTo>
                      <a:pt x="122" y="306"/>
                    </a:moveTo>
                    <a:cubicBezTo>
                      <a:pt x="120" y="304"/>
                      <a:pt x="118" y="302"/>
                      <a:pt x="118" y="299"/>
                    </a:cubicBezTo>
                    <a:cubicBezTo>
                      <a:pt x="117" y="296"/>
                      <a:pt x="117" y="294"/>
                      <a:pt x="117" y="291"/>
                    </a:cubicBezTo>
                    <a:cubicBezTo>
                      <a:pt x="117" y="288"/>
                      <a:pt x="117" y="284"/>
                      <a:pt x="118" y="281"/>
                    </a:cubicBezTo>
                    <a:cubicBezTo>
                      <a:pt x="118" y="275"/>
                      <a:pt x="118" y="270"/>
                      <a:pt x="118" y="264"/>
                    </a:cubicBezTo>
                    <a:cubicBezTo>
                      <a:pt x="118" y="256"/>
                      <a:pt x="118" y="248"/>
                      <a:pt x="119" y="240"/>
                    </a:cubicBezTo>
                    <a:cubicBezTo>
                      <a:pt x="116" y="242"/>
                      <a:pt x="113" y="243"/>
                      <a:pt x="109" y="242"/>
                    </a:cubicBezTo>
                    <a:cubicBezTo>
                      <a:pt x="108" y="242"/>
                      <a:pt x="107" y="242"/>
                      <a:pt x="106" y="241"/>
                    </a:cubicBezTo>
                    <a:cubicBezTo>
                      <a:pt x="104" y="245"/>
                      <a:pt x="102" y="248"/>
                      <a:pt x="100" y="252"/>
                    </a:cubicBezTo>
                    <a:cubicBezTo>
                      <a:pt x="95" y="259"/>
                      <a:pt x="91" y="266"/>
                      <a:pt x="86" y="273"/>
                    </a:cubicBezTo>
                    <a:cubicBezTo>
                      <a:pt x="77" y="285"/>
                      <a:pt x="65" y="297"/>
                      <a:pt x="51" y="302"/>
                    </a:cubicBezTo>
                    <a:cubicBezTo>
                      <a:pt x="45" y="305"/>
                      <a:pt x="39" y="306"/>
                      <a:pt x="32" y="305"/>
                    </a:cubicBezTo>
                    <a:cubicBezTo>
                      <a:pt x="25" y="304"/>
                      <a:pt x="18" y="301"/>
                      <a:pt x="13" y="295"/>
                    </a:cubicBezTo>
                    <a:cubicBezTo>
                      <a:pt x="8" y="291"/>
                      <a:pt x="6" y="285"/>
                      <a:pt x="4" y="279"/>
                    </a:cubicBezTo>
                    <a:cubicBezTo>
                      <a:pt x="1" y="271"/>
                      <a:pt x="0" y="263"/>
                      <a:pt x="0" y="255"/>
                    </a:cubicBezTo>
                    <a:cubicBezTo>
                      <a:pt x="0" y="238"/>
                      <a:pt x="5" y="221"/>
                      <a:pt x="11" y="206"/>
                    </a:cubicBezTo>
                    <a:cubicBezTo>
                      <a:pt x="18" y="192"/>
                      <a:pt x="26" y="178"/>
                      <a:pt x="37" y="165"/>
                    </a:cubicBezTo>
                    <a:cubicBezTo>
                      <a:pt x="46" y="155"/>
                      <a:pt x="59" y="146"/>
                      <a:pt x="74" y="146"/>
                    </a:cubicBezTo>
                    <a:cubicBezTo>
                      <a:pt x="85" y="145"/>
                      <a:pt x="95" y="150"/>
                      <a:pt x="103" y="157"/>
                    </a:cubicBezTo>
                    <a:cubicBezTo>
                      <a:pt x="108" y="162"/>
                      <a:pt x="112" y="167"/>
                      <a:pt x="116" y="172"/>
                    </a:cubicBezTo>
                    <a:cubicBezTo>
                      <a:pt x="117" y="168"/>
                      <a:pt x="119" y="164"/>
                      <a:pt x="121" y="160"/>
                    </a:cubicBezTo>
                    <a:cubicBezTo>
                      <a:pt x="121" y="159"/>
                      <a:pt x="121" y="159"/>
                      <a:pt x="121" y="158"/>
                    </a:cubicBezTo>
                    <a:cubicBezTo>
                      <a:pt x="122" y="138"/>
                      <a:pt x="123" y="119"/>
                      <a:pt x="124" y="99"/>
                    </a:cubicBezTo>
                    <a:cubicBezTo>
                      <a:pt x="125" y="80"/>
                      <a:pt x="128" y="60"/>
                      <a:pt x="133" y="41"/>
                    </a:cubicBezTo>
                    <a:cubicBezTo>
                      <a:pt x="135" y="33"/>
                      <a:pt x="138" y="24"/>
                      <a:pt x="142" y="16"/>
                    </a:cubicBezTo>
                    <a:cubicBezTo>
                      <a:pt x="144" y="13"/>
                      <a:pt x="146" y="10"/>
                      <a:pt x="149" y="8"/>
                    </a:cubicBezTo>
                    <a:cubicBezTo>
                      <a:pt x="152" y="5"/>
                      <a:pt x="155" y="4"/>
                      <a:pt x="159" y="2"/>
                    </a:cubicBezTo>
                    <a:cubicBezTo>
                      <a:pt x="165" y="0"/>
                      <a:pt x="170" y="3"/>
                      <a:pt x="172" y="8"/>
                    </a:cubicBezTo>
                    <a:cubicBezTo>
                      <a:pt x="174" y="10"/>
                      <a:pt x="176" y="13"/>
                      <a:pt x="176" y="17"/>
                    </a:cubicBezTo>
                    <a:cubicBezTo>
                      <a:pt x="176" y="20"/>
                      <a:pt x="176" y="23"/>
                      <a:pt x="176" y="26"/>
                    </a:cubicBezTo>
                    <a:cubicBezTo>
                      <a:pt x="176" y="31"/>
                      <a:pt x="175" y="36"/>
                      <a:pt x="174" y="41"/>
                    </a:cubicBezTo>
                    <a:cubicBezTo>
                      <a:pt x="173" y="52"/>
                      <a:pt x="172" y="63"/>
                      <a:pt x="170" y="73"/>
                    </a:cubicBezTo>
                    <a:cubicBezTo>
                      <a:pt x="165" y="98"/>
                      <a:pt x="157" y="123"/>
                      <a:pt x="148" y="146"/>
                    </a:cubicBezTo>
                    <a:cubicBezTo>
                      <a:pt x="146" y="152"/>
                      <a:pt x="144" y="158"/>
                      <a:pt x="142" y="163"/>
                    </a:cubicBezTo>
                    <a:cubicBezTo>
                      <a:pt x="141" y="182"/>
                      <a:pt x="140" y="200"/>
                      <a:pt x="139" y="219"/>
                    </a:cubicBezTo>
                    <a:lnTo>
                      <a:pt x="139" y="218"/>
                    </a:lnTo>
                    <a:cubicBezTo>
                      <a:pt x="139" y="219"/>
                      <a:pt x="139" y="219"/>
                      <a:pt x="139" y="219"/>
                    </a:cubicBezTo>
                    <a:lnTo>
                      <a:pt x="139" y="220"/>
                    </a:lnTo>
                    <a:cubicBezTo>
                      <a:pt x="139" y="219"/>
                      <a:pt x="139" y="219"/>
                      <a:pt x="139" y="219"/>
                    </a:cubicBezTo>
                    <a:cubicBezTo>
                      <a:pt x="139" y="244"/>
                      <a:pt x="139" y="267"/>
                      <a:pt x="140" y="292"/>
                    </a:cubicBezTo>
                    <a:cubicBezTo>
                      <a:pt x="144" y="297"/>
                      <a:pt x="143" y="304"/>
                      <a:pt x="138" y="308"/>
                    </a:cubicBezTo>
                    <a:cubicBezTo>
                      <a:pt x="136" y="310"/>
                      <a:pt x="134" y="311"/>
                      <a:pt x="131" y="311"/>
                    </a:cubicBezTo>
                    <a:cubicBezTo>
                      <a:pt x="128" y="311"/>
                      <a:pt x="124" y="309"/>
                      <a:pt x="122" y="30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" name="Google Shape;71;p2"/>
              <p:cNvSpPr/>
              <p:nvPr/>
            </p:nvSpPr>
            <p:spPr>
              <a:xfrm>
                <a:off x="849960" y="1798560"/>
                <a:ext cx="24120" cy="56520"/>
              </a:xfrm>
              <a:custGeom>
                <a:avLst/>
                <a:gdLst/>
                <a:ahLst/>
                <a:cxnLst/>
                <a:rect l="l" t="t" r="r" b="b"/>
                <a:pathLst>
                  <a:path w="67" h="157" extrusionOk="0">
                    <a:moveTo>
                      <a:pt x="43" y="151"/>
                    </a:moveTo>
                    <a:cubicBezTo>
                      <a:pt x="38" y="143"/>
                      <a:pt x="33" y="135"/>
                      <a:pt x="29" y="127"/>
                    </a:cubicBezTo>
                    <a:cubicBezTo>
                      <a:pt x="25" y="120"/>
                      <a:pt x="22" y="113"/>
                      <a:pt x="19" y="105"/>
                    </a:cubicBezTo>
                    <a:cubicBezTo>
                      <a:pt x="13" y="91"/>
                      <a:pt x="7" y="77"/>
                      <a:pt x="4" y="62"/>
                    </a:cubicBezTo>
                    <a:cubicBezTo>
                      <a:pt x="2" y="52"/>
                      <a:pt x="0" y="41"/>
                      <a:pt x="1" y="31"/>
                    </a:cubicBezTo>
                    <a:cubicBezTo>
                      <a:pt x="1" y="26"/>
                      <a:pt x="3" y="21"/>
                      <a:pt x="5" y="17"/>
                    </a:cubicBezTo>
                    <a:cubicBezTo>
                      <a:pt x="7" y="12"/>
                      <a:pt x="10" y="9"/>
                      <a:pt x="14" y="6"/>
                    </a:cubicBezTo>
                    <a:cubicBezTo>
                      <a:pt x="18" y="1"/>
                      <a:pt x="26" y="0"/>
                      <a:pt x="31" y="5"/>
                    </a:cubicBezTo>
                    <a:cubicBezTo>
                      <a:pt x="33" y="7"/>
                      <a:pt x="34" y="10"/>
                      <a:pt x="35" y="13"/>
                    </a:cubicBezTo>
                    <a:cubicBezTo>
                      <a:pt x="35" y="17"/>
                      <a:pt x="33" y="20"/>
                      <a:pt x="30" y="23"/>
                    </a:cubicBezTo>
                    <a:cubicBezTo>
                      <a:pt x="30" y="24"/>
                      <a:pt x="28" y="24"/>
                      <a:pt x="27" y="26"/>
                    </a:cubicBezTo>
                    <a:cubicBezTo>
                      <a:pt x="28" y="25"/>
                      <a:pt x="28" y="25"/>
                      <a:pt x="28" y="24"/>
                    </a:cubicBezTo>
                    <a:cubicBezTo>
                      <a:pt x="28" y="25"/>
                      <a:pt x="27" y="26"/>
                      <a:pt x="27" y="26"/>
                    </a:cubicBezTo>
                    <a:cubicBezTo>
                      <a:pt x="26" y="27"/>
                      <a:pt x="26" y="27"/>
                      <a:pt x="25" y="28"/>
                    </a:cubicBezTo>
                    <a:lnTo>
                      <a:pt x="25" y="29"/>
                    </a:lnTo>
                    <a:cubicBezTo>
                      <a:pt x="25" y="30"/>
                      <a:pt x="24" y="31"/>
                      <a:pt x="24" y="32"/>
                    </a:cubicBezTo>
                    <a:cubicBezTo>
                      <a:pt x="24" y="31"/>
                      <a:pt x="24" y="31"/>
                      <a:pt x="24" y="30"/>
                    </a:cubicBezTo>
                    <a:cubicBezTo>
                      <a:pt x="24" y="31"/>
                      <a:pt x="24" y="32"/>
                      <a:pt x="24" y="33"/>
                    </a:cubicBezTo>
                    <a:cubicBezTo>
                      <a:pt x="24" y="34"/>
                      <a:pt x="24" y="36"/>
                      <a:pt x="24" y="38"/>
                    </a:cubicBezTo>
                    <a:cubicBezTo>
                      <a:pt x="24" y="40"/>
                      <a:pt x="24" y="42"/>
                      <a:pt x="24" y="44"/>
                    </a:cubicBezTo>
                    <a:cubicBezTo>
                      <a:pt x="25" y="49"/>
                      <a:pt x="25" y="55"/>
                      <a:pt x="27" y="60"/>
                    </a:cubicBezTo>
                    <a:cubicBezTo>
                      <a:pt x="29" y="68"/>
                      <a:pt x="31" y="76"/>
                      <a:pt x="34" y="84"/>
                    </a:cubicBezTo>
                    <a:cubicBezTo>
                      <a:pt x="37" y="90"/>
                      <a:pt x="39" y="95"/>
                      <a:pt x="41" y="101"/>
                    </a:cubicBezTo>
                    <a:cubicBezTo>
                      <a:pt x="44" y="107"/>
                      <a:pt x="47" y="113"/>
                      <a:pt x="50" y="119"/>
                    </a:cubicBezTo>
                    <a:cubicBezTo>
                      <a:pt x="54" y="126"/>
                      <a:pt x="58" y="132"/>
                      <a:pt x="62" y="139"/>
                    </a:cubicBezTo>
                    <a:cubicBezTo>
                      <a:pt x="66" y="144"/>
                      <a:pt x="64" y="151"/>
                      <a:pt x="59" y="154"/>
                    </a:cubicBezTo>
                    <a:cubicBezTo>
                      <a:pt x="57" y="155"/>
                      <a:pt x="55" y="156"/>
                      <a:pt x="53" y="156"/>
                    </a:cubicBezTo>
                    <a:cubicBezTo>
                      <a:pt x="49" y="156"/>
                      <a:pt x="45" y="154"/>
                      <a:pt x="43" y="1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" name="Google Shape;72;p2"/>
              <p:cNvSpPr/>
              <p:nvPr/>
            </p:nvSpPr>
            <p:spPr>
              <a:xfrm>
                <a:off x="834480" y="1800000"/>
                <a:ext cx="60480" cy="77760"/>
              </a:xfrm>
              <a:custGeom>
                <a:avLst/>
                <a:gdLst/>
                <a:ahLst/>
                <a:cxnLst/>
                <a:rect l="l" t="t" r="r" b="b"/>
                <a:pathLst>
                  <a:path w="168" h="216" extrusionOk="0">
                    <a:moveTo>
                      <a:pt x="7" y="214"/>
                    </a:moveTo>
                    <a:cubicBezTo>
                      <a:pt x="3" y="211"/>
                      <a:pt x="0" y="204"/>
                      <a:pt x="3" y="198"/>
                    </a:cubicBezTo>
                    <a:cubicBezTo>
                      <a:pt x="8" y="189"/>
                      <a:pt x="14" y="180"/>
                      <a:pt x="19" y="171"/>
                    </a:cubicBezTo>
                    <a:cubicBezTo>
                      <a:pt x="19" y="170"/>
                      <a:pt x="20" y="170"/>
                      <a:pt x="20" y="170"/>
                    </a:cubicBezTo>
                    <a:cubicBezTo>
                      <a:pt x="20" y="169"/>
                      <a:pt x="20" y="169"/>
                      <a:pt x="20" y="169"/>
                    </a:cubicBezTo>
                    <a:lnTo>
                      <a:pt x="21" y="169"/>
                    </a:lnTo>
                    <a:lnTo>
                      <a:pt x="21" y="168"/>
                    </a:lnTo>
                    <a:lnTo>
                      <a:pt x="21" y="167"/>
                    </a:lnTo>
                    <a:cubicBezTo>
                      <a:pt x="22" y="167"/>
                      <a:pt x="22" y="166"/>
                      <a:pt x="22" y="166"/>
                    </a:cubicBezTo>
                    <a:cubicBezTo>
                      <a:pt x="24" y="164"/>
                      <a:pt x="25" y="162"/>
                      <a:pt x="26" y="159"/>
                    </a:cubicBezTo>
                    <a:cubicBezTo>
                      <a:pt x="26" y="160"/>
                      <a:pt x="26" y="160"/>
                      <a:pt x="26" y="160"/>
                    </a:cubicBezTo>
                    <a:lnTo>
                      <a:pt x="26" y="159"/>
                    </a:lnTo>
                    <a:cubicBezTo>
                      <a:pt x="27" y="158"/>
                      <a:pt x="28" y="157"/>
                      <a:pt x="28" y="157"/>
                    </a:cubicBezTo>
                    <a:cubicBezTo>
                      <a:pt x="28" y="157"/>
                      <a:pt x="28" y="156"/>
                      <a:pt x="29" y="155"/>
                    </a:cubicBezTo>
                    <a:lnTo>
                      <a:pt x="29" y="154"/>
                    </a:lnTo>
                    <a:cubicBezTo>
                      <a:pt x="29" y="155"/>
                      <a:pt x="29" y="155"/>
                      <a:pt x="29" y="155"/>
                    </a:cubicBezTo>
                    <a:lnTo>
                      <a:pt x="29" y="154"/>
                    </a:lnTo>
                    <a:lnTo>
                      <a:pt x="30" y="154"/>
                    </a:lnTo>
                    <a:cubicBezTo>
                      <a:pt x="29" y="154"/>
                      <a:pt x="29" y="154"/>
                      <a:pt x="29" y="154"/>
                    </a:cubicBezTo>
                    <a:cubicBezTo>
                      <a:pt x="43" y="133"/>
                      <a:pt x="56" y="112"/>
                      <a:pt x="69" y="91"/>
                    </a:cubicBezTo>
                    <a:cubicBezTo>
                      <a:pt x="75" y="80"/>
                      <a:pt x="82" y="69"/>
                      <a:pt x="89" y="59"/>
                    </a:cubicBezTo>
                    <a:cubicBezTo>
                      <a:pt x="96" y="48"/>
                      <a:pt x="104" y="38"/>
                      <a:pt x="112" y="28"/>
                    </a:cubicBezTo>
                    <a:cubicBezTo>
                      <a:pt x="117" y="22"/>
                      <a:pt x="123" y="16"/>
                      <a:pt x="128" y="11"/>
                    </a:cubicBezTo>
                    <a:cubicBezTo>
                      <a:pt x="134" y="6"/>
                      <a:pt x="141" y="2"/>
                      <a:pt x="148" y="0"/>
                    </a:cubicBezTo>
                    <a:cubicBezTo>
                      <a:pt x="150" y="0"/>
                      <a:pt x="152" y="0"/>
                      <a:pt x="155" y="0"/>
                    </a:cubicBezTo>
                    <a:cubicBezTo>
                      <a:pt x="161" y="0"/>
                      <a:pt x="166" y="4"/>
                      <a:pt x="167" y="11"/>
                    </a:cubicBezTo>
                    <a:cubicBezTo>
                      <a:pt x="167" y="18"/>
                      <a:pt x="162" y="23"/>
                      <a:pt x="155" y="24"/>
                    </a:cubicBezTo>
                    <a:cubicBezTo>
                      <a:pt x="155" y="23"/>
                      <a:pt x="154" y="23"/>
                      <a:pt x="154" y="23"/>
                    </a:cubicBezTo>
                    <a:cubicBezTo>
                      <a:pt x="154" y="24"/>
                      <a:pt x="155" y="24"/>
                      <a:pt x="155" y="24"/>
                    </a:cubicBezTo>
                    <a:lnTo>
                      <a:pt x="154" y="24"/>
                    </a:lnTo>
                    <a:lnTo>
                      <a:pt x="154" y="23"/>
                    </a:lnTo>
                    <a:cubicBezTo>
                      <a:pt x="154" y="24"/>
                      <a:pt x="154" y="24"/>
                      <a:pt x="153" y="24"/>
                    </a:cubicBezTo>
                    <a:lnTo>
                      <a:pt x="152" y="24"/>
                    </a:lnTo>
                    <a:lnTo>
                      <a:pt x="151" y="24"/>
                    </a:lnTo>
                    <a:cubicBezTo>
                      <a:pt x="151" y="24"/>
                      <a:pt x="150" y="24"/>
                      <a:pt x="149" y="25"/>
                    </a:cubicBezTo>
                    <a:cubicBezTo>
                      <a:pt x="148" y="25"/>
                      <a:pt x="147" y="26"/>
                      <a:pt x="146" y="27"/>
                    </a:cubicBezTo>
                    <a:cubicBezTo>
                      <a:pt x="144" y="29"/>
                      <a:pt x="141" y="31"/>
                      <a:pt x="140" y="32"/>
                    </a:cubicBezTo>
                    <a:cubicBezTo>
                      <a:pt x="135" y="36"/>
                      <a:pt x="131" y="41"/>
                      <a:pt x="127" y="45"/>
                    </a:cubicBezTo>
                    <a:lnTo>
                      <a:pt x="127" y="46"/>
                    </a:lnTo>
                    <a:cubicBezTo>
                      <a:pt x="116" y="60"/>
                      <a:pt x="106" y="74"/>
                      <a:pt x="97" y="88"/>
                    </a:cubicBezTo>
                    <a:cubicBezTo>
                      <a:pt x="91" y="97"/>
                      <a:pt x="86" y="106"/>
                      <a:pt x="80" y="115"/>
                    </a:cubicBezTo>
                    <a:cubicBezTo>
                      <a:pt x="69" y="131"/>
                      <a:pt x="59" y="148"/>
                      <a:pt x="48" y="165"/>
                    </a:cubicBezTo>
                    <a:cubicBezTo>
                      <a:pt x="39" y="180"/>
                      <a:pt x="31" y="194"/>
                      <a:pt x="22" y="209"/>
                    </a:cubicBezTo>
                    <a:cubicBezTo>
                      <a:pt x="21" y="212"/>
                      <a:pt x="17" y="215"/>
                      <a:pt x="12" y="215"/>
                    </a:cubicBezTo>
                    <a:cubicBezTo>
                      <a:pt x="11" y="215"/>
                      <a:pt x="9" y="214"/>
                      <a:pt x="7" y="2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" name="Google Shape;73;p2"/>
              <p:cNvSpPr/>
              <p:nvPr/>
            </p:nvSpPr>
            <p:spPr>
              <a:xfrm>
                <a:off x="929880" y="1815120"/>
                <a:ext cx="57960" cy="18720"/>
              </a:xfrm>
              <a:custGeom>
                <a:avLst/>
                <a:gdLst/>
                <a:ahLst/>
                <a:cxnLst/>
                <a:rect l="l" t="t" r="r" b="b"/>
                <a:pathLst>
                  <a:path w="161" h="52" extrusionOk="0">
                    <a:moveTo>
                      <a:pt x="2" y="43"/>
                    </a:moveTo>
                    <a:cubicBezTo>
                      <a:pt x="0" y="36"/>
                      <a:pt x="4" y="30"/>
                      <a:pt x="10" y="28"/>
                    </a:cubicBezTo>
                    <a:cubicBezTo>
                      <a:pt x="21" y="24"/>
                      <a:pt x="32" y="21"/>
                      <a:pt x="43" y="19"/>
                    </a:cubicBezTo>
                    <a:cubicBezTo>
                      <a:pt x="53" y="16"/>
                      <a:pt x="64" y="14"/>
                      <a:pt x="76" y="12"/>
                    </a:cubicBezTo>
                    <a:cubicBezTo>
                      <a:pt x="99" y="8"/>
                      <a:pt x="123" y="5"/>
                      <a:pt x="146" y="0"/>
                    </a:cubicBezTo>
                    <a:cubicBezTo>
                      <a:pt x="152" y="0"/>
                      <a:pt x="158" y="3"/>
                      <a:pt x="159" y="10"/>
                    </a:cubicBezTo>
                    <a:cubicBezTo>
                      <a:pt x="160" y="15"/>
                      <a:pt x="156" y="21"/>
                      <a:pt x="150" y="22"/>
                    </a:cubicBezTo>
                    <a:cubicBezTo>
                      <a:pt x="135" y="25"/>
                      <a:pt x="119" y="27"/>
                      <a:pt x="104" y="30"/>
                    </a:cubicBezTo>
                    <a:cubicBezTo>
                      <a:pt x="90" y="32"/>
                      <a:pt x="75" y="34"/>
                      <a:pt x="61" y="38"/>
                    </a:cubicBezTo>
                    <a:lnTo>
                      <a:pt x="60" y="38"/>
                    </a:lnTo>
                    <a:cubicBezTo>
                      <a:pt x="55" y="39"/>
                      <a:pt x="50" y="41"/>
                      <a:pt x="45" y="42"/>
                    </a:cubicBezTo>
                    <a:lnTo>
                      <a:pt x="46" y="42"/>
                    </a:lnTo>
                    <a:cubicBezTo>
                      <a:pt x="37" y="44"/>
                      <a:pt x="27" y="47"/>
                      <a:pt x="17" y="50"/>
                    </a:cubicBezTo>
                    <a:cubicBezTo>
                      <a:pt x="16" y="51"/>
                      <a:pt x="14" y="51"/>
                      <a:pt x="13" y="51"/>
                    </a:cubicBezTo>
                    <a:cubicBezTo>
                      <a:pt x="9" y="51"/>
                      <a:pt x="4" y="48"/>
                      <a:pt x="2" y="4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" name="Google Shape;74;p2"/>
              <p:cNvSpPr/>
              <p:nvPr/>
            </p:nvSpPr>
            <p:spPr>
              <a:xfrm>
                <a:off x="953280" y="1805040"/>
                <a:ext cx="16200" cy="54720"/>
              </a:xfrm>
              <a:custGeom>
                <a:avLst/>
                <a:gdLst/>
                <a:ahLst/>
                <a:cxnLst/>
                <a:rect l="l" t="t" r="r" b="b"/>
                <a:pathLst>
                  <a:path w="45" h="152" extrusionOk="0">
                    <a:moveTo>
                      <a:pt x="8" y="142"/>
                    </a:moveTo>
                    <a:cubicBezTo>
                      <a:pt x="6" y="135"/>
                      <a:pt x="5" y="128"/>
                      <a:pt x="4" y="120"/>
                    </a:cubicBezTo>
                    <a:cubicBezTo>
                      <a:pt x="1" y="108"/>
                      <a:pt x="0" y="95"/>
                      <a:pt x="0" y="82"/>
                    </a:cubicBezTo>
                    <a:cubicBezTo>
                      <a:pt x="1" y="69"/>
                      <a:pt x="1" y="54"/>
                      <a:pt x="5" y="41"/>
                    </a:cubicBezTo>
                    <a:cubicBezTo>
                      <a:pt x="8" y="28"/>
                      <a:pt x="14" y="17"/>
                      <a:pt x="21" y="6"/>
                    </a:cubicBezTo>
                    <a:cubicBezTo>
                      <a:pt x="25" y="1"/>
                      <a:pt x="33" y="0"/>
                      <a:pt x="38" y="3"/>
                    </a:cubicBezTo>
                    <a:cubicBezTo>
                      <a:pt x="43" y="7"/>
                      <a:pt x="44" y="15"/>
                      <a:pt x="40" y="20"/>
                    </a:cubicBezTo>
                    <a:cubicBezTo>
                      <a:pt x="39" y="22"/>
                      <a:pt x="37" y="25"/>
                      <a:pt x="36" y="28"/>
                    </a:cubicBezTo>
                    <a:cubicBezTo>
                      <a:pt x="34" y="31"/>
                      <a:pt x="32" y="34"/>
                      <a:pt x="31" y="36"/>
                    </a:cubicBezTo>
                    <a:cubicBezTo>
                      <a:pt x="29" y="39"/>
                      <a:pt x="28" y="43"/>
                      <a:pt x="27" y="46"/>
                    </a:cubicBezTo>
                    <a:cubicBezTo>
                      <a:pt x="26" y="50"/>
                      <a:pt x="25" y="54"/>
                      <a:pt x="25" y="58"/>
                    </a:cubicBezTo>
                    <a:cubicBezTo>
                      <a:pt x="25" y="57"/>
                      <a:pt x="25" y="57"/>
                      <a:pt x="25" y="56"/>
                    </a:cubicBezTo>
                    <a:cubicBezTo>
                      <a:pt x="24" y="64"/>
                      <a:pt x="23" y="73"/>
                      <a:pt x="23" y="82"/>
                    </a:cubicBezTo>
                    <a:cubicBezTo>
                      <a:pt x="23" y="90"/>
                      <a:pt x="23" y="98"/>
                      <a:pt x="24" y="106"/>
                    </a:cubicBezTo>
                    <a:lnTo>
                      <a:pt x="24" y="107"/>
                    </a:lnTo>
                    <a:lnTo>
                      <a:pt x="24" y="108"/>
                    </a:lnTo>
                    <a:cubicBezTo>
                      <a:pt x="24" y="107"/>
                      <a:pt x="24" y="107"/>
                      <a:pt x="24" y="107"/>
                    </a:cubicBezTo>
                    <a:cubicBezTo>
                      <a:pt x="25" y="117"/>
                      <a:pt x="27" y="128"/>
                      <a:pt x="29" y="138"/>
                    </a:cubicBezTo>
                    <a:cubicBezTo>
                      <a:pt x="30" y="144"/>
                      <a:pt x="26" y="150"/>
                      <a:pt x="20" y="151"/>
                    </a:cubicBezTo>
                    <a:cubicBezTo>
                      <a:pt x="19" y="151"/>
                      <a:pt x="19" y="151"/>
                      <a:pt x="18" y="151"/>
                    </a:cubicBezTo>
                    <a:cubicBezTo>
                      <a:pt x="13" y="151"/>
                      <a:pt x="8" y="147"/>
                      <a:pt x="8" y="1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" name="Google Shape;75;p2"/>
              <p:cNvSpPr/>
              <p:nvPr/>
            </p:nvSpPr>
            <p:spPr>
              <a:xfrm>
                <a:off x="1027080" y="1747440"/>
                <a:ext cx="85680" cy="160200"/>
              </a:xfrm>
              <a:custGeom>
                <a:avLst/>
                <a:gdLst/>
                <a:ahLst/>
                <a:cxnLst/>
                <a:rect l="l" t="t" r="r" b="b"/>
                <a:pathLst>
                  <a:path w="238" h="445" extrusionOk="0">
                    <a:moveTo>
                      <a:pt x="33" y="435"/>
                    </a:moveTo>
                    <a:cubicBezTo>
                      <a:pt x="27" y="432"/>
                      <a:pt x="21" y="428"/>
                      <a:pt x="15" y="423"/>
                    </a:cubicBezTo>
                    <a:cubicBezTo>
                      <a:pt x="9" y="418"/>
                      <a:pt x="4" y="413"/>
                      <a:pt x="2" y="406"/>
                    </a:cubicBezTo>
                    <a:cubicBezTo>
                      <a:pt x="1" y="403"/>
                      <a:pt x="0" y="399"/>
                      <a:pt x="0" y="396"/>
                    </a:cubicBezTo>
                    <a:cubicBezTo>
                      <a:pt x="0" y="392"/>
                      <a:pt x="1" y="389"/>
                      <a:pt x="2" y="386"/>
                    </a:cubicBezTo>
                    <a:cubicBezTo>
                      <a:pt x="2" y="385"/>
                      <a:pt x="2" y="385"/>
                      <a:pt x="2" y="384"/>
                    </a:cubicBezTo>
                    <a:cubicBezTo>
                      <a:pt x="4" y="378"/>
                      <a:pt x="9" y="374"/>
                      <a:pt x="16" y="375"/>
                    </a:cubicBezTo>
                    <a:cubicBezTo>
                      <a:pt x="22" y="377"/>
                      <a:pt x="26" y="383"/>
                      <a:pt x="25" y="389"/>
                    </a:cubicBezTo>
                    <a:cubicBezTo>
                      <a:pt x="25" y="391"/>
                      <a:pt x="24" y="392"/>
                      <a:pt x="23" y="394"/>
                    </a:cubicBezTo>
                    <a:lnTo>
                      <a:pt x="23" y="395"/>
                    </a:lnTo>
                    <a:lnTo>
                      <a:pt x="23" y="396"/>
                    </a:lnTo>
                    <a:lnTo>
                      <a:pt x="23" y="395"/>
                    </a:lnTo>
                    <a:lnTo>
                      <a:pt x="23" y="396"/>
                    </a:lnTo>
                    <a:lnTo>
                      <a:pt x="23" y="395"/>
                    </a:lnTo>
                    <a:lnTo>
                      <a:pt x="23" y="396"/>
                    </a:lnTo>
                    <a:cubicBezTo>
                      <a:pt x="23" y="396"/>
                      <a:pt x="23" y="397"/>
                      <a:pt x="24" y="397"/>
                    </a:cubicBezTo>
                    <a:cubicBezTo>
                      <a:pt x="24" y="398"/>
                      <a:pt x="24" y="399"/>
                      <a:pt x="24" y="399"/>
                    </a:cubicBezTo>
                    <a:cubicBezTo>
                      <a:pt x="25" y="399"/>
                      <a:pt x="25" y="400"/>
                      <a:pt x="25" y="400"/>
                    </a:cubicBezTo>
                    <a:cubicBezTo>
                      <a:pt x="25" y="400"/>
                      <a:pt x="25" y="401"/>
                      <a:pt x="26" y="402"/>
                    </a:cubicBezTo>
                    <a:cubicBezTo>
                      <a:pt x="28" y="404"/>
                      <a:pt x="29" y="405"/>
                      <a:pt x="30" y="406"/>
                    </a:cubicBezTo>
                    <a:cubicBezTo>
                      <a:pt x="33" y="409"/>
                      <a:pt x="37" y="411"/>
                      <a:pt x="40" y="413"/>
                    </a:cubicBezTo>
                    <a:cubicBezTo>
                      <a:pt x="42" y="414"/>
                      <a:pt x="43" y="415"/>
                      <a:pt x="46" y="416"/>
                    </a:cubicBezTo>
                    <a:cubicBezTo>
                      <a:pt x="48" y="417"/>
                      <a:pt x="50" y="418"/>
                      <a:pt x="52" y="418"/>
                    </a:cubicBezTo>
                    <a:cubicBezTo>
                      <a:pt x="55" y="419"/>
                      <a:pt x="58" y="420"/>
                      <a:pt x="61" y="420"/>
                    </a:cubicBezTo>
                    <a:cubicBezTo>
                      <a:pt x="64" y="421"/>
                      <a:pt x="67" y="421"/>
                      <a:pt x="69" y="421"/>
                    </a:cubicBezTo>
                    <a:cubicBezTo>
                      <a:pt x="73" y="421"/>
                      <a:pt x="76" y="421"/>
                      <a:pt x="79" y="420"/>
                    </a:cubicBezTo>
                    <a:cubicBezTo>
                      <a:pt x="82" y="420"/>
                      <a:pt x="85" y="420"/>
                      <a:pt x="88" y="419"/>
                    </a:cubicBezTo>
                    <a:cubicBezTo>
                      <a:pt x="89" y="418"/>
                      <a:pt x="90" y="418"/>
                      <a:pt x="92" y="418"/>
                    </a:cubicBezTo>
                    <a:cubicBezTo>
                      <a:pt x="93" y="417"/>
                      <a:pt x="94" y="417"/>
                      <a:pt x="95" y="416"/>
                    </a:cubicBezTo>
                    <a:cubicBezTo>
                      <a:pt x="96" y="416"/>
                      <a:pt x="97" y="415"/>
                      <a:pt x="97" y="414"/>
                    </a:cubicBezTo>
                    <a:cubicBezTo>
                      <a:pt x="99" y="414"/>
                      <a:pt x="99" y="413"/>
                      <a:pt x="100" y="413"/>
                    </a:cubicBezTo>
                    <a:cubicBezTo>
                      <a:pt x="101" y="411"/>
                      <a:pt x="102" y="410"/>
                      <a:pt x="103" y="410"/>
                    </a:cubicBezTo>
                    <a:cubicBezTo>
                      <a:pt x="104" y="408"/>
                      <a:pt x="105" y="407"/>
                      <a:pt x="106" y="405"/>
                    </a:cubicBezTo>
                    <a:cubicBezTo>
                      <a:pt x="107" y="403"/>
                      <a:pt x="109" y="400"/>
                      <a:pt x="110" y="398"/>
                    </a:cubicBezTo>
                    <a:cubicBezTo>
                      <a:pt x="112" y="393"/>
                      <a:pt x="114" y="387"/>
                      <a:pt x="116" y="381"/>
                    </a:cubicBezTo>
                    <a:cubicBezTo>
                      <a:pt x="116" y="382"/>
                      <a:pt x="115" y="382"/>
                      <a:pt x="115" y="383"/>
                    </a:cubicBezTo>
                    <a:cubicBezTo>
                      <a:pt x="118" y="373"/>
                      <a:pt x="120" y="363"/>
                      <a:pt x="122" y="353"/>
                    </a:cubicBezTo>
                    <a:cubicBezTo>
                      <a:pt x="123" y="349"/>
                      <a:pt x="123" y="346"/>
                      <a:pt x="123" y="342"/>
                    </a:cubicBezTo>
                    <a:cubicBezTo>
                      <a:pt x="124" y="339"/>
                      <a:pt x="124" y="336"/>
                      <a:pt x="124" y="332"/>
                    </a:cubicBezTo>
                    <a:cubicBezTo>
                      <a:pt x="125" y="325"/>
                      <a:pt x="125" y="317"/>
                      <a:pt x="126" y="310"/>
                    </a:cubicBezTo>
                    <a:cubicBezTo>
                      <a:pt x="126" y="300"/>
                      <a:pt x="126" y="290"/>
                      <a:pt x="126" y="280"/>
                    </a:cubicBezTo>
                    <a:cubicBezTo>
                      <a:pt x="126" y="255"/>
                      <a:pt x="126" y="230"/>
                      <a:pt x="126" y="205"/>
                    </a:cubicBezTo>
                    <a:cubicBezTo>
                      <a:pt x="126" y="194"/>
                      <a:pt x="127" y="182"/>
                      <a:pt x="127" y="171"/>
                    </a:cubicBezTo>
                    <a:cubicBezTo>
                      <a:pt x="128" y="148"/>
                      <a:pt x="129" y="126"/>
                      <a:pt x="132" y="104"/>
                    </a:cubicBezTo>
                    <a:cubicBezTo>
                      <a:pt x="135" y="88"/>
                      <a:pt x="139" y="72"/>
                      <a:pt x="145" y="57"/>
                    </a:cubicBezTo>
                    <a:cubicBezTo>
                      <a:pt x="152" y="43"/>
                      <a:pt x="159" y="29"/>
                      <a:pt x="170" y="17"/>
                    </a:cubicBezTo>
                    <a:cubicBezTo>
                      <a:pt x="174" y="12"/>
                      <a:pt x="180" y="8"/>
                      <a:pt x="185" y="4"/>
                    </a:cubicBezTo>
                    <a:cubicBezTo>
                      <a:pt x="192" y="1"/>
                      <a:pt x="199" y="0"/>
                      <a:pt x="206" y="2"/>
                    </a:cubicBezTo>
                    <a:cubicBezTo>
                      <a:pt x="212" y="3"/>
                      <a:pt x="219" y="7"/>
                      <a:pt x="223" y="11"/>
                    </a:cubicBezTo>
                    <a:cubicBezTo>
                      <a:pt x="228" y="16"/>
                      <a:pt x="231" y="23"/>
                      <a:pt x="233" y="30"/>
                    </a:cubicBezTo>
                    <a:cubicBezTo>
                      <a:pt x="237" y="43"/>
                      <a:pt x="235" y="59"/>
                      <a:pt x="229" y="72"/>
                    </a:cubicBezTo>
                    <a:cubicBezTo>
                      <a:pt x="227" y="77"/>
                      <a:pt x="223" y="82"/>
                      <a:pt x="218" y="86"/>
                    </a:cubicBezTo>
                    <a:cubicBezTo>
                      <a:pt x="216" y="88"/>
                      <a:pt x="213" y="89"/>
                      <a:pt x="210" y="89"/>
                    </a:cubicBezTo>
                    <a:cubicBezTo>
                      <a:pt x="206" y="89"/>
                      <a:pt x="203" y="88"/>
                      <a:pt x="201" y="86"/>
                    </a:cubicBezTo>
                    <a:cubicBezTo>
                      <a:pt x="196" y="82"/>
                      <a:pt x="195" y="76"/>
                      <a:pt x="194" y="70"/>
                    </a:cubicBezTo>
                    <a:cubicBezTo>
                      <a:pt x="194" y="67"/>
                      <a:pt x="194" y="64"/>
                      <a:pt x="194" y="61"/>
                    </a:cubicBezTo>
                    <a:cubicBezTo>
                      <a:pt x="194" y="55"/>
                      <a:pt x="194" y="50"/>
                      <a:pt x="194" y="44"/>
                    </a:cubicBezTo>
                    <a:cubicBezTo>
                      <a:pt x="195" y="39"/>
                      <a:pt x="195" y="33"/>
                      <a:pt x="196" y="28"/>
                    </a:cubicBezTo>
                    <a:cubicBezTo>
                      <a:pt x="196" y="26"/>
                      <a:pt x="197" y="25"/>
                      <a:pt x="198" y="23"/>
                    </a:cubicBezTo>
                    <a:cubicBezTo>
                      <a:pt x="198" y="24"/>
                      <a:pt x="197" y="24"/>
                      <a:pt x="196" y="24"/>
                    </a:cubicBezTo>
                    <a:cubicBezTo>
                      <a:pt x="196" y="25"/>
                      <a:pt x="195" y="25"/>
                      <a:pt x="195" y="25"/>
                    </a:cubicBezTo>
                    <a:cubicBezTo>
                      <a:pt x="194" y="25"/>
                      <a:pt x="194" y="26"/>
                      <a:pt x="192" y="26"/>
                    </a:cubicBezTo>
                    <a:cubicBezTo>
                      <a:pt x="192" y="27"/>
                      <a:pt x="191" y="28"/>
                      <a:pt x="189" y="29"/>
                    </a:cubicBezTo>
                    <a:cubicBezTo>
                      <a:pt x="187" y="31"/>
                      <a:pt x="185" y="34"/>
                      <a:pt x="183" y="36"/>
                    </a:cubicBezTo>
                    <a:cubicBezTo>
                      <a:pt x="180" y="39"/>
                      <a:pt x="178" y="43"/>
                      <a:pt x="175" y="46"/>
                    </a:cubicBezTo>
                    <a:cubicBezTo>
                      <a:pt x="172" y="52"/>
                      <a:pt x="169" y="58"/>
                      <a:pt x="166" y="65"/>
                    </a:cubicBezTo>
                    <a:cubicBezTo>
                      <a:pt x="163" y="71"/>
                      <a:pt x="161" y="78"/>
                      <a:pt x="159" y="84"/>
                    </a:cubicBezTo>
                    <a:cubicBezTo>
                      <a:pt x="156" y="95"/>
                      <a:pt x="154" y="107"/>
                      <a:pt x="152" y="118"/>
                    </a:cubicBezTo>
                    <a:cubicBezTo>
                      <a:pt x="148" y="146"/>
                      <a:pt x="148" y="174"/>
                      <a:pt x="146" y="202"/>
                    </a:cubicBezTo>
                    <a:cubicBezTo>
                      <a:pt x="146" y="228"/>
                      <a:pt x="146" y="255"/>
                      <a:pt x="146" y="281"/>
                    </a:cubicBezTo>
                    <a:lnTo>
                      <a:pt x="146" y="280"/>
                    </a:lnTo>
                    <a:lnTo>
                      <a:pt x="146" y="281"/>
                    </a:lnTo>
                    <a:lnTo>
                      <a:pt x="146" y="280"/>
                    </a:lnTo>
                    <a:cubicBezTo>
                      <a:pt x="146" y="290"/>
                      <a:pt x="146" y="300"/>
                      <a:pt x="146" y="309"/>
                    </a:cubicBezTo>
                    <a:cubicBezTo>
                      <a:pt x="146" y="308"/>
                      <a:pt x="146" y="308"/>
                      <a:pt x="146" y="308"/>
                    </a:cubicBezTo>
                    <a:cubicBezTo>
                      <a:pt x="145" y="314"/>
                      <a:pt x="145" y="319"/>
                      <a:pt x="145" y="325"/>
                    </a:cubicBezTo>
                    <a:cubicBezTo>
                      <a:pt x="145" y="330"/>
                      <a:pt x="144" y="336"/>
                      <a:pt x="143" y="341"/>
                    </a:cubicBezTo>
                    <a:cubicBezTo>
                      <a:pt x="143" y="347"/>
                      <a:pt x="142" y="353"/>
                      <a:pt x="141" y="358"/>
                    </a:cubicBezTo>
                    <a:cubicBezTo>
                      <a:pt x="140" y="367"/>
                      <a:pt x="139" y="375"/>
                      <a:pt x="137" y="383"/>
                    </a:cubicBezTo>
                    <a:cubicBezTo>
                      <a:pt x="133" y="398"/>
                      <a:pt x="128" y="414"/>
                      <a:pt x="118" y="425"/>
                    </a:cubicBezTo>
                    <a:cubicBezTo>
                      <a:pt x="114" y="431"/>
                      <a:pt x="108" y="434"/>
                      <a:pt x="102" y="437"/>
                    </a:cubicBezTo>
                    <a:cubicBezTo>
                      <a:pt x="95" y="441"/>
                      <a:pt x="87" y="442"/>
                      <a:pt x="79" y="443"/>
                    </a:cubicBezTo>
                    <a:cubicBezTo>
                      <a:pt x="76" y="443"/>
                      <a:pt x="74" y="444"/>
                      <a:pt x="71" y="444"/>
                    </a:cubicBezTo>
                    <a:cubicBezTo>
                      <a:pt x="58" y="444"/>
                      <a:pt x="45" y="441"/>
                      <a:pt x="33" y="4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" name="Google Shape;76;p2"/>
              <p:cNvSpPr/>
              <p:nvPr/>
            </p:nvSpPr>
            <p:spPr>
              <a:xfrm>
                <a:off x="1139040" y="1748160"/>
                <a:ext cx="71280" cy="113760"/>
              </a:xfrm>
              <a:custGeom>
                <a:avLst/>
                <a:gdLst/>
                <a:ahLst/>
                <a:cxnLst/>
                <a:rect l="l" t="t" r="r" b="b"/>
                <a:pathLst>
                  <a:path w="198" h="316" extrusionOk="0">
                    <a:moveTo>
                      <a:pt x="31" y="279"/>
                    </a:moveTo>
                    <a:cubicBezTo>
                      <a:pt x="32" y="279"/>
                      <a:pt x="32" y="279"/>
                      <a:pt x="32" y="279"/>
                    </a:cubicBezTo>
                    <a:cubicBezTo>
                      <a:pt x="33" y="278"/>
                      <a:pt x="33" y="278"/>
                      <a:pt x="34" y="278"/>
                    </a:cubicBezTo>
                    <a:cubicBezTo>
                      <a:pt x="36" y="278"/>
                      <a:pt x="37" y="277"/>
                      <a:pt x="38" y="277"/>
                    </a:cubicBezTo>
                    <a:cubicBezTo>
                      <a:pt x="39" y="275"/>
                      <a:pt x="40" y="275"/>
                      <a:pt x="41" y="274"/>
                    </a:cubicBezTo>
                    <a:cubicBezTo>
                      <a:pt x="43" y="273"/>
                      <a:pt x="45" y="271"/>
                      <a:pt x="47" y="269"/>
                    </a:cubicBezTo>
                    <a:lnTo>
                      <a:pt x="47" y="270"/>
                    </a:lnTo>
                    <a:cubicBezTo>
                      <a:pt x="47" y="269"/>
                      <a:pt x="47" y="269"/>
                      <a:pt x="47" y="269"/>
                    </a:cubicBezTo>
                    <a:lnTo>
                      <a:pt x="48" y="268"/>
                    </a:lnTo>
                    <a:lnTo>
                      <a:pt x="47" y="269"/>
                    </a:lnTo>
                    <a:cubicBezTo>
                      <a:pt x="52" y="265"/>
                      <a:pt x="55" y="261"/>
                      <a:pt x="59" y="257"/>
                    </a:cubicBezTo>
                    <a:cubicBezTo>
                      <a:pt x="66" y="248"/>
                      <a:pt x="73" y="239"/>
                      <a:pt x="79" y="229"/>
                    </a:cubicBezTo>
                    <a:cubicBezTo>
                      <a:pt x="82" y="224"/>
                      <a:pt x="84" y="220"/>
                      <a:pt x="87" y="215"/>
                    </a:cubicBezTo>
                    <a:cubicBezTo>
                      <a:pt x="89" y="211"/>
                      <a:pt x="92" y="207"/>
                      <a:pt x="95" y="203"/>
                    </a:cubicBezTo>
                    <a:cubicBezTo>
                      <a:pt x="98" y="197"/>
                      <a:pt x="100" y="192"/>
                      <a:pt x="103" y="186"/>
                    </a:cubicBezTo>
                    <a:cubicBezTo>
                      <a:pt x="106" y="181"/>
                      <a:pt x="109" y="177"/>
                      <a:pt x="111" y="172"/>
                    </a:cubicBezTo>
                    <a:lnTo>
                      <a:pt x="112" y="171"/>
                    </a:lnTo>
                    <a:cubicBezTo>
                      <a:pt x="110" y="169"/>
                      <a:pt x="109" y="168"/>
                      <a:pt x="107" y="168"/>
                    </a:cubicBezTo>
                    <a:cubicBezTo>
                      <a:pt x="102" y="165"/>
                      <a:pt x="97" y="162"/>
                      <a:pt x="92" y="159"/>
                    </a:cubicBezTo>
                    <a:cubicBezTo>
                      <a:pt x="90" y="158"/>
                      <a:pt x="88" y="158"/>
                      <a:pt x="86" y="157"/>
                    </a:cubicBezTo>
                    <a:cubicBezTo>
                      <a:pt x="84" y="157"/>
                      <a:pt x="82" y="156"/>
                      <a:pt x="81" y="156"/>
                    </a:cubicBezTo>
                    <a:cubicBezTo>
                      <a:pt x="80" y="155"/>
                      <a:pt x="79" y="155"/>
                      <a:pt x="79" y="155"/>
                    </a:cubicBezTo>
                    <a:cubicBezTo>
                      <a:pt x="77" y="155"/>
                      <a:pt x="76" y="155"/>
                      <a:pt x="75" y="156"/>
                    </a:cubicBezTo>
                    <a:cubicBezTo>
                      <a:pt x="74" y="156"/>
                      <a:pt x="73" y="156"/>
                      <a:pt x="72" y="157"/>
                    </a:cubicBezTo>
                    <a:cubicBezTo>
                      <a:pt x="71" y="157"/>
                      <a:pt x="69" y="157"/>
                      <a:pt x="68" y="158"/>
                    </a:cubicBezTo>
                    <a:cubicBezTo>
                      <a:pt x="66" y="158"/>
                      <a:pt x="65" y="159"/>
                      <a:pt x="63" y="160"/>
                    </a:cubicBezTo>
                    <a:cubicBezTo>
                      <a:pt x="61" y="161"/>
                      <a:pt x="60" y="162"/>
                      <a:pt x="59" y="163"/>
                    </a:cubicBezTo>
                    <a:cubicBezTo>
                      <a:pt x="57" y="164"/>
                      <a:pt x="56" y="165"/>
                      <a:pt x="54" y="167"/>
                    </a:cubicBezTo>
                    <a:cubicBezTo>
                      <a:pt x="51" y="169"/>
                      <a:pt x="49" y="172"/>
                      <a:pt x="46" y="175"/>
                    </a:cubicBezTo>
                    <a:cubicBezTo>
                      <a:pt x="43" y="178"/>
                      <a:pt x="41" y="181"/>
                      <a:pt x="39" y="185"/>
                    </a:cubicBezTo>
                    <a:cubicBezTo>
                      <a:pt x="36" y="189"/>
                      <a:pt x="34" y="194"/>
                      <a:pt x="32" y="199"/>
                    </a:cubicBezTo>
                    <a:cubicBezTo>
                      <a:pt x="29" y="204"/>
                      <a:pt x="28" y="208"/>
                      <a:pt x="26" y="213"/>
                    </a:cubicBezTo>
                    <a:cubicBezTo>
                      <a:pt x="25" y="219"/>
                      <a:pt x="24" y="224"/>
                      <a:pt x="23" y="229"/>
                    </a:cubicBezTo>
                    <a:lnTo>
                      <a:pt x="23" y="228"/>
                    </a:lnTo>
                    <a:cubicBezTo>
                      <a:pt x="22" y="234"/>
                      <a:pt x="22" y="240"/>
                      <a:pt x="22" y="246"/>
                    </a:cubicBezTo>
                    <a:cubicBezTo>
                      <a:pt x="22" y="250"/>
                      <a:pt x="22" y="254"/>
                      <a:pt x="22" y="259"/>
                    </a:cubicBezTo>
                    <a:cubicBezTo>
                      <a:pt x="23" y="261"/>
                      <a:pt x="23" y="265"/>
                      <a:pt x="24" y="268"/>
                    </a:cubicBezTo>
                    <a:cubicBezTo>
                      <a:pt x="24" y="270"/>
                      <a:pt x="25" y="271"/>
                      <a:pt x="25" y="273"/>
                    </a:cubicBezTo>
                    <a:cubicBezTo>
                      <a:pt x="26" y="274"/>
                      <a:pt x="26" y="275"/>
                      <a:pt x="27" y="277"/>
                    </a:cubicBezTo>
                    <a:lnTo>
                      <a:pt x="28" y="277"/>
                    </a:lnTo>
                    <a:lnTo>
                      <a:pt x="28" y="278"/>
                    </a:lnTo>
                    <a:lnTo>
                      <a:pt x="28" y="277"/>
                    </a:lnTo>
                    <a:cubicBezTo>
                      <a:pt x="28" y="278"/>
                      <a:pt x="28" y="278"/>
                      <a:pt x="29" y="278"/>
                    </a:cubicBezTo>
                    <a:cubicBezTo>
                      <a:pt x="29" y="279"/>
                      <a:pt x="30" y="279"/>
                      <a:pt x="30" y="279"/>
                    </a:cubicBezTo>
                    <a:cubicBezTo>
                      <a:pt x="31" y="279"/>
                      <a:pt x="31" y="279"/>
                      <a:pt x="31" y="279"/>
                    </a:cubicBezTo>
                    <a:lnTo>
                      <a:pt x="32" y="279"/>
                    </a:lnTo>
                    <a:cubicBezTo>
                      <a:pt x="31" y="279"/>
                      <a:pt x="31" y="279"/>
                      <a:pt x="31" y="279"/>
                    </a:cubicBezTo>
                    <a:moveTo>
                      <a:pt x="163" y="315"/>
                    </a:moveTo>
                    <a:cubicBezTo>
                      <a:pt x="159" y="314"/>
                      <a:pt x="156" y="314"/>
                      <a:pt x="153" y="313"/>
                    </a:cubicBezTo>
                    <a:cubicBezTo>
                      <a:pt x="151" y="311"/>
                      <a:pt x="148" y="309"/>
                      <a:pt x="147" y="306"/>
                    </a:cubicBezTo>
                    <a:cubicBezTo>
                      <a:pt x="143" y="301"/>
                      <a:pt x="142" y="294"/>
                      <a:pt x="142" y="287"/>
                    </a:cubicBezTo>
                    <a:cubicBezTo>
                      <a:pt x="142" y="281"/>
                      <a:pt x="142" y="275"/>
                      <a:pt x="142" y="268"/>
                    </a:cubicBezTo>
                    <a:cubicBezTo>
                      <a:pt x="141" y="257"/>
                      <a:pt x="141" y="245"/>
                      <a:pt x="141" y="234"/>
                    </a:cubicBezTo>
                    <a:cubicBezTo>
                      <a:pt x="140" y="217"/>
                      <a:pt x="140" y="201"/>
                      <a:pt x="140" y="184"/>
                    </a:cubicBezTo>
                    <a:cubicBezTo>
                      <a:pt x="137" y="186"/>
                      <a:pt x="133" y="186"/>
                      <a:pt x="128" y="184"/>
                    </a:cubicBezTo>
                    <a:cubicBezTo>
                      <a:pt x="125" y="191"/>
                      <a:pt x="121" y="197"/>
                      <a:pt x="118" y="204"/>
                    </a:cubicBezTo>
                    <a:cubicBezTo>
                      <a:pt x="116" y="208"/>
                      <a:pt x="114" y="211"/>
                      <a:pt x="112" y="215"/>
                    </a:cubicBezTo>
                    <a:cubicBezTo>
                      <a:pt x="103" y="231"/>
                      <a:pt x="93" y="248"/>
                      <a:pt x="82" y="263"/>
                    </a:cubicBezTo>
                    <a:cubicBezTo>
                      <a:pt x="78" y="269"/>
                      <a:pt x="73" y="275"/>
                      <a:pt x="68" y="281"/>
                    </a:cubicBezTo>
                    <a:cubicBezTo>
                      <a:pt x="62" y="287"/>
                      <a:pt x="56" y="292"/>
                      <a:pt x="49" y="296"/>
                    </a:cubicBezTo>
                    <a:cubicBezTo>
                      <a:pt x="43" y="299"/>
                      <a:pt x="36" y="302"/>
                      <a:pt x="29" y="302"/>
                    </a:cubicBezTo>
                    <a:cubicBezTo>
                      <a:pt x="26" y="301"/>
                      <a:pt x="23" y="301"/>
                      <a:pt x="20" y="299"/>
                    </a:cubicBezTo>
                    <a:cubicBezTo>
                      <a:pt x="16" y="298"/>
                      <a:pt x="14" y="295"/>
                      <a:pt x="11" y="292"/>
                    </a:cubicBezTo>
                    <a:cubicBezTo>
                      <a:pt x="7" y="287"/>
                      <a:pt x="4" y="280"/>
                      <a:pt x="3" y="274"/>
                    </a:cubicBezTo>
                    <a:cubicBezTo>
                      <a:pt x="1" y="266"/>
                      <a:pt x="0" y="258"/>
                      <a:pt x="0" y="250"/>
                    </a:cubicBezTo>
                    <a:cubicBezTo>
                      <a:pt x="0" y="234"/>
                      <a:pt x="2" y="218"/>
                      <a:pt x="7" y="202"/>
                    </a:cubicBezTo>
                    <a:cubicBezTo>
                      <a:pt x="12" y="187"/>
                      <a:pt x="19" y="172"/>
                      <a:pt x="29" y="160"/>
                    </a:cubicBezTo>
                    <a:cubicBezTo>
                      <a:pt x="38" y="148"/>
                      <a:pt x="50" y="139"/>
                      <a:pt x="64" y="135"/>
                    </a:cubicBezTo>
                    <a:cubicBezTo>
                      <a:pt x="71" y="133"/>
                      <a:pt x="78" y="132"/>
                      <a:pt x="85" y="133"/>
                    </a:cubicBezTo>
                    <a:cubicBezTo>
                      <a:pt x="93" y="134"/>
                      <a:pt x="100" y="138"/>
                      <a:pt x="107" y="141"/>
                    </a:cubicBezTo>
                    <a:cubicBezTo>
                      <a:pt x="112" y="144"/>
                      <a:pt x="117" y="147"/>
                      <a:pt x="122" y="150"/>
                    </a:cubicBezTo>
                    <a:cubicBezTo>
                      <a:pt x="123" y="147"/>
                      <a:pt x="125" y="144"/>
                      <a:pt x="126" y="141"/>
                    </a:cubicBezTo>
                    <a:cubicBezTo>
                      <a:pt x="128" y="136"/>
                      <a:pt x="131" y="131"/>
                      <a:pt x="133" y="126"/>
                    </a:cubicBezTo>
                    <a:cubicBezTo>
                      <a:pt x="135" y="120"/>
                      <a:pt x="138" y="115"/>
                      <a:pt x="140" y="110"/>
                    </a:cubicBezTo>
                    <a:cubicBezTo>
                      <a:pt x="142" y="107"/>
                      <a:pt x="143" y="103"/>
                      <a:pt x="145" y="100"/>
                    </a:cubicBezTo>
                    <a:cubicBezTo>
                      <a:pt x="147" y="83"/>
                      <a:pt x="151" y="67"/>
                      <a:pt x="156" y="51"/>
                    </a:cubicBezTo>
                    <a:cubicBezTo>
                      <a:pt x="159" y="42"/>
                      <a:pt x="162" y="33"/>
                      <a:pt x="166" y="25"/>
                    </a:cubicBezTo>
                    <a:cubicBezTo>
                      <a:pt x="168" y="21"/>
                      <a:pt x="169" y="17"/>
                      <a:pt x="172" y="13"/>
                    </a:cubicBezTo>
                    <a:cubicBezTo>
                      <a:pt x="173" y="10"/>
                      <a:pt x="176" y="8"/>
                      <a:pt x="179" y="6"/>
                    </a:cubicBezTo>
                    <a:cubicBezTo>
                      <a:pt x="185" y="0"/>
                      <a:pt x="197" y="5"/>
                      <a:pt x="197" y="14"/>
                    </a:cubicBezTo>
                    <a:cubicBezTo>
                      <a:pt x="197" y="16"/>
                      <a:pt x="197" y="18"/>
                      <a:pt x="196" y="20"/>
                    </a:cubicBezTo>
                    <a:cubicBezTo>
                      <a:pt x="195" y="23"/>
                      <a:pt x="195" y="26"/>
                      <a:pt x="194" y="29"/>
                    </a:cubicBezTo>
                    <a:cubicBezTo>
                      <a:pt x="193" y="31"/>
                      <a:pt x="192" y="33"/>
                      <a:pt x="191" y="35"/>
                    </a:cubicBezTo>
                    <a:cubicBezTo>
                      <a:pt x="190" y="39"/>
                      <a:pt x="188" y="44"/>
                      <a:pt x="187" y="48"/>
                    </a:cubicBezTo>
                    <a:cubicBezTo>
                      <a:pt x="184" y="55"/>
                      <a:pt x="181" y="62"/>
                      <a:pt x="179" y="69"/>
                    </a:cubicBezTo>
                    <a:cubicBezTo>
                      <a:pt x="176" y="77"/>
                      <a:pt x="173" y="84"/>
                      <a:pt x="170" y="93"/>
                    </a:cubicBezTo>
                    <a:cubicBezTo>
                      <a:pt x="169" y="95"/>
                      <a:pt x="167" y="98"/>
                      <a:pt x="166" y="101"/>
                    </a:cubicBezTo>
                    <a:cubicBezTo>
                      <a:pt x="166" y="103"/>
                      <a:pt x="166" y="104"/>
                      <a:pt x="165" y="106"/>
                    </a:cubicBezTo>
                    <a:cubicBezTo>
                      <a:pt x="165" y="105"/>
                      <a:pt x="166" y="105"/>
                      <a:pt x="166" y="105"/>
                    </a:cubicBezTo>
                    <a:cubicBezTo>
                      <a:pt x="163" y="123"/>
                      <a:pt x="162" y="142"/>
                      <a:pt x="161" y="161"/>
                    </a:cubicBezTo>
                    <a:lnTo>
                      <a:pt x="161" y="160"/>
                    </a:lnTo>
                    <a:lnTo>
                      <a:pt x="161" y="161"/>
                    </a:lnTo>
                    <a:cubicBezTo>
                      <a:pt x="161" y="171"/>
                      <a:pt x="161" y="180"/>
                      <a:pt x="161" y="189"/>
                    </a:cubicBezTo>
                    <a:cubicBezTo>
                      <a:pt x="161" y="201"/>
                      <a:pt x="161" y="213"/>
                      <a:pt x="162" y="224"/>
                    </a:cubicBezTo>
                    <a:cubicBezTo>
                      <a:pt x="162" y="246"/>
                      <a:pt x="163" y="268"/>
                      <a:pt x="165" y="289"/>
                    </a:cubicBezTo>
                    <a:cubicBezTo>
                      <a:pt x="165" y="290"/>
                      <a:pt x="165" y="291"/>
                      <a:pt x="165" y="292"/>
                    </a:cubicBezTo>
                    <a:cubicBezTo>
                      <a:pt x="171" y="292"/>
                      <a:pt x="176" y="298"/>
                      <a:pt x="175" y="304"/>
                    </a:cubicBezTo>
                    <a:cubicBezTo>
                      <a:pt x="174" y="310"/>
                      <a:pt x="169" y="315"/>
                      <a:pt x="163" y="3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" name="Google Shape;77;p2"/>
              <p:cNvSpPr/>
              <p:nvPr/>
            </p:nvSpPr>
            <p:spPr>
              <a:xfrm>
                <a:off x="1209240" y="1798560"/>
                <a:ext cx="51480" cy="151920"/>
              </a:xfrm>
              <a:custGeom>
                <a:avLst/>
                <a:gdLst/>
                <a:ahLst/>
                <a:cxnLst/>
                <a:rect l="l" t="t" r="r" b="b"/>
                <a:pathLst>
                  <a:path w="143" h="422" extrusionOk="0">
                    <a:moveTo>
                      <a:pt x="49" y="399"/>
                    </a:moveTo>
                    <a:lnTo>
                      <a:pt x="49" y="398"/>
                    </a:lnTo>
                    <a:cubicBezTo>
                      <a:pt x="50" y="396"/>
                      <a:pt x="51" y="394"/>
                      <a:pt x="51" y="392"/>
                    </a:cubicBezTo>
                    <a:cubicBezTo>
                      <a:pt x="52" y="387"/>
                      <a:pt x="53" y="382"/>
                      <a:pt x="55" y="377"/>
                    </a:cubicBezTo>
                    <a:cubicBezTo>
                      <a:pt x="55" y="373"/>
                      <a:pt x="56" y="370"/>
                      <a:pt x="57" y="366"/>
                    </a:cubicBezTo>
                    <a:cubicBezTo>
                      <a:pt x="58" y="359"/>
                      <a:pt x="59" y="352"/>
                      <a:pt x="60" y="345"/>
                    </a:cubicBezTo>
                    <a:cubicBezTo>
                      <a:pt x="62" y="335"/>
                      <a:pt x="63" y="324"/>
                      <a:pt x="64" y="314"/>
                    </a:cubicBezTo>
                    <a:cubicBezTo>
                      <a:pt x="65" y="302"/>
                      <a:pt x="66" y="290"/>
                      <a:pt x="67" y="278"/>
                    </a:cubicBezTo>
                    <a:cubicBezTo>
                      <a:pt x="69" y="255"/>
                      <a:pt x="71" y="231"/>
                      <a:pt x="73" y="207"/>
                    </a:cubicBezTo>
                    <a:cubicBezTo>
                      <a:pt x="74" y="180"/>
                      <a:pt x="76" y="152"/>
                      <a:pt x="80" y="125"/>
                    </a:cubicBezTo>
                    <a:cubicBezTo>
                      <a:pt x="78" y="127"/>
                      <a:pt x="76" y="130"/>
                      <a:pt x="73" y="133"/>
                    </a:cubicBezTo>
                    <a:cubicBezTo>
                      <a:pt x="72" y="134"/>
                      <a:pt x="70" y="136"/>
                      <a:pt x="69" y="137"/>
                    </a:cubicBezTo>
                    <a:cubicBezTo>
                      <a:pt x="65" y="150"/>
                      <a:pt x="60" y="162"/>
                      <a:pt x="56" y="175"/>
                    </a:cubicBezTo>
                    <a:cubicBezTo>
                      <a:pt x="48" y="197"/>
                      <a:pt x="40" y="218"/>
                      <a:pt x="34" y="240"/>
                    </a:cubicBezTo>
                    <a:lnTo>
                      <a:pt x="34" y="239"/>
                    </a:lnTo>
                    <a:cubicBezTo>
                      <a:pt x="31" y="251"/>
                      <a:pt x="28" y="262"/>
                      <a:pt x="26" y="274"/>
                    </a:cubicBezTo>
                    <a:cubicBezTo>
                      <a:pt x="24" y="289"/>
                      <a:pt x="22" y="304"/>
                      <a:pt x="22" y="319"/>
                    </a:cubicBezTo>
                    <a:cubicBezTo>
                      <a:pt x="22" y="320"/>
                      <a:pt x="21" y="320"/>
                      <a:pt x="21" y="320"/>
                    </a:cubicBezTo>
                    <a:cubicBezTo>
                      <a:pt x="22" y="320"/>
                      <a:pt x="22" y="320"/>
                      <a:pt x="22" y="320"/>
                    </a:cubicBezTo>
                    <a:cubicBezTo>
                      <a:pt x="21" y="328"/>
                      <a:pt x="22" y="336"/>
                      <a:pt x="23" y="344"/>
                    </a:cubicBezTo>
                    <a:cubicBezTo>
                      <a:pt x="24" y="350"/>
                      <a:pt x="24" y="356"/>
                      <a:pt x="26" y="362"/>
                    </a:cubicBezTo>
                    <a:lnTo>
                      <a:pt x="26" y="363"/>
                    </a:lnTo>
                    <a:cubicBezTo>
                      <a:pt x="27" y="367"/>
                      <a:pt x="28" y="371"/>
                      <a:pt x="30" y="376"/>
                    </a:cubicBezTo>
                    <a:cubicBezTo>
                      <a:pt x="31" y="379"/>
                      <a:pt x="33" y="382"/>
                      <a:pt x="34" y="385"/>
                    </a:cubicBezTo>
                    <a:cubicBezTo>
                      <a:pt x="35" y="387"/>
                      <a:pt x="37" y="388"/>
                      <a:pt x="38" y="390"/>
                    </a:cubicBezTo>
                    <a:cubicBezTo>
                      <a:pt x="38" y="391"/>
                      <a:pt x="39" y="392"/>
                      <a:pt x="40" y="393"/>
                    </a:cubicBezTo>
                    <a:cubicBezTo>
                      <a:pt x="41" y="394"/>
                      <a:pt x="42" y="394"/>
                      <a:pt x="42" y="395"/>
                    </a:cubicBezTo>
                    <a:cubicBezTo>
                      <a:pt x="44" y="396"/>
                      <a:pt x="44" y="397"/>
                      <a:pt x="45" y="397"/>
                    </a:cubicBezTo>
                    <a:cubicBezTo>
                      <a:pt x="46" y="398"/>
                      <a:pt x="46" y="398"/>
                      <a:pt x="46" y="398"/>
                    </a:cubicBezTo>
                    <a:cubicBezTo>
                      <a:pt x="47" y="398"/>
                      <a:pt x="48" y="398"/>
                      <a:pt x="49" y="399"/>
                    </a:cubicBezTo>
                    <a:moveTo>
                      <a:pt x="48" y="421"/>
                    </a:moveTo>
                    <a:cubicBezTo>
                      <a:pt x="34" y="420"/>
                      <a:pt x="23" y="409"/>
                      <a:pt x="16" y="398"/>
                    </a:cubicBezTo>
                    <a:cubicBezTo>
                      <a:pt x="9" y="384"/>
                      <a:pt x="5" y="369"/>
                      <a:pt x="2" y="353"/>
                    </a:cubicBezTo>
                    <a:cubicBezTo>
                      <a:pt x="0" y="339"/>
                      <a:pt x="0" y="325"/>
                      <a:pt x="1" y="310"/>
                    </a:cubicBezTo>
                    <a:cubicBezTo>
                      <a:pt x="2" y="295"/>
                      <a:pt x="4" y="279"/>
                      <a:pt x="7" y="264"/>
                    </a:cubicBezTo>
                    <a:cubicBezTo>
                      <a:pt x="10" y="250"/>
                      <a:pt x="14" y="236"/>
                      <a:pt x="18" y="222"/>
                    </a:cubicBezTo>
                    <a:cubicBezTo>
                      <a:pt x="21" y="212"/>
                      <a:pt x="24" y="202"/>
                      <a:pt x="28" y="193"/>
                    </a:cubicBezTo>
                    <a:cubicBezTo>
                      <a:pt x="32" y="181"/>
                      <a:pt x="37" y="169"/>
                      <a:pt x="41" y="157"/>
                    </a:cubicBezTo>
                    <a:cubicBezTo>
                      <a:pt x="40" y="157"/>
                      <a:pt x="39" y="158"/>
                      <a:pt x="38" y="158"/>
                    </a:cubicBezTo>
                    <a:cubicBezTo>
                      <a:pt x="31" y="159"/>
                      <a:pt x="24" y="157"/>
                      <a:pt x="20" y="152"/>
                    </a:cubicBezTo>
                    <a:cubicBezTo>
                      <a:pt x="15" y="148"/>
                      <a:pt x="12" y="144"/>
                      <a:pt x="12" y="137"/>
                    </a:cubicBezTo>
                    <a:cubicBezTo>
                      <a:pt x="10" y="130"/>
                      <a:pt x="12" y="122"/>
                      <a:pt x="12" y="114"/>
                    </a:cubicBezTo>
                    <a:cubicBezTo>
                      <a:pt x="13" y="110"/>
                      <a:pt x="14" y="105"/>
                      <a:pt x="14" y="100"/>
                    </a:cubicBezTo>
                    <a:cubicBezTo>
                      <a:pt x="15" y="97"/>
                      <a:pt x="16" y="94"/>
                      <a:pt x="16" y="91"/>
                    </a:cubicBezTo>
                    <a:cubicBezTo>
                      <a:pt x="19" y="81"/>
                      <a:pt x="21" y="71"/>
                      <a:pt x="24" y="61"/>
                    </a:cubicBezTo>
                    <a:cubicBezTo>
                      <a:pt x="27" y="52"/>
                      <a:pt x="31" y="43"/>
                      <a:pt x="34" y="35"/>
                    </a:cubicBezTo>
                    <a:cubicBezTo>
                      <a:pt x="38" y="27"/>
                      <a:pt x="42" y="18"/>
                      <a:pt x="47" y="10"/>
                    </a:cubicBezTo>
                    <a:cubicBezTo>
                      <a:pt x="51" y="4"/>
                      <a:pt x="59" y="0"/>
                      <a:pt x="66" y="3"/>
                    </a:cubicBezTo>
                    <a:cubicBezTo>
                      <a:pt x="72" y="4"/>
                      <a:pt x="74" y="9"/>
                      <a:pt x="77" y="14"/>
                    </a:cubicBezTo>
                    <a:cubicBezTo>
                      <a:pt x="80" y="20"/>
                      <a:pt x="79" y="27"/>
                      <a:pt x="73" y="30"/>
                    </a:cubicBezTo>
                    <a:cubicBezTo>
                      <a:pt x="70" y="32"/>
                      <a:pt x="67" y="32"/>
                      <a:pt x="65" y="32"/>
                    </a:cubicBezTo>
                    <a:cubicBezTo>
                      <a:pt x="63" y="32"/>
                      <a:pt x="63" y="31"/>
                      <a:pt x="62" y="31"/>
                    </a:cubicBezTo>
                    <a:cubicBezTo>
                      <a:pt x="59" y="38"/>
                      <a:pt x="55" y="44"/>
                      <a:pt x="52" y="50"/>
                    </a:cubicBezTo>
                    <a:lnTo>
                      <a:pt x="53" y="50"/>
                    </a:lnTo>
                    <a:lnTo>
                      <a:pt x="52" y="50"/>
                    </a:lnTo>
                    <a:cubicBezTo>
                      <a:pt x="52" y="51"/>
                      <a:pt x="52" y="51"/>
                      <a:pt x="52" y="51"/>
                    </a:cubicBezTo>
                    <a:lnTo>
                      <a:pt x="52" y="50"/>
                    </a:lnTo>
                    <a:cubicBezTo>
                      <a:pt x="48" y="60"/>
                      <a:pt x="45" y="70"/>
                      <a:pt x="42" y="80"/>
                    </a:cubicBezTo>
                    <a:cubicBezTo>
                      <a:pt x="39" y="90"/>
                      <a:pt x="37" y="101"/>
                      <a:pt x="35" y="112"/>
                    </a:cubicBezTo>
                    <a:cubicBezTo>
                      <a:pt x="34" y="116"/>
                      <a:pt x="34" y="121"/>
                      <a:pt x="34" y="125"/>
                    </a:cubicBezTo>
                    <a:cubicBezTo>
                      <a:pt x="34" y="128"/>
                      <a:pt x="34" y="130"/>
                      <a:pt x="34" y="133"/>
                    </a:cubicBezTo>
                    <a:lnTo>
                      <a:pt x="34" y="134"/>
                    </a:lnTo>
                    <a:cubicBezTo>
                      <a:pt x="34" y="134"/>
                      <a:pt x="34" y="135"/>
                      <a:pt x="35" y="135"/>
                    </a:cubicBezTo>
                    <a:cubicBezTo>
                      <a:pt x="35" y="134"/>
                      <a:pt x="36" y="134"/>
                      <a:pt x="37" y="134"/>
                    </a:cubicBezTo>
                    <a:lnTo>
                      <a:pt x="38" y="134"/>
                    </a:lnTo>
                    <a:cubicBezTo>
                      <a:pt x="39" y="133"/>
                      <a:pt x="41" y="132"/>
                      <a:pt x="42" y="131"/>
                    </a:cubicBezTo>
                    <a:cubicBezTo>
                      <a:pt x="44" y="129"/>
                      <a:pt x="46" y="127"/>
                      <a:pt x="49" y="126"/>
                    </a:cubicBezTo>
                    <a:cubicBezTo>
                      <a:pt x="51" y="123"/>
                      <a:pt x="53" y="121"/>
                      <a:pt x="55" y="120"/>
                    </a:cubicBezTo>
                    <a:cubicBezTo>
                      <a:pt x="56" y="115"/>
                      <a:pt x="58" y="110"/>
                      <a:pt x="60" y="106"/>
                    </a:cubicBezTo>
                    <a:cubicBezTo>
                      <a:pt x="62" y="101"/>
                      <a:pt x="67" y="98"/>
                      <a:pt x="72" y="100"/>
                    </a:cubicBezTo>
                    <a:cubicBezTo>
                      <a:pt x="76" y="94"/>
                      <a:pt x="80" y="89"/>
                      <a:pt x="84" y="83"/>
                    </a:cubicBezTo>
                    <a:cubicBezTo>
                      <a:pt x="90" y="73"/>
                      <a:pt x="95" y="63"/>
                      <a:pt x="100" y="53"/>
                    </a:cubicBezTo>
                    <a:cubicBezTo>
                      <a:pt x="102" y="49"/>
                      <a:pt x="103" y="45"/>
                      <a:pt x="105" y="40"/>
                    </a:cubicBezTo>
                    <a:cubicBezTo>
                      <a:pt x="106" y="36"/>
                      <a:pt x="108" y="32"/>
                      <a:pt x="110" y="28"/>
                    </a:cubicBezTo>
                    <a:cubicBezTo>
                      <a:pt x="111" y="25"/>
                      <a:pt x="112" y="23"/>
                      <a:pt x="113" y="21"/>
                    </a:cubicBezTo>
                    <a:cubicBezTo>
                      <a:pt x="114" y="19"/>
                      <a:pt x="115" y="17"/>
                      <a:pt x="116" y="14"/>
                    </a:cubicBezTo>
                    <a:cubicBezTo>
                      <a:pt x="117" y="11"/>
                      <a:pt x="119" y="8"/>
                      <a:pt x="121" y="6"/>
                    </a:cubicBezTo>
                    <a:cubicBezTo>
                      <a:pt x="125" y="3"/>
                      <a:pt x="130" y="1"/>
                      <a:pt x="134" y="4"/>
                    </a:cubicBezTo>
                    <a:cubicBezTo>
                      <a:pt x="140" y="6"/>
                      <a:pt x="142" y="13"/>
                      <a:pt x="140" y="18"/>
                    </a:cubicBezTo>
                    <a:cubicBezTo>
                      <a:pt x="138" y="24"/>
                      <a:pt x="135" y="30"/>
                      <a:pt x="132" y="36"/>
                    </a:cubicBezTo>
                    <a:cubicBezTo>
                      <a:pt x="129" y="42"/>
                      <a:pt x="127" y="47"/>
                      <a:pt x="124" y="53"/>
                    </a:cubicBezTo>
                    <a:lnTo>
                      <a:pt x="123" y="54"/>
                    </a:lnTo>
                    <a:cubicBezTo>
                      <a:pt x="122" y="59"/>
                      <a:pt x="120" y="63"/>
                      <a:pt x="118" y="68"/>
                    </a:cubicBezTo>
                    <a:cubicBezTo>
                      <a:pt x="115" y="77"/>
                      <a:pt x="112" y="85"/>
                      <a:pt x="109" y="94"/>
                    </a:cubicBezTo>
                    <a:cubicBezTo>
                      <a:pt x="105" y="109"/>
                      <a:pt x="102" y="124"/>
                      <a:pt x="100" y="138"/>
                    </a:cubicBezTo>
                    <a:cubicBezTo>
                      <a:pt x="97" y="158"/>
                      <a:pt x="96" y="178"/>
                      <a:pt x="94" y="198"/>
                    </a:cubicBezTo>
                    <a:cubicBezTo>
                      <a:pt x="93" y="209"/>
                      <a:pt x="93" y="221"/>
                      <a:pt x="91" y="232"/>
                    </a:cubicBezTo>
                    <a:cubicBezTo>
                      <a:pt x="90" y="255"/>
                      <a:pt x="88" y="279"/>
                      <a:pt x="86" y="302"/>
                    </a:cubicBezTo>
                    <a:cubicBezTo>
                      <a:pt x="84" y="325"/>
                      <a:pt x="81" y="348"/>
                      <a:pt x="77" y="371"/>
                    </a:cubicBezTo>
                    <a:cubicBezTo>
                      <a:pt x="75" y="379"/>
                      <a:pt x="74" y="387"/>
                      <a:pt x="72" y="395"/>
                    </a:cubicBezTo>
                    <a:cubicBezTo>
                      <a:pt x="72" y="398"/>
                      <a:pt x="70" y="402"/>
                      <a:pt x="69" y="405"/>
                    </a:cubicBezTo>
                    <a:cubicBezTo>
                      <a:pt x="69" y="408"/>
                      <a:pt x="67" y="410"/>
                      <a:pt x="65" y="412"/>
                    </a:cubicBezTo>
                    <a:cubicBezTo>
                      <a:pt x="61" y="417"/>
                      <a:pt x="56" y="421"/>
                      <a:pt x="49" y="421"/>
                    </a:cubicBezTo>
                    <a:lnTo>
                      <a:pt x="48" y="42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" name="Google Shape;78;p2"/>
              <p:cNvSpPr/>
              <p:nvPr/>
            </p:nvSpPr>
            <p:spPr>
              <a:xfrm>
                <a:off x="1099440" y="1656360"/>
                <a:ext cx="37080" cy="7956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221" extrusionOk="0">
                    <a:moveTo>
                      <a:pt x="41" y="220"/>
                    </a:moveTo>
                    <a:cubicBezTo>
                      <a:pt x="35" y="219"/>
                      <a:pt x="30" y="214"/>
                      <a:pt x="30" y="208"/>
                    </a:cubicBezTo>
                    <a:cubicBezTo>
                      <a:pt x="31" y="194"/>
                      <a:pt x="32" y="180"/>
                      <a:pt x="34" y="166"/>
                    </a:cubicBezTo>
                    <a:cubicBezTo>
                      <a:pt x="35" y="154"/>
                      <a:pt x="37" y="141"/>
                      <a:pt x="39" y="128"/>
                    </a:cubicBezTo>
                    <a:cubicBezTo>
                      <a:pt x="40" y="127"/>
                      <a:pt x="40" y="125"/>
                      <a:pt x="40" y="124"/>
                    </a:cubicBezTo>
                    <a:cubicBezTo>
                      <a:pt x="40" y="125"/>
                      <a:pt x="39" y="126"/>
                      <a:pt x="38" y="127"/>
                    </a:cubicBezTo>
                    <a:cubicBezTo>
                      <a:pt x="35" y="133"/>
                      <a:pt x="31" y="138"/>
                      <a:pt x="27" y="143"/>
                    </a:cubicBezTo>
                    <a:cubicBezTo>
                      <a:pt x="23" y="148"/>
                      <a:pt x="19" y="151"/>
                      <a:pt x="13" y="151"/>
                    </a:cubicBezTo>
                    <a:cubicBezTo>
                      <a:pt x="8" y="150"/>
                      <a:pt x="4" y="147"/>
                      <a:pt x="2" y="142"/>
                    </a:cubicBezTo>
                    <a:cubicBezTo>
                      <a:pt x="0" y="136"/>
                      <a:pt x="4" y="129"/>
                      <a:pt x="10" y="127"/>
                    </a:cubicBezTo>
                    <a:cubicBezTo>
                      <a:pt x="13" y="123"/>
                      <a:pt x="16" y="119"/>
                      <a:pt x="19" y="114"/>
                    </a:cubicBezTo>
                    <a:cubicBezTo>
                      <a:pt x="22" y="109"/>
                      <a:pt x="26" y="105"/>
                      <a:pt x="29" y="100"/>
                    </a:cubicBezTo>
                    <a:cubicBezTo>
                      <a:pt x="36" y="90"/>
                      <a:pt x="42" y="80"/>
                      <a:pt x="48" y="69"/>
                    </a:cubicBezTo>
                    <a:cubicBezTo>
                      <a:pt x="54" y="60"/>
                      <a:pt x="58" y="52"/>
                      <a:pt x="63" y="44"/>
                    </a:cubicBezTo>
                    <a:cubicBezTo>
                      <a:pt x="64" y="42"/>
                      <a:pt x="64" y="41"/>
                      <a:pt x="65" y="41"/>
                    </a:cubicBezTo>
                    <a:cubicBezTo>
                      <a:pt x="65" y="40"/>
                      <a:pt x="65" y="40"/>
                      <a:pt x="65" y="39"/>
                    </a:cubicBezTo>
                    <a:cubicBezTo>
                      <a:pt x="69" y="28"/>
                      <a:pt x="74" y="17"/>
                      <a:pt x="79" y="7"/>
                    </a:cubicBezTo>
                    <a:cubicBezTo>
                      <a:pt x="82" y="2"/>
                      <a:pt x="87" y="0"/>
                      <a:pt x="92" y="1"/>
                    </a:cubicBezTo>
                    <a:cubicBezTo>
                      <a:pt x="98" y="2"/>
                      <a:pt x="102" y="7"/>
                      <a:pt x="102" y="13"/>
                    </a:cubicBezTo>
                    <a:cubicBezTo>
                      <a:pt x="101" y="17"/>
                      <a:pt x="100" y="20"/>
                      <a:pt x="99" y="23"/>
                    </a:cubicBezTo>
                    <a:cubicBezTo>
                      <a:pt x="97" y="25"/>
                      <a:pt x="97" y="27"/>
                      <a:pt x="96" y="28"/>
                    </a:cubicBezTo>
                    <a:cubicBezTo>
                      <a:pt x="95" y="31"/>
                      <a:pt x="93" y="34"/>
                      <a:pt x="92" y="37"/>
                    </a:cubicBezTo>
                    <a:cubicBezTo>
                      <a:pt x="90" y="40"/>
                      <a:pt x="89" y="42"/>
                      <a:pt x="88" y="45"/>
                    </a:cubicBezTo>
                    <a:cubicBezTo>
                      <a:pt x="85" y="51"/>
                      <a:pt x="83" y="56"/>
                      <a:pt x="81" y="60"/>
                    </a:cubicBezTo>
                    <a:cubicBezTo>
                      <a:pt x="79" y="65"/>
                      <a:pt x="78" y="69"/>
                      <a:pt x="77" y="72"/>
                    </a:cubicBezTo>
                    <a:cubicBezTo>
                      <a:pt x="75" y="77"/>
                      <a:pt x="74" y="81"/>
                      <a:pt x="72" y="85"/>
                    </a:cubicBezTo>
                    <a:cubicBezTo>
                      <a:pt x="71" y="91"/>
                      <a:pt x="69" y="96"/>
                      <a:pt x="67" y="102"/>
                    </a:cubicBezTo>
                    <a:cubicBezTo>
                      <a:pt x="66" y="107"/>
                      <a:pt x="65" y="111"/>
                      <a:pt x="64" y="116"/>
                    </a:cubicBezTo>
                    <a:cubicBezTo>
                      <a:pt x="63" y="120"/>
                      <a:pt x="62" y="126"/>
                      <a:pt x="61" y="130"/>
                    </a:cubicBezTo>
                    <a:cubicBezTo>
                      <a:pt x="60" y="136"/>
                      <a:pt x="59" y="142"/>
                      <a:pt x="58" y="148"/>
                    </a:cubicBezTo>
                    <a:cubicBezTo>
                      <a:pt x="57" y="153"/>
                      <a:pt x="57" y="158"/>
                      <a:pt x="56" y="163"/>
                    </a:cubicBezTo>
                    <a:cubicBezTo>
                      <a:pt x="55" y="168"/>
                      <a:pt x="55" y="173"/>
                      <a:pt x="54" y="178"/>
                    </a:cubicBezTo>
                    <a:cubicBezTo>
                      <a:pt x="54" y="189"/>
                      <a:pt x="53" y="199"/>
                      <a:pt x="53" y="210"/>
                    </a:cubicBezTo>
                    <a:cubicBezTo>
                      <a:pt x="53" y="215"/>
                      <a:pt x="47" y="220"/>
                      <a:pt x="41" y="2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" name="Google Shape;79;p2"/>
              <p:cNvSpPr/>
              <p:nvPr/>
            </p:nvSpPr>
            <p:spPr>
              <a:xfrm>
                <a:off x="1009440" y="1931760"/>
                <a:ext cx="30960" cy="82440"/>
              </a:xfrm>
              <a:custGeom>
                <a:avLst/>
                <a:gdLst/>
                <a:ahLst/>
                <a:cxnLst/>
                <a:rect l="l" t="t" r="r" b="b"/>
                <a:pathLst>
                  <a:path w="86" h="229" extrusionOk="0">
                    <a:moveTo>
                      <a:pt x="38" y="219"/>
                    </a:moveTo>
                    <a:cubicBezTo>
                      <a:pt x="36" y="213"/>
                      <a:pt x="38" y="207"/>
                      <a:pt x="38" y="201"/>
                    </a:cubicBezTo>
                    <a:cubicBezTo>
                      <a:pt x="38" y="196"/>
                      <a:pt x="38" y="191"/>
                      <a:pt x="38" y="187"/>
                    </a:cubicBezTo>
                    <a:cubicBezTo>
                      <a:pt x="38" y="186"/>
                      <a:pt x="38" y="186"/>
                      <a:pt x="38" y="185"/>
                    </a:cubicBezTo>
                    <a:cubicBezTo>
                      <a:pt x="38" y="186"/>
                      <a:pt x="38" y="186"/>
                      <a:pt x="38" y="186"/>
                    </a:cubicBezTo>
                    <a:cubicBezTo>
                      <a:pt x="38" y="185"/>
                      <a:pt x="38" y="184"/>
                      <a:pt x="38" y="183"/>
                    </a:cubicBezTo>
                    <a:cubicBezTo>
                      <a:pt x="38" y="184"/>
                      <a:pt x="38" y="184"/>
                      <a:pt x="38" y="184"/>
                    </a:cubicBezTo>
                    <a:cubicBezTo>
                      <a:pt x="38" y="183"/>
                      <a:pt x="38" y="182"/>
                      <a:pt x="38" y="181"/>
                    </a:cubicBezTo>
                    <a:cubicBezTo>
                      <a:pt x="38" y="181"/>
                      <a:pt x="38" y="182"/>
                      <a:pt x="38" y="183"/>
                    </a:cubicBezTo>
                    <a:cubicBezTo>
                      <a:pt x="38" y="181"/>
                      <a:pt x="38" y="180"/>
                      <a:pt x="38" y="179"/>
                    </a:cubicBezTo>
                    <a:cubicBezTo>
                      <a:pt x="38" y="180"/>
                      <a:pt x="38" y="180"/>
                      <a:pt x="38" y="181"/>
                    </a:cubicBezTo>
                    <a:cubicBezTo>
                      <a:pt x="39" y="168"/>
                      <a:pt x="38" y="155"/>
                      <a:pt x="38" y="142"/>
                    </a:cubicBezTo>
                    <a:cubicBezTo>
                      <a:pt x="38" y="134"/>
                      <a:pt x="38" y="126"/>
                      <a:pt x="38" y="117"/>
                    </a:cubicBezTo>
                    <a:cubicBezTo>
                      <a:pt x="38" y="119"/>
                      <a:pt x="36" y="120"/>
                      <a:pt x="36" y="122"/>
                    </a:cubicBezTo>
                    <a:cubicBezTo>
                      <a:pt x="33" y="127"/>
                      <a:pt x="31" y="132"/>
                      <a:pt x="29" y="137"/>
                    </a:cubicBezTo>
                    <a:cubicBezTo>
                      <a:pt x="28" y="142"/>
                      <a:pt x="26" y="147"/>
                      <a:pt x="24" y="151"/>
                    </a:cubicBezTo>
                    <a:cubicBezTo>
                      <a:pt x="22" y="157"/>
                      <a:pt x="15" y="161"/>
                      <a:pt x="9" y="158"/>
                    </a:cubicBezTo>
                    <a:cubicBezTo>
                      <a:pt x="3" y="156"/>
                      <a:pt x="0" y="149"/>
                      <a:pt x="2" y="143"/>
                    </a:cubicBezTo>
                    <a:cubicBezTo>
                      <a:pt x="8" y="125"/>
                      <a:pt x="17" y="108"/>
                      <a:pt x="25" y="91"/>
                    </a:cubicBezTo>
                    <a:cubicBezTo>
                      <a:pt x="32" y="80"/>
                      <a:pt x="38" y="68"/>
                      <a:pt x="43" y="57"/>
                    </a:cubicBezTo>
                    <a:cubicBezTo>
                      <a:pt x="44" y="48"/>
                      <a:pt x="47" y="40"/>
                      <a:pt x="50" y="32"/>
                    </a:cubicBezTo>
                    <a:cubicBezTo>
                      <a:pt x="51" y="29"/>
                      <a:pt x="52" y="27"/>
                      <a:pt x="53" y="24"/>
                    </a:cubicBezTo>
                    <a:cubicBezTo>
                      <a:pt x="55" y="19"/>
                      <a:pt x="57" y="13"/>
                      <a:pt x="60" y="8"/>
                    </a:cubicBezTo>
                    <a:cubicBezTo>
                      <a:pt x="61" y="7"/>
                      <a:pt x="62" y="6"/>
                      <a:pt x="63" y="5"/>
                    </a:cubicBezTo>
                    <a:cubicBezTo>
                      <a:pt x="65" y="1"/>
                      <a:pt x="69" y="0"/>
                      <a:pt x="74" y="0"/>
                    </a:cubicBezTo>
                    <a:cubicBezTo>
                      <a:pt x="78" y="0"/>
                      <a:pt x="82" y="4"/>
                      <a:pt x="84" y="8"/>
                    </a:cubicBezTo>
                    <a:cubicBezTo>
                      <a:pt x="85" y="11"/>
                      <a:pt x="85" y="13"/>
                      <a:pt x="85" y="16"/>
                    </a:cubicBezTo>
                    <a:cubicBezTo>
                      <a:pt x="84" y="18"/>
                      <a:pt x="84" y="20"/>
                      <a:pt x="83" y="22"/>
                    </a:cubicBezTo>
                    <a:cubicBezTo>
                      <a:pt x="82" y="24"/>
                      <a:pt x="81" y="27"/>
                      <a:pt x="81" y="29"/>
                    </a:cubicBezTo>
                    <a:cubicBezTo>
                      <a:pt x="79" y="33"/>
                      <a:pt x="77" y="38"/>
                      <a:pt x="75" y="42"/>
                    </a:cubicBezTo>
                    <a:cubicBezTo>
                      <a:pt x="71" y="50"/>
                      <a:pt x="68" y="57"/>
                      <a:pt x="64" y="65"/>
                    </a:cubicBezTo>
                    <a:cubicBezTo>
                      <a:pt x="64" y="66"/>
                      <a:pt x="64" y="66"/>
                      <a:pt x="64" y="67"/>
                    </a:cubicBezTo>
                    <a:cubicBezTo>
                      <a:pt x="63" y="76"/>
                      <a:pt x="61" y="85"/>
                      <a:pt x="61" y="94"/>
                    </a:cubicBezTo>
                    <a:cubicBezTo>
                      <a:pt x="60" y="99"/>
                      <a:pt x="60" y="103"/>
                      <a:pt x="60" y="108"/>
                    </a:cubicBezTo>
                    <a:cubicBezTo>
                      <a:pt x="60" y="114"/>
                      <a:pt x="60" y="119"/>
                      <a:pt x="60" y="125"/>
                    </a:cubicBezTo>
                    <a:cubicBezTo>
                      <a:pt x="60" y="124"/>
                      <a:pt x="60" y="124"/>
                      <a:pt x="60" y="123"/>
                    </a:cubicBezTo>
                    <a:cubicBezTo>
                      <a:pt x="60" y="138"/>
                      <a:pt x="60" y="154"/>
                      <a:pt x="60" y="169"/>
                    </a:cubicBezTo>
                    <a:cubicBezTo>
                      <a:pt x="61" y="183"/>
                      <a:pt x="61" y="198"/>
                      <a:pt x="60" y="213"/>
                    </a:cubicBezTo>
                    <a:cubicBezTo>
                      <a:pt x="61" y="213"/>
                      <a:pt x="61" y="214"/>
                      <a:pt x="61" y="215"/>
                    </a:cubicBezTo>
                    <a:cubicBezTo>
                      <a:pt x="62" y="220"/>
                      <a:pt x="57" y="227"/>
                      <a:pt x="51" y="228"/>
                    </a:cubicBezTo>
                    <a:cubicBezTo>
                      <a:pt x="50" y="228"/>
                      <a:pt x="50" y="228"/>
                      <a:pt x="49" y="228"/>
                    </a:cubicBezTo>
                    <a:cubicBezTo>
                      <a:pt x="44" y="228"/>
                      <a:pt x="39" y="224"/>
                      <a:pt x="38" y="2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" name="Google Shape;80;p2"/>
              <p:cNvSpPr/>
              <p:nvPr/>
            </p:nvSpPr>
            <p:spPr>
              <a:xfrm>
                <a:off x="1029240" y="1935360"/>
                <a:ext cx="56880" cy="120960"/>
              </a:xfrm>
              <a:custGeom>
                <a:avLst/>
                <a:gdLst/>
                <a:ahLst/>
                <a:cxnLst/>
                <a:rect l="l" t="t" r="r" b="b"/>
                <a:pathLst>
                  <a:path w="158" h="336" extrusionOk="0">
                    <a:moveTo>
                      <a:pt x="9" y="335"/>
                    </a:moveTo>
                    <a:cubicBezTo>
                      <a:pt x="3" y="333"/>
                      <a:pt x="0" y="327"/>
                      <a:pt x="2" y="321"/>
                    </a:cubicBezTo>
                    <a:cubicBezTo>
                      <a:pt x="23" y="274"/>
                      <a:pt x="40" y="226"/>
                      <a:pt x="58" y="177"/>
                    </a:cubicBezTo>
                    <a:cubicBezTo>
                      <a:pt x="74" y="132"/>
                      <a:pt x="90" y="87"/>
                      <a:pt x="108" y="43"/>
                    </a:cubicBezTo>
                    <a:cubicBezTo>
                      <a:pt x="112" y="33"/>
                      <a:pt x="117" y="23"/>
                      <a:pt x="122" y="14"/>
                    </a:cubicBezTo>
                    <a:cubicBezTo>
                      <a:pt x="125" y="9"/>
                      <a:pt x="128" y="5"/>
                      <a:pt x="132" y="3"/>
                    </a:cubicBezTo>
                    <a:cubicBezTo>
                      <a:pt x="137" y="0"/>
                      <a:pt x="143" y="0"/>
                      <a:pt x="148" y="2"/>
                    </a:cubicBezTo>
                    <a:cubicBezTo>
                      <a:pt x="154" y="3"/>
                      <a:pt x="157" y="11"/>
                      <a:pt x="155" y="17"/>
                    </a:cubicBezTo>
                    <a:cubicBezTo>
                      <a:pt x="154" y="20"/>
                      <a:pt x="151" y="22"/>
                      <a:pt x="149" y="23"/>
                    </a:cubicBezTo>
                    <a:cubicBezTo>
                      <a:pt x="147" y="24"/>
                      <a:pt x="145" y="24"/>
                      <a:pt x="143" y="24"/>
                    </a:cubicBezTo>
                    <a:cubicBezTo>
                      <a:pt x="142" y="26"/>
                      <a:pt x="140" y="28"/>
                      <a:pt x="140" y="29"/>
                    </a:cubicBezTo>
                    <a:cubicBezTo>
                      <a:pt x="135" y="36"/>
                      <a:pt x="132" y="43"/>
                      <a:pt x="129" y="51"/>
                    </a:cubicBezTo>
                    <a:cubicBezTo>
                      <a:pt x="129" y="50"/>
                      <a:pt x="129" y="50"/>
                      <a:pt x="129" y="50"/>
                    </a:cubicBezTo>
                    <a:cubicBezTo>
                      <a:pt x="121" y="71"/>
                      <a:pt x="112" y="92"/>
                      <a:pt x="104" y="114"/>
                    </a:cubicBezTo>
                    <a:cubicBezTo>
                      <a:pt x="95" y="136"/>
                      <a:pt x="87" y="159"/>
                      <a:pt x="78" y="182"/>
                    </a:cubicBezTo>
                    <a:cubicBezTo>
                      <a:pt x="69" y="205"/>
                      <a:pt x="61" y="228"/>
                      <a:pt x="52" y="251"/>
                    </a:cubicBezTo>
                    <a:cubicBezTo>
                      <a:pt x="43" y="275"/>
                      <a:pt x="34" y="298"/>
                      <a:pt x="26" y="321"/>
                    </a:cubicBezTo>
                    <a:cubicBezTo>
                      <a:pt x="24" y="324"/>
                      <a:pt x="24" y="326"/>
                      <a:pt x="23" y="328"/>
                    </a:cubicBezTo>
                    <a:cubicBezTo>
                      <a:pt x="22" y="333"/>
                      <a:pt x="17" y="335"/>
                      <a:pt x="12" y="335"/>
                    </a:cubicBezTo>
                    <a:cubicBezTo>
                      <a:pt x="11" y="335"/>
                      <a:pt x="10" y="335"/>
                      <a:pt x="9" y="3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" name="Google Shape;81;p2"/>
              <p:cNvSpPr/>
              <p:nvPr/>
            </p:nvSpPr>
            <p:spPr>
              <a:xfrm>
                <a:off x="1069560" y="1955880"/>
                <a:ext cx="101160" cy="90720"/>
              </a:xfrm>
              <a:custGeom>
                <a:avLst/>
                <a:gdLst/>
                <a:ahLst/>
                <a:cxnLst/>
                <a:rect l="l" t="t" r="r" b="b"/>
                <a:pathLst>
                  <a:path w="281" h="252" extrusionOk="0">
                    <a:moveTo>
                      <a:pt x="41" y="251"/>
                    </a:moveTo>
                    <a:cubicBezTo>
                      <a:pt x="36" y="250"/>
                      <a:pt x="32" y="246"/>
                      <a:pt x="31" y="241"/>
                    </a:cubicBezTo>
                    <a:cubicBezTo>
                      <a:pt x="31" y="240"/>
                      <a:pt x="31" y="238"/>
                      <a:pt x="30" y="237"/>
                    </a:cubicBezTo>
                    <a:cubicBezTo>
                      <a:pt x="29" y="225"/>
                      <a:pt x="26" y="214"/>
                      <a:pt x="24" y="203"/>
                    </a:cubicBezTo>
                    <a:cubicBezTo>
                      <a:pt x="21" y="190"/>
                      <a:pt x="18" y="177"/>
                      <a:pt x="16" y="165"/>
                    </a:cubicBezTo>
                    <a:cubicBezTo>
                      <a:pt x="13" y="152"/>
                      <a:pt x="11" y="140"/>
                      <a:pt x="8" y="128"/>
                    </a:cubicBezTo>
                    <a:cubicBezTo>
                      <a:pt x="6" y="114"/>
                      <a:pt x="2" y="101"/>
                      <a:pt x="1" y="87"/>
                    </a:cubicBezTo>
                    <a:cubicBezTo>
                      <a:pt x="1" y="83"/>
                      <a:pt x="0" y="80"/>
                      <a:pt x="1" y="76"/>
                    </a:cubicBezTo>
                    <a:cubicBezTo>
                      <a:pt x="2" y="70"/>
                      <a:pt x="9" y="66"/>
                      <a:pt x="15" y="67"/>
                    </a:cubicBezTo>
                    <a:cubicBezTo>
                      <a:pt x="22" y="68"/>
                      <a:pt x="25" y="75"/>
                      <a:pt x="24" y="81"/>
                    </a:cubicBezTo>
                    <a:lnTo>
                      <a:pt x="24" y="82"/>
                    </a:lnTo>
                    <a:cubicBezTo>
                      <a:pt x="24" y="84"/>
                      <a:pt x="24" y="85"/>
                      <a:pt x="24" y="88"/>
                    </a:cubicBezTo>
                    <a:cubicBezTo>
                      <a:pt x="26" y="101"/>
                      <a:pt x="28" y="113"/>
                      <a:pt x="30" y="126"/>
                    </a:cubicBezTo>
                    <a:cubicBezTo>
                      <a:pt x="33" y="138"/>
                      <a:pt x="35" y="150"/>
                      <a:pt x="37" y="162"/>
                    </a:cubicBezTo>
                    <a:cubicBezTo>
                      <a:pt x="40" y="172"/>
                      <a:pt x="41" y="181"/>
                      <a:pt x="44" y="191"/>
                    </a:cubicBezTo>
                    <a:cubicBezTo>
                      <a:pt x="45" y="185"/>
                      <a:pt x="47" y="179"/>
                      <a:pt x="49" y="173"/>
                    </a:cubicBezTo>
                    <a:cubicBezTo>
                      <a:pt x="55" y="154"/>
                      <a:pt x="61" y="135"/>
                      <a:pt x="67" y="116"/>
                    </a:cubicBezTo>
                    <a:cubicBezTo>
                      <a:pt x="70" y="103"/>
                      <a:pt x="74" y="90"/>
                      <a:pt x="76" y="76"/>
                    </a:cubicBezTo>
                    <a:cubicBezTo>
                      <a:pt x="77" y="73"/>
                      <a:pt x="77" y="70"/>
                      <a:pt x="77" y="67"/>
                    </a:cubicBezTo>
                    <a:cubicBezTo>
                      <a:pt x="77" y="62"/>
                      <a:pt x="77" y="57"/>
                      <a:pt x="76" y="53"/>
                    </a:cubicBezTo>
                    <a:cubicBezTo>
                      <a:pt x="76" y="50"/>
                      <a:pt x="75" y="47"/>
                      <a:pt x="75" y="45"/>
                    </a:cubicBezTo>
                    <a:cubicBezTo>
                      <a:pt x="74" y="41"/>
                      <a:pt x="73" y="38"/>
                      <a:pt x="73" y="34"/>
                    </a:cubicBezTo>
                    <a:cubicBezTo>
                      <a:pt x="72" y="28"/>
                      <a:pt x="73" y="22"/>
                      <a:pt x="79" y="18"/>
                    </a:cubicBezTo>
                    <a:cubicBezTo>
                      <a:pt x="84" y="13"/>
                      <a:pt x="91" y="14"/>
                      <a:pt x="98" y="14"/>
                    </a:cubicBezTo>
                    <a:cubicBezTo>
                      <a:pt x="103" y="14"/>
                      <a:pt x="107" y="15"/>
                      <a:pt x="112" y="15"/>
                    </a:cubicBezTo>
                    <a:cubicBezTo>
                      <a:pt x="115" y="16"/>
                      <a:pt x="119" y="16"/>
                      <a:pt x="122" y="17"/>
                    </a:cubicBezTo>
                    <a:cubicBezTo>
                      <a:pt x="129" y="17"/>
                      <a:pt x="135" y="17"/>
                      <a:pt x="141" y="17"/>
                    </a:cubicBezTo>
                    <a:cubicBezTo>
                      <a:pt x="147" y="17"/>
                      <a:pt x="154" y="17"/>
                      <a:pt x="161" y="17"/>
                    </a:cubicBezTo>
                    <a:cubicBezTo>
                      <a:pt x="167" y="17"/>
                      <a:pt x="174" y="17"/>
                      <a:pt x="181" y="17"/>
                    </a:cubicBezTo>
                    <a:cubicBezTo>
                      <a:pt x="193" y="16"/>
                      <a:pt x="204" y="15"/>
                      <a:pt x="216" y="14"/>
                    </a:cubicBezTo>
                    <a:cubicBezTo>
                      <a:pt x="221" y="13"/>
                      <a:pt x="226" y="12"/>
                      <a:pt x="231" y="11"/>
                    </a:cubicBezTo>
                    <a:cubicBezTo>
                      <a:pt x="235" y="10"/>
                      <a:pt x="238" y="10"/>
                      <a:pt x="242" y="8"/>
                    </a:cubicBezTo>
                    <a:cubicBezTo>
                      <a:pt x="250" y="7"/>
                      <a:pt x="257" y="4"/>
                      <a:pt x="264" y="2"/>
                    </a:cubicBezTo>
                    <a:cubicBezTo>
                      <a:pt x="270" y="0"/>
                      <a:pt x="276" y="4"/>
                      <a:pt x="278" y="10"/>
                    </a:cubicBezTo>
                    <a:cubicBezTo>
                      <a:pt x="280" y="15"/>
                      <a:pt x="277" y="22"/>
                      <a:pt x="270" y="24"/>
                    </a:cubicBezTo>
                    <a:cubicBezTo>
                      <a:pt x="245" y="32"/>
                      <a:pt x="220" y="36"/>
                      <a:pt x="193" y="38"/>
                    </a:cubicBezTo>
                    <a:cubicBezTo>
                      <a:pt x="181" y="39"/>
                      <a:pt x="169" y="39"/>
                      <a:pt x="157" y="40"/>
                    </a:cubicBezTo>
                    <a:cubicBezTo>
                      <a:pt x="144" y="40"/>
                      <a:pt x="132" y="40"/>
                      <a:pt x="119" y="39"/>
                    </a:cubicBezTo>
                    <a:cubicBezTo>
                      <a:pt x="115" y="39"/>
                      <a:pt x="112" y="39"/>
                      <a:pt x="108" y="38"/>
                    </a:cubicBezTo>
                    <a:cubicBezTo>
                      <a:pt x="104" y="38"/>
                      <a:pt x="101" y="38"/>
                      <a:pt x="97" y="37"/>
                    </a:cubicBezTo>
                    <a:cubicBezTo>
                      <a:pt x="99" y="50"/>
                      <a:pt x="101" y="63"/>
                      <a:pt x="98" y="77"/>
                    </a:cubicBezTo>
                    <a:cubicBezTo>
                      <a:pt x="97" y="89"/>
                      <a:pt x="93" y="101"/>
                      <a:pt x="90" y="113"/>
                    </a:cubicBezTo>
                    <a:cubicBezTo>
                      <a:pt x="83" y="137"/>
                      <a:pt x="76" y="160"/>
                      <a:pt x="69" y="183"/>
                    </a:cubicBezTo>
                    <a:cubicBezTo>
                      <a:pt x="67" y="189"/>
                      <a:pt x="65" y="194"/>
                      <a:pt x="64" y="200"/>
                    </a:cubicBezTo>
                    <a:cubicBezTo>
                      <a:pt x="64" y="200"/>
                      <a:pt x="64" y="199"/>
                      <a:pt x="64" y="198"/>
                    </a:cubicBezTo>
                    <a:cubicBezTo>
                      <a:pt x="61" y="212"/>
                      <a:pt x="57" y="225"/>
                      <a:pt x="55" y="238"/>
                    </a:cubicBezTo>
                    <a:cubicBezTo>
                      <a:pt x="54" y="240"/>
                      <a:pt x="54" y="243"/>
                      <a:pt x="53" y="244"/>
                    </a:cubicBezTo>
                    <a:cubicBezTo>
                      <a:pt x="51" y="248"/>
                      <a:pt x="47" y="251"/>
                      <a:pt x="43" y="251"/>
                    </a:cubicBezTo>
                    <a:cubicBezTo>
                      <a:pt x="42" y="251"/>
                      <a:pt x="42" y="251"/>
                      <a:pt x="41" y="2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" name="Google Shape;82;p2"/>
              <p:cNvSpPr/>
              <p:nvPr/>
            </p:nvSpPr>
            <p:spPr>
              <a:xfrm>
                <a:off x="1113120" y="1983600"/>
                <a:ext cx="57600" cy="63720"/>
              </a:xfrm>
              <a:custGeom>
                <a:avLst/>
                <a:gdLst/>
                <a:ahLst/>
                <a:cxnLst/>
                <a:rect l="l" t="t" r="r" b="b"/>
                <a:pathLst>
                  <a:path w="160" h="177" extrusionOk="0">
                    <a:moveTo>
                      <a:pt x="7" y="173"/>
                    </a:moveTo>
                    <a:cubicBezTo>
                      <a:pt x="4" y="171"/>
                      <a:pt x="2" y="168"/>
                      <a:pt x="1" y="164"/>
                    </a:cubicBezTo>
                    <a:cubicBezTo>
                      <a:pt x="0" y="161"/>
                      <a:pt x="1" y="157"/>
                      <a:pt x="2" y="155"/>
                    </a:cubicBezTo>
                    <a:cubicBezTo>
                      <a:pt x="2" y="153"/>
                      <a:pt x="4" y="152"/>
                      <a:pt x="5" y="150"/>
                    </a:cubicBezTo>
                    <a:cubicBezTo>
                      <a:pt x="7" y="149"/>
                      <a:pt x="8" y="148"/>
                      <a:pt x="10" y="146"/>
                    </a:cubicBezTo>
                    <a:cubicBezTo>
                      <a:pt x="11" y="145"/>
                      <a:pt x="12" y="144"/>
                      <a:pt x="13" y="143"/>
                    </a:cubicBezTo>
                    <a:lnTo>
                      <a:pt x="12" y="143"/>
                    </a:lnTo>
                    <a:cubicBezTo>
                      <a:pt x="15" y="141"/>
                      <a:pt x="18" y="138"/>
                      <a:pt x="21" y="135"/>
                    </a:cubicBezTo>
                    <a:cubicBezTo>
                      <a:pt x="26" y="128"/>
                      <a:pt x="30" y="123"/>
                      <a:pt x="35" y="116"/>
                    </a:cubicBezTo>
                    <a:cubicBezTo>
                      <a:pt x="37" y="111"/>
                      <a:pt x="40" y="107"/>
                      <a:pt x="42" y="102"/>
                    </a:cubicBezTo>
                    <a:cubicBezTo>
                      <a:pt x="46" y="94"/>
                      <a:pt x="48" y="86"/>
                      <a:pt x="50" y="78"/>
                    </a:cubicBezTo>
                    <a:cubicBezTo>
                      <a:pt x="51" y="74"/>
                      <a:pt x="52" y="69"/>
                      <a:pt x="53" y="65"/>
                    </a:cubicBezTo>
                    <a:cubicBezTo>
                      <a:pt x="54" y="61"/>
                      <a:pt x="54" y="57"/>
                      <a:pt x="55" y="53"/>
                    </a:cubicBezTo>
                    <a:lnTo>
                      <a:pt x="55" y="54"/>
                    </a:lnTo>
                    <a:cubicBezTo>
                      <a:pt x="56" y="49"/>
                      <a:pt x="56" y="44"/>
                      <a:pt x="56" y="40"/>
                    </a:cubicBezTo>
                    <a:cubicBezTo>
                      <a:pt x="56" y="37"/>
                      <a:pt x="56" y="35"/>
                      <a:pt x="56" y="33"/>
                    </a:cubicBezTo>
                    <a:cubicBezTo>
                      <a:pt x="56" y="30"/>
                      <a:pt x="56" y="29"/>
                      <a:pt x="55" y="27"/>
                    </a:cubicBezTo>
                    <a:cubicBezTo>
                      <a:pt x="55" y="26"/>
                      <a:pt x="54" y="26"/>
                      <a:pt x="54" y="26"/>
                    </a:cubicBezTo>
                    <a:lnTo>
                      <a:pt x="53" y="27"/>
                    </a:lnTo>
                    <a:cubicBezTo>
                      <a:pt x="51" y="30"/>
                      <a:pt x="50" y="34"/>
                      <a:pt x="49" y="37"/>
                    </a:cubicBezTo>
                    <a:cubicBezTo>
                      <a:pt x="46" y="45"/>
                      <a:pt x="42" y="53"/>
                      <a:pt x="40" y="61"/>
                    </a:cubicBezTo>
                    <a:lnTo>
                      <a:pt x="40" y="62"/>
                    </a:lnTo>
                    <a:cubicBezTo>
                      <a:pt x="43" y="68"/>
                      <a:pt x="41" y="75"/>
                      <a:pt x="35" y="78"/>
                    </a:cubicBezTo>
                    <a:cubicBezTo>
                      <a:pt x="30" y="79"/>
                      <a:pt x="25" y="80"/>
                      <a:pt x="21" y="77"/>
                    </a:cubicBezTo>
                    <a:cubicBezTo>
                      <a:pt x="19" y="75"/>
                      <a:pt x="17" y="73"/>
                      <a:pt x="16" y="70"/>
                    </a:cubicBezTo>
                    <a:cubicBezTo>
                      <a:pt x="15" y="67"/>
                      <a:pt x="15" y="62"/>
                      <a:pt x="16" y="59"/>
                    </a:cubicBezTo>
                    <a:cubicBezTo>
                      <a:pt x="16" y="55"/>
                      <a:pt x="18" y="51"/>
                      <a:pt x="19" y="47"/>
                    </a:cubicBezTo>
                    <a:cubicBezTo>
                      <a:pt x="21" y="44"/>
                      <a:pt x="22" y="40"/>
                      <a:pt x="23" y="37"/>
                    </a:cubicBezTo>
                    <a:cubicBezTo>
                      <a:pt x="25" y="35"/>
                      <a:pt x="26" y="31"/>
                      <a:pt x="27" y="28"/>
                    </a:cubicBezTo>
                    <a:cubicBezTo>
                      <a:pt x="31" y="19"/>
                      <a:pt x="35" y="8"/>
                      <a:pt x="45" y="3"/>
                    </a:cubicBezTo>
                    <a:cubicBezTo>
                      <a:pt x="47" y="1"/>
                      <a:pt x="50" y="0"/>
                      <a:pt x="53" y="0"/>
                    </a:cubicBezTo>
                    <a:cubicBezTo>
                      <a:pt x="57" y="0"/>
                      <a:pt x="60" y="1"/>
                      <a:pt x="63" y="2"/>
                    </a:cubicBezTo>
                    <a:cubicBezTo>
                      <a:pt x="70" y="4"/>
                      <a:pt x="74" y="11"/>
                      <a:pt x="76" y="18"/>
                    </a:cubicBezTo>
                    <a:cubicBezTo>
                      <a:pt x="79" y="26"/>
                      <a:pt x="79" y="33"/>
                      <a:pt x="79" y="41"/>
                    </a:cubicBezTo>
                    <a:cubicBezTo>
                      <a:pt x="79" y="47"/>
                      <a:pt x="78" y="54"/>
                      <a:pt x="77" y="60"/>
                    </a:cubicBezTo>
                    <a:cubicBezTo>
                      <a:pt x="76" y="63"/>
                      <a:pt x="76" y="67"/>
                      <a:pt x="75" y="70"/>
                    </a:cubicBezTo>
                    <a:cubicBezTo>
                      <a:pt x="75" y="74"/>
                      <a:pt x="74" y="77"/>
                      <a:pt x="73" y="80"/>
                    </a:cubicBezTo>
                    <a:cubicBezTo>
                      <a:pt x="68" y="103"/>
                      <a:pt x="58" y="124"/>
                      <a:pt x="44" y="142"/>
                    </a:cubicBezTo>
                    <a:cubicBezTo>
                      <a:pt x="43" y="143"/>
                      <a:pt x="42" y="145"/>
                      <a:pt x="42" y="146"/>
                    </a:cubicBezTo>
                    <a:cubicBezTo>
                      <a:pt x="46" y="144"/>
                      <a:pt x="51" y="142"/>
                      <a:pt x="56" y="141"/>
                    </a:cubicBezTo>
                    <a:cubicBezTo>
                      <a:pt x="65" y="138"/>
                      <a:pt x="74" y="136"/>
                      <a:pt x="83" y="134"/>
                    </a:cubicBezTo>
                    <a:cubicBezTo>
                      <a:pt x="92" y="131"/>
                      <a:pt x="102" y="129"/>
                      <a:pt x="111" y="128"/>
                    </a:cubicBezTo>
                    <a:cubicBezTo>
                      <a:pt x="117" y="127"/>
                      <a:pt x="123" y="127"/>
                      <a:pt x="128" y="126"/>
                    </a:cubicBezTo>
                    <a:cubicBezTo>
                      <a:pt x="134" y="125"/>
                      <a:pt x="140" y="125"/>
                      <a:pt x="146" y="125"/>
                    </a:cubicBezTo>
                    <a:cubicBezTo>
                      <a:pt x="152" y="125"/>
                      <a:pt x="157" y="129"/>
                      <a:pt x="158" y="136"/>
                    </a:cubicBezTo>
                    <a:cubicBezTo>
                      <a:pt x="159" y="142"/>
                      <a:pt x="153" y="148"/>
                      <a:pt x="148" y="148"/>
                    </a:cubicBezTo>
                    <a:cubicBezTo>
                      <a:pt x="140" y="148"/>
                      <a:pt x="132" y="148"/>
                      <a:pt x="125" y="149"/>
                    </a:cubicBezTo>
                    <a:cubicBezTo>
                      <a:pt x="117" y="150"/>
                      <a:pt x="110" y="151"/>
                      <a:pt x="102" y="152"/>
                    </a:cubicBezTo>
                    <a:cubicBezTo>
                      <a:pt x="96" y="153"/>
                      <a:pt x="89" y="155"/>
                      <a:pt x="83" y="157"/>
                    </a:cubicBezTo>
                    <a:cubicBezTo>
                      <a:pt x="77" y="158"/>
                      <a:pt x="71" y="160"/>
                      <a:pt x="65" y="162"/>
                    </a:cubicBezTo>
                    <a:cubicBezTo>
                      <a:pt x="58" y="164"/>
                      <a:pt x="51" y="167"/>
                      <a:pt x="44" y="169"/>
                    </a:cubicBezTo>
                    <a:cubicBezTo>
                      <a:pt x="39" y="171"/>
                      <a:pt x="33" y="173"/>
                      <a:pt x="28" y="174"/>
                    </a:cubicBezTo>
                    <a:cubicBezTo>
                      <a:pt x="25" y="174"/>
                      <a:pt x="21" y="175"/>
                      <a:pt x="16" y="176"/>
                    </a:cubicBezTo>
                    <a:lnTo>
                      <a:pt x="15" y="176"/>
                    </a:lnTo>
                    <a:cubicBezTo>
                      <a:pt x="12" y="176"/>
                      <a:pt x="9" y="174"/>
                      <a:pt x="7" y="1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" name="Google Shape;83;p2"/>
              <p:cNvSpPr/>
              <p:nvPr/>
            </p:nvSpPr>
            <p:spPr>
              <a:xfrm>
                <a:off x="1347480" y="1737720"/>
                <a:ext cx="70200" cy="153360"/>
              </a:xfrm>
              <a:custGeom>
                <a:avLst/>
                <a:gdLst/>
                <a:ahLst/>
                <a:cxnLst/>
                <a:rect l="l" t="t" r="r" b="b"/>
                <a:pathLst>
                  <a:path w="195" h="426" extrusionOk="0">
                    <a:moveTo>
                      <a:pt x="76" y="424"/>
                    </a:moveTo>
                    <a:cubicBezTo>
                      <a:pt x="69" y="424"/>
                      <a:pt x="62" y="423"/>
                      <a:pt x="56" y="422"/>
                    </a:cubicBezTo>
                    <a:cubicBezTo>
                      <a:pt x="50" y="420"/>
                      <a:pt x="45" y="418"/>
                      <a:pt x="39" y="415"/>
                    </a:cubicBezTo>
                    <a:cubicBezTo>
                      <a:pt x="37" y="414"/>
                      <a:pt x="35" y="413"/>
                      <a:pt x="32" y="412"/>
                    </a:cubicBezTo>
                    <a:cubicBezTo>
                      <a:pt x="30" y="411"/>
                      <a:pt x="28" y="409"/>
                      <a:pt x="25" y="408"/>
                    </a:cubicBezTo>
                    <a:cubicBezTo>
                      <a:pt x="23" y="407"/>
                      <a:pt x="21" y="406"/>
                      <a:pt x="19" y="404"/>
                    </a:cubicBezTo>
                    <a:cubicBezTo>
                      <a:pt x="16" y="402"/>
                      <a:pt x="13" y="400"/>
                      <a:pt x="10" y="398"/>
                    </a:cubicBezTo>
                    <a:cubicBezTo>
                      <a:pt x="9" y="397"/>
                      <a:pt x="7" y="395"/>
                      <a:pt x="5" y="392"/>
                    </a:cubicBezTo>
                    <a:cubicBezTo>
                      <a:pt x="3" y="390"/>
                      <a:pt x="3" y="388"/>
                      <a:pt x="2" y="385"/>
                    </a:cubicBezTo>
                    <a:cubicBezTo>
                      <a:pt x="0" y="378"/>
                      <a:pt x="3" y="372"/>
                      <a:pt x="9" y="370"/>
                    </a:cubicBezTo>
                    <a:cubicBezTo>
                      <a:pt x="16" y="368"/>
                      <a:pt x="23" y="371"/>
                      <a:pt x="24" y="377"/>
                    </a:cubicBezTo>
                    <a:cubicBezTo>
                      <a:pt x="24" y="378"/>
                      <a:pt x="24" y="378"/>
                      <a:pt x="24" y="379"/>
                    </a:cubicBezTo>
                    <a:cubicBezTo>
                      <a:pt x="26" y="380"/>
                      <a:pt x="27" y="381"/>
                      <a:pt x="28" y="383"/>
                    </a:cubicBezTo>
                    <a:cubicBezTo>
                      <a:pt x="31" y="385"/>
                      <a:pt x="34" y="387"/>
                      <a:pt x="37" y="389"/>
                    </a:cubicBezTo>
                    <a:cubicBezTo>
                      <a:pt x="39" y="390"/>
                      <a:pt x="41" y="391"/>
                      <a:pt x="43" y="392"/>
                    </a:cubicBezTo>
                    <a:cubicBezTo>
                      <a:pt x="45" y="393"/>
                      <a:pt x="48" y="394"/>
                      <a:pt x="50" y="395"/>
                    </a:cubicBezTo>
                    <a:lnTo>
                      <a:pt x="49" y="395"/>
                    </a:lnTo>
                    <a:cubicBezTo>
                      <a:pt x="54" y="397"/>
                      <a:pt x="59" y="398"/>
                      <a:pt x="63" y="400"/>
                    </a:cubicBezTo>
                    <a:cubicBezTo>
                      <a:pt x="65" y="401"/>
                      <a:pt x="67" y="401"/>
                      <a:pt x="69" y="401"/>
                    </a:cubicBezTo>
                    <a:cubicBezTo>
                      <a:pt x="73" y="402"/>
                      <a:pt x="76" y="402"/>
                      <a:pt x="80" y="402"/>
                    </a:cubicBezTo>
                    <a:cubicBezTo>
                      <a:pt x="83" y="402"/>
                      <a:pt x="84" y="402"/>
                      <a:pt x="87" y="402"/>
                    </a:cubicBezTo>
                    <a:lnTo>
                      <a:pt x="88" y="402"/>
                    </a:lnTo>
                    <a:cubicBezTo>
                      <a:pt x="88" y="401"/>
                      <a:pt x="88" y="401"/>
                      <a:pt x="88" y="401"/>
                    </a:cubicBezTo>
                    <a:lnTo>
                      <a:pt x="89" y="401"/>
                    </a:lnTo>
                    <a:lnTo>
                      <a:pt x="90" y="401"/>
                    </a:lnTo>
                    <a:lnTo>
                      <a:pt x="90" y="400"/>
                    </a:lnTo>
                    <a:cubicBezTo>
                      <a:pt x="91" y="400"/>
                      <a:pt x="91" y="399"/>
                      <a:pt x="91" y="399"/>
                    </a:cubicBezTo>
                    <a:cubicBezTo>
                      <a:pt x="92" y="398"/>
                      <a:pt x="92" y="398"/>
                      <a:pt x="93" y="397"/>
                    </a:cubicBezTo>
                    <a:cubicBezTo>
                      <a:pt x="92" y="397"/>
                      <a:pt x="92" y="397"/>
                      <a:pt x="92" y="398"/>
                    </a:cubicBezTo>
                    <a:cubicBezTo>
                      <a:pt x="92" y="397"/>
                      <a:pt x="92" y="397"/>
                      <a:pt x="93" y="397"/>
                    </a:cubicBezTo>
                    <a:lnTo>
                      <a:pt x="94" y="396"/>
                    </a:lnTo>
                    <a:cubicBezTo>
                      <a:pt x="93" y="397"/>
                      <a:pt x="93" y="397"/>
                      <a:pt x="93" y="397"/>
                    </a:cubicBezTo>
                    <a:cubicBezTo>
                      <a:pt x="94" y="396"/>
                      <a:pt x="94" y="394"/>
                      <a:pt x="95" y="393"/>
                    </a:cubicBezTo>
                    <a:cubicBezTo>
                      <a:pt x="95" y="392"/>
                      <a:pt x="95" y="392"/>
                      <a:pt x="95" y="391"/>
                    </a:cubicBezTo>
                    <a:cubicBezTo>
                      <a:pt x="96" y="390"/>
                      <a:pt x="96" y="389"/>
                      <a:pt x="97" y="388"/>
                    </a:cubicBezTo>
                    <a:cubicBezTo>
                      <a:pt x="97" y="384"/>
                      <a:pt x="97" y="380"/>
                      <a:pt x="97" y="375"/>
                    </a:cubicBezTo>
                    <a:cubicBezTo>
                      <a:pt x="97" y="376"/>
                      <a:pt x="97" y="376"/>
                      <a:pt x="97" y="376"/>
                    </a:cubicBezTo>
                    <a:cubicBezTo>
                      <a:pt x="97" y="373"/>
                      <a:pt x="98" y="369"/>
                      <a:pt x="97" y="365"/>
                    </a:cubicBezTo>
                    <a:cubicBezTo>
                      <a:pt x="97" y="361"/>
                      <a:pt x="97" y="357"/>
                      <a:pt x="97" y="353"/>
                    </a:cubicBezTo>
                    <a:cubicBezTo>
                      <a:pt x="96" y="349"/>
                      <a:pt x="95" y="345"/>
                      <a:pt x="95" y="340"/>
                    </a:cubicBezTo>
                    <a:cubicBezTo>
                      <a:pt x="94" y="336"/>
                      <a:pt x="93" y="331"/>
                      <a:pt x="92" y="327"/>
                    </a:cubicBezTo>
                    <a:cubicBezTo>
                      <a:pt x="91" y="322"/>
                      <a:pt x="90" y="317"/>
                      <a:pt x="88" y="311"/>
                    </a:cubicBezTo>
                    <a:cubicBezTo>
                      <a:pt x="87" y="305"/>
                      <a:pt x="84" y="298"/>
                      <a:pt x="83" y="292"/>
                    </a:cubicBezTo>
                    <a:cubicBezTo>
                      <a:pt x="79" y="281"/>
                      <a:pt x="74" y="270"/>
                      <a:pt x="70" y="259"/>
                    </a:cubicBezTo>
                    <a:cubicBezTo>
                      <a:pt x="61" y="236"/>
                      <a:pt x="51" y="213"/>
                      <a:pt x="43" y="190"/>
                    </a:cubicBezTo>
                    <a:cubicBezTo>
                      <a:pt x="37" y="173"/>
                      <a:pt x="32" y="155"/>
                      <a:pt x="30" y="137"/>
                    </a:cubicBezTo>
                    <a:cubicBezTo>
                      <a:pt x="28" y="121"/>
                      <a:pt x="28" y="103"/>
                      <a:pt x="32" y="87"/>
                    </a:cubicBezTo>
                    <a:cubicBezTo>
                      <a:pt x="34" y="80"/>
                      <a:pt x="37" y="73"/>
                      <a:pt x="41" y="66"/>
                    </a:cubicBezTo>
                    <a:cubicBezTo>
                      <a:pt x="44" y="58"/>
                      <a:pt x="49" y="50"/>
                      <a:pt x="53" y="43"/>
                    </a:cubicBezTo>
                    <a:cubicBezTo>
                      <a:pt x="63" y="28"/>
                      <a:pt x="76" y="13"/>
                      <a:pt x="92" y="5"/>
                    </a:cubicBezTo>
                    <a:cubicBezTo>
                      <a:pt x="100" y="1"/>
                      <a:pt x="109" y="0"/>
                      <a:pt x="118" y="0"/>
                    </a:cubicBezTo>
                    <a:cubicBezTo>
                      <a:pt x="128" y="0"/>
                      <a:pt x="137" y="3"/>
                      <a:pt x="146" y="6"/>
                    </a:cubicBezTo>
                    <a:cubicBezTo>
                      <a:pt x="155" y="10"/>
                      <a:pt x="162" y="15"/>
                      <a:pt x="169" y="21"/>
                    </a:cubicBezTo>
                    <a:cubicBezTo>
                      <a:pt x="175" y="27"/>
                      <a:pt x="180" y="35"/>
                      <a:pt x="183" y="43"/>
                    </a:cubicBezTo>
                    <a:cubicBezTo>
                      <a:pt x="185" y="48"/>
                      <a:pt x="186" y="52"/>
                      <a:pt x="187" y="56"/>
                    </a:cubicBezTo>
                    <a:cubicBezTo>
                      <a:pt x="187" y="60"/>
                      <a:pt x="187" y="64"/>
                      <a:pt x="187" y="67"/>
                    </a:cubicBezTo>
                    <a:cubicBezTo>
                      <a:pt x="191" y="70"/>
                      <a:pt x="194" y="76"/>
                      <a:pt x="191" y="81"/>
                    </a:cubicBezTo>
                    <a:cubicBezTo>
                      <a:pt x="191" y="84"/>
                      <a:pt x="190" y="86"/>
                      <a:pt x="188" y="88"/>
                    </a:cubicBezTo>
                    <a:cubicBezTo>
                      <a:pt x="186" y="91"/>
                      <a:pt x="185" y="95"/>
                      <a:pt x="181" y="97"/>
                    </a:cubicBezTo>
                    <a:cubicBezTo>
                      <a:pt x="175" y="101"/>
                      <a:pt x="168" y="99"/>
                      <a:pt x="165" y="94"/>
                    </a:cubicBezTo>
                    <a:cubicBezTo>
                      <a:pt x="162" y="89"/>
                      <a:pt x="162" y="84"/>
                      <a:pt x="163" y="80"/>
                    </a:cubicBezTo>
                    <a:cubicBezTo>
                      <a:pt x="164" y="75"/>
                      <a:pt x="164" y="70"/>
                      <a:pt x="164" y="65"/>
                    </a:cubicBezTo>
                    <a:cubicBezTo>
                      <a:pt x="164" y="63"/>
                      <a:pt x="164" y="61"/>
                      <a:pt x="164" y="59"/>
                    </a:cubicBezTo>
                    <a:cubicBezTo>
                      <a:pt x="164" y="58"/>
                      <a:pt x="164" y="57"/>
                      <a:pt x="164" y="56"/>
                    </a:cubicBezTo>
                    <a:cubicBezTo>
                      <a:pt x="163" y="55"/>
                      <a:pt x="162" y="53"/>
                      <a:pt x="162" y="51"/>
                    </a:cubicBezTo>
                    <a:cubicBezTo>
                      <a:pt x="161" y="50"/>
                      <a:pt x="161" y="49"/>
                      <a:pt x="160" y="47"/>
                    </a:cubicBezTo>
                    <a:cubicBezTo>
                      <a:pt x="159" y="46"/>
                      <a:pt x="158" y="45"/>
                      <a:pt x="158" y="43"/>
                    </a:cubicBezTo>
                    <a:cubicBezTo>
                      <a:pt x="157" y="42"/>
                      <a:pt x="155" y="41"/>
                      <a:pt x="154" y="39"/>
                    </a:cubicBezTo>
                    <a:cubicBezTo>
                      <a:pt x="152" y="38"/>
                      <a:pt x="151" y="36"/>
                      <a:pt x="149" y="35"/>
                    </a:cubicBezTo>
                    <a:cubicBezTo>
                      <a:pt x="147" y="33"/>
                      <a:pt x="145" y="31"/>
                      <a:pt x="143" y="30"/>
                    </a:cubicBezTo>
                    <a:cubicBezTo>
                      <a:pt x="141" y="29"/>
                      <a:pt x="140" y="28"/>
                      <a:pt x="138" y="27"/>
                    </a:cubicBezTo>
                    <a:cubicBezTo>
                      <a:pt x="135" y="27"/>
                      <a:pt x="133" y="25"/>
                      <a:pt x="130" y="25"/>
                    </a:cubicBezTo>
                    <a:cubicBezTo>
                      <a:pt x="128" y="24"/>
                      <a:pt x="126" y="24"/>
                      <a:pt x="124" y="24"/>
                    </a:cubicBezTo>
                    <a:cubicBezTo>
                      <a:pt x="122" y="23"/>
                      <a:pt x="119" y="23"/>
                      <a:pt x="117" y="23"/>
                    </a:cubicBezTo>
                    <a:cubicBezTo>
                      <a:pt x="115" y="23"/>
                      <a:pt x="113" y="23"/>
                      <a:pt x="111" y="23"/>
                    </a:cubicBezTo>
                    <a:cubicBezTo>
                      <a:pt x="109" y="23"/>
                      <a:pt x="108" y="24"/>
                      <a:pt x="106" y="24"/>
                    </a:cubicBezTo>
                    <a:cubicBezTo>
                      <a:pt x="105" y="24"/>
                      <a:pt x="103" y="25"/>
                      <a:pt x="101" y="25"/>
                    </a:cubicBezTo>
                    <a:cubicBezTo>
                      <a:pt x="101" y="26"/>
                      <a:pt x="100" y="26"/>
                      <a:pt x="99" y="27"/>
                    </a:cubicBezTo>
                    <a:cubicBezTo>
                      <a:pt x="98" y="28"/>
                      <a:pt x="96" y="29"/>
                      <a:pt x="94" y="30"/>
                    </a:cubicBezTo>
                    <a:cubicBezTo>
                      <a:pt x="92" y="31"/>
                      <a:pt x="90" y="33"/>
                      <a:pt x="88" y="35"/>
                    </a:cubicBezTo>
                    <a:cubicBezTo>
                      <a:pt x="86" y="38"/>
                      <a:pt x="83" y="41"/>
                      <a:pt x="80" y="43"/>
                    </a:cubicBezTo>
                    <a:cubicBezTo>
                      <a:pt x="76" y="49"/>
                      <a:pt x="71" y="56"/>
                      <a:pt x="67" y="63"/>
                    </a:cubicBezTo>
                    <a:cubicBezTo>
                      <a:pt x="67" y="63"/>
                      <a:pt x="67" y="62"/>
                      <a:pt x="68" y="62"/>
                    </a:cubicBezTo>
                    <a:cubicBezTo>
                      <a:pt x="64" y="68"/>
                      <a:pt x="60" y="75"/>
                      <a:pt x="57" y="82"/>
                    </a:cubicBezTo>
                    <a:cubicBezTo>
                      <a:pt x="55" y="85"/>
                      <a:pt x="55" y="88"/>
                      <a:pt x="53" y="91"/>
                    </a:cubicBezTo>
                    <a:cubicBezTo>
                      <a:pt x="53" y="94"/>
                      <a:pt x="52" y="98"/>
                      <a:pt x="51" y="101"/>
                    </a:cubicBezTo>
                    <a:cubicBezTo>
                      <a:pt x="51" y="107"/>
                      <a:pt x="50" y="113"/>
                      <a:pt x="50" y="119"/>
                    </a:cubicBezTo>
                    <a:cubicBezTo>
                      <a:pt x="50" y="126"/>
                      <a:pt x="51" y="132"/>
                      <a:pt x="51" y="138"/>
                    </a:cubicBezTo>
                    <a:lnTo>
                      <a:pt x="51" y="137"/>
                    </a:lnTo>
                    <a:cubicBezTo>
                      <a:pt x="52" y="144"/>
                      <a:pt x="53" y="151"/>
                      <a:pt x="55" y="158"/>
                    </a:cubicBezTo>
                    <a:lnTo>
                      <a:pt x="55" y="157"/>
                    </a:lnTo>
                    <a:cubicBezTo>
                      <a:pt x="59" y="175"/>
                      <a:pt x="65" y="191"/>
                      <a:pt x="72" y="208"/>
                    </a:cubicBezTo>
                    <a:cubicBezTo>
                      <a:pt x="81" y="230"/>
                      <a:pt x="90" y="253"/>
                      <a:pt x="98" y="275"/>
                    </a:cubicBezTo>
                    <a:cubicBezTo>
                      <a:pt x="102" y="286"/>
                      <a:pt x="106" y="298"/>
                      <a:pt x="109" y="310"/>
                    </a:cubicBezTo>
                    <a:cubicBezTo>
                      <a:pt x="113" y="321"/>
                      <a:pt x="115" y="334"/>
                      <a:pt x="117" y="345"/>
                    </a:cubicBezTo>
                    <a:cubicBezTo>
                      <a:pt x="117" y="351"/>
                      <a:pt x="118" y="356"/>
                      <a:pt x="118" y="361"/>
                    </a:cubicBezTo>
                    <a:cubicBezTo>
                      <a:pt x="119" y="366"/>
                      <a:pt x="119" y="370"/>
                      <a:pt x="119" y="375"/>
                    </a:cubicBezTo>
                    <a:cubicBezTo>
                      <a:pt x="119" y="378"/>
                      <a:pt x="119" y="381"/>
                      <a:pt x="119" y="384"/>
                    </a:cubicBezTo>
                    <a:cubicBezTo>
                      <a:pt x="119" y="389"/>
                      <a:pt x="118" y="394"/>
                      <a:pt x="117" y="398"/>
                    </a:cubicBezTo>
                    <a:cubicBezTo>
                      <a:pt x="113" y="410"/>
                      <a:pt x="105" y="420"/>
                      <a:pt x="94" y="424"/>
                    </a:cubicBezTo>
                    <a:cubicBezTo>
                      <a:pt x="90" y="424"/>
                      <a:pt x="86" y="425"/>
                      <a:pt x="83" y="425"/>
                    </a:cubicBezTo>
                    <a:cubicBezTo>
                      <a:pt x="80" y="425"/>
                      <a:pt x="78" y="424"/>
                      <a:pt x="76" y="4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" name="Google Shape;84;p2"/>
              <p:cNvSpPr/>
              <p:nvPr/>
            </p:nvSpPr>
            <p:spPr>
              <a:xfrm>
                <a:off x="1369440" y="1927440"/>
                <a:ext cx="42480" cy="52200"/>
              </a:xfrm>
              <a:custGeom>
                <a:avLst/>
                <a:gdLst/>
                <a:ahLst/>
                <a:cxnLst/>
                <a:rect l="l" t="t" r="r" b="b"/>
                <a:pathLst>
                  <a:path w="118" h="145" extrusionOk="0">
                    <a:moveTo>
                      <a:pt x="34" y="140"/>
                    </a:moveTo>
                    <a:cubicBezTo>
                      <a:pt x="28" y="137"/>
                      <a:pt x="24" y="130"/>
                      <a:pt x="19" y="124"/>
                    </a:cubicBezTo>
                    <a:cubicBezTo>
                      <a:pt x="15" y="117"/>
                      <a:pt x="12" y="110"/>
                      <a:pt x="9" y="102"/>
                    </a:cubicBezTo>
                    <a:cubicBezTo>
                      <a:pt x="5" y="95"/>
                      <a:pt x="4" y="86"/>
                      <a:pt x="2" y="78"/>
                    </a:cubicBezTo>
                    <a:cubicBezTo>
                      <a:pt x="1" y="70"/>
                      <a:pt x="0" y="62"/>
                      <a:pt x="1" y="54"/>
                    </a:cubicBezTo>
                    <a:cubicBezTo>
                      <a:pt x="1" y="47"/>
                      <a:pt x="3" y="39"/>
                      <a:pt x="8" y="35"/>
                    </a:cubicBezTo>
                    <a:cubicBezTo>
                      <a:pt x="13" y="31"/>
                      <a:pt x="20" y="31"/>
                      <a:pt x="24" y="35"/>
                    </a:cubicBezTo>
                    <a:cubicBezTo>
                      <a:pt x="26" y="37"/>
                      <a:pt x="28" y="39"/>
                      <a:pt x="29" y="42"/>
                    </a:cubicBezTo>
                    <a:cubicBezTo>
                      <a:pt x="29" y="44"/>
                      <a:pt x="29" y="46"/>
                      <a:pt x="30" y="49"/>
                    </a:cubicBezTo>
                    <a:lnTo>
                      <a:pt x="30" y="50"/>
                    </a:lnTo>
                    <a:cubicBezTo>
                      <a:pt x="31" y="56"/>
                      <a:pt x="28" y="61"/>
                      <a:pt x="24" y="63"/>
                    </a:cubicBezTo>
                    <a:cubicBezTo>
                      <a:pt x="24" y="65"/>
                      <a:pt x="24" y="68"/>
                      <a:pt x="24" y="71"/>
                    </a:cubicBezTo>
                    <a:cubicBezTo>
                      <a:pt x="25" y="75"/>
                      <a:pt x="25" y="80"/>
                      <a:pt x="26" y="85"/>
                    </a:cubicBezTo>
                    <a:cubicBezTo>
                      <a:pt x="28" y="88"/>
                      <a:pt x="28" y="91"/>
                      <a:pt x="29" y="94"/>
                    </a:cubicBezTo>
                    <a:cubicBezTo>
                      <a:pt x="31" y="98"/>
                      <a:pt x="33" y="102"/>
                      <a:pt x="35" y="105"/>
                    </a:cubicBezTo>
                    <a:cubicBezTo>
                      <a:pt x="37" y="109"/>
                      <a:pt x="39" y="112"/>
                      <a:pt x="41" y="116"/>
                    </a:cubicBezTo>
                    <a:cubicBezTo>
                      <a:pt x="42" y="117"/>
                      <a:pt x="43" y="118"/>
                      <a:pt x="44" y="119"/>
                    </a:cubicBezTo>
                    <a:cubicBezTo>
                      <a:pt x="44" y="120"/>
                      <a:pt x="45" y="120"/>
                      <a:pt x="46" y="121"/>
                    </a:cubicBezTo>
                    <a:cubicBezTo>
                      <a:pt x="47" y="121"/>
                      <a:pt x="47" y="121"/>
                      <a:pt x="47" y="121"/>
                    </a:cubicBezTo>
                    <a:cubicBezTo>
                      <a:pt x="48" y="121"/>
                      <a:pt x="49" y="121"/>
                      <a:pt x="49" y="121"/>
                    </a:cubicBezTo>
                    <a:cubicBezTo>
                      <a:pt x="50" y="121"/>
                      <a:pt x="50" y="121"/>
                      <a:pt x="51" y="121"/>
                    </a:cubicBezTo>
                    <a:cubicBezTo>
                      <a:pt x="53" y="120"/>
                      <a:pt x="54" y="120"/>
                      <a:pt x="55" y="120"/>
                    </a:cubicBezTo>
                    <a:cubicBezTo>
                      <a:pt x="55" y="119"/>
                      <a:pt x="56" y="119"/>
                      <a:pt x="57" y="118"/>
                    </a:cubicBezTo>
                    <a:cubicBezTo>
                      <a:pt x="57" y="118"/>
                      <a:pt x="58" y="118"/>
                      <a:pt x="59" y="117"/>
                    </a:cubicBezTo>
                    <a:cubicBezTo>
                      <a:pt x="58" y="117"/>
                      <a:pt x="58" y="118"/>
                      <a:pt x="58" y="118"/>
                    </a:cubicBezTo>
                    <a:cubicBezTo>
                      <a:pt x="58" y="117"/>
                      <a:pt x="59" y="117"/>
                      <a:pt x="60" y="116"/>
                    </a:cubicBezTo>
                    <a:cubicBezTo>
                      <a:pt x="62" y="114"/>
                      <a:pt x="65" y="111"/>
                      <a:pt x="67" y="109"/>
                    </a:cubicBezTo>
                    <a:cubicBezTo>
                      <a:pt x="70" y="105"/>
                      <a:pt x="73" y="100"/>
                      <a:pt x="75" y="96"/>
                    </a:cubicBezTo>
                    <a:cubicBezTo>
                      <a:pt x="79" y="91"/>
                      <a:pt x="82" y="85"/>
                      <a:pt x="85" y="78"/>
                    </a:cubicBezTo>
                    <a:cubicBezTo>
                      <a:pt x="87" y="73"/>
                      <a:pt x="89" y="68"/>
                      <a:pt x="90" y="63"/>
                    </a:cubicBezTo>
                    <a:cubicBezTo>
                      <a:pt x="92" y="56"/>
                      <a:pt x="93" y="50"/>
                      <a:pt x="95" y="44"/>
                    </a:cubicBezTo>
                    <a:cubicBezTo>
                      <a:pt x="95" y="42"/>
                      <a:pt x="95" y="41"/>
                      <a:pt x="95" y="39"/>
                    </a:cubicBezTo>
                    <a:cubicBezTo>
                      <a:pt x="95" y="39"/>
                      <a:pt x="95" y="38"/>
                      <a:pt x="95" y="37"/>
                    </a:cubicBezTo>
                    <a:cubicBezTo>
                      <a:pt x="95" y="36"/>
                      <a:pt x="95" y="35"/>
                      <a:pt x="95" y="34"/>
                    </a:cubicBezTo>
                    <a:cubicBezTo>
                      <a:pt x="94" y="33"/>
                      <a:pt x="94" y="33"/>
                      <a:pt x="94" y="32"/>
                    </a:cubicBezTo>
                    <a:cubicBezTo>
                      <a:pt x="93" y="32"/>
                      <a:pt x="93" y="32"/>
                      <a:pt x="93" y="31"/>
                    </a:cubicBezTo>
                    <a:cubicBezTo>
                      <a:pt x="93" y="32"/>
                      <a:pt x="94" y="32"/>
                      <a:pt x="94" y="32"/>
                    </a:cubicBezTo>
                    <a:cubicBezTo>
                      <a:pt x="94" y="32"/>
                      <a:pt x="93" y="31"/>
                      <a:pt x="93" y="30"/>
                    </a:cubicBezTo>
                    <a:lnTo>
                      <a:pt x="93" y="31"/>
                    </a:lnTo>
                    <a:lnTo>
                      <a:pt x="93" y="30"/>
                    </a:lnTo>
                    <a:lnTo>
                      <a:pt x="92" y="29"/>
                    </a:lnTo>
                    <a:lnTo>
                      <a:pt x="93" y="30"/>
                    </a:lnTo>
                    <a:lnTo>
                      <a:pt x="92" y="30"/>
                    </a:lnTo>
                    <a:lnTo>
                      <a:pt x="93" y="30"/>
                    </a:lnTo>
                    <a:lnTo>
                      <a:pt x="93" y="31"/>
                    </a:lnTo>
                    <a:cubicBezTo>
                      <a:pt x="93" y="30"/>
                      <a:pt x="92" y="30"/>
                      <a:pt x="92" y="29"/>
                    </a:cubicBezTo>
                    <a:cubicBezTo>
                      <a:pt x="92" y="29"/>
                      <a:pt x="91" y="29"/>
                      <a:pt x="91" y="28"/>
                    </a:cubicBezTo>
                    <a:cubicBezTo>
                      <a:pt x="90" y="28"/>
                      <a:pt x="90" y="28"/>
                      <a:pt x="89" y="27"/>
                    </a:cubicBezTo>
                    <a:cubicBezTo>
                      <a:pt x="88" y="26"/>
                      <a:pt x="87" y="26"/>
                      <a:pt x="86" y="25"/>
                    </a:cubicBezTo>
                    <a:cubicBezTo>
                      <a:pt x="85" y="25"/>
                      <a:pt x="85" y="25"/>
                      <a:pt x="84" y="25"/>
                    </a:cubicBezTo>
                    <a:cubicBezTo>
                      <a:pt x="83" y="25"/>
                      <a:pt x="82" y="24"/>
                      <a:pt x="80" y="24"/>
                    </a:cubicBezTo>
                    <a:cubicBezTo>
                      <a:pt x="74" y="22"/>
                      <a:pt x="70" y="17"/>
                      <a:pt x="72" y="11"/>
                    </a:cubicBezTo>
                    <a:cubicBezTo>
                      <a:pt x="73" y="5"/>
                      <a:pt x="79" y="0"/>
                      <a:pt x="85" y="2"/>
                    </a:cubicBezTo>
                    <a:cubicBezTo>
                      <a:pt x="88" y="3"/>
                      <a:pt x="92" y="4"/>
                      <a:pt x="95" y="5"/>
                    </a:cubicBezTo>
                    <a:cubicBezTo>
                      <a:pt x="98" y="6"/>
                      <a:pt x="101" y="8"/>
                      <a:pt x="103" y="10"/>
                    </a:cubicBezTo>
                    <a:cubicBezTo>
                      <a:pt x="109" y="14"/>
                      <a:pt x="113" y="19"/>
                      <a:pt x="116" y="26"/>
                    </a:cubicBezTo>
                    <a:cubicBezTo>
                      <a:pt x="117" y="33"/>
                      <a:pt x="117" y="41"/>
                      <a:pt x="116" y="48"/>
                    </a:cubicBezTo>
                    <a:cubicBezTo>
                      <a:pt x="115" y="57"/>
                      <a:pt x="113" y="65"/>
                      <a:pt x="110" y="74"/>
                    </a:cubicBezTo>
                    <a:cubicBezTo>
                      <a:pt x="108" y="81"/>
                      <a:pt x="104" y="88"/>
                      <a:pt x="101" y="95"/>
                    </a:cubicBezTo>
                    <a:cubicBezTo>
                      <a:pt x="97" y="103"/>
                      <a:pt x="93" y="110"/>
                      <a:pt x="88" y="117"/>
                    </a:cubicBezTo>
                    <a:cubicBezTo>
                      <a:pt x="84" y="123"/>
                      <a:pt x="79" y="129"/>
                      <a:pt x="74" y="134"/>
                    </a:cubicBezTo>
                    <a:cubicBezTo>
                      <a:pt x="68" y="139"/>
                      <a:pt x="61" y="142"/>
                      <a:pt x="54" y="143"/>
                    </a:cubicBezTo>
                    <a:cubicBezTo>
                      <a:pt x="52" y="144"/>
                      <a:pt x="50" y="144"/>
                      <a:pt x="48" y="144"/>
                    </a:cubicBezTo>
                    <a:cubicBezTo>
                      <a:pt x="43" y="144"/>
                      <a:pt x="38" y="142"/>
                      <a:pt x="34" y="1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" name="Google Shape;85;p2"/>
              <p:cNvSpPr/>
              <p:nvPr/>
            </p:nvSpPr>
            <p:spPr>
              <a:xfrm>
                <a:off x="1300320" y="1654920"/>
                <a:ext cx="52560" cy="77040"/>
              </a:xfrm>
              <a:custGeom>
                <a:avLst/>
                <a:gdLst/>
                <a:ahLst/>
                <a:cxnLst/>
                <a:rect l="l" t="t" r="r" b="b"/>
                <a:pathLst>
                  <a:path w="146" h="214" extrusionOk="0">
                    <a:moveTo>
                      <a:pt x="41" y="191"/>
                    </a:moveTo>
                    <a:lnTo>
                      <a:pt x="42" y="191"/>
                    </a:lnTo>
                    <a:cubicBezTo>
                      <a:pt x="43" y="191"/>
                      <a:pt x="44" y="190"/>
                      <a:pt x="45" y="190"/>
                    </a:cubicBezTo>
                    <a:cubicBezTo>
                      <a:pt x="46" y="190"/>
                      <a:pt x="48" y="190"/>
                      <a:pt x="49" y="189"/>
                    </a:cubicBezTo>
                    <a:cubicBezTo>
                      <a:pt x="50" y="188"/>
                      <a:pt x="52" y="187"/>
                      <a:pt x="54" y="187"/>
                    </a:cubicBezTo>
                    <a:cubicBezTo>
                      <a:pt x="56" y="185"/>
                      <a:pt x="58" y="184"/>
                      <a:pt x="60" y="183"/>
                    </a:cubicBezTo>
                    <a:cubicBezTo>
                      <a:pt x="63" y="181"/>
                      <a:pt x="65" y="178"/>
                      <a:pt x="67" y="176"/>
                    </a:cubicBezTo>
                    <a:cubicBezTo>
                      <a:pt x="71" y="173"/>
                      <a:pt x="75" y="169"/>
                      <a:pt x="78" y="164"/>
                    </a:cubicBezTo>
                    <a:cubicBezTo>
                      <a:pt x="85" y="156"/>
                      <a:pt x="91" y="148"/>
                      <a:pt x="97" y="139"/>
                    </a:cubicBezTo>
                    <a:cubicBezTo>
                      <a:pt x="96" y="139"/>
                      <a:pt x="96" y="139"/>
                      <a:pt x="96" y="140"/>
                    </a:cubicBezTo>
                    <a:cubicBezTo>
                      <a:pt x="99" y="136"/>
                      <a:pt x="101" y="132"/>
                      <a:pt x="103" y="128"/>
                    </a:cubicBezTo>
                    <a:lnTo>
                      <a:pt x="103" y="129"/>
                    </a:lnTo>
                    <a:cubicBezTo>
                      <a:pt x="107" y="122"/>
                      <a:pt x="110" y="114"/>
                      <a:pt x="114" y="107"/>
                    </a:cubicBezTo>
                    <a:cubicBezTo>
                      <a:pt x="114" y="107"/>
                      <a:pt x="114" y="106"/>
                      <a:pt x="115" y="106"/>
                    </a:cubicBezTo>
                    <a:cubicBezTo>
                      <a:pt x="115" y="105"/>
                      <a:pt x="115" y="103"/>
                      <a:pt x="116" y="102"/>
                    </a:cubicBezTo>
                    <a:cubicBezTo>
                      <a:pt x="113" y="99"/>
                      <a:pt x="112" y="96"/>
                      <a:pt x="113" y="92"/>
                    </a:cubicBezTo>
                    <a:cubicBezTo>
                      <a:pt x="115" y="87"/>
                      <a:pt x="116" y="82"/>
                      <a:pt x="117" y="78"/>
                    </a:cubicBezTo>
                    <a:cubicBezTo>
                      <a:pt x="118" y="76"/>
                      <a:pt x="118" y="74"/>
                      <a:pt x="119" y="72"/>
                    </a:cubicBezTo>
                    <a:cubicBezTo>
                      <a:pt x="119" y="70"/>
                      <a:pt x="119" y="66"/>
                      <a:pt x="119" y="63"/>
                    </a:cubicBezTo>
                    <a:cubicBezTo>
                      <a:pt x="119" y="60"/>
                      <a:pt x="119" y="58"/>
                      <a:pt x="119" y="55"/>
                    </a:cubicBezTo>
                    <a:cubicBezTo>
                      <a:pt x="119" y="53"/>
                      <a:pt x="119" y="52"/>
                      <a:pt x="118" y="50"/>
                    </a:cubicBezTo>
                    <a:cubicBezTo>
                      <a:pt x="117" y="48"/>
                      <a:pt x="117" y="46"/>
                      <a:pt x="116" y="43"/>
                    </a:cubicBezTo>
                    <a:cubicBezTo>
                      <a:pt x="115" y="40"/>
                      <a:pt x="113" y="37"/>
                      <a:pt x="112" y="34"/>
                    </a:cubicBezTo>
                    <a:cubicBezTo>
                      <a:pt x="110" y="33"/>
                      <a:pt x="110" y="31"/>
                      <a:pt x="109" y="29"/>
                    </a:cubicBezTo>
                    <a:cubicBezTo>
                      <a:pt x="108" y="28"/>
                      <a:pt x="107" y="27"/>
                      <a:pt x="106" y="26"/>
                    </a:cubicBezTo>
                    <a:lnTo>
                      <a:pt x="105" y="26"/>
                    </a:lnTo>
                    <a:cubicBezTo>
                      <a:pt x="105" y="25"/>
                      <a:pt x="105" y="25"/>
                      <a:pt x="105" y="25"/>
                    </a:cubicBezTo>
                    <a:cubicBezTo>
                      <a:pt x="105" y="25"/>
                      <a:pt x="104" y="25"/>
                      <a:pt x="103" y="25"/>
                    </a:cubicBezTo>
                    <a:cubicBezTo>
                      <a:pt x="102" y="25"/>
                      <a:pt x="102" y="25"/>
                      <a:pt x="102" y="25"/>
                    </a:cubicBezTo>
                    <a:cubicBezTo>
                      <a:pt x="101" y="25"/>
                      <a:pt x="101" y="25"/>
                      <a:pt x="99" y="25"/>
                    </a:cubicBezTo>
                    <a:cubicBezTo>
                      <a:pt x="100" y="25"/>
                      <a:pt x="101" y="25"/>
                      <a:pt x="101" y="25"/>
                    </a:cubicBezTo>
                    <a:cubicBezTo>
                      <a:pt x="99" y="25"/>
                      <a:pt x="98" y="25"/>
                      <a:pt x="97" y="25"/>
                    </a:cubicBezTo>
                    <a:cubicBezTo>
                      <a:pt x="98" y="25"/>
                      <a:pt x="98" y="25"/>
                      <a:pt x="98" y="25"/>
                    </a:cubicBezTo>
                    <a:cubicBezTo>
                      <a:pt x="97" y="25"/>
                      <a:pt x="96" y="25"/>
                      <a:pt x="95" y="26"/>
                    </a:cubicBezTo>
                    <a:cubicBezTo>
                      <a:pt x="94" y="26"/>
                      <a:pt x="92" y="27"/>
                      <a:pt x="91" y="28"/>
                    </a:cubicBezTo>
                    <a:cubicBezTo>
                      <a:pt x="89" y="29"/>
                      <a:pt x="87" y="31"/>
                      <a:pt x="84" y="32"/>
                    </a:cubicBezTo>
                    <a:cubicBezTo>
                      <a:pt x="80" y="35"/>
                      <a:pt x="76" y="38"/>
                      <a:pt x="73" y="42"/>
                    </a:cubicBezTo>
                    <a:cubicBezTo>
                      <a:pt x="70" y="45"/>
                      <a:pt x="67" y="47"/>
                      <a:pt x="64" y="50"/>
                    </a:cubicBezTo>
                    <a:lnTo>
                      <a:pt x="65" y="50"/>
                    </a:lnTo>
                    <a:cubicBezTo>
                      <a:pt x="61" y="55"/>
                      <a:pt x="57" y="60"/>
                      <a:pt x="54" y="66"/>
                    </a:cubicBezTo>
                    <a:cubicBezTo>
                      <a:pt x="49" y="74"/>
                      <a:pt x="45" y="82"/>
                      <a:pt x="41" y="91"/>
                    </a:cubicBezTo>
                    <a:cubicBezTo>
                      <a:pt x="37" y="97"/>
                      <a:pt x="34" y="104"/>
                      <a:pt x="31" y="110"/>
                    </a:cubicBezTo>
                    <a:cubicBezTo>
                      <a:pt x="29" y="115"/>
                      <a:pt x="27" y="120"/>
                      <a:pt x="25" y="125"/>
                    </a:cubicBezTo>
                    <a:cubicBezTo>
                      <a:pt x="25" y="128"/>
                      <a:pt x="24" y="131"/>
                      <a:pt x="24" y="134"/>
                    </a:cubicBezTo>
                    <a:cubicBezTo>
                      <a:pt x="23" y="138"/>
                      <a:pt x="22" y="142"/>
                      <a:pt x="22" y="146"/>
                    </a:cubicBezTo>
                    <a:cubicBezTo>
                      <a:pt x="22" y="149"/>
                      <a:pt x="23" y="153"/>
                      <a:pt x="23" y="156"/>
                    </a:cubicBezTo>
                    <a:cubicBezTo>
                      <a:pt x="24" y="159"/>
                      <a:pt x="24" y="162"/>
                      <a:pt x="25" y="164"/>
                    </a:cubicBezTo>
                    <a:cubicBezTo>
                      <a:pt x="25" y="168"/>
                      <a:pt x="27" y="171"/>
                      <a:pt x="28" y="175"/>
                    </a:cubicBezTo>
                    <a:cubicBezTo>
                      <a:pt x="29" y="178"/>
                      <a:pt x="31" y="181"/>
                      <a:pt x="32" y="183"/>
                    </a:cubicBezTo>
                    <a:cubicBezTo>
                      <a:pt x="33" y="185"/>
                      <a:pt x="34" y="187"/>
                      <a:pt x="35" y="188"/>
                    </a:cubicBezTo>
                    <a:cubicBezTo>
                      <a:pt x="35" y="189"/>
                      <a:pt x="35" y="189"/>
                      <a:pt x="36" y="190"/>
                    </a:cubicBezTo>
                    <a:lnTo>
                      <a:pt x="37" y="190"/>
                    </a:lnTo>
                    <a:lnTo>
                      <a:pt x="38" y="190"/>
                    </a:lnTo>
                    <a:cubicBezTo>
                      <a:pt x="38" y="191"/>
                      <a:pt x="38" y="191"/>
                      <a:pt x="38" y="191"/>
                    </a:cubicBezTo>
                    <a:cubicBezTo>
                      <a:pt x="39" y="191"/>
                      <a:pt x="40" y="191"/>
                      <a:pt x="41" y="191"/>
                    </a:cubicBezTo>
                    <a:moveTo>
                      <a:pt x="38" y="213"/>
                    </a:moveTo>
                    <a:cubicBezTo>
                      <a:pt x="34" y="213"/>
                      <a:pt x="31" y="212"/>
                      <a:pt x="28" y="211"/>
                    </a:cubicBezTo>
                    <a:cubicBezTo>
                      <a:pt x="25" y="209"/>
                      <a:pt x="21" y="207"/>
                      <a:pt x="19" y="204"/>
                    </a:cubicBezTo>
                    <a:cubicBezTo>
                      <a:pt x="14" y="198"/>
                      <a:pt x="11" y="192"/>
                      <a:pt x="8" y="185"/>
                    </a:cubicBezTo>
                    <a:cubicBezTo>
                      <a:pt x="6" y="177"/>
                      <a:pt x="3" y="169"/>
                      <a:pt x="2" y="160"/>
                    </a:cubicBezTo>
                    <a:cubicBezTo>
                      <a:pt x="0" y="144"/>
                      <a:pt x="2" y="127"/>
                      <a:pt x="7" y="112"/>
                    </a:cubicBezTo>
                    <a:cubicBezTo>
                      <a:pt x="11" y="102"/>
                      <a:pt x="15" y="93"/>
                      <a:pt x="20" y="84"/>
                    </a:cubicBezTo>
                    <a:cubicBezTo>
                      <a:pt x="24" y="74"/>
                      <a:pt x="29" y="64"/>
                      <a:pt x="35" y="55"/>
                    </a:cubicBezTo>
                    <a:cubicBezTo>
                      <a:pt x="39" y="47"/>
                      <a:pt x="45" y="39"/>
                      <a:pt x="51" y="32"/>
                    </a:cubicBezTo>
                    <a:cubicBezTo>
                      <a:pt x="54" y="29"/>
                      <a:pt x="57" y="25"/>
                      <a:pt x="60" y="22"/>
                    </a:cubicBezTo>
                    <a:cubicBezTo>
                      <a:pt x="64" y="19"/>
                      <a:pt x="67" y="16"/>
                      <a:pt x="71" y="13"/>
                    </a:cubicBezTo>
                    <a:cubicBezTo>
                      <a:pt x="78" y="8"/>
                      <a:pt x="86" y="4"/>
                      <a:pt x="95" y="2"/>
                    </a:cubicBezTo>
                    <a:cubicBezTo>
                      <a:pt x="103" y="0"/>
                      <a:pt x="113" y="3"/>
                      <a:pt x="120" y="8"/>
                    </a:cubicBezTo>
                    <a:cubicBezTo>
                      <a:pt x="126" y="12"/>
                      <a:pt x="130" y="20"/>
                      <a:pt x="134" y="28"/>
                    </a:cubicBezTo>
                    <a:cubicBezTo>
                      <a:pt x="138" y="35"/>
                      <a:pt x="141" y="43"/>
                      <a:pt x="142" y="52"/>
                    </a:cubicBezTo>
                    <a:cubicBezTo>
                      <a:pt x="143" y="56"/>
                      <a:pt x="143" y="59"/>
                      <a:pt x="143" y="63"/>
                    </a:cubicBezTo>
                    <a:cubicBezTo>
                      <a:pt x="144" y="66"/>
                      <a:pt x="145" y="70"/>
                      <a:pt x="144" y="74"/>
                    </a:cubicBezTo>
                    <a:cubicBezTo>
                      <a:pt x="143" y="75"/>
                      <a:pt x="143" y="78"/>
                      <a:pt x="142" y="79"/>
                    </a:cubicBezTo>
                    <a:cubicBezTo>
                      <a:pt x="144" y="82"/>
                      <a:pt x="145" y="86"/>
                      <a:pt x="144" y="89"/>
                    </a:cubicBezTo>
                    <a:cubicBezTo>
                      <a:pt x="144" y="94"/>
                      <a:pt x="141" y="99"/>
                      <a:pt x="140" y="104"/>
                    </a:cubicBezTo>
                    <a:cubicBezTo>
                      <a:pt x="138" y="106"/>
                      <a:pt x="137" y="109"/>
                      <a:pt x="136" y="112"/>
                    </a:cubicBezTo>
                    <a:cubicBezTo>
                      <a:pt x="134" y="119"/>
                      <a:pt x="133" y="125"/>
                      <a:pt x="132" y="132"/>
                    </a:cubicBezTo>
                    <a:cubicBezTo>
                      <a:pt x="131" y="142"/>
                      <a:pt x="130" y="152"/>
                      <a:pt x="130" y="161"/>
                    </a:cubicBezTo>
                    <a:cubicBezTo>
                      <a:pt x="130" y="164"/>
                      <a:pt x="130" y="168"/>
                      <a:pt x="130" y="171"/>
                    </a:cubicBezTo>
                    <a:cubicBezTo>
                      <a:pt x="131" y="174"/>
                      <a:pt x="131" y="176"/>
                      <a:pt x="132" y="178"/>
                    </a:cubicBezTo>
                    <a:cubicBezTo>
                      <a:pt x="132" y="179"/>
                      <a:pt x="132" y="179"/>
                      <a:pt x="132" y="180"/>
                    </a:cubicBezTo>
                    <a:cubicBezTo>
                      <a:pt x="137" y="184"/>
                      <a:pt x="137" y="191"/>
                      <a:pt x="133" y="196"/>
                    </a:cubicBezTo>
                    <a:cubicBezTo>
                      <a:pt x="129" y="201"/>
                      <a:pt x="121" y="201"/>
                      <a:pt x="116" y="197"/>
                    </a:cubicBezTo>
                    <a:cubicBezTo>
                      <a:pt x="114" y="194"/>
                      <a:pt x="112" y="192"/>
                      <a:pt x="110" y="188"/>
                    </a:cubicBezTo>
                    <a:cubicBezTo>
                      <a:pt x="109" y="185"/>
                      <a:pt x="109" y="183"/>
                      <a:pt x="108" y="179"/>
                    </a:cubicBezTo>
                    <a:cubicBezTo>
                      <a:pt x="108" y="175"/>
                      <a:pt x="108" y="170"/>
                      <a:pt x="108" y="166"/>
                    </a:cubicBezTo>
                    <a:cubicBezTo>
                      <a:pt x="108" y="165"/>
                      <a:pt x="108" y="164"/>
                      <a:pt x="108" y="162"/>
                    </a:cubicBezTo>
                    <a:cubicBezTo>
                      <a:pt x="103" y="169"/>
                      <a:pt x="99" y="175"/>
                      <a:pt x="94" y="180"/>
                    </a:cubicBezTo>
                    <a:cubicBezTo>
                      <a:pt x="84" y="192"/>
                      <a:pt x="72" y="204"/>
                      <a:pt x="57" y="209"/>
                    </a:cubicBezTo>
                    <a:cubicBezTo>
                      <a:pt x="52" y="212"/>
                      <a:pt x="46" y="213"/>
                      <a:pt x="39" y="213"/>
                    </a:cubicBezTo>
                    <a:lnTo>
                      <a:pt x="38" y="21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" name="Google Shape;86;p2"/>
              <p:cNvSpPr/>
              <p:nvPr/>
            </p:nvSpPr>
            <p:spPr>
              <a:xfrm>
                <a:off x="1369800" y="1656000"/>
                <a:ext cx="37440" cy="63000"/>
              </a:xfrm>
              <a:custGeom>
                <a:avLst/>
                <a:gdLst/>
                <a:ahLst/>
                <a:cxnLst/>
                <a:rect l="l" t="t" r="r" b="b"/>
                <a:pathLst>
                  <a:path w="104" h="175" extrusionOk="0">
                    <a:moveTo>
                      <a:pt x="10" y="173"/>
                    </a:moveTo>
                    <a:cubicBezTo>
                      <a:pt x="5" y="173"/>
                      <a:pt x="1" y="169"/>
                      <a:pt x="1" y="164"/>
                    </a:cubicBezTo>
                    <a:cubicBezTo>
                      <a:pt x="0" y="160"/>
                      <a:pt x="0" y="157"/>
                      <a:pt x="0" y="153"/>
                    </a:cubicBezTo>
                    <a:cubicBezTo>
                      <a:pt x="0" y="149"/>
                      <a:pt x="1" y="145"/>
                      <a:pt x="1" y="141"/>
                    </a:cubicBezTo>
                    <a:cubicBezTo>
                      <a:pt x="3" y="133"/>
                      <a:pt x="5" y="124"/>
                      <a:pt x="7" y="115"/>
                    </a:cubicBezTo>
                    <a:cubicBezTo>
                      <a:pt x="8" y="108"/>
                      <a:pt x="9" y="101"/>
                      <a:pt x="10" y="93"/>
                    </a:cubicBezTo>
                    <a:cubicBezTo>
                      <a:pt x="10" y="87"/>
                      <a:pt x="11" y="81"/>
                      <a:pt x="11" y="75"/>
                    </a:cubicBezTo>
                    <a:cubicBezTo>
                      <a:pt x="12" y="70"/>
                      <a:pt x="13" y="64"/>
                      <a:pt x="14" y="59"/>
                    </a:cubicBezTo>
                    <a:cubicBezTo>
                      <a:pt x="15" y="48"/>
                      <a:pt x="17" y="36"/>
                      <a:pt x="21" y="26"/>
                    </a:cubicBezTo>
                    <a:cubicBezTo>
                      <a:pt x="23" y="20"/>
                      <a:pt x="26" y="15"/>
                      <a:pt x="29" y="10"/>
                    </a:cubicBezTo>
                    <a:cubicBezTo>
                      <a:pt x="32" y="6"/>
                      <a:pt x="36" y="3"/>
                      <a:pt x="40" y="1"/>
                    </a:cubicBezTo>
                    <a:cubicBezTo>
                      <a:pt x="44" y="0"/>
                      <a:pt x="47" y="1"/>
                      <a:pt x="50" y="2"/>
                    </a:cubicBezTo>
                    <a:cubicBezTo>
                      <a:pt x="53" y="4"/>
                      <a:pt x="54" y="6"/>
                      <a:pt x="55" y="9"/>
                    </a:cubicBezTo>
                    <a:cubicBezTo>
                      <a:pt x="57" y="15"/>
                      <a:pt x="54" y="22"/>
                      <a:pt x="48" y="24"/>
                    </a:cubicBezTo>
                    <a:cubicBezTo>
                      <a:pt x="48" y="24"/>
                      <a:pt x="47" y="24"/>
                      <a:pt x="47" y="25"/>
                    </a:cubicBezTo>
                    <a:lnTo>
                      <a:pt x="46" y="26"/>
                    </a:lnTo>
                    <a:cubicBezTo>
                      <a:pt x="46" y="28"/>
                      <a:pt x="44" y="29"/>
                      <a:pt x="43" y="31"/>
                    </a:cubicBezTo>
                    <a:cubicBezTo>
                      <a:pt x="43" y="33"/>
                      <a:pt x="42" y="34"/>
                      <a:pt x="42" y="36"/>
                    </a:cubicBezTo>
                    <a:cubicBezTo>
                      <a:pt x="44" y="32"/>
                      <a:pt x="48" y="27"/>
                      <a:pt x="51" y="23"/>
                    </a:cubicBezTo>
                    <a:cubicBezTo>
                      <a:pt x="56" y="17"/>
                      <a:pt x="62" y="12"/>
                      <a:pt x="68" y="8"/>
                    </a:cubicBezTo>
                    <a:cubicBezTo>
                      <a:pt x="71" y="6"/>
                      <a:pt x="74" y="5"/>
                      <a:pt x="78" y="4"/>
                    </a:cubicBezTo>
                    <a:cubicBezTo>
                      <a:pt x="82" y="2"/>
                      <a:pt x="86" y="1"/>
                      <a:pt x="90" y="1"/>
                    </a:cubicBezTo>
                    <a:cubicBezTo>
                      <a:pt x="96" y="0"/>
                      <a:pt x="102" y="6"/>
                      <a:pt x="102" y="12"/>
                    </a:cubicBezTo>
                    <a:cubicBezTo>
                      <a:pt x="103" y="18"/>
                      <a:pt x="97" y="23"/>
                      <a:pt x="92" y="24"/>
                    </a:cubicBezTo>
                    <a:cubicBezTo>
                      <a:pt x="90" y="24"/>
                      <a:pt x="89" y="24"/>
                      <a:pt x="88" y="24"/>
                    </a:cubicBezTo>
                    <a:cubicBezTo>
                      <a:pt x="86" y="24"/>
                      <a:pt x="86" y="24"/>
                      <a:pt x="85" y="25"/>
                    </a:cubicBezTo>
                    <a:lnTo>
                      <a:pt x="86" y="24"/>
                    </a:lnTo>
                    <a:cubicBezTo>
                      <a:pt x="85" y="25"/>
                      <a:pt x="84" y="25"/>
                      <a:pt x="83" y="25"/>
                    </a:cubicBezTo>
                    <a:cubicBezTo>
                      <a:pt x="82" y="25"/>
                      <a:pt x="82" y="26"/>
                      <a:pt x="81" y="26"/>
                    </a:cubicBezTo>
                    <a:cubicBezTo>
                      <a:pt x="80" y="27"/>
                      <a:pt x="79" y="28"/>
                      <a:pt x="78" y="28"/>
                    </a:cubicBezTo>
                    <a:cubicBezTo>
                      <a:pt x="76" y="30"/>
                      <a:pt x="74" y="31"/>
                      <a:pt x="72" y="33"/>
                    </a:cubicBezTo>
                    <a:cubicBezTo>
                      <a:pt x="70" y="35"/>
                      <a:pt x="68" y="37"/>
                      <a:pt x="66" y="39"/>
                    </a:cubicBezTo>
                    <a:cubicBezTo>
                      <a:pt x="67" y="39"/>
                      <a:pt x="67" y="39"/>
                      <a:pt x="67" y="39"/>
                    </a:cubicBezTo>
                    <a:lnTo>
                      <a:pt x="66" y="39"/>
                    </a:lnTo>
                    <a:lnTo>
                      <a:pt x="66" y="40"/>
                    </a:lnTo>
                    <a:cubicBezTo>
                      <a:pt x="66" y="39"/>
                      <a:pt x="66" y="39"/>
                      <a:pt x="66" y="39"/>
                    </a:cubicBezTo>
                    <a:cubicBezTo>
                      <a:pt x="62" y="45"/>
                      <a:pt x="58" y="49"/>
                      <a:pt x="55" y="55"/>
                    </a:cubicBezTo>
                    <a:cubicBezTo>
                      <a:pt x="51" y="61"/>
                      <a:pt x="48" y="68"/>
                      <a:pt x="45" y="75"/>
                    </a:cubicBezTo>
                    <a:lnTo>
                      <a:pt x="45" y="74"/>
                    </a:lnTo>
                    <a:cubicBezTo>
                      <a:pt x="40" y="87"/>
                      <a:pt x="36" y="99"/>
                      <a:pt x="32" y="112"/>
                    </a:cubicBezTo>
                    <a:cubicBezTo>
                      <a:pt x="32" y="112"/>
                      <a:pt x="32" y="111"/>
                      <a:pt x="32" y="110"/>
                    </a:cubicBezTo>
                    <a:cubicBezTo>
                      <a:pt x="31" y="115"/>
                      <a:pt x="30" y="119"/>
                      <a:pt x="29" y="124"/>
                    </a:cubicBezTo>
                    <a:cubicBezTo>
                      <a:pt x="28" y="128"/>
                      <a:pt x="28" y="133"/>
                      <a:pt x="27" y="138"/>
                    </a:cubicBezTo>
                    <a:cubicBezTo>
                      <a:pt x="27" y="142"/>
                      <a:pt x="26" y="146"/>
                      <a:pt x="26" y="149"/>
                    </a:cubicBezTo>
                    <a:cubicBezTo>
                      <a:pt x="26" y="152"/>
                      <a:pt x="26" y="155"/>
                      <a:pt x="25" y="158"/>
                    </a:cubicBezTo>
                    <a:cubicBezTo>
                      <a:pt x="25" y="159"/>
                      <a:pt x="25" y="162"/>
                      <a:pt x="25" y="163"/>
                    </a:cubicBezTo>
                    <a:cubicBezTo>
                      <a:pt x="24" y="166"/>
                      <a:pt x="23" y="167"/>
                      <a:pt x="22" y="169"/>
                    </a:cubicBezTo>
                    <a:cubicBezTo>
                      <a:pt x="19" y="172"/>
                      <a:pt x="16" y="174"/>
                      <a:pt x="12" y="174"/>
                    </a:cubicBezTo>
                    <a:cubicBezTo>
                      <a:pt x="11" y="174"/>
                      <a:pt x="10" y="174"/>
                      <a:pt x="10" y="1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" name="Google Shape;87;p2"/>
              <p:cNvSpPr/>
              <p:nvPr/>
            </p:nvSpPr>
            <p:spPr>
              <a:xfrm>
                <a:off x="1406880" y="1659240"/>
                <a:ext cx="47160" cy="54360"/>
              </a:xfrm>
              <a:custGeom>
                <a:avLst/>
                <a:gdLst/>
                <a:ahLst/>
                <a:cxnLst/>
                <a:rect l="l" t="t" r="r" b="b"/>
                <a:pathLst>
                  <a:path w="131" h="151" extrusionOk="0">
                    <a:moveTo>
                      <a:pt x="35" y="149"/>
                    </a:moveTo>
                    <a:cubicBezTo>
                      <a:pt x="29" y="149"/>
                      <a:pt x="22" y="146"/>
                      <a:pt x="17" y="142"/>
                    </a:cubicBezTo>
                    <a:cubicBezTo>
                      <a:pt x="13" y="139"/>
                      <a:pt x="9" y="134"/>
                      <a:pt x="7" y="129"/>
                    </a:cubicBezTo>
                    <a:cubicBezTo>
                      <a:pt x="3" y="124"/>
                      <a:pt x="1" y="117"/>
                      <a:pt x="1" y="111"/>
                    </a:cubicBezTo>
                    <a:cubicBezTo>
                      <a:pt x="0" y="96"/>
                      <a:pt x="4" y="82"/>
                      <a:pt x="10" y="68"/>
                    </a:cubicBezTo>
                    <a:cubicBezTo>
                      <a:pt x="15" y="56"/>
                      <a:pt x="22" y="44"/>
                      <a:pt x="30" y="33"/>
                    </a:cubicBezTo>
                    <a:cubicBezTo>
                      <a:pt x="35" y="27"/>
                      <a:pt x="39" y="21"/>
                      <a:pt x="44" y="16"/>
                    </a:cubicBezTo>
                    <a:cubicBezTo>
                      <a:pt x="49" y="12"/>
                      <a:pt x="54" y="7"/>
                      <a:pt x="60" y="4"/>
                    </a:cubicBezTo>
                    <a:cubicBezTo>
                      <a:pt x="66" y="1"/>
                      <a:pt x="72" y="0"/>
                      <a:pt x="79" y="1"/>
                    </a:cubicBezTo>
                    <a:cubicBezTo>
                      <a:pt x="81" y="1"/>
                      <a:pt x="84" y="1"/>
                      <a:pt x="87" y="2"/>
                    </a:cubicBezTo>
                    <a:cubicBezTo>
                      <a:pt x="88" y="4"/>
                      <a:pt x="91" y="5"/>
                      <a:pt x="92" y="6"/>
                    </a:cubicBezTo>
                    <a:cubicBezTo>
                      <a:pt x="94" y="6"/>
                      <a:pt x="95" y="6"/>
                      <a:pt x="96" y="7"/>
                    </a:cubicBezTo>
                    <a:cubicBezTo>
                      <a:pt x="102" y="9"/>
                      <a:pt x="105" y="16"/>
                      <a:pt x="103" y="22"/>
                    </a:cubicBezTo>
                    <a:cubicBezTo>
                      <a:pt x="100" y="27"/>
                      <a:pt x="99" y="33"/>
                      <a:pt x="97" y="38"/>
                    </a:cubicBezTo>
                    <a:cubicBezTo>
                      <a:pt x="95" y="44"/>
                      <a:pt x="88" y="47"/>
                      <a:pt x="82" y="45"/>
                    </a:cubicBezTo>
                    <a:cubicBezTo>
                      <a:pt x="76" y="43"/>
                      <a:pt x="73" y="36"/>
                      <a:pt x="75" y="30"/>
                    </a:cubicBezTo>
                    <a:cubicBezTo>
                      <a:pt x="75" y="29"/>
                      <a:pt x="75" y="28"/>
                      <a:pt x="76" y="27"/>
                    </a:cubicBezTo>
                    <a:cubicBezTo>
                      <a:pt x="76" y="26"/>
                      <a:pt x="76" y="26"/>
                      <a:pt x="76" y="26"/>
                    </a:cubicBezTo>
                    <a:cubicBezTo>
                      <a:pt x="76" y="26"/>
                      <a:pt x="76" y="25"/>
                      <a:pt x="77" y="25"/>
                    </a:cubicBezTo>
                    <a:lnTo>
                      <a:pt x="76" y="25"/>
                    </a:lnTo>
                    <a:cubicBezTo>
                      <a:pt x="76" y="24"/>
                      <a:pt x="76" y="24"/>
                      <a:pt x="76" y="24"/>
                    </a:cubicBezTo>
                    <a:lnTo>
                      <a:pt x="75" y="24"/>
                    </a:lnTo>
                    <a:cubicBezTo>
                      <a:pt x="74" y="24"/>
                      <a:pt x="74" y="24"/>
                      <a:pt x="73" y="24"/>
                    </a:cubicBezTo>
                    <a:cubicBezTo>
                      <a:pt x="73" y="25"/>
                      <a:pt x="71" y="25"/>
                      <a:pt x="71" y="25"/>
                    </a:cubicBezTo>
                    <a:lnTo>
                      <a:pt x="72" y="25"/>
                    </a:lnTo>
                    <a:cubicBezTo>
                      <a:pt x="71" y="25"/>
                      <a:pt x="70" y="25"/>
                      <a:pt x="70" y="26"/>
                    </a:cubicBezTo>
                    <a:cubicBezTo>
                      <a:pt x="68" y="26"/>
                      <a:pt x="67" y="27"/>
                      <a:pt x="66" y="28"/>
                    </a:cubicBezTo>
                    <a:cubicBezTo>
                      <a:pt x="64" y="30"/>
                      <a:pt x="62" y="31"/>
                      <a:pt x="60" y="32"/>
                    </a:cubicBezTo>
                    <a:cubicBezTo>
                      <a:pt x="57" y="35"/>
                      <a:pt x="54" y="39"/>
                      <a:pt x="52" y="41"/>
                    </a:cubicBezTo>
                    <a:cubicBezTo>
                      <a:pt x="52" y="42"/>
                      <a:pt x="52" y="42"/>
                      <a:pt x="52" y="42"/>
                    </a:cubicBezTo>
                    <a:lnTo>
                      <a:pt x="52" y="41"/>
                    </a:lnTo>
                    <a:cubicBezTo>
                      <a:pt x="47" y="47"/>
                      <a:pt x="43" y="52"/>
                      <a:pt x="40" y="59"/>
                    </a:cubicBezTo>
                    <a:cubicBezTo>
                      <a:pt x="36" y="65"/>
                      <a:pt x="33" y="71"/>
                      <a:pt x="30" y="77"/>
                    </a:cubicBezTo>
                    <a:cubicBezTo>
                      <a:pt x="28" y="81"/>
                      <a:pt x="27" y="85"/>
                      <a:pt x="26" y="89"/>
                    </a:cubicBezTo>
                    <a:cubicBezTo>
                      <a:pt x="25" y="92"/>
                      <a:pt x="24" y="95"/>
                      <a:pt x="24" y="98"/>
                    </a:cubicBezTo>
                    <a:cubicBezTo>
                      <a:pt x="24" y="100"/>
                      <a:pt x="23" y="102"/>
                      <a:pt x="23" y="104"/>
                    </a:cubicBezTo>
                    <a:cubicBezTo>
                      <a:pt x="23" y="106"/>
                      <a:pt x="23" y="107"/>
                      <a:pt x="24" y="109"/>
                    </a:cubicBezTo>
                    <a:cubicBezTo>
                      <a:pt x="24" y="110"/>
                      <a:pt x="24" y="111"/>
                      <a:pt x="24" y="112"/>
                    </a:cubicBezTo>
                    <a:cubicBezTo>
                      <a:pt x="24" y="114"/>
                      <a:pt x="25" y="115"/>
                      <a:pt x="25" y="116"/>
                    </a:cubicBezTo>
                    <a:cubicBezTo>
                      <a:pt x="25" y="117"/>
                      <a:pt x="26" y="118"/>
                      <a:pt x="26" y="118"/>
                    </a:cubicBezTo>
                    <a:cubicBezTo>
                      <a:pt x="26" y="119"/>
                      <a:pt x="27" y="119"/>
                      <a:pt x="27" y="120"/>
                    </a:cubicBezTo>
                    <a:cubicBezTo>
                      <a:pt x="28" y="121"/>
                      <a:pt x="28" y="122"/>
                      <a:pt x="29" y="122"/>
                    </a:cubicBezTo>
                    <a:cubicBezTo>
                      <a:pt x="29" y="123"/>
                      <a:pt x="30" y="123"/>
                      <a:pt x="30" y="124"/>
                    </a:cubicBezTo>
                    <a:cubicBezTo>
                      <a:pt x="30" y="123"/>
                      <a:pt x="30" y="123"/>
                      <a:pt x="29" y="123"/>
                    </a:cubicBezTo>
                    <a:lnTo>
                      <a:pt x="30" y="123"/>
                    </a:lnTo>
                    <a:cubicBezTo>
                      <a:pt x="31" y="124"/>
                      <a:pt x="31" y="124"/>
                      <a:pt x="32" y="125"/>
                    </a:cubicBezTo>
                    <a:cubicBezTo>
                      <a:pt x="32" y="125"/>
                      <a:pt x="33" y="125"/>
                      <a:pt x="34" y="126"/>
                    </a:cubicBezTo>
                    <a:cubicBezTo>
                      <a:pt x="33" y="125"/>
                      <a:pt x="33" y="125"/>
                      <a:pt x="32" y="125"/>
                    </a:cubicBezTo>
                    <a:cubicBezTo>
                      <a:pt x="34" y="126"/>
                      <a:pt x="35" y="126"/>
                      <a:pt x="36" y="126"/>
                    </a:cubicBezTo>
                    <a:lnTo>
                      <a:pt x="35" y="126"/>
                    </a:lnTo>
                    <a:cubicBezTo>
                      <a:pt x="36" y="126"/>
                      <a:pt x="37" y="126"/>
                      <a:pt x="38" y="127"/>
                    </a:cubicBezTo>
                    <a:cubicBezTo>
                      <a:pt x="39" y="127"/>
                      <a:pt x="40" y="127"/>
                      <a:pt x="42" y="127"/>
                    </a:cubicBezTo>
                    <a:cubicBezTo>
                      <a:pt x="45" y="127"/>
                      <a:pt x="47" y="127"/>
                      <a:pt x="50" y="126"/>
                    </a:cubicBezTo>
                    <a:cubicBezTo>
                      <a:pt x="50" y="127"/>
                      <a:pt x="49" y="127"/>
                      <a:pt x="49" y="127"/>
                    </a:cubicBezTo>
                    <a:cubicBezTo>
                      <a:pt x="52" y="126"/>
                      <a:pt x="53" y="126"/>
                      <a:pt x="56" y="126"/>
                    </a:cubicBezTo>
                    <a:lnTo>
                      <a:pt x="56" y="125"/>
                    </a:lnTo>
                    <a:lnTo>
                      <a:pt x="57" y="125"/>
                    </a:lnTo>
                    <a:lnTo>
                      <a:pt x="56" y="125"/>
                    </a:lnTo>
                    <a:cubicBezTo>
                      <a:pt x="75" y="121"/>
                      <a:pt x="93" y="114"/>
                      <a:pt x="111" y="107"/>
                    </a:cubicBezTo>
                    <a:cubicBezTo>
                      <a:pt x="110" y="107"/>
                      <a:pt x="110" y="107"/>
                      <a:pt x="110" y="107"/>
                    </a:cubicBezTo>
                    <a:cubicBezTo>
                      <a:pt x="111" y="107"/>
                      <a:pt x="112" y="107"/>
                      <a:pt x="113" y="106"/>
                    </a:cubicBezTo>
                    <a:cubicBezTo>
                      <a:pt x="119" y="104"/>
                      <a:pt x="124" y="106"/>
                      <a:pt x="127" y="111"/>
                    </a:cubicBezTo>
                    <a:cubicBezTo>
                      <a:pt x="130" y="116"/>
                      <a:pt x="127" y="122"/>
                      <a:pt x="122" y="125"/>
                    </a:cubicBezTo>
                    <a:cubicBezTo>
                      <a:pt x="116" y="128"/>
                      <a:pt x="110" y="130"/>
                      <a:pt x="103" y="133"/>
                    </a:cubicBezTo>
                    <a:cubicBezTo>
                      <a:pt x="103" y="132"/>
                      <a:pt x="104" y="132"/>
                      <a:pt x="105" y="132"/>
                    </a:cubicBezTo>
                    <a:cubicBezTo>
                      <a:pt x="100" y="134"/>
                      <a:pt x="95" y="136"/>
                      <a:pt x="91" y="138"/>
                    </a:cubicBezTo>
                    <a:cubicBezTo>
                      <a:pt x="79" y="142"/>
                      <a:pt x="67" y="146"/>
                      <a:pt x="55" y="149"/>
                    </a:cubicBezTo>
                    <a:cubicBezTo>
                      <a:pt x="51" y="149"/>
                      <a:pt x="47" y="150"/>
                      <a:pt x="43" y="150"/>
                    </a:cubicBezTo>
                    <a:cubicBezTo>
                      <a:pt x="40" y="150"/>
                      <a:pt x="38" y="150"/>
                      <a:pt x="35" y="1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" name="Google Shape;88;p2"/>
              <p:cNvSpPr/>
              <p:nvPr/>
            </p:nvSpPr>
            <p:spPr>
              <a:xfrm>
                <a:off x="1463040" y="1659240"/>
                <a:ext cx="52200" cy="63720"/>
              </a:xfrm>
              <a:custGeom>
                <a:avLst/>
                <a:gdLst/>
                <a:ahLst/>
                <a:cxnLst/>
                <a:rect l="l" t="t" r="r" b="b"/>
                <a:pathLst>
                  <a:path w="145" h="177" extrusionOk="0">
                    <a:moveTo>
                      <a:pt x="59" y="175"/>
                    </a:moveTo>
                    <a:cubicBezTo>
                      <a:pt x="52" y="174"/>
                      <a:pt x="44" y="171"/>
                      <a:pt x="37" y="167"/>
                    </a:cubicBezTo>
                    <a:cubicBezTo>
                      <a:pt x="24" y="158"/>
                      <a:pt x="13" y="146"/>
                      <a:pt x="6" y="132"/>
                    </a:cubicBezTo>
                    <a:cubicBezTo>
                      <a:pt x="0" y="117"/>
                      <a:pt x="0" y="100"/>
                      <a:pt x="3" y="85"/>
                    </a:cubicBezTo>
                    <a:cubicBezTo>
                      <a:pt x="7" y="69"/>
                      <a:pt x="14" y="54"/>
                      <a:pt x="23" y="40"/>
                    </a:cubicBezTo>
                    <a:cubicBezTo>
                      <a:pt x="27" y="33"/>
                      <a:pt x="32" y="27"/>
                      <a:pt x="38" y="21"/>
                    </a:cubicBezTo>
                    <a:cubicBezTo>
                      <a:pt x="43" y="15"/>
                      <a:pt x="49" y="10"/>
                      <a:pt x="57" y="6"/>
                    </a:cubicBezTo>
                    <a:cubicBezTo>
                      <a:pt x="63" y="2"/>
                      <a:pt x="70" y="1"/>
                      <a:pt x="77" y="1"/>
                    </a:cubicBezTo>
                    <a:cubicBezTo>
                      <a:pt x="85" y="0"/>
                      <a:pt x="92" y="2"/>
                      <a:pt x="99" y="6"/>
                    </a:cubicBezTo>
                    <a:cubicBezTo>
                      <a:pt x="105" y="9"/>
                      <a:pt x="111" y="15"/>
                      <a:pt x="115" y="20"/>
                    </a:cubicBezTo>
                    <a:cubicBezTo>
                      <a:pt x="117" y="22"/>
                      <a:pt x="119" y="25"/>
                      <a:pt x="121" y="27"/>
                    </a:cubicBezTo>
                    <a:cubicBezTo>
                      <a:pt x="123" y="23"/>
                      <a:pt x="130" y="20"/>
                      <a:pt x="135" y="23"/>
                    </a:cubicBezTo>
                    <a:cubicBezTo>
                      <a:pt x="141" y="25"/>
                      <a:pt x="144" y="32"/>
                      <a:pt x="142" y="37"/>
                    </a:cubicBezTo>
                    <a:cubicBezTo>
                      <a:pt x="140" y="42"/>
                      <a:pt x="139" y="47"/>
                      <a:pt x="137" y="51"/>
                    </a:cubicBezTo>
                    <a:cubicBezTo>
                      <a:pt x="134" y="57"/>
                      <a:pt x="133" y="63"/>
                      <a:pt x="130" y="69"/>
                    </a:cubicBezTo>
                    <a:cubicBezTo>
                      <a:pt x="129" y="73"/>
                      <a:pt x="125" y="75"/>
                      <a:pt x="120" y="75"/>
                    </a:cubicBezTo>
                    <a:cubicBezTo>
                      <a:pt x="116" y="75"/>
                      <a:pt x="111" y="73"/>
                      <a:pt x="109" y="68"/>
                    </a:cubicBezTo>
                    <a:cubicBezTo>
                      <a:pt x="108" y="65"/>
                      <a:pt x="108" y="61"/>
                      <a:pt x="107" y="57"/>
                    </a:cubicBezTo>
                    <a:cubicBezTo>
                      <a:pt x="107" y="55"/>
                      <a:pt x="106" y="54"/>
                      <a:pt x="106" y="52"/>
                    </a:cubicBezTo>
                    <a:cubicBezTo>
                      <a:pt x="106" y="51"/>
                      <a:pt x="105" y="49"/>
                      <a:pt x="105" y="47"/>
                    </a:cubicBezTo>
                    <a:cubicBezTo>
                      <a:pt x="104" y="45"/>
                      <a:pt x="104" y="44"/>
                      <a:pt x="102" y="43"/>
                    </a:cubicBezTo>
                    <a:cubicBezTo>
                      <a:pt x="102" y="41"/>
                      <a:pt x="101" y="40"/>
                      <a:pt x="100" y="39"/>
                    </a:cubicBezTo>
                    <a:cubicBezTo>
                      <a:pt x="99" y="37"/>
                      <a:pt x="98" y="35"/>
                      <a:pt x="96" y="34"/>
                    </a:cubicBezTo>
                    <a:cubicBezTo>
                      <a:pt x="95" y="32"/>
                      <a:pt x="93" y="31"/>
                      <a:pt x="92" y="30"/>
                    </a:cubicBezTo>
                    <a:cubicBezTo>
                      <a:pt x="90" y="29"/>
                      <a:pt x="88" y="27"/>
                      <a:pt x="87" y="26"/>
                    </a:cubicBezTo>
                    <a:cubicBezTo>
                      <a:pt x="87" y="26"/>
                      <a:pt x="86" y="26"/>
                      <a:pt x="86" y="25"/>
                    </a:cubicBezTo>
                    <a:cubicBezTo>
                      <a:pt x="84" y="25"/>
                      <a:pt x="83" y="25"/>
                      <a:pt x="82" y="24"/>
                    </a:cubicBezTo>
                    <a:cubicBezTo>
                      <a:pt x="81" y="24"/>
                      <a:pt x="80" y="23"/>
                      <a:pt x="79" y="23"/>
                    </a:cubicBezTo>
                    <a:cubicBezTo>
                      <a:pt x="80" y="23"/>
                      <a:pt x="80" y="24"/>
                      <a:pt x="80" y="24"/>
                    </a:cubicBezTo>
                    <a:lnTo>
                      <a:pt x="79" y="23"/>
                    </a:lnTo>
                    <a:cubicBezTo>
                      <a:pt x="77" y="23"/>
                      <a:pt x="76" y="23"/>
                      <a:pt x="76" y="24"/>
                    </a:cubicBezTo>
                    <a:cubicBezTo>
                      <a:pt x="74" y="24"/>
                      <a:pt x="74" y="24"/>
                      <a:pt x="73" y="24"/>
                    </a:cubicBezTo>
                    <a:cubicBezTo>
                      <a:pt x="72" y="25"/>
                      <a:pt x="71" y="25"/>
                      <a:pt x="70" y="25"/>
                    </a:cubicBezTo>
                    <a:cubicBezTo>
                      <a:pt x="69" y="26"/>
                      <a:pt x="68" y="26"/>
                      <a:pt x="67" y="26"/>
                    </a:cubicBezTo>
                    <a:cubicBezTo>
                      <a:pt x="65" y="27"/>
                      <a:pt x="63" y="29"/>
                      <a:pt x="62" y="30"/>
                    </a:cubicBezTo>
                    <a:cubicBezTo>
                      <a:pt x="60" y="32"/>
                      <a:pt x="58" y="33"/>
                      <a:pt x="57" y="34"/>
                    </a:cubicBezTo>
                    <a:cubicBezTo>
                      <a:pt x="54" y="37"/>
                      <a:pt x="51" y="40"/>
                      <a:pt x="49" y="43"/>
                    </a:cubicBezTo>
                    <a:cubicBezTo>
                      <a:pt x="48" y="43"/>
                      <a:pt x="48" y="44"/>
                      <a:pt x="48" y="44"/>
                    </a:cubicBezTo>
                    <a:lnTo>
                      <a:pt x="48" y="43"/>
                    </a:lnTo>
                    <a:cubicBezTo>
                      <a:pt x="45" y="48"/>
                      <a:pt x="42" y="52"/>
                      <a:pt x="39" y="57"/>
                    </a:cubicBezTo>
                    <a:cubicBezTo>
                      <a:pt x="36" y="62"/>
                      <a:pt x="33" y="67"/>
                      <a:pt x="31" y="72"/>
                    </a:cubicBezTo>
                    <a:cubicBezTo>
                      <a:pt x="29" y="77"/>
                      <a:pt x="27" y="82"/>
                      <a:pt x="25" y="86"/>
                    </a:cubicBezTo>
                    <a:cubicBezTo>
                      <a:pt x="25" y="89"/>
                      <a:pt x="24" y="92"/>
                      <a:pt x="24" y="95"/>
                    </a:cubicBezTo>
                    <a:cubicBezTo>
                      <a:pt x="23" y="98"/>
                      <a:pt x="23" y="101"/>
                      <a:pt x="23" y="104"/>
                    </a:cubicBezTo>
                    <a:cubicBezTo>
                      <a:pt x="23" y="106"/>
                      <a:pt x="23" y="108"/>
                      <a:pt x="23" y="111"/>
                    </a:cubicBezTo>
                    <a:cubicBezTo>
                      <a:pt x="24" y="112"/>
                      <a:pt x="24" y="114"/>
                      <a:pt x="24" y="116"/>
                    </a:cubicBezTo>
                    <a:cubicBezTo>
                      <a:pt x="25" y="118"/>
                      <a:pt x="25" y="119"/>
                      <a:pt x="26" y="121"/>
                    </a:cubicBezTo>
                    <a:cubicBezTo>
                      <a:pt x="27" y="123"/>
                      <a:pt x="27" y="125"/>
                      <a:pt x="28" y="126"/>
                    </a:cubicBezTo>
                    <a:cubicBezTo>
                      <a:pt x="29" y="128"/>
                      <a:pt x="30" y="129"/>
                      <a:pt x="31" y="131"/>
                    </a:cubicBezTo>
                    <a:cubicBezTo>
                      <a:pt x="32" y="133"/>
                      <a:pt x="35" y="135"/>
                      <a:pt x="37" y="138"/>
                    </a:cubicBezTo>
                    <a:cubicBezTo>
                      <a:pt x="39" y="140"/>
                      <a:pt x="41" y="142"/>
                      <a:pt x="43" y="143"/>
                    </a:cubicBezTo>
                    <a:cubicBezTo>
                      <a:pt x="45" y="144"/>
                      <a:pt x="46" y="146"/>
                      <a:pt x="48" y="147"/>
                    </a:cubicBezTo>
                    <a:cubicBezTo>
                      <a:pt x="50" y="148"/>
                      <a:pt x="52" y="149"/>
                      <a:pt x="53" y="150"/>
                    </a:cubicBezTo>
                    <a:cubicBezTo>
                      <a:pt x="55" y="150"/>
                      <a:pt x="56" y="151"/>
                      <a:pt x="58" y="151"/>
                    </a:cubicBezTo>
                    <a:cubicBezTo>
                      <a:pt x="60" y="152"/>
                      <a:pt x="62" y="152"/>
                      <a:pt x="63" y="153"/>
                    </a:cubicBezTo>
                    <a:cubicBezTo>
                      <a:pt x="67" y="153"/>
                      <a:pt x="70" y="153"/>
                      <a:pt x="73" y="153"/>
                    </a:cubicBezTo>
                    <a:cubicBezTo>
                      <a:pt x="78" y="153"/>
                      <a:pt x="83" y="153"/>
                      <a:pt x="87" y="153"/>
                    </a:cubicBezTo>
                    <a:cubicBezTo>
                      <a:pt x="94" y="151"/>
                      <a:pt x="100" y="151"/>
                      <a:pt x="106" y="150"/>
                    </a:cubicBezTo>
                    <a:cubicBezTo>
                      <a:pt x="112" y="149"/>
                      <a:pt x="118" y="153"/>
                      <a:pt x="119" y="159"/>
                    </a:cubicBezTo>
                    <a:cubicBezTo>
                      <a:pt x="120" y="165"/>
                      <a:pt x="116" y="171"/>
                      <a:pt x="111" y="171"/>
                    </a:cubicBezTo>
                    <a:cubicBezTo>
                      <a:pt x="101" y="173"/>
                      <a:pt x="92" y="175"/>
                      <a:pt x="82" y="175"/>
                    </a:cubicBezTo>
                    <a:cubicBezTo>
                      <a:pt x="79" y="176"/>
                      <a:pt x="76" y="176"/>
                      <a:pt x="73" y="176"/>
                    </a:cubicBezTo>
                    <a:cubicBezTo>
                      <a:pt x="69" y="176"/>
                      <a:pt x="64" y="175"/>
                      <a:pt x="59" y="17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" name="Google Shape;89;p2"/>
              <p:cNvSpPr/>
              <p:nvPr/>
            </p:nvSpPr>
            <p:spPr>
              <a:xfrm>
                <a:off x="1533960" y="1659240"/>
                <a:ext cx="44280" cy="60480"/>
              </a:xfrm>
              <a:custGeom>
                <a:avLst/>
                <a:gdLst/>
                <a:ahLst/>
                <a:cxnLst/>
                <a:rect l="l" t="t" r="r" b="b"/>
                <a:pathLst>
                  <a:path w="123" h="168" extrusionOk="0">
                    <a:moveTo>
                      <a:pt x="34" y="144"/>
                    </a:moveTo>
                    <a:cubicBezTo>
                      <a:pt x="35" y="144"/>
                      <a:pt x="35" y="144"/>
                      <a:pt x="35" y="144"/>
                    </a:cubicBezTo>
                    <a:cubicBezTo>
                      <a:pt x="36" y="144"/>
                      <a:pt x="37" y="143"/>
                      <a:pt x="37" y="143"/>
                    </a:cubicBezTo>
                    <a:cubicBezTo>
                      <a:pt x="38" y="142"/>
                      <a:pt x="40" y="141"/>
                      <a:pt x="41" y="140"/>
                    </a:cubicBezTo>
                    <a:cubicBezTo>
                      <a:pt x="43" y="139"/>
                      <a:pt x="46" y="137"/>
                      <a:pt x="48" y="134"/>
                    </a:cubicBezTo>
                    <a:cubicBezTo>
                      <a:pt x="52" y="131"/>
                      <a:pt x="56" y="127"/>
                      <a:pt x="60" y="122"/>
                    </a:cubicBezTo>
                    <a:cubicBezTo>
                      <a:pt x="66" y="115"/>
                      <a:pt x="71" y="107"/>
                      <a:pt x="76" y="99"/>
                    </a:cubicBezTo>
                    <a:lnTo>
                      <a:pt x="76" y="100"/>
                    </a:lnTo>
                    <a:cubicBezTo>
                      <a:pt x="81" y="91"/>
                      <a:pt x="86" y="81"/>
                      <a:pt x="91" y="72"/>
                    </a:cubicBezTo>
                    <a:cubicBezTo>
                      <a:pt x="92" y="67"/>
                      <a:pt x="94" y="63"/>
                      <a:pt x="96" y="58"/>
                    </a:cubicBezTo>
                    <a:cubicBezTo>
                      <a:pt x="97" y="53"/>
                      <a:pt x="98" y="49"/>
                      <a:pt x="99" y="45"/>
                    </a:cubicBezTo>
                    <a:cubicBezTo>
                      <a:pt x="99" y="43"/>
                      <a:pt x="99" y="41"/>
                      <a:pt x="99" y="39"/>
                    </a:cubicBezTo>
                    <a:cubicBezTo>
                      <a:pt x="99" y="38"/>
                      <a:pt x="99" y="37"/>
                      <a:pt x="99" y="36"/>
                    </a:cubicBezTo>
                    <a:cubicBezTo>
                      <a:pt x="99" y="35"/>
                      <a:pt x="99" y="34"/>
                      <a:pt x="99" y="34"/>
                    </a:cubicBezTo>
                    <a:cubicBezTo>
                      <a:pt x="98" y="33"/>
                      <a:pt x="98" y="32"/>
                      <a:pt x="98" y="31"/>
                    </a:cubicBezTo>
                    <a:cubicBezTo>
                      <a:pt x="98" y="30"/>
                      <a:pt x="97" y="30"/>
                      <a:pt x="97" y="29"/>
                    </a:cubicBezTo>
                    <a:cubicBezTo>
                      <a:pt x="97" y="28"/>
                      <a:pt x="97" y="28"/>
                      <a:pt x="96" y="28"/>
                    </a:cubicBezTo>
                    <a:cubicBezTo>
                      <a:pt x="96" y="27"/>
                      <a:pt x="96" y="27"/>
                      <a:pt x="96" y="27"/>
                    </a:cubicBezTo>
                    <a:cubicBezTo>
                      <a:pt x="95" y="27"/>
                      <a:pt x="95" y="27"/>
                      <a:pt x="95" y="26"/>
                    </a:cubicBezTo>
                    <a:cubicBezTo>
                      <a:pt x="94" y="26"/>
                      <a:pt x="94" y="26"/>
                      <a:pt x="93" y="26"/>
                    </a:cubicBezTo>
                    <a:cubicBezTo>
                      <a:pt x="93" y="25"/>
                      <a:pt x="92" y="25"/>
                      <a:pt x="92" y="25"/>
                    </a:cubicBezTo>
                    <a:cubicBezTo>
                      <a:pt x="91" y="24"/>
                      <a:pt x="90" y="24"/>
                      <a:pt x="88" y="23"/>
                    </a:cubicBezTo>
                    <a:cubicBezTo>
                      <a:pt x="88" y="23"/>
                      <a:pt x="87" y="23"/>
                      <a:pt x="86" y="23"/>
                    </a:cubicBezTo>
                    <a:cubicBezTo>
                      <a:pt x="85" y="23"/>
                      <a:pt x="84" y="23"/>
                      <a:pt x="83" y="23"/>
                    </a:cubicBezTo>
                    <a:cubicBezTo>
                      <a:pt x="81" y="23"/>
                      <a:pt x="81" y="23"/>
                      <a:pt x="80" y="23"/>
                    </a:cubicBezTo>
                    <a:cubicBezTo>
                      <a:pt x="78" y="23"/>
                      <a:pt x="76" y="23"/>
                      <a:pt x="74" y="24"/>
                    </a:cubicBezTo>
                    <a:cubicBezTo>
                      <a:pt x="72" y="24"/>
                      <a:pt x="70" y="25"/>
                      <a:pt x="68" y="26"/>
                    </a:cubicBezTo>
                    <a:cubicBezTo>
                      <a:pt x="66" y="27"/>
                      <a:pt x="64" y="27"/>
                      <a:pt x="62" y="28"/>
                    </a:cubicBezTo>
                    <a:cubicBezTo>
                      <a:pt x="60" y="30"/>
                      <a:pt x="58" y="31"/>
                      <a:pt x="56" y="32"/>
                    </a:cubicBezTo>
                    <a:cubicBezTo>
                      <a:pt x="55" y="34"/>
                      <a:pt x="52" y="35"/>
                      <a:pt x="50" y="37"/>
                    </a:cubicBezTo>
                    <a:cubicBezTo>
                      <a:pt x="49" y="39"/>
                      <a:pt x="47" y="41"/>
                      <a:pt x="45" y="42"/>
                    </a:cubicBezTo>
                    <a:cubicBezTo>
                      <a:pt x="46" y="44"/>
                      <a:pt x="47" y="45"/>
                      <a:pt x="48" y="46"/>
                    </a:cubicBezTo>
                    <a:cubicBezTo>
                      <a:pt x="51" y="52"/>
                      <a:pt x="50" y="59"/>
                      <a:pt x="44" y="63"/>
                    </a:cubicBezTo>
                    <a:cubicBezTo>
                      <a:pt x="41" y="65"/>
                      <a:pt x="37" y="65"/>
                      <a:pt x="33" y="63"/>
                    </a:cubicBezTo>
                    <a:cubicBezTo>
                      <a:pt x="33" y="65"/>
                      <a:pt x="32" y="66"/>
                      <a:pt x="32" y="67"/>
                    </a:cubicBezTo>
                    <a:cubicBezTo>
                      <a:pt x="31" y="71"/>
                      <a:pt x="30" y="75"/>
                      <a:pt x="29" y="79"/>
                    </a:cubicBezTo>
                    <a:cubicBezTo>
                      <a:pt x="28" y="82"/>
                      <a:pt x="27" y="85"/>
                      <a:pt x="24" y="86"/>
                    </a:cubicBezTo>
                    <a:cubicBezTo>
                      <a:pt x="24" y="88"/>
                      <a:pt x="24" y="90"/>
                      <a:pt x="23" y="91"/>
                    </a:cubicBezTo>
                    <a:lnTo>
                      <a:pt x="24" y="90"/>
                    </a:lnTo>
                    <a:cubicBezTo>
                      <a:pt x="23" y="96"/>
                      <a:pt x="22" y="102"/>
                      <a:pt x="22" y="108"/>
                    </a:cubicBezTo>
                    <a:cubicBezTo>
                      <a:pt x="22" y="113"/>
                      <a:pt x="22" y="118"/>
                      <a:pt x="23" y="123"/>
                    </a:cubicBezTo>
                    <a:cubicBezTo>
                      <a:pt x="23" y="127"/>
                      <a:pt x="24" y="131"/>
                      <a:pt x="25" y="134"/>
                    </a:cubicBezTo>
                    <a:cubicBezTo>
                      <a:pt x="25" y="136"/>
                      <a:pt x="25" y="137"/>
                      <a:pt x="26" y="139"/>
                    </a:cubicBezTo>
                    <a:cubicBezTo>
                      <a:pt x="27" y="140"/>
                      <a:pt x="27" y="140"/>
                      <a:pt x="27" y="140"/>
                    </a:cubicBezTo>
                    <a:lnTo>
                      <a:pt x="27" y="141"/>
                    </a:lnTo>
                    <a:lnTo>
                      <a:pt x="28" y="141"/>
                    </a:lnTo>
                    <a:cubicBezTo>
                      <a:pt x="28" y="142"/>
                      <a:pt x="28" y="142"/>
                      <a:pt x="28" y="143"/>
                    </a:cubicBezTo>
                    <a:cubicBezTo>
                      <a:pt x="29" y="143"/>
                      <a:pt x="30" y="143"/>
                      <a:pt x="30" y="143"/>
                    </a:cubicBezTo>
                    <a:lnTo>
                      <a:pt x="31" y="143"/>
                    </a:lnTo>
                    <a:cubicBezTo>
                      <a:pt x="31" y="144"/>
                      <a:pt x="31" y="144"/>
                      <a:pt x="32" y="144"/>
                    </a:cubicBezTo>
                    <a:cubicBezTo>
                      <a:pt x="32" y="144"/>
                      <a:pt x="33" y="144"/>
                      <a:pt x="34" y="144"/>
                    </a:cubicBezTo>
                    <a:moveTo>
                      <a:pt x="33" y="167"/>
                    </a:moveTo>
                    <a:cubicBezTo>
                      <a:pt x="30" y="167"/>
                      <a:pt x="27" y="166"/>
                      <a:pt x="24" y="165"/>
                    </a:cubicBezTo>
                    <a:cubicBezTo>
                      <a:pt x="17" y="163"/>
                      <a:pt x="10" y="158"/>
                      <a:pt x="7" y="151"/>
                    </a:cubicBezTo>
                    <a:cubicBezTo>
                      <a:pt x="4" y="146"/>
                      <a:pt x="3" y="140"/>
                      <a:pt x="2" y="133"/>
                    </a:cubicBezTo>
                    <a:cubicBezTo>
                      <a:pt x="0" y="125"/>
                      <a:pt x="0" y="117"/>
                      <a:pt x="0" y="109"/>
                    </a:cubicBezTo>
                    <a:cubicBezTo>
                      <a:pt x="0" y="93"/>
                      <a:pt x="2" y="76"/>
                      <a:pt x="8" y="62"/>
                    </a:cubicBezTo>
                    <a:cubicBezTo>
                      <a:pt x="11" y="55"/>
                      <a:pt x="14" y="48"/>
                      <a:pt x="18" y="42"/>
                    </a:cubicBezTo>
                    <a:cubicBezTo>
                      <a:pt x="19" y="41"/>
                      <a:pt x="20" y="40"/>
                      <a:pt x="21" y="39"/>
                    </a:cubicBezTo>
                    <a:cubicBezTo>
                      <a:pt x="23" y="36"/>
                      <a:pt x="25" y="33"/>
                      <a:pt x="27" y="30"/>
                    </a:cubicBezTo>
                    <a:cubicBezTo>
                      <a:pt x="37" y="17"/>
                      <a:pt x="49" y="9"/>
                      <a:pt x="64" y="3"/>
                    </a:cubicBezTo>
                    <a:cubicBezTo>
                      <a:pt x="71" y="1"/>
                      <a:pt x="78" y="0"/>
                      <a:pt x="85" y="0"/>
                    </a:cubicBezTo>
                    <a:cubicBezTo>
                      <a:pt x="88" y="0"/>
                      <a:pt x="92" y="1"/>
                      <a:pt x="95" y="2"/>
                    </a:cubicBezTo>
                    <a:cubicBezTo>
                      <a:pt x="99" y="3"/>
                      <a:pt x="103" y="5"/>
                      <a:pt x="106" y="7"/>
                    </a:cubicBezTo>
                    <a:cubicBezTo>
                      <a:pt x="109" y="9"/>
                      <a:pt x="111" y="11"/>
                      <a:pt x="113" y="13"/>
                    </a:cubicBezTo>
                    <a:cubicBezTo>
                      <a:pt x="116" y="16"/>
                      <a:pt x="117" y="19"/>
                      <a:pt x="119" y="23"/>
                    </a:cubicBezTo>
                    <a:cubicBezTo>
                      <a:pt x="122" y="30"/>
                      <a:pt x="122" y="38"/>
                      <a:pt x="121" y="45"/>
                    </a:cubicBezTo>
                    <a:cubicBezTo>
                      <a:pt x="120" y="52"/>
                      <a:pt x="118" y="60"/>
                      <a:pt x="116" y="67"/>
                    </a:cubicBezTo>
                    <a:cubicBezTo>
                      <a:pt x="113" y="75"/>
                      <a:pt x="110" y="83"/>
                      <a:pt x="106" y="91"/>
                    </a:cubicBezTo>
                    <a:cubicBezTo>
                      <a:pt x="98" y="107"/>
                      <a:pt x="88" y="122"/>
                      <a:pt x="77" y="136"/>
                    </a:cubicBezTo>
                    <a:cubicBezTo>
                      <a:pt x="73" y="141"/>
                      <a:pt x="68" y="147"/>
                      <a:pt x="62" y="152"/>
                    </a:cubicBezTo>
                    <a:cubicBezTo>
                      <a:pt x="56" y="158"/>
                      <a:pt x="50" y="163"/>
                      <a:pt x="43" y="165"/>
                    </a:cubicBezTo>
                    <a:cubicBezTo>
                      <a:pt x="40" y="166"/>
                      <a:pt x="37" y="167"/>
                      <a:pt x="34" y="167"/>
                    </a:cubicBezTo>
                    <a:lnTo>
                      <a:pt x="33" y="16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" name="Google Shape;90;p2"/>
              <p:cNvSpPr/>
              <p:nvPr/>
            </p:nvSpPr>
            <p:spPr>
              <a:xfrm>
                <a:off x="1565280" y="1650600"/>
                <a:ext cx="51480" cy="81000"/>
              </a:xfrm>
              <a:custGeom>
                <a:avLst/>
                <a:gdLst/>
                <a:ahLst/>
                <a:cxnLst/>
                <a:rect l="l" t="t" r="r" b="b"/>
                <a:pathLst>
                  <a:path w="143" h="225" extrusionOk="0">
                    <a:moveTo>
                      <a:pt x="34" y="201"/>
                    </a:moveTo>
                    <a:cubicBezTo>
                      <a:pt x="38" y="201"/>
                      <a:pt x="42" y="201"/>
                      <a:pt x="46" y="201"/>
                    </a:cubicBezTo>
                    <a:cubicBezTo>
                      <a:pt x="49" y="201"/>
                      <a:pt x="52" y="200"/>
                      <a:pt x="56" y="199"/>
                    </a:cubicBezTo>
                    <a:cubicBezTo>
                      <a:pt x="58" y="198"/>
                      <a:pt x="61" y="198"/>
                      <a:pt x="63" y="196"/>
                    </a:cubicBezTo>
                    <a:cubicBezTo>
                      <a:pt x="65" y="196"/>
                      <a:pt x="67" y="195"/>
                      <a:pt x="69" y="194"/>
                    </a:cubicBezTo>
                    <a:cubicBezTo>
                      <a:pt x="71" y="193"/>
                      <a:pt x="72" y="192"/>
                      <a:pt x="74" y="191"/>
                    </a:cubicBezTo>
                    <a:cubicBezTo>
                      <a:pt x="76" y="189"/>
                      <a:pt x="77" y="189"/>
                      <a:pt x="78" y="188"/>
                    </a:cubicBezTo>
                    <a:cubicBezTo>
                      <a:pt x="79" y="187"/>
                      <a:pt x="79" y="187"/>
                      <a:pt x="80" y="186"/>
                    </a:cubicBezTo>
                    <a:cubicBezTo>
                      <a:pt x="81" y="185"/>
                      <a:pt x="81" y="184"/>
                      <a:pt x="82" y="184"/>
                    </a:cubicBezTo>
                    <a:cubicBezTo>
                      <a:pt x="82" y="183"/>
                      <a:pt x="82" y="182"/>
                      <a:pt x="82" y="182"/>
                    </a:cubicBezTo>
                    <a:lnTo>
                      <a:pt x="82" y="181"/>
                    </a:lnTo>
                    <a:lnTo>
                      <a:pt x="83" y="180"/>
                    </a:lnTo>
                    <a:cubicBezTo>
                      <a:pt x="83" y="179"/>
                      <a:pt x="83" y="178"/>
                      <a:pt x="83" y="178"/>
                    </a:cubicBezTo>
                    <a:cubicBezTo>
                      <a:pt x="83" y="177"/>
                      <a:pt x="83" y="177"/>
                      <a:pt x="83" y="177"/>
                    </a:cubicBezTo>
                    <a:cubicBezTo>
                      <a:pt x="83" y="175"/>
                      <a:pt x="82" y="173"/>
                      <a:pt x="82" y="171"/>
                    </a:cubicBezTo>
                    <a:cubicBezTo>
                      <a:pt x="82" y="171"/>
                      <a:pt x="82" y="170"/>
                      <a:pt x="81" y="169"/>
                    </a:cubicBezTo>
                    <a:cubicBezTo>
                      <a:pt x="81" y="168"/>
                      <a:pt x="81" y="167"/>
                      <a:pt x="80" y="166"/>
                    </a:cubicBezTo>
                    <a:cubicBezTo>
                      <a:pt x="79" y="165"/>
                      <a:pt x="79" y="164"/>
                      <a:pt x="78" y="164"/>
                    </a:cubicBezTo>
                    <a:cubicBezTo>
                      <a:pt x="77" y="162"/>
                      <a:pt x="76" y="160"/>
                      <a:pt x="74" y="159"/>
                    </a:cubicBezTo>
                    <a:cubicBezTo>
                      <a:pt x="72" y="157"/>
                      <a:pt x="71" y="156"/>
                      <a:pt x="69" y="153"/>
                    </a:cubicBezTo>
                    <a:cubicBezTo>
                      <a:pt x="68" y="154"/>
                      <a:pt x="68" y="155"/>
                      <a:pt x="67" y="155"/>
                    </a:cubicBezTo>
                    <a:cubicBezTo>
                      <a:pt x="59" y="160"/>
                      <a:pt x="50" y="164"/>
                      <a:pt x="42" y="170"/>
                    </a:cubicBezTo>
                    <a:cubicBezTo>
                      <a:pt x="39" y="173"/>
                      <a:pt x="35" y="175"/>
                      <a:pt x="32" y="179"/>
                    </a:cubicBezTo>
                    <a:cubicBezTo>
                      <a:pt x="30" y="180"/>
                      <a:pt x="29" y="181"/>
                      <a:pt x="28" y="183"/>
                    </a:cubicBezTo>
                    <a:cubicBezTo>
                      <a:pt x="27" y="184"/>
                      <a:pt x="26" y="185"/>
                      <a:pt x="25" y="187"/>
                    </a:cubicBezTo>
                    <a:cubicBezTo>
                      <a:pt x="25" y="187"/>
                      <a:pt x="25" y="188"/>
                      <a:pt x="24" y="188"/>
                    </a:cubicBezTo>
                    <a:cubicBezTo>
                      <a:pt x="24" y="189"/>
                      <a:pt x="24" y="189"/>
                      <a:pt x="24" y="190"/>
                    </a:cubicBezTo>
                    <a:cubicBezTo>
                      <a:pt x="24" y="191"/>
                      <a:pt x="24" y="191"/>
                      <a:pt x="23" y="192"/>
                    </a:cubicBezTo>
                    <a:lnTo>
                      <a:pt x="23" y="194"/>
                    </a:lnTo>
                    <a:cubicBezTo>
                      <a:pt x="23" y="195"/>
                      <a:pt x="23" y="195"/>
                      <a:pt x="23" y="195"/>
                    </a:cubicBezTo>
                    <a:cubicBezTo>
                      <a:pt x="23" y="196"/>
                      <a:pt x="24" y="196"/>
                      <a:pt x="24" y="198"/>
                    </a:cubicBezTo>
                    <a:lnTo>
                      <a:pt x="24" y="199"/>
                    </a:lnTo>
                    <a:cubicBezTo>
                      <a:pt x="25" y="199"/>
                      <a:pt x="25" y="199"/>
                      <a:pt x="25" y="199"/>
                    </a:cubicBezTo>
                    <a:cubicBezTo>
                      <a:pt x="25" y="199"/>
                      <a:pt x="25" y="200"/>
                      <a:pt x="26" y="200"/>
                    </a:cubicBezTo>
                    <a:lnTo>
                      <a:pt x="26" y="201"/>
                    </a:lnTo>
                    <a:cubicBezTo>
                      <a:pt x="28" y="201"/>
                      <a:pt x="28" y="201"/>
                      <a:pt x="29" y="201"/>
                    </a:cubicBezTo>
                    <a:cubicBezTo>
                      <a:pt x="31" y="201"/>
                      <a:pt x="33" y="201"/>
                      <a:pt x="34" y="201"/>
                    </a:cubicBezTo>
                    <a:moveTo>
                      <a:pt x="33" y="224"/>
                    </a:moveTo>
                    <a:cubicBezTo>
                      <a:pt x="26" y="224"/>
                      <a:pt x="19" y="223"/>
                      <a:pt x="13" y="219"/>
                    </a:cubicBezTo>
                    <a:cubicBezTo>
                      <a:pt x="7" y="216"/>
                      <a:pt x="3" y="210"/>
                      <a:pt x="1" y="203"/>
                    </a:cubicBezTo>
                    <a:cubicBezTo>
                      <a:pt x="0" y="196"/>
                      <a:pt x="0" y="189"/>
                      <a:pt x="2" y="182"/>
                    </a:cubicBezTo>
                    <a:cubicBezTo>
                      <a:pt x="4" y="174"/>
                      <a:pt x="10" y="168"/>
                      <a:pt x="16" y="163"/>
                    </a:cubicBezTo>
                    <a:cubicBezTo>
                      <a:pt x="21" y="157"/>
                      <a:pt x="28" y="153"/>
                      <a:pt x="33" y="149"/>
                    </a:cubicBezTo>
                    <a:cubicBezTo>
                      <a:pt x="39" y="146"/>
                      <a:pt x="44" y="142"/>
                      <a:pt x="50" y="139"/>
                    </a:cubicBezTo>
                    <a:cubicBezTo>
                      <a:pt x="51" y="138"/>
                      <a:pt x="53" y="138"/>
                      <a:pt x="55" y="136"/>
                    </a:cubicBezTo>
                    <a:cubicBezTo>
                      <a:pt x="54" y="135"/>
                      <a:pt x="54" y="134"/>
                      <a:pt x="53" y="133"/>
                    </a:cubicBezTo>
                    <a:cubicBezTo>
                      <a:pt x="48" y="124"/>
                      <a:pt x="47" y="112"/>
                      <a:pt x="46" y="102"/>
                    </a:cubicBezTo>
                    <a:cubicBezTo>
                      <a:pt x="46" y="89"/>
                      <a:pt x="49" y="78"/>
                      <a:pt x="52" y="66"/>
                    </a:cubicBezTo>
                    <a:cubicBezTo>
                      <a:pt x="55" y="54"/>
                      <a:pt x="61" y="43"/>
                      <a:pt x="67" y="33"/>
                    </a:cubicBezTo>
                    <a:cubicBezTo>
                      <a:pt x="74" y="22"/>
                      <a:pt x="81" y="12"/>
                      <a:pt x="92" y="5"/>
                    </a:cubicBezTo>
                    <a:cubicBezTo>
                      <a:pt x="95" y="2"/>
                      <a:pt x="100" y="1"/>
                      <a:pt x="104" y="1"/>
                    </a:cubicBezTo>
                    <a:cubicBezTo>
                      <a:pt x="110" y="0"/>
                      <a:pt x="115" y="2"/>
                      <a:pt x="119" y="5"/>
                    </a:cubicBezTo>
                    <a:cubicBezTo>
                      <a:pt x="123" y="8"/>
                      <a:pt x="125" y="11"/>
                      <a:pt x="129" y="15"/>
                    </a:cubicBezTo>
                    <a:cubicBezTo>
                      <a:pt x="130" y="15"/>
                      <a:pt x="130" y="16"/>
                      <a:pt x="131" y="16"/>
                    </a:cubicBezTo>
                    <a:cubicBezTo>
                      <a:pt x="131" y="17"/>
                      <a:pt x="132" y="18"/>
                      <a:pt x="132" y="18"/>
                    </a:cubicBezTo>
                    <a:cubicBezTo>
                      <a:pt x="133" y="18"/>
                      <a:pt x="134" y="19"/>
                      <a:pt x="135" y="19"/>
                    </a:cubicBezTo>
                    <a:cubicBezTo>
                      <a:pt x="140" y="22"/>
                      <a:pt x="142" y="29"/>
                      <a:pt x="139" y="35"/>
                    </a:cubicBezTo>
                    <a:cubicBezTo>
                      <a:pt x="138" y="38"/>
                      <a:pt x="135" y="40"/>
                      <a:pt x="132" y="41"/>
                    </a:cubicBezTo>
                    <a:cubicBezTo>
                      <a:pt x="129" y="42"/>
                      <a:pt x="125" y="41"/>
                      <a:pt x="123" y="39"/>
                    </a:cubicBezTo>
                    <a:cubicBezTo>
                      <a:pt x="117" y="36"/>
                      <a:pt x="112" y="32"/>
                      <a:pt x="107" y="27"/>
                    </a:cubicBezTo>
                    <a:cubicBezTo>
                      <a:pt x="108" y="27"/>
                      <a:pt x="108" y="27"/>
                      <a:pt x="108" y="28"/>
                    </a:cubicBezTo>
                    <a:cubicBezTo>
                      <a:pt x="108" y="27"/>
                      <a:pt x="107" y="26"/>
                      <a:pt x="107" y="26"/>
                    </a:cubicBezTo>
                    <a:lnTo>
                      <a:pt x="106" y="25"/>
                    </a:lnTo>
                    <a:cubicBezTo>
                      <a:pt x="105" y="25"/>
                      <a:pt x="105" y="25"/>
                      <a:pt x="105" y="25"/>
                    </a:cubicBezTo>
                    <a:cubicBezTo>
                      <a:pt x="104" y="26"/>
                      <a:pt x="104" y="26"/>
                      <a:pt x="103" y="26"/>
                    </a:cubicBezTo>
                    <a:cubicBezTo>
                      <a:pt x="102" y="28"/>
                      <a:pt x="100" y="29"/>
                      <a:pt x="99" y="30"/>
                    </a:cubicBezTo>
                    <a:cubicBezTo>
                      <a:pt x="97" y="32"/>
                      <a:pt x="95" y="33"/>
                      <a:pt x="94" y="36"/>
                    </a:cubicBezTo>
                    <a:cubicBezTo>
                      <a:pt x="91" y="39"/>
                      <a:pt x="88" y="43"/>
                      <a:pt x="86" y="47"/>
                    </a:cubicBezTo>
                    <a:cubicBezTo>
                      <a:pt x="83" y="52"/>
                      <a:pt x="80" y="57"/>
                      <a:pt x="78" y="62"/>
                    </a:cubicBezTo>
                    <a:cubicBezTo>
                      <a:pt x="76" y="66"/>
                      <a:pt x="75" y="71"/>
                      <a:pt x="73" y="75"/>
                    </a:cubicBezTo>
                    <a:cubicBezTo>
                      <a:pt x="72" y="79"/>
                      <a:pt x="71" y="84"/>
                      <a:pt x="70" y="89"/>
                    </a:cubicBezTo>
                    <a:cubicBezTo>
                      <a:pt x="70" y="92"/>
                      <a:pt x="70" y="94"/>
                      <a:pt x="70" y="97"/>
                    </a:cubicBezTo>
                    <a:cubicBezTo>
                      <a:pt x="70" y="100"/>
                      <a:pt x="70" y="104"/>
                      <a:pt x="70" y="107"/>
                    </a:cubicBezTo>
                    <a:cubicBezTo>
                      <a:pt x="70" y="110"/>
                      <a:pt x="71" y="113"/>
                      <a:pt x="71" y="115"/>
                    </a:cubicBezTo>
                    <a:cubicBezTo>
                      <a:pt x="72" y="116"/>
                      <a:pt x="72" y="117"/>
                      <a:pt x="72" y="118"/>
                    </a:cubicBezTo>
                    <a:cubicBezTo>
                      <a:pt x="73" y="120"/>
                      <a:pt x="74" y="122"/>
                      <a:pt x="75" y="124"/>
                    </a:cubicBezTo>
                    <a:lnTo>
                      <a:pt x="76" y="125"/>
                    </a:lnTo>
                    <a:cubicBezTo>
                      <a:pt x="81" y="124"/>
                      <a:pt x="87" y="126"/>
                      <a:pt x="89" y="131"/>
                    </a:cubicBezTo>
                    <a:cubicBezTo>
                      <a:pt x="91" y="134"/>
                      <a:pt x="91" y="138"/>
                      <a:pt x="89" y="140"/>
                    </a:cubicBezTo>
                    <a:cubicBezTo>
                      <a:pt x="91" y="142"/>
                      <a:pt x="92" y="143"/>
                      <a:pt x="94" y="145"/>
                    </a:cubicBezTo>
                    <a:cubicBezTo>
                      <a:pt x="98" y="150"/>
                      <a:pt x="102" y="155"/>
                      <a:pt x="103" y="161"/>
                    </a:cubicBezTo>
                    <a:cubicBezTo>
                      <a:pt x="106" y="168"/>
                      <a:pt x="107" y="176"/>
                      <a:pt x="106" y="184"/>
                    </a:cubicBezTo>
                    <a:cubicBezTo>
                      <a:pt x="104" y="191"/>
                      <a:pt x="102" y="196"/>
                      <a:pt x="98" y="201"/>
                    </a:cubicBezTo>
                    <a:cubicBezTo>
                      <a:pt x="92" y="207"/>
                      <a:pt x="86" y="211"/>
                      <a:pt x="79" y="215"/>
                    </a:cubicBezTo>
                    <a:cubicBezTo>
                      <a:pt x="72" y="219"/>
                      <a:pt x="65" y="220"/>
                      <a:pt x="57" y="222"/>
                    </a:cubicBezTo>
                    <a:cubicBezTo>
                      <a:pt x="50" y="224"/>
                      <a:pt x="43" y="224"/>
                      <a:pt x="36" y="224"/>
                    </a:cubicBezTo>
                    <a:cubicBezTo>
                      <a:pt x="35" y="224"/>
                      <a:pt x="34" y="224"/>
                      <a:pt x="33" y="2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" name="Google Shape;91;p2"/>
              <p:cNvSpPr/>
              <p:nvPr/>
            </p:nvSpPr>
            <p:spPr>
              <a:xfrm>
                <a:off x="1631160" y="1654920"/>
                <a:ext cx="68040" cy="143640"/>
              </a:xfrm>
              <a:custGeom>
                <a:avLst/>
                <a:gdLst/>
                <a:ahLst/>
                <a:cxnLst/>
                <a:rect l="l" t="t" r="r" b="b"/>
                <a:pathLst>
                  <a:path w="189" h="399" extrusionOk="0">
                    <a:moveTo>
                      <a:pt x="31" y="375"/>
                    </a:moveTo>
                    <a:cubicBezTo>
                      <a:pt x="31" y="375"/>
                      <a:pt x="32" y="375"/>
                      <a:pt x="32" y="374"/>
                    </a:cubicBezTo>
                    <a:cubicBezTo>
                      <a:pt x="33" y="371"/>
                      <a:pt x="35" y="370"/>
                      <a:pt x="36" y="367"/>
                    </a:cubicBezTo>
                    <a:cubicBezTo>
                      <a:pt x="39" y="360"/>
                      <a:pt x="41" y="353"/>
                      <a:pt x="43" y="346"/>
                    </a:cubicBezTo>
                    <a:cubicBezTo>
                      <a:pt x="43" y="347"/>
                      <a:pt x="43" y="347"/>
                      <a:pt x="43" y="347"/>
                    </a:cubicBezTo>
                    <a:cubicBezTo>
                      <a:pt x="44" y="341"/>
                      <a:pt x="46" y="334"/>
                      <a:pt x="48" y="328"/>
                    </a:cubicBezTo>
                    <a:cubicBezTo>
                      <a:pt x="50" y="321"/>
                      <a:pt x="51" y="314"/>
                      <a:pt x="53" y="308"/>
                    </a:cubicBezTo>
                    <a:cubicBezTo>
                      <a:pt x="55" y="296"/>
                      <a:pt x="57" y="283"/>
                      <a:pt x="59" y="271"/>
                    </a:cubicBezTo>
                    <a:cubicBezTo>
                      <a:pt x="61" y="251"/>
                      <a:pt x="64" y="231"/>
                      <a:pt x="67" y="211"/>
                    </a:cubicBezTo>
                    <a:cubicBezTo>
                      <a:pt x="66" y="212"/>
                      <a:pt x="65" y="213"/>
                      <a:pt x="64" y="214"/>
                    </a:cubicBezTo>
                    <a:cubicBezTo>
                      <a:pt x="60" y="220"/>
                      <a:pt x="57" y="227"/>
                      <a:pt x="54" y="234"/>
                    </a:cubicBezTo>
                    <a:lnTo>
                      <a:pt x="54" y="235"/>
                    </a:lnTo>
                    <a:cubicBezTo>
                      <a:pt x="54" y="236"/>
                      <a:pt x="53" y="236"/>
                      <a:pt x="53" y="236"/>
                    </a:cubicBezTo>
                    <a:cubicBezTo>
                      <a:pt x="47" y="251"/>
                      <a:pt x="40" y="266"/>
                      <a:pt x="36" y="283"/>
                    </a:cubicBezTo>
                    <a:lnTo>
                      <a:pt x="36" y="282"/>
                    </a:lnTo>
                    <a:cubicBezTo>
                      <a:pt x="33" y="290"/>
                      <a:pt x="32" y="297"/>
                      <a:pt x="30" y="305"/>
                    </a:cubicBezTo>
                    <a:cubicBezTo>
                      <a:pt x="29" y="312"/>
                      <a:pt x="27" y="319"/>
                      <a:pt x="26" y="325"/>
                    </a:cubicBezTo>
                    <a:cubicBezTo>
                      <a:pt x="25" y="333"/>
                      <a:pt x="24" y="341"/>
                      <a:pt x="24" y="349"/>
                    </a:cubicBezTo>
                    <a:cubicBezTo>
                      <a:pt x="24" y="353"/>
                      <a:pt x="24" y="356"/>
                      <a:pt x="25" y="359"/>
                    </a:cubicBezTo>
                    <a:cubicBezTo>
                      <a:pt x="25" y="361"/>
                      <a:pt x="25" y="363"/>
                      <a:pt x="26" y="365"/>
                    </a:cubicBezTo>
                    <a:cubicBezTo>
                      <a:pt x="26" y="367"/>
                      <a:pt x="27" y="368"/>
                      <a:pt x="28" y="370"/>
                    </a:cubicBezTo>
                    <a:cubicBezTo>
                      <a:pt x="28" y="371"/>
                      <a:pt x="28" y="372"/>
                      <a:pt x="29" y="372"/>
                    </a:cubicBezTo>
                    <a:cubicBezTo>
                      <a:pt x="29" y="373"/>
                      <a:pt x="29" y="373"/>
                      <a:pt x="29" y="374"/>
                    </a:cubicBezTo>
                    <a:cubicBezTo>
                      <a:pt x="29" y="374"/>
                      <a:pt x="30" y="374"/>
                      <a:pt x="30" y="375"/>
                    </a:cubicBezTo>
                    <a:lnTo>
                      <a:pt x="31" y="375"/>
                    </a:lnTo>
                    <a:moveTo>
                      <a:pt x="23" y="396"/>
                    </a:moveTo>
                    <a:cubicBezTo>
                      <a:pt x="16" y="393"/>
                      <a:pt x="12" y="388"/>
                      <a:pt x="9" y="382"/>
                    </a:cubicBezTo>
                    <a:cubicBezTo>
                      <a:pt x="2" y="368"/>
                      <a:pt x="2" y="353"/>
                      <a:pt x="4" y="338"/>
                    </a:cubicBezTo>
                    <a:cubicBezTo>
                      <a:pt x="4" y="326"/>
                      <a:pt x="7" y="316"/>
                      <a:pt x="9" y="305"/>
                    </a:cubicBezTo>
                    <a:cubicBezTo>
                      <a:pt x="11" y="297"/>
                      <a:pt x="13" y="288"/>
                      <a:pt x="15" y="280"/>
                    </a:cubicBezTo>
                    <a:cubicBezTo>
                      <a:pt x="20" y="264"/>
                      <a:pt x="26" y="250"/>
                      <a:pt x="32" y="235"/>
                    </a:cubicBezTo>
                    <a:cubicBezTo>
                      <a:pt x="35" y="228"/>
                      <a:pt x="38" y="221"/>
                      <a:pt x="42" y="215"/>
                    </a:cubicBezTo>
                    <a:cubicBezTo>
                      <a:pt x="46" y="208"/>
                      <a:pt x="50" y="201"/>
                      <a:pt x="54" y="194"/>
                    </a:cubicBezTo>
                    <a:cubicBezTo>
                      <a:pt x="60" y="186"/>
                      <a:pt x="66" y="178"/>
                      <a:pt x="72" y="170"/>
                    </a:cubicBezTo>
                    <a:cubicBezTo>
                      <a:pt x="73" y="168"/>
                      <a:pt x="73" y="166"/>
                      <a:pt x="74" y="164"/>
                    </a:cubicBezTo>
                    <a:cubicBezTo>
                      <a:pt x="75" y="156"/>
                      <a:pt x="76" y="149"/>
                      <a:pt x="78" y="142"/>
                    </a:cubicBezTo>
                    <a:cubicBezTo>
                      <a:pt x="70" y="151"/>
                      <a:pt x="61" y="160"/>
                      <a:pt x="52" y="167"/>
                    </a:cubicBezTo>
                    <a:cubicBezTo>
                      <a:pt x="47" y="171"/>
                      <a:pt x="41" y="175"/>
                      <a:pt x="35" y="176"/>
                    </a:cubicBezTo>
                    <a:cubicBezTo>
                      <a:pt x="28" y="177"/>
                      <a:pt x="21" y="176"/>
                      <a:pt x="15" y="171"/>
                    </a:cubicBezTo>
                    <a:cubicBezTo>
                      <a:pt x="11" y="167"/>
                      <a:pt x="8" y="161"/>
                      <a:pt x="6" y="155"/>
                    </a:cubicBezTo>
                    <a:cubicBezTo>
                      <a:pt x="4" y="151"/>
                      <a:pt x="3" y="145"/>
                      <a:pt x="2" y="140"/>
                    </a:cubicBezTo>
                    <a:cubicBezTo>
                      <a:pt x="2" y="134"/>
                      <a:pt x="1" y="129"/>
                      <a:pt x="0" y="123"/>
                    </a:cubicBezTo>
                    <a:cubicBezTo>
                      <a:pt x="0" y="121"/>
                      <a:pt x="0" y="118"/>
                      <a:pt x="0" y="116"/>
                    </a:cubicBezTo>
                    <a:cubicBezTo>
                      <a:pt x="0" y="112"/>
                      <a:pt x="0" y="109"/>
                      <a:pt x="0" y="106"/>
                    </a:cubicBezTo>
                    <a:cubicBezTo>
                      <a:pt x="0" y="100"/>
                      <a:pt x="0" y="95"/>
                      <a:pt x="0" y="89"/>
                    </a:cubicBezTo>
                    <a:cubicBezTo>
                      <a:pt x="1" y="78"/>
                      <a:pt x="2" y="67"/>
                      <a:pt x="4" y="57"/>
                    </a:cubicBezTo>
                    <a:cubicBezTo>
                      <a:pt x="7" y="42"/>
                      <a:pt x="12" y="27"/>
                      <a:pt x="19" y="14"/>
                    </a:cubicBezTo>
                    <a:cubicBezTo>
                      <a:pt x="22" y="8"/>
                      <a:pt x="26" y="3"/>
                      <a:pt x="32" y="1"/>
                    </a:cubicBezTo>
                    <a:cubicBezTo>
                      <a:pt x="35" y="0"/>
                      <a:pt x="39" y="0"/>
                      <a:pt x="42" y="1"/>
                    </a:cubicBezTo>
                    <a:cubicBezTo>
                      <a:pt x="44" y="2"/>
                      <a:pt x="46" y="3"/>
                      <a:pt x="48" y="5"/>
                    </a:cubicBezTo>
                    <a:cubicBezTo>
                      <a:pt x="49" y="5"/>
                      <a:pt x="50" y="6"/>
                      <a:pt x="51" y="7"/>
                    </a:cubicBezTo>
                    <a:cubicBezTo>
                      <a:pt x="56" y="10"/>
                      <a:pt x="57" y="18"/>
                      <a:pt x="54" y="23"/>
                    </a:cubicBezTo>
                    <a:cubicBezTo>
                      <a:pt x="50" y="28"/>
                      <a:pt x="44" y="29"/>
                      <a:pt x="39" y="26"/>
                    </a:cubicBezTo>
                    <a:cubicBezTo>
                      <a:pt x="36" y="31"/>
                      <a:pt x="35" y="35"/>
                      <a:pt x="32" y="39"/>
                    </a:cubicBezTo>
                    <a:cubicBezTo>
                      <a:pt x="33" y="39"/>
                      <a:pt x="33" y="38"/>
                      <a:pt x="33" y="38"/>
                    </a:cubicBezTo>
                    <a:cubicBezTo>
                      <a:pt x="32" y="41"/>
                      <a:pt x="30" y="45"/>
                      <a:pt x="29" y="49"/>
                    </a:cubicBezTo>
                    <a:cubicBezTo>
                      <a:pt x="27" y="56"/>
                      <a:pt x="25" y="64"/>
                      <a:pt x="24" y="71"/>
                    </a:cubicBezTo>
                    <a:cubicBezTo>
                      <a:pt x="23" y="78"/>
                      <a:pt x="22" y="85"/>
                      <a:pt x="22" y="92"/>
                    </a:cubicBezTo>
                    <a:cubicBezTo>
                      <a:pt x="21" y="96"/>
                      <a:pt x="21" y="101"/>
                      <a:pt x="21" y="106"/>
                    </a:cubicBezTo>
                    <a:cubicBezTo>
                      <a:pt x="21" y="109"/>
                      <a:pt x="21" y="112"/>
                      <a:pt x="21" y="115"/>
                    </a:cubicBezTo>
                    <a:cubicBezTo>
                      <a:pt x="21" y="118"/>
                      <a:pt x="22" y="121"/>
                      <a:pt x="22" y="124"/>
                    </a:cubicBezTo>
                    <a:cubicBezTo>
                      <a:pt x="23" y="130"/>
                      <a:pt x="24" y="135"/>
                      <a:pt x="25" y="141"/>
                    </a:cubicBezTo>
                    <a:cubicBezTo>
                      <a:pt x="26" y="144"/>
                      <a:pt x="26" y="146"/>
                      <a:pt x="28" y="148"/>
                    </a:cubicBezTo>
                    <a:cubicBezTo>
                      <a:pt x="28" y="149"/>
                      <a:pt x="28" y="151"/>
                      <a:pt x="29" y="152"/>
                    </a:cubicBezTo>
                    <a:lnTo>
                      <a:pt x="30" y="153"/>
                    </a:lnTo>
                    <a:lnTo>
                      <a:pt x="31" y="153"/>
                    </a:lnTo>
                    <a:cubicBezTo>
                      <a:pt x="32" y="153"/>
                      <a:pt x="32" y="153"/>
                      <a:pt x="32" y="153"/>
                    </a:cubicBezTo>
                    <a:cubicBezTo>
                      <a:pt x="33" y="153"/>
                      <a:pt x="33" y="153"/>
                      <a:pt x="34" y="153"/>
                    </a:cubicBezTo>
                    <a:cubicBezTo>
                      <a:pt x="35" y="152"/>
                      <a:pt x="36" y="152"/>
                      <a:pt x="36" y="151"/>
                    </a:cubicBezTo>
                    <a:cubicBezTo>
                      <a:pt x="40" y="148"/>
                      <a:pt x="44" y="145"/>
                      <a:pt x="48" y="142"/>
                    </a:cubicBezTo>
                    <a:cubicBezTo>
                      <a:pt x="52" y="138"/>
                      <a:pt x="56" y="133"/>
                      <a:pt x="60" y="128"/>
                    </a:cubicBezTo>
                    <a:cubicBezTo>
                      <a:pt x="71" y="115"/>
                      <a:pt x="81" y="100"/>
                      <a:pt x="90" y="85"/>
                    </a:cubicBezTo>
                    <a:cubicBezTo>
                      <a:pt x="94" y="78"/>
                      <a:pt x="98" y="71"/>
                      <a:pt x="102" y="63"/>
                    </a:cubicBezTo>
                    <a:cubicBezTo>
                      <a:pt x="103" y="61"/>
                      <a:pt x="104" y="58"/>
                      <a:pt x="105" y="56"/>
                    </a:cubicBezTo>
                    <a:cubicBezTo>
                      <a:pt x="107" y="49"/>
                      <a:pt x="110" y="43"/>
                      <a:pt x="113" y="36"/>
                    </a:cubicBezTo>
                    <a:cubicBezTo>
                      <a:pt x="115" y="31"/>
                      <a:pt x="118" y="26"/>
                      <a:pt x="120" y="21"/>
                    </a:cubicBezTo>
                    <a:cubicBezTo>
                      <a:pt x="122" y="16"/>
                      <a:pt x="124" y="10"/>
                      <a:pt x="129" y="8"/>
                    </a:cubicBezTo>
                    <a:cubicBezTo>
                      <a:pt x="133" y="5"/>
                      <a:pt x="138" y="5"/>
                      <a:pt x="142" y="8"/>
                    </a:cubicBezTo>
                    <a:cubicBezTo>
                      <a:pt x="145" y="11"/>
                      <a:pt x="148" y="17"/>
                      <a:pt x="146" y="21"/>
                    </a:cubicBezTo>
                    <a:cubicBezTo>
                      <a:pt x="141" y="32"/>
                      <a:pt x="135" y="44"/>
                      <a:pt x="130" y="55"/>
                    </a:cubicBezTo>
                    <a:cubicBezTo>
                      <a:pt x="128" y="58"/>
                      <a:pt x="127" y="61"/>
                      <a:pt x="125" y="64"/>
                    </a:cubicBezTo>
                    <a:cubicBezTo>
                      <a:pt x="124" y="67"/>
                      <a:pt x="123" y="70"/>
                      <a:pt x="122" y="72"/>
                    </a:cubicBezTo>
                    <a:cubicBezTo>
                      <a:pt x="119" y="79"/>
                      <a:pt x="117" y="86"/>
                      <a:pt x="114" y="92"/>
                    </a:cubicBezTo>
                    <a:cubicBezTo>
                      <a:pt x="110" y="103"/>
                      <a:pt x="107" y="113"/>
                      <a:pt x="104" y="124"/>
                    </a:cubicBezTo>
                    <a:cubicBezTo>
                      <a:pt x="104" y="123"/>
                      <a:pt x="104" y="123"/>
                      <a:pt x="104" y="122"/>
                    </a:cubicBezTo>
                    <a:cubicBezTo>
                      <a:pt x="103" y="127"/>
                      <a:pt x="101" y="133"/>
                      <a:pt x="100" y="138"/>
                    </a:cubicBezTo>
                    <a:cubicBezTo>
                      <a:pt x="104" y="133"/>
                      <a:pt x="109" y="128"/>
                      <a:pt x="113" y="124"/>
                    </a:cubicBezTo>
                    <a:cubicBezTo>
                      <a:pt x="132" y="102"/>
                      <a:pt x="152" y="80"/>
                      <a:pt x="171" y="58"/>
                    </a:cubicBezTo>
                    <a:cubicBezTo>
                      <a:pt x="175" y="54"/>
                      <a:pt x="181" y="54"/>
                      <a:pt x="184" y="58"/>
                    </a:cubicBezTo>
                    <a:cubicBezTo>
                      <a:pt x="188" y="61"/>
                      <a:pt x="188" y="67"/>
                      <a:pt x="185" y="71"/>
                    </a:cubicBezTo>
                    <a:cubicBezTo>
                      <a:pt x="168" y="90"/>
                      <a:pt x="150" y="109"/>
                      <a:pt x="134" y="128"/>
                    </a:cubicBezTo>
                    <a:cubicBezTo>
                      <a:pt x="126" y="137"/>
                      <a:pt x="119" y="145"/>
                      <a:pt x="111" y="154"/>
                    </a:cubicBezTo>
                    <a:cubicBezTo>
                      <a:pt x="105" y="161"/>
                      <a:pt x="99" y="169"/>
                      <a:pt x="92" y="176"/>
                    </a:cubicBezTo>
                    <a:cubicBezTo>
                      <a:pt x="91" y="185"/>
                      <a:pt x="90" y="194"/>
                      <a:pt x="88" y="202"/>
                    </a:cubicBezTo>
                    <a:cubicBezTo>
                      <a:pt x="85" y="226"/>
                      <a:pt x="82" y="250"/>
                      <a:pt x="79" y="273"/>
                    </a:cubicBezTo>
                    <a:cubicBezTo>
                      <a:pt x="77" y="284"/>
                      <a:pt x="75" y="295"/>
                      <a:pt x="73" y="306"/>
                    </a:cubicBezTo>
                    <a:cubicBezTo>
                      <a:pt x="72" y="312"/>
                      <a:pt x="71" y="318"/>
                      <a:pt x="69" y="324"/>
                    </a:cubicBezTo>
                    <a:cubicBezTo>
                      <a:pt x="68" y="328"/>
                      <a:pt x="67" y="333"/>
                      <a:pt x="66" y="338"/>
                    </a:cubicBezTo>
                    <a:cubicBezTo>
                      <a:pt x="64" y="346"/>
                      <a:pt x="62" y="354"/>
                      <a:pt x="59" y="363"/>
                    </a:cubicBezTo>
                    <a:cubicBezTo>
                      <a:pt x="57" y="370"/>
                      <a:pt x="55" y="376"/>
                      <a:pt x="51" y="382"/>
                    </a:cubicBezTo>
                    <a:cubicBezTo>
                      <a:pt x="49" y="388"/>
                      <a:pt x="44" y="393"/>
                      <a:pt x="39" y="396"/>
                    </a:cubicBezTo>
                    <a:cubicBezTo>
                      <a:pt x="36" y="397"/>
                      <a:pt x="33" y="398"/>
                      <a:pt x="30" y="398"/>
                    </a:cubicBezTo>
                    <a:cubicBezTo>
                      <a:pt x="28" y="398"/>
                      <a:pt x="25" y="397"/>
                      <a:pt x="23" y="3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" name="Google Shape;92;p2"/>
              <p:cNvSpPr/>
              <p:nvPr/>
            </p:nvSpPr>
            <p:spPr>
              <a:xfrm>
                <a:off x="1646640" y="1761840"/>
                <a:ext cx="60840" cy="16776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466" extrusionOk="0">
                    <a:moveTo>
                      <a:pt x="1" y="458"/>
                    </a:moveTo>
                    <a:cubicBezTo>
                      <a:pt x="0" y="456"/>
                      <a:pt x="0" y="454"/>
                      <a:pt x="0" y="451"/>
                    </a:cubicBezTo>
                    <a:cubicBezTo>
                      <a:pt x="0" y="447"/>
                      <a:pt x="1" y="444"/>
                      <a:pt x="4" y="441"/>
                    </a:cubicBezTo>
                    <a:cubicBezTo>
                      <a:pt x="6" y="436"/>
                      <a:pt x="8" y="431"/>
                      <a:pt x="9" y="426"/>
                    </a:cubicBezTo>
                    <a:lnTo>
                      <a:pt x="9" y="427"/>
                    </a:lnTo>
                    <a:cubicBezTo>
                      <a:pt x="12" y="416"/>
                      <a:pt x="15" y="406"/>
                      <a:pt x="17" y="395"/>
                    </a:cubicBezTo>
                    <a:cubicBezTo>
                      <a:pt x="19" y="391"/>
                      <a:pt x="20" y="385"/>
                      <a:pt x="21" y="380"/>
                    </a:cubicBezTo>
                    <a:cubicBezTo>
                      <a:pt x="22" y="376"/>
                      <a:pt x="22" y="372"/>
                      <a:pt x="24" y="369"/>
                    </a:cubicBezTo>
                    <a:cubicBezTo>
                      <a:pt x="25" y="358"/>
                      <a:pt x="27" y="348"/>
                      <a:pt x="29" y="338"/>
                    </a:cubicBezTo>
                    <a:cubicBezTo>
                      <a:pt x="31" y="326"/>
                      <a:pt x="33" y="314"/>
                      <a:pt x="35" y="303"/>
                    </a:cubicBezTo>
                    <a:cubicBezTo>
                      <a:pt x="35" y="303"/>
                      <a:pt x="34" y="303"/>
                      <a:pt x="34" y="304"/>
                    </a:cubicBezTo>
                    <a:cubicBezTo>
                      <a:pt x="38" y="280"/>
                      <a:pt x="40" y="256"/>
                      <a:pt x="43" y="232"/>
                    </a:cubicBezTo>
                    <a:cubicBezTo>
                      <a:pt x="46" y="213"/>
                      <a:pt x="47" y="193"/>
                      <a:pt x="50" y="174"/>
                    </a:cubicBezTo>
                    <a:cubicBezTo>
                      <a:pt x="53" y="157"/>
                      <a:pt x="56" y="141"/>
                      <a:pt x="61" y="124"/>
                    </a:cubicBezTo>
                    <a:cubicBezTo>
                      <a:pt x="65" y="108"/>
                      <a:pt x="71" y="92"/>
                      <a:pt x="78" y="77"/>
                    </a:cubicBezTo>
                    <a:cubicBezTo>
                      <a:pt x="81" y="69"/>
                      <a:pt x="85" y="60"/>
                      <a:pt x="90" y="52"/>
                    </a:cubicBezTo>
                    <a:cubicBezTo>
                      <a:pt x="94" y="45"/>
                      <a:pt x="99" y="38"/>
                      <a:pt x="104" y="32"/>
                    </a:cubicBezTo>
                    <a:cubicBezTo>
                      <a:pt x="107" y="29"/>
                      <a:pt x="110" y="27"/>
                      <a:pt x="113" y="24"/>
                    </a:cubicBezTo>
                    <a:cubicBezTo>
                      <a:pt x="116" y="22"/>
                      <a:pt x="120" y="20"/>
                      <a:pt x="123" y="20"/>
                    </a:cubicBezTo>
                    <a:cubicBezTo>
                      <a:pt x="124" y="20"/>
                      <a:pt x="126" y="19"/>
                      <a:pt x="127" y="20"/>
                    </a:cubicBezTo>
                    <a:cubicBezTo>
                      <a:pt x="130" y="20"/>
                      <a:pt x="131" y="20"/>
                      <a:pt x="134" y="21"/>
                    </a:cubicBezTo>
                    <a:cubicBezTo>
                      <a:pt x="135" y="21"/>
                      <a:pt x="138" y="22"/>
                      <a:pt x="139" y="24"/>
                    </a:cubicBezTo>
                    <a:cubicBezTo>
                      <a:pt x="141" y="19"/>
                      <a:pt x="142" y="14"/>
                      <a:pt x="144" y="10"/>
                    </a:cubicBezTo>
                    <a:cubicBezTo>
                      <a:pt x="146" y="3"/>
                      <a:pt x="153" y="0"/>
                      <a:pt x="159" y="2"/>
                    </a:cubicBezTo>
                    <a:cubicBezTo>
                      <a:pt x="165" y="4"/>
                      <a:pt x="168" y="11"/>
                      <a:pt x="166" y="17"/>
                    </a:cubicBezTo>
                    <a:cubicBezTo>
                      <a:pt x="164" y="22"/>
                      <a:pt x="162" y="27"/>
                      <a:pt x="160" y="32"/>
                    </a:cubicBezTo>
                    <a:cubicBezTo>
                      <a:pt x="159" y="38"/>
                      <a:pt x="157" y="43"/>
                      <a:pt x="155" y="49"/>
                    </a:cubicBezTo>
                    <a:lnTo>
                      <a:pt x="155" y="48"/>
                    </a:lnTo>
                    <a:cubicBezTo>
                      <a:pt x="153" y="54"/>
                      <a:pt x="152" y="60"/>
                      <a:pt x="151" y="66"/>
                    </a:cubicBezTo>
                    <a:cubicBezTo>
                      <a:pt x="151" y="70"/>
                      <a:pt x="150" y="73"/>
                      <a:pt x="150" y="76"/>
                    </a:cubicBezTo>
                    <a:cubicBezTo>
                      <a:pt x="149" y="85"/>
                      <a:pt x="148" y="94"/>
                      <a:pt x="145" y="102"/>
                    </a:cubicBezTo>
                    <a:cubicBezTo>
                      <a:pt x="144" y="106"/>
                      <a:pt x="143" y="110"/>
                      <a:pt x="142" y="115"/>
                    </a:cubicBezTo>
                    <a:cubicBezTo>
                      <a:pt x="141" y="119"/>
                      <a:pt x="139" y="123"/>
                      <a:pt x="137" y="127"/>
                    </a:cubicBezTo>
                    <a:cubicBezTo>
                      <a:pt x="134" y="133"/>
                      <a:pt x="126" y="135"/>
                      <a:pt x="120" y="131"/>
                    </a:cubicBezTo>
                    <a:cubicBezTo>
                      <a:pt x="117" y="129"/>
                      <a:pt x="116" y="127"/>
                      <a:pt x="115" y="123"/>
                    </a:cubicBezTo>
                    <a:cubicBezTo>
                      <a:pt x="114" y="120"/>
                      <a:pt x="115" y="117"/>
                      <a:pt x="116" y="115"/>
                    </a:cubicBezTo>
                    <a:cubicBezTo>
                      <a:pt x="119" y="103"/>
                      <a:pt x="121" y="91"/>
                      <a:pt x="124" y="79"/>
                    </a:cubicBezTo>
                    <a:cubicBezTo>
                      <a:pt x="126" y="74"/>
                      <a:pt x="127" y="70"/>
                      <a:pt x="128" y="64"/>
                    </a:cubicBezTo>
                    <a:cubicBezTo>
                      <a:pt x="128" y="61"/>
                      <a:pt x="128" y="57"/>
                      <a:pt x="127" y="53"/>
                    </a:cubicBezTo>
                    <a:cubicBezTo>
                      <a:pt x="127" y="50"/>
                      <a:pt x="127" y="48"/>
                      <a:pt x="126" y="45"/>
                    </a:cubicBezTo>
                    <a:cubicBezTo>
                      <a:pt x="126" y="44"/>
                      <a:pt x="126" y="44"/>
                      <a:pt x="126" y="43"/>
                    </a:cubicBezTo>
                    <a:lnTo>
                      <a:pt x="125" y="44"/>
                    </a:lnTo>
                    <a:cubicBezTo>
                      <a:pt x="124" y="45"/>
                      <a:pt x="123" y="46"/>
                      <a:pt x="121" y="46"/>
                    </a:cubicBezTo>
                    <a:cubicBezTo>
                      <a:pt x="120" y="48"/>
                      <a:pt x="120" y="49"/>
                      <a:pt x="119" y="50"/>
                    </a:cubicBezTo>
                    <a:cubicBezTo>
                      <a:pt x="116" y="54"/>
                      <a:pt x="113" y="58"/>
                      <a:pt x="110" y="63"/>
                    </a:cubicBezTo>
                    <a:cubicBezTo>
                      <a:pt x="105" y="71"/>
                      <a:pt x="100" y="81"/>
                      <a:pt x="96" y="90"/>
                    </a:cubicBezTo>
                    <a:cubicBezTo>
                      <a:pt x="91" y="102"/>
                      <a:pt x="86" y="115"/>
                      <a:pt x="82" y="127"/>
                    </a:cubicBezTo>
                    <a:cubicBezTo>
                      <a:pt x="77" y="146"/>
                      <a:pt x="73" y="166"/>
                      <a:pt x="70" y="185"/>
                    </a:cubicBezTo>
                    <a:cubicBezTo>
                      <a:pt x="66" y="214"/>
                      <a:pt x="63" y="242"/>
                      <a:pt x="59" y="270"/>
                    </a:cubicBezTo>
                    <a:cubicBezTo>
                      <a:pt x="57" y="282"/>
                      <a:pt x="56" y="295"/>
                      <a:pt x="53" y="307"/>
                    </a:cubicBezTo>
                    <a:cubicBezTo>
                      <a:pt x="52" y="320"/>
                      <a:pt x="49" y="332"/>
                      <a:pt x="47" y="345"/>
                    </a:cubicBezTo>
                    <a:cubicBezTo>
                      <a:pt x="45" y="363"/>
                      <a:pt x="40" y="381"/>
                      <a:pt x="36" y="399"/>
                    </a:cubicBezTo>
                    <a:cubicBezTo>
                      <a:pt x="35" y="409"/>
                      <a:pt x="32" y="418"/>
                      <a:pt x="30" y="427"/>
                    </a:cubicBezTo>
                    <a:cubicBezTo>
                      <a:pt x="29" y="432"/>
                      <a:pt x="28" y="437"/>
                      <a:pt x="27" y="441"/>
                    </a:cubicBezTo>
                    <a:cubicBezTo>
                      <a:pt x="25" y="447"/>
                      <a:pt x="24" y="454"/>
                      <a:pt x="21" y="460"/>
                    </a:cubicBezTo>
                    <a:cubicBezTo>
                      <a:pt x="18" y="463"/>
                      <a:pt x="15" y="465"/>
                      <a:pt x="11" y="465"/>
                    </a:cubicBezTo>
                    <a:cubicBezTo>
                      <a:pt x="7" y="465"/>
                      <a:pt x="3" y="462"/>
                      <a:pt x="1" y="45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" name="Google Shape;93;p2"/>
              <p:cNvSpPr/>
              <p:nvPr/>
            </p:nvSpPr>
            <p:spPr>
              <a:xfrm>
                <a:off x="1629000" y="1838160"/>
                <a:ext cx="78120" cy="36720"/>
              </a:xfrm>
              <a:custGeom>
                <a:avLst/>
                <a:gdLst/>
                <a:ahLst/>
                <a:cxnLst/>
                <a:rect l="l" t="t" r="r" b="b"/>
                <a:pathLst>
                  <a:path w="217" h="102" extrusionOk="0">
                    <a:moveTo>
                      <a:pt x="18" y="99"/>
                    </a:moveTo>
                    <a:cubicBezTo>
                      <a:pt x="15" y="97"/>
                      <a:pt x="13" y="95"/>
                      <a:pt x="10" y="93"/>
                    </a:cubicBezTo>
                    <a:cubicBezTo>
                      <a:pt x="8" y="91"/>
                      <a:pt x="6" y="89"/>
                      <a:pt x="4" y="86"/>
                    </a:cubicBezTo>
                    <a:cubicBezTo>
                      <a:pt x="0" y="81"/>
                      <a:pt x="0" y="74"/>
                      <a:pt x="2" y="68"/>
                    </a:cubicBezTo>
                    <a:cubicBezTo>
                      <a:pt x="4" y="62"/>
                      <a:pt x="9" y="58"/>
                      <a:pt x="14" y="55"/>
                    </a:cubicBezTo>
                    <a:cubicBezTo>
                      <a:pt x="20" y="50"/>
                      <a:pt x="27" y="47"/>
                      <a:pt x="34" y="44"/>
                    </a:cubicBezTo>
                    <a:cubicBezTo>
                      <a:pt x="48" y="39"/>
                      <a:pt x="60" y="35"/>
                      <a:pt x="74" y="31"/>
                    </a:cubicBezTo>
                    <a:cubicBezTo>
                      <a:pt x="81" y="30"/>
                      <a:pt x="88" y="27"/>
                      <a:pt x="96" y="25"/>
                    </a:cubicBezTo>
                    <a:cubicBezTo>
                      <a:pt x="119" y="20"/>
                      <a:pt x="141" y="14"/>
                      <a:pt x="165" y="10"/>
                    </a:cubicBezTo>
                    <a:cubicBezTo>
                      <a:pt x="177" y="7"/>
                      <a:pt x="190" y="4"/>
                      <a:pt x="204" y="1"/>
                    </a:cubicBezTo>
                    <a:cubicBezTo>
                      <a:pt x="209" y="0"/>
                      <a:pt x="214" y="3"/>
                      <a:pt x="215" y="9"/>
                    </a:cubicBezTo>
                    <a:cubicBezTo>
                      <a:pt x="216" y="14"/>
                      <a:pt x="212" y="19"/>
                      <a:pt x="207" y="20"/>
                    </a:cubicBezTo>
                    <a:cubicBezTo>
                      <a:pt x="184" y="25"/>
                      <a:pt x="162" y="31"/>
                      <a:pt x="139" y="37"/>
                    </a:cubicBezTo>
                    <a:cubicBezTo>
                      <a:pt x="140" y="37"/>
                      <a:pt x="140" y="37"/>
                      <a:pt x="140" y="37"/>
                    </a:cubicBezTo>
                    <a:cubicBezTo>
                      <a:pt x="130" y="39"/>
                      <a:pt x="120" y="42"/>
                      <a:pt x="109" y="44"/>
                    </a:cubicBezTo>
                    <a:cubicBezTo>
                      <a:pt x="102" y="46"/>
                      <a:pt x="95" y="48"/>
                      <a:pt x="87" y="51"/>
                    </a:cubicBezTo>
                    <a:cubicBezTo>
                      <a:pt x="75" y="54"/>
                      <a:pt x="62" y="58"/>
                      <a:pt x="50" y="62"/>
                    </a:cubicBezTo>
                    <a:lnTo>
                      <a:pt x="51" y="62"/>
                    </a:lnTo>
                    <a:cubicBezTo>
                      <a:pt x="45" y="64"/>
                      <a:pt x="39" y="66"/>
                      <a:pt x="34" y="69"/>
                    </a:cubicBezTo>
                    <a:lnTo>
                      <a:pt x="35" y="69"/>
                    </a:lnTo>
                    <a:cubicBezTo>
                      <a:pt x="32" y="70"/>
                      <a:pt x="30" y="72"/>
                      <a:pt x="28" y="73"/>
                    </a:cubicBezTo>
                    <a:cubicBezTo>
                      <a:pt x="27" y="73"/>
                      <a:pt x="27" y="74"/>
                      <a:pt x="25" y="75"/>
                    </a:cubicBezTo>
                    <a:cubicBezTo>
                      <a:pt x="28" y="77"/>
                      <a:pt x="30" y="78"/>
                      <a:pt x="32" y="80"/>
                    </a:cubicBezTo>
                    <a:cubicBezTo>
                      <a:pt x="37" y="84"/>
                      <a:pt x="39" y="91"/>
                      <a:pt x="35" y="96"/>
                    </a:cubicBezTo>
                    <a:cubicBezTo>
                      <a:pt x="32" y="99"/>
                      <a:pt x="29" y="101"/>
                      <a:pt x="25" y="101"/>
                    </a:cubicBezTo>
                    <a:cubicBezTo>
                      <a:pt x="22" y="101"/>
                      <a:pt x="20" y="101"/>
                      <a:pt x="18" y="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" name="Google Shape;94;p2"/>
              <p:cNvSpPr/>
              <p:nvPr/>
            </p:nvSpPr>
            <p:spPr>
              <a:xfrm>
                <a:off x="1712520" y="1796400"/>
                <a:ext cx="65880" cy="100080"/>
              </a:xfrm>
              <a:custGeom>
                <a:avLst/>
                <a:gdLst/>
                <a:ahLst/>
                <a:cxnLst/>
                <a:rect l="l" t="t" r="r" b="b"/>
                <a:pathLst>
                  <a:path w="183" h="278" extrusionOk="0">
                    <a:moveTo>
                      <a:pt x="25" y="255"/>
                    </a:moveTo>
                    <a:cubicBezTo>
                      <a:pt x="26" y="255"/>
                      <a:pt x="26" y="254"/>
                      <a:pt x="26" y="254"/>
                    </a:cubicBezTo>
                    <a:cubicBezTo>
                      <a:pt x="27" y="254"/>
                      <a:pt x="28" y="254"/>
                      <a:pt x="29" y="253"/>
                    </a:cubicBezTo>
                    <a:cubicBezTo>
                      <a:pt x="32" y="251"/>
                      <a:pt x="35" y="249"/>
                      <a:pt x="37" y="248"/>
                    </a:cubicBezTo>
                    <a:cubicBezTo>
                      <a:pt x="42" y="244"/>
                      <a:pt x="47" y="240"/>
                      <a:pt x="51" y="237"/>
                    </a:cubicBezTo>
                    <a:cubicBezTo>
                      <a:pt x="53" y="235"/>
                      <a:pt x="56" y="233"/>
                      <a:pt x="57" y="231"/>
                    </a:cubicBezTo>
                    <a:cubicBezTo>
                      <a:pt x="59" y="230"/>
                      <a:pt x="61" y="228"/>
                      <a:pt x="63" y="226"/>
                    </a:cubicBezTo>
                    <a:cubicBezTo>
                      <a:pt x="67" y="222"/>
                      <a:pt x="70" y="218"/>
                      <a:pt x="74" y="214"/>
                    </a:cubicBezTo>
                    <a:cubicBezTo>
                      <a:pt x="76" y="212"/>
                      <a:pt x="78" y="210"/>
                      <a:pt x="79" y="208"/>
                    </a:cubicBezTo>
                    <a:cubicBezTo>
                      <a:pt x="81" y="206"/>
                      <a:pt x="83" y="204"/>
                      <a:pt x="85" y="202"/>
                    </a:cubicBezTo>
                    <a:cubicBezTo>
                      <a:pt x="88" y="198"/>
                      <a:pt x="91" y="193"/>
                      <a:pt x="94" y="189"/>
                    </a:cubicBezTo>
                    <a:cubicBezTo>
                      <a:pt x="96" y="185"/>
                      <a:pt x="99" y="182"/>
                      <a:pt x="101" y="178"/>
                    </a:cubicBezTo>
                    <a:cubicBezTo>
                      <a:pt x="99" y="178"/>
                      <a:pt x="96" y="178"/>
                      <a:pt x="94" y="178"/>
                    </a:cubicBezTo>
                    <a:cubicBezTo>
                      <a:pt x="91" y="178"/>
                      <a:pt x="88" y="178"/>
                      <a:pt x="85" y="178"/>
                    </a:cubicBezTo>
                    <a:lnTo>
                      <a:pt x="86" y="178"/>
                    </a:lnTo>
                    <a:cubicBezTo>
                      <a:pt x="84" y="178"/>
                      <a:pt x="81" y="179"/>
                      <a:pt x="78" y="180"/>
                    </a:cubicBezTo>
                    <a:cubicBezTo>
                      <a:pt x="75" y="180"/>
                      <a:pt x="72" y="181"/>
                      <a:pt x="70" y="182"/>
                    </a:cubicBezTo>
                    <a:cubicBezTo>
                      <a:pt x="67" y="183"/>
                      <a:pt x="65" y="184"/>
                      <a:pt x="63" y="185"/>
                    </a:cubicBezTo>
                    <a:cubicBezTo>
                      <a:pt x="60" y="187"/>
                      <a:pt x="58" y="188"/>
                      <a:pt x="56" y="189"/>
                    </a:cubicBezTo>
                    <a:cubicBezTo>
                      <a:pt x="53" y="192"/>
                      <a:pt x="51" y="193"/>
                      <a:pt x="48" y="196"/>
                    </a:cubicBezTo>
                    <a:cubicBezTo>
                      <a:pt x="49" y="196"/>
                      <a:pt x="49" y="196"/>
                      <a:pt x="49" y="196"/>
                    </a:cubicBezTo>
                    <a:cubicBezTo>
                      <a:pt x="46" y="199"/>
                      <a:pt x="43" y="202"/>
                      <a:pt x="40" y="205"/>
                    </a:cubicBezTo>
                    <a:cubicBezTo>
                      <a:pt x="37" y="208"/>
                      <a:pt x="35" y="211"/>
                      <a:pt x="33" y="214"/>
                    </a:cubicBezTo>
                    <a:cubicBezTo>
                      <a:pt x="31" y="218"/>
                      <a:pt x="29" y="221"/>
                      <a:pt x="28" y="224"/>
                    </a:cubicBezTo>
                    <a:cubicBezTo>
                      <a:pt x="26" y="227"/>
                      <a:pt x="25" y="230"/>
                      <a:pt x="25" y="233"/>
                    </a:cubicBezTo>
                    <a:cubicBezTo>
                      <a:pt x="24" y="236"/>
                      <a:pt x="23" y="238"/>
                      <a:pt x="23" y="241"/>
                    </a:cubicBezTo>
                    <a:cubicBezTo>
                      <a:pt x="23" y="242"/>
                      <a:pt x="23" y="244"/>
                      <a:pt x="22" y="245"/>
                    </a:cubicBezTo>
                    <a:cubicBezTo>
                      <a:pt x="22" y="247"/>
                      <a:pt x="23" y="248"/>
                      <a:pt x="23" y="250"/>
                    </a:cubicBezTo>
                    <a:cubicBezTo>
                      <a:pt x="23" y="251"/>
                      <a:pt x="23" y="251"/>
                      <a:pt x="23" y="252"/>
                    </a:cubicBezTo>
                    <a:lnTo>
                      <a:pt x="23" y="253"/>
                    </a:lnTo>
                    <a:lnTo>
                      <a:pt x="23" y="254"/>
                    </a:lnTo>
                    <a:cubicBezTo>
                      <a:pt x="23" y="253"/>
                      <a:pt x="23" y="253"/>
                      <a:pt x="23" y="253"/>
                    </a:cubicBezTo>
                    <a:cubicBezTo>
                      <a:pt x="23" y="253"/>
                      <a:pt x="23" y="254"/>
                      <a:pt x="24" y="254"/>
                    </a:cubicBezTo>
                    <a:lnTo>
                      <a:pt x="24" y="255"/>
                    </a:lnTo>
                    <a:lnTo>
                      <a:pt x="25" y="255"/>
                    </a:lnTo>
                    <a:moveTo>
                      <a:pt x="18" y="277"/>
                    </a:moveTo>
                    <a:cubicBezTo>
                      <a:pt x="11" y="275"/>
                      <a:pt x="6" y="270"/>
                      <a:pt x="3" y="264"/>
                    </a:cubicBezTo>
                    <a:cubicBezTo>
                      <a:pt x="0" y="258"/>
                      <a:pt x="0" y="251"/>
                      <a:pt x="0" y="244"/>
                    </a:cubicBezTo>
                    <a:cubicBezTo>
                      <a:pt x="0" y="236"/>
                      <a:pt x="2" y="228"/>
                      <a:pt x="5" y="221"/>
                    </a:cubicBezTo>
                    <a:cubicBezTo>
                      <a:pt x="10" y="206"/>
                      <a:pt x="20" y="193"/>
                      <a:pt x="31" y="182"/>
                    </a:cubicBezTo>
                    <a:cubicBezTo>
                      <a:pt x="42" y="171"/>
                      <a:pt x="56" y="163"/>
                      <a:pt x="71" y="159"/>
                    </a:cubicBezTo>
                    <a:cubicBezTo>
                      <a:pt x="85" y="155"/>
                      <a:pt x="99" y="155"/>
                      <a:pt x="113" y="159"/>
                    </a:cubicBezTo>
                    <a:cubicBezTo>
                      <a:pt x="113" y="157"/>
                      <a:pt x="114" y="156"/>
                      <a:pt x="114" y="155"/>
                    </a:cubicBezTo>
                    <a:cubicBezTo>
                      <a:pt x="117" y="149"/>
                      <a:pt x="120" y="142"/>
                      <a:pt x="124" y="136"/>
                    </a:cubicBezTo>
                    <a:cubicBezTo>
                      <a:pt x="127" y="128"/>
                      <a:pt x="130" y="119"/>
                      <a:pt x="133" y="112"/>
                    </a:cubicBezTo>
                    <a:cubicBezTo>
                      <a:pt x="135" y="108"/>
                      <a:pt x="136" y="104"/>
                      <a:pt x="137" y="100"/>
                    </a:cubicBezTo>
                    <a:cubicBezTo>
                      <a:pt x="138" y="96"/>
                      <a:pt x="140" y="93"/>
                      <a:pt x="141" y="89"/>
                    </a:cubicBezTo>
                    <a:cubicBezTo>
                      <a:pt x="144" y="77"/>
                      <a:pt x="148" y="65"/>
                      <a:pt x="150" y="52"/>
                    </a:cubicBezTo>
                    <a:cubicBezTo>
                      <a:pt x="151" y="46"/>
                      <a:pt x="151" y="40"/>
                      <a:pt x="151" y="33"/>
                    </a:cubicBezTo>
                    <a:lnTo>
                      <a:pt x="151" y="32"/>
                    </a:lnTo>
                    <a:cubicBezTo>
                      <a:pt x="151" y="32"/>
                      <a:pt x="150" y="33"/>
                      <a:pt x="149" y="34"/>
                    </a:cubicBezTo>
                    <a:cubicBezTo>
                      <a:pt x="146" y="40"/>
                      <a:pt x="143" y="45"/>
                      <a:pt x="140" y="52"/>
                    </a:cubicBezTo>
                    <a:cubicBezTo>
                      <a:pt x="139" y="54"/>
                      <a:pt x="138" y="57"/>
                      <a:pt x="138" y="59"/>
                    </a:cubicBezTo>
                    <a:lnTo>
                      <a:pt x="139" y="59"/>
                    </a:lnTo>
                    <a:cubicBezTo>
                      <a:pt x="142" y="62"/>
                      <a:pt x="144" y="64"/>
                      <a:pt x="144" y="67"/>
                    </a:cubicBezTo>
                    <a:cubicBezTo>
                      <a:pt x="145" y="71"/>
                      <a:pt x="144" y="75"/>
                      <a:pt x="141" y="77"/>
                    </a:cubicBezTo>
                    <a:cubicBezTo>
                      <a:pt x="138" y="80"/>
                      <a:pt x="136" y="83"/>
                      <a:pt x="132" y="85"/>
                    </a:cubicBezTo>
                    <a:cubicBezTo>
                      <a:pt x="130" y="86"/>
                      <a:pt x="127" y="87"/>
                      <a:pt x="125" y="87"/>
                    </a:cubicBezTo>
                    <a:cubicBezTo>
                      <a:pt x="121" y="86"/>
                      <a:pt x="118" y="85"/>
                      <a:pt x="116" y="82"/>
                    </a:cubicBezTo>
                    <a:cubicBezTo>
                      <a:pt x="114" y="79"/>
                      <a:pt x="113" y="76"/>
                      <a:pt x="113" y="73"/>
                    </a:cubicBezTo>
                    <a:cubicBezTo>
                      <a:pt x="112" y="71"/>
                      <a:pt x="113" y="67"/>
                      <a:pt x="113" y="64"/>
                    </a:cubicBezTo>
                    <a:cubicBezTo>
                      <a:pt x="114" y="57"/>
                      <a:pt x="117" y="49"/>
                      <a:pt x="120" y="42"/>
                    </a:cubicBezTo>
                    <a:cubicBezTo>
                      <a:pt x="123" y="36"/>
                      <a:pt x="126" y="29"/>
                      <a:pt x="130" y="23"/>
                    </a:cubicBezTo>
                    <a:cubicBezTo>
                      <a:pt x="134" y="15"/>
                      <a:pt x="139" y="6"/>
                      <a:pt x="148" y="2"/>
                    </a:cubicBezTo>
                    <a:cubicBezTo>
                      <a:pt x="151" y="1"/>
                      <a:pt x="154" y="0"/>
                      <a:pt x="157" y="1"/>
                    </a:cubicBezTo>
                    <a:cubicBezTo>
                      <a:pt x="159" y="1"/>
                      <a:pt x="160" y="1"/>
                      <a:pt x="161" y="1"/>
                    </a:cubicBezTo>
                    <a:cubicBezTo>
                      <a:pt x="163" y="2"/>
                      <a:pt x="164" y="2"/>
                      <a:pt x="165" y="4"/>
                    </a:cubicBezTo>
                    <a:cubicBezTo>
                      <a:pt x="167" y="5"/>
                      <a:pt x="170" y="8"/>
                      <a:pt x="171" y="11"/>
                    </a:cubicBezTo>
                    <a:cubicBezTo>
                      <a:pt x="173" y="14"/>
                      <a:pt x="174" y="18"/>
                      <a:pt x="174" y="21"/>
                    </a:cubicBezTo>
                    <a:cubicBezTo>
                      <a:pt x="175" y="38"/>
                      <a:pt x="173" y="55"/>
                      <a:pt x="169" y="72"/>
                    </a:cubicBezTo>
                    <a:cubicBezTo>
                      <a:pt x="165" y="85"/>
                      <a:pt x="160" y="97"/>
                      <a:pt x="156" y="111"/>
                    </a:cubicBezTo>
                    <a:cubicBezTo>
                      <a:pt x="155" y="115"/>
                      <a:pt x="153" y="120"/>
                      <a:pt x="151" y="125"/>
                    </a:cubicBezTo>
                    <a:cubicBezTo>
                      <a:pt x="148" y="131"/>
                      <a:pt x="146" y="137"/>
                      <a:pt x="143" y="143"/>
                    </a:cubicBezTo>
                    <a:cubicBezTo>
                      <a:pt x="142" y="146"/>
                      <a:pt x="141" y="148"/>
                      <a:pt x="140" y="151"/>
                    </a:cubicBezTo>
                    <a:cubicBezTo>
                      <a:pt x="138" y="154"/>
                      <a:pt x="136" y="159"/>
                      <a:pt x="134" y="163"/>
                    </a:cubicBezTo>
                    <a:cubicBezTo>
                      <a:pt x="134" y="164"/>
                      <a:pt x="133" y="165"/>
                      <a:pt x="132" y="166"/>
                    </a:cubicBezTo>
                    <a:cubicBezTo>
                      <a:pt x="138" y="170"/>
                      <a:pt x="144" y="173"/>
                      <a:pt x="149" y="177"/>
                    </a:cubicBezTo>
                    <a:cubicBezTo>
                      <a:pt x="152" y="180"/>
                      <a:pt x="156" y="183"/>
                      <a:pt x="160" y="187"/>
                    </a:cubicBezTo>
                    <a:cubicBezTo>
                      <a:pt x="161" y="188"/>
                      <a:pt x="162" y="188"/>
                      <a:pt x="164" y="189"/>
                    </a:cubicBezTo>
                    <a:cubicBezTo>
                      <a:pt x="166" y="190"/>
                      <a:pt x="167" y="191"/>
                      <a:pt x="170" y="192"/>
                    </a:cubicBezTo>
                    <a:cubicBezTo>
                      <a:pt x="169" y="192"/>
                      <a:pt x="169" y="192"/>
                      <a:pt x="168" y="192"/>
                    </a:cubicBezTo>
                    <a:cubicBezTo>
                      <a:pt x="170" y="192"/>
                      <a:pt x="171" y="193"/>
                      <a:pt x="173" y="193"/>
                    </a:cubicBezTo>
                    <a:cubicBezTo>
                      <a:pt x="178" y="196"/>
                      <a:pt x="182" y="202"/>
                      <a:pt x="180" y="208"/>
                    </a:cubicBezTo>
                    <a:cubicBezTo>
                      <a:pt x="177" y="214"/>
                      <a:pt x="170" y="217"/>
                      <a:pt x="165" y="215"/>
                    </a:cubicBezTo>
                    <a:cubicBezTo>
                      <a:pt x="160" y="213"/>
                      <a:pt x="156" y="212"/>
                      <a:pt x="152" y="209"/>
                    </a:cubicBezTo>
                    <a:cubicBezTo>
                      <a:pt x="149" y="207"/>
                      <a:pt x="146" y="205"/>
                      <a:pt x="143" y="202"/>
                    </a:cubicBezTo>
                    <a:cubicBezTo>
                      <a:pt x="141" y="200"/>
                      <a:pt x="138" y="197"/>
                      <a:pt x="135" y="195"/>
                    </a:cubicBezTo>
                    <a:cubicBezTo>
                      <a:pt x="131" y="192"/>
                      <a:pt x="127" y="189"/>
                      <a:pt x="123" y="187"/>
                    </a:cubicBezTo>
                    <a:cubicBezTo>
                      <a:pt x="123" y="186"/>
                      <a:pt x="122" y="185"/>
                      <a:pt x="121" y="185"/>
                    </a:cubicBezTo>
                    <a:cubicBezTo>
                      <a:pt x="117" y="193"/>
                      <a:pt x="112" y="200"/>
                      <a:pt x="107" y="207"/>
                    </a:cubicBezTo>
                    <a:cubicBezTo>
                      <a:pt x="105" y="210"/>
                      <a:pt x="103" y="212"/>
                      <a:pt x="102" y="214"/>
                    </a:cubicBezTo>
                    <a:cubicBezTo>
                      <a:pt x="99" y="217"/>
                      <a:pt x="97" y="220"/>
                      <a:pt x="95" y="223"/>
                    </a:cubicBezTo>
                    <a:cubicBezTo>
                      <a:pt x="91" y="227"/>
                      <a:pt x="86" y="231"/>
                      <a:pt x="82" y="236"/>
                    </a:cubicBezTo>
                    <a:cubicBezTo>
                      <a:pt x="81" y="238"/>
                      <a:pt x="79" y="240"/>
                      <a:pt x="77" y="242"/>
                    </a:cubicBezTo>
                    <a:cubicBezTo>
                      <a:pt x="72" y="246"/>
                      <a:pt x="68" y="251"/>
                      <a:pt x="63" y="255"/>
                    </a:cubicBezTo>
                    <a:cubicBezTo>
                      <a:pt x="55" y="262"/>
                      <a:pt x="46" y="269"/>
                      <a:pt x="36" y="274"/>
                    </a:cubicBezTo>
                    <a:cubicBezTo>
                      <a:pt x="32" y="276"/>
                      <a:pt x="28" y="277"/>
                      <a:pt x="24" y="277"/>
                    </a:cubicBezTo>
                    <a:cubicBezTo>
                      <a:pt x="22" y="277"/>
                      <a:pt x="20" y="277"/>
                      <a:pt x="18" y="2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" name="Google Shape;95;p2"/>
              <p:cNvSpPr/>
              <p:nvPr/>
            </p:nvSpPr>
            <p:spPr>
              <a:xfrm>
                <a:off x="1807560" y="1801800"/>
                <a:ext cx="34560" cy="65160"/>
              </a:xfrm>
              <a:custGeom>
                <a:avLst/>
                <a:gdLst/>
                <a:ahLst/>
                <a:cxnLst/>
                <a:rect l="l" t="t" r="r" b="b"/>
                <a:pathLst>
                  <a:path w="96" h="181" extrusionOk="0">
                    <a:moveTo>
                      <a:pt x="73" y="173"/>
                    </a:moveTo>
                    <a:cubicBezTo>
                      <a:pt x="66" y="158"/>
                      <a:pt x="60" y="143"/>
                      <a:pt x="54" y="128"/>
                    </a:cubicBezTo>
                    <a:cubicBezTo>
                      <a:pt x="49" y="115"/>
                      <a:pt x="42" y="102"/>
                      <a:pt x="36" y="90"/>
                    </a:cubicBezTo>
                    <a:cubicBezTo>
                      <a:pt x="35" y="89"/>
                      <a:pt x="35" y="89"/>
                      <a:pt x="35" y="88"/>
                    </a:cubicBezTo>
                    <a:lnTo>
                      <a:pt x="34" y="87"/>
                    </a:lnTo>
                    <a:lnTo>
                      <a:pt x="35" y="88"/>
                    </a:lnTo>
                    <a:cubicBezTo>
                      <a:pt x="34" y="87"/>
                      <a:pt x="34" y="87"/>
                      <a:pt x="34" y="86"/>
                    </a:cubicBezTo>
                    <a:lnTo>
                      <a:pt x="34" y="87"/>
                    </a:lnTo>
                    <a:cubicBezTo>
                      <a:pt x="32" y="84"/>
                      <a:pt x="31" y="80"/>
                      <a:pt x="28" y="77"/>
                    </a:cubicBezTo>
                    <a:lnTo>
                      <a:pt x="29" y="77"/>
                    </a:lnTo>
                    <a:cubicBezTo>
                      <a:pt x="28" y="77"/>
                      <a:pt x="28" y="77"/>
                      <a:pt x="28" y="77"/>
                    </a:cubicBezTo>
                    <a:cubicBezTo>
                      <a:pt x="28" y="76"/>
                      <a:pt x="28" y="76"/>
                      <a:pt x="28" y="75"/>
                    </a:cubicBezTo>
                    <a:lnTo>
                      <a:pt x="28" y="76"/>
                    </a:lnTo>
                    <a:cubicBezTo>
                      <a:pt x="28" y="75"/>
                      <a:pt x="28" y="75"/>
                      <a:pt x="28" y="75"/>
                    </a:cubicBezTo>
                    <a:cubicBezTo>
                      <a:pt x="24" y="68"/>
                      <a:pt x="20" y="62"/>
                      <a:pt x="17" y="55"/>
                    </a:cubicBezTo>
                    <a:cubicBezTo>
                      <a:pt x="12" y="46"/>
                      <a:pt x="7" y="37"/>
                      <a:pt x="3" y="27"/>
                    </a:cubicBezTo>
                    <a:cubicBezTo>
                      <a:pt x="1" y="19"/>
                      <a:pt x="0" y="10"/>
                      <a:pt x="7" y="4"/>
                    </a:cubicBezTo>
                    <a:cubicBezTo>
                      <a:pt x="11" y="0"/>
                      <a:pt x="20" y="1"/>
                      <a:pt x="24" y="6"/>
                    </a:cubicBezTo>
                    <a:cubicBezTo>
                      <a:pt x="27" y="9"/>
                      <a:pt x="27" y="14"/>
                      <a:pt x="25" y="18"/>
                    </a:cubicBezTo>
                    <a:lnTo>
                      <a:pt x="25" y="19"/>
                    </a:lnTo>
                    <a:cubicBezTo>
                      <a:pt x="26" y="21"/>
                      <a:pt x="27" y="23"/>
                      <a:pt x="28" y="25"/>
                    </a:cubicBezTo>
                    <a:cubicBezTo>
                      <a:pt x="34" y="39"/>
                      <a:pt x="41" y="53"/>
                      <a:pt x="48" y="66"/>
                    </a:cubicBezTo>
                    <a:cubicBezTo>
                      <a:pt x="54" y="77"/>
                      <a:pt x="59" y="87"/>
                      <a:pt x="65" y="98"/>
                    </a:cubicBezTo>
                    <a:cubicBezTo>
                      <a:pt x="75" y="119"/>
                      <a:pt x="83" y="142"/>
                      <a:pt x="93" y="163"/>
                    </a:cubicBezTo>
                    <a:cubicBezTo>
                      <a:pt x="95" y="169"/>
                      <a:pt x="93" y="176"/>
                      <a:pt x="87" y="178"/>
                    </a:cubicBezTo>
                    <a:cubicBezTo>
                      <a:pt x="86" y="179"/>
                      <a:pt x="84" y="180"/>
                      <a:pt x="82" y="180"/>
                    </a:cubicBezTo>
                    <a:cubicBezTo>
                      <a:pt x="78" y="180"/>
                      <a:pt x="74" y="177"/>
                      <a:pt x="73" y="1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" name="Google Shape;96;p2"/>
              <p:cNvSpPr/>
              <p:nvPr/>
            </p:nvSpPr>
            <p:spPr>
              <a:xfrm>
                <a:off x="1796040" y="1803960"/>
                <a:ext cx="70920" cy="82440"/>
              </a:xfrm>
              <a:custGeom>
                <a:avLst/>
                <a:gdLst/>
                <a:ahLst/>
                <a:cxnLst/>
                <a:rect l="l" t="t" r="r" b="b"/>
                <a:pathLst>
                  <a:path w="197" h="229" extrusionOk="0">
                    <a:moveTo>
                      <a:pt x="9" y="228"/>
                    </a:moveTo>
                    <a:cubicBezTo>
                      <a:pt x="6" y="227"/>
                      <a:pt x="4" y="225"/>
                      <a:pt x="2" y="223"/>
                    </a:cubicBezTo>
                    <a:cubicBezTo>
                      <a:pt x="0" y="220"/>
                      <a:pt x="0" y="216"/>
                      <a:pt x="1" y="213"/>
                    </a:cubicBezTo>
                    <a:cubicBezTo>
                      <a:pt x="1" y="213"/>
                      <a:pt x="1" y="212"/>
                      <a:pt x="1" y="211"/>
                    </a:cubicBezTo>
                    <a:cubicBezTo>
                      <a:pt x="1" y="212"/>
                      <a:pt x="1" y="212"/>
                      <a:pt x="1" y="213"/>
                    </a:cubicBezTo>
                    <a:cubicBezTo>
                      <a:pt x="4" y="202"/>
                      <a:pt x="8" y="192"/>
                      <a:pt x="13" y="183"/>
                    </a:cubicBezTo>
                    <a:cubicBezTo>
                      <a:pt x="17" y="175"/>
                      <a:pt x="22" y="167"/>
                      <a:pt x="26" y="159"/>
                    </a:cubicBezTo>
                    <a:cubicBezTo>
                      <a:pt x="26" y="160"/>
                      <a:pt x="26" y="160"/>
                      <a:pt x="26" y="160"/>
                    </a:cubicBezTo>
                    <a:cubicBezTo>
                      <a:pt x="33" y="148"/>
                      <a:pt x="40" y="137"/>
                      <a:pt x="47" y="126"/>
                    </a:cubicBezTo>
                    <a:cubicBezTo>
                      <a:pt x="50" y="122"/>
                      <a:pt x="53" y="117"/>
                      <a:pt x="56" y="113"/>
                    </a:cubicBezTo>
                    <a:cubicBezTo>
                      <a:pt x="59" y="108"/>
                      <a:pt x="62" y="104"/>
                      <a:pt x="65" y="99"/>
                    </a:cubicBezTo>
                    <a:cubicBezTo>
                      <a:pt x="76" y="86"/>
                      <a:pt x="86" y="71"/>
                      <a:pt x="98" y="58"/>
                    </a:cubicBezTo>
                    <a:cubicBezTo>
                      <a:pt x="109" y="45"/>
                      <a:pt x="121" y="32"/>
                      <a:pt x="135" y="23"/>
                    </a:cubicBezTo>
                    <a:cubicBezTo>
                      <a:pt x="142" y="18"/>
                      <a:pt x="148" y="14"/>
                      <a:pt x="156" y="10"/>
                    </a:cubicBezTo>
                    <a:cubicBezTo>
                      <a:pt x="163" y="6"/>
                      <a:pt x="171" y="3"/>
                      <a:pt x="180" y="2"/>
                    </a:cubicBezTo>
                    <a:cubicBezTo>
                      <a:pt x="186" y="0"/>
                      <a:pt x="192" y="3"/>
                      <a:pt x="195" y="9"/>
                    </a:cubicBezTo>
                    <a:cubicBezTo>
                      <a:pt x="196" y="12"/>
                      <a:pt x="195" y="16"/>
                      <a:pt x="194" y="19"/>
                    </a:cubicBezTo>
                    <a:cubicBezTo>
                      <a:pt x="192" y="21"/>
                      <a:pt x="189" y="24"/>
                      <a:pt x="185" y="24"/>
                    </a:cubicBezTo>
                    <a:cubicBezTo>
                      <a:pt x="184" y="25"/>
                      <a:pt x="183" y="25"/>
                      <a:pt x="182" y="25"/>
                    </a:cubicBezTo>
                    <a:cubicBezTo>
                      <a:pt x="182" y="25"/>
                      <a:pt x="183" y="25"/>
                      <a:pt x="184" y="25"/>
                    </a:cubicBezTo>
                    <a:cubicBezTo>
                      <a:pt x="179" y="26"/>
                      <a:pt x="175" y="28"/>
                      <a:pt x="171" y="29"/>
                    </a:cubicBezTo>
                    <a:cubicBezTo>
                      <a:pt x="167" y="31"/>
                      <a:pt x="164" y="32"/>
                      <a:pt x="160" y="34"/>
                    </a:cubicBezTo>
                    <a:cubicBezTo>
                      <a:pt x="156" y="37"/>
                      <a:pt x="151" y="40"/>
                      <a:pt x="146" y="43"/>
                    </a:cubicBezTo>
                    <a:cubicBezTo>
                      <a:pt x="141" y="48"/>
                      <a:pt x="135" y="52"/>
                      <a:pt x="129" y="58"/>
                    </a:cubicBezTo>
                    <a:cubicBezTo>
                      <a:pt x="129" y="57"/>
                      <a:pt x="130" y="57"/>
                      <a:pt x="130" y="56"/>
                    </a:cubicBezTo>
                    <a:cubicBezTo>
                      <a:pt x="120" y="66"/>
                      <a:pt x="111" y="77"/>
                      <a:pt x="102" y="87"/>
                    </a:cubicBezTo>
                    <a:cubicBezTo>
                      <a:pt x="94" y="98"/>
                      <a:pt x="85" y="109"/>
                      <a:pt x="78" y="120"/>
                    </a:cubicBezTo>
                    <a:cubicBezTo>
                      <a:pt x="69" y="132"/>
                      <a:pt x="61" y="144"/>
                      <a:pt x="53" y="157"/>
                    </a:cubicBezTo>
                    <a:cubicBezTo>
                      <a:pt x="50" y="162"/>
                      <a:pt x="47" y="167"/>
                      <a:pt x="44" y="171"/>
                    </a:cubicBezTo>
                    <a:lnTo>
                      <a:pt x="44" y="170"/>
                    </a:lnTo>
                    <a:cubicBezTo>
                      <a:pt x="42" y="175"/>
                      <a:pt x="39" y="179"/>
                      <a:pt x="37" y="183"/>
                    </a:cubicBezTo>
                    <a:cubicBezTo>
                      <a:pt x="34" y="188"/>
                      <a:pt x="32" y="193"/>
                      <a:pt x="30" y="198"/>
                    </a:cubicBezTo>
                    <a:cubicBezTo>
                      <a:pt x="27" y="203"/>
                      <a:pt x="25" y="209"/>
                      <a:pt x="23" y="215"/>
                    </a:cubicBezTo>
                    <a:cubicBezTo>
                      <a:pt x="23" y="216"/>
                      <a:pt x="23" y="218"/>
                      <a:pt x="22" y="219"/>
                    </a:cubicBezTo>
                    <a:cubicBezTo>
                      <a:pt x="21" y="224"/>
                      <a:pt x="16" y="228"/>
                      <a:pt x="11" y="228"/>
                    </a:cubicBezTo>
                    <a:cubicBezTo>
                      <a:pt x="11" y="228"/>
                      <a:pt x="10" y="228"/>
                      <a:pt x="9" y="2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" name="Google Shape;97;p2"/>
              <p:cNvSpPr/>
              <p:nvPr/>
            </p:nvSpPr>
            <p:spPr>
              <a:xfrm>
                <a:off x="1897200" y="1818720"/>
                <a:ext cx="38880" cy="13680"/>
              </a:xfrm>
              <a:custGeom>
                <a:avLst/>
                <a:gdLst/>
                <a:ahLst/>
                <a:cxnLst/>
                <a:rect l="l" t="t" r="r" b="b"/>
                <a:pathLst>
                  <a:path w="108" h="38" extrusionOk="0">
                    <a:moveTo>
                      <a:pt x="14" y="36"/>
                    </a:moveTo>
                    <a:cubicBezTo>
                      <a:pt x="12" y="36"/>
                      <a:pt x="12" y="36"/>
                      <a:pt x="11" y="36"/>
                    </a:cubicBezTo>
                    <a:cubicBezTo>
                      <a:pt x="8" y="35"/>
                      <a:pt x="5" y="33"/>
                      <a:pt x="3" y="31"/>
                    </a:cubicBezTo>
                    <a:cubicBezTo>
                      <a:pt x="1" y="26"/>
                      <a:pt x="0" y="19"/>
                      <a:pt x="4" y="15"/>
                    </a:cubicBezTo>
                    <a:cubicBezTo>
                      <a:pt x="5" y="13"/>
                      <a:pt x="7" y="11"/>
                      <a:pt x="9" y="10"/>
                    </a:cubicBezTo>
                    <a:cubicBezTo>
                      <a:pt x="12" y="9"/>
                      <a:pt x="15" y="8"/>
                      <a:pt x="17" y="8"/>
                    </a:cubicBezTo>
                    <a:cubicBezTo>
                      <a:pt x="25" y="5"/>
                      <a:pt x="34" y="4"/>
                      <a:pt x="42" y="3"/>
                    </a:cubicBezTo>
                    <a:cubicBezTo>
                      <a:pt x="47" y="2"/>
                      <a:pt x="53" y="1"/>
                      <a:pt x="58" y="1"/>
                    </a:cubicBezTo>
                    <a:cubicBezTo>
                      <a:pt x="63" y="0"/>
                      <a:pt x="68" y="0"/>
                      <a:pt x="73" y="0"/>
                    </a:cubicBezTo>
                    <a:cubicBezTo>
                      <a:pt x="81" y="0"/>
                      <a:pt x="88" y="0"/>
                      <a:pt x="96" y="0"/>
                    </a:cubicBezTo>
                    <a:cubicBezTo>
                      <a:pt x="102" y="0"/>
                      <a:pt x="107" y="6"/>
                      <a:pt x="106" y="12"/>
                    </a:cubicBezTo>
                    <a:cubicBezTo>
                      <a:pt x="106" y="18"/>
                      <a:pt x="100" y="23"/>
                      <a:pt x="94" y="22"/>
                    </a:cubicBezTo>
                    <a:cubicBezTo>
                      <a:pt x="92" y="22"/>
                      <a:pt x="90" y="22"/>
                      <a:pt x="88" y="22"/>
                    </a:cubicBezTo>
                    <a:cubicBezTo>
                      <a:pt x="83" y="22"/>
                      <a:pt x="78" y="22"/>
                      <a:pt x="73" y="22"/>
                    </a:cubicBezTo>
                    <a:cubicBezTo>
                      <a:pt x="69" y="22"/>
                      <a:pt x="64" y="23"/>
                      <a:pt x="60" y="24"/>
                    </a:cubicBezTo>
                    <a:cubicBezTo>
                      <a:pt x="50" y="25"/>
                      <a:pt x="39" y="26"/>
                      <a:pt x="29" y="29"/>
                    </a:cubicBezTo>
                    <a:cubicBezTo>
                      <a:pt x="27" y="35"/>
                      <a:pt x="22" y="37"/>
                      <a:pt x="18" y="37"/>
                    </a:cubicBezTo>
                    <a:cubicBezTo>
                      <a:pt x="16" y="37"/>
                      <a:pt x="15" y="37"/>
                      <a:pt x="14" y="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" name="Google Shape;98;p2"/>
              <p:cNvSpPr/>
              <p:nvPr/>
            </p:nvSpPr>
            <p:spPr>
              <a:xfrm>
                <a:off x="1892520" y="1827720"/>
                <a:ext cx="96840" cy="30600"/>
              </a:xfrm>
              <a:custGeom>
                <a:avLst/>
                <a:gdLst/>
                <a:ahLst/>
                <a:cxnLst/>
                <a:rect l="l" t="t" r="r" b="b"/>
                <a:pathLst>
                  <a:path w="269" h="85" extrusionOk="0">
                    <a:moveTo>
                      <a:pt x="21" y="84"/>
                    </a:moveTo>
                    <a:cubicBezTo>
                      <a:pt x="16" y="84"/>
                      <a:pt x="12" y="82"/>
                      <a:pt x="8" y="79"/>
                    </a:cubicBezTo>
                    <a:cubicBezTo>
                      <a:pt x="5" y="77"/>
                      <a:pt x="2" y="73"/>
                      <a:pt x="1" y="69"/>
                    </a:cubicBezTo>
                    <a:cubicBezTo>
                      <a:pt x="0" y="65"/>
                      <a:pt x="2" y="61"/>
                      <a:pt x="4" y="58"/>
                    </a:cubicBezTo>
                    <a:cubicBezTo>
                      <a:pt x="6" y="55"/>
                      <a:pt x="8" y="52"/>
                      <a:pt x="11" y="52"/>
                    </a:cubicBezTo>
                    <a:cubicBezTo>
                      <a:pt x="14" y="51"/>
                      <a:pt x="18" y="51"/>
                      <a:pt x="21" y="52"/>
                    </a:cubicBezTo>
                    <a:cubicBezTo>
                      <a:pt x="23" y="54"/>
                      <a:pt x="25" y="56"/>
                      <a:pt x="26" y="59"/>
                    </a:cubicBezTo>
                    <a:cubicBezTo>
                      <a:pt x="26" y="60"/>
                      <a:pt x="26" y="60"/>
                      <a:pt x="26" y="60"/>
                    </a:cubicBezTo>
                    <a:cubicBezTo>
                      <a:pt x="32" y="60"/>
                      <a:pt x="37" y="60"/>
                      <a:pt x="42" y="59"/>
                    </a:cubicBezTo>
                    <a:cubicBezTo>
                      <a:pt x="54" y="58"/>
                      <a:pt x="67" y="55"/>
                      <a:pt x="79" y="53"/>
                    </a:cubicBezTo>
                    <a:cubicBezTo>
                      <a:pt x="88" y="51"/>
                      <a:pt x="95" y="49"/>
                      <a:pt x="103" y="48"/>
                    </a:cubicBezTo>
                    <a:cubicBezTo>
                      <a:pt x="124" y="42"/>
                      <a:pt x="145" y="37"/>
                      <a:pt x="166" y="30"/>
                    </a:cubicBezTo>
                    <a:cubicBezTo>
                      <a:pt x="189" y="23"/>
                      <a:pt x="212" y="16"/>
                      <a:pt x="234" y="9"/>
                    </a:cubicBezTo>
                    <a:cubicBezTo>
                      <a:pt x="241" y="6"/>
                      <a:pt x="249" y="3"/>
                      <a:pt x="256" y="1"/>
                    </a:cubicBezTo>
                    <a:cubicBezTo>
                      <a:pt x="261" y="0"/>
                      <a:pt x="265" y="2"/>
                      <a:pt x="266" y="7"/>
                    </a:cubicBezTo>
                    <a:cubicBezTo>
                      <a:pt x="268" y="12"/>
                      <a:pt x="265" y="16"/>
                      <a:pt x="261" y="17"/>
                    </a:cubicBezTo>
                    <a:cubicBezTo>
                      <a:pt x="240" y="26"/>
                      <a:pt x="218" y="34"/>
                      <a:pt x="196" y="41"/>
                    </a:cubicBezTo>
                    <a:cubicBezTo>
                      <a:pt x="174" y="49"/>
                      <a:pt x="153" y="56"/>
                      <a:pt x="131" y="62"/>
                    </a:cubicBezTo>
                    <a:cubicBezTo>
                      <a:pt x="123" y="65"/>
                      <a:pt x="115" y="67"/>
                      <a:pt x="108" y="69"/>
                    </a:cubicBezTo>
                    <a:cubicBezTo>
                      <a:pt x="98" y="71"/>
                      <a:pt x="89" y="73"/>
                      <a:pt x="79" y="76"/>
                    </a:cubicBezTo>
                    <a:cubicBezTo>
                      <a:pt x="64" y="79"/>
                      <a:pt x="50" y="82"/>
                      <a:pt x="35" y="83"/>
                    </a:cubicBezTo>
                    <a:cubicBezTo>
                      <a:pt x="31" y="84"/>
                      <a:pt x="28" y="84"/>
                      <a:pt x="24" y="84"/>
                    </a:cubicBezTo>
                    <a:cubicBezTo>
                      <a:pt x="23" y="84"/>
                      <a:pt x="22" y="84"/>
                      <a:pt x="21" y="8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9" name="Google Shape;99;p2"/>
            <p:cNvGrpSpPr/>
            <p:nvPr/>
          </p:nvGrpSpPr>
          <p:grpSpPr>
            <a:xfrm>
              <a:off x="7041227" y="4435121"/>
              <a:ext cx="2304042" cy="1861821"/>
              <a:chOff x="1245600" y="2050920"/>
              <a:chExt cx="1071000" cy="865440"/>
            </a:xfrm>
          </p:grpSpPr>
          <p:sp>
            <p:nvSpPr>
              <p:cNvPr id="100" name="Google Shape;100;p2"/>
              <p:cNvSpPr/>
              <p:nvPr/>
            </p:nvSpPr>
            <p:spPr>
              <a:xfrm>
                <a:off x="1258920" y="2534040"/>
                <a:ext cx="1041840" cy="21600"/>
              </a:xfrm>
              <a:custGeom>
                <a:avLst/>
                <a:gdLst/>
                <a:ahLst/>
                <a:cxnLst/>
                <a:rect l="l" t="t" r="r" b="b"/>
                <a:pathLst>
                  <a:path w="2894" h="60" extrusionOk="0">
                    <a:moveTo>
                      <a:pt x="2882" y="59"/>
                    </a:moveTo>
                    <a:cubicBezTo>
                      <a:pt x="2851" y="58"/>
                      <a:pt x="2821" y="58"/>
                      <a:pt x="2791" y="57"/>
                    </a:cubicBezTo>
                    <a:cubicBezTo>
                      <a:pt x="2761" y="56"/>
                      <a:pt x="2731" y="56"/>
                      <a:pt x="2701" y="55"/>
                    </a:cubicBezTo>
                    <a:cubicBezTo>
                      <a:pt x="2637" y="55"/>
                      <a:pt x="2573" y="54"/>
                      <a:pt x="2510" y="53"/>
                    </a:cubicBezTo>
                    <a:cubicBezTo>
                      <a:pt x="2388" y="51"/>
                      <a:pt x="2266" y="50"/>
                      <a:pt x="2143" y="48"/>
                    </a:cubicBezTo>
                    <a:cubicBezTo>
                      <a:pt x="2020" y="46"/>
                      <a:pt x="1896" y="44"/>
                      <a:pt x="1774" y="43"/>
                    </a:cubicBezTo>
                    <a:cubicBezTo>
                      <a:pt x="1648" y="41"/>
                      <a:pt x="1522" y="40"/>
                      <a:pt x="1397" y="38"/>
                    </a:cubicBezTo>
                    <a:cubicBezTo>
                      <a:pt x="1274" y="37"/>
                      <a:pt x="1152" y="35"/>
                      <a:pt x="1029" y="34"/>
                    </a:cubicBezTo>
                    <a:cubicBezTo>
                      <a:pt x="968" y="33"/>
                      <a:pt x="908" y="32"/>
                      <a:pt x="847" y="31"/>
                    </a:cubicBezTo>
                    <a:cubicBezTo>
                      <a:pt x="786" y="30"/>
                      <a:pt x="725" y="30"/>
                      <a:pt x="664" y="29"/>
                    </a:cubicBezTo>
                    <a:cubicBezTo>
                      <a:pt x="542" y="27"/>
                      <a:pt x="421" y="26"/>
                      <a:pt x="299" y="24"/>
                    </a:cubicBezTo>
                    <a:cubicBezTo>
                      <a:pt x="251" y="23"/>
                      <a:pt x="202" y="23"/>
                      <a:pt x="153" y="22"/>
                    </a:cubicBezTo>
                    <a:cubicBezTo>
                      <a:pt x="129" y="22"/>
                      <a:pt x="105" y="22"/>
                      <a:pt x="82" y="22"/>
                    </a:cubicBezTo>
                    <a:cubicBezTo>
                      <a:pt x="59" y="21"/>
                      <a:pt x="36" y="21"/>
                      <a:pt x="13" y="21"/>
                    </a:cubicBezTo>
                    <a:cubicBezTo>
                      <a:pt x="12" y="21"/>
                      <a:pt x="11" y="21"/>
                      <a:pt x="10" y="21"/>
                    </a:cubicBezTo>
                    <a:cubicBezTo>
                      <a:pt x="4" y="21"/>
                      <a:pt x="0" y="15"/>
                      <a:pt x="0" y="10"/>
                    </a:cubicBezTo>
                    <a:cubicBezTo>
                      <a:pt x="1" y="4"/>
                      <a:pt x="5" y="0"/>
                      <a:pt x="11" y="0"/>
                    </a:cubicBezTo>
                    <a:cubicBezTo>
                      <a:pt x="23" y="0"/>
                      <a:pt x="35" y="1"/>
                      <a:pt x="47" y="1"/>
                    </a:cubicBezTo>
                    <a:cubicBezTo>
                      <a:pt x="61" y="1"/>
                      <a:pt x="76" y="1"/>
                      <a:pt x="90" y="1"/>
                    </a:cubicBezTo>
                    <a:cubicBezTo>
                      <a:pt x="119" y="2"/>
                      <a:pt x="150" y="2"/>
                      <a:pt x="179" y="3"/>
                    </a:cubicBezTo>
                    <a:cubicBezTo>
                      <a:pt x="239" y="4"/>
                      <a:pt x="298" y="5"/>
                      <a:pt x="357" y="5"/>
                    </a:cubicBezTo>
                    <a:cubicBezTo>
                      <a:pt x="479" y="7"/>
                      <a:pt x="601" y="9"/>
                      <a:pt x="723" y="10"/>
                    </a:cubicBezTo>
                    <a:cubicBezTo>
                      <a:pt x="844" y="12"/>
                      <a:pt x="964" y="13"/>
                      <a:pt x="1084" y="15"/>
                    </a:cubicBezTo>
                    <a:cubicBezTo>
                      <a:pt x="1208" y="17"/>
                      <a:pt x="1331" y="19"/>
                      <a:pt x="1455" y="21"/>
                    </a:cubicBezTo>
                    <a:cubicBezTo>
                      <a:pt x="1579" y="23"/>
                      <a:pt x="1704" y="24"/>
                      <a:pt x="1828" y="26"/>
                    </a:cubicBezTo>
                    <a:cubicBezTo>
                      <a:pt x="1954" y="28"/>
                      <a:pt x="2079" y="30"/>
                      <a:pt x="2203" y="31"/>
                    </a:cubicBezTo>
                    <a:cubicBezTo>
                      <a:pt x="2326" y="33"/>
                      <a:pt x="2448" y="34"/>
                      <a:pt x="2569" y="36"/>
                    </a:cubicBezTo>
                    <a:cubicBezTo>
                      <a:pt x="2621" y="37"/>
                      <a:pt x="2671" y="37"/>
                      <a:pt x="2723" y="38"/>
                    </a:cubicBezTo>
                    <a:cubicBezTo>
                      <a:pt x="2771" y="38"/>
                      <a:pt x="2819" y="39"/>
                      <a:pt x="2868" y="39"/>
                    </a:cubicBezTo>
                    <a:lnTo>
                      <a:pt x="2867" y="39"/>
                    </a:lnTo>
                    <a:cubicBezTo>
                      <a:pt x="2872" y="39"/>
                      <a:pt x="2876" y="39"/>
                      <a:pt x="2881" y="39"/>
                    </a:cubicBezTo>
                    <a:cubicBezTo>
                      <a:pt x="2887" y="39"/>
                      <a:pt x="2892" y="43"/>
                      <a:pt x="2892" y="48"/>
                    </a:cubicBezTo>
                    <a:cubicBezTo>
                      <a:pt x="2893" y="54"/>
                      <a:pt x="2888" y="59"/>
                      <a:pt x="2882" y="5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" name="Google Shape;101;p2"/>
              <p:cNvSpPr/>
              <p:nvPr/>
            </p:nvSpPr>
            <p:spPr>
              <a:xfrm>
                <a:off x="2249280" y="2528280"/>
                <a:ext cx="67320" cy="43920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22" extrusionOk="0">
                    <a:moveTo>
                      <a:pt x="68" y="114"/>
                    </a:moveTo>
                    <a:cubicBezTo>
                      <a:pt x="67" y="109"/>
                      <a:pt x="70" y="103"/>
                      <a:pt x="75" y="101"/>
                    </a:cubicBezTo>
                    <a:cubicBezTo>
                      <a:pt x="89" y="96"/>
                      <a:pt x="103" y="92"/>
                      <a:pt x="117" y="88"/>
                    </a:cubicBezTo>
                    <a:cubicBezTo>
                      <a:pt x="124" y="86"/>
                      <a:pt x="131" y="84"/>
                      <a:pt x="139" y="81"/>
                    </a:cubicBezTo>
                    <a:cubicBezTo>
                      <a:pt x="144" y="80"/>
                      <a:pt x="149" y="78"/>
                      <a:pt x="155" y="77"/>
                    </a:cubicBezTo>
                    <a:cubicBezTo>
                      <a:pt x="137" y="70"/>
                      <a:pt x="119" y="63"/>
                      <a:pt x="102" y="57"/>
                    </a:cubicBezTo>
                    <a:cubicBezTo>
                      <a:pt x="79" y="49"/>
                      <a:pt x="58" y="42"/>
                      <a:pt x="36" y="33"/>
                    </a:cubicBezTo>
                    <a:cubicBezTo>
                      <a:pt x="31" y="31"/>
                      <a:pt x="25" y="29"/>
                      <a:pt x="19" y="26"/>
                    </a:cubicBezTo>
                    <a:cubicBezTo>
                      <a:pt x="16" y="25"/>
                      <a:pt x="12" y="24"/>
                      <a:pt x="10" y="22"/>
                    </a:cubicBezTo>
                    <a:cubicBezTo>
                      <a:pt x="5" y="19"/>
                      <a:pt x="0" y="17"/>
                      <a:pt x="0" y="11"/>
                    </a:cubicBezTo>
                    <a:cubicBezTo>
                      <a:pt x="0" y="5"/>
                      <a:pt x="4" y="0"/>
                      <a:pt x="10" y="0"/>
                    </a:cubicBezTo>
                    <a:cubicBezTo>
                      <a:pt x="12" y="0"/>
                      <a:pt x="15" y="1"/>
                      <a:pt x="17" y="3"/>
                    </a:cubicBezTo>
                    <a:lnTo>
                      <a:pt x="18" y="3"/>
                    </a:lnTo>
                    <a:cubicBezTo>
                      <a:pt x="21" y="5"/>
                      <a:pt x="25" y="7"/>
                      <a:pt x="28" y="8"/>
                    </a:cubicBezTo>
                    <a:cubicBezTo>
                      <a:pt x="32" y="10"/>
                      <a:pt x="36" y="11"/>
                      <a:pt x="39" y="13"/>
                    </a:cubicBezTo>
                    <a:cubicBezTo>
                      <a:pt x="60" y="21"/>
                      <a:pt x="81" y="29"/>
                      <a:pt x="102" y="36"/>
                    </a:cubicBezTo>
                    <a:cubicBezTo>
                      <a:pt x="122" y="44"/>
                      <a:pt x="142" y="51"/>
                      <a:pt x="163" y="58"/>
                    </a:cubicBezTo>
                    <a:cubicBezTo>
                      <a:pt x="168" y="60"/>
                      <a:pt x="173" y="61"/>
                      <a:pt x="178" y="64"/>
                    </a:cubicBezTo>
                    <a:cubicBezTo>
                      <a:pt x="182" y="66"/>
                      <a:pt x="185" y="70"/>
                      <a:pt x="185" y="75"/>
                    </a:cubicBezTo>
                    <a:cubicBezTo>
                      <a:pt x="186" y="80"/>
                      <a:pt x="183" y="84"/>
                      <a:pt x="180" y="87"/>
                    </a:cubicBezTo>
                    <a:cubicBezTo>
                      <a:pt x="176" y="91"/>
                      <a:pt x="170" y="93"/>
                      <a:pt x="164" y="95"/>
                    </a:cubicBezTo>
                    <a:cubicBezTo>
                      <a:pt x="162" y="96"/>
                      <a:pt x="159" y="96"/>
                      <a:pt x="156" y="98"/>
                    </a:cubicBezTo>
                    <a:cubicBezTo>
                      <a:pt x="152" y="99"/>
                      <a:pt x="146" y="100"/>
                      <a:pt x="142" y="102"/>
                    </a:cubicBezTo>
                    <a:cubicBezTo>
                      <a:pt x="121" y="107"/>
                      <a:pt x="101" y="113"/>
                      <a:pt x="82" y="120"/>
                    </a:cubicBezTo>
                    <a:cubicBezTo>
                      <a:pt x="81" y="121"/>
                      <a:pt x="79" y="121"/>
                      <a:pt x="78" y="121"/>
                    </a:cubicBezTo>
                    <a:cubicBezTo>
                      <a:pt x="74" y="121"/>
                      <a:pt x="70" y="118"/>
                      <a:pt x="68" y="1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" name="Google Shape;102;p2"/>
              <p:cNvSpPr/>
              <p:nvPr/>
            </p:nvSpPr>
            <p:spPr>
              <a:xfrm>
                <a:off x="1593720" y="2059920"/>
                <a:ext cx="19080" cy="856440"/>
              </a:xfrm>
              <a:custGeom>
                <a:avLst/>
                <a:gdLst/>
                <a:ahLst/>
                <a:cxnLst/>
                <a:rect l="l" t="t" r="r" b="b"/>
                <a:pathLst>
                  <a:path w="53" h="2379" extrusionOk="0">
                    <a:moveTo>
                      <a:pt x="30" y="2368"/>
                    </a:moveTo>
                    <a:cubicBezTo>
                      <a:pt x="30" y="2364"/>
                      <a:pt x="30" y="2360"/>
                      <a:pt x="30" y="2356"/>
                    </a:cubicBezTo>
                    <a:cubicBezTo>
                      <a:pt x="30" y="2357"/>
                      <a:pt x="30" y="2357"/>
                      <a:pt x="30" y="2358"/>
                    </a:cubicBezTo>
                    <a:cubicBezTo>
                      <a:pt x="30" y="2346"/>
                      <a:pt x="28" y="2335"/>
                      <a:pt x="27" y="2324"/>
                    </a:cubicBezTo>
                    <a:cubicBezTo>
                      <a:pt x="26" y="2313"/>
                      <a:pt x="25" y="2302"/>
                      <a:pt x="24" y="2290"/>
                    </a:cubicBezTo>
                    <a:cubicBezTo>
                      <a:pt x="24" y="2285"/>
                      <a:pt x="24" y="2279"/>
                      <a:pt x="24" y="2273"/>
                    </a:cubicBezTo>
                    <a:cubicBezTo>
                      <a:pt x="23" y="2267"/>
                      <a:pt x="23" y="2261"/>
                      <a:pt x="23" y="2256"/>
                    </a:cubicBezTo>
                    <a:cubicBezTo>
                      <a:pt x="23" y="2243"/>
                      <a:pt x="23" y="2232"/>
                      <a:pt x="22" y="2219"/>
                    </a:cubicBezTo>
                    <a:cubicBezTo>
                      <a:pt x="21" y="2194"/>
                      <a:pt x="20" y="2170"/>
                      <a:pt x="20" y="2145"/>
                    </a:cubicBezTo>
                    <a:cubicBezTo>
                      <a:pt x="20" y="2132"/>
                      <a:pt x="20" y="2119"/>
                      <a:pt x="20" y="2106"/>
                    </a:cubicBezTo>
                    <a:cubicBezTo>
                      <a:pt x="20" y="2093"/>
                      <a:pt x="20" y="2080"/>
                      <a:pt x="20" y="2067"/>
                    </a:cubicBezTo>
                    <a:cubicBezTo>
                      <a:pt x="20" y="2048"/>
                      <a:pt x="21" y="2029"/>
                      <a:pt x="21" y="2010"/>
                    </a:cubicBezTo>
                    <a:cubicBezTo>
                      <a:pt x="21" y="1992"/>
                      <a:pt x="21" y="1974"/>
                      <a:pt x="21" y="1956"/>
                    </a:cubicBezTo>
                    <a:cubicBezTo>
                      <a:pt x="21" y="1957"/>
                      <a:pt x="21" y="1957"/>
                      <a:pt x="21" y="1957"/>
                    </a:cubicBezTo>
                    <a:cubicBezTo>
                      <a:pt x="21" y="1949"/>
                      <a:pt x="21" y="1939"/>
                      <a:pt x="21" y="1930"/>
                    </a:cubicBezTo>
                    <a:cubicBezTo>
                      <a:pt x="20" y="1921"/>
                      <a:pt x="20" y="1911"/>
                      <a:pt x="20" y="1901"/>
                    </a:cubicBezTo>
                    <a:lnTo>
                      <a:pt x="20" y="1902"/>
                    </a:lnTo>
                    <a:cubicBezTo>
                      <a:pt x="20" y="1901"/>
                      <a:pt x="20" y="1900"/>
                      <a:pt x="20" y="1899"/>
                    </a:cubicBezTo>
                    <a:lnTo>
                      <a:pt x="20" y="1900"/>
                    </a:lnTo>
                    <a:cubicBezTo>
                      <a:pt x="20" y="1869"/>
                      <a:pt x="20" y="1838"/>
                      <a:pt x="20" y="1807"/>
                    </a:cubicBezTo>
                    <a:cubicBezTo>
                      <a:pt x="19" y="1777"/>
                      <a:pt x="20" y="1746"/>
                      <a:pt x="20" y="1716"/>
                    </a:cubicBezTo>
                    <a:cubicBezTo>
                      <a:pt x="19" y="1665"/>
                      <a:pt x="18" y="1613"/>
                      <a:pt x="18" y="1562"/>
                    </a:cubicBezTo>
                    <a:cubicBezTo>
                      <a:pt x="18" y="1551"/>
                      <a:pt x="18" y="1539"/>
                      <a:pt x="19" y="1527"/>
                    </a:cubicBezTo>
                    <a:cubicBezTo>
                      <a:pt x="19" y="1513"/>
                      <a:pt x="19" y="1499"/>
                      <a:pt x="19" y="1485"/>
                    </a:cubicBezTo>
                    <a:cubicBezTo>
                      <a:pt x="19" y="1460"/>
                      <a:pt x="20" y="1436"/>
                      <a:pt x="20" y="1412"/>
                    </a:cubicBezTo>
                    <a:cubicBezTo>
                      <a:pt x="20" y="1385"/>
                      <a:pt x="20" y="1358"/>
                      <a:pt x="20" y="1332"/>
                    </a:cubicBezTo>
                    <a:cubicBezTo>
                      <a:pt x="20" y="1307"/>
                      <a:pt x="21" y="1283"/>
                      <a:pt x="22" y="1259"/>
                    </a:cubicBezTo>
                    <a:cubicBezTo>
                      <a:pt x="23" y="1232"/>
                      <a:pt x="24" y="1206"/>
                      <a:pt x="24" y="1179"/>
                    </a:cubicBezTo>
                    <a:cubicBezTo>
                      <a:pt x="24" y="1155"/>
                      <a:pt x="24" y="1130"/>
                      <a:pt x="24" y="1105"/>
                    </a:cubicBezTo>
                    <a:cubicBezTo>
                      <a:pt x="24" y="1094"/>
                      <a:pt x="24" y="1082"/>
                      <a:pt x="24" y="1069"/>
                    </a:cubicBezTo>
                    <a:cubicBezTo>
                      <a:pt x="24" y="1070"/>
                      <a:pt x="24" y="1071"/>
                      <a:pt x="24" y="1071"/>
                    </a:cubicBezTo>
                    <a:cubicBezTo>
                      <a:pt x="24" y="1046"/>
                      <a:pt x="23" y="1022"/>
                      <a:pt x="22" y="997"/>
                    </a:cubicBezTo>
                    <a:cubicBezTo>
                      <a:pt x="21" y="970"/>
                      <a:pt x="20" y="942"/>
                      <a:pt x="19" y="915"/>
                    </a:cubicBezTo>
                    <a:cubicBezTo>
                      <a:pt x="18" y="891"/>
                      <a:pt x="18" y="867"/>
                      <a:pt x="17" y="843"/>
                    </a:cubicBezTo>
                    <a:cubicBezTo>
                      <a:pt x="17" y="817"/>
                      <a:pt x="16" y="790"/>
                      <a:pt x="16" y="764"/>
                    </a:cubicBezTo>
                    <a:cubicBezTo>
                      <a:pt x="13" y="712"/>
                      <a:pt x="10" y="661"/>
                      <a:pt x="7" y="609"/>
                    </a:cubicBezTo>
                    <a:cubicBezTo>
                      <a:pt x="5" y="584"/>
                      <a:pt x="3" y="558"/>
                      <a:pt x="2" y="533"/>
                    </a:cubicBezTo>
                    <a:cubicBezTo>
                      <a:pt x="2" y="521"/>
                      <a:pt x="1" y="509"/>
                      <a:pt x="0" y="497"/>
                    </a:cubicBezTo>
                    <a:cubicBezTo>
                      <a:pt x="0" y="484"/>
                      <a:pt x="0" y="472"/>
                      <a:pt x="0" y="459"/>
                    </a:cubicBezTo>
                    <a:cubicBezTo>
                      <a:pt x="0" y="434"/>
                      <a:pt x="1" y="409"/>
                      <a:pt x="2" y="384"/>
                    </a:cubicBezTo>
                    <a:cubicBezTo>
                      <a:pt x="3" y="360"/>
                      <a:pt x="3" y="335"/>
                      <a:pt x="5" y="311"/>
                    </a:cubicBezTo>
                    <a:cubicBezTo>
                      <a:pt x="6" y="285"/>
                      <a:pt x="7" y="260"/>
                      <a:pt x="9" y="234"/>
                    </a:cubicBezTo>
                    <a:cubicBezTo>
                      <a:pt x="9" y="209"/>
                      <a:pt x="10" y="183"/>
                      <a:pt x="10" y="158"/>
                    </a:cubicBezTo>
                    <a:cubicBezTo>
                      <a:pt x="10" y="145"/>
                      <a:pt x="10" y="132"/>
                      <a:pt x="10" y="119"/>
                    </a:cubicBezTo>
                    <a:cubicBezTo>
                      <a:pt x="10" y="120"/>
                      <a:pt x="10" y="120"/>
                      <a:pt x="10" y="120"/>
                    </a:cubicBezTo>
                    <a:cubicBezTo>
                      <a:pt x="10" y="119"/>
                      <a:pt x="10" y="117"/>
                      <a:pt x="10" y="116"/>
                    </a:cubicBezTo>
                    <a:lnTo>
                      <a:pt x="10" y="117"/>
                    </a:lnTo>
                    <a:cubicBezTo>
                      <a:pt x="10" y="112"/>
                      <a:pt x="10" y="106"/>
                      <a:pt x="10" y="100"/>
                    </a:cubicBezTo>
                    <a:cubicBezTo>
                      <a:pt x="10" y="101"/>
                      <a:pt x="10" y="102"/>
                      <a:pt x="10" y="102"/>
                    </a:cubicBezTo>
                    <a:cubicBezTo>
                      <a:pt x="10" y="88"/>
                      <a:pt x="10" y="73"/>
                      <a:pt x="10" y="59"/>
                    </a:cubicBezTo>
                    <a:cubicBezTo>
                      <a:pt x="10" y="43"/>
                      <a:pt x="11" y="26"/>
                      <a:pt x="12" y="10"/>
                    </a:cubicBezTo>
                    <a:cubicBezTo>
                      <a:pt x="12" y="4"/>
                      <a:pt x="17" y="0"/>
                      <a:pt x="23" y="0"/>
                    </a:cubicBezTo>
                    <a:cubicBezTo>
                      <a:pt x="28" y="0"/>
                      <a:pt x="33" y="5"/>
                      <a:pt x="32" y="11"/>
                    </a:cubicBezTo>
                    <a:cubicBezTo>
                      <a:pt x="32" y="26"/>
                      <a:pt x="31" y="42"/>
                      <a:pt x="31" y="57"/>
                    </a:cubicBezTo>
                    <a:cubicBezTo>
                      <a:pt x="30" y="71"/>
                      <a:pt x="30" y="86"/>
                      <a:pt x="30" y="100"/>
                    </a:cubicBezTo>
                    <a:cubicBezTo>
                      <a:pt x="30" y="125"/>
                      <a:pt x="30" y="150"/>
                      <a:pt x="29" y="175"/>
                    </a:cubicBezTo>
                    <a:cubicBezTo>
                      <a:pt x="29" y="187"/>
                      <a:pt x="28" y="198"/>
                      <a:pt x="28" y="209"/>
                    </a:cubicBezTo>
                    <a:cubicBezTo>
                      <a:pt x="27" y="222"/>
                      <a:pt x="27" y="235"/>
                      <a:pt x="27" y="248"/>
                    </a:cubicBezTo>
                    <a:cubicBezTo>
                      <a:pt x="25" y="274"/>
                      <a:pt x="24" y="299"/>
                      <a:pt x="23" y="325"/>
                    </a:cubicBezTo>
                    <a:cubicBezTo>
                      <a:pt x="20" y="375"/>
                      <a:pt x="19" y="426"/>
                      <a:pt x="19" y="476"/>
                    </a:cubicBezTo>
                    <a:cubicBezTo>
                      <a:pt x="19" y="475"/>
                      <a:pt x="19" y="475"/>
                      <a:pt x="19" y="475"/>
                    </a:cubicBezTo>
                    <a:cubicBezTo>
                      <a:pt x="19" y="486"/>
                      <a:pt x="19" y="497"/>
                      <a:pt x="20" y="509"/>
                    </a:cubicBezTo>
                    <a:cubicBezTo>
                      <a:pt x="20" y="522"/>
                      <a:pt x="21" y="536"/>
                      <a:pt x="22" y="549"/>
                    </a:cubicBezTo>
                    <a:cubicBezTo>
                      <a:pt x="23" y="575"/>
                      <a:pt x="25" y="602"/>
                      <a:pt x="27" y="628"/>
                    </a:cubicBezTo>
                    <a:cubicBezTo>
                      <a:pt x="28" y="653"/>
                      <a:pt x="30" y="679"/>
                      <a:pt x="31" y="704"/>
                    </a:cubicBezTo>
                    <a:cubicBezTo>
                      <a:pt x="32" y="728"/>
                      <a:pt x="33" y="752"/>
                      <a:pt x="34" y="776"/>
                    </a:cubicBezTo>
                    <a:cubicBezTo>
                      <a:pt x="35" y="801"/>
                      <a:pt x="35" y="827"/>
                      <a:pt x="35" y="853"/>
                    </a:cubicBezTo>
                    <a:cubicBezTo>
                      <a:pt x="36" y="879"/>
                      <a:pt x="36" y="906"/>
                      <a:pt x="37" y="934"/>
                    </a:cubicBezTo>
                    <a:cubicBezTo>
                      <a:pt x="38" y="957"/>
                      <a:pt x="39" y="981"/>
                      <a:pt x="40" y="1006"/>
                    </a:cubicBezTo>
                    <a:cubicBezTo>
                      <a:pt x="41" y="1032"/>
                      <a:pt x="42" y="1058"/>
                      <a:pt x="42" y="1085"/>
                    </a:cubicBezTo>
                    <a:cubicBezTo>
                      <a:pt x="42" y="1092"/>
                      <a:pt x="42" y="1099"/>
                      <a:pt x="42" y="1106"/>
                    </a:cubicBezTo>
                    <a:cubicBezTo>
                      <a:pt x="42" y="1105"/>
                      <a:pt x="42" y="1105"/>
                      <a:pt x="42" y="1105"/>
                    </a:cubicBezTo>
                    <a:cubicBezTo>
                      <a:pt x="42" y="1156"/>
                      <a:pt x="41" y="1207"/>
                      <a:pt x="40" y="1258"/>
                    </a:cubicBezTo>
                    <a:cubicBezTo>
                      <a:pt x="39" y="1282"/>
                      <a:pt x="38" y="1307"/>
                      <a:pt x="38" y="1332"/>
                    </a:cubicBezTo>
                    <a:cubicBezTo>
                      <a:pt x="38" y="1359"/>
                      <a:pt x="38" y="1386"/>
                      <a:pt x="38" y="1413"/>
                    </a:cubicBezTo>
                    <a:cubicBezTo>
                      <a:pt x="38" y="1443"/>
                      <a:pt x="38" y="1473"/>
                      <a:pt x="37" y="1503"/>
                    </a:cubicBezTo>
                    <a:cubicBezTo>
                      <a:pt x="37" y="1517"/>
                      <a:pt x="37" y="1531"/>
                      <a:pt x="37" y="1545"/>
                    </a:cubicBezTo>
                    <a:cubicBezTo>
                      <a:pt x="36" y="1560"/>
                      <a:pt x="36" y="1577"/>
                      <a:pt x="36" y="1593"/>
                    </a:cubicBezTo>
                    <a:cubicBezTo>
                      <a:pt x="36" y="1592"/>
                      <a:pt x="36" y="1592"/>
                      <a:pt x="36" y="1591"/>
                    </a:cubicBezTo>
                    <a:cubicBezTo>
                      <a:pt x="37" y="1633"/>
                      <a:pt x="37" y="1674"/>
                      <a:pt x="38" y="1715"/>
                    </a:cubicBezTo>
                    <a:cubicBezTo>
                      <a:pt x="38" y="1736"/>
                      <a:pt x="38" y="1757"/>
                      <a:pt x="38" y="1778"/>
                    </a:cubicBezTo>
                    <a:cubicBezTo>
                      <a:pt x="38" y="1798"/>
                      <a:pt x="38" y="1818"/>
                      <a:pt x="38" y="1838"/>
                    </a:cubicBezTo>
                    <a:lnTo>
                      <a:pt x="38" y="1837"/>
                    </a:lnTo>
                    <a:cubicBezTo>
                      <a:pt x="38" y="1868"/>
                      <a:pt x="39" y="1899"/>
                      <a:pt x="39" y="1930"/>
                    </a:cubicBezTo>
                    <a:cubicBezTo>
                      <a:pt x="39" y="1929"/>
                      <a:pt x="39" y="1929"/>
                      <a:pt x="39" y="1929"/>
                    </a:cubicBezTo>
                    <a:cubicBezTo>
                      <a:pt x="39" y="1938"/>
                      <a:pt x="39" y="1948"/>
                      <a:pt x="39" y="1958"/>
                    </a:cubicBezTo>
                    <a:cubicBezTo>
                      <a:pt x="39" y="1957"/>
                      <a:pt x="39" y="1957"/>
                      <a:pt x="39" y="1957"/>
                    </a:cubicBezTo>
                    <a:cubicBezTo>
                      <a:pt x="39" y="1958"/>
                      <a:pt x="39" y="1959"/>
                      <a:pt x="39" y="1960"/>
                    </a:cubicBezTo>
                    <a:cubicBezTo>
                      <a:pt x="39" y="1960"/>
                      <a:pt x="39" y="1959"/>
                      <a:pt x="39" y="1958"/>
                    </a:cubicBezTo>
                    <a:cubicBezTo>
                      <a:pt x="39" y="1965"/>
                      <a:pt x="39" y="1972"/>
                      <a:pt x="39" y="1979"/>
                    </a:cubicBezTo>
                    <a:cubicBezTo>
                      <a:pt x="39" y="1978"/>
                      <a:pt x="39" y="1978"/>
                      <a:pt x="39" y="1978"/>
                    </a:cubicBezTo>
                    <a:cubicBezTo>
                      <a:pt x="39" y="1979"/>
                      <a:pt x="39" y="1981"/>
                      <a:pt x="39" y="1983"/>
                    </a:cubicBezTo>
                    <a:lnTo>
                      <a:pt x="39" y="1982"/>
                    </a:lnTo>
                    <a:cubicBezTo>
                      <a:pt x="39" y="2014"/>
                      <a:pt x="39" y="2045"/>
                      <a:pt x="39" y="2077"/>
                    </a:cubicBezTo>
                    <a:cubicBezTo>
                      <a:pt x="39" y="2090"/>
                      <a:pt x="39" y="2104"/>
                      <a:pt x="39" y="2117"/>
                    </a:cubicBezTo>
                    <a:cubicBezTo>
                      <a:pt x="39" y="2116"/>
                      <a:pt x="39" y="2116"/>
                      <a:pt x="39" y="2116"/>
                    </a:cubicBezTo>
                    <a:cubicBezTo>
                      <a:pt x="39" y="2121"/>
                      <a:pt x="39" y="2126"/>
                      <a:pt x="39" y="2131"/>
                    </a:cubicBezTo>
                    <a:cubicBezTo>
                      <a:pt x="39" y="2131"/>
                      <a:pt x="39" y="2132"/>
                      <a:pt x="39" y="2133"/>
                    </a:cubicBezTo>
                    <a:cubicBezTo>
                      <a:pt x="39" y="2132"/>
                      <a:pt x="39" y="2132"/>
                      <a:pt x="39" y="2131"/>
                    </a:cubicBezTo>
                    <a:cubicBezTo>
                      <a:pt x="39" y="2152"/>
                      <a:pt x="41" y="2173"/>
                      <a:pt x="41" y="2194"/>
                    </a:cubicBezTo>
                    <a:cubicBezTo>
                      <a:pt x="42" y="2204"/>
                      <a:pt x="42" y="2215"/>
                      <a:pt x="43" y="2226"/>
                    </a:cubicBezTo>
                    <a:cubicBezTo>
                      <a:pt x="44" y="2236"/>
                      <a:pt x="44" y="2246"/>
                      <a:pt x="44" y="2256"/>
                    </a:cubicBezTo>
                    <a:cubicBezTo>
                      <a:pt x="44" y="2265"/>
                      <a:pt x="44" y="2275"/>
                      <a:pt x="45" y="2284"/>
                    </a:cubicBezTo>
                    <a:cubicBezTo>
                      <a:pt x="45" y="2293"/>
                      <a:pt x="46" y="2303"/>
                      <a:pt x="48" y="2313"/>
                    </a:cubicBezTo>
                    <a:cubicBezTo>
                      <a:pt x="49" y="2323"/>
                      <a:pt x="50" y="2332"/>
                      <a:pt x="51" y="2343"/>
                    </a:cubicBezTo>
                    <a:cubicBezTo>
                      <a:pt x="51" y="2351"/>
                      <a:pt x="52" y="2359"/>
                      <a:pt x="51" y="2368"/>
                    </a:cubicBezTo>
                    <a:cubicBezTo>
                      <a:pt x="51" y="2373"/>
                      <a:pt x="46" y="2377"/>
                      <a:pt x="41" y="2378"/>
                    </a:cubicBezTo>
                    <a:cubicBezTo>
                      <a:pt x="35" y="2378"/>
                      <a:pt x="30" y="2374"/>
                      <a:pt x="30" y="236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" name="Google Shape;103;p2"/>
              <p:cNvSpPr/>
              <p:nvPr/>
            </p:nvSpPr>
            <p:spPr>
              <a:xfrm>
                <a:off x="1582920" y="2050920"/>
                <a:ext cx="42120" cy="7524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209" extrusionOk="0">
                    <a:moveTo>
                      <a:pt x="100" y="206"/>
                    </a:moveTo>
                    <a:cubicBezTo>
                      <a:pt x="97" y="205"/>
                      <a:pt x="96" y="202"/>
                      <a:pt x="95" y="199"/>
                    </a:cubicBezTo>
                    <a:cubicBezTo>
                      <a:pt x="92" y="188"/>
                      <a:pt x="90" y="177"/>
                      <a:pt x="88" y="166"/>
                    </a:cubicBezTo>
                    <a:cubicBezTo>
                      <a:pt x="86" y="157"/>
                      <a:pt x="85" y="148"/>
                      <a:pt x="83" y="139"/>
                    </a:cubicBezTo>
                    <a:cubicBezTo>
                      <a:pt x="81" y="128"/>
                      <a:pt x="79" y="117"/>
                      <a:pt x="77" y="106"/>
                    </a:cubicBezTo>
                    <a:cubicBezTo>
                      <a:pt x="76" y="102"/>
                      <a:pt x="75" y="99"/>
                      <a:pt x="74" y="95"/>
                    </a:cubicBezTo>
                    <a:cubicBezTo>
                      <a:pt x="73" y="89"/>
                      <a:pt x="72" y="84"/>
                      <a:pt x="71" y="79"/>
                    </a:cubicBezTo>
                    <a:cubicBezTo>
                      <a:pt x="69" y="72"/>
                      <a:pt x="67" y="65"/>
                      <a:pt x="65" y="59"/>
                    </a:cubicBezTo>
                    <a:cubicBezTo>
                      <a:pt x="63" y="52"/>
                      <a:pt x="61" y="45"/>
                      <a:pt x="58" y="38"/>
                    </a:cubicBezTo>
                    <a:cubicBezTo>
                      <a:pt x="54" y="56"/>
                      <a:pt x="50" y="74"/>
                      <a:pt x="46" y="91"/>
                    </a:cubicBezTo>
                    <a:cubicBezTo>
                      <a:pt x="43" y="100"/>
                      <a:pt x="40" y="110"/>
                      <a:pt x="38" y="120"/>
                    </a:cubicBezTo>
                    <a:cubicBezTo>
                      <a:pt x="36" y="125"/>
                      <a:pt x="35" y="132"/>
                      <a:pt x="33" y="138"/>
                    </a:cubicBezTo>
                    <a:cubicBezTo>
                      <a:pt x="31" y="144"/>
                      <a:pt x="29" y="149"/>
                      <a:pt x="27" y="155"/>
                    </a:cubicBezTo>
                    <a:cubicBezTo>
                      <a:pt x="25" y="161"/>
                      <a:pt x="22" y="167"/>
                      <a:pt x="19" y="173"/>
                    </a:cubicBezTo>
                    <a:cubicBezTo>
                      <a:pt x="16" y="177"/>
                      <a:pt x="11" y="178"/>
                      <a:pt x="7" y="177"/>
                    </a:cubicBezTo>
                    <a:cubicBezTo>
                      <a:pt x="2" y="176"/>
                      <a:pt x="0" y="171"/>
                      <a:pt x="0" y="167"/>
                    </a:cubicBezTo>
                    <a:cubicBezTo>
                      <a:pt x="0" y="162"/>
                      <a:pt x="1" y="158"/>
                      <a:pt x="2" y="154"/>
                    </a:cubicBezTo>
                    <a:cubicBezTo>
                      <a:pt x="3" y="152"/>
                      <a:pt x="4" y="149"/>
                      <a:pt x="4" y="146"/>
                    </a:cubicBezTo>
                    <a:cubicBezTo>
                      <a:pt x="5" y="141"/>
                      <a:pt x="7" y="136"/>
                      <a:pt x="7" y="131"/>
                    </a:cubicBezTo>
                    <a:cubicBezTo>
                      <a:pt x="9" y="120"/>
                      <a:pt x="12" y="108"/>
                      <a:pt x="14" y="97"/>
                    </a:cubicBezTo>
                    <a:cubicBezTo>
                      <a:pt x="16" y="87"/>
                      <a:pt x="18" y="77"/>
                      <a:pt x="21" y="67"/>
                    </a:cubicBezTo>
                    <a:cubicBezTo>
                      <a:pt x="23" y="56"/>
                      <a:pt x="26" y="44"/>
                      <a:pt x="29" y="33"/>
                    </a:cubicBezTo>
                    <a:cubicBezTo>
                      <a:pt x="31" y="25"/>
                      <a:pt x="33" y="18"/>
                      <a:pt x="37" y="11"/>
                    </a:cubicBezTo>
                    <a:cubicBezTo>
                      <a:pt x="40" y="6"/>
                      <a:pt x="44" y="0"/>
                      <a:pt x="50" y="0"/>
                    </a:cubicBezTo>
                    <a:cubicBezTo>
                      <a:pt x="54" y="0"/>
                      <a:pt x="58" y="3"/>
                      <a:pt x="60" y="7"/>
                    </a:cubicBezTo>
                    <a:cubicBezTo>
                      <a:pt x="64" y="8"/>
                      <a:pt x="68" y="12"/>
                      <a:pt x="70" y="15"/>
                    </a:cubicBezTo>
                    <a:cubicBezTo>
                      <a:pt x="74" y="21"/>
                      <a:pt x="76" y="28"/>
                      <a:pt x="78" y="34"/>
                    </a:cubicBezTo>
                    <a:cubicBezTo>
                      <a:pt x="82" y="43"/>
                      <a:pt x="84" y="53"/>
                      <a:pt x="86" y="62"/>
                    </a:cubicBezTo>
                    <a:cubicBezTo>
                      <a:pt x="88" y="67"/>
                      <a:pt x="89" y="72"/>
                      <a:pt x="90" y="77"/>
                    </a:cubicBezTo>
                    <a:cubicBezTo>
                      <a:pt x="92" y="86"/>
                      <a:pt x="95" y="95"/>
                      <a:pt x="96" y="105"/>
                    </a:cubicBezTo>
                    <a:cubicBezTo>
                      <a:pt x="99" y="115"/>
                      <a:pt x="100" y="125"/>
                      <a:pt x="102" y="136"/>
                    </a:cubicBezTo>
                    <a:cubicBezTo>
                      <a:pt x="105" y="153"/>
                      <a:pt x="109" y="171"/>
                      <a:pt x="113" y="189"/>
                    </a:cubicBezTo>
                    <a:cubicBezTo>
                      <a:pt x="114" y="191"/>
                      <a:pt x="114" y="192"/>
                      <a:pt x="114" y="194"/>
                    </a:cubicBezTo>
                    <a:cubicBezTo>
                      <a:pt x="116" y="199"/>
                      <a:pt x="114" y="205"/>
                      <a:pt x="109" y="207"/>
                    </a:cubicBezTo>
                    <a:cubicBezTo>
                      <a:pt x="107" y="208"/>
                      <a:pt x="106" y="208"/>
                      <a:pt x="105" y="208"/>
                    </a:cubicBezTo>
                    <a:cubicBezTo>
                      <a:pt x="103" y="208"/>
                      <a:pt x="102" y="207"/>
                      <a:pt x="100" y="20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" name="Google Shape;104;p2"/>
              <p:cNvSpPr/>
              <p:nvPr/>
            </p:nvSpPr>
            <p:spPr>
              <a:xfrm>
                <a:off x="1249200" y="2260080"/>
                <a:ext cx="753840" cy="263520"/>
              </a:xfrm>
              <a:custGeom>
                <a:avLst/>
                <a:gdLst/>
                <a:ahLst/>
                <a:cxnLst/>
                <a:rect l="l" t="t" r="r" b="b"/>
                <a:pathLst>
                  <a:path w="2094" h="732" extrusionOk="0">
                    <a:moveTo>
                      <a:pt x="2074" y="728"/>
                    </a:moveTo>
                    <a:cubicBezTo>
                      <a:pt x="2062" y="716"/>
                      <a:pt x="2050" y="704"/>
                      <a:pt x="2038" y="691"/>
                    </a:cubicBezTo>
                    <a:cubicBezTo>
                      <a:pt x="2032" y="685"/>
                      <a:pt x="2026" y="679"/>
                      <a:pt x="2020" y="673"/>
                    </a:cubicBezTo>
                    <a:cubicBezTo>
                      <a:pt x="2014" y="666"/>
                      <a:pt x="2008" y="659"/>
                      <a:pt x="2002" y="653"/>
                    </a:cubicBezTo>
                    <a:cubicBezTo>
                      <a:pt x="1989" y="639"/>
                      <a:pt x="1974" y="627"/>
                      <a:pt x="1960" y="614"/>
                    </a:cubicBezTo>
                    <a:cubicBezTo>
                      <a:pt x="1953" y="608"/>
                      <a:pt x="1946" y="601"/>
                      <a:pt x="1940" y="595"/>
                    </a:cubicBezTo>
                    <a:cubicBezTo>
                      <a:pt x="1932" y="588"/>
                      <a:pt x="1925" y="580"/>
                      <a:pt x="1918" y="572"/>
                    </a:cubicBezTo>
                    <a:cubicBezTo>
                      <a:pt x="1906" y="558"/>
                      <a:pt x="1894" y="544"/>
                      <a:pt x="1881" y="530"/>
                    </a:cubicBezTo>
                    <a:cubicBezTo>
                      <a:pt x="1868" y="516"/>
                      <a:pt x="1854" y="502"/>
                      <a:pt x="1841" y="488"/>
                    </a:cubicBezTo>
                    <a:lnTo>
                      <a:pt x="1841" y="489"/>
                    </a:lnTo>
                    <a:cubicBezTo>
                      <a:pt x="1828" y="476"/>
                      <a:pt x="1815" y="463"/>
                      <a:pt x="1801" y="450"/>
                    </a:cubicBezTo>
                    <a:cubicBezTo>
                      <a:pt x="1786" y="436"/>
                      <a:pt x="1773" y="421"/>
                      <a:pt x="1759" y="406"/>
                    </a:cubicBezTo>
                    <a:cubicBezTo>
                      <a:pt x="1746" y="393"/>
                      <a:pt x="1732" y="379"/>
                      <a:pt x="1719" y="366"/>
                    </a:cubicBezTo>
                    <a:cubicBezTo>
                      <a:pt x="1706" y="352"/>
                      <a:pt x="1692" y="337"/>
                      <a:pt x="1679" y="323"/>
                    </a:cubicBezTo>
                    <a:cubicBezTo>
                      <a:pt x="1665" y="310"/>
                      <a:pt x="1651" y="297"/>
                      <a:pt x="1638" y="284"/>
                    </a:cubicBezTo>
                    <a:cubicBezTo>
                      <a:pt x="1625" y="272"/>
                      <a:pt x="1612" y="260"/>
                      <a:pt x="1598" y="248"/>
                    </a:cubicBezTo>
                    <a:cubicBezTo>
                      <a:pt x="1585" y="236"/>
                      <a:pt x="1572" y="223"/>
                      <a:pt x="1558" y="210"/>
                    </a:cubicBezTo>
                    <a:cubicBezTo>
                      <a:pt x="1552" y="204"/>
                      <a:pt x="1546" y="198"/>
                      <a:pt x="1539" y="192"/>
                    </a:cubicBezTo>
                    <a:cubicBezTo>
                      <a:pt x="1532" y="186"/>
                      <a:pt x="1525" y="180"/>
                      <a:pt x="1517" y="174"/>
                    </a:cubicBezTo>
                    <a:cubicBezTo>
                      <a:pt x="1511" y="169"/>
                      <a:pt x="1505" y="165"/>
                      <a:pt x="1498" y="160"/>
                    </a:cubicBezTo>
                    <a:cubicBezTo>
                      <a:pt x="1495" y="158"/>
                      <a:pt x="1491" y="155"/>
                      <a:pt x="1487" y="153"/>
                    </a:cubicBezTo>
                    <a:cubicBezTo>
                      <a:pt x="1484" y="151"/>
                      <a:pt x="1479" y="149"/>
                      <a:pt x="1476" y="146"/>
                    </a:cubicBezTo>
                    <a:cubicBezTo>
                      <a:pt x="1450" y="132"/>
                      <a:pt x="1424" y="119"/>
                      <a:pt x="1396" y="107"/>
                    </a:cubicBezTo>
                    <a:cubicBezTo>
                      <a:pt x="1386" y="103"/>
                      <a:pt x="1375" y="100"/>
                      <a:pt x="1365" y="96"/>
                    </a:cubicBezTo>
                    <a:cubicBezTo>
                      <a:pt x="1355" y="93"/>
                      <a:pt x="1345" y="89"/>
                      <a:pt x="1335" y="86"/>
                    </a:cubicBezTo>
                    <a:cubicBezTo>
                      <a:pt x="1314" y="79"/>
                      <a:pt x="1293" y="72"/>
                      <a:pt x="1271" y="67"/>
                    </a:cubicBezTo>
                    <a:cubicBezTo>
                      <a:pt x="1264" y="65"/>
                      <a:pt x="1256" y="63"/>
                      <a:pt x="1248" y="61"/>
                    </a:cubicBezTo>
                    <a:cubicBezTo>
                      <a:pt x="1239" y="60"/>
                      <a:pt x="1230" y="58"/>
                      <a:pt x="1220" y="56"/>
                    </a:cubicBezTo>
                    <a:cubicBezTo>
                      <a:pt x="1203" y="53"/>
                      <a:pt x="1186" y="50"/>
                      <a:pt x="1170" y="46"/>
                    </a:cubicBezTo>
                    <a:cubicBezTo>
                      <a:pt x="1137" y="40"/>
                      <a:pt x="1104" y="33"/>
                      <a:pt x="1072" y="29"/>
                    </a:cubicBezTo>
                    <a:cubicBezTo>
                      <a:pt x="1055" y="27"/>
                      <a:pt x="1039" y="25"/>
                      <a:pt x="1022" y="24"/>
                    </a:cubicBezTo>
                    <a:cubicBezTo>
                      <a:pt x="1006" y="23"/>
                      <a:pt x="990" y="22"/>
                      <a:pt x="974" y="21"/>
                    </a:cubicBezTo>
                    <a:cubicBezTo>
                      <a:pt x="964" y="22"/>
                      <a:pt x="956" y="22"/>
                      <a:pt x="946" y="22"/>
                    </a:cubicBezTo>
                    <a:cubicBezTo>
                      <a:pt x="937" y="23"/>
                      <a:pt x="928" y="24"/>
                      <a:pt x="919" y="26"/>
                    </a:cubicBezTo>
                    <a:cubicBezTo>
                      <a:pt x="899" y="29"/>
                      <a:pt x="879" y="33"/>
                      <a:pt x="860" y="38"/>
                    </a:cubicBezTo>
                    <a:cubicBezTo>
                      <a:pt x="840" y="43"/>
                      <a:pt x="820" y="48"/>
                      <a:pt x="800" y="53"/>
                    </a:cubicBezTo>
                    <a:cubicBezTo>
                      <a:pt x="801" y="53"/>
                      <a:pt x="801" y="53"/>
                      <a:pt x="801" y="53"/>
                    </a:cubicBezTo>
                    <a:cubicBezTo>
                      <a:pt x="795" y="54"/>
                      <a:pt x="790" y="56"/>
                      <a:pt x="784" y="57"/>
                    </a:cubicBezTo>
                    <a:lnTo>
                      <a:pt x="785" y="57"/>
                    </a:lnTo>
                    <a:cubicBezTo>
                      <a:pt x="772" y="61"/>
                      <a:pt x="759" y="65"/>
                      <a:pt x="746" y="69"/>
                    </a:cubicBezTo>
                    <a:cubicBezTo>
                      <a:pt x="734" y="74"/>
                      <a:pt x="723" y="78"/>
                      <a:pt x="711" y="82"/>
                    </a:cubicBezTo>
                    <a:cubicBezTo>
                      <a:pt x="700" y="86"/>
                      <a:pt x="690" y="91"/>
                      <a:pt x="680" y="96"/>
                    </a:cubicBezTo>
                    <a:cubicBezTo>
                      <a:pt x="671" y="100"/>
                      <a:pt x="661" y="104"/>
                      <a:pt x="652" y="109"/>
                    </a:cubicBezTo>
                    <a:cubicBezTo>
                      <a:pt x="632" y="117"/>
                      <a:pt x="611" y="126"/>
                      <a:pt x="591" y="135"/>
                    </a:cubicBezTo>
                    <a:cubicBezTo>
                      <a:pt x="572" y="144"/>
                      <a:pt x="553" y="152"/>
                      <a:pt x="534" y="160"/>
                    </a:cubicBezTo>
                    <a:cubicBezTo>
                      <a:pt x="514" y="170"/>
                      <a:pt x="494" y="178"/>
                      <a:pt x="474" y="189"/>
                    </a:cubicBezTo>
                    <a:cubicBezTo>
                      <a:pt x="472" y="190"/>
                      <a:pt x="470" y="191"/>
                      <a:pt x="469" y="192"/>
                    </a:cubicBezTo>
                    <a:cubicBezTo>
                      <a:pt x="469" y="191"/>
                      <a:pt x="470" y="191"/>
                      <a:pt x="470" y="191"/>
                    </a:cubicBezTo>
                    <a:cubicBezTo>
                      <a:pt x="452" y="202"/>
                      <a:pt x="434" y="213"/>
                      <a:pt x="417" y="225"/>
                    </a:cubicBezTo>
                    <a:cubicBezTo>
                      <a:pt x="408" y="230"/>
                      <a:pt x="399" y="237"/>
                      <a:pt x="390" y="243"/>
                    </a:cubicBezTo>
                    <a:cubicBezTo>
                      <a:pt x="381" y="248"/>
                      <a:pt x="372" y="254"/>
                      <a:pt x="363" y="260"/>
                    </a:cubicBezTo>
                    <a:cubicBezTo>
                      <a:pt x="346" y="271"/>
                      <a:pt x="329" y="283"/>
                      <a:pt x="311" y="293"/>
                    </a:cubicBezTo>
                    <a:cubicBezTo>
                      <a:pt x="291" y="304"/>
                      <a:pt x="272" y="315"/>
                      <a:pt x="253" y="326"/>
                    </a:cubicBezTo>
                    <a:cubicBezTo>
                      <a:pt x="241" y="333"/>
                      <a:pt x="229" y="340"/>
                      <a:pt x="217" y="349"/>
                    </a:cubicBezTo>
                    <a:cubicBezTo>
                      <a:pt x="205" y="357"/>
                      <a:pt x="192" y="366"/>
                      <a:pt x="181" y="375"/>
                    </a:cubicBezTo>
                    <a:cubicBezTo>
                      <a:pt x="158" y="392"/>
                      <a:pt x="137" y="410"/>
                      <a:pt x="114" y="427"/>
                    </a:cubicBezTo>
                    <a:cubicBezTo>
                      <a:pt x="91" y="445"/>
                      <a:pt x="68" y="461"/>
                      <a:pt x="44" y="478"/>
                    </a:cubicBezTo>
                    <a:cubicBezTo>
                      <a:pt x="38" y="483"/>
                      <a:pt x="32" y="488"/>
                      <a:pt x="26" y="493"/>
                    </a:cubicBezTo>
                    <a:cubicBezTo>
                      <a:pt x="25" y="495"/>
                      <a:pt x="23" y="497"/>
                      <a:pt x="22" y="498"/>
                    </a:cubicBezTo>
                    <a:cubicBezTo>
                      <a:pt x="22" y="498"/>
                      <a:pt x="22" y="497"/>
                      <a:pt x="23" y="497"/>
                    </a:cubicBezTo>
                    <a:cubicBezTo>
                      <a:pt x="22" y="498"/>
                      <a:pt x="22" y="498"/>
                      <a:pt x="22" y="498"/>
                    </a:cubicBezTo>
                    <a:lnTo>
                      <a:pt x="22" y="499"/>
                    </a:lnTo>
                    <a:cubicBezTo>
                      <a:pt x="22" y="500"/>
                      <a:pt x="22" y="500"/>
                      <a:pt x="21" y="501"/>
                    </a:cubicBezTo>
                    <a:cubicBezTo>
                      <a:pt x="21" y="507"/>
                      <a:pt x="15" y="511"/>
                      <a:pt x="9" y="509"/>
                    </a:cubicBezTo>
                    <a:cubicBezTo>
                      <a:pt x="4" y="508"/>
                      <a:pt x="0" y="503"/>
                      <a:pt x="1" y="497"/>
                    </a:cubicBezTo>
                    <a:cubicBezTo>
                      <a:pt x="1" y="497"/>
                      <a:pt x="1" y="496"/>
                      <a:pt x="1" y="495"/>
                    </a:cubicBezTo>
                    <a:cubicBezTo>
                      <a:pt x="1" y="494"/>
                      <a:pt x="2" y="493"/>
                      <a:pt x="2" y="491"/>
                    </a:cubicBezTo>
                    <a:cubicBezTo>
                      <a:pt x="3" y="489"/>
                      <a:pt x="4" y="487"/>
                      <a:pt x="5" y="486"/>
                    </a:cubicBezTo>
                    <a:cubicBezTo>
                      <a:pt x="7" y="483"/>
                      <a:pt x="9" y="481"/>
                      <a:pt x="11" y="479"/>
                    </a:cubicBezTo>
                    <a:cubicBezTo>
                      <a:pt x="13" y="477"/>
                      <a:pt x="15" y="475"/>
                      <a:pt x="18" y="473"/>
                    </a:cubicBezTo>
                    <a:cubicBezTo>
                      <a:pt x="22" y="469"/>
                      <a:pt x="27" y="466"/>
                      <a:pt x="32" y="462"/>
                    </a:cubicBezTo>
                    <a:cubicBezTo>
                      <a:pt x="36" y="459"/>
                      <a:pt x="41" y="455"/>
                      <a:pt x="46" y="452"/>
                    </a:cubicBezTo>
                    <a:cubicBezTo>
                      <a:pt x="51" y="449"/>
                      <a:pt x="56" y="445"/>
                      <a:pt x="60" y="442"/>
                    </a:cubicBezTo>
                    <a:cubicBezTo>
                      <a:pt x="78" y="430"/>
                      <a:pt x="95" y="417"/>
                      <a:pt x="113" y="404"/>
                    </a:cubicBezTo>
                    <a:cubicBezTo>
                      <a:pt x="126" y="393"/>
                      <a:pt x="139" y="383"/>
                      <a:pt x="153" y="373"/>
                    </a:cubicBezTo>
                    <a:cubicBezTo>
                      <a:pt x="167" y="361"/>
                      <a:pt x="182" y="350"/>
                      <a:pt x="197" y="339"/>
                    </a:cubicBezTo>
                    <a:cubicBezTo>
                      <a:pt x="212" y="329"/>
                      <a:pt x="228" y="318"/>
                      <a:pt x="244" y="309"/>
                    </a:cubicBezTo>
                    <a:cubicBezTo>
                      <a:pt x="260" y="300"/>
                      <a:pt x="276" y="292"/>
                      <a:pt x="291" y="282"/>
                    </a:cubicBezTo>
                    <a:cubicBezTo>
                      <a:pt x="328" y="260"/>
                      <a:pt x="363" y="236"/>
                      <a:pt x="399" y="212"/>
                    </a:cubicBezTo>
                    <a:cubicBezTo>
                      <a:pt x="408" y="206"/>
                      <a:pt x="417" y="200"/>
                      <a:pt x="427" y="194"/>
                    </a:cubicBezTo>
                    <a:cubicBezTo>
                      <a:pt x="435" y="188"/>
                      <a:pt x="444" y="183"/>
                      <a:pt x="453" y="177"/>
                    </a:cubicBezTo>
                    <a:cubicBezTo>
                      <a:pt x="462" y="172"/>
                      <a:pt x="471" y="167"/>
                      <a:pt x="481" y="162"/>
                    </a:cubicBezTo>
                    <a:cubicBezTo>
                      <a:pt x="492" y="157"/>
                      <a:pt x="502" y="152"/>
                      <a:pt x="513" y="148"/>
                    </a:cubicBezTo>
                    <a:cubicBezTo>
                      <a:pt x="533" y="139"/>
                      <a:pt x="552" y="130"/>
                      <a:pt x="572" y="121"/>
                    </a:cubicBezTo>
                    <a:cubicBezTo>
                      <a:pt x="591" y="113"/>
                      <a:pt x="611" y="104"/>
                      <a:pt x="630" y="96"/>
                    </a:cubicBezTo>
                    <a:cubicBezTo>
                      <a:pt x="640" y="92"/>
                      <a:pt x="650" y="87"/>
                      <a:pt x="660" y="83"/>
                    </a:cubicBezTo>
                    <a:cubicBezTo>
                      <a:pt x="670" y="78"/>
                      <a:pt x="680" y="73"/>
                      <a:pt x="691" y="68"/>
                    </a:cubicBezTo>
                    <a:cubicBezTo>
                      <a:pt x="700" y="64"/>
                      <a:pt x="710" y="60"/>
                      <a:pt x="721" y="57"/>
                    </a:cubicBezTo>
                    <a:cubicBezTo>
                      <a:pt x="731" y="53"/>
                      <a:pt x="741" y="49"/>
                      <a:pt x="752" y="46"/>
                    </a:cubicBezTo>
                    <a:cubicBezTo>
                      <a:pt x="763" y="42"/>
                      <a:pt x="776" y="39"/>
                      <a:pt x="788" y="35"/>
                    </a:cubicBezTo>
                    <a:cubicBezTo>
                      <a:pt x="787" y="36"/>
                      <a:pt x="787" y="36"/>
                      <a:pt x="787" y="36"/>
                    </a:cubicBezTo>
                    <a:cubicBezTo>
                      <a:pt x="807" y="30"/>
                      <a:pt x="828" y="25"/>
                      <a:pt x="848" y="20"/>
                    </a:cubicBezTo>
                    <a:cubicBezTo>
                      <a:pt x="858" y="17"/>
                      <a:pt x="869" y="15"/>
                      <a:pt x="879" y="12"/>
                    </a:cubicBezTo>
                    <a:cubicBezTo>
                      <a:pt x="890" y="10"/>
                      <a:pt x="900" y="8"/>
                      <a:pt x="910" y="6"/>
                    </a:cubicBezTo>
                    <a:cubicBezTo>
                      <a:pt x="931" y="3"/>
                      <a:pt x="953" y="0"/>
                      <a:pt x="975" y="1"/>
                    </a:cubicBezTo>
                    <a:cubicBezTo>
                      <a:pt x="996" y="1"/>
                      <a:pt x="1017" y="3"/>
                      <a:pt x="1038" y="5"/>
                    </a:cubicBezTo>
                    <a:cubicBezTo>
                      <a:pt x="1060" y="7"/>
                      <a:pt x="1082" y="10"/>
                      <a:pt x="1104" y="13"/>
                    </a:cubicBezTo>
                    <a:cubicBezTo>
                      <a:pt x="1126" y="17"/>
                      <a:pt x="1147" y="22"/>
                      <a:pt x="1170" y="26"/>
                    </a:cubicBezTo>
                    <a:cubicBezTo>
                      <a:pt x="1191" y="30"/>
                      <a:pt x="1211" y="34"/>
                      <a:pt x="1233" y="38"/>
                    </a:cubicBezTo>
                    <a:cubicBezTo>
                      <a:pt x="1244" y="40"/>
                      <a:pt x="1255" y="42"/>
                      <a:pt x="1266" y="45"/>
                    </a:cubicBezTo>
                    <a:cubicBezTo>
                      <a:pt x="1276" y="47"/>
                      <a:pt x="1287" y="50"/>
                      <a:pt x="1297" y="53"/>
                    </a:cubicBezTo>
                    <a:cubicBezTo>
                      <a:pt x="1317" y="59"/>
                      <a:pt x="1338" y="66"/>
                      <a:pt x="1359" y="72"/>
                    </a:cubicBezTo>
                    <a:cubicBezTo>
                      <a:pt x="1379" y="79"/>
                      <a:pt x="1400" y="86"/>
                      <a:pt x="1419" y="96"/>
                    </a:cubicBezTo>
                    <a:cubicBezTo>
                      <a:pt x="1440" y="105"/>
                      <a:pt x="1461" y="115"/>
                      <a:pt x="1481" y="126"/>
                    </a:cubicBezTo>
                    <a:cubicBezTo>
                      <a:pt x="1500" y="137"/>
                      <a:pt x="1519" y="149"/>
                      <a:pt x="1537" y="162"/>
                    </a:cubicBezTo>
                    <a:cubicBezTo>
                      <a:pt x="1553" y="175"/>
                      <a:pt x="1568" y="191"/>
                      <a:pt x="1583" y="205"/>
                    </a:cubicBezTo>
                    <a:cubicBezTo>
                      <a:pt x="1599" y="220"/>
                      <a:pt x="1614" y="234"/>
                      <a:pt x="1630" y="248"/>
                    </a:cubicBezTo>
                    <a:cubicBezTo>
                      <a:pt x="1647" y="264"/>
                      <a:pt x="1664" y="279"/>
                      <a:pt x="1679" y="295"/>
                    </a:cubicBezTo>
                    <a:cubicBezTo>
                      <a:pt x="1695" y="310"/>
                      <a:pt x="1709" y="325"/>
                      <a:pt x="1724" y="340"/>
                    </a:cubicBezTo>
                    <a:cubicBezTo>
                      <a:pt x="1737" y="354"/>
                      <a:pt x="1750" y="368"/>
                      <a:pt x="1764" y="381"/>
                    </a:cubicBezTo>
                    <a:cubicBezTo>
                      <a:pt x="1777" y="395"/>
                      <a:pt x="1789" y="408"/>
                      <a:pt x="1801" y="421"/>
                    </a:cubicBezTo>
                    <a:cubicBezTo>
                      <a:pt x="1814" y="434"/>
                      <a:pt x="1827" y="446"/>
                      <a:pt x="1840" y="458"/>
                    </a:cubicBezTo>
                    <a:cubicBezTo>
                      <a:pt x="1854" y="472"/>
                      <a:pt x="1868" y="486"/>
                      <a:pt x="1882" y="500"/>
                    </a:cubicBezTo>
                    <a:cubicBezTo>
                      <a:pt x="1895" y="514"/>
                      <a:pt x="1907" y="528"/>
                      <a:pt x="1920" y="541"/>
                    </a:cubicBezTo>
                    <a:cubicBezTo>
                      <a:pt x="1932" y="554"/>
                      <a:pt x="1943" y="568"/>
                      <a:pt x="1956" y="581"/>
                    </a:cubicBezTo>
                    <a:cubicBezTo>
                      <a:pt x="1975" y="600"/>
                      <a:pt x="1996" y="617"/>
                      <a:pt x="2015" y="635"/>
                    </a:cubicBezTo>
                    <a:cubicBezTo>
                      <a:pt x="2024" y="645"/>
                      <a:pt x="2034" y="655"/>
                      <a:pt x="2043" y="664"/>
                    </a:cubicBezTo>
                    <a:cubicBezTo>
                      <a:pt x="2052" y="674"/>
                      <a:pt x="2061" y="684"/>
                      <a:pt x="2070" y="694"/>
                    </a:cubicBezTo>
                    <a:cubicBezTo>
                      <a:pt x="2074" y="696"/>
                      <a:pt x="2077" y="699"/>
                      <a:pt x="2080" y="702"/>
                    </a:cubicBezTo>
                    <a:cubicBezTo>
                      <a:pt x="2083" y="705"/>
                      <a:pt x="2086" y="708"/>
                      <a:pt x="2089" y="712"/>
                    </a:cubicBezTo>
                    <a:cubicBezTo>
                      <a:pt x="2091" y="713"/>
                      <a:pt x="2092" y="716"/>
                      <a:pt x="2093" y="719"/>
                    </a:cubicBezTo>
                    <a:cubicBezTo>
                      <a:pt x="2093" y="722"/>
                      <a:pt x="2092" y="725"/>
                      <a:pt x="2090" y="727"/>
                    </a:cubicBezTo>
                    <a:cubicBezTo>
                      <a:pt x="2088" y="730"/>
                      <a:pt x="2085" y="731"/>
                      <a:pt x="2082" y="731"/>
                    </a:cubicBezTo>
                    <a:cubicBezTo>
                      <a:pt x="2079" y="731"/>
                      <a:pt x="2077" y="730"/>
                      <a:pt x="2074" y="7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" name="Google Shape;105;p2"/>
              <p:cNvSpPr/>
              <p:nvPr/>
            </p:nvSpPr>
            <p:spPr>
              <a:xfrm>
                <a:off x="1985040" y="2509200"/>
                <a:ext cx="199080" cy="149400"/>
              </a:xfrm>
              <a:custGeom>
                <a:avLst/>
                <a:gdLst/>
                <a:ahLst/>
                <a:cxnLst/>
                <a:rect l="l" t="t" r="r" b="b"/>
                <a:pathLst>
                  <a:path w="553" h="415" extrusionOk="0">
                    <a:moveTo>
                      <a:pt x="537" y="414"/>
                    </a:moveTo>
                    <a:cubicBezTo>
                      <a:pt x="516" y="407"/>
                      <a:pt x="495" y="399"/>
                      <a:pt x="475" y="390"/>
                    </a:cubicBezTo>
                    <a:cubicBezTo>
                      <a:pt x="456" y="381"/>
                      <a:pt x="436" y="372"/>
                      <a:pt x="416" y="363"/>
                    </a:cubicBezTo>
                    <a:cubicBezTo>
                      <a:pt x="406" y="360"/>
                      <a:pt x="397" y="356"/>
                      <a:pt x="387" y="352"/>
                    </a:cubicBezTo>
                    <a:cubicBezTo>
                      <a:pt x="376" y="348"/>
                      <a:pt x="366" y="345"/>
                      <a:pt x="355" y="340"/>
                    </a:cubicBezTo>
                    <a:cubicBezTo>
                      <a:pt x="345" y="336"/>
                      <a:pt x="334" y="332"/>
                      <a:pt x="324" y="327"/>
                    </a:cubicBezTo>
                    <a:cubicBezTo>
                      <a:pt x="314" y="322"/>
                      <a:pt x="304" y="316"/>
                      <a:pt x="294" y="310"/>
                    </a:cubicBezTo>
                    <a:cubicBezTo>
                      <a:pt x="287" y="305"/>
                      <a:pt x="280" y="301"/>
                      <a:pt x="273" y="296"/>
                    </a:cubicBezTo>
                    <a:cubicBezTo>
                      <a:pt x="268" y="292"/>
                      <a:pt x="262" y="288"/>
                      <a:pt x="257" y="284"/>
                    </a:cubicBezTo>
                    <a:cubicBezTo>
                      <a:pt x="258" y="284"/>
                      <a:pt x="258" y="285"/>
                      <a:pt x="258" y="285"/>
                    </a:cubicBezTo>
                    <a:cubicBezTo>
                      <a:pt x="240" y="271"/>
                      <a:pt x="222" y="256"/>
                      <a:pt x="205" y="241"/>
                    </a:cubicBezTo>
                    <a:cubicBezTo>
                      <a:pt x="197" y="233"/>
                      <a:pt x="189" y="226"/>
                      <a:pt x="182" y="218"/>
                    </a:cubicBezTo>
                    <a:cubicBezTo>
                      <a:pt x="175" y="209"/>
                      <a:pt x="168" y="201"/>
                      <a:pt x="161" y="193"/>
                    </a:cubicBezTo>
                    <a:cubicBezTo>
                      <a:pt x="153" y="183"/>
                      <a:pt x="146" y="174"/>
                      <a:pt x="137" y="165"/>
                    </a:cubicBezTo>
                    <a:lnTo>
                      <a:pt x="138" y="166"/>
                    </a:lnTo>
                    <a:cubicBezTo>
                      <a:pt x="135" y="163"/>
                      <a:pt x="132" y="159"/>
                      <a:pt x="128" y="156"/>
                    </a:cubicBezTo>
                    <a:cubicBezTo>
                      <a:pt x="112" y="141"/>
                      <a:pt x="96" y="126"/>
                      <a:pt x="79" y="110"/>
                    </a:cubicBezTo>
                    <a:cubicBezTo>
                      <a:pt x="72" y="103"/>
                      <a:pt x="64" y="96"/>
                      <a:pt x="57" y="88"/>
                    </a:cubicBezTo>
                    <a:cubicBezTo>
                      <a:pt x="50" y="79"/>
                      <a:pt x="42" y="71"/>
                      <a:pt x="35" y="62"/>
                    </a:cubicBezTo>
                    <a:cubicBezTo>
                      <a:pt x="29" y="55"/>
                      <a:pt x="24" y="47"/>
                      <a:pt x="19" y="40"/>
                    </a:cubicBezTo>
                    <a:cubicBezTo>
                      <a:pt x="16" y="37"/>
                      <a:pt x="14" y="33"/>
                      <a:pt x="12" y="31"/>
                    </a:cubicBezTo>
                    <a:cubicBezTo>
                      <a:pt x="10" y="27"/>
                      <a:pt x="8" y="24"/>
                      <a:pt x="6" y="21"/>
                    </a:cubicBezTo>
                    <a:cubicBezTo>
                      <a:pt x="6" y="21"/>
                      <a:pt x="5" y="21"/>
                      <a:pt x="5" y="20"/>
                    </a:cubicBezTo>
                    <a:cubicBezTo>
                      <a:pt x="5" y="19"/>
                      <a:pt x="4" y="19"/>
                      <a:pt x="4" y="18"/>
                    </a:cubicBezTo>
                    <a:cubicBezTo>
                      <a:pt x="0" y="14"/>
                      <a:pt x="2" y="7"/>
                      <a:pt x="6" y="3"/>
                    </a:cubicBezTo>
                    <a:cubicBezTo>
                      <a:pt x="11" y="0"/>
                      <a:pt x="17" y="1"/>
                      <a:pt x="20" y="5"/>
                    </a:cubicBezTo>
                    <a:cubicBezTo>
                      <a:pt x="21" y="6"/>
                      <a:pt x="22" y="7"/>
                      <a:pt x="23" y="8"/>
                    </a:cubicBezTo>
                    <a:cubicBezTo>
                      <a:pt x="24" y="10"/>
                      <a:pt x="25" y="12"/>
                      <a:pt x="26" y="14"/>
                    </a:cubicBezTo>
                    <a:cubicBezTo>
                      <a:pt x="27" y="17"/>
                      <a:pt x="30" y="19"/>
                      <a:pt x="31" y="22"/>
                    </a:cubicBezTo>
                    <a:cubicBezTo>
                      <a:pt x="36" y="29"/>
                      <a:pt x="40" y="35"/>
                      <a:pt x="45" y="41"/>
                    </a:cubicBezTo>
                    <a:cubicBezTo>
                      <a:pt x="51" y="49"/>
                      <a:pt x="57" y="57"/>
                      <a:pt x="64" y="65"/>
                    </a:cubicBezTo>
                    <a:cubicBezTo>
                      <a:pt x="70" y="72"/>
                      <a:pt x="76" y="79"/>
                      <a:pt x="83" y="86"/>
                    </a:cubicBezTo>
                    <a:lnTo>
                      <a:pt x="82" y="85"/>
                    </a:lnTo>
                    <a:cubicBezTo>
                      <a:pt x="87" y="90"/>
                      <a:pt x="92" y="95"/>
                      <a:pt x="97" y="100"/>
                    </a:cubicBezTo>
                    <a:cubicBezTo>
                      <a:pt x="102" y="105"/>
                      <a:pt x="107" y="109"/>
                      <a:pt x="112" y="114"/>
                    </a:cubicBezTo>
                    <a:cubicBezTo>
                      <a:pt x="122" y="123"/>
                      <a:pt x="133" y="132"/>
                      <a:pt x="143" y="142"/>
                    </a:cubicBezTo>
                    <a:cubicBezTo>
                      <a:pt x="142" y="142"/>
                      <a:pt x="142" y="142"/>
                      <a:pt x="142" y="141"/>
                    </a:cubicBezTo>
                    <a:cubicBezTo>
                      <a:pt x="143" y="143"/>
                      <a:pt x="145" y="144"/>
                      <a:pt x="146" y="145"/>
                    </a:cubicBezTo>
                    <a:lnTo>
                      <a:pt x="145" y="145"/>
                    </a:lnTo>
                    <a:cubicBezTo>
                      <a:pt x="147" y="146"/>
                      <a:pt x="149" y="149"/>
                      <a:pt x="151" y="151"/>
                    </a:cubicBezTo>
                    <a:lnTo>
                      <a:pt x="150" y="150"/>
                    </a:lnTo>
                    <a:cubicBezTo>
                      <a:pt x="161" y="160"/>
                      <a:pt x="170" y="172"/>
                      <a:pt x="179" y="183"/>
                    </a:cubicBezTo>
                    <a:cubicBezTo>
                      <a:pt x="184" y="188"/>
                      <a:pt x="188" y="194"/>
                      <a:pt x="193" y="199"/>
                    </a:cubicBezTo>
                    <a:cubicBezTo>
                      <a:pt x="198" y="205"/>
                      <a:pt x="203" y="211"/>
                      <a:pt x="209" y="216"/>
                    </a:cubicBezTo>
                    <a:cubicBezTo>
                      <a:pt x="217" y="224"/>
                      <a:pt x="225" y="231"/>
                      <a:pt x="234" y="239"/>
                    </a:cubicBezTo>
                    <a:cubicBezTo>
                      <a:pt x="242" y="245"/>
                      <a:pt x="249" y="252"/>
                      <a:pt x="258" y="259"/>
                    </a:cubicBezTo>
                    <a:cubicBezTo>
                      <a:pt x="259" y="259"/>
                      <a:pt x="259" y="260"/>
                      <a:pt x="260" y="261"/>
                    </a:cubicBezTo>
                    <a:cubicBezTo>
                      <a:pt x="260" y="261"/>
                      <a:pt x="261" y="261"/>
                      <a:pt x="262" y="262"/>
                    </a:cubicBezTo>
                    <a:lnTo>
                      <a:pt x="261" y="262"/>
                    </a:lnTo>
                    <a:cubicBezTo>
                      <a:pt x="263" y="263"/>
                      <a:pt x="265" y="264"/>
                      <a:pt x="266" y="265"/>
                    </a:cubicBezTo>
                    <a:cubicBezTo>
                      <a:pt x="266" y="265"/>
                      <a:pt x="267" y="266"/>
                      <a:pt x="268" y="267"/>
                    </a:cubicBezTo>
                    <a:lnTo>
                      <a:pt x="267" y="266"/>
                    </a:lnTo>
                    <a:cubicBezTo>
                      <a:pt x="268" y="267"/>
                      <a:pt x="268" y="267"/>
                      <a:pt x="268" y="267"/>
                    </a:cubicBezTo>
                    <a:cubicBezTo>
                      <a:pt x="268" y="267"/>
                      <a:pt x="269" y="267"/>
                      <a:pt x="269" y="268"/>
                    </a:cubicBezTo>
                    <a:lnTo>
                      <a:pt x="269" y="267"/>
                    </a:lnTo>
                    <a:cubicBezTo>
                      <a:pt x="269" y="268"/>
                      <a:pt x="269" y="268"/>
                      <a:pt x="269" y="268"/>
                    </a:cubicBezTo>
                    <a:cubicBezTo>
                      <a:pt x="276" y="273"/>
                      <a:pt x="283" y="278"/>
                      <a:pt x="290" y="283"/>
                    </a:cubicBezTo>
                    <a:cubicBezTo>
                      <a:pt x="297" y="288"/>
                      <a:pt x="305" y="293"/>
                      <a:pt x="312" y="297"/>
                    </a:cubicBezTo>
                    <a:cubicBezTo>
                      <a:pt x="318" y="300"/>
                      <a:pt x="323" y="304"/>
                      <a:pt x="330" y="307"/>
                    </a:cubicBezTo>
                    <a:cubicBezTo>
                      <a:pt x="332" y="308"/>
                      <a:pt x="334" y="310"/>
                      <a:pt x="337" y="311"/>
                    </a:cubicBezTo>
                    <a:cubicBezTo>
                      <a:pt x="341" y="313"/>
                      <a:pt x="344" y="315"/>
                      <a:pt x="348" y="316"/>
                    </a:cubicBezTo>
                    <a:lnTo>
                      <a:pt x="347" y="316"/>
                    </a:lnTo>
                    <a:cubicBezTo>
                      <a:pt x="357" y="320"/>
                      <a:pt x="368" y="324"/>
                      <a:pt x="378" y="328"/>
                    </a:cubicBezTo>
                    <a:cubicBezTo>
                      <a:pt x="388" y="332"/>
                      <a:pt x="399" y="335"/>
                      <a:pt x="409" y="339"/>
                    </a:cubicBezTo>
                    <a:cubicBezTo>
                      <a:pt x="420" y="343"/>
                      <a:pt x="430" y="347"/>
                      <a:pt x="441" y="352"/>
                    </a:cubicBezTo>
                    <a:cubicBezTo>
                      <a:pt x="450" y="357"/>
                      <a:pt x="460" y="361"/>
                      <a:pt x="470" y="366"/>
                    </a:cubicBezTo>
                    <a:cubicBezTo>
                      <a:pt x="480" y="370"/>
                      <a:pt x="489" y="374"/>
                      <a:pt x="498" y="378"/>
                    </a:cubicBezTo>
                    <a:cubicBezTo>
                      <a:pt x="505" y="381"/>
                      <a:pt x="513" y="384"/>
                      <a:pt x="520" y="386"/>
                    </a:cubicBezTo>
                    <a:cubicBezTo>
                      <a:pt x="528" y="390"/>
                      <a:pt x="536" y="392"/>
                      <a:pt x="544" y="395"/>
                    </a:cubicBezTo>
                    <a:cubicBezTo>
                      <a:pt x="549" y="397"/>
                      <a:pt x="552" y="403"/>
                      <a:pt x="550" y="408"/>
                    </a:cubicBezTo>
                    <a:cubicBezTo>
                      <a:pt x="548" y="412"/>
                      <a:pt x="544" y="414"/>
                      <a:pt x="540" y="414"/>
                    </a:cubicBezTo>
                    <a:cubicBezTo>
                      <a:pt x="539" y="414"/>
                      <a:pt x="538" y="414"/>
                      <a:pt x="537" y="4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" name="Google Shape;106;p2"/>
              <p:cNvSpPr/>
              <p:nvPr/>
            </p:nvSpPr>
            <p:spPr>
              <a:xfrm>
                <a:off x="1271880" y="2240640"/>
                <a:ext cx="846360" cy="544320"/>
              </a:xfrm>
              <a:custGeom>
                <a:avLst/>
                <a:gdLst/>
                <a:ahLst/>
                <a:cxnLst/>
                <a:rect l="l" t="t" r="r" b="b"/>
                <a:pathLst>
                  <a:path w="2351" h="1512" extrusionOk="0">
                    <a:moveTo>
                      <a:pt x="10" y="1511"/>
                    </a:moveTo>
                    <a:cubicBezTo>
                      <a:pt x="4" y="1511"/>
                      <a:pt x="0" y="1505"/>
                      <a:pt x="0" y="1500"/>
                    </a:cubicBezTo>
                    <a:cubicBezTo>
                      <a:pt x="1" y="1494"/>
                      <a:pt x="5" y="1490"/>
                      <a:pt x="11" y="1490"/>
                    </a:cubicBezTo>
                    <a:cubicBezTo>
                      <a:pt x="22" y="1491"/>
                      <a:pt x="33" y="1491"/>
                      <a:pt x="45" y="1491"/>
                    </a:cubicBezTo>
                    <a:cubicBezTo>
                      <a:pt x="50" y="1491"/>
                      <a:pt x="55" y="1491"/>
                      <a:pt x="60" y="1491"/>
                    </a:cubicBezTo>
                    <a:cubicBezTo>
                      <a:pt x="65" y="1491"/>
                      <a:pt x="70" y="1491"/>
                      <a:pt x="75" y="1490"/>
                    </a:cubicBezTo>
                    <a:cubicBezTo>
                      <a:pt x="79" y="1490"/>
                      <a:pt x="83" y="1490"/>
                      <a:pt x="87" y="1490"/>
                    </a:cubicBezTo>
                    <a:cubicBezTo>
                      <a:pt x="93" y="1489"/>
                      <a:pt x="98" y="1488"/>
                      <a:pt x="103" y="1488"/>
                    </a:cubicBezTo>
                    <a:lnTo>
                      <a:pt x="102" y="1488"/>
                    </a:lnTo>
                    <a:cubicBezTo>
                      <a:pt x="110" y="1487"/>
                      <a:pt x="119" y="1486"/>
                      <a:pt x="127" y="1484"/>
                    </a:cubicBezTo>
                    <a:lnTo>
                      <a:pt x="126" y="1484"/>
                    </a:lnTo>
                    <a:cubicBezTo>
                      <a:pt x="134" y="1483"/>
                      <a:pt x="141" y="1482"/>
                      <a:pt x="149" y="1481"/>
                    </a:cubicBezTo>
                    <a:cubicBezTo>
                      <a:pt x="154" y="1480"/>
                      <a:pt x="160" y="1479"/>
                      <a:pt x="167" y="1477"/>
                    </a:cubicBezTo>
                    <a:cubicBezTo>
                      <a:pt x="173" y="1476"/>
                      <a:pt x="179" y="1475"/>
                      <a:pt x="185" y="1473"/>
                    </a:cubicBezTo>
                    <a:cubicBezTo>
                      <a:pt x="192" y="1472"/>
                      <a:pt x="200" y="1470"/>
                      <a:pt x="208" y="1468"/>
                    </a:cubicBezTo>
                    <a:cubicBezTo>
                      <a:pt x="215" y="1466"/>
                      <a:pt x="222" y="1463"/>
                      <a:pt x="229" y="1462"/>
                    </a:cubicBezTo>
                    <a:cubicBezTo>
                      <a:pt x="241" y="1458"/>
                      <a:pt x="253" y="1454"/>
                      <a:pt x="264" y="1449"/>
                    </a:cubicBezTo>
                    <a:cubicBezTo>
                      <a:pt x="276" y="1444"/>
                      <a:pt x="287" y="1438"/>
                      <a:pt x="298" y="1432"/>
                    </a:cubicBezTo>
                    <a:cubicBezTo>
                      <a:pt x="310" y="1425"/>
                      <a:pt x="321" y="1417"/>
                      <a:pt x="332" y="1409"/>
                    </a:cubicBezTo>
                    <a:cubicBezTo>
                      <a:pt x="332" y="1410"/>
                      <a:pt x="331" y="1410"/>
                      <a:pt x="331" y="1410"/>
                    </a:cubicBezTo>
                    <a:cubicBezTo>
                      <a:pt x="338" y="1405"/>
                      <a:pt x="345" y="1399"/>
                      <a:pt x="352" y="1392"/>
                    </a:cubicBezTo>
                    <a:cubicBezTo>
                      <a:pt x="357" y="1388"/>
                      <a:pt x="361" y="1384"/>
                      <a:pt x="365" y="1380"/>
                    </a:cubicBezTo>
                    <a:cubicBezTo>
                      <a:pt x="365" y="1380"/>
                      <a:pt x="365" y="1381"/>
                      <a:pt x="364" y="1381"/>
                    </a:cubicBezTo>
                    <a:cubicBezTo>
                      <a:pt x="371" y="1375"/>
                      <a:pt x="377" y="1368"/>
                      <a:pt x="383" y="1362"/>
                    </a:cubicBezTo>
                    <a:cubicBezTo>
                      <a:pt x="390" y="1354"/>
                      <a:pt x="397" y="1347"/>
                      <a:pt x="404" y="1340"/>
                    </a:cubicBezTo>
                    <a:cubicBezTo>
                      <a:pt x="418" y="1325"/>
                      <a:pt x="432" y="1311"/>
                      <a:pt x="447" y="1297"/>
                    </a:cubicBezTo>
                    <a:cubicBezTo>
                      <a:pt x="454" y="1290"/>
                      <a:pt x="461" y="1283"/>
                      <a:pt x="468" y="1277"/>
                    </a:cubicBezTo>
                    <a:cubicBezTo>
                      <a:pt x="475" y="1270"/>
                      <a:pt x="484" y="1262"/>
                      <a:pt x="491" y="1255"/>
                    </a:cubicBezTo>
                    <a:cubicBezTo>
                      <a:pt x="506" y="1242"/>
                      <a:pt x="521" y="1228"/>
                      <a:pt x="536" y="1214"/>
                    </a:cubicBezTo>
                    <a:cubicBezTo>
                      <a:pt x="536" y="1215"/>
                      <a:pt x="535" y="1215"/>
                      <a:pt x="535" y="1215"/>
                    </a:cubicBezTo>
                    <a:cubicBezTo>
                      <a:pt x="552" y="1198"/>
                      <a:pt x="569" y="1180"/>
                      <a:pt x="586" y="1162"/>
                    </a:cubicBezTo>
                    <a:cubicBezTo>
                      <a:pt x="603" y="1144"/>
                      <a:pt x="619" y="1125"/>
                      <a:pt x="636" y="1106"/>
                    </a:cubicBezTo>
                    <a:cubicBezTo>
                      <a:pt x="646" y="1096"/>
                      <a:pt x="656" y="1085"/>
                      <a:pt x="665" y="1075"/>
                    </a:cubicBezTo>
                    <a:cubicBezTo>
                      <a:pt x="673" y="1066"/>
                      <a:pt x="681" y="1057"/>
                      <a:pt x="689" y="1049"/>
                    </a:cubicBezTo>
                    <a:cubicBezTo>
                      <a:pt x="697" y="1040"/>
                      <a:pt x="706" y="1032"/>
                      <a:pt x="714" y="1024"/>
                    </a:cubicBezTo>
                    <a:cubicBezTo>
                      <a:pt x="724" y="1015"/>
                      <a:pt x="734" y="1007"/>
                      <a:pt x="743" y="998"/>
                    </a:cubicBezTo>
                    <a:cubicBezTo>
                      <a:pt x="756" y="986"/>
                      <a:pt x="769" y="973"/>
                      <a:pt x="782" y="961"/>
                    </a:cubicBezTo>
                    <a:cubicBezTo>
                      <a:pt x="795" y="949"/>
                      <a:pt x="807" y="937"/>
                      <a:pt x="820" y="924"/>
                    </a:cubicBezTo>
                    <a:cubicBezTo>
                      <a:pt x="833" y="912"/>
                      <a:pt x="845" y="901"/>
                      <a:pt x="858" y="888"/>
                    </a:cubicBezTo>
                    <a:cubicBezTo>
                      <a:pt x="871" y="876"/>
                      <a:pt x="883" y="864"/>
                      <a:pt x="896" y="852"/>
                    </a:cubicBezTo>
                    <a:cubicBezTo>
                      <a:pt x="911" y="837"/>
                      <a:pt x="925" y="820"/>
                      <a:pt x="939" y="804"/>
                    </a:cubicBezTo>
                    <a:cubicBezTo>
                      <a:pt x="946" y="796"/>
                      <a:pt x="953" y="788"/>
                      <a:pt x="960" y="779"/>
                    </a:cubicBezTo>
                    <a:cubicBezTo>
                      <a:pt x="964" y="776"/>
                      <a:pt x="967" y="772"/>
                      <a:pt x="970" y="770"/>
                    </a:cubicBezTo>
                    <a:cubicBezTo>
                      <a:pt x="975" y="765"/>
                      <a:pt x="979" y="761"/>
                      <a:pt x="984" y="757"/>
                    </a:cubicBezTo>
                    <a:cubicBezTo>
                      <a:pt x="992" y="751"/>
                      <a:pt x="1000" y="745"/>
                      <a:pt x="1007" y="739"/>
                    </a:cubicBezTo>
                    <a:cubicBezTo>
                      <a:pt x="1017" y="732"/>
                      <a:pt x="1026" y="726"/>
                      <a:pt x="1035" y="719"/>
                    </a:cubicBezTo>
                    <a:cubicBezTo>
                      <a:pt x="1054" y="707"/>
                      <a:pt x="1072" y="694"/>
                      <a:pt x="1089" y="681"/>
                    </a:cubicBezTo>
                    <a:lnTo>
                      <a:pt x="1089" y="680"/>
                    </a:lnTo>
                    <a:cubicBezTo>
                      <a:pt x="1090" y="680"/>
                      <a:pt x="1090" y="680"/>
                      <a:pt x="1090" y="680"/>
                    </a:cubicBezTo>
                    <a:lnTo>
                      <a:pt x="1089" y="680"/>
                    </a:lnTo>
                    <a:cubicBezTo>
                      <a:pt x="1097" y="675"/>
                      <a:pt x="1105" y="668"/>
                      <a:pt x="1112" y="662"/>
                    </a:cubicBezTo>
                    <a:cubicBezTo>
                      <a:pt x="1120" y="655"/>
                      <a:pt x="1127" y="649"/>
                      <a:pt x="1134" y="642"/>
                    </a:cubicBezTo>
                    <a:cubicBezTo>
                      <a:pt x="1133" y="643"/>
                      <a:pt x="1133" y="643"/>
                      <a:pt x="1133" y="643"/>
                    </a:cubicBezTo>
                    <a:cubicBezTo>
                      <a:pt x="1137" y="639"/>
                      <a:pt x="1140" y="636"/>
                      <a:pt x="1144" y="633"/>
                    </a:cubicBezTo>
                    <a:cubicBezTo>
                      <a:pt x="1143" y="633"/>
                      <a:pt x="1143" y="633"/>
                      <a:pt x="1143" y="633"/>
                    </a:cubicBezTo>
                    <a:cubicBezTo>
                      <a:pt x="1151" y="624"/>
                      <a:pt x="1160" y="615"/>
                      <a:pt x="1167" y="606"/>
                    </a:cubicBezTo>
                    <a:cubicBezTo>
                      <a:pt x="1175" y="597"/>
                      <a:pt x="1182" y="588"/>
                      <a:pt x="1190" y="580"/>
                    </a:cubicBezTo>
                    <a:cubicBezTo>
                      <a:pt x="1206" y="562"/>
                      <a:pt x="1222" y="544"/>
                      <a:pt x="1239" y="527"/>
                    </a:cubicBezTo>
                    <a:cubicBezTo>
                      <a:pt x="1249" y="518"/>
                      <a:pt x="1257" y="510"/>
                      <a:pt x="1267" y="500"/>
                    </a:cubicBezTo>
                    <a:cubicBezTo>
                      <a:pt x="1275" y="492"/>
                      <a:pt x="1284" y="484"/>
                      <a:pt x="1293" y="476"/>
                    </a:cubicBezTo>
                    <a:cubicBezTo>
                      <a:pt x="1310" y="459"/>
                      <a:pt x="1328" y="443"/>
                      <a:pt x="1347" y="427"/>
                    </a:cubicBezTo>
                    <a:cubicBezTo>
                      <a:pt x="1356" y="419"/>
                      <a:pt x="1366" y="411"/>
                      <a:pt x="1376" y="403"/>
                    </a:cubicBezTo>
                    <a:cubicBezTo>
                      <a:pt x="1385" y="395"/>
                      <a:pt x="1394" y="387"/>
                      <a:pt x="1402" y="379"/>
                    </a:cubicBezTo>
                    <a:lnTo>
                      <a:pt x="1402" y="380"/>
                    </a:lnTo>
                    <a:cubicBezTo>
                      <a:pt x="1406" y="376"/>
                      <a:pt x="1410" y="372"/>
                      <a:pt x="1415" y="367"/>
                    </a:cubicBezTo>
                    <a:cubicBezTo>
                      <a:pt x="1416" y="365"/>
                      <a:pt x="1418" y="363"/>
                      <a:pt x="1420" y="361"/>
                    </a:cubicBezTo>
                    <a:cubicBezTo>
                      <a:pt x="1422" y="359"/>
                      <a:pt x="1423" y="357"/>
                      <a:pt x="1425" y="355"/>
                    </a:cubicBezTo>
                    <a:cubicBezTo>
                      <a:pt x="1434" y="345"/>
                      <a:pt x="1442" y="335"/>
                      <a:pt x="1450" y="326"/>
                    </a:cubicBezTo>
                    <a:cubicBezTo>
                      <a:pt x="1457" y="316"/>
                      <a:pt x="1465" y="307"/>
                      <a:pt x="1472" y="298"/>
                    </a:cubicBezTo>
                    <a:cubicBezTo>
                      <a:pt x="1480" y="288"/>
                      <a:pt x="1489" y="280"/>
                      <a:pt x="1498" y="271"/>
                    </a:cubicBezTo>
                    <a:cubicBezTo>
                      <a:pt x="1517" y="255"/>
                      <a:pt x="1536" y="240"/>
                      <a:pt x="1557" y="227"/>
                    </a:cubicBezTo>
                    <a:cubicBezTo>
                      <a:pt x="1577" y="214"/>
                      <a:pt x="1599" y="201"/>
                      <a:pt x="1620" y="188"/>
                    </a:cubicBezTo>
                    <a:cubicBezTo>
                      <a:pt x="1641" y="176"/>
                      <a:pt x="1662" y="163"/>
                      <a:pt x="1683" y="150"/>
                    </a:cubicBezTo>
                    <a:cubicBezTo>
                      <a:pt x="1694" y="143"/>
                      <a:pt x="1704" y="136"/>
                      <a:pt x="1715" y="129"/>
                    </a:cubicBezTo>
                    <a:cubicBezTo>
                      <a:pt x="1725" y="122"/>
                      <a:pt x="1735" y="115"/>
                      <a:pt x="1746" y="108"/>
                    </a:cubicBezTo>
                    <a:cubicBezTo>
                      <a:pt x="1751" y="104"/>
                      <a:pt x="1756" y="101"/>
                      <a:pt x="1761" y="97"/>
                    </a:cubicBezTo>
                    <a:cubicBezTo>
                      <a:pt x="1767" y="94"/>
                      <a:pt x="1773" y="90"/>
                      <a:pt x="1779" y="86"/>
                    </a:cubicBezTo>
                    <a:cubicBezTo>
                      <a:pt x="1790" y="80"/>
                      <a:pt x="1801" y="74"/>
                      <a:pt x="1812" y="68"/>
                    </a:cubicBezTo>
                    <a:cubicBezTo>
                      <a:pt x="1817" y="66"/>
                      <a:pt x="1823" y="63"/>
                      <a:pt x="1828" y="61"/>
                    </a:cubicBezTo>
                    <a:cubicBezTo>
                      <a:pt x="1834" y="58"/>
                      <a:pt x="1840" y="56"/>
                      <a:pt x="1846" y="54"/>
                    </a:cubicBezTo>
                    <a:cubicBezTo>
                      <a:pt x="1858" y="49"/>
                      <a:pt x="1869" y="46"/>
                      <a:pt x="1881" y="42"/>
                    </a:cubicBezTo>
                    <a:cubicBezTo>
                      <a:pt x="1893" y="40"/>
                      <a:pt x="1905" y="37"/>
                      <a:pt x="1917" y="34"/>
                    </a:cubicBezTo>
                    <a:cubicBezTo>
                      <a:pt x="1928" y="31"/>
                      <a:pt x="1940" y="29"/>
                      <a:pt x="1951" y="26"/>
                    </a:cubicBezTo>
                    <a:cubicBezTo>
                      <a:pt x="1976" y="21"/>
                      <a:pt x="2000" y="16"/>
                      <a:pt x="2025" y="12"/>
                    </a:cubicBezTo>
                    <a:cubicBezTo>
                      <a:pt x="2049" y="8"/>
                      <a:pt x="2074" y="5"/>
                      <a:pt x="2099" y="3"/>
                    </a:cubicBezTo>
                    <a:cubicBezTo>
                      <a:pt x="2104" y="3"/>
                      <a:pt x="2109" y="2"/>
                      <a:pt x="2115" y="2"/>
                    </a:cubicBezTo>
                    <a:cubicBezTo>
                      <a:pt x="2122" y="2"/>
                      <a:pt x="2130" y="1"/>
                      <a:pt x="2137" y="1"/>
                    </a:cubicBezTo>
                    <a:cubicBezTo>
                      <a:pt x="2144" y="0"/>
                      <a:pt x="2150" y="0"/>
                      <a:pt x="2157" y="0"/>
                    </a:cubicBezTo>
                    <a:cubicBezTo>
                      <a:pt x="2163" y="0"/>
                      <a:pt x="2169" y="0"/>
                      <a:pt x="2175" y="0"/>
                    </a:cubicBezTo>
                    <a:cubicBezTo>
                      <a:pt x="2190" y="0"/>
                      <a:pt x="2204" y="0"/>
                      <a:pt x="2219" y="0"/>
                    </a:cubicBezTo>
                    <a:cubicBezTo>
                      <a:pt x="2226" y="1"/>
                      <a:pt x="2234" y="1"/>
                      <a:pt x="2241" y="1"/>
                    </a:cubicBezTo>
                    <a:cubicBezTo>
                      <a:pt x="2250" y="2"/>
                      <a:pt x="2258" y="2"/>
                      <a:pt x="2267" y="3"/>
                    </a:cubicBezTo>
                    <a:cubicBezTo>
                      <a:pt x="2269" y="3"/>
                      <a:pt x="2272" y="4"/>
                      <a:pt x="2276" y="4"/>
                    </a:cubicBezTo>
                    <a:cubicBezTo>
                      <a:pt x="2279" y="5"/>
                      <a:pt x="2282" y="5"/>
                      <a:pt x="2285" y="5"/>
                    </a:cubicBezTo>
                    <a:cubicBezTo>
                      <a:pt x="2289" y="6"/>
                      <a:pt x="2294" y="7"/>
                      <a:pt x="2298" y="7"/>
                    </a:cubicBezTo>
                    <a:cubicBezTo>
                      <a:pt x="2302" y="8"/>
                      <a:pt x="2305" y="9"/>
                      <a:pt x="2308" y="10"/>
                    </a:cubicBezTo>
                    <a:cubicBezTo>
                      <a:pt x="2312" y="10"/>
                      <a:pt x="2315" y="12"/>
                      <a:pt x="2319" y="13"/>
                    </a:cubicBezTo>
                    <a:cubicBezTo>
                      <a:pt x="2321" y="13"/>
                      <a:pt x="2324" y="14"/>
                      <a:pt x="2326" y="15"/>
                    </a:cubicBezTo>
                    <a:cubicBezTo>
                      <a:pt x="2329" y="16"/>
                      <a:pt x="2332" y="17"/>
                      <a:pt x="2335" y="19"/>
                    </a:cubicBezTo>
                    <a:cubicBezTo>
                      <a:pt x="2336" y="19"/>
                      <a:pt x="2338" y="20"/>
                      <a:pt x="2339" y="21"/>
                    </a:cubicBezTo>
                    <a:cubicBezTo>
                      <a:pt x="2340" y="22"/>
                      <a:pt x="2341" y="23"/>
                      <a:pt x="2342" y="24"/>
                    </a:cubicBezTo>
                    <a:cubicBezTo>
                      <a:pt x="2345" y="26"/>
                      <a:pt x="2346" y="28"/>
                      <a:pt x="2348" y="30"/>
                    </a:cubicBezTo>
                    <a:cubicBezTo>
                      <a:pt x="2349" y="32"/>
                      <a:pt x="2350" y="35"/>
                      <a:pt x="2350" y="38"/>
                    </a:cubicBezTo>
                    <a:cubicBezTo>
                      <a:pt x="2349" y="44"/>
                      <a:pt x="2345" y="48"/>
                      <a:pt x="2339" y="48"/>
                    </a:cubicBezTo>
                    <a:cubicBezTo>
                      <a:pt x="2334" y="48"/>
                      <a:pt x="2329" y="44"/>
                      <a:pt x="2329" y="40"/>
                    </a:cubicBezTo>
                    <a:cubicBezTo>
                      <a:pt x="2329" y="40"/>
                      <a:pt x="2329" y="39"/>
                      <a:pt x="2328" y="39"/>
                    </a:cubicBezTo>
                    <a:cubicBezTo>
                      <a:pt x="2328" y="38"/>
                      <a:pt x="2328" y="38"/>
                      <a:pt x="2327" y="38"/>
                    </a:cubicBezTo>
                    <a:cubicBezTo>
                      <a:pt x="2327" y="37"/>
                      <a:pt x="2326" y="37"/>
                      <a:pt x="2325" y="37"/>
                    </a:cubicBezTo>
                    <a:cubicBezTo>
                      <a:pt x="2324" y="36"/>
                      <a:pt x="2324" y="36"/>
                      <a:pt x="2322" y="35"/>
                    </a:cubicBezTo>
                    <a:cubicBezTo>
                      <a:pt x="2317" y="33"/>
                      <a:pt x="2310" y="31"/>
                      <a:pt x="2304" y="30"/>
                    </a:cubicBezTo>
                    <a:cubicBezTo>
                      <a:pt x="2300" y="28"/>
                      <a:pt x="2297" y="28"/>
                      <a:pt x="2294" y="27"/>
                    </a:cubicBezTo>
                    <a:cubicBezTo>
                      <a:pt x="2289" y="26"/>
                      <a:pt x="2285" y="26"/>
                      <a:pt x="2280" y="25"/>
                    </a:cubicBezTo>
                    <a:lnTo>
                      <a:pt x="2281" y="25"/>
                    </a:lnTo>
                    <a:cubicBezTo>
                      <a:pt x="2276" y="24"/>
                      <a:pt x="2271" y="24"/>
                      <a:pt x="2266" y="23"/>
                    </a:cubicBezTo>
                    <a:cubicBezTo>
                      <a:pt x="2261" y="22"/>
                      <a:pt x="2255" y="22"/>
                      <a:pt x="2250" y="21"/>
                    </a:cubicBezTo>
                    <a:cubicBezTo>
                      <a:pt x="2245" y="21"/>
                      <a:pt x="2240" y="21"/>
                      <a:pt x="2235" y="21"/>
                    </a:cubicBezTo>
                    <a:cubicBezTo>
                      <a:pt x="2230" y="20"/>
                      <a:pt x="2224" y="20"/>
                      <a:pt x="2219" y="20"/>
                    </a:cubicBezTo>
                    <a:cubicBezTo>
                      <a:pt x="2200" y="20"/>
                      <a:pt x="2180" y="20"/>
                      <a:pt x="2160" y="20"/>
                    </a:cubicBezTo>
                    <a:cubicBezTo>
                      <a:pt x="2151" y="20"/>
                      <a:pt x="2142" y="20"/>
                      <a:pt x="2133" y="21"/>
                    </a:cubicBezTo>
                    <a:cubicBezTo>
                      <a:pt x="2127" y="21"/>
                      <a:pt x="2120" y="21"/>
                      <a:pt x="2114" y="21"/>
                    </a:cubicBezTo>
                    <a:cubicBezTo>
                      <a:pt x="2109" y="21"/>
                      <a:pt x="2103" y="22"/>
                      <a:pt x="2098" y="23"/>
                    </a:cubicBezTo>
                    <a:cubicBezTo>
                      <a:pt x="2087" y="23"/>
                      <a:pt x="2077" y="24"/>
                      <a:pt x="2066" y="26"/>
                    </a:cubicBezTo>
                    <a:cubicBezTo>
                      <a:pt x="2056" y="27"/>
                      <a:pt x="2047" y="28"/>
                      <a:pt x="2038" y="29"/>
                    </a:cubicBezTo>
                    <a:cubicBezTo>
                      <a:pt x="2025" y="31"/>
                      <a:pt x="2012" y="34"/>
                      <a:pt x="2000" y="36"/>
                    </a:cubicBezTo>
                    <a:cubicBezTo>
                      <a:pt x="1988" y="38"/>
                      <a:pt x="1976" y="41"/>
                      <a:pt x="1965" y="43"/>
                    </a:cubicBezTo>
                    <a:cubicBezTo>
                      <a:pt x="1940" y="48"/>
                      <a:pt x="1915" y="54"/>
                      <a:pt x="1890" y="60"/>
                    </a:cubicBezTo>
                    <a:cubicBezTo>
                      <a:pt x="1881" y="63"/>
                      <a:pt x="1873" y="65"/>
                      <a:pt x="1865" y="68"/>
                    </a:cubicBezTo>
                    <a:cubicBezTo>
                      <a:pt x="1856" y="70"/>
                      <a:pt x="1848" y="74"/>
                      <a:pt x="1840" y="77"/>
                    </a:cubicBezTo>
                    <a:cubicBezTo>
                      <a:pt x="1836" y="79"/>
                      <a:pt x="1832" y="81"/>
                      <a:pt x="1827" y="83"/>
                    </a:cubicBezTo>
                    <a:cubicBezTo>
                      <a:pt x="1823" y="84"/>
                      <a:pt x="1820" y="87"/>
                      <a:pt x="1816" y="88"/>
                    </a:cubicBezTo>
                    <a:cubicBezTo>
                      <a:pt x="1807" y="93"/>
                      <a:pt x="1799" y="98"/>
                      <a:pt x="1791" y="102"/>
                    </a:cubicBezTo>
                    <a:cubicBezTo>
                      <a:pt x="1786" y="105"/>
                      <a:pt x="1782" y="107"/>
                      <a:pt x="1778" y="110"/>
                    </a:cubicBezTo>
                    <a:cubicBezTo>
                      <a:pt x="1771" y="114"/>
                      <a:pt x="1765" y="118"/>
                      <a:pt x="1760" y="122"/>
                    </a:cubicBezTo>
                    <a:cubicBezTo>
                      <a:pt x="1749" y="129"/>
                      <a:pt x="1738" y="137"/>
                      <a:pt x="1728" y="144"/>
                    </a:cubicBezTo>
                    <a:cubicBezTo>
                      <a:pt x="1708" y="158"/>
                      <a:pt x="1687" y="171"/>
                      <a:pt x="1667" y="183"/>
                    </a:cubicBezTo>
                    <a:cubicBezTo>
                      <a:pt x="1646" y="196"/>
                      <a:pt x="1624" y="208"/>
                      <a:pt x="1604" y="221"/>
                    </a:cubicBezTo>
                    <a:cubicBezTo>
                      <a:pt x="1592" y="227"/>
                      <a:pt x="1582" y="233"/>
                      <a:pt x="1571" y="240"/>
                    </a:cubicBezTo>
                    <a:cubicBezTo>
                      <a:pt x="1560" y="247"/>
                      <a:pt x="1549" y="255"/>
                      <a:pt x="1539" y="263"/>
                    </a:cubicBezTo>
                    <a:cubicBezTo>
                      <a:pt x="1532" y="268"/>
                      <a:pt x="1527" y="273"/>
                      <a:pt x="1520" y="278"/>
                    </a:cubicBezTo>
                    <a:cubicBezTo>
                      <a:pt x="1515" y="282"/>
                      <a:pt x="1510" y="288"/>
                      <a:pt x="1504" y="292"/>
                    </a:cubicBezTo>
                    <a:cubicBezTo>
                      <a:pt x="1498" y="299"/>
                      <a:pt x="1492" y="306"/>
                      <a:pt x="1486" y="313"/>
                    </a:cubicBezTo>
                    <a:cubicBezTo>
                      <a:pt x="1480" y="320"/>
                      <a:pt x="1474" y="328"/>
                      <a:pt x="1468" y="335"/>
                    </a:cubicBezTo>
                    <a:cubicBezTo>
                      <a:pt x="1462" y="343"/>
                      <a:pt x="1456" y="351"/>
                      <a:pt x="1449" y="358"/>
                    </a:cubicBezTo>
                    <a:cubicBezTo>
                      <a:pt x="1446" y="362"/>
                      <a:pt x="1443" y="366"/>
                      <a:pt x="1439" y="370"/>
                    </a:cubicBezTo>
                    <a:cubicBezTo>
                      <a:pt x="1436" y="373"/>
                      <a:pt x="1433" y="377"/>
                      <a:pt x="1429" y="381"/>
                    </a:cubicBezTo>
                    <a:lnTo>
                      <a:pt x="1428" y="382"/>
                    </a:lnTo>
                    <a:cubicBezTo>
                      <a:pt x="1424" y="386"/>
                      <a:pt x="1420" y="390"/>
                      <a:pt x="1416" y="394"/>
                    </a:cubicBezTo>
                    <a:cubicBezTo>
                      <a:pt x="1413" y="397"/>
                      <a:pt x="1409" y="400"/>
                      <a:pt x="1407" y="403"/>
                    </a:cubicBezTo>
                    <a:cubicBezTo>
                      <a:pt x="1401" y="407"/>
                      <a:pt x="1397" y="412"/>
                      <a:pt x="1391" y="416"/>
                    </a:cubicBezTo>
                    <a:cubicBezTo>
                      <a:pt x="1379" y="426"/>
                      <a:pt x="1368" y="436"/>
                      <a:pt x="1355" y="446"/>
                    </a:cubicBezTo>
                    <a:cubicBezTo>
                      <a:pt x="1334" y="465"/>
                      <a:pt x="1313" y="484"/>
                      <a:pt x="1292" y="504"/>
                    </a:cubicBezTo>
                    <a:cubicBezTo>
                      <a:pt x="1291" y="506"/>
                      <a:pt x="1289" y="507"/>
                      <a:pt x="1288" y="509"/>
                    </a:cubicBezTo>
                    <a:cubicBezTo>
                      <a:pt x="1288" y="508"/>
                      <a:pt x="1289" y="508"/>
                      <a:pt x="1289" y="507"/>
                    </a:cubicBezTo>
                    <a:cubicBezTo>
                      <a:pt x="1288" y="509"/>
                      <a:pt x="1287" y="510"/>
                      <a:pt x="1285" y="511"/>
                    </a:cubicBezTo>
                    <a:lnTo>
                      <a:pt x="1286" y="510"/>
                    </a:lnTo>
                    <a:cubicBezTo>
                      <a:pt x="1275" y="521"/>
                      <a:pt x="1264" y="532"/>
                      <a:pt x="1252" y="543"/>
                    </a:cubicBezTo>
                    <a:cubicBezTo>
                      <a:pt x="1235" y="560"/>
                      <a:pt x="1220" y="577"/>
                      <a:pt x="1204" y="595"/>
                    </a:cubicBezTo>
                    <a:cubicBezTo>
                      <a:pt x="1196" y="603"/>
                      <a:pt x="1189" y="612"/>
                      <a:pt x="1181" y="622"/>
                    </a:cubicBezTo>
                    <a:cubicBezTo>
                      <a:pt x="1173" y="630"/>
                      <a:pt x="1166" y="639"/>
                      <a:pt x="1158" y="647"/>
                    </a:cubicBezTo>
                    <a:cubicBezTo>
                      <a:pt x="1140" y="665"/>
                      <a:pt x="1121" y="682"/>
                      <a:pt x="1101" y="697"/>
                    </a:cubicBezTo>
                    <a:cubicBezTo>
                      <a:pt x="1083" y="711"/>
                      <a:pt x="1063" y="725"/>
                      <a:pt x="1044" y="739"/>
                    </a:cubicBezTo>
                    <a:cubicBezTo>
                      <a:pt x="1030" y="749"/>
                      <a:pt x="1016" y="758"/>
                      <a:pt x="1002" y="769"/>
                    </a:cubicBezTo>
                    <a:cubicBezTo>
                      <a:pt x="999" y="772"/>
                      <a:pt x="996" y="774"/>
                      <a:pt x="993" y="777"/>
                    </a:cubicBezTo>
                    <a:cubicBezTo>
                      <a:pt x="989" y="779"/>
                      <a:pt x="986" y="783"/>
                      <a:pt x="982" y="786"/>
                    </a:cubicBezTo>
                    <a:cubicBezTo>
                      <a:pt x="974" y="795"/>
                      <a:pt x="966" y="803"/>
                      <a:pt x="959" y="812"/>
                    </a:cubicBezTo>
                    <a:cubicBezTo>
                      <a:pt x="951" y="821"/>
                      <a:pt x="943" y="830"/>
                      <a:pt x="936" y="838"/>
                    </a:cubicBezTo>
                    <a:cubicBezTo>
                      <a:pt x="928" y="848"/>
                      <a:pt x="919" y="857"/>
                      <a:pt x="911" y="866"/>
                    </a:cubicBezTo>
                    <a:cubicBezTo>
                      <a:pt x="903" y="874"/>
                      <a:pt x="894" y="882"/>
                      <a:pt x="886" y="890"/>
                    </a:cubicBezTo>
                    <a:cubicBezTo>
                      <a:pt x="869" y="907"/>
                      <a:pt x="851" y="923"/>
                      <a:pt x="833" y="940"/>
                    </a:cubicBezTo>
                    <a:cubicBezTo>
                      <a:pt x="816" y="957"/>
                      <a:pt x="798" y="973"/>
                      <a:pt x="780" y="990"/>
                    </a:cubicBezTo>
                    <a:cubicBezTo>
                      <a:pt x="768" y="1001"/>
                      <a:pt x="756" y="1012"/>
                      <a:pt x="744" y="1024"/>
                    </a:cubicBezTo>
                    <a:cubicBezTo>
                      <a:pt x="732" y="1034"/>
                      <a:pt x="722" y="1044"/>
                      <a:pt x="711" y="1054"/>
                    </a:cubicBezTo>
                    <a:cubicBezTo>
                      <a:pt x="702" y="1064"/>
                      <a:pt x="693" y="1074"/>
                      <a:pt x="684" y="1083"/>
                    </a:cubicBezTo>
                    <a:cubicBezTo>
                      <a:pt x="676" y="1091"/>
                      <a:pt x="668" y="1100"/>
                      <a:pt x="661" y="1109"/>
                    </a:cubicBezTo>
                    <a:cubicBezTo>
                      <a:pt x="643" y="1128"/>
                      <a:pt x="626" y="1146"/>
                      <a:pt x="610" y="1165"/>
                    </a:cubicBezTo>
                    <a:cubicBezTo>
                      <a:pt x="601" y="1174"/>
                      <a:pt x="592" y="1184"/>
                      <a:pt x="583" y="1194"/>
                    </a:cubicBezTo>
                    <a:cubicBezTo>
                      <a:pt x="575" y="1203"/>
                      <a:pt x="565" y="1212"/>
                      <a:pt x="556" y="1221"/>
                    </a:cubicBezTo>
                    <a:cubicBezTo>
                      <a:pt x="538" y="1239"/>
                      <a:pt x="520" y="1256"/>
                      <a:pt x="501" y="1273"/>
                    </a:cubicBezTo>
                    <a:cubicBezTo>
                      <a:pt x="492" y="1281"/>
                      <a:pt x="484" y="1289"/>
                      <a:pt x="475" y="1296"/>
                    </a:cubicBezTo>
                    <a:cubicBezTo>
                      <a:pt x="468" y="1303"/>
                      <a:pt x="460" y="1310"/>
                      <a:pt x="453" y="1317"/>
                    </a:cubicBezTo>
                    <a:lnTo>
                      <a:pt x="454" y="1317"/>
                    </a:lnTo>
                    <a:cubicBezTo>
                      <a:pt x="436" y="1335"/>
                      <a:pt x="418" y="1354"/>
                      <a:pt x="400" y="1373"/>
                    </a:cubicBezTo>
                    <a:cubicBezTo>
                      <a:pt x="376" y="1396"/>
                      <a:pt x="353" y="1419"/>
                      <a:pt x="325" y="1438"/>
                    </a:cubicBezTo>
                    <a:cubicBezTo>
                      <a:pt x="313" y="1446"/>
                      <a:pt x="300" y="1454"/>
                      <a:pt x="286" y="1460"/>
                    </a:cubicBezTo>
                    <a:cubicBezTo>
                      <a:pt x="272" y="1468"/>
                      <a:pt x="256" y="1473"/>
                      <a:pt x="240" y="1478"/>
                    </a:cubicBezTo>
                    <a:cubicBezTo>
                      <a:pt x="234" y="1480"/>
                      <a:pt x="227" y="1482"/>
                      <a:pt x="220" y="1484"/>
                    </a:cubicBezTo>
                    <a:cubicBezTo>
                      <a:pt x="215" y="1486"/>
                      <a:pt x="210" y="1487"/>
                      <a:pt x="205" y="1488"/>
                    </a:cubicBezTo>
                    <a:cubicBezTo>
                      <a:pt x="199" y="1490"/>
                      <a:pt x="192" y="1491"/>
                      <a:pt x="185" y="1493"/>
                    </a:cubicBezTo>
                    <a:cubicBezTo>
                      <a:pt x="178" y="1494"/>
                      <a:pt x="171" y="1495"/>
                      <a:pt x="164" y="1497"/>
                    </a:cubicBezTo>
                    <a:cubicBezTo>
                      <a:pt x="160" y="1498"/>
                      <a:pt x="155" y="1499"/>
                      <a:pt x="150" y="1500"/>
                    </a:cubicBezTo>
                    <a:cubicBezTo>
                      <a:pt x="143" y="1501"/>
                      <a:pt x="136" y="1502"/>
                      <a:pt x="130" y="1503"/>
                    </a:cubicBezTo>
                    <a:cubicBezTo>
                      <a:pt x="129" y="1503"/>
                      <a:pt x="128" y="1503"/>
                      <a:pt x="128" y="1504"/>
                    </a:cubicBezTo>
                    <a:cubicBezTo>
                      <a:pt x="119" y="1505"/>
                      <a:pt x="110" y="1506"/>
                      <a:pt x="100" y="1507"/>
                    </a:cubicBezTo>
                    <a:cubicBezTo>
                      <a:pt x="94" y="1508"/>
                      <a:pt x="88" y="1508"/>
                      <a:pt x="82" y="1509"/>
                    </a:cubicBezTo>
                    <a:cubicBezTo>
                      <a:pt x="78" y="1509"/>
                      <a:pt x="73" y="1510"/>
                      <a:pt x="68" y="1510"/>
                    </a:cubicBezTo>
                    <a:cubicBezTo>
                      <a:pt x="55" y="1511"/>
                      <a:pt x="43" y="1511"/>
                      <a:pt x="30" y="1511"/>
                    </a:cubicBezTo>
                    <a:cubicBezTo>
                      <a:pt x="23" y="1511"/>
                      <a:pt x="16" y="1511"/>
                      <a:pt x="10" y="15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" name="Google Shape;107;p2"/>
              <p:cNvSpPr/>
              <p:nvPr/>
            </p:nvSpPr>
            <p:spPr>
              <a:xfrm>
                <a:off x="1373400" y="2525760"/>
                <a:ext cx="14760" cy="29520"/>
              </a:xfrm>
              <a:custGeom>
                <a:avLst/>
                <a:gdLst/>
                <a:ahLst/>
                <a:cxnLst/>
                <a:rect l="l" t="t" r="r" b="b"/>
                <a:pathLst>
                  <a:path w="41" h="82" extrusionOk="0">
                    <a:moveTo>
                      <a:pt x="19" y="73"/>
                    </a:moveTo>
                    <a:cubicBezTo>
                      <a:pt x="17" y="65"/>
                      <a:pt x="15" y="55"/>
                      <a:pt x="13" y="46"/>
                    </a:cubicBezTo>
                    <a:cubicBezTo>
                      <a:pt x="11" y="40"/>
                      <a:pt x="9" y="34"/>
                      <a:pt x="7" y="27"/>
                    </a:cubicBezTo>
                    <a:cubicBezTo>
                      <a:pt x="6" y="25"/>
                      <a:pt x="5" y="24"/>
                      <a:pt x="5" y="23"/>
                    </a:cubicBezTo>
                    <a:cubicBezTo>
                      <a:pt x="4" y="21"/>
                      <a:pt x="3" y="20"/>
                      <a:pt x="2" y="18"/>
                    </a:cubicBezTo>
                    <a:cubicBezTo>
                      <a:pt x="2" y="18"/>
                      <a:pt x="3" y="19"/>
                      <a:pt x="4" y="20"/>
                    </a:cubicBezTo>
                    <a:cubicBezTo>
                      <a:pt x="1" y="17"/>
                      <a:pt x="0" y="11"/>
                      <a:pt x="2" y="7"/>
                    </a:cubicBezTo>
                    <a:cubicBezTo>
                      <a:pt x="6" y="2"/>
                      <a:pt x="13" y="0"/>
                      <a:pt x="18" y="4"/>
                    </a:cubicBezTo>
                    <a:cubicBezTo>
                      <a:pt x="20" y="6"/>
                      <a:pt x="22" y="9"/>
                      <a:pt x="23" y="13"/>
                    </a:cubicBezTo>
                    <a:cubicBezTo>
                      <a:pt x="24" y="15"/>
                      <a:pt x="25" y="17"/>
                      <a:pt x="26" y="20"/>
                    </a:cubicBezTo>
                    <a:cubicBezTo>
                      <a:pt x="27" y="24"/>
                      <a:pt x="29" y="29"/>
                      <a:pt x="30" y="34"/>
                    </a:cubicBezTo>
                    <a:cubicBezTo>
                      <a:pt x="30" y="33"/>
                      <a:pt x="30" y="33"/>
                      <a:pt x="30" y="32"/>
                    </a:cubicBezTo>
                    <a:cubicBezTo>
                      <a:pt x="30" y="35"/>
                      <a:pt x="32" y="38"/>
                      <a:pt x="32" y="40"/>
                    </a:cubicBezTo>
                    <a:lnTo>
                      <a:pt x="32" y="39"/>
                    </a:lnTo>
                    <a:cubicBezTo>
                      <a:pt x="34" y="49"/>
                      <a:pt x="37" y="59"/>
                      <a:pt x="39" y="69"/>
                    </a:cubicBezTo>
                    <a:cubicBezTo>
                      <a:pt x="40" y="75"/>
                      <a:pt x="36" y="80"/>
                      <a:pt x="31" y="81"/>
                    </a:cubicBezTo>
                    <a:cubicBezTo>
                      <a:pt x="30" y="81"/>
                      <a:pt x="29" y="81"/>
                      <a:pt x="29" y="81"/>
                    </a:cubicBezTo>
                    <a:cubicBezTo>
                      <a:pt x="24" y="81"/>
                      <a:pt x="20" y="78"/>
                      <a:pt x="19" y="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" name="Google Shape;108;p2"/>
              <p:cNvSpPr/>
              <p:nvPr/>
            </p:nvSpPr>
            <p:spPr>
              <a:xfrm>
                <a:off x="1527120" y="2281320"/>
                <a:ext cx="42480" cy="72360"/>
              </a:xfrm>
              <a:custGeom>
                <a:avLst/>
                <a:gdLst/>
                <a:ahLst/>
                <a:cxnLst/>
                <a:rect l="l" t="t" r="r" b="b"/>
                <a:pathLst>
                  <a:path w="118" h="201" extrusionOk="0">
                    <a:moveTo>
                      <a:pt x="61" y="198"/>
                    </a:moveTo>
                    <a:cubicBezTo>
                      <a:pt x="59" y="196"/>
                      <a:pt x="58" y="193"/>
                      <a:pt x="58" y="190"/>
                    </a:cubicBezTo>
                    <a:cubicBezTo>
                      <a:pt x="58" y="178"/>
                      <a:pt x="60" y="166"/>
                      <a:pt x="61" y="154"/>
                    </a:cubicBezTo>
                    <a:cubicBezTo>
                      <a:pt x="62" y="149"/>
                      <a:pt x="62" y="144"/>
                      <a:pt x="63" y="139"/>
                    </a:cubicBezTo>
                    <a:cubicBezTo>
                      <a:pt x="64" y="133"/>
                      <a:pt x="65" y="127"/>
                      <a:pt x="65" y="122"/>
                    </a:cubicBezTo>
                    <a:cubicBezTo>
                      <a:pt x="67" y="116"/>
                      <a:pt x="68" y="110"/>
                      <a:pt x="69" y="104"/>
                    </a:cubicBezTo>
                    <a:cubicBezTo>
                      <a:pt x="70" y="98"/>
                      <a:pt x="71" y="93"/>
                      <a:pt x="72" y="87"/>
                    </a:cubicBezTo>
                    <a:cubicBezTo>
                      <a:pt x="74" y="79"/>
                      <a:pt x="76" y="72"/>
                      <a:pt x="78" y="64"/>
                    </a:cubicBezTo>
                    <a:cubicBezTo>
                      <a:pt x="76" y="66"/>
                      <a:pt x="74" y="68"/>
                      <a:pt x="72" y="70"/>
                    </a:cubicBezTo>
                    <a:cubicBezTo>
                      <a:pt x="57" y="86"/>
                      <a:pt x="40" y="100"/>
                      <a:pt x="23" y="113"/>
                    </a:cubicBezTo>
                    <a:cubicBezTo>
                      <a:pt x="21" y="115"/>
                      <a:pt x="19" y="117"/>
                      <a:pt x="16" y="119"/>
                    </a:cubicBezTo>
                    <a:cubicBezTo>
                      <a:pt x="10" y="123"/>
                      <a:pt x="0" y="118"/>
                      <a:pt x="0" y="109"/>
                    </a:cubicBezTo>
                    <a:lnTo>
                      <a:pt x="1" y="108"/>
                    </a:lnTo>
                    <a:cubicBezTo>
                      <a:pt x="1" y="105"/>
                      <a:pt x="3" y="102"/>
                      <a:pt x="5" y="101"/>
                    </a:cubicBezTo>
                    <a:cubicBezTo>
                      <a:pt x="7" y="100"/>
                      <a:pt x="8" y="99"/>
                      <a:pt x="9" y="98"/>
                    </a:cubicBezTo>
                    <a:cubicBezTo>
                      <a:pt x="17" y="92"/>
                      <a:pt x="25" y="86"/>
                      <a:pt x="33" y="79"/>
                    </a:cubicBezTo>
                    <a:cubicBezTo>
                      <a:pt x="41" y="72"/>
                      <a:pt x="49" y="65"/>
                      <a:pt x="56" y="58"/>
                    </a:cubicBezTo>
                    <a:cubicBezTo>
                      <a:pt x="56" y="59"/>
                      <a:pt x="56" y="59"/>
                      <a:pt x="55" y="59"/>
                    </a:cubicBezTo>
                    <a:cubicBezTo>
                      <a:pt x="56" y="59"/>
                      <a:pt x="56" y="58"/>
                      <a:pt x="56" y="58"/>
                    </a:cubicBezTo>
                    <a:cubicBezTo>
                      <a:pt x="61" y="53"/>
                      <a:pt x="65" y="49"/>
                      <a:pt x="70" y="44"/>
                    </a:cubicBezTo>
                    <a:cubicBezTo>
                      <a:pt x="74" y="39"/>
                      <a:pt x="79" y="34"/>
                      <a:pt x="83" y="29"/>
                    </a:cubicBezTo>
                    <a:cubicBezTo>
                      <a:pt x="86" y="25"/>
                      <a:pt x="89" y="21"/>
                      <a:pt x="92" y="16"/>
                    </a:cubicBezTo>
                    <a:cubicBezTo>
                      <a:pt x="92" y="14"/>
                      <a:pt x="93" y="12"/>
                      <a:pt x="95" y="10"/>
                    </a:cubicBezTo>
                    <a:cubicBezTo>
                      <a:pt x="95" y="8"/>
                      <a:pt x="96" y="6"/>
                      <a:pt x="97" y="5"/>
                    </a:cubicBezTo>
                    <a:cubicBezTo>
                      <a:pt x="101" y="1"/>
                      <a:pt x="107" y="0"/>
                      <a:pt x="111" y="3"/>
                    </a:cubicBezTo>
                    <a:cubicBezTo>
                      <a:pt x="116" y="6"/>
                      <a:pt x="117" y="12"/>
                      <a:pt x="115" y="16"/>
                    </a:cubicBezTo>
                    <a:cubicBezTo>
                      <a:pt x="114" y="18"/>
                      <a:pt x="113" y="19"/>
                      <a:pt x="113" y="21"/>
                    </a:cubicBezTo>
                    <a:cubicBezTo>
                      <a:pt x="110" y="28"/>
                      <a:pt x="107" y="36"/>
                      <a:pt x="104" y="44"/>
                    </a:cubicBezTo>
                    <a:cubicBezTo>
                      <a:pt x="102" y="51"/>
                      <a:pt x="100" y="59"/>
                      <a:pt x="97" y="66"/>
                    </a:cubicBezTo>
                    <a:cubicBezTo>
                      <a:pt x="96" y="73"/>
                      <a:pt x="95" y="79"/>
                      <a:pt x="93" y="85"/>
                    </a:cubicBezTo>
                    <a:cubicBezTo>
                      <a:pt x="91" y="92"/>
                      <a:pt x="90" y="98"/>
                      <a:pt x="88" y="105"/>
                    </a:cubicBezTo>
                    <a:cubicBezTo>
                      <a:pt x="86" y="118"/>
                      <a:pt x="84" y="130"/>
                      <a:pt x="82" y="142"/>
                    </a:cubicBezTo>
                    <a:cubicBezTo>
                      <a:pt x="81" y="157"/>
                      <a:pt x="79" y="171"/>
                      <a:pt x="78" y="186"/>
                    </a:cubicBezTo>
                    <a:cubicBezTo>
                      <a:pt x="78" y="187"/>
                      <a:pt x="78" y="188"/>
                      <a:pt x="78" y="189"/>
                    </a:cubicBezTo>
                    <a:cubicBezTo>
                      <a:pt x="79" y="195"/>
                      <a:pt x="75" y="200"/>
                      <a:pt x="69" y="200"/>
                    </a:cubicBezTo>
                    <a:lnTo>
                      <a:pt x="68" y="200"/>
                    </a:lnTo>
                    <a:cubicBezTo>
                      <a:pt x="65" y="200"/>
                      <a:pt x="63" y="200"/>
                      <a:pt x="61" y="19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" name="Google Shape;109;p2"/>
              <p:cNvSpPr/>
              <p:nvPr/>
            </p:nvSpPr>
            <p:spPr>
              <a:xfrm>
                <a:off x="1552320" y="2587680"/>
                <a:ext cx="37080" cy="6480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80" extrusionOk="0">
                    <a:moveTo>
                      <a:pt x="30" y="159"/>
                    </a:moveTo>
                    <a:lnTo>
                      <a:pt x="31" y="159"/>
                    </a:lnTo>
                    <a:lnTo>
                      <a:pt x="32" y="158"/>
                    </a:lnTo>
                    <a:cubicBezTo>
                      <a:pt x="33" y="158"/>
                      <a:pt x="34" y="158"/>
                      <a:pt x="34" y="157"/>
                    </a:cubicBezTo>
                    <a:cubicBezTo>
                      <a:pt x="36" y="156"/>
                      <a:pt x="36" y="156"/>
                      <a:pt x="37" y="155"/>
                    </a:cubicBezTo>
                    <a:cubicBezTo>
                      <a:pt x="39" y="154"/>
                      <a:pt x="40" y="153"/>
                      <a:pt x="41" y="152"/>
                    </a:cubicBezTo>
                    <a:cubicBezTo>
                      <a:pt x="42" y="151"/>
                      <a:pt x="43" y="149"/>
                      <a:pt x="44" y="148"/>
                    </a:cubicBezTo>
                    <a:cubicBezTo>
                      <a:pt x="47" y="144"/>
                      <a:pt x="49" y="141"/>
                      <a:pt x="51" y="137"/>
                    </a:cubicBezTo>
                    <a:lnTo>
                      <a:pt x="51" y="138"/>
                    </a:lnTo>
                    <a:cubicBezTo>
                      <a:pt x="55" y="131"/>
                      <a:pt x="58" y="124"/>
                      <a:pt x="62" y="117"/>
                    </a:cubicBezTo>
                    <a:cubicBezTo>
                      <a:pt x="64" y="112"/>
                      <a:pt x="65" y="108"/>
                      <a:pt x="67" y="104"/>
                    </a:cubicBezTo>
                    <a:cubicBezTo>
                      <a:pt x="71" y="94"/>
                      <a:pt x="75" y="84"/>
                      <a:pt x="78" y="73"/>
                    </a:cubicBezTo>
                    <a:cubicBezTo>
                      <a:pt x="79" y="67"/>
                      <a:pt x="80" y="60"/>
                      <a:pt x="82" y="53"/>
                    </a:cubicBezTo>
                    <a:lnTo>
                      <a:pt x="82" y="54"/>
                    </a:lnTo>
                    <a:lnTo>
                      <a:pt x="82" y="53"/>
                    </a:lnTo>
                    <a:cubicBezTo>
                      <a:pt x="82" y="48"/>
                      <a:pt x="82" y="43"/>
                      <a:pt x="82" y="39"/>
                    </a:cubicBezTo>
                    <a:cubicBezTo>
                      <a:pt x="82" y="35"/>
                      <a:pt x="82" y="31"/>
                      <a:pt x="82" y="26"/>
                    </a:cubicBezTo>
                    <a:cubicBezTo>
                      <a:pt x="82" y="27"/>
                      <a:pt x="82" y="27"/>
                      <a:pt x="82" y="28"/>
                    </a:cubicBezTo>
                    <a:cubicBezTo>
                      <a:pt x="82" y="27"/>
                      <a:pt x="82" y="26"/>
                      <a:pt x="81" y="25"/>
                    </a:cubicBezTo>
                    <a:cubicBezTo>
                      <a:pt x="81" y="24"/>
                      <a:pt x="80" y="23"/>
                      <a:pt x="80" y="22"/>
                    </a:cubicBezTo>
                    <a:lnTo>
                      <a:pt x="79" y="21"/>
                    </a:lnTo>
                    <a:lnTo>
                      <a:pt x="78" y="21"/>
                    </a:lnTo>
                    <a:lnTo>
                      <a:pt x="77" y="21"/>
                    </a:lnTo>
                    <a:cubicBezTo>
                      <a:pt x="76" y="22"/>
                      <a:pt x="75" y="22"/>
                      <a:pt x="74" y="22"/>
                    </a:cubicBezTo>
                    <a:cubicBezTo>
                      <a:pt x="73" y="23"/>
                      <a:pt x="72" y="24"/>
                      <a:pt x="72" y="24"/>
                    </a:cubicBezTo>
                    <a:cubicBezTo>
                      <a:pt x="71" y="25"/>
                      <a:pt x="69" y="25"/>
                      <a:pt x="68" y="26"/>
                    </a:cubicBezTo>
                    <a:cubicBezTo>
                      <a:pt x="66" y="28"/>
                      <a:pt x="64" y="30"/>
                      <a:pt x="61" y="32"/>
                    </a:cubicBezTo>
                    <a:lnTo>
                      <a:pt x="62" y="32"/>
                    </a:lnTo>
                    <a:cubicBezTo>
                      <a:pt x="59" y="34"/>
                      <a:pt x="57" y="37"/>
                      <a:pt x="54" y="40"/>
                    </a:cubicBezTo>
                    <a:cubicBezTo>
                      <a:pt x="54" y="40"/>
                      <a:pt x="55" y="40"/>
                      <a:pt x="55" y="39"/>
                    </a:cubicBezTo>
                    <a:cubicBezTo>
                      <a:pt x="54" y="40"/>
                      <a:pt x="54" y="40"/>
                      <a:pt x="54" y="40"/>
                    </a:cubicBezTo>
                    <a:cubicBezTo>
                      <a:pt x="51" y="45"/>
                      <a:pt x="48" y="49"/>
                      <a:pt x="46" y="53"/>
                    </a:cubicBezTo>
                    <a:cubicBezTo>
                      <a:pt x="43" y="59"/>
                      <a:pt x="40" y="64"/>
                      <a:pt x="37" y="69"/>
                    </a:cubicBezTo>
                    <a:cubicBezTo>
                      <a:pt x="38" y="68"/>
                      <a:pt x="38" y="68"/>
                      <a:pt x="38" y="68"/>
                    </a:cubicBezTo>
                    <a:cubicBezTo>
                      <a:pt x="34" y="78"/>
                      <a:pt x="30" y="88"/>
                      <a:pt x="27" y="99"/>
                    </a:cubicBezTo>
                    <a:cubicBezTo>
                      <a:pt x="27" y="99"/>
                      <a:pt x="27" y="100"/>
                      <a:pt x="26" y="100"/>
                    </a:cubicBezTo>
                    <a:cubicBezTo>
                      <a:pt x="26" y="104"/>
                      <a:pt x="26" y="107"/>
                      <a:pt x="26" y="110"/>
                    </a:cubicBezTo>
                    <a:cubicBezTo>
                      <a:pt x="26" y="116"/>
                      <a:pt x="26" y="121"/>
                      <a:pt x="26" y="127"/>
                    </a:cubicBezTo>
                    <a:cubicBezTo>
                      <a:pt x="27" y="133"/>
                      <a:pt x="27" y="139"/>
                      <a:pt x="28" y="145"/>
                    </a:cubicBezTo>
                    <a:cubicBezTo>
                      <a:pt x="29" y="149"/>
                      <a:pt x="29" y="153"/>
                      <a:pt x="30" y="158"/>
                    </a:cubicBezTo>
                    <a:lnTo>
                      <a:pt x="30" y="159"/>
                    </a:lnTo>
                    <a:moveTo>
                      <a:pt x="22" y="179"/>
                    </a:moveTo>
                    <a:cubicBezTo>
                      <a:pt x="20" y="178"/>
                      <a:pt x="18" y="176"/>
                      <a:pt x="16" y="174"/>
                    </a:cubicBezTo>
                    <a:cubicBezTo>
                      <a:pt x="14" y="172"/>
                      <a:pt x="12" y="170"/>
                      <a:pt x="12" y="167"/>
                    </a:cubicBezTo>
                    <a:cubicBezTo>
                      <a:pt x="10" y="163"/>
                      <a:pt x="9" y="158"/>
                      <a:pt x="9" y="153"/>
                    </a:cubicBezTo>
                    <a:cubicBezTo>
                      <a:pt x="8" y="148"/>
                      <a:pt x="8" y="142"/>
                      <a:pt x="7" y="137"/>
                    </a:cubicBezTo>
                    <a:cubicBezTo>
                      <a:pt x="7" y="134"/>
                      <a:pt x="6" y="132"/>
                      <a:pt x="6" y="130"/>
                    </a:cubicBezTo>
                    <a:cubicBezTo>
                      <a:pt x="3" y="128"/>
                      <a:pt x="0" y="124"/>
                      <a:pt x="1" y="119"/>
                    </a:cubicBezTo>
                    <a:cubicBezTo>
                      <a:pt x="3" y="113"/>
                      <a:pt x="5" y="107"/>
                      <a:pt x="6" y="102"/>
                    </a:cubicBezTo>
                    <a:cubicBezTo>
                      <a:pt x="6" y="95"/>
                      <a:pt x="7" y="88"/>
                      <a:pt x="8" y="81"/>
                    </a:cubicBezTo>
                    <a:cubicBezTo>
                      <a:pt x="9" y="77"/>
                      <a:pt x="9" y="73"/>
                      <a:pt x="10" y="70"/>
                    </a:cubicBezTo>
                    <a:cubicBezTo>
                      <a:pt x="11" y="64"/>
                      <a:pt x="12" y="59"/>
                      <a:pt x="14" y="54"/>
                    </a:cubicBezTo>
                    <a:cubicBezTo>
                      <a:pt x="15" y="51"/>
                      <a:pt x="19" y="49"/>
                      <a:pt x="23" y="49"/>
                    </a:cubicBezTo>
                    <a:cubicBezTo>
                      <a:pt x="23" y="48"/>
                      <a:pt x="25" y="49"/>
                      <a:pt x="26" y="49"/>
                    </a:cubicBezTo>
                    <a:cubicBezTo>
                      <a:pt x="30" y="39"/>
                      <a:pt x="37" y="29"/>
                      <a:pt x="44" y="21"/>
                    </a:cubicBezTo>
                    <a:cubicBezTo>
                      <a:pt x="49" y="16"/>
                      <a:pt x="54" y="11"/>
                      <a:pt x="59" y="8"/>
                    </a:cubicBezTo>
                    <a:cubicBezTo>
                      <a:pt x="64" y="4"/>
                      <a:pt x="71" y="2"/>
                      <a:pt x="77" y="1"/>
                    </a:cubicBezTo>
                    <a:cubicBezTo>
                      <a:pt x="83" y="0"/>
                      <a:pt x="89" y="3"/>
                      <a:pt x="93" y="6"/>
                    </a:cubicBezTo>
                    <a:cubicBezTo>
                      <a:pt x="94" y="8"/>
                      <a:pt x="96" y="10"/>
                      <a:pt x="97" y="12"/>
                    </a:cubicBezTo>
                    <a:cubicBezTo>
                      <a:pt x="99" y="15"/>
                      <a:pt x="100" y="18"/>
                      <a:pt x="101" y="22"/>
                    </a:cubicBezTo>
                    <a:cubicBezTo>
                      <a:pt x="101" y="25"/>
                      <a:pt x="101" y="29"/>
                      <a:pt x="101" y="32"/>
                    </a:cubicBezTo>
                    <a:cubicBezTo>
                      <a:pt x="102" y="36"/>
                      <a:pt x="102" y="39"/>
                      <a:pt x="102" y="43"/>
                    </a:cubicBezTo>
                    <a:cubicBezTo>
                      <a:pt x="101" y="50"/>
                      <a:pt x="100" y="58"/>
                      <a:pt x="99" y="66"/>
                    </a:cubicBezTo>
                    <a:cubicBezTo>
                      <a:pt x="97" y="76"/>
                      <a:pt x="94" y="86"/>
                      <a:pt x="90" y="97"/>
                    </a:cubicBezTo>
                    <a:cubicBezTo>
                      <a:pt x="89" y="102"/>
                      <a:pt x="87" y="107"/>
                      <a:pt x="85" y="113"/>
                    </a:cubicBezTo>
                    <a:cubicBezTo>
                      <a:pt x="82" y="119"/>
                      <a:pt x="79" y="124"/>
                      <a:pt x="77" y="130"/>
                    </a:cubicBezTo>
                    <a:cubicBezTo>
                      <a:pt x="74" y="136"/>
                      <a:pt x="71" y="142"/>
                      <a:pt x="68" y="148"/>
                    </a:cubicBezTo>
                    <a:cubicBezTo>
                      <a:pt x="64" y="155"/>
                      <a:pt x="60" y="161"/>
                      <a:pt x="55" y="166"/>
                    </a:cubicBezTo>
                    <a:cubicBezTo>
                      <a:pt x="51" y="170"/>
                      <a:pt x="46" y="174"/>
                      <a:pt x="40" y="177"/>
                    </a:cubicBezTo>
                    <a:cubicBezTo>
                      <a:pt x="38" y="178"/>
                      <a:pt x="35" y="179"/>
                      <a:pt x="32" y="179"/>
                    </a:cubicBezTo>
                    <a:cubicBezTo>
                      <a:pt x="31" y="179"/>
                      <a:pt x="30" y="179"/>
                      <a:pt x="29" y="179"/>
                    </a:cubicBezTo>
                    <a:cubicBezTo>
                      <a:pt x="27" y="179"/>
                      <a:pt x="25" y="179"/>
                      <a:pt x="22" y="1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" name="Google Shape;110;p2"/>
              <p:cNvSpPr/>
              <p:nvPr/>
            </p:nvSpPr>
            <p:spPr>
              <a:xfrm>
                <a:off x="1780200" y="2581920"/>
                <a:ext cx="15840" cy="39240"/>
              </a:xfrm>
              <a:custGeom>
                <a:avLst/>
                <a:gdLst/>
                <a:ahLst/>
                <a:cxnLst/>
                <a:rect l="l" t="t" r="r" b="b"/>
                <a:pathLst>
                  <a:path w="44" h="109" extrusionOk="0">
                    <a:moveTo>
                      <a:pt x="10" y="108"/>
                    </a:moveTo>
                    <a:cubicBezTo>
                      <a:pt x="4" y="107"/>
                      <a:pt x="0" y="102"/>
                      <a:pt x="0" y="97"/>
                    </a:cubicBezTo>
                    <a:cubicBezTo>
                      <a:pt x="0" y="89"/>
                      <a:pt x="3" y="81"/>
                      <a:pt x="4" y="73"/>
                    </a:cubicBezTo>
                    <a:cubicBezTo>
                      <a:pt x="6" y="66"/>
                      <a:pt x="7" y="60"/>
                      <a:pt x="9" y="54"/>
                    </a:cubicBezTo>
                    <a:cubicBezTo>
                      <a:pt x="10" y="47"/>
                      <a:pt x="12" y="40"/>
                      <a:pt x="14" y="33"/>
                    </a:cubicBezTo>
                    <a:cubicBezTo>
                      <a:pt x="14" y="28"/>
                      <a:pt x="16" y="25"/>
                      <a:pt x="17" y="21"/>
                    </a:cubicBezTo>
                    <a:cubicBezTo>
                      <a:pt x="18" y="18"/>
                      <a:pt x="18" y="15"/>
                      <a:pt x="20" y="12"/>
                    </a:cubicBezTo>
                    <a:cubicBezTo>
                      <a:pt x="21" y="9"/>
                      <a:pt x="23" y="5"/>
                      <a:pt x="25" y="3"/>
                    </a:cubicBezTo>
                    <a:cubicBezTo>
                      <a:pt x="28" y="1"/>
                      <a:pt x="31" y="0"/>
                      <a:pt x="34" y="1"/>
                    </a:cubicBezTo>
                    <a:cubicBezTo>
                      <a:pt x="38" y="2"/>
                      <a:pt x="41" y="4"/>
                      <a:pt x="42" y="8"/>
                    </a:cubicBezTo>
                    <a:cubicBezTo>
                      <a:pt x="43" y="10"/>
                      <a:pt x="43" y="12"/>
                      <a:pt x="43" y="14"/>
                    </a:cubicBezTo>
                    <a:cubicBezTo>
                      <a:pt x="42" y="16"/>
                      <a:pt x="41" y="18"/>
                      <a:pt x="39" y="20"/>
                    </a:cubicBezTo>
                    <a:cubicBezTo>
                      <a:pt x="37" y="26"/>
                      <a:pt x="35" y="31"/>
                      <a:pt x="33" y="37"/>
                    </a:cubicBezTo>
                    <a:cubicBezTo>
                      <a:pt x="31" y="46"/>
                      <a:pt x="29" y="55"/>
                      <a:pt x="27" y="63"/>
                    </a:cubicBezTo>
                    <a:cubicBezTo>
                      <a:pt x="25" y="73"/>
                      <a:pt x="23" y="83"/>
                      <a:pt x="21" y="93"/>
                    </a:cubicBezTo>
                    <a:cubicBezTo>
                      <a:pt x="21" y="94"/>
                      <a:pt x="21" y="96"/>
                      <a:pt x="21" y="98"/>
                    </a:cubicBezTo>
                    <a:cubicBezTo>
                      <a:pt x="21" y="103"/>
                      <a:pt x="16" y="108"/>
                      <a:pt x="10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" name="Google Shape;111;p2"/>
              <p:cNvSpPr/>
              <p:nvPr/>
            </p:nvSpPr>
            <p:spPr>
              <a:xfrm>
                <a:off x="1797840" y="2578320"/>
                <a:ext cx="20160" cy="38520"/>
              </a:xfrm>
              <a:custGeom>
                <a:avLst/>
                <a:gdLst/>
                <a:ahLst/>
                <a:cxnLst/>
                <a:rect l="l" t="t" r="r" b="b"/>
                <a:pathLst>
                  <a:path w="56" h="107" extrusionOk="0">
                    <a:moveTo>
                      <a:pt x="8" y="105"/>
                    </a:moveTo>
                    <a:cubicBezTo>
                      <a:pt x="3" y="104"/>
                      <a:pt x="0" y="98"/>
                      <a:pt x="2" y="93"/>
                    </a:cubicBezTo>
                    <a:cubicBezTo>
                      <a:pt x="4" y="87"/>
                      <a:pt x="6" y="82"/>
                      <a:pt x="7" y="76"/>
                    </a:cubicBezTo>
                    <a:cubicBezTo>
                      <a:pt x="10" y="65"/>
                      <a:pt x="12" y="54"/>
                      <a:pt x="15" y="43"/>
                    </a:cubicBezTo>
                    <a:cubicBezTo>
                      <a:pt x="17" y="37"/>
                      <a:pt x="19" y="31"/>
                      <a:pt x="21" y="26"/>
                    </a:cubicBezTo>
                    <a:cubicBezTo>
                      <a:pt x="25" y="15"/>
                      <a:pt x="31" y="2"/>
                      <a:pt x="43" y="1"/>
                    </a:cubicBezTo>
                    <a:cubicBezTo>
                      <a:pt x="49" y="0"/>
                      <a:pt x="54" y="5"/>
                      <a:pt x="55" y="11"/>
                    </a:cubicBezTo>
                    <a:cubicBezTo>
                      <a:pt x="55" y="16"/>
                      <a:pt x="51" y="20"/>
                      <a:pt x="46" y="22"/>
                    </a:cubicBezTo>
                    <a:cubicBezTo>
                      <a:pt x="46" y="23"/>
                      <a:pt x="45" y="24"/>
                      <a:pt x="44" y="25"/>
                    </a:cubicBezTo>
                    <a:cubicBezTo>
                      <a:pt x="43" y="27"/>
                      <a:pt x="42" y="29"/>
                      <a:pt x="41" y="31"/>
                    </a:cubicBezTo>
                    <a:cubicBezTo>
                      <a:pt x="40" y="34"/>
                      <a:pt x="39" y="37"/>
                      <a:pt x="37" y="41"/>
                    </a:cubicBezTo>
                    <a:cubicBezTo>
                      <a:pt x="36" y="44"/>
                      <a:pt x="35" y="48"/>
                      <a:pt x="34" y="51"/>
                    </a:cubicBezTo>
                    <a:cubicBezTo>
                      <a:pt x="30" y="68"/>
                      <a:pt x="26" y="83"/>
                      <a:pt x="21" y="99"/>
                    </a:cubicBezTo>
                    <a:cubicBezTo>
                      <a:pt x="20" y="104"/>
                      <a:pt x="16" y="106"/>
                      <a:pt x="11" y="106"/>
                    </a:cubicBezTo>
                    <a:cubicBezTo>
                      <a:pt x="11" y="106"/>
                      <a:pt x="10" y="106"/>
                      <a:pt x="8" y="1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" name="Google Shape;112;p2"/>
              <p:cNvSpPr/>
              <p:nvPr/>
            </p:nvSpPr>
            <p:spPr>
              <a:xfrm>
                <a:off x="1758240" y="2566800"/>
                <a:ext cx="81720" cy="32040"/>
              </a:xfrm>
              <a:custGeom>
                <a:avLst/>
                <a:gdLst/>
                <a:ahLst/>
                <a:cxnLst/>
                <a:rect l="l" t="t" r="r" b="b"/>
                <a:pathLst>
                  <a:path w="227" h="89" extrusionOk="0">
                    <a:moveTo>
                      <a:pt x="25" y="86"/>
                    </a:moveTo>
                    <a:cubicBezTo>
                      <a:pt x="21" y="82"/>
                      <a:pt x="17" y="78"/>
                      <a:pt x="13" y="74"/>
                    </a:cubicBezTo>
                    <a:cubicBezTo>
                      <a:pt x="7" y="67"/>
                      <a:pt x="0" y="60"/>
                      <a:pt x="1" y="51"/>
                    </a:cubicBezTo>
                    <a:cubicBezTo>
                      <a:pt x="1" y="38"/>
                      <a:pt x="12" y="28"/>
                      <a:pt x="22" y="21"/>
                    </a:cubicBezTo>
                    <a:cubicBezTo>
                      <a:pt x="35" y="14"/>
                      <a:pt x="49" y="10"/>
                      <a:pt x="63" y="6"/>
                    </a:cubicBezTo>
                    <a:cubicBezTo>
                      <a:pt x="87" y="1"/>
                      <a:pt x="112" y="0"/>
                      <a:pt x="137" y="0"/>
                    </a:cubicBezTo>
                    <a:cubicBezTo>
                      <a:pt x="148" y="1"/>
                      <a:pt x="159" y="1"/>
                      <a:pt x="170" y="2"/>
                    </a:cubicBezTo>
                    <a:cubicBezTo>
                      <a:pt x="186" y="3"/>
                      <a:pt x="201" y="5"/>
                      <a:pt x="216" y="6"/>
                    </a:cubicBezTo>
                    <a:cubicBezTo>
                      <a:pt x="221" y="7"/>
                      <a:pt x="226" y="11"/>
                      <a:pt x="225" y="17"/>
                    </a:cubicBezTo>
                    <a:cubicBezTo>
                      <a:pt x="225" y="19"/>
                      <a:pt x="224" y="21"/>
                      <a:pt x="222" y="23"/>
                    </a:cubicBezTo>
                    <a:cubicBezTo>
                      <a:pt x="219" y="26"/>
                      <a:pt x="216" y="26"/>
                      <a:pt x="213" y="26"/>
                    </a:cubicBezTo>
                    <a:cubicBezTo>
                      <a:pt x="212" y="26"/>
                      <a:pt x="210" y="25"/>
                      <a:pt x="208" y="25"/>
                    </a:cubicBezTo>
                    <a:cubicBezTo>
                      <a:pt x="209" y="25"/>
                      <a:pt x="209" y="25"/>
                      <a:pt x="209" y="25"/>
                    </a:cubicBezTo>
                    <a:cubicBezTo>
                      <a:pt x="196" y="23"/>
                      <a:pt x="182" y="22"/>
                      <a:pt x="169" y="21"/>
                    </a:cubicBezTo>
                    <a:cubicBezTo>
                      <a:pt x="155" y="20"/>
                      <a:pt x="141" y="20"/>
                      <a:pt x="128" y="19"/>
                    </a:cubicBezTo>
                    <a:lnTo>
                      <a:pt x="129" y="19"/>
                    </a:lnTo>
                    <a:cubicBezTo>
                      <a:pt x="115" y="19"/>
                      <a:pt x="101" y="20"/>
                      <a:pt x="87" y="22"/>
                    </a:cubicBezTo>
                    <a:cubicBezTo>
                      <a:pt x="88" y="22"/>
                      <a:pt x="88" y="22"/>
                      <a:pt x="89" y="21"/>
                    </a:cubicBezTo>
                    <a:cubicBezTo>
                      <a:pt x="79" y="23"/>
                      <a:pt x="70" y="25"/>
                      <a:pt x="61" y="27"/>
                    </a:cubicBezTo>
                    <a:cubicBezTo>
                      <a:pt x="62" y="27"/>
                      <a:pt x="62" y="27"/>
                      <a:pt x="63" y="27"/>
                    </a:cubicBezTo>
                    <a:cubicBezTo>
                      <a:pt x="56" y="28"/>
                      <a:pt x="49" y="31"/>
                      <a:pt x="43" y="34"/>
                    </a:cubicBezTo>
                    <a:cubicBezTo>
                      <a:pt x="40" y="35"/>
                      <a:pt x="37" y="36"/>
                      <a:pt x="35" y="38"/>
                    </a:cubicBezTo>
                    <a:cubicBezTo>
                      <a:pt x="33" y="39"/>
                      <a:pt x="31" y="40"/>
                      <a:pt x="29" y="41"/>
                    </a:cubicBezTo>
                    <a:cubicBezTo>
                      <a:pt x="28" y="42"/>
                      <a:pt x="27" y="43"/>
                      <a:pt x="26" y="44"/>
                    </a:cubicBezTo>
                    <a:cubicBezTo>
                      <a:pt x="25" y="45"/>
                      <a:pt x="24" y="46"/>
                      <a:pt x="24" y="46"/>
                    </a:cubicBezTo>
                    <a:cubicBezTo>
                      <a:pt x="23" y="47"/>
                      <a:pt x="23" y="48"/>
                      <a:pt x="22" y="48"/>
                    </a:cubicBezTo>
                    <a:cubicBezTo>
                      <a:pt x="22" y="49"/>
                      <a:pt x="22" y="49"/>
                      <a:pt x="22" y="49"/>
                    </a:cubicBezTo>
                    <a:cubicBezTo>
                      <a:pt x="22" y="50"/>
                      <a:pt x="22" y="50"/>
                      <a:pt x="22" y="51"/>
                    </a:cubicBezTo>
                    <a:cubicBezTo>
                      <a:pt x="21" y="51"/>
                      <a:pt x="21" y="51"/>
                      <a:pt x="21" y="51"/>
                    </a:cubicBezTo>
                    <a:cubicBezTo>
                      <a:pt x="21" y="52"/>
                      <a:pt x="21" y="52"/>
                      <a:pt x="21" y="52"/>
                    </a:cubicBezTo>
                    <a:cubicBezTo>
                      <a:pt x="22" y="52"/>
                      <a:pt x="22" y="52"/>
                      <a:pt x="22" y="52"/>
                    </a:cubicBezTo>
                    <a:lnTo>
                      <a:pt x="22" y="53"/>
                    </a:lnTo>
                    <a:cubicBezTo>
                      <a:pt x="24" y="55"/>
                      <a:pt x="25" y="56"/>
                      <a:pt x="26" y="58"/>
                    </a:cubicBezTo>
                    <a:cubicBezTo>
                      <a:pt x="31" y="62"/>
                      <a:pt x="35" y="66"/>
                      <a:pt x="39" y="70"/>
                    </a:cubicBezTo>
                    <a:cubicBezTo>
                      <a:pt x="44" y="74"/>
                      <a:pt x="44" y="81"/>
                      <a:pt x="40" y="85"/>
                    </a:cubicBezTo>
                    <a:cubicBezTo>
                      <a:pt x="38" y="87"/>
                      <a:pt x="35" y="88"/>
                      <a:pt x="32" y="88"/>
                    </a:cubicBezTo>
                    <a:cubicBezTo>
                      <a:pt x="30" y="88"/>
                      <a:pt x="28" y="88"/>
                      <a:pt x="25" y="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" name="Google Shape;113;p2"/>
              <p:cNvSpPr/>
              <p:nvPr/>
            </p:nvSpPr>
            <p:spPr>
              <a:xfrm>
                <a:off x="1787760" y="2571120"/>
                <a:ext cx="62280" cy="91800"/>
              </a:xfrm>
              <a:custGeom>
                <a:avLst/>
                <a:gdLst/>
                <a:ahLst/>
                <a:cxnLst/>
                <a:rect l="l" t="t" r="r" b="b"/>
                <a:pathLst>
                  <a:path w="173" h="255" extrusionOk="0">
                    <a:moveTo>
                      <a:pt x="6" y="252"/>
                    </a:moveTo>
                    <a:cubicBezTo>
                      <a:pt x="1" y="249"/>
                      <a:pt x="0" y="243"/>
                      <a:pt x="3" y="238"/>
                    </a:cubicBezTo>
                    <a:cubicBezTo>
                      <a:pt x="14" y="223"/>
                      <a:pt x="25" y="207"/>
                      <a:pt x="36" y="191"/>
                    </a:cubicBezTo>
                    <a:cubicBezTo>
                      <a:pt x="41" y="184"/>
                      <a:pt x="45" y="177"/>
                      <a:pt x="49" y="170"/>
                    </a:cubicBezTo>
                    <a:cubicBezTo>
                      <a:pt x="55" y="161"/>
                      <a:pt x="60" y="154"/>
                      <a:pt x="64" y="146"/>
                    </a:cubicBezTo>
                    <a:cubicBezTo>
                      <a:pt x="70" y="136"/>
                      <a:pt x="75" y="127"/>
                      <a:pt x="80" y="118"/>
                    </a:cubicBezTo>
                    <a:lnTo>
                      <a:pt x="81" y="118"/>
                    </a:lnTo>
                    <a:lnTo>
                      <a:pt x="80" y="118"/>
                    </a:lnTo>
                    <a:cubicBezTo>
                      <a:pt x="85" y="109"/>
                      <a:pt x="91" y="100"/>
                      <a:pt x="95" y="92"/>
                    </a:cubicBezTo>
                    <a:cubicBezTo>
                      <a:pt x="100" y="82"/>
                      <a:pt x="105" y="73"/>
                      <a:pt x="110" y="64"/>
                    </a:cubicBezTo>
                    <a:cubicBezTo>
                      <a:pt x="116" y="53"/>
                      <a:pt x="121" y="43"/>
                      <a:pt x="127" y="32"/>
                    </a:cubicBezTo>
                    <a:cubicBezTo>
                      <a:pt x="131" y="24"/>
                      <a:pt x="136" y="16"/>
                      <a:pt x="142" y="8"/>
                    </a:cubicBezTo>
                    <a:cubicBezTo>
                      <a:pt x="145" y="4"/>
                      <a:pt x="150" y="0"/>
                      <a:pt x="155" y="0"/>
                    </a:cubicBezTo>
                    <a:cubicBezTo>
                      <a:pt x="158" y="0"/>
                      <a:pt x="160" y="0"/>
                      <a:pt x="162" y="2"/>
                    </a:cubicBezTo>
                    <a:cubicBezTo>
                      <a:pt x="165" y="3"/>
                      <a:pt x="166" y="5"/>
                      <a:pt x="168" y="8"/>
                    </a:cubicBezTo>
                    <a:cubicBezTo>
                      <a:pt x="169" y="11"/>
                      <a:pt x="171" y="14"/>
                      <a:pt x="171" y="17"/>
                    </a:cubicBezTo>
                    <a:cubicBezTo>
                      <a:pt x="172" y="23"/>
                      <a:pt x="166" y="28"/>
                      <a:pt x="161" y="29"/>
                    </a:cubicBezTo>
                    <a:cubicBezTo>
                      <a:pt x="159" y="29"/>
                      <a:pt x="156" y="28"/>
                      <a:pt x="154" y="26"/>
                    </a:cubicBezTo>
                    <a:cubicBezTo>
                      <a:pt x="152" y="29"/>
                      <a:pt x="150" y="33"/>
                      <a:pt x="148" y="36"/>
                    </a:cubicBezTo>
                    <a:cubicBezTo>
                      <a:pt x="148" y="35"/>
                      <a:pt x="148" y="35"/>
                      <a:pt x="149" y="34"/>
                    </a:cubicBezTo>
                    <a:cubicBezTo>
                      <a:pt x="144" y="44"/>
                      <a:pt x="138" y="53"/>
                      <a:pt x="133" y="62"/>
                    </a:cubicBezTo>
                    <a:cubicBezTo>
                      <a:pt x="127" y="72"/>
                      <a:pt x="122" y="83"/>
                      <a:pt x="116" y="93"/>
                    </a:cubicBezTo>
                    <a:cubicBezTo>
                      <a:pt x="106" y="113"/>
                      <a:pt x="94" y="132"/>
                      <a:pt x="83" y="150"/>
                    </a:cubicBezTo>
                    <a:cubicBezTo>
                      <a:pt x="73" y="167"/>
                      <a:pt x="63" y="184"/>
                      <a:pt x="52" y="200"/>
                    </a:cubicBezTo>
                    <a:cubicBezTo>
                      <a:pt x="41" y="216"/>
                      <a:pt x="30" y="233"/>
                      <a:pt x="20" y="249"/>
                    </a:cubicBezTo>
                    <a:cubicBezTo>
                      <a:pt x="17" y="252"/>
                      <a:pt x="14" y="254"/>
                      <a:pt x="11" y="254"/>
                    </a:cubicBezTo>
                    <a:cubicBezTo>
                      <a:pt x="9" y="254"/>
                      <a:pt x="7" y="254"/>
                      <a:pt x="6" y="2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" name="Google Shape;114;p2"/>
              <p:cNvSpPr/>
              <p:nvPr/>
            </p:nvSpPr>
            <p:spPr>
              <a:xfrm>
                <a:off x="1811160" y="2601000"/>
                <a:ext cx="40320" cy="7200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200" extrusionOk="0">
                    <a:moveTo>
                      <a:pt x="49" y="199"/>
                    </a:moveTo>
                    <a:cubicBezTo>
                      <a:pt x="43" y="197"/>
                      <a:pt x="39" y="192"/>
                      <a:pt x="40" y="186"/>
                    </a:cubicBezTo>
                    <a:cubicBezTo>
                      <a:pt x="43" y="175"/>
                      <a:pt x="47" y="164"/>
                      <a:pt x="50" y="153"/>
                    </a:cubicBezTo>
                    <a:cubicBezTo>
                      <a:pt x="53" y="144"/>
                      <a:pt x="56" y="135"/>
                      <a:pt x="58" y="125"/>
                    </a:cubicBezTo>
                    <a:cubicBezTo>
                      <a:pt x="60" y="121"/>
                      <a:pt x="62" y="116"/>
                      <a:pt x="64" y="111"/>
                    </a:cubicBezTo>
                    <a:cubicBezTo>
                      <a:pt x="63" y="111"/>
                      <a:pt x="63" y="112"/>
                      <a:pt x="62" y="112"/>
                    </a:cubicBezTo>
                    <a:lnTo>
                      <a:pt x="63" y="112"/>
                    </a:lnTo>
                    <a:cubicBezTo>
                      <a:pt x="56" y="117"/>
                      <a:pt x="49" y="122"/>
                      <a:pt x="43" y="128"/>
                    </a:cubicBezTo>
                    <a:cubicBezTo>
                      <a:pt x="39" y="130"/>
                      <a:pt x="35" y="133"/>
                      <a:pt x="32" y="136"/>
                    </a:cubicBezTo>
                    <a:cubicBezTo>
                      <a:pt x="28" y="139"/>
                      <a:pt x="25" y="142"/>
                      <a:pt x="21" y="144"/>
                    </a:cubicBezTo>
                    <a:cubicBezTo>
                      <a:pt x="17" y="146"/>
                      <a:pt x="13" y="147"/>
                      <a:pt x="9" y="146"/>
                    </a:cubicBezTo>
                    <a:cubicBezTo>
                      <a:pt x="6" y="145"/>
                      <a:pt x="4" y="144"/>
                      <a:pt x="2" y="142"/>
                    </a:cubicBezTo>
                    <a:cubicBezTo>
                      <a:pt x="1" y="139"/>
                      <a:pt x="0" y="135"/>
                      <a:pt x="1" y="132"/>
                    </a:cubicBezTo>
                    <a:cubicBezTo>
                      <a:pt x="4" y="126"/>
                      <a:pt x="8" y="119"/>
                      <a:pt x="11" y="112"/>
                    </a:cubicBezTo>
                    <a:cubicBezTo>
                      <a:pt x="14" y="108"/>
                      <a:pt x="16" y="103"/>
                      <a:pt x="18" y="98"/>
                    </a:cubicBezTo>
                    <a:cubicBezTo>
                      <a:pt x="23" y="88"/>
                      <a:pt x="28" y="78"/>
                      <a:pt x="32" y="68"/>
                    </a:cubicBezTo>
                    <a:cubicBezTo>
                      <a:pt x="36" y="59"/>
                      <a:pt x="40" y="51"/>
                      <a:pt x="44" y="42"/>
                    </a:cubicBezTo>
                    <a:cubicBezTo>
                      <a:pt x="46" y="37"/>
                      <a:pt x="49" y="33"/>
                      <a:pt x="51" y="28"/>
                    </a:cubicBezTo>
                    <a:cubicBezTo>
                      <a:pt x="54" y="20"/>
                      <a:pt x="58" y="12"/>
                      <a:pt x="62" y="5"/>
                    </a:cubicBezTo>
                    <a:cubicBezTo>
                      <a:pt x="64" y="2"/>
                      <a:pt x="69" y="0"/>
                      <a:pt x="73" y="1"/>
                    </a:cubicBezTo>
                    <a:cubicBezTo>
                      <a:pt x="77" y="2"/>
                      <a:pt x="81" y="5"/>
                      <a:pt x="81" y="10"/>
                    </a:cubicBezTo>
                    <a:cubicBezTo>
                      <a:pt x="81" y="12"/>
                      <a:pt x="81" y="14"/>
                      <a:pt x="81" y="16"/>
                    </a:cubicBezTo>
                    <a:cubicBezTo>
                      <a:pt x="80" y="19"/>
                      <a:pt x="78" y="21"/>
                      <a:pt x="76" y="23"/>
                    </a:cubicBezTo>
                    <a:cubicBezTo>
                      <a:pt x="74" y="28"/>
                      <a:pt x="71" y="33"/>
                      <a:pt x="69" y="38"/>
                    </a:cubicBezTo>
                    <a:cubicBezTo>
                      <a:pt x="67" y="42"/>
                      <a:pt x="64" y="47"/>
                      <a:pt x="62" y="52"/>
                    </a:cubicBezTo>
                    <a:cubicBezTo>
                      <a:pt x="57" y="61"/>
                      <a:pt x="54" y="69"/>
                      <a:pt x="50" y="77"/>
                    </a:cubicBezTo>
                    <a:cubicBezTo>
                      <a:pt x="45" y="87"/>
                      <a:pt x="40" y="96"/>
                      <a:pt x="36" y="106"/>
                    </a:cubicBezTo>
                    <a:cubicBezTo>
                      <a:pt x="35" y="107"/>
                      <a:pt x="35" y="108"/>
                      <a:pt x="34" y="109"/>
                    </a:cubicBezTo>
                    <a:cubicBezTo>
                      <a:pt x="42" y="103"/>
                      <a:pt x="50" y="97"/>
                      <a:pt x="58" y="90"/>
                    </a:cubicBezTo>
                    <a:cubicBezTo>
                      <a:pt x="64" y="86"/>
                      <a:pt x="70" y="81"/>
                      <a:pt x="75" y="76"/>
                    </a:cubicBezTo>
                    <a:lnTo>
                      <a:pt x="75" y="77"/>
                    </a:lnTo>
                    <a:cubicBezTo>
                      <a:pt x="77" y="75"/>
                      <a:pt x="79" y="73"/>
                      <a:pt x="81" y="70"/>
                    </a:cubicBezTo>
                    <a:cubicBezTo>
                      <a:pt x="82" y="68"/>
                      <a:pt x="84" y="65"/>
                      <a:pt x="85" y="62"/>
                    </a:cubicBezTo>
                    <a:cubicBezTo>
                      <a:pt x="87" y="58"/>
                      <a:pt x="89" y="54"/>
                      <a:pt x="92" y="52"/>
                    </a:cubicBezTo>
                    <a:cubicBezTo>
                      <a:pt x="94" y="51"/>
                      <a:pt x="96" y="49"/>
                      <a:pt x="98" y="49"/>
                    </a:cubicBezTo>
                    <a:cubicBezTo>
                      <a:pt x="100" y="49"/>
                      <a:pt x="102" y="49"/>
                      <a:pt x="103" y="50"/>
                    </a:cubicBezTo>
                    <a:cubicBezTo>
                      <a:pt x="109" y="52"/>
                      <a:pt x="111" y="59"/>
                      <a:pt x="109" y="65"/>
                    </a:cubicBezTo>
                    <a:cubicBezTo>
                      <a:pt x="107" y="69"/>
                      <a:pt x="105" y="72"/>
                      <a:pt x="103" y="75"/>
                    </a:cubicBezTo>
                    <a:cubicBezTo>
                      <a:pt x="101" y="77"/>
                      <a:pt x="99" y="80"/>
                      <a:pt x="98" y="82"/>
                    </a:cubicBezTo>
                    <a:cubicBezTo>
                      <a:pt x="98" y="82"/>
                      <a:pt x="97" y="82"/>
                      <a:pt x="97" y="83"/>
                    </a:cubicBezTo>
                    <a:cubicBezTo>
                      <a:pt x="93" y="90"/>
                      <a:pt x="91" y="97"/>
                      <a:pt x="87" y="104"/>
                    </a:cubicBezTo>
                    <a:cubicBezTo>
                      <a:pt x="85" y="110"/>
                      <a:pt x="83" y="115"/>
                      <a:pt x="81" y="121"/>
                    </a:cubicBezTo>
                    <a:cubicBezTo>
                      <a:pt x="78" y="126"/>
                      <a:pt x="77" y="132"/>
                      <a:pt x="75" y="137"/>
                    </a:cubicBezTo>
                    <a:cubicBezTo>
                      <a:pt x="71" y="148"/>
                      <a:pt x="68" y="159"/>
                      <a:pt x="65" y="170"/>
                    </a:cubicBezTo>
                    <a:cubicBezTo>
                      <a:pt x="64" y="177"/>
                      <a:pt x="62" y="183"/>
                      <a:pt x="60" y="190"/>
                    </a:cubicBezTo>
                    <a:cubicBezTo>
                      <a:pt x="60" y="195"/>
                      <a:pt x="55" y="199"/>
                      <a:pt x="50" y="199"/>
                    </a:cubicBezTo>
                    <a:lnTo>
                      <a:pt x="49" y="19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" name="Google Shape;115;p2"/>
              <p:cNvSpPr/>
              <p:nvPr/>
            </p:nvSpPr>
            <p:spPr>
              <a:xfrm>
                <a:off x="1983960" y="2579400"/>
                <a:ext cx="1224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34" h="77" extrusionOk="0">
                    <a:moveTo>
                      <a:pt x="1" y="66"/>
                    </a:moveTo>
                    <a:cubicBezTo>
                      <a:pt x="0" y="52"/>
                      <a:pt x="1" y="39"/>
                      <a:pt x="1" y="25"/>
                    </a:cubicBezTo>
                    <a:cubicBezTo>
                      <a:pt x="1" y="21"/>
                      <a:pt x="1" y="17"/>
                      <a:pt x="1" y="14"/>
                    </a:cubicBezTo>
                    <a:cubicBezTo>
                      <a:pt x="2" y="8"/>
                      <a:pt x="5" y="2"/>
                      <a:pt x="11" y="1"/>
                    </a:cubicBezTo>
                    <a:cubicBezTo>
                      <a:pt x="14" y="0"/>
                      <a:pt x="17" y="0"/>
                      <a:pt x="20" y="2"/>
                    </a:cubicBezTo>
                    <a:cubicBezTo>
                      <a:pt x="22" y="4"/>
                      <a:pt x="24" y="6"/>
                      <a:pt x="25" y="9"/>
                    </a:cubicBezTo>
                    <a:cubicBezTo>
                      <a:pt x="27" y="11"/>
                      <a:pt x="29" y="14"/>
                      <a:pt x="30" y="17"/>
                    </a:cubicBezTo>
                    <a:cubicBezTo>
                      <a:pt x="33" y="21"/>
                      <a:pt x="32" y="28"/>
                      <a:pt x="28" y="31"/>
                    </a:cubicBezTo>
                    <a:cubicBezTo>
                      <a:pt x="25" y="32"/>
                      <a:pt x="24" y="33"/>
                      <a:pt x="21" y="33"/>
                    </a:cubicBezTo>
                    <a:cubicBezTo>
                      <a:pt x="21" y="34"/>
                      <a:pt x="21" y="35"/>
                      <a:pt x="21" y="36"/>
                    </a:cubicBezTo>
                    <a:cubicBezTo>
                      <a:pt x="21" y="42"/>
                      <a:pt x="21" y="49"/>
                      <a:pt x="21" y="55"/>
                    </a:cubicBezTo>
                    <a:cubicBezTo>
                      <a:pt x="21" y="58"/>
                      <a:pt x="21" y="61"/>
                      <a:pt x="21" y="64"/>
                    </a:cubicBezTo>
                    <a:cubicBezTo>
                      <a:pt x="21" y="70"/>
                      <a:pt x="17" y="75"/>
                      <a:pt x="12" y="76"/>
                    </a:cubicBezTo>
                    <a:cubicBezTo>
                      <a:pt x="11" y="76"/>
                      <a:pt x="11" y="76"/>
                      <a:pt x="11" y="76"/>
                    </a:cubicBezTo>
                    <a:cubicBezTo>
                      <a:pt x="6" y="76"/>
                      <a:pt x="1" y="71"/>
                      <a:pt x="1" y="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" name="Google Shape;116;p2"/>
              <p:cNvSpPr/>
              <p:nvPr/>
            </p:nvSpPr>
            <p:spPr>
              <a:xfrm>
                <a:off x="1999440" y="2572920"/>
                <a:ext cx="16200" cy="25920"/>
              </a:xfrm>
              <a:custGeom>
                <a:avLst/>
                <a:gdLst/>
                <a:ahLst/>
                <a:cxnLst/>
                <a:rect l="l" t="t" r="r" b="b"/>
                <a:pathLst>
                  <a:path w="45" h="72" extrusionOk="0">
                    <a:moveTo>
                      <a:pt x="8" y="70"/>
                    </a:moveTo>
                    <a:cubicBezTo>
                      <a:pt x="3" y="68"/>
                      <a:pt x="0" y="63"/>
                      <a:pt x="2" y="57"/>
                    </a:cubicBezTo>
                    <a:cubicBezTo>
                      <a:pt x="5" y="47"/>
                      <a:pt x="8" y="38"/>
                      <a:pt x="12" y="28"/>
                    </a:cubicBezTo>
                    <a:cubicBezTo>
                      <a:pt x="14" y="24"/>
                      <a:pt x="16" y="20"/>
                      <a:pt x="18" y="16"/>
                    </a:cubicBezTo>
                    <a:cubicBezTo>
                      <a:pt x="19" y="13"/>
                      <a:pt x="21" y="10"/>
                      <a:pt x="22" y="7"/>
                    </a:cubicBezTo>
                    <a:cubicBezTo>
                      <a:pt x="23" y="4"/>
                      <a:pt x="25" y="3"/>
                      <a:pt x="26" y="1"/>
                    </a:cubicBezTo>
                    <a:cubicBezTo>
                      <a:pt x="29" y="0"/>
                      <a:pt x="31" y="0"/>
                      <a:pt x="33" y="0"/>
                    </a:cubicBezTo>
                    <a:cubicBezTo>
                      <a:pt x="38" y="0"/>
                      <a:pt x="42" y="4"/>
                      <a:pt x="43" y="9"/>
                    </a:cubicBezTo>
                    <a:lnTo>
                      <a:pt x="43" y="10"/>
                    </a:lnTo>
                    <a:cubicBezTo>
                      <a:pt x="44" y="14"/>
                      <a:pt x="42" y="18"/>
                      <a:pt x="39" y="20"/>
                    </a:cubicBezTo>
                    <a:cubicBezTo>
                      <a:pt x="36" y="25"/>
                      <a:pt x="34" y="31"/>
                      <a:pt x="32" y="36"/>
                    </a:cubicBezTo>
                    <a:cubicBezTo>
                      <a:pt x="28" y="45"/>
                      <a:pt x="24" y="54"/>
                      <a:pt x="21" y="64"/>
                    </a:cubicBezTo>
                    <a:cubicBezTo>
                      <a:pt x="19" y="68"/>
                      <a:pt x="15" y="71"/>
                      <a:pt x="11" y="71"/>
                    </a:cubicBezTo>
                    <a:cubicBezTo>
                      <a:pt x="10" y="71"/>
                      <a:pt x="9" y="70"/>
                      <a:pt x="8" y="7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" name="Google Shape;117;p2"/>
              <p:cNvSpPr/>
              <p:nvPr/>
            </p:nvSpPr>
            <p:spPr>
              <a:xfrm>
                <a:off x="1952280" y="2563920"/>
                <a:ext cx="66600" cy="24480"/>
              </a:xfrm>
              <a:custGeom>
                <a:avLst/>
                <a:gdLst/>
                <a:ahLst/>
                <a:cxnLst/>
                <a:rect l="l" t="t" r="r" b="b"/>
                <a:pathLst>
                  <a:path w="185" h="68" extrusionOk="0">
                    <a:moveTo>
                      <a:pt x="16" y="63"/>
                    </a:moveTo>
                    <a:cubicBezTo>
                      <a:pt x="11" y="58"/>
                      <a:pt x="7" y="53"/>
                      <a:pt x="3" y="47"/>
                    </a:cubicBezTo>
                    <a:cubicBezTo>
                      <a:pt x="0" y="42"/>
                      <a:pt x="0" y="36"/>
                      <a:pt x="3" y="31"/>
                    </a:cubicBezTo>
                    <a:cubicBezTo>
                      <a:pt x="5" y="25"/>
                      <a:pt x="11" y="22"/>
                      <a:pt x="16" y="20"/>
                    </a:cubicBezTo>
                    <a:cubicBezTo>
                      <a:pt x="23" y="16"/>
                      <a:pt x="30" y="14"/>
                      <a:pt x="36" y="12"/>
                    </a:cubicBezTo>
                    <a:cubicBezTo>
                      <a:pt x="41" y="11"/>
                      <a:pt x="45" y="10"/>
                      <a:pt x="50" y="9"/>
                    </a:cubicBezTo>
                    <a:cubicBezTo>
                      <a:pt x="53" y="8"/>
                      <a:pt x="57" y="7"/>
                      <a:pt x="60" y="7"/>
                    </a:cubicBezTo>
                    <a:cubicBezTo>
                      <a:pt x="63" y="6"/>
                      <a:pt x="65" y="6"/>
                      <a:pt x="67" y="5"/>
                    </a:cubicBezTo>
                    <a:cubicBezTo>
                      <a:pt x="73" y="4"/>
                      <a:pt x="79" y="3"/>
                      <a:pt x="85" y="2"/>
                    </a:cubicBezTo>
                    <a:cubicBezTo>
                      <a:pt x="91" y="1"/>
                      <a:pt x="97" y="1"/>
                      <a:pt x="102" y="1"/>
                    </a:cubicBezTo>
                    <a:cubicBezTo>
                      <a:pt x="113" y="0"/>
                      <a:pt x="124" y="0"/>
                      <a:pt x="135" y="0"/>
                    </a:cubicBezTo>
                    <a:cubicBezTo>
                      <a:pt x="149" y="1"/>
                      <a:pt x="162" y="3"/>
                      <a:pt x="175" y="4"/>
                    </a:cubicBezTo>
                    <a:cubicBezTo>
                      <a:pt x="180" y="4"/>
                      <a:pt x="184" y="8"/>
                      <a:pt x="184" y="14"/>
                    </a:cubicBezTo>
                    <a:cubicBezTo>
                      <a:pt x="184" y="19"/>
                      <a:pt x="179" y="24"/>
                      <a:pt x="174" y="23"/>
                    </a:cubicBezTo>
                    <a:cubicBezTo>
                      <a:pt x="164" y="22"/>
                      <a:pt x="155" y="21"/>
                      <a:pt x="146" y="21"/>
                    </a:cubicBezTo>
                    <a:cubicBezTo>
                      <a:pt x="139" y="20"/>
                      <a:pt x="131" y="20"/>
                      <a:pt x="124" y="20"/>
                    </a:cubicBezTo>
                    <a:cubicBezTo>
                      <a:pt x="121" y="20"/>
                      <a:pt x="118" y="20"/>
                      <a:pt x="116" y="20"/>
                    </a:cubicBezTo>
                    <a:cubicBezTo>
                      <a:pt x="113" y="20"/>
                      <a:pt x="110" y="20"/>
                      <a:pt x="107" y="20"/>
                    </a:cubicBezTo>
                    <a:cubicBezTo>
                      <a:pt x="101" y="20"/>
                      <a:pt x="95" y="21"/>
                      <a:pt x="89" y="21"/>
                    </a:cubicBezTo>
                    <a:cubicBezTo>
                      <a:pt x="86" y="22"/>
                      <a:pt x="83" y="22"/>
                      <a:pt x="79" y="23"/>
                    </a:cubicBezTo>
                    <a:cubicBezTo>
                      <a:pt x="76" y="24"/>
                      <a:pt x="74" y="24"/>
                      <a:pt x="71" y="25"/>
                    </a:cubicBezTo>
                    <a:cubicBezTo>
                      <a:pt x="63" y="26"/>
                      <a:pt x="54" y="28"/>
                      <a:pt x="46" y="31"/>
                    </a:cubicBezTo>
                    <a:cubicBezTo>
                      <a:pt x="46" y="30"/>
                      <a:pt x="46" y="30"/>
                      <a:pt x="47" y="30"/>
                    </a:cubicBezTo>
                    <a:cubicBezTo>
                      <a:pt x="41" y="32"/>
                      <a:pt x="36" y="34"/>
                      <a:pt x="30" y="36"/>
                    </a:cubicBezTo>
                    <a:cubicBezTo>
                      <a:pt x="28" y="36"/>
                      <a:pt x="26" y="38"/>
                      <a:pt x="25" y="39"/>
                    </a:cubicBezTo>
                    <a:cubicBezTo>
                      <a:pt x="24" y="39"/>
                      <a:pt x="23" y="39"/>
                      <a:pt x="23" y="39"/>
                    </a:cubicBezTo>
                    <a:cubicBezTo>
                      <a:pt x="26" y="43"/>
                      <a:pt x="29" y="46"/>
                      <a:pt x="32" y="49"/>
                    </a:cubicBezTo>
                    <a:cubicBezTo>
                      <a:pt x="36" y="53"/>
                      <a:pt x="35" y="60"/>
                      <a:pt x="30" y="64"/>
                    </a:cubicBezTo>
                    <a:cubicBezTo>
                      <a:pt x="29" y="66"/>
                      <a:pt x="26" y="67"/>
                      <a:pt x="23" y="67"/>
                    </a:cubicBezTo>
                    <a:cubicBezTo>
                      <a:pt x="21" y="67"/>
                      <a:pt x="18" y="66"/>
                      <a:pt x="16" y="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" name="Google Shape;118;p2"/>
              <p:cNvSpPr/>
              <p:nvPr/>
            </p:nvSpPr>
            <p:spPr>
              <a:xfrm>
                <a:off x="1984680" y="2578320"/>
                <a:ext cx="52560" cy="72360"/>
              </a:xfrm>
              <a:custGeom>
                <a:avLst/>
                <a:gdLst/>
                <a:ahLst/>
                <a:cxnLst/>
                <a:rect l="l" t="t" r="r" b="b"/>
                <a:pathLst>
                  <a:path w="146" h="201" extrusionOk="0">
                    <a:moveTo>
                      <a:pt x="7" y="199"/>
                    </a:moveTo>
                    <a:cubicBezTo>
                      <a:pt x="1" y="196"/>
                      <a:pt x="0" y="189"/>
                      <a:pt x="3" y="185"/>
                    </a:cubicBezTo>
                    <a:cubicBezTo>
                      <a:pt x="26" y="147"/>
                      <a:pt x="51" y="110"/>
                      <a:pt x="75" y="73"/>
                    </a:cubicBezTo>
                    <a:cubicBezTo>
                      <a:pt x="83" y="62"/>
                      <a:pt x="90" y="51"/>
                      <a:pt x="98" y="39"/>
                    </a:cubicBezTo>
                    <a:cubicBezTo>
                      <a:pt x="101" y="34"/>
                      <a:pt x="105" y="29"/>
                      <a:pt x="108" y="25"/>
                    </a:cubicBezTo>
                    <a:cubicBezTo>
                      <a:pt x="111" y="20"/>
                      <a:pt x="114" y="16"/>
                      <a:pt x="117" y="13"/>
                    </a:cubicBezTo>
                    <a:cubicBezTo>
                      <a:pt x="121" y="8"/>
                      <a:pt x="126" y="3"/>
                      <a:pt x="132" y="1"/>
                    </a:cubicBezTo>
                    <a:cubicBezTo>
                      <a:pt x="137" y="0"/>
                      <a:pt x="143" y="4"/>
                      <a:pt x="144" y="9"/>
                    </a:cubicBezTo>
                    <a:cubicBezTo>
                      <a:pt x="145" y="15"/>
                      <a:pt x="142" y="20"/>
                      <a:pt x="137" y="22"/>
                    </a:cubicBezTo>
                    <a:lnTo>
                      <a:pt x="136" y="22"/>
                    </a:lnTo>
                    <a:cubicBezTo>
                      <a:pt x="137" y="22"/>
                      <a:pt x="137" y="22"/>
                      <a:pt x="137" y="22"/>
                    </a:cubicBezTo>
                    <a:cubicBezTo>
                      <a:pt x="137" y="22"/>
                      <a:pt x="136" y="22"/>
                      <a:pt x="136" y="23"/>
                    </a:cubicBezTo>
                    <a:cubicBezTo>
                      <a:pt x="133" y="26"/>
                      <a:pt x="130" y="29"/>
                      <a:pt x="127" y="32"/>
                    </a:cubicBezTo>
                    <a:cubicBezTo>
                      <a:pt x="128" y="32"/>
                      <a:pt x="128" y="31"/>
                      <a:pt x="129" y="31"/>
                    </a:cubicBezTo>
                    <a:cubicBezTo>
                      <a:pt x="121" y="41"/>
                      <a:pt x="115" y="51"/>
                      <a:pt x="108" y="61"/>
                    </a:cubicBezTo>
                    <a:cubicBezTo>
                      <a:pt x="102" y="69"/>
                      <a:pt x="97" y="78"/>
                      <a:pt x="91" y="86"/>
                    </a:cubicBezTo>
                    <a:cubicBezTo>
                      <a:pt x="78" y="104"/>
                      <a:pt x="65" y="124"/>
                      <a:pt x="52" y="143"/>
                    </a:cubicBezTo>
                    <a:cubicBezTo>
                      <a:pt x="44" y="156"/>
                      <a:pt x="35" y="170"/>
                      <a:pt x="27" y="183"/>
                    </a:cubicBezTo>
                    <a:lnTo>
                      <a:pt x="27" y="182"/>
                    </a:lnTo>
                    <a:lnTo>
                      <a:pt x="27" y="183"/>
                    </a:lnTo>
                    <a:cubicBezTo>
                      <a:pt x="26" y="184"/>
                      <a:pt x="26" y="184"/>
                      <a:pt x="26" y="185"/>
                    </a:cubicBezTo>
                    <a:cubicBezTo>
                      <a:pt x="26" y="185"/>
                      <a:pt x="25" y="186"/>
                      <a:pt x="24" y="187"/>
                    </a:cubicBezTo>
                    <a:cubicBezTo>
                      <a:pt x="24" y="188"/>
                      <a:pt x="24" y="188"/>
                      <a:pt x="23" y="189"/>
                    </a:cubicBezTo>
                    <a:lnTo>
                      <a:pt x="23" y="190"/>
                    </a:lnTo>
                    <a:cubicBezTo>
                      <a:pt x="22" y="192"/>
                      <a:pt x="21" y="193"/>
                      <a:pt x="20" y="195"/>
                    </a:cubicBezTo>
                    <a:cubicBezTo>
                      <a:pt x="18" y="198"/>
                      <a:pt x="14" y="200"/>
                      <a:pt x="11" y="200"/>
                    </a:cubicBezTo>
                    <a:cubicBezTo>
                      <a:pt x="10" y="200"/>
                      <a:pt x="8" y="200"/>
                      <a:pt x="7" y="1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" name="Google Shape;119;p2"/>
              <p:cNvSpPr/>
              <p:nvPr/>
            </p:nvSpPr>
            <p:spPr>
              <a:xfrm>
                <a:off x="2004840" y="2602440"/>
                <a:ext cx="47880" cy="49680"/>
              </a:xfrm>
              <a:custGeom>
                <a:avLst/>
                <a:gdLst/>
                <a:ahLst/>
                <a:cxnLst/>
                <a:rect l="l" t="t" r="r" b="b"/>
                <a:pathLst>
                  <a:path w="133" h="138" extrusionOk="0">
                    <a:moveTo>
                      <a:pt x="45" y="137"/>
                    </a:moveTo>
                    <a:cubicBezTo>
                      <a:pt x="37" y="136"/>
                      <a:pt x="29" y="135"/>
                      <a:pt x="21" y="133"/>
                    </a:cubicBezTo>
                    <a:cubicBezTo>
                      <a:pt x="17" y="132"/>
                      <a:pt x="13" y="131"/>
                      <a:pt x="10" y="129"/>
                    </a:cubicBezTo>
                    <a:cubicBezTo>
                      <a:pt x="7" y="128"/>
                      <a:pt x="4" y="125"/>
                      <a:pt x="3" y="122"/>
                    </a:cubicBezTo>
                    <a:cubicBezTo>
                      <a:pt x="0" y="119"/>
                      <a:pt x="0" y="113"/>
                      <a:pt x="3" y="109"/>
                    </a:cubicBezTo>
                    <a:cubicBezTo>
                      <a:pt x="4" y="108"/>
                      <a:pt x="5" y="108"/>
                      <a:pt x="6" y="106"/>
                    </a:cubicBezTo>
                    <a:cubicBezTo>
                      <a:pt x="7" y="105"/>
                      <a:pt x="10" y="104"/>
                      <a:pt x="11" y="104"/>
                    </a:cubicBezTo>
                    <a:cubicBezTo>
                      <a:pt x="13" y="103"/>
                      <a:pt x="14" y="102"/>
                      <a:pt x="15" y="102"/>
                    </a:cubicBezTo>
                    <a:cubicBezTo>
                      <a:pt x="18" y="100"/>
                      <a:pt x="20" y="99"/>
                      <a:pt x="23" y="97"/>
                    </a:cubicBezTo>
                    <a:cubicBezTo>
                      <a:pt x="24" y="97"/>
                      <a:pt x="24" y="97"/>
                      <a:pt x="24" y="97"/>
                    </a:cubicBezTo>
                    <a:cubicBezTo>
                      <a:pt x="30" y="93"/>
                      <a:pt x="36" y="89"/>
                      <a:pt x="42" y="85"/>
                    </a:cubicBezTo>
                    <a:cubicBezTo>
                      <a:pt x="45" y="82"/>
                      <a:pt x="48" y="79"/>
                      <a:pt x="51" y="77"/>
                    </a:cubicBezTo>
                    <a:cubicBezTo>
                      <a:pt x="53" y="74"/>
                      <a:pt x="56" y="72"/>
                      <a:pt x="58" y="69"/>
                    </a:cubicBezTo>
                    <a:cubicBezTo>
                      <a:pt x="60" y="66"/>
                      <a:pt x="62" y="63"/>
                      <a:pt x="63" y="61"/>
                    </a:cubicBezTo>
                    <a:cubicBezTo>
                      <a:pt x="64" y="58"/>
                      <a:pt x="66" y="56"/>
                      <a:pt x="67" y="53"/>
                    </a:cubicBezTo>
                    <a:cubicBezTo>
                      <a:pt x="68" y="52"/>
                      <a:pt x="69" y="50"/>
                      <a:pt x="69" y="49"/>
                    </a:cubicBezTo>
                    <a:cubicBezTo>
                      <a:pt x="69" y="46"/>
                      <a:pt x="70" y="45"/>
                      <a:pt x="70" y="43"/>
                    </a:cubicBezTo>
                    <a:cubicBezTo>
                      <a:pt x="70" y="42"/>
                      <a:pt x="70" y="41"/>
                      <a:pt x="70" y="39"/>
                    </a:cubicBezTo>
                    <a:cubicBezTo>
                      <a:pt x="70" y="38"/>
                      <a:pt x="70" y="37"/>
                      <a:pt x="70" y="35"/>
                    </a:cubicBezTo>
                    <a:cubicBezTo>
                      <a:pt x="70" y="34"/>
                      <a:pt x="69" y="33"/>
                      <a:pt x="69" y="32"/>
                    </a:cubicBezTo>
                    <a:cubicBezTo>
                      <a:pt x="69" y="31"/>
                      <a:pt x="69" y="30"/>
                      <a:pt x="68" y="30"/>
                    </a:cubicBezTo>
                    <a:cubicBezTo>
                      <a:pt x="68" y="29"/>
                      <a:pt x="67" y="28"/>
                      <a:pt x="67" y="27"/>
                    </a:cubicBezTo>
                    <a:cubicBezTo>
                      <a:pt x="67" y="27"/>
                      <a:pt x="66" y="27"/>
                      <a:pt x="66" y="26"/>
                    </a:cubicBezTo>
                    <a:cubicBezTo>
                      <a:pt x="65" y="25"/>
                      <a:pt x="65" y="25"/>
                      <a:pt x="65" y="24"/>
                    </a:cubicBezTo>
                    <a:cubicBezTo>
                      <a:pt x="64" y="24"/>
                      <a:pt x="64" y="24"/>
                      <a:pt x="64" y="24"/>
                    </a:cubicBezTo>
                    <a:cubicBezTo>
                      <a:pt x="63" y="24"/>
                      <a:pt x="63" y="24"/>
                      <a:pt x="63" y="23"/>
                    </a:cubicBezTo>
                    <a:cubicBezTo>
                      <a:pt x="62" y="23"/>
                      <a:pt x="62" y="23"/>
                      <a:pt x="62" y="23"/>
                    </a:cubicBezTo>
                    <a:cubicBezTo>
                      <a:pt x="61" y="23"/>
                      <a:pt x="60" y="23"/>
                      <a:pt x="60" y="23"/>
                    </a:cubicBezTo>
                    <a:cubicBezTo>
                      <a:pt x="59" y="23"/>
                      <a:pt x="59" y="23"/>
                      <a:pt x="59" y="23"/>
                    </a:cubicBezTo>
                    <a:cubicBezTo>
                      <a:pt x="57" y="23"/>
                      <a:pt x="57" y="23"/>
                      <a:pt x="56" y="23"/>
                    </a:cubicBezTo>
                    <a:lnTo>
                      <a:pt x="55" y="23"/>
                    </a:lnTo>
                    <a:lnTo>
                      <a:pt x="56" y="23"/>
                    </a:lnTo>
                    <a:cubicBezTo>
                      <a:pt x="55" y="23"/>
                      <a:pt x="54" y="23"/>
                      <a:pt x="53" y="24"/>
                    </a:cubicBezTo>
                    <a:cubicBezTo>
                      <a:pt x="52" y="24"/>
                      <a:pt x="52" y="24"/>
                      <a:pt x="50" y="25"/>
                    </a:cubicBezTo>
                    <a:cubicBezTo>
                      <a:pt x="50" y="26"/>
                      <a:pt x="49" y="26"/>
                      <a:pt x="48" y="27"/>
                    </a:cubicBezTo>
                    <a:cubicBezTo>
                      <a:pt x="48" y="27"/>
                      <a:pt x="47" y="28"/>
                      <a:pt x="46" y="28"/>
                    </a:cubicBezTo>
                    <a:cubicBezTo>
                      <a:pt x="45" y="29"/>
                      <a:pt x="45" y="30"/>
                      <a:pt x="44" y="31"/>
                    </a:cubicBezTo>
                    <a:cubicBezTo>
                      <a:pt x="43" y="32"/>
                      <a:pt x="42" y="33"/>
                      <a:pt x="41" y="34"/>
                    </a:cubicBezTo>
                    <a:cubicBezTo>
                      <a:pt x="41" y="35"/>
                      <a:pt x="40" y="37"/>
                      <a:pt x="39" y="38"/>
                    </a:cubicBezTo>
                    <a:cubicBezTo>
                      <a:pt x="39" y="39"/>
                      <a:pt x="39" y="40"/>
                      <a:pt x="38" y="41"/>
                    </a:cubicBezTo>
                    <a:cubicBezTo>
                      <a:pt x="38" y="42"/>
                      <a:pt x="38" y="44"/>
                      <a:pt x="38" y="45"/>
                    </a:cubicBezTo>
                    <a:cubicBezTo>
                      <a:pt x="38" y="46"/>
                      <a:pt x="38" y="46"/>
                      <a:pt x="38" y="47"/>
                    </a:cubicBezTo>
                    <a:cubicBezTo>
                      <a:pt x="38" y="48"/>
                      <a:pt x="38" y="49"/>
                      <a:pt x="38" y="49"/>
                    </a:cubicBezTo>
                    <a:cubicBezTo>
                      <a:pt x="38" y="51"/>
                      <a:pt x="38" y="52"/>
                      <a:pt x="38" y="53"/>
                    </a:cubicBezTo>
                    <a:cubicBezTo>
                      <a:pt x="39" y="55"/>
                      <a:pt x="39" y="57"/>
                      <a:pt x="41" y="59"/>
                    </a:cubicBezTo>
                    <a:cubicBezTo>
                      <a:pt x="41" y="60"/>
                      <a:pt x="42" y="62"/>
                      <a:pt x="42" y="63"/>
                    </a:cubicBezTo>
                    <a:cubicBezTo>
                      <a:pt x="43" y="63"/>
                      <a:pt x="43" y="64"/>
                      <a:pt x="43" y="64"/>
                    </a:cubicBezTo>
                    <a:cubicBezTo>
                      <a:pt x="46" y="69"/>
                      <a:pt x="45" y="76"/>
                      <a:pt x="40" y="79"/>
                    </a:cubicBezTo>
                    <a:cubicBezTo>
                      <a:pt x="35" y="82"/>
                      <a:pt x="29" y="81"/>
                      <a:pt x="25" y="76"/>
                    </a:cubicBezTo>
                    <a:cubicBezTo>
                      <a:pt x="23" y="72"/>
                      <a:pt x="20" y="66"/>
                      <a:pt x="18" y="60"/>
                    </a:cubicBezTo>
                    <a:cubicBezTo>
                      <a:pt x="17" y="55"/>
                      <a:pt x="16" y="48"/>
                      <a:pt x="17" y="41"/>
                    </a:cubicBezTo>
                    <a:cubicBezTo>
                      <a:pt x="19" y="28"/>
                      <a:pt x="27" y="17"/>
                      <a:pt x="37" y="9"/>
                    </a:cubicBezTo>
                    <a:cubicBezTo>
                      <a:pt x="46" y="2"/>
                      <a:pt x="60" y="0"/>
                      <a:pt x="71" y="5"/>
                    </a:cubicBezTo>
                    <a:cubicBezTo>
                      <a:pt x="76" y="7"/>
                      <a:pt x="81" y="10"/>
                      <a:pt x="84" y="16"/>
                    </a:cubicBezTo>
                    <a:cubicBezTo>
                      <a:pt x="88" y="21"/>
                      <a:pt x="90" y="28"/>
                      <a:pt x="90" y="35"/>
                    </a:cubicBezTo>
                    <a:cubicBezTo>
                      <a:pt x="92" y="48"/>
                      <a:pt x="87" y="62"/>
                      <a:pt x="80" y="73"/>
                    </a:cubicBezTo>
                    <a:cubicBezTo>
                      <a:pt x="72" y="86"/>
                      <a:pt x="61" y="95"/>
                      <a:pt x="49" y="104"/>
                    </a:cubicBezTo>
                    <a:cubicBezTo>
                      <a:pt x="45" y="108"/>
                      <a:pt x="39" y="111"/>
                      <a:pt x="34" y="114"/>
                    </a:cubicBezTo>
                    <a:lnTo>
                      <a:pt x="34" y="115"/>
                    </a:lnTo>
                    <a:cubicBezTo>
                      <a:pt x="37" y="115"/>
                      <a:pt x="40" y="115"/>
                      <a:pt x="44" y="116"/>
                    </a:cubicBezTo>
                    <a:cubicBezTo>
                      <a:pt x="49" y="116"/>
                      <a:pt x="55" y="117"/>
                      <a:pt x="61" y="117"/>
                    </a:cubicBezTo>
                    <a:cubicBezTo>
                      <a:pt x="60" y="117"/>
                      <a:pt x="60" y="117"/>
                      <a:pt x="60" y="117"/>
                    </a:cubicBezTo>
                    <a:cubicBezTo>
                      <a:pt x="71" y="117"/>
                      <a:pt x="82" y="116"/>
                      <a:pt x="93" y="115"/>
                    </a:cubicBezTo>
                    <a:cubicBezTo>
                      <a:pt x="102" y="114"/>
                      <a:pt x="112" y="113"/>
                      <a:pt x="121" y="112"/>
                    </a:cubicBezTo>
                    <a:cubicBezTo>
                      <a:pt x="126" y="112"/>
                      <a:pt x="131" y="116"/>
                      <a:pt x="131" y="122"/>
                    </a:cubicBezTo>
                    <a:cubicBezTo>
                      <a:pt x="132" y="127"/>
                      <a:pt x="128" y="132"/>
                      <a:pt x="123" y="133"/>
                    </a:cubicBezTo>
                    <a:cubicBezTo>
                      <a:pt x="109" y="133"/>
                      <a:pt x="96" y="135"/>
                      <a:pt x="83" y="136"/>
                    </a:cubicBezTo>
                    <a:cubicBezTo>
                      <a:pt x="74" y="137"/>
                      <a:pt x="66" y="137"/>
                      <a:pt x="57" y="137"/>
                    </a:cubicBezTo>
                    <a:cubicBezTo>
                      <a:pt x="53" y="137"/>
                      <a:pt x="49" y="137"/>
                      <a:pt x="45" y="1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" name="Google Shape;120;p2"/>
              <p:cNvSpPr/>
              <p:nvPr/>
            </p:nvSpPr>
            <p:spPr>
              <a:xfrm>
                <a:off x="2224440" y="2587680"/>
                <a:ext cx="56160" cy="5544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54" extrusionOk="0">
                    <a:moveTo>
                      <a:pt x="138" y="152"/>
                    </a:moveTo>
                    <a:cubicBezTo>
                      <a:pt x="119" y="138"/>
                      <a:pt x="101" y="125"/>
                      <a:pt x="83" y="112"/>
                    </a:cubicBezTo>
                    <a:cubicBezTo>
                      <a:pt x="72" y="104"/>
                      <a:pt x="62" y="96"/>
                      <a:pt x="52" y="87"/>
                    </a:cubicBezTo>
                    <a:cubicBezTo>
                      <a:pt x="40" y="78"/>
                      <a:pt x="30" y="67"/>
                      <a:pt x="21" y="54"/>
                    </a:cubicBezTo>
                    <a:cubicBezTo>
                      <a:pt x="13" y="44"/>
                      <a:pt x="6" y="34"/>
                      <a:pt x="2" y="22"/>
                    </a:cubicBezTo>
                    <a:cubicBezTo>
                      <a:pt x="2" y="21"/>
                      <a:pt x="2" y="20"/>
                      <a:pt x="2" y="20"/>
                    </a:cubicBezTo>
                    <a:cubicBezTo>
                      <a:pt x="1" y="19"/>
                      <a:pt x="1" y="18"/>
                      <a:pt x="1" y="18"/>
                    </a:cubicBezTo>
                    <a:cubicBezTo>
                      <a:pt x="0" y="15"/>
                      <a:pt x="0" y="12"/>
                      <a:pt x="0" y="10"/>
                    </a:cubicBezTo>
                    <a:cubicBezTo>
                      <a:pt x="0" y="6"/>
                      <a:pt x="3" y="3"/>
                      <a:pt x="6" y="1"/>
                    </a:cubicBezTo>
                    <a:cubicBezTo>
                      <a:pt x="10" y="0"/>
                      <a:pt x="15" y="0"/>
                      <a:pt x="18" y="3"/>
                    </a:cubicBezTo>
                    <a:cubicBezTo>
                      <a:pt x="19" y="4"/>
                      <a:pt x="20" y="6"/>
                      <a:pt x="21" y="8"/>
                    </a:cubicBezTo>
                    <a:cubicBezTo>
                      <a:pt x="21" y="9"/>
                      <a:pt x="22" y="11"/>
                      <a:pt x="22" y="12"/>
                    </a:cubicBezTo>
                    <a:cubicBezTo>
                      <a:pt x="23" y="13"/>
                      <a:pt x="23" y="15"/>
                      <a:pt x="23" y="17"/>
                    </a:cubicBezTo>
                    <a:cubicBezTo>
                      <a:pt x="23" y="18"/>
                      <a:pt x="23" y="19"/>
                      <a:pt x="24" y="20"/>
                    </a:cubicBezTo>
                    <a:cubicBezTo>
                      <a:pt x="25" y="23"/>
                      <a:pt x="27" y="27"/>
                      <a:pt x="30" y="31"/>
                    </a:cubicBezTo>
                    <a:cubicBezTo>
                      <a:pt x="29" y="31"/>
                      <a:pt x="29" y="30"/>
                      <a:pt x="29" y="30"/>
                    </a:cubicBezTo>
                    <a:cubicBezTo>
                      <a:pt x="32" y="35"/>
                      <a:pt x="35" y="40"/>
                      <a:pt x="38" y="44"/>
                    </a:cubicBezTo>
                    <a:cubicBezTo>
                      <a:pt x="45" y="53"/>
                      <a:pt x="51" y="60"/>
                      <a:pt x="58" y="68"/>
                    </a:cubicBezTo>
                    <a:cubicBezTo>
                      <a:pt x="58" y="67"/>
                      <a:pt x="58" y="67"/>
                      <a:pt x="58" y="67"/>
                    </a:cubicBezTo>
                    <a:cubicBezTo>
                      <a:pt x="63" y="72"/>
                      <a:pt x="69" y="77"/>
                      <a:pt x="74" y="82"/>
                    </a:cubicBezTo>
                    <a:cubicBezTo>
                      <a:pt x="78" y="85"/>
                      <a:pt x="81" y="87"/>
                      <a:pt x="85" y="90"/>
                    </a:cubicBezTo>
                    <a:cubicBezTo>
                      <a:pt x="90" y="94"/>
                      <a:pt x="94" y="97"/>
                      <a:pt x="98" y="100"/>
                    </a:cubicBezTo>
                    <a:cubicBezTo>
                      <a:pt x="104" y="104"/>
                      <a:pt x="109" y="108"/>
                      <a:pt x="114" y="111"/>
                    </a:cubicBezTo>
                    <a:cubicBezTo>
                      <a:pt x="126" y="120"/>
                      <a:pt x="137" y="127"/>
                      <a:pt x="149" y="135"/>
                    </a:cubicBezTo>
                    <a:cubicBezTo>
                      <a:pt x="153" y="138"/>
                      <a:pt x="155" y="145"/>
                      <a:pt x="151" y="149"/>
                    </a:cubicBezTo>
                    <a:cubicBezTo>
                      <a:pt x="150" y="152"/>
                      <a:pt x="147" y="153"/>
                      <a:pt x="143" y="153"/>
                    </a:cubicBezTo>
                    <a:cubicBezTo>
                      <a:pt x="141" y="153"/>
                      <a:pt x="140" y="153"/>
                      <a:pt x="138" y="1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" name="Google Shape;121;p2"/>
              <p:cNvSpPr/>
              <p:nvPr/>
            </p:nvSpPr>
            <p:spPr>
              <a:xfrm>
                <a:off x="2231280" y="2596320"/>
                <a:ext cx="60120" cy="6156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171" extrusionOk="0">
                    <a:moveTo>
                      <a:pt x="7" y="169"/>
                    </a:moveTo>
                    <a:cubicBezTo>
                      <a:pt x="2" y="167"/>
                      <a:pt x="0" y="161"/>
                      <a:pt x="3" y="156"/>
                    </a:cubicBezTo>
                    <a:cubicBezTo>
                      <a:pt x="6" y="150"/>
                      <a:pt x="9" y="144"/>
                      <a:pt x="12" y="138"/>
                    </a:cubicBezTo>
                    <a:cubicBezTo>
                      <a:pt x="15" y="133"/>
                      <a:pt x="18" y="128"/>
                      <a:pt x="22" y="123"/>
                    </a:cubicBezTo>
                    <a:cubicBezTo>
                      <a:pt x="28" y="114"/>
                      <a:pt x="36" y="104"/>
                      <a:pt x="43" y="95"/>
                    </a:cubicBezTo>
                    <a:cubicBezTo>
                      <a:pt x="49" y="87"/>
                      <a:pt x="54" y="80"/>
                      <a:pt x="61" y="72"/>
                    </a:cubicBezTo>
                    <a:cubicBezTo>
                      <a:pt x="65" y="66"/>
                      <a:pt x="70" y="61"/>
                      <a:pt x="75" y="55"/>
                    </a:cubicBezTo>
                    <a:cubicBezTo>
                      <a:pt x="80" y="48"/>
                      <a:pt x="85" y="43"/>
                      <a:pt x="90" y="37"/>
                    </a:cubicBezTo>
                    <a:cubicBezTo>
                      <a:pt x="99" y="27"/>
                      <a:pt x="106" y="16"/>
                      <a:pt x="116" y="8"/>
                    </a:cubicBezTo>
                    <a:cubicBezTo>
                      <a:pt x="117" y="6"/>
                      <a:pt x="120" y="5"/>
                      <a:pt x="122" y="3"/>
                    </a:cubicBezTo>
                    <a:cubicBezTo>
                      <a:pt x="124" y="2"/>
                      <a:pt x="127" y="1"/>
                      <a:pt x="130" y="1"/>
                    </a:cubicBezTo>
                    <a:cubicBezTo>
                      <a:pt x="131" y="1"/>
                      <a:pt x="133" y="0"/>
                      <a:pt x="134" y="0"/>
                    </a:cubicBezTo>
                    <a:cubicBezTo>
                      <a:pt x="135" y="0"/>
                      <a:pt x="137" y="1"/>
                      <a:pt x="138" y="1"/>
                    </a:cubicBezTo>
                    <a:cubicBezTo>
                      <a:pt x="142" y="2"/>
                      <a:pt x="145" y="3"/>
                      <a:pt x="148" y="4"/>
                    </a:cubicBezTo>
                    <a:cubicBezTo>
                      <a:pt x="152" y="6"/>
                      <a:pt x="155" y="8"/>
                      <a:pt x="159" y="9"/>
                    </a:cubicBezTo>
                    <a:cubicBezTo>
                      <a:pt x="164" y="11"/>
                      <a:pt x="166" y="18"/>
                      <a:pt x="163" y="23"/>
                    </a:cubicBezTo>
                    <a:cubicBezTo>
                      <a:pt x="161" y="29"/>
                      <a:pt x="155" y="30"/>
                      <a:pt x="149" y="28"/>
                    </a:cubicBezTo>
                    <a:cubicBezTo>
                      <a:pt x="145" y="26"/>
                      <a:pt x="140" y="24"/>
                      <a:pt x="135" y="22"/>
                    </a:cubicBezTo>
                    <a:cubicBezTo>
                      <a:pt x="135" y="22"/>
                      <a:pt x="134" y="22"/>
                      <a:pt x="134" y="21"/>
                    </a:cubicBezTo>
                    <a:cubicBezTo>
                      <a:pt x="134" y="22"/>
                      <a:pt x="134" y="22"/>
                      <a:pt x="134" y="22"/>
                    </a:cubicBezTo>
                    <a:lnTo>
                      <a:pt x="134" y="21"/>
                    </a:lnTo>
                    <a:cubicBezTo>
                      <a:pt x="133" y="22"/>
                      <a:pt x="133" y="22"/>
                      <a:pt x="132" y="22"/>
                    </a:cubicBezTo>
                    <a:cubicBezTo>
                      <a:pt x="131" y="23"/>
                      <a:pt x="130" y="23"/>
                      <a:pt x="129" y="24"/>
                    </a:cubicBezTo>
                    <a:cubicBezTo>
                      <a:pt x="127" y="26"/>
                      <a:pt x="126" y="27"/>
                      <a:pt x="124" y="29"/>
                    </a:cubicBezTo>
                    <a:cubicBezTo>
                      <a:pt x="119" y="33"/>
                      <a:pt x="115" y="39"/>
                      <a:pt x="110" y="45"/>
                    </a:cubicBezTo>
                    <a:cubicBezTo>
                      <a:pt x="106" y="51"/>
                      <a:pt x="100" y="56"/>
                      <a:pt x="95" y="63"/>
                    </a:cubicBezTo>
                    <a:cubicBezTo>
                      <a:pt x="84" y="76"/>
                      <a:pt x="73" y="90"/>
                      <a:pt x="62" y="104"/>
                    </a:cubicBezTo>
                    <a:cubicBezTo>
                      <a:pt x="61" y="104"/>
                      <a:pt x="61" y="104"/>
                      <a:pt x="61" y="105"/>
                    </a:cubicBezTo>
                    <a:cubicBezTo>
                      <a:pt x="61" y="105"/>
                      <a:pt x="60" y="106"/>
                      <a:pt x="60" y="107"/>
                    </a:cubicBezTo>
                    <a:cubicBezTo>
                      <a:pt x="59" y="107"/>
                      <a:pt x="59" y="108"/>
                      <a:pt x="59" y="108"/>
                    </a:cubicBezTo>
                    <a:cubicBezTo>
                      <a:pt x="58" y="108"/>
                      <a:pt x="57" y="109"/>
                      <a:pt x="57" y="110"/>
                    </a:cubicBezTo>
                    <a:cubicBezTo>
                      <a:pt x="54" y="114"/>
                      <a:pt x="52" y="117"/>
                      <a:pt x="49" y="121"/>
                    </a:cubicBezTo>
                    <a:cubicBezTo>
                      <a:pt x="47" y="122"/>
                      <a:pt x="46" y="124"/>
                      <a:pt x="45" y="126"/>
                    </a:cubicBezTo>
                    <a:cubicBezTo>
                      <a:pt x="44" y="126"/>
                      <a:pt x="44" y="127"/>
                      <a:pt x="43" y="128"/>
                    </a:cubicBezTo>
                    <a:lnTo>
                      <a:pt x="44" y="127"/>
                    </a:lnTo>
                    <a:cubicBezTo>
                      <a:pt x="43" y="128"/>
                      <a:pt x="43" y="128"/>
                      <a:pt x="43" y="128"/>
                    </a:cubicBezTo>
                    <a:cubicBezTo>
                      <a:pt x="43" y="129"/>
                      <a:pt x="42" y="129"/>
                      <a:pt x="42" y="129"/>
                    </a:cubicBezTo>
                    <a:lnTo>
                      <a:pt x="43" y="129"/>
                    </a:lnTo>
                    <a:cubicBezTo>
                      <a:pt x="42" y="129"/>
                      <a:pt x="42" y="129"/>
                      <a:pt x="42" y="129"/>
                    </a:cubicBezTo>
                    <a:cubicBezTo>
                      <a:pt x="39" y="133"/>
                      <a:pt x="36" y="138"/>
                      <a:pt x="33" y="142"/>
                    </a:cubicBezTo>
                    <a:cubicBezTo>
                      <a:pt x="31" y="146"/>
                      <a:pt x="28" y="150"/>
                      <a:pt x="25" y="154"/>
                    </a:cubicBezTo>
                    <a:cubicBezTo>
                      <a:pt x="24" y="156"/>
                      <a:pt x="23" y="158"/>
                      <a:pt x="22" y="160"/>
                    </a:cubicBezTo>
                    <a:cubicBezTo>
                      <a:pt x="21" y="161"/>
                      <a:pt x="21" y="163"/>
                      <a:pt x="19" y="164"/>
                    </a:cubicBezTo>
                    <a:cubicBezTo>
                      <a:pt x="18" y="168"/>
                      <a:pt x="14" y="170"/>
                      <a:pt x="11" y="170"/>
                    </a:cubicBezTo>
                    <a:cubicBezTo>
                      <a:pt x="10" y="170"/>
                      <a:pt x="8" y="170"/>
                      <a:pt x="7" y="16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" name="Google Shape;122;p2"/>
              <p:cNvSpPr/>
              <p:nvPr/>
            </p:nvSpPr>
            <p:spPr>
              <a:xfrm>
                <a:off x="1954080" y="2389680"/>
                <a:ext cx="44640" cy="10116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281" extrusionOk="0">
                    <a:moveTo>
                      <a:pt x="38" y="275"/>
                    </a:moveTo>
                    <a:cubicBezTo>
                      <a:pt x="32" y="271"/>
                      <a:pt x="28" y="266"/>
                      <a:pt x="24" y="261"/>
                    </a:cubicBezTo>
                    <a:cubicBezTo>
                      <a:pt x="20" y="255"/>
                      <a:pt x="18" y="247"/>
                      <a:pt x="18" y="240"/>
                    </a:cubicBezTo>
                    <a:cubicBezTo>
                      <a:pt x="18" y="232"/>
                      <a:pt x="20" y="224"/>
                      <a:pt x="24" y="217"/>
                    </a:cubicBezTo>
                    <a:cubicBezTo>
                      <a:pt x="28" y="211"/>
                      <a:pt x="33" y="205"/>
                      <a:pt x="38" y="199"/>
                    </a:cubicBezTo>
                    <a:cubicBezTo>
                      <a:pt x="42" y="195"/>
                      <a:pt x="48" y="195"/>
                      <a:pt x="52" y="198"/>
                    </a:cubicBezTo>
                    <a:cubicBezTo>
                      <a:pt x="56" y="202"/>
                      <a:pt x="56" y="208"/>
                      <a:pt x="53" y="212"/>
                    </a:cubicBezTo>
                    <a:cubicBezTo>
                      <a:pt x="51" y="215"/>
                      <a:pt x="48" y="217"/>
                      <a:pt x="46" y="220"/>
                    </a:cubicBezTo>
                    <a:lnTo>
                      <a:pt x="47" y="219"/>
                    </a:lnTo>
                    <a:cubicBezTo>
                      <a:pt x="45" y="221"/>
                      <a:pt x="44" y="223"/>
                      <a:pt x="43" y="225"/>
                    </a:cubicBezTo>
                    <a:cubicBezTo>
                      <a:pt x="42" y="227"/>
                      <a:pt x="41" y="228"/>
                      <a:pt x="41" y="229"/>
                    </a:cubicBezTo>
                    <a:cubicBezTo>
                      <a:pt x="40" y="230"/>
                      <a:pt x="40" y="231"/>
                      <a:pt x="39" y="233"/>
                    </a:cubicBezTo>
                    <a:cubicBezTo>
                      <a:pt x="39" y="234"/>
                      <a:pt x="39" y="236"/>
                      <a:pt x="39" y="237"/>
                    </a:cubicBezTo>
                    <a:cubicBezTo>
                      <a:pt x="39" y="238"/>
                      <a:pt x="39" y="238"/>
                      <a:pt x="39" y="240"/>
                    </a:cubicBezTo>
                    <a:cubicBezTo>
                      <a:pt x="39" y="241"/>
                      <a:pt x="39" y="241"/>
                      <a:pt x="39" y="242"/>
                    </a:cubicBezTo>
                    <a:cubicBezTo>
                      <a:pt x="39" y="244"/>
                      <a:pt x="39" y="245"/>
                      <a:pt x="39" y="246"/>
                    </a:cubicBezTo>
                    <a:cubicBezTo>
                      <a:pt x="40" y="247"/>
                      <a:pt x="40" y="247"/>
                      <a:pt x="41" y="248"/>
                    </a:cubicBezTo>
                    <a:lnTo>
                      <a:pt x="40" y="248"/>
                    </a:lnTo>
                    <a:cubicBezTo>
                      <a:pt x="41" y="248"/>
                      <a:pt x="41" y="248"/>
                      <a:pt x="41" y="249"/>
                    </a:cubicBezTo>
                    <a:cubicBezTo>
                      <a:pt x="41" y="250"/>
                      <a:pt x="42" y="251"/>
                      <a:pt x="43" y="252"/>
                    </a:cubicBezTo>
                    <a:cubicBezTo>
                      <a:pt x="43" y="252"/>
                      <a:pt x="44" y="252"/>
                      <a:pt x="44" y="253"/>
                    </a:cubicBezTo>
                    <a:cubicBezTo>
                      <a:pt x="45" y="254"/>
                      <a:pt x="45" y="254"/>
                      <a:pt x="46" y="255"/>
                    </a:cubicBezTo>
                    <a:cubicBezTo>
                      <a:pt x="47" y="256"/>
                      <a:pt x="48" y="256"/>
                      <a:pt x="49" y="257"/>
                    </a:cubicBezTo>
                    <a:cubicBezTo>
                      <a:pt x="50" y="258"/>
                      <a:pt x="51" y="258"/>
                      <a:pt x="52" y="258"/>
                    </a:cubicBezTo>
                    <a:cubicBezTo>
                      <a:pt x="53" y="259"/>
                      <a:pt x="54" y="259"/>
                      <a:pt x="55" y="259"/>
                    </a:cubicBezTo>
                    <a:cubicBezTo>
                      <a:pt x="56" y="259"/>
                      <a:pt x="57" y="260"/>
                      <a:pt x="58" y="260"/>
                    </a:cubicBezTo>
                    <a:cubicBezTo>
                      <a:pt x="59" y="260"/>
                      <a:pt x="60" y="260"/>
                      <a:pt x="62" y="260"/>
                    </a:cubicBezTo>
                    <a:cubicBezTo>
                      <a:pt x="62" y="260"/>
                      <a:pt x="63" y="260"/>
                      <a:pt x="64" y="260"/>
                    </a:cubicBezTo>
                    <a:cubicBezTo>
                      <a:pt x="65" y="260"/>
                      <a:pt x="65" y="260"/>
                      <a:pt x="66" y="259"/>
                    </a:cubicBezTo>
                    <a:lnTo>
                      <a:pt x="67" y="259"/>
                    </a:lnTo>
                    <a:cubicBezTo>
                      <a:pt x="68" y="259"/>
                      <a:pt x="69" y="258"/>
                      <a:pt x="70" y="258"/>
                    </a:cubicBezTo>
                    <a:lnTo>
                      <a:pt x="69" y="258"/>
                    </a:lnTo>
                    <a:cubicBezTo>
                      <a:pt x="70" y="258"/>
                      <a:pt x="70" y="258"/>
                      <a:pt x="70" y="258"/>
                    </a:cubicBezTo>
                    <a:cubicBezTo>
                      <a:pt x="70" y="257"/>
                      <a:pt x="71" y="257"/>
                      <a:pt x="71" y="256"/>
                    </a:cubicBezTo>
                    <a:cubicBezTo>
                      <a:pt x="72" y="256"/>
                      <a:pt x="72" y="256"/>
                      <a:pt x="73" y="255"/>
                    </a:cubicBezTo>
                    <a:lnTo>
                      <a:pt x="73" y="254"/>
                    </a:lnTo>
                    <a:cubicBezTo>
                      <a:pt x="73" y="254"/>
                      <a:pt x="74" y="253"/>
                      <a:pt x="74" y="252"/>
                    </a:cubicBezTo>
                    <a:lnTo>
                      <a:pt x="74" y="251"/>
                    </a:lnTo>
                    <a:cubicBezTo>
                      <a:pt x="76" y="244"/>
                      <a:pt x="77" y="237"/>
                      <a:pt x="78" y="230"/>
                    </a:cubicBezTo>
                    <a:cubicBezTo>
                      <a:pt x="80" y="208"/>
                      <a:pt x="81" y="186"/>
                      <a:pt x="83" y="164"/>
                    </a:cubicBezTo>
                    <a:cubicBezTo>
                      <a:pt x="84" y="143"/>
                      <a:pt x="85" y="122"/>
                      <a:pt x="88" y="102"/>
                    </a:cubicBezTo>
                    <a:cubicBezTo>
                      <a:pt x="89" y="96"/>
                      <a:pt x="90" y="90"/>
                      <a:pt x="91" y="83"/>
                    </a:cubicBezTo>
                    <a:cubicBezTo>
                      <a:pt x="91" y="82"/>
                      <a:pt x="92" y="80"/>
                      <a:pt x="92" y="78"/>
                    </a:cubicBezTo>
                    <a:cubicBezTo>
                      <a:pt x="81" y="92"/>
                      <a:pt x="68" y="104"/>
                      <a:pt x="53" y="114"/>
                    </a:cubicBezTo>
                    <a:cubicBezTo>
                      <a:pt x="42" y="121"/>
                      <a:pt x="28" y="127"/>
                      <a:pt x="16" y="121"/>
                    </a:cubicBezTo>
                    <a:cubicBezTo>
                      <a:pt x="13" y="120"/>
                      <a:pt x="10" y="118"/>
                      <a:pt x="9" y="117"/>
                    </a:cubicBezTo>
                    <a:cubicBezTo>
                      <a:pt x="7" y="114"/>
                      <a:pt x="5" y="112"/>
                      <a:pt x="4" y="109"/>
                    </a:cubicBezTo>
                    <a:cubicBezTo>
                      <a:pt x="2" y="107"/>
                      <a:pt x="2" y="103"/>
                      <a:pt x="1" y="100"/>
                    </a:cubicBezTo>
                    <a:cubicBezTo>
                      <a:pt x="0" y="97"/>
                      <a:pt x="0" y="93"/>
                      <a:pt x="0" y="89"/>
                    </a:cubicBezTo>
                    <a:cubicBezTo>
                      <a:pt x="0" y="82"/>
                      <a:pt x="1" y="74"/>
                      <a:pt x="1" y="67"/>
                    </a:cubicBezTo>
                    <a:cubicBezTo>
                      <a:pt x="2" y="64"/>
                      <a:pt x="2" y="62"/>
                      <a:pt x="2" y="60"/>
                    </a:cubicBezTo>
                    <a:cubicBezTo>
                      <a:pt x="3" y="57"/>
                      <a:pt x="3" y="54"/>
                      <a:pt x="3" y="50"/>
                    </a:cubicBezTo>
                    <a:cubicBezTo>
                      <a:pt x="4" y="46"/>
                      <a:pt x="5" y="42"/>
                      <a:pt x="6" y="38"/>
                    </a:cubicBezTo>
                    <a:cubicBezTo>
                      <a:pt x="7" y="30"/>
                      <a:pt x="9" y="23"/>
                      <a:pt x="11" y="16"/>
                    </a:cubicBezTo>
                    <a:cubicBezTo>
                      <a:pt x="14" y="9"/>
                      <a:pt x="18" y="0"/>
                      <a:pt x="28" y="1"/>
                    </a:cubicBezTo>
                    <a:cubicBezTo>
                      <a:pt x="32" y="2"/>
                      <a:pt x="35" y="4"/>
                      <a:pt x="37" y="8"/>
                    </a:cubicBezTo>
                    <a:cubicBezTo>
                      <a:pt x="38" y="9"/>
                      <a:pt x="39" y="11"/>
                      <a:pt x="39" y="12"/>
                    </a:cubicBezTo>
                    <a:cubicBezTo>
                      <a:pt x="43" y="16"/>
                      <a:pt x="42" y="23"/>
                      <a:pt x="37" y="26"/>
                    </a:cubicBezTo>
                    <a:cubicBezTo>
                      <a:pt x="35" y="27"/>
                      <a:pt x="32" y="28"/>
                      <a:pt x="30" y="28"/>
                    </a:cubicBezTo>
                    <a:cubicBezTo>
                      <a:pt x="29" y="29"/>
                      <a:pt x="28" y="31"/>
                      <a:pt x="28" y="32"/>
                    </a:cubicBezTo>
                    <a:cubicBezTo>
                      <a:pt x="26" y="39"/>
                      <a:pt x="25" y="47"/>
                      <a:pt x="23" y="54"/>
                    </a:cubicBezTo>
                    <a:cubicBezTo>
                      <a:pt x="23" y="56"/>
                      <a:pt x="23" y="58"/>
                      <a:pt x="22" y="60"/>
                    </a:cubicBezTo>
                    <a:cubicBezTo>
                      <a:pt x="21" y="63"/>
                      <a:pt x="21" y="65"/>
                      <a:pt x="21" y="68"/>
                    </a:cubicBezTo>
                    <a:cubicBezTo>
                      <a:pt x="20" y="74"/>
                      <a:pt x="20" y="80"/>
                      <a:pt x="20" y="86"/>
                    </a:cubicBezTo>
                    <a:cubicBezTo>
                      <a:pt x="20" y="89"/>
                      <a:pt x="20" y="92"/>
                      <a:pt x="20" y="95"/>
                    </a:cubicBezTo>
                    <a:cubicBezTo>
                      <a:pt x="21" y="97"/>
                      <a:pt x="21" y="98"/>
                      <a:pt x="21" y="99"/>
                    </a:cubicBezTo>
                    <a:cubicBezTo>
                      <a:pt x="21" y="100"/>
                      <a:pt x="21" y="100"/>
                      <a:pt x="21" y="100"/>
                    </a:cubicBezTo>
                    <a:lnTo>
                      <a:pt x="21" y="99"/>
                    </a:lnTo>
                    <a:cubicBezTo>
                      <a:pt x="21" y="100"/>
                      <a:pt x="21" y="100"/>
                      <a:pt x="22" y="101"/>
                    </a:cubicBezTo>
                    <a:cubicBezTo>
                      <a:pt x="22" y="101"/>
                      <a:pt x="23" y="101"/>
                      <a:pt x="23" y="102"/>
                    </a:cubicBezTo>
                    <a:lnTo>
                      <a:pt x="23" y="103"/>
                    </a:lnTo>
                    <a:lnTo>
                      <a:pt x="24" y="103"/>
                    </a:lnTo>
                    <a:cubicBezTo>
                      <a:pt x="25" y="103"/>
                      <a:pt x="25" y="103"/>
                      <a:pt x="25" y="103"/>
                    </a:cubicBezTo>
                    <a:cubicBezTo>
                      <a:pt x="26" y="103"/>
                      <a:pt x="26" y="103"/>
                      <a:pt x="27" y="103"/>
                    </a:cubicBezTo>
                    <a:cubicBezTo>
                      <a:pt x="26" y="103"/>
                      <a:pt x="26" y="103"/>
                      <a:pt x="26" y="103"/>
                    </a:cubicBezTo>
                    <a:cubicBezTo>
                      <a:pt x="25" y="103"/>
                      <a:pt x="25" y="103"/>
                      <a:pt x="25" y="103"/>
                    </a:cubicBezTo>
                    <a:lnTo>
                      <a:pt x="26" y="103"/>
                    </a:lnTo>
                    <a:lnTo>
                      <a:pt x="27" y="103"/>
                    </a:lnTo>
                    <a:cubicBezTo>
                      <a:pt x="26" y="103"/>
                      <a:pt x="26" y="103"/>
                      <a:pt x="26" y="103"/>
                    </a:cubicBezTo>
                    <a:cubicBezTo>
                      <a:pt x="27" y="103"/>
                      <a:pt x="27" y="103"/>
                      <a:pt x="28" y="103"/>
                    </a:cubicBezTo>
                    <a:cubicBezTo>
                      <a:pt x="28" y="103"/>
                      <a:pt x="29" y="103"/>
                      <a:pt x="30" y="103"/>
                    </a:cubicBezTo>
                    <a:cubicBezTo>
                      <a:pt x="32" y="102"/>
                      <a:pt x="34" y="101"/>
                      <a:pt x="36" y="101"/>
                    </a:cubicBezTo>
                    <a:cubicBezTo>
                      <a:pt x="38" y="100"/>
                      <a:pt x="39" y="99"/>
                      <a:pt x="41" y="98"/>
                    </a:cubicBezTo>
                    <a:cubicBezTo>
                      <a:pt x="45" y="96"/>
                      <a:pt x="48" y="94"/>
                      <a:pt x="51" y="92"/>
                    </a:cubicBezTo>
                    <a:cubicBezTo>
                      <a:pt x="56" y="88"/>
                      <a:pt x="60" y="83"/>
                      <a:pt x="65" y="79"/>
                    </a:cubicBezTo>
                    <a:lnTo>
                      <a:pt x="65" y="80"/>
                    </a:lnTo>
                    <a:cubicBezTo>
                      <a:pt x="65" y="79"/>
                      <a:pt x="65" y="79"/>
                      <a:pt x="65" y="79"/>
                    </a:cubicBezTo>
                    <a:lnTo>
                      <a:pt x="66" y="79"/>
                    </a:lnTo>
                    <a:lnTo>
                      <a:pt x="65" y="79"/>
                    </a:lnTo>
                    <a:cubicBezTo>
                      <a:pt x="71" y="74"/>
                      <a:pt x="76" y="68"/>
                      <a:pt x="80" y="62"/>
                    </a:cubicBezTo>
                    <a:cubicBezTo>
                      <a:pt x="86" y="55"/>
                      <a:pt x="91" y="47"/>
                      <a:pt x="96" y="39"/>
                    </a:cubicBezTo>
                    <a:cubicBezTo>
                      <a:pt x="99" y="33"/>
                      <a:pt x="102" y="28"/>
                      <a:pt x="104" y="23"/>
                    </a:cubicBezTo>
                    <a:cubicBezTo>
                      <a:pt x="106" y="19"/>
                      <a:pt x="111" y="17"/>
                      <a:pt x="115" y="18"/>
                    </a:cubicBezTo>
                    <a:cubicBezTo>
                      <a:pt x="119" y="19"/>
                      <a:pt x="123" y="22"/>
                      <a:pt x="123" y="27"/>
                    </a:cubicBezTo>
                    <a:cubicBezTo>
                      <a:pt x="123" y="29"/>
                      <a:pt x="123" y="32"/>
                      <a:pt x="123" y="34"/>
                    </a:cubicBezTo>
                    <a:cubicBezTo>
                      <a:pt x="122" y="37"/>
                      <a:pt x="122" y="40"/>
                      <a:pt x="120" y="43"/>
                    </a:cubicBezTo>
                    <a:cubicBezTo>
                      <a:pt x="120" y="43"/>
                      <a:pt x="121" y="43"/>
                      <a:pt x="121" y="42"/>
                    </a:cubicBezTo>
                    <a:cubicBezTo>
                      <a:pt x="117" y="54"/>
                      <a:pt x="115" y="67"/>
                      <a:pt x="112" y="79"/>
                    </a:cubicBezTo>
                    <a:cubicBezTo>
                      <a:pt x="109" y="90"/>
                      <a:pt x="108" y="101"/>
                      <a:pt x="106" y="113"/>
                    </a:cubicBezTo>
                    <a:cubicBezTo>
                      <a:pt x="105" y="122"/>
                      <a:pt x="104" y="132"/>
                      <a:pt x="102" y="142"/>
                    </a:cubicBezTo>
                    <a:cubicBezTo>
                      <a:pt x="102" y="155"/>
                      <a:pt x="101" y="166"/>
                      <a:pt x="101" y="178"/>
                    </a:cubicBezTo>
                    <a:cubicBezTo>
                      <a:pt x="99" y="200"/>
                      <a:pt x="98" y="221"/>
                      <a:pt x="96" y="242"/>
                    </a:cubicBezTo>
                    <a:cubicBezTo>
                      <a:pt x="95" y="249"/>
                      <a:pt x="94" y="255"/>
                      <a:pt x="92" y="261"/>
                    </a:cubicBezTo>
                    <a:cubicBezTo>
                      <a:pt x="89" y="268"/>
                      <a:pt x="85" y="273"/>
                      <a:pt x="79" y="276"/>
                    </a:cubicBezTo>
                    <a:cubicBezTo>
                      <a:pt x="73" y="279"/>
                      <a:pt x="67" y="280"/>
                      <a:pt x="61" y="280"/>
                    </a:cubicBezTo>
                    <a:cubicBezTo>
                      <a:pt x="53" y="280"/>
                      <a:pt x="45" y="279"/>
                      <a:pt x="38" y="27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" name="Google Shape;123;p2"/>
              <p:cNvSpPr/>
              <p:nvPr/>
            </p:nvSpPr>
            <p:spPr>
              <a:xfrm>
                <a:off x="2021400" y="2410560"/>
                <a:ext cx="2448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68" h="25" extrusionOk="0">
                    <a:moveTo>
                      <a:pt x="13" y="23"/>
                    </a:moveTo>
                    <a:cubicBezTo>
                      <a:pt x="9" y="21"/>
                      <a:pt x="4" y="20"/>
                      <a:pt x="2" y="15"/>
                    </a:cubicBezTo>
                    <a:cubicBezTo>
                      <a:pt x="1" y="11"/>
                      <a:pt x="0" y="9"/>
                      <a:pt x="2" y="6"/>
                    </a:cubicBezTo>
                    <a:cubicBezTo>
                      <a:pt x="4" y="2"/>
                      <a:pt x="7" y="0"/>
                      <a:pt x="11" y="0"/>
                    </a:cubicBezTo>
                    <a:cubicBezTo>
                      <a:pt x="16" y="0"/>
                      <a:pt x="21" y="0"/>
                      <a:pt x="26" y="0"/>
                    </a:cubicBezTo>
                    <a:cubicBezTo>
                      <a:pt x="29" y="1"/>
                      <a:pt x="32" y="1"/>
                      <a:pt x="35" y="1"/>
                    </a:cubicBezTo>
                    <a:cubicBezTo>
                      <a:pt x="42" y="2"/>
                      <a:pt x="50" y="2"/>
                      <a:pt x="58" y="2"/>
                    </a:cubicBezTo>
                    <a:cubicBezTo>
                      <a:pt x="63" y="2"/>
                      <a:pt x="67" y="7"/>
                      <a:pt x="67" y="13"/>
                    </a:cubicBezTo>
                    <a:cubicBezTo>
                      <a:pt x="67" y="18"/>
                      <a:pt x="62" y="23"/>
                      <a:pt x="56" y="23"/>
                    </a:cubicBezTo>
                    <a:cubicBezTo>
                      <a:pt x="49" y="22"/>
                      <a:pt x="42" y="22"/>
                      <a:pt x="35" y="21"/>
                    </a:cubicBezTo>
                    <a:cubicBezTo>
                      <a:pt x="32" y="21"/>
                      <a:pt x="29" y="21"/>
                      <a:pt x="25" y="21"/>
                    </a:cubicBezTo>
                    <a:cubicBezTo>
                      <a:pt x="23" y="23"/>
                      <a:pt x="21" y="24"/>
                      <a:pt x="18" y="24"/>
                    </a:cubicBezTo>
                    <a:cubicBezTo>
                      <a:pt x="16" y="24"/>
                      <a:pt x="15" y="24"/>
                      <a:pt x="13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" name="Google Shape;124;p2"/>
              <p:cNvSpPr/>
              <p:nvPr/>
            </p:nvSpPr>
            <p:spPr>
              <a:xfrm>
                <a:off x="2016360" y="2422080"/>
                <a:ext cx="5184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144" h="33" extrusionOk="0">
                    <a:moveTo>
                      <a:pt x="10" y="29"/>
                    </a:moveTo>
                    <a:cubicBezTo>
                      <a:pt x="6" y="27"/>
                      <a:pt x="2" y="24"/>
                      <a:pt x="0" y="19"/>
                    </a:cubicBezTo>
                    <a:cubicBezTo>
                      <a:pt x="0" y="17"/>
                      <a:pt x="0" y="13"/>
                      <a:pt x="2" y="11"/>
                    </a:cubicBezTo>
                    <a:cubicBezTo>
                      <a:pt x="2" y="9"/>
                      <a:pt x="4" y="7"/>
                      <a:pt x="6" y="6"/>
                    </a:cubicBezTo>
                    <a:cubicBezTo>
                      <a:pt x="10" y="3"/>
                      <a:pt x="17" y="5"/>
                      <a:pt x="21" y="9"/>
                    </a:cubicBezTo>
                    <a:cubicBezTo>
                      <a:pt x="21" y="10"/>
                      <a:pt x="21" y="10"/>
                      <a:pt x="21" y="11"/>
                    </a:cubicBezTo>
                    <a:cubicBezTo>
                      <a:pt x="22" y="11"/>
                      <a:pt x="23" y="11"/>
                      <a:pt x="23" y="11"/>
                    </a:cubicBezTo>
                    <a:cubicBezTo>
                      <a:pt x="25" y="11"/>
                      <a:pt x="27" y="11"/>
                      <a:pt x="29" y="11"/>
                    </a:cubicBezTo>
                    <a:cubicBezTo>
                      <a:pt x="39" y="11"/>
                      <a:pt x="49" y="10"/>
                      <a:pt x="59" y="9"/>
                    </a:cubicBezTo>
                    <a:cubicBezTo>
                      <a:pt x="65" y="9"/>
                      <a:pt x="70" y="8"/>
                      <a:pt x="76" y="7"/>
                    </a:cubicBezTo>
                    <a:cubicBezTo>
                      <a:pt x="84" y="6"/>
                      <a:pt x="91" y="5"/>
                      <a:pt x="99" y="5"/>
                    </a:cubicBezTo>
                    <a:cubicBezTo>
                      <a:pt x="110" y="3"/>
                      <a:pt x="121" y="2"/>
                      <a:pt x="132" y="0"/>
                    </a:cubicBezTo>
                    <a:cubicBezTo>
                      <a:pt x="136" y="0"/>
                      <a:pt x="140" y="3"/>
                      <a:pt x="141" y="7"/>
                    </a:cubicBezTo>
                    <a:cubicBezTo>
                      <a:pt x="143" y="12"/>
                      <a:pt x="139" y="17"/>
                      <a:pt x="134" y="18"/>
                    </a:cubicBezTo>
                    <a:cubicBezTo>
                      <a:pt x="123" y="20"/>
                      <a:pt x="113" y="21"/>
                      <a:pt x="102" y="23"/>
                    </a:cubicBezTo>
                    <a:cubicBezTo>
                      <a:pt x="95" y="24"/>
                      <a:pt x="87" y="25"/>
                      <a:pt x="79" y="27"/>
                    </a:cubicBezTo>
                    <a:lnTo>
                      <a:pt x="80" y="26"/>
                    </a:lnTo>
                    <a:cubicBezTo>
                      <a:pt x="70" y="28"/>
                      <a:pt x="60" y="29"/>
                      <a:pt x="49" y="30"/>
                    </a:cubicBezTo>
                    <a:cubicBezTo>
                      <a:pt x="42" y="31"/>
                      <a:pt x="35" y="32"/>
                      <a:pt x="28" y="32"/>
                    </a:cubicBezTo>
                    <a:lnTo>
                      <a:pt x="27" y="32"/>
                    </a:lnTo>
                    <a:cubicBezTo>
                      <a:pt x="21" y="32"/>
                      <a:pt x="16" y="31"/>
                      <a:pt x="10" y="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" name="Google Shape;125;p2"/>
              <p:cNvSpPr/>
              <p:nvPr/>
            </p:nvSpPr>
            <p:spPr>
              <a:xfrm>
                <a:off x="2073240" y="2391120"/>
                <a:ext cx="93960" cy="57960"/>
              </a:xfrm>
              <a:custGeom>
                <a:avLst/>
                <a:gdLst/>
                <a:ahLst/>
                <a:cxnLst/>
                <a:rect l="l" t="t" r="r" b="b"/>
                <a:pathLst>
                  <a:path w="261" h="161" extrusionOk="0">
                    <a:moveTo>
                      <a:pt x="171" y="134"/>
                    </a:moveTo>
                    <a:cubicBezTo>
                      <a:pt x="172" y="134"/>
                      <a:pt x="174" y="134"/>
                      <a:pt x="176" y="133"/>
                    </a:cubicBezTo>
                    <a:cubicBezTo>
                      <a:pt x="178" y="133"/>
                      <a:pt x="181" y="133"/>
                      <a:pt x="183" y="132"/>
                    </a:cubicBezTo>
                    <a:cubicBezTo>
                      <a:pt x="186" y="131"/>
                      <a:pt x="189" y="130"/>
                      <a:pt x="192" y="129"/>
                    </a:cubicBezTo>
                    <a:cubicBezTo>
                      <a:pt x="196" y="127"/>
                      <a:pt x="200" y="125"/>
                      <a:pt x="204" y="123"/>
                    </a:cubicBezTo>
                    <a:cubicBezTo>
                      <a:pt x="207" y="121"/>
                      <a:pt x="211" y="119"/>
                      <a:pt x="214" y="117"/>
                    </a:cubicBezTo>
                    <a:cubicBezTo>
                      <a:pt x="217" y="114"/>
                      <a:pt x="220" y="111"/>
                      <a:pt x="224" y="108"/>
                    </a:cubicBezTo>
                    <a:cubicBezTo>
                      <a:pt x="226" y="105"/>
                      <a:pt x="229" y="102"/>
                      <a:pt x="231" y="99"/>
                    </a:cubicBezTo>
                    <a:cubicBezTo>
                      <a:pt x="232" y="97"/>
                      <a:pt x="234" y="95"/>
                      <a:pt x="235" y="94"/>
                    </a:cubicBezTo>
                    <a:cubicBezTo>
                      <a:pt x="236" y="92"/>
                      <a:pt x="236" y="91"/>
                      <a:pt x="237" y="90"/>
                    </a:cubicBezTo>
                    <a:cubicBezTo>
                      <a:pt x="237" y="88"/>
                      <a:pt x="237" y="87"/>
                      <a:pt x="238" y="86"/>
                    </a:cubicBezTo>
                    <a:cubicBezTo>
                      <a:pt x="238" y="85"/>
                      <a:pt x="239" y="84"/>
                      <a:pt x="239" y="82"/>
                    </a:cubicBezTo>
                    <a:cubicBezTo>
                      <a:pt x="239" y="81"/>
                      <a:pt x="239" y="80"/>
                      <a:pt x="239" y="78"/>
                    </a:cubicBezTo>
                    <a:cubicBezTo>
                      <a:pt x="239" y="76"/>
                      <a:pt x="239" y="74"/>
                      <a:pt x="239" y="73"/>
                    </a:cubicBezTo>
                    <a:cubicBezTo>
                      <a:pt x="239" y="71"/>
                      <a:pt x="238" y="70"/>
                      <a:pt x="237" y="68"/>
                    </a:cubicBezTo>
                    <a:cubicBezTo>
                      <a:pt x="237" y="66"/>
                      <a:pt x="236" y="64"/>
                      <a:pt x="236" y="62"/>
                    </a:cubicBezTo>
                    <a:cubicBezTo>
                      <a:pt x="235" y="60"/>
                      <a:pt x="233" y="57"/>
                      <a:pt x="232" y="56"/>
                    </a:cubicBezTo>
                    <a:cubicBezTo>
                      <a:pt x="231" y="53"/>
                      <a:pt x="230" y="52"/>
                      <a:pt x="228" y="49"/>
                    </a:cubicBezTo>
                    <a:cubicBezTo>
                      <a:pt x="228" y="50"/>
                      <a:pt x="229" y="50"/>
                      <a:pt x="229" y="50"/>
                    </a:cubicBezTo>
                    <a:cubicBezTo>
                      <a:pt x="228" y="50"/>
                      <a:pt x="228" y="49"/>
                      <a:pt x="228" y="49"/>
                    </a:cubicBezTo>
                    <a:cubicBezTo>
                      <a:pt x="226" y="47"/>
                      <a:pt x="225" y="45"/>
                      <a:pt x="223" y="43"/>
                    </a:cubicBezTo>
                    <a:cubicBezTo>
                      <a:pt x="219" y="40"/>
                      <a:pt x="217" y="37"/>
                      <a:pt x="213" y="35"/>
                    </a:cubicBezTo>
                    <a:cubicBezTo>
                      <a:pt x="210" y="32"/>
                      <a:pt x="207" y="30"/>
                      <a:pt x="204" y="28"/>
                    </a:cubicBezTo>
                    <a:cubicBezTo>
                      <a:pt x="200" y="27"/>
                      <a:pt x="197" y="25"/>
                      <a:pt x="194" y="23"/>
                    </a:cubicBezTo>
                    <a:cubicBezTo>
                      <a:pt x="193" y="22"/>
                      <a:pt x="191" y="22"/>
                      <a:pt x="190" y="22"/>
                    </a:cubicBezTo>
                    <a:cubicBezTo>
                      <a:pt x="189" y="21"/>
                      <a:pt x="187" y="21"/>
                      <a:pt x="186" y="21"/>
                    </a:cubicBezTo>
                    <a:cubicBezTo>
                      <a:pt x="185" y="21"/>
                      <a:pt x="184" y="21"/>
                      <a:pt x="183" y="21"/>
                    </a:cubicBezTo>
                    <a:cubicBezTo>
                      <a:pt x="182" y="21"/>
                      <a:pt x="180" y="21"/>
                      <a:pt x="179" y="21"/>
                    </a:cubicBezTo>
                    <a:cubicBezTo>
                      <a:pt x="177" y="21"/>
                      <a:pt x="177" y="21"/>
                      <a:pt x="176" y="21"/>
                    </a:cubicBezTo>
                    <a:lnTo>
                      <a:pt x="177" y="21"/>
                    </a:lnTo>
                    <a:cubicBezTo>
                      <a:pt x="176" y="21"/>
                      <a:pt x="175" y="22"/>
                      <a:pt x="175" y="22"/>
                    </a:cubicBezTo>
                    <a:cubicBezTo>
                      <a:pt x="173" y="22"/>
                      <a:pt x="173" y="23"/>
                      <a:pt x="172" y="23"/>
                    </a:cubicBezTo>
                    <a:cubicBezTo>
                      <a:pt x="170" y="24"/>
                      <a:pt x="169" y="25"/>
                      <a:pt x="168" y="26"/>
                    </a:cubicBezTo>
                    <a:cubicBezTo>
                      <a:pt x="167" y="27"/>
                      <a:pt x="166" y="28"/>
                      <a:pt x="165" y="28"/>
                    </a:cubicBezTo>
                    <a:cubicBezTo>
                      <a:pt x="165" y="29"/>
                      <a:pt x="163" y="30"/>
                      <a:pt x="163" y="31"/>
                    </a:cubicBezTo>
                    <a:cubicBezTo>
                      <a:pt x="162" y="32"/>
                      <a:pt x="162" y="33"/>
                      <a:pt x="161" y="34"/>
                    </a:cubicBezTo>
                    <a:cubicBezTo>
                      <a:pt x="160" y="35"/>
                      <a:pt x="159" y="37"/>
                      <a:pt x="159" y="38"/>
                    </a:cubicBezTo>
                    <a:cubicBezTo>
                      <a:pt x="158" y="40"/>
                      <a:pt x="158" y="41"/>
                      <a:pt x="157" y="43"/>
                    </a:cubicBezTo>
                    <a:cubicBezTo>
                      <a:pt x="155" y="50"/>
                      <a:pt x="154" y="58"/>
                      <a:pt x="152" y="66"/>
                    </a:cubicBezTo>
                    <a:cubicBezTo>
                      <a:pt x="152" y="69"/>
                      <a:pt x="150" y="71"/>
                      <a:pt x="147" y="73"/>
                    </a:cubicBezTo>
                    <a:cubicBezTo>
                      <a:pt x="147" y="75"/>
                      <a:pt x="147" y="77"/>
                      <a:pt x="146" y="78"/>
                    </a:cubicBezTo>
                    <a:cubicBezTo>
                      <a:pt x="144" y="83"/>
                      <a:pt x="143" y="85"/>
                      <a:pt x="140" y="89"/>
                    </a:cubicBezTo>
                    <a:cubicBezTo>
                      <a:pt x="139" y="91"/>
                      <a:pt x="138" y="94"/>
                      <a:pt x="137" y="96"/>
                    </a:cubicBezTo>
                    <a:cubicBezTo>
                      <a:pt x="137" y="98"/>
                      <a:pt x="137" y="99"/>
                      <a:pt x="137" y="101"/>
                    </a:cubicBezTo>
                    <a:cubicBezTo>
                      <a:pt x="137" y="103"/>
                      <a:pt x="136" y="105"/>
                      <a:pt x="136" y="106"/>
                    </a:cubicBezTo>
                    <a:cubicBezTo>
                      <a:pt x="136" y="108"/>
                      <a:pt x="136" y="108"/>
                      <a:pt x="137" y="109"/>
                    </a:cubicBezTo>
                    <a:cubicBezTo>
                      <a:pt x="137" y="110"/>
                      <a:pt x="137" y="112"/>
                      <a:pt x="137" y="113"/>
                    </a:cubicBezTo>
                    <a:cubicBezTo>
                      <a:pt x="138" y="114"/>
                      <a:pt x="138" y="115"/>
                      <a:pt x="138" y="115"/>
                    </a:cubicBezTo>
                    <a:cubicBezTo>
                      <a:pt x="138" y="116"/>
                      <a:pt x="139" y="117"/>
                      <a:pt x="140" y="119"/>
                    </a:cubicBezTo>
                    <a:cubicBezTo>
                      <a:pt x="140" y="119"/>
                      <a:pt x="141" y="120"/>
                      <a:pt x="142" y="122"/>
                    </a:cubicBezTo>
                    <a:cubicBezTo>
                      <a:pt x="142" y="122"/>
                      <a:pt x="143" y="122"/>
                      <a:pt x="143" y="123"/>
                    </a:cubicBezTo>
                    <a:cubicBezTo>
                      <a:pt x="144" y="124"/>
                      <a:pt x="145" y="124"/>
                      <a:pt x="146" y="126"/>
                    </a:cubicBezTo>
                    <a:cubicBezTo>
                      <a:pt x="147" y="126"/>
                      <a:pt x="148" y="127"/>
                      <a:pt x="150" y="128"/>
                    </a:cubicBezTo>
                    <a:cubicBezTo>
                      <a:pt x="152" y="129"/>
                      <a:pt x="154" y="130"/>
                      <a:pt x="155" y="131"/>
                    </a:cubicBezTo>
                    <a:cubicBezTo>
                      <a:pt x="156" y="131"/>
                      <a:pt x="158" y="132"/>
                      <a:pt x="159" y="132"/>
                    </a:cubicBezTo>
                    <a:cubicBezTo>
                      <a:pt x="161" y="133"/>
                      <a:pt x="163" y="133"/>
                      <a:pt x="165" y="133"/>
                    </a:cubicBezTo>
                    <a:cubicBezTo>
                      <a:pt x="167" y="134"/>
                      <a:pt x="169" y="134"/>
                      <a:pt x="171" y="134"/>
                    </a:cubicBezTo>
                    <a:moveTo>
                      <a:pt x="23" y="156"/>
                    </a:moveTo>
                    <a:cubicBezTo>
                      <a:pt x="18" y="154"/>
                      <a:pt x="13" y="150"/>
                      <a:pt x="10" y="144"/>
                    </a:cubicBezTo>
                    <a:cubicBezTo>
                      <a:pt x="8" y="142"/>
                      <a:pt x="7" y="140"/>
                      <a:pt x="6" y="137"/>
                    </a:cubicBezTo>
                    <a:cubicBezTo>
                      <a:pt x="5" y="133"/>
                      <a:pt x="4" y="129"/>
                      <a:pt x="3" y="126"/>
                    </a:cubicBezTo>
                    <a:cubicBezTo>
                      <a:pt x="1" y="119"/>
                      <a:pt x="0" y="112"/>
                      <a:pt x="0" y="105"/>
                    </a:cubicBezTo>
                    <a:cubicBezTo>
                      <a:pt x="0" y="98"/>
                      <a:pt x="2" y="90"/>
                      <a:pt x="4" y="83"/>
                    </a:cubicBezTo>
                    <a:cubicBezTo>
                      <a:pt x="7" y="76"/>
                      <a:pt x="10" y="69"/>
                      <a:pt x="12" y="63"/>
                    </a:cubicBezTo>
                    <a:cubicBezTo>
                      <a:pt x="15" y="56"/>
                      <a:pt x="18" y="49"/>
                      <a:pt x="22" y="42"/>
                    </a:cubicBezTo>
                    <a:cubicBezTo>
                      <a:pt x="26" y="36"/>
                      <a:pt x="29" y="31"/>
                      <a:pt x="34" y="27"/>
                    </a:cubicBezTo>
                    <a:cubicBezTo>
                      <a:pt x="38" y="22"/>
                      <a:pt x="42" y="18"/>
                      <a:pt x="48" y="14"/>
                    </a:cubicBezTo>
                    <a:cubicBezTo>
                      <a:pt x="56" y="7"/>
                      <a:pt x="67" y="2"/>
                      <a:pt x="79" y="3"/>
                    </a:cubicBezTo>
                    <a:cubicBezTo>
                      <a:pt x="85" y="3"/>
                      <a:pt x="90" y="6"/>
                      <a:pt x="94" y="10"/>
                    </a:cubicBezTo>
                    <a:cubicBezTo>
                      <a:pt x="97" y="14"/>
                      <a:pt x="99" y="19"/>
                      <a:pt x="99" y="24"/>
                    </a:cubicBezTo>
                    <a:cubicBezTo>
                      <a:pt x="99" y="28"/>
                      <a:pt x="98" y="32"/>
                      <a:pt x="98" y="35"/>
                    </a:cubicBezTo>
                    <a:cubicBezTo>
                      <a:pt x="98" y="36"/>
                      <a:pt x="99" y="37"/>
                      <a:pt x="99" y="38"/>
                    </a:cubicBezTo>
                    <a:cubicBezTo>
                      <a:pt x="102" y="43"/>
                      <a:pt x="100" y="50"/>
                      <a:pt x="95" y="52"/>
                    </a:cubicBezTo>
                    <a:cubicBezTo>
                      <a:pt x="94" y="52"/>
                      <a:pt x="94" y="53"/>
                      <a:pt x="94" y="53"/>
                    </a:cubicBezTo>
                    <a:cubicBezTo>
                      <a:pt x="91" y="54"/>
                      <a:pt x="89" y="56"/>
                      <a:pt x="87" y="56"/>
                    </a:cubicBezTo>
                    <a:cubicBezTo>
                      <a:pt x="82" y="57"/>
                      <a:pt x="78" y="55"/>
                      <a:pt x="76" y="52"/>
                    </a:cubicBezTo>
                    <a:cubicBezTo>
                      <a:pt x="76" y="50"/>
                      <a:pt x="75" y="49"/>
                      <a:pt x="74" y="49"/>
                    </a:cubicBezTo>
                    <a:cubicBezTo>
                      <a:pt x="74" y="47"/>
                      <a:pt x="74" y="45"/>
                      <a:pt x="74" y="43"/>
                    </a:cubicBezTo>
                    <a:cubicBezTo>
                      <a:pt x="74" y="41"/>
                      <a:pt x="74" y="39"/>
                      <a:pt x="75" y="37"/>
                    </a:cubicBezTo>
                    <a:cubicBezTo>
                      <a:pt x="76" y="35"/>
                      <a:pt x="77" y="32"/>
                      <a:pt x="78" y="29"/>
                    </a:cubicBezTo>
                    <a:cubicBezTo>
                      <a:pt x="78" y="28"/>
                      <a:pt x="78" y="27"/>
                      <a:pt x="78" y="25"/>
                    </a:cubicBezTo>
                    <a:cubicBezTo>
                      <a:pt x="78" y="24"/>
                      <a:pt x="78" y="24"/>
                      <a:pt x="78" y="24"/>
                    </a:cubicBezTo>
                    <a:cubicBezTo>
                      <a:pt x="77" y="24"/>
                      <a:pt x="77" y="23"/>
                      <a:pt x="77" y="23"/>
                    </a:cubicBezTo>
                    <a:lnTo>
                      <a:pt x="76" y="23"/>
                    </a:lnTo>
                    <a:cubicBezTo>
                      <a:pt x="76" y="23"/>
                      <a:pt x="75" y="23"/>
                      <a:pt x="74" y="23"/>
                    </a:cubicBezTo>
                    <a:cubicBezTo>
                      <a:pt x="74" y="24"/>
                      <a:pt x="74" y="24"/>
                      <a:pt x="73" y="24"/>
                    </a:cubicBezTo>
                    <a:cubicBezTo>
                      <a:pt x="72" y="24"/>
                      <a:pt x="71" y="24"/>
                      <a:pt x="70" y="25"/>
                    </a:cubicBezTo>
                    <a:cubicBezTo>
                      <a:pt x="68" y="25"/>
                      <a:pt x="66" y="27"/>
                      <a:pt x="64" y="28"/>
                    </a:cubicBezTo>
                    <a:cubicBezTo>
                      <a:pt x="62" y="29"/>
                      <a:pt x="59" y="31"/>
                      <a:pt x="57" y="32"/>
                    </a:cubicBezTo>
                    <a:lnTo>
                      <a:pt x="58" y="32"/>
                    </a:lnTo>
                    <a:cubicBezTo>
                      <a:pt x="55" y="34"/>
                      <a:pt x="52" y="36"/>
                      <a:pt x="49" y="39"/>
                    </a:cubicBezTo>
                    <a:cubicBezTo>
                      <a:pt x="48" y="41"/>
                      <a:pt x="46" y="43"/>
                      <a:pt x="44" y="45"/>
                    </a:cubicBezTo>
                    <a:cubicBezTo>
                      <a:pt x="42" y="48"/>
                      <a:pt x="40" y="51"/>
                      <a:pt x="38" y="54"/>
                    </a:cubicBezTo>
                    <a:cubicBezTo>
                      <a:pt x="35" y="60"/>
                      <a:pt x="32" y="67"/>
                      <a:pt x="29" y="73"/>
                    </a:cubicBezTo>
                    <a:lnTo>
                      <a:pt x="29" y="72"/>
                    </a:lnTo>
                    <a:cubicBezTo>
                      <a:pt x="27" y="78"/>
                      <a:pt x="24" y="85"/>
                      <a:pt x="22" y="92"/>
                    </a:cubicBezTo>
                    <a:cubicBezTo>
                      <a:pt x="21" y="95"/>
                      <a:pt x="21" y="98"/>
                      <a:pt x="20" y="101"/>
                    </a:cubicBezTo>
                    <a:cubicBezTo>
                      <a:pt x="20" y="103"/>
                      <a:pt x="20" y="105"/>
                      <a:pt x="20" y="108"/>
                    </a:cubicBezTo>
                    <a:cubicBezTo>
                      <a:pt x="20" y="109"/>
                      <a:pt x="20" y="112"/>
                      <a:pt x="20" y="113"/>
                    </a:cubicBezTo>
                    <a:cubicBezTo>
                      <a:pt x="21" y="116"/>
                      <a:pt x="21" y="119"/>
                      <a:pt x="22" y="122"/>
                    </a:cubicBezTo>
                    <a:cubicBezTo>
                      <a:pt x="23" y="126"/>
                      <a:pt x="24" y="129"/>
                      <a:pt x="25" y="131"/>
                    </a:cubicBezTo>
                    <a:cubicBezTo>
                      <a:pt x="25" y="132"/>
                      <a:pt x="26" y="133"/>
                      <a:pt x="26" y="133"/>
                    </a:cubicBezTo>
                    <a:cubicBezTo>
                      <a:pt x="27" y="133"/>
                      <a:pt x="27" y="134"/>
                      <a:pt x="27" y="134"/>
                    </a:cubicBezTo>
                    <a:cubicBezTo>
                      <a:pt x="27" y="134"/>
                      <a:pt x="28" y="135"/>
                      <a:pt x="28" y="136"/>
                    </a:cubicBezTo>
                    <a:cubicBezTo>
                      <a:pt x="28" y="136"/>
                      <a:pt x="29" y="137"/>
                      <a:pt x="30" y="137"/>
                    </a:cubicBezTo>
                    <a:cubicBezTo>
                      <a:pt x="29" y="137"/>
                      <a:pt x="29" y="137"/>
                      <a:pt x="29" y="136"/>
                    </a:cubicBezTo>
                    <a:cubicBezTo>
                      <a:pt x="29" y="137"/>
                      <a:pt x="30" y="137"/>
                      <a:pt x="31" y="137"/>
                    </a:cubicBezTo>
                    <a:cubicBezTo>
                      <a:pt x="31" y="138"/>
                      <a:pt x="32" y="138"/>
                      <a:pt x="33" y="138"/>
                    </a:cubicBezTo>
                    <a:cubicBezTo>
                      <a:pt x="34" y="139"/>
                      <a:pt x="34" y="139"/>
                      <a:pt x="35" y="139"/>
                    </a:cubicBezTo>
                    <a:cubicBezTo>
                      <a:pt x="36" y="140"/>
                      <a:pt x="37" y="140"/>
                      <a:pt x="38" y="140"/>
                    </a:cubicBezTo>
                    <a:cubicBezTo>
                      <a:pt x="40" y="140"/>
                      <a:pt x="41" y="140"/>
                      <a:pt x="43" y="140"/>
                    </a:cubicBezTo>
                    <a:cubicBezTo>
                      <a:pt x="44" y="140"/>
                      <a:pt x="45" y="140"/>
                      <a:pt x="47" y="140"/>
                    </a:cubicBezTo>
                    <a:cubicBezTo>
                      <a:pt x="48" y="140"/>
                      <a:pt x="50" y="139"/>
                      <a:pt x="52" y="139"/>
                    </a:cubicBezTo>
                    <a:cubicBezTo>
                      <a:pt x="54" y="138"/>
                      <a:pt x="57" y="137"/>
                      <a:pt x="60" y="136"/>
                    </a:cubicBezTo>
                    <a:cubicBezTo>
                      <a:pt x="63" y="134"/>
                      <a:pt x="67" y="133"/>
                      <a:pt x="70" y="131"/>
                    </a:cubicBezTo>
                    <a:cubicBezTo>
                      <a:pt x="75" y="128"/>
                      <a:pt x="79" y="125"/>
                      <a:pt x="84" y="122"/>
                    </a:cubicBezTo>
                    <a:cubicBezTo>
                      <a:pt x="83" y="122"/>
                      <a:pt x="83" y="122"/>
                      <a:pt x="83" y="122"/>
                    </a:cubicBezTo>
                    <a:cubicBezTo>
                      <a:pt x="88" y="118"/>
                      <a:pt x="93" y="113"/>
                      <a:pt x="98" y="109"/>
                    </a:cubicBezTo>
                    <a:cubicBezTo>
                      <a:pt x="105" y="101"/>
                      <a:pt x="112" y="94"/>
                      <a:pt x="118" y="85"/>
                    </a:cubicBezTo>
                    <a:lnTo>
                      <a:pt x="118" y="86"/>
                    </a:lnTo>
                    <a:cubicBezTo>
                      <a:pt x="119" y="84"/>
                      <a:pt x="120" y="83"/>
                      <a:pt x="121" y="81"/>
                    </a:cubicBezTo>
                    <a:cubicBezTo>
                      <a:pt x="122" y="78"/>
                      <a:pt x="123" y="76"/>
                      <a:pt x="124" y="73"/>
                    </a:cubicBezTo>
                    <a:cubicBezTo>
                      <a:pt x="126" y="69"/>
                      <a:pt x="129" y="66"/>
                      <a:pt x="133" y="64"/>
                    </a:cubicBezTo>
                    <a:cubicBezTo>
                      <a:pt x="134" y="64"/>
                      <a:pt x="134" y="64"/>
                      <a:pt x="134" y="64"/>
                    </a:cubicBezTo>
                    <a:cubicBezTo>
                      <a:pt x="134" y="63"/>
                      <a:pt x="134" y="63"/>
                      <a:pt x="134" y="62"/>
                    </a:cubicBezTo>
                    <a:cubicBezTo>
                      <a:pt x="135" y="55"/>
                      <a:pt x="136" y="48"/>
                      <a:pt x="138" y="42"/>
                    </a:cubicBezTo>
                    <a:cubicBezTo>
                      <a:pt x="138" y="38"/>
                      <a:pt x="140" y="35"/>
                      <a:pt x="141" y="31"/>
                    </a:cubicBezTo>
                    <a:cubicBezTo>
                      <a:pt x="142" y="28"/>
                      <a:pt x="144" y="25"/>
                      <a:pt x="145" y="22"/>
                    </a:cubicBezTo>
                    <a:cubicBezTo>
                      <a:pt x="149" y="16"/>
                      <a:pt x="154" y="12"/>
                      <a:pt x="159" y="9"/>
                    </a:cubicBezTo>
                    <a:cubicBezTo>
                      <a:pt x="165" y="4"/>
                      <a:pt x="172" y="2"/>
                      <a:pt x="179" y="1"/>
                    </a:cubicBezTo>
                    <a:cubicBezTo>
                      <a:pt x="185" y="0"/>
                      <a:pt x="191" y="2"/>
                      <a:pt x="197" y="3"/>
                    </a:cubicBezTo>
                    <a:cubicBezTo>
                      <a:pt x="201" y="4"/>
                      <a:pt x="204" y="6"/>
                      <a:pt x="207" y="7"/>
                    </a:cubicBezTo>
                    <a:cubicBezTo>
                      <a:pt x="210" y="10"/>
                      <a:pt x="214" y="11"/>
                      <a:pt x="217" y="14"/>
                    </a:cubicBezTo>
                    <a:cubicBezTo>
                      <a:pt x="229" y="21"/>
                      <a:pt x="239" y="31"/>
                      <a:pt x="247" y="42"/>
                    </a:cubicBezTo>
                    <a:cubicBezTo>
                      <a:pt x="251" y="48"/>
                      <a:pt x="254" y="54"/>
                      <a:pt x="256" y="60"/>
                    </a:cubicBezTo>
                    <a:cubicBezTo>
                      <a:pt x="258" y="67"/>
                      <a:pt x="260" y="75"/>
                      <a:pt x="259" y="83"/>
                    </a:cubicBezTo>
                    <a:cubicBezTo>
                      <a:pt x="258" y="89"/>
                      <a:pt x="256" y="95"/>
                      <a:pt x="253" y="101"/>
                    </a:cubicBezTo>
                    <a:cubicBezTo>
                      <a:pt x="252" y="104"/>
                      <a:pt x="250" y="107"/>
                      <a:pt x="248" y="110"/>
                    </a:cubicBezTo>
                    <a:cubicBezTo>
                      <a:pt x="246" y="113"/>
                      <a:pt x="243" y="116"/>
                      <a:pt x="240" y="119"/>
                    </a:cubicBezTo>
                    <a:cubicBezTo>
                      <a:pt x="236" y="124"/>
                      <a:pt x="230" y="129"/>
                      <a:pt x="225" y="133"/>
                    </a:cubicBezTo>
                    <a:cubicBezTo>
                      <a:pt x="219" y="137"/>
                      <a:pt x="212" y="141"/>
                      <a:pt x="205" y="144"/>
                    </a:cubicBezTo>
                    <a:cubicBezTo>
                      <a:pt x="193" y="151"/>
                      <a:pt x="179" y="155"/>
                      <a:pt x="164" y="154"/>
                    </a:cubicBezTo>
                    <a:cubicBezTo>
                      <a:pt x="154" y="152"/>
                      <a:pt x="144" y="149"/>
                      <a:pt x="135" y="143"/>
                    </a:cubicBezTo>
                    <a:cubicBezTo>
                      <a:pt x="127" y="137"/>
                      <a:pt x="121" y="129"/>
                      <a:pt x="118" y="119"/>
                    </a:cubicBezTo>
                    <a:lnTo>
                      <a:pt x="117" y="117"/>
                    </a:lnTo>
                    <a:cubicBezTo>
                      <a:pt x="102" y="133"/>
                      <a:pt x="85" y="147"/>
                      <a:pt x="64" y="156"/>
                    </a:cubicBezTo>
                    <a:cubicBezTo>
                      <a:pt x="57" y="158"/>
                      <a:pt x="50" y="160"/>
                      <a:pt x="43" y="160"/>
                    </a:cubicBezTo>
                    <a:lnTo>
                      <a:pt x="42" y="160"/>
                    </a:lnTo>
                    <a:cubicBezTo>
                      <a:pt x="35" y="160"/>
                      <a:pt x="29" y="159"/>
                      <a:pt x="23" y="15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" name="Google Shape;126;p2"/>
              <p:cNvSpPr/>
              <p:nvPr/>
            </p:nvSpPr>
            <p:spPr>
              <a:xfrm>
                <a:off x="2163240" y="2389680"/>
                <a:ext cx="40680" cy="5580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55" extrusionOk="0">
                    <a:moveTo>
                      <a:pt x="13" y="154"/>
                    </a:moveTo>
                    <a:cubicBezTo>
                      <a:pt x="11" y="154"/>
                      <a:pt x="10" y="154"/>
                      <a:pt x="9" y="154"/>
                    </a:cubicBezTo>
                    <a:cubicBezTo>
                      <a:pt x="3" y="153"/>
                      <a:pt x="0" y="147"/>
                      <a:pt x="1" y="142"/>
                    </a:cubicBezTo>
                    <a:lnTo>
                      <a:pt x="1" y="141"/>
                    </a:lnTo>
                    <a:cubicBezTo>
                      <a:pt x="1" y="137"/>
                      <a:pt x="5" y="134"/>
                      <a:pt x="9" y="133"/>
                    </a:cubicBezTo>
                    <a:cubicBezTo>
                      <a:pt x="11" y="133"/>
                      <a:pt x="14" y="133"/>
                      <a:pt x="17" y="133"/>
                    </a:cubicBezTo>
                    <a:cubicBezTo>
                      <a:pt x="19" y="133"/>
                      <a:pt x="20" y="133"/>
                      <a:pt x="21" y="133"/>
                    </a:cubicBezTo>
                    <a:cubicBezTo>
                      <a:pt x="28" y="133"/>
                      <a:pt x="35" y="133"/>
                      <a:pt x="42" y="132"/>
                    </a:cubicBezTo>
                    <a:cubicBezTo>
                      <a:pt x="44" y="132"/>
                      <a:pt x="46" y="131"/>
                      <a:pt x="48" y="131"/>
                    </a:cubicBezTo>
                    <a:cubicBezTo>
                      <a:pt x="51" y="130"/>
                      <a:pt x="53" y="129"/>
                      <a:pt x="56" y="128"/>
                    </a:cubicBezTo>
                    <a:cubicBezTo>
                      <a:pt x="58" y="127"/>
                      <a:pt x="60" y="126"/>
                      <a:pt x="61" y="125"/>
                    </a:cubicBezTo>
                    <a:lnTo>
                      <a:pt x="61" y="126"/>
                    </a:lnTo>
                    <a:cubicBezTo>
                      <a:pt x="61" y="125"/>
                      <a:pt x="62" y="125"/>
                      <a:pt x="63" y="124"/>
                    </a:cubicBezTo>
                    <a:lnTo>
                      <a:pt x="63" y="123"/>
                    </a:lnTo>
                    <a:cubicBezTo>
                      <a:pt x="64" y="123"/>
                      <a:pt x="64" y="123"/>
                      <a:pt x="64" y="123"/>
                    </a:cubicBezTo>
                    <a:cubicBezTo>
                      <a:pt x="63" y="122"/>
                      <a:pt x="63" y="121"/>
                      <a:pt x="63" y="121"/>
                    </a:cubicBezTo>
                    <a:cubicBezTo>
                      <a:pt x="60" y="118"/>
                      <a:pt x="57" y="115"/>
                      <a:pt x="54" y="112"/>
                    </a:cubicBezTo>
                    <a:cubicBezTo>
                      <a:pt x="53" y="111"/>
                      <a:pt x="53" y="111"/>
                      <a:pt x="53" y="110"/>
                    </a:cubicBezTo>
                    <a:cubicBezTo>
                      <a:pt x="52" y="109"/>
                      <a:pt x="51" y="109"/>
                      <a:pt x="50" y="108"/>
                    </a:cubicBezTo>
                    <a:cubicBezTo>
                      <a:pt x="44" y="102"/>
                      <a:pt x="38" y="95"/>
                      <a:pt x="31" y="88"/>
                    </a:cubicBezTo>
                    <a:cubicBezTo>
                      <a:pt x="25" y="81"/>
                      <a:pt x="20" y="73"/>
                      <a:pt x="17" y="64"/>
                    </a:cubicBezTo>
                    <a:cubicBezTo>
                      <a:pt x="13" y="55"/>
                      <a:pt x="13" y="43"/>
                      <a:pt x="17" y="34"/>
                    </a:cubicBezTo>
                    <a:cubicBezTo>
                      <a:pt x="18" y="31"/>
                      <a:pt x="21" y="27"/>
                      <a:pt x="23" y="24"/>
                    </a:cubicBezTo>
                    <a:cubicBezTo>
                      <a:pt x="27" y="20"/>
                      <a:pt x="30" y="17"/>
                      <a:pt x="34" y="13"/>
                    </a:cubicBezTo>
                    <a:cubicBezTo>
                      <a:pt x="37" y="11"/>
                      <a:pt x="41" y="8"/>
                      <a:pt x="45" y="7"/>
                    </a:cubicBezTo>
                    <a:cubicBezTo>
                      <a:pt x="49" y="5"/>
                      <a:pt x="54" y="3"/>
                      <a:pt x="59" y="3"/>
                    </a:cubicBezTo>
                    <a:cubicBezTo>
                      <a:pt x="68" y="0"/>
                      <a:pt x="78" y="0"/>
                      <a:pt x="87" y="4"/>
                    </a:cubicBezTo>
                    <a:cubicBezTo>
                      <a:pt x="91" y="6"/>
                      <a:pt x="95" y="8"/>
                      <a:pt x="98" y="11"/>
                    </a:cubicBezTo>
                    <a:cubicBezTo>
                      <a:pt x="101" y="14"/>
                      <a:pt x="102" y="17"/>
                      <a:pt x="104" y="20"/>
                    </a:cubicBezTo>
                    <a:cubicBezTo>
                      <a:pt x="108" y="21"/>
                      <a:pt x="110" y="24"/>
                      <a:pt x="111" y="27"/>
                    </a:cubicBezTo>
                    <a:cubicBezTo>
                      <a:pt x="112" y="33"/>
                      <a:pt x="108" y="39"/>
                      <a:pt x="102" y="40"/>
                    </a:cubicBezTo>
                    <a:cubicBezTo>
                      <a:pt x="99" y="40"/>
                      <a:pt x="96" y="40"/>
                      <a:pt x="94" y="39"/>
                    </a:cubicBezTo>
                    <a:cubicBezTo>
                      <a:pt x="89" y="36"/>
                      <a:pt x="87" y="33"/>
                      <a:pt x="85" y="29"/>
                    </a:cubicBezTo>
                    <a:cubicBezTo>
                      <a:pt x="85" y="28"/>
                      <a:pt x="84" y="28"/>
                      <a:pt x="84" y="27"/>
                    </a:cubicBezTo>
                    <a:cubicBezTo>
                      <a:pt x="84" y="26"/>
                      <a:pt x="83" y="26"/>
                      <a:pt x="83" y="26"/>
                    </a:cubicBezTo>
                    <a:cubicBezTo>
                      <a:pt x="82" y="25"/>
                      <a:pt x="81" y="25"/>
                      <a:pt x="81" y="24"/>
                    </a:cubicBezTo>
                    <a:cubicBezTo>
                      <a:pt x="81" y="24"/>
                      <a:pt x="81" y="25"/>
                      <a:pt x="82" y="25"/>
                    </a:cubicBezTo>
                    <a:cubicBezTo>
                      <a:pt x="81" y="25"/>
                      <a:pt x="81" y="24"/>
                      <a:pt x="80" y="24"/>
                    </a:cubicBezTo>
                    <a:cubicBezTo>
                      <a:pt x="79" y="23"/>
                      <a:pt x="78" y="23"/>
                      <a:pt x="77" y="22"/>
                    </a:cubicBezTo>
                    <a:cubicBezTo>
                      <a:pt x="78" y="22"/>
                      <a:pt x="78" y="23"/>
                      <a:pt x="78" y="23"/>
                    </a:cubicBezTo>
                    <a:cubicBezTo>
                      <a:pt x="78" y="23"/>
                      <a:pt x="77" y="22"/>
                      <a:pt x="76" y="22"/>
                    </a:cubicBezTo>
                    <a:cubicBezTo>
                      <a:pt x="75" y="22"/>
                      <a:pt x="75" y="22"/>
                      <a:pt x="74" y="22"/>
                    </a:cubicBezTo>
                    <a:cubicBezTo>
                      <a:pt x="73" y="22"/>
                      <a:pt x="73" y="22"/>
                      <a:pt x="72" y="22"/>
                    </a:cubicBezTo>
                    <a:cubicBezTo>
                      <a:pt x="70" y="22"/>
                      <a:pt x="67" y="22"/>
                      <a:pt x="66" y="22"/>
                    </a:cubicBezTo>
                    <a:cubicBezTo>
                      <a:pt x="63" y="22"/>
                      <a:pt x="60" y="23"/>
                      <a:pt x="58" y="24"/>
                    </a:cubicBezTo>
                    <a:cubicBezTo>
                      <a:pt x="56" y="24"/>
                      <a:pt x="54" y="25"/>
                      <a:pt x="52" y="26"/>
                    </a:cubicBezTo>
                    <a:cubicBezTo>
                      <a:pt x="50" y="26"/>
                      <a:pt x="50" y="26"/>
                      <a:pt x="49" y="27"/>
                    </a:cubicBezTo>
                    <a:cubicBezTo>
                      <a:pt x="49" y="27"/>
                      <a:pt x="50" y="27"/>
                      <a:pt x="50" y="26"/>
                    </a:cubicBezTo>
                    <a:cubicBezTo>
                      <a:pt x="49" y="27"/>
                      <a:pt x="49" y="28"/>
                      <a:pt x="48" y="28"/>
                    </a:cubicBezTo>
                    <a:cubicBezTo>
                      <a:pt x="46" y="29"/>
                      <a:pt x="45" y="31"/>
                      <a:pt x="43" y="32"/>
                    </a:cubicBezTo>
                    <a:cubicBezTo>
                      <a:pt x="42" y="33"/>
                      <a:pt x="39" y="36"/>
                      <a:pt x="38" y="38"/>
                    </a:cubicBezTo>
                    <a:cubicBezTo>
                      <a:pt x="37" y="39"/>
                      <a:pt x="36" y="40"/>
                      <a:pt x="36" y="41"/>
                    </a:cubicBezTo>
                    <a:lnTo>
                      <a:pt x="35" y="42"/>
                    </a:lnTo>
                    <a:cubicBezTo>
                      <a:pt x="35" y="42"/>
                      <a:pt x="35" y="43"/>
                      <a:pt x="35" y="44"/>
                    </a:cubicBezTo>
                    <a:cubicBezTo>
                      <a:pt x="35" y="45"/>
                      <a:pt x="34" y="45"/>
                      <a:pt x="34" y="46"/>
                    </a:cubicBezTo>
                    <a:cubicBezTo>
                      <a:pt x="34" y="47"/>
                      <a:pt x="34" y="48"/>
                      <a:pt x="34" y="49"/>
                    </a:cubicBezTo>
                    <a:cubicBezTo>
                      <a:pt x="34" y="50"/>
                      <a:pt x="34" y="50"/>
                      <a:pt x="34" y="51"/>
                    </a:cubicBezTo>
                    <a:cubicBezTo>
                      <a:pt x="34" y="52"/>
                      <a:pt x="35" y="54"/>
                      <a:pt x="35" y="55"/>
                    </a:cubicBezTo>
                    <a:cubicBezTo>
                      <a:pt x="35" y="56"/>
                      <a:pt x="36" y="57"/>
                      <a:pt x="36" y="59"/>
                    </a:cubicBezTo>
                    <a:cubicBezTo>
                      <a:pt x="37" y="60"/>
                      <a:pt x="38" y="62"/>
                      <a:pt x="39" y="64"/>
                    </a:cubicBezTo>
                    <a:cubicBezTo>
                      <a:pt x="41" y="66"/>
                      <a:pt x="42" y="69"/>
                      <a:pt x="44" y="71"/>
                    </a:cubicBezTo>
                    <a:cubicBezTo>
                      <a:pt x="50" y="79"/>
                      <a:pt x="57" y="86"/>
                      <a:pt x="63" y="92"/>
                    </a:cubicBezTo>
                    <a:cubicBezTo>
                      <a:pt x="68" y="98"/>
                      <a:pt x="74" y="103"/>
                      <a:pt x="78" y="108"/>
                    </a:cubicBezTo>
                    <a:cubicBezTo>
                      <a:pt x="81" y="110"/>
                      <a:pt x="82" y="113"/>
                      <a:pt x="84" y="117"/>
                    </a:cubicBezTo>
                    <a:cubicBezTo>
                      <a:pt x="85" y="120"/>
                      <a:pt x="85" y="124"/>
                      <a:pt x="84" y="127"/>
                    </a:cubicBezTo>
                    <a:cubicBezTo>
                      <a:pt x="84" y="131"/>
                      <a:pt x="81" y="135"/>
                      <a:pt x="78" y="138"/>
                    </a:cubicBezTo>
                    <a:cubicBezTo>
                      <a:pt x="76" y="141"/>
                      <a:pt x="73" y="142"/>
                      <a:pt x="69" y="145"/>
                    </a:cubicBezTo>
                    <a:cubicBezTo>
                      <a:pt x="58" y="151"/>
                      <a:pt x="45" y="153"/>
                      <a:pt x="32" y="154"/>
                    </a:cubicBezTo>
                    <a:cubicBezTo>
                      <a:pt x="28" y="154"/>
                      <a:pt x="23" y="154"/>
                      <a:pt x="18" y="154"/>
                    </a:cubicBezTo>
                    <a:cubicBezTo>
                      <a:pt x="17" y="154"/>
                      <a:pt x="15" y="154"/>
                      <a:pt x="13" y="1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" name="Google Shape;127;p2"/>
              <p:cNvSpPr/>
              <p:nvPr/>
            </p:nvSpPr>
            <p:spPr>
              <a:xfrm>
                <a:off x="2226600" y="2398680"/>
                <a:ext cx="24480" cy="50400"/>
              </a:xfrm>
              <a:custGeom>
                <a:avLst/>
                <a:gdLst/>
                <a:ahLst/>
                <a:cxnLst/>
                <a:rect l="l" t="t" r="r" b="b"/>
                <a:pathLst>
                  <a:path w="68" h="140" extrusionOk="0">
                    <a:moveTo>
                      <a:pt x="46" y="134"/>
                    </a:moveTo>
                    <a:cubicBezTo>
                      <a:pt x="42" y="126"/>
                      <a:pt x="39" y="117"/>
                      <a:pt x="35" y="109"/>
                    </a:cubicBezTo>
                    <a:cubicBezTo>
                      <a:pt x="31" y="103"/>
                      <a:pt x="28" y="96"/>
                      <a:pt x="25" y="89"/>
                    </a:cubicBezTo>
                    <a:cubicBezTo>
                      <a:pt x="21" y="82"/>
                      <a:pt x="17" y="74"/>
                      <a:pt x="13" y="65"/>
                    </a:cubicBezTo>
                    <a:cubicBezTo>
                      <a:pt x="9" y="56"/>
                      <a:pt x="6" y="46"/>
                      <a:pt x="3" y="35"/>
                    </a:cubicBezTo>
                    <a:cubicBezTo>
                      <a:pt x="1" y="30"/>
                      <a:pt x="1" y="24"/>
                      <a:pt x="0" y="19"/>
                    </a:cubicBezTo>
                    <a:cubicBezTo>
                      <a:pt x="0" y="16"/>
                      <a:pt x="0" y="15"/>
                      <a:pt x="0" y="12"/>
                    </a:cubicBezTo>
                    <a:cubicBezTo>
                      <a:pt x="1" y="10"/>
                      <a:pt x="1" y="8"/>
                      <a:pt x="3" y="5"/>
                    </a:cubicBezTo>
                    <a:cubicBezTo>
                      <a:pt x="4" y="2"/>
                      <a:pt x="8" y="0"/>
                      <a:pt x="13" y="0"/>
                    </a:cubicBezTo>
                    <a:cubicBezTo>
                      <a:pt x="17" y="0"/>
                      <a:pt x="21" y="4"/>
                      <a:pt x="22" y="8"/>
                    </a:cubicBezTo>
                    <a:cubicBezTo>
                      <a:pt x="23" y="11"/>
                      <a:pt x="23" y="14"/>
                      <a:pt x="22" y="16"/>
                    </a:cubicBezTo>
                    <a:cubicBezTo>
                      <a:pt x="22" y="17"/>
                      <a:pt x="22" y="18"/>
                      <a:pt x="21" y="19"/>
                    </a:cubicBezTo>
                    <a:cubicBezTo>
                      <a:pt x="21" y="21"/>
                      <a:pt x="22" y="22"/>
                      <a:pt x="22" y="24"/>
                    </a:cubicBezTo>
                    <a:cubicBezTo>
                      <a:pt x="22" y="29"/>
                      <a:pt x="24" y="34"/>
                      <a:pt x="25" y="39"/>
                    </a:cubicBezTo>
                    <a:cubicBezTo>
                      <a:pt x="26" y="44"/>
                      <a:pt x="28" y="50"/>
                      <a:pt x="31" y="55"/>
                    </a:cubicBezTo>
                    <a:cubicBezTo>
                      <a:pt x="35" y="67"/>
                      <a:pt x="41" y="79"/>
                      <a:pt x="47" y="90"/>
                    </a:cubicBezTo>
                    <a:cubicBezTo>
                      <a:pt x="53" y="102"/>
                      <a:pt x="59" y="114"/>
                      <a:pt x="65" y="125"/>
                    </a:cubicBezTo>
                    <a:cubicBezTo>
                      <a:pt x="67" y="130"/>
                      <a:pt x="65" y="136"/>
                      <a:pt x="60" y="139"/>
                    </a:cubicBezTo>
                    <a:cubicBezTo>
                      <a:pt x="59" y="139"/>
                      <a:pt x="57" y="139"/>
                      <a:pt x="56" y="139"/>
                    </a:cubicBezTo>
                    <a:cubicBezTo>
                      <a:pt x="52" y="139"/>
                      <a:pt x="49" y="138"/>
                      <a:pt x="46" y="1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" name="Google Shape;128;p2"/>
              <p:cNvSpPr/>
              <p:nvPr/>
            </p:nvSpPr>
            <p:spPr>
              <a:xfrm>
                <a:off x="2215800" y="2394720"/>
                <a:ext cx="55080" cy="5292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47" extrusionOk="0">
                    <a:moveTo>
                      <a:pt x="5" y="145"/>
                    </a:moveTo>
                    <a:cubicBezTo>
                      <a:pt x="1" y="142"/>
                      <a:pt x="0" y="136"/>
                      <a:pt x="3" y="131"/>
                    </a:cubicBezTo>
                    <a:cubicBezTo>
                      <a:pt x="10" y="121"/>
                      <a:pt x="17" y="111"/>
                      <a:pt x="25" y="101"/>
                    </a:cubicBezTo>
                    <a:cubicBezTo>
                      <a:pt x="31" y="93"/>
                      <a:pt x="37" y="85"/>
                      <a:pt x="43" y="76"/>
                    </a:cubicBezTo>
                    <a:cubicBezTo>
                      <a:pt x="48" y="72"/>
                      <a:pt x="52" y="67"/>
                      <a:pt x="56" y="61"/>
                    </a:cubicBezTo>
                    <a:cubicBezTo>
                      <a:pt x="57" y="60"/>
                      <a:pt x="58" y="58"/>
                      <a:pt x="59" y="57"/>
                    </a:cubicBezTo>
                    <a:cubicBezTo>
                      <a:pt x="62" y="54"/>
                      <a:pt x="65" y="51"/>
                      <a:pt x="68" y="48"/>
                    </a:cubicBezTo>
                    <a:cubicBezTo>
                      <a:pt x="71" y="44"/>
                      <a:pt x="75" y="41"/>
                      <a:pt x="79" y="37"/>
                    </a:cubicBezTo>
                    <a:cubicBezTo>
                      <a:pt x="86" y="31"/>
                      <a:pt x="92" y="25"/>
                      <a:pt x="100" y="18"/>
                    </a:cubicBezTo>
                    <a:cubicBezTo>
                      <a:pt x="106" y="13"/>
                      <a:pt x="113" y="8"/>
                      <a:pt x="121" y="4"/>
                    </a:cubicBezTo>
                    <a:cubicBezTo>
                      <a:pt x="124" y="2"/>
                      <a:pt x="128" y="1"/>
                      <a:pt x="131" y="1"/>
                    </a:cubicBezTo>
                    <a:cubicBezTo>
                      <a:pt x="135" y="0"/>
                      <a:pt x="139" y="0"/>
                      <a:pt x="143" y="0"/>
                    </a:cubicBezTo>
                    <a:cubicBezTo>
                      <a:pt x="149" y="1"/>
                      <a:pt x="152" y="7"/>
                      <a:pt x="151" y="12"/>
                    </a:cubicBezTo>
                    <a:cubicBezTo>
                      <a:pt x="150" y="18"/>
                      <a:pt x="144" y="22"/>
                      <a:pt x="139" y="21"/>
                    </a:cubicBezTo>
                    <a:lnTo>
                      <a:pt x="138" y="21"/>
                    </a:lnTo>
                    <a:cubicBezTo>
                      <a:pt x="137" y="21"/>
                      <a:pt x="137" y="21"/>
                      <a:pt x="136" y="21"/>
                    </a:cubicBezTo>
                    <a:cubicBezTo>
                      <a:pt x="135" y="21"/>
                      <a:pt x="135" y="22"/>
                      <a:pt x="133" y="22"/>
                    </a:cubicBezTo>
                    <a:cubicBezTo>
                      <a:pt x="132" y="22"/>
                      <a:pt x="132" y="22"/>
                      <a:pt x="130" y="23"/>
                    </a:cubicBezTo>
                    <a:cubicBezTo>
                      <a:pt x="129" y="23"/>
                      <a:pt x="127" y="25"/>
                      <a:pt x="125" y="25"/>
                    </a:cubicBezTo>
                    <a:cubicBezTo>
                      <a:pt x="121" y="27"/>
                      <a:pt x="118" y="30"/>
                      <a:pt x="114" y="33"/>
                    </a:cubicBezTo>
                    <a:cubicBezTo>
                      <a:pt x="104" y="41"/>
                      <a:pt x="94" y="50"/>
                      <a:pt x="84" y="60"/>
                    </a:cubicBezTo>
                    <a:cubicBezTo>
                      <a:pt x="82" y="62"/>
                      <a:pt x="80" y="64"/>
                      <a:pt x="77" y="67"/>
                    </a:cubicBezTo>
                    <a:cubicBezTo>
                      <a:pt x="75" y="69"/>
                      <a:pt x="73" y="71"/>
                      <a:pt x="71" y="74"/>
                    </a:cubicBezTo>
                    <a:cubicBezTo>
                      <a:pt x="66" y="80"/>
                      <a:pt x="61" y="86"/>
                      <a:pt x="56" y="92"/>
                    </a:cubicBezTo>
                    <a:lnTo>
                      <a:pt x="56" y="91"/>
                    </a:lnTo>
                    <a:cubicBezTo>
                      <a:pt x="50" y="99"/>
                      <a:pt x="44" y="107"/>
                      <a:pt x="38" y="115"/>
                    </a:cubicBezTo>
                    <a:cubicBezTo>
                      <a:pt x="31" y="124"/>
                      <a:pt x="25" y="133"/>
                      <a:pt x="19" y="142"/>
                    </a:cubicBezTo>
                    <a:cubicBezTo>
                      <a:pt x="17" y="145"/>
                      <a:pt x="14" y="146"/>
                      <a:pt x="11" y="146"/>
                    </a:cubicBezTo>
                    <a:cubicBezTo>
                      <a:pt x="9" y="146"/>
                      <a:pt x="7" y="146"/>
                      <a:pt x="5" y="1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" name="Google Shape;129;p2"/>
              <p:cNvSpPr/>
              <p:nvPr/>
            </p:nvSpPr>
            <p:spPr>
              <a:xfrm>
                <a:off x="1986840" y="2156040"/>
                <a:ext cx="45000" cy="8460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235" extrusionOk="0">
                    <a:moveTo>
                      <a:pt x="24" y="231"/>
                    </a:moveTo>
                    <a:cubicBezTo>
                      <a:pt x="18" y="227"/>
                      <a:pt x="12" y="223"/>
                      <a:pt x="7" y="218"/>
                    </a:cubicBezTo>
                    <a:cubicBezTo>
                      <a:pt x="3" y="212"/>
                      <a:pt x="0" y="205"/>
                      <a:pt x="1" y="198"/>
                    </a:cubicBezTo>
                    <a:cubicBezTo>
                      <a:pt x="1" y="190"/>
                      <a:pt x="3" y="183"/>
                      <a:pt x="7" y="177"/>
                    </a:cubicBezTo>
                    <a:cubicBezTo>
                      <a:pt x="11" y="170"/>
                      <a:pt x="16" y="163"/>
                      <a:pt x="21" y="157"/>
                    </a:cubicBezTo>
                    <a:cubicBezTo>
                      <a:pt x="24" y="153"/>
                      <a:pt x="30" y="152"/>
                      <a:pt x="34" y="155"/>
                    </a:cubicBezTo>
                    <a:cubicBezTo>
                      <a:pt x="38" y="158"/>
                      <a:pt x="40" y="165"/>
                      <a:pt x="36" y="169"/>
                    </a:cubicBezTo>
                    <a:cubicBezTo>
                      <a:pt x="32" y="174"/>
                      <a:pt x="28" y="180"/>
                      <a:pt x="25" y="187"/>
                    </a:cubicBezTo>
                    <a:lnTo>
                      <a:pt x="25" y="186"/>
                    </a:lnTo>
                    <a:cubicBezTo>
                      <a:pt x="25" y="187"/>
                      <a:pt x="24" y="189"/>
                      <a:pt x="23" y="191"/>
                    </a:cubicBezTo>
                    <a:cubicBezTo>
                      <a:pt x="22" y="191"/>
                      <a:pt x="22" y="193"/>
                      <a:pt x="22" y="193"/>
                    </a:cubicBezTo>
                    <a:cubicBezTo>
                      <a:pt x="22" y="194"/>
                      <a:pt x="21" y="195"/>
                      <a:pt x="21" y="197"/>
                    </a:cubicBezTo>
                    <a:lnTo>
                      <a:pt x="21" y="198"/>
                    </a:lnTo>
                    <a:cubicBezTo>
                      <a:pt x="21" y="199"/>
                      <a:pt x="21" y="200"/>
                      <a:pt x="21" y="200"/>
                    </a:cubicBezTo>
                    <a:cubicBezTo>
                      <a:pt x="21" y="200"/>
                      <a:pt x="21" y="201"/>
                      <a:pt x="22" y="201"/>
                    </a:cubicBezTo>
                    <a:cubicBezTo>
                      <a:pt x="22" y="202"/>
                      <a:pt x="22" y="202"/>
                      <a:pt x="22" y="202"/>
                    </a:cubicBezTo>
                    <a:cubicBezTo>
                      <a:pt x="22" y="203"/>
                      <a:pt x="22" y="204"/>
                      <a:pt x="23" y="204"/>
                    </a:cubicBezTo>
                    <a:cubicBezTo>
                      <a:pt x="23" y="205"/>
                      <a:pt x="24" y="205"/>
                      <a:pt x="24" y="205"/>
                    </a:cubicBezTo>
                    <a:cubicBezTo>
                      <a:pt x="24" y="206"/>
                      <a:pt x="25" y="207"/>
                      <a:pt x="26" y="208"/>
                    </a:cubicBezTo>
                    <a:cubicBezTo>
                      <a:pt x="28" y="209"/>
                      <a:pt x="29" y="210"/>
                      <a:pt x="30" y="211"/>
                    </a:cubicBezTo>
                    <a:cubicBezTo>
                      <a:pt x="31" y="211"/>
                      <a:pt x="32" y="212"/>
                      <a:pt x="33" y="212"/>
                    </a:cubicBezTo>
                    <a:cubicBezTo>
                      <a:pt x="34" y="212"/>
                      <a:pt x="35" y="213"/>
                      <a:pt x="36" y="213"/>
                    </a:cubicBezTo>
                    <a:cubicBezTo>
                      <a:pt x="36" y="214"/>
                      <a:pt x="38" y="214"/>
                      <a:pt x="38" y="214"/>
                    </a:cubicBezTo>
                    <a:cubicBezTo>
                      <a:pt x="39" y="214"/>
                      <a:pt x="40" y="214"/>
                      <a:pt x="40" y="214"/>
                    </a:cubicBezTo>
                    <a:cubicBezTo>
                      <a:pt x="41" y="214"/>
                      <a:pt x="42" y="214"/>
                      <a:pt x="42" y="214"/>
                    </a:cubicBezTo>
                    <a:cubicBezTo>
                      <a:pt x="43" y="214"/>
                      <a:pt x="45" y="213"/>
                      <a:pt x="46" y="213"/>
                    </a:cubicBezTo>
                    <a:cubicBezTo>
                      <a:pt x="47" y="212"/>
                      <a:pt x="48" y="212"/>
                      <a:pt x="49" y="212"/>
                    </a:cubicBezTo>
                    <a:cubicBezTo>
                      <a:pt x="50" y="211"/>
                      <a:pt x="51" y="211"/>
                      <a:pt x="52" y="211"/>
                    </a:cubicBezTo>
                    <a:cubicBezTo>
                      <a:pt x="53" y="210"/>
                      <a:pt x="54" y="209"/>
                      <a:pt x="54" y="208"/>
                    </a:cubicBezTo>
                    <a:cubicBezTo>
                      <a:pt x="56" y="208"/>
                      <a:pt x="57" y="207"/>
                      <a:pt x="58" y="206"/>
                    </a:cubicBezTo>
                    <a:cubicBezTo>
                      <a:pt x="59" y="205"/>
                      <a:pt x="60" y="204"/>
                      <a:pt x="61" y="203"/>
                    </a:cubicBezTo>
                    <a:cubicBezTo>
                      <a:pt x="61" y="201"/>
                      <a:pt x="63" y="200"/>
                      <a:pt x="64" y="198"/>
                    </a:cubicBezTo>
                    <a:cubicBezTo>
                      <a:pt x="64" y="197"/>
                      <a:pt x="66" y="195"/>
                      <a:pt x="66" y="193"/>
                    </a:cubicBezTo>
                    <a:cubicBezTo>
                      <a:pt x="67" y="190"/>
                      <a:pt x="68" y="187"/>
                      <a:pt x="70" y="183"/>
                    </a:cubicBezTo>
                    <a:lnTo>
                      <a:pt x="69" y="184"/>
                    </a:lnTo>
                    <a:cubicBezTo>
                      <a:pt x="73" y="172"/>
                      <a:pt x="75" y="159"/>
                      <a:pt x="77" y="147"/>
                    </a:cubicBezTo>
                    <a:cubicBezTo>
                      <a:pt x="80" y="136"/>
                      <a:pt x="82" y="125"/>
                      <a:pt x="85" y="114"/>
                    </a:cubicBezTo>
                    <a:cubicBezTo>
                      <a:pt x="87" y="107"/>
                      <a:pt x="88" y="99"/>
                      <a:pt x="90" y="92"/>
                    </a:cubicBezTo>
                    <a:cubicBezTo>
                      <a:pt x="84" y="100"/>
                      <a:pt x="77" y="108"/>
                      <a:pt x="68" y="114"/>
                    </a:cubicBezTo>
                    <a:cubicBezTo>
                      <a:pt x="63" y="119"/>
                      <a:pt x="57" y="122"/>
                      <a:pt x="51" y="125"/>
                    </a:cubicBezTo>
                    <a:cubicBezTo>
                      <a:pt x="48" y="126"/>
                      <a:pt x="45" y="127"/>
                      <a:pt x="42" y="127"/>
                    </a:cubicBezTo>
                    <a:cubicBezTo>
                      <a:pt x="38" y="127"/>
                      <a:pt x="34" y="127"/>
                      <a:pt x="31" y="126"/>
                    </a:cubicBezTo>
                    <a:cubicBezTo>
                      <a:pt x="25" y="123"/>
                      <a:pt x="22" y="119"/>
                      <a:pt x="20" y="114"/>
                    </a:cubicBezTo>
                    <a:cubicBezTo>
                      <a:pt x="18" y="112"/>
                      <a:pt x="17" y="109"/>
                      <a:pt x="17" y="106"/>
                    </a:cubicBezTo>
                    <a:cubicBezTo>
                      <a:pt x="16" y="102"/>
                      <a:pt x="15" y="99"/>
                      <a:pt x="15" y="95"/>
                    </a:cubicBezTo>
                    <a:cubicBezTo>
                      <a:pt x="14" y="80"/>
                      <a:pt x="16" y="65"/>
                      <a:pt x="19" y="50"/>
                    </a:cubicBezTo>
                    <a:cubicBezTo>
                      <a:pt x="21" y="43"/>
                      <a:pt x="22" y="36"/>
                      <a:pt x="25" y="29"/>
                    </a:cubicBezTo>
                    <a:cubicBezTo>
                      <a:pt x="26" y="23"/>
                      <a:pt x="29" y="16"/>
                      <a:pt x="32" y="10"/>
                    </a:cubicBezTo>
                    <a:cubicBezTo>
                      <a:pt x="35" y="5"/>
                      <a:pt x="39" y="1"/>
                      <a:pt x="45" y="1"/>
                    </a:cubicBezTo>
                    <a:cubicBezTo>
                      <a:pt x="50" y="0"/>
                      <a:pt x="56" y="3"/>
                      <a:pt x="57" y="8"/>
                    </a:cubicBezTo>
                    <a:cubicBezTo>
                      <a:pt x="60" y="14"/>
                      <a:pt x="56" y="19"/>
                      <a:pt x="51" y="22"/>
                    </a:cubicBezTo>
                    <a:cubicBezTo>
                      <a:pt x="50" y="22"/>
                      <a:pt x="50" y="22"/>
                      <a:pt x="50" y="22"/>
                    </a:cubicBezTo>
                    <a:cubicBezTo>
                      <a:pt x="49" y="24"/>
                      <a:pt x="47" y="26"/>
                      <a:pt x="46" y="28"/>
                    </a:cubicBezTo>
                    <a:cubicBezTo>
                      <a:pt x="44" y="35"/>
                      <a:pt x="42" y="41"/>
                      <a:pt x="40" y="47"/>
                    </a:cubicBezTo>
                    <a:cubicBezTo>
                      <a:pt x="38" y="54"/>
                      <a:pt x="36" y="63"/>
                      <a:pt x="36" y="71"/>
                    </a:cubicBezTo>
                    <a:cubicBezTo>
                      <a:pt x="35" y="77"/>
                      <a:pt x="35" y="82"/>
                      <a:pt x="35" y="88"/>
                    </a:cubicBezTo>
                    <a:cubicBezTo>
                      <a:pt x="35" y="91"/>
                      <a:pt x="35" y="95"/>
                      <a:pt x="35" y="98"/>
                    </a:cubicBezTo>
                    <a:cubicBezTo>
                      <a:pt x="36" y="100"/>
                      <a:pt x="36" y="102"/>
                      <a:pt x="36" y="103"/>
                    </a:cubicBezTo>
                    <a:lnTo>
                      <a:pt x="36" y="102"/>
                    </a:lnTo>
                    <a:cubicBezTo>
                      <a:pt x="36" y="103"/>
                      <a:pt x="36" y="104"/>
                      <a:pt x="37" y="105"/>
                    </a:cubicBezTo>
                    <a:lnTo>
                      <a:pt x="36" y="105"/>
                    </a:lnTo>
                    <a:lnTo>
                      <a:pt x="37" y="105"/>
                    </a:lnTo>
                    <a:lnTo>
                      <a:pt x="37" y="106"/>
                    </a:lnTo>
                    <a:cubicBezTo>
                      <a:pt x="37" y="105"/>
                      <a:pt x="37" y="105"/>
                      <a:pt x="37" y="105"/>
                    </a:cubicBezTo>
                    <a:lnTo>
                      <a:pt x="36" y="105"/>
                    </a:lnTo>
                    <a:cubicBezTo>
                      <a:pt x="37" y="105"/>
                      <a:pt x="37" y="105"/>
                      <a:pt x="37" y="105"/>
                    </a:cubicBezTo>
                    <a:cubicBezTo>
                      <a:pt x="38" y="106"/>
                      <a:pt x="38" y="106"/>
                      <a:pt x="38" y="106"/>
                    </a:cubicBezTo>
                    <a:lnTo>
                      <a:pt x="39" y="106"/>
                    </a:lnTo>
                    <a:lnTo>
                      <a:pt x="39" y="107"/>
                    </a:lnTo>
                    <a:lnTo>
                      <a:pt x="38" y="107"/>
                    </a:lnTo>
                    <a:cubicBezTo>
                      <a:pt x="39" y="107"/>
                      <a:pt x="40" y="107"/>
                      <a:pt x="41" y="106"/>
                    </a:cubicBezTo>
                    <a:lnTo>
                      <a:pt x="40" y="107"/>
                    </a:lnTo>
                    <a:cubicBezTo>
                      <a:pt x="40" y="106"/>
                      <a:pt x="41" y="106"/>
                      <a:pt x="42" y="106"/>
                    </a:cubicBezTo>
                    <a:cubicBezTo>
                      <a:pt x="43" y="106"/>
                      <a:pt x="45" y="106"/>
                      <a:pt x="46" y="105"/>
                    </a:cubicBezTo>
                    <a:cubicBezTo>
                      <a:pt x="47" y="105"/>
                      <a:pt x="48" y="104"/>
                      <a:pt x="49" y="103"/>
                    </a:cubicBezTo>
                    <a:cubicBezTo>
                      <a:pt x="52" y="102"/>
                      <a:pt x="54" y="100"/>
                      <a:pt x="57" y="98"/>
                    </a:cubicBezTo>
                    <a:cubicBezTo>
                      <a:pt x="60" y="95"/>
                      <a:pt x="63" y="93"/>
                      <a:pt x="66" y="90"/>
                    </a:cubicBezTo>
                    <a:cubicBezTo>
                      <a:pt x="70" y="85"/>
                      <a:pt x="74" y="81"/>
                      <a:pt x="78" y="76"/>
                    </a:cubicBezTo>
                    <a:cubicBezTo>
                      <a:pt x="85" y="67"/>
                      <a:pt x="91" y="57"/>
                      <a:pt x="97" y="47"/>
                    </a:cubicBezTo>
                    <a:cubicBezTo>
                      <a:pt x="98" y="46"/>
                      <a:pt x="99" y="45"/>
                      <a:pt x="99" y="43"/>
                    </a:cubicBezTo>
                    <a:cubicBezTo>
                      <a:pt x="102" y="40"/>
                      <a:pt x="103" y="37"/>
                      <a:pt x="105" y="34"/>
                    </a:cubicBezTo>
                    <a:cubicBezTo>
                      <a:pt x="108" y="31"/>
                      <a:pt x="112" y="29"/>
                      <a:pt x="116" y="29"/>
                    </a:cubicBezTo>
                    <a:cubicBezTo>
                      <a:pt x="120" y="31"/>
                      <a:pt x="124" y="34"/>
                      <a:pt x="124" y="39"/>
                    </a:cubicBezTo>
                    <a:cubicBezTo>
                      <a:pt x="124" y="41"/>
                      <a:pt x="124" y="43"/>
                      <a:pt x="124" y="45"/>
                    </a:cubicBezTo>
                    <a:cubicBezTo>
                      <a:pt x="123" y="47"/>
                      <a:pt x="123" y="49"/>
                      <a:pt x="123" y="51"/>
                    </a:cubicBezTo>
                    <a:cubicBezTo>
                      <a:pt x="121" y="53"/>
                      <a:pt x="121" y="56"/>
                      <a:pt x="120" y="58"/>
                    </a:cubicBezTo>
                    <a:cubicBezTo>
                      <a:pt x="119" y="62"/>
                      <a:pt x="117" y="67"/>
                      <a:pt x="116" y="71"/>
                    </a:cubicBezTo>
                    <a:cubicBezTo>
                      <a:pt x="114" y="78"/>
                      <a:pt x="112" y="85"/>
                      <a:pt x="110" y="91"/>
                    </a:cubicBezTo>
                    <a:lnTo>
                      <a:pt x="111" y="90"/>
                    </a:lnTo>
                    <a:cubicBezTo>
                      <a:pt x="105" y="111"/>
                      <a:pt x="100" y="132"/>
                      <a:pt x="96" y="153"/>
                    </a:cubicBezTo>
                    <a:cubicBezTo>
                      <a:pt x="95" y="158"/>
                      <a:pt x="94" y="164"/>
                      <a:pt x="92" y="169"/>
                    </a:cubicBezTo>
                    <a:cubicBezTo>
                      <a:pt x="91" y="179"/>
                      <a:pt x="89" y="187"/>
                      <a:pt x="86" y="196"/>
                    </a:cubicBezTo>
                    <a:cubicBezTo>
                      <a:pt x="82" y="209"/>
                      <a:pt x="74" y="220"/>
                      <a:pt x="62" y="227"/>
                    </a:cubicBezTo>
                    <a:cubicBezTo>
                      <a:pt x="55" y="232"/>
                      <a:pt x="47" y="234"/>
                      <a:pt x="40" y="234"/>
                    </a:cubicBezTo>
                    <a:cubicBezTo>
                      <a:pt x="35" y="234"/>
                      <a:pt x="29" y="233"/>
                      <a:pt x="24" y="2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" name="Google Shape;130;p2"/>
              <p:cNvSpPr/>
              <p:nvPr/>
            </p:nvSpPr>
            <p:spPr>
              <a:xfrm>
                <a:off x="2059560" y="2174400"/>
                <a:ext cx="1800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50" h="28" extrusionOk="0">
                    <a:moveTo>
                      <a:pt x="7" y="25"/>
                    </a:moveTo>
                    <a:cubicBezTo>
                      <a:pt x="4" y="21"/>
                      <a:pt x="0" y="18"/>
                      <a:pt x="0" y="13"/>
                    </a:cubicBezTo>
                    <a:cubicBezTo>
                      <a:pt x="1" y="7"/>
                      <a:pt x="5" y="2"/>
                      <a:pt x="10" y="1"/>
                    </a:cubicBezTo>
                    <a:cubicBezTo>
                      <a:pt x="16" y="0"/>
                      <a:pt x="21" y="0"/>
                      <a:pt x="27" y="1"/>
                    </a:cubicBezTo>
                    <a:cubicBezTo>
                      <a:pt x="31" y="2"/>
                      <a:pt x="36" y="2"/>
                      <a:pt x="40" y="3"/>
                    </a:cubicBezTo>
                    <a:cubicBezTo>
                      <a:pt x="46" y="3"/>
                      <a:pt x="49" y="10"/>
                      <a:pt x="48" y="15"/>
                    </a:cubicBezTo>
                    <a:cubicBezTo>
                      <a:pt x="47" y="21"/>
                      <a:pt x="42" y="24"/>
                      <a:pt x="37" y="23"/>
                    </a:cubicBezTo>
                    <a:cubicBezTo>
                      <a:pt x="35" y="23"/>
                      <a:pt x="34" y="23"/>
                      <a:pt x="33" y="23"/>
                    </a:cubicBezTo>
                    <a:cubicBezTo>
                      <a:pt x="30" y="22"/>
                      <a:pt x="27" y="22"/>
                      <a:pt x="24" y="21"/>
                    </a:cubicBezTo>
                    <a:cubicBezTo>
                      <a:pt x="24" y="23"/>
                      <a:pt x="23" y="23"/>
                      <a:pt x="23" y="24"/>
                    </a:cubicBezTo>
                    <a:cubicBezTo>
                      <a:pt x="20" y="26"/>
                      <a:pt x="17" y="27"/>
                      <a:pt x="14" y="27"/>
                    </a:cubicBezTo>
                    <a:cubicBezTo>
                      <a:pt x="12" y="27"/>
                      <a:pt x="9" y="27"/>
                      <a:pt x="7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" name="Google Shape;131;p2"/>
              <p:cNvSpPr/>
              <p:nvPr/>
            </p:nvSpPr>
            <p:spPr>
              <a:xfrm>
                <a:off x="2041200" y="2187000"/>
                <a:ext cx="3924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33" extrusionOk="0">
                    <a:moveTo>
                      <a:pt x="11" y="32"/>
                    </a:moveTo>
                    <a:cubicBezTo>
                      <a:pt x="6" y="32"/>
                      <a:pt x="3" y="28"/>
                      <a:pt x="1" y="24"/>
                    </a:cubicBezTo>
                    <a:cubicBezTo>
                      <a:pt x="0" y="19"/>
                      <a:pt x="3" y="14"/>
                      <a:pt x="7" y="12"/>
                    </a:cubicBezTo>
                    <a:cubicBezTo>
                      <a:pt x="9" y="11"/>
                      <a:pt x="12" y="10"/>
                      <a:pt x="14" y="10"/>
                    </a:cubicBezTo>
                    <a:cubicBezTo>
                      <a:pt x="17" y="8"/>
                      <a:pt x="21" y="9"/>
                      <a:pt x="23" y="11"/>
                    </a:cubicBezTo>
                    <a:cubicBezTo>
                      <a:pt x="25" y="11"/>
                      <a:pt x="26" y="11"/>
                      <a:pt x="28" y="11"/>
                    </a:cubicBezTo>
                    <a:cubicBezTo>
                      <a:pt x="31" y="10"/>
                      <a:pt x="35" y="10"/>
                      <a:pt x="39" y="9"/>
                    </a:cubicBezTo>
                    <a:cubicBezTo>
                      <a:pt x="38" y="9"/>
                      <a:pt x="37" y="9"/>
                      <a:pt x="37" y="9"/>
                    </a:cubicBezTo>
                    <a:cubicBezTo>
                      <a:pt x="46" y="8"/>
                      <a:pt x="55" y="6"/>
                      <a:pt x="64" y="5"/>
                    </a:cubicBezTo>
                    <a:cubicBezTo>
                      <a:pt x="75" y="3"/>
                      <a:pt x="86" y="2"/>
                      <a:pt x="97" y="0"/>
                    </a:cubicBezTo>
                    <a:cubicBezTo>
                      <a:pt x="102" y="0"/>
                      <a:pt x="106" y="4"/>
                      <a:pt x="107" y="8"/>
                    </a:cubicBezTo>
                    <a:cubicBezTo>
                      <a:pt x="108" y="13"/>
                      <a:pt x="105" y="18"/>
                      <a:pt x="100" y="19"/>
                    </a:cubicBezTo>
                    <a:cubicBezTo>
                      <a:pt x="99" y="20"/>
                      <a:pt x="97" y="20"/>
                      <a:pt x="96" y="20"/>
                    </a:cubicBezTo>
                    <a:lnTo>
                      <a:pt x="97" y="20"/>
                    </a:lnTo>
                    <a:cubicBezTo>
                      <a:pt x="83" y="21"/>
                      <a:pt x="69" y="24"/>
                      <a:pt x="56" y="27"/>
                    </a:cubicBezTo>
                    <a:cubicBezTo>
                      <a:pt x="50" y="27"/>
                      <a:pt x="44" y="28"/>
                      <a:pt x="38" y="29"/>
                    </a:cubicBezTo>
                    <a:cubicBezTo>
                      <a:pt x="35" y="30"/>
                      <a:pt x="31" y="31"/>
                      <a:pt x="28" y="31"/>
                    </a:cubicBezTo>
                    <a:cubicBezTo>
                      <a:pt x="23" y="32"/>
                      <a:pt x="19" y="32"/>
                      <a:pt x="15" y="32"/>
                    </a:cubicBezTo>
                    <a:cubicBezTo>
                      <a:pt x="14" y="32"/>
                      <a:pt x="12" y="32"/>
                      <a:pt x="11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" name="Google Shape;132;p2"/>
              <p:cNvSpPr/>
              <p:nvPr/>
            </p:nvSpPr>
            <p:spPr>
              <a:xfrm>
                <a:off x="2097000" y="2158920"/>
                <a:ext cx="61920" cy="76320"/>
              </a:xfrm>
              <a:custGeom>
                <a:avLst/>
                <a:gdLst/>
                <a:ahLst/>
                <a:cxnLst/>
                <a:rect l="l" t="t" r="r" b="b"/>
                <a:pathLst>
                  <a:path w="172" h="212" extrusionOk="0">
                    <a:moveTo>
                      <a:pt x="38" y="190"/>
                    </a:moveTo>
                    <a:cubicBezTo>
                      <a:pt x="40" y="190"/>
                      <a:pt x="42" y="190"/>
                      <a:pt x="44" y="190"/>
                    </a:cubicBezTo>
                    <a:cubicBezTo>
                      <a:pt x="45" y="190"/>
                      <a:pt x="47" y="189"/>
                      <a:pt x="48" y="189"/>
                    </a:cubicBezTo>
                    <a:cubicBezTo>
                      <a:pt x="50" y="189"/>
                      <a:pt x="51" y="188"/>
                      <a:pt x="53" y="187"/>
                    </a:cubicBezTo>
                    <a:cubicBezTo>
                      <a:pt x="54" y="187"/>
                      <a:pt x="56" y="186"/>
                      <a:pt x="57" y="186"/>
                    </a:cubicBezTo>
                    <a:cubicBezTo>
                      <a:pt x="57" y="185"/>
                      <a:pt x="58" y="185"/>
                      <a:pt x="58" y="185"/>
                    </a:cubicBezTo>
                    <a:cubicBezTo>
                      <a:pt x="60" y="183"/>
                      <a:pt x="60" y="183"/>
                      <a:pt x="61" y="182"/>
                    </a:cubicBezTo>
                    <a:cubicBezTo>
                      <a:pt x="63" y="181"/>
                      <a:pt x="63" y="180"/>
                      <a:pt x="64" y="179"/>
                    </a:cubicBezTo>
                    <a:cubicBezTo>
                      <a:pt x="65" y="178"/>
                      <a:pt x="65" y="177"/>
                      <a:pt x="67" y="175"/>
                    </a:cubicBezTo>
                    <a:cubicBezTo>
                      <a:pt x="67" y="174"/>
                      <a:pt x="68" y="172"/>
                      <a:pt x="69" y="171"/>
                    </a:cubicBezTo>
                    <a:cubicBezTo>
                      <a:pt x="70" y="169"/>
                      <a:pt x="70" y="167"/>
                      <a:pt x="71" y="165"/>
                    </a:cubicBezTo>
                    <a:cubicBezTo>
                      <a:pt x="71" y="162"/>
                      <a:pt x="72" y="159"/>
                      <a:pt x="72" y="157"/>
                    </a:cubicBezTo>
                    <a:cubicBezTo>
                      <a:pt x="72" y="152"/>
                      <a:pt x="72" y="148"/>
                      <a:pt x="72" y="144"/>
                    </a:cubicBezTo>
                    <a:cubicBezTo>
                      <a:pt x="62" y="150"/>
                      <a:pt x="51" y="157"/>
                      <a:pt x="41" y="164"/>
                    </a:cubicBezTo>
                    <a:cubicBezTo>
                      <a:pt x="39" y="165"/>
                      <a:pt x="36" y="167"/>
                      <a:pt x="34" y="169"/>
                    </a:cubicBezTo>
                    <a:cubicBezTo>
                      <a:pt x="32" y="170"/>
                      <a:pt x="30" y="172"/>
                      <a:pt x="28" y="173"/>
                    </a:cubicBezTo>
                    <a:cubicBezTo>
                      <a:pt x="26" y="175"/>
                      <a:pt x="25" y="177"/>
                      <a:pt x="23" y="179"/>
                    </a:cubicBezTo>
                    <a:cubicBezTo>
                      <a:pt x="23" y="179"/>
                      <a:pt x="22" y="180"/>
                      <a:pt x="22" y="181"/>
                    </a:cubicBezTo>
                    <a:cubicBezTo>
                      <a:pt x="22" y="182"/>
                      <a:pt x="22" y="182"/>
                      <a:pt x="21" y="182"/>
                    </a:cubicBezTo>
                    <a:lnTo>
                      <a:pt x="21" y="183"/>
                    </a:lnTo>
                    <a:cubicBezTo>
                      <a:pt x="21" y="183"/>
                      <a:pt x="21" y="184"/>
                      <a:pt x="21" y="185"/>
                    </a:cubicBezTo>
                    <a:lnTo>
                      <a:pt x="21" y="186"/>
                    </a:lnTo>
                    <a:cubicBezTo>
                      <a:pt x="22" y="186"/>
                      <a:pt x="22" y="186"/>
                      <a:pt x="22" y="186"/>
                    </a:cubicBezTo>
                    <a:cubicBezTo>
                      <a:pt x="22" y="187"/>
                      <a:pt x="22" y="187"/>
                      <a:pt x="23" y="187"/>
                    </a:cubicBezTo>
                    <a:lnTo>
                      <a:pt x="24" y="188"/>
                    </a:lnTo>
                    <a:cubicBezTo>
                      <a:pt x="25" y="189"/>
                      <a:pt x="26" y="189"/>
                      <a:pt x="28" y="189"/>
                    </a:cubicBezTo>
                    <a:cubicBezTo>
                      <a:pt x="29" y="190"/>
                      <a:pt x="31" y="190"/>
                      <a:pt x="33" y="190"/>
                    </a:cubicBezTo>
                    <a:cubicBezTo>
                      <a:pt x="35" y="190"/>
                      <a:pt x="36" y="190"/>
                      <a:pt x="38" y="190"/>
                    </a:cubicBezTo>
                    <a:moveTo>
                      <a:pt x="28" y="210"/>
                    </a:moveTo>
                    <a:cubicBezTo>
                      <a:pt x="25" y="210"/>
                      <a:pt x="21" y="209"/>
                      <a:pt x="18" y="208"/>
                    </a:cubicBezTo>
                    <a:cubicBezTo>
                      <a:pt x="15" y="207"/>
                      <a:pt x="12" y="205"/>
                      <a:pt x="10" y="203"/>
                    </a:cubicBezTo>
                    <a:cubicBezTo>
                      <a:pt x="5" y="199"/>
                      <a:pt x="1" y="194"/>
                      <a:pt x="1" y="188"/>
                    </a:cubicBezTo>
                    <a:cubicBezTo>
                      <a:pt x="0" y="185"/>
                      <a:pt x="0" y="182"/>
                      <a:pt x="1" y="179"/>
                    </a:cubicBezTo>
                    <a:cubicBezTo>
                      <a:pt x="1" y="175"/>
                      <a:pt x="3" y="172"/>
                      <a:pt x="5" y="169"/>
                    </a:cubicBezTo>
                    <a:cubicBezTo>
                      <a:pt x="7" y="166"/>
                      <a:pt x="9" y="164"/>
                      <a:pt x="11" y="162"/>
                    </a:cubicBezTo>
                    <a:cubicBezTo>
                      <a:pt x="13" y="159"/>
                      <a:pt x="15" y="157"/>
                      <a:pt x="18" y="155"/>
                    </a:cubicBezTo>
                    <a:cubicBezTo>
                      <a:pt x="23" y="151"/>
                      <a:pt x="30" y="147"/>
                      <a:pt x="36" y="143"/>
                    </a:cubicBezTo>
                    <a:cubicBezTo>
                      <a:pt x="40" y="140"/>
                      <a:pt x="44" y="138"/>
                      <a:pt x="48" y="136"/>
                    </a:cubicBezTo>
                    <a:cubicBezTo>
                      <a:pt x="47" y="136"/>
                      <a:pt x="47" y="136"/>
                      <a:pt x="47" y="137"/>
                    </a:cubicBezTo>
                    <a:cubicBezTo>
                      <a:pt x="48" y="136"/>
                      <a:pt x="50" y="135"/>
                      <a:pt x="51" y="134"/>
                    </a:cubicBezTo>
                    <a:cubicBezTo>
                      <a:pt x="50" y="134"/>
                      <a:pt x="50" y="134"/>
                      <a:pt x="50" y="135"/>
                    </a:cubicBezTo>
                    <a:cubicBezTo>
                      <a:pt x="57" y="131"/>
                      <a:pt x="64" y="127"/>
                      <a:pt x="71" y="123"/>
                    </a:cubicBezTo>
                    <a:cubicBezTo>
                      <a:pt x="71" y="122"/>
                      <a:pt x="72" y="122"/>
                      <a:pt x="72" y="122"/>
                    </a:cubicBezTo>
                    <a:cubicBezTo>
                      <a:pt x="72" y="120"/>
                      <a:pt x="72" y="119"/>
                      <a:pt x="72" y="118"/>
                    </a:cubicBezTo>
                    <a:cubicBezTo>
                      <a:pt x="72" y="112"/>
                      <a:pt x="71" y="105"/>
                      <a:pt x="71" y="99"/>
                    </a:cubicBezTo>
                    <a:cubicBezTo>
                      <a:pt x="71" y="86"/>
                      <a:pt x="71" y="73"/>
                      <a:pt x="74" y="60"/>
                    </a:cubicBezTo>
                    <a:cubicBezTo>
                      <a:pt x="73" y="60"/>
                      <a:pt x="72" y="61"/>
                      <a:pt x="72" y="62"/>
                    </a:cubicBezTo>
                    <a:cubicBezTo>
                      <a:pt x="66" y="68"/>
                      <a:pt x="60" y="74"/>
                      <a:pt x="54" y="80"/>
                    </a:cubicBezTo>
                    <a:cubicBezTo>
                      <a:pt x="46" y="88"/>
                      <a:pt x="37" y="96"/>
                      <a:pt x="30" y="105"/>
                    </a:cubicBezTo>
                    <a:cubicBezTo>
                      <a:pt x="28" y="108"/>
                      <a:pt x="25" y="112"/>
                      <a:pt x="23" y="115"/>
                    </a:cubicBezTo>
                    <a:cubicBezTo>
                      <a:pt x="23" y="116"/>
                      <a:pt x="23" y="116"/>
                      <a:pt x="22" y="117"/>
                    </a:cubicBezTo>
                    <a:cubicBezTo>
                      <a:pt x="19" y="122"/>
                      <a:pt x="14" y="125"/>
                      <a:pt x="8" y="122"/>
                    </a:cubicBezTo>
                    <a:cubicBezTo>
                      <a:pt x="5" y="120"/>
                      <a:pt x="4" y="118"/>
                      <a:pt x="3" y="116"/>
                    </a:cubicBezTo>
                    <a:cubicBezTo>
                      <a:pt x="2" y="112"/>
                      <a:pt x="3" y="109"/>
                      <a:pt x="4" y="106"/>
                    </a:cubicBezTo>
                    <a:cubicBezTo>
                      <a:pt x="10" y="96"/>
                      <a:pt x="18" y="87"/>
                      <a:pt x="27" y="78"/>
                    </a:cubicBezTo>
                    <a:cubicBezTo>
                      <a:pt x="26" y="78"/>
                      <a:pt x="26" y="79"/>
                      <a:pt x="26" y="79"/>
                    </a:cubicBezTo>
                    <a:cubicBezTo>
                      <a:pt x="27" y="78"/>
                      <a:pt x="28" y="77"/>
                      <a:pt x="29" y="76"/>
                    </a:cubicBezTo>
                    <a:cubicBezTo>
                      <a:pt x="29" y="77"/>
                      <a:pt x="28" y="77"/>
                      <a:pt x="28" y="77"/>
                    </a:cubicBezTo>
                    <a:cubicBezTo>
                      <a:pt x="29" y="77"/>
                      <a:pt x="29" y="76"/>
                      <a:pt x="30" y="75"/>
                    </a:cubicBezTo>
                    <a:cubicBezTo>
                      <a:pt x="30" y="75"/>
                      <a:pt x="30" y="76"/>
                      <a:pt x="29" y="76"/>
                    </a:cubicBezTo>
                    <a:cubicBezTo>
                      <a:pt x="31" y="74"/>
                      <a:pt x="32" y="73"/>
                      <a:pt x="34" y="71"/>
                    </a:cubicBezTo>
                    <a:cubicBezTo>
                      <a:pt x="33" y="71"/>
                      <a:pt x="33" y="72"/>
                      <a:pt x="33" y="72"/>
                    </a:cubicBezTo>
                    <a:cubicBezTo>
                      <a:pt x="34" y="71"/>
                      <a:pt x="35" y="71"/>
                      <a:pt x="35" y="70"/>
                    </a:cubicBezTo>
                    <a:cubicBezTo>
                      <a:pt x="35" y="70"/>
                      <a:pt x="35" y="71"/>
                      <a:pt x="34" y="71"/>
                    </a:cubicBezTo>
                    <a:cubicBezTo>
                      <a:pt x="38" y="67"/>
                      <a:pt x="42" y="63"/>
                      <a:pt x="46" y="59"/>
                    </a:cubicBezTo>
                    <a:cubicBezTo>
                      <a:pt x="60" y="46"/>
                      <a:pt x="73" y="32"/>
                      <a:pt x="85" y="17"/>
                    </a:cubicBezTo>
                    <a:cubicBezTo>
                      <a:pt x="86" y="15"/>
                      <a:pt x="88" y="13"/>
                      <a:pt x="89" y="11"/>
                    </a:cubicBezTo>
                    <a:cubicBezTo>
                      <a:pt x="90" y="10"/>
                      <a:pt x="90" y="9"/>
                      <a:pt x="91" y="8"/>
                    </a:cubicBezTo>
                    <a:cubicBezTo>
                      <a:pt x="93" y="3"/>
                      <a:pt x="100" y="0"/>
                      <a:pt x="104" y="3"/>
                    </a:cubicBezTo>
                    <a:cubicBezTo>
                      <a:pt x="110" y="6"/>
                      <a:pt x="112" y="12"/>
                      <a:pt x="109" y="17"/>
                    </a:cubicBezTo>
                    <a:cubicBezTo>
                      <a:pt x="109" y="18"/>
                      <a:pt x="109" y="18"/>
                      <a:pt x="108" y="20"/>
                    </a:cubicBezTo>
                    <a:cubicBezTo>
                      <a:pt x="106" y="23"/>
                      <a:pt x="105" y="26"/>
                      <a:pt x="103" y="29"/>
                    </a:cubicBezTo>
                    <a:cubicBezTo>
                      <a:pt x="100" y="37"/>
                      <a:pt x="97" y="45"/>
                      <a:pt x="95" y="53"/>
                    </a:cubicBezTo>
                    <a:cubicBezTo>
                      <a:pt x="94" y="59"/>
                      <a:pt x="93" y="65"/>
                      <a:pt x="92" y="70"/>
                    </a:cubicBezTo>
                    <a:lnTo>
                      <a:pt x="92" y="69"/>
                    </a:lnTo>
                    <a:cubicBezTo>
                      <a:pt x="91" y="77"/>
                      <a:pt x="90" y="86"/>
                      <a:pt x="90" y="94"/>
                    </a:cubicBezTo>
                    <a:cubicBezTo>
                      <a:pt x="90" y="99"/>
                      <a:pt x="90" y="105"/>
                      <a:pt x="91" y="111"/>
                    </a:cubicBezTo>
                    <a:cubicBezTo>
                      <a:pt x="94" y="108"/>
                      <a:pt x="97" y="106"/>
                      <a:pt x="100" y="105"/>
                    </a:cubicBezTo>
                    <a:cubicBezTo>
                      <a:pt x="109" y="99"/>
                      <a:pt x="117" y="92"/>
                      <a:pt x="126" y="86"/>
                    </a:cubicBezTo>
                    <a:cubicBezTo>
                      <a:pt x="132" y="81"/>
                      <a:pt x="138" y="76"/>
                      <a:pt x="144" y="71"/>
                    </a:cubicBezTo>
                    <a:cubicBezTo>
                      <a:pt x="146" y="68"/>
                      <a:pt x="149" y="64"/>
                      <a:pt x="153" y="62"/>
                    </a:cubicBezTo>
                    <a:cubicBezTo>
                      <a:pt x="156" y="60"/>
                      <a:pt x="160" y="60"/>
                      <a:pt x="163" y="62"/>
                    </a:cubicBezTo>
                    <a:cubicBezTo>
                      <a:pt x="167" y="64"/>
                      <a:pt x="169" y="67"/>
                      <a:pt x="170" y="71"/>
                    </a:cubicBezTo>
                    <a:cubicBezTo>
                      <a:pt x="171" y="75"/>
                      <a:pt x="170" y="79"/>
                      <a:pt x="170" y="83"/>
                    </a:cubicBezTo>
                    <a:cubicBezTo>
                      <a:pt x="170" y="86"/>
                      <a:pt x="169" y="89"/>
                      <a:pt x="169" y="92"/>
                    </a:cubicBezTo>
                    <a:cubicBezTo>
                      <a:pt x="169" y="95"/>
                      <a:pt x="168" y="99"/>
                      <a:pt x="168" y="103"/>
                    </a:cubicBezTo>
                    <a:cubicBezTo>
                      <a:pt x="166" y="117"/>
                      <a:pt x="165" y="132"/>
                      <a:pt x="165" y="145"/>
                    </a:cubicBezTo>
                    <a:cubicBezTo>
                      <a:pt x="166" y="151"/>
                      <a:pt x="166" y="157"/>
                      <a:pt x="166" y="162"/>
                    </a:cubicBezTo>
                    <a:cubicBezTo>
                      <a:pt x="166" y="168"/>
                      <a:pt x="162" y="173"/>
                      <a:pt x="156" y="173"/>
                    </a:cubicBezTo>
                    <a:cubicBezTo>
                      <a:pt x="151" y="174"/>
                      <a:pt x="145" y="169"/>
                      <a:pt x="145" y="164"/>
                    </a:cubicBezTo>
                    <a:cubicBezTo>
                      <a:pt x="144" y="157"/>
                      <a:pt x="145" y="150"/>
                      <a:pt x="145" y="143"/>
                    </a:cubicBezTo>
                    <a:cubicBezTo>
                      <a:pt x="145" y="137"/>
                      <a:pt x="145" y="130"/>
                      <a:pt x="146" y="124"/>
                    </a:cubicBezTo>
                    <a:cubicBezTo>
                      <a:pt x="146" y="117"/>
                      <a:pt x="147" y="109"/>
                      <a:pt x="148" y="102"/>
                    </a:cubicBezTo>
                    <a:cubicBezTo>
                      <a:pt x="148" y="99"/>
                      <a:pt x="148" y="96"/>
                      <a:pt x="149" y="92"/>
                    </a:cubicBezTo>
                    <a:cubicBezTo>
                      <a:pt x="145" y="96"/>
                      <a:pt x="141" y="99"/>
                      <a:pt x="137" y="102"/>
                    </a:cubicBezTo>
                    <a:cubicBezTo>
                      <a:pt x="129" y="108"/>
                      <a:pt x="120" y="114"/>
                      <a:pt x="111" y="120"/>
                    </a:cubicBezTo>
                    <a:cubicBezTo>
                      <a:pt x="105" y="124"/>
                      <a:pt x="99" y="128"/>
                      <a:pt x="92" y="132"/>
                    </a:cubicBezTo>
                    <a:cubicBezTo>
                      <a:pt x="92" y="138"/>
                      <a:pt x="92" y="143"/>
                      <a:pt x="92" y="149"/>
                    </a:cubicBezTo>
                    <a:cubicBezTo>
                      <a:pt x="92" y="156"/>
                      <a:pt x="92" y="162"/>
                      <a:pt x="90" y="169"/>
                    </a:cubicBezTo>
                    <a:cubicBezTo>
                      <a:pt x="88" y="176"/>
                      <a:pt x="85" y="183"/>
                      <a:pt x="81" y="189"/>
                    </a:cubicBezTo>
                    <a:cubicBezTo>
                      <a:pt x="74" y="201"/>
                      <a:pt x="61" y="207"/>
                      <a:pt x="48" y="210"/>
                    </a:cubicBezTo>
                    <a:cubicBezTo>
                      <a:pt x="44" y="211"/>
                      <a:pt x="41" y="211"/>
                      <a:pt x="37" y="211"/>
                    </a:cubicBezTo>
                    <a:cubicBezTo>
                      <a:pt x="35" y="211"/>
                      <a:pt x="31" y="211"/>
                      <a:pt x="28" y="2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" name="Google Shape;133;p2"/>
              <p:cNvSpPr/>
              <p:nvPr/>
            </p:nvSpPr>
            <p:spPr>
              <a:xfrm>
                <a:off x="2165400" y="2153520"/>
                <a:ext cx="12240" cy="18360"/>
              </a:xfrm>
              <a:custGeom>
                <a:avLst/>
                <a:gdLst/>
                <a:ahLst/>
                <a:cxnLst/>
                <a:rect l="l" t="t" r="r" b="b"/>
                <a:pathLst>
                  <a:path w="34" h="51" extrusionOk="0">
                    <a:moveTo>
                      <a:pt x="10" y="50"/>
                    </a:moveTo>
                    <a:cubicBezTo>
                      <a:pt x="5" y="50"/>
                      <a:pt x="0" y="44"/>
                      <a:pt x="0" y="39"/>
                    </a:cubicBezTo>
                    <a:cubicBezTo>
                      <a:pt x="1" y="32"/>
                      <a:pt x="2" y="26"/>
                      <a:pt x="4" y="20"/>
                    </a:cubicBezTo>
                    <a:cubicBezTo>
                      <a:pt x="4" y="16"/>
                      <a:pt x="5" y="13"/>
                      <a:pt x="7" y="10"/>
                    </a:cubicBezTo>
                    <a:cubicBezTo>
                      <a:pt x="8" y="8"/>
                      <a:pt x="9" y="5"/>
                      <a:pt x="11" y="4"/>
                    </a:cubicBezTo>
                    <a:cubicBezTo>
                      <a:pt x="15" y="0"/>
                      <a:pt x="18" y="0"/>
                      <a:pt x="23" y="0"/>
                    </a:cubicBezTo>
                    <a:cubicBezTo>
                      <a:pt x="29" y="1"/>
                      <a:pt x="33" y="6"/>
                      <a:pt x="33" y="12"/>
                    </a:cubicBezTo>
                    <a:cubicBezTo>
                      <a:pt x="32" y="16"/>
                      <a:pt x="29" y="19"/>
                      <a:pt x="26" y="21"/>
                    </a:cubicBezTo>
                    <a:cubicBezTo>
                      <a:pt x="25" y="22"/>
                      <a:pt x="25" y="24"/>
                      <a:pt x="24" y="25"/>
                    </a:cubicBezTo>
                    <a:cubicBezTo>
                      <a:pt x="23" y="29"/>
                      <a:pt x="22" y="33"/>
                      <a:pt x="21" y="37"/>
                    </a:cubicBezTo>
                    <a:cubicBezTo>
                      <a:pt x="21" y="39"/>
                      <a:pt x="21" y="39"/>
                      <a:pt x="21" y="40"/>
                    </a:cubicBezTo>
                    <a:cubicBezTo>
                      <a:pt x="21" y="43"/>
                      <a:pt x="20" y="46"/>
                      <a:pt x="18" y="47"/>
                    </a:cubicBezTo>
                    <a:cubicBezTo>
                      <a:pt x="16" y="49"/>
                      <a:pt x="13" y="50"/>
                      <a:pt x="11" y="50"/>
                    </a:cubicBezTo>
                    <a:lnTo>
                      <a:pt x="10" y="5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" name="Google Shape;134;p2"/>
              <p:cNvSpPr/>
              <p:nvPr/>
            </p:nvSpPr>
            <p:spPr>
              <a:xfrm>
                <a:off x="2177280" y="2168280"/>
                <a:ext cx="41040" cy="6228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73" extrusionOk="0">
                    <a:moveTo>
                      <a:pt x="8" y="171"/>
                    </a:moveTo>
                    <a:cubicBezTo>
                      <a:pt x="7" y="170"/>
                      <a:pt x="5" y="169"/>
                      <a:pt x="3" y="168"/>
                    </a:cubicBezTo>
                    <a:cubicBezTo>
                      <a:pt x="2" y="165"/>
                      <a:pt x="1" y="162"/>
                      <a:pt x="0" y="160"/>
                    </a:cubicBezTo>
                    <a:cubicBezTo>
                      <a:pt x="0" y="157"/>
                      <a:pt x="0" y="153"/>
                      <a:pt x="0" y="150"/>
                    </a:cubicBezTo>
                    <a:cubicBezTo>
                      <a:pt x="0" y="147"/>
                      <a:pt x="1" y="143"/>
                      <a:pt x="2" y="139"/>
                    </a:cubicBezTo>
                    <a:cubicBezTo>
                      <a:pt x="3" y="134"/>
                      <a:pt x="4" y="128"/>
                      <a:pt x="7" y="123"/>
                    </a:cubicBezTo>
                    <a:cubicBezTo>
                      <a:pt x="7" y="112"/>
                      <a:pt x="8" y="101"/>
                      <a:pt x="9" y="90"/>
                    </a:cubicBezTo>
                    <a:cubicBezTo>
                      <a:pt x="10" y="79"/>
                      <a:pt x="10" y="68"/>
                      <a:pt x="12" y="57"/>
                    </a:cubicBezTo>
                    <a:cubicBezTo>
                      <a:pt x="13" y="46"/>
                      <a:pt x="15" y="35"/>
                      <a:pt x="17" y="24"/>
                    </a:cubicBezTo>
                    <a:cubicBezTo>
                      <a:pt x="17" y="23"/>
                      <a:pt x="17" y="21"/>
                      <a:pt x="18" y="20"/>
                    </a:cubicBezTo>
                    <a:cubicBezTo>
                      <a:pt x="18" y="17"/>
                      <a:pt x="18" y="14"/>
                      <a:pt x="18" y="10"/>
                    </a:cubicBezTo>
                    <a:cubicBezTo>
                      <a:pt x="19" y="5"/>
                      <a:pt x="24" y="0"/>
                      <a:pt x="29" y="0"/>
                    </a:cubicBezTo>
                    <a:cubicBezTo>
                      <a:pt x="35" y="1"/>
                      <a:pt x="40" y="6"/>
                      <a:pt x="39" y="12"/>
                    </a:cubicBezTo>
                    <a:cubicBezTo>
                      <a:pt x="39" y="17"/>
                      <a:pt x="39" y="22"/>
                      <a:pt x="38" y="27"/>
                    </a:cubicBezTo>
                    <a:cubicBezTo>
                      <a:pt x="37" y="33"/>
                      <a:pt x="36" y="38"/>
                      <a:pt x="35" y="43"/>
                    </a:cubicBezTo>
                    <a:cubicBezTo>
                      <a:pt x="33" y="52"/>
                      <a:pt x="32" y="62"/>
                      <a:pt x="31" y="72"/>
                    </a:cubicBezTo>
                    <a:cubicBezTo>
                      <a:pt x="30" y="76"/>
                      <a:pt x="29" y="81"/>
                      <a:pt x="29" y="86"/>
                    </a:cubicBezTo>
                    <a:cubicBezTo>
                      <a:pt x="30" y="84"/>
                      <a:pt x="31" y="83"/>
                      <a:pt x="32" y="82"/>
                    </a:cubicBezTo>
                    <a:cubicBezTo>
                      <a:pt x="36" y="77"/>
                      <a:pt x="41" y="71"/>
                      <a:pt x="46" y="66"/>
                    </a:cubicBezTo>
                    <a:cubicBezTo>
                      <a:pt x="49" y="62"/>
                      <a:pt x="53" y="58"/>
                      <a:pt x="57" y="54"/>
                    </a:cubicBezTo>
                    <a:cubicBezTo>
                      <a:pt x="64" y="46"/>
                      <a:pt x="72" y="38"/>
                      <a:pt x="80" y="31"/>
                    </a:cubicBezTo>
                    <a:cubicBezTo>
                      <a:pt x="81" y="29"/>
                      <a:pt x="83" y="28"/>
                      <a:pt x="85" y="27"/>
                    </a:cubicBezTo>
                    <a:cubicBezTo>
                      <a:pt x="87" y="25"/>
                      <a:pt x="89" y="24"/>
                      <a:pt x="92" y="23"/>
                    </a:cubicBezTo>
                    <a:cubicBezTo>
                      <a:pt x="98" y="22"/>
                      <a:pt x="102" y="25"/>
                      <a:pt x="106" y="29"/>
                    </a:cubicBezTo>
                    <a:cubicBezTo>
                      <a:pt x="110" y="34"/>
                      <a:pt x="112" y="41"/>
                      <a:pt x="112" y="47"/>
                    </a:cubicBezTo>
                    <a:cubicBezTo>
                      <a:pt x="113" y="52"/>
                      <a:pt x="113" y="58"/>
                      <a:pt x="113" y="64"/>
                    </a:cubicBezTo>
                    <a:cubicBezTo>
                      <a:pt x="113" y="63"/>
                      <a:pt x="113" y="63"/>
                      <a:pt x="113" y="62"/>
                    </a:cubicBezTo>
                    <a:cubicBezTo>
                      <a:pt x="113" y="66"/>
                      <a:pt x="113" y="70"/>
                      <a:pt x="113" y="74"/>
                    </a:cubicBezTo>
                    <a:lnTo>
                      <a:pt x="113" y="73"/>
                    </a:lnTo>
                    <a:cubicBezTo>
                      <a:pt x="113" y="81"/>
                      <a:pt x="113" y="90"/>
                      <a:pt x="113" y="98"/>
                    </a:cubicBezTo>
                    <a:cubicBezTo>
                      <a:pt x="112" y="107"/>
                      <a:pt x="112" y="116"/>
                      <a:pt x="110" y="125"/>
                    </a:cubicBezTo>
                    <a:cubicBezTo>
                      <a:pt x="109" y="130"/>
                      <a:pt x="103" y="134"/>
                      <a:pt x="98" y="133"/>
                    </a:cubicBezTo>
                    <a:cubicBezTo>
                      <a:pt x="92" y="132"/>
                      <a:pt x="88" y="126"/>
                      <a:pt x="89" y="120"/>
                    </a:cubicBezTo>
                    <a:cubicBezTo>
                      <a:pt x="89" y="117"/>
                      <a:pt x="90" y="113"/>
                      <a:pt x="91" y="110"/>
                    </a:cubicBezTo>
                    <a:cubicBezTo>
                      <a:pt x="92" y="98"/>
                      <a:pt x="93" y="87"/>
                      <a:pt x="93" y="74"/>
                    </a:cubicBezTo>
                    <a:cubicBezTo>
                      <a:pt x="93" y="67"/>
                      <a:pt x="93" y="59"/>
                      <a:pt x="92" y="51"/>
                    </a:cubicBezTo>
                    <a:cubicBezTo>
                      <a:pt x="92" y="49"/>
                      <a:pt x="92" y="48"/>
                      <a:pt x="91" y="47"/>
                    </a:cubicBezTo>
                    <a:cubicBezTo>
                      <a:pt x="87" y="51"/>
                      <a:pt x="83" y="55"/>
                      <a:pt x="79" y="59"/>
                    </a:cubicBezTo>
                    <a:cubicBezTo>
                      <a:pt x="79" y="58"/>
                      <a:pt x="80" y="58"/>
                      <a:pt x="80" y="58"/>
                    </a:cubicBezTo>
                    <a:cubicBezTo>
                      <a:pt x="69" y="69"/>
                      <a:pt x="58" y="80"/>
                      <a:pt x="49" y="93"/>
                    </a:cubicBezTo>
                    <a:cubicBezTo>
                      <a:pt x="43" y="100"/>
                      <a:pt x="38" y="107"/>
                      <a:pt x="34" y="115"/>
                    </a:cubicBezTo>
                    <a:lnTo>
                      <a:pt x="34" y="114"/>
                    </a:lnTo>
                    <a:cubicBezTo>
                      <a:pt x="31" y="119"/>
                      <a:pt x="29" y="123"/>
                      <a:pt x="27" y="129"/>
                    </a:cubicBezTo>
                    <a:cubicBezTo>
                      <a:pt x="26" y="132"/>
                      <a:pt x="26" y="136"/>
                      <a:pt x="26" y="139"/>
                    </a:cubicBezTo>
                    <a:cubicBezTo>
                      <a:pt x="25" y="143"/>
                      <a:pt x="25" y="146"/>
                      <a:pt x="25" y="150"/>
                    </a:cubicBezTo>
                    <a:cubicBezTo>
                      <a:pt x="25" y="152"/>
                      <a:pt x="25" y="154"/>
                      <a:pt x="25" y="156"/>
                    </a:cubicBezTo>
                    <a:cubicBezTo>
                      <a:pt x="25" y="157"/>
                      <a:pt x="25" y="159"/>
                      <a:pt x="24" y="160"/>
                    </a:cubicBezTo>
                    <a:cubicBezTo>
                      <a:pt x="24" y="162"/>
                      <a:pt x="24" y="164"/>
                      <a:pt x="22" y="166"/>
                    </a:cubicBezTo>
                    <a:cubicBezTo>
                      <a:pt x="21" y="170"/>
                      <a:pt x="17" y="172"/>
                      <a:pt x="13" y="172"/>
                    </a:cubicBezTo>
                    <a:cubicBezTo>
                      <a:pt x="11" y="172"/>
                      <a:pt x="10" y="172"/>
                      <a:pt x="8" y="17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" name="Google Shape;135;p2"/>
              <p:cNvSpPr/>
              <p:nvPr/>
            </p:nvSpPr>
            <p:spPr>
              <a:xfrm>
                <a:off x="2238480" y="2162520"/>
                <a:ext cx="32760" cy="61560"/>
              </a:xfrm>
              <a:custGeom>
                <a:avLst/>
                <a:gdLst/>
                <a:ahLst/>
                <a:cxnLst/>
                <a:rect l="l" t="t" r="r" b="b"/>
                <a:pathLst>
                  <a:path w="91" h="171" extrusionOk="0">
                    <a:moveTo>
                      <a:pt x="70" y="166"/>
                    </a:moveTo>
                    <a:cubicBezTo>
                      <a:pt x="63" y="155"/>
                      <a:pt x="56" y="144"/>
                      <a:pt x="50" y="133"/>
                    </a:cubicBezTo>
                    <a:cubicBezTo>
                      <a:pt x="44" y="123"/>
                      <a:pt x="38" y="113"/>
                      <a:pt x="33" y="103"/>
                    </a:cubicBezTo>
                    <a:cubicBezTo>
                      <a:pt x="31" y="97"/>
                      <a:pt x="28" y="92"/>
                      <a:pt x="26" y="88"/>
                    </a:cubicBezTo>
                    <a:cubicBezTo>
                      <a:pt x="23" y="82"/>
                      <a:pt x="21" y="78"/>
                      <a:pt x="19" y="73"/>
                    </a:cubicBezTo>
                    <a:cubicBezTo>
                      <a:pt x="13" y="59"/>
                      <a:pt x="7" y="45"/>
                      <a:pt x="3" y="31"/>
                    </a:cubicBezTo>
                    <a:cubicBezTo>
                      <a:pt x="2" y="26"/>
                      <a:pt x="1" y="22"/>
                      <a:pt x="1" y="17"/>
                    </a:cubicBezTo>
                    <a:cubicBezTo>
                      <a:pt x="0" y="12"/>
                      <a:pt x="2" y="8"/>
                      <a:pt x="5" y="5"/>
                    </a:cubicBezTo>
                    <a:cubicBezTo>
                      <a:pt x="9" y="1"/>
                      <a:pt x="15" y="0"/>
                      <a:pt x="20" y="4"/>
                    </a:cubicBezTo>
                    <a:cubicBezTo>
                      <a:pt x="21" y="5"/>
                      <a:pt x="21" y="6"/>
                      <a:pt x="22" y="7"/>
                    </a:cubicBezTo>
                    <a:cubicBezTo>
                      <a:pt x="26" y="11"/>
                      <a:pt x="26" y="16"/>
                      <a:pt x="23" y="21"/>
                    </a:cubicBezTo>
                    <a:cubicBezTo>
                      <a:pt x="23" y="23"/>
                      <a:pt x="24" y="26"/>
                      <a:pt x="24" y="29"/>
                    </a:cubicBezTo>
                    <a:cubicBezTo>
                      <a:pt x="27" y="39"/>
                      <a:pt x="31" y="49"/>
                      <a:pt x="35" y="58"/>
                    </a:cubicBezTo>
                    <a:cubicBezTo>
                      <a:pt x="38" y="64"/>
                      <a:pt x="40" y="69"/>
                      <a:pt x="42" y="75"/>
                    </a:cubicBezTo>
                    <a:cubicBezTo>
                      <a:pt x="45" y="81"/>
                      <a:pt x="48" y="86"/>
                      <a:pt x="50" y="92"/>
                    </a:cubicBezTo>
                    <a:cubicBezTo>
                      <a:pt x="55" y="102"/>
                      <a:pt x="61" y="112"/>
                      <a:pt x="66" y="122"/>
                    </a:cubicBezTo>
                    <a:cubicBezTo>
                      <a:pt x="73" y="133"/>
                      <a:pt x="79" y="144"/>
                      <a:pt x="87" y="155"/>
                    </a:cubicBezTo>
                    <a:cubicBezTo>
                      <a:pt x="90" y="159"/>
                      <a:pt x="88" y="165"/>
                      <a:pt x="84" y="169"/>
                    </a:cubicBezTo>
                    <a:cubicBezTo>
                      <a:pt x="82" y="169"/>
                      <a:pt x="80" y="170"/>
                      <a:pt x="79" y="170"/>
                    </a:cubicBezTo>
                    <a:cubicBezTo>
                      <a:pt x="75" y="170"/>
                      <a:pt x="72" y="169"/>
                      <a:pt x="70" y="1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" name="Google Shape;136;p2"/>
              <p:cNvSpPr/>
              <p:nvPr/>
            </p:nvSpPr>
            <p:spPr>
              <a:xfrm>
                <a:off x="2226960" y="2174040"/>
                <a:ext cx="64080" cy="60480"/>
              </a:xfrm>
              <a:custGeom>
                <a:avLst/>
                <a:gdLst/>
                <a:ahLst/>
                <a:cxnLst/>
                <a:rect l="l" t="t" r="r" b="b"/>
                <a:pathLst>
                  <a:path w="178" h="168" extrusionOk="0">
                    <a:moveTo>
                      <a:pt x="7" y="166"/>
                    </a:moveTo>
                    <a:cubicBezTo>
                      <a:pt x="3" y="164"/>
                      <a:pt x="0" y="158"/>
                      <a:pt x="3" y="153"/>
                    </a:cubicBezTo>
                    <a:cubicBezTo>
                      <a:pt x="9" y="143"/>
                      <a:pt x="15" y="132"/>
                      <a:pt x="21" y="122"/>
                    </a:cubicBezTo>
                    <a:cubicBezTo>
                      <a:pt x="30" y="109"/>
                      <a:pt x="38" y="94"/>
                      <a:pt x="48" y="81"/>
                    </a:cubicBezTo>
                    <a:cubicBezTo>
                      <a:pt x="56" y="68"/>
                      <a:pt x="66" y="57"/>
                      <a:pt x="76" y="45"/>
                    </a:cubicBezTo>
                    <a:cubicBezTo>
                      <a:pt x="86" y="35"/>
                      <a:pt x="97" y="25"/>
                      <a:pt x="109" y="16"/>
                    </a:cubicBezTo>
                    <a:cubicBezTo>
                      <a:pt x="120" y="8"/>
                      <a:pt x="133" y="0"/>
                      <a:pt x="148" y="1"/>
                    </a:cubicBezTo>
                    <a:cubicBezTo>
                      <a:pt x="155" y="1"/>
                      <a:pt x="162" y="5"/>
                      <a:pt x="169" y="8"/>
                    </a:cubicBezTo>
                    <a:cubicBezTo>
                      <a:pt x="175" y="11"/>
                      <a:pt x="177" y="18"/>
                      <a:pt x="175" y="23"/>
                    </a:cubicBezTo>
                    <a:cubicBezTo>
                      <a:pt x="172" y="28"/>
                      <a:pt x="165" y="30"/>
                      <a:pt x="160" y="28"/>
                    </a:cubicBezTo>
                    <a:cubicBezTo>
                      <a:pt x="157" y="26"/>
                      <a:pt x="154" y="25"/>
                      <a:pt x="151" y="23"/>
                    </a:cubicBezTo>
                    <a:cubicBezTo>
                      <a:pt x="150" y="23"/>
                      <a:pt x="150" y="23"/>
                      <a:pt x="150" y="22"/>
                    </a:cubicBezTo>
                    <a:cubicBezTo>
                      <a:pt x="148" y="22"/>
                      <a:pt x="147" y="22"/>
                      <a:pt x="146" y="22"/>
                    </a:cubicBezTo>
                    <a:lnTo>
                      <a:pt x="145" y="22"/>
                    </a:lnTo>
                    <a:cubicBezTo>
                      <a:pt x="144" y="22"/>
                      <a:pt x="144" y="22"/>
                      <a:pt x="144" y="22"/>
                    </a:cubicBezTo>
                    <a:cubicBezTo>
                      <a:pt x="143" y="22"/>
                      <a:pt x="141" y="22"/>
                      <a:pt x="140" y="23"/>
                    </a:cubicBezTo>
                    <a:cubicBezTo>
                      <a:pt x="138" y="24"/>
                      <a:pt x="136" y="24"/>
                      <a:pt x="133" y="25"/>
                    </a:cubicBezTo>
                    <a:cubicBezTo>
                      <a:pt x="134" y="25"/>
                      <a:pt x="134" y="25"/>
                      <a:pt x="134" y="25"/>
                    </a:cubicBezTo>
                    <a:cubicBezTo>
                      <a:pt x="133" y="25"/>
                      <a:pt x="130" y="26"/>
                      <a:pt x="129" y="28"/>
                    </a:cubicBezTo>
                    <a:lnTo>
                      <a:pt x="129" y="27"/>
                    </a:lnTo>
                    <a:cubicBezTo>
                      <a:pt x="129" y="28"/>
                      <a:pt x="129" y="28"/>
                      <a:pt x="129" y="28"/>
                    </a:cubicBezTo>
                    <a:cubicBezTo>
                      <a:pt x="128" y="28"/>
                      <a:pt x="128" y="28"/>
                      <a:pt x="128" y="28"/>
                    </a:cubicBezTo>
                    <a:lnTo>
                      <a:pt x="129" y="28"/>
                    </a:lnTo>
                    <a:cubicBezTo>
                      <a:pt x="123" y="30"/>
                      <a:pt x="119" y="34"/>
                      <a:pt x="114" y="37"/>
                    </a:cubicBezTo>
                    <a:cubicBezTo>
                      <a:pt x="115" y="37"/>
                      <a:pt x="115" y="37"/>
                      <a:pt x="115" y="36"/>
                    </a:cubicBezTo>
                    <a:cubicBezTo>
                      <a:pt x="108" y="42"/>
                      <a:pt x="102" y="47"/>
                      <a:pt x="96" y="54"/>
                    </a:cubicBezTo>
                    <a:cubicBezTo>
                      <a:pt x="96" y="53"/>
                      <a:pt x="96" y="53"/>
                      <a:pt x="96" y="53"/>
                    </a:cubicBezTo>
                    <a:cubicBezTo>
                      <a:pt x="87" y="63"/>
                      <a:pt x="79" y="72"/>
                      <a:pt x="71" y="82"/>
                    </a:cubicBezTo>
                    <a:lnTo>
                      <a:pt x="72" y="81"/>
                    </a:lnTo>
                    <a:cubicBezTo>
                      <a:pt x="59" y="97"/>
                      <a:pt x="49" y="114"/>
                      <a:pt x="38" y="131"/>
                    </a:cubicBezTo>
                    <a:cubicBezTo>
                      <a:pt x="32" y="142"/>
                      <a:pt x="25" y="152"/>
                      <a:pt x="19" y="163"/>
                    </a:cubicBezTo>
                    <a:cubicBezTo>
                      <a:pt x="17" y="165"/>
                      <a:pt x="14" y="167"/>
                      <a:pt x="12" y="167"/>
                    </a:cubicBezTo>
                    <a:cubicBezTo>
                      <a:pt x="10" y="167"/>
                      <a:pt x="9" y="166"/>
                      <a:pt x="7" y="1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" name="Google Shape;137;p2"/>
              <p:cNvSpPr/>
              <p:nvPr/>
            </p:nvSpPr>
            <p:spPr>
              <a:xfrm>
                <a:off x="1631160" y="2267640"/>
                <a:ext cx="14400" cy="227880"/>
              </a:xfrm>
              <a:custGeom>
                <a:avLst/>
                <a:gdLst/>
                <a:ahLst/>
                <a:cxnLst/>
                <a:rect l="l" t="t" r="r" b="b"/>
                <a:pathLst>
                  <a:path w="40" h="633" extrusionOk="0">
                    <a:moveTo>
                      <a:pt x="28" y="632"/>
                    </a:moveTo>
                    <a:cubicBezTo>
                      <a:pt x="23" y="631"/>
                      <a:pt x="18" y="627"/>
                      <a:pt x="19" y="621"/>
                    </a:cubicBezTo>
                    <a:cubicBezTo>
                      <a:pt x="20" y="610"/>
                      <a:pt x="21" y="598"/>
                      <a:pt x="20" y="586"/>
                    </a:cubicBezTo>
                    <a:cubicBezTo>
                      <a:pt x="20" y="587"/>
                      <a:pt x="20" y="587"/>
                      <a:pt x="20" y="587"/>
                    </a:cubicBezTo>
                    <a:cubicBezTo>
                      <a:pt x="20" y="582"/>
                      <a:pt x="20" y="577"/>
                      <a:pt x="20" y="572"/>
                    </a:cubicBezTo>
                    <a:cubicBezTo>
                      <a:pt x="20" y="572"/>
                      <a:pt x="20" y="573"/>
                      <a:pt x="20" y="574"/>
                    </a:cubicBezTo>
                    <a:cubicBezTo>
                      <a:pt x="19" y="552"/>
                      <a:pt x="19" y="530"/>
                      <a:pt x="18" y="509"/>
                    </a:cubicBezTo>
                    <a:cubicBezTo>
                      <a:pt x="17" y="490"/>
                      <a:pt x="16" y="470"/>
                      <a:pt x="16" y="451"/>
                    </a:cubicBezTo>
                    <a:cubicBezTo>
                      <a:pt x="15" y="410"/>
                      <a:pt x="15" y="369"/>
                      <a:pt x="15" y="328"/>
                    </a:cubicBezTo>
                    <a:cubicBezTo>
                      <a:pt x="15" y="316"/>
                      <a:pt x="15" y="304"/>
                      <a:pt x="15" y="291"/>
                    </a:cubicBezTo>
                    <a:cubicBezTo>
                      <a:pt x="15" y="270"/>
                      <a:pt x="14" y="248"/>
                      <a:pt x="14" y="227"/>
                    </a:cubicBezTo>
                    <a:cubicBezTo>
                      <a:pt x="13" y="208"/>
                      <a:pt x="12" y="188"/>
                      <a:pt x="11" y="169"/>
                    </a:cubicBezTo>
                    <a:cubicBezTo>
                      <a:pt x="10" y="148"/>
                      <a:pt x="9" y="127"/>
                      <a:pt x="7" y="106"/>
                    </a:cubicBezTo>
                    <a:cubicBezTo>
                      <a:pt x="7" y="95"/>
                      <a:pt x="5" y="84"/>
                      <a:pt x="5" y="73"/>
                    </a:cubicBezTo>
                    <a:cubicBezTo>
                      <a:pt x="4" y="61"/>
                      <a:pt x="2" y="50"/>
                      <a:pt x="1" y="39"/>
                    </a:cubicBezTo>
                    <a:cubicBezTo>
                      <a:pt x="0" y="32"/>
                      <a:pt x="0" y="25"/>
                      <a:pt x="0" y="19"/>
                    </a:cubicBezTo>
                    <a:cubicBezTo>
                      <a:pt x="1" y="14"/>
                      <a:pt x="2" y="8"/>
                      <a:pt x="6" y="4"/>
                    </a:cubicBezTo>
                    <a:cubicBezTo>
                      <a:pt x="11" y="0"/>
                      <a:pt x="18" y="1"/>
                      <a:pt x="22" y="6"/>
                    </a:cubicBezTo>
                    <a:cubicBezTo>
                      <a:pt x="24" y="10"/>
                      <a:pt x="23" y="14"/>
                      <a:pt x="22" y="18"/>
                    </a:cubicBezTo>
                    <a:cubicBezTo>
                      <a:pt x="21" y="18"/>
                      <a:pt x="21" y="18"/>
                      <a:pt x="21" y="19"/>
                    </a:cubicBezTo>
                    <a:cubicBezTo>
                      <a:pt x="21" y="22"/>
                      <a:pt x="21" y="24"/>
                      <a:pt x="21" y="26"/>
                    </a:cubicBezTo>
                    <a:cubicBezTo>
                      <a:pt x="21" y="38"/>
                      <a:pt x="22" y="50"/>
                      <a:pt x="23" y="63"/>
                    </a:cubicBezTo>
                    <a:cubicBezTo>
                      <a:pt x="24" y="74"/>
                      <a:pt x="25" y="85"/>
                      <a:pt x="26" y="96"/>
                    </a:cubicBezTo>
                    <a:cubicBezTo>
                      <a:pt x="27" y="117"/>
                      <a:pt x="28" y="138"/>
                      <a:pt x="29" y="159"/>
                    </a:cubicBezTo>
                    <a:cubicBezTo>
                      <a:pt x="30" y="178"/>
                      <a:pt x="31" y="198"/>
                      <a:pt x="32" y="217"/>
                    </a:cubicBezTo>
                    <a:cubicBezTo>
                      <a:pt x="32" y="241"/>
                      <a:pt x="32" y="264"/>
                      <a:pt x="32" y="288"/>
                    </a:cubicBezTo>
                    <a:cubicBezTo>
                      <a:pt x="33" y="304"/>
                      <a:pt x="32" y="320"/>
                      <a:pt x="32" y="336"/>
                    </a:cubicBezTo>
                    <a:cubicBezTo>
                      <a:pt x="32" y="355"/>
                      <a:pt x="32" y="374"/>
                      <a:pt x="32" y="393"/>
                    </a:cubicBezTo>
                    <a:cubicBezTo>
                      <a:pt x="32" y="413"/>
                      <a:pt x="33" y="433"/>
                      <a:pt x="33" y="453"/>
                    </a:cubicBezTo>
                    <a:cubicBezTo>
                      <a:pt x="34" y="475"/>
                      <a:pt x="35" y="497"/>
                      <a:pt x="36" y="518"/>
                    </a:cubicBezTo>
                    <a:cubicBezTo>
                      <a:pt x="37" y="536"/>
                      <a:pt x="37" y="554"/>
                      <a:pt x="38" y="571"/>
                    </a:cubicBezTo>
                    <a:cubicBezTo>
                      <a:pt x="39" y="579"/>
                      <a:pt x="39" y="587"/>
                      <a:pt x="39" y="596"/>
                    </a:cubicBezTo>
                    <a:cubicBezTo>
                      <a:pt x="39" y="604"/>
                      <a:pt x="39" y="614"/>
                      <a:pt x="39" y="622"/>
                    </a:cubicBezTo>
                    <a:cubicBezTo>
                      <a:pt x="39" y="628"/>
                      <a:pt x="34" y="632"/>
                      <a:pt x="29" y="632"/>
                    </a:cubicBezTo>
                    <a:lnTo>
                      <a:pt x="28" y="63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" name="Google Shape;138;p2"/>
              <p:cNvSpPr/>
              <p:nvPr/>
            </p:nvSpPr>
            <p:spPr>
              <a:xfrm>
                <a:off x="1623600" y="2268360"/>
                <a:ext cx="30240" cy="32400"/>
              </a:xfrm>
              <a:custGeom>
                <a:avLst/>
                <a:gdLst/>
                <a:ahLst/>
                <a:cxnLst/>
                <a:rect l="l" t="t" r="r" b="b"/>
                <a:pathLst>
                  <a:path w="84" h="90" extrusionOk="0">
                    <a:moveTo>
                      <a:pt x="10" y="89"/>
                    </a:moveTo>
                    <a:cubicBezTo>
                      <a:pt x="5" y="88"/>
                      <a:pt x="1" y="86"/>
                      <a:pt x="0" y="81"/>
                    </a:cubicBezTo>
                    <a:cubicBezTo>
                      <a:pt x="0" y="79"/>
                      <a:pt x="0" y="77"/>
                      <a:pt x="0" y="76"/>
                    </a:cubicBezTo>
                    <a:cubicBezTo>
                      <a:pt x="0" y="75"/>
                      <a:pt x="1" y="73"/>
                      <a:pt x="1" y="72"/>
                    </a:cubicBezTo>
                    <a:cubicBezTo>
                      <a:pt x="4" y="60"/>
                      <a:pt x="7" y="48"/>
                      <a:pt x="10" y="36"/>
                    </a:cubicBezTo>
                    <a:cubicBezTo>
                      <a:pt x="11" y="32"/>
                      <a:pt x="12" y="28"/>
                      <a:pt x="14" y="23"/>
                    </a:cubicBezTo>
                    <a:cubicBezTo>
                      <a:pt x="16" y="17"/>
                      <a:pt x="19" y="10"/>
                      <a:pt x="24" y="6"/>
                    </a:cubicBezTo>
                    <a:cubicBezTo>
                      <a:pt x="25" y="5"/>
                      <a:pt x="27" y="4"/>
                      <a:pt x="29" y="3"/>
                    </a:cubicBezTo>
                    <a:cubicBezTo>
                      <a:pt x="31" y="2"/>
                      <a:pt x="33" y="2"/>
                      <a:pt x="35" y="1"/>
                    </a:cubicBezTo>
                    <a:cubicBezTo>
                      <a:pt x="40" y="0"/>
                      <a:pt x="46" y="3"/>
                      <a:pt x="50" y="6"/>
                    </a:cubicBezTo>
                    <a:cubicBezTo>
                      <a:pt x="54" y="10"/>
                      <a:pt x="58" y="15"/>
                      <a:pt x="61" y="20"/>
                    </a:cubicBezTo>
                    <a:cubicBezTo>
                      <a:pt x="65" y="24"/>
                      <a:pt x="68" y="30"/>
                      <a:pt x="71" y="35"/>
                    </a:cubicBezTo>
                    <a:cubicBezTo>
                      <a:pt x="74" y="40"/>
                      <a:pt x="78" y="46"/>
                      <a:pt x="81" y="51"/>
                    </a:cubicBezTo>
                    <a:cubicBezTo>
                      <a:pt x="83" y="56"/>
                      <a:pt x="81" y="62"/>
                      <a:pt x="76" y="65"/>
                    </a:cubicBezTo>
                    <a:cubicBezTo>
                      <a:pt x="71" y="68"/>
                      <a:pt x="65" y="65"/>
                      <a:pt x="62" y="60"/>
                    </a:cubicBezTo>
                    <a:cubicBezTo>
                      <a:pt x="60" y="56"/>
                      <a:pt x="57" y="51"/>
                      <a:pt x="54" y="47"/>
                    </a:cubicBezTo>
                    <a:lnTo>
                      <a:pt x="54" y="46"/>
                    </a:lnTo>
                    <a:lnTo>
                      <a:pt x="54" y="47"/>
                    </a:lnTo>
                    <a:cubicBezTo>
                      <a:pt x="50" y="40"/>
                      <a:pt x="47" y="34"/>
                      <a:pt x="43" y="28"/>
                    </a:cubicBezTo>
                    <a:cubicBezTo>
                      <a:pt x="42" y="28"/>
                      <a:pt x="42" y="27"/>
                      <a:pt x="42" y="27"/>
                    </a:cubicBezTo>
                    <a:cubicBezTo>
                      <a:pt x="41" y="27"/>
                      <a:pt x="40" y="27"/>
                      <a:pt x="40" y="28"/>
                    </a:cubicBezTo>
                    <a:cubicBezTo>
                      <a:pt x="39" y="28"/>
                      <a:pt x="39" y="28"/>
                      <a:pt x="38" y="28"/>
                    </a:cubicBezTo>
                    <a:cubicBezTo>
                      <a:pt x="32" y="46"/>
                      <a:pt x="26" y="64"/>
                      <a:pt x="20" y="82"/>
                    </a:cubicBezTo>
                    <a:cubicBezTo>
                      <a:pt x="18" y="86"/>
                      <a:pt x="15" y="89"/>
                      <a:pt x="10" y="8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" name="Google Shape;139;p2"/>
              <p:cNvSpPr/>
              <p:nvPr/>
            </p:nvSpPr>
            <p:spPr>
              <a:xfrm>
                <a:off x="1681920" y="2270520"/>
                <a:ext cx="12240" cy="195120"/>
              </a:xfrm>
              <a:custGeom>
                <a:avLst/>
                <a:gdLst/>
                <a:ahLst/>
                <a:cxnLst/>
                <a:rect l="l" t="t" r="r" b="b"/>
                <a:pathLst>
                  <a:path w="34" h="542" extrusionOk="0">
                    <a:moveTo>
                      <a:pt x="21" y="541"/>
                    </a:moveTo>
                    <a:cubicBezTo>
                      <a:pt x="16" y="541"/>
                      <a:pt x="11" y="536"/>
                      <a:pt x="12" y="531"/>
                    </a:cubicBezTo>
                    <a:cubicBezTo>
                      <a:pt x="14" y="509"/>
                      <a:pt x="15" y="487"/>
                      <a:pt x="15" y="465"/>
                    </a:cubicBezTo>
                    <a:cubicBezTo>
                      <a:pt x="15" y="444"/>
                      <a:pt x="15" y="423"/>
                      <a:pt x="15" y="402"/>
                    </a:cubicBezTo>
                    <a:cubicBezTo>
                      <a:pt x="15" y="401"/>
                      <a:pt x="15" y="400"/>
                      <a:pt x="15" y="400"/>
                    </a:cubicBezTo>
                    <a:lnTo>
                      <a:pt x="15" y="401"/>
                    </a:lnTo>
                    <a:cubicBezTo>
                      <a:pt x="15" y="400"/>
                      <a:pt x="15" y="400"/>
                      <a:pt x="15" y="399"/>
                    </a:cubicBezTo>
                    <a:cubicBezTo>
                      <a:pt x="15" y="400"/>
                      <a:pt x="15" y="400"/>
                      <a:pt x="15" y="400"/>
                    </a:cubicBezTo>
                    <a:lnTo>
                      <a:pt x="15" y="399"/>
                    </a:lnTo>
                    <a:cubicBezTo>
                      <a:pt x="15" y="397"/>
                      <a:pt x="15" y="395"/>
                      <a:pt x="15" y="393"/>
                    </a:cubicBezTo>
                    <a:cubicBezTo>
                      <a:pt x="15" y="394"/>
                      <a:pt x="15" y="394"/>
                      <a:pt x="15" y="395"/>
                    </a:cubicBezTo>
                    <a:cubicBezTo>
                      <a:pt x="15" y="394"/>
                      <a:pt x="15" y="394"/>
                      <a:pt x="15" y="393"/>
                    </a:cubicBezTo>
                    <a:lnTo>
                      <a:pt x="15" y="392"/>
                    </a:lnTo>
                    <a:cubicBezTo>
                      <a:pt x="15" y="392"/>
                      <a:pt x="15" y="391"/>
                      <a:pt x="15" y="390"/>
                    </a:cubicBezTo>
                    <a:lnTo>
                      <a:pt x="15" y="391"/>
                    </a:lnTo>
                    <a:cubicBezTo>
                      <a:pt x="15" y="390"/>
                      <a:pt x="15" y="389"/>
                      <a:pt x="15" y="389"/>
                    </a:cubicBezTo>
                    <a:cubicBezTo>
                      <a:pt x="15" y="388"/>
                      <a:pt x="15" y="386"/>
                      <a:pt x="15" y="385"/>
                    </a:cubicBezTo>
                    <a:lnTo>
                      <a:pt x="15" y="384"/>
                    </a:lnTo>
                    <a:cubicBezTo>
                      <a:pt x="15" y="383"/>
                      <a:pt x="15" y="382"/>
                      <a:pt x="15" y="381"/>
                    </a:cubicBezTo>
                    <a:cubicBezTo>
                      <a:pt x="15" y="361"/>
                      <a:pt x="15" y="342"/>
                      <a:pt x="15" y="323"/>
                    </a:cubicBezTo>
                    <a:cubicBezTo>
                      <a:pt x="14" y="310"/>
                      <a:pt x="14" y="297"/>
                      <a:pt x="14" y="285"/>
                    </a:cubicBezTo>
                    <a:cubicBezTo>
                      <a:pt x="13" y="275"/>
                      <a:pt x="13" y="264"/>
                      <a:pt x="12" y="254"/>
                    </a:cubicBezTo>
                    <a:cubicBezTo>
                      <a:pt x="10" y="212"/>
                      <a:pt x="7" y="170"/>
                      <a:pt x="4" y="128"/>
                    </a:cubicBezTo>
                    <a:cubicBezTo>
                      <a:pt x="3" y="117"/>
                      <a:pt x="3" y="107"/>
                      <a:pt x="2" y="97"/>
                    </a:cubicBezTo>
                    <a:cubicBezTo>
                      <a:pt x="1" y="88"/>
                      <a:pt x="1" y="79"/>
                      <a:pt x="1" y="70"/>
                    </a:cubicBezTo>
                    <a:cubicBezTo>
                      <a:pt x="1" y="59"/>
                      <a:pt x="0" y="47"/>
                      <a:pt x="1" y="36"/>
                    </a:cubicBezTo>
                    <a:cubicBezTo>
                      <a:pt x="1" y="32"/>
                      <a:pt x="2" y="26"/>
                      <a:pt x="3" y="22"/>
                    </a:cubicBezTo>
                    <a:cubicBezTo>
                      <a:pt x="4" y="18"/>
                      <a:pt x="4" y="15"/>
                      <a:pt x="5" y="11"/>
                    </a:cubicBezTo>
                    <a:cubicBezTo>
                      <a:pt x="6" y="6"/>
                      <a:pt x="9" y="1"/>
                      <a:pt x="15" y="0"/>
                    </a:cubicBezTo>
                    <a:cubicBezTo>
                      <a:pt x="16" y="0"/>
                      <a:pt x="18" y="0"/>
                      <a:pt x="19" y="0"/>
                    </a:cubicBezTo>
                    <a:cubicBezTo>
                      <a:pt x="25" y="1"/>
                      <a:pt x="28" y="7"/>
                      <a:pt x="27" y="12"/>
                    </a:cubicBezTo>
                    <a:cubicBezTo>
                      <a:pt x="27" y="14"/>
                      <a:pt x="26" y="15"/>
                      <a:pt x="25" y="17"/>
                    </a:cubicBezTo>
                    <a:lnTo>
                      <a:pt x="25" y="18"/>
                    </a:lnTo>
                    <a:cubicBezTo>
                      <a:pt x="23" y="24"/>
                      <a:pt x="22" y="30"/>
                      <a:pt x="21" y="36"/>
                    </a:cubicBezTo>
                    <a:cubicBezTo>
                      <a:pt x="21" y="39"/>
                      <a:pt x="21" y="42"/>
                      <a:pt x="21" y="45"/>
                    </a:cubicBezTo>
                    <a:cubicBezTo>
                      <a:pt x="20" y="48"/>
                      <a:pt x="21" y="51"/>
                      <a:pt x="20" y="55"/>
                    </a:cubicBezTo>
                    <a:cubicBezTo>
                      <a:pt x="20" y="60"/>
                      <a:pt x="20" y="66"/>
                      <a:pt x="20" y="72"/>
                    </a:cubicBezTo>
                    <a:cubicBezTo>
                      <a:pt x="20" y="71"/>
                      <a:pt x="20" y="71"/>
                      <a:pt x="20" y="71"/>
                    </a:cubicBezTo>
                    <a:lnTo>
                      <a:pt x="20" y="72"/>
                    </a:lnTo>
                    <a:cubicBezTo>
                      <a:pt x="21" y="114"/>
                      <a:pt x="24" y="156"/>
                      <a:pt x="27" y="198"/>
                    </a:cubicBezTo>
                    <a:cubicBezTo>
                      <a:pt x="28" y="217"/>
                      <a:pt x="29" y="237"/>
                      <a:pt x="30" y="258"/>
                    </a:cubicBezTo>
                    <a:cubicBezTo>
                      <a:pt x="30" y="267"/>
                      <a:pt x="31" y="276"/>
                      <a:pt x="31" y="286"/>
                    </a:cubicBezTo>
                    <a:cubicBezTo>
                      <a:pt x="31" y="298"/>
                      <a:pt x="32" y="311"/>
                      <a:pt x="32" y="324"/>
                    </a:cubicBezTo>
                    <a:cubicBezTo>
                      <a:pt x="32" y="335"/>
                      <a:pt x="32" y="347"/>
                      <a:pt x="32" y="358"/>
                    </a:cubicBezTo>
                    <a:lnTo>
                      <a:pt x="32" y="357"/>
                    </a:lnTo>
                    <a:cubicBezTo>
                      <a:pt x="32" y="365"/>
                      <a:pt x="32" y="373"/>
                      <a:pt x="32" y="381"/>
                    </a:cubicBezTo>
                    <a:lnTo>
                      <a:pt x="32" y="380"/>
                    </a:lnTo>
                    <a:cubicBezTo>
                      <a:pt x="32" y="381"/>
                      <a:pt x="32" y="381"/>
                      <a:pt x="32" y="382"/>
                    </a:cubicBezTo>
                    <a:lnTo>
                      <a:pt x="32" y="381"/>
                    </a:lnTo>
                    <a:cubicBezTo>
                      <a:pt x="32" y="382"/>
                      <a:pt x="32" y="384"/>
                      <a:pt x="32" y="385"/>
                    </a:cubicBezTo>
                    <a:cubicBezTo>
                      <a:pt x="32" y="385"/>
                      <a:pt x="32" y="386"/>
                      <a:pt x="32" y="388"/>
                    </a:cubicBezTo>
                    <a:lnTo>
                      <a:pt x="32" y="389"/>
                    </a:lnTo>
                    <a:cubicBezTo>
                      <a:pt x="32" y="390"/>
                      <a:pt x="32" y="391"/>
                      <a:pt x="32" y="392"/>
                    </a:cubicBezTo>
                    <a:cubicBezTo>
                      <a:pt x="32" y="391"/>
                      <a:pt x="32" y="391"/>
                      <a:pt x="32" y="391"/>
                    </a:cubicBezTo>
                    <a:lnTo>
                      <a:pt x="32" y="392"/>
                    </a:lnTo>
                    <a:cubicBezTo>
                      <a:pt x="32" y="395"/>
                      <a:pt x="32" y="398"/>
                      <a:pt x="32" y="401"/>
                    </a:cubicBezTo>
                    <a:cubicBezTo>
                      <a:pt x="32" y="400"/>
                      <a:pt x="32" y="400"/>
                      <a:pt x="32" y="400"/>
                    </a:cubicBezTo>
                    <a:cubicBezTo>
                      <a:pt x="33" y="412"/>
                      <a:pt x="33" y="424"/>
                      <a:pt x="32" y="437"/>
                    </a:cubicBezTo>
                    <a:cubicBezTo>
                      <a:pt x="33" y="452"/>
                      <a:pt x="32" y="467"/>
                      <a:pt x="32" y="481"/>
                    </a:cubicBezTo>
                    <a:cubicBezTo>
                      <a:pt x="32" y="498"/>
                      <a:pt x="32" y="515"/>
                      <a:pt x="32" y="532"/>
                    </a:cubicBezTo>
                    <a:cubicBezTo>
                      <a:pt x="31" y="537"/>
                      <a:pt x="27" y="541"/>
                      <a:pt x="22" y="541"/>
                    </a:cubicBezTo>
                    <a:cubicBezTo>
                      <a:pt x="21" y="541"/>
                      <a:pt x="21" y="541"/>
                      <a:pt x="21" y="5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" name="Google Shape;140;p2"/>
              <p:cNvSpPr/>
              <p:nvPr/>
            </p:nvSpPr>
            <p:spPr>
              <a:xfrm>
                <a:off x="1667160" y="2273040"/>
                <a:ext cx="36720" cy="34560"/>
              </a:xfrm>
              <a:custGeom>
                <a:avLst/>
                <a:gdLst/>
                <a:ahLst/>
                <a:cxnLst/>
                <a:rect l="l" t="t" r="r" b="b"/>
                <a:pathLst>
                  <a:path w="102" h="96" extrusionOk="0">
                    <a:moveTo>
                      <a:pt x="79" y="86"/>
                    </a:moveTo>
                    <a:cubicBezTo>
                      <a:pt x="78" y="80"/>
                      <a:pt x="76" y="74"/>
                      <a:pt x="74" y="68"/>
                    </a:cubicBezTo>
                    <a:cubicBezTo>
                      <a:pt x="74" y="65"/>
                      <a:pt x="73" y="62"/>
                      <a:pt x="71" y="59"/>
                    </a:cubicBezTo>
                    <a:cubicBezTo>
                      <a:pt x="70" y="56"/>
                      <a:pt x="69" y="53"/>
                      <a:pt x="67" y="50"/>
                    </a:cubicBezTo>
                    <a:cubicBezTo>
                      <a:pt x="65" y="47"/>
                      <a:pt x="63" y="45"/>
                      <a:pt x="62" y="42"/>
                    </a:cubicBezTo>
                    <a:cubicBezTo>
                      <a:pt x="60" y="40"/>
                      <a:pt x="59" y="39"/>
                      <a:pt x="57" y="37"/>
                    </a:cubicBezTo>
                    <a:cubicBezTo>
                      <a:pt x="56" y="36"/>
                      <a:pt x="55" y="35"/>
                      <a:pt x="53" y="34"/>
                    </a:cubicBezTo>
                    <a:cubicBezTo>
                      <a:pt x="52" y="33"/>
                      <a:pt x="51" y="32"/>
                      <a:pt x="50" y="32"/>
                    </a:cubicBezTo>
                    <a:cubicBezTo>
                      <a:pt x="50" y="32"/>
                      <a:pt x="49" y="32"/>
                      <a:pt x="49" y="31"/>
                    </a:cubicBezTo>
                    <a:lnTo>
                      <a:pt x="48" y="31"/>
                    </a:lnTo>
                    <a:lnTo>
                      <a:pt x="47" y="31"/>
                    </a:lnTo>
                    <a:cubicBezTo>
                      <a:pt x="46" y="31"/>
                      <a:pt x="46" y="32"/>
                      <a:pt x="45" y="32"/>
                    </a:cubicBezTo>
                    <a:cubicBezTo>
                      <a:pt x="43" y="35"/>
                      <a:pt x="42" y="38"/>
                      <a:pt x="39" y="41"/>
                    </a:cubicBezTo>
                    <a:cubicBezTo>
                      <a:pt x="34" y="50"/>
                      <a:pt x="30" y="60"/>
                      <a:pt x="25" y="69"/>
                    </a:cubicBezTo>
                    <a:cubicBezTo>
                      <a:pt x="24" y="75"/>
                      <a:pt x="22" y="81"/>
                      <a:pt x="20" y="86"/>
                    </a:cubicBezTo>
                    <a:cubicBezTo>
                      <a:pt x="16" y="95"/>
                      <a:pt x="2" y="93"/>
                      <a:pt x="0" y="83"/>
                    </a:cubicBezTo>
                    <a:cubicBezTo>
                      <a:pt x="0" y="81"/>
                      <a:pt x="0" y="79"/>
                      <a:pt x="1" y="77"/>
                    </a:cubicBezTo>
                    <a:cubicBezTo>
                      <a:pt x="2" y="75"/>
                      <a:pt x="2" y="73"/>
                      <a:pt x="3" y="71"/>
                    </a:cubicBezTo>
                    <a:cubicBezTo>
                      <a:pt x="4" y="69"/>
                      <a:pt x="5" y="67"/>
                      <a:pt x="6" y="64"/>
                    </a:cubicBezTo>
                    <a:lnTo>
                      <a:pt x="6" y="65"/>
                    </a:lnTo>
                    <a:cubicBezTo>
                      <a:pt x="6" y="63"/>
                      <a:pt x="7" y="62"/>
                      <a:pt x="7" y="61"/>
                    </a:cubicBezTo>
                    <a:cubicBezTo>
                      <a:pt x="10" y="54"/>
                      <a:pt x="12" y="47"/>
                      <a:pt x="14" y="40"/>
                    </a:cubicBezTo>
                    <a:cubicBezTo>
                      <a:pt x="17" y="33"/>
                      <a:pt x="19" y="27"/>
                      <a:pt x="21" y="20"/>
                    </a:cubicBezTo>
                    <a:cubicBezTo>
                      <a:pt x="22" y="18"/>
                      <a:pt x="23" y="16"/>
                      <a:pt x="23" y="14"/>
                    </a:cubicBezTo>
                    <a:cubicBezTo>
                      <a:pt x="25" y="11"/>
                      <a:pt x="26" y="7"/>
                      <a:pt x="28" y="5"/>
                    </a:cubicBezTo>
                    <a:cubicBezTo>
                      <a:pt x="31" y="3"/>
                      <a:pt x="34" y="1"/>
                      <a:pt x="37" y="0"/>
                    </a:cubicBezTo>
                    <a:cubicBezTo>
                      <a:pt x="38" y="0"/>
                      <a:pt x="39" y="1"/>
                      <a:pt x="41" y="1"/>
                    </a:cubicBezTo>
                    <a:cubicBezTo>
                      <a:pt x="45" y="1"/>
                      <a:pt x="48" y="5"/>
                      <a:pt x="49" y="10"/>
                    </a:cubicBezTo>
                    <a:cubicBezTo>
                      <a:pt x="53" y="10"/>
                      <a:pt x="57" y="12"/>
                      <a:pt x="60" y="14"/>
                    </a:cubicBezTo>
                    <a:cubicBezTo>
                      <a:pt x="70" y="19"/>
                      <a:pt x="77" y="29"/>
                      <a:pt x="83" y="38"/>
                    </a:cubicBezTo>
                    <a:cubicBezTo>
                      <a:pt x="88" y="46"/>
                      <a:pt x="92" y="56"/>
                      <a:pt x="95" y="65"/>
                    </a:cubicBezTo>
                    <a:cubicBezTo>
                      <a:pt x="96" y="71"/>
                      <a:pt x="98" y="76"/>
                      <a:pt x="99" y="82"/>
                    </a:cubicBezTo>
                    <a:cubicBezTo>
                      <a:pt x="101" y="88"/>
                      <a:pt x="96" y="93"/>
                      <a:pt x="91" y="95"/>
                    </a:cubicBezTo>
                    <a:cubicBezTo>
                      <a:pt x="91" y="95"/>
                      <a:pt x="90" y="95"/>
                      <a:pt x="89" y="95"/>
                    </a:cubicBezTo>
                    <a:cubicBezTo>
                      <a:pt x="84" y="95"/>
                      <a:pt x="80" y="91"/>
                      <a:pt x="79" y="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" name="Google Shape;141;p2"/>
              <p:cNvSpPr/>
              <p:nvPr/>
            </p:nvSpPr>
            <p:spPr>
              <a:xfrm>
                <a:off x="1729080" y="2281320"/>
                <a:ext cx="10440" cy="140400"/>
              </a:xfrm>
              <a:custGeom>
                <a:avLst/>
                <a:gdLst/>
                <a:ahLst/>
                <a:cxnLst/>
                <a:rect l="l" t="t" r="r" b="b"/>
                <a:pathLst>
                  <a:path w="29" h="390" extrusionOk="0">
                    <a:moveTo>
                      <a:pt x="14" y="389"/>
                    </a:moveTo>
                    <a:cubicBezTo>
                      <a:pt x="9" y="389"/>
                      <a:pt x="5" y="385"/>
                      <a:pt x="5" y="379"/>
                    </a:cubicBezTo>
                    <a:cubicBezTo>
                      <a:pt x="6" y="366"/>
                      <a:pt x="6" y="353"/>
                      <a:pt x="7" y="340"/>
                    </a:cubicBezTo>
                    <a:cubicBezTo>
                      <a:pt x="6" y="297"/>
                      <a:pt x="4" y="254"/>
                      <a:pt x="1" y="210"/>
                    </a:cubicBezTo>
                    <a:cubicBezTo>
                      <a:pt x="1" y="205"/>
                      <a:pt x="1" y="198"/>
                      <a:pt x="1" y="192"/>
                    </a:cubicBezTo>
                    <a:cubicBezTo>
                      <a:pt x="1" y="184"/>
                      <a:pt x="0" y="175"/>
                      <a:pt x="0" y="167"/>
                    </a:cubicBezTo>
                    <a:cubicBezTo>
                      <a:pt x="0" y="168"/>
                      <a:pt x="0" y="168"/>
                      <a:pt x="0" y="168"/>
                    </a:cubicBezTo>
                    <a:cubicBezTo>
                      <a:pt x="0" y="147"/>
                      <a:pt x="0" y="126"/>
                      <a:pt x="0" y="105"/>
                    </a:cubicBezTo>
                    <a:cubicBezTo>
                      <a:pt x="1" y="83"/>
                      <a:pt x="1" y="61"/>
                      <a:pt x="3" y="39"/>
                    </a:cubicBezTo>
                    <a:cubicBezTo>
                      <a:pt x="3" y="36"/>
                      <a:pt x="3" y="32"/>
                      <a:pt x="3" y="29"/>
                    </a:cubicBezTo>
                    <a:cubicBezTo>
                      <a:pt x="3" y="25"/>
                      <a:pt x="4" y="22"/>
                      <a:pt x="4" y="18"/>
                    </a:cubicBezTo>
                    <a:cubicBezTo>
                      <a:pt x="5" y="15"/>
                      <a:pt x="5" y="11"/>
                      <a:pt x="7" y="7"/>
                    </a:cubicBezTo>
                    <a:cubicBezTo>
                      <a:pt x="10" y="1"/>
                      <a:pt x="18" y="0"/>
                      <a:pt x="23" y="4"/>
                    </a:cubicBezTo>
                    <a:cubicBezTo>
                      <a:pt x="24" y="4"/>
                      <a:pt x="24" y="5"/>
                      <a:pt x="24" y="5"/>
                    </a:cubicBezTo>
                    <a:cubicBezTo>
                      <a:pt x="27" y="9"/>
                      <a:pt x="28" y="13"/>
                      <a:pt x="25" y="17"/>
                    </a:cubicBezTo>
                    <a:cubicBezTo>
                      <a:pt x="25" y="20"/>
                      <a:pt x="25" y="22"/>
                      <a:pt x="24" y="25"/>
                    </a:cubicBezTo>
                    <a:cubicBezTo>
                      <a:pt x="22" y="37"/>
                      <a:pt x="22" y="48"/>
                      <a:pt x="21" y="60"/>
                    </a:cubicBezTo>
                    <a:cubicBezTo>
                      <a:pt x="21" y="71"/>
                      <a:pt x="21" y="83"/>
                      <a:pt x="20" y="94"/>
                    </a:cubicBezTo>
                    <a:cubicBezTo>
                      <a:pt x="19" y="105"/>
                      <a:pt x="19" y="115"/>
                      <a:pt x="19" y="126"/>
                    </a:cubicBezTo>
                    <a:cubicBezTo>
                      <a:pt x="19" y="138"/>
                      <a:pt x="19" y="148"/>
                      <a:pt x="19" y="159"/>
                    </a:cubicBezTo>
                    <a:cubicBezTo>
                      <a:pt x="19" y="162"/>
                      <a:pt x="19" y="165"/>
                      <a:pt x="19" y="168"/>
                    </a:cubicBezTo>
                    <a:lnTo>
                      <a:pt x="19" y="167"/>
                    </a:lnTo>
                    <a:cubicBezTo>
                      <a:pt x="19" y="189"/>
                      <a:pt x="19" y="210"/>
                      <a:pt x="21" y="231"/>
                    </a:cubicBezTo>
                    <a:cubicBezTo>
                      <a:pt x="22" y="252"/>
                      <a:pt x="23" y="273"/>
                      <a:pt x="24" y="294"/>
                    </a:cubicBezTo>
                    <a:cubicBezTo>
                      <a:pt x="24" y="310"/>
                      <a:pt x="25" y="325"/>
                      <a:pt x="25" y="341"/>
                    </a:cubicBezTo>
                    <a:cubicBezTo>
                      <a:pt x="25" y="340"/>
                      <a:pt x="25" y="340"/>
                      <a:pt x="25" y="340"/>
                    </a:cubicBezTo>
                    <a:cubicBezTo>
                      <a:pt x="25" y="353"/>
                      <a:pt x="25" y="367"/>
                      <a:pt x="25" y="380"/>
                    </a:cubicBezTo>
                    <a:cubicBezTo>
                      <a:pt x="25" y="385"/>
                      <a:pt x="20" y="389"/>
                      <a:pt x="15" y="389"/>
                    </a:cubicBezTo>
                    <a:lnTo>
                      <a:pt x="14" y="38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" name="Google Shape;142;p2"/>
              <p:cNvSpPr/>
              <p:nvPr/>
            </p:nvSpPr>
            <p:spPr>
              <a:xfrm>
                <a:off x="1712520" y="2286000"/>
                <a:ext cx="31680" cy="41040"/>
              </a:xfrm>
              <a:custGeom>
                <a:avLst/>
                <a:gdLst/>
                <a:ahLst/>
                <a:cxnLst/>
                <a:rect l="l" t="t" r="r" b="b"/>
                <a:pathLst>
                  <a:path w="88" h="114" extrusionOk="0">
                    <a:moveTo>
                      <a:pt x="8" y="112"/>
                    </a:moveTo>
                    <a:cubicBezTo>
                      <a:pt x="6" y="111"/>
                      <a:pt x="4" y="110"/>
                      <a:pt x="3" y="109"/>
                    </a:cubicBezTo>
                    <a:cubicBezTo>
                      <a:pt x="1" y="107"/>
                      <a:pt x="0" y="104"/>
                      <a:pt x="0" y="101"/>
                    </a:cubicBezTo>
                    <a:cubicBezTo>
                      <a:pt x="0" y="99"/>
                      <a:pt x="1" y="96"/>
                      <a:pt x="1" y="93"/>
                    </a:cubicBezTo>
                    <a:cubicBezTo>
                      <a:pt x="2" y="89"/>
                      <a:pt x="3" y="87"/>
                      <a:pt x="4" y="83"/>
                    </a:cubicBezTo>
                    <a:cubicBezTo>
                      <a:pt x="7" y="74"/>
                      <a:pt x="10" y="66"/>
                      <a:pt x="14" y="58"/>
                    </a:cubicBezTo>
                    <a:cubicBezTo>
                      <a:pt x="17" y="51"/>
                      <a:pt x="21" y="44"/>
                      <a:pt x="25" y="37"/>
                    </a:cubicBezTo>
                    <a:cubicBezTo>
                      <a:pt x="25" y="35"/>
                      <a:pt x="26" y="33"/>
                      <a:pt x="27" y="31"/>
                    </a:cubicBezTo>
                    <a:cubicBezTo>
                      <a:pt x="29" y="27"/>
                      <a:pt x="30" y="22"/>
                      <a:pt x="32" y="18"/>
                    </a:cubicBezTo>
                    <a:cubicBezTo>
                      <a:pt x="34" y="13"/>
                      <a:pt x="38" y="6"/>
                      <a:pt x="45" y="6"/>
                    </a:cubicBezTo>
                    <a:cubicBezTo>
                      <a:pt x="46" y="4"/>
                      <a:pt x="47" y="3"/>
                      <a:pt x="49" y="3"/>
                    </a:cubicBezTo>
                    <a:cubicBezTo>
                      <a:pt x="51" y="1"/>
                      <a:pt x="54" y="0"/>
                      <a:pt x="56" y="0"/>
                    </a:cubicBezTo>
                    <a:cubicBezTo>
                      <a:pt x="59" y="0"/>
                      <a:pt x="61" y="1"/>
                      <a:pt x="64" y="3"/>
                    </a:cubicBezTo>
                    <a:cubicBezTo>
                      <a:pt x="68" y="6"/>
                      <a:pt x="71" y="13"/>
                      <a:pt x="73" y="18"/>
                    </a:cubicBezTo>
                    <a:cubicBezTo>
                      <a:pt x="74" y="22"/>
                      <a:pt x="75" y="26"/>
                      <a:pt x="75" y="30"/>
                    </a:cubicBezTo>
                    <a:cubicBezTo>
                      <a:pt x="76" y="33"/>
                      <a:pt x="77" y="35"/>
                      <a:pt x="77" y="38"/>
                    </a:cubicBezTo>
                    <a:cubicBezTo>
                      <a:pt x="77" y="41"/>
                      <a:pt x="78" y="45"/>
                      <a:pt x="78" y="48"/>
                    </a:cubicBezTo>
                    <a:cubicBezTo>
                      <a:pt x="78" y="47"/>
                      <a:pt x="78" y="47"/>
                      <a:pt x="78" y="47"/>
                    </a:cubicBezTo>
                    <a:lnTo>
                      <a:pt x="78" y="48"/>
                    </a:lnTo>
                    <a:cubicBezTo>
                      <a:pt x="78" y="49"/>
                      <a:pt x="78" y="50"/>
                      <a:pt x="79" y="52"/>
                    </a:cubicBezTo>
                    <a:cubicBezTo>
                      <a:pt x="79" y="53"/>
                      <a:pt x="79" y="54"/>
                      <a:pt x="79" y="56"/>
                    </a:cubicBezTo>
                    <a:cubicBezTo>
                      <a:pt x="81" y="63"/>
                      <a:pt x="82" y="71"/>
                      <a:pt x="84" y="80"/>
                    </a:cubicBezTo>
                    <a:cubicBezTo>
                      <a:pt x="84" y="81"/>
                      <a:pt x="85" y="83"/>
                      <a:pt x="85" y="85"/>
                    </a:cubicBezTo>
                    <a:cubicBezTo>
                      <a:pt x="87" y="90"/>
                      <a:pt x="84" y="96"/>
                      <a:pt x="79" y="98"/>
                    </a:cubicBezTo>
                    <a:cubicBezTo>
                      <a:pt x="74" y="100"/>
                      <a:pt x="68" y="97"/>
                      <a:pt x="66" y="91"/>
                    </a:cubicBezTo>
                    <a:cubicBezTo>
                      <a:pt x="63" y="82"/>
                      <a:pt x="61" y="73"/>
                      <a:pt x="60" y="64"/>
                    </a:cubicBezTo>
                    <a:lnTo>
                      <a:pt x="60" y="63"/>
                    </a:lnTo>
                    <a:cubicBezTo>
                      <a:pt x="60" y="62"/>
                      <a:pt x="60" y="61"/>
                      <a:pt x="60" y="60"/>
                    </a:cubicBezTo>
                    <a:lnTo>
                      <a:pt x="60" y="61"/>
                    </a:lnTo>
                    <a:cubicBezTo>
                      <a:pt x="60" y="60"/>
                      <a:pt x="60" y="59"/>
                      <a:pt x="60" y="58"/>
                    </a:cubicBezTo>
                    <a:lnTo>
                      <a:pt x="60" y="59"/>
                    </a:lnTo>
                    <a:cubicBezTo>
                      <a:pt x="60" y="59"/>
                      <a:pt x="60" y="58"/>
                      <a:pt x="59" y="57"/>
                    </a:cubicBezTo>
                    <a:cubicBezTo>
                      <a:pt x="58" y="52"/>
                      <a:pt x="58" y="47"/>
                      <a:pt x="57" y="42"/>
                    </a:cubicBezTo>
                    <a:cubicBezTo>
                      <a:pt x="56" y="37"/>
                      <a:pt x="56" y="32"/>
                      <a:pt x="54" y="27"/>
                    </a:cubicBezTo>
                    <a:cubicBezTo>
                      <a:pt x="51" y="32"/>
                      <a:pt x="48" y="37"/>
                      <a:pt x="44" y="42"/>
                    </a:cubicBezTo>
                    <a:cubicBezTo>
                      <a:pt x="42" y="50"/>
                      <a:pt x="40" y="57"/>
                      <a:pt x="37" y="65"/>
                    </a:cubicBezTo>
                    <a:cubicBezTo>
                      <a:pt x="35" y="71"/>
                      <a:pt x="33" y="78"/>
                      <a:pt x="31" y="84"/>
                    </a:cubicBezTo>
                    <a:cubicBezTo>
                      <a:pt x="30" y="87"/>
                      <a:pt x="29" y="91"/>
                      <a:pt x="28" y="94"/>
                    </a:cubicBezTo>
                    <a:cubicBezTo>
                      <a:pt x="27" y="95"/>
                      <a:pt x="26" y="97"/>
                      <a:pt x="26" y="99"/>
                    </a:cubicBezTo>
                    <a:cubicBezTo>
                      <a:pt x="25" y="100"/>
                      <a:pt x="25" y="102"/>
                      <a:pt x="24" y="103"/>
                    </a:cubicBezTo>
                    <a:cubicBezTo>
                      <a:pt x="23" y="105"/>
                      <a:pt x="22" y="107"/>
                      <a:pt x="21" y="109"/>
                    </a:cubicBezTo>
                    <a:cubicBezTo>
                      <a:pt x="19" y="112"/>
                      <a:pt x="15" y="113"/>
                      <a:pt x="12" y="113"/>
                    </a:cubicBezTo>
                    <a:cubicBezTo>
                      <a:pt x="11" y="113"/>
                      <a:pt x="9" y="113"/>
                      <a:pt x="8" y="1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" name="Google Shape;143;p2"/>
              <p:cNvSpPr/>
              <p:nvPr/>
            </p:nvSpPr>
            <p:spPr>
              <a:xfrm>
                <a:off x="1775160" y="2295720"/>
                <a:ext cx="15120" cy="77040"/>
              </a:xfrm>
              <a:custGeom>
                <a:avLst/>
                <a:gdLst/>
                <a:ahLst/>
                <a:cxnLst/>
                <a:rect l="l" t="t" r="r" b="b"/>
                <a:pathLst>
                  <a:path w="42" h="214" extrusionOk="0">
                    <a:moveTo>
                      <a:pt x="29" y="213"/>
                    </a:moveTo>
                    <a:cubicBezTo>
                      <a:pt x="22" y="213"/>
                      <a:pt x="19" y="207"/>
                      <a:pt x="19" y="201"/>
                    </a:cubicBezTo>
                    <a:cubicBezTo>
                      <a:pt x="20" y="199"/>
                      <a:pt x="20" y="197"/>
                      <a:pt x="20" y="195"/>
                    </a:cubicBezTo>
                    <a:cubicBezTo>
                      <a:pt x="21" y="188"/>
                      <a:pt x="21" y="181"/>
                      <a:pt x="21" y="174"/>
                    </a:cubicBezTo>
                    <a:cubicBezTo>
                      <a:pt x="21" y="167"/>
                      <a:pt x="20" y="159"/>
                      <a:pt x="20" y="152"/>
                    </a:cubicBezTo>
                    <a:cubicBezTo>
                      <a:pt x="19" y="144"/>
                      <a:pt x="19" y="135"/>
                      <a:pt x="18" y="127"/>
                    </a:cubicBezTo>
                    <a:lnTo>
                      <a:pt x="18" y="128"/>
                    </a:lnTo>
                    <a:cubicBezTo>
                      <a:pt x="17" y="122"/>
                      <a:pt x="16" y="116"/>
                      <a:pt x="15" y="109"/>
                    </a:cubicBezTo>
                    <a:lnTo>
                      <a:pt x="16" y="109"/>
                    </a:lnTo>
                    <a:cubicBezTo>
                      <a:pt x="13" y="93"/>
                      <a:pt x="10" y="78"/>
                      <a:pt x="6" y="62"/>
                    </a:cubicBezTo>
                    <a:cubicBezTo>
                      <a:pt x="5" y="54"/>
                      <a:pt x="3" y="45"/>
                      <a:pt x="2" y="36"/>
                    </a:cubicBezTo>
                    <a:cubicBezTo>
                      <a:pt x="1" y="29"/>
                      <a:pt x="0" y="22"/>
                      <a:pt x="1" y="14"/>
                    </a:cubicBezTo>
                    <a:cubicBezTo>
                      <a:pt x="1" y="10"/>
                      <a:pt x="2" y="6"/>
                      <a:pt x="5" y="3"/>
                    </a:cubicBezTo>
                    <a:cubicBezTo>
                      <a:pt x="8" y="1"/>
                      <a:pt x="12" y="0"/>
                      <a:pt x="15" y="1"/>
                    </a:cubicBezTo>
                    <a:cubicBezTo>
                      <a:pt x="20" y="2"/>
                      <a:pt x="24" y="7"/>
                      <a:pt x="23" y="13"/>
                    </a:cubicBezTo>
                    <a:cubicBezTo>
                      <a:pt x="23" y="14"/>
                      <a:pt x="22" y="15"/>
                      <a:pt x="22" y="17"/>
                    </a:cubicBezTo>
                    <a:cubicBezTo>
                      <a:pt x="21" y="19"/>
                      <a:pt x="21" y="21"/>
                      <a:pt x="21" y="24"/>
                    </a:cubicBezTo>
                    <a:cubicBezTo>
                      <a:pt x="22" y="28"/>
                      <a:pt x="22" y="32"/>
                      <a:pt x="22" y="36"/>
                    </a:cubicBezTo>
                    <a:cubicBezTo>
                      <a:pt x="26" y="58"/>
                      <a:pt x="30" y="80"/>
                      <a:pt x="34" y="102"/>
                    </a:cubicBezTo>
                    <a:cubicBezTo>
                      <a:pt x="37" y="123"/>
                      <a:pt x="39" y="145"/>
                      <a:pt x="40" y="166"/>
                    </a:cubicBezTo>
                    <a:cubicBezTo>
                      <a:pt x="41" y="179"/>
                      <a:pt x="41" y="191"/>
                      <a:pt x="40" y="204"/>
                    </a:cubicBezTo>
                    <a:cubicBezTo>
                      <a:pt x="39" y="209"/>
                      <a:pt x="35" y="213"/>
                      <a:pt x="29" y="2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" name="Google Shape;144;p2"/>
              <p:cNvSpPr/>
              <p:nvPr/>
            </p:nvSpPr>
            <p:spPr>
              <a:xfrm>
                <a:off x="1759680" y="2304720"/>
                <a:ext cx="36720" cy="35280"/>
              </a:xfrm>
              <a:custGeom>
                <a:avLst/>
                <a:gdLst/>
                <a:ahLst/>
                <a:cxnLst/>
                <a:rect l="l" t="t" r="r" b="b"/>
                <a:pathLst>
                  <a:path w="102" h="98" extrusionOk="0">
                    <a:moveTo>
                      <a:pt x="81" y="88"/>
                    </a:moveTo>
                    <a:cubicBezTo>
                      <a:pt x="80" y="82"/>
                      <a:pt x="80" y="77"/>
                      <a:pt x="79" y="72"/>
                    </a:cubicBezTo>
                    <a:cubicBezTo>
                      <a:pt x="78" y="66"/>
                      <a:pt x="77" y="60"/>
                      <a:pt x="75" y="55"/>
                    </a:cubicBezTo>
                    <a:lnTo>
                      <a:pt x="75" y="56"/>
                    </a:lnTo>
                    <a:cubicBezTo>
                      <a:pt x="74" y="51"/>
                      <a:pt x="73" y="47"/>
                      <a:pt x="71" y="42"/>
                    </a:cubicBezTo>
                    <a:cubicBezTo>
                      <a:pt x="70" y="40"/>
                      <a:pt x="68" y="37"/>
                      <a:pt x="67" y="35"/>
                    </a:cubicBezTo>
                    <a:cubicBezTo>
                      <a:pt x="66" y="33"/>
                      <a:pt x="65" y="30"/>
                      <a:pt x="63" y="29"/>
                    </a:cubicBezTo>
                    <a:cubicBezTo>
                      <a:pt x="63" y="28"/>
                      <a:pt x="61" y="27"/>
                      <a:pt x="61" y="26"/>
                    </a:cubicBezTo>
                    <a:cubicBezTo>
                      <a:pt x="60" y="26"/>
                      <a:pt x="60" y="25"/>
                      <a:pt x="60" y="25"/>
                    </a:cubicBezTo>
                    <a:cubicBezTo>
                      <a:pt x="57" y="27"/>
                      <a:pt x="53" y="28"/>
                      <a:pt x="50" y="27"/>
                    </a:cubicBezTo>
                    <a:cubicBezTo>
                      <a:pt x="49" y="27"/>
                      <a:pt x="49" y="27"/>
                      <a:pt x="49" y="28"/>
                    </a:cubicBezTo>
                    <a:cubicBezTo>
                      <a:pt x="48" y="29"/>
                      <a:pt x="47" y="30"/>
                      <a:pt x="46" y="31"/>
                    </a:cubicBezTo>
                    <a:cubicBezTo>
                      <a:pt x="44" y="34"/>
                      <a:pt x="42" y="37"/>
                      <a:pt x="40" y="40"/>
                    </a:cubicBezTo>
                    <a:cubicBezTo>
                      <a:pt x="36" y="46"/>
                      <a:pt x="33" y="53"/>
                      <a:pt x="30" y="60"/>
                    </a:cubicBezTo>
                    <a:cubicBezTo>
                      <a:pt x="27" y="65"/>
                      <a:pt x="25" y="71"/>
                      <a:pt x="22" y="77"/>
                    </a:cubicBezTo>
                    <a:cubicBezTo>
                      <a:pt x="19" y="82"/>
                      <a:pt x="14" y="84"/>
                      <a:pt x="9" y="82"/>
                    </a:cubicBezTo>
                    <a:cubicBezTo>
                      <a:pt x="4" y="81"/>
                      <a:pt x="0" y="74"/>
                      <a:pt x="3" y="69"/>
                    </a:cubicBezTo>
                    <a:cubicBezTo>
                      <a:pt x="4" y="65"/>
                      <a:pt x="5" y="61"/>
                      <a:pt x="7" y="58"/>
                    </a:cubicBezTo>
                    <a:cubicBezTo>
                      <a:pt x="8" y="55"/>
                      <a:pt x="9" y="53"/>
                      <a:pt x="10" y="51"/>
                    </a:cubicBezTo>
                    <a:cubicBezTo>
                      <a:pt x="12" y="47"/>
                      <a:pt x="14" y="43"/>
                      <a:pt x="16" y="39"/>
                    </a:cubicBezTo>
                    <a:cubicBezTo>
                      <a:pt x="18" y="35"/>
                      <a:pt x="20" y="30"/>
                      <a:pt x="22" y="26"/>
                    </a:cubicBezTo>
                    <a:cubicBezTo>
                      <a:pt x="24" y="23"/>
                      <a:pt x="25" y="21"/>
                      <a:pt x="27" y="18"/>
                    </a:cubicBezTo>
                    <a:cubicBezTo>
                      <a:pt x="29" y="14"/>
                      <a:pt x="33" y="8"/>
                      <a:pt x="38" y="5"/>
                    </a:cubicBezTo>
                    <a:cubicBezTo>
                      <a:pt x="42" y="2"/>
                      <a:pt x="47" y="0"/>
                      <a:pt x="52" y="0"/>
                    </a:cubicBezTo>
                    <a:cubicBezTo>
                      <a:pt x="57" y="1"/>
                      <a:pt x="63" y="2"/>
                      <a:pt x="67" y="5"/>
                    </a:cubicBezTo>
                    <a:cubicBezTo>
                      <a:pt x="77" y="12"/>
                      <a:pt x="84" y="21"/>
                      <a:pt x="88" y="32"/>
                    </a:cubicBezTo>
                    <a:cubicBezTo>
                      <a:pt x="96" y="49"/>
                      <a:pt x="99" y="68"/>
                      <a:pt x="101" y="86"/>
                    </a:cubicBezTo>
                    <a:cubicBezTo>
                      <a:pt x="101" y="92"/>
                      <a:pt x="96" y="96"/>
                      <a:pt x="91" y="97"/>
                    </a:cubicBezTo>
                    <a:cubicBezTo>
                      <a:pt x="85" y="97"/>
                      <a:pt x="81" y="93"/>
                      <a:pt x="81" y="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" name="Google Shape;145;p2"/>
              <p:cNvSpPr/>
              <p:nvPr/>
            </p:nvSpPr>
            <p:spPr>
              <a:xfrm>
                <a:off x="1514520" y="2087640"/>
                <a:ext cx="71640" cy="149400"/>
              </a:xfrm>
              <a:custGeom>
                <a:avLst/>
                <a:gdLst/>
                <a:ahLst/>
                <a:cxnLst/>
                <a:rect l="l" t="t" r="r" b="b"/>
                <a:pathLst>
                  <a:path w="199" h="415" extrusionOk="0">
                    <a:moveTo>
                      <a:pt x="81" y="395"/>
                    </a:moveTo>
                    <a:cubicBezTo>
                      <a:pt x="81" y="395"/>
                      <a:pt x="82" y="395"/>
                      <a:pt x="83" y="395"/>
                    </a:cubicBezTo>
                    <a:cubicBezTo>
                      <a:pt x="84" y="395"/>
                      <a:pt x="85" y="395"/>
                      <a:pt x="86" y="395"/>
                    </a:cubicBezTo>
                    <a:cubicBezTo>
                      <a:pt x="86" y="395"/>
                      <a:pt x="88" y="394"/>
                      <a:pt x="88" y="393"/>
                    </a:cubicBezTo>
                    <a:cubicBezTo>
                      <a:pt x="89" y="393"/>
                      <a:pt x="89" y="393"/>
                      <a:pt x="89" y="393"/>
                    </a:cubicBezTo>
                    <a:cubicBezTo>
                      <a:pt x="90" y="393"/>
                      <a:pt x="91" y="392"/>
                      <a:pt x="92" y="392"/>
                    </a:cubicBezTo>
                    <a:cubicBezTo>
                      <a:pt x="92" y="391"/>
                      <a:pt x="93" y="391"/>
                      <a:pt x="93" y="390"/>
                    </a:cubicBezTo>
                    <a:lnTo>
                      <a:pt x="94" y="389"/>
                    </a:lnTo>
                    <a:cubicBezTo>
                      <a:pt x="96" y="386"/>
                      <a:pt x="97" y="384"/>
                      <a:pt x="99" y="382"/>
                    </a:cubicBezTo>
                    <a:cubicBezTo>
                      <a:pt x="100" y="379"/>
                      <a:pt x="102" y="376"/>
                      <a:pt x="103" y="373"/>
                    </a:cubicBezTo>
                    <a:cubicBezTo>
                      <a:pt x="105" y="368"/>
                      <a:pt x="107" y="364"/>
                      <a:pt x="108" y="360"/>
                    </a:cubicBezTo>
                    <a:cubicBezTo>
                      <a:pt x="109" y="356"/>
                      <a:pt x="110" y="351"/>
                      <a:pt x="110" y="347"/>
                    </a:cubicBezTo>
                    <a:cubicBezTo>
                      <a:pt x="112" y="333"/>
                      <a:pt x="112" y="320"/>
                      <a:pt x="112" y="307"/>
                    </a:cubicBezTo>
                    <a:cubicBezTo>
                      <a:pt x="111" y="302"/>
                      <a:pt x="111" y="297"/>
                      <a:pt x="111" y="292"/>
                    </a:cubicBezTo>
                    <a:cubicBezTo>
                      <a:pt x="111" y="289"/>
                      <a:pt x="111" y="285"/>
                      <a:pt x="110" y="282"/>
                    </a:cubicBezTo>
                    <a:cubicBezTo>
                      <a:pt x="110" y="280"/>
                      <a:pt x="110" y="279"/>
                      <a:pt x="110" y="277"/>
                    </a:cubicBezTo>
                    <a:cubicBezTo>
                      <a:pt x="109" y="268"/>
                      <a:pt x="107" y="257"/>
                      <a:pt x="106" y="247"/>
                    </a:cubicBezTo>
                    <a:lnTo>
                      <a:pt x="106" y="246"/>
                    </a:lnTo>
                    <a:lnTo>
                      <a:pt x="106" y="247"/>
                    </a:lnTo>
                    <a:cubicBezTo>
                      <a:pt x="104" y="236"/>
                      <a:pt x="103" y="226"/>
                      <a:pt x="101" y="216"/>
                    </a:cubicBezTo>
                    <a:cubicBezTo>
                      <a:pt x="100" y="208"/>
                      <a:pt x="98" y="199"/>
                      <a:pt x="97" y="191"/>
                    </a:cubicBezTo>
                    <a:cubicBezTo>
                      <a:pt x="96" y="193"/>
                      <a:pt x="95" y="195"/>
                      <a:pt x="93" y="198"/>
                    </a:cubicBezTo>
                    <a:cubicBezTo>
                      <a:pt x="90" y="205"/>
                      <a:pt x="86" y="213"/>
                      <a:pt x="83" y="221"/>
                    </a:cubicBezTo>
                    <a:cubicBezTo>
                      <a:pt x="75" y="241"/>
                      <a:pt x="67" y="261"/>
                      <a:pt x="62" y="282"/>
                    </a:cubicBezTo>
                    <a:cubicBezTo>
                      <a:pt x="59" y="293"/>
                      <a:pt x="56" y="304"/>
                      <a:pt x="55" y="315"/>
                    </a:cubicBezTo>
                    <a:cubicBezTo>
                      <a:pt x="54" y="320"/>
                      <a:pt x="54" y="326"/>
                      <a:pt x="54" y="332"/>
                    </a:cubicBezTo>
                    <a:cubicBezTo>
                      <a:pt x="54" y="339"/>
                      <a:pt x="54" y="347"/>
                      <a:pt x="56" y="355"/>
                    </a:cubicBezTo>
                    <a:lnTo>
                      <a:pt x="56" y="354"/>
                    </a:lnTo>
                    <a:cubicBezTo>
                      <a:pt x="56" y="358"/>
                      <a:pt x="57" y="363"/>
                      <a:pt x="58" y="367"/>
                    </a:cubicBezTo>
                    <a:cubicBezTo>
                      <a:pt x="59" y="371"/>
                      <a:pt x="61" y="375"/>
                      <a:pt x="63" y="379"/>
                    </a:cubicBezTo>
                    <a:cubicBezTo>
                      <a:pt x="63" y="381"/>
                      <a:pt x="64" y="383"/>
                      <a:pt x="65" y="385"/>
                    </a:cubicBezTo>
                    <a:cubicBezTo>
                      <a:pt x="66" y="386"/>
                      <a:pt x="67" y="387"/>
                      <a:pt x="67" y="388"/>
                    </a:cubicBezTo>
                    <a:cubicBezTo>
                      <a:pt x="68" y="388"/>
                      <a:pt x="68" y="389"/>
                      <a:pt x="69" y="390"/>
                    </a:cubicBezTo>
                    <a:cubicBezTo>
                      <a:pt x="70" y="391"/>
                      <a:pt x="70" y="391"/>
                      <a:pt x="71" y="391"/>
                    </a:cubicBezTo>
                    <a:cubicBezTo>
                      <a:pt x="71" y="392"/>
                      <a:pt x="72" y="392"/>
                      <a:pt x="72" y="393"/>
                    </a:cubicBezTo>
                    <a:cubicBezTo>
                      <a:pt x="74" y="393"/>
                      <a:pt x="75" y="394"/>
                      <a:pt x="76" y="395"/>
                    </a:cubicBezTo>
                    <a:cubicBezTo>
                      <a:pt x="77" y="395"/>
                      <a:pt x="77" y="395"/>
                      <a:pt x="78" y="395"/>
                    </a:cubicBezTo>
                    <a:cubicBezTo>
                      <a:pt x="78" y="395"/>
                      <a:pt x="79" y="395"/>
                      <a:pt x="80" y="395"/>
                    </a:cubicBezTo>
                    <a:lnTo>
                      <a:pt x="81" y="395"/>
                    </a:lnTo>
                    <a:moveTo>
                      <a:pt x="78" y="414"/>
                    </a:moveTo>
                    <a:cubicBezTo>
                      <a:pt x="73" y="414"/>
                      <a:pt x="68" y="412"/>
                      <a:pt x="63" y="409"/>
                    </a:cubicBezTo>
                    <a:cubicBezTo>
                      <a:pt x="58" y="406"/>
                      <a:pt x="54" y="403"/>
                      <a:pt x="50" y="398"/>
                    </a:cubicBezTo>
                    <a:cubicBezTo>
                      <a:pt x="47" y="393"/>
                      <a:pt x="45" y="388"/>
                      <a:pt x="43" y="383"/>
                    </a:cubicBezTo>
                    <a:cubicBezTo>
                      <a:pt x="41" y="377"/>
                      <a:pt x="39" y="371"/>
                      <a:pt x="38" y="364"/>
                    </a:cubicBezTo>
                    <a:cubicBezTo>
                      <a:pt x="37" y="358"/>
                      <a:pt x="36" y="352"/>
                      <a:pt x="36" y="346"/>
                    </a:cubicBezTo>
                    <a:cubicBezTo>
                      <a:pt x="35" y="339"/>
                      <a:pt x="35" y="332"/>
                      <a:pt x="36" y="325"/>
                    </a:cubicBezTo>
                    <a:cubicBezTo>
                      <a:pt x="36" y="311"/>
                      <a:pt x="39" y="297"/>
                      <a:pt x="43" y="284"/>
                    </a:cubicBezTo>
                    <a:cubicBezTo>
                      <a:pt x="46" y="270"/>
                      <a:pt x="50" y="258"/>
                      <a:pt x="55" y="245"/>
                    </a:cubicBezTo>
                    <a:cubicBezTo>
                      <a:pt x="60" y="232"/>
                      <a:pt x="65" y="219"/>
                      <a:pt x="71" y="207"/>
                    </a:cubicBezTo>
                    <a:cubicBezTo>
                      <a:pt x="77" y="194"/>
                      <a:pt x="84" y="183"/>
                      <a:pt x="91" y="171"/>
                    </a:cubicBezTo>
                    <a:cubicBezTo>
                      <a:pt x="92" y="169"/>
                      <a:pt x="93" y="167"/>
                      <a:pt x="93" y="165"/>
                    </a:cubicBezTo>
                    <a:cubicBezTo>
                      <a:pt x="93" y="163"/>
                      <a:pt x="93" y="162"/>
                      <a:pt x="93" y="161"/>
                    </a:cubicBezTo>
                    <a:cubicBezTo>
                      <a:pt x="92" y="150"/>
                      <a:pt x="91" y="140"/>
                      <a:pt x="90" y="129"/>
                    </a:cubicBezTo>
                    <a:cubicBezTo>
                      <a:pt x="90" y="127"/>
                      <a:pt x="90" y="124"/>
                      <a:pt x="89" y="121"/>
                    </a:cubicBezTo>
                    <a:cubicBezTo>
                      <a:pt x="89" y="116"/>
                      <a:pt x="89" y="111"/>
                      <a:pt x="88" y="106"/>
                    </a:cubicBezTo>
                    <a:cubicBezTo>
                      <a:pt x="88" y="107"/>
                      <a:pt x="88" y="109"/>
                      <a:pt x="87" y="110"/>
                    </a:cubicBezTo>
                    <a:cubicBezTo>
                      <a:pt x="83" y="123"/>
                      <a:pt x="78" y="135"/>
                      <a:pt x="71" y="146"/>
                    </a:cubicBezTo>
                    <a:cubicBezTo>
                      <a:pt x="68" y="151"/>
                      <a:pt x="64" y="155"/>
                      <a:pt x="59" y="159"/>
                    </a:cubicBezTo>
                    <a:cubicBezTo>
                      <a:pt x="55" y="162"/>
                      <a:pt x="49" y="162"/>
                      <a:pt x="43" y="160"/>
                    </a:cubicBezTo>
                    <a:cubicBezTo>
                      <a:pt x="38" y="159"/>
                      <a:pt x="35" y="155"/>
                      <a:pt x="32" y="150"/>
                    </a:cubicBezTo>
                    <a:cubicBezTo>
                      <a:pt x="30" y="146"/>
                      <a:pt x="30" y="142"/>
                      <a:pt x="29" y="138"/>
                    </a:cubicBezTo>
                    <a:cubicBezTo>
                      <a:pt x="25" y="121"/>
                      <a:pt x="22" y="104"/>
                      <a:pt x="19" y="86"/>
                    </a:cubicBezTo>
                    <a:cubicBezTo>
                      <a:pt x="18" y="74"/>
                      <a:pt x="16" y="60"/>
                      <a:pt x="14" y="47"/>
                    </a:cubicBezTo>
                    <a:cubicBezTo>
                      <a:pt x="13" y="48"/>
                      <a:pt x="11" y="49"/>
                      <a:pt x="9" y="48"/>
                    </a:cubicBezTo>
                    <a:cubicBezTo>
                      <a:pt x="4" y="47"/>
                      <a:pt x="0" y="41"/>
                      <a:pt x="1" y="36"/>
                    </a:cubicBezTo>
                    <a:cubicBezTo>
                      <a:pt x="1" y="32"/>
                      <a:pt x="3" y="29"/>
                      <a:pt x="3" y="25"/>
                    </a:cubicBezTo>
                    <a:cubicBezTo>
                      <a:pt x="4" y="21"/>
                      <a:pt x="5" y="16"/>
                      <a:pt x="5" y="12"/>
                    </a:cubicBezTo>
                    <a:cubicBezTo>
                      <a:pt x="6" y="9"/>
                      <a:pt x="7" y="8"/>
                      <a:pt x="8" y="6"/>
                    </a:cubicBezTo>
                    <a:cubicBezTo>
                      <a:pt x="9" y="4"/>
                      <a:pt x="10" y="3"/>
                      <a:pt x="12" y="2"/>
                    </a:cubicBezTo>
                    <a:cubicBezTo>
                      <a:pt x="16" y="0"/>
                      <a:pt x="21" y="1"/>
                      <a:pt x="25" y="4"/>
                    </a:cubicBezTo>
                    <a:cubicBezTo>
                      <a:pt x="28" y="7"/>
                      <a:pt x="29" y="10"/>
                      <a:pt x="30" y="14"/>
                    </a:cubicBezTo>
                    <a:cubicBezTo>
                      <a:pt x="30" y="16"/>
                      <a:pt x="30" y="19"/>
                      <a:pt x="31" y="21"/>
                    </a:cubicBezTo>
                    <a:cubicBezTo>
                      <a:pt x="32" y="24"/>
                      <a:pt x="32" y="28"/>
                      <a:pt x="32" y="30"/>
                    </a:cubicBezTo>
                    <a:cubicBezTo>
                      <a:pt x="35" y="47"/>
                      <a:pt x="36" y="65"/>
                      <a:pt x="39" y="82"/>
                    </a:cubicBezTo>
                    <a:cubicBezTo>
                      <a:pt x="39" y="81"/>
                      <a:pt x="38" y="81"/>
                      <a:pt x="38" y="81"/>
                    </a:cubicBezTo>
                    <a:cubicBezTo>
                      <a:pt x="39" y="88"/>
                      <a:pt x="40" y="95"/>
                      <a:pt x="41" y="102"/>
                    </a:cubicBezTo>
                    <a:lnTo>
                      <a:pt x="41" y="101"/>
                    </a:lnTo>
                    <a:cubicBezTo>
                      <a:pt x="42" y="104"/>
                      <a:pt x="42" y="107"/>
                      <a:pt x="43" y="110"/>
                    </a:cubicBezTo>
                    <a:cubicBezTo>
                      <a:pt x="43" y="113"/>
                      <a:pt x="43" y="115"/>
                      <a:pt x="44" y="117"/>
                    </a:cubicBezTo>
                    <a:cubicBezTo>
                      <a:pt x="45" y="121"/>
                      <a:pt x="46" y="125"/>
                      <a:pt x="46" y="128"/>
                    </a:cubicBezTo>
                    <a:cubicBezTo>
                      <a:pt x="47" y="131"/>
                      <a:pt x="48" y="134"/>
                      <a:pt x="49" y="136"/>
                    </a:cubicBezTo>
                    <a:cubicBezTo>
                      <a:pt x="49" y="137"/>
                      <a:pt x="49" y="139"/>
                      <a:pt x="50" y="140"/>
                    </a:cubicBezTo>
                    <a:cubicBezTo>
                      <a:pt x="51" y="139"/>
                      <a:pt x="51" y="138"/>
                      <a:pt x="53" y="137"/>
                    </a:cubicBezTo>
                    <a:cubicBezTo>
                      <a:pt x="54" y="135"/>
                      <a:pt x="55" y="134"/>
                      <a:pt x="56" y="132"/>
                    </a:cubicBezTo>
                    <a:lnTo>
                      <a:pt x="56" y="131"/>
                    </a:lnTo>
                    <a:cubicBezTo>
                      <a:pt x="56" y="132"/>
                      <a:pt x="56" y="132"/>
                      <a:pt x="56" y="132"/>
                    </a:cubicBezTo>
                    <a:cubicBezTo>
                      <a:pt x="58" y="127"/>
                      <a:pt x="61" y="122"/>
                      <a:pt x="64" y="117"/>
                    </a:cubicBezTo>
                    <a:cubicBezTo>
                      <a:pt x="63" y="117"/>
                      <a:pt x="63" y="118"/>
                      <a:pt x="63" y="118"/>
                    </a:cubicBezTo>
                    <a:cubicBezTo>
                      <a:pt x="69" y="103"/>
                      <a:pt x="74" y="88"/>
                      <a:pt x="78" y="72"/>
                    </a:cubicBezTo>
                    <a:cubicBezTo>
                      <a:pt x="82" y="58"/>
                      <a:pt x="85" y="43"/>
                      <a:pt x="87" y="29"/>
                    </a:cubicBezTo>
                    <a:cubicBezTo>
                      <a:pt x="88" y="28"/>
                      <a:pt x="88" y="27"/>
                      <a:pt x="88" y="26"/>
                    </a:cubicBezTo>
                    <a:cubicBezTo>
                      <a:pt x="88" y="23"/>
                      <a:pt x="89" y="21"/>
                      <a:pt x="91" y="19"/>
                    </a:cubicBezTo>
                    <a:cubicBezTo>
                      <a:pt x="93" y="17"/>
                      <a:pt x="96" y="16"/>
                      <a:pt x="99" y="16"/>
                    </a:cubicBezTo>
                    <a:cubicBezTo>
                      <a:pt x="104" y="16"/>
                      <a:pt x="109" y="22"/>
                      <a:pt x="108" y="27"/>
                    </a:cubicBezTo>
                    <a:cubicBezTo>
                      <a:pt x="107" y="50"/>
                      <a:pt x="107" y="73"/>
                      <a:pt x="107" y="96"/>
                    </a:cubicBezTo>
                    <a:cubicBezTo>
                      <a:pt x="107" y="104"/>
                      <a:pt x="107" y="112"/>
                      <a:pt x="108" y="120"/>
                    </a:cubicBezTo>
                    <a:cubicBezTo>
                      <a:pt x="108" y="127"/>
                      <a:pt x="109" y="132"/>
                      <a:pt x="109" y="138"/>
                    </a:cubicBezTo>
                    <a:cubicBezTo>
                      <a:pt x="109" y="139"/>
                      <a:pt x="109" y="139"/>
                      <a:pt x="109" y="140"/>
                    </a:cubicBezTo>
                    <a:cubicBezTo>
                      <a:pt x="113" y="134"/>
                      <a:pt x="116" y="129"/>
                      <a:pt x="120" y="123"/>
                    </a:cubicBezTo>
                    <a:cubicBezTo>
                      <a:pt x="127" y="113"/>
                      <a:pt x="134" y="103"/>
                      <a:pt x="140" y="92"/>
                    </a:cubicBezTo>
                    <a:cubicBezTo>
                      <a:pt x="155" y="69"/>
                      <a:pt x="170" y="47"/>
                      <a:pt x="184" y="24"/>
                    </a:cubicBezTo>
                    <a:cubicBezTo>
                      <a:pt x="187" y="21"/>
                      <a:pt x="191" y="20"/>
                      <a:pt x="194" y="22"/>
                    </a:cubicBezTo>
                    <a:cubicBezTo>
                      <a:pt x="198" y="25"/>
                      <a:pt x="198" y="29"/>
                      <a:pt x="197" y="32"/>
                    </a:cubicBezTo>
                    <a:cubicBezTo>
                      <a:pt x="181" y="56"/>
                      <a:pt x="166" y="80"/>
                      <a:pt x="151" y="104"/>
                    </a:cubicBezTo>
                    <a:cubicBezTo>
                      <a:pt x="137" y="125"/>
                      <a:pt x="124" y="145"/>
                      <a:pt x="111" y="166"/>
                    </a:cubicBezTo>
                    <a:cubicBezTo>
                      <a:pt x="112" y="171"/>
                      <a:pt x="113" y="177"/>
                      <a:pt x="113" y="183"/>
                    </a:cubicBezTo>
                    <a:lnTo>
                      <a:pt x="113" y="184"/>
                    </a:lnTo>
                    <a:lnTo>
                      <a:pt x="113" y="183"/>
                    </a:lnTo>
                    <a:cubicBezTo>
                      <a:pt x="116" y="203"/>
                      <a:pt x="120" y="223"/>
                      <a:pt x="123" y="243"/>
                    </a:cubicBezTo>
                    <a:cubicBezTo>
                      <a:pt x="124" y="253"/>
                      <a:pt x="125" y="263"/>
                      <a:pt x="127" y="273"/>
                    </a:cubicBezTo>
                    <a:cubicBezTo>
                      <a:pt x="127" y="276"/>
                      <a:pt x="128" y="279"/>
                      <a:pt x="128" y="283"/>
                    </a:cubicBezTo>
                    <a:cubicBezTo>
                      <a:pt x="128" y="289"/>
                      <a:pt x="128" y="296"/>
                      <a:pt x="129" y="303"/>
                    </a:cubicBezTo>
                    <a:cubicBezTo>
                      <a:pt x="130" y="312"/>
                      <a:pt x="129" y="321"/>
                      <a:pt x="129" y="330"/>
                    </a:cubicBezTo>
                    <a:cubicBezTo>
                      <a:pt x="129" y="342"/>
                      <a:pt x="128" y="355"/>
                      <a:pt x="125" y="367"/>
                    </a:cubicBezTo>
                    <a:cubicBezTo>
                      <a:pt x="123" y="373"/>
                      <a:pt x="121" y="379"/>
                      <a:pt x="118" y="385"/>
                    </a:cubicBezTo>
                    <a:cubicBezTo>
                      <a:pt x="117" y="388"/>
                      <a:pt x="116" y="391"/>
                      <a:pt x="114" y="393"/>
                    </a:cubicBezTo>
                    <a:cubicBezTo>
                      <a:pt x="112" y="396"/>
                      <a:pt x="110" y="399"/>
                      <a:pt x="109" y="401"/>
                    </a:cubicBezTo>
                    <a:cubicBezTo>
                      <a:pt x="102" y="410"/>
                      <a:pt x="91" y="414"/>
                      <a:pt x="80" y="414"/>
                    </a:cubicBezTo>
                    <a:cubicBezTo>
                      <a:pt x="79" y="414"/>
                      <a:pt x="79" y="414"/>
                      <a:pt x="78" y="4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" name="Google Shape;146;p2"/>
              <p:cNvSpPr/>
              <p:nvPr/>
            </p:nvSpPr>
            <p:spPr>
              <a:xfrm>
                <a:off x="1271160" y="2242080"/>
                <a:ext cx="851760" cy="552600"/>
              </a:xfrm>
              <a:custGeom>
                <a:avLst/>
                <a:gdLst/>
                <a:ahLst/>
                <a:cxnLst/>
                <a:rect l="l" t="t" r="r" b="b"/>
                <a:pathLst>
                  <a:path w="2366" h="1535" extrusionOk="0">
                    <a:moveTo>
                      <a:pt x="16" y="1532"/>
                    </a:moveTo>
                    <a:cubicBezTo>
                      <a:pt x="7" y="1530"/>
                      <a:pt x="0" y="1522"/>
                      <a:pt x="0" y="1512"/>
                    </a:cubicBezTo>
                    <a:cubicBezTo>
                      <a:pt x="0" y="1503"/>
                      <a:pt x="9" y="1493"/>
                      <a:pt x="20" y="1494"/>
                    </a:cubicBezTo>
                    <a:cubicBezTo>
                      <a:pt x="25" y="1494"/>
                      <a:pt x="30" y="1495"/>
                      <a:pt x="35" y="1496"/>
                    </a:cubicBezTo>
                    <a:cubicBezTo>
                      <a:pt x="41" y="1496"/>
                      <a:pt x="47" y="1496"/>
                      <a:pt x="53" y="1496"/>
                    </a:cubicBezTo>
                    <a:cubicBezTo>
                      <a:pt x="73" y="1494"/>
                      <a:pt x="92" y="1492"/>
                      <a:pt x="111" y="1489"/>
                    </a:cubicBezTo>
                    <a:cubicBezTo>
                      <a:pt x="110" y="1489"/>
                      <a:pt x="110" y="1489"/>
                      <a:pt x="110" y="1490"/>
                    </a:cubicBezTo>
                    <a:cubicBezTo>
                      <a:pt x="126" y="1487"/>
                      <a:pt x="141" y="1484"/>
                      <a:pt x="156" y="1480"/>
                    </a:cubicBezTo>
                    <a:cubicBezTo>
                      <a:pt x="171" y="1477"/>
                      <a:pt x="186" y="1473"/>
                      <a:pt x="200" y="1469"/>
                    </a:cubicBezTo>
                    <a:cubicBezTo>
                      <a:pt x="205" y="1468"/>
                      <a:pt x="209" y="1466"/>
                      <a:pt x="214" y="1464"/>
                    </a:cubicBezTo>
                    <a:cubicBezTo>
                      <a:pt x="232" y="1455"/>
                      <a:pt x="250" y="1445"/>
                      <a:pt x="267" y="1434"/>
                    </a:cubicBezTo>
                    <a:cubicBezTo>
                      <a:pt x="267" y="1434"/>
                      <a:pt x="266" y="1434"/>
                      <a:pt x="266" y="1435"/>
                    </a:cubicBezTo>
                    <a:cubicBezTo>
                      <a:pt x="293" y="1418"/>
                      <a:pt x="321" y="1401"/>
                      <a:pt x="348" y="1383"/>
                    </a:cubicBezTo>
                    <a:cubicBezTo>
                      <a:pt x="375" y="1364"/>
                      <a:pt x="401" y="1345"/>
                      <a:pt x="427" y="1325"/>
                    </a:cubicBezTo>
                    <a:cubicBezTo>
                      <a:pt x="455" y="1302"/>
                      <a:pt x="483" y="1278"/>
                      <a:pt x="511" y="1254"/>
                    </a:cubicBezTo>
                    <a:cubicBezTo>
                      <a:pt x="538" y="1231"/>
                      <a:pt x="565" y="1207"/>
                      <a:pt x="590" y="1180"/>
                    </a:cubicBezTo>
                    <a:cubicBezTo>
                      <a:pt x="606" y="1163"/>
                      <a:pt x="622" y="1145"/>
                      <a:pt x="637" y="1126"/>
                    </a:cubicBezTo>
                    <a:cubicBezTo>
                      <a:pt x="653" y="1108"/>
                      <a:pt x="668" y="1090"/>
                      <a:pt x="684" y="1073"/>
                    </a:cubicBezTo>
                    <a:cubicBezTo>
                      <a:pt x="701" y="1054"/>
                      <a:pt x="718" y="1036"/>
                      <a:pt x="733" y="1017"/>
                    </a:cubicBezTo>
                    <a:cubicBezTo>
                      <a:pt x="748" y="999"/>
                      <a:pt x="763" y="980"/>
                      <a:pt x="778" y="961"/>
                    </a:cubicBezTo>
                    <a:cubicBezTo>
                      <a:pt x="793" y="942"/>
                      <a:pt x="808" y="923"/>
                      <a:pt x="823" y="904"/>
                    </a:cubicBezTo>
                    <a:cubicBezTo>
                      <a:pt x="839" y="884"/>
                      <a:pt x="857" y="866"/>
                      <a:pt x="874" y="848"/>
                    </a:cubicBezTo>
                    <a:cubicBezTo>
                      <a:pt x="891" y="831"/>
                      <a:pt x="908" y="814"/>
                      <a:pt x="925" y="797"/>
                    </a:cubicBezTo>
                    <a:cubicBezTo>
                      <a:pt x="942" y="779"/>
                      <a:pt x="961" y="761"/>
                      <a:pt x="979" y="745"/>
                    </a:cubicBezTo>
                    <a:cubicBezTo>
                      <a:pt x="1004" y="722"/>
                      <a:pt x="1030" y="701"/>
                      <a:pt x="1057" y="679"/>
                    </a:cubicBezTo>
                    <a:cubicBezTo>
                      <a:pt x="1070" y="668"/>
                      <a:pt x="1084" y="657"/>
                      <a:pt x="1097" y="646"/>
                    </a:cubicBezTo>
                    <a:cubicBezTo>
                      <a:pt x="1110" y="636"/>
                      <a:pt x="1123" y="626"/>
                      <a:pt x="1136" y="616"/>
                    </a:cubicBezTo>
                    <a:cubicBezTo>
                      <a:pt x="1157" y="599"/>
                      <a:pt x="1178" y="581"/>
                      <a:pt x="1199" y="562"/>
                    </a:cubicBezTo>
                    <a:cubicBezTo>
                      <a:pt x="1219" y="544"/>
                      <a:pt x="1238" y="526"/>
                      <a:pt x="1257" y="506"/>
                    </a:cubicBezTo>
                    <a:cubicBezTo>
                      <a:pt x="1256" y="507"/>
                      <a:pt x="1256" y="507"/>
                      <a:pt x="1255" y="508"/>
                    </a:cubicBezTo>
                    <a:cubicBezTo>
                      <a:pt x="1258" y="506"/>
                      <a:pt x="1260" y="503"/>
                      <a:pt x="1262" y="501"/>
                    </a:cubicBezTo>
                    <a:lnTo>
                      <a:pt x="1262" y="502"/>
                    </a:lnTo>
                    <a:cubicBezTo>
                      <a:pt x="1262" y="501"/>
                      <a:pt x="1263" y="500"/>
                      <a:pt x="1263" y="499"/>
                    </a:cubicBezTo>
                    <a:cubicBezTo>
                      <a:pt x="1264" y="499"/>
                      <a:pt x="1264" y="499"/>
                      <a:pt x="1265" y="499"/>
                    </a:cubicBezTo>
                    <a:cubicBezTo>
                      <a:pt x="1265" y="498"/>
                      <a:pt x="1265" y="498"/>
                      <a:pt x="1266" y="497"/>
                    </a:cubicBezTo>
                    <a:cubicBezTo>
                      <a:pt x="1267" y="496"/>
                      <a:pt x="1268" y="496"/>
                      <a:pt x="1268" y="495"/>
                    </a:cubicBezTo>
                    <a:lnTo>
                      <a:pt x="1268" y="496"/>
                    </a:lnTo>
                    <a:cubicBezTo>
                      <a:pt x="1294" y="467"/>
                      <a:pt x="1322" y="440"/>
                      <a:pt x="1350" y="411"/>
                    </a:cubicBezTo>
                    <a:cubicBezTo>
                      <a:pt x="1349" y="412"/>
                      <a:pt x="1349" y="412"/>
                      <a:pt x="1348" y="413"/>
                    </a:cubicBezTo>
                    <a:cubicBezTo>
                      <a:pt x="1350" y="411"/>
                      <a:pt x="1353" y="408"/>
                      <a:pt x="1355" y="405"/>
                    </a:cubicBezTo>
                    <a:cubicBezTo>
                      <a:pt x="1357" y="404"/>
                      <a:pt x="1359" y="401"/>
                      <a:pt x="1361" y="400"/>
                    </a:cubicBezTo>
                    <a:cubicBezTo>
                      <a:pt x="1361" y="399"/>
                      <a:pt x="1362" y="398"/>
                      <a:pt x="1363" y="398"/>
                    </a:cubicBezTo>
                    <a:cubicBezTo>
                      <a:pt x="1375" y="384"/>
                      <a:pt x="1388" y="372"/>
                      <a:pt x="1402" y="360"/>
                    </a:cubicBezTo>
                    <a:cubicBezTo>
                      <a:pt x="1417" y="348"/>
                      <a:pt x="1431" y="336"/>
                      <a:pt x="1446" y="323"/>
                    </a:cubicBezTo>
                    <a:cubicBezTo>
                      <a:pt x="1460" y="312"/>
                      <a:pt x="1473" y="299"/>
                      <a:pt x="1487" y="287"/>
                    </a:cubicBezTo>
                    <a:cubicBezTo>
                      <a:pt x="1502" y="275"/>
                      <a:pt x="1516" y="263"/>
                      <a:pt x="1532" y="252"/>
                    </a:cubicBezTo>
                    <a:cubicBezTo>
                      <a:pt x="1550" y="236"/>
                      <a:pt x="1569" y="220"/>
                      <a:pt x="1589" y="206"/>
                    </a:cubicBezTo>
                    <a:cubicBezTo>
                      <a:pt x="1609" y="192"/>
                      <a:pt x="1629" y="179"/>
                      <a:pt x="1650" y="165"/>
                    </a:cubicBezTo>
                    <a:cubicBezTo>
                      <a:pt x="1670" y="151"/>
                      <a:pt x="1690" y="137"/>
                      <a:pt x="1711" y="125"/>
                    </a:cubicBezTo>
                    <a:cubicBezTo>
                      <a:pt x="1721" y="119"/>
                      <a:pt x="1731" y="113"/>
                      <a:pt x="1742" y="108"/>
                    </a:cubicBezTo>
                    <a:cubicBezTo>
                      <a:pt x="1752" y="102"/>
                      <a:pt x="1762" y="96"/>
                      <a:pt x="1773" y="91"/>
                    </a:cubicBezTo>
                    <a:cubicBezTo>
                      <a:pt x="1792" y="81"/>
                      <a:pt x="1812" y="70"/>
                      <a:pt x="1832" y="63"/>
                    </a:cubicBezTo>
                    <a:cubicBezTo>
                      <a:pt x="1853" y="55"/>
                      <a:pt x="1875" y="49"/>
                      <a:pt x="1896" y="43"/>
                    </a:cubicBezTo>
                    <a:cubicBezTo>
                      <a:pt x="1916" y="37"/>
                      <a:pt x="1936" y="31"/>
                      <a:pt x="1957" y="28"/>
                    </a:cubicBezTo>
                    <a:cubicBezTo>
                      <a:pt x="1968" y="26"/>
                      <a:pt x="1980" y="24"/>
                      <a:pt x="1992" y="23"/>
                    </a:cubicBezTo>
                    <a:cubicBezTo>
                      <a:pt x="2002" y="22"/>
                      <a:pt x="2013" y="22"/>
                      <a:pt x="2024" y="22"/>
                    </a:cubicBezTo>
                    <a:lnTo>
                      <a:pt x="2023" y="22"/>
                    </a:lnTo>
                    <a:cubicBezTo>
                      <a:pt x="2039" y="21"/>
                      <a:pt x="2055" y="20"/>
                      <a:pt x="2072" y="18"/>
                    </a:cubicBezTo>
                    <a:cubicBezTo>
                      <a:pt x="2088" y="16"/>
                      <a:pt x="2105" y="14"/>
                      <a:pt x="2122" y="11"/>
                    </a:cubicBezTo>
                    <a:cubicBezTo>
                      <a:pt x="2142" y="8"/>
                      <a:pt x="2161" y="4"/>
                      <a:pt x="2181" y="2"/>
                    </a:cubicBezTo>
                    <a:cubicBezTo>
                      <a:pt x="2202" y="0"/>
                      <a:pt x="2222" y="0"/>
                      <a:pt x="2242" y="1"/>
                    </a:cubicBezTo>
                    <a:cubicBezTo>
                      <a:pt x="2262" y="1"/>
                      <a:pt x="2281" y="2"/>
                      <a:pt x="2301" y="4"/>
                    </a:cubicBezTo>
                    <a:cubicBezTo>
                      <a:pt x="2310" y="5"/>
                      <a:pt x="2321" y="6"/>
                      <a:pt x="2331" y="9"/>
                    </a:cubicBezTo>
                    <a:cubicBezTo>
                      <a:pt x="2338" y="10"/>
                      <a:pt x="2345" y="13"/>
                      <a:pt x="2352" y="16"/>
                    </a:cubicBezTo>
                    <a:cubicBezTo>
                      <a:pt x="2361" y="20"/>
                      <a:pt x="2365" y="30"/>
                      <a:pt x="2361" y="40"/>
                    </a:cubicBezTo>
                    <a:cubicBezTo>
                      <a:pt x="2357" y="48"/>
                      <a:pt x="2347" y="52"/>
                      <a:pt x="2338" y="48"/>
                    </a:cubicBezTo>
                    <a:cubicBezTo>
                      <a:pt x="2336" y="47"/>
                      <a:pt x="2333" y="46"/>
                      <a:pt x="2331" y="45"/>
                    </a:cubicBezTo>
                    <a:cubicBezTo>
                      <a:pt x="2329" y="44"/>
                      <a:pt x="2326" y="44"/>
                      <a:pt x="2324" y="43"/>
                    </a:cubicBezTo>
                    <a:cubicBezTo>
                      <a:pt x="2313" y="41"/>
                      <a:pt x="2304" y="40"/>
                      <a:pt x="2293" y="38"/>
                    </a:cubicBezTo>
                    <a:cubicBezTo>
                      <a:pt x="2291" y="38"/>
                      <a:pt x="2288" y="38"/>
                      <a:pt x="2285" y="38"/>
                    </a:cubicBezTo>
                    <a:cubicBezTo>
                      <a:pt x="2286" y="38"/>
                      <a:pt x="2286" y="38"/>
                      <a:pt x="2286" y="38"/>
                    </a:cubicBezTo>
                    <a:cubicBezTo>
                      <a:pt x="2285" y="38"/>
                      <a:pt x="2285" y="38"/>
                      <a:pt x="2284" y="38"/>
                    </a:cubicBezTo>
                    <a:cubicBezTo>
                      <a:pt x="2271" y="37"/>
                      <a:pt x="2259" y="36"/>
                      <a:pt x="2246" y="36"/>
                    </a:cubicBezTo>
                    <a:cubicBezTo>
                      <a:pt x="2233" y="35"/>
                      <a:pt x="2220" y="35"/>
                      <a:pt x="2206" y="35"/>
                    </a:cubicBezTo>
                    <a:cubicBezTo>
                      <a:pt x="2199" y="36"/>
                      <a:pt x="2192" y="36"/>
                      <a:pt x="2185" y="37"/>
                    </a:cubicBezTo>
                    <a:cubicBezTo>
                      <a:pt x="2177" y="37"/>
                      <a:pt x="2169" y="38"/>
                      <a:pt x="2161" y="40"/>
                    </a:cubicBezTo>
                    <a:cubicBezTo>
                      <a:pt x="2145" y="43"/>
                      <a:pt x="2129" y="45"/>
                      <a:pt x="2112" y="48"/>
                    </a:cubicBezTo>
                    <a:cubicBezTo>
                      <a:pt x="2095" y="51"/>
                      <a:pt x="2077" y="53"/>
                      <a:pt x="2059" y="55"/>
                    </a:cubicBezTo>
                    <a:cubicBezTo>
                      <a:pt x="2044" y="57"/>
                      <a:pt x="2028" y="58"/>
                      <a:pt x="2012" y="58"/>
                    </a:cubicBezTo>
                    <a:cubicBezTo>
                      <a:pt x="1995" y="59"/>
                      <a:pt x="1978" y="61"/>
                      <a:pt x="1962" y="64"/>
                    </a:cubicBezTo>
                    <a:cubicBezTo>
                      <a:pt x="1939" y="69"/>
                      <a:pt x="1917" y="74"/>
                      <a:pt x="1894" y="81"/>
                    </a:cubicBezTo>
                    <a:cubicBezTo>
                      <a:pt x="1872" y="88"/>
                      <a:pt x="1851" y="95"/>
                      <a:pt x="1830" y="104"/>
                    </a:cubicBezTo>
                    <a:cubicBezTo>
                      <a:pt x="1790" y="122"/>
                      <a:pt x="1753" y="143"/>
                      <a:pt x="1716" y="165"/>
                    </a:cubicBezTo>
                    <a:cubicBezTo>
                      <a:pt x="1694" y="179"/>
                      <a:pt x="1673" y="194"/>
                      <a:pt x="1652" y="209"/>
                    </a:cubicBezTo>
                    <a:cubicBezTo>
                      <a:pt x="1631" y="222"/>
                      <a:pt x="1611" y="236"/>
                      <a:pt x="1591" y="252"/>
                    </a:cubicBezTo>
                    <a:cubicBezTo>
                      <a:pt x="1573" y="266"/>
                      <a:pt x="1555" y="281"/>
                      <a:pt x="1537" y="295"/>
                    </a:cubicBezTo>
                    <a:cubicBezTo>
                      <a:pt x="1511" y="316"/>
                      <a:pt x="1486" y="338"/>
                      <a:pt x="1460" y="360"/>
                    </a:cubicBezTo>
                    <a:cubicBezTo>
                      <a:pt x="1447" y="372"/>
                      <a:pt x="1433" y="383"/>
                      <a:pt x="1420" y="395"/>
                    </a:cubicBezTo>
                    <a:cubicBezTo>
                      <a:pt x="1407" y="407"/>
                      <a:pt x="1395" y="419"/>
                      <a:pt x="1382" y="432"/>
                    </a:cubicBezTo>
                    <a:lnTo>
                      <a:pt x="1383" y="432"/>
                    </a:lnTo>
                    <a:cubicBezTo>
                      <a:pt x="1355" y="460"/>
                      <a:pt x="1326" y="488"/>
                      <a:pt x="1298" y="517"/>
                    </a:cubicBezTo>
                    <a:cubicBezTo>
                      <a:pt x="1299" y="517"/>
                      <a:pt x="1300" y="516"/>
                      <a:pt x="1300" y="516"/>
                    </a:cubicBezTo>
                    <a:cubicBezTo>
                      <a:pt x="1286" y="531"/>
                      <a:pt x="1272" y="546"/>
                      <a:pt x="1256" y="561"/>
                    </a:cubicBezTo>
                    <a:cubicBezTo>
                      <a:pt x="1242" y="575"/>
                      <a:pt x="1227" y="588"/>
                      <a:pt x="1212" y="602"/>
                    </a:cubicBezTo>
                    <a:cubicBezTo>
                      <a:pt x="1180" y="629"/>
                      <a:pt x="1148" y="655"/>
                      <a:pt x="1115" y="681"/>
                    </a:cubicBezTo>
                    <a:cubicBezTo>
                      <a:pt x="1116" y="680"/>
                      <a:pt x="1116" y="680"/>
                      <a:pt x="1117" y="680"/>
                    </a:cubicBezTo>
                    <a:cubicBezTo>
                      <a:pt x="1104" y="690"/>
                      <a:pt x="1092" y="699"/>
                      <a:pt x="1080" y="709"/>
                    </a:cubicBezTo>
                    <a:cubicBezTo>
                      <a:pt x="1081" y="709"/>
                      <a:pt x="1081" y="708"/>
                      <a:pt x="1082" y="708"/>
                    </a:cubicBezTo>
                    <a:cubicBezTo>
                      <a:pt x="1046" y="736"/>
                      <a:pt x="1010" y="766"/>
                      <a:pt x="977" y="799"/>
                    </a:cubicBezTo>
                    <a:cubicBezTo>
                      <a:pt x="962" y="814"/>
                      <a:pt x="947" y="829"/>
                      <a:pt x="931" y="845"/>
                    </a:cubicBezTo>
                    <a:cubicBezTo>
                      <a:pt x="916" y="861"/>
                      <a:pt x="899" y="877"/>
                      <a:pt x="883" y="893"/>
                    </a:cubicBezTo>
                    <a:lnTo>
                      <a:pt x="884" y="893"/>
                    </a:lnTo>
                    <a:cubicBezTo>
                      <a:pt x="867" y="910"/>
                      <a:pt x="852" y="928"/>
                      <a:pt x="838" y="946"/>
                    </a:cubicBezTo>
                    <a:cubicBezTo>
                      <a:pt x="822" y="966"/>
                      <a:pt x="807" y="985"/>
                      <a:pt x="792" y="1005"/>
                    </a:cubicBezTo>
                    <a:cubicBezTo>
                      <a:pt x="777" y="1023"/>
                      <a:pt x="762" y="1041"/>
                      <a:pt x="747" y="1059"/>
                    </a:cubicBezTo>
                    <a:cubicBezTo>
                      <a:pt x="732" y="1077"/>
                      <a:pt x="716" y="1095"/>
                      <a:pt x="700" y="1112"/>
                    </a:cubicBezTo>
                    <a:cubicBezTo>
                      <a:pt x="684" y="1130"/>
                      <a:pt x="669" y="1148"/>
                      <a:pt x="653" y="1167"/>
                    </a:cubicBezTo>
                    <a:cubicBezTo>
                      <a:pt x="637" y="1186"/>
                      <a:pt x="620" y="1205"/>
                      <a:pt x="602" y="1223"/>
                    </a:cubicBezTo>
                    <a:cubicBezTo>
                      <a:pt x="584" y="1240"/>
                      <a:pt x="565" y="1257"/>
                      <a:pt x="547" y="1272"/>
                    </a:cubicBezTo>
                    <a:cubicBezTo>
                      <a:pt x="529" y="1289"/>
                      <a:pt x="510" y="1305"/>
                      <a:pt x="491" y="1321"/>
                    </a:cubicBezTo>
                    <a:cubicBezTo>
                      <a:pt x="472" y="1336"/>
                      <a:pt x="454" y="1352"/>
                      <a:pt x="434" y="1367"/>
                    </a:cubicBezTo>
                    <a:cubicBezTo>
                      <a:pt x="415" y="1382"/>
                      <a:pt x="394" y="1396"/>
                      <a:pt x="374" y="1410"/>
                    </a:cubicBezTo>
                    <a:cubicBezTo>
                      <a:pt x="334" y="1437"/>
                      <a:pt x="292" y="1463"/>
                      <a:pt x="251" y="1488"/>
                    </a:cubicBezTo>
                    <a:cubicBezTo>
                      <a:pt x="243" y="1493"/>
                      <a:pt x="236" y="1497"/>
                      <a:pt x="227" y="1501"/>
                    </a:cubicBezTo>
                    <a:cubicBezTo>
                      <a:pt x="218" y="1504"/>
                      <a:pt x="208" y="1507"/>
                      <a:pt x="197" y="1510"/>
                    </a:cubicBezTo>
                    <a:cubicBezTo>
                      <a:pt x="176" y="1514"/>
                      <a:pt x="155" y="1519"/>
                      <a:pt x="134" y="1522"/>
                    </a:cubicBezTo>
                    <a:cubicBezTo>
                      <a:pt x="115" y="1526"/>
                      <a:pt x="96" y="1529"/>
                      <a:pt x="76" y="1531"/>
                    </a:cubicBezTo>
                    <a:cubicBezTo>
                      <a:pt x="64" y="1533"/>
                      <a:pt x="53" y="1534"/>
                      <a:pt x="41" y="1534"/>
                    </a:cubicBezTo>
                    <a:cubicBezTo>
                      <a:pt x="33" y="1534"/>
                      <a:pt x="24" y="1533"/>
                      <a:pt x="16" y="15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" name="Google Shape;147;p2"/>
              <p:cNvSpPr/>
              <p:nvPr/>
            </p:nvSpPr>
            <p:spPr>
              <a:xfrm>
                <a:off x="1245600" y="2265840"/>
                <a:ext cx="944640" cy="396000"/>
              </a:xfrm>
              <a:custGeom>
                <a:avLst/>
                <a:gdLst/>
                <a:ahLst/>
                <a:cxnLst/>
                <a:rect l="l" t="t" r="r" b="b"/>
                <a:pathLst>
                  <a:path w="2624" h="1100" extrusionOk="0">
                    <a:moveTo>
                      <a:pt x="2596" y="1098"/>
                    </a:moveTo>
                    <a:cubicBezTo>
                      <a:pt x="2586" y="1096"/>
                      <a:pt x="2577" y="1093"/>
                      <a:pt x="2568" y="1090"/>
                    </a:cubicBezTo>
                    <a:cubicBezTo>
                      <a:pt x="2556" y="1085"/>
                      <a:pt x="2545" y="1081"/>
                      <a:pt x="2534" y="1075"/>
                    </a:cubicBezTo>
                    <a:cubicBezTo>
                      <a:pt x="2522" y="1071"/>
                      <a:pt x="2511" y="1065"/>
                      <a:pt x="2500" y="1060"/>
                    </a:cubicBezTo>
                    <a:cubicBezTo>
                      <a:pt x="2488" y="1054"/>
                      <a:pt x="2475" y="1048"/>
                      <a:pt x="2464" y="1041"/>
                    </a:cubicBezTo>
                    <a:cubicBezTo>
                      <a:pt x="2453" y="1035"/>
                      <a:pt x="2443" y="1028"/>
                      <a:pt x="2432" y="1020"/>
                    </a:cubicBezTo>
                    <a:cubicBezTo>
                      <a:pt x="2388" y="990"/>
                      <a:pt x="2343" y="961"/>
                      <a:pt x="2298" y="931"/>
                    </a:cubicBezTo>
                    <a:cubicBezTo>
                      <a:pt x="2276" y="917"/>
                      <a:pt x="2255" y="902"/>
                      <a:pt x="2234" y="886"/>
                    </a:cubicBezTo>
                    <a:cubicBezTo>
                      <a:pt x="2224" y="878"/>
                      <a:pt x="2216" y="870"/>
                      <a:pt x="2208" y="861"/>
                    </a:cubicBezTo>
                    <a:cubicBezTo>
                      <a:pt x="2199" y="852"/>
                      <a:pt x="2191" y="842"/>
                      <a:pt x="2182" y="833"/>
                    </a:cubicBezTo>
                    <a:cubicBezTo>
                      <a:pt x="2164" y="814"/>
                      <a:pt x="2146" y="796"/>
                      <a:pt x="2128" y="777"/>
                    </a:cubicBezTo>
                    <a:cubicBezTo>
                      <a:pt x="2111" y="760"/>
                      <a:pt x="2094" y="741"/>
                      <a:pt x="2076" y="725"/>
                    </a:cubicBezTo>
                    <a:cubicBezTo>
                      <a:pt x="2068" y="716"/>
                      <a:pt x="2060" y="708"/>
                      <a:pt x="2052" y="700"/>
                    </a:cubicBezTo>
                    <a:cubicBezTo>
                      <a:pt x="2033" y="682"/>
                      <a:pt x="2012" y="665"/>
                      <a:pt x="1993" y="647"/>
                    </a:cubicBezTo>
                    <a:cubicBezTo>
                      <a:pt x="1974" y="628"/>
                      <a:pt x="1955" y="610"/>
                      <a:pt x="1938" y="591"/>
                    </a:cubicBezTo>
                    <a:cubicBezTo>
                      <a:pt x="1920" y="572"/>
                      <a:pt x="1904" y="552"/>
                      <a:pt x="1886" y="532"/>
                    </a:cubicBezTo>
                    <a:cubicBezTo>
                      <a:pt x="1870" y="514"/>
                      <a:pt x="1851" y="497"/>
                      <a:pt x="1833" y="479"/>
                    </a:cubicBezTo>
                    <a:cubicBezTo>
                      <a:pt x="1821" y="467"/>
                      <a:pt x="1810" y="454"/>
                      <a:pt x="1797" y="441"/>
                    </a:cubicBezTo>
                    <a:cubicBezTo>
                      <a:pt x="1785" y="429"/>
                      <a:pt x="1772" y="416"/>
                      <a:pt x="1760" y="404"/>
                    </a:cubicBezTo>
                    <a:cubicBezTo>
                      <a:pt x="1748" y="391"/>
                      <a:pt x="1737" y="378"/>
                      <a:pt x="1726" y="364"/>
                    </a:cubicBezTo>
                    <a:cubicBezTo>
                      <a:pt x="1716" y="351"/>
                      <a:pt x="1706" y="338"/>
                      <a:pt x="1696" y="325"/>
                    </a:cubicBezTo>
                    <a:cubicBezTo>
                      <a:pt x="1695" y="324"/>
                      <a:pt x="1695" y="324"/>
                      <a:pt x="1695" y="324"/>
                    </a:cubicBezTo>
                    <a:lnTo>
                      <a:pt x="1696" y="325"/>
                    </a:lnTo>
                    <a:cubicBezTo>
                      <a:pt x="1677" y="302"/>
                      <a:pt x="1657" y="279"/>
                      <a:pt x="1635" y="257"/>
                    </a:cubicBezTo>
                    <a:cubicBezTo>
                      <a:pt x="1623" y="246"/>
                      <a:pt x="1610" y="235"/>
                      <a:pt x="1597" y="225"/>
                    </a:cubicBezTo>
                    <a:cubicBezTo>
                      <a:pt x="1581" y="214"/>
                      <a:pt x="1565" y="204"/>
                      <a:pt x="1548" y="196"/>
                    </a:cubicBezTo>
                    <a:cubicBezTo>
                      <a:pt x="1534" y="187"/>
                      <a:pt x="1519" y="180"/>
                      <a:pt x="1504" y="172"/>
                    </a:cubicBezTo>
                    <a:cubicBezTo>
                      <a:pt x="1488" y="164"/>
                      <a:pt x="1473" y="156"/>
                      <a:pt x="1458" y="149"/>
                    </a:cubicBezTo>
                    <a:cubicBezTo>
                      <a:pt x="1426" y="134"/>
                      <a:pt x="1394" y="121"/>
                      <a:pt x="1361" y="108"/>
                    </a:cubicBezTo>
                    <a:cubicBezTo>
                      <a:pt x="1362" y="108"/>
                      <a:pt x="1363" y="109"/>
                      <a:pt x="1364" y="109"/>
                    </a:cubicBezTo>
                    <a:cubicBezTo>
                      <a:pt x="1342" y="101"/>
                      <a:pt x="1319" y="94"/>
                      <a:pt x="1297" y="86"/>
                    </a:cubicBezTo>
                    <a:cubicBezTo>
                      <a:pt x="1275" y="79"/>
                      <a:pt x="1252" y="71"/>
                      <a:pt x="1228" y="66"/>
                    </a:cubicBezTo>
                    <a:cubicBezTo>
                      <a:pt x="1229" y="66"/>
                      <a:pt x="1230" y="66"/>
                      <a:pt x="1231" y="66"/>
                    </a:cubicBezTo>
                    <a:cubicBezTo>
                      <a:pt x="1204" y="60"/>
                      <a:pt x="1176" y="56"/>
                      <a:pt x="1149" y="52"/>
                    </a:cubicBezTo>
                    <a:cubicBezTo>
                      <a:pt x="1121" y="47"/>
                      <a:pt x="1092" y="44"/>
                      <a:pt x="1064" y="40"/>
                    </a:cubicBezTo>
                    <a:cubicBezTo>
                      <a:pt x="1038" y="38"/>
                      <a:pt x="1010" y="36"/>
                      <a:pt x="983" y="37"/>
                    </a:cubicBezTo>
                    <a:cubicBezTo>
                      <a:pt x="963" y="38"/>
                      <a:pt x="943" y="40"/>
                      <a:pt x="922" y="43"/>
                    </a:cubicBezTo>
                    <a:cubicBezTo>
                      <a:pt x="897" y="48"/>
                      <a:pt x="871" y="53"/>
                      <a:pt x="845" y="59"/>
                    </a:cubicBezTo>
                    <a:cubicBezTo>
                      <a:pt x="832" y="62"/>
                      <a:pt x="819" y="64"/>
                      <a:pt x="806" y="68"/>
                    </a:cubicBezTo>
                    <a:cubicBezTo>
                      <a:pt x="795" y="71"/>
                      <a:pt x="782" y="74"/>
                      <a:pt x="771" y="78"/>
                    </a:cubicBezTo>
                    <a:cubicBezTo>
                      <a:pt x="758" y="81"/>
                      <a:pt x="746" y="85"/>
                      <a:pt x="733" y="88"/>
                    </a:cubicBezTo>
                    <a:cubicBezTo>
                      <a:pt x="720" y="92"/>
                      <a:pt x="707" y="95"/>
                      <a:pt x="693" y="98"/>
                    </a:cubicBezTo>
                    <a:cubicBezTo>
                      <a:pt x="668" y="103"/>
                      <a:pt x="642" y="109"/>
                      <a:pt x="617" y="115"/>
                    </a:cubicBezTo>
                    <a:cubicBezTo>
                      <a:pt x="613" y="116"/>
                      <a:pt x="609" y="118"/>
                      <a:pt x="605" y="119"/>
                    </a:cubicBezTo>
                    <a:cubicBezTo>
                      <a:pt x="590" y="124"/>
                      <a:pt x="575" y="130"/>
                      <a:pt x="561" y="136"/>
                    </a:cubicBezTo>
                    <a:cubicBezTo>
                      <a:pt x="543" y="144"/>
                      <a:pt x="526" y="153"/>
                      <a:pt x="509" y="162"/>
                    </a:cubicBezTo>
                    <a:cubicBezTo>
                      <a:pt x="490" y="172"/>
                      <a:pt x="472" y="182"/>
                      <a:pt x="454" y="193"/>
                    </a:cubicBezTo>
                    <a:cubicBezTo>
                      <a:pt x="439" y="202"/>
                      <a:pt x="425" y="212"/>
                      <a:pt x="409" y="222"/>
                    </a:cubicBezTo>
                    <a:cubicBezTo>
                      <a:pt x="394" y="232"/>
                      <a:pt x="377" y="241"/>
                      <a:pt x="361" y="249"/>
                    </a:cubicBezTo>
                    <a:cubicBezTo>
                      <a:pt x="344" y="257"/>
                      <a:pt x="326" y="265"/>
                      <a:pt x="309" y="274"/>
                    </a:cubicBezTo>
                    <a:cubicBezTo>
                      <a:pt x="292" y="282"/>
                      <a:pt x="275" y="292"/>
                      <a:pt x="259" y="302"/>
                    </a:cubicBezTo>
                    <a:cubicBezTo>
                      <a:pt x="240" y="314"/>
                      <a:pt x="221" y="326"/>
                      <a:pt x="203" y="339"/>
                    </a:cubicBezTo>
                    <a:cubicBezTo>
                      <a:pt x="183" y="352"/>
                      <a:pt x="165" y="367"/>
                      <a:pt x="146" y="381"/>
                    </a:cubicBezTo>
                    <a:cubicBezTo>
                      <a:pt x="129" y="395"/>
                      <a:pt x="111" y="409"/>
                      <a:pt x="94" y="423"/>
                    </a:cubicBezTo>
                    <a:cubicBezTo>
                      <a:pt x="85" y="429"/>
                      <a:pt x="76" y="436"/>
                      <a:pt x="67" y="442"/>
                    </a:cubicBezTo>
                    <a:cubicBezTo>
                      <a:pt x="58" y="448"/>
                      <a:pt x="49" y="454"/>
                      <a:pt x="41" y="461"/>
                    </a:cubicBezTo>
                    <a:cubicBezTo>
                      <a:pt x="39" y="462"/>
                      <a:pt x="38" y="464"/>
                      <a:pt x="36" y="465"/>
                    </a:cubicBezTo>
                    <a:cubicBezTo>
                      <a:pt x="32" y="473"/>
                      <a:pt x="21" y="476"/>
                      <a:pt x="13" y="473"/>
                    </a:cubicBezTo>
                    <a:cubicBezTo>
                      <a:pt x="5" y="469"/>
                      <a:pt x="0" y="458"/>
                      <a:pt x="4" y="450"/>
                    </a:cubicBezTo>
                    <a:cubicBezTo>
                      <a:pt x="7" y="444"/>
                      <a:pt x="12" y="440"/>
                      <a:pt x="17" y="436"/>
                    </a:cubicBezTo>
                    <a:cubicBezTo>
                      <a:pt x="21" y="432"/>
                      <a:pt x="24" y="429"/>
                      <a:pt x="28" y="426"/>
                    </a:cubicBezTo>
                    <a:cubicBezTo>
                      <a:pt x="37" y="420"/>
                      <a:pt x="45" y="415"/>
                      <a:pt x="54" y="409"/>
                    </a:cubicBezTo>
                    <a:cubicBezTo>
                      <a:pt x="70" y="397"/>
                      <a:pt x="86" y="384"/>
                      <a:pt x="102" y="372"/>
                    </a:cubicBezTo>
                    <a:cubicBezTo>
                      <a:pt x="144" y="338"/>
                      <a:pt x="187" y="306"/>
                      <a:pt x="232" y="277"/>
                    </a:cubicBezTo>
                    <a:cubicBezTo>
                      <a:pt x="255" y="263"/>
                      <a:pt x="278" y="249"/>
                      <a:pt x="302" y="238"/>
                    </a:cubicBezTo>
                    <a:cubicBezTo>
                      <a:pt x="326" y="226"/>
                      <a:pt x="351" y="215"/>
                      <a:pt x="374" y="202"/>
                    </a:cubicBezTo>
                    <a:cubicBezTo>
                      <a:pt x="377" y="200"/>
                      <a:pt x="381" y="197"/>
                      <a:pt x="386" y="195"/>
                    </a:cubicBezTo>
                    <a:cubicBezTo>
                      <a:pt x="397" y="188"/>
                      <a:pt x="408" y="180"/>
                      <a:pt x="418" y="173"/>
                    </a:cubicBezTo>
                    <a:cubicBezTo>
                      <a:pt x="429" y="166"/>
                      <a:pt x="440" y="159"/>
                      <a:pt x="451" y="152"/>
                    </a:cubicBezTo>
                    <a:cubicBezTo>
                      <a:pt x="473" y="140"/>
                      <a:pt x="496" y="129"/>
                      <a:pt x="518" y="117"/>
                    </a:cubicBezTo>
                    <a:cubicBezTo>
                      <a:pt x="541" y="105"/>
                      <a:pt x="563" y="94"/>
                      <a:pt x="587" y="87"/>
                    </a:cubicBezTo>
                    <a:cubicBezTo>
                      <a:pt x="612" y="79"/>
                      <a:pt x="638" y="73"/>
                      <a:pt x="663" y="67"/>
                    </a:cubicBezTo>
                    <a:cubicBezTo>
                      <a:pt x="685" y="63"/>
                      <a:pt x="707" y="58"/>
                      <a:pt x="728" y="52"/>
                    </a:cubicBezTo>
                    <a:cubicBezTo>
                      <a:pt x="749" y="46"/>
                      <a:pt x="769" y="41"/>
                      <a:pt x="789" y="35"/>
                    </a:cubicBezTo>
                    <a:cubicBezTo>
                      <a:pt x="810" y="29"/>
                      <a:pt x="831" y="24"/>
                      <a:pt x="852" y="20"/>
                    </a:cubicBezTo>
                    <a:cubicBezTo>
                      <a:pt x="873" y="15"/>
                      <a:pt x="894" y="10"/>
                      <a:pt x="916" y="7"/>
                    </a:cubicBezTo>
                    <a:cubicBezTo>
                      <a:pt x="915" y="7"/>
                      <a:pt x="915" y="7"/>
                      <a:pt x="915" y="7"/>
                    </a:cubicBezTo>
                    <a:cubicBezTo>
                      <a:pt x="942" y="2"/>
                      <a:pt x="969" y="1"/>
                      <a:pt x="996" y="0"/>
                    </a:cubicBezTo>
                    <a:cubicBezTo>
                      <a:pt x="1010" y="0"/>
                      <a:pt x="1022" y="1"/>
                      <a:pt x="1035" y="2"/>
                    </a:cubicBezTo>
                    <a:cubicBezTo>
                      <a:pt x="1048" y="2"/>
                      <a:pt x="1061" y="3"/>
                      <a:pt x="1075" y="4"/>
                    </a:cubicBezTo>
                    <a:cubicBezTo>
                      <a:pt x="1102" y="7"/>
                      <a:pt x="1128" y="11"/>
                      <a:pt x="1155" y="15"/>
                    </a:cubicBezTo>
                    <a:cubicBezTo>
                      <a:pt x="1180" y="19"/>
                      <a:pt x="1207" y="23"/>
                      <a:pt x="1232" y="28"/>
                    </a:cubicBezTo>
                    <a:cubicBezTo>
                      <a:pt x="1257" y="33"/>
                      <a:pt x="1282" y="41"/>
                      <a:pt x="1306" y="49"/>
                    </a:cubicBezTo>
                    <a:cubicBezTo>
                      <a:pt x="1331" y="57"/>
                      <a:pt x="1356" y="66"/>
                      <a:pt x="1381" y="75"/>
                    </a:cubicBezTo>
                    <a:cubicBezTo>
                      <a:pt x="1405" y="84"/>
                      <a:pt x="1428" y="94"/>
                      <a:pt x="1452" y="105"/>
                    </a:cubicBezTo>
                    <a:cubicBezTo>
                      <a:pt x="1476" y="115"/>
                      <a:pt x="1499" y="126"/>
                      <a:pt x="1522" y="138"/>
                    </a:cubicBezTo>
                    <a:cubicBezTo>
                      <a:pt x="1545" y="151"/>
                      <a:pt x="1568" y="162"/>
                      <a:pt x="1591" y="175"/>
                    </a:cubicBezTo>
                    <a:cubicBezTo>
                      <a:pt x="1613" y="188"/>
                      <a:pt x="1634" y="204"/>
                      <a:pt x="1653" y="222"/>
                    </a:cubicBezTo>
                    <a:cubicBezTo>
                      <a:pt x="1692" y="258"/>
                      <a:pt x="1725" y="300"/>
                      <a:pt x="1758" y="342"/>
                    </a:cubicBezTo>
                    <a:cubicBezTo>
                      <a:pt x="1762" y="347"/>
                      <a:pt x="1765" y="352"/>
                      <a:pt x="1769" y="356"/>
                    </a:cubicBezTo>
                    <a:cubicBezTo>
                      <a:pt x="1786" y="376"/>
                      <a:pt x="1805" y="395"/>
                      <a:pt x="1823" y="413"/>
                    </a:cubicBezTo>
                    <a:cubicBezTo>
                      <a:pt x="1842" y="432"/>
                      <a:pt x="1859" y="451"/>
                      <a:pt x="1878" y="469"/>
                    </a:cubicBezTo>
                    <a:cubicBezTo>
                      <a:pt x="1896" y="486"/>
                      <a:pt x="1913" y="504"/>
                      <a:pt x="1930" y="523"/>
                    </a:cubicBezTo>
                    <a:cubicBezTo>
                      <a:pt x="1946" y="542"/>
                      <a:pt x="1962" y="562"/>
                      <a:pt x="1980" y="580"/>
                    </a:cubicBezTo>
                    <a:cubicBezTo>
                      <a:pt x="1990" y="591"/>
                      <a:pt x="2000" y="600"/>
                      <a:pt x="2010" y="610"/>
                    </a:cubicBezTo>
                    <a:cubicBezTo>
                      <a:pt x="2029" y="628"/>
                      <a:pt x="2050" y="646"/>
                      <a:pt x="2069" y="664"/>
                    </a:cubicBezTo>
                    <a:cubicBezTo>
                      <a:pt x="2088" y="681"/>
                      <a:pt x="2106" y="700"/>
                      <a:pt x="2124" y="718"/>
                    </a:cubicBezTo>
                    <a:cubicBezTo>
                      <a:pt x="2142" y="736"/>
                      <a:pt x="2160" y="754"/>
                      <a:pt x="2177" y="772"/>
                    </a:cubicBezTo>
                    <a:cubicBezTo>
                      <a:pt x="2195" y="791"/>
                      <a:pt x="2213" y="809"/>
                      <a:pt x="2231" y="828"/>
                    </a:cubicBezTo>
                    <a:cubicBezTo>
                      <a:pt x="2237" y="834"/>
                      <a:pt x="2243" y="841"/>
                      <a:pt x="2249" y="848"/>
                    </a:cubicBezTo>
                    <a:cubicBezTo>
                      <a:pt x="2260" y="858"/>
                      <a:pt x="2273" y="867"/>
                      <a:pt x="2284" y="875"/>
                    </a:cubicBezTo>
                    <a:lnTo>
                      <a:pt x="2283" y="874"/>
                    </a:lnTo>
                    <a:cubicBezTo>
                      <a:pt x="2319" y="900"/>
                      <a:pt x="2357" y="924"/>
                      <a:pt x="2394" y="949"/>
                    </a:cubicBezTo>
                    <a:cubicBezTo>
                      <a:pt x="2411" y="961"/>
                      <a:pt x="2429" y="972"/>
                      <a:pt x="2446" y="984"/>
                    </a:cubicBezTo>
                    <a:cubicBezTo>
                      <a:pt x="2464" y="995"/>
                      <a:pt x="2481" y="1007"/>
                      <a:pt x="2499" y="1017"/>
                    </a:cubicBezTo>
                    <a:cubicBezTo>
                      <a:pt x="2526" y="1031"/>
                      <a:pt x="2554" y="1042"/>
                      <a:pt x="2582" y="1053"/>
                    </a:cubicBezTo>
                    <a:cubicBezTo>
                      <a:pt x="2590" y="1056"/>
                      <a:pt x="2598" y="1058"/>
                      <a:pt x="2607" y="1061"/>
                    </a:cubicBezTo>
                    <a:cubicBezTo>
                      <a:pt x="2617" y="1063"/>
                      <a:pt x="2623" y="1075"/>
                      <a:pt x="2620" y="1085"/>
                    </a:cubicBezTo>
                    <a:cubicBezTo>
                      <a:pt x="2617" y="1094"/>
                      <a:pt x="2609" y="1099"/>
                      <a:pt x="2601" y="1099"/>
                    </a:cubicBezTo>
                    <a:cubicBezTo>
                      <a:pt x="2599" y="1099"/>
                      <a:pt x="2597" y="1099"/>
                      <a:pt x="2596" y="109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8" name="Google Shape;148;p2"/>
            <p:cNvGrpSpPr/>
            <p:nvPr/>
          </p:nvGrpSpPr>
          <p:grpSpPr>
            <a:xfrm>
              <a:off x="8430772" y="723929"/>
              <a:ext cx="1669753" cy="1538868"/>
              <a:chOff x="1321200" y="687960"/>
              <a:chExt cx="776160" cy="715320"/>
            </a:xfrm>
          </p:grpSpPr>
          <p:sp>
            <p:nvSpPr>
              <p:cNvPr id="149" name="Google Shape;149;p2"/>
              <p:cNvSpPr/>
              <p:nvPr/>
            </p:nvSpPr>
            <p:spPr>
              <a:xfrm>
                <a:off x="1462680" y="687960"/>
                <a:ext cx="15840" cy="715320"/>
              </a:xfrm>
              <a:custGeom>
                <a:avLst/>
                <a:gdLst/>
                <a:ahLst/>
                <a:cxnLst/>
                <a:rect l="l" t="t" r="r" b="b"/>
                <a:pathLst>
                  <a:path w="44" h="1987" extrusionOk="0">
                    <a:moveTo>
                      <a:pt x="18" y="1973"/>
                    </a:moveTo>
                    <a:cubicBezTo>
                      <a:pt x="17" y="1935"/>
                      <a:pt x="18" y="1898"/>
                      <a:pt x="18" y="1861"/>
                    </a:cubicBezTo>
                    <a:cubicBezTo>
                      <a:pt x="18" y="1819"/>
                      <a:pt x="17" y="1777"/>
                      <a:pt x="17" y="1736"/>
                    </a:cubicBezTo>
                    <a:cubicBezTo>
                      <a:pt x="17" y="1694"/>
                      <a:pt x="16" y="1652"/>
                      <a:pt x="16" y="1610"/>
                    </a:cubicBezTo>
                    <a:cubicBezTo>
                      <a:pt x="15" y="1568"/>
                      <a:pt x="15" y="1526"/>
                      <a:pt x="15" y="1484"/>
                    </a:cubicBezTo>
                    <a:cubicBezTo>
                      <a:pt x="14" y="1400"/>
                      <a:pt x="14" y="1315"/>
                      <a:pt x="13" y="1231"/>
                    </a:cubicBezTo>
                    <a:cubicBezTo>
                      <a:pt x="12" y="1147"/>
                      <a:pt x="11" y="1064"/>
                      <a:pt x="10" y="980"/>
                    </a:cubicBezTo>
                    <a:cubicBezTo>
                      <a:pt x="10" y="895"/>
                      <a:pt x="9" y="810"/>
                      <a:pt x="8" y="725"/>
                    </a:cubicBezTo>
                    <a:cubicBezTo>
                      <a:pt x="7" y="644"/>
                      <a:pt x="6" y="562"/>
                      <a:pt x="6" y="480"/>
                    </a:cubicBezTo>
                    <a:cubicBezTo>
                      <a:pt x="6" y="439"/>
                      <a:pt x="5" y="398"/>
                      <a:pt x="4" y="357"/>
                    </a:cubicBezTo>
                    <a:cubicBezTo>
                      <a:pt x="4" y="316"/>
                      <a:pt x="4" y="275"/>
                      <a:pt x="3" y="234"/>
                    </a:cubicBezTo>
                    <a:cubicBezTo>
                      <a:pt x="3" y="197"/>
                      <a:pt x="3" y="160"/>
                      <a:pt x="2" y="123"/>
                    </a:cubicBezTo>
                    <a:cubicBezTo>
                      <a:pt x="2" y="105"/>
                      <a:pt x="2" y="88"/>
                      <a:pt x="1" y="70"/>
                    </a:cubicBezTo>
                    <a:cubicBezTo>
                      <a:pt x="1" y="51"/>
                      <a:pt x="1" y="32"/>
                      <a:pt x="1" y="13"/>
                    </a:cubicBezTo>
                    <a:cubicBezTo>
                      <a:pt x="0" y="6"/>
                      <a:pt x="6" y="0"/>
                      <a:pt x="13" y="0"/>
                    </a:cubicBezTo>
                    <a:cubicBezTo>
                      <a:pt x="20" y="0"/>
                      <a:pt x="26" y="6"/>
                      <a:pt x="26" y="13"/>
                    </a:cubicBezTo>
                    <a:cubicBezTo>
                      <a:pt x="26" y="32"/>
                      <a:pt x="26" y="53"/>
                      <a:pt x="26" y="73"/>
                    </a:cubicBezTo>
                    <a:cubicBezTo>
                      <a:pt x="26" y="92"/>
                      <a:pt x="26" y="112"/>
                      <a:pt x="26" y="131"/>
                    </a:cubicBezTo>
                    <a:cubicBezTo>
                      <a:pt x="27" y="171"/>
                      <a:pt x="27" y="211"/>
                      <a:pt x="27" y="251"/>
                    </a:cubicBezTo>
                    <a:cubicBezTo>
                      <a:pt x="28" y="292"/>
                      <a:pt x="28" y="332"/>
                      <a:pt x="28" y="374"/>
                    </a:cubicBezTo>
                    <a:cubicBezTo>
                      <a:pt x="29" y="415"/>
                      <a:pt x="29" y="455"/>
                      <a:pt x="29" y="497"/>
                    </a:cubicBezTo>
                    <a:cubicBezTo>
                      <a:pt x="29" y="537"/>
                      <a:pt x="30" y="578"/>
                      <a:pt x="30" y="618"/>
                    </a:cubicBezTo>
                    <a:cubicBezTo>
                      <a:pt x="31" y="660"/>
                      <a:pt x="31" y="702"/>
                      <a:pt x="31" y="743"/>
                    </a:cubicBezTo>
                    <a:cubicBezTo>
                      <a:pt x="31" y="785"/>
                      <a:pt x="32" y="827"/>
                      <a:pt x="32" y="869"/>
                    </a:cubicBezTo>
                    <a:cubicBezTo>
                      <a:pt x="33" y="912"/>
                      <a:pt x="33" y="954"/>
                      <a:pt x="33" y="997"/>
                    </a:cubicBezTo>
                    <a:cubicBezTo>
                      <a:pt x="35" y="1080"/>
                      <a:pt x="35" y="1164"/>
                      <a:pt x="35" y="1247"/>
                    </a:cubicBezTo>
                    <a:cubicBezTo>
                      <a:pt x="36" y="1332"/>
                      <a:pt x="37" y="1417"/>
                      <a:pt x="38" y="1502"/>
                    </a:cubicBezTo>
                    <a:cubicBezTo>
                      <a:pt x="38" y="1544"/>
                      <a:pt x="39" y="1586"/>
                      <a:pt x="39" y="1628"/>
                    </a:cubicBezTo>
                    <a:cubicBezTo>
                      <a:pt x="39" y="1668"/>
                      <a:pt x="40" y="1710"/>
                      <a:pt x="40" y="1751"/>
                    </a:cubicBezTo>
                    <a:cubicBezTo>
                      <a:pt x="40" y="1791"/>
                      <a:pt x="41" y="1830"/>
                      <a:pt x="42" y="1869"/>
                    </a:cubicBezTo>
                    <a:cubicBezTo>
                      <a:pt x="42" y="1904"/>
                      <a:pt x="43" y="1938"/>
                      <a:pt x="43" y="1973"/>
                    </a:cubicBezTo>
                    <a:cubicBezTo>
                      <a:pt x="43" y="1980"/>
                      <a:pt x="38" y="1986"/>
                      <a:pt x="31" y="1986"/>
                    </a:cubicBezTo>
                    <a:cubicBezTo>
                      <a:pt x="24" y="1986"/>
                      <a:pt x="18" y="1980"/>
                      <a:pt x="18" y="19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" name="Google Shape;150;p2"/>
              <p:cNvSpPr/>
              <p:nvPr/>
            </p:nvSpPr>
            <p:spPr>
              <a:xfrm>
                <a:off x="1321200" y="1259280"/>
                <a:ext cx="753480" cy="17280"/>
              </a:xfrm>
              <a:custGeom>
                <a:avLst/>
                <a:gdLst/>
                <a:ahLst/>
                <a:cxnLst/>
                <a:rect l="l" t="t" r="r" b="b"/>
                <a:pathLst>
                  <a:path w="2093" h="48" extrusionOk="0">
                    <a:moveTo>
                      <a:pt x="76" y="47"/>
                    </a:moveTo>
                    <a:cubicBezTo>
                      <a:pt x="68" y="46"/>
                      <a:pt x="59" y="45"/>
                      <a:pt x="51" y="44"/>
                    </a:cubicBezTo>
                    <a:cubicBezTo>
                      <a:pt x="45" y="43"/>
                      <a:pt x="40" y="42"/>
                      <a:pt x="35" y="42"/>
                    </a:cubicBezTo>
                    <a:cubicBezTo>
                      <a:pt x="33" y="42"/>
                      <a:pt x="30" y="42"/>
                      <a:pt x="28" y="42"/>
                    </a:cubicBezTo>
                    <a:cubicBezTo>
                      <a:pt x="23" y="42"/>
                      <a:pt x="17" y="42"/>
                      <a:pt x="12" y="41"/>
                    </a:cubicBezTo>
                    <a:cubicBezTo>
                      <a:pt x="4" y="40"/>
                      <a:pt x="0" y="32"/>
                      <a:pt x="2" y="25"/>
                    </a:cubicBezTo>
                    <a:cubicBezTo>
                      <a:pt x="2" y="21"/>
                      <a:pt x="7" y="17"/>
                      <a:pt x="12" y="16"/>
                    </a:cubicBezTo>
                    <a:cubicBezTo>
                      <a:pt x="17" y="16"/>
                      <a:pt x="22" y="16"/>
                      <a:pt x="27" y="17"/>
                    </a:cubicBezTo>
                    <a:cubicBezTo>
                      <a:pt x="29" y="17"/>
                      <a:pt x="31" y="17"/>
                      <a:pt x="33" y="18"/>
                    </a:cubicBezTo>
                    <a:cubicBezTo>
                      <a:pt x="39" y="18"/>
                      <a:pt x="45" y="18"/>
                      <a:pt x="51" y="18"/>
                    </a:cubicBezTo>
                    <a:cubicBezTo>
                      <a:pt x="62" y="18"/>
                      <a:pt x="73" y="18"/>
                      <a:pt x="85" y="18"/>
                    </a:cubicBezTo>
                    <a:cubicBezTo>
                      <a:pt x="107" y="18"/>
                      <a:pt x="129" y="18"/>
                      <a:pt x="150" y="18"/>
                    </a:cubicBezTo>
                    <a:cubicBezTo>
                      <a:pt x="195" y="18"/>
                      <a:pt x="239" y="18"/>
                      <a:pt x="283" y="17"/>
                    </a:cubicBezTo>
                    <a:cubicBezTo>
                      <a:pt x="372" y="17"/>
                      <a:pt x="460" y="16"/>
                      <a:pt x="550" y="16"/>
                    </a:cubicBezTo>
                    <a:cubicBezTo>
                      <a:pt x="594" y="15"/>
                      <a:pt x="640" y="14"/>
                      <a:pt x="685" y="14"/>
                    </a:cubicBezTo>
                    <a:cubicBezTo>
                      <a:pt x="727" y="14"/>
                      <a:pt x="770" y="14"/>
                      <a:pt x="813" y="13"/>
                    </a:cubicBezTo>
                    <a:cubicBezTo>
                      <a:pt x="903" y="13"/>
                      <a:pt x="992" y="13"/>
                      <a:pt x="1081" y="11"/>
                    </a:cubicBezTo>
                    <a:cubicBezTo>
                      <a:pt x="1172" y="11"/>
                      <a:pt x="1262" y="10"/>
                      <a:pt x="1353" y="10"/>
                    </a:cubicBezTo>
                    <a:cubicBezTo>
                      <a:pt x="1442" y="9"/>
                      <a:pt x="1530" y="8"/>
                      <a:pt x="1618" y="7"/>
                    </a:cubicBezTo>
                    <a:cubicBezTo>
                      <a:pt x="1663" y="6"/>
                      <a:pt x="1708" y="6"/>
                      <a:pt x="1753" y="5"/>
                    </a:cubicBezTo>
                    <a:cubicBezTo>
                      <a:pt x="1798" y="4"/>
                      <a:pt x="1843" y="4"/>
                      <a:pt x="1887" y="4"/>
                    </a:cubicBezTo>
                    <a:cubicBezTo>
                      <a:pt x="1921" y="3"/>
                      <a:pt x="1953" y="3"/>
                      <a:pt x="1986" y="2"/>
                    </a:cubicBezTo>
                    <a:cubicBezTo>
                      <a:pt x="2002" y="2"/>
                      <a:pt x="2017" y="2"/>
                      <a:pt x="2032" y="2"/>
                    </a:cubicBezTo>
                    <a:cubicBezTo>
                      <a:pt x="2048" y="1"/>
                      <a:pt x="2063" y="1"/>
                      <a:pt x="2079" y="0"/>
                    </a:cubicBezTo>
                    <a:cubicBezTo>
                      <a:pt x="2086" y="0"/>
                      <a:pt x="2092" y="6"/>
                      <a:pt x="2092" y="13"/>
                    </a:cubicBezTo>
                    <a:cubicBezTo>
                      <a:pt x="2092" y="20"/>
                      <a:pt x="2086" y="26"/>
                      <a:pt x="2079" y="26"/>
                    </a:cubicBezTo>
                    <a:cubicBezTo>
                      <a:pt x="2058" y="26"/>
                      <a:pt x="2037" y="26"/>
                      <a:pt x="2016" y="26"/>
                    </a:cubicBezTo>
                    <a:cubicBezTo>
                      <a:pt x="1995" y="26"/>
                      <a:pt x="1973" y="26"/>
                      <a:pt x="1951" y="26"/>
                    </a:cubicBezTo>
                    <a:cubicBezTo>
                      <a:pt x="1907" y="26"/>
                      <a:pt x="1861" y="26"/>
                      <a:pt x="1816" y="27"/>
                    </a:cubicBezTo>
                    <a:cubicBezTo>
                      <a:pt x="1728" y="27"/>
                      <a:pt x="1640" y="28"/>
                      <a:pt x="1552" y="28"/>
                    </a:cubicBezTo>
                    <a:cubicBezTo>
                      <a:pt x="1462" y="28"/>
                      <a:pt x="1371" y="30"/>
                      <a:pt x="1281" y="30"/>
                    </a:cubicBezTo>
                    <a:cubicBezTo>
                      <a:pt x="1190" y="31"/>
                      <a:pt x="1101" y="32"/>
                      <a:pt x="1010" y="32"/>
                    </a:cubicBezTo>
                    <a:cubicBezTo>
                      <a:pt x="924" y="33"/>
                      <a:pt x="836" y="34"/>
                      <a:pt x="749" y="35"/>
                    </a:cubicBezTo>
                    <a:cubicBezTo>
                      <a:pt x="704" y="36"/>
                      <a:pt x="659" y="36"/>
                      <a:pt x="614" y="37"/>
                    </a:cubicBezTo>
                    <a:cubicBezTo>
                      <a:pt x="569" y="37"/>
                      <a:pt x="526" y="37"/>
                      <a:pt x="481" y="38"/>
                    </a:cubicBezTo>
                    <a:cubicBezTo>
                      <a:pt x="392" y="38"/>
                      <a:pt x="302" y="39"/>
                      <a:pt x="213" y="40"/>
                    </a:cubicBezTo>
                    <a:cubicBezTo>
                      <a:pt x="180" y="41"/>
                      <a:pt x="146" y="41"/>
                      <a:pt x="113" y="41"/>
                    </a:cubicBezTo>
                    <a:cubicBezTo>
                      <a:pt x="104" y="41"/>
                      <a:pt x="96" y="41"/>
                      <a:pt x="87" y="42"/>
                    </a:cubicBezTo>
                    <a:cubicBezTo>
                      <a:pt x="85" y="45"/>
                      <a:pt x="81" y="47"/>
                      <a:pt x="77" y="47"/>
                    </a:cubicBezTo>
                    <a:lnTo>
                      <a:pt x="76" y="4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" name="Google Shape;151;p2"/>
              <p:cNvSpPr/>
              <p:nvPr/>
            </p:nvSpPr>
            <p:spPr>
              <a:xfrm>
                <a:off x="2006280" y="1254600"/>
                <a:ext cx="79560" cy="25200"/>
              </a:xfrm>
              <a:custGeom>
                <a:avLst/>
                <a:gdLst/>
                <a:ahLst/>
                <a:cxnLst/>
                <a:rect l="l" t="t" r="r" b="b"/>
                <a:pathLst>
                  <a:path w="221" h="70" extrusionOk="0">
                    <a:moveTo>
                      <a:pt x="73" y="60"/>
                    </a:moveTo>
                    <a:cubicBezTo>
                      <a:pt x="72" y="54"/>
                      <a:pt x="76" y="47"/>
                      <a:pt x="82" y="45"/>
                    </a:cubicBezTo>
                    <a:cubicBezTo>
                      <a:pt x="102" y="40"/>
                      <a:pt x="122" y="36"/>
                      <a:pt x="142" y="32"/>
                    </a:cubicBezTo>
                    <a:cubicBezTo>
                      <a:pt x="123" y="29"/>
                      <a:pt x="104" y="27"/>
                      <a:pt x="84" y="26"/>
                    </a:cubicBezTo>
                    <a:cubicBezTo>
                      <a:pt x="72" y="25"/>
                      <a:pt x="60" y="25"/>
                      <a:pt x="48" y="25"/>
                    </a:cubicBezTo>
                    <a:cubicBezTo>
                      <a:pt x="37" y="25"/>
                      <a:pt x="26" y="26"/>
                      <a:pt x="14" y="26"/>
                    </a:cubicBezTo>
                    <a:cubicBezTo>
                      <a:pt x="14" y="26"/>
                      <a:pt x="13" y="26"/>
                      <a:pt x="12" y="26"/>
                    </a:cubicBezTo>
                    <a:cubicBezTo>
                      <a:pt x="6" y="26"/>
                      <a:pt x="0" y="21"/>
                      <a:pt x="0" y="14"/>
                    </a:cubicBezTo>
                    <a:cubicBezTo>
                      <a:pt x="0" y="7"/>
                      <a:pt x="6" y="1"/>
                      <a:pt x="12" y="1"/>
                    </a:cubicBezTo>
                    <a:cubicBezTo>
                      <a:pt x="17" y="2"/>
                      <a:pt x="22" y="1"/>
                      <a:pt x="27" y="1"/>
                    </a:cubicBezTo>
                    <a:cubicBezTo>
                      <a:pt x="34" y="1"/>
                      <a:pt x="40" y="1"/>
                      <a:pt x="46" y="1"/>
                    </a:cubicBezTo>
                    <a:cubicBezTo>
                      <a:pt x="60" y="0"/>
                      <a:pt x="73" y="1"/>
                      <a:pt x="87" y="2"/>
                    </a:cubicBezTo>
                    <a:cubicBezTo>
                      <a:pt x="113" y="4"/>
                      <a:pt x="139" y="8"/>
                      <a:pt x="165" y="10"/>
                    </a:cubicBezTo>
                    <a:cubicBezTo>
                      <a:pt x="175" y="11"/>
                      <a:pt x="184" y="12"/>
                      <a:pt x="193" y="13"/>
                    </a:cubicBezTo>
                    <a:cubicBezTo>
                      <a:pt x="196" y="13"/>
                      <a:pt x="198" y="13"/>
                      <a:pt x="201" y="14"/>
                    </a:cubicBezTo>
                    <a:cubicBezTo>
                      <a:pt x="204" y="14"/>
                      <a:pt x="208" y="14"/>
                      <a:pt x="213" y="15"/>
                    </a:cubicBezTo>
                    <a:cubicBezTo>
                      <a:pt x="217" y="17"/>
                      <a:pt x="220" y="22"/>
                      <a:pt x="220" y="26"/>
                    </a:cubicBezTo>
                    <a:cubicBezTo>
                      <a:pt x="220" y="31"/>
                      <a:pt x="217" y="36"/>
                      <a:pt x="213" y="38"/>
                    </a:cubicBezTo>
                    <a:cubicBezTo>
                      <a:pt x="207" y="40"/>
                      <a:pt x="202" y="41"/>
                      <a:pt x="197" y="42"/>
                    </a:cubicBezTo>
                    <a:cubicBezTo>
                      <a:pt x="192" y="44"/>
                      <a:pt x="186" y="45"/>
                      <a:pt x="181" y="46"/>
                    </a:cubicBezTo>
                    <a:cubicBezTo>
                      <a:pt x="172" y="49"/>
                      <a:pt x="162" y="51"/>
                      <a:pt x="152" y="53"/>
                    </a:cubicBezTo>
                    <a:cubicBezTo>
                      <a:pt x="131" y="58"/>
                      <a:pt x="110" y="64"/>
                      <a:pt x="88" y="69"/>
                    </a:cubicBezTo>
                    <a:cubicBezTo>
                      <a:pt x="88" y="69"/>
                      <a:pt x="87" y="69"/>
                      <a:pt x="86" y="69"/>
                    </a:cubicBezTo>
                    <a:cubicBezTo>
                      <a:pt x="80" y="69"/>
                      <a:pt x="75" y="66"/>
                      <a:pt x="73" y="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" name="Google Shape;152;p2"/>
              <p:cNvSpPr/>
              <p:nvPr/>
            </p:nvSpPr>
            <p:spPr>
              <a:xfrm>
                <a:off x="1449720" y="689040"/>
                <a:ext cx="36360" cy="79200"/>
              </a:xfrm>
              <a:custGeom>
                <a:avLst/>
                <a:gdLst/>
                <a:ahLst/>
                <a:cxnLst/>
                <a:rect l="l" t="t" r="r" b="b"/>
                <a:pathLst>
                  <a:path w="101" h="220" extrusionOk="0">
                    <a:moveTo>
                      <a:pt x="74" y="208"/>
                    </a:moveTo>
                    <a:cubicBezTo>
                      <a:pt x="72" y="184"/>
                      <a:pt x="68" y="160"/>
                      <a:pt x="65" y="137"/>
                    </a:cubicBezTo>
                    <a:cubicBezTo>
                      <a:pt x="64" y="128"/>
                      <a:pt x="62" y="119"/>
                      <a:pt x="61" y="110"/>
                    </a:cubicBezTo>
                    <a:cubicBezTo>
                      <a:pt x="60" y="116"/>
                      <a:pt x="57" y="122"/>
                      <a:pt x="55" y="127"/>
                    </a:cubicBezTo>
                    <a:cubicBezTo>
                      <a:pt x="50" y="140"/>
                      <a:pt x="46" y="152"/>
                      <a:pt x="41" y="165"/>
                    </a:cubicBezTo>
                    <a:cubicBezTo>
                      <a:pt x="38" y="171"/>
                      <a:pt x="36" y="177"/>
                      <a:pt x="33" y="184"/>
                    </a:cubicBezTo>
                    <a:cubicBezTo>
                      <a:pt x="30" y="191"/>
                      <a:pt x="27" y="198"/>
                      <a:pt x="23" y="205"/>
                    </a:cubicBezTo>
                    <a:cubicBezTo>
                      <a:pt x="21" y="209"/>
                      <a:pt x="15" y="211"/>
                      <a:pt x="11" y="211"/>
                    </a:cubicBezTo>
                    <a:cubicBezTo>
                      <a:pt x="5" y="210"/>
                      <a:pt x="1" y="205"/>
                      <a:pt x="0" y="200"/>
                    </a:cubicBezTo>
                    <a:cubicBezTo>
                      <a:pt x="0" y="198"/>
                      <a:pt x="0" y="196"/>
                      <a:pt x="1" y="194"/>
                    </a:cubicBezTo>
                    <a:lnTo>
                      <a:pt x="1" y="195"/>
                    </a:lnTo>
                    <a:cubicBezTo>
                      <a:pt x="1" y="193"/>
                      <a:pt x="2" y="190"/>
                      <a:pt x="4" y="188"/>
                    </a:cubicBezTo>
                    <a:cubicBezTo>
                      <a:pt x="4" y="187"/>
                      <a:pt x="5" y="186"/>
                      <a:pt x="5" y="186"/>
                    </a:cubicBezTo>
                    <a:cubicBezTo>
                      <a:pt x="19" y="158"/>
                      <a:pt x="30" y="130"/>
                      <a:pt x="40" y="101"/>
                    </a:cubicBezTo>
                    <a:cubicBezTo>
                      <a:pt x="44" y="90"/>
                      <a:pt x="47" y="79"/>
                      <a:pt x="50" y="68"/>
                    </a:cubicBezTo>
                    <a:cubicBezTo>
                      <a:pt x="50" y="69"/>
                      <a:pt x="50" y="69"/>
                      <a:pt x="50" y="69"/>
                    </a:cubicBezTo>
                    <a:cubicBezTo>
                      <a:pt x="52" y="59"/>
                      <a:pt x="54" y="49"/>
                      <a:pt x="55" y="38"/>
                    </a:cubicBezTo>
                    <a:cubicBezTo>
                      <a:pt x="55" y="36"/>
                      <a:pt x="55" y="33"/>
                      <a:pt x="55" y="31"/>
                    </a:cubicBezTo>
                    <a:cubicBezTo>
                      <a:pt x="55" y="24"/>
                      <a:pt x="54" y="16"/>
                      <a:pt x="57" y="9"/>
                    </a:cubicBezTo>
                    <a:cubicBezTo>
                      <a:pt x="59" y="4"/>
                      <a:pt x="65" y="0"/>
                      <a:pt x="71" y="1"/>
                    </a:cubicBezTo>
                    <a:cubicBezTo>
                      <a:pt x="76" y="2"/>
                      <a:pt x="80" y="5"/>
                      <a:pt x="82" y="11"/>
                    </a:cubicBezTo>
                    <a:cubicBezTo>
                      <a:pt x="83" y="15"/>
                      <a:pt x="82" y="19"/>
                      <a:pt x="82" y="24"/>
                    </a:cubicBezTo>
                    <a:cubicBezTo>
                      <a:pt x="82" y="27"/>
                      <a:pt x="81" y="30"/>
                      <a:pt x="81" y="33"/>
                    </a:cubicBezTo>
                    <a:cubicBezTo>
                      <a:pt x="81" y="36"/>
                      <a:pt x="80" y="38"/>
                      <a:pt x="79" y="40"/>
                    </a:cubicBezTo>
                    <a:cubicBezTo>
                      <a:pt x="79" y="45"/>
                      <a:pt x="80" y="50"/>
                      <a:pt x="80" y="54"/>
                    </a:cubicBezTo>
                    <a:cubicBezTo>
                      <a:pt x="81" y="63"/>
                      <a:pt x="81" y="71"/>
                      <a:pt x="81" y="80"/>
                    </a:cubicBezTo>
                    <a:cubicBezTo>
                      <a:pt x="85" y="122"/>
                      <a:pt x="92" y="163"/>
                      <a:pt x="99" y="205"/>
                    </a:cubicBezTo>
                    <a:cubicBezTo>
                      <a:pt x="100" y="212"/>
                      <a:pt x="95" y="218"/>
                      <a:pt x="88" y="219"/>
                    </a:cubicBezTo>
                    <a:cubicBezTo>
                      <a:pt x="88" y="219"/>
                      <a:pt x="87" y="219"/>
                      <a:pt x="86" y="219"/>
                    </a:cubicBezTo>
                    <a:cubicBezTo>
                      <a:pt x="81" y="219"/>
                      <a:pt x="75" y="215"/>
                      <a:pt x="74" y="2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" name="Google Shape;153;p2"/>
              <p:cNvSpPr/>
              <p:nvPr/>
            </p:nvSpPr>
            <p:spPr>
              <a:xfrm>
                <a:off x="2042640" y="1306440"/>
                <a:ext cx="40680" cy="2808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78" extrusionOk="0">
                    <a:moveTo>
                      <a:pt x="13" y="77"/>
                    </a:moveTo>
                    <a:cubicBezTo>
                      <a:pt x="6" y="76"/>
                      <a:pt x="1" y="70"/>
                      <a:pt x="2" y="63"/>
                    </a:cubicBezTo>
                    <a:cubicBezTo>
                      <a:pt x="3" y="58"/>
                      <a:pt x="3" y="54"/>
                      <a:pt x="4" y="48"/>
                    </a:cubicBezTo>
                    <a:cubicBezTo>
                      <a:pt x="4" y="46"/>
                      <a:pt x="4" y="43"/>
                      <a:pt x="4" y="40"/>
                    </a:cubicBezTo>
                    <a:cubicBezTo>
                      <a:pt x="3" y="36"/>
                      <a:pt x="3" y="32"/>
                      <a:pt x="2" y="28"/>
                    </a:cubicBezTo>
                    <a:cubicBezTo>
                      <a:pt x="1" y="21"/>
                      <a:pt x="0" y="13"/>
                      <a:pt x="4" y="7"/>
                    </a:cubicBezTo>
                    <a:cubicBezTo>
                      <a:pt x="7" y="4"/>
                      <a:pt x="13" y="1"/>
                      <a:pt x="17" y="0"/>
                    </a:cubicBezTo>
                    <a:cubicBezTo>
                      <a:pt x="20" y="0"/>
                      <a:pt x="23" y="0"/>
                      <a:pt x="26" y="1"/>
                    </a:cubicBezTo>
                    <a:cubicBezTo>
                      <a:pt x="29" y="2"/>
                      <a:pt x="33" y="3"/>
                      <a:pt x="36" y="4"/>
                    </a:cubicBezTo>
                    <a:cubicBezTo>
                      <a:pt x="43" y="7"/>
                      <a:pt x="49" y="10"/>
                      <a:pt x="56" y="14"/>
                    </a:cubicBezTo>
                    <a:cubicBezTo>
                      <a:pt x="64" y="19"/>
                      <a:pt x="73" y="24"/>
                      <a:pt x="81" y="30"/>
                    </a:cubicBezTo>
                    <a:cubicBezTo>
                      <a:pt x="89" y="35"/>
                      <a:pt x="98" y="42"/>
                      <a:pt x="106" y="49"/>
                    </a:cubicBezTo>
                    <a:cubicBezTo>
                      <a:pt x="111" y="54"/>
                      <a:pt x="112" y="61"/>
                      <a:pt x="108" y="66"/>
                    </a:cubicBezTo>
                    <a:cubicBezTo>
                      <a:pt x="104" y="71"/>
                      <a:pt x="96" y="73"/>
                      <a:pt x="91" y="68"/>
                    </a:cubicBezTo>
                    <a:cubicBezTo>
                      <a:pt x="86" y="64"/>
                      <a:pt x="81" y="59"/>
                      <a:pt x="75" y="55"/>
                    </a:cubicBezTo>
                    <a:cubicBezTo>
                      <a:pt x="71" y="51"/>
                      <a:pt x="66" y="48"/>
                      <a:pt x="61" y="44"/>
                    </a:cubicBezTo>
                    <a:cubicBezTo>
                      <a:pt x="52" y="39"/>
                      <a:pt x="43" y="34"/>
                      <a:pt x="34" y="30"/>
                    </a:cubicBezTo>
                    <a:cubicBezTo>
                      <a:pt x="31" y="28"/>
                      <a:pt x="29" y="27"/>
                      <a:pt x="26" y="26"/>
                    </a:cubicBezTo>
                    <a:cubicBezTo>
                      <a:pt x="27" y="33"/>
                      <a:pt x="28" y="38"/>
                      <a:pt x="28" y="45"/>
                    </a:cubicBezTo>
                    <a:cubicBezTo>
                      <a:pt x="28" y="52"/>
                      <a:pt x="27" y="59"/>
                      <a:pt x="26" y="67"/>
                    </a:cubicBezTo>
                    <a:cubicBezTo>
                      <a:pt x="26" y="73"/>
                      <a:pt x="20" y="77"/>
                      <a:pt x="14" y="77"/>
                    </a:cubicBezTo>
                    <a:cubicBezTo>
                      <a:pt x="13" y="77"/>
                      <a:pt x="13" y="77"/>
                      <a:pt x="13" y="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" name="Google Shape;154;p2"/>
              <p:cNvSpPr/>
              <p:nvPr/>
            </p:nvSpPr>
            <p:spPr>
              <a:xfrm>
                <a:off x="2038680" y="1298520"/>
                <a:ext cx="58680" cy="70920"/>
              </a:xfrm>
              <a:custGeom>
                <a:avLst/>
                <a:gdLst/>
                <a:ahLst/>
                <a:cxnLst/>
                <a:rect l="l" t="t" r="r" b="b"/>
                <a:pathLst>
                  <a:path w="163" h="197" extrusionOk="0">
                    <a:moveTo>
                      <a:pt x="8" y="195"/>
                    </a:moveTo>
                    <a:cubicBezTo>
                      <a:pt x="3" y="193"/>
                      <a:pt x="0" y="186"/>
                      <a:pt x="2" y="180"/>
                    </a:cubicBezTo>
                    <a:cubicBezTo>
                      <a:pt x="5" y="173"/>
                      <a:pt x="9" y="165"/>
                      <a:pt x="12" y="158"/>
                    </a:cubicBezTo>
                    <a:cubicBezTo>
                      <a:pt x="12" y="159"/>
                      <a:pt x="12" y="159"/>
                      <a:pt x="12" y="159"/>
                    </a:cubicBezTo>
                    <a:cubicBezTo>
                      <a:pt x="18" y="148"/>
                      <a:pt x="24" y="137"/>
                      <a:pt x="30" y="126"/>
                    </a:cubicBezTo>
                    <a:cubicBezTo>
                      <a:pt x="36" y="115"/>
                      <a:pt x="43" y="104"/>
                      <a:pt x="50" y="94"/>
                    </a:cubicBezTo>
                    <a:cubicBezTo>
                      <a:pt x="57" y="83"/>
                      <a:pt x="64" y="72"/>
                      <a:pt x="72" y="62"/>
                    </a:cubicBezTo>
                    <a:cubicBezTo>
                      <a:pt x="77" y="57"/>
                      <a:pt x="81" y="51"/>
                      <a:pt x="85" y="46"/>
                    </a:cubicBezTo>
                    <a:cubicBezTo>
                      <a:pt x="90" y="41"/>
                      <a:pt x="95" y="35"/>
                      <a:pt x="100" y="30"/>
                    </a:cubicBezTo>
                    <a:cubicBezTo>
                      <a:pt x="107" y="22"/>
                      <a:pt x="116" y="15"/>
                      <a:pt x="124" y="10"/>
                    </a:cubicBezTo>
                    <a:cubicBezTo>
                      <a:pt x="132" y="4"/>
                      <a:pt x="140" y="1"/>
                      <a:pt x="149" y="0"/>
                    </a:cubicBezTo>
                    <a:cubicBezTo>
                      <a:pt x="156" y="0"/>
                      <a:pt x="162" y="6"/>
                      <a:pt x="162" y="13"/>
                    </a:cubicBezTo>
                    <a:cubicBezTo>
                      <a:pt x="162" y="20"/>
                      <a:pt x="156" y="26"/>
                      <a:pt x="149" y="25"/>
                    </a:cubicBezTo>
                    <a:lnTo>
                      <a:pt x="148" y="25"/>
                    </a:lnTo>
                    <a:lnTo>
                      <a:pt x="149" y="25"/>
                    </a:lnTo>
                    <a:cubicBezTo>
                      <a:pt x="148" y="25"/>
                      <a:pt x="148" y="25"/>
                      <a:pt x="146" y="25"/>
                    </a:cubicBezTo>
                    <a:cubicBezTo>
                      <a:pt x="146" y="26"/>
                      <a:pt x="146" y="26"/>
                      <a:pt x="145" y="26"/>
                    </a:cubicBezTo>
                    <a:cubicBezTo>
                      <a:pt x="144" y="27"/>
                      <a:pt x="143" y="27"/>
                      <a:pt x="142" y="28"/>
                    </a:cubicBezTo>
                    <a:cubicBezTo>
                      <a:pt x="139" y="29"/>
                      <a:pt x="137" y="30"/>
                      <a:pt x="134" y="32"/>
                    </a:cubicBezTo>
                    <a:cubicBezTo>
                      <a:pt x="131" y="34"/>
                      <a:pt x="128" y="36"/>
                      <a:pt x="125" y="39"/>
                    </a:cubicBezTo>
                    <a:cubicBezTo>
                      <a:pt x="117" y="46"/>
                      <a:pt x="109" y="55"/>
                      <a:pt x="102" y="63"/>
                    </a:cubicBezTo>
                    <a:cubicBezTo>
                      <a:pt x="95" y="70"/>
                      <a:pt x="89" y="77"/>
                      <a:pt x="84" y="85"/>
                    </a:cubicBezTo>
                    <a:cubicBezTo>
                      <a:pt x="81" y="88"/>
                      <a:pt x="78" y="92"/>
                      <a:pt x="75" y="95"/>
                    </a:cubicBezTo>
                    <a:cubicBezTo>
                      <a:pt x="72" y="100"/>
                      <a:pt x="70" y="105"/>
                      <a:pt x="66" y="109"/>
                    </a:cubicBezTo>
                    <a:cubicBezTo>
                      <a:pt x="61" y="116"/>
                      <a:pt x="57" y="124"/>
                      <a:pt x="53" y="131"/>
                    </a:cubicBezTo>
                    <a:cubicBezTo>
                      <a:pt x="47" y="140"/>
                      <a:pt x="43" y="150"/>
                      <a:pt x="37" y="158"/>
                    </a:cubicBezTo>
                    <a:cubicBezTo>
                      <a:pt x="33" y="169"/>
                      <a:pt x="28" y="179"/>
                      <a:pt x="24" y="189"/>
                    </a:cubicBezTo>
                    <a:cubicBezTo>
                      <a:pt x="22" y="193"/>
                      <a:pt x="17" y="196"/>
                      <a:pt x="12" y="196"/>
                    </a:cubicBezTo>
                    <a:cubicBezTo>
                      <a:pt x="11" y="196"/>
                      <a:pt x="10" y="196"/>
                      <a:pt x="8" y="19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" name="Google Shape;155;p2"/>
              <p:cNvSpPr/>
              <p:nvPr/>
            </p:nvSpPr>
            <p:spPr>
              <a:xfrm>
                <a:off x="1386360" y="691920"/>
                <a:ext cx="46080" cy="129960"/>
              </a:xfrm>
              <a:custGeom>
                <a:avLst/>
                <a:gdLst/>
                <a:ahLst/>
                <a:cxnLst/>
                <a:rect l="l" t="t" r="r" b="b"/>
                <a:pathLst>
                  <a:path w="128" h="361" extrusionOk="0">
                    <a:moveTo>
                      <a:pt x="54" y="336"/>
                    </a:moveTo>
                    <a:lnTo>
                      <a:pt x="54" y="335"/>
                    </a:lnTo>
                    <a:cubicBezTo>
                      <a:pt x="55" y="333"/>
                      <a:pt x="56" y="331"/>
                      <a:pt x="56" y="328"/>
                    </a:cubicBezTo>
                    <a:cubicBezTo>
                      <a:pt x="58" y="320"/>
                      <a:pt x="59" y="310"/>
                      <a:pt x="60" y="301"/>
                    </a:cubicBezTo>
                    <a:cubicBezTo>
                      <a:pt x="61" y="278"/>
                      <a:pt x="61" y="254"/>
                      <a:pt x="63" y="232"/>
                    </a:cubicBezTo>
                    <a:cubicBezTo>
                      <a:pt x="63" y="223"/>
                      <a:pt x="63" y="215"/>
                      <a:pt x="63" y="207"/>
                    </a:cubicBezTo>
                    <a:cubicBezTo>
                      <a:pt x="57" y="217"/>
                      <a:pt x="52" y="227"/>
                      <a:pt x="46" y="238"/>
                    </a:cubicBezTo>
                    <a:cubicBezTo>
                      <a:pt x="47" y="238"/>
                      <a:pt x="47" y="237"/>
                      <a:pt x="47" y="237"/>
                    </a:cubicBezTo>
                    <a:cubicBezTo>
                      <a:pt x="43" y="243"/>
                      <a:pt x="41" y="249"/>
                      <a:pt x="39" y="256"/>
                    </a:cubicBezTo>
                    <a:cubicBezTo>
                      <a:pt x="37" y="258"/>
                      <a:pt x="37" y="260"/>
                      <a:pt x="36" y="262"/>
                    </a:cubicBezTo>
                    <a:cubicBezTo>
                      <a:pt x="36" y="267"/>
                      <a:pt x="35" y="273"/>
                      <a:pt x="35" y="278"/>
                    </a:cubicBezTo>
                    <a:cubicBezTo>
                      <a:pt x="34" y="282"/>
                      <a:pt x="34" y="287"/>
                      <a:pt x="35" y="291"/>
                    </a:cubicBezTo>
                    <a:cubicBezTo>
                      <a:pt x="35" y="294"/>
                      <a:pt x="35" y="298"/>
                      <a:pt x="36" y="300"/>
                    </a:cubicBezTo>
                    <a:cubicBezTo>
                      <a:pt x="36" y="300"/>
                      <a:pt x="36" y="299"/>
                      <a:pt x="35" y="299"/>
                    </a:cubicBezTo>
                    <a:cubicBezTo>
                      <a:pt x="36" y="303"/>
                      <a:pt x="37" y="306"/>
                      <a:pt x="39" y="310"/>
                    </a:cubicBezTo>
                    <a:cubicBezTo>
                      <a:pt x="38" y="310"/>
                      <a:pt x="38" y="310"/>
                      <a:pt x="38" y="310"/>
                    </a:cubicBezTo>
                    <a:cubicBezTo>
                      <a:pt x="40" y="314"/>
                      <a:pt x="42" y="318"/>
                      <a:pt x="43" y="322"/>
                    </a:cubicBezTo>
                    <a:cubicBezTo>
                      <a:pt x="45" y="325"/>
                      <a:pt x="46" y="327"/>
                      <a:pt x="48" y="330"/>
                    </a:cubicBezTo>
                    <a:cubicBezTo>
                      <a:pt x="49" y="331"/>
                      <a:pt x="50" y="333"/>
                      <a:pt x="51" y="334"/>
                    </a:cubicBezTo>
                    <a:lnTo>
                      <a:pt x="52" y="335"/>
                    </a:lnTo>
                    <a:cubicBezTo>
                      <a:pt x="53" y="335"/>
                      <a:pt x="53" y="335"/>
                      <a:pt x="53" y="335"/>
                    </a:cubicBezTo>
                    <a:lnTo>
                      <a:pt x="54" y="336"/>
                    </a:lnTo>
                    <a:moveTo>
                      <a:pt x="53" y="360"/>
                    </a:moveTo>
                    <a:cubicBezTo>
                      <a:pt x="50" y="360"/>
                      <a:pt x="47" y="359"/>
                      <a:pt x="44" y="358"/>
                    </a:cubicBezTo>
                    <a:cubicBezTo>
                      <a:pt x="37" y="354"/>
                      <a:pt x="33" y="349"/>
                      <a:pt x="29" y="342"/>
                    </a:cubicBezTo>
                    <a:cubicBezTo>
                      <a:pt x="25" y="336"/>
                      <a:pt x="21" y="330"/>
                      <a:pt x="19" y="323"/>
                    </a:cubicBezTo>
                    <a:cubicBezTo>
                      <a:pt x="16" y="315"/>
                      <a:pt x="14" y="307"/>
                      <a:pt x="13" y="299"/>
                    </a:cubicBezTo>
                    <a:cubicBezTo>
                      <a:pt x="12" y="292"/>
                      <a:pt x="12" y="284"/>
                      <a:pt x="13" y="277"/>
                    </a:cubicBezTo>
                    <a:cubicBezTo>
                      <a:pt x="14" y="268"/>
                      <a:pt x="15" y="259"/>
                      <a:pt x="18" y="251"/>
                    </a:cubicBezTo>
                    <a:cubicBezTo>
                      <a:pt x="21" y="244"/>
                      <a:pt x="23" y="237"/>
                      <a:pt x="27" y="230"/>
                    </a:cubicBezTo>
                    <a:cubicBezTo>
                      <a:pt x="31" y="222"/>
                      <a:pt x="36" y="214"/>
                      <a:pt x="40" y="206"/>
                    </a:cubicBezTo>
                    <a:cubicBezTo>
                      <a:pt x="47" y="193"/>
                      <a:pt x="56" y="180"/>
                      <a:pt x="63" y="167"/>
                    </a:cubicBezTo>
                    <a:cubicBezTo>
                      <a:pt x="64" y="166"/>
                      <a:pt x="65" y="164"/>
                      <a:pt x="66" y="162"/>
                    </a:cubicBezTo>
                    <a:cubicBezTo>
                      <a:pt x="66" y="159"/>
                      <a:pt x="66" y="156"/>
                      <a:pt x="67" y="153"/>
                    </a:cubicBezTo>
                    <a:cubicBezTo>
                      <a:pt x="67" y="144"/>
                      <a:pt x="68" y="136"/>
                      <a:pt x="70" y="127"/>
                    </a:cubicBezTo>
                    <a:cubicBezTo>
                      <a:pt x="68" y="129"/>
                      <a:pt x="66" y="130"/>
                      <a:pt x="64" y="132"/>
                    </a:cubicBezTo>
                    <a:cubicBezTo>
                      <a:pt x="59" y="136"/>
                      <a:pt x="54" y="139"/>
                      <a:pt x="48" y="141"/>
                    </a:cubicBezTo>
                    <a:cubicBezTo>
                      <a:pt x="43" y="143"/>
                      <a:pt x="37" y="145"/>
                      <a:pt x="32" y="144"/>
                    </a:cubicBezTo>
                    <a:cubicBezTo>
                      <a:pt x="26" y="143"/>
                      <a:pt x="21" y="141"/>
                      <a:pt x="17" y="137"/>
                    </a:cubicBezTo>
                    <a:cubicBezTo>
                      <a:pt x="12" y="134"/>
                      <a:pt x="9" y="129"/>
                      <a:pt x="8" y="123"/>
                    </a:cubicBezTo>
                    <a:cubicBezTo>
                      <a:pt x="3" y="111"/>
                      <a:pt x="1" y="98"/>
                      <a:pt x="1" y="85"/>
                    </a:cubicBezTo>
                    <a:cubicBezTo>
                      <a:pt x="0" y="78"/>
                      <a:pt x="0" y="71"/>
                      <a:pt x="1" y="65"/>
                    </a:cubicBezTo>
                    <a:cubicBezTo>
                      <a:pt x="1" y="59"/>
                      <a:pt x="1" y="53"/>
                      <a:pt x="3" y="48"/>
                    </a:cubicBezTo>
                    <a:cubicBezTo>
                      <a:pt x="4" y="43"/>
                      <a:pt x="8" y="39"/>
                      <a:pt x="12" y="38"/>
                    </a:cubicBezTo>
                    <a:cubicBezTo>
                      <a:pt x="16" y="37"/>
                      <a:pt x="21" y="38"/>
                      <a:pt x="24" y="41"/>
                    </a:cubicBezTo>
                    <a:cubicBezTo>
                      <a:pt x="30" y="44"/>
                      <a:pt x="30" y="53"/>
                      <a:pt x="26" y="58"/>
                    </a:cubicBezTo>
                    <a:cubicBezTo>
                      <a:pt x="26" y="59"/>
                      <a:pt x="26" y="59"/>
                      <a:pt x="26" y="59"/>
                    </a:cubicBezTo>
                    <a:cubicBezTo>
                      <a:pt x="25" y="63"/>
                      <a:pt x="25" y="67"/>
                      <a:pt x="24" y="71"/>
                    </a:cubicBezTo>
                    <a:cubicBezTo>
                      <a:pt x="24" y="76"/>
                      <a:pt x="24" y="81"/>
                      <a:pt x="24" y="87"/>
                    </a:cubicBezTo>
                    <a:cubicBezTo>
                      <a:pt x="25" y="92"/>
                      <a:pt x="25" y="97"/>
                      <a:pt x="26" y="102"/>
                    </a:cubicBezTo>
                    <a:cubicBezTo>
                      <a:pt x="27" y="106"/>
                      <a:pt x="28" y="109"/>
                      <a:pt x="29" y="113"/>
                    </a:cubicBezTo>
                    <a:lnTo>
                      <a:pt x="29" y="112"/>
                    </a:lnTo>
                    <a:cubicBezTo>
                      <a:pt x="29" y="113"/>
                      <a:pt x="29" y="113"/>
                      <a:pt x="29" y="113"/>
                    </a:cubicBezTo>
                    <a:cubicBezTo>
                      <a:pt x="30" y="115"/>
                      <a:pt x="30" y="116"/>
                      <a:pt x="30" y="117"/>
                    </a:cubicBezTo>
                    <a:cubicBezTo>
                      <a:pt x="31" y="118"/>
                      <a:pt x="31" y="118"/>
                      <a:pt x="31" y="118"/>
                    </a:cubicBezTo>
                    <a:cubicBezTo>
                      <a:pt x="32" y="118"/>
                      <a:pt x="32" y="119"/>
                      <a:pt x="32" y="119"/>
                    </a:cubicBezTo>
                    <a:cubicBezTo>
                      <a:pt x="33" y="120"/>
                      <a:pt x="33" y="120"/>
                      <a:pt x="33" y="120"/>
                    </a:cubicBezTo>
                    <a:lnTo>
                      <a:pt x="34" y="120"/>
                    </a:lnTo>
                    <a:lnTo>
                      <a:pt x="35" y="120"/>
                    </a:lnTo>
                    <a:lnTo>
                      <a:pt x="36" y="120"/>
                    </a:lnTo>
                    <a:cubicBezTo>
                      <a:pt x="36" y="120"/>
                      <a:pt x="37" y="120"/>
                      <a:pt x="38" y="120"/>
                    </a:cubicBezTo>
                    <a:cubicBezTo>
                      <a:pt x="40" y="119"/>
                      <a:pt x="42" y="119"/>
                      <a:pt x="43" y="118"/>
                    </a:cubicBezTo>
                    <a:cubicBezTo>
                      <a:pt x="44" y="117"/>
                      <a:pt x="46" y="116"/>
                      <a:pt x="47" y="115"/>
                    </a:cubicBezTo>
                    <a:cubicBezTo>
                      <a:pt x="49" y="114"/>
                      <a:pt x="51" y="112"/>
                      <a:pt x="53" y="111"/>
                    </a:cubicBezTo>
                    <a:cubicBezTo>
                      <a:pt x="55" y="109"/>
                      <a:pt x="57" y="107"/>
                      <a:pt x="59" y="105"/>
                    </a:cubicBezTo>
                    <a:cubicBezTo>
                      <a:pt x="61" y="102"/>
                      <a:pt x="63" y="99"/>
                      <a:pt x="65" y="97"/>
                    </a:cubicBezTo>
                    <a:cubicBezTo>
                      <a:pt x="70" y="90"/>
                      <a:pt x="74" y="83"/>
                      <a:pt x="78" y="76"/>
                    </a:cubicBezTo>
                    <a:cubicBezTo>
                      <a:pt x="80" y="63"/>
                      <a:pt x="83" y="50"/>
                      <a:pt x="87" y="37"/>
                    </a:cubicBezTo>
                    <a:cubicBezTo>
                      <a:pt x="89" y="30"/>
                      <a:pt x="92" y="23"/>
                      <a:pt x="95" y="17"/>
                    </a:cubicBezTo>
                    <a:cubicBezTo>
                      <a:pt x="98" y="11"/>
                      <a:pt x="102" y="4"/>
                      <a:pt x="109" y="2"/>
                    </a:cubicBezTo>
                    <a:cubicBezTo>
                      <a:pt x="114" y="0"/>
                      <a:pt x="121" y="3"/>
                      <a:pt x="124" y="9"/>
                    </a:cubicBezTo>
                    <a:cubicBezTo>
                      <a:pt x="127" y="14"/>
                      <a:pt x="125" y="23"/>
                      <a:pt x="123" y="28"/>
                    </a:cubicBezTo>
                    <a:cubicBezTo>
                      <a:pt x="120" y="35"/>
                      <a:pt x="117" y="42"/>
                      <a:pt x="114" y="49"/>
                    </a:cubicBezTo>
                    <a:cubicBezTo>
                      <a:pt x="112" y="55"/>
                      <a:pt x="109" y="60"/>
                      <a:pt x="107" y="66"/>
                    </a:cubicBezTo>
                    <a:cubicBezTo>
                      <a:pt x="104" y="72"/>
                      <a:pt x="102" y="78"/>
                      <a:pt x="99" y="84"/>
                    </a:cubicBezTo>
                    <a:cubicBezTo>
                      <a:pt x="98" y="85"/>
                      <a:pt x="98" y="87"/>
                      <a:pt x="97" y="89"/>
                    </a:cubicBezTo>
                    <a:lnTo>
                      <a:pt x="97" y="88"/>
                    </a:lnTo>
                    <a:cubicBezTo>
                      <a:pt x="97" y="89"/>
                      <a:pt x="97" y="89"/>
                      <a:pt x="97" y="90"/>
                    </a:cubicBezTo>
                    <a:cubicBezTo>
                      <a:pt x="96" y="99"/>
                      <a:pt x="94" y="108"/>
                      <a:pt x="92" y="118"/>
                    </a:cubicBezTo>
                    <a:cubicBezTo>
                      <a:pt x="93" y="116"/>
                      <a:pt x="94" y="115"/>
                      <a:pt x="95" y="113"/>
                    </a:cubicBezTo>
                    <a:cubicBezTo>
                      <a:pt x="97" y="109"/>
                      <a:pt x="104" y="107"/>
                      <a:pt x="109" y="110"/>
                    </a:cubicBezTo>
                    <a:cubicBezTo>
                      <a:pt x="113" y="112"/>
                      <a:pt x="114" y="119"/>
                      <a:pt x="112" y="123"/>
                    </a:cubicBezTo>
                    <a:cubicBezTo>
                      <a:pt x="103" y="137"/>
                      <a:pt x="95" y="152"/>
                      <a:pt x="86" y="166"/>
                    </a:cubicBezTo>
                    <a:cubicBezTo>
                      <a:pt x="86" y="171"/>
                      <a:pt x="86" y="174"/>
                      <a:pt x="85" y="178"/>
                    </a:cubicBezTo>
                    <a:cubicBezTo>
                      <a:pt x="84" y="203"/>
                      <a:pt x="83" y="227"/>
                      <a:pt x="82" y="252"/>
                    </a:cubicBezTo>
                    <a:cubicBezTo>
                      <a:pt x="82" y="264"/>
                      <a:pt x="82" y="276"/>
                      <a:pt x="82" y="288"/>
                    </a:cubicBezTo>
                    <a:cubicBezTo>
                      <a:pt x="82" y="300"/>
                      <a:pt x="81" y="313"/>
                      <a:pt x="79" y="326"/>
                    </a:cubicBezTo>
                    <a:cubicBezTo>
                      <a:pt x="79" y="331"/>
                      <a:pt x="78" y="338"/>
                      <a:pt x="76" y="343"/>
                    </a:cubicBezTo>
                    <a:cubicBezTo>
                      <a:pt x="74" y="349"/>
                      <a:pt x="70" y="356"/>
                      <a:pt x="63" y="359"/>
                    </a:cubicBezTo>
                    <a:cubicBezTo>
                      <a:pt x="60" y="359"/>
                      <a:pt x="58" y="360"/>
                      <a:pt x="55" y="360"/>
                    </a:cubicBezTo>
                    <a:cubicBezTo>
                      <a:pt x="54" y="360"/>
                      <a:pt x="54" y="360"/>
                      <a:pt x="53" y="3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" name="Google Shape;156;p2"/>
              <p:cNvSpPr/>
              <p:nvPr/>
            </p:nvSpPr>
            <p:spPr>
              <a:xfrm>
                <a:off x="1354680" y="883080"/>
                <a:ext cx="497160" cy="492480"/>
              </a:xfrm>
              <a:custGeom>
                <a:avLst/>
                <a:gdLst/>
                <a:ahLst/>
                <a:cxnLst/>
                <a:rect l="l" t="t" r="r" b="b"/>
                <a:pathLst>
                  <a:path w="1381" h="1368" extrusionOk="0">
                    <a:moveTo>
                      <a:pt x="1356" y="1363"/>
                    </a:moveTo>
                    <a:cubicBezTo>
                      <a:pt x="1347" y="1354"/>
                      <a:pt x="1338" y="1344"/>
                      <a:pt x="1329" y="1336"/>
                    </a:cubicBezTo>
                    <a:cubicBezTo>
                      <a:pt x="1320" y="1326"/>
                      <a:pt x="1310" y="1316"/>
                      <a:pt x="1300" y="1306"/>
                    </a:cubicBezTo>
                    <a:cubicBezTo>
                      <a:pt x="1280" y="1284"/>
                      <a:pt x="1258" y="1264"/>
                      <a:pt x="1237" y="1243"/>
                    </a:cubicBezTo>
                    <a:cubicBezTo>
                      <a:pt x="1217" y="1223"/>
                      <a:pt x="1196" y="1202"/>
                      <a:pt x="1175" y="1182"/>
                    </a:cubicBezTo>
                    <a:cubicBezTo>
                      <a:pt x="1154" y="1161"/>
                      <a:pt x="1134" y="1140"/>
                      <a:pt x="1113" y="1119"/>
                    </a:cubicBezTo>
                    <a:cubicBezTo>
                      <a:pt x="1072" y="1079"/>
                      <a:pt x="1031" y="1038"/>
                      <a:pt x="991" y="998"/>
                    </a:cubicBezTo>
                    <a:cubicBezTo>
                      <a:pt x="949" y="956"/>
                      <a:pt x="907" y="914"/>
                      <a:pt x="865" y="873"/>
                    </a:cubicBezTo>
                    <a:cubicBezTo>
                      <a:pt x="823" y="831"/>
                      <a:pt x="781" y="789"/>
                      <a:pt x="739" y="748"/>
                    </a:cubicBezTo>
                    <a:cubicBezTo>
                      <a:pt x="697" y="706"/>
                      <a:pt x="656" y="665"/>
                      <a:pt x="614" y="624"/>
                    </a:cubicBezTo>
                    <a:cubicBezTo>
                      <a:pt x="572" y="582"/>
                      <a:pt x="530" y="540"/>
                      <a:pt x="488" y="498"/>
                    </a:cubicBezTo>
                    <a:cubicBezTo>
                      <a:pt x="447" y="458"/>
                      <a:pt x="406" y="417"/>
                      <a:pt x="365" y="377"/>
                    </a:cubicBezTo>
                    <a:cubicBezTo>
                      <a:pt x="322" y="333"/>
                      <a:pt x="278" y="290"/>
                      <a:pt x="234" y="247"/>
                    </a:cubicBezTo>
                    <a:cubicBezTo>
                      <a:pt x="193" y="206"/>
                      <a:pt x="152" y="165"/>
                      <a:pt x="110" y="125"/>
                    </a:cubicBezTo>
                    <a:cubicBezTo>
                      <a:pt x="93" y="108"/>
                      <a:pt x="76" y="90"/>
                      <a:pt x="59" y="74"/>
                    </a:cubicBezTo>
                    <a:cubicBezTo>
                      <a:pt x="49" y="65"/>
                      <a:pt x="39" y="56"/>
                      <a:pt x="30" y="46"/>
                    </a:cubicBezTo>
                    <a:cubicBezTo>
                      <a:pt x="26" y="42"/>
                      <a:pt x="21" y="37"/>
                      <a:pt x="17" y="33"/>
                    </a:cubicBezTo>
                    <a:cubicBezTo>
                      <a:pt x="12" y="29"/>
                      <a:pt x="8" y="26"/>
                      <a:pt x="4" y="22"/>
                    </a:cubicBezTo>
                    <a:cubicBezTo>
                      <a:pt x="0" y="17"/>
                      <a:pt x="0" y="9"/>
                      <a:pt x="4" y="4"/>
                    </a:cubicBezTo>
                    <a:cubicBezTo>
                      <a:pt x="10" y="0"/>
                      <a:pt x="17" y="0"/>
                      <a:pt x="22" y="4"/>
                    </a:cubicBezTo>
                    <a:cubicBezTo>
                      <a:pt x="26" y="8"/>
                      <a:pt x="31" y="13"/>
                      <a:pt x="35" y="18"/>
                    </a:cubicBezTo>
                    <a:cubicBezTo>
                      <a:pt x="41" y="23"/>
                      <a:pt x="47" y="29"/>
                      <a:pt x="53" y="36"/>
                    </a:cubicBezTo>
                    <a:cubicBezTo>
                      <a:pt x="63" y="45"/>
                      <a:pt x="72" y="55"/>
                      <a:pt x="82" y="65"/>
                    </a:cubicBezTo>
                    <a:cubicBezTo>
                      <a:pt x="103" y="87"/>
                      <a:pt x="125" y="109"/>
                      <a:pt x="146" y="130"/>
                    </a:cubicBezTo>
                    <a:cubicBezTo>
                      <a:pt x="187" y="171"/>
                      <a:pt x="228" y="211"/>
                      <a:pt x="269" y="252"/>
                    </a:cubicBezTo>
                    <a:cubicBezTo>
                      <a:pt x="312" y="295"/>
                      <a:pt x="356" y="338"/>
                      <a:pt x="399" y="381"/>
                    </a:cubicBezTo>
                    <a:cubicBezTo>
                      <a:pt x="440" y="421"/>
                      <a:pt x="481" y="462"/>
                      <a:pt x="522" y="502"/>
                    </a:cubicBezTo>
                    <a:cubicBezTo>
                      <a:pt x="564" y="544"/>
                      <a:pt x="606" y="585"/>
                      <a:pt x="648" y="627"/>
                    </a:cubicBezTo>
                    <a:cubicBezTo>
                      <a:pt x="689" y="668"/>
                      <a:pt x="731" y="709"/>
                      <a:pt x="773" y="751"/>
                    </a:cubicBezTo>
                    <a:cubicBezTo>
                      <a:pt x="815" y="792"/>
                      <a:pt x="856" y="833"/>
                      <a:pt x="898" y="875"/>
                    </a:cubicBezTo>
                    <a:cubicBezTo>
                      <a:pt x="940" y="916"/>
                      <a:pt x="981" y="957"/>
                      <a:pt x="1023" y="999"/>
                    </a:cubicBezTo>
                    <a:cubicBezTo>
                      <a:pt x="1065" y="1040"/>
                      <a:pt x="1107" y="1081"/>
                      <a:pt x="1149" y="1122"/>
                    </a:cubicBezTo>
                    <a:cubicBezTo>
                      <a:pt x="1190" y="1163"/>
                      <a:pt x="1231" y="1204"/>
                      <a:pt x="1272" y="1245"/>
                    </a:cubicBezTo>
                    <a:cubicBezTo>
                      <a:pt x="1290" y="1263"/>
                      <a:pt x="1308" y="1280"/>
                      <a:pt x="1326" y="1298"/>
                    </a:cubicBezTo>
                    <a:cubicBezTo>
                      <a:pt x="1334" y="1306"/>
                      <a:pt x="1343" y="1313"/>
                      <a:pt x="1351" y="1321"/>
                    </a:cubicBezTo>
                    <a:cubicBezTo>
                      <a:pt x="1359" y="1329"/>
                      <a:pt x="1367" y="1336"/>
                      <a:pt x="1375" y="1344"/>
                    </a:cubicBezTo>
                    <a:cubicBezTo>
                      <a:pt x="1380" y="1349"/>
                      <a:pt x="1380" y="1358"/>
                      <a:pt x="1375" y="1363"/>
                    </a:cubicBezTo>
                    <a:cubicBezTo>
                      <a:pt x="1372" y="1365"/>
                      <a:pt x="1369" y="1367"/>
                      <a:pt x="1365" y="1367"/>
                    </a:cubicBezTo>
                    <a:cubicBezTo>
                      <a:pt x="1362" y="1367"/>
                      <a:pt x="1358" y="1365"/>
                      <a:pt x="1356" y="13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" name="Google Shape;157;p2"/>
              <p:cNvSpPr/>
              <p:nvPr/>
            </p:nvSpPr>
            <p:spPr>
              <a:xfrm>
                <a:off x="1398960" y="994680"/>
                <a:ext cx="36000" cy="65520"/>
              </a:xfrm>
              <a:custGeom>
                <a:avLst/>
                <a:gdLst/>
                <a:ahLst/>
                <a:cxnLst/>
                <a:rect l="l" t="t" r="r" b="b"/>
                <a:pathLst>
                  <a:path w="100" h="182" extrusionOk="0">
                    <a:moveTo>
                      <a:pt x="44" y="181"/>
                    </a:moveTo>
                    <a:cubicBezTo>
                      <a:pt x="37" y="180"/>
                      <a:pt x="32" y="173"/>
                      <a:pt x="33" y="167"/>
                    </a:cubicBezTo>
                    <a:cubicBezTo>
                      <a:pt x="36" y="154"/>
                      <a:pt x="39" y="141"/>
                      <a:pt x="41" y="128"/>
                    </a:cubicBezTo>
                    <a:cubicBezTo>
                      <a:pt x="44" y="116"/>
                      <a:pt x="46" y="104"/>
                      <a:pt x="49" y="92"/>
                    </a:cubicBezTo>
                    <a:cubicBezTo>
                      <a:pt x="51" y="84"/>
                      <a:pt x="54" y="75"/>
                      <a:pt x="56" y="67"/>
                    </a:cubicBezTo>
                    <a:cubicBezTo>
                      <a:pt x="53" y="71"/>
                      <a:pt x="49" y="75"/>
                      <a:pt x="46" y="78"/>
                    </a:cubicBezTo>
                    <a:cubicBezTo>
                      <a:pt x="41" y="83"/>
                      <a:pt x="36" y="88"/>
                      <a:pt x="32" y="93"/>
                    </a:cubicBezTo>
                    <a:cubicBezTo>
                      <a:pt x="30" y="95"/>
                      <a:pt x="28" y="97"/>
                      <a:pt x="26" y="99"/>
                    </a:cubicBezTo>
                    <a:cubicBezTo>
                      <a:pt x="25" y="100"/>
                      <a:pt x="23" y="102"/>
                      <a:pt x="22" y="103"/>
                    </a:cubicBezTo>
                    <a:cubicBezTo>
                      <a:pt x="19" y="105"/>
                      <a:pt x="15" y="106"/>
                      <a:pt x="12" y="106"/>
                    </a:cubicBezTo>
                    <a:cubicBezTo>
                      <a:pt x="8" y="105"/>
                      <a:pt x="4" y="102"/>
                      <a:pt x="2" y="98"/>
                    </a:cubicBezTo>
                    <a:cubicBezTo>
                      <a:pt x="0" y="92"/>
                      <a:pt x="2" y="86"/>
                      <a:pt x="8" y="82"/>
                    </a:cubicBezTo>
                    <a:cubicBezTo>
                      <a:pt x="8" y="82"/>
                      <a:pt x="9" y="82"/>
                      <a:pt x="9" y="81"/>
                    </a:cubicBezTo>
                    <a:cubicBezTo>
                      <a:pt x="24" y="67"/>
                      <a:pt x="38" y="53"/>
                      <a:pt x="51" y="38"/>
                    </a:cubicBezTo>
                    <a:cubicBezTo>
                      <a:pt x="58" y="30"/>
                      <a:pt x="64" y="23"/>
                      <a:pt x="69" y="15"/>
                    </a:cubicBezTo>
                    <a:cubicBezTo>
                      <a:pt x="72" y="11"/>
                      <a:pt x="75" y="6"/>
                      <a:pt x="78" y="4"/>
                    </a:cubicBezTo>
                    <a:cubicBezTo>
                      <a:pt x="83" y="1"/>
                      <a:pt x="88" y="0"/>
                      <a:pt x="92" y="2"/>
                    </a:cubicBezTo>
                    <a:cubicBezTo>
                      <a:pt x="96" y="5"/>
                      <a:pt x="99" y="10"/>
                      <a:pt x="98" y="15"/>
                    </a:cubicBezTo>
                    <a:cubicBezTo>
                      <a:pt x="97" y="20"/>
                      <a:pt x="95" y="25"/>
                      <a:pt x="93" y="30"/>
                    </a:cubicBezTo>
                    <a:cubicBezTo>
                      <a:pt x="91" y="35"/>
                      <a:pt x="89" y="39"/>
                      <a:pt x="88" y="44"/>
                    </a:cubicBezTo>
                    <a:cubicBezTo>
                      <a:pt x="79" y="70"/>
                      <a:pt x="71" y="96"/>
                      <a:pt x="65" y="123"/>
                    </a:cubicBezTo>
                    <a:cubicBezTo>
                      <a:pt x="62" y="139"/>
                      <a:pt x="60" y="155"/>
                      <a:pt x="58" y="170"/>
                    </a:cubicBezTo>
                    <a:cubicBezTo>
                      <a:pt x="57" y="176"/>
                      <a:pt x="51" y="181"/>
                      <a:pt x="46" y="181"/>
                    </a:cubicBezTo>
                    <a:cubicBezTo>
                      <a:pt x="45" y="181"/>
                      <a:pt x="44" y="181"/>
                      <a:pt x="44" y="1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" name="Google Shape;158;p2"/>
              <p:cNvSpPr/>
              <p:nvPr/>
            </p:nvSpPr>
            <p:spPr>
              <a:xfrm>
                <a:off x="1705680" y="1290240"/>
                <a:ext cx="30600" cy="57600"/>
              </a:xfrm>
              <a:custGeom>
                <a:avLst/>
                <a:gdLst/>
                <a:ahLst/>
                <a:cxnLst/>
                <a:rect l="l" t="t" r="r" b="b"/>
                <a:pathLst>
                  <a:path w="85" h="160" extrusionOk="0">
                    <a:moveTo>
                      <a:pt x="26" y="159"/>
                    </a:moveTo>
                    <a:cubicBezTo>
                      <a:pt x="19" y="157"/>
                      <a:pt x="15" y="149"/>
                      <a:pt x="18" y="142"/>
                    </a:cubicBezTo>
                    <a:cubicBezTo>
                      <a:pt x="21" y="133"/>
                      <a:pt x="24" y="124"/>
                      <a:pt x="28" y="114"/>
                    </a:cubicBezTo>
                    <a:cubicBezTo>
                      <a:pt x="33" y="98"/>
                      <a:pt x="39" y="82"/>
                      <a:pt x="44" y="66"/>
                    </a:cubicBezTo>
                    <a:cubicBezTo>
                      <a:pt x="45" y="65"/>
                      <a:pt x="45" y="63"/>
                      <a:pt x="45" y="62"/>
                    </a:cubicBezTo>
                    <a:cubicBezTo>
                      <a:pt x="44" y="63"/>
                      <a:pt x="44" y="64"/>
                      <a:pt x="42" y="65"/>
                    </a:cubicBezTo>
                    <a:cubicBezTo>
                      <a:pt x="36" y="72"/>
                      <a:pt x="29" y="80"/>
                      <a:pt x="23" y="87"/>
                    </a:cubicBezTo>
                    <a:cubicBezTo>
                      <a:pt x="17" y="92"/>
                      <a:pt x="9" y="92"/>
                      <a:pt x="5" y="87"/>
                    </a:cubicBezTo>
                    <a:cubicBezTo>
                      <a:pt x="0" y="82"/>
                      <a:pt x="0" y="74"/>
                      <a:pt x="5" y="69"/>
                    </a:cubicBezTo>
                    <a:cubicBezTo>
                      <a:pt x="18" y="56"/>
                      <a:pt x="31" y="43"/>
                      <a:pt x="44" y="29"/>
                    </a:cubicBezTo>
                    <a:cubicBezTo>
                      <a:pt x="47" y="25"/>
                      <a:pt x="49" y="22"/>
                      <a:pt x="52" y="19"/>
                    </a:cubicBezTo>
                    <a:cubicBezTo>
                      <a:pt x="54" y="16"/>
                      <a:pt x="55" y="15"/>
                      <a:pt x="57" y="12"/>
                    </a:cubicBezTo>
                    <a:cubicBezTo>
                      <a:pt x="58" y="11"/>
                      <a:pt x="59" y="9"/>
                      <a:pt x="61" y="8"/>
                    </a:cubicBezTo>
                    <a:cubicBezTo>
                      <a:pt x="62" y="6"/>
                      <a:pt x="65" y="5"/>
                      <a:pt x="67" y="4"/>
                    </a:cubicBezTo>
                    <a:cubicBezTo>
                      <a:pt x="74" y="0"/>
                      <a:pt x="83" y="6"/>
                      <a:pt x="84" y="13"/>
                    </a:cubicBezTo>
                    <a:cubicBezTo>
                      <a:pt x="84" y="16"/>
                      <a:pt x="84" y="19"/>
                      <a:pt x="83" y="22"/>
                    </a:cubicBezTo>
                    <a:cubicBezTo>
                      <a:pt x="83" y="23"/>
                      <a:pt x="82" y="25"/>
                      <a:pt x="82" y="27"/>
                    </a:cubicBezTo>
                    <a:cubicBezTo>
                      <a:pt x="80" y="30"/>
                      <a:pt x="80" y="32"/>
                      <a:pt x="79" y="35"/>
                    </a:cubicBezTo>
                    <a:cubicBezTo>
                      <a:pt x="79" y="34"/>
                      <a:pt x="79" y="34"/>
                      <a:pt x="79" y="34"/>
                    </a:cubicBezTo>
                    <a:lnTo>
                      <a:pt x="79" y="35"/>
                    </a:lnTo>
                    <a:cubicBezTo>
                      <a:pt x="79" y="36"/>
                      <a:pt x="79" y="36"/>
                      <a:pt x="78" y="36"/>
                    </a:cubicBezTo>
                    <a:cubicBezTo>
                      <a:pt x="79" y="36"/>
                      <a:pt x="79" y="36"/>
                      <a:pt x="79" y="36"/>
                    </a:cubicBezTo>
                    <a:lnTo>
                      <a:pt x="79" y="35"/>
                    </a:lnTo>
                    <a:cubicBezTo>
                      <a:pt x="79" y="36"/>
                      <a:pt x="79" y="36"/>
                      <a:pt x="79" y="36"/>
                    </a:cubicBezTo>
                    <a:cubicBezTo>
                      <a:pt x="79" y="35"/>
                      <a:pt x="79" y="35"/>
                      <a:pt x="79" y="35"/>
                    </a:cubicBezTo>
                    <a:lnTo>
                      <a:pt x="79" y="36"/>
                    </a:lnTo>
                    <a:cubicBezTo>
                      <a:pt x="78" y="36"/>
                      <a:pt x="78" y="36"/>
                      <a:pt x="78" y="36"/>
                    </a:cubicBezTo>
                    <a:cubicBezTo>
                      <a:pt x="72" y="55"/>
                      <a:pt x="65" y="74"/>
                      <a:pt x="59" y="93"/>
                    </a:cubicBezTo>
                    <a:cubicBezTo>
                      <a:pt x="52" y="112"/>
                      <a:pt x="47" y="131"/>
                      <a:pt x="41" y="150"/>
                    </a:cubicBezTo>
                    <a:cubicBezTo>
                      <a:pt x="39" y="156"/>
                      <a:pt x="34" y="159"/>
                      <a:pt x="29" y="159"/>
                    </a:cubicBezTo>
                    <a:cubicBezTo>
                      <a:pt x="28" y="159"/>
                      <a:pt x="27" y="159"/>
                      <a:pt x="26" y="15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" name="Google Shape;159;p2"/>
              <p:cNvSpPr/>
              <p:nvPr/>
            </p:nvSpPr>
            <p:spPr>
              <a:xfrm>
                <a:off x="1400040" y="1305000"/>
                <a:ext cx="4140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120" extrusionOk="0">
                    <a:moveTo>
                      <a:pt x="62" y="96"/>
                    </a:moveTo>
                    <a:cubicBezTo>
                      <a:pt x="63" y="96"/>
                      <a:pt x="64" y="96"/>
                      <a:pt x="65" y="96"/>
                    </a:cubicBezTo>
                    <a:cubicBezTo>
                      <a:pt x="66" y="95"/>
                      <a:pt x="66" y="95"/>
                      <a:pt x="67" y="95"/>
                    </a:cubicBezTo>
                    <a:cubicBezTo>
                      <a:pt x="68" y="94"/>
                      <a:pt x="68" y="94"/>
                      <a:pt x="69" y="94"/>
                    </a:cubicBezTo>
                    <a:cubicBezTo>
                      <a:pt x="69" y="94"/>
                      <a:pt x="70" y="93"/>
                      <a:pt x="71" y="93"/>
                    </a:cubicBezTo>
                    <a:cubicBezTo>
                      <a:pt x="73" y="91"/>
                      <a:pt x="75" y="90"/>
                      <a:pt x="76" y="89"/>
                    </a:cubicBezTo>
                    <a:cubicBezTo>
                      <a:pt x="78" y="87"/>
                      <a:pt x="79" y="86"/>
                      <a:pt x="80" y="84"/>
                    </a:cubicBezTo>
                    <a:cubicBezTo>
                      <a:pt x="82" y="82"/>
                      <a:pt x="84" y="80"/>
                      <a:pt x="86" y="77"/>
                    </a:cubicBezTo>
                    <a:cubicBezTo>
                      <a:pt x="87" y="76"/>
                      <a:pt x="87" y="75"/>
                      <a:pt x="88" y="74"/>
                    </a:cubicBezTo>
                    <a:cubicBezTo>
                      <a:pt x="89" y="73"/>
                      <a:pt x="89" y="71"/>
                      <a:pt x="90" y="70"/>
                    </a:cubicBezTo>
                    <a:cubicBezTo>
                      <a:pt x="90" y="68"/>
                      <a:pt x="90" y="67"/>
                      <a:pt x="91" y="66"/>
                    </a:cubicBezTo>
                    <a:cubicBezTo>
                      <a:pt x="91" y="65"/>
                      <a:pt x="91" y="64"/>
                      <a:pt x="91" y="62"/>
                    </a:cubicBezTo>
                    <a:cubicBezTo>
                      <a:pt x="91" y="63"/>
                      <a:pt x="91" y="64"/>
                      <a:pt x="91" y="64"/>
                    </a:cubicBezTo>
                    <a:cubicBezTo>
                      <a:pt x="91" y="63"/>
                      <a:pt x="91" y="62"/>
                      <a:pt x="91" y="61"/>
                    </a:cubicBezTo>
                    <a:cubicBezTo>
                      <a:pt x="91" y="59"/>
                      <a:pt x="90" y="57"/>
                      <a:pt x="90" y="55"/>
                    </a:cubicBezTo>
                    <a:cubicBezTo>
                      <a:pt x="90" y="54"/>
                      <a:pt x="90" y="53"/>
                      <a:pt x="89" y="52"/>
                    </a:cubicBezTo>
                    <a:cubicBezTo>
                      <a:pt x="89" y="50"/>
                      <a:pt x="87" y="48"/>
                      <a:pt x="87" y="45"/>
                    </a:cubicBezTo>
                    <a:cubicBezTo>
                      <a:pt x="86" y="44"/>
                      <a:pt x="85" y="43"/>
                      <a:pt x="84" y="41"/>
                    </a:cubicBezTo>
                    <a:lnTo>
                      <a:pt x="83" y="40"/>
                    </a:lnTo>
                    <a:cubicBezTo>
                      <a:pt x="82" y="38"/>
                      <a:pt x="80" y="37"/>
                      <a:pt x="78" y="36"/>
                    </a:cubicBezTo>
                    <a:cubicBezTo>
                      <a:pt x="79" y="36"/>
                      <a:pt x="79" y="36"/>
                      <a:pt x="79" y="37"/>
                    </a:cubicBezTo>
                    <a:cubicBezTo>
                      <a:pt x="79" y="36"/>
                      <a:pt x="78" y="35"/>
                      <a:pt x="76" y="34"/>
                    </a:cubicBezTo>
                    <a:lnTo>
                      <a:pt x="75" y="33"/>
                    </a:lnTo>
                    <a:lnTo>
                      <a:pt x="74" y="33"/>
                    </a:lnTo>
                    <a:lnTo>
                      <a:pt x="75" y="33"/>
                    </a:lnTo>
                    <a:cubicBezTo>
                      <a:pt x="74" y="33"/>
                      <a:pt x="73" y="32"/>
                      <a:pt x="72" y="32"/>
                    </a:cubicBezTo>
                    <a:cubicBezTo>
                      <a:pt x="71" y="31"/>
                      <a:pt x="69" y="31"/>
                      <a:pt x="68" y="31"/>
                    </a:cubicBezTo>
                    <a:cubicBezTo>
                      <a:pt x="66" y="30"/>
                      <a:pt x="65" y="30"/>
                      <a:pt x="64" y="30"/>
                    </a:cubicBezTo>
                    <a:cubicBezTo>
                      <a:pt x="61" y="30"/>
                      <a:pt x="58" y="30"/>
                      <a:pt x="55" y="30"/>
                    </a:cubicBezTo>
                    <a:cubicBezTo>
                      <a:pt x="49" y="31"/>
                      <a:pt x="43" y="31"/>
                      <a:pt x="37" y="33"/>
                    </a:cubicBezTo>
                    <a:cubicBezTo>
                      <a:pt x="37" y="33"/>
                      <a:pt x="38" y="32"/>
                      <a:pt x="39" y="32"/>
                    </a:cubicBezTo>
                    <a:cubicBezTo>
                      <a:pt x="38" y="33"/>
                      <a:pt x="37" y="33"/>
                      <a:pt x="36" y="33"/>
                    </a:cubicBezTo>
                    <a:cubicBezTo>
                      <a:pt x="36" y="34"/>
                      <a:pt x="35" y="36"/>
                      <a:pt x="34" y="37"/>
                    </a:cubicBezTo>
                    <a:cubicBezTo>
                      <a:pt x="32" y="41"/>
                      <a:pt x="30" y="46"/>
                      <a:pt x="28" y="51"/>
                    </a:cubicBezTo>
                    <a:cubicBezTo>
                      <a:pt x="27" y="54"/>
                      <a:pt x="26" y="57"/>
                      <a:pt x="26" y="60"/>
                    </a:cubicBezTo>
                    <a:cubicBezTo>
                      <a:pt x="25" y="62"/>
                      <a:pt x="25" y="64"/>
                      <a:pt x="25" y="65"/>
                    </a:cubicBezTo>
                    <a:cubicBezTo>
                      <a:pt x="25" y="66"/>
                      <a:pt x="25" y="66"/>
                      <a:pt x="25" y="68"/>
                    </a:cubicBezTo>
                    <a:cubicBezTo>
                      <a:pt x="25" y="69"/>
                      <a:pt x="25" y="70"/>
                      <a:pt x="25" y="72"/>
                    </a:cubicBezTo>
                    <a:cubicBezTo>
                      <a:pt x="26" y="72"/>
                      <a:pt x="26" y="73"/>
                      <a:pt x="26" y="74"/>
                    </a:cubicBezTo>
                    <a:cubicBezTo>
                      <a:pt x="27" y="76"/>
                      <a:pt x="27" y="77"/>
                      <a:pt x="28" y="78"/>
                    </a:cubicBezTo>
                    <a:cubicBezTo>
                      <a:pt x="29" y="80"/>
                      <a:pt x="29" y="81"/>
                      <a:pt x="30" y="82"/>
                    </a:cubicBezTo>
                    <a:cubicBezTo>
                      <a:pt x="31" y="84"/>
                      <a:pt x="32" y="85"/>
                      <a:pt x="33" y="86"/>
                    </a:cubicBezTo>
                    <a:cubicBezTo>
                      <a:pt x="34" y="87"/>
                      <a:pt x="35" y="88"/>
                      <a:pt x="36" y="89"/>
                    </a:cubicBezTo>
                    <a:cubicBezTo>
                      <a:pt x="36" y="89"/>
                      <a:pt x="37" y="89"/>
                      <a:pt x="37" y="90"/>
                    </a:cubicBezTo>
                    <a:cubicBezTo>
                      <a:pt x="37" y="90"/>
                      <a:pt x="38" y="90"/>
                      <a:pt x="39" y="91"/>
                    </a:cubicBezTo>
                    <a:cubicBezTo>
                      <a:pt x="40" y="91"/>
                      <a:pt x="42" y="92"/>
                      <a:pt x="44" y="93"/>
                    </a:cubicBezTo>
                    <a:cubicBezTo>
                      <a:pt x="45" y="93"/>
                      <a:pt x="47" y="94"/>
                      <a:pt x="48" y="94"/>
                    </a:cubicBezTo>
                    <a:cubicBezTo>
                      <a:pt x="52" y="95"/>
                      <a:pt x="56" y="96"/>
                      <a:pt x="59" y="96"/>
                    </a:cubicBezTo>
                    <a:cubicBezTo>
                      <a:pt x="61" y="96"/>
                      <a:pt x="61" y="96"/>
                      <a:pt x="62" y="96"/>
                    </a:cubicBezTo>
                    <a:moveTo>
                      <a:pt x="50" y="118"/>
                    </a:moveTo>
                    <a:cubicBezTo>
                      <a:pt x="46" y="118"/>
                      <a:pt x="42" y="117"/>
                      <a:pt x="39" y="116"/>
                    </a:cubicBezTo>
                    <a:cubicBezTo>
                      <a:pt x="30" y="114"/>
                      <a:pt x="23" y="110"/>
                      <a:pt x="18" y="104"/>
                    </a:cubicBezTo>
                    <a:cubicBezTo>
                      <a:pt x="6" y="94"/>
                      <a:pt x="0" y="77"/>
                      <a:pt x="1" y="62"/>
                    </a:cubicBezTo>
                    <a:cubicBezTo>
                      <a:pt x="2" y="54"/>
                      <a:pt x="5" y="47"/>
                      <a:pt x="7" y="38"/>
                    </a:cubicBezTo>
                    <a:cubicBezTo>
                      <a:pt x="9" y="35"/>
                      <a:pt x="10" y="31"/>
                      <a:pt x="12" y="27"/>
                    </a:cubicBezTo>
                    <a:cubicBezTo>
                      <a:pt x="10" y="21"/>
                      <a:pt x="13" y="15"/>
                      <a:pt x="20" y="13"/>
                    </a:cubicBezTo>
                    <a:cubicBezTo>
                      <a:pt x="23" y="10"/>
                      <a:pt x="25" y="7"/>
                      <a:pt x="27" y="5"/>
                    </a:cubicBezTo>
                    <a:cubicBezTo>
                      <a:pt x="33" y="1"/>
                      <a:pt x="40" y="0"/>
                      <a:pt x="45" y="5"/>
                    </a:cubicBezTo>
                    <a:cubicBezTo>
                      <a:pt x="46" y="6"/>
                      <a:pt x="47" y="6"/>
                      <a:pt x="47" y="8"/>
                    </a:cubicBezTo>
                    <a:cubicBezTo>
                      <a:pt x="61" y="6"/>
                      <a:pt x="77" y="7"/>
                      <a:pt x="89" y="15"/>
                    </a:cubicBezTo>
                    <a:cubicBezTo>
                      <a:pt x="101" y="23"/>
                      <a:pt x="110" y="37"/>
                      <a:pt x="113" y="51"/>
                    </a:cubicBezTo>
                    <a:cubicBezTo>
                      <a:pt x="114" y="59"/>
                      <a:pt x="114" y="67"/>
                      <a:pt x="113" y="75"/>
                    </a:cubicBezTo>
                    <a:cubicBezTo>
                      <a:pt x="110" y="83"/>
                      <a:pt x="105" y="91"/>
                      <a:pt x="100" y="97"/>
                    </a:cubicBezTo>
                    <a:cubicBezTo>
                      <a:pt x="95" y="103"/>
                      <a:pt x="90" y="108"/>
                      <a:pt x="83" y="112"/>
                    </a:cubicBezTo>
                    <a:cubicBezTo>
                      <a:pt x="80" y="114"/>
                      <a:pt x="78" y="116"/>
                      <a:pt x="74" y="117"/>
                    </a:cubicBezTo>
                    <a:cubicBezTo>
                      <a:pt x="70" y="118"/>
                      <a:pt x="66" y="119"/>
                      <a:pt x="61" y="119"/>
                    </a:cubicBezTo>
                    <a:cubicBezTo>
                      <a:pt x="61" y="119"/>
                      <a:pt x="60" y="119"/>
                      <a:pt x="59" y="119"/>
                    </a:cubicBezTo>
                    <a:cubicBezTo>
                      <a:pt x="57" y="119"/>
                      <a:pt x="53" y="119"/>
                      <a:pt x="50" y="11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" name="Google Shape;160;p2"/>
              <p:cNvSpPr/>
              <p:nvPr/>
            </p:nvSpPr>
            <p:spPr>
              <a:xfrm>
                <a:off x="1547640" y="993600"/>
                <a:ext cx="10800" cy="40320"/>
              </a:xfrm>
              <a:custGeom>
                <a:avLst/>
                <a:gdLst/>
                <a:ahLst/>
                <a:cxnLst/>
                <a:rect l="l" t="t" r="r" b="b"/>
                <a:pathLst>
                  <a:path w="30" h="112" extrusionOk="0">
                    <a:moveTo>
                      <a:pt x="4" y="99"/>
                    </a:moveTo>
                    <a:cubicBezTo>
                      <a:pt x="4" y="85"/>
                      <a:pt x="3" y="71"/>
                      <a:pt x="3" y="57"/>
                    </a:cubicBezTo>
                    <a:cubicBezTo>
                      <a:pt x="3" y="50"/>
                      <a:pt x="3" y="43"/>
                      <a:pt x="3" y="36"/>
                    </a:cubicBezTo>
                    <a:cubicBezTo>
                      <a:pt x="3" y="31"/>
                      <a:pt x="3" y="25"/>
                      <a:pt x="3" y="19"/>
                    </a:cubicBezTo>
                    <a:cubicBezTo>
                      <a:pt x="0" y="12"/>
                      <a:pt x="4" y="4"/>
                      <a:pt x="11" y="2"/>
                    </a:cubicBezTo>
                    <a:cubicBezTo>
                      <a:pt x="17" y="0"/>
                      <a:pt x="23" y="3"/>
                      <a:pt x="26" y="8"/>
                    </a:cubicBezTo>
                    <a:cubicBezTo>
                      <a:pt x="29" y="12"/>
                      <a:pt x="28" y="19"/>
                      <a:pt x="28" y="24"/>
                    </a:cubicBezTo>
                    <a:cubicBezTo>
                      <a:pt x="27" y="31"/>
                      <a:pt x="27" y="38"/>
                      <a:pt x="26" y="45"/>
                    </a:cubicBezTo>
                    <a:cubicBezTo>
                      <a:pt x="26" y="58"/>
                      <a:pt x="26" y="72"/>
                      <a:pt x="28" y="86"/>
                    </a:cubicBezTo>
                    <a:cubicBezTo>
                      <a:pt x="27" y="85"/>
                      <a:pt x="27" y="85"/>
                      <a:pt x="27" y="85"/>
                    </a:cubicBezTo>
                    <a:cubicBezTo>
                      <a:pt x="28" y="89"/>
                      <a:pt x="28" y="93"/>
                      <a:pt x="28" y="98"/>
                    </a:cubicBezTo>
                    <a:cubicBezTo>
                      <a:pt x="29" y="104"/>
                      <a:pt x="25" y="110"/>
                      <a:pt x="18" y="111"/>
                    </a:cubicBezTo>
                    <a:cubicBezTo>
                      <a:pt x="17" y="111"/>
                      <a:pt x="17" y="111"/>
                      <a:pt x="17" y="111"/>
                    </a:cubicBezTo>
                    <a:cubicBezTo>
                      <a:pt x="10" y="111"/>
                      <a:pt x="5" y="106"/>
                      <a:pt x="4" y="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" name="Google Shape;161;p2"/>
              <p:cNvSpPr/>
              <p:nvPr/>
            </p:nvSpPr>
            <p:spPr>
              <a:xfrm>
                <a:off x="1523160" y="1015200"/>
                <a:ext cx="69120" cy="15480"/>
              </a:xfrm>
              <a:custGeom>
                <a:avLst/>
                <a:gdLst/>
                <a:ahLst/>
                <a:cxnLst/>
                <a:rect l="l" t="t" r="r" b="b"/>
                <a:pathLst>
                  <a:path w="192" h="43" extrusionOk="0">
                    <a:moveTo>
                      <a:pt x="1" y="32"/>
                    </a:moveTo>
                    <a:cubicBezTo>
                      <a:pt x="0" y="25"/>
                      <a:pt x="5" y="19"/>
                      <a:pt x="12" y="18"/>
                    </a:cubicBezTo>
                    <a:cubicBezTo>
                      <a:pt x="26" y="17"/>
                      <a:pt x="40" y="16"/>
                      <a:pt x="54" y="14"/>
                    </a:cubicBezTo>
                    <a:cubicBezTo>
                      <a:pt x="68" y="13"/>
                      <a:pt x="82" y="11"/>
                      <a:pt x="96" y="10"/>
                    </a:cubicBezTo>
                    <a:cubicBezTo>
                      <a:pt x="108" y="8"/>
                      <a:pt x="121" y="6"/>
                      <a:pt x="135" y="5"/>
                    </a:cubicBezTo>
                    <a:cubicBezTo>
                      <a:pt x="149" y="3"/>
                      <a:pt x="166" y="0"/>
                      <a:pt x="180" y="4"/>
                    </a:cubicBezTo>
                    <a:cubicBezTo>
                      <a:pt x="181" y="4"/>
                      <a:pt x="181" y="4"/>
                      <a:pt x="181" y="4"/>
                    </a:cubicBezTo>
                    <a:cubicBezTo>
                      <a:pt x="187" y="5"/>
                      <a:pt x="191" y="12"/>
                      <a:pt x="189" y="19"/>
                    </a:cubicBezTo>
                    <a:cubicBezTo>
                      <a:pt x="188" y="26"/>
                      <a:pt x="181" y="31"/>
                      <a:pt x="174" y="28"/>
                    </a:cubicBezTo>
                    <a:cubicBezTo>
                      <a:pt x="173" y="28"/>
                      <a:pt x="172" y="28"/>
                      <a:pt x="171" y="27"/>
                    </a:cubicBezTo>
                    <a:cubicBezTo>
                      <a:pt x="168" y="27"/>
                      <a:pt x="166" y="26"/>
                      <a:pt x="164" y="26"/>
                    </a:cubicBezTo>
                    <a:cubicBezTo>
                      <a:pt x="160" y="26"/>
                      <a:pt x="156" y="26"/>
                      <a:pt x="153" y="26"/>
                    </a:cubicBezTo>
                    <a:cubicBezTo>
                      <a:pt x="130" y="29"/>
                      <a:pt x="107" y="32"/>
                      <a:pt x="85" y="34"/>
                    </a:cubicBezTo>
                    <a:cubicBezTo>
                      <a:pt x="61" y="37"/>
                      <a:pt x="38" y="39"/>
                      <a:pt x="15" y="42"/>
                    </a:cubicBezTo>
                    <a:cubicBezTo>
                      <a:pt x="14" y="42"/>
                      <a:pt x="13" y="42"/>
                      <a:pt x="13" y="42"/>
                    </a:cubicBezTo>
                    <a:cubicBezTo>
                      <a:pt x="7" y="42"/>
                      <a:pt x="2" y="38"/>
                      <a:pt x="1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" name="Google Shape;162;p2"/>
              <p:cNvSpPr/>
              <p:nvPr/>
            </p:nvSpPr>
            <p:spPr>
              <a:xfrm>
                <a:off x="1568880" y="1037160"/>
                <a:ext cx="34920" cy="29520"/>
              </a:xfrm>
              <a:custGeom>
                <a:avLst/>
                <a:gdLst/>
                <a:ahLst/>
                <a:cxnLst/>
                <a:rect l="l" t="t" r="r" b="b"/>
                <a:pathLst>
                  <a:path w="97" h="82" extrusionOk="0">
                    <a:moveTo>
                      <a:pt x="77" y="79"/>
                    </a:moveTo>
                    <a:cubicBezTo>
                      <a:pt x="62" y="70"/>
                      <a:pt x="47" y="60"/>
                      <a:pt x="33" y="50"/>
                    </a:cubicBezTo>
                    <a:cubicBezTo>
                      <a:pt x="27" y="45"/>
                      <a:pt x="21" y="41"/>
                      <a:pt x="15" y="36"/>
                    </a:cubicBezTo>
                    <a:cubicBezTo>
                      <a:pt x="11" y="32"/>
                      <a:pt x="7" y="29"/>
                      <a:pt x="3" y="25"/>
                    </a:cubicBezTo>
                    <a:cubicBezTo>
                      <a:pt x="2" y="23"/>
                      <a:pt x="1" y="21"/>
                      <a:pt x="0" y="19"/>
                    </a:cubicBezTo>
                    <a:cubicBezTo>
                      <a:pt x="0" y="17"/>
                      <a:pt x="0" y="16"/>
                      <a:pt x="0" y="14"/>
                    </a:cubicBezTo>
                    <a:cubicBezTo>
                      <a:pt x="0" y="10"/>
                      <a:pt x="2" y="7"/>
                      <a:pt x="5" y="5"/>
                    </a:cubicBezTo>
                    <a:cubicBezTo>
                      <a:pt x="11" y="0"/>
                      <a:pt x="20" y="3"/>
                      <a:pt x="23" y="9"/>
                    </a:cubicBezTo>
                    <a:cubicBezTo>
                      <a:pt x="24" y="10"/>
                      <a:pt x="24" y="10"/>
                      <a:pt x="25" y="11"/>
                    </a:cubicBezTo>
                    <a:cubicBezTo>
                      <a:pt x="30" y="16"/>
                      <a:pt x="36" y="21"/>
                      <a:pt x="41" y="26"/>
                    </a:cubicBezTo>
                    <a:cubicBezTo>
                      <a:pt x="50" y="34"/>
                      <a:pt x="60" y="41"/>
                      <a:pt x="70" y="47"/>
                    </a:cubicBezTo>
                    <a:cubicBezTo>
                      <a:pt x="69" y="46"/>
                      <a:pt x="69" y="46"/>
                      <a:pt x="69" y="46"/>
                    </a:cubicBezTo>
                    <a:cubicBezTo>
                      <a:pt x="75" y="51"/>
                      <a:pt x="82" y="55"/>
                      <a:pt x="89" y="59"/>
                    </a:cubicBezTo>
                    <a:cubicBezTo>
                      <a:pt x="94" y="62"/>
                      <a:pt x="96" y="69"/>
                      <a:pt x="93" y="74"/>
                    </a:cubicBezTo>
                    <a:cubicBezTo>
                      <a:pt x="91" y="78"/>
                      <a:pt x="87" y="81"/>
                      <a:pt x="83" y="81"/>
                    </a:cubicBezTo>
                    <a:cubicBezTo>
                      <a:pt x="81" y="81"/>
                      <a:pt x="79" y="80"/>
                      <a:pt x="77" y="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" name="Google Shape;163;p2"/>
              <p:cNvSpPr/>
              <p:nvPr/>
            </p:nvSpPr>
            <p:spPr>
              <a:xfrm>
                <a:off x="1577880" y="1047240"/>
                <a:ext cx="33120" cy="16920"/>
              </a:xfrm>
              <a:custGeom>
                <a:avLst/>
                <a:gdLst/>
                <a:ahLst/>
                <a:cxnLst/>
                <a:rect l="l" t="t" r="r" b="b"/>
                <a:pathLst>
                  <a:path w="92" h="47" extrusionOk="0">
                    <a:moveTo>
                      <a:pt x="4" y="42"/>
                    </a:moveTo>
                    <a:cubicBezTo>
                      <a:pt x="0" y="37"/>
                      <a:pt x="1" y="28"/>
                      <a:pt x="6" y="25"/>
                    </a:cubicBezTo>
                    <a:cubicBezTo>
                      <a:pt x="16" y="18"/>
                      <a:pt x="27" y="13"/>
                      <a:pt x="38" y="9"/>
                    </a:cubicBezTo>
                    <a:cubicBezTo>
                      <a:pt x="40" y="8"/>
                      <a:pt x="42" y="7"/>
                      <a:pt x="45" y="6"/>
                    </a:cubicBezTo>
                    <a:cubicBezTo>
                      <a:pt x="50" y="4"/>
                      <a:pt x="56" y="3"/>
                      <a:pt x="62" y="2"/>
                    </a:cubicBezTo>
                    <a:cubicBezTo>
                      <a:pt x="67" y="0"/>
                      <a:pt x="71" y="0"/>
                      <a:pt x="76" y="0"/>
                    </a:cubicBezTo>
                    <a:cubicBezTo>
                      <a:pt x="81" y="1"/>
                      <a:pt x="84" y="4"/>
                      <a:pt x="87" y="7"/>
                    </a:cubicBezTo>
                    <a:cubicBezTo>
                      <a:pt x="91" y="13"/>
                      <a:pt x="89" y="22"/>
                      <a:pt x="83" y="26"/>
                    </a:cubicBezTo>
                    <a:cubicBezTo>
                      <a:pt x="79" y="28"/>
                      <a:pt x="74" y="28"/>
                      <a:pt x="70" y="25"/>
                    </a:cubicBezTo>
                    <a:cubicBezTo>
                      <a:pt x="67" y="25"/>
                      <a:pt x="64" y="26"/>
                      <a:pt x="61" y="27"/>
                    </a:cubicBezTo>
                    <a:cubicBezTo>
                      <a:pt x="59" y="27"/>
                      <a:pt x="56" y="28"/>
                      <a:pt x="54" y="28"/>
                    </a:cubicBezTo>
                    <a:cubicBezTo>
                      <a:pt x="46" y="31"/>
                      <a:pt x="38" y="35"/>
                      <a:pt x="30" y="39"/>
                    </a:cubicBezTo>
                    <a:cubicBezTo>
                      <a:pt x="27" y="40"/>
                      <a:pt x="24" y="42"/>
                      <a:pt x="22" y="43"/>
                    </a:cubicBezTo>
                    <a:cubicBezTo>
                      <a:pt x="21" y="43"/>
                      <a:pt x="21" y="43"/>
                      <a:pt x="21" y="44"/>
                    </a:cubicBezTo>
                    <a:cubicBezTo>
                      <a:pt x="19" y="45"/>
                      <a:pt x="16" y="46"/>
                      <a:pt x="13" y="46"/>
                    </a:cubicBezTo>
                    <a:cubicBezTo>
                      <a:pt x="10" y="46"/>
                      <a:pt x="7" y="45"/>
                      <a:pt x="4" y="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" name="Google Shape;164;p2"/>
              <p:cNvSpPr/>
              <p:nvPr/>
            </p:nvSpPr>
            <p:spPr>
              <a:xfrm>
                <a:off x="1584720" y="1066680"/>
                <a:ext cx="66240" cy="54360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51" extrusionOk="0">
                    <a:moveTo>
                      <a:pt x="34" y="126"/>
                    </a:moveTo>
                    <a:cubicBezTo>
                      <a:pt x="34" y="126"/>
                      <a:pt x="33" y="126"/>
                      <a:pt x="32" y="127"/>
                    </a:cubicBezTo>
                    <a:cubicBezTo>
                      <a:pt x="34" y="126"/>
                      <a:pt x="37" y="125"/>
                      <a:pt x="38" y="125"/>
                    </a:cubicBezTo>
                    <a:lnTo>
                      <a:pt x="37" y="125"/>
                    </a:lnTo>
                    <a:cubicBezTo>
                      <a:pt x="40" y="125"/>
                      <a:pt x="44" y="124"/>
                      <a:pt x="47" y="123"/>
                    </a:cubicBezTo>
                    <a:cubicBezTo>
                      <a:pt x="54" y="120"/>
                      <a:pt x="61" y="117"/>
                      <a:pt x="68" y="114"/>
                    </a:cubicBezTo>
                    <a:cubicBezTo>
                      <a:pt x="66" y="114"/>
                      <a:pt x="64" y="113"/>
                      <a:pt x="62" y="113"/>
                    </a:cubicBezTo>
                    <a:cubicBezTo>
                      <a:pt x="63" y="113"/>
                      <a:pt x="63" y="113"/>
                      <a:pt x="63" y="113"/>
                    </a:cubicBezTo>
                    <a:cubicBezTo>
                      <a:pt x="55" y="113"/>
                      <a:pt x="47" y="113"/>
                      <a:pt x="39" y="113"/>
                    </a:cubicBezTo>
                    <a:cubicBezTo>
                      <a:pt x="36" y="113"/>
                      <a:pt x="33" y="113"/>
                      <a:pt x="30" y="114"/>
                    </a:cubicBezTo>
                    <a:cubicBezTo>
                      <a:pt x="29" y="114"/>
                      <a:pt x="28" y="114"/>
                      <a:pt x="27" y="115"/>
                    </a:cubicBezTo>
                    <a:cubicBezTo>
                      <a:pt x="26" y="115"/>
                      <a:pt x="25" y="115"/>
                      <a:pt x="25" y="116"/>
                    </a:cubicBezTo>
                    <a:lnTo>
                      <a:pt x="24" y="117"/>
                    </a:lnTo>
                    <a:cubicBezTo>
                      <a:pt x="24" y="118"/>
                      <a:pt x="24" y="119"/>
                      <a:pt x="24" y="120"/>
                    </a:cubicBezTo>
                    <a:cubicBezTo>
                      <a:pt x="24" y="120"/>
                      <a:pt x="25" y="120"/>
                      <a:pt x="25" y="121"/>
                    </a:cubicBezTo>
                    <a:lnTo>
                      <a:pt x="25" y="122"/>
                    </a:lnTo>
                    <a:lnTo>
                      <a:pt x="25" y="123"/>
                    </a:lnTo>
                    <a:cubicBezTo>
                      <a:pt x="26" y="123"/>
                      <a:pt x="26" y="123"/>
                      <a:pt x="26" y="124"/>
                    </a:cubicBezTo>
                    <a:cubicBezTo>
                      <a:pt x="27" y="124"/>
                      <a:pt x="27" y="124"/>
                      <a:pt x="28" y="125"/>
                    </a:cubicBezTo>
                    <a:cubicBezTo>
                      <a:pt x="28" y="124"/>
                      <a:pt x="27" y="124"/>
                      <a:pt x="27" y="124"/>
                    </a:cubicBezTo>
                    <a:cubicBezTo>
                      <a:pt x="27" y="124"/>
                      <a:pt x="28" y="124"/>
                      <a:pt x="28" y="125"/>
                    </a:cubicBezTo>
                    <a:cubicBezTo>
                      <a:pt x="29" y="125"/>
                      <a:pt x="29" y="125"/>
                      <a:pt x="30" y="125"/>
                    </a:cubicBezTo>
                    <a:cubicBezTo>
                      <a:pt x="30" y="126"/>
                      <a:pt x="30" y="126"/>
                      <a:pt x="31" y="126"/>
                    </a:cubicBezTo>
                    <a:cubicBezTo>
                      <a:pt x="31" y="126"/>
                      <a:pt x="32" y="126"/>
                      <a:pt x="32" y="127"/>
                    </a:cubicBezTo>
                    <a:cubicBezTo>
                      <a:pt x="32" y="126"/>
                      <a:pt x="32" y="126"/>
                      <a:pt x="31" y="126"/>
                    </a:cubicBezTo>
                    <a:lnTo>
                      <a:pt x="32" y="127"/>
                    </a:lnTo>
                    <a:cubicBezTo>
                      <a:pt x="31" y="127"/>
                      <a:pt x="31" y="126"/>
                      <a:pt x="31" y="126"/>
                    </a:cubicBezTo>
                    <a:lnTo>
                      <a:pt x="31" y="127"/>
                    </a:lnTo>
                    <a:cubicBezTo>
                      <a:pt x="31" y="126"/>
                      <a:pt x="31" y="126"/>
                      <a:pt x="31" y="126"/>
                    </a:cubicBezTo>
                    <a:cubicBezTo>
                      <a:pt x="32" y="127"/>
                      <a:pt x="33" y="127"/>
                      <a:pt x="34" y="126"/>
                    </a:cubicBezTo>
                    <a:moveTo>
                      <a:pt x="24" y="149"/>
                    </a:moveTo>
                    <a:cubicBezTo>
                      <a:pt x="20" y="149"/>
                      <a:pt x="18" y="147"/>
                      <a:pt x="15" y="145"/>
                    </a:cubicBezTo>
                    <a:cubicBezTo>
                      <a:pt x="12" y="143"/>
                      <a:pt x="9" y="141"/>
                      <a:pt x="7" y="138"/>
                    </a:cubicBezTo>
                    <a:cubicBezTo>
                      <a:pt x="3" y="133"/>
                      <a:pt x="0" y="127"/>
                      <a:pt x="0" y="121"/>
                    </a:cubicBezTo>
                    <a:cubicBezTo>
                      <a:pt x="0" y="114"/>
                      <a:pt x="1" y="107"/>
                      <a:pt x="4" y="102"/>
                    </a:cubicBezTo>
                    <a:cubicBezTo>
                      <a:pt x="7" y="97"/>
                      <a:pt x="14" y="93"/>
                      <a:pt x="19" y="92"/>
                    </a:cubicBezTo>
                    <a:cubicBezTo>
                      <a:pt x="27" y="90"/>
                      <a:pt x="34" y="89"/>
                      <a:pt x="41" y="89"/>
                    </a:cubicBezTo>
                    <a:cubicBezTo>
                      <a:pt x="51" y="89"/>
                      <a:pt x="62" y="91"/>
                      <a:pt x="71" y="92"/>
                    </a:cubicBezTo>
                    <a:cubicBezTo>
                      <a:pt x="77" y="93"/>
                      <a:pt x="82" y="99"/>
                      <a:pt x="81" y="104"/>
                    </a:cubicBezTo>
                    <a:cubicBezTo>
                      <a:pt x="81" y="106"/>
                      <a:pt x="80" y="107"/>
                      <a:pt x="80" y="107"/>
                    </a:cubicBezTo>
                    <a:cubicBezTo>
                      <a:pt x="84" y="106"/>
                      <a:pt x="88" y="103"/>
                      <a:pt x="92" y="102"/>
                    </a:cubicBezTo>
                    <a:cubicBezTo>
                      <a:pt x="91" y="102"/>
                      <a:pt x="91" y="102"/>
                      <a:pt x="91" y="102"/>
                    </a:cubicBezTo>
                    <a:lnTo>
                      <a:pt x="92" y="102"/>
                    </a:lnTo>
                    <a:lnTo>
                      <a:pt x="92" y="101"/>
                    </a:lnTo>
                    <a:cubicBezTo>
                      <a:pt x="94" y="100"/>
                      <a:pt x="97" y="99"/>
                      <a:pt x="98" y="98"/>
                    </a:cubicBezTo>
                    <a:cubicBezTo>
                      <a:pt x="98" y="99"/>
                      <a:pt x="98" y="99"/>
                      <a:pt x="98" y="99"/>
                    </a:cubicBezTo>
                    <a:cubicBezTo>
                      <a:pt x="106" y="95"/>
                      <a:pt x="113" y="91"/>
                      <a:pt x="122" y="87"/>
                    </a:cubicBezTo>
                    <a:cubicBezTo>
                      <a:pt x="118" y="86"/>
                      <a:pt x="114" y="85"/>
                      <a:pt x="110" y="84"/>
                    </a:cubicBezTo>
                    <a:cubicBezTo>
                      <a:pt x="97" y="81"/>
                      <a:pt x="85" y="74"/>
                      <a:pt x="77" y="64"/>
                    </a:cubicBezTo>
                    <a:cubicBezTo>
                      <a:pt x="73" y="60"/>
                      <a:pt x="70" y="55"/>
                      <a:pt x="68" y="49"/>
                    </a:cubicBezTo>
                    <a:cubicBezTo>
                      <a:pt x="67" y="47"/>
                      <a:pt x="67" y="43"/>
                      <a:pt x="67" y="41"/>
                    </a:cubicBezTo>
                    <a:cubicBezTo>
                      <a:pt x="67" y="37"/>
                      <a:pt x="68" y="35"/>
                      <a:pt x="69" y="32"/>
                    </a:cubicBezTo>
                    <a:cubicBezTo>
                      <a:pt x="72" y="27"/>
                      <a:pt x="77" y="23"/>
                      <a:pt x="82" y="19"/>
                    </a:cubicBezTo>
                    <a:cubicBezTo>
                      <a:pt x="87" y="15"/>
                      <a:pt x="94" y="12"/>
                      <a:pt x="100" y="10"/>
                    </a:cubicBezTo>
                    <a:cubicBezTo>
                      <a:pt x="108" y="7"/>
                      <a:pt x="117" y="4"/>
                      <a:pt x="126" y="2"/>
                    </a:cubicBezTo>
                    <a:cubicBezTo>
                      <a:pt x="132" y="1"/>
                      <a:pt x="139" y="0"/>
                      <a:pt x="145" y="1"/>
                    </a:cubicBezTo>
                    <a:cubicBezTo>
                      <a:pt x="148" y="2"/>
                      <a:pt x="151" y="2"/>
                      <a:pt x="152" y="4"/>
                    </a:cubicBezTo>
                    <a:cubicBezTo>
                      <a:pt x="154" y="5"/>
                      <a:pt x="155" y="7"/>
                      <a:pt x="156" y="8"/>
                    </a:cubicBezTo>
                    <a:lnTo>
                      <a:pt x="155" y="7"/>
                    </a:lnTo>
                    <a:lnTo>
                      <a:pt x="154" y="7"/>
                    </a:lnTo>
                    <a:cubicBezTo>
                      <a:pt x="157" y="9"/>
                      <a:pt x="159" y="12"/>
                      <a:pt x="159" y="16"/>
                    </a:cubicBezTo>
                    <a:cubicBezTo>
                      <a:pt x="159" y="21"/>
                      <a:pt x="157" y="25"/>
                      <a:pt x="152" y="27"/>
                    </a:cubicBezTo>
                    <a:cubicBezTo>
                      <a:pt x="149" y="29"/>
                      <a:pt x="145" y="29"/>
                      <a:pt x="141" y="28"/>
                    </a:cubicBezTo>
                    <a:cubicBezTo>
                      <a:pt x="140" y="27"/>
                      <a:pt x="138" y="26"/>
                      <a:pt x="138" y="25"/>
                    </a:cubicBezTo>
                    <a:cubicBezTo>
                      <a:pt x="137" y="25"/>
                      <a:pt x="137" y="25"/>
                      <a:pt x="136" y="25"/>
                    </a:cubicBezTo>
                    <a:cubicBezTo>
                      <a:pt x="134" y="25"/>
                      <a:pt x="133" y="26"/>
                      <a:pt x="131" y="26"/>
                    </a:cubicBezTo>
                    <a:cubicBezTo>
                      <a:pt x="123" y="28"/>
                      <a:pt x="116" y="30"/>
                      <a:pt x="109" y="32"/>
                    </a:cubicBezTo>
                    <a:cubicBezTo>
                      <a:pt x="106" y="33"/>
                      <a:pt x="103" y="35"/>
                      <a:pt x="99" y="36"/>
                    </a:cubicBezTo>
                    <a:cubicBezTo>
                      <a:pt x="99" y="36"/>
                      <a:pt x="98" y="37"/>
                      <a:pt x="97" y="37"/>
                    </a:cubicBezTo>
                    <a:cubicBezTo>
                      <a:pt x="96" y="39"/>
                      <a:pt x="95" y="39"/>
                      <a:pt x="93" y="40"/>
                    </a:cubicBezTo>
                    <a:cubicBezTo>
                      <a:pt x="93" y="41"/>
                      <a:pt x="92" y="42"/>
                      <a:pt x="92" y="42"/>
                    </a:cubicBezTo>
                    <a:lnTo>
                      <a:pt x="91" y="43"/>
                    </a:lnTo>
                    <a:cubicBezTo>
                      <a:pt x="91" y="44"/>
                      <a:pt x="92" y="44"/>
                      <a:pt x="92" y="44"/>
                    </a:cubicBezTo>
                    <a:cubicBezTo>
                      <a:pt x="92" y="44"/>
                      <a:pt x="92" y="45"/>
                      <a:pt x="92" y="46"/>
                    </a:cubicBezTo>
                    <a:cubicBezTo>
                      <a:pt x="94" y="47"/>
                      <a:pt x="94" y="48"/>
                      <a:pt x="95" y="49"/>
                    </a:cubicBezTo>
                    <a:cubicBezTo>
                      <a:pt x="97" y="50"/>
                      <a:pt x="98" y="52"/>
                      <a:pt x="99" y="53"/>
                    </a:cubicBezTo>
                    <a:cubicBezTo>
                      <a:pt x="101" y="54"/>
                      <a:pt x="102" y="56"/>
                      <a:pt x="104" y="56"/>
                    </a:cubicBezTo>
                    <a:cubicBezTo>
                      <a:pt x="105" y="57"/>
                      <a:pt x="107" y="58"/>
                      <a:pt x="109" y="59"/>
                    </a:cubicBezTo>
                    <a:cubicBezTo>
                      <a:pt x="112" y="60"/>
                      <a:pt x="114" y="61"/>
                      <a:pt x="117" y="62"/>
                    </a:cubicBezTo>
                    <a:cubicBezTo>
                      <a:pt x="124" y="64"/>
                      <a:pt x="130" y="66"/>
                      <a:pt x="137" y="67"/>
                    </a:cubicBezTo>
                    <a:cubicBezTo>
                      <a:pt x="143" y="68"/>
                      <a:pt x="148" y="69"/>
                      <a:pt x="154" y="69"/>
                    </a:cubicBezTo>
                    <a:cubicBezTo>
                      <a:pt x="155" y="69"/>
                      <a:pt x="157" y="69"/>
                      <a:pt x="158" y="69"/>
                    </a:cubicBezTo>
                    <a:lnTo>
                      <a:pt x="159" y="69"/>
                    </a:lnTo>
                    <a:cubicBezTo>
                      <a:pt x="159" y="69"/>
                      <a:pt x="160" y="69"/>
                      <a:pt x="161" y="69"/>
                    </a:cubicBezTo>
                    <a:cubicBezTo>
                      <a:pt x="162" y="70"/>
                      <a:pt x="165" y="70"/>
                      <a:pt x="166" y="70"/>
                    </a:cubicBezTo>
                    <a:cubicBezTo>
                      <a:pt x="169" y="70"/>
                      <a:pt x="171" y="69"/>
                      <a:pt x="173" y="70"/>
                    </a:cubicBezTo>
                    <a:cubicBezTo>
                      <a:pt x="179" y="71"/>
                      <a:pt x="183" y="76"/>
                      <a:pt x="183" y="82"/>
                    </a:cubicBezTo>
                    <a:cubicBezTo>
                      <a:pt x="183" y="88"/>
                      <a:pt x="179" y="93"/>
                      <a:pt x="173" y="94"/>
                    </a:cubicBezTo>
                    <a:cubicBezTo>
                      <a:pt x="172" y="94"/>
                      <a:pt x="171" y="94"/>
                      <a:pt x="171" y="94"/>
                    </a:cubicBezTo>
                    <a:cubicBezTo>
                      <a:pt x="165" y="95"/>
                      <a:pt x="159" y="97"/>
                      <a:pt x="154" y="99"/>
                    </a:cubicBezTo>
                    <a:cubicBezTo>
                      <a:pt x="147" y="101"/>
                      <a:pt x="140" y="104"/>
                      <a:pt x="133" y="107"/>
                    </a:cubicBezTo>
                    <a:cubicBezTo>
                      <a:pt x="127" y="110"/>
                      <a:pt x="121" y="113"/>
                      <a:pt x="115" y="116"/>
                    </a:cubicBezTo>
                    <a:cubicBezTo>
                      <a:pt x="114" y="116"/>
                      <a:pt x="113" y="116"/>
                      <a:pt x="113" y="117"/>
                    </a:cubicBezTo>
                    <a:cubicBezTo>
                      <a:pt x="113" y="116"/>
                      <a:pt x="113" y="116"/>
                      <a:pt x="114" y="116"/>
                    </a:cubicBezTo>
                    <a:cubicBezTo>
                      <a:pt x="104" y="121"/>
                      <a:pt x="94" y="126"/>
                      <a:pt x="85" y="131"/>
                    </a:cubicBezTo>
                    <a:cubicBezTo>
                      <a:pt x="71" y="138"/>
                      <a:pt x="57" y="146"/>
                      <a:pt x="43" y="149"/>
                    </a:cubicBezTo>
                    <a:cubicBezTo>
                      <a:pt x="40" y="150"/>
                      <a:pt x="37" y="150"/>
                      <a:pt x="34" y="150"/>
                    </a:cubicBezTo>
                    <a:cubicBezTo>
                      <a:pt x="34" y="150"/>
                      <a:pt x="33" y="150"/>
                      <a:pt x="32" y="150"/>
                    </a:cubicBezTo>
                    <a:cubicBezTo>
                      <a:pt x="29" y="150"/>
                      <a:pt x="27" y="150"/>
                      <a:pt x="24" y="1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" name="Google Shape;165;p2"/>
              <p:cNvSpPr/>
              <p:nvPr/>
            </p:nvSpPr>
            <p:spPr>
              <a:xfrm>
                <a:off x="1651320" y="1120320"/>
                <a:ext cx="16200" cy="14040"/>
              </a:xfrm>
              <a:custGeom>
                <a:avLst/>
                <a:gdLst/>
                <a:ahLst/>
                <a:cxnLst/>
                <a:rect l="l" t="t" r="r" b="b"/>
                <a:pathLst>
                  <a:path w="45" h="39" extrusionOk="0">
                    <a:moveTo>
                      <a:pt x="24" y="36"/>
                    </a:moveTo>
                    <a:cubicBezTo>
                      <a:pt x="23" y="36"/>
                      <a:pt x="22" y="35"/>
                      <a:pt x="22" y="35"/>
                    </a:cubicBezTo>
                    <a:cubicBezTo>
                      <a:pt x="21" y="34"/>
                      <a:pt x="19" y="33"/>
                      <a:pt x="18" y="33"/>
                    </a:cubicBezTo>
                    <a:cubicBezTo>
                      <a:pt x="13" y="34"/>
                      <a:pt x="7" y="33"/>
                      <a:pt x="4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3" y="26"/>
                      <a:pt x="2" y="25"/>
                      <a:pt x="1" y="24"/>
                    </a:cubicBezTo>
                    <a:cubicBezTo>
                      <a:pt x="0" y="19"/>
                      <a:pt x="1" y="14"/>
                      <a:pt x="4" y="11"/>
                    </a:cubicBezTo>
                    <a:cubicBezTo>
                      <a:pt x="14" y="0"/>
                      <a:pt x="29" y="10"/>
                      <a:pt x="38" y="16"/>
                    </a:cubicBezTo>
                    <a:cubicBezTo>
                      <a:pt x="43" y="20"/>
                      <a:pt x="44" y="28"/>
                      <a:pt x="40" y="33"/>
                    </a:cubicBezTo>
                    <a:cubicBezTo>
                      <a:pt x="38" y="36"/>
                      <a:pt x="35" y="38"/>
                      <a:pt x="31" y="38"/>
                    </a:cubicBezTo>
                    <a:cubicBezTo>
                      <a:pt x="28" y="38"/>
                      <a:pt x="26" y="37"/>
                      <a:pt x="24" y="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" name="Google Shape;166;p2"/>
              <p:cNvSpPr/>
              <p:nvPr/>
            </p:nvSpPr>
            <p:spPr>
              <a:xfrm>
                <a:off x="1635480" y="1124640"/>
                <a:ext cx="25560" cy="19800"/>
              </a:xfrm>
              <a:custGeom>
                <a:avLst/>
                <a:gdLst/>
                <a:ahLst/>
                <a:cxnLst/>
                <a:rect l="l" t="t" r="r" b="b"/>
                <a:pathLst>
                  <a:path w="71" h="55" extrusionOk="0">
                    <a:moveTo>
                      <a:pt x="52" y="52"/>
                    </a:moveTo>
                    <a:cubicBezTo>
                      <a:pt x="42" y="46"/>
                      <a:pt x="32" y="41"/>
                      <a:pt x="22" y="35"/>
                    </a:cubicBezTo>
                    <a:cubicBezTo>
                      <a:pt x="20" y="33"/>
                      <a:pt x="17" y="31"/>
                      <a:pt x="15" y="30"/>
                    </a:cubicBezTo>
                    <a:cubicBezTo>
                      <a:pt x="12" y="28"/>
                      <a:pt x="9" y="25"/>
                      <a:pt x="6" y="22"/>
                    </a:cubicBezTo>
                    <a:cubicBezTo>
                      <a:pt x="0" y="15"/>
                      <a:pt x="4" y="4"/>
                      <a:pt x="13" y="1"/>
                    </a:cubicBezTo>
                    <a:cubicBezTo>
                      <a:pt x="19" y="0"/>
                      <a:pt x="25" y="3"/>
                      <a:pt x="28" y="9"/>
                    </a:cubicBezTo>
                    <a:cubicBezTo>
                      <a:pt x="32" y="13"/>
                      <a:pt x="37" y="15"/>
                      <a:pt x="42" y="18"/>
                    </a:cubicBezTo>
                    <a:cubicBezTo>
                      <a:pt x="47" y="22"/>
                      <a:pt x="53" y="26"/>
                      <a:pt x="59" y="29"/>
                    </a:cubicBezTo>
                    <a:cubicBezTo>
                      <a:pt x="59" y="30"/>
                      <a:pt x="60" y="30"/>
                      <a:pt x="60" y="31"/>
                    </a:cubicBezTo>
                    <a:cubicBezTo>
                      <a:pt x="61" y="31"/>
                      <a:pt x="62" y="32"/>
                      <a:pt x="63" y="32"/>
                    </a:cubicBezTo>
                    <a:cubicBezTo>
                      <a:pt x="68" y="36"/>
                      <a:pt x="70" y="42"/>
                      <a:pt x="67" y="48"/>
                    </a:cubicBezTo>
                    <a:cubicBezTo>
                      <a:pt x="65" y="52"/>
                      <a:pt x="61" y="54"/>
                      <a:pt x="57" y="54"/>
                    </a:cubicBezTo>
                    <a:cubicBezTo>
                      <a:pt x="55" y="54"/>
                      <a:pt x="53" y="53"/>
                      <a:pt x="52" y="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" name="Google Shape;167;p2"/>
              <p:cNvSpPr/>
              <p:nvPr/>
            </p:nvSpPr>
            <p:spPr>
              <a:xfrm>
                <a:off x="1663920" y="1139400"/>
                <a:ext cx="74160" cy="38520"/>
              </a:xfrm>
              <a:custGeom>
                <a:avLst/>
                <a:gdLst/>
                <a:ahLst/>
                <a:cxnLst/>
                <a:rect l="l" t="t" r="r" b="b"/>
                <a:pathLst>
                  <a:path w="206" h="107" extrusionOk="0">
                    <a:moveTo>
                      <a:pt x="4" y="100"/>
                    </a:moveTo>
                    <a:cubicBezTo>
                      <a:pt x="0" y="95"/>
                      <a:pt x="2" y="86"/>
                      <a:pt x="8" y="83"/>
                    </a:cubicBezTo>
                    <a:cubicBezTo>
                      <a:pt x="31" y="71"/>
                      <a:pt x="54" y="59"/>
                      <a:pt x="77" y="46"/>
                    </a:cubicBezTo>
                    <a:cubicBezTo>
                      <a:pt x="73" y="46"/>
                      <a:pt x="70" y="46"/>
                      <a:pt x="66" y="46"/>
                    </a:cubicBezTo>
                    <a:cubicBezTo>
                      <a:pt x="61" y="46"/>
                      <a:pt x="55" y="46"/>
                      <a:pt x="50" y="46"/>
                    </a:cubicBezTo>
                    <a:cubicBezTo>
                      <a:pt x="48" y="46"/>
                      <a:pt x="48" y="46"/>
                      <a:pt x="47" y="46"/>
                    </a:cubicBezTo>
                    <a:lnTo>
                      <a:pt x="46" y="46"/>
                    </a:lnTo>
                    <a:cubicBezTo>
                      <a:pt x="40" y="47"/>
                      <a:pt x="34" y="44"/>
                      <a:pt x="32" y="39"/>
                    </a:cubicBezTo>
                    <a:cubicBezTo>
                      <a:pt x="29" y="33"/>
                      <a:pt x="32" y="26"/>
                      <a:pt x="37" y="23"/>
                    </a:cubicBezTo>
                    <a:cubicBezTo>
                      <a:pt x="38" y="22"/>
                      <a:pt x="39" y="22"/>
                      <a:pt x="40" y="22"/>
                    </a:cubicBezTo>
                    <a:cubicBezTo>
                      <a:pt x="46" y="21"/>
                      <a:pt x="51" y="21"/>
                      <a:pt x="57" y="22"/>
                    </a:cubicBezTo>
                    <a:cubicBezTo>
                      <a:pt x="62" y="22"/>
                      <a:pt x="68" y="22"/>
                      <a:pt x="73" y="22"/>
                    </a:cubicBezTo>
                    <a:cubicBezTo>
                      <a:pt x="83" y="23"/>
                      <a:pt x="92" y="23"/>
                      <a:pt x="102" y="22"/>
                    </a:cubicBezTo>
                    <a:cubicBezTo>
                      <a:pt x="107" y="22"/>
                      <a:pt x="112" y="22"/>
                      <a:pt x="118" y="21"/>
                    </a:cubicBezTo>
                    <a:cubicBezTo>
                      <a:pt x="122" y="21"/>
                      <a:pt x="126" y="20"/>
                      <a:pt x="130" y="19"/>
                    </a:cubicBezTo>
                    <a:cubicBezTo>
                      <a:pt x="135" y="17"/>
                      <a:pt x="140" y="15"/>
                      <a:pt x="146" y="13"/>
                    </a:cubicBezTo>
                    <a:cubicBezTo>
                      <a:pt x="151" y="11"/>
                      <a:pt x="156" y="9"/>
                      <a:pt x="161" y="7"/>
                    </a:cubicBezTo>
                    <a:cubicBezTo>
                      <a:pt x="167" y="5"/>
                      <a:pt x="172" y="3"/>
                      <a:pt x="178" y="1"/>
                    </a:cubicBezTo>
                    <a:cubicBezTo>
                      <a:pt x="181" y="1"/>
                      <a:pt x="184" y="0"/>
                      <a:pt x="186" y="0"/>
                    </a:cubicBezTo>
                    <a:cubicBezTo>
                      <a:pt x="189" y="0"/>
                      <a:pt x="192" y="1"/>
                      <a:pt x="195" y="1"/>
                    </a:cubicBezTo>
                    <a:cubicBezTo>
                      <a:pt x="200" y="3"/>
                      <a:pt x="205" y="9"/>
                      <a:pt x="204" y="15"/>
                    </a:cubicBezTo>
                    <a:cubicBezTo>
                      <a:pt x="203" y="18"/>
                      <a:pt x="203" y="21"/>
                      <a:pt x="200" y="23"/>
                    </a:cubicBezTo>
                    <a:cubicBezTo>
                      <a:pt x="198" y="25"/>
                      <a:pt x="195" y="27"/>
                      <a:pt x="192" y="28"/>
                    </a:cubicBezTo>
                    <a:cubicBezTo>
                      <a:pt x="189" y="30"/>
                      <a:pt x="185" y="30"/>
                      <a:pt x="181" y="32"/>
                    </a:cubicBezTo>
                    <a:cubicBezTo>
                      <a:pt x="175" y="33"/>
                      <a:pt x="169" y="34"/>
                      <a:pt x="163" y="36"/>
                    </a:cubicBezTo>
                    <a:cubicBezTo>
                      <a:pt x="154" y="38"/>
                      <a:pt x="145" y="40"/>
                      <a:pt x="136" y="41"/>
                    </a:cubicBezTo>
                    <a:cubicBezTo>
                      <a:pt x="129" y="44"/>
                      <a:pt x="123" y="47"/>
                      <a:pt x="117" y="51"/>
                    </a:cubicBezTo>
                    <a:cubicBezTo>
                      <a:pt x="117" y="51"/>
                      <a:pt x="117" y="50"/>
                      <a:pt x="118" y="50"/>
                    </a:cubicBezTo>
                    <a:cubicBezTo>
                      <a:pt x="84" y="67"/>
                      <a:pt x="52" y="85"/>
                      <a:pt x="20" y="104"/>
                    </a:cubicBezTo>
                    <a:cubicBezTo>
                      <a:pt x="19" y="106"/>
                      <a:pt x="16" y="106"/>
                      <a:pt x="15" y="106"/>
                    </a:cubicBezTo>
                    <a:cubicBezTo>
                      <a:pt x="10" y="106"/>
                      <a:pt x="6" y="104"/>
                      <a:pt x="4" y="10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" name="Google Shape;168;p2"/>
              <p:cNvSpPr/>
              <p:nvPr/>
            </p:nvSpPr>
            <p:spPr>
              <a:xfrm>
                <a:off x="1465560" y="1028880"/>
                <a:ext cx="254880" cy="244440"/>
              </a:xfrm>
              <a:custGeom>
                <a:avLst/>
                <a:gdLst/>
                <a:ahLst/>
                <a:cxnLst/>
                <a:rect l="l" t="t" r="r" b="b"/>
                <a:pathLst>
                  <a:path w="708" h="679" extrusionOk="0">
                    <a:moveTo>
                      <a:pt x="276" y="677"/>
                    </a:moveTo>
                    <a:cubicBezTo>
                      <a:pt x="269" y="677"/>
                      <a:pt x="263" y="670"/>
                      <a:pt x="263" y="663"/>
                    </a:cubicBezTo>
                    <a:cubicBezTo>
                      <a:pt x="263" y="656"/>
                      <a:pt x="266" y="649"/>
                      <a:pt x="267" y="642"/>
                    </a:cubicBezTo>
                    <a:cubicBezTo>
                      <a:pt x="269" y="637"/>
                      <a:pt x="271" y="631"/>
                      <a:pt x="273" y="626"/>
                    </a:cubicBezTo>
                    <a:cubicBezTo>
                      <a:pt x="276" y="614"/>
                      <a:pt x="279" y="602"/>
                      <a:pt x="283" y="591"/>
                    </a:cubicBezTo>
                    <a:cubicBezTo>
                      <a:pt x="286" y="584"/>
                      <a:pt x="288" y="577"/>
                      <a:pt x="292" y="570"/>
                    </a:cubicBezTo>
                    <a:lnTo>
                      <a:pt x="291" y="571"/>
                    </a:lnTo>
                    <a:cubicBezTo>
                      <a:pt x="300" y="554"/>
                      <a:pt x="308" y="537"/>
                      <a:pt x="317" y="521"/>
                    </a:cubicBezTo>
                    <a:cubicBezTo>
                      <a:pt x="327" y="503"/>
                      <a:pt x="337" y="487"/>
                      <a:pt x="348" y="470"/>
                    </a:cubicBezTo>
                    <a:cubicBezTo>
                      <a:pt x="348" y="469"/>
                      <a:pt x="350" y="467"/>
                      <a:pt x="350" y="466"/>
                    </a:cubicBezTo>
                    <a:cubicBezTo>
                      <a:pt x="351" y="466"/>
                      <a:pt x="351" y="465"/>
                      <a:pt x="351" y="465"/>
                    </a:cubicBezTo>
                    <a:cubicBezTo>
                      <a:pt x="360" y="450"/>
                      <a:pt x="370" y="436"/>
                      <a:pt x="379" y="421"/>
                    </a:cubicBezTo>
                    <a:cubicBezTo>
                      <a:pt x="379" y="422"/>
                      <a:pt x="379" y="422"/>
                      <a:pt x="379" y="423"/>
                    </a:cubicBezTo>
                    <a:cubicBezTo>
                      <a:pt x="385" y="413"/>
                      <a:pt x="392" y="402"/>
                      <a:pt x="398" y="392"/>
                    </a:cubicBezTo>
                    <a:cubicBezTo>
                      <a:pt x="404" y="383"/>
                      <a:pt x="409" y="373"/>
                      <a:pt x="414" y="363"/>
                    </a:cubicBezTo>
                    <a:cubicBezTo>
                      <a:pt x="418" y="355"/>
                      <a:pt x="421" y="347"/>
                      <a:pt x="424" y="338"/>
                    </a:cubicBezTo>
                    <a:cubicBezTo>
                      <a:pt x="425" y="335"/>
                      <a:pt x="426" y="332"/>
                      <a:pt x="427" y="329"/>
                    </a:cubicBezTo>
                    <a:cubicBezTo>
                      <a:pt x="427" y="327"/>
                      <a:pt x="427" y="325"/>
                      <a:pt x="427" y="323"/>
                    </a:cubicBezTo>
                    <a:lnTo>
                      <a:pt x="427" y="322"/>
                    </a:lnTo>
                    <a:cubicBezTo>
                      <a:pt x="427" y="321"/>
                      <a:pt x="427" y="321"/>
                      <a:pt x="427" y="320"/>
                    </a:cubicBezTo>
                    <a:cubicBezTo>
                      <a:pt x="427" y="319"/>
                      <a:pt x="427" y="319"/>
                      <a:pt x="427" y="319"/>
                    </a:cubicBezTo>
                    <a:lnTo>
                      <a:pt x="426" y="319"/>
                    </a:lnTo>
                    <a:cubicBezTo>
                      <a:pt x="425" y="319"/>
                      <a:pt x="424" y="320"/>
                      <a:pt x="422" y="321"/>
                    </a:cubicBezTo>
                    <a:cubicBezTo>
                      <a:pt x="420" y="321"/>
                      <a:pt x="418" y="322"/>
                      <a:pt x="417" y="323"/>
                    </a:cubicBezTo>
                    <a:cubicBezTo>
                      <a:pt x="414" y="324"/>
                      <a:pt x="411" y="326"/>
                      <a:pt x="408" y="328"/>
                    </a:cubicBezTo>
                    <a:cubicBezTo>
                      <a:pt x="400" y="333"/>
                      <a:pt x="393" y="339"/>
                      <a:pt x="386" y="346"/>
                    </a:cubicBezTo>
                    <a:cubicBezTo>
                      <a:pt x="381" y="350"/>
                      <a:pt x="377" y="354"/>
                      <a:pt x="372" y="359"/>
                    </a:cubicBezTo>
                    <a:cubicBezTo>
                      <a:pt x="368" y="363"/>
                      <a:pt x="365" y="368"/>
                      <a:pt x="361" y="372"/>
                    </a:cubicBezTo>
                    <a:cubicBezTo>
                      <a:pt x="346" y="390"/>
                      <a:pt x="332" y="409"/>
                      <a:pt x="319" y="428"/>
                    </a:cubicBezTo>
                    <a:cubicBezTo>
                      <a:pt x="305" y="449"/>
                      <a:pt x="290" y="470"/>
                      <a:pt x="276" y="490"/>
                    </a:cubicBezTo>
                    <a:cubicBezTo>
                      <a:pt x="262" y="510"/>
                      <a:pt x="246" y="530"/>
                      <a:pt x="231" y="550"/>
                    </a:cubicBezTo>
                    <a:cubicBezTo>
                      <a:pt x="216" y="569"/>
                      <a:pt x="200" y="589"/>
                      <a:pt x="184" y="607"/>
                    </a:cubicBezTo>
                    <a:cubicBezTo>
                      <a:pt x="177" y="617"/>
                      <a:pt x="168" y="625"/>
                      <a:pt x="160" y="634"/>
                    </a:cubicBezTo>
                    <a:cubicBezTo>
                      <a:pt x="156" y="638"/>
                      <a:pt x="152" y="642"/>
                      <a:pt x="147" y="646"/>
                    </a:cubicBezTo>
                    <a:cubicBezTo>
                      <a:pt x="145" y="649"/>
                      <a:pt x="143" y="651"/>
                      <a:pt x="140" y="653"/>
                    </a:cubicBezTo>
                    <a:cubicBezTo>
                      <a:pt x="137" y="655"/>
                      <a:pt x="135" y="657"/>
                      <a:pt x="131" y="658"/>
                    </a:cubicBezTo>
                    <a:cubicBezTo>
                      <a:pt x="125" y="660"/>
                      <a:pt x="117" y="658"/>
                      <a:pt x="114" y="652"/>
                    </a:cubicBezTo>
                    <a:cubicBezTo>
                      <a:pt x="111" y="647"/>
                      <a:pt x="111" y="642"/>
                      <a:pt x="112" y="637"/>
                    </a:cubicBezTo>
                    <a:cubicBezTo>
                      <a:pt x="114" y="633"/>
                      <a:pt x="114" y="630"/>
                      <a:pt x="115" y="627"/>
                    </a:cubicBezTo>
                    <a:cubicBezTo>
                      <a:pt x="117" y="622"/>
                      <a:pt x="119" y="617"/>
                      <a:pt x="122" y="611"/>
                    </a:cubicBezTo>
                    <a:cubicBezTo>
                      <a:pt x="126" y="600"/>
                      <a:pt x="131" y="590"/>
                      <a:pt x="135" y="579"/>
                    </a:cubicBezTo>
                    <a:cubicBezTo>
                      <a:pt x="140" y="568"/>
                      <a:pt x="146" y="558"/>
                      <a:pt x="152" y="547"/>
                    </a:cubicBezTo>
                    <a:cubicBezTo>
                      <a:pt x="157" y="536"/>
                      <a:pt x="164" y="525"/>
                      <a:pt x="170" y="514"/>
                    </a:cubicBezTo>
                    <a:cubicBezTo>
                      <a:pt x="182" y="494"/>
                      <a:pt x="195" y="474"/>
                      <a:pt x="208" y="454"/>
                    </a:cubicBezTo>
                    <a:cubicBezTo>
                      <a:pt x="216" y="442"/>
                      <a:pt x="224" y="431"/>
                      <a:pt x="231" y="419"/>
                    </a:cubicBezTo>
                    <a:cubicBezTo>
                      <a:pt x="240" y="406"/>
                      <a:pt x="248" y="394"/>
                      <a:pt x="256" y="381"/>
                    </a:cubicBezTo>
                    <a:cubicBezTo>
                      <a:pt x="256" y="382"/>
                      <a:pt x="256" y="382"/>
                      <a:pt x="256" y="383"/>
                    </a:cubicBezTo>
                    <a:cubicBezTo>
                      <a:pt x="260" y="375"/>
                      <a:pt x="266" y="367"/>
                      <a:pt x="271" y="358"/>
                    </a:cubicBezTo>
                    <a:cubicBezTo>
                      <a:pt x="277" y="349"/>
                      <a:pt x="283" y="339"/>
                      <a:pt x="288" y="329"/>
                    </a:cubicBezTo>
                    <a:cubicBezTo>
                      <a:pt x="298" y="312"/>
                      <a:pt x="308" y="294"/>
                      <a:pt x="316" y="277"/>
                    </a:cubicBezTo>
                    <a:cubicBezTo>
                      <a:pt x="319" y="272"/>
                      <a:pt x="321" y="267"/>
                      <a:pt x="323" y="263"/>
                    </a:cubicBezTo>
                    <a:cubicBezTo>
                      <a:pt x="325" y="258"/>
                      <a:pt x="327" y="252"/>
                      <a:pt x="329" y="247"/>
                    </a:cubicBezTo>
                    <a:cubicBezTo>
                      <a:pt x="329" y="246"/>
                      <a:pt x="329" y="245"/>
                      <a:pt x="329" y="245"/>
                    </a:cubicBezTo>
                    <a:cubicBezTo>
                      <a:pt x="327" y="246"/>
                      <a:pt x="326" y="247"/>
                      <a:pt x="324" y="248"/>
                    </a:cubicBezTo>
                    <a:cubicBezTo>
                      <a:pt x="324" y="248"/>
                      <a:pt x="325" y="248"/>
                      <a:pt x="325" y="247"/>
                    </a:cubicBezTo>
                    <a:cubicBezTo>
                      <a:pt x="318" y="252"/>
                      <a:pt x="311" y="258"/>
                      <a:pt x="304" y="264"/>
                    </a:cubicBezTo>
                    <a:cubicBezTo>
                      <a:pt x="290" y="277"/>
                      <a:pt x="276" y="292"/>
                      <a:pt x="263" y="307"/>
                    </a:cubicBezTo>
                    <a:cubicBezTo>
                      <a:pt x="248" y="325"/>
                      <a:pt x="234" y="344"/>
                      <a:pt x="219" y="362"/>
                    </a:cubicBezTo>
                    <a:cubicBezTo>
                      <a:pt x="205" y="382"/>
                      <a:pt x="190" y="400"/>
                      <a:pt x="175" y="420"/>
                    </a:cubicBezTo>
                    <a:cubicBezTo>
                      <a:pt x="163" y="437"/>
                      <a:pt x="150" y="454"/>
                      <a:pt x="138" y="471"/>
                    </a:cubicBezTo>
                    <a:cubicBezTo>
                      <a:pt x="127" y="488"/>
                      <a:pt x="117" y="504"/>
                      <a:pt x="105" y="520"/>
                    </a:cubicBezTo>
                    <a:cubicBezTo>
                      <a:pt x="99" y="530"/>
                      <a:pt x="93" y="540"/>
                      <a:pt x="86" y="550"/>
                    </a:cubicBezTo>
                    <a:cubicBezTo>
                      <a:pt x="79" y="560"/>
                      <a:pt x="72" y="570"/>
                      <a:pt x="65" y="580"/>
                    </a:cubicBezTo>
                    <a:cubicBezTo>
                      <a:pt x="62" y="586"/>
                      <a:pt x="58" y="591"/>
                      <a:pt x="54" y="597"/>
                    </a:cubicBezTo>
                    <a:cubicBezTo>
                      <a:pt x="51" y="600"/>
                      <a:pt x="48" y="604"/>
                      <a:pt x="44" y="607"/>
                    </a:cubicBezTo>
                    <a:cubicBezTo>
                      <a:pt x="38" y="611"/>
                      <a:pt x="30" y="611"/>
                      <a:pt x="26" y="607"/>
                    </a:cubicBezTo>
                    <a:cubicBezTo>
                      <a:pt x="19" y="600"/>
                      <a:pt x="22" y="590"/>
                      <a:pt x="23" y="583"/>
                    </a:cubicBezTo>
                    <a:cubicBezTo>
                      <a:pt x="24" y="577"/>
                      <a:pt x="27" y="571"/>
                      <a:pt x="29" y="565"/>
                    </a:cubicBezTo>
                    <a:cubicBezTo>
                      <a:pt x="36" y="544"/>
                      <a:pt x="45" y="522"/>
                      <a:pt x="54" y="501"/>
                    </a:cubicBezTo>
                    <a:cubicBezTo>
                      <a:pt x="64" y="478"/>
                      <a:pt x="75" y="456"/>
                      <a:pt x="87" y="435"/>
                    </a:cubicBezTo>
                    <a:cubicBezTo>
                      <a:pt x="111" y="393"/>
                      <a:pt x="135" y="351"/>
                      <a:pt x="158" y="310"/>
                    </a:cubicBezTo>
                    <a:cubicBezTo>
                      <a:pt x="178" y="276"/>
                      <a:pt x="196" y="242"/>
                      <a:pt x="213" y="208"/>
                    </a:cubicBezTo>
                    <a:cubicBezTo>
                      <a:pt x="213" y="209"/>
                      <a:pt x="213" y="209"/>
                      <a:pt x="213" y="210"/>
                    </a:cubicBezTo>
                    <a:cubicBezTo>
                      <a:pt x="215" y="204"/>
                      <a:pt x="218" y="198"/>
                      <a:pt x="220" y="192"/>
                    </a:cubicBezTo>
                    <a:cubicBezTo>
                      <a:pt x="219" y="192"/>
                      <a:pt x="219" y="193"/>
                      <a:pt x="218" y="194"/>
                    </a:cubicBezTo>
                    <a:cubicBezTo>
                      <a:pt x="209" y="200"/>
                      <a:pt x="200" y="207"/>
                      <a:pt x="192" y="214"/>
                    </a:cubicBezTo>
                    <a:cubicBezTo>
                      <a:pt x="193" y="214"/>
                      <a:pt x="193" y="213"/>
                      <a:pt x="193" y="213"/>
                    </a:cubicBezTo>
                    <a:cubicBezTo>
                      <a:pt x="165" y="238"/>
                      <a:pt x="139" y="267"/>
                      <a:pt x="115" y="296"/>
                    </a:cubicBezTo>
                    <a:lnTo>
                      <a:pt x="115" y="295"/>
                    </a:lnTo>
                    <a:cubicBezTo>
                      <a:pt x="100" y="314"/>
                      <a:pt x="84" y="333"/>
                      <a:pt x="68" y="351"/>
                    </a:cubicBezTo>
                    <a:cubicBezTo>
                      <a:pt x="64" y="355"/>
                      <a:pt x="60" y="359"/>
                      <a:pt x="56" y="363"/>
                    </a:cubicBezTo>
                    <a:cubicBezTo>
                      <a:pt x="51" y="368"/>
                      <a:pt x="46" y="372"/>
                      <a:pt x="41" y="375"/>
                    </a:cubicBezTo>
                    <a:cubicBezTo>
                      <a:pt x="35" y="379"/>
                      <a:pt x="28" y="379"/>
                      <a:pt x="22" y="376"/>
                    </a:cubicBezTo>
                    <a:cubicBezTo>
                      <a:pt x="16" y="374"/>
                      <a:pt x="14" y="367"/>
                      <a:pt x="14" y="362"/>
                    </a:cubicBezTo>
                    <a:cubicBezTo>
                      <a:pt x="14" y="358"/>
                      <a:pt x="15" y="354"/>
                      <a:pt x="16" y="350"/>
                    </a:cubicBezTo>
                    <a:cubicBezTo>
                      <a:pt x="17" y="345"/>
                      <a:pt x="19" y="339"/>
                      <a:pt x="20" y="334"/>
                    </a:cubicBezTo>
                    <a:cubicBezTo>
                      <a:pt x="36" y="287"/>
                      <a:pt x="60" y="244"/>
                      <a:pt x="82" y="201"/>
                    </a:cubicBezTo>
                    <a:cubicBezTo>
                      <a:pt x="90" y="185"/>
                      <a:pt x="98" y="170"/>
                      <a:pt x="107" y="155"/>
                    </a:cubicBezTo>
                    <a:cubicBezTo>
                      <a:pt x="112" y="145"/>
                      <a:pt x="119" y="134"/>
                      <a:pt x="124" y="123"/>
                    </a:cubicBezTo>
                    <a:cubicBezTo>
                      <a:pt x="100" y="148"/>
                      <a:pt x="78" y="174"/>
                      <a:pt x="54" y="199"/>
                    </a:cubicBezTo>
                    <a:cubicBezTo>
                      <a:pt x="52" y="202"/>
                      <a:pt x="50" y="204"/>
                      <a:pt x="47" y="207"/>
                    </a:cubicBezTo>
                    <a:cubicBezTo>
                      <a:pt x="45" y="209"/>
                      <a:pt x="43" y="210"/>
                      <a:pt x="41" y="213"/>
                    </a:cubicBezTo>
                    <a:cubicBezTo>
                      <a:pt x="40" y="214"/>
                      <a:pt x="38" y="216"/>
                      <a:pt x="36" y="216"/>
                    </a:cubicBezTo>
                    <a:cubicBezTo>
                      <a:pt x="34" y="218"/>
                      <a:pt x="31" y="219"/>
                      <a:pt x="29" y="219"/>
                    </a:cubicBezTo>
                    <a:cubicBezTo>
                      <a:pt x="26" y="220"/>
                      <a:pt x="22" y="219"/>
                      <a:pt x="20" y="217"/>
                    </a:cubicBezTo>
                    <a:cubicBezTo>
                      <a:pt x="17" y="215"/>
                      <a:pt x="15" y="211"/>
                      <a:pt x="15" y="208"/>
                    </a:cubicBezTo>
                    <a:cubicBezTo>
                      <a:pt x="15" y="204"/>
                      <a:pt x="15" y="201"/>
                      <a:pt x="16" y="198"/>
                    </a:cubicBezTo>
                    <a:cubicBezTo>
                      <a:pt x="17" y="196"/>
                      <a:pt x="17" y="195"/>
                      <a:pt x="18" y="194"/>
                    </a:cubicBezTo>
                    <a:cubicBezTo>
                      <a:pt x="19" y="191"/>
                      <a:pt x="20" y="188"/>
                      <a:pt x="22" y="185"/>
                    </a:cubicBezTo>
                    <a:cubicBezTo>
                      <a:pt x="24" y="181"/>
                      <a:pt x="26" y="176"/>
                      <a:pt x="28" y="171"/>
                    </a:cubicBezTo>
                    <a:cubicBezTo>
                      <a:pt x="33" y="159"/>
                      <a:pt x="38" y="148"/>
                      <a:pt x="43" y="136"/>
                    </a:cubicBezTo>
                    <a:cubicBezTo>
                      <a:pt x="52" y="114"/>
                      <a:pt x="62" y="93"/>
                      <a:pt x="73" y="71"/>
                    </a:cubicBezTo>
                    <a:cubicBezTo>
                      <a:pt x="78" y="61"/>
                      <a:pt x="83" y="51"/>
                      <a:pt x="88" y="41"/>
                    </a:cubicBezTo>
                    <a:cubicBezTo>
                      <a:pt x="89" y="40"/>
                      <a:pt x="89" y="39"/>
                      <a:pt x="90" y="38"/>
                    </a:cubicBezTo>
                    <a:cubicBezTo>
                      <a:pt x="86" y="41"/>
                      <a:pt x="82" y="43"/>
                      <a:pt x="79" y="46"/>
                    </a:cubicBezTo>
                    <a:cubicBezTo>
                      <a:pt x="72" y="52"/>
                      <a:pt x="65" y="57"/>
                      <a:pt x="59" y="63"/>
                    </a:cubicBezTo>
                    <a:lnTo>
                      <a:pt x="59" y="62"/>
                    </a:lnTo>
                    <a:cubicBezTo>
                      <a:pt x="56" y="66"/>
                      <a:pt x="52" y="69"/>
                      <a:pt x="49" y="72"/>
                    </a:cubicBezTo>
                    <a:cubicBezTo>
                      <a:pt x="45" y="76"/>
                      <a:pt x="41" y="81"/>
                      <a:pt x="37" y="85"/>
                    </a:cubicBezTo>
                    <a:cubicBezTo>
                      <a:pt x="34" y="89"/>
                      <a:pt x="31" y="93"/>
                      <a:pt x="27" y="97"/>
                    </a:cubicBezTo>
                    <a:cubicBezTo>
                      <a:pt x="27" y="98"/>
                      <a:pt x="26" y="100"/>
                      <a:pt x="25" y="101"/>
                    </a:cubicBezTo>
                    <a:lnTo>
                      <a:pt x="24" y="101"/>
                    </a:lnTo>
                    <a:cubicBezTo>
                      <a:pt x="24" y="103"/>
                      <a:pt x="23" y="105"/>
                      <a:pt x="22" y="107"/>
                    </a:cubicBezTo>
                    <a:cubicBezTo>
                      <a:pt x="21" y="107"/>
                      <a:pt x="20" y="108"/>
                      <a:pt x="19" y="108"/>
                    </a:cubicBezTo>
                    <a:cubicBezTo>
                      <a:pt x="15" y="111"/>
                      <a:pt x="8" y="111"/>
                      <a:pt x="4" y="107"/>
                    </a:cubicBezTo>
                    <a:cubicBezTo>
                      <a:pt x="1" y="104"/>
                      <a:pt x="0" y="100"/>
                      <a:pt x="1" y="96"/>
                    </a:cubicBezTo>
                    <a:cubicBezTo>
                      <a:pt x="1" y="96"/>
                      <a:pt x="1" y="95"/>
                      <a:pt x="1" y="94"/>
                    </a:cubicBezTo>
                    <a:cubicBezTo>
                      <a:pt x="1" y="93"/>
                      <a:pt x="2" y="93"/>
                      <a:pt x="2" y="92"/>
                    </a:cubicBezTo>
                    <a:lnTo>
                      <a:pt x="2" y="91"/>
                    </a:lnTo>
                    <a:cubicBezTo>
                      <a:pt x="5" y="86"/>
                      <a:pt x="9" y="82"/>
                      <a:pt x="13" y="77"/>
                    </a:cubicBezTo>
                    <a:cubicBezTo>
                      <a:pt x="17" y="72"/>
                      <a:pt x="22" y="67"/>
                      <a:pt x="26" y="62"/>
                    </a:cubicBezTo>
                    <a:cubicBezTo>
                      <a:pt x="34" y="53"/>
                      <a:pt x="44" y="46"/>
                      <a:pt x="53" y="37"/>
                    </a:cubicBezTo>
                    <a:cubicBezTo>
                      <a:pt x="62" y="30"/>
                      <a:pt x="72" y="23"/>
                      <a:pt x="81" y="15"/>
                    </a:cubicBezTo>
                    <a:cubicBezTo>
                      <a:pt x="86" y="12"/>
                      <a:pt x="90" y="8"/>
                      <a:pt x="95" y="5"/>
                    </a:cubicBezTo>
                    <a:cubicBezTo>
                      <a:pt x="100" y="2"/>
                      <a:pt x="105" y="0"/>
                      <a:pt x="111" y="0"/>
                    </a:cubicBezTo>
                    <a:cubicBezTo>
                      <a:pt x="118" y="1"/>
                      <a:pt x="122" y="7"/>
                      <a:pt x="123" y="14"/>
                    </a:cubicBezTo>
                    <a:cubicBezTo>
                      <a:pt x="124" y="20"/>
                      <a:pt x="121" y="27"/>
                      <a:pt x="118" y="33"/>
                    </a:cubicBezTo>
                    <a:cubicBezTo>
                      <a:pt x="117" y="37"/>
                      <a:pt x="115" y="40"/>
                      <a:pt x="114" y="43"/>
                    </a:cubicBezTo>
                    <a:cubicBezTo>
                      <a:pt x="110" y="50"/>
                      <a:pt x="107" y="57"/>
                      <a:pt x="103" y="64"/>
                    </a:cubicBezTo>
                    <a:cubicBezTo>
                      <a:pt x="96" y="79"/>
                      <a:pt x="88" y="93"/>
                      <a:pt x="81" y="108"/>
                    </a:cubicBezTo>
                    <a:cubicBezTo>
                      <a:pt x="73" y="124"/>
                      <a:pt x="66" y="141"/>
                      <a:pt x="59" y="157"/>
                    </a:cubicBezTo>
                    <a:cubicBezTo>
                      <a:pt x="58" y="159"/>
                      <a:pt x="57" y="162"/>
                      <a:pt x="56" y="164"/>
                    </a:cubicBezTo>
                    <a:cubicBezTo>
                      <a:pt x="63" y="156"/>
                      <a:pt x="70" y="149"/>
                      <a:pt x="76" y="142"/>
                    </a:cubicBezTo>
                    <a:cubicBezTo>
                      <a:pt x="93" y="124"/>
                      <a:pt x="110" y="107"/>
                      <a:pt x="125" y="89"/>
                    </a:cubicBezTo>
                    <a:cubicBezTo>
                      <a:pt x="129" y="85"/>
                      <a:pt x="133" y="80"/>
                      <a:pt x="138" y="76"/>
                    </a:cubicBezTo>
                    <a:cubicBezTo>
                      <a:pt x="140" y="73"/>
                      <a:pt x="145" y="70"/>
                      <a:pt x="149" y="69"/>
                    </a:cubicBezTo>
                    <a:cubicBezTo>
                      <a:pt x="156" y="67"/>
                      <a:pt x="162" y="71"/>
                      <a:pt x="165" y="77"/>
                    </a:cubicBezTo>
                    <a:cubicBezTo>
                      <a:pt x="167" y="82"/>
                      <a:pt x="165" y="89"/>
                      <a:pt x="164" y="94"/>
                    </a:cubicBezTo>
                    <a:cubicBezTo>
                      <a:pt x="163" y="98"/>
                      <a:pt x="161" y="101"/>
                      <a:pt x="159" y="105"/>
                    </a:cubicBezTo>
                    <a:cubicBezTo>
                      <a:pt x="157" y="111"/>
                      <a:pt x="154" y="116"/>
                      <a:pt x="151" y="121"/>
                    </a:cubicBezTo>
                    <a:cubicBezTo>
                      <a:pt x="140" y="143"/>
                      <a:pt x="128" y="165"/>
                      <a:pt x="115" y="186"/>
                    </a:cubicBezTo>
                    <a:cubicBezTo>
                      <a:pt x="107" y="201"/>
                      <a:pt x="99" y="216"/>
                      <a:pt x="91" y="232"/>
                    </a:cubicBezTo>
                    <a:cubicBezTo>
                      <a:pt x="83" y="248"/>
                      <a:pt x="75" y="263"/>
                      <a:pt x="67" y="280"/>
                    </a:cubicBezTo>
                    <a:cubicBezTo>
                      <a:pt x="67" y="279"/>
                      <a:pt x="67" y="279"/>
                      <a:pt x="67" y="279"/>
                    </a:cubicBezTo>
                    <a:cubicBezTo>
                      <a:pt x="58" y="298"/>
                      <a:pt x="50" y="317"/>
                      <a:pt x="44" y="336"/>
                    </a:cubicBezTo>
                    <a:cubicBezTo>
                      <a:pt x="43" y="339"/>
                      <a:pt x="43" y="341"/>
                      <a:pt x="42" y="344"/>
                    </a:cubicBezTo>
                    <a:cubicBezTo>
                      <a:pt x="43" y="343"/>
                      <a:pt x="45" y="342"/>
                      <a:pt x="46" y="340"/>
                    </a:cubicBezTo>
                    <a:cubicBezTo>
                      <a:pt x="54" y="333"/>
                      <a:pt x="61" y="325"/>
                      <a:pt x="68" y="317"/>
                    </a:cubicBezTo>
                    <a:cubicBezTo>
                      <a:pt x="68" y="316"/>
                      <a:pt x="69" y="316"/>
                      <a:pt x="69" y="316"/>
                    </a:cubicBezTo>
                    <a:cubicBezTo>
                      <a:pt x="84" y="298"/>
                      <a:pt x="100" y="280"/>
                      <a:pt x="115" y="262"/>
                    </a:cubicBezTo>
                    <a:cubicBezTo>
                      <a:pt x="131" y="244"/>
                      <a:pt x="147" y="226"/>
                      <a:pt x="164" y="210"/>
                    </a:cubicBezTo>
                    <a:cubicBezTo>
                      <a:pt x="172" y="201"/>
                      <a:pt x="181" y="192"/>
                      <a:pt x="191" y="184"/>
                    </a:cubicBezTo>
                    <a:cubicBezTo>
                      <a:pt x="199" y="177"/>
                      <a:pt x="208" y="170"/>
                      <a:pt x="218" y="164"/>
                    </a:cubicBezTo>
                    <a:cubicBezTo>
                      <a:pt x="221" y="163"/>
                      <a:pt x="223" y="162"/>
                      <a:pt x="226" y="161"/>
                    </a:cubicBezTo>
                    <a:cubicBezTo>
                      <a:pt x="232" y="158"/>
                      <a:pt x="239" y="158"/>
                      <a:pt x="245" y="163"/>
                    </a:cubicBezTo>
                    <a:cubicBezTo>
                      <a:pt x="249" y="168"/>
                      <a:pt x="249" y="174"/>
                      <a:pt x="249" y="180"/>
                    </a:cubicBezTo>
                    <a:cubicBezTo>
                      <a:pt x="248" y="184"/>
                      <a:pt x="247" y="188"/>
                      <a:pt x="245" y="192"/>
                    </a:cubicBezTo>
                    <a:cubicBezTo>
                      <a:pt x="241" y="205"/>
                      <a:pt x="235" y="216"/>
                      <a:pt x="230" y="227"/>
                    </a:cubicBezTo>
                    <a:cubicBezTo>
                      <a:pt x="219" y="248"/>
                      <a:pt x="207" y="269"/>
                      <a:pt x="195" y="289"/>
                    </a:cubicBezTo>
                    <a:cubicBezTo>
                      <a:pt x="184" y="310"/>
                      <a:pt x="171" y="331"/>
                      <a:pt x="158" y="352"/>
                    </a:cubicBezTo>
                    <a:cubicBezTo>
                      <a:pt x="146" y="373"/>
                      <a:pt x="134" y="395"/>
                      <a:pt x="122" y="415"/>
                    </a:cubicBezTo>
                    <a:cubicBezTo>
                      <a:pt x="110" y="437"/>
                      <a:pt x="98" y="458"/>
                      <a:pt x="88" y="480"/>
                    </a:cubicBezTo>
                    <a:cubicBezTo>
                      <a:pt x="87" y="481"/>
                      <a:pt x="87" y="481"/>
                      <a:pt x="87" y="481"/>
                    </a:cubicBezTo>
                    <a:cubicBezTo>
                      <a:pt x="80" y="495"/>
                      <a:pt x="74" y="510"/>
                      <a:pt x="68" y="525"/>
                    </a:cubicBezTo>
                    <a:cubicBezTo>
                      <a:pt x="65" y="534"/>
                      <a:pt x="62" y="543"/>
                      <a:pt x="58" y="551"/>
                    </a:cubicBezTo>
                    <a:cubicBezTo>
                      <a:pt x="65" y="542"/>
                      <a:pt x="72" y="533"/>
                      <a:pt x="78" y="523"/>
                    </a:cubicBezTo>
                    <a:cubicBezTo>
                      <a:pt x="92" y="503"/>
                      <a:pt x="106" y="483"/>
                      <a:pt x="120" y="463"/>
                    </a:cubicBezTo>
                    <a:cubicBezTo>
                      <a:pt x="134" y="443"/>
                      <a:pt x="149" y="424"/>
                      <a:pt x="163" y="404"/>
                    </a:cubicBezTo>
                    <a:cubicBezTo>
                      <a:pt x="177" y="385"/>
                      <a:pt x="191" y="367"/>
                      <a:pt x="205" y="347"/>
                    </a:cubicBezTo>
                    <a:cubicBezTo>
                      <a:pt x="212" y="338"/>
                      <a:pt x="220" y="328"/>
                      <a:pt x="227" y="319"/>
                    </a:cubicBezTo>
                    <a:cubicBezTo>
                      <a:pt x="234" y="309"/>
                      <a:pt x="241" y="300"/>
                      <a:pt x="248" y="290"/>
                    </a:cubicBezTo>
                    <a:cubicBezTo>
                      <a:pt x="264" y="272"/>
                      <a:pt x="281" y="253"/>
                      <a:pt x="300" y="237"/>
                    </a:cubicBezTo>
                    <a:cubicBezTo>
                      <a:pt x="309" y="229"/>
                      <a:pt x="318" y="221"/>
                      <a:pt x="329" y="217"/>
                    </a:cubicBezTo>
                    <a:cubicBezTo>
                      <a:pt x="333" y="216"/>
                      <a:pt x="337" y="214"/>
                      <a:pt x="341" y="215"/>
                    </a:cubicBezTo>
                    <a:cubicBezTo>
                      <a:pt x="344" y="215"/>
                      <a:pt x="347" y="216"/>
                      <a:pt x="350" y="217"/>
                    </a:cubicBezTo>
                    <a:cubicBezTo>
                      <a:pt x="353" y="220"/>
                      <a:pt x="354" y="223"/>
                      <a:pt x="355" y="227"/>
                    </a:cubicBezTo>
                    <a:cubicBezTo>
                      <a:pt x="357" y="234"/>
                      <a:pt x="355" y="241"/>
                      <a:pt x="354" y="248"/>
                    </a:cubicBezTo>
                    <a:cubicBezTo>
                      <a:pt x="353" y="252"/>
                      <a:pt x="351" y="257"/>
                      <a:pt x="349" y="262"/>
                    </a:cubicBezTo>
                    <a:cubicBezTo>
                      <a:pt x="345" y="273"/>
                      <a:pt x="339" y="284"/>
                      <a:pt x="334" y="295"/>
                    </a:cubicBezTo>
                    <a:cubicBezTo>
                      <a:pt x="328" y="306"/>
                      <a:pt x="322" y="316"/>
                      <a:pt x="316" y="327"/>
                    </a:cubicBezTo>
                    <a:cubicBezTo>
                      <a:pt x="292" y="369"/>
                      <a:pt x="263" y="410"/>
                      <a:pt x="236" y="450"/>
                    </a:cubicBezTo>
                    <a:cubicBezTo>
                      <a:pt x="232" y="456"/>
                      <a:pt x="229" y="461"/>
                      <a:pt x="226" y="467"/>
                    </a:cubicBezTo>
                    <a:cubicBezTo>
                      <a:pt x="226" y="466"/>
                      <a:pt x="226" y="466"/>
                      <a:pt x="226" y="466"/>
                    </a:cubicBezTo>
                    <a:cubicBezTo>
                      <a:pt x="226" y="467"/>
                      <a:pt x="226" y="467"/>
                      <a:pt x="225" y="467"/>
                    </a:cubicBezTo>
                    <a:cubicBezTo>
                      <a:pt x="204" y="500"/>
                      <a:pt x="184" y="533"/>
                      <a:pt x="167" y="568"/>
                    </a:cubicBezTo>
                    <a:lnTo>
                      <a:pt x="167" y="567"/>
                    </a:lnTo>
                    <a:cubicBezTo>
                      <a:pt x="160" y="583"/>
                      <a:pt x="153" y="598"/>
                      <a:pt x="146" y="614"/>
                    </a:cubicBezTo>
                    <a:cubicBezTo>
                      <a:pt x="149" y="612"/>
                      <a:pt x="152" y="609"/>
                      <a:pt x="154" y="607"/>
                    </a:cubicBezTo>
                    <a:cubicBezTo>
                      <a:pt x="162" y="598"/>
                      <a:pt x="171" y="589"/>
                      <a:pt x="179" y="580"/>
                    </a:cubicBezTo>
                    <a:cubicBezTo>
                      <a:pt x="186" y="570"/>
                      <a:pt x="195" y="561"/>
                      <a:pt x="202" y="551"/>
                    </a:cubicBezTo>
                    <a:cubicBezTo>
                      <a:pt x="210" y="542"/>
                      <a:pt x="217" y="533"/>
                      <a:pt x="224" y="524"/>
                    </a:cubicBezTo>
                    <a:cubicBezTo>
                      <a:pt x="232" y="513"/>
                      <a:pt x="240" y="503"/>
                      <a:pt x="248" y="493"/>
                    </a:cubicBezTo>
                    <a:cubicBezTo>
                      <a:pt x="254" y="484"/>
                      <a:pt x="260" y="475"/>
                      <a:pt x="267" y="466"/>
                    </a:cubicBezTo>
                    <a:cubicBezTo>
                      <a:pt x="281" y="445"/>
                      <a:pt x="296" y="424"/>
                      <a:pt x="310" y="403"/>
                    </a:cubicBezTo>
                    <a:cubicBezTo>
                      <a:pt x="317" y="393"/>
                      <a:pt x="325" y="383"/>
                      <a:pt x="332" y="373"/>
                    </a:cubicBezTo>
                    <a:cubicBezTo>
                      <a:pt x="339" y="364"/>
                      <a:pt x="346" y="355"/>
                      <a:pt x="354" y="346"/>
                    </a:cubicBezTo>
                    <a:cubicBezTo>
                      <a:pt x="362" y="337"/>
                      <a:pt x="371" y="328"/>
                      <a:pt x="380" y="320"/>
                    </a:cubicBezTo>
                    <a:cubicBezTo>
                      <a:pt x="385" y="316"/>
                      <a:pt x="390" y="312"/>
                      <a:pt x="395" y="308"/>
                    </a:cubicBezTo>
                    <a:cubicBezTo>
                      <a:pt x="400" y="305"/>
                      <a:pt x="404" y="301"/>
                      <a:pt x="410" y="299"/>
                    </a:cubicBezTo>
                    <a:cubicBezTo>
                      <a:pt x="414" y="297"/>
                      <a:pt x="420" y="295"/>
                      <a:pt x="424" y="294"/>
                    </a:cubicBezTo>
                    <a:cubicBezTo>
                      <a:pt x="431" y="293"/>
                      <a:pt x="438" y="295"/>
                      <a:pt x="443" y="300"/>
                    </a:cubicBezTo>
                    <a:cubicBezTo>
                      <a:pt x="445" y="302"/>
                      <a:pt x="447" y="305"/>
                      <a:pt x="449" y="308"/>
                    </a:cubicBezTo>
                    <a:cubicBezTo>
                      <a:pt x="450" y="311"/>
                      <a:pt x="450" y="314"/>
                      <a:pt x="451" y="318"/>
                    </a:cubicBezTo>
                    <a:cubicBezTo>
                      <a:pt x="452" y="325"/>
                      <a:pt x="450" y="333"/>
                      <a:pt x="448" y="341"/>
                    </a:cubicBezTo>
                    <a:cubicBezTo>
                      <a:pt x="446" y="348"/>
                      <a:pt x="443" y="355"/>
                      <a:pt x="440" y="362"/>
                    </a:cubicBezTo>
                    <a:cubicBezTo>
                      <a:pt x="437" y="369"/>
                      <a:pt x="435" y="375"/>
                      <a:pt x="431" y="381"/>
                    </a:cubicBezTo>
                    <a:cubicBezTo>
                      <a:pt x="422" y="397"/>
                      <a:pt x="412" y="413"/>
                      <a:pt x="402" y="429"/>
                    </a:cubicBezTo>
                    <a:cubicBezTo>
                      <a:pt x="392" y="445"/>
                      <a:pt x="381" y="460"/>
                      <a:pt x="371" y="476"/>
                    </a:cubicBezTo>
                    <a:lnTo>
                      <a:pt x="371" y="475"/>
                    </a:lnTo>
                    <a:cubicBezTo>
                      <a:pt x="351" y="506"/>
                      <a:pt x="333" y="538"/>
                      <a:pt x="317" y="572"/>
                    </a:cubicBezTo>
                    <a:cubicBezTo>
                      <a:pt x="317" y="571"/>
                      <a:pt x="318" y="570"/>
                      <a:pt x="318" y="570"/>
                    </a:cubicBezTo>
                    <a:cubicBezTo>
                      <a:pt x="315" y="576"/>
                      <a:pt x="312" y="582"/>
                      <a:pt x="310" y="587"/>
                    </a:cubicBezTo>
                    <a:cubicBezTo>
                      <a:pt x="308" y="593"/>
                      <a:pt x="306" y="599"/>
                      <a:pt x="304" y="604"/>
                    </a:cubicBezTo>
                    <a:cubicBezTo>
                      <a:pt x="303" y="607"/>
                      <a:pt x="302" y="610"/>
                      <a:pt x="301" y="612"/>
                    </a:cubicBezTo>
                    <a:cubicBezTo>
                      <a:pt x="299" y="621"/>
                      <a:pt x="297" y="628"/>
                      <a:pt x="294" y="636"/>
                    </a:cubicBezTo>
                    <a:cubicBezTo>
                      <a:pt x="299" y="632"/>
                      <a:pt x="304" y="626"/>
                      <a:pt x="308" y="621"/>
                    </a:cubicBezTo>
                    <a:cubicBezTo>
                      <a:pt x="316" y="611"/>
                      <a:pt x="325" y="601"/>
                      <a:pt x="332" y="591"/>
                    </a:cubicBezTo>
                    <a:cubicBezTo>
                      <a:pt x="339" y="582"/>
                      <a:pt x="346" y="573"/>
                      <a:pt x="353" y="564"/>
                    </a:cubicBezTo>
                    <a:cubicBezTo>
                      <a:pt x="368" y="544"/>
                      <a:pt x="383" y="524"/>
                      <a:pt x="399" y="505"/>
                    </a:cubicBezTo>
                    <a:cubicBezTo>
                      <a:pt x="407" y="495"/>
                      <a:pt x="415" y="486"/>
                      <a:pt x="424" y="477"/>
                    </a:cubicBezTo>
                    <a:cubicBezTo>
                      <a:pt x="432" y="467"/>
                      <a:pt x="441" y="457"/>
                      <a:pt x="449" y="448"/>
                    </a:cubicBezTo>
                    <a:cubicBezTo>
                      <a:pt x="457" y="440"/>
                      <a:pt x="465" y="431"/>
                      <a:pt x="474" y="424"/>
                    </a:cubicBezTo>
                    <a:cubicBezTo>
                      <a:pt x="476" y="422"/>
                      <a:pt x="478" y="420"/>
                      <a:pt x="481" y="418"/>
                    </a:cubicBezTo>
                    <a:cubicBezTo>
                      <a:pt x="485" y="414"/>
                      <a:pt x="489" y="411"/>
                      <a:pt x="495" y="411"/>
                    </a:cubicBezTo>
                    <a:cubicBezTo>
                      <a:pt x="501" y="411"/>
                      <a:pt x="508" y="415"/>
                      <a:pt x="509" y="422"/>
                    </a:cubicBezTo>
                    <a:cubicBezTo>
                      <a:pt x="511" y="428"/>
                      <a:pt x="510" y="435"/>
                      <a:pt x="508" y="442"/>
                    </a:cubicBezTo>
                    <a:cubicBezTo>
                      <a:pt x="506" y="453"/>
                      <a:pt x="502" y="463"/>
                      <a:pt x="498" y="473"/>
                    </a:cubicBezTo>
                    <a:cubicBezTo>
                      <a:pt x="494" y="482"/>
                      <a:pt x="490" y="491"/>
                      <a:pt x="486" y="499"/>
                    </a:cubicBezTo>
                    <a:cubicBezTo>
                      <a:pt x="478" y="517"/>
                      <a:pt x="469" y="536"/>
                      <a:pt x="460" y="554"/>
                    </a:cubicBezTo>
                    <a:lnTo>
                      <a:pt x="460" y="555"/>
                    </a:lnTo>
                    <a:cubicBezTo>
                      <a:pt x="459" y="556"/>
                      <a:pt x="458" y="558"/>
                      <a:pt x="457" y="560"/>
                    </a:cubicBezTo>
                    <a:cubicBezTo>
                      <a:pt x="457" y="559"/>
                      <a:pt x="457" y="559"/>
                      <a:pt x="458" y="559"/>
                    </a:cubicBezTo>
                    <a:cubicBezTo>
                      <a:pt x="457" y="560"/>
                      <a:pt x="457" y="561"/>
                      <a:pt x="456" y="562"/>
                    </a:cubicBezTo>
                    <a:lnTo>
                      <a:pt x="457" y="561"/>
                    </a:lnTo>
                    <a:cubicBezTo>
                      <a:pt x="456" y="562"/>
                      <a:pt x="456" y="563"/>
                      <a:pt x="455" y="564"/>
                    </a:cubicBezTo>
                    <a:cubicBezTo>
                      <a:pt x="456" y="564"/>
                      <a:pt x="456" y="563"/>
                      <a:pt x="456" y="563"/>
                    </a:cubicBezTo>
                    <a:cubicBezTo>
                      <a:pt x="455" y="564"/>
                      <a:pt x="455" y="565"/>
                      <a:pt x="454" y="566"/>
                    </a:cubicBezTo>
                    <a:cubicBezTo>
                      <a:pt x="449" y="578"/>
                      <a:pt x="443" y="590"/>
                      <a:pt x="438" y="603"/>
                    </a:cubicBezTo>
                    <a:cubicBezTo>
                      <a:pt x="444" y="597"/>
                      <a:pt x="450" y="591"/>
                      <a:pt x="456" y="585"/>
                    </a:cubicBezTo>
                    <a:cubicBezTo>
                      <a:pt x="466" y="576"/>
                      <a:pt x="475" y="566"/>
                      <a:pt x="484" y="557"/>
                    </a:cubicBezTo>
                    <a:cubicBezTo>
                      <a:pt x="501" y="540"/>
                      <a:pt x="517" y="524"/>
                      <a:pt x="534" y="508"/>
                    </a:cubicBezTo>
                    <a:cubicBezTo>
                      <a:pt x="540" y="501"/>
                      <a:pt x="546" y="495"/>
                      <a:pt x="552" y="489"/>
                    </a:cubicBezTo>
                    <a:cubicBezTo>
                      <a:pt x="558" y="483"/>
                      <a:pt x="564" y="477"/>
                      <a:pt x="570" y="472"/>
                    </a:cubicBezTo>
                    <a:cubicBezTo>
                      <a:pt x="575" y="467"/>
                      <a:pt x="580" y="463"/>
                      <a:pt x="588" y="463"/>
                    </a:cubicBezTo>
                    <a:cubicBezTo>
                      <a:pt x="592" y="464"/>
                      <a:pt x="596" y="467"/>
                      <a:pt x="599" y="470"/>
                    </a:cubicBezTo>
                    <a:cubicBezTo>
                      <a:pt x="601" y="473"/>
                      <a:pt x="602" y="478"/>
                      <a:pt x="603" y="482"/>
                    </a:cubicBezTo>
                    <a:cubicBezTo>
                      <a:pt x="604" y="493"/>
                      <a:pt x="601" y="503"/>
                      <a:pt x="598" y="512"/>
                    </a:cubicBezTo>
                    <a:cubicBezTo>
                      <a:pt x="597" y="517"/>
                      <a:pt x="596" y="522"/>
                      <a:pt x="594" y="526"/>
                    </a:cubicBezTo>
                    <a:cubicBezTo>
                      <a:pt x="594" y="526"/>
                      <a:pt x="594" y="525"/>
                      <a:pt x="595" y="525"/>
                    </a:cubicBezTo>
                    <a:cubicBezTo>
                      <a:pt x="592" y="534"/>
                      <a:pt x="588" y="543"/>
                      <a:pt x="584" y="552"/>
                    </a:cubicBezTo>
                    <a:cubicBezTo>
                      <a:pt x="580" y="561"/>
                      <a:pt x="576" y="571"/>
                      <a:pt x="572" y="581"/>
                    </a:cubicBezTo>
                    <a:cubicBezTo>
                      <a:pt x="569" y="589"/>
                      <a:pt x="565" y="597"/>
                      <a:pt x="562" y="605"/>
                    </a:cubicBezTo>
                    <a:cubicBezTo>
                      <a:pt x="564" y="604"/>
                      <a:pt x="566" y="602"/>
                      <a:pt x="568" y="600"/>
                    </a:cubicBezTo>
                    <a:cubicBezTo>
                      <a:pt x="576" y="592"/>
                      <a:pt x="584" y="584"/>
                      <a:pt x="593" y="576"/>
                    </a:cubicBezTo>
                    <a:cubicBezTo>
                      <a:pt x="597" y="572"/>
                      <a:pt x="602" y="568"/>
                      <a:pt x="607" y="563"/>
                    </a:cubicBezTo>
                    <a:cubicBezTo>
                      <a:pt x="611" y="559"/>
                      <a:pt x="615" y="556"/>
                      <a:pt x="620" y="552"/>
                    </a:cubicBezTo>
                    <a:cubicBezTo>
                      <a:pt x="623" y="549"/>
                      <a:pt x="628" y="546"/>
                      <a:pt x="632" y="545"/>
                    </a:cubicBezTo>
                    <a:cubicBezTo>
                      <a:pt x="638" y="543"/>
                      <a:pt x="646" y="545"/>
                      <a:pt x="648" y="551"/>
                    </a:cubicBezTo>
                    <a:cubicBezTo>
                      <a:pt x="650" y="554"/>
                      <a:pt x="651" y="556"/>
                      <a:pt x="651" y="559"/>
                    </a:cubicBezTo>
                    <a:cubicBezTo>
                      <a:pt x="651" y="563"/>
                      <a:pt x="650" y="566"/>
                      <a:pt x="650" y="569"/>
                    </a:cubicBezTo>
                    <a:cubicBezTo>
                      <a:pt x="649" y="572"/>
                      <a:pt x="648" y="575"/>
                      <a:pt x="647" y="578"/>
                    </a:cubicBezTo>
                    <a:cubicBezTo>
                      <a:pt x="644" y="592"/>
                      <a:pt x="640" y="605"/>
                      <a:pt x="637" y="619"/>
                    </a:cubicBezTo>
                    <a:cubicBezTo>
                      <a:pt x="638" y="619"/>
                      <a:pt x="639" y="618"/>
                      <a:pt x="640" y="618"/>
                    </a:cubicBezTo>
                    <a:cubicBezTo>
                      <a:pt x="653" y="609"/>
                      <a:pt x="665" y="600"/>
                      <a:pt x="677" y="590"/>
                    </a:cubicBezTo>
                    <a:cubicBezTo>
                      <a:pt x="681" y="588"/>
                      <a:pt x="684" y="586"/>
                      <a:pt x="688" y="586"/>
                    </a:cubicBezTo>
                    <a:cubicBezTo>
                      <a:pt x="692" y="585"/>
                      <a:pt x="697" y="587"/>
                      <a:pt x="700" y="590"/>
                    </a:cubicBezTo>
                    <a:cubicBezTo>
                      <a:pt x="706" y="596"/>
                      <a:pt x="706" y="604"/>
                      <a:pt x="706" y="611"/>
                    </a:cubicBezTo>
                    <a:cubicBezTo>
                      <a:pt x="705" y="619"/>
                      <a:pt x="704" y="626"/>
                      <a:pt x="703" y="634"/>
                    </a:cubicBezTo>
                    <a:cubicBezTo>
                      <a:pt x="703" y="635"/>
                      <a:pt x="703" y="635"/>
                      <a:pt x="703" y="636"/>
                    </a:cubicBezTo>
                    <a:cubicBezTo>
                      <a:pt x="703" y="635"/>
                      <a:pt x="703" y="635"/>
                      <a:pt x="703" y="635"/>
                    </a:cubicBezTo>
                    <a:cubicBezTo>
                      <a:pt x="703" y="636"/>
                      <a:pt x="703" y="637"/>
                      <a:pt x="703" y="639"/>
                    </a:cubicBezTo>
                    <a:cubicBezTo>
                      <a:pt x="707" y="642"/>
                      <a:pt x="707" y="647"/>
                      <a:pt x="706" y="652"/>
                    </a:cubicBezTo>
                    <a:cubicBezTo>
                      <a:pt x="703" y="658"/>
                      <a:pt x="696" y="661"/>
                      <a:pt x="690" y="659"/>
                    </a:cubicBezTo>
                    <a:cubicBezTo>
                      <a:pt x="689" y="658"/>
                      <a:pt x="688" y="658"/>
                      <a:pt x="686" y="657"/>
                    </a:cubicBezTo>
                    <a:cubicBezTo>
                      <a:pt x="685" y="656"/>
                      <a:pt x="683" y="655"/>
                      <a:pt x="682" y="653"/>
                    </a:cubicBezTo>
                    <a:cubicBezTo>
                      <a:pt x="679" y="650"/>
                      <a:pt x="679" y="647"/>
                      <a:pt x="678" y="643"/>
                    </a:cubicBezTo>
                    <a:cubicBezTo>
                      <a:pt x="678" y="639"/>
                      <a:pt x="678" y="633"/>
                      <a:pt x="679" y="629"/>
                    </a:cubicBezTo>
                    <a:cubicBezTo>
                      <a:pt x="679" y="625"/>
                      <a:pt x="680" y="622"/>
                      <a:pt x="681" y="618"/>
                    </a:cubicBezTo>
                    <a:cubicBezTo>
                      <a:pt x="671" y="625"/>
                      <a:pt x="662" y="632"/>
                      <a:pt x="653" y="638"/>
                    </a:cubicBezTo>
                    <a:cubicBezTo>
                      <a:pt x="653" y="637"/>
                      <a:pt x="654" y="637"/>
                      <a:pt x="654" y="637"/>
                    </a:cubicBezTo>
                    <a:cubicBezTo>
                      <a:pt x="653" y="638"/>
                      <a:pt x="651" y="639"/>
                      <a:pt x="649" y="640"/>
                    </a:cubicBezTo>
                    <a:cubicBezTo>
                      <a:pt x="644" y="643"/>
                      <a:pt x="640" y="646"/>
                      <a:pt x="636" y="648"/>
                    </a:cubicBezTo>
                    <a:cubicBezTo>
                      <a:pt x="632" y="650"/>
                      <a:pt x="626" y="651"/>
                      <a:pt x="621" y="650"/>
                    </a:cubicBezTo>
                    <a:cubicBezTo>
                      <a:pt x="617" y="649"/>
                      <a:pt x="613" y="646"/>
                      <a:pt x="611" y="643"/>
                    </a:cubicBezTo>
                    <a:cubicBezTo>
                      <a:pt x="608" y="636"/>
                      <a:pt x="609" y="630"/>
                      <a:pt x="611" y="623"/>
                    </a:cubicBezTo>
                    <a:cubicBezTo>
                      <a:pt x="611" y="619"/>
                      <a:pt x="612" y="616"/>
                      <a:pt x="614" y="612"/>
                    </a:cubicBezTo>
                    <a:cubicBezTo>
                      <a:pt x="615" y="604"/>
                      <a:pt x="618" y="596"/>
                      <a:pt x="620" y="587"/>
                    </a:cubicBezTo>
                    <a:cubicBezTo>
                      <a:pt x="621" y="585"/>
                      <a:pt x="621" y="583"/>
                      <a:pt x="621" y="582"/>
                    </a:cubicBezTo>
                    <a:cubicBezTo>
                      <a:pt x="617" y="585"/>
                      <a:pt x="612" y="589"/>
                      <a:pt x="608" y="593"/>
                    </a:cubicBezTo>
                    <a:cubicBezTo>
                      <a:pt x="608" y="592"/>
                      <a:pt x="609" y="592"/>
                      <a:pt x="609" y="592"/>
                    </a:cubicBezTo>
                    <a:cubicBezTo>
                      <a:pt x="591" y="608"/>
                      <a:pt x="575" y="626"/>
                      <a:pt x="558" y="643"/>
                    </a:cubicBezTo>
                    <a:cubicBezTo>
                      <a:pt x="556" y="646"/>
                      <a:pt x="553" y="648"/>
                      <a:pt x="550" y="650"/>
                    </a:cubicBezTo>
                    <a:cubicBezTo>
                      <a:pt x="548" y="653"/>
                      <a:pt x="545" y="654"/>
                      <a:pt x="542" y="656"/>
                    </a:cubicBezTo>
                    <a:cubicBezTo>
                      <a:pt x="535" y="657"/>
                      <a:pt x="528" y="654"/>
                      <a:pt x="525" y="648"/>
                    </a:cubicBezTo>
                    <a:cubicBezTo>
                      <a:pt x="522" y="640"/>
                      <a:pt x="526" y="632"/>
                      <a:pt x="529" y="624"/>
                    </a:cubicBezTo>
                    <a:cubicBezTo>
                      <a:pt x="533" y="613"/>
                      <a:pt x="538" y="602"/>
                      <a:pt x="543" y="590"/>
                    </a:cubicBezTo>
                    <a:cubicBezTo>
                      <a:pt x="548" y="578"/>
                      <a:pt x="553" y="566"/>
                      <a:pt x="558" y="554"/>
                    </a:cubicBezTo>
                    <a:cubicBezTo>
                      <a:pt x="563" y="542"/>
                      <a:pt x="568" y="530"/>
                      <a:pt x="572" y="518"/>
                    </a:cubicBezTo>
                    <a:cubicBezTo>
                      <a:pt x="574" y="512"/>
                      <a:pt x="576" y="505"/>
                      <a:pt x="577" y="498"/>
                    </a:cubicBezTo>
                    <a:cubicBezTo>
                      <a:pt x="575" y="501"/>
                      <a:pt x="572" y="502"/>
                      <a:pt x="570" y="505"/>
                    </a:cubicBezTo>
                    <a:lnTo>
                      <a:pt x="570" y="504"/>
                    </a:lnTo>
                    <a:cubicBezTo>
                      <a:pt x="534" y="537"/>
                      <a:pt x="501" y="573"/>
                      <a:pt x="466" y="608"/>
                    </a:cubicBezTo>
                    <a:cubicBezTo>
                      <a:pt x="457" y="617"/>
                      <a:pt x="449" y="625"/>
                      <a:pt x="439" y="634"/>
                    </a:cubicBezTo>
                    <a:cubicBezTo>
                      <a:pt x="436" y="637"/>
                      <a:pt x="432" y="640"/>
                      <a:pt x="428" y="644"/>
                    </a:cubicBezTo>
                    <a:cubicBezTo>
                      <a:pt x="422" y="648"/>
                      <a:pt x="415" y="651"/>
                      <a:pt x="409" y="649"/>
                    </a:cubicBezTo>
                    <a:cubicBezTo>
                      <a:pt x="403" y="646"/>
                      <a:pt x="400" y="640"/>
                      <a:pt x="400" y="635"/>
                    </a:cubicBezTo>
                    <a:cubicBezTo>
                      <a:pt x="400" y="630"/>
                      <a:pt x="403" y="625"/>
                      <a:pt x="404" y="621"/>
                    </a:cubicBezTo>
                    <a:cubicBezTo>
                      <a:pt x="409" y="610"/>
                      <a:pt x="414" y="599"/>
                      <a:pt x="418" y="589"/>
                    </a:cubicBezTo>
                    <a:cubicBezTo>
                      <a:pt x="424" y="577"/>
                      <a:pt x="428" y="566"/>
                      <a:pt x="434" y="556"/>
                    </a:cubicBezTo>
                    <a:cubicBezTo>
                      <a:pt x="440" y="543"/>
                      <a:pt x="446" y="530"/>
                      <a:pt x="452" y="516"/>
                    </a:cubicBezTo>
                    <a:lnTo>
                      <a:pt x="452" y="517"/>
                    </a:lnTo>
                    <a:cubicBezTo>
                      <a:pt x="452" y="516"/>
                      <a:pt x="453" y="516"/>
                      <a:pt x="453" y="516"/>
                    </a:cubicBezTo>
                    <a:cubicBezTo>
                      <a:pt x="454" y="511"/>
                      <a:pt x="457" y="506"/>
                      <a:pt x="459" y="502"/>
                    </a:cubicBezTo>
                    <a:lnTo>
                      <a:pt x="459" y="503"/>
                    </a:lnTo>
                    <a:cubicBezTo>
                      <a:pt x="463" y="494"/>
                      <a:pt x="467" y="485"/>
                      <a:pt x="471" y="475"/>
                    </a:cubicBezTo>
                    <a:cubicBezTo>
                      <a:pt x="473" y="470"/>
                      <a:pt x="475" y="465"/>
                      <a:pt x="477" y="459"/>
                    </a:cubicBezTo>
                    <a:cubicBezTo>
                      <a:pt x="478" y="457"/>
                      <a:pt x="479" y="454"/>
                      <a:pt x="480" y="451"/>
                    </a:cubicBezTo>
                    <a:cubicBezTo>
                      <a:pt x="461" y="469"/>
                      <a:pt x="444" y="488"/>
                      <a:pt x="427" y="507"/>
                    </a:cubicBezTo>
                    <a:cubicBezTo>
                      <a:pt x="427" y="506"/>
                      <a:pt x="428" y="506"/>
                      <a:pt x="428" y="506"/>
                    </a:cubicBezTo>
                    <a:cubicBezTo>
                      <a:pt x="420" y="515"/>
                      <a:pt x="413" y="524"/>
                      <a:pt x="405" y="533"/>
                    </a:cubicBezTo>
                    <a:cubicBezTo>
                      <a:pt x="397" y="543"/>
                      <a:pt x="389" y="554"/>
                      <a:pt x="380" y="564"/>
                    </a:cubicBezTo>
                    <a:cubicBezTo>
                      <a:pt x="367" y="583"/>
                      <a:pt x="353" y="602"/>
                      <a:pt x="338" y="621"/>
                    </a:cubicBezTo>
                    <a:cubicBezTo>
                      <a:pt x="334" y="625"/>
                      <a:pt x="330" y="630"/>
                      <a:pt x="326" y="636"/>
                    </a:cubicBezTo>
                    <a:cubicBezTo>
                      <a:pt x="322" y="640"/>
                      <a:pt x="318" y="646"/>
                      <a:pt x="313" y="650"/>
                    </a:cubicBezTo>
                    <a:cubicBezTo>
                      <a:pt x="307" y="657"/>
                      <a:pt x="301" y="665"/>
                      <a:pt x="294" y="671"/>
                    </a:cubicBezTo>
                    <a:cubicBezTo>
                      <a:pt x="289" y="674"/>
                      <a:pt x="283" y="678"/>
                      <a:pt x="277" y="678"/>
                    </a:cubicBezTo>
                    <a:cubicBezTo>
                      <a:pt x="277" y="678"/>
                      <a:pt x="276" y="678"/>
                      <a:pt x="276" y="6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" name="Google Shape;169;p2"/>
              <p:cNvSpPr/>
              <p:nvPr/>
            </p:nvSpPr>
            <p:spPr>
              <a:xfrm>
                <a:off x="1349280" y="874080"/>
                <a:ext cx="512280" cy="509400"/>
              </a:xfrm>
              <a:custGeom>
                <a:avLst/>
                <a:gdLst/>
                <a:ahLst/>
                <a:cxnLst/>
                <a:rect l="l" t="t" r="r" b="b"/>
                <a:pathLst>
                  <a:path w="1423" h="1415" extrusionOk="0">
                    <a:moveTo>
                      <a:pt x="1387" y="1412"/>
                    </a:moveTo>
                    <a:cubicBezTo>
                      <a:pt x="1369" y="1401"/>
                      <a:pt x="1353" y="1388"/>
                      <a:pt x="1337" y="1374"/>
                    </a:cubicBezTo>
                    <a:cubicBezTo>
                      <a:pt x="1320" y="1360"/>
                      <a:pt x="1303" y="1346"/>
                      <a:pt x="1287" y="1331"/>
                    </a:cubicBezTo>
                    <a:cubicBezTo>
                      <a:pt x="1271" y="1316"/>
                      <a:pt x="1256" y="1302"/>
                      <a:pt x="1241" y="1287"/>
                    </a:cubicBezTo>
                    <a:cubicBezTo>
                      <a:pt x="1224" y="1271"/>
                      <a:pt x="1209" y="1255"/>
                      <a:pt x="1194" y="1238"/>
                    </a:cubicBezTo>
                    <a:cubicBezTo>
                      <a:pt x="1185" y="1229"/>
                      <a:pt x="1176" y="1220"/>
                      <a:pt x="1168" y="1210"/>
                    </a:cubicBezTo>
                    <a:cubicBezTo>
                      <a:pt x="1138" y="1179"/>
                      <a:pt x="1105" y="1153"/>
                      <a:pt x="1073" y="1125"/>
                    </a:cubicBezTo>
                    <a:cubicBezTo>
                      <a:pt x="1056" y="1111"/>
                      <a:pt x="1040" y="1097"/>
                      <a:pt x="1024" y="1083"/>
                    </a:cubicBezTo>
                    <a:cubicBezTo>
                      <a:pt x="1009" y="1067"/>
                      <a:pt x="993" y="1052"/>
                      <a:pt x="977" y="1036"/>
                    </a:cubicBezTo>
                    <a:cubicBezTo>
                      <a:pt x="947" y="1006"/>
                      <a:pt x="916" y="976"/>
                      <a:pt x="885" y="947"/>
                    </a:cubicBezTo>
                    <a:cubicBezTo>
                      <a:pt x="856" y="919"/>
                      <a:pt x="826" y="893"/>
                      <a:pt x="798" y="864"/>
                    </a:cubicBezTo>
                    <a:lnTo>
                      <a:pt x="797" y="864"/>
                    </a:lnTo>
                    <a:lnTo>
                      <a:pt x="798" y="864"/>
                    </a:lnTo>
                    <a:cubicBezTo>
                      <a:pt x="781" y="847"/>
                      <a:pt x="765" y="829"/>
                      <a:pt x="749" y="812"/>
                    </a:cubicBezTo>
                    <a:lnTo>
                      <a:pt x="750" y="813"/>
                    </a:lnTo>
                    <a:cubicBezTo>
                      <a:pt x="720" y="782"/>
                      <a:pt x="689" y="752"/>
                      <a:pt x="660" y="721"/>
                    </a:cubicBezTo>
                    <a:cubicBezTo>
                      <a:pt x="646" y="705"/>
                      <a:pt x="632" y="689"/>
                      <a:pt x="619" y="673"/>
                    </a:cubicBezTo>
                    <a:cubicBezTo>
                      <a:pt x="607" y="658"/>
                      <a:pt x="595" y="642"/>
                      <a:pt x="582" y="627"/>
                    </a:cubicBezTo>
                    <a:cubicBezTo>
                      <a:pt x="573" y="616"/>
                      <a:pt x="563" y="606"/>
                      <a:pt x="554" y="596"/>
                    </a:cubicBezTo>
                    <a:lnTo>
                      <a:pt x="555" y="597"/>
                    </a:lnTo>
                    <a:cubicBezTo>
                      <a:pt x="554" y="596"/>
                      <a:pt x="554" y="596"/>
                      <a:pt x="554" y="596"/>
                    </a:cubicBezTo>
                    <a:cubicBezTo>
                      <a:pt x="554" y="596"/>
                      <a:pt x="553" y="595"/>
                      <a:pt x="552" y="594"/>
                    </a:cubicBezTo>
                    <a:cubicBezTo>
                      <a:pt x="553" y="595"/>
                      <a:pt x="553" y="595"/>
                      <a:pt x="554" y="596"/>
                    </a:cubicBezTo>
                    <a:cubicBezTo>
                      <a:pt x="524" y="565"/>
                      <a:pt x="492" y="536"/>
                      <a:pt x="462" y="506"/>
                    </a:cubicBezTo>
                    <a:cubicBezTo>
                      <a:pt x="446" y="491"/>
                      <a:pt x="430" y="474"/>
                      <a:pt x="415" y="457"/>
                    </a:cubicBezTo>
                    <a:cubicBezTo>
                      <a:pt x="401" y="441"/>
                      <a:pt x="389" y="424"/>
                      <a:pt x="375" y="408"/>
                    </a:cubicBezTo>
                    <a:cubicBezTo>
                      <a:pt x="365" y="396"/>
                      <a:pt x="354" y="385"/>
                      <a:pt x="344" y="374"/>
                    </a:cubicBezTo>
                    <a:cubicBezTo>
                      <a:pt x="293" y="321"/>
                      <a:pt x="238" y="272"/>
                      <a:pt x="187" y="219"/>
                    </a:cubicBezTo>
                    <a:cubicBezTo>
                      <a:pt x="157" y="187"/>
                      <a:pt x="122" y="160"/>
                      <a:pt x="91" y="130"/>
                    </a:cubicBezTo>
                    <a:cubicBezTo>
                      <a:pt x="76" y="115"/>
                      <a:pt x="62" y="100"/>
                      <a:pt x="48" y="84"/>
                    </a:cubicBezTo>
                    <a:cubicBezTo>
                      <a:pt x="35" y="69"/>
                      <a:pt x="22" y="54"/>
                      <a:pt x="9" y="39"/>
                    </a:cubicBezTo>
                    <a:cubicBezTo>
                      <a:pt x="0" y="30"/>
                      <a:pt x="0" y="16"/>
                      <a:pt x="9" y="8"/>
                    </a:cubicBezTo>
                    <a:cubicBezTo>
                      <a:pt x="19" y="0"/>
                      <a:pt x="34" y="2"/>
                      <a:pt x="40" y="13"/>
                    </a:cubicBezTo>
                    <a:cubicBezTo>
                      <a:pt x="41" y="13"/>
                      <a:pt x="41" y="13"/>
                      <a:pt x="41" y="13"/>
                    </a:cubicBezTo>
                    <a:cubicBezTo>
                      <a:pt x="41" y="14"/>
                      <a:pt x="41" y="14"/>
                      <a:pt x="41" y="15"/>
                    </a:cubicBezTo>
                    <a:cubicBezTo>
                      <a:pt x="42" y="15"/>
                      <a:pt x="42" y="15"/>
                      <a:pt x="42" y="15"/>
                    </a:cubicBezTo>
                    <a:lnTo>
                      <a:pt x="41" y="15"/>
                    </a:lnTo>
                    <a:cubicBezTo>
                      <a:pt x="42" y="15"/>
                      <a:pt x="43" y="16"/>
                      <a:pt x="43" y="17"/>
                    </a:cubicBezTo>
                    <a:cubicBezTo>
                      <a:pt x="52" y="28"/>
                      <a:pt x="62" y="39"/>
                      <a:pt x="71" y="50"/>
                    </a:cubicBezTo>
                    <a:cubicBezTo>
                      <a:pt x="81" y="60"/>
                      <a:pt x="90" y="71"/>
                      <a:pt x="100" y="81"/>
                    </a:cubicBezTo>
                    <a:cubicBezTo>
                      <a:pt x="130" y="112"/>
                      <a:pt x="163" y="140"/>
                      <a:pt x="195" y="169"/>
                    </a:cubicBezTo>
                    <a:cubicBezTo>
                      <a:pt x="211" y="183"/>
                      <a:pt x="225" y="199"/>
                      <a:pt x="240" y="214"/>
                    </a:cubicBezTo>
                    <a:cubicBezTo>
                      <a:pt x="255" y="230"/>
                      <a:pt x="271" y="245"/>
                      <a:pt x="287" y="261"/>
                    </a:cubicBezTo>
                    <a:cubicBezTo>
                      <a:pt x="319" y="292"/>
                      <a:pt x="352" y="322"/>
                      <a:pt x="382" y="355"/>
                    </a:cubicBezTo>
                    <a:cubicBezTo>
                      <a:pt x="397" y="371"/>
                      <a:pt x="411" y="387"/>
                      <a:pt x="425" y="404"/>
                    </a:cubicBezTo>
                    <a:cubicBezTo>
                      <a:pt x="438" y="421"/>
                      <a:pt x="452" y="437"/>
                      <a:pt x="466" y="452"/>
                    </a:cubicBezTo>
                    <a:cubicBezTo>
                      <a:pt x="505" y="491"/>
                      <a:pt x="545" y="527"/>
                      <a:pt x="583" y="566"/>
                    </a:cubicBezTo>
                    <a:cubicBezTo>
                      <a:pt x="585" y="568"/>
                      <a:pt x="586" y="569"/>
                      <a:pt x="588" y="571"/>
                    </a:cubicBezTo>
                    <a:lnTo>
                      <a:pt x="587" y="571"/>
                    </a:lnTo>
                    <a:cubicBezTo>
                      <a:pt x="588" y="571"/>
                      <a:pt x="588" y="571"/>
                      <a:pt x="589" y="571"/>
                    </a:cubicBezTo>
                    <a:cubicBezTo>
                      <a:pt x="589" y="572"/>
                      <a:pt x="589" y="572"/>
                      <a:pt x="590" y="572"/>
                    </a:cubicBezTo>
                    <a:cubicBezTo>
                      <a:pt x="589" y="572"/>
                      <a:pt x="589" y="572"/>
                      <a:pt x="589" y="572"/>
                    </a:cubicBezTo>
                    <a:cubicBezTo>
                      <a:pt x="599" y="582"/>
                      <a:pt x="608" y="593"/>
                      <a:pt x="618" y="603"/>
                    </a:cubicBezTo>
                    <a:cubicBezTo>
                      <a:pt x="627" y="615"/>
                      <a:pt x="636" y="626"/>
                      <a:pt x="644" y="638"/>
                    </a:cubicBezTo>
                    <a:cubicBezTo>
                      <a:pt x="664" y="662"/>
                      <a:pt x="684" y="685"/>
                      <a:pt x="704" y="707"/>
                    </a:cubicBezTo>
                    <a:cubicBezTo>
                      <a:pt x="721" y="724"/>
                      <a:pt x="738" y="741"/>
                      <a:pt x="755" y="758"/>
                    </a:cubicBezTo>
                    <a:cubicBezTo>
                      <a:pt x="772" y="774"/>
                      <a:pt x="788" y="792"/>
                      <a:pt x="805" y="809"/>
                    </a:cubicBezTo>
                    <a:cubicBezTo>
                      <a:pt x="804" y="809"/>
                      <a:pt x="804" y="808"/>
                      <a:pt x="802" y="807"/>
                    </a:cubicBezTo>
                    <a:cubicBezTo>
                      <a:pt x="805" y="809"/>
                      <a:pt x="807" y="812"/>
                      <a:pt x="809" y="813"/>
                    </a:cubicBezTo>
                    <a:cubicBezTo>
                      <a:pt x="808" y="813"/>
                      <a:pt x="808" y="812"/>
                      <a:pt x="807" y="812"/>
                    </a:cubicBezTo>
                    <a:cubicBezTo>
                      <a:pt x="809" y="813"/>
                      <a:pt x="811" y="816"/>
                      <a:pt x="812" y="818"/>
                    </a:cubicBezTo>
                    <a:cubicBezTo>
                      <a:pt x="812" y="817"/>
                      <a:pt x="811" y="816"/>
                      <a:pt x="811" y="816"/>
                    </a:cubicBezTo>
                    <a:cubicBezTo>
                      <a:pt x="812" y="817"/>
                      <a:pt x="813" y="818"/>
                      <a:pt x="814" y="819"/>
                    </a:cubicBezTo>
                    <a:lnTo>
                      <a:pt x="813" y="819"/>
                    </a:lnTo>
                    <a:cubicBezTo>
                      <a:pt x="821" y="827"/>
                      <a:pt x="829" y="834"/>
                      <a:pt x="837" y="843"/>
                    </a:cubicBezTo>
                    <a:cubicBezTo>
                      <a:pt x="836" y="843"/>
                      <a:pt x="836" y="842"/>
                      <a:pt x="836" y="842"/>
                    </a:cubicBezTo>
                    <a:cubicBezTo>
                      <a:pt x="836" y="843"/>
                      <a:pt x="837" y="843"/>
                      <a:pt x="837" y="843"/>
                    </a:cubicBezTo>
                    <a:cubicBezTo>
                      <a:pt x="837" y="843"/>
                      <a:pt x="837" y="844"/>
                      <a:pt x="838" y="844"/>
                    </a:cubicBezTo>
                    <a:cubicBezTo>
                      <a:pt x="837" y="844"/>
                      <a:pt x="837" y="844"/>
                      <a:pt x="837" y="843"/>
                    </a:cubicBezTo>
                    <a:cubicBezTo>
                      <a:pt x="851" y="857"/>
                      <a:pt x="865" y="871"/>
                      <a:pt x="879" y="883"/>
                    </a:cubicBezTo>
                    <a:cubicBezTo>
                      <a:pt x="894" y="898"/>
                      <a:pt x="910" y="912"/>
                      <a:pt x="925" y="926"/>
                    </a:cubicBezTo>
                    <a:cubicBezTo>
                      <a:pt x="957" y="955"/>
                      <a:pt x="987" y="986"/>
                      <a:pt x="1017" y="1017"/>
                    </a:cubicBezTo>
                    <a:cubicBezTo>
                      <a:pt x="1032" y="1032"/>
                      <a:pt x="1048" y="1047"/>
                      <a:pt x="1065" y="1062"/>
                    </a:cubicBezTo>
                    <a:cubicBezTo>
                      <a:pt x="1080" y="1076"/>
                      <a:pt x="1097" y="1090"/>
                      <a:pt x="1113" y="1104"/>
                    </a:cubicBezTo>
                    <a:cubicBezTo>
                      <a:pt x="1129" y="1117"/>
                      <a:pt x="1145" y="1130"/>
                      <a:pt x="1160" y="1144"/>
                    </a:cubicBezTo>
                    <a:cubicBezTo>
                      <a:pt x="1169" y="1151"/>
                      <a:pt x="1177" y="1159"/>
                      <a:pt x="1185" y="1167"/>
                    </a:cubicBezTo>
                    <a:cubicBezTo>
                      <a:pt x="1193" y="1175"/>
                      <a:pt x="1201" y="1183"/>
                      <a:pt x="1209" y="1192"/>
                    </a:cubicBezTo>
                    <a:cubicBezTo>
                      <a:pt x="1225" y="1208"/>
                      <a:pt x="1241" y="1226"/>
                      <a:pt x="1256" y="1243"/>
                    </a:cubicBezTo>
                    <a:lnTo>
                      <a:pt x="1256" y="1242"/>
                    </a:lnTo>
                    <a:cubicBezTo>
                      <a:pt x="1273" y="1259"/>
                      <a:pt x="1290" y="1275"/>
                      <a:pt x="1308" y="1292"/>
                    </a:cubicBezTo>
                    <a:cubicBezTo>
                      <a:pt x="1326" y="1308"/>
                      <a:pt x="1343" y="1324"/>
                      <a:pt x="1362" y="1339"/>
                    </a:cubicBezTo>
                    <a:cubicBezTo>
                      <a:pt x="1361" y="1338"/>
                      <a:pt x="1361" y="1338"/>
                      <a:pt x="1359" y="1337"/>
                    </a:cubicBezTo>
                    <a:cubicBezTo>
                      <a:pt x="1376" y="1350"/>
                      <a:pt x="1393" y="1362"/>
                      <a:pt x="1410" y="1375"/>
                    </a:cubicBezTo>
                    <a:cubicBezTo>
                      <a:pt x="1418" y="1382"/>
                      <a:pt x="1422" y="1393"/>
                      <a:pt x="1416" y="1403"/>
                    </a:cubicBezTo>
                    <a:cubicBezTo>
                      <a:pt x="1413" y="1410"/>
                      <a:pt x="1405" y="1414"/>
                      <a:pt x="1397" y="1414"/>
                    </a:cubicBezTo>
                    <a:cubicBezTo>
                      <a:pt x="1394" y="1414"/>
                      <a:pt x="1390" y="1414"/>
                      <a:pt x="1387" y="14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70" name="Google Shape;170;p2"/>
            <p:cNvGrpSpPr/>
            <p:nvPr/>
          </p:nvGrpSpPr>
          <p:grpSpPr>
            <a:xfrm>
              <a:off x="8589149" y="2876161"/>
              <a:ext cx="1352996" cy="945625"/>
              <a:chOff x="2379960" y="470880"/>
              <a:chExt cx="628920" cy="439560"/>
            </a:xfrm>
          </p:grpSpPr>
          <p:sp>
            <p:nvSpPr>
              <p:cNvPr id="171" name="Google Shape;171;p2"/>
              <p:cNvSpPr/>
              <p:nvPr/>
            </p:nvSpPr>
            <p:spPr>
              <a:xfrm>
                <a:off x="2415600" y="493920"/>
                <a:ext cx="28800" cy="68400"/>
              </a:xfrm>
              <a:custGeom>
                <a:avLst/>
                <a:gdLst/>
                <a:ahLst/>
                <a:cxnLst/>
                <a:rect l="l" t="t" r="r" b="b"/>
                <a:pathLst>
                  <a:path w="80" h="190" extrusionOk="0">
                    <a:moveTo>
                      <a:pt x="58" y="181"/>
                    </a:moveTo>
                    <a:cubicBezTo>
                      <a:pt x="55" y="171"/>
                      <a:pt x="52" y="161"/>
                      <a:pt x="49" y="150"/>
                    </a:cubicBezTo>
                    <a:cubicBezTo>
                      <a:pt x="47" y="142"/>
                      <a:pt x="44" y="133"/>
                      <a:pt x="41" y="125"/>
                    </a:cubicBezTo>
                    <a:cubicBezTo>
                      <a:pt x="38" y="117"/>
                      <a:pt x="35" y="109"/>
                      <a:pt x="32" y="101"/>
                    </a:cubicBezTo>
                    <a:cubicBezTo>
                      <a:pt x="28" y="92"/>
                      <a:pt x="24" y="83"/>
                      <a:pt x="21" y="74"/>
                    </a:cubicBezTo>
                    <a:cubicBezTo>
                      <a:pt x="17" y="65"/>
                      <a:pt x="13" y="56"/>
                      <a:pt x="10" y="46"/>
                    </a:cubicBezTo>
                    <a:cubicBezTo>
                      <a:pt x="8" y="42"/>
                      <a:pt x="7" y="37"/>
                      <a:pt x="5" y="32"/>
                    </a:cubicBezTo>
                    <a:cubicBezTo>
                      <a:pt x="4" y="27"/>
                      <a:pt x="3" y="23"/>
                      <a:pt x="1" y="17"/>
                    </a:cubicBezTo>
                    <a:cubicBezTo>
                      <a:pt x="0" y="13"/>
                      <a:pt x="2" y="7"/>
                      <a:pt x="5" y="4"/>
                    </a:cubicBezTo>
                    <a:cubicBezTo>
                      <a:pt x="9" y="0"/>
                      <a:pt x="14" y="0"/>
                      <a:pt x="19" y="2"/>
                    </a:cubicBezTo>
                    <a:cubicBezTo>
                      <a:pt x="21" y="3"/>
                      <a:pt x="23" y="5"/>
                      <a:pt x="24" y="6"/>
                    </a:cubicBezTo>
                    <a:cubicBezTo>
                      <a:pt x="26" y="9"/>
                      <a:pt x="28" y="11"/>
                      <a:pt x="29" y="14"/>
                    </a:cubicBezTo>
                    <a:cubicBezTo>
                      <a:pt x="31" y="16"/>
                      <a:pt x="32" y="19"/>
                      <a:pt x="33" y="21"/>
                    </a:cubicBezTo>
                    <a:cubicBezTo>
                      <a:pt x="35" y="25"/>
                      <a:pt x="38" y="30"/>
                      <a:pt x="40" y="35"/>
                    </a:cubicBezTo>
                    <a:cubicBezTo>
                      <a:pt x="45" y="44"/>
                      <a:pt x="50" y="52"/>
                      <a:pt x="55" y="61"/>
                    </a:cubicBezTo>
                    <a:cubicBezTo>
                      <a:pt x="56" y="64"/>
                      <a:pt x="57" y="66"/>
                      <a:pt x="56" y="69"/>
                    </a:cubicBezTo>
                    <a:cubicBezTo>
                      <a:pt x="56" y="72"/>
                      <a:pt x="54" y="74"/>
                      <a:pt x="51" y="76"/>
                    </a:cubicBezTo>
                    <a:cubicBezTo>
                      <a:pt x="49" y="77"/>
                      <a:pt x="46" y="78"/>
                      <a:pt x="43" y="77"/>
                    </a:cubicBezTo>
                    <a:cubicBezTo>
                      <a:pt x="48" y="89"/>
                      <a:pt x="53" y="100"/>
                      <a:pt x="57" y="112"/>
                    </a:cubicBezTo>
                    <a:cubicBezTo>
                      <a:pt x="65" y="133"/>
                      <a:pt x="71" y="154"/>
                      <a:pt x="78" y="175"/>
                    </a:cubicBezTo>
                    <a:cubicBezTo>
                      <a:pt x="79" y="180"/>
                      <a:pt x="77" y="186"/>
                      <a:pt x="71" y="188"/>
                    </a:cubicBezTo>
                    <a:cubicBezTo>
                      <a:pt x="70" y="188"/>
                      <a:pt x="69" y="189"/>
                      <a:pt x="68" y="189"/>
                    </a:cubicBezTo>
                    <a:cubicBezTo>
                      <a:pt x="64" y="189"/>
                      <a:pt x="59" y="185"/>
                      <a:pt x="58" y="1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" name="Google Shape;172;p2"/>
              <p:cNvSpPr/>
              <p:nvPr/>
            </p:nvSpPr>
            <p:spPr>
              <a:xfrm>
                <a:off x="2414520" y="490680"/>
                <a:ext cx="60840" cy="6804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89" extrusionOk="0">
                    <a:moveTo>
                      <a:pt x="4" y="185"/>
                    </a:moveTo>
                    <a:cubicBezTo>
                      <a:pt x="0" y="181"/>
                      <a:pt x="0" y="174"/>
                      <a:pt x="4" y="170"/>
                    </a:cubicBezTo>
                    <a:cubicBezTo>
                      <a:pt x="11" y="163"/>
                      <a:pt x="18" y="154"/>
                      <a:pt x="25" y="147"/>
                    </a:cubicBezTo>
                    <a:cubicBezTo>
                      <a:pt x="39" y="129"/>
                      <a:pt x="54" y="111"/>
                      <a:pt x="68" y="92"/>
                    </a:cubicBezTo>
                    <a:cubicBezTo>
                      <a:pt x="74" y="83"/>
                      <a:pt x="81" y="74"/>
                      <a:pt x="88" y="65"/>
                    </a:cubicBezTo>
                    <a:cubicBezTo>
                      <a:pt x="92" y="61"/>
                      <a:pt x="95" y="56"/>
                      <a:pt x="98" y="52"/>
                    </a:cubicBezTo>
                    <a:cubicBezTo>
                      <a:pt x="102" y="47"/>
                      <a:pt x="106" y="43"/>
                      <a:pt x="110" y="38"/>
                    </a:cubicBezTo>
                    <a:cubicBezTo>
                      <a:pt x="114" y="33"/>
                      <a:pt x="119" y="28"/>
                      <a:pt x="123" y="23"/>
                    </a:cubicBezTo>
                    <a:cubicBezTo>
                      <a:pt x="131" y="15"/>
                      <a:pt x="140" y="7"/>
                      <a:pt x="151" y="2"/>
                    </a:cubicBezTo>
                    <a:cubicBezTo>
                      <a:pt x="156" y="0"/>
                      <a:pt x="163" y="2"/>
                      <a:pt x="165" y="8"/>
                    </a:cubicBezTo>
                    <a:cubicBezTo>
                      <a:pt x="168" y="13"/>
                      <a:pt x="165" y="20"/>
                      <a:pt x="159" y="22"/>
                    </a:cubicBezTo>
                    <a:cubicBezTo>
                      <a:pt x="158" y="22"/>
                      <a:pt x="157" y="23"/>
                      <a:pt x="156" y="23"/>
                    </a:cubicBezTo>
                    <a:cubicBezTo>
                      <a:pt x="155" y="24"/>
                      <a:pt x="154" y="25"/>
                      <a:pt x="152" y="26"/>
                    </a:cubicBezTo>
                    <a:cubicBezTo>
                      <a:pt x="149" y="28"/>
                      <a:pt x="147" y="30"/>
                      <a:pt x="145" y="32"/>
                    </a:cubicBezTo>
                    <a:cubicBezTo>
                      <a:pt x="137" y="39"/>
                      <a:pt x="131" y="46"/>
                      <a:pt x="124" y="53"/>
                    </a:cubicBezTo>
                    <a:cubicBezTo>
                      <a:pt x="117" y="62"/>
                      <a:pt x="109" y="72"/>
                      <a:pt x="102" y="81"/>
                    </a:cubicBezTo>
                    <a:cubicBezTo>
                      <a:pt x="96" y="89"/>
                      <a:pt x="89" y="97"/>
                      <a:pt x="83" y="106"/>
                    </a:cubicBezTo>
                    <a:cubicBezTo>
                      <a:pt x="68" y="125"/>
                      <a:pt x="54" y="143"/>
                      <a:pt x="39" y="161"/>
                    </a:cubicBezTo>
                    <a:cubicBezTo>
                      <a:pt x="34" y="168"/>
                      <a:pt x="29" y="174"/>
                      <a:pt x="24" y="180"/>
                    </a:cubicBezTo>
                    <a:cubicBezTo>
                      <a:pt x="22" y="181"/>
                      <a:pt x="21" y="183"/>
                      <a:pt x="20" y="185"/>
                    </a:cubicBezTo>
                    <a:cubicBezTo>
                      <a:pt x="18" y="187"/>
                      <a:pt x="15" y="188"/>
                      <a:pt x="12" y="188"/>
                    </a:cubicBezTo>
                    <a:cubicBezTo>
                      <a:pt x="9" y="188"/>
                      <a:pt x="6" y="187"/>
                      <a:pt x="4" y="18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" name="Google Shape;173;p2"/>
              <p:cNvSpPr/>
              <p:nvPr/>
            </p:nvSpPr>
            <p:spPr>
              <a:xfrm>
                <a:off x="2472120" y="523080"/>
                <a:ext cx="2772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77" h="31" extrusionOk="0">
                    <a:moveTo>
                      <a:pt x="7" y="27"/>
                    </a:moveTo>
                    <a:cubicBezTo>
                      <a:pt x="5" y="25"/>
                      <a:pt x="2" y="23"/>
                      <a:pt x="1" y="21"/>
                    </a:cubicBezTo>
                    <a:cubicBezTo>
                      <a:pt x="0" y="18"/>
                      <a:pt x="0" y="14"/>
                      <a:pt x="1" y="11"/>
                    </a:cubicBezTo>
                    <a:cubicBezTo>
                      <a:pt x="5" y="2"/>
                      <a:pt x="16" y="3"/>
                      <a:pt x="24" y="4"/>
                    </a:cubicBezTo>
                    <a:cubicBezTo>
                      <a:pt x="27" y="4"/>
                      <a:pt x="30" y="5"/>
                      <a:pt x="31" y="7"/>
                    </a:cubicBezTo>
                    <a:cubicBezTo>
                      <a:pt x="32" y="7"/>
                      <a:pt x="33" y="7"/>
                      <a:pt x="33" y="7"/>
                    </a:cubicBezTo>
                    <a:cubicBezTo>
                      <a:pt x="41" y="6"/>
                      <a:pt x="49" y="4"/>
                      <a:pt x="57" y="2"/>
                    </a:cubicBezTo>
                    <a:cubicBezTo>
                      <a:pt x="59" y="2"/>
                      <a:pt x="61" y="2"/>
                      <a:pt x="62" y="1"/>
                    </a:cubicBezTo>
                    <a:cubicBezTo>
                      <a:pt x="68" y="0"/>
                      <a:pt x="73" y="3"/>
                      <a:pt x="75" y="9"/>
                    </a:cubicBezTo>
                    <a:cubicBezTo>
                      <a:pt x="76" y="11"/>
                      <a:pt x="76" y="14"/>
                      <a:pt x="75" y="17"/>
                    </a:cubicBezTo>
                    <a:cubicBezTo>
                      <a:pt x="73" y="20"/>
                      <a:pt x="70" y="21"/>
                      <a:pt x="67" y="22"/>
                    </a:cubicBezTo>
                    <a:cubicBezTo>
                      <a:pt x="59" y="23"/>
                      <a:pt x="52" y="25"/>
                      <a:pt x="45" y="26"/>
                    </a:cubicBezTo>
                    <a:cubicBezTo>
                      <a:pt x="39" y="27"/>
                      <a:pt x="33" y="28"/>
                      <a:pt x="27" y="29"/>
                    </a:cubicBezTo>
                    <a:cubicBezTo>
                      <a:pt x="25" y="29"/>
                      <a:pt x="22" y="30"/>
                      <a:pt x="20" y="30"/>
                    </a:cubicBezTo>
                    <a:cubicBezTo>
                      <a:pt x="15" y="30"/>
                      <a:pt x="10" y="28"/>
                      <a:pt x="7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" name="Google Shape;174;p2"/>
              <p:cNvSpPr/>
              <p:nvPr/>
            </p:nvSpPr>
            <p:spPr>
              <a:xfrm>
                <a:off x="2459520" y="536760"/>
                <a:ext cx="36360" cy="22320"/>
              </a:xfrm>
              <a:custGeom>
                <a:avLst/>
                <a:gdLst/>
                <a:ahLst/>
                <a:cxnLst/>
                <a:rect l="l" t="t" r="r" b="b"/>
                <a:pathLst>
                  <a:path w="101" h="62" extrusionOk="0">
                    <a:moveTo>
                      <a:pt x="9" y="61"/>
                    </a:moveTo>
                    <a:cubicBezTo>
                      <a:pt x="3" y="59"/>
                      <a:pt x="0" y="53"/>
                      <a:pt x="2" y="47"/>
                    </a:cubicBezTo>
                    <a:cubicBezTo>
                      <a:pt x="3" y="42"/>
                      <a:pt x="8" y="39"/>
                      <a:pt x="13" y="39"/>
                    </a:cubicBezTo>
                    <a:lnTo>
                      <a:pt x="14" y="39"/>
                    </a:lnTo>
                    <a:cubicBezTo>
                      <a:pt x="13" y="39"/>
                      <a:pt x="13" y="39"/>
                      <a:pt x="13" y="39"/>
                    </a:cubicBezTo>
                    <a:cubicBezTo>
                      <a:pt x="17" y="37"/>
                      <a:pt x="21" y="35"/>
                      <a:pt x="24" y="33"/>
                    </a:cubicBezTo>
                    <a:cubicBezTo>
                      <a:pt x="44" y="23"/>
                      <a:pt x="64" y="12"/>
                      <a:pt x="83" y="2"/>
                    </a:cubicBezTo>
                    <a:cubicBezTo>
                      <a:pt x="88" y="0"/>
                      <a:pt x="94" y="0"/>
                      <a:pt x="97" y="5"/>
                    </a:cubicBezTo>
                    <a:cubicBezTo>
                      <a:pt x="100" y="10"/>
                      <a:pt x="98" y="17"/>
                      <a:pt x="94" y="19"/>
                    </a:cubicBezTo>
                    <a:cubicBezTo>
                      <a:pt x="82" y="26"/>
                      <a:pt x="69" y="33"/>
                      <a:pt x="57" y="40"/>
                    </a:cubicBezTo>
                    <a:cubicBezTo>
                      <a:pt x="52" y="43"/>
                      <a:pt x="46" y="46"/>
                      <a:pt x="41" y="49"/>
                    </a:cubicBezTo>
                    <a:cubicBezTo>
                      <a:pt x="37" y="52"/>
                      <a:pt x="32" y="54"/>
                      <a:pt x="28" y="56"/>
                    </a:cubicBezTo>
                    <a:cubicBezTo>
                      <a:pt x="23" y="58"/>
                      <a:pt x="18" y="61"/>
                      <a:pt x="13" y="61"/>
                    </a:cubicBezTo>
                    <a:cubicBezTo>
                      <a:pt x="12" y="61"/>
                      <a:pt x="10" y="61"/>
                      <a:pt x="9" y="6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" name="Google Shape;175;p2"/>
              <p:cNvSpPr/>
              <p:nvPr/>
            </p:nvSpPr>
            <p:spPr>
              <a:xfrm>
                <a:off x="2504520" y="489600"/>
                <a:ext cx="55440" cy="85680"/>
              </a:xfrm>
              <a:custGeom>
                <a:avLst/>
                <a:gdLst/>
                <a:ahLst/>
                <a:cxnLst/>
                <a:rect l="l" t="t" r="r" b="b"/>
                <a:pathLst>
                  <a:path w="154" h="238" extrusionOk="0">
                    <a:moveTo>
                      <a:pt x="2" y="229"/>
                    </a:moveTo>
                    <a:cubicBezTo>
                      <a:pt x="2" y="227"/>
                      <a:pt x="1" y="226"/>
                      <a:pt x="1" y="224"/>
                    </a:cubicBezTo>
                    <a:cubicBezTo>
                      <a:pt x="0" y="222"/>
                      <a:pt x="1" y="220"/>
                      <a:pt x="2" y="218"/>
                    </a:cubicBezTo>
                    <a:cubicBezTo>
                      <a:pt x="2" y="214"/>
                      <a:pt x="5" y="210"/>
                      <a:pt x="6" y="207"/>
                    </a:cubicBezTo>
                    <a:cubicBezTo>
                      <a:pt x="9" y="204"/>
                      <a:pt x="11" y="201"/>
                      <a:pt x="13" y="198"/>
                    </a:cubicBezTo>
                    <a:cubicBezTo>
                      <a:pt x="16" y="195"/>
                      <a:pt x="18" y="192"/>
                      <a:pt x="21" y="189"/>
                    </a:cubicBezTo>
                    <a:cubicBezTo>
                      <a:pt x="27" y="183"/>
                      <a:pt x="33" y="177"/>
                      <a:pt x="39" y="171"/>
                    </a:cubicBezTo>
                    <a:cubicBezTo>
                      <a:pt x="45" y="165"/>
                      <a:pt x="53" y="161"/>
                      <a:pt x="60" y="157"/>
                    </a:cubicBezTo>
                    <a:cubicBezTo>
                      <a:pt x="61" y="157"/>
                      <a:pt x="62" y="156"/>
                      <a:pt x="62" y="156"/>
                    </a:cubicBezTo>
                    <a:cubicBezTo>
                      <a:pt x="65" y="153"/>
                      <a:pt x="67" y="150"/>
                      <a:pt x="69" y="147"/>
                    </a:cubicBezTo>
                    <a:cubicBezTo>
                      <a:pt x="72" y="143"/>
                      <a:pt x="74" y="139"/>
                      <a:pt x="77" y="136"/>
                    </a:cubicBezTo>
                    <a:cubicBezTo>
                      <a:pt x="79" y="133"/>
                      <a:pt x="81" y="131"/>
                      <a:pt x="83" y="128"/>
                    </a:cubicBezTo>
                    <a:cubicBezTo>
                      <a:pt x="87" y="121"/>
                      <a:pt x="91" y="116"/>
                      <a:pt x="95" y="109"/>
                    </a:cubicBezTo>
                    <a:cubicBezTo>
                      <a:pt x="105" y="94"/>
                      <a:pt x="114" y="79"/>
                      <a:pt x="122" y="63"/>
                    </a:cubicBezTo>
                    <a:cubicBezTo>
                      <a:pt x="122" y="63"/>
                      <a:pt x="122" y="64"/>
                      <a:pt x="121" y="64"/>
                    </a:cubicBezTo>
                    <a:cubicBezTo>
                      <a:pt x="122" y="64"/>
                      <a:pt x="122" y="63"/>
                      <a:pt x="122" y="63"/>
                    </a:cubicBezTo>
                    <a:cubicBezTo>
                      <a:pt x="124" y="58"/>
                      <a:pt x="126" y="53"/>
                      <a:pt x="128" y="47"/>
                    </a:cubicBezTo>
                    <a:cubicBezTo>
                      <a:pt x="129" y="43"/>
                      <a:pt x="130" y="40"/>
                      <a:pt x="131" y="36"/>
                    </a:cubicBezTo>
                    <a:cubicBezTo>
                      <a:pt x="132" y="33"/>
                      <a:pt x="132" y="30"/>
                      <a:pt x="132" y="26"/>
                    </a:cubicBezTo>
                    <a:cubicBezTo>
                      <a:pt x="132" y="26"/>
                      <a:pt x="132" y="25"/>
                      <a:pt x="132" y="24"/>
                    </a:cubicBezTo>
                    <a:cubicBezTo>
                      <a:pt x="132" y="24"/>
                      <a:pt x="132" y="23"/>
                      <a:pt x="132" y="22"/>
                    </a:cubicBezTo>
                    <a:cubicBezTo>
                      <a:pt x="131" y="23"/>
                      <a:pt x="131" y="24"/>
                      <a:pt x="130" y="24"/>
                    </a:cubicBezTo>
                    <a:cubicBezTo>
                      <a:pt x="129" y="25"/>
                      <a:pt x="128" y="26"/>
                      <a:pt x="127" y="28"/>
                    </a:cubicBezTo>
                    <a:cubicBezTo>
                      <a:pt x="125" y="30"/>
                      <a:pt x="123" y="32"/>
                      <a:pt x="121" y="35"/>
                    </a:cubicBezTo>
                    <a:cubicBezTo>
                      <a:pt x="119" y="37"/>
                      <a:pt x="118" y="39"/>
                      <a:pt x="117" y="42"/>
                    </a:cubicBezTo>
                    <a:cubicBezTo>
                      <a:pt x="119" y="43"/>
                      <a:pt x="120" y="46"/>
                      <a:pt x="121" y="48"/>
                    </a:cubicBezTo>
                    <a:cubicBezTo>
                      <a:pt x="122" y="54"/>
                      <a:pt x="118" y="60"/>
                      <a:pt x="112" y="61"/>
                    </a:cubicBezTo>
                    <a:cubicBezTo>
                      <a:pt x="108" y="61"/>
                      <a:pt x="104" y="61"/>
                      <a:pt x="101" y="58"/>
                    </a:cubicBezTo>
                    <a:cubicBezTo>
                      <a:pt x="99" y="57"/>
                      <a:pt x="97" y="55"/>
                      <a:pt x="96" y="53"/>
                    </a:cubicBezTo>
                    <a:cubicBezTo>
                      <a:pt x="95" y="50"/>
                      <a:pt x="95" y="47"/>
                      <a:pt x="95" y="43"/>
                    </a:cubicBezTo>
                    <a:cubicBezTo>
                      <a:pt x="95" y="39"/>
                      <a:pt x="98" y="33"/>
                      <a:pt x="100" y="29"/>
                    </a:cubicBezTo>
                    <a:cubicBezTo>
                      <a:pt x="101" y="27"/>
                      <a:pt x="103" y="25"/>
                      <a:pt x="104" y="22"/>
                    </a:cubicBezTo>
                    <a:cubicBezTo>
                      <a:pt x="108" y="17"/>
                      <a:pt x="112" y="12"/>
                      <a:pt x="116" y="7"/>
                    </a:cubicBezTo>
                    <a:cubicBezTo>
                      <a:pt x="120" y="4"/>
                      <a:pt x="126" y="0"/>
                      <a:pt x="132" y="0"/>
                    </a:cubicBezTo>
                    <a:cubicBezTo>
                      <a:pt x="139" y="0"/>
                      <a:pt x="145" y="3"/>
                      <a:pt x="148" y="8"/>
                    </a:cubicBezTo>
                    <a:cubicBezTo>
                      <a:pt x="152" y="14"/>
                      <a:pt x="153" y="20"/>
                      <a:pt x="153" y="26"/>
                    </a:cubicBezTo>
                    <a:cubicBezTo>
                      <a:pt x="153" y="34"/>
                      <a:pt x="151" y="42"/>
                      <a:pt x="149" y="49"/>
                    </a:cubicBezTo>
                    <a:cubicBezTo>
                      <a:pt x="145" y="64"/>
                      <a:pt x="137" y="77"/>
                      <a:pt x="130" y="91"/>
                    </a:cubicBezTo>
                    <a:cubicBezTo>
                      <a:pt x="126" y="97"/>
                      <a:pt x="122" y="103"/>
                      <a:pt x="119" y="109"/>
                    </a:cubicBezTo>
                    <a:cubicBezTo>
                      <a:pt x="116" y="113"/>
                      <a:pt x="113" y="117"/>
                      <a:pt x="111" y="121"/>
                    </a:cubicBezTo>
                    <a:cubicBezTo>
                      <a:pt x="107" y="127"/>
                      <a:pt x="103" y="133"/>
                      <a:pt x="99" y="139"/>
                    </a:cubicBezTo>
                    <a:cubicBezTo>
                      <a:pt x="96" y="143"/>
                      <a:pt x="93" y="147"/>
                      <a:pt x="90" y="152"/>
                    </a:cubicBezTo>
                    <a:cubicBezTo>
                      <a:pt x="95" y="152"/>
                      <a:pt x="101" y="155"/>
                      <a:pt x="106" y="157"/>
                    </a:cubicBezTo>
                    <a:cubicBezTo>
                      <a:pt x="113" y="160"/>
                      <a:pt x="119" y="165"/>
                      <a:pt x="125" y="170"/>
                    </a:cubicBezTo>
                    <a:cubicBezTo>
                      <a:pt x="129" y="174"/>
                      <a:pt x="132" y="179"/>
                      <a:pt x="134" y="184"/>
                    </a:cubicBezTo>
                    <a:cubicBezTo>
                      <a:pt x="135" y="185"/>
                      <a:pt x="136" y="186"/>
                      <a:pt x="137" y="187"/>
                    </a:cubicBezTo>
                    <a:cubicBezTo>
                      <a:pt x="141" y="192"/>
                      <a:pt x="140" y="199"/>
                      <a:pt x="135" y="202"/>
                    </a:cubicBezTo>
                    <a:cubicBezTo>
                      <a:pt x="130" y="206"/>
                      <a:pt x="124" y="205"/>
                      <a:pt x="120" y="201"/>
                    </a:cubicBezTo>
                    <a:cubicBezTo>
                      <a:pt x="118" y="198"/>
                      <a:pt x="116" y="196"/>
                      <a:pt x="115" y="194"/>
                    </a:cubicBezTo>
                    <a:cubicBezTo>
                      <a:pt x="114" y="192"/>
                      <a:pt x="113" y="191"/>
                      <a:pt x="112" y="190"/>
                    </a:cubicBezTo>
                    <a:cubicBezTo>
                      <a:pt x="111" y="188"/>
                      <a:pt x="110" y="187"/>
                      <a:pt x="109" y="185"/>
                    </a:cubicBezTo>
                    <a:cubicBezTo>
                      <a:pt x="108" y="184"/>
                      <a:pt x="107" y="184"/>
                      <a:pt x="106" y="183"/>
                    </a:cubicBezTo>
                    <a:cubicBezTo>
                      <a:pt x="104" y="181"/>
                      <a:pt x="103" y="180"/>
                      <a:pt x="101" y="179"/>
                    </a:cubicBezTo>
                    <a:cubicBezTo>
                      <a:pt x="99" y="178"/>
                      <a:pt x="97" y="176"/>
                      <a:pt x="94" y="175"/>
                    </a:cubicBezTo>
                    <a:cubicBezTo>
                      <a:pt x="92" y="174"/>
                      <a:pt x="91" y="174"/>
                      <a:pt x="89" y="173"/>
                    </a:cubicBezTo>
                    <a:cubicBezTo>
                      <a:pt x="88" y="173"/>
                      <a:pt x="87" y="173"/>
                      <a:pt x="86" y="172"/>
                    </a:cubicBezTo>
                    <a:cubicBezTo>
                      <a:pt x="85" y="172"/>
                      <a:pt x="84" y="172"/>
                      <a:pt x="84" y="172"/>
                    </a:cubicBezTo>
                    <a:cubicBezTo>
                      <a:pt x="83" y="172"/>
                      <a:pt x="81" y="172"/>
                      <a:pt x="81" y="172"/>
                    </a:cubicBezTo>
                    <a:cubicBezTo>
                      <a:pt x="80" y="172"/>
                      <a:pt x="79" y="172"/>
                      <a:pt x="79" y="173"/>
                    </a:cubicBezTo>
                    <a:cubicBezTo>
                      <a:pt x="77" y="173"/>
                      <a:pt x="76" y="173"/>
                      <a:pt x="74" y="174"/>
                    </a:cubicBezTo>
                    <a:cubicBezTo>
                      <a:pt x="74" y="174"/>
                      <a:pt x="73" y="174"/>
                      <a:pt x="72" y="174"/>
                    </a:cubicBezTo>
                    <a:cubicBezTo>
                      <a:pt x="72" y="176"/>
                      <a:pt x="70" y="177"/>
                      <a:pt x="70" y="178"/>
                    </a:cubicBezTo>
                    <a:cubicBezTo>
                      <a:pt x="62" y="187"/>
                      <a:pt x="55" y="195"/>
                      <a:pt x="48" y="204"/>
                    </a:cubicBezTo>
                    <a:cubicBezTo>
                      <a:pt x="44" y="209"/>
                      <a:pt x="41" y="213"/>
                      <a:pt x="37" y="218"/>
                    </a:cubicBezTo>
                    <a:cubicBezTo>
                      <a:pt x="35" y="220"/>
                      <a:pt x="33" y="222"/>
                      <a:pt x="31" y="224"/>
                    </a:cubicBezTo>
                    <a:cubicBezTo>
                      <a:pt x="30" y="226"/>
                      <a:pt x="28" y="227"/>
                      <a:pt x="27" y="229"/>
                    </a:cubicBezTo>
                    <a:cubicBezTo>
                      <a:pt x="25" y="231"/>
                      <a:pt x="23" y="234"/>
                      <a:pt x="20" y="235"/>
                    </a:cubicBezTo>
                    <a:cubicBezTo>
                      <a:pt x="18" y="236"/>
                      <a:pt x="16" y="236"/>
                      <a:pt x="14" y="237"/>
                    </a:cubicBezTo>
                    <a:lnTo>
                      <a:pt x="13" y="237"/>
                    </a:lnTo>
                    <a:cubicBezTo>
                      <a:pt x="8" y="237"/>
                      <a:pt x="3" y="233"/>
                      <a:pt x="2" y="2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" name="Google Shape;176;p2"/>
              <p:cNvSpPr/>
              <p:nvPr/>
            </p:nvSpPr>
            <p:spPr>
              <a:xfrm>
                <a:off x="2565360" y="516240"/>
                <a:ext cx="41040" cy="10368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288" extrusionOk="0">
                    <a:moveTo>
                      <a:pt x="29" y="286"/>
                    </a:moveTo>
                    <a:cubicBezTo>
                      <a:pt x="24" y="286"/>
                      <a:pt x="18" y="284"/>
                      <a:pt x="14" y="281"/>
                    </a:cubicBezTo>
                    <a:cubicBezTo>
                      <a:pt x="10" y="278"/>
                      <a:pt x="7" y="275"/>
                      <a:pt x="5" y="270"/>
                    </a:cubicBezTo>
                    <a:cubicBezTo>
                      <a:pt x="3" y="265"/>
                      <a:pt x="1" y="260"/>
                      <a:pt x="1" y="254"/>
                    </a:cubicBezTo>
                    <a:cubicBezTo>
                      <a:pt x="0" y="243"/>
                      <a:pt x="3" y="232"/>
                      <a:pt x="7" y="221"/>
                    </a:cubicBezTo>
                    <a:cubicBezTo>
                      <a:pt x="8" y="216"/>
                      <a:pt x="15" y="213"/>
                      <a:pt x="19" y="215"/>
                    </a:cubicBezTo>
                    <a:cubicBezTo>
                      <a:pt x="22" y="216"/>
                      <a:pt x="24" y="218"/>
                      <a:pt x="25" y="221"/>
                    </a:cubicBezTo>
                    <a:cubicBezTo>
                      <a:pt x="26" y="223"/>
                      <a:pt x="26" y="226"/>
                      <a:pt x="25" y="229"/>
                    </a:cubicBezTo>
                    <a:cubicBezTo>
                      <a:pt x="25" y="230"/>
                      <a:pt x="25" y="231"/>
                      <a:pt x="24" y="231"/>
                    </a:cubicBezTo>
                    <a:cubicBezTo>
                      <a:pt x="25" y="231"/>
                      <a:pt x="25" y="231"/>
                      <a:pt x="25" y="230"/>
                    </a:cubicBezTo>
                    <a:cubicBezTo>
                      <a:pt x="24" y="233"/>
                      <a:pt x="23" y="236"/>
                      <a:pt x="22" y="239"/>
                    </a:cubicBezTo>
                    <a:cubicBezTo>
                      <a:pt x="22" y="241"/>
                      <a:pt x="22" y="244"/>
                      <a:pt x="22" y="247"/>
                    </a:cubicBezTo>
                    <a:cubicBezTo>
                      <a:pt x="22" y="249"/>
                      <a:pt x="22" y="251"/>
                      <a:pt x="22" y="254"/>
                    </a:cubicBezTo>
                    <a:cubicBezTo>
                      <a:pt x="22" y="255"/>
                      <a:pt x="22" y="256"/>
                      <a:pt x="22" y="257"/>
                    </a:cubicBezTo>
                    <a:cubicBezTo>
                      <a:pt x="22" y="258"/>
                      <a:pt x="23" y="259"/>
                      <a:pt x="23" y="260"/>
                    </a:cubicBezTo>
                    <a:cubicBezTo>
                      <a:pt x="23" y="259"/>
                      <a:pt x="23" y="259"/>
                      <a:pt x="23" y="258"/>
                    </a:cubicBezTo>
                    <a:cubicBezTo>
                      <a:pt x="23" y="259"/>
                      <a:pt x="24" y="261"/>
                      <a:pt x="24" y="261"/>
                    </a:cubicBezTo>
                    <a:cubicBezTo>
                      <a:pt x="24" y="262"/>
                      <a:pt x="24" y="262"/>
                      <a:pt x="24" y="262"/>
                    </a:cubicBezTo>
                    <a:lnTo>
                      <a:pt x="24" y="261"/>
                    </a:lnTo>
                    <a:cubicBezTo>
                      <a:pt x="24" y="262"/>
                      <a:pt x="24" y="262"/>
                      <a:pt x="25" y="262"/>
                    </a:cubicBezTo>
                    <a:lnTo>
                      <a:pt x="25" y="263"/>
                    </a:lnTo>
                    <a:cubicBezTo>
                      <a:pt x="25" y="264"/>
                      <a:pt x="26" y="264"/>
                      <a:pt x="26" y="264"/>
                    </a:cubicBezTo>
                    <a:lnTo>
                      <a:pt x="27" y="264"/>
                    </a:lnTo>
                    <a:cubicBezTo>
                      <a:pt x="28" y="265"/>
                      <a:pt x="28" y="265"/>
                      <a:pt x="28" y="265"/>
                    </a:cubicBezTo>
                    <a:cubicBezTo>
                      <a:pt x="29" y="265"/>
                      <a:pt x="30" y="265"/>
                      <a:pt x="31" y="265"/>
                    </a:cubicBezTo>
                    <a:cubicBezTo>
                      <a:pt x="35" y="266"/>
                      <a:pt x="38" y="266"/>
                      <a:pt x="42" y="266"/>
                    </a:cubicBezTo>
                    <a:cubicBezTo>
                      <a:pt x="41" y="266"/>
                      <a:pt x="40" y="266"/>
                      <a:pt x="40" y="266"/>
                    </a:cubicBezTo>
                    <a:cubicBezTo>
                      <a:pt x="42" y="266"/>
                      <a:pt x="44" y="266"/>
                      <a:pt x="46" y="266"/>
                    </a:cubicBezTo>
                    <a:cubicBezTo>
                      <a:pt x="48" y="266"/>
                      <a:pt x="49" y="265"/>
                      <a:pt x="51" y="265"/>
                    </a:cubicBezTo>
                    <a:cubicBezTo>
                      <a:pt x="52" y="265"/>
                      <a:pt x="53" y="264"/>
                      <a:pt x="54" y="264"/>
                    </a:cubicBezTo>
                    <a:cubicBezTo>
                      <a:pt x="55" y="264"/>
                      <a:pt x="56" y="264"/>
                      <a:pt x="57" y="263"/>
                    </a:cubicBezTo>
                    <a:cubicBezTo>
                      <a:pt x="57" y="262"/>
                      <a:pt x="58" y="262"/>
                      <a:pt x="59" y="262"/>
                    </a:cubicBezTo>
                    <a:cubicBezTo>
                      <a:pt x="59" y="261"/>
                      <a:pt x="60" y="261"/>
                      <a:pt x="60" y="261"/>
                    </a:cubicBezTo>
                    <a:cubicBezTo>
                      <a:pt x="60" y="260"/>
                      <a:pt x="61" y="260"/>
                      <a:pt x="61" y="260"/>
                    </a:cubicBezTo>
                    <a:cubicBezTo>
                      <a:pt x="62" y="257"/>
                      <a:pt x="63" y="254"/>
                      <a:pt x="64" y="251"/>
                    </a:cubicBezTo>
                    <a:cubicBezTo>
                      <a:pt x="65" y="249"/>
                      <a:pt x="66" y="246"/>
                      <a:pt x="66" y="243"/>
                    </a:cubicBezTo>
                    <a:cubicBezTo>
                      <a:pt x="67" y="240"/>
                      <a:pt x="68" y="237"/>
                      <a:pt x="68" y="234"/>
                    </a:cubicBezTo>
                    <a:cubicBezTo>
                      <a:pt x="70" y="223"/>
                      <a:pt x="71" y="213"/>
                      <a:pt x="73" y="202"/>
                    </a:cubicBezTo>
                    <a:cubicBezTo>
                      <a:pt x="74" y="190"/>
                      <a:pt x="76" y="177"/>
                      <a:pt x="77" y="164"/>
                    </a:cubicBezTo>
                    <a:cubicBezTo>
                      <a:pt x="78" y="154"/>
                      <a:pt x="79" y="143"/>
                      <a:pt x="80" y="134"/>
                    </a:cubicBezTo>
                    <a:cubicBezTo>
                      <a:pt x="82" y="121"/>
                      <a:pt x="83" y="109"/>
                      <a:pt x="85" y="96"/>
                    </a:cubicBezTo>
                    <a:cubicBezTo>
                      <a:pt x="85" y="91"/>
                      <a:pt x="86" y="86"/>
                      <a:pt x="87" y="81"/>
                    </a:cubicBezTo>
                    <a:cubicBezTo>
                      <a:pt x="83" y="86"/>
                      <a:pt x="78" y="92"/>
                      <a:pt x="74" y="97"/>
                    </a:cubicBezTo>
                    <a:cubicBezTo>
                      <a:pt x="67" y="105"/>
                      <a:pt x="59" y="112"/>
                      <a:pt x="49" y="116"/>
                    </a:cubicBezTo>
                    <a:cubicBezTo>
                      <a:pt x="45" y="117"/>
                      <a:pt x="40" y="118"/>
                      <a:pt x="36" y="118"/>
                    </a:cubicBezTo>
                    <a:cubicBezTo>
                      <a:pt x="31" y="117"/>
                      <a:pt x="26" y="114"/>
                      <a:pt x="23" y="111"/>
                    </a:cubicBezTo>
                    <a:cubicBezTo>
                      <a:pt x="20" y="108"/>
                      <a:pt x="18" y="104"/>
                      <a:pt x="17" y="100"/>
                    </a:cubicBezTo>
                    <a:cubicBezTo>
                      <a:pt x="15" y="95"/>
                      <a:pt x="15" y="90"/>
                      <a:pt x="14" y="86"/>
                    </a:cubicBezTo>
                    <a:cubicBezTo>
                      <a:pt x="14" y="82"/>
                      <a:pt x="14" y="78"/>
                      <a:pt x="14" y="74"/>
                    </a:cubicBezTo>
                    <a:cubicBezTo>
                      <a:pt x="14" y="64"/>
                      <a:pt x="15" y="54"/>
                      <a:pt x="17" y="44"/>
                    </a:cubicBezTo>
                    <a:cubicBezTo>
                      <a:pt x="18" y="35"/>
                      <a:pt x="21" y="25"/>
                      <a:pt x="24" y="16"/>
                    </a:cubicBezTo>
                    <a:cubicBezTo>
                      <a:pt x="25" y="12"/>
                      <a:pt x="27" y="8"/>
                      <a:pt x="31" y="4"/>
                    </a:cubicBezTo>
                    <a:cubicBezTo>
                      <a:pt x="33" y="1"/>
                      <a:pt x="38" y="0"/>
                      <a:pt x="42" y="1"/>
                    </a:cubicBezTo>
                    <a:cubicBezTo>
                      <a:pt x="46" y="2"/>
                      <a:pt x="49" y="6"/>
                      <a:pt x="51" y="10"/>
                    </a:cubicBezTo>
                    <a:cubicBezTo>
                      <a:pt x="54" y="15"/>
                      <a:pt x="53" y="22"/>
                      <a:pt x="47" y="25"/>
                    </a:cubicBezTo>
                    <a:cubicBezTo>
                      <a:pt x="46" y="25"/>
                      <a:pt x="45" y="26"/>
                      <a:pt x="43" y="26"/>
                    </a:cubicBezTo>
                    <a:cubicBezTo>
                      <a:pt x="42" y="29"/>
                      <a:pt x="42" y="32"/>
                      <a:pt x="40" y="35"/>
                    </a:cubicBezTo>
                    <a:cubicBezTo>
                      <a:pt x="40" y="37"/>
                      <a:pt x="39" y="39"/>
                      <a:pt x="39" y="42"/>
                    </a:cubicBezTo>
                    <a:cubicBezTo>
                      <a:pt x="38" y="44"/>
                      <a:pt x="38" y="46"/>
                      <a:pt x="38" y="48"/>
                    </a:cubicBezTo>
                    <a:cubicBezTo>
                      <a:pt x="36" y="55"/>
                      <a:pt x="36" y="61"/>
                      <a:pt x="35" y="68"/>
                    </a:cubicBezTo>
                    <a:cubicBezTo>
                      <a:pt x="35" y="70"/>
                      <a:pt x="35" y="72"/>
                      <a:pt x="35" y="74"/>
                    </a:cubicBezTo>
                    <a:cubicBezTo>
                      <a:pt x="35" y="76"/>
                      <a:pt x="35" y="78"/>
                      <a:pt x="35" y="80"/>
                    </a:cubicBezTo>
                    <a:cubicBezTo>
                      <a:pt x="36" y="83"/>
                      <a:pt x="36" y="87"/>
                      <a:pt x="36" y="90"/>
                    </a:cubicBezTo>
                    <a:cubicBezTo>
                      <a:pt x="37" y="91"/>
                      <a:pt x="37" y="92"/>
                      <a:pt x="38" y="93"/>
                    </a:cubicBezTo>
                    <a:cubicBezTo>
                      <a:pt x="38" y="94"/>
                      <a:pt x="38" y="95"/>
                      <a:pt x="39" y="96"/>
                    </a:cubicBezTo>
                    <a:cubicBezTo>
                      <a:pt x="40" y="96"/>
                      <a:pt x="40" y="96"/>
                      <a:pt x="41" y="96"/>
                    </a:cubicBezTo>
                    <a:lnTo>
                      <a:pt x="42" y="96"/>
                    </a:lnTo>
                    <a:cubicBezTo>
                      <a:pt x="43" y="95"/>
                      <a:pt x="44" y="95"/>
                      <a:pt x="45" y="95"/>
                    </a:cubicBezTo>
                    <a:cubicBezTo>
                      <a:pt x="46" y="94"/>
                      <a:pt x="47" y="93"/>
                      <a:pt x="49" y="92"/>
                    </a:cubicBezTo>
                    <a:cubicBezTo>
                      <a:pt x="50" y="90"/>
                      <a:pt x="53" y="89"/>
                      <a:pt x="54" y="88"/>
                    </a:cubicBezTo>
                    <a:cubicBezTo>
                      <a:pt x="57" y="85"/>
                      <a:pt x="60" y="82"/>
                      <a:pt x="63" y="79"/>
                    </a:cubicBezTo>
                    <a:cubicBezTo>
                      <a:pt x="71" y="69"/>
                      <a:pt x="79" y="58"/>
                      <a:pt x="86" y="47"/>
                    </a:cubicBezTo>
                    <a:cubicBezTo>
                      <a:pt x="86" y="46"/>
                      <a:pt x="88" y="44"/>
                      <a:pt x="88" y="43"/>
                    </a:cubicBezTo>
                    <a:cubicBezTo>
                      <a:pt x="90" y="41"/>
                      <a:pt x="91" y="39"/>
                      <a:pt x="92" y="37"/>
                    </a:cubicBezTo>
                    <a:cubicBezTo>
                      <a:pt x="94" y="36"/>
                      <a:pt x="96" y="35"/>
                      <a:pt x="97" y="33"/>
                    </a:cubicBezTo>
                    <a:cubicBezTo>
                      <a:pt x="104" y="30"/>
                      <a:pt x="111" y="35"/>
                      <a:pt x="113" y="42"/>
                    </a:cubicBezTo>
                    <a:cubicBezTo>
                      <a:pt x="113" y="44"/>
                      <a:pt x="113" y="47"/>
                      <a:pt x="113" y="50"/>
                    </a:cubicBezTo>
                    <a:cubicBezTo>
                      <a:pt x="113" y="52"/>
                      <a:pt x="112" y="54"/>
                      <a:pt x="112" y="57"/>
                    </a:cubicBezTo>
                    <a:cubicBezTo>
                      <a:pt x="112" y="56"/>
                      <a:pt x="112" y="56"/>
                      <a:pt x="112" y="55"/>
                    </a:cubicBezTo>
                    <a:cubicBezTo>
                      <a:pt x="112" y="57"/>
                      <a:pt x="111" y="58"/>
                      <a:pt x="111" y="59"/>
                    </a:cubicBezTo>
                    <a:lnTo>
                      <a:pt x="111" y="58"/>
                    </a:lnTo>
                    <a:cubicBezTo>
                      <a:pt x="111" y="60"/>
                      <a:pt x="111" y="62"/>
                      <a:pt x="111" y="64"/>
                    </a:cubicBezTo>
                    <a:cubicBezTo>
                      <a:pt x="111" y="64"/>
                      <a:pt x="111" y="63"/>
                      <a:pt x="111" y="62"/>
                    </a:cubicBezTo>
                    <a:cubicBezTo>
                      <a:pt x="111" y="63"/>
                      <a:pt x="111" y="64"/>
                      <a:pt x="110" y="65"/>
                    </a:cubicBezTo>
                    <a:lnTo>
                      <a:pt x="110" y="64"/>
                    </a:lnTo>
                    <a:cubicBezTo>
                      <a:pt x="110" y="65"/>
                      <a:pt x="110" y="65"/>
                      <a:pt x="110" y="65"/>
                    </a:cubicBezTo>
                    <a:lnTo>
                      <a:pt x="110" y="66"/>
                    </a:lnTo>
                    <a:lnTo>
                      <a:pt x="110" y="65"/>
                    </a:lnTo>
                    <a:cubicBezTo>
                      <a:pt x="110" y="66"/>
                      <a:pt x="110" y="66"/>
                      <a:pt x="110" y="66"/>
                    </a:cubicBezTo>
                    <a:lnTo>
                      <a:pt x="110" y="65"/>
                    </a:lnTo>
                    <a:cubicBezTo>
                      <a:pt x="109" y="71"/>
                      <a:pt x="109" y="76"/>
                      <a:pt x="107" y="82"/>
                    </a:cubicBezTo>
                    <a:cubicBezTo>
                      <a:pt x="107" y="81"/>
                      <a:pt x="107" y="81"/>
                      <a:pt x="107" y="81"/>
                    </a:cubicBezTo>
                    <a:cubicBezTo>
                      <a:pt x="104" y="103"/>
                      <a:pt x="101" y="125"/>
                      <a:pt x="99" y="147"/>
                    </a:cubicBezTo>
                    <a:cubicBezTo>
                      <a:pt x="96" y="171"/>
                      <a:pt x="94" y="195"/>
                      <a:pt x="91" y="219"/>
                    </a:cubicBezTo>
                    <a:cubicBezTo>
                      <a:pt x="90" y="227"/>
                      <a:pt x="89" y="235"/>
                      <a:pt x="88" y="243"/>
                    </a:cubicBezTo>
                    <a:cubicBezTo>
                      <a:pt x="86" y="247"/>
                      <a:pt x="85" y="252"/>
                      <a:pt x="84" y="256"/>
                    </a:cubicBezTo>
                    <a:cubicBezTo>
                      <a:pt x="84" y="259"/>
                      <a:pt x="82" y="263"/>
                      <a:pt x="81" y="267"/>
                    </a:cubicBezTo>
                    <a:cubicBezTo>
                      <a:pt x="79" y="269"/>
                      <a:pt x="78" y="271"/>
                      <a:pt x="77" y="273"/>
                    </a:cubicBezTo>
                    <a:cubicBezTo>
                      <a:pt x="76" y="275"/>
                      <a:pt x="74" y="277"/>
                      <a:pt x="72" y="279"/>
                    </a:cubicBezTo>
                    <a:cubicBezTo>
                      <a:pt x="64" y="284"/>
                      <a:pt x="54" y="287"/>
                      <a:pt x="44" y="287"/>
                    </a:cubicBezTo>
                    <a:cubicBezTo>
                      <a:pt x="43" y="287"/>
                      <a:pt x="42" y="287"/>
                      <a:pt x="41" y="287"/>
                    </a:cubicBezTo>
                    <a:cubicBezTo>
                      <a:pt x="37" y="287"/>
                      <a:pt x="32" y="287"/>
                      <a:pt x="29" y="2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" name="Google Shape;177;p2"/>
              <p:cNvSpPr/>
              <p:nvPr/>
            </p:nvSpPr>
            <p:spPr>
              <a:xfrm>
                <a:off x="2627640" y="482400"/>
                <a:ext cx="38160" cy="45000"/>
              </a:xfrm>
              <a:custGeom>
                <a:avLst/>
                <a:gdLst/>
                <a:ahLst/>
                <a:cxnLst/>
                <a:rect l="l" t="t" r="r" b="b"/>
                <a:pathLst>
                  <a:path w="106" h="125" extrusionOk="0">
                    <a:moveTo>
                      <a:pt x="39" y="58"/>
                    </a:moveTo>
                    <a:cubicBezTo>
                      <a:pt x="41" y="56"/>
                      <a:pt x="42" y="53"/>
                      <a:pt x="44" y="50"/>
                    </a:cubicBezTo>
                    <a:cubicBezTo>
                      <a:pt x="44" y="48"/>
                      <a:pt x="45" y="46"/>
                      <a:pt x="45" y="45"/>
                    </a:cubicBezTo>
                    <a:cubicBezTo>
                      <a:pt x="46" y="42"/>
                      <a:pt x="47" y="39"/>
                      <a:pt x="48" y="37"/>
                    </a:cubicBezTo>
                    <a:cubicBezTo>
                      <a:pt x="48" y="34"/>
                      <a:pt x="48" y="32"/>
                      <a:pt x="48" y="29"/>
                    </a:cubicBezTo>
                    <a:cubicBezTo>
                      <a:pt x="48" y="28"/>
                      <a:pt x="48" y="26"/>
                      <a:pt x="48" y="24"/>
                    </a:cubicBezTo>
                    <a:cubicBezTo>
                      <a:pt x="48" y="25"/>
                      <a:pt x="48" y="25"/>
                      <a:pt x="48" y="26"/>
                    </a:cubicBezTo>
                    <a:cubicBezTo>
                      <a:pt x="48" y="25"/>
                      <a:pt x="48" y="24"/>
                      <a:pt x="48" y="24"/>
                    </a:cubicBezTo>
                    <a:cubicBezTo>
                      <a:pt x="48" y="23"/>
                      <a:pt x="48" y="23"/>
                      <a:pt x="48" y="23"/>
                    </a:cubicBezTo>
                    <a:cubicBezTo>
                      <a:pt x="48" y="23"/>
                      <a:pt x="47" y="23"/>
                      <a:pt x="46" y="23"/>
                    </a:cubicBezTo>
                    <a:cubicBezTo>
                      <a:pt x="45" y="24"/>
                      <a:pt x="42" y="26"/>
                      <a:pt x="40" y="27"/>
                    </a:cubicBezTo>
                    <a:cubicBezTo>
                      <a:pt x="38" y="29"/>
                      <a:pt x="36" y="30"/>
                      <a:pt x="34" y="32"/>
                    </a:cubicBezTo>
                    <a:cubicBezTo>
                      <a:pt x="33" y="33"/>
                      <a:pt x="32" y="34"/>
                      <a:pt x="31" y="35"/>
                    </a:cubicBezTo>
                    <a:cubicBezTo>
                      <a:pt x="30" y="37"/>
                      <a:pt x="28" y="39"/>
                      <a:pt x="27" y="41"/>
                    </a:cubicBezTo>
                    <a:cubicBezTo>
                      <a:pt x="26" y="42"/>
                      <a:pt x="25" y="44"/>
                      <a:pt x="25" y="45"/>
                    </a:cubicBezTo>
                    <a:cubicBezTo>
                      <a:pt x="24" y="46"/>
                      <a:pt x="24" y="47"/>
                      <a:pt x="23" y="49"/>
                    </a:cubicBezTo>
                    <a:cubicBezTo>
                      <a:pt x="23" y="50"/>
                      <a:pt x="23" y="51"/>
                      <a:pt x="23" y="52"/>
                    </a:cubicBezTo>
                    <a:cubicBezTo>
                      <a:pt x="23" y="53"/>
                      <a:pt x="22" y="54"/>
                      <a:pt x="22" y="55"/>
                    </a:cubicBezTo>
                    <a:lnTo>
                      <a:pt x="22" y="56"/>
                    </a:lnTo>
                    <a:cubicBezTo>
                      <a:pt x="23" y="56"/>
                      <a:pt x="23" y="56"/>
                      <a:pt x="24" y="56"/>
                    </a:cubicBezTo>
                    <a:cubicBezTo>
                      <a:pt x="27" y="56"/>
                      <a:pt x="30" y="56"/>
                      <a:pt x="33" y="56"/>
                    </a:cubicBezTo>
                    <a:cubicBezTo>
                      <a:pt x="35" y="56"/>
                      <a:pt x="37" y="57"/>
                      <a:pt x="39" y="58"/>
                    </a:cubicBezTo>
                    <a:moveTo>
                      <a:pt x="39" y="123"/>
                    </a:moveTo>
                    <a:cubicBezTo>
                      <a:pt x="34" y="123"/>
                      <a:pt x="29" y="123"/>
                      <a:pt x="24" y="121"/>
                    </a:cubicBezTo>
                    <a:cubicBezTo>
                      <a:pt x="20" y="120"/>
                      <a:pt x="16" y="117"/>
                      <a:pt x="14" y="113"/>
                    </a:cubicBezTo>
                    <a:cubicBezTo>
                      <a:pt x="13" y="112"/>
                      <a:pt x="12" y="111"/>
                      <a:pt x="11" y="109"/>
                    </a:cubicBezTo>
                    <a:cubicBezTo>
                      <a:pt x="11" y="106"/>
                      <a:pt x="11" y="104"/>
                      <a:pt x="11" y="101"/>
                    </a:cubicBezTo>
                    <a:cubicBezTo>
                      <a:pt x="11" y="96"/>
                      <a:pt x="15" y="92"/>
                      <a:pt x="18" y="88"/>
                    </a:cubicBezTo>
                    <a:cubicBezTo>
                      <a:pt x="21" y="85"/>
                      <a:pt x="24" y="81"/>
                      <a:pt x="27" y="78"/>
                    </a:cubicBezTo>
                    <a:lnTo>
                      <a:pt x="26" y="78"/>
                    </a:lnTo>
                    <a:cubicBezTo>
                      <a:pt x="22" y="78"/>
                      <a:pt x="18" y="78"/>
                      <a:pt x="14" y="77"/>
                    </a:cubicBezTo>
                    <a:cubicBezTo>
                      <a:pt x="9" y="75"/>
                      <a:pt x="5" y="71"/>
                      <a:pt x="3" y="66"/>
                    </a:cubicBezTo>
                    <a:cubicBezTo>
                      <a:pt x="2" y="64"/>
                      <a:pt x="1" y="61"/>
                      <a:pt x="1" y="58"/>
                    </a:cubicBezTo>
                    <a:cubicBezTo>
                      <a:pt x="0" y="55"/>
                      <a:pt x="1" y="51"/>
                      <a:pt x="2" y="48"/>
                    </a:cubicBezTo>
                    <a:cubicBezTo>
                      <a:pt x="3" y="42"/>
                      <a:pt x="5" y="36"/>
                      <a:pt x="8" y="31"/>
                    </a:cubicBezTo>
                    <a:cubicBezTo>
                      <a:pt x="12" y="25"/>
                      <a:pt x="16" y="19"/>
                      <a:pt x="21" y="14"/>
                    </a:cubicBezTo>
                    <a:cubicBezTo>
                      <a:pt x="27" y="10"/>
                      <a:pt x="32" y="6"/>
                      <a:pt x="38" y="3"/>
                    </a:cubicBezTo>
                    <a:cubicBezTo>
                      <a:pt x="44" y="0"/>
                      <a:pt x="52" y="0"/>
                      <a:pt x="58" y="3"/>
                    </a:cubicBezTo>
                    <a:cubicBezTo>
                      <a:pt x="63" y="5"/>
                      <a:pt x="67" y="10"/>
                      <a:pt x="68" y="16"/>
                    </a:cubicBezTo>
                    <a:cubicBezTo>
                      <a:pt x="70" y="23"/>
                      <a:pt x="70" y="30"/>
                      <a:pt x="69" y="38"/>
                    </a:cubicBezTo>
                    <a:cubicBezTo>
                      <a:pt x="67" y="45"/>
                      <a:pt x="66" y="52"/>
                      <a:pt x="63" y="58"/>
                    </a:cubicBezTo>
                    <a:cubicBezTo>
                      <a:pt x="61" y="62"/>
                      <a:pt x="59" y="66"/>
                      <a:pt x="57" y="70"/>
                    </a:cubicBezTo>
                    <a:cubicBezTo>
                      <a:pt x="51" y="80"/>
                      <a:pt x="45" y="89"/>
                      <a:pt x="38" y="98"/>
                    </a:cubicBezTo>
                    <a:cubicBezTo>
                      <a:pt x="37" y="99"/>
                      <a:pt x="37" y="101"/>
                      <a:pt x="35" y="102"/>
                    </a:cubicBezTo>
                    <a:cubicBezTo>
                      <a:pt x="39" y="102"/>
                      <a:pt x="42" y="102"/>
                      <a:pt x="46" y="102"/>
                    </a:cubicBezTo>
                    <a:cubicBezTo>
                      <a:pt x="50" y="102"/>
                      <a:pt x="54" y="102"/>
                      <a:pt x="58" y="102"/>
                    </a:cubicBezTo>
                    <a:cubicBezTo>
                      <a:pt x="62" y="102"/>
                      <a:pt x="66" y="102"/>
                      <a:pt x="70" y="101"/>
                    </a:cubicBezTo>
                    <a:cubicBezTo>
                      <a:pt x="78" y="101"/>
                      <a:pt x="85" y="99"/>
                      <a:pt x="93" y="99"/>
                    </a:cubicBezTo>
                    <a:cubicBezTo>
                      <a:pt x="98" y="98"/>
                      <a:pt x="104" y="101"/>
                      <a:pt x="105" y="107"/>
                    </a:cubicBezTo>
                    <a:cubicBezTo>
                      <a:pt x="105" y="112"/>
                      <a:pt x="102" y="118"/>
                      <a:pt x="96" y="119"/>
                    </a:cubicBezTo>
                    <a:cubicBezTo>
                      <a:pt x="79" y="121"/>
                      <a:pt x="63" y="124"/>
                      <a:pt x="45" y="124"/>
                    </a:cubicBezTo>
                    <a:cubicBezTo>
                      <a:pt x="44" y="124"/>
                      <a:pt x="41" y="124"/>
                      <a:pt x="39" y="1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" name="Google Shape;178;p2"/>
              <p:cNvSpPr/>
              <p:nvPr/>
            </p:nvSpPr>
            <p:spPr>
              <a:xfrm>
                <a:off x="2673720" y="530280"/>
                <a:ext cx="32760" cy="9360"/>
              </a:xfrm>
              <a:custGeom>
                <a:avLst/>
                <a:gdLst/>
                <a:ahLst/>
                <a:cxnLst/>
                <a:rect l="l" t="t" r="r" b="b"/>
                <a:pathLst>
                  <a:path w="91" h="26" extrusionOk="0">
                    <a:moveTo>
                      <a:pt x="44" y="25"/>
                    </a:moveTo>
                    <a:cubicBezTo>
                      <a:pt x="37" y="25"/>
                      <a:pt x="31" y="25"/>
                      <a:pt x="25" y="25"/>
                    </a:cubicBezTo>
                    <a:cubicBezTo>
                      <a:pt x="23" y="25"/>
                      <a:pt x="20" y="24"/>
                      <a:pt x="18" y="24"/>
                    </a:cubicBezTo>
                    <a:cubicBezTo>
                      <a:pt x="15" y="23"/>
                      <a:pt x="12" y="23"/>
                      <a:pt x="9" y="22"/>
                    </a:cubicBezTo>
                    <a:cubicBezTo>
                      <a:pt x="3" y="19"/>
                      <a:pt x="0" y="12"/>
                      <a:pt x="4" y="7"/>
                    </a:cubicBezTo>
                    <a:cubicBezTo>
                      <a:pt x="6" y="1"/>
                      <a:pt x="13" y="0"/>
                      <a:pt x="18" y="2"/>
                    </a:cubicBezTo>
                    <a:cubicBezTo>
                      <a:pt x="20" y="3"/>
                      <a:pt x="21" y="3"/>
                      <a:pt x="23" y="3"/>
                    </a:cubicBezTo>
                    <a:cubicBezTo>
                      <a:pt x="28" y="4"/>
                      <a:pt x="33" y="4"/>
                      <a:pt x="38" y="4"/>
                    </a:cubicBezTo>
                    <a:cubicBezTo>
                      <a:pt x="52" y="4"/>
                      <a:pt x="65" y="4"/>
                      <a:pt x="79" y="4"/>
                    </a:cubicBezTo>
                    <a:cubicBezTo>
                      <a:pt x="84" y="4"/>
                      <a:pt x="90" y="8"/>
                      <a:pt x="90" y="14"/>
                    </a:cubicBezTo>
                    <a:cubicBezTo>
                      <a:pt x="90" y="20"/>
                      <a:pt x="85" y="25"/>
                      <a:pt x="79" y="25"/>
                    </a:cubicBezTo>
                    <a:cubicBezTo>
                      <a:pt x="72" y="25"/>
                      <a:pt x="64" y="25"/>
                      <a:pt x="56" y="25"/>
                    </a:cubicBezTo>
                    <a:cubicBezTo>
                      <a:pt x="52" y="25"/>
                      <a:pt x="48" y="25"/>
                      <a:pt x="44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" name="Google Shape;179;p2"/>
              <p:cNvSpPr/>
              <p:nvPr/>
            </p:nvSpPr>
            <p:spPr>
              <a:xfrm>
                <a:off x="2691360" y="510480"/>
                <a:ext cx="24480" cy="34200"/>
              </a:xfrm>
              <a:custGeom>
                <a:avLst/>
                <a:gdLst/>
                <a:ahLst/>
                <a:cxnLst/>
                <a:rect l="l" t="t" r="r" b="b"/>
                <a:pathLst>
                  <a:path w="68" h="95" extrusionOk="0">
                    <a:moveTo>
                      <a:pt x="9" y="94"/>
                    </a:moveTo>
                    <a:cubicBezTo>
                      <a:pt x="4" y="92"/>
                      <a:pt x="0" y="86"/>
                      <a:pt x="2" y="81"/>
                    </a:cubicBezTo>
                    <a:cubicBezTo>
                      <a:pt x="5" y="68"/>
                      <a:pt x="10" y="56"/>
                      <a:pt x="16" y="44"/>
                    </a:cubicBezTo>
                    <a:cubicBezTo>
                      <a:pt x="17" y="41"/>
                      <a:pt x="19" y="38"/>
                      <a:pt x="21" y="34"/>
                    </a:cubicBezTo>
                    <a:cubicBezTo>
                      <a:pt x="23" y="29"/>
                      <a:pt x="27" y="24"/>
                      <a:pt x="31" y="19"/>
                    </a:cubicBezTo>
                    <a:cubicBezTo>
                      <a:pt x="35" y="12"/>
                      <a:pt x="41" y="7"/>
                      <a:pt x="48" y="3"/>
                    </a:cubicBezTo>
                    <a:cubicBezTo>
                      <a:pt x="53" y="0"/>
                      <a:pt x="60" y="2"/>
                      <a:pt x="63" y="7"/>
                    </a:cubicBezTo>
                    <a:cubicBezTo>
                      <a:pt x="67" y="13"/>
                      <a:pt x="64" y="20"/>
                      <a:pt x="58" y="23"/>
                    </a:cubicBezTo>
                    <a:cubicBezTo>
                      <a:pt x="57" y="23"/>
                      <a:pt x="57" y="24"/>
                      <a:pt x="56" y="24"/>
                    </a:cubicBezTo>
                    <a:cubicBezTo>
                      <a:pt x="56" y="24"/>
                      <a:pt x="55" y="24"/>
                      <a:pt x="55" y="25"/>
                    </a:cubicBezTo>
                    <a:cubicBezTo>
                      <a:pt x="53" y="26"/>
                      <a:pt x="52" y="27"/>
                      <a:pt x="51" y="27"/>
                    </a:cubicBezTo>
                    <a:cubicBezTo>
                      <a:pt x="51" y="28"/>
                      <a:pt x="50" y="28"/>
                      <a:pt x="50" y="29"/>
                    </a:cubicBezTo>
                    <a:cubicBezTo>
                      <a:pt x="48" y="31"/>
                      <a:pt x="46" y="34"/>
                      <a:pt x="43" y="37"/>
                    </a:cubicBezTo>
                    <a:cubicBezTo>
                      <a:pt x="40" y="43"/>
                      <a:pt x="37" y="49"/>
                      <a:pt x="34" y="55"/>
                    </a:cubicBezTo>
                    <a:cubicBezTo>
                      <a:pt x="32" y="59"/>
                      <a:pt x="30" y="64"/>
                      <a:pt x="28" y="69"/>
                    </a:cubicBezTo>
                    <a:cubicBezTo>
                      <a:pt x="25" y="74"/>
                      <a:pt x="23" y="81"/>
                      <a:pt x="21" y="87"/>
                    </a:cubicBezTo>
                    <a:cubicBezTo>
                      <a:pt x="20" y="91"/>
                      <a:pt x="16" y="94"/>
                      <a:pt x="11" y="94"/>
                    </a:cubicBezTo>
                    <a:cubicBezTo>
                      <a:pt x="10" y="94"/>
                      <a:pt x="10" y="94"/>
                      <a:pt x="9" y="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" name="Google Shape;180;p2"/>
              <p:cNvSpPr/>
              <p:nvPr/>
            </p:nvSpPr>
            <p:spPr>
              <a:xfrm>
                <a:off x="2721240" y="491760"/>
                <a:ext cx="39960" cy="84960"/>
              </a:xfrm>
              <a:custGeom>
                <a:avLst/>
                <a:gdLst/>
                <a:ahLst/>
                <a:cxnLst/>
                <a:rect l="l" t="t" r="r" b="b"/>
                <a:pathLst>
                  <a:path w="111" h="236" extrusionOk="0">
                    <a:moveTo>
                      <a:pt x="47" y="226"/>
                    </a:moveTo>
                    <a:cubicBezTo>
                      <a:pt x="46" y="220"/>
                      <a:pt x="50" y="214"/>
                      <a:pt x="57" y="213"/>
                    </a:cubicBezTo>
                    <a:cubicBezTo>
                      <a:pt x="58" y="213"/>
                      <a:pt x="59" y="213"/>
                      <a:pt x="60" y="213"/>
                    </a:cubicBezTo>
                    <a:cubicBezTo>
                      <a:pt x="61" y="212"/>
                      <a:pt x="62" y="212"/>
                      <a:pt x="64" y="211"/>
                    </a:cubicBezTo>
                    <a:cubicBezTo>
                      <a:pt x="65" y="210"/>
                      <a:pt x="68" y="209"/>
                      <a:pt x="70" y="207"/>
                    </a:cubicBezTo>
                    <a:cubicBezTo>
                      <a:pt x="72" y="206"/>
                      <a:pt x="74" y="204"/>
                      <a:pt x="76" y="203"/>
                    </a:cubicBezTo>
                    <a:cubicBezTo>
                      <a:pt x="77" y="202"/>
                      <a:pt x="78" y="200"/>
                      <a:pt x="79" y="199"/>
                    </a:cubicBezTo>
                    <a:cubicBezTo>
                      <a:pt x="81" y="197"/>
                      <a:pt x="81" y="196"/>
                      <a:pt x="82" y="195"/>
                    </a:cubicBezTo>
                    <a:cubicBezTo>
                      <a:pt x="83" y="194"/>
                      <a:pt x="83" y="193"/>
                      <a:pt x="84" y="192"/>
                    </a:cubicBezTo>
                    <a:cubicBezTo>
                      <a:pt x="85" y="191"/>
                      <a:pt x="85" y="189"/>
                      <a:pt x="86" y="188"/>
                    </a:cubicBezTo>
                    <a:cubicBezTo>
                      <a:pt x="86" y="186"/>
                      <a:pt x="87" y="183"/>
                      <a:pt x="88" y="181"/>
                    </a:cubicBezTo>
                    <a:cubicBezTo>
                      <a:pt x="88" y="178"/>
                      <a:pt x="88" y="174"/>
                      <a:pt x="89" y="171"/>
                    </a:cubicBezTo>
                    <a:cubicBezTo>
                      <a:pt x="89" y="169"/>
                      <a:pt x="89" y="167"/>
                      <a:pt x="88" y="164"/>
                    </a:cubicBezTo>
                    <a:cubicBezTo>
                      <a:pt x="88" y="162"/>
                      <a:pt x="88" y="160"/>
                      <a:pt x="87" y="157"/>
                    </a:cubicBezTo>
                    <a:cubicBezTo>
                      <a:pt x="86" y="154"/>
                      <a:pt x="86" y="152"/>
                      <a:pt x="85" y="149"/>
                    </a:cubicBezTo>
                    <a:cubicBezTo>
                      <a:pt x="83" y="146"/>
                      <a:pt x="82" y="143"/>
                      <a:pt x="81" y="140"/>
                    </a:cubicBezTo>
                    <a:cubicBezTo>
                      <a:pt x="79" y="138"/>
                      <a:pt x="78" y="136"/>
                      <a:pt x="77" y="134"/>
                    </a:cubicBezTo>
                    <a:cubicBezTo>
                      <a:pt x="75" y="132"/>
                      <a:pt x="74" y="130"/>
                      <a:pt x="72" y="128"/>
                    </a:cubicBezTo>
                    <a:cubicBezTo>
                      <a:pt x="71" y="127"/>
                      <a:pt x="70" y="126"/>
                      <a:pt x="69" y="125"/>
                    </a:cubicBezTo>
                    <a:cubicBezTo>
                      <a:pt x="67" y="123"/>
                      <a:pt x="65" y="122"/>
                      <a:pt x="63" y="121"/>
                    </a:cubicBezTo>
                    <a:cubicBezTo>
                      <a:pt x="61" y="119"/>
                      <a:pt x="59" y="118"/>
                      <a:pt x="57" y="117"/>
                    </a:cubicBezTo>
                    <a:cubicBezTo>
                      <a:pt x="55" y="117"/>
                      <a:pt x="54" y="116"/>
                      <a:pt x="52" y="115"/>
                    </a:cubicBezTo>
                    <a:cubicBezTo>
                      <a:pt x="48" y="114"/>
                      <a:pt x="46" y="114"/>
                      <a:pt x="43" y="112"/>
                    </a:cubicBezTo>
                    <a:cubicBezTo>
                      <a:pt x="39" y="109"/>
                      <a:pt x="36" y="104"/>
                      <a:pt x="38" y="98"/>
                    </a:cubicBezTo>
                    <a:cubicBezTo>
                      <a:pt x="40" y="94"/>
                      <a:pt x="44" y="89"/>
                      <a:pt x="47" y="85"/>
                    </a:cubicBezTo>
                    <a:cubicBezTo>
                      <a:pt x="49" y="81"/>
                      <a:pt x="51" y="76"/>
                      <a:pt x="54" y="72"/>
                    </a:cubicBezTo>
                    <a:cubicBezTo>
                      <a:pt x="56" y="67"/>
                      <a:pt x="58" y="62"/>
                      <a:pt x="60" y="57"/>
                    </a:cubicBezTo>
                    <a:cubicBezTo>
                      <a:pt x="61" y="52"/>
                      <a:pt x="62" y="48"/>
                      <a:pt x="62" y="43"/>
                    </a:cubicBezTo>
                    <a:cubicBezTo>
                      <a:pt x="63" y="41"/>
                      <a:pt x="64" y="38"/>
                      <a:pt x="64" y="36"/>
                    </a:cubicBezTo>
                    <a:cubicBezTo>
                      <a:pt x="64" y="34"/>
                      <a:pt x="64" y="31"/>
                      <a:pt x="64" y="30"/>
                    </a:cubicBezTo>
                    <a:cubicBezTo>
                      <a:pt x="64" y="29"/>
                      <a:pt x="63" y="28"/>
                      <a:pt x="63" y="27"/>
                    </a:cubicBezTo>
                    <a:lnTo>
                      <a:pt x="63" y="26"/>
                    </a:lnTo>
                    <a:cubicBezTo>
                      <a:pt x="62" y="26"/>
                      <a:pt x="62" y="26"/>
                      <a:pt x="62" y="25"/>
                    </a:cubicBezTo>
                    <a:cubicBezTo>
                      <a:pt x="61" y="24"/>
                      <a:pt x="61" y="24"/>
                      <a:pt x="61" y="24"/>
                    </a:cubicBezTo>
                    <a:lnTo>
                      <a:pt x="61" y="23"/>
                    </a:lnTo>
                    <a:lnTo>
                      <a:pt x="60" y="23"/>
                    </a:lnTo>
                    <a:lnTo>
                      <a:pt x="59" y="23"/>
                    </a:lnTo>
                    <a:lnTo>
                      <a:pt x="58" y="23"/>
                    </a:lnTo>
                    <a:lnTo>
                      <a:pt x="57" y="23"/>
                    </a:lnTo>
                    <a:cubicBezTo>
                      <a:pt x="56" y="23"/>
                      <a:pt x="55" y="23"/>
                      <a:pt x="55" y="23"/>
                    </a:cubicBezTo>
                    <a:cubicBezTo>
                      <a:pt x="53" y="25"/>
                      <a:pt x="51" y="26"/>
                      <a:pt x="49" y="27"/>
                    </a:cubicBezTo>
                    <a:cubicBezTo>
                      <a:pt x="44" y="30"/>
                      <a:pt x="40" y="34"/>
                      <a:pt x="36" y="37"/>
                    </a:cubicBezTo>
                    <a:cubicBezTo>
                      <a:pt x="34" y="40"/>
                      <a:pt x="32" y="42"/>
                      <a:pt x="29" y="45"/>
                    </a:cubicBezTo>
                    <a:cubicBezTo>
                      <a:pt x="28" y="47"/>
                      <a:pt x="26" y="48"/>
                      <a:pt x="25" y="50"/>
                    </a:cubicBezTo>
                    <a:cubicBezTo>
                      <a:pt x="25" y="51"/>
                      <a:pt x="25" y="51"/>
                      <a:pt x="24" y="52"/>
                    </a:cubicBezTo>
                    <a:cubicBezTo>
                      <a:pt x="25" y="54"/>
                      <a:pt x="26" y="55"/>
                      <a:pt x="26" y="57"/>
                    </a:cubicBezTo>
                    <a:cubicBezTo>
                      <a:pt x="26" y="64"/>
                      <a:pt x="21" y="68"/>
                      <a:pt x="15" y="68"/>
                    </a:cubicBezTo>
                    <a:cubicBezTo>
                      <a:pt x="14" y="68"/>
                      <a:pt x="14" y="68"/>
                      <a:pt x="14" y="68"/>
                    </a:cubicBezTo>
                    <a:lnTo>
                      <a:pt x="15" y="68"/>
                    </a:lnTo>
                    <a:cubicBezTo>
                      <a:pt x="14" y="68"/>
                      <a:pt x="14" y="68"/>
                      <a:pt x="14" y="68"/>
                    </a:cubicBezTo>
                    <a:cubicBezTo>
                      <a:pt x="11" y="68"/>
                      <a:pt x="8" y="68"/>
                      <a:pt x="5" y="66"/>
                    </a:cubicBezTo>
                    <a:cubicBezTo>
                      <a:pt x="3" y="65"/>
                      <a:pt x="2" y="62"/>
                      <a:pt x="1" y="60"/>
                    </a:cubicBezTo>
                    <a:cubicBezTo>
                      <a:pt x="0" y="57"/>
                      <a:pt x="0" y="54"/>
                      <a:pt x="1" y="50"/>
                    </a:cubicBezTo>
                    <a:cubicBezTo>
                      <a:pt x="2" y="47"/>
                      <a:pt x="4" y="44"/>
                      <a:pt x="5" y="41"/>
                    </a:cubicBezTo>
                    <a:cubicBezTo>
                      <a:pt x="7" y="38"/>
                      <a:pt x="9" y="36"/>
                      <a:pt x="11" y="33"/>
                    </a:cubicBezTo>
                    <a:cubicBezTo>
                      <a:pt x="15" y="28"/>
                      <a:pt x="20" y="23"/>
                      <a:pt x="25" y="19"/>
                    </a:cubicBezTo>
                    <a:cubicBezTo>
                      <a:pt x="30" y="15"/>
                      <a:pt x="35" y="11"/>
                      <a:pt x="41" y="7"/>
                    </a:cubicBezTo>
                    <a:cubicBezTo>
                      <a:pt x="46" y="4"/>
                      <a:pt x="50" y="2"/>
                      <a:pt x="55" y="1"/>
                    </a:cubicBezTo>
                    <a:cubicBezTo>
                      <a:pt x="62" y="0"/>
                      <a:pt x="69" y="2"/>
                      <a:pt x="74" y="6"/>
                    </a:cubicBezTo>
                    <a:cubicBezTo>
                      <a:pt x="79" y="10"/>
                      <a:pt x="82" y="16"/>
                      <a:pt x="84" y="22"/>
                    </a:cubicBezTo>
                    <a:cubicBezTo>
                      <a:pt x="86" y="29"/>
                      <a:pt x="85" y="37"/>
                      <a:pt x="84" y="44"/>
                    </a:cubicBezTo>
                    <a:cubicBezTo>
                      <a:pt x="82" y="54"/>
                      <a:pt x="79" y="64"/>
                      <a:pt x="76" y="73"/>
                    </a:cubicBezTo>
                    <a:cubicBezTo>
                      <a:pt x="75" y="78"/>
                      <a:pt x="72" y="83"/>
                      <a:pt x="69" y="89"/>
                    </a:cubicBezTo>
                    <a:cubicBezTo>
                      <a:pt x="68" y="92"/>
                      <a:pt x="67" y="94"/>
                      <a:pt x="65" y="97"/>
                    </a:cubicBezTo>
                    <a:cubicBezTo>
                      <a:pt x="76" y="103"/>
                      <a:pt x="85" y="110"/>
                      <a:pt x="92" y="119"/>
                    </a:cubicBezTo>
                    <a:cubicBezTo>
                      <a:pt x="102" y="133"/>
                      <a:pt x="108" y="149"/>
                      <a:pt x="110" y="165"/>
                    </a:cubicBezTo>
                    <a:cubicBezTo>
                      <a:pt x="110" y="172"/>
                      <a:pt x="109" y="181"/>
                      <a:pt x="107" y="188"/>
                    </a:cubicBezTo>
                    <a:cubicBezTo>
                      <a:pt x="106" y="197"/>
                      <a:pt x="102" y="204"/>
                      <a:pt x="97" y="211"/>
                    </a:cubicBezTo>
                    <a:cubicBezTo>
                      <a:pt x="93" y="217"/>
                      <a:pt x="87" y="223"/>
                      <a:pt x="81" y="227"/>
                    </a:cubicBezTo>
                    <a:cubicBezTo>
                      <a:pt x="77" y="229"/>
                      <a:pt x="74" y="231"/>
                      <a:pt x="70" y="232"/>
                    </a:cubicBezTo>
                    <a:cubicBezTo>
                      <a:pt x="67" y="234"/>
                      <a:pt x="64" y="235"/>
                      <a:pt x="60" y="235"/>
                    </a:cubicBezTo>
                    <a:cubicBezTo>
                      <a:pt x="60" y="235"/>
                      <a:pt x="59" y="235"/>
                      <a:pt x="58" y="235"/>
                    </a:cubicBezTo>
                    <a:cubicBezTo>
                      <a:pt x="53" y="235"/>
                      <a:pt x="48" y="232"/>
                      <a:pt x="47" y="2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" name="Google Shape;181;p2"/>
              <p:cNvSpPr/>
              <p:nvPr/>
            </p:nvSpPr>
            <p:spPr>
              <a:xfrm>
                <a:off x="2768760" y="549720"/>
                <a:ext cx="30960" cy="41400"/>
              </a:xfrm>
              <a:custGeom>
                <a:avLst/>
                <a:gdLst/>
                <a:ahLst/>
                <a:cxnLst/>
                <a:rect l="l" t="t" r="r" b="b"/>
                <a:pathLst>
                  <a:path w="86" h="115" extrusionOk="0">
                    <a:moveTo>
                      <a:pt x="7" y="113"/>
                    </a:moveTo>
                    <a:cubicBezTo>
                      <a:pt x="2" y="110"/>
                      <a:pt x="0" y="104"/>
                      <a:pt x="3" y="99"/>
                    </a:cubicBezTo>
                    <a:cubicBezTo>
                      <a:pt x="11" y="82"/>
                      <a:pt x="20" y="65"/>
                      <a:pt x="30" y="49"/>
                    </a:cubicBezTo>
                    <a:cubicBezTo>
                      <a:pt x="30" y="50"/>
                      <a:pt x="30" y="50"/>
                      <a:pt x="29" y="50"/>
                    </a:cubicBezTo>
                    <a:cubicBezTo>
                      <a:pt x="30" y="49"/>
                      <a:pt x="30" y="49"/>
                      <a:pt x="31" y="48"/>
                    </a:cubicBezTo>
                    <a:cubicBezTo>
                      <a:pt x="33" y="45"/>
                      <a:pt x="35" y="42"/>
                      <a:pt x="37" y="38"/>
                    </a:cubicBezTo>
                    <a:cubicBezTo>
                      <a:pt x="40" y="34"/>
                      <a:pt x="44" y="28"/>
                      <a:pt x="47" y="24"/>
                    </a:cubicBezTo>
                    <a:cubicBezTo>
                      <a:pt x="53" y="16"/>
                      <a:pt x="59" y="8"/>
                      <a:pt x="68" y="3"/>
                    </a:cubicBezTo>
                    <a:cubicBezTo>
                      <a:pt x="72" y="0"/>
                      <a:pt x="79" y="2"/>
                      <a:pt x="82" y="7"/>
                    </a:cubicBezTo>
                    <a:cubicBezTo>
                      <a:pt x="85" y="12"/>
                      <a:pt x="84" y="19"/>
                      <a:pt x="79" y="22"/>
                    </a:cubicBezTo>
                    <a:cubicBezTo>
                      <a:pt x="78" y="23"/>
                      <a:pt x="77" y="23"/>
                      <a:pt x="76" y="24"/>
                    </a:cubicBezTo>
                    <a:cubicBezTo>
                      <a:pt x="76" y="24"/>
                      <a:pt x="75" y="24"/>
                      <a:pt x="75" y="25"/>
                    </a:cubicBezTo>
                    <a:cubicBezTo>
                      <a:pt x="75" y="24"/>
                      <a:pt x="75" y="24"/>
                      <a:pt x="76" y="24"/>
                    </a:cubicBezTo>
                    <a:cubicBezTo>
                      <a:pt x="73" y="26"/>
                      <a:pt x="72" y="28"/>
                      <a:pt x="69" y="30"/>
                    </a:cubicBezTo>
                    <a:cubicBezTo>
                      <a:pt x="68" y="33"/>
                      <a:pt x="65" y="35"/>
                      <a:pt x="63" y="38"/>
                    </a:cubicBezTo>
                    <a:cubicBezTo>
                      <a:pt x="61" y="41"/>
                      <a:pt x="59" y="43"/>
                      <a:pt x="58" y="46"/>
                    </a:cubicBezTo>
                    <a:cubicBezTo>
                      <a:pt x="54" y="51"/>
                      <a:pt x="51" y="56"/>
                      <a:pt x="47" y="62"/>
                    </a:cubicBezTo>
                    <a:cubicBezTo>
                      <a:pt x="38" y="77"/>
                      <a:pt x="29" y="92"/>
                      <a:pt x="21" y="109"/>
                    </a:cubicBezTo>
                    <a:cubicBezTo>
                      <a:pt x="19" y="112"/>
                      <a:pt x="16" y="114"/>
                      <a:pt x="12" y="114"/>
                    </a:cubicBezTo>
                    <a:cubicBezTo>
                      <a:pt x="10" y="114"/>
                      <a:pt x="8" y="114"/>
                      <a:pt x="7" y="1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" name="Google Shape;182;p2"/>
              <p:cNvSpPr/>
              <p:nvPr/>
            </p:nvSpPr>
            <p:spPr>
              <a:xfrm>
                <a:off x="2819880" y="498960"/>
                <a:ext cx="27720" cy="53280"/>
              </a:xfrm>
              <a:custGeom>
                <a:avLst/>
                <a:gdLst/>
                <a:ahLst/>
                <a:cxnLst/>
                <a:rect l="l" t="t" r="r" b="b"/>
                <a:pathLst>
                  <a:path w="77" h="148" extrusionOk="0">
                    <a:moveTo>
                      <a:pt x="54" y="140"/>
                    </a:moveTo>
                    <a:cubicBezTo>
                      <a:pt x="46" y="119"/>
                      <a:pt x="38" y="98"/>
                      <a:pt x="29" y="77"/>
                    </a:cubicBezTo>
                    <a:cubicBezTo>
                      <a:pt x="26" y="67"/>
                      <a:pt x="22" y="58"/>
                      <a:pt x="18" y="48"/>
                    </a:cubicBezTo>
                    <a:cubicBezTo>
                      <a:pt x="14" y="40"/>
                      <a:pt x="10" y="32"/>
                      <a:pt x="6" y="24"/>
                    </a:cubicBezTo>
                    <a:cubicBezTo>
                      <a:pt x="2" y="21"/>
                      <a:pt x="0" y="17"/>
                      <a:pt x="1" y="13"/>
                    </a:cubicBezTo>
                    <a:cubicBezTo>
                      <a:pt x="1" y="12"/>
                      <a:pt x="1" y="11"/>
                      <a:pt x="1" y="11"/>
                    </a:cubicBezTo>
                    <a:cubicBezTo>
                      <a:pt x="1" y="5"/>
                      <a:pt x="7" y="0"/>
                      <a:pt x="13" y="1"/>
                    </a:cubicBezTo>
                    <a:cubicBezTo>
                      <a:pt x="15" y="1"/>
                      <a:pt x="18" y="2"/>
                      <a:pt x="20" y="4"/>
                    </a:cubicBezTo>
                    <a:cubicBezTo>
                      <a:pt x="22" y="6"/>
                      <a:pt x="23" y="9"/>
                      <a:pt x="24" y="11"/>
                    </a:cubicBezTo>
                    <a:cubicBezTo>
                      <a:pt x="26" y="14"/>
                      <a:pt x="27" y="18"/>
                      <a:pt x="29" y="21"/>
                    </a:cubicBezTo>
                    <a:cubicBezTo>
                      <a:pt x="30" y="26"/>
                      <a:pt x="33" y="31"/>
                      <a:pt x="35" y="37"/>
                    </a:cubicBezTo>
                    <a:cubicBezTo>
                      <a:pt x="39" y="46"/>
                      <a:pt x="43" y="57"/>
                      <a:pt x="47" y="67"/>
                    </a:cubicBezTo>
                    <a:cubicBezTo>
                      <a:pt x="57" y="88"/>
                      <a:pt x="65" y="110"/>
                      <a:pt x="74" y="131"/>
                    </a:cubicBezTo>
                    <a:cubicBezTo>
                      <a:pt x="76" y="137"/>
                      <a:pt x="74" y="143"/>
                      <a:pt x="68" y="145"/>
                    </a:cubicBezTo>
                    <a:cubicBezTo>
                      <a:pt x="67" y="146"/>
                      <a:pt x="65" y="147"/>
                      <a:pt x="64" y="147"/>
                    </a:cubicBezTo>
                    <a:cubicBezTo>
                      <a:pt x="60" y="147"/>
                      <a:pt x="55" y="144"/>
                      <a:pt x="54" y="1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" name="Google Shape;183;p2"/>
              <p:cNvSpPr/>
              <p:nvPr/>
            </p:nvSpPr>
            <p:spPr>
              <a:xfrm>
                <a:off x="2815200" y="502560"/>
                <a:ext cx="56520" cy="55080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53" extrusionOk="0">
                    <a:moveTo>
                      <a:pt x="7" y="151"/>
                    </a:moveTo>
                    <a:cubicBezTo>
                      <a:pt x="1" y="148"/>
                      <a:pt x="0" y="141"/>
                      <a:pt x="2" y="137"/>
                    </a:cubicBezTo>
                    <a:cubicBezTo>
                      <a:pt x="8" y="125"/>
                      <a:pt x="15" y="114"/>
                      <a:pt x="23" y="104"/>
                    </a:cubicBezTo>
                    <a:cubicBezTo>
                      <a:pt x="29" y="95"/>
                      <a:pt x="36" y="86"/>
                      <a:pt x="44" y="77"/>
                    </a:cubicBezTo>
                    <a:cubicBezTo>
                      <a:pt x="52" y="67"/>
                      <a:pt x="61" y="57"/>
                      <a:pt x="69" y="48"/>
                    </a:cubicBezTo>
                    <a:cubicBezTo>
                      <a:pt x="78" y="38"/>
                      <a:pt x="88" y="29"/>
                      <a:pt x="98" y="21"/>
                    </a:cubicBezTo>
                    <a:cubicBezTo>
                      <a:pt x="110" y="12"/>
                      <a:pt x="123" y="4"/>
                      <a:pt x="137" y="1"/>
                    </a:cubicBezTo>
                    <a:cubicBezTo>
                      <a:pt x="139" y="1"/>
                      <a:pt x="141" y="1"/>
                      <a:pt x="142" y="1"/>
                    </a:cubicBezTo>
                    <a:cubicBezTo>
                      <a:pt x="148" y="0"/>
                      <a:pt x="154" y="4"/>
                      <a:pt x="155" y="10"/>
                    </a:cubicBezTo>
                    <a:cubicBezTo>
                      <a:pt x="156" y="17"/>
                      <a:pt x="151" y="22"/>
                      <a:pt x="145" y="22"/>
                    </a:cubicBezTo>
                    <a:cubicBezTo>
                      <a:pt x="143" y="23"/>
                      <a:pt x="142" y="23"/>
                      <a:pt x="141" y="23"/>
                    </a:cubicBezTo>
                    <a:cubicBezTo>
                      <a:pt x="140" y="23"/>
                      <a:pt x="139" y="23"/>
                      <a:pt x="139" y="23"/>
                    </a:cubicBezTo>
                    <a:cubicBezTo>
                      <a:pt x="137" y="24"/>
                      <a:pt x="134" y="25"/>
                      <a:pt x="132" y="25"/>
                    </a:cubicBezTo>
                    <a:cubicBezTo>
                      <a:pt x="129" y="27"/>
                      <a:pt x="127" y="28"/>
                      <a:pt x="124" y="29"/>
                    </a:cubicBezTo>
                    <a:cubicBezTo>
                      <a:pt x="120" y="31"/>
                      <a:pt x="116" y="34"/>
                      <a:pt x="113" y="36"/>
                    </a:cubicBezTo>
                    <a:cubicBezTo>
                      <a:pt x="108" y="39"/>
                      <a:pt x="104" y="43"/>
                      <a:pt x="99" y="46"/>
                    </a:cubicBezTo>
                    <a:cubicBezTo>
                      <a:pt x="93" y="53"/>
                      <a:pt x="86" y="59"/>
                      <a:pt x="80" y="66"/>
                    </a:cubicBezTo>
                    <a:cubicBezTo>
                      <a:pt x="76" y="70"/>
                      <a:pt x="72" y="75"/>
                      <a:pt x="68" y="80"/>
                    </a:cubicBezTo>
                    <a:cubicBezTo>
                      <a:pt x="61" y="88"/>
                      <a:pt x="55" y="95"/>
                      <a:pt x="49" y="103"/>
                    </a:cubicBezTo>
                    <a:cubicBezTo>
                      <a:pt x="43" y="111"/>
                      <a:pt x="37" y="119"/>
                      <a:pt x="32" y="127"/>
                    </a:cubicBezTo>
                    <a:cubicBezTo>
                      <a:pt x="28" y="134"/>
                      <a:pt x="24" y="140"/>
                      <a:pt x="21" y="147"/>
                    </a:cubicBezTo>
                    <a:cubicBezTo>
                      <a:pt x="19" y="150"/>
                      <a:pt x="15" y="152"/>
                      <a:pt x="12" y="152"/>
                    </a:cubicBezTo>
                    <a:cubicBezTo>
                      <a:pt x="10" y="152"/>
                      <a:pt x="8" y="152"/>
                      <a:pt x="7" y="1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" name="Google Shape;184;p2"/>
              <p:cNvSpPr/>
              <p:nvPr/>
            </p:nvSpPr>
            <p:spPr>
              <a:xfrm>
                <a:off x="2885760" y="520560"/>
                <a:ext cx="1908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53" h="27" extrusionOk="0">
                    <a:moveTo>
                      <a:pt x="22" y="25"/>
                    </a:moveTo>
                    <a:cubicBezTo>
                      <a:pt x="19" y="25"/>
                      <a:pt x="17" y="24"/>
                      <a:pt x="14" y="24"/>
                    </a:cubicBezTo>
                    <a:cubicBezTo>
                      <a:pt x="13" y="24"/>
                      <a:pt x="12" y="23"/>
                      <a:pt x="11" y="23"/>
                    </a:cubicBezTo>
                    <a:cubicBezTo>
                      <a:pt x="8" y="22"/>
                      <a:pt x="5" y="21"/>
                      <a:pt x="3" y="18"/>
                    </a:cubicBezTo>
                    <a:cubicBezTo>
                      <a:pt x="0" y="16"/>
                      <a:pt x="0" y="10"/>
                      <a:pt x="2" y="6"/>
                    </a:cubicBezTo>
                    <a:cubicBezTo>
                      <a:pt x="4" y="2"/>
                      <a:pt x="9" y="0"/>
                      <a:pt x="14" y="1"/>
                    </a:cubicBezTo>
                    <a:cubicBezTo>
                      <a:pt x="15" y="1"/>
                      <a:pt x="15" y="2"/>
                      <a:pt x="16" y="2"/>
                    </a:cubicBezTo>
                    <a:cubicBezTo>
                      <a:pt x="25" y="3"/>
                      <a:pt x="33" y="3"/>
                      <a:pt x="41" y="4"/>
                    </a:cubicBezTo>
                    <a:cubicBezTo>
                      <a:pt x="47" y="5"/>
                      <a:pt x="52" y="10"/>
                      <a:pt x="51" y="16"/>
                    </a:cubicBezTo>
                    <a:cubicBezTo>
                      <a:pt x="51" y="21"/>
                      <a:pt x="45" y="25"/>
                      <a:pt x="40" y="25"/>
                    </a:cubicBezTo>
                    <a:cubicBezTo>
                      <a:pt x="36" y="25"/>
                      <a:pt x="33" y="25"/>
                      <a:pt x="30" y="24"/>
                    </a:cubicBezTo>
                    <a:cubicBezTo>
                      <a:pt x="28" y="25"/>
                      <a:pt x="26" y="26"/>
                      <a:pt x="24" y="26"/>
                    </a:cubicBezTo>
                    <a:cubicBezTo>
                      <a:pt x="23" y="26"/>
                      <a:pt x="22" y="26"/>
                      <a:pt x="22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" name="Google Shape;185;p2"/>
              <p:cNvSpPr/>
              <p:nvPr/>
            </p:nvSpPr>
            <p:spPr>
              <a:xfrm>
                <a:off x="2870280" y="533160"/>
                <a:ext cx="3600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100" h="36" extrusionOk="0">
                    <a:moveTo>
                      <a:pt x="8" y="34"/>
                    </a:moveTo>
                    <a:cubicBezTo>
                      <a:pt x="3" y="32"/>
                      <a:pt x="0" y="26"/>
                      <a:pt x="1" y="21"/>
                    </a:cubicBezTo>
                    <a:cubicBezTo>
                      <a:pt x="2" y="19"/>
                      <a:pt x="2" y="18"/>
                      <a:pt x="3" y="17"/>
                    </a:cubicBezTo>
                    <a:cubicBezTo>
                      <a:pt x="6" y="12"/>
                      <a:pt x="12" y="11"/>
                      <a:pt x="17" y="13"/>
                    </a:cubicBezTo>
                    <a:cubicBezTo>
                      <a:pt x="18" y="13"/>
                      <a:pt x="19" y="13"/>
                      <a:pt x="20" y="13"/>
                    </a:cubicBezTo>
                    <a:cubicBezTo>
                      <a:pt x="31" y="12"/>
                      <a:pt x="42" y="10"/>
                      <a:pt x="52" y="8"/>
                    </a:cubicBezTo>
                    <a:cubicBezTo>
                      <a:pt x="64" y="6"/>
                      <a:pt x="75" y="3"/>
                      <a:pt x="87" y="2"/>
                    </a:cubicBezTo>
                    <a:cubicBezTo>
                      <a:pt x="92" y="0"/>
                      <a:pt x="97" y="4"/>
                      <a:pt x="98" y="10"/>
                    </a:cubicBezTo>
                    <a:cubicBezTo>
                      <a:pt x="99" y="15"/>
                      <a:pt x="95" y="20"/>
                      <a:pt x="89" y="21"/>
                    </a:cubicBezTo>
                    <a:cubicBezTo>
                      <a:pt x="77" y="24"/>
                      <a:pt x="64" y="26"/>
                      <a:pt x="52" y="29"/>
                    </a:cubicBezTo>
                    <a:cubicBezTo>
                      <a:pt x="47" y="30"/>
                      <a:pt x="42" y="31"/>
                      <a:pt x="37" y="32"/>
                    </a:cubicBezTo>
                    <a:cubicBezTo>
                      <a:pt x="34" y="32"/>
                      <a:pt x="31" y="33"/>
                      <a:pt x="28" y="34"/>
                    </a:cubicBezTo>
                    <a:cubicBezTo>
                      <a:pt x="24" y="34"/>
                      <a:pt x="20" y="35"/>
                      <a:pt x="16" y="35"/>
                    </a:cubicBezTo>
                    <a:cubicBezTo>
                      <a:pt x="13" y="35"/>
                      <a:pt x="10" y="35"/>
                      <a:pt x="8" y="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" name="Google Shape;186;p2"/>
              <p:cNvSpPr/>
              <p:nvPr/>
            </p:nvSpPr>
            <p:spPr>
              <a:xfrm>
                <a:off x="2928240" y="496440"/>
                <a:ext cx="34920" cy="80280"/>
              </a:xfrm>
              <a:custGeom>
                <a:avLst/>
                <a:gdLst/>
                <a:ahLst/>
                <a:cxnLst/>
                <a:rect l="l" t="t" r="r" b="b"/>
                <a:pathLst>
                  <a:path w="97" h="223" extrusionOk="0">
                    <a:moveTo>
                      <a:pt x="9" y="221"/>
                    </a:moveTo>
                    <a:cubicBezTo>
                      <a:pt x="4" y="220"/>
                      <a:pt x="0" y="214"/>
                      <a:pt x="1" y="208"/>
                    </a:cubicBezTo>
                    <a:cubicBezTo>
                      <a:pt x="3" y="202"/>
                      <a:pt x="9" y="198"/>
                      <a:pt x="15" y="200"/>
                    </a:cubicBezTo>
                    <a:cubicBezTo>
                      <a:pt x="16" y="200"/>
                      <a:pt x="16" y="200"/>
                      <a:pt x="18" y="200"/>
                    </a:cubicBezTo>
                    <a:cubicBezTo>
                      <a:pt x="18" y="200"/>
                      <a:pt x="19" y="200"/>
                      <a:pt x="20" y="200"/>
                    </a:cubicBezTo>
                    <a:cubicBezTo>
                      <a:pt x="19" y="200"/>
                      <a:pt x="19" y="200"/>
                      <a:pt x="18" y="200"/>
                    </a:cubicBezTo>
                    <a:cubicBezTo>
                      <a:pt x="20" y="200"/>
                      <a:pt x="22" y="200"/>
                      <a:pt x="23" y="200"/>
                    </a:cubicBezTo>
                    <a:cubicBezTo>
                      <a:pt x="26" y="200"/>
                      <a:pt x="29" y="199"/>
                      <a:pt x="32" y="198"/>
                    </a:cubicBezTo>
                    <a:cubicBezTo>
                      <a:pt x="32" y="198"/>
                      <a:pt x="31" y="198"/>
                      <a:pt x="30" y="199"/>
                    </a:cubicBezTo>
                    <a:cubicBezTo>
                      <a:pt x="35" y="198"/>
                      <a:pt x="39" y="197"/>
                      <a:pt x="42" y="196"/>
                    </a:cubicBezTo>
                    <a:cubicBezTo>
                      <a:pt x="44" y="194"/>
                      <a:pt x="46" y="194"/>
                      <a:pt x="48" y="193"/>
                    </a:cubicBezTo>
                    <a:cubicBezTo>
                      <a:pt x="49" y="192"/>
                      <a:pt x="51" y="191"/>
                      <a:pt x="52" y="190"/>
                    </a:cubicBezTo>
                    <a:cubicBezTo>
                      <a:pt x="53" y="189"/>
                      <a:pt x="54" y="189"/>
                      <a:pt x="56" y="187"/>
                    </a:cubicBezTo>
                    <a:cubicBezTo>
                      <a:pt x="57" y="186"/>
                      <a:pt x="57" y="186"/>
                      <a:pt x="58" y="184"/>
                    </a:cubicBezTo>
                    <a:cubicBezTo>
                      <a:pt x="59" y="183"/>
                      <a:pt x="60" y="182"/>
                      <a:pt x="61" y="181"/>
                    </a:cubicBezTo>
                    <a:cubicBezTo>
                      <a:pt x="62" y="179"/>
                      <a:pt x="63" y="178"/>
                      <a:pt x="64" y="176"/>
                    </a:cubicBezTo>
                    <a:cubicBezTo>
                      <a:pt x="65" y="172"/>
                      <a:pt x="67" y="169"/>
                      <a:pt x="68" y="165"/>
                    </a:cubicBezTo>
                    <a:cubicBezTo>
                      <a:pt x="68" y="166"/>
                      <a:pt x="67" y="166"/>
                      <a:pt x="67" y="166"/>
                    </a:cubicBezTo>
                    <a:cubicBezTo>
                      <a:pt x="70" y="160"/>
                      <a:pt x="71" y="153"/>
                      <a:pt x="72" y="146"/>
                    </a:cubicBezTo>
                    <a:cubicBezTo>
                      <a:pt x="73" y="141"/>
                      <a:pt x="74" y="136"/>
                      <a:pt x="74" y="130"/>
                    </a:cubicBezTo>
                    <a:cubicBezTo>
                      <a:pt x="74" y="125"/>
                      <a:pt x="74" y="120"/>
                      <a:pt x="74" y="115"/>
                    </a:cubicBezTo>
                    <a:cubicBezTo>
                      <a:pt x="74" y="112"/>
                      <a:pt x="73" y="109"/>
                      <a:pt x="72" y="105"/>
                    </a:cubicBezTo>
                    <a:cubicBezTo>
                      <a:pt x="72" y="102"/>
                      <a:pt x="71" y="100"/>
                      <a:pt x="70" y="98"/>
                    </a:cubicBezTo>
                    <a:lnTo>
                      <a:pt x="70" y="97"/>
                    </a:lnTo>
                    <a:lnTo>
                      <a:pt x="70" y="98"/>
                    </a:lnTo>
                    <a:cubicBezTo>
                      <a:pt x="70" y="97"/>
                      <a:pt x="70" y="97"/>
                      <a:pt x="70" y="96"/>
                    </a:cubicBezTo>
                    <a:cubicBezTo>
                      <a:pt x="69" y="95"/>
                      <a:pt x="68" y="94"/>
                      <a:pt x="67" y="93"/>
                    </a:cubicBezTo>
                    <a:cubicBezTo>
                      <a:pt x="67" y="92"/>
                      <a:pt x="66" y="91"/>
                      <a:pt x="65" y="90"/>
                    </a:cubicBezTo>
                    <a:cubicBezTo>
                      <a:pt x="64" y="89"/>
                      <a:pt x="64" y="88"/>
                      <a:pt x="63" y="88"/>
                    </a:cubicBezTo>
                    <a:cubicBezTo>
                      <a:pt x="63" y="87"/>
                      <a:pt x="62" y="87"/>
                      <a:pt x="61" y="87"/>
                    </a:cubicBezTo>
                    <a:cubicBezTo>
                      <a:pt x="61" y="87"/>
                      <a:pt x="60" y="86"/>
                      <a:pt x="60" y="85"/>
                    </a:cubicBezTo>
                    <a:cubicBezTo>
                      <a:pt x="58" y="85"/>
                      <a:pt x="56" y="84"/>
                      <a:pt x="54" y="83"/>
                    </a:cubicBezTo>
                    <a:cubicBezTo>
                      <a:pt x="53" y="83"/>
                      <a:pt x="53" y="83"/>
                      <a:pt x="52" y="83"/>
                    </a:cubicBezTo>
                    <a:lnTo>
                      <a:pt x="53" y="83"/>
                    </a:lnTo>
                    <a:cubicBezTo>
                      <a:pt x="52" y="83"/>
                      <a:pt x="51" y="83"/>
                      <a:pt x="51" y="83"/>
                    </a:cubicBezTo>
                    <a:cubicBezTo>
                      <a:pt x="50" y="83"/>
                      <a:pt x="50" y="83"/>
                      <a:pt x="50" y="83"/>
                    </a:cubicBezTo>
                    <a:cubicBezTo>
                      <a:pt x="49" y="83"/>
                      <a:pt x="49" y="83"/>
                      <a:pt x="49" y="84"/>
                    </a:cubicBezTo>
                    <a:cubicBezTo>
                      <a:pt x="45" y="85"/>
                      <a:pt x="41" y="88"/>
                      <a:pt x="37" y="90"/>
                    </a:cubicBezTo>
                    <a:cubicBezTo>
                      <a:pt x="35" y="91"/>
                      <a:pt x="33" y="93"/>
                      <a:pt x="31" y="94"/>
                    </a:cubicBezTo>
                    <a:lnTo>
                      <a:pt x="32" y="94"/>
                    </a:lnTo>
                    <a:cubicBezTo>
                      <a:pt x="30" y="95"/>
                      <a:pt x="28" y="97"/>
                      <a:pt x="26" y="98"/>
                    </a:cubicBezTo>
                    <a:cubicBezTo>
                      <a:pt x="25" y="99"/>
                      <a:pt x="25" y="99"/>
                      <a:pt x="24" y="101"/>
                    </a:cubicBezTo>
                    <a:cubicBezTo>
                      <a:pt x="23" y="101"/>
                      <a:pt x="22" y="102"/>
                      <a:pt x="21" y="102"/>
                    </a:cubicBezTo>
                    <a:cubicBezTo>
                      <a:pt x="17" y="104"/>
                      <a:pt x="14" y="104"/>
                      <a:pt x="11" y="102"/>
                    </a:cubicBezTo>
                    <a:cubicBezTo>
                      <a:pt x="5" y="101"/>
                      <a:pt x="3" y="94"/>
                      <a:pt x="5" y="88"/>
                    </a:cubicBezTo>
                    <a:cubicBezTo>
                      <a:pt x="7" y="83"/>
                      <a:pt x="9" y="77"/>
                      <a:pt x="11" y="71"/>
                    </a:cubicBezTo>
                    <a:cubicBezTo>
                      <a:pt x="16" y="54"/>
                      <a:pt x="20" y="37"/>
                      <a:pt x="23" y="19"/>
                    </a:cubicBezTo>
                    <a:cubicBezTo>
                      <a:pt x="23" y="17"/>
                      <a:pt x="24" y="16"/>
                      <a:pt x="24" y="14"/>
                    </a:cubicBezTo>
                    <a:cubicBezTo>
                      <a:pt x="23" y="12"/>
                      <a:pt x="24" y="10"/>
                      <a:pt x="25" y="7"/>
                    </a:cubicBezTo>
                    <a:cubicBezTo>
                      <a:pt x="28" y="2"/>
                      <a:pt x="36" y="0"/>
                      <a:pt x="42" y="4"/>
                    </a:cubicBezTo>
                    <a:cubicBezTo>
                      <a:pt x="44" y="6"/>
                      <a:pt x="45" y="8"/>
                      <a:pt x="46" y="11"/>
                    </a:cubicBezTo>
                    <a:cubicBezTo>
                      <a:pt x="46" y="13"/>
                      <a:pt x="46" y="16"/>
                      <a:pt x="45" y="18"/>
                    </a:cubicBezTo>
                    <a:cubicBezTo>
                      <a:pt x="44" y="22"/>
                      <a:pt x="44" y="25"/>
                      <a:pt x="43" y="28"/>
                    </a:cubicBezTo>
                    <a:cubicBezTo>
                      <a:pt x="42" y="37"/>
                      <a:pt x="40" y="44"/>
                      <a:pt x="38" y="52"/>
                    </a:cubicBezTo>
                    <a:cubicBezTo>
                      <a:pt x="37" y="57"/>
                      <a:pt x="36" y="62"/>
                      <a:pt x="35" y="67"/>
                    </a:cubicBezTo>
                    <a:cubicBezTo>
                      <a:pt x="36" y="66"/>
                      <a:pt x="39" y="65"/>
                      <a:pt x="41" y="64"/>
                    </a:cubicBezTo>
                    <a:cubicBezTo>
                      <a:pt x="46" y="61"/>
                      <a:pt x="53" y="62"/>
                      <a:pt x="58" y="63"/>
                    </a:cubicBezTo>
                    <a:cubicBezTo>
                      <a:pt x="61" y="63"/>
                      <a:pt x="65" y="65"/>
                      <a:pt x="68" y="66"/>
                    </a:cubicBezTo>
                    <a:cubicBezTo>
                      <a:pt x="71" y="67"/>
                      <a:pt x="74" y="69"/>
                      <a:pt x="76" y="71"/>
                    </a:cubicBezTo>
                    <a:cubicBezTo>
                      <a:pt x="81" y="75"/>
                      <a:pt x="85" y="80"/>
                      <a:pt x="88" y="85"/>
                    </a:cubicBezTo>
                    <a:cubicBezTo>
                      <a:pt x="90" y="91"/>
                      <a:pt x="92" y="98"/>
                      <a:pt x="93" y="105"/>
                    </a:cubicBezTo>
                    <a:cubicBezTo>
                      <a:pt x="96" y="119"/>
                      <a:pt x="96" y="134"/>
                      <a:pt x="93" y="148"/>
                    </a:cubicBezTo>
                    <a:cubicBezTo>
                      <a:pt x="92" y="155"/>
                      <a:pt x="90" y="162"/>
                      <a:pt x="88" y="170"/>
                    </a:cubicBezTo>
                    <a:cubicBezTo>
                      <a:pt x="86" y="177"/>
                      <a:pt x="83" y="184"/>
                      <a:pt x="80" y="190"/>
                    </a:cubicBezTo>
                    <a:cubicBezTo>
                      <a:pt x="74" y="203"/>
                      <a:pt x="63" y="211"/>
                      <a:pt x="50" y="216"/>
                    </a:cubicBezTo>
                    <a:cubicBezTo>
                      <a:pt x="43" y="218"/>
                      <a:pt x="36" y="220"/>
                      <a:pt x="29" y="221"/>
                    </a:cubicBezTo>
                    <a:cubicBezTo>
                      <a:pt x="26" y="222"/>
                      <a:pt x="22" y="222"/>
                      <a:pt x="19" y="222"/>
                    </a:cubicBezTo>
                    <a:lnTo>
                      <a:pt x="18" y="222"/>
                    </a:lnTo>
                    <a:cubicBezTo>
                      <a:pt x="15" y="222"/>
                      <a:pt x="12" y="222"/>
                      <a:pt x="9" y="2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" name="Google Shape;187;p2"/>
              <p:cNvSpPr/>
              <p:nvPr/>
            </p:nvSpPr>
            <p:spPr>
              <a:xfrm>
                <a:off x="2932560" y="470880"/>
                <a:ext cx="76320" cy="38160"/>
              </a:xfrm>
              <a:custGeom>
                <a:avLst/>
                <a:gdLst/>
                <a:ahLst/>
                <a:cxnLst/>
                <a:rect l="l" t="t" r="r" b="b"/>
                <a:pathLst>
                  <a:path w="212" h="106" extrusionOk="0">
                    <a:moveTo>
                      <a:pt x="2" y="97"/>
                    </a:moveTo>
                    <a:cubicBezTo>
                      <a:pt x="0" y="94"/>
                      <a:pt x="1" y="90"/>
                      <a:pt x="3" y="87"/>
                    </a:cubicBezTo>
                    <a:cubicBezTo>
                      <a:pt x="4" y="85"/>
                      <a:pt x="6" y="84"/>
                      <a:pt x="7" y="84"/>
                    </a:cubicBezTo>
                    <a:cubicBezTo>
                      <a:pt x="27" y="71"/>
                      <a:pt x="49" y="62"/>
                      <a:pt x="71" y="53"/>
                    </a:cubicBezTo>
                    <a:cubicBezTo>
                      <a:pt x="90" y="45"/>
                      <a:pt x="111" y="37"/>
                      <a:pt x="130" y="29"/>
                    </a:cubicBezTo>
                    <a:cubicBezTo>
                      <a:pt x="152" y="20"/>
                      <a:pt x="174" y="11"/>
                      <a:pt x="196" y="2"/>
                    </a:cubicBezTo>
                    <a:cubicBezTo>
                      <a:pt x="201" y="0"/>
                      <a:pt x="207" y="2"/>
                      <a:pt x="209" y="7"/>
                    </a:cubicBezTo>
                    <a:cubicBezTo>
                      <a:pt x="211" y="11"/>
                      <a:pt x="209" y="17"/>
                      <a:pt x="204" y="20"/>
                    </a:cubicBezTo>
                    <a:cubicBezTo>
                      <a:pt x="181" y="29"/>
                      <a:pt x="158" y="39"/>
                      <a:pt x="135" y="48"/>
                    </a:cubicBezTo>
                    <a:cubicBezTo>
                      <a:pt x="115" y="57"/>
                      <a:pt x="95" y="65"/>
                      <a:pt x="76" y="73"/>
                    </a:cubicBezTo>
                    <a:cubicBezTo>
                      <a:pt x="64" y="78"/>
                      <a:pt x="53" y="83"/>
                      <a:pt x="42" y="88"/>
                    </a:cubicBezTo>
                    <a:cubicBezTo>
                      <a:pt x="39" y="91"/>
                      <a:pt x="35" y="92"/>
                      <a:pt x="32" y="94"/>
                    </a:cubicBezTo>
                    <a:cubicBezTo>
                      <a:pt x="30" y="95"/>
                      <a:pt x="27" y="97"/>
                      <a:pt x="24" y="99"/>
                    </a:cubicBezTo>
                    <a:cubicBezTo>
                      <a:pt x="22" y="101"/>
                      <a:pt x="20" y="102"/>
                      <a:pt x="18" y="103"/>
                    </a:cubicBezTo>
                    <a:cubicBezTo>
                      <a:pt x="16" y="105"/>
                      <a:pt x="14" y="105"/>
                      <a:pt x="12" y="105"/>
                    </a:cubicBezTo>
                    <a:cubicBezTo>
                      <a:pt x="7" y="105"/>
                      <a:pt x="3" y="102"/>
                      <a:pt x="2" y="9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" name="Google Shape;188;p2"/>
              <p:cNvSpPr/>
              <p:nvPr/>
            </p:nvSpPr>
            <p:spPr>
              <a:xfrm>
                <a:off x="2385720" y="642960"/>
                <a:ext cx="55440" cy="72000"/>
              </a:xfrm>
              <a:custGeom>
                <a:avLst/>
                <a:gdLst/>
                <a:ahLst/>
                <a:cxnLst/>
                <a:rect l="l" t="t" r="r" b="b"/>
                <a:pathLst>
                  <a:path w="154" h="200" extrusionOk="0">
                    <a:moveTo>
                      <a:pt x="62" y="199"/>
                    </a:moveTo>
                    <a:lnTo>
                      <a:pt x="63" y="199"/>
                    </a:lnTo>
                    <a:cubicBezTo>
                      <a:pt x="56" y="199"/>
                      <a:pt x="50" y="199"/>
                      <a:pt x="44" y="198"/>
                    </a:cubicBezTo>
                    <a:cubicBezTo>
                      <a:pt x="37" y="198"/>
                      <a:pt x="30" y="196"/>
                      <a:pt x="23" y="195"/>
                    </a:cubicBezTo>
                    <a:cubicBezTo>
                      <a:pt x="17" y="194"/>
                      <a:pt x="11" y="191"/>
                      <a:pt x="6" y="187"/>
                    </a:cubicBezTo>
                    <a:cubicBezTo>
                      <a:pt x="2" y="183"/>
                      <a:pt x="0" y="177"/>
                      <a:pt x="2" y="172"/>
                    </a:cubicBezTo>
                    <a:cubicBezTo>
                      <a:pt x="2" y="169"/>
                      <a:pt x="4" y="166"/>
                      <a:pt x="6" y="164"/>
                    </a:cubicBezTo>
                    <a:cubicBezTo>
                      <a:pt x="8" y="162"/>
                      <a:pt x="10" y="160"/>
                      <a:pt x="13" y="159"/>
                    </a:cubicBezTo>
                    <a:cubicBezTo>
                      <a:pt x="17" y="156"/>
                      <a:pt x="23" y="152"/>
                      <a:pt x="28" y="149"/>
                    </a:cubicBezTo>
                    <a:cubicBezTo>
                      <a:pt x="37" y="142"/>
                      <a:pt x="47" y="136"/>
                      <a:pt x="55" y="129"/>
                    </a:cubicBezTo>
                    <a:cubicBezTo>
                      <a:pt x="59" y="125"/>
                      <a:pt x="64" y="121"/>
                      <a:pt x="68" y="118"/>
                    </a:cubicBezTo>
                    <a:cubicBezTo>
                      <a:pt x="73" y="113"/>
                      <a:pt x="78" y="109"/>
                      <a:pt x="83" y="104"/>
                    </a:cubicBezTo>
                    <a:cubicBezTo>
                      <a:pt x="83" y="105"/>
                      <a:pt x="83" y="105"/>
                      <a:pt x="82" y="105"/>
                    </a:cubicBezTo>
                    <a:cubicBezTo>
                      <a:pt x="92" y="96"/>
                      <a:pt x="101" y="87"/>
                      <a:pt x="109" y="78"/>
                    </a:cubicBezTo>
                    <a:cubicBezTo>
                      <a:pt x="112" y="74"/>
                      <a:pt x="115" y="71"/>
                      <a:pt x="118" y="67"/>
                    </a:cubicBezTo>
                    <a:cubicBezTo>
                      <a:pt x="119" y="65"/>
                      <a:pt x="121" y="62"/>
                      <a:pt x="122" y="60"/>
                    </a:cubicBezTo>
                    <a:cubicBezTo>
                      <a:pt x="123" y="57"/>
                      <a:pt x="124" y="54"/>
                      <a:pt x="125" y="51"/>
                    </a:cubicBezTo>
                    <a:cubicBezTo>
                      <a:pt x="126" y="48"/>
                      <a:pt x="126" y="46"/>
                      <a:pt x="127" y="43"/>
                    </a:cubicBezTo>
                    <a:cubicBezTo>
                      <a:pt x="127" y="41"/>
                      <a:pt x="127" y="39"/>
                      <a:pt x="127" y="37"/>
                    </a:cubicBezTo>
                    <a:cubicBezTo>
                      <a:pt x="127" y="36"/>
                      <a:pt x="127" y="34"/>
                      <a:pt x="127" y="33"/>
                    </a:cubicBezTo>
                    <a:cubicBezTo>
                      <a:pt x="127" y="32"/>
                      <a:pt x="127" y="32"/>
                      <a:pt x="127" y="32"/>
                    </a:cubicBezTo>
                    <a:cubicBezTo>
                      <a:pt x="127" y="31"/>
                      <a:pt x="127" y="30"/>
                      <a:pt x="127" y="30"/>
                    </a:cubicBezTo>
                    <a:cubicBezTo>
                      <a:pt x="126" y="29"/>
                      <a:pt x="126" y="28"/>
                      <a:pt x="126" y="27"/>
                    </a:cubicBezTo>
                    <a:cubicBezTo>
                      <a:pt x="126" y="28"/>
                      <a:pt x="126" y="29"/>
                      <a:pt x="127" y="29"/>
                    </a:cubicBezTo>
                    <a:cubicBezTo>
                      <a:pt x="126" y="28"/>
                      <a:pt x="126" y="27"/>
                      <a:pt x="125" y="26"/>
                    </a:cubicBezTo>
                    <a:cubicBezTo>
                      <a:pt x="125" y="26"/>
                      <a:pt x="125" y="25"/>
                      <a:pt x="124" y="25"/>
                    </a:cubicBezTo>
                    <a:cubicBezTo>
                      <a:pt x="124" y="25"/>
                      <a:pt x="123" y="25"/>
                      <a:pt x="123" y="24"/>
                    </a:cubicBezTo>
                    <a:cubicBezTo>
                      <a:pt x="123" y="24"/>
                      <a:pt x="123" y="23"/>
                      <a:pt x="122" y="23"/>
                    </a:cubicBezTo>
                    <a:cubicBezTo>
                      <a:pt x="122" y="23"/>
                      <a:pt x="121" y="23"/>
                      <a:pt x="121" y="22"/>
                    </a:cubicBezTo>
                    <a:cubicBezTo>
                      <a:pt x="121" y="22"/>
                      <a:pt x="121" y="23"/>
                      <a:pt x="122" y="23"/>
                    </a:cubicBezTo>
                    <a:cubicBezTo>
                      <a:pt x="121" y="23"/>
                      <a:pt x="121" y="22"/>
                      <a:pt x="120" y="22"/>
                    </a:cubicBezTo>
                    <a:cubicBezTo>
                      <a:pt x="119" y="22"/>
                      <a:pt x="119" y="22"/>
                      <a:pt x="119" y="22"/>
                    </a:cubicBezTo>
                    <a:cubicBezTo>
                      <a:pt x="117" y="22"/>
                      <a:pt x="115" y="21"/>
                      <a:pt x="113" y="21"/>
                    </a:cubicBezTo>
                    <a:cubicBezTo>
                      <a:pt x="108" y="21"/>
                      <a:pt x="102" y="22"/>
                      <a:pt x="98" y="22"/>
                    </a:cubicBezTo>
                    <a:cubicBezTo>
                      <a:pt x="90" y="23"/>
                      <a:pt x="81" y="23"/>
                      <a:pt x="74" y="25"/>
                    </a:cubicBezTo>
                    <a:cubicBezTo>
                      <a:pt x="65" y="26"/>
                      <a:pt x="56" y="29"/>
                      <a:pt x="47" y="30"/>
                    </a:cubicBezTo>
                    <a:lnTo>
                      <a:pt x="48" y="30"/>
                    </a:lnTo>
                    <a:cubicBezTo>
                      <a:pt x="43" y="32"/>
                      <a:pt x="38" y="33"/>
                      <a:pt x="33" y="34"/>
                    </a:cubicBezTo>
                    <a:cubicBezTo>
                      <a:pt x="30" y="36"/>
                      <a:pt x="27" y="37"/>
                      <a:pt x="24" y="37"/>
                    </a:cubicBezTo>
                    <a:cubicBezTo>
                      <a:pt x="20" y="36"/>
                      <a:pt x="17" y="34"/>
                      <a:pt x="16" y="31"/>
                    </a:cubicBezTo>
                    <a:cubicBezTo>
                      <a:pt x="12" y="26"/>
                      <a:pt x="14" y="18"/>
                      <a:pt x="20" y="15"/>
                    </a:cubicBezTo>
                    <a:cubicBezTo>
                      <a:pt x="28" y="13"/>
                      <a:pt x="36" y="11"/>
                      <a:pt x="44" y="9"/>
                    </a:cubicBezTo>
                    <a:cubicBezTo>
                      <a:pt x="48" y="8"/>
                      <a:pt x="53" y="7"/>
                      <a:pt x="59" y="6"/>
                    </a:cubicBezTo>
                    <a:cubicBezTo>
                      <a:pt x="70" y="4"/>
                      <a:pt x="82" y="2"/>
                      <a:pt x="94" y="1"/>
                    </a:cubicBezTo>
                    <a:cubicBezTo>
                      <a:pt x="101" y="1"/>
                      <a:pt x="108" y="0"/>
                      <a:pt x="115" y="0"/>
                    </a:cubicBezTo>
                    <a:cubicBezTo>
                      <a:pt x="119" y="1"/>
                      <a:pt x="122" y="1"/>
                      <a:pt x="125" y="2"/>
                    </a:cubicBezTo>
                    <a:cubicBezTo>
                      <a:pt x="128" y="2"/>
                      <a:pt x="131" y="4"/>
                      <a:pt x="133" y="5"/>
                    </a:cubicBezTo>
                    <a:cubicBezTo>
                      <a:pt x="139" y="9"/>
                      <a:pt x="143" y="15"/>
                      <a:pt x="146" y="20"/>
                    </a:cubicBezTo>
                    <a:cubicBezTo>
                      <a:pt x="148" y="27"/>
                      <a:pt x="149" y="33"/>
                      <a:pt x="148" y="40"/>
                    </a:cubicBezTo>
                    <a:cubicBezTo>
                      <a:pt x="148" y="48"/>
                      <a:pt x="146" y="56"/>
                      <a:pt x="143" y="63"/>
                    </a:cubicBezTo>
                    <a:cubicBezTo>
                      <a:pt x="137" y="77"/>
                      <a:pt x="127" y="89"/>
                      <a:pt x="116" y="100"/>
                    </a:cubicBezTo>
                    <a:cubicBezTo>
                      <a:pt x="106" y="111"/>
                      <a:pt x="95" y="121"/>
                      <a:pt x="83" y="131"/>
                    </a:cubicBezTo>
                    <a:cubicBezTo>
                      <a:pt x="77" y="135"/>
                      <a:pt x="72" y="140"/>
                      <a:pt x="66" y="145"/>
                    </a:cubicBezTo>
                    <a:cubicBezTo>
                      <a:pt x="59" y="150"/>
                      <a:pt x="53" y="155"/>
                      <a:pt x="47" y="160"/>
                    </a:cubicBezTo>
                    <a:cubicBezTo>
                      <a:pt x="43" y="163"/>
                      <a:pt x="39" y="166"/>
                      <a:pt x="35" y="168"/>
                    </a:cubicBezTo>
                    <a:cubicBezTo>
                      <a:pt x="33" y="170"/>
                      <a:pt x="30" y="172"/>
                      <a:pt x="27" y="174"/>
                    </a:cubicBezTo>
                    <a:lnTo>
                      <a:pt x="28" y="174"/>
                    </a:lnTo>
                    <a:cubicBezTo>
                      <a:pt x="30" y="175"/>
                      <a:pt x="33" y="175"/>
                      <a:pt x="35" y="176"/>
                    </a:cubicBezTo>
                    <a:cubicBezTo>
                      <a:pt x="45" y="178"/>
                      <a:pt x="54" y="178"/>
                      <a:pt x="64" y="178"/>
                    </a:cubicBezTo>
                    <a:cubicBezTo>
                      <a:pt x="63" y="178"/>
                      <a:pt x="63" y="178"/>
                      <a:pt x="63" y="178"/>
                    </a:cubicBezTo>
                    <a:cubicBezTo>
                      <a:pt x="68" y="178"/>
                      <a:pt x="73" y="178"/>
                      <a:pt x="79" y="178"/>
                    </a:cubicBezTo>
                    <a:cubicBezTo>
                      <a:pt x="86" y="178"/>
                      <a:pt x="93" y="178"/>
                      <a:pt x="100" y="177"/>
                    </a:cubicBezTo>
                    <a:cubicBezTo>
                      <a:pt x="106" y="177"/>
                      <a:pt x="112" y="177"/>
                      <a:pt x="118" y="177"/>
                    </a:cubicBezTo>
                    <a:cubicBezTo>
                      <a:pt x="124" y="176"/>
                      <a:pt x="131" y="176"/>
                      <a:pt x="137" y="176"/>
                    </a:cubicBezTo>
                    <a:cubicBezTo>
                      <a:pt x="138" y="175"/>
                      <a:pt x="139" y="175"/>
                      <a:pt x="140" y="175"/>
                    </a:cubicBezTo>
                    <a:cubicBezTo>
                      <a:pt x="146" y="174"/>
                      <a:pt x="151" y="178"/>
                      <a:pt x="152" y="184"/>
                    </a:cubicBezTo>
                    <a:cubicBezTo>
                      <a:pt x="153" y="190"/>
                      <a:pt x="149" y="195"/>
                      <a:pt x="143" y="196"/>
                    </a:cubicBezTo>
                    <a:cubicBezTo>
                      <a:pt x="136" y="198"/>
                      <a:pt x="127" y="198"/>
                      <a:pt x="119" y="198"/>
                    </a:cubicBezTo>
                    <a:cubicBezTo>
                      <a:pt x="114" y="198"/>
                      <a:pt x="107" y="198"/>
                      <a:pt x="101" y="199"/>
                    </a:cubicBezTo>
                    <a:cubicBezTo>
                      <a:pt x="95" y="199"/>
                      <a:pt x="88" y="199"/>
                      <a:pt x="81" y="199"/>
                    </a:cubicBezTo>
                    <a:cubicBezTo>
                      <a:pt x="77" y="199"/>
                      <a:pt x="73" y="199"/>
                      <a:pt x="69" y="199"/>
                    </a:cubicBezTo>
                    <a:cubicBezTo>
                      <a:pt x="67" y="199"/>
                      <a:pt x="65" y="199"/>
                      <a:pt x="62" y="1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" name="Google Shape;189;p2"/>
              <p:cNvSpPr/>
              <p:nvPr/>
            </p:nvSpPr>
            <p:spPr>
              <a:xfrm>
                <a:off x="2390400" y="675360"/>
                <a:ext cx="52200" cy="15840"/>
              </a:xfrm>
              <a:custGeom>
                <a:avLst/>
                <a:gdLst/>
                <a:ahLst/>
                <a:cxnLst/>
                <a:rect l="l" t="t" r="r" b="b"/>
                <a:pathLst>
                  <a:path w="145" h="44" extrusionOk="0">
                    <a:moveTo>
                      <a:pt x="17" y="43"/>
                    </a:moveTo>
                    <a:cubicBezTo>
                      <a:pt x="14" y="42"/>
                      <a:pt x="10" y="42"/>
                      <a:pt x="7" y="41"/>
                    </a:cubicBezTo>
                    <a:cubicBezTo>
                      <a:pt x="4" y="39"/>
                      <a:pt x="1" y="36"/>
                      <a:pt x="1" y="32"/>
                    </a:cubicBezTo>
                    <a:cubicBezTo>
                      <a:pt x="0" y="28"/>
                      <a:pt x="2" y="23"/>
                      <a:pt x="6" y="21"/>
                    </a:cubicBezTo>
                    <a:cubicBezTo>
                      <a:pt x="8" y="20"/>
                      <a:pt x="10" y="19"/>
                      <a:pt x="13" y="18"/>
                    </a:cubicBezTo>
                    <a:cubicBezTo>
                      <a:pt x="14" y="18"/>
                      <a:pt x="16" y="18"/>
                      <a:pt x="18" y="18"/>
                    </a:cubicBezTo>
                    <a:cubicBezTo>
                      <a:pt x="21" y="17"/>
                      <a:pt x="24" y="17"/>
                      <a:pt x="27" y="16"/>
                    </a:cubicBezTo>
                    <a:cubicBezTo>
                      <a:pt x="31" y="16"/>
                      <a:pt x="36" y="15"/>
                      <a:pt x="40" y="14"/>
                    </a:cubicBezTo>
                    <a:cubicBezTo>
                      <a:pt x="50" y="13"/>
                      <a:pt x="60" y="11"/>
                      <a:pt x="70" y="10"/>
                    </a:cubicBezTo>
                    <a:cubicBezTo>
                      <a:pt x="91" y="6"/>
                      <a:pt x="112" y="3"/>
                      <a:pt x="133" y="0"/>
                    </a:cubicBezTo>
                    <a:cubicBezTo>
                      <a:pt x="138" y="0"/>
                      <a:pt x="142" y="3"/>
                      <a:pt x="144" y="9"/>
                    </a:cubicBezTo>
                    <a:cubicBezTo>
                      <a:pt x="144" y="14"/>
                      <a:pt x="141" y="19"/>
                      <a:pt x="135" y="20"/>
                    </a:cubicBezTo>
                    <a:cubicBezTo>
                      <a:pt x="115" y="23"/>
                      <a:pt x="95" y="25"/>
                      <a:pt x="75" y="29"/>
                    </a:cubicBezTo>
                    <a:cubicBezTo>
                      <a:pt x="66" y="31"/>
                      <a:pt x="56" y="33"/>
                      <a:pt x="46" y="34"/>
                    </a:cubicBezTo>
                    <a:cubicBezTo>
                      <a:pt x="41" y="35"/>
                      <a:pt x="36" y="36"/>
                      <a:pt x="32" y="37"/>
                    </a:cubicBezTo>
                    <a:cubicBezTo>
                      <a:pt x="31" y="37"/>
                      <a:pt x="29" y="37"/>
                      <a:pt x="28" y="38"/>
                    </a:cubicBezTo>
                    <a:cubicBezTo>
                      <a:pt x="27" y="41"/>
                      <a:pt x="23" y="43"/>
                      <a:pt x="19" y="43"/>
                    </a:cubicBezTo>
                    <a:cubicBezTo>
                      <a:pt x="18" y="43"/>
                      <a:pt x="17" y="43"/>
                      <a:pt x="17" y="4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" name="Google Shape;190;p2"/>
              <p:cNvSpPr/>
              <p:nvPr/>
            </p:nvSpPr>
            <p:spPr>
              <a:xfrm>
                <a:off x="2461320" y="661320"/>
                <a:ext cx="30600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85" h="30" extrusionOk="0">
                    <a:moveTo>
                      <a:pt x="11" y="29"/>
                    </a:moveTo>
                    <a:cubicBezTo>
                      <a:pt x="10" y="29"/>
                      <a:pt x="10" y="29"/>
                      <a:pt x="10" y="29"/>
                    </a:cubicBezTo>
                    <a:cubicBezTo>
                      <a:pt x="4" y="28"/>
                      <a:pt x="0" y="24"/>
                      <a:pt x="0" y="18"/>
                    </a:cubicBezTo>
                    <a:cubicBezTo>
                      <a:pt x="0" y="13"/>
                      <a:pt x="5" y="7"/>
                      <a:pt x="11" y="7"/>
                    </a:cubicBezTo>
                    <a:cubicBezTo>
                      <a:pt x="14" y="7"/>
                      <a:pt x="18" y="7"/>
                      <a:pt x="21" y="7"/>
                    </a:cubicBezTo>
                    <a:cubicBezTo>
                      <a:pt x="39" y="5"/>
                      <a:pt x="56" y="3"/>
                      <a:pt x="73" y="1"/>
                    </a:cubicBezTo>
                    <a:cubicBezTo>
                      <a:pt x="79" y="0"/>
                      <a:pt x="84" y="6"/>
                      <a:pt x="84" y="11"/>
                    </a:cubicBezTo>
                    <a:cubicBezTo>
                      <a:pt x="84" y="17"/>
                      <a:pt x="79" y="22"/>
                      <a:pt x="74" y="22"/>
                    </a:cubicBezTo>
                    <a:cubicBezTo>
                      <a:pt x="72" y="22"/>
                      <a:pt x="70" y="22"/>
                      <a:pt x="69" y="22"/>
                    </a:cubicBezTo>
                    <a:cubicBezTo>
                      <a:pt x="60" y="24"/>
                      <a:pt x="51" y="25"/>
                      <a:pt x="42" y="26"/>
                    </a:cubicBezTo>
                    <a:cubicBezTo>
                      <a:pt x="36" y="27"/>
                      <a:pt x="31" y="27"/>
                      <a:pt x="26" y="28"/>
                    </a:cubicBezTo>
                    <a:cubicBezTo>
                      <a:pt x="23" y="28"/>
                      <a:pt x="20" y="28"/>
                      <a:pt x="17" y="28"/>
                    </a:cubicBezTo>
                    <a:cubicBezTo>
                      <a:pt x="16" y="29"/>
                      <a:pt x="15" y="29"/>
                      <a:pt x="13" y="29"/>
                    </a:cubicBezTo>
                    <a:cubicBezTo>
                      <a:pt x="12" y="29"/>
                      <a:pt x="11" y="29"/>
                      <a:pt x="11" y="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" name="Google Shape;191;p2"/>
              <p:cNvSpPr/>
              <p:nvPr/>
            </p:nvSpPr>
            <p:spPr>
              <a:xfrm>
                <a:off x="2453760" y="678600"/>
                <a:ext cx="3888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108" h="33" extrusionOk="0">
                    <a:moveTo>
                      <a:pt x="11" y="32"/>
                    </a:moveTo>
                    <a:cubicBezTo>
                      <a:pt x="6" y="32"/>
                      <a:pt x="0" y="27"/>
                      <a:pt x="0" y="21"/>
                    </a:cubicBezTo>
                    <a:cubicBezTo>
                      <a:pt x="0" y="15"/>
                      <a:pt x="4" y="10"/>
                      <a:pt x="11" y="10"/>
                    </a:cubicBezTo>
                    <a:cubicBezTo>
                      <a:pt x="12" y="9"/>
                      <a:pt x="14" y="10"/>
                      <a:pt x="15" y="11"/>
                    </a:cubicBezTo>
                    <a:cubicBezTo>
                      <a:pt x="18" y="11"/>
                      <a:pt x="20" y="11"/>
                      <a:pt x="22" y="11"/>
                    </a:cubicBezTo>
                    <a:cubicBezTo>
                      <a:pt x="47" y="8"/>
                      <a:pt x="71" y="4"/>
                      <a:pt x="95" y="1"/>
                    </a:cubicBezTo>
                    <a:cubicBezTo>
                      <a:pt x="100" y="0"/>
                      <a:pt x="106" y="4"/>
                      <a:pt x="106" y="9"/>
                    </a:cubicBezTo>
                    <a:cubicBezTo>
                      <a:pt x="107" y="14"/>
                      <a:pt x="104" y="19"/>
                      <a:pt x="98" y="21"/>
                    </a:cubicBezTo>
                    <a:cubicBezTo>
                      <a:pt x="83" y="23"/>
                      <a:pt x="67" y="26"/>
                      <a:pt x="52" y="28"/>
                    </a:cubicBezTo>
                    <a:cubicBezTo>
                      <a:pt x="44" y="29"/>
                      <a:pt x="36" y="30"/>
                      <a:pt x="29" y="31"/>
                    </a:cubicBezTo>
                    <a:cubicBezTo>
                      <a:pt x="24" y="32"/>
                      <a:pt x="19" y="32"/>
                      <a:pt x="15" y="32"/>
                    </a:cubicBezTo>
                    <a:cubicBezTo>
                      <a:pt x="14" y="32"/>
                      <a:pt x="12" y="32"/>
                      <a:pt x="11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" name="Google Shape;192;p2"/>
              <p:cNvSpPr/>
              <p:nvPr/>
            </p:nvSpPr>
            <p:spPr>
              <a:xfrm>
                <a:off x="2511000" y="630360"/>
                <a:ext cx="39240" cy="9432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262" extrusionOk="0">
                    <a:moveTo>
                      <a:pt x="33" y="261"/>
                    </a:moveTo>
                    <a:cubicBezTo>
                      <a:pt x="27" y="261"/>
                      <a:pt x="22" y="254"/>
                      <a:pt x="24" y="248"/>
                    </a:cubicBezTo>
                    <a:cubicBezTo>
                      <a:pt x="27" y="234"/>
                      <a:pt x="29" y="220"/>
                      <a:pt x="32" y="206"/>
                    </a:cubicBezTo>
                    <a:lnTo>
                      <a:pt x="32" y="207"/>
                    </a:lnTo>
                    <a:cubicBezTo>
                      <a:pt x="34" y="195"/>
                      <a:pt x="36" y="182"/>
                      <a:pt x="39" y="170"/>
                    </a:cubicBezTo>
                    <a:cubicBezTo>
                      <a:pt x="41" y="160"/>
                      <a:pt x="42" y="150"/>
                      <a:pt x="44" y="141"/>
                    </a:cubicBezTo>
                    <a:cubicBezTo>
                      <a:pt x="47" y="128"/>
                      <a:pt x="49" y="116"/>
                      <a:pt x="52" y="104"/>
                    </a:cubicBezTo>
                    <a:cubicBezTo>
                      <a:pt x="53" y="100"/>
                      <a:pt x="54" y="97"/>
                      <a:pt x="55" y="93"/>
                    </a:cubicBezTo>
                    <a:cubicBezTo>
                      <a:pt x="48" y="102"/>
                      <a:pt x="42" y="111"/>
                      <a:pt x="36" y="120"/>
                    </a:cubicBezTo>
                    <a:cubicBezTo>
                      <a:pt x="33" y="125"/>
                      <a:pt x="30" y="129"/>
                      <a:pt x="27" y="135"/>
                    </a:cubicBezTo>
                    <a:cubicBezTo>
                      <a:pt x="27" y="134"/>
                      <a:pt x="27" y="134"/>
                      <a:pt x="27" y="134"/>
                    </a:cubicBezTo>
                    <a:cubicBezTo>
                      <a:pt x="26" y="136"/>
                      <a:pt x="24" y="138"/>
                      <a:pt x="23" y="141"/>
                    </a:cubicBezTo>
                    <a:cubicBezTo>
                      <a:pt x="23" y="142"/>
                      <a:pt x="23" y="142"/>
                      <a:pt x="22" y="142"/>
                    </a:cubicBezTo>
                    <a:cubicBezTo>
                      <a:pt x="22" y="148"/>
                      <a:pt x="15" y="152"/>
                      <a:pt x="10" y="150"/>
                    </a:cubicBezTo>
                    <a:cubicBezTo>
                      <a:pt x="4" y="149"/>
                      <a:pt x="0" y="143"/>
                      <a:pt x="1" y="137"/>
                    </a:cubicBezTo>
                    <a:cubicBezTo>
                      <a:pt x="3" y="130"/>
                      <a:pt x="8" y="124"/>
                      <a:pt x="12" y="118"/>
                    </a:cubicBezTo>
                    <a:cubicBezTo>
                      <a:pt x="15" y="114"/>
                      <a:pt x="17" y="110"/>
                      <a:pt x="20" y="106"/>
                    </a:cubicBezTo>
                    <a:cubicBezTo>
                      <a:pt x="26" y="98"/>
                      <a:pt x="32" y="89"/>
                      <a:pt x="39" y="81"/>
                    </a:cubicBezTo>
                    <a:cubicBezTo>
                      <a:pt x="50" y="66"/>
                      <a:pt x="61" y="51"/>
                      <a:pt x="71" y="35"/>
                    </a:cubicBezTo>
                    <a:lnTo>
                      <a:pt x="71" y="36"/>
                    </a:lnTo>
                    <a:cubicBezTo>
                      <a:pt x="72" y="34"/>
                      <a:pt x="73" y="32"/>
                      <a:pt x="74" y="30"/>
                    </a:cubicBezTo>
                    <a:cubicBezTo>
                      <a:pt x="75" y="26"/>
                      <a:pt x="77" y="22"/>
                      <a:pt x="79" y="19"/>
                    </a:cubicBezTo>
                    <a:cubicBezTo>
                      <a:pt x="81" y="14"/>
                      <a:pt x="84" y="9"/>
                      <a:pt x="87" y="5"/>
                    </a:cubicBezTo>
                    <a:cubicBezTo>
                      <a:pt x="89" y="2"/>
                      <a:pt x="93" y="0"/>
                      <a:pt x="97" y="1"/>
                    </a:cubicBezTo>
                    <a:cubicBezTo>
                      <a:pt x="101" y="1"/>
                      <a:pt x="105" y="4"/>
                      <a:pt x="106" y="8"/>
                    </a:cubicBezTo>
                    <a:cubicBezTo>
                      <a:pt x="107" y="11"/>
                      <a:pt x="108" y="12"/>
                      <a:pt x="107" y="15"/>
                    </a:cubicBezTo>
                    <a:cubicBezTo>
                      <a:pt x="106" y="18"/>
                      <a:pt x="104" y="21"/>
                      <a:pt x="103" y="24"/>
                    </a:cubicBezTo>
                    <a:cubicBezTo>
                      <a:pt x="102" y="26"/>
                      <a:pt x="100" y="28"/>
                      <a:pt x="99" y="30"/>
                    </a:cubicBezTo>
                    <a:cubicBezTo>
                      <a:pt x="97" y="33"/>
                      <a:pt x="95" y="36"/>
                      <a:pt x="94" y="39"/>
                    </a:cubicBezTo>
                    <a:cubicBezTo>
                      <a:pt x="91" y="44"/>
                      <a:pt x="89" y="50"/>
                      <a:pt x="87" y="55"/>
                    </a:cubicBezTo>
                    <a:cubicBezTo>
                      <a:pt x="85" y="62"/>
                      <a:pt x="82" y="68"/>
                      <a:pt x="81" y="75"/>
                    </a:cubicBezTo>
                    <a:cubicBezTo>
                      <a:pt x="78" y="84"/>
                      <a:pt x="75" y="92"/>
                      <a:pt x="73" y="101"/>
                    </a:cubicBezTo>
                    <a:cubicBezTo>
                      <a:pt x="71" y="111"/>
                      <a:pt x="69" y="121"/>
                      <a:pt x="66" y="132"/>
                    </a:cubicBezTo>
                    <a:cubicBezTo>
                      <a:pt x="64" y="142"/>
                      <a:pt x="62" y="153"/>
                      <a:pt x="60" y="163"/>
                    </a:cubicBezTo>
                    <a:cubicBezTo>
                      <a:pt x="58" y="173"/>
                      <a:pt x="57" y="182"/>
                      <a:pt x="55" y="192"/>
                    </a:cubicBezTo>
                    <a:lnTo>
                      <a:pt x="55" y="191"/>
                    </a:lnTo>
                    <a:cubicBezTo>
                      <a:pt x="54" y="197"/>
                      <a:pt x="53" y="203"/>
                      <a:pt x="52" y="210"/>
                    </a:cubicBezTo>
                    <a:lnTo>
                      <a:pt x="52" y="209"/>
                    </a:lnTo>
                    <a:lnTo>
                      <a:pt x="52" y="210"/>
                    </a:lnTo>
                    <a:cubicBezTo>
                      <a:pt x="52" y="209"/>
                      <a:pt x="52" y="209"/>
                      <a:pt x="52" y="209"/>
                    </a:cubicBezTo>
                    <a:lnTo>
                      <a:pt x="52" y="210"/>
                    </a:lnTo>
                    <a:cubicBezTo>
                      <a:pt x="51" y="215"/>
                      <a:pt x="50" y="220"/>
                      <a:pt x="49" y="225"/>
                    </a:cubicBezTo>
                    <a:cubicBezTo>
                      <a:pt x="49" y="224"/>
                      <a:pt x="49" y="224"/>
                      <a:pt x="49" y="224"/>
                    </a:cubicBezTo>
                    <a:cubicBezTo>
                      <a:pt x="48" y="233"/>
                      <a:pt x="46" y="242"/>
                      <a:pt x="45" y="251"/>
                    </a:cubicBezTo>
                    <a:cubicBezTo>
                      <a:pt x="44" y="257"/>
                      <a:pt x="40" y="261"/>
                      <a:pt x="34" y="261"/>
                    </a:cubicBezTo>
                    <a:lnTo>
                      <a:pt x="33" y="26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" name="Google Shape;193;p2"/>
              <p:cNvSpPr/>
              <p:nvPr/>
            </p:nvSpPr>
            <p:spPr>
              <a:xfrm>
                <a:off x="2558880" y="672480"/>
                <a:ext cx="3204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89" h="31" extrusionOk="0">
                    <a:moveTo>
                      <a:pt x="11" y="30"/>
                    </a:moveTo>
                    <a:cubicBezTo>
                      <a:pt x="5" y="29"/>
                      <a:pt x="0" y="23"/>
                      <a:pt x="2" y="17"/>
                    </a:cubicBezTo>
                    <a:lnTo>
                      <a:pt x="2" y="16"/>
                    </a:lnTo>
                    <a:cubicBezTo>
                      <a:pt x="3" y="12"/>
                      <a:pt x="7" y="8"/>
                      <a:pt x="11" y="8"/>
                    </a:cubicBezTo>
                    <a:cubicBezTo>
                      <a:pt x="14" y="7"/>
                      <a:pt x="16" y="7"/>
                      <a:pt x="18" y="8"/>
                    </a:cubicBezTo>
                    <a:cubicBezTo>
                      <a:pt x="23" y="8"/>
                      <a:pt x="28" y="8"/>
                      <a:pt x="32" y="8"/>
                    </a:cubicBezTo>
                    <a:cubicBezTo>
                      <a:pt x="46" y="6"/>
                      <a:pt x="60" y="4"/>
                      <a:pt x="75" y="1"/>
                    </a:cubicBezTo>
                    <a:cubicBezTo>
                      <a:pt x="80" y="0"/>
                      <a:pt x="86" y="4"/>
                      <a:pt x="87" y="10"/>
                    </a:cubicBezTo>
                    <a:cubicBezTo>
                      <a:pt x="88" y="15"/>
                      <a:pt x="84" y="21"/>
                      <a:pt x="78" y="22"/>
                    </a:cubicBezTo>
                    <a:cubicBezTo>
                      <a:pt x="67" y="24"/>
                      <a:pt x="56" y="25"/>
                      <a:pt x="46" y="27"/>
                    </a:cubicBezTo>
                    <a:cubicBezTo>
                      <a:pt x="41" y="28"/>
                      <a:pt x="36" y="29"/>
                      <a:pt x="32" y="29"/>
                    </a:cubicBezTo>
                    <a:cubicBezTo>
                      <a:pt x="27" y="29"/>
                      <a:pt x="22" y="30"/>
                      <a:pt x="17" y="30"/>
                    </a:cubicBezTo>
                    <a:cubicBezTo>
                      <a:pt x="15" y="30"/>
                      <a:pt x="13" y="30"/>
                      <a:pt x="11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" name="Google Shape;194;p2"/>
              <p:cNvSpPr/>
              <p:nvPr/>
            </p:nvSpPr>
            <p:spPr>
              <a:xfrm>
                <a:off x="2573280" y="651240"/>
                <a:ext cx="1836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51" h="135" extrusionOk="0">
                    <a:moveTo>
                      <a:pt x="2" y="124"/>
                    </a:moveTo>
                    <a:cubicBezTo>
                      <a:pt x="2" y="116"/>
                      <a:pt x="1" y="108"/>
                      <a:pt x="0" y="99"/>
                    </a:cubicBezTo>
                    <a:cubicBezTo>
                      <a:pt x="0" y="92"/>
                      <a:pt x="0" y="86"/>
                      <a:pt x="1" y="80"/>
                    </a:cubicBezTo>
                    <a:cubicBezTo>
                      <a:pt x="1" y="76"/>
                      <a:pt x="2" y="71"/>
                      <a:pt x="2" y="67"/>
                    </a:cubicBezTo>
                    <a:cubicBezTo>
                      <a:pt x="3" y="59"/>
                      <a:pt x="4" y="50"/>
                      <a:pt x="6" y="42"/>
                    </a:cubicBezTo>
                    <a:cubicBezTo>
                      <a:pt x="9" y="34"/>
                      <a:pt x="12" y="25"/>
                      <a:pt x="17" y="18"/>
                    </a:cubicBezTo>
                    <a:cubicBezTo>
                      <a:pt x="19" y="14"/>
                      <a:pt x="21" y="11"/>
                      <a:pt x="25" y="8"/>
                    </a:cubicBezTo>
                    <a:cubicBezTo>
                      <a:pt x="27" y="6"/>
                      <a:pt x="29" y="4"/>
                      <a:pt x="32" y="3"/>
                    </a:cubicBezTo>
                    <a:cubicBezTo>
                      <a:pt x="36" y="0"/>
                      <a:pt x="44" y="2"/>
                      <a:pt x="46" y="7"/>
                    </a:cubicBezTo>
                    <a:cubicBezTo>
                      <a:pt x="50" y="12"/>
                      <a:pt x="48" y="19"/>
                      <a:pt x="43" y="22"/>
                    </a:cubicBezTo>
                    <a:cubicBezTo>
                      <a:pt x="42" y="23"/>
                      <a:pt x="41" y="23"/>
                      <a:pt x="39" y="24"/>
                    </a:cubicBezTo>
                    <a:cubicBezTo>
                      <a:pt x="38" y="25"/>
                      <a:pt x="38" y="25"/>
                      <a:pt x="38" y="25"/>
                    </a:cubicBezTo>
                    <a:cubicBezTo>
                      <a:pt x="36" y="27"/>
                      <a:pt x="35" y="29"/>
                      <a:pt x="34" y="31"/>
                    </a:cubicBezTo>
                    <a:cubicBezTo>
                      <a:pt x="33" y="32"/>
                      <a:pt x="32" y="34"/>
                      <a:pt x="31" y="36"/>
                    </a:cubicBezTo>
                    <a:cubicBezTo>
                      <a:pt x="29" y="39"/>
                      <a:pt x="28" y="43"/>
                      <a:pt x="27" y="46"/>
                    </a:cubicBezTo>
                    <a:cubicBezTo>
                      <a:pt x="26" y="50"/>
                      <a:pt x="25" y="55"/>
                      <a:pt x="24" y="59"/>
                    </a:cubicBezTo>
                    <a:cubicBezTo>
                      <a:pt x="23" y="67"/>
                      <a:pt x="22" y="75"/>
                      <a:pt x="21" y="84"/>
                    </a:cubicBezTo>
                    <a:cubicBezTo>
                      <a:pt x="21" y="89"/>
                      <a:pt x="21" y="95"/>
                      <a:pt x="21" y="100"/>
                    </a:cubicBezTo>
                    <a:cubicBezTo>
                      <a:pt x="22" y="108"/>
                      <a:pt x="22" y="116"/>
                      <a:pt x="23" y="124"/>
                    </a:cubicBezTo>
                    <a:cubicBezTo>
                      <a:pt x="23" y="130"/>
                      <a:pt x="18" y="134"/>
                      <a:pt x="13" y="134"/>
                    </a:cubicBezTo>
                    <a:cubicBezTo>
                      <a:pt x="7" y="134"/>
                      <a:pt x="3" y="130"/>
                      <a:pt x="2" y="1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" name="Google Shape;195;p2"/>
              <p:cNvSpPr/>
              <p:nvPr/>
            </p:nvSpPr>
            <p:spPr>
              <a:xfrm>
                <a:off x="2609640" y="599040"/>
                <a:ext cx="375480" cy="133560"/>
              </a:xfrm>
              <a:custGeom>
                <a:avLst/>
                <a:gdLst/>
                <a:ahLst/>
                <a:cxnLst/>
                <a:rect l="l" t="t" r="r" b="b"/>
                <a:pathLst>
                  <a:path w="1043" h="371" extrusionOk="0">
                    <a:moveTo>
                      <a:pt x="14" y="363"/>
                    </a:moveTo>
                    <a:cubicBezTo>
                      <a:pt x="13" y="361"/>
                      <a:pt x="12" y="358"/>
                      <a:pt x="12" y="355"/>
                    </a:cubicBezTo>
                    <a:cubicBezTo>
                      <a:pt x="13" y="352"/>
                      <a:pt x="14" y="348"/>
                      <a:pt x="14" y="345"/>
                    </a:cubicBezTo>
                    <a:cubicBezTo>
                      <a:pt x="14" y="344"/>
                      <a:pt x="14" y="344"/>
                      <a:pt x="14" y="343"/>
                    </a:cubicBezTo>
                    <a:cubicBezTo>
                      <a:pt x="15" y="327"/>
                      <a:pt x="15" y="311"/>
                      <a:pt x="14" y="295"/>
                    </a:cubicBezTo>
                    <a:cubicBezTo>
                      <a:pt x="14" y="285"/>
                      <a:pt x="14" y="274"/>
                      <a:pt x="13" y="264"/>
                    </a:cubicBezTo>
                    <a:cubicBezTo>
                      <a:pt x="12" y="255"/>
                      <a:pt x="11" y="246"/>
                      <a:pt x="11" y="237"/>
                    </a:cubicBezTo>
                    <a:cubicBezTo>
                      <a:pt x="9" y="219"/>
                      <a:pt x="7" y="201"/>
                      <a:pt x="4" y="183"/>
                    </a:cubicBezTo>
                    <a:cubicBezTo>
                      <a:pt x="3" y="173"/>
                      <a:pt x="2" y="164"/>
                      <a:pt x="1" y="154"/>
                    </a:cubicBezTo>
                    <a:cubicBezTo>
                      <a:pt x="1" y="148"/>
                      <a:pt x="0" y="142"/>
                      <a:pt x="0" y="137"/>
                    </a:cubicBezTo>
                    <a:cubicBezTo>
                      <a:pt x="1" y="133"/>
                      <a:pt x="1" y="127"/>
                      <a:pt x="5" y="124"/>
                    </a:cubicBezTo>
                    <a:cubicBezTo>
                      <a:pt x="8" y="121"/>
                      <a:pt x="12" y="120"/>
                      <a:pt x="16" y="122"/>
                    </a:cubicBezTo>
                    <a:cubicBezTo>
                      <a:pt x="19" y="123"/>
                      <a:pt x="22" y="126"/>
                      <a:pt x="23" y="128"/>
                    </a:cubicBezTo>
                    <a:cubicBezTo>
                      <a:pt x="26" y="133"/>
                      <a:pt x="25" y="138"/>
                      <a:pt x="22" y="142"/>
                    </a:cubicBezTo>
                    <a:cubicBezTo>
                      <a:pt x="22" y="146"/>
                      <a:pt x="22" y="150"/>
                      <a:pt x="22" y="154"/>
                    </a:cubicBezTo>
                    <a:cubicBezTo>
                      <a:pt x="22" y="159"/>
                      <a:pt x="23" y="165"/>
                      <a:pt x="23" y="170"/>
                    </a:cubicBezTo>
                    <a:cubicBezTo>
                      <a:pt x="25" y="184"/>
                      <a:pt x="27" y="199"/>
                      <a:pt x="28" y="214"/>
                    </a:cubicBezTo>
                    <a:cubicBezTo>
                      <a:pt x="28" y="215"/>
                      <a:pt x="28" y="215"/>
                      <a:pt x="29" y="215"/>
                    </a:cubicBezTo>
                    <a:cubicBezTo>
                      <a:pt x="29" y="219"/>
                      <a:pt x="29" y="224"/>
                      <a:pt x="30" y="228"/>
                    </a:cubicBezTo>
                    <a:lnTo>
                      <a:pt x="30" y="229"/>
                    </a:lnTo>
                    <a:cubicBezTo>
                      <a:pt x="30" y="231"/>
                      <a:pt x="30" y="233"/>
                      <a:pt x="30" y="235"/>
                    </a:cubicBezTo>
                    <a:lnTo>
                      <a:pt x="30" y="236"/>
                    </a:lnTo>
                    <a:lnTo>
                      <a:pt x="30" y="235"/>
                    </a:lnTo>
                    <a:cubicBezTo>
                      <a:pt x="32" y="250"/>
                      <a:pt x="33" y="265"/>
                      <a:pt x="33" y="279"/>
                    </a:cubicBezTo>
                    <a:cubicBezTo>
                      <a:pt x="33" y="279"/>
                      <a:pt x="34" y="279"/>
                      <a:pt x="34" y="278"/>
                    </a:cubicBezTo>
                    <a:cubicBezTo>
                      <a:pt x="36" y="272"/>
                      <a:pt x="39" y="265"/>
                      <a:pt x="42" y="260"/>
                    </a:cubicBezTo>
                    <a:cubicBezTo>
                      <a:pt x="46" y="249"/>
                      <a:pt x="50" y="239"/>
                      <a:pt x="55" y="229"/>
                    </a:cubicBezTo>
                    <a:cubicBezTo>
                      <a:pt x="57" y="225"/>
                      <a:pt x="59" y="220"/>
                      <a:pt x="61" y="215"/>
                    </a:cubicBezTo>
                    <a:cubicBezTo>
                      <a:pt x="63" y="209"/>
                      <a:pt x="65" y="204"/>
                      <a:pt x="67" y="198"/>
                    </a:cubicBezTo>
                    <a:cubicBezTo>
                      <a:pt x="69" y="191"/>
                      <a:pt x="72" y="184"/>
                      <a:pt x="75" y="178"/>
                    </a:cubicBezTo>
                    <a:cubicBezTo>
                      <a:pt x="76" y="172"/>
                      <a:pt x="79" y="165"/>
                      <a:pt x="81" y="159"/>
                    </a:cubicBezTo>
                    <a:cubicBezTo>
                      <a:pt x="82" y="155"/>
                      <a:pt x="83" y="150"/>
                      <a:pt x="85" y="145"/>
                    </a:cubicBezTo>
                    <a:cubicBezTo>
                      <a:pt x="86" y="141"/>
                      <a:pt x="87" y="137"/>
                      <a:pt x="88" y="133"/>
                    </a:cubicBezTo>
                    <a:cubicBezTo>
                      <a:pt x="90" y="125"/>
                      <a:pt x="92" y="117"/>
                      <a:pt x="93" y="109"/>
                    </a:cubicBezTo>
                    <a:cubicBezTo>
                      <a:pt x="94" y="102"/>
                      <a:pt x="95" y="96"/>
                      <a:pt x="95" y="89"/>
                    </a:cubicBezTo>
                    <a:cubicBezTo>
                      <a:pt x="95" y="85"/>
                      <a:pt x="95" y="80"/>
                      <a:pt x="95" y="75"/>
                    </a:cubicBezTo>
                    <a:cubicBezTo>
                      <a:pt x="95" y="74"/>
                      <a:pt x="95" y="71"/>
                      <a:pt x="96" y="70"/>
                    </a:cubicBezTo>
                    <a:cubicBezTo>
                      <a:pt x="96" y="67"/>
                      <a:pt x="97" y="65"/>
                      <a:pt x="99" y="63"/>
                    </a:cubicBezTo>
                    <a:cubicBezTo>
                      <a:pt x="102" y="59"/>
                      <a:pt x="106" y="57"/>
                      <a:pt x="111" y="56"/>
                    </a:cubicBezTo>
                    <a:cubicBezTo>
                      <a:pt x="120" y="53"/>
                      <a:pt x="128" y="55"/>
                      <a:pt x="137" y="56"/>
                    </a:cubicBezTo>
                    <a:cubicBezTo>
                      <a:pt x="142" y="56"/>
                      <a:pt x="146" y="56"/>
                      <a:pt x="151" y="57"/>
                    </a:cubicBezTo>
                    <a:cubicBezTo>
                      <a:pt x="156" y="57"/>
                      <a:pt x="162" y="57"/>
                      <a:pt x="168" y="57"/>
                    </a:cubicBezTo>
                    <a:cubicBezTo>
                      <a:pt x="174" y="57"/>
                      <a:pt x="180" y="57"/>
                      <a:pt x="186" y="57"/>
                    </a:cubicBezTo>
                    <a:cubicBezTo>
                      <a:pt x="196" y="57"/>
                      <a:pt x="207" y="56"/>
                      <a:pt x="217" y="56"/>
                    </a:cubicBezTo>
                    <a:cubicBezTo>
                      <a:pt x="241" y="54"/>
                      <a:pt x="264" y="52"/>
                      <a:pt x="288" y="50"/>
                    </a:cubicBezTo>
                    <a:cubicBezTo>
                      <a:pt x="333" y="46"/>
                      <a:pt x="378" y="43"/>
                      <a:pt x="423" y="39"/>
                    </a:cubicBezTo>
                    <a:cubicBezTo>
                      <a:pt x="467" y="35"/>
                      <a:pt x="511" y="31"/>
                      <a:pt x="556" y="31"/>
                    </a:cubicBezTo>
                    <a:cubicBezTo>
                      <a:pt x="562" y="31"/>
                      <a:pt x="568" y="31"/>
                      <a:pt x="573" y="31"/>
                    </a:cubicBezTo>
                    <a:cubicBezTo>
                      <a:pt x="590" y="31"/>
                      <a:pt x="607" y="31"/>
                      <a:pt x="624" y="30"/>
                    </a:cubicBezTo>
                    <a:cubicBezTo>
                      <a:pt x="646" y="29"/>
                      <a:pt x="669" y="28"/>
                      <a:pt x="692" y="27"/>
                    </a:cubicBezTo>
                    <a:cubicBezTo>
                      <a:pt x="714" y="25"/>
                      <a:pt x="737" y="24"/>
                      <a:pt x="760" y="22"/>
                    </a:cubicBezTo>
                    <a:cubicBezTo>
                      <a:pt x="782" y="21"/>
                      <a:pt x="805" y="20"/>
                      <a:pt x="827" y="18"/>
                    </a:cubicBezTo>
                    <a:cubicBezTo>
                      <a:pt x="839" y="17"/>
                      <a:pt x="850" y="16"/>
                      <a:pt x="861" y="15"/>
                    </a:cubicBezTo>
                    <a:cubicBezTo>
                      <a:pt x="872" y="14"/>
                      <a:pt x="883" y="13"/>
                      <a:pt x="894" y="12"/>
                    </a:cubicBezTo>
                    <a:cubicBezTo>
                      <a:pt x="917" y="11"/>
                      <a:pt x="940" y="10"/>
                      <a:pt x="963" y="8"/>
                    </a:cubicBezTo>
                    <a:cubicBezTo>
                      <a:pt x="964" y="8"/>
                      <a:pt x="966" y="8"/>
                      <a:pt x="968" y="7"/>
                    </a:cubicBezTo>
                    <a:lnTo>
                      <a:pt x="967" y="7"/>
                    </a:lnTo>
                    <a:lnTo>
                      <a:pt x="968" y="7"/>
                    </a:lnTo>
                    <a:cubicBezTo>
                      <a:pt x="977" y="7"/>
                      <a:pt x="985" y="6"/>
                      <a:pt x="994" y="4"/>
                    </a:cubicBezTo>
                    <a:cubicBezTo>
                      <a:pt x="997" y="4"/>
                      <a:pt x="1001" y="3"/>
                      <a:pt x="1005" y="3"/>
                    </a:cubicBezTo>
                    <a:cubicBezTo>
                      <a:pt x="1006" y="2"/>
                      <a:pt x="1009" y="2"/>
                      <a:pt x="1010" y="1"/>
                    </a:cubicBezTo>
                    <a:cubicBezTo>
                      <a:pt x="1013" y="1"/>
                      <a:pt x="1017" y="0"/>
                      <a:pt x="1020" y="0"/>
                    </a:cubicBezTo>
                    <a:cubicBezTo>
                      <a:pt x="1024" y="0"/>
                      <a:pt x="1029" y="0"/>
                      <a:pt x="1033" y="2"/>
                    </a:cubicBezTo>
                    <a:cubicBezTo>
                      <a:pt x="1037" y="4"/>
                      <a:pt x="1040" y="8"/>
                      <a:pt x="1041" y="13"/>
                    </a:cubicBezTo>
                    <a:cubicBezTo>
                      <a:pt x="1042" y="17"/>
                      <a:pt x="1042" y="22"/>
                      <a:pt x="1042" y="27"/>
                    </a:cubicBezTo>
                    <a:cubicBezTo>
                      <a:pt x="1042" y="30"/>
                      <a:pt x="1041" y="33"/>
                      <a:pt x="1041" y="36"/>
                    </a:cubicBezTo>
                    <a:cubicBezTo>
                      <a:pt x="1041" y="39"/>
                      <a:pt x="1040" y="42"/>
                      <a:pt x="1039" y="46"/>
                    </a:cubicBezTo>
                    <a:cubicBezTo>
                      <a:pt x="1036" y="57"/>
                      <a:pt x="1032" y="68"/>
                      <a:pt x="1029" y="80"/>
                    </a:cubicBezTo>
                    <a:cubicBezTo>
                      <a:pt x="1027" y="86"/>
                      <a:pt x="1024" y="92"/>
                      <a:pt x="1022" y="98"/>
                    </a:cubicBezTo>
                    <a:cubicBezTo>
                      <a:pt x="1023" y="98"/>
                      <a:pt x="1023" y="98"/>
                      <a:pt x="1023" y="97"/>
                    </a:cubicBezTo>
                    <a:cubicBezTo>
                      <a:pt x="1020" y="105"/>
                      <a:pt x="1017" y="113"/>
                      <a:pt x="1015" y="121"/>
                    </a:cubicBezTo>
                    <a:cubicBezTo>
                      <a:pt x="1012" y="130"/>
                      <a:pt x="1009" y="138"/>
                      <a:pt x="1006" y="147"/>
                    </a:cubicBezTo>
                    <a:cubicBezTo>
                      <a:pt x="1004" y="152"/>
                      <a:pt x="998" y="155"/>
                      <a:pt x="992" y="153"/>
                    </a:cubicBezTo>
                    <a:cubicBezTo>
                      <a:pt x="987" y="151"/>
                      <a:pt x="984" y="145"/>
                      <a:pt x="986" y="139"/>
                    </a:cubicBezTo>
                    <a:cubicBezTo>
                      <a:pt x="994" y="117"/>
                      <a:pt x="1001" y="96"/>
                      <a:pt x="1008" y="74"/>
                    </a:cubicBezTo>
                    <a:cubicBezTo>
                      <a:pt x="1008" y="74"/>
                      <a:pt x="1009" y="74"/>
                      <a:pt x="1009" y="73"/>
                    </a:cubicBezTo>
                    <a:lnTo>
                      <a:pt x="1009" y="74"/>
                    </a:lnTo>
                    <a:lnTo>
                      <a:pt x="1009" y="73"/>
                    </a:lnTo>
                    <a:cubicBezTo>
                      <a:pt x="1009" y="74"/>
                      <a:pt x="1009" y="74"/>
                      <a:pt x="1008" y="74"/>
                    </a:cubicBezTo>
                    <a:cubicBezTo>
                      <a:pt x="1013" y="60"/>
                      <a:pt x="1017" y="46"/>
                      <a:pt x="1020" y="32"/>
                    </a:cubicBezTo>
                    <a:cubicBezTo>
                      <a:pt x="1020" y="30"/>
                      <a:pt x="1021" y="28"/>
                      <a:pt x="1021" y="25"/>
                    </a:cubicBezTo>
                    <a:cubicBezTo>
                      <a:pt x="1021" y="24"/>
                      <a:pt x="1021" y="23"/>
                      <a:pt x="1021" y="22"/>
                    </a:cubicBezTo>
                    <a:cubicBezTo>
                      <a:pt x="999" y="25"/>
                      <a:pt x="977" y="28"/>
                      <a:pt x="955" y="29"/>
                    </a:cubicBezTo>
                    <a:cubicBezTo>
                      <a:pt x="931" y="31"/>
                      <a:pt x="908" y="32"/>
                      <a:pt x="886" y="34"/>
                    </a:cubicBezTo>
                    <a:cubicBezTo>
                      <a:pt x="864" y="36"/>
                      <a:pt x="841" y="38"/>
                      <a:pt x="819" y="39"/>
                    </a:cubicBezTo>
                    <a:cubicBezTo>
                      <a:pt x="797" y="41"/>
                      <a:pt x="774" y="43"/>
                      <a:pt x="751" y="44"/>
                    </a:cubicBezTo>
                    <a:cubicBezTo>
                      <a:pt x="728" y="46"/>
                      <a:pt x="705" y="47"/>
                      <a:pt x="682" y="48"/>
                    </a:cubicBezTo>
                    <a:cubicBezTo>
                      <a:pt x="660" y="49"/>
                      <a:pt x="638" y="50"/>
                      <a:pt x="615" y="51"/>
                    </a:cubicBezTo>
                    <a:cubicBezTo>
                      <a:pt x="593" y="52"/>
                      <a:pt x="571" y="52"/>
                      <a:pt x="548" y="52"/>
                    </a:cubicBezTo>
                    <a:cubicBezTo>
                      <a:pt x="525" y="52"/>
                      <a:pt x="503" y="53"/>
                      <a:pt x="481" y="54"/>
                    </a:cubicBezTo>
                    <a:cubicBezTo>
                      <a:pt x="458" y="56"/>
                      <a:pt x="434" y="59"/>
                      <a:pt x="410" y="60"/>
                    </a:cubicBezTo>
                    <a:cubicBezTo>
                      <a:pt x="389" y="62"/>
                      <a:pt x="367" y="64"/>
                      <a:pt x="346" y="66"/>
                    </a:cubicBezTo>
                    <a:cubicBezTo>
                      <a:pt x="323" y="68"/>
                      <a:pt x="300" y="70"/>
                      <a:pt x="276" y="72"/>
                    </a:cubicBezTo>
                    <a:cubicBezTo>
                      <a:pt x="265" y="73"/>
                      <a:pt x="254" y="74"/>
                      <a:pt x="243" y="75"/>
                    </a:cubicBezTo>
                    <a:cubicBezTo>
                      <a:pt x="231" y="75"/>
                      <a:pt x="221" y="77"/>
                      <a:pt x="210" y="77"/>
                    </a:cubicBezTo>
                    <a:cubicBezTo>
                      <a:pt x="203" y="77"/>
                      <a:pt x="196" y="78"/>
                      <a:pt x="188" y="78"/>
                    </a:cubicBezTo>
                    <a:cubicBezTo>
                      <a:pt x="182" y="78"/>
                      <a:pt x="176" y="78"/>
                      <a:pt x="169" y="78"/>
                    </a:cubicBezTo>
                    <a:cubicBezTo>
                      <a:pt x="154" y="78"/>
                      <a:pt x="139" y="77"/>
                      <a:pt x="124" y="77"/>
                    </a:cubicBezTo>
                    <a:cubicBezTo>
                      <a:pt x="122" y="76"/>
                      <a:pt x="120" y="76"/>
                      <a:pt x="117" y="77"/>
                    </a:cubicBezTo>
                    <a:cubicBezTo>
                      <a:pt x="117" y="100"/>
                      <a:pt x="111" y="123"/>
                      <a:pt x="106" y="146"/>
                    </a:cubicBezTo>
                    <a:cubicBezTo>
                      <a:pt x="102" y="157"/>
                      <a:pt x="99" y="168"/>
                      <a:pt x="95" y="179"/>
                    </a:cubicBezTo>
                    <a:cubicBezTo>
                      <a:pt x="92" y="189"/>
                      <a:pt x="88" y="199"/>
                      <a:pt x="85" y="208"/>
                    </a:cubicBezTo>
                    <a:cubicBezTo>
                      <a:pt x="78" y="226"/>
                      <a:pt x="70" y="244"/>
                      <a:pt x="62" y="262"/>
                    </a:cubicBezTo>
                    <a:cubicBezTo>
                      <a:pt x="55" y="279"/>
                      <a:pt x="48" y="296"/>
                      <a:pt x="43" y="314"/>
                    </a:cubicBezTo>
                    <a:cubicBezTo>
                      <a:pt x="40" y="323"/>
                      <a:pt x="37" y="332"/>
                      <a:pt x="36" y="341"/>
                    </a:cubicBezTo>
                    <a:cubicBezTo>
                      <a:pt x="36" y="342"/>
                      <a:pt x="35" y="343"/>
                      <a:pt x="35" y="345"/>
                    </a:cubicBezTo>
                    <a:cubicBezTo>
                      <a:pt x="35" y="350"/>
                      <a:pt x="35" y="355"/>
                      <a:pt x="35" y="360"/>
                    </a:cubicBezTo>
                    <a:cubicBezTo>
                      <a:pt x="33" y="364"/>
                      <a:pt x="30" y="369"/>
                      <a:pt x="25" y="370"/>
                    </a:cubicBezTo>
                    <a:cubicBezTo>
                      <a:pt x="25" y="370"/>
                      <a:pt x="24" y="370"/>
                      <a:pt x="23" y="370"/>
                    </a:cubicBezTo>
                    <a:cubicBezTo>
                      <a:pt x="19" y="370"/>
                      <a:pt x="16" y="367"/>
                      <a:pt x="14" y="3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" name="Google Shape;196;p2"/>
              <p:cNvSpPr/>
              <p:nvPr/>
            </p:nvSpPr>
            <p:spPr>
              <a:xfrm>
                <a:off x="2647080" y="637920"/>
                <a:ext cx="48600" cy="76680"/>
              </a:xfrm>
              <a:custGeom>
                <a:avLst/>
                <a:gdLst/>
                <a:ahLst/>
                <a:cxnLst/>
                <a:rect l="l" t="t" r="r" b="b"/>
                <a:pathLst>
                  <a:path w="135" h="213" extrusionOk="0">
                    <a:moveTo>
                      <a:pt x="24" y="205"/>
                    </a:moveTo>
                    <a:cubicBezTo>
                      <a:pt x="23" y="202"/>
                      <a:pt x="23" y="199"/>
                      <a:pt x="23" y="195"/>
                    </a:cubicBezTo>
                    <a:cubicBezTo>
                      <a:pt x="24" y="190"/>
                      <a:pt x="30" y="187"/>
                      <a:pt x="35" y="187"/>
                    </a:cubicBezTo>
                    <a:cubicBezTo>
                      <a:pt x="37" y="187"/>
                      <a:pt x="38" y="188"/>
                      <a:pt x="39" y="188"/>
                    </a:cubicBezTo>
                    <a:cubicBezTo>
                      <a:pt x="41" y="187"/>
                      <a:pt x="44" y="187"/>
                      <a:pt x="46" y="185"/>
                    </a:cubicBezTo>
                    <a:cubicBezTo>
                      <a:pt x="48" y="184"/>
                      <a:pt x="51" y="182"/>
                      <a:pt x="54" y="180"/>
                    </a:cubicBezTo>
                    <a:cubicBezTo>
                      <a:pt x="57" y="178"/>
                      <a:pt x="60" y="175"/>
                      <a:pt x="63" y="173"/>
                    </a:cubicBezTo>
                    <a:cubicBezTo>
                      <a:pt x="65" y="171"/>
                      <a:pt x="68" y="168"/>
                      <a:pt x="70" y="166"/>
                    </a:cubicBezTo>
                    <a:cubicBezTo>
                      <a:pt x="72" y="164"/>
                      <a:pt x="73" y="163"/>
                      <a:pt x="74" y="161"/>
                    </a:cubicBezTo>
                    <a:cubicBezTo>
                      <a:pt x="74" y="160"/>
                      <a:pt x="75" y="159"/>
                      <a:pt x="76" y="157"/>
                    </a:cubicBezTo>
                    <a:cubicBezTo>
                      <a:pt x="77" y="154"/>
                      <a:pt x="79" y="150"/>
                      <a:pt x="80" y="147"/>
                    </a:cubicBezTo>
                    <a:cubicBezTo>
                      <a:pt x="83" y="136"/>
                      <a:pt x="86" y="127"/>
                      <a:pt x="88" y="116"/>
                    </a:cubicBezTo>
                    <a:cubicBezTo>
                      <a:pt x="89" y="108"/>
                      <a:pt x="91" y="101"/>
                      <a:pt x="92" y="93"/>
                    </a:cubicBezTo>
                    <a:cubicBezTo>
                      <a:pt x="92" y="94"/>
                      <a:pt x="92" y="94"/>
                      <a:pt x="92" y="94"/>
                    </a:cubicBezTo>
                    <a:cubicBezTo>
                      <a:pt x="82" y="103"/>
                      <a:pt x="72" y="111"/>
                      <a:pt x="61" y="118"/>
                    </a:cubicBezTo>
                    <a:cubicBezTo>
                      <a:pt x="45" y="128"/>
                      <a:pt x="18" y="138"/>
                      <a:pt x="5" y="117"/>
                    </a:cubicBezTo>
                    <a:cubicBezTo>
                      <a:pt x="3" y="113"/>
                      <a:pt x="1" y="108"/>
                      <a:pt x="0" y="104"/>
                    </a:cubicBezTo>
                    <a:cubicBezTo>
                      <a:pt x="0" y="98"/>
                      <a:pt x="2" y="93"/>
                      <a:pt x="4" y="88"/>
                    </a:cubicBezTo>
                    <a:cubicBezTo>
                      <a:pt x="7" y="81"/>
                      <a:pt x="11" y="75"/>
                      <a:pt x="14" y="69"/>
                    </a:cubicBezTo>
                    <a:cubicBezTo>
                      <a:pt x="19" y="62"/>
                      <a:pt x="24" y="56"/>
                      <a:pt x="30" y="50"/>
                    </a:cubicBezTo>
                    <a:cubicBezTo>
                      <a:pt x="35" y="43"/>
                      <a:pt x="42" y="36"/>
                      <a:pt x="48" y="30"/>
                    </a:cubicBezTo>
                    <a:cubicBezTo>
                      <a:pt x="56" y="23"/>
                      <a:pt x="65" y="16"/>
                      <a:pt x="74" y="11"/>
                    </a:cubicBezTo>
                    <a:cubicBezTo>
                      <a:pt x="83" y="5"/>
                      <a:pt x="92" y="1"/>
                      <a:pt x="103" y="1"/>
                    </a:cubicBezTo>
                    <a:cubicBezTo>
                      <a:pt x="112" y="0"/>
                      <a:pt x="122" y="1"/>
                      <a:pt x="128" y="9"/>
                    </a:cubicBezTo>
                    <a:cubicBezTo>
                      <a:pt x="130" y="12"/>
                      <a:pt x="133" y="15"/>
                      <a:pt x="133" y="19"/>
                    </a:cubicBezTo>
                    <a:cubicBezTo>
                      <a:pt x="134" y="25"/>
                      <a:pt x="133" y="29"/>
                      <a:pt x="132" y="34"/>
                    </a:cubicBezTo>
                    <a:cubicBezTo>
                      <a:pt x="130" y="40"/>
                      <a:pt x="129" y="45"/>
                      <a:pt x="126" y="50"/>
                    </a:cubicBezTo>
                    <a:cubicBezTo>
                      <a:pt x="124" y="54"/>
                      <a:pt x="119" y="56"/>
                      <a:pt x="115" y="55"/>
                    </a:cubicBezTo>
                    <a:cubicBezTo>
                      <a:pt x="111" y="55"/>
                      <a:pt x="106" y="51"/>
                      <a:pt x="105" y="47"/>
                    </a:cubicBezTo>
                    <a:cubicBezTo>
                      <a:pt x="105" y="43"/>
                      <a:pt x="106" y="40"/>
                      <a:pt x="107" y="36"/>
                    </a:cubicBezTo>
                    <a:cubicBezTo>
                      <a:pt x="107" y="33"/>
                      <a:pt x="109" y="30"/>
                      <a:pt x="111" y="29"/>
                    </a:cubicBezTo>
                    <a:cubicBezTo>
                      <a:pt x="111" y="27"/>
                      <a:pt x="112" y="26"/>
                      <a:pt x="112" y="25"/>
                    </a:cubicBezTo>
                    <a:lnTo>
                      <a:pt x="112" y="24"/>
                    </a:lnTo>
                    <a:lnTo>
                      <a:pt x="112" y="23"/>
                    </a:lnTo>
                    <a:cubicBezTo>
                      <a:pt x="111" y="23"/>
                      <a:pt x="111" y="22"/>
                      <a:pt x="111" y="22"/>
                    </a:cubicBezTo>
                    <a:cubicBezTo>
                      <a:pt x="111" y="22"/>
                      <a:pt x="111" y="23"/>
                      <a:pt x="112" y="23"/>
                    </a:cubicBezTo>
                    <a:cubicBezTo>
                      <a:pt x="111" y="23"/>
                      <a:pt x="111" y="22"/>
                      <a:pt x="111" y="22"/>
                    </a:cubicBezTo>
                    <a:lnTo>
                      <a:pt x="110" y="22"/>
                    </a:lnTo>
                    <a:cubicBezTo>
                      <a:pt x="109" y="22"/>
                      <a:pt x="109" y="22"/>
                      <a:pt x="109" y="22"/>
                    </a:cubicBezTo>
                    <a:cubicBezTo>
                      <a:pt x="108" y="22"/>
                      <a:pt x="108" y="22"/>
                      <a:pt x="108" y="22"/>
                    </a:cubicBezTo>
                    <a:cubicBezTo>
                      <a:pt x="106" y="22"/>
                      <a:pt x="105" y="22"/>
                      <a:pt x="104" y="22"/>
                    </a:cubicBezTo>
                    <a:cubicBezTo>
                      <a:pt x="102" y="22"/>
                      <a:pt x="102" y="22"/>
                      <a:pt x="101" y="22"/>
                    </a:cubicBezTo>
                    <a:cubicBezTo>
                      <a:pt x="98" y="23"/>
                      <a:pt x="97" y="23"/>
                      <a:pt x="94" y="24"/>
                    </a:cubicBezTo>
                    <a:cubicBezTo>
                      <a:pt x="91" y="25"/>
                      <a:pt x="88" y="26"/>
                      <a:pt x="86" y="28"/>
                    </a:cubicBezTo>
                    <a:cubicBezTo>
                      <a:pt x="83" y="30"/>
                      <a:pt x="80" y="32"/>
                      <a:pt x="77" y="33"/>
                    </a:cubicBezTo>
                    <a:cubicBezTo>
                      <a:pt x="72" y="37"/>
                      <a:pt x="67" y="40"/>
                      <a:pt x="63" y="44"/>
                    </a:cubicBezTo>
                    <a:cubicBezTo>
                      <a:pt x="58" y="50"/>
                      <a:pt x="52" y="55"/>
                      <a:pt x="46" y="61"/>
                    </a:cubicBezTo>
                    <a:cubicBezTo>
                      <a:pt x="44" y="65"/>
                      <a:pt x="41" y="68"/>
                      <a:pt x="39" y="71"/>
                    </a:cubicBezTo>
                    <a:cubicBezTo>
                      <a:pt x="37" y="74"/>
                      <a:pt x="34" y="78"/>
                      <a:pt x="32" y="80"/>
                    </a:cubicBezTo>
                    <a:cubicBezTo>
                      <a:pt x="30" y="85"/>
                      <a:pt x="27" y="89"/>
                      <a:pt x="25" y="93"/>
                    </a:cubicBezTo>
                    <a:cubicBezTo>
                      <a:pt x="24" y="95"/>
                      <a:pt x="23" y="97"/>
                      <a:pt x="23" y="100"/>
                    </a:cubicBezTo>
                    <a:cubicBezTo>
                      <a:pt x="22" y="100"/>
                      <a:pt x="22" y="100"/>
                      <a:pt x="22" y="101"/>
                    </a:cubicBezTo>
                    <a:cubicBezTo>
                      <a:pt x="22" y="102"/>
                      <a:pt x="22" y="102"/>
                      <a:pt x="22" y="102"/>
                    </a:cubicBezTo>
                    <a:lnTo>
                      <a:pt x="22" y="103"/>
                    </a:lnTo>
                    <a:lnTo>
                      <a:pt x="23" y="103"/>
                    </a:lnTo>
                    <a:cubicBezTo>
                      <a:pt x="23" y="104"/>
                      <a:pt x="23" y="104"/>
                      <a:pt x="23" y="104"/>
                    </a:cubicBezTo>
                    <a:cubicBezTo>
                      <a:pt x="23" y="105"/>
                      <a:pt x="23" y="105"/>
                      <a:pt x="24" y="106"/>
                    </a:cubicBezTo>
                    <a:cubicBezTo>
                      <a:pt x="24" y="106"/>
                      <a:pt x="24" y="107"/>
                      <a:pt x="25" y="107"/>
                    </a:cubicBezTo>
                    <a:cubicBezTo>
                      <a:pt x="25" y="108"/>
                      <a:pt x="25" y="108"/>
                      <a:pt x="26" y="108"/>
                    </a:cubicBezTo>
                    <a:cubicBezTo>
                      <a:pt x="27" y="108"/>
                      <a:pt x="27" y="108"/>
                      <a:pt x="27" y="108"/>
                    </a:cubicBezTo>
                    <a:cubicBezTo>
                      <a:pt x="28" y="108"/>
                      <a:pt x="28" y="108"/>
                      <a:pt x="29" y="108"/>
                    </a:cubicBezTo>
                    <a:cubicBezTo>
                      <a:pt x="31" y="108"/>
                      <a:pt x="32" y="107"/>
                      <a:pt x="34" y="107"/>
                    </a:cubicBezTo>
                    <a:cubicBezTo>
                      <a:pt x="35" y="107"/>
                      <a:pt x="37" y="106"/>
                      <a:pt x="38" y="106"/>
                    </a:cubicBezTo>
                    <a:cubicBezTo>
                      <a:pt x="40" y="105"/>
                      <a:pt x="43" y="104"/>
                      <a:pt x="45" y="103"/>
                    </a:cubicBezTo>
                    <a:cubicBezTo>
                      <a:pt x="50" y="100"/>
                      <a:pt x="54" y="97"/>
                      <a:pt x="58" y="94"/>
                    </a:cubicBezTo>
                    <a:cubicBezTo>
                      <a:pt x="65" y="89"/>
                      <a:pt x="72" y="83"/>
                      <a:pt x="79" y="78"/>
                    </a:cubicBezTo>
                    <a:cubicBezTo>
                      <a:pt x="84" y="73"/>
                      <a:pt x="88" y="68"/>
                      <a:pt x="92" y="64"/>
                    </a:cubicBezTo>
                    <a:cubicBezTo>
                      <a:pt x="93" y="62"/>
                      <a:pt x="94" y="61"/>
                      <a:pt x="95" y="60"/>
                    </a:cubicBezTo>
                    <a:cubicBezTo>
                      <a:pt x="97" y="58"/>
                      <a:pt x="99" y="57"/>
                      <a:pt x="100" y="56"/>
                    </a:cubicBezTo>
                    <a:cubicBezTo>
                      <a:pt x="106" y="52"/>
                      <a:pt x="114" y="55"/>
                      <a:pt x="116" y="62"/>
                    </a:cubicBezTo>
                    <a:cubicBezTo>
                      <a:pt x="117" y="65"/>
                      <a:pt x="118" y="68"/>
                      <a:pt x="118" y="71"/>
                    </a:cubicBezTo>
                    <a:cubicBezTo>
                      <a:pt x="117" y="75"/>
                      <a:pt x="116" y="78"/>
                      <a:pt x="116" y="82"/>
                    </a:cubicBezTo>
                    <a:cubicBezTo>
                      <a:pt x="115" y="86"/>
                      <a:pt x="115" y="89"/>
                      <a:pt x="113" y="93"/>
                    </a:cubicBezTo>
                    <a:cubicBezTo>
                      <a:pt x="112" y="99"/>
                      <a:pt x="112" y="104"/>
                      <a:pt x="110" y="109"/>
                    </a:cubicBezTo>
                    <a:cubicBezTo>
                      <a:pt x="108" y="121"/>
                      <a:pt x="105" y="132"/>
                      <a:pt x="102" y="144"/>
                    </a:cubicBezTo>
                    <a:cubicBezTo>
                      <a:pt x="99" y="153"/>
                      <a:pt x="97" y="163"/>
                      <a:pt x="92" y="172"/>
                    </a:cubicBezTo>
                    <a:cubicBezTo>
                      <a:pt x="86" y="182"/>
                      <a:pt x="76" y="190"/>
                      <a:pt x="67" y="198"/>
                    </a:cubicBezTo>
                    <a:cubicBezTo>
                      <a:pt x="62" y="201"/>
                      <a:pt x="57" y="204"/>
                      <a:pt x="52" y="207"/>
                    </a:cubicBezTo>
                    <a:cubicBezTo>
                      <a:pt x="49" y="209"/>
                      <a:pt x="45" y="210"/>
                      <a:pt x="41" y="211"/>
                    </a:cubicBezTo>
                    <a:cubicBezTo>
                      <a:pt x="39" y="211"/>
                      <a:pt x="38" y="212"/>
                      <a:pt x="37" y="212"/>
                    </a:cubicBezTo>
                    <a:cubicBezTo>
                      <a:pt x="32" y="212"/>
                      <a:pt x="27" y="209"/>
                      <a:pt x="24" y="2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" name="Google Shape;197;p2"/>
              <p:cNvSpPr/>
              <p:nvPr/>
            </p:nvSpPr>
            <p:spPr>
              <a:xfrm>
                <a:off x="2704680" y="662760"/>
                <a:ext cx="16560" cy="40320"/>
              </a:xfrm>
              <a:custGeom>
                <a:avLst/>
                <a:gdLst/>
                <a:ahLst/>
                <a:cxnLst/>
                <a:rect l="l" t="t" r="r" b="b"/>
                <a:pathLst>
                  <a:path w="46" h="112" extrusionOk="0">
                    <a:moveTo>
                      <a:pt x="23" y="105"/>
                    </a:moveTo>
                    <a:cubicBezTo>
                      <a:pt x="21" y="101"/>
                      <a:pt x="19" y="96"/>
                      <a:pt x="18" y="92"/>
                    </a:cubicBezTo>
                    <a:cubicBezTo>
                      <a:pt x="13" y="78"/>
                      <a:pt x="8" y="65"/>
                      <a:pt x="5" y="51"/>
                    </a:cubicBezTo>
                    <a:lnTo>
                      <a:pt x="5" y="52"/>
                    </a:lnTo>
                    <a:cubicBezTo>
                      <a:pt x="4" y="49"/>
                      <a:pt x="3" y="46"/>
                      <a:pt x="2" y="43"/>
                    </a:cubicBezTo>
                    <a:cubicBezTo>
                      <a:pt x="3" y="44"/>
                      <a:pt x="3" y="44"/>
                      <a:pt x="3" y="45"/>
                    </a:cubicBezTo>
                    <a:cubicBezTo>
                      <a:pt x="2" y="39"/>
                      <a:pt x="1" y="32"/>
                      <a:pt x="0" y="27"/>
                    </a:cubicBezTo>
                    <a:cubicBezTo>
                      <a:pt x="0" y="23"/>
                      <a:pt x="0" y="20"/>
                      <a:pt x="1" y="16"/>
                    </a:cubicBezTo>
                    <a:cubicBezTo>
                      <a:pt x="1" y="12"/>
                      <a:pt x="2" y="9"/>
                      <a:pt x="4" y="6"/>
                    </a:cubicBezTo>
                    <a:cubicBezTo>
                      <a:pt x="5" y="4"/>
                      <a:pt x="8" y="2"/>
                      <a:pt x="11" y="2"/>
                    </a:cubicBezTo>
                    <a:cubicBezTo>
                      <a:pt x="13" y="0"/>
                      <a:pt x="17" y="1"/>
                      <a:pt x="20" y="3"/>
                    </a:cubicBezTo>
                    <a:cubicBezTo>
                      <a:pt x="23" y="5"/>
                      <a:pt x="26" y="10"/>
                      <a:pt x="26" y="15"/>
                    </a:cubicBezTo>
                    <a:cubicBezTo>
                      <a:pt x="26" y="18"/>
                      <a:pt x="24" y="21"/>
                      <a:pt x="22" y="23"/>
                    </a:cubicBezTo>
                    <a:cubicBezTo>
                      <a:pt x="22" y="25"/>
                      <a:pt x="22" y="27"/>
                      <a:pt x="22" y="30"/>
                    </a:cubicBezTo>
                    <a:cubicBezTo>
                      <a:pt x="23" y="35"/>
                      <a:pt x="24" y="42"/>
                      <a:pt x="26" y="48"/>
                    </a:cubicBezTo>
                    <a:cubicBezTo>
                      <a:pt x="27" y="52"/>
                      <a:pt x="28" y="57"/>
                      <a:pt x="29" y="62"/>
                    </a:cubicBezTo>
                    <a:cubicBezTo>
                      <a:pt x="31" y="67"/>
                      <a:pt x="33" y="72"/>
                      <a:pt x="34" y="77"/>
                    </a:cubicBezTo>
                    <a:cubicBezTo>
                      <a:pt x="37" y="83"/>
                      <a:pt x="40" y="90"/>
                      <a:pt x="43" y="96"/>
                    </a:cubicBezTo>
                    <a:cubicBezTo>
                      <a:pt x="45" y="102"/>
                      <a:pt x="43" y="108"/>
                      <a:pt x="37" y="111"/>
                    </a:cubicBezTo>
                    <a:cubicBezTo>
                      <a:pt x="36" y="111"/>
                      <a:pt x="34" y="111"/>
                      <a:pt x="33" y="111"/>
                    </a:cubicBezTo>
                    <a:cubicBezTo>
                      <a:pt x="29" y="111"/>
                      <a:pt x="25" y="109"/>
                      <a:pt x="23" y="1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" name="Google Shape;198;p2"/>
              <p:cNvSpPr/>
              <p:nvPr/>
            </p:nvSpPr>
            <p:spPr>
              <a:xfrm>
                <a:off x="2687040" y="675360"/>
                <a:ext cx="45720" cy="50760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41" extrusionOk="0">
                    <a:moveTo>
                      <a:pt x="7" y="138"/>
                    </a:moveTo>
                    <a:cubicBezTo>
                      <a:pt x="2" y="136"/>
                      <a:pt x="0" y="129"/>
                      <a:pt x="3" y="124"/>
                    </a:cubicBezTo>
                    <a:cubicBezTo>
                      <a:pt x="9" y="113"/>
                      <a:pt x="15" y="102"/>
                      <a:pt x="22" y="92"/>
                    </a:cubicBezTo>
                    <a:cubicBezTo>
                      <a:pt x="25" y="87"/>
                      <a:pt x="28" y="83"/>
                      <a:pt x="31" y="78"/>
                    </a:cubicBezTo>
                    <a:cubicBezTo>
                      <a:pt x="34" y="73"/>
                      <a:pt x="37" y="68"/>
                      <a:pt x="41" y="63"/>
                    </a:cubicBezTo>
                    <a:cubicBezTo>
                      <a:pt x="44" y="59"/>
                      <a:pt x="47" y="54"/>
                      <a:pt x="51" y="49"/>
                    </a:cubicBezTo>
                    <a:cubicBezTo>
                      <a:pt x="54" y="45"/>
                      <a:pt x="59" y="40"/>
                      <a:pt x="62" y="35"/>
                    </a:cubicBezTo>
                    <a:cubicBezTo>
                      <a:pt x="67" y="30"/>
                      <a:pt x="71" y="25"/>
                      <a:pt x="76" y="20"/>
                    </a:cubicBezTo>
                    <a:cubicBezTo>
                      <a:pt x="81" y="14"/>
                      <a:pt x="87" y="9"/>
                      <a:pt x="94" y="5"/>
                    </a:cubicBezTo>
                    <a:cubicBezTo>
                      <a:pt x="99" y="2"/>
                      <a:pt x="105" y="0"/>
                      <a:pt x="112" y="0"/>
                    </a:cubicBezTo>
                    <a:cubicBezTo>
                      <a:pt x="114" y="1"/>
                      <a:pt x="117" y="2"/>
                      <a:pt x="119" y="3"/>
                    </a:cubicBezTo>
                    <a:cubicBezTo>
                      <a:pt x="125" y="6"/>
                      <a:pt x="126" y="14"/>
                      <a:pt x="123" y="20"/>
                    </a:cubicBezTo>
                    <a:cubicBezTo>
                      <a:pt x="119" y="24"/>
                      <a:pt x="113" y="25"/>
                      <a:pt x="108" y="23"/>
                    </a:cubicBezTo>
                    <a:lnTo>
                      <a:pt x="107" y="23"/>
                    </a:lnTo>
                    <a:lnTo>
                      <a:pt x="108" y="23"/>
                    </a:lnTo>
                    <a:lnTo>
                      <a:pt x="107" y="23"/>
                    </a:lnTo>
                    <a:lnTo>
                      <a:pt x="106" y="23"/>
                    </a:lnTo>
                    <a:lnTo>
                      <a:pt x="107" y="23"/>
                    </a:lnTo>
                    <a:lnTo>
                      <a:pt x="108" y="23"/>
                    </a:lnTo>
                    <a:cubicBezTo>
                      <a:pt x="107" y="23"/>
                      <a:pt x="107" y="23"/>
                      <a:pt x="106" y="23"/>
                    </a:cubicBezTo>
                    <a:cubicBezTo>
                      <a:pt x="106" y="23"/>
                      <a:pt x="105" y="23"/>
                      <a:pt x="105" y="24"/>
                    </a:cubicBezTo>
                    <a:cubicBezTo>
                      <a:pt x="103" y="24"/>
                      <a:pt x="102" y="25"/>
                      <a:pt x="101" y="26"/>
                    </a:cubicBezTo>
                    <a:lnTo>
                      <a:pt x="102" y="25"/>
                    </a:lnTo>
                    <a:cubicBezTo>
                      <a:pt x="100" y="27"/>
                      <a:pt x="98" y="28"/>
                      <a:pt x="97" y="30"/>
                    </a:cubicBezTo>
                    <a:cubicBezTo>
                      <a:pt x="91" y="35"/>
                      <a:pt x="85" y="42"/>
                      <a:pt x="79" y="48"/>
                    </a:cubicBezTo>
                    <a:cubicBezTo>
                      <a:pt x="74" y="55"/>
                      <a:pt x="68" y="61"/>
                      <a:pt x="63" y="67"/>
                    </a:cubicBezTo>
                    <a:cubicBezTo>
                      <a:pt x="61" y="71"/>
                      <a:pt x="59" y="74"/>
                      <a:pt x="56" y="77"/>
                    </a:cubicBezTo>
                    <a:cubicBezTo>
                      <a:pt x="53" y="82"/>
                      <a:pt x="50" y="86"/>
                      <a:pt x="48" y="90"/>
                    </a:cubicBezTo>
                    <a:cubicBezTo>
                      <a:pt x="38" y="105"/>
                      <a:pt x="29" y="119"/>
                      <a:pt x="22" y="134"/>
                    </a:cubicBezTo>
                    <a:cubicBezTo>
                      <a:pt x="20" y="138"/>
                      <a:pt x="16" y="140"/>
                      <a:pt x="13" y="140"/>
                    </a:cubicBezTo>
                    <a:cubicBezTo>
                      <a:pt x="11" y="140"/>
                      <a:pt x="9" y="139"/>
                      <a:pt x="7" y="1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" name="Google Shape;199;p2"/>
              <p:cNvSpPr/>
              <p:nvPr/>
            </p:nvSpPr>
            <p:spPr>
              <a:xfrm>
                <a:off x="2740320" y="641160"/>
                <a:ext cx="40320" cy="3816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06" extrusionOk="0">
                    <a:moveTo>
                      <a:pt x="42" y="27"/>
                    </a:moveTo>
                    <a:cubicBezTo>
                      <a:pt x="42" y="26"/>
                      <a:pt x="42" y="26"/>
                      <a:pt x="42" y="25"/>
                    </a:cubicBezTo>
                    <a:lnTo>
                      <a:pt x="41" y="24"/>
                    </a:lnTo>
                    <a:cubicBezTo>
                      <a:pt x="41" y="24"/>
                      <a:pt x="41" y="23"/>
                      <a:pt x="40" y="23"/>
                    </a:cubicBezTo>
                    <a:cubicBezTo>
                      <a:pt x="40" y="22"/>
                      <a:pt x="40" y="22"/>
                      <a:pt x="39" y="22"/>
                    </a:cubicBezTo>
                    <a:cubicBezTo>
                      <a:pt x="40" y="22"/>
                      <a:pt x="40" y="22"/>
                      <a:pt x="40" y="22"/>
                    </a:cubicBezTo>
                    <a:lnTo>
                      <a:pt x="39" y="22"/>
                    </a:lnTo>
                    <a:lnTo>
                      <a:pt x="38" y="22"/>
                    </a:lnTo>
                    <a:cubicBezTo>
                      <a:pt x="37" y="22"/>
                      <a:pt x="37" y="22"/>
                      <a:pt x="37" y="22"/>
                    </a:cubicBezTo>
                    <a:cubicBezTo>
                      <a:pt x="36" y="22"/>
                      <a:pt x="36" y="22"/>
                      <a:pt x="36" y="22"/>
                    </a:cubicBezTo>
                    <a:cubicBezTo>
                      <a:pt x="35" y="22"/>
                      <a:pt x="34" y="22"/>
                      <a:pt x="33" y="23"/>
                    </a:cubicBezTo>
                    <a:cubicBezTo>
                      <a:pt x="32" y="23"/>
                      <a:pt x="30" y="24"/>
                      <a:pt x="29" y="24"/>
                    </a:cubicBezTo>
                    <a:lnTo>
                      <a:pt x="28" y="25"/>
                    </a:lnTo>
                    <a:cubicBezTo>
                      <a:pt x="27" y="26"/>
                      <a:pt x="26" y="26"/>
                      <a:pt x="26" y="26"/>
                    </a:cubicBezTo>
                    <a:cubicBezTo>
                      <a:pt x="28" y="26"/>
                      <a:pt x="29" y="26"/>
                      <a:pt x="30" y="27"/>
                    </a:cubicBezTo>
                    <a:cubicBezTo>
                      <a:pt x="34" y="27"/>
                      <a:pt x="38" y="27"/>
                      <a:pt x="42" y="27"/>
                    </a:cubicBezTo>
                    <a:moveTo>
                      <a:pt x="54" y="105"/>
                    </a:moveTo>
                    <a:cubicBezTo>
                      <a:pt x="47" y="105"/>
                      <a:pt x="39" y="104"/>
                      <a:pt x="33" y="102"/>
                    </a:cubicBezTo>
                    <a:cubicBezTo>
                      <a:pt x="27" y="100"/>
                      <a:pt x="21" y="94"/>
                      <a:pt x="20" y="88"/>
                    </a:cubicBezTo>
                    <a:cubicBezTo>
                      <a:pt x="19" y="84"/>
                      <a:pt x="19" y="81"/>
                      <a:pt x="21" y="77"/>
                    </a:cubicBezTo>
                    <a:cubicBezTo>
                      <a:pt x="22" y="75"/>
                      <a:pt x="23" y="72"/>
                      <a:pt x="26" y="70"/>
                    </a:cubicBezTo>
                    <a:cubicBezTo>
                      <a:pt x="28" y="68"/>
                      <a:pt x="29" y="65"/>
                      <a:pt x="32" y="62"/>
                    </a:cubicBezTo>
                    <a:cubicBezTo>
                      <a:pt x="33" y="60"/>
                      <a:pt x="34" y="58"/>
                      <a:pt x="35" y="55"/>
                    </a:cubicBezTo>
                    <a:cubicBezTo>
                      <a:pt x="36" y="53"/>
                      <a:pt x="37" y="51"/>
                      <a:pt x="38" y="48"/>
                    </a:cubicBezTo>
                    <a:cubicBezTo>
                      <a:pt x="35" y="48"/>
                      <a:pt x="32" y="48"/>
                      <a:pt x="28" y="48"/>
                    </a:cubicBezTo>
                    <a:cubicBezTo>
                      <a:pt x="25" y="48"/>
                      <a:pt x="21" y="48"/>
                      <a:pt x="17" y="47"/>
                    </a:cubicBezTo>
                    <a:cubicBezTo>
                      <a:pt x="12" y="46"/>
                      <a:pt x="7" y="43"/>
                      <a:pt x="4" y="38"/>
                    </a:cubicBezTo>
                    <a:cubicBezTo>
                      <a:pt x="1" y="34"/>
                      <a:pt x="0" y="28"/>
                      <a:pt x="2" y="23"/>
                    </a:cubicBezTo>
                    <a:cubicBezTo>
                      <a:pt x="5" y="17"/>
                      <a:pt x="8" y="13"/>
                      <a:pt x="12" y="9"/>
                    </a:cubicBezTo>
                    <a:cubicBezTo>
                      <a:pt x="16" y="6"/>
                      <a:pt x="22" y="3"/>
                      <a:pt x="27" y="1"/>
                    </a:cubicBezTo>
                    <a:cubicBezTo>
                      <a:pt x="33" y="0"/>
                      <a:pt x="39" y="0"/>
                      <a:pt x="46" y="1"/>
                    </a:cubicBezTo>
                    <a:cubicBezTo>
                      <a:pt x="51" y="2"/>
                      <a:pt x="55" y="6"/>
                      <a:pt x="58" y="11"/>
                    </a:cubicBezTo>
                    <a:cubicBezTo>
                      <a:pt x="62" y="16"/>
                      <a:pt x="64" y="22"/>
                      <a:pt x="64" y="27"/>
                    </a:cubicBezTo>
                    <a:cubicBezTo>
                      <a:pt x="65" y="38"/>
                      <a:pt x="61" y="48"/>
                      <a:pt x="57" y="59"/>
                    </a:cubicBezTo>
                    <a:cubicBezTo>
                      <a:pt x="56" y="64"/>
                      <a:pt x="54" y="68"/>
                      <a:pt x="51" y="72"/>
                    </a:cubicBezTo>
                    <a:cubicBezTo>
                      <a:pt x="50" y="74"/>
                      <a:pt x="49" y="76"/>
                      <a:pt x="47" y="79"/>
                    </a:cubicBezTo>
                    <a:cubicBezTo>
                      <a:pt x="46" y="80"/>
                      <a:pt x="45" y="82"/>
                      <a:pt x="44" y="83"/>
                    </a:cubicBezTo>
                    <a:cubicBezTo>
                      <a:pt x="49" y="83"/>
                      <a:pt x="52" y="84"/>
                      <a:pt x="56" y="84"/>
                    </a:cubicBezTo>
                    <a:lnTo>
                      <a:pt x="55" y="84"/>
                    </a:lnTo>
                    <a:cubicBezTo>
                      <a:pt x="70" y="84"/>
                      <a:pt x="85" y="84"/>
                      <a:pt x="100" y="83"/>
                    </a:cubicBezTo>
                    <a:cubicBezTo>
                      <a:pt x="106" y="82"/>
                      <a:pt x="111" y="87"/>
                      <a:pt x="111" y="93"/>
                    </a:cubicBezTo>
                    <a:cubicBezTo>
                      <a:pt x="111" y="98"/>
                      <a:pt x="107" y="103"/>
                      <a:pt x="101" y="103"/>
                    </a:cubicBezTo>
                    <a:cubicBezTo>
                      <a:pt x="87" y="104"/>
                      <a:pt x="73" y="105"/>
                      <a:pt x="59" y="105"/>
                    </a:cubicBezTo>
                    <a:cubicBezTo>
                      <a:pt x="57" y="105"/>
                      <a:pt x="55" y="105"/>
                      <a:pt x="54" y="1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" name="Google Shape;200;p2"/>
              <p:cNvSpPr/>
              <p:nvPr/>
            </p:nvSpPr>
            <p:spPr>
              <a:xfrm>
                <a:off x="2778840" y="667440"/>
                <a:ext cx="2520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70" h="33" extrusionOk="0">
                    <a:moveTo>
                      <a:pt x="41" y="32"/>
                    </a:moveTo>
                    <a:cubicBezTo>
                      <a:pt x="35" y="32"/>
                      <a:pt x="30" y="31"/>
                      <a:pt x="25" y="30"/>
                    </a:cubicBezTo>
                    <a:cubicBezTo>
                      <a:pt x="20" y="29"/>
                      <a:pt x="16" y="28"/>
                      <a:pt x="11" y="26"/>
                    </a:cubicBezTo>
                    <a:cubicBezTo>
                      <a:pt x="8" y="25"/>
                      <a:pt x="6" y="24"/>
                      <a:pt x="4" y="22"/>
                    </a:cubicBezTo>
                    <a:cubicBezTo>
                      <a:pt x="2" y="19"/>
                      <a:pt x="1" y="17"/>
                      <a:pt x="1" y="15"/>
                    </a:cubicBezTo>
                    <a:cubicBezTo>
                      <a:pt x="0" y="11"/>
                      <a:pt x="2" y="7"/>
                      <a:pt x="5" y="4"/>
                    </a:cubicBezTo>
                    <a:cubicBezTo>
                      <a:pt x="6" y="3"/>
                      <a:pt x="8" y="3"/>
                      <a:pt x="10" y="2"/>
                    </a:cubicBezTo>
                    <a:cubicBezTo>
                      <a:pt x="15" y="0"/>
                      <a:pt x="20" y="3"/>
                      <a:pt x="23" y="7"/>
                    </a:cubicBezTo>
                    <a:cubicBezTo>
                      <a:pt x="27" y="8"/>
                      <a:pt x="30" y="9"/>
                      <a:pt x="34" y="10"/>
                    </a:cubicBezTo>
                    <a:cubicBezTo>
                      <a:pt x="37" y="10"/>
                      <a:pt x="40" y="11"/>
                      <a:pt x="42" y="11"/>
                    </a:cubicBezTo>
                    <a:cubicBezTo>
                      <a:pt x="46" y="11"/>
                      <a:pt x="49" y="11"/>
                      <a:pt x="53" y="11"/>
                    </a:cubicBezTo>
                    <a:cubicBezTo>
                      <a:pt x="54" y="10"/>
                      <a:pt x="55" y="10"/>
                      <a:pt x="56" y="10"/>
                    </a:cubicBezTo>
                    <a:cubicBezTo>
                      <a:pt x="62" y="10"/>
                      <a:pt x="67" y="13"/>
                      <a:pt x="68" y="19"/>
                    </a:cubicBezTo>
                    <a:cubicBezTo>
                      <a:pt x="69" y="24"/>
                      <a:pt x="65" y="31"/>
                      <a:pt x="59" y="31"/>
                    </a:cubicBezTo>
                    <a:cubicBezTo>
                      <a:pt x="54" y="32"/>
                      <a:pt x="49" y="32"/>
                      <a:pt x="44" y="32"/>
                    </a:cubicBezTo>
                    <a:cubicBezTo>
                      <a:pt x="42" y="32"/>
                      <a:pt x="41" y="32"/>
                      <a:pt x="41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" name="Google Shape;201;p2"/>
              <p:cNvSpPr/>
              <p:nvPr/>
            </p:nvSpPr>
            <p:spPr>
              <a:xfrm>
                <a:off x="2785320" y="643320"/>
                <a:ext cx="32760" cy="56520"/>
              </a:xfrm>
              <a:custGeom>
                <a:avLst/>
                <a:gdLst/>
                <a:ahLst/>
                <a:cxnLst/>
                <a:rect l="l" t="t" r="r" b="b"/>
                <a:pathLst>
                  <a:path w="91" h="157" extrusionOk="0">
                    <a:moveTo>
                      <a:pt x="10" y="155"/>
                    </a:moveTo>
                    <a:cubicBezTo>
                      <a:pt x="4" y="154"/>
                      <a:pt x="0" y="148"/>
                      <a:pt x="2" y="143"/>
                    </a:cubicBezTo>
                    <a:cubicBezTo>
                      <a:pt x="8" y="121"/>
                      <a:pt x="16" y="101"/>
                      <a:pt x="24" y="81"/>
                    </a:cubicBezTo>
                    <a:cubicBezTo>
                      <a:pt x="27" y="75"/>
                      <a:pt x="29" y="70"/>
                      <a:pt x="31" y="65"/>
                    </a:cubicBezTo>
                    <a:cubicBezTo>
                      <a:pt x="33" y="60"/>
                      <a:pt x="35" y="56"/>
                      <a:pt x="38" y="51"/>
                    </a:cubicBezTo>
                    <a:cubicBezTo>
                      <a:pt x="42" y="42"/>
                      <a:pt x="48" y="33"/>
                      <a:pt x="53" y="25"/>
                    </a:cubicBezTo>
                    <a:cubicBezTo>
                      <a:pt x="58" y="18"/>
                      <a:pt x="64" y="11"/>
                      <a:pt x="70" y="4"/>
                    </a:cubicBezTo>
                    <a:cubicBezTo>
                      <a:pt x="74" y="0"/>
                      <a:pt x="81" y="0"/>
                      <a:pt x="86" y="4"/>
                    </a:cubicBezTo>
                    <a:cubicBezTo>
                      <a:pt x="90" y="8"/>
                      <a:pt x="90" y="15"/>
                      <a:pt x="86" y="19"/>
                    </a:cubicBezTo>
                    <a:cubicBezTo>
                      <a:pt x="83" y="23"/>
                      <a:pt x="79" y="27"/>
                      <a:pt x="76" y="31"/>
                    </a:cubicBezTo>
                    <a:cubicBezTo>
                      <a:pt x="73" y="35"/>
                      <a:pt x="70" y="39"/>
                      <a:pt x="67" y="43"/>
                    </a:cubicBezTo>
                    <a:cubicBezTo>
                      <a:pt x="60" y="53"/>
                      <a:pt x="56" y="63"/>
                      <a:pt x="51" y="72"/>
                    </a:cubicBezTo>
                    <a:cubicBezTo>
                      <a:pt x="48" y="78"/>
                      <a:pt x="46" y="83"/>
                      <a:pt x="44" y="88"/>
                    </a:cubicBezTo>
                    <a:cubicBezTo>
                      <a:pt x="41" y="93"/>
                      <a:pt x="39" y="98"/>
                      <a:pt x="38" y="103"/>
                    </a:cubicBezTo>
                    <a:cubicBezTo>
                      <a:pt x="33" y="114"/>
                      <a:pt x="30" y="125"/>
                      <a:pt x="25" y="136"/>
                    </a:cubicBezTo>
                    <a:cubicBezTo>
                      <a:pt x="24" y="139"/>
                      <a:pt x="23" y="144"/>
                      <a:pt x="22" y="148"/>
                    </a:cubicBezTo>
                    <a:cubicBezTo>
                      <a:pt x="21" y="152"/>
                      <a:pt x="17" y="156"/>
                      <a:pt x="12" y="156"/>
                    </a:cubicBezTo>
                    <a:cubicBezTo>
                      <a:pt x="11" y="156"/>
                      <a:pt x="10" y="156"/>
                      <a:pt x="10" y="15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" name="Google Shape;202;p2"/>
              <p:cNvSpPr/>
              <p:nvPr/>
            </p:nvSpPr>
            <p:spPr>
              <a:xfrm>
                <a:off x="2828520" y="642240"/>
                <a:ext cx="41760" cy="6264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174" extrusionOk="0">
                    <a:moveTo>
                      <a:pt x="62" y="172"/>
                    </a:moveTo>
                    <a:cubicBezTo>
                      <a:pt x="56" y="170"/>
                      <a:pt x="53" y="163"/>
                      <a:pt x="55" y="158"/>
                    </a:cubicBezTo>
                    <a:cubicBezTo>
                      <a:pt x="61" y="141"/>
                      <a:pt x="66" y="124"/>
                      <a:pt x="72" y="108"/>
                    </a:cubicBezTo>
                    <a:cubicBezTo>
                      <a:pt x="73" y="105"/>
                      <a:pt x="75" y="101"/>
                      <a:pt x="76" y="98"/>
                    </a:cubicBezTo>
                    <a:cubicBezTo>
                      <a:pt x="70" y="104"/>
                      <a:pt x="64" y="110"/>
                      <a:pt x="57" y="116"/>
                    </a:cubicBezTo>
                    <a:cubicBezTo>
                      <a:pt x="54" y="119"/>
                      <a:pt x="51" y="121"/>
                      <a:pt x="48" y="123"/>
                    </a:cubicBezTo>
                    <a:cubicBezTo>
                      <a:pt x="46" y="124"/>
                      <a:pt x="43" y="127"/>
                      <a:pt x="40" y="128"/>
                    </a:cubicBezTo>
                    <a:cubicBezTo>
                      <a:pt x="34" y="131"/>
                      <a:pt x="27" y="133"/>
                      <a:pt x="20" y="131"/>
                    </a:cubicBezTo>
                    <a:cubicBezTo>
                      <a:pt x="15" y="131"/>
                      <a:pt x="9" y="128"/>
                      <a:pt x="5" y="123"/>
                    </a:cubicBezTo>
                    <a:cubicBezTo>
                      <a:pt x="1" y="119"/>
                      <a:pt x="0" y="112"/>
                      <a:pt x="1" y="105"/>
                    </a:cubicBezTo>
                    <a:cubicBezTo>
                      <a:pt x="1" y="98"/>
                      <a:pt x="3" y="91"/>
                      <a:pt x="5" y="85"/>
                    </a:cubicBezTo>
                    <a:cubicBezTo>
                      <a:pt x="7" y="80"/>
                      <a:pt x="9" y="74"/>
                      <a:pt x="11" y="69"/>
                    </a:cubicBezTo>
                    <a:cubicBezTo>
                      <a:pt x="13" y="63"/>
                      <a:pt x="16" y="57"/>
                      <a:pt x="18" y="52"/>
                    </a:cubicBezTo>
                    <a:cubicBezTo>
                      <a:pt x="18" y="53"/>
                      <a:pt x="18" y="53"/>
                      <a:pt x="18" y="53"/>
                    </a:cubicBezTo>
                    <a:cubicBezTo>
                      <a:pt x="24" y="41"/>
                      <a:pt x="30" y="27"/>
                      <a:pt x="38" y="16"/>
                    </a:cubicBezTo>
                    <a:cubicBezTo>
                      <a:pt x="44" y="10"/>
                      <a:pt x="50" y="2"/>
                      <a:pt x="59" y="1"/>
                    </a:cubicBezTo>
                    <a:cubicBezTo>
                      <a:pt x="65" y="0"/>
                      <a:pt x="72" y="3"/>
                      <a:pt x="74" y="8"/>
                    </a:cubicBezTo>
                    <a:cubicBezTo>
                      <a:pt x="77" y="14"/>
                      <a:pt x="73" y="22"/>
                      <a:pt x="67" y="24"/>
                    </a:cubicBezTo>
                    <a:cubicBezTo>
                      <a:pt x="65" y="24"/>
                      <a:pt x="63" y="24"/>
                      <a:pt x="61" y="24"/>
                    </a:cubicBezTo>
                    <a:cubicBezTo>
                      <a:pt x="59" y="25"/>
                      <a:pt x="57" y="27"/>
                      <a:pt x="55" y="29"/>
                    </a:cubicBezTo>
                    <a:cubicBezTo>
                      <a:pt x="53" y="32"/>
                      <a:pt x="51" y="35"/>
                      <a:pt x="50" y="37"/>
                    </a:cubicBezTo>
                    <a:cubicBezTo>
                      <a:pt x="47" y="42"/>
                      <a:pt x="44" y="46"/>
                      <a:pt x="42" y="51"/>
                    </a:cubicBezTo>
                    <a:cubicBezTo>
                      <a:pt x="42" y="51"/>
                      <a:pt x="42" y="50"/>
                      <a:pt x="43" y="50"/>
                    </a:cubicBezTo>
                    <a:cubicBezTo>
                      <a:pt x="42" y="52"/>
                      <a:pt x="41" y="53"/>
                      <a:pt x="40" y="54"/>
                    </a:cubicBezTo>
                    <a:cubicBezTo>
                      <a:pt x="40" y="56"/>
                      <a:pt x="38" y="58"/>
                      <a:pt x="38" y="60"/>
                    </a:cubicBezTo>
                    <a:lnTo>
                      <a:pt x="38" y="59"/>
                    </a:lnTo>
                    <a:cubicBezTo>
                      <a:pt x="37" y="60"/>
                      <a:pt x="37" y="62"/>
                      <a:pt x="37" y="63"/>
                    </a:cubicBezTo>
                    <a:cubicBezTo>
                      <a:pt x="37" y="62"/>
                      <a:pt x="37" y="62"/>
                      <a:pt x="37" y="62"/>
                    </a:cubicBezTo>
                    <a:cubicBezTo>
                      <a:pt x="33" y="70"/>
                      <a:pt x="30" y="78"/>
                      <a:pt x="27" y="87"/>
                    </a:cubicBezTo>
                    <a:cubicBezTo>
                      <a:pt x="27" y="87"/>
                      <a:pt x="27" y="86"/>
                      <a:pt x="27" y="85"/>
                    </a:cubicBezTo>
                    <a:cubicBezTo>
                      <a:pt x="27" y="87"/>
                      <a:pt x="26" y="88"/>
                      <a:pt x="26" y="89"/>
                    </a:cubicBezTo>
                    <a:cubicBezTo>
                      <a:pt x="26" y="88"/>
                      <a:pt x="26" y="88"/>
                      <a:pt x="26" y="88"/>
                    </a:cubicBezTo>
                    <a:cubicBezTo>
                      <a:pt x="26" y="89"/>
                      <a:pt x="26" y="90"/>
                      <a:pt x="26" y="91"/>
                    </a:cubicBezTo>
                    <a:cubicBezTo>
                      <a:pt x="25" y="91"/>
                      <a:pt x="25" y="92"/>
                      <a:pt x="25" y="92"/>
                    </a:cubicBezTo>
                    <a:cubicBezTo>
                      <a:pt x="24" y="95"/>
                      <a:pt x="23" y="98"/>
                      <a:pt x="23" y="102"/>
                    </a:cubicBezTo>
                    <a:cubicBezTo>
                      <a:pt x="23" y="103"/>
                      <a:pt x="22" y="105"/>
                      <a:pt x="22" y="106"/>
                    </a:cubicBezTo>
                    <a:cubicBezTo>
                      <a:pt x="22" y="107"/>
                      <a:pt x="22" y="108"/>
                      <a:pt x="22" y="109"/>
                    </a:cubicBezTo>
                    <a:cubicBezTo>
                      <a:pt x="22" y="109"/>
                      <a:pt x="23" y="109"/>
                      <a:pt x="23" y="110"/>
                    </a:cubicBezTo>
                    <a:lnTo>
                      <a:pt x="24" y="110"/>
                    </a:lnTo>
                    <a:lnTo>
                      <a:pt x="25" y="110"/>
                    </a:lnTo>
                    <a:lnTo>
                      <a:pt x="26" y="110"/>
                    </a:lnTo>
                    <a:cubicBezTo>
                      <a:pt x="27" y="110"/>
                      <a:pt x="27" y="110"/>
                      <a:pt x="28" y="110"/>
                    </a:cubicBezTo>
                    <a:cubicBezTo>
                      <a:pt x="29" y="110"/>
                      <a:pt x="29" y="109"/>
                      <a:pt x="30" y="109"/>
                    </a:cubicBezTo>
                    <a:lnTo>
                      <a:pt x="31" y="109"/>
                    </a:lnTo>
                    <a:cubicBezTo>
                      <a:pt x="33" y="108"/>
                      <a:pt x="34" y="107"/>
                      <a:pt x="36" y="106"/>
                    </a:cubicBezTo>
                    <a:cubicBezTo>
                      <a:pt x="41" y="102"/>
                      <a:pt x="47" y="97"/>
                      <a:pt x="52" y="92"/>
                    </a:cubicBezTo>
                    <a:lnTo>
                      <a:pt x="51" y="93"/>
                    </a:lnTo>
                    <a:cubicBezTo>
                      <a:pt x="55" y="89"/>
                      <a:pt x="60" y="85"/>
                      <a:pt x="64" y="80"/>
                    </a:cubicBezTo>
                    <a:cubicBezTo>
                      <a:pt x="69" y="75"/>
                      <a:pt x="73" y="70"/>
                      <a:pt x="78" y="65"/>
                    </a:cubicBezTo>
                    <a:cubicBezTo>
                      <a:pt x="81" y="62"/>
                      <a:pt x="85" y="58"/>
                      <a:pt x="87" y="54"/>
                    </a:cubicBezTo>
                    <a:cubicBezTo>
                      <a:pt x="89" y="52"/>
                      <a:pt x="90" y="50"/>
                      <a:pt x="91" y="49"/>
                    </a:cubicBezTo>
                    <a:cubicBezTo>
                      <a:pt x="93" y="46"/>
                      <a:pt x="94" y="45"/>
                      <a:pt x="97" y="43"/>
                    </a:cubicBezTo>
                    <a:cubicBezTo>
                      <a:pt x="99" y="42"/>
                      <a:pt x="102" y="41"/>
                      <a:pt x="105" y="42"/>
                    </a:cubicBezTo>
                    <a:cubicBezTo>
                      <a:pt x="108" y="42"/>
                      <a:pt x="110" y="43"/>
                      <a:pt x="112" y="45"/>
                    </a:cubicBezTo>
                    <a:cubicBezTo>
                      <a:pt x="114" y="48"/>
                      <a:pt x="115" y="52"/>
                      <a:pt x="114" y="55"/>
                    </a:cubicBezTo>
                    <a:cubicBezTo>
                      <a:pt x="111" y="66"/>
                      <a:pt x="107" y="75"/>
                      <a:pt x="103" y="86"/>
                    </a:cubicBezTo>
                    <a:cubicBezTo>
                      <a:pt x="99" y="95"/>
                      <a:pt x="96" y="105"/>
                      <a:pt x="93" y="113"/>
                    </a:cubicBezTo>
                    <a:cubicBezTo>
                      <a:pt x="87" y="129"/>
                      <a:pt x="82" y="144"/>
                      <a:pt x="78" y="159"/>
                    </a:cubicBezTo>
                    <a:lnTo>
                      <a:pt x="77" y="160"/>
                    </a:lnTo>
                    <a:lnTo>
                      <a:pt x="77" y="161"/>
                    </a:lnTo>
                    <a:cubicBezTo>
                      <a:pt x="76" y="162"/>
                      <a:pt x="76" y="163"/>
                      <a:pt x="76" y="164"/>
                    </a:cubicBezTo>
                    <a:cubicBezTo>
                      <a:pt x="74" y="169"/>
                      <a:pt x="70" y="173"/>
                      <a:pt x="65" y="173"/>
                    </a:cubicBezTo>
                    <a:cubicBezTo>
                      <a:pt x="64" y="173"/>
                      <a:pt x="64" y="172"/>
                      <a:pt x="62" y="17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" name="Google Shape;203;p2"/>
              <p:cNvSpPr/>
              <p:nvPr/>
            </p:nvSpPr>
            <p:spPr>
              <a:xfrm>
                <a:off x="2873160" y="647640"/>
                <a:ext cx="51480" cy="92880"/>
              </a:xfrm>
              <a:custGeom>
                <a:avLst/>
                <a:gdLst/>
                <a:ahLst/>
                <a:cxnLst/>
                <a:rect l="l" t="t" r="r" b="b"/>
                <a:pathLst>
                  <a:path w="143" h="258" extrusionOk="0">
                    <a:moveTo>
                      <a:pt x="36" y="235"/>
                    </a:moveTo>
                    <a:cubicBezTo>
                      <a:pt x="37" y="235"/>
                      <a:pt x="38" y="235"/>
                      <a:pt x="38" y="235"/>
                    </a:cubicBezTo>
                    <a:cubicBezTo>
                      <a:pt x="39" y="235"/>
                      <a:pt x="40" y="235"/>
                      <a:pt x="41" y="235"/>
                    </a:cubicBezTo>
                    <a:lnTo>
                      <a:pt x="40" y="235"/>
                    </a:lnTo>
                    <a:cubicBezTo>
                      <a:pt x="41" y="235"/>
                      <a:pt x="42" y="235"/>
                      <a:pt x="43" y="234"/>
                    </a:cubicBezTo>
                    <a:lnTo>
                      <a:pt x="44" y="234"/>
                    </a:lnTo>
                    <a:cubicBezTo>
                      <a:pt x="45" y="233"/>
                      <a:pt x="45" y="233"/>
                      <a:pt x="47" y="232"/>
                    </a:cubicBezTo>
                    <a:lnTo>
                      <a:pt x="48" y="231"/>
                    </a:lnTo>
                    <a:cubicBezTo>
                      <a:pt x="49" y="230"/>
                      <a:pt x="49" y="230"/>
                      <a:pt x="50" y="229"/>
                    </a:cubicBezTo>
                    <a:cubicBezTo>
                      <a:pt x="50" y="228"/>
                      <a:pt x="51" y="227"/>
                      <a:pt x="52" y="226"/>
                    </a:cubicBezTo>
                    <a:cubicBezTo>
                      <a:pt x="53" y="224"/>
                      <a:pt x="54" y="222"/>
                      <a:pt x="55" y="221"/>
                    </a:cubicBezTo>
                    <a:cubicBezTo>
                      <a:pt x="57" y="215"/>
                      <a:pt x="59" y="210"/>
                      <a:pt x="61" y="204"/>
                    </a:cubicBezTo>
                    <a:cubicBezTo>
                      <a:pt x="66" y="188"/>
                      <a:pt x="70" y="171"/>
                      <a:pt x="75" y="154"/>
                    </a:cubicBezTo>
                    <a:cubicBezTo>
                      <a:pt x="66" y="160"/>
                      <a:pt x="58" y="167"/>
                      <a:pt x="50" y="174"/>
                    </a:cubicBezTo>
                    <a:cubicBezTo>
                      <a:pt x="45" y="179"/>
                      <a:pt x="40" y="183"/>
                      <a:pt x="36" y="188"/>
                    </a:cubicBezTo>
                    <a:cubicBezTo>
                      <a:pt x="34" y="190"/>
                      <a:pt x="31" y="193"/>
                      <a:pt x="30" y="196"/>
                    </a:cubicBezTo>
                    <a:cubicBezTo>
                      <a:pt x="28" y="199"/>
                      <a:pt x="27" y="201"/>
                      <a:pt x="26" y="203"/>
                    </a:cubicBezTo>
                    <a:cubicBezTo>
                      <a:pt x="25" y="205"/>
                      <a:pt x="24" y="207"/>
                      <a:pt x="24" y="208"/>
                    </a:cubicBezTo>
                    <a:cubicBezTo>
                      <a:pt x="23" y="210"/>
                      <a:pt x="23" y="211"/>
                      <a:pt x="23" y="213"/>
                    </a:cubicBezTo>
                    <a:cubicBezTo>
                      <a:pt x="23" y="214"/>
                      <a:pt x="22" y="215"/>
                      <a:pt x="22" y="217"/>
                    </a:cubicBezTo>
                    <a:cubicBezTo>
                      <a:pt x="22" y="218"/>
                      <a:pt x="22" y="220"/>
                      <a:pt x="22" y="221"/>
                    </a:cubicBezTo>
                    <a:cubicBezTo>
                      <a:pt x="23" y="222"/>
                      <a:pt x="23" y="222"/>
                      <a:pt x="23" y="224"/>
                    </a:cubicBezTo>
                    <a:cubicBezTo>
                      <a:pt x="23" y="224"/>
                      <a:pt x="23" y="225"/>
                      <a:pt x="24" y="227"/>
                    </a:cubicBezTo>
                    <a:lnTo>
                      <a:pt x="24" y="228"/>
                    </a:lnTo>
                    <a:cubicBezTo>
                      <a:pt x="24" y="229"/>
                      <a:pt x="25" y="229"/>
                      <a:pt x="25" y="229"/>
                    </a:cubicBezTo>
                    <a:cubicBezTo>
                      <a:pt x="26" y="230"/>
                      <a:pt x="26" y="231"/>
                      <a:pt x="26" y="231"/>
                    </a:cubicBezTo>
                    <a:cubicBezTo>
                      <a:pt x="27" y="231"/>
                      <a:pt x="27" y="232"/>
                      <a:pt x="28" y="232"/>
                    </a:cubicBezTo>
                    <a:cubicBezTo>
                      <a:pt x="29" y="233"/>
                      <a:pt x="29" y="233"/>
                      <a:pt x="29" y="234"/>
                    </a:cubicBezTo>
                    <a:cubicBezTo>
                      <a:pt x="30" y="234"/>
                      <a:pt x="30" y="234"/>
                      <a:pt x="31" y="234"/>
                    </a:cubicBezTo>
                    <a:cubicBezTo>
                      <a:pt x="31" y="234"/>
                      <a:pt x="31" y="235"/>
                      <a:pt x="32" y="235"/>
                    </a:cubicBezTo>
                    <a:cubicBezTo>
                      <a:pt x="33" y="235"/>
                      <a:pt x="33" y="235"/>
                      <a:pt x="34" y="235"/>
                    </a:cubicBezTo>
                    <a:cubicBezTo>
                      <a:pt x="35" y="235"/>
                      <a:pt x="36" y="235"/>
                      <a:pt x="36" y="235"/>
                    </a:cubicBezTo>
                    <a:moveTo>
                      <a:pt x="26" y="256"/>
                    </a:moveTo>
                    <a:cubicBezTo>
                      <a:pt x="21" y="255"/>
                      <a:pt x="16" y="251"/>
                      <a:pt x="12" y="248"/>
                    </a:cubicBezTo>
                    <a:cubicBezTo>
                      <a:pt x="3" y="240"/>
                      <a:pt x="0" y="228"/>
                      <a:pt x="1" y="217"/>
                    </a:cubicBezTo>
                    <a:cubicBezTo>
                      <a:pt x="1" y="210"/>
                      <a:pt x="2" y="204"/>
                      <a:pt x="5" y="198"/>
                    </a:cubicBezTo>
                    <a:cubicBezTo>
                      <a:pt x="7" y="192"/>
                      <a:pt x="11" y="186"/>
                      <a:pt x="15" y="181"/>
                    </a:cubicBezTo>
                    <a:cubicBezTo>
                      <a:pt x="26" y="165"/>
                      <a:pt x="42" y="153"/>
                      <a:pt x="57" y="141"/>
                    </a:cubicBezTo>
                    <a:cubicBezTo>
                      <a:pt x="65" y="136"/>
                      <a:pt x="74" y="130"/>
                      <a:pt x="82" y="125"/>
                    </a:cubicBezTo>
                    <a:cubicBezTo>
                      <a:pt x="83" y="122"/>
                      <a:pt x="83" y="120"/>
                      <a:pt x="84" y="118"/>
                    </a:cubicBezTo>
                    <a:cubicBezTo>
                      <a:pt x="87" y="108"/>
                      <a:pt x="89" y="100"/>
                      <a:pt x="92" y="90"/>
                    </a:cubicBezTo>
                    <a:lnTo>
                      <a:pt x="93" y="89"/>
                    </a:lnTo>
                    <a:cubicBezTo>
                      <a:pt x="92" y="89"/>
                      <a:pt x="92" y="90"/>
                      <a:pt x="92" y="90"/>
                    </a:cubicBezTo>
                    <a:cubicBezTo>
                      <a:pt x="93" y="88"/>
                      <a:pt x="93" y="87"/>
                      <a:pt x="94" y="85"/>
                    </a:cubicBezTo>
                    <a:cubicBezTo>
                      <a:pt x="94" y="84"/>
                      <a:pt x="94" y="83"/>
                      <a:pt x="94" y="83"/>
                    </a:cubicBezTo>
                    <a:cubicBezTo>
                      <a:pt x="94" y="81"/>
                      <a:pt x="95" y="81"/>
                      <a:pt x="95" y="80"/>
                    </a:cubicBezTo>
                    <a:cubicBezTo>
                      <a:pt x="90" y="86"/>
                      <a:pt x="85" y="90"/>
                      <a:pt x="79" y="95"/>
                    </a:cubicBezTo>
                    <a:cubicBezTo>
                      <a:pt x="74" y="100"/>
                      <a:pt x="68" y="104"/>
                      <a:pt x="62" y="107"/>
                    </a:cubicBezTo>
                    <a:cubicBezTo>
                      <a:pt x="55" y="110"/>
                      <a:pt x="49" y="113"/>
                      <a:pt x="41" y="114"/>
                    </a:cubicBezTo>
                    <a:cubicBezTo>
                      <a:pt x="35" y="115"/>
                      <a:pt x="30" y="113"/>
                      <a:pt x="24" y="109"/>
                    </a:cubicBezTo>
                    <a:cubicBezTo>
                      <a:pt x="20" y="106"/>
                      <a:pt x="17" y="100"/>
                      <a:pt x="16" y="94"/>
                    </a:cubicBezTo>
                    <a:cubicBezTo>
                      <a:pt x="16" y="88"/>
                      <a:pt x="17" y="82"/>
                      <a:pt x="19" y="77"/>
                    </a:cubicBezTo>
                    <a:cubicBezTo>
                      <a:pt x="19" y="74"/>
                      <a:pt x="20" y="71"/>
                      <a:pt x="21" y="68"/>
                    </a:cubicBezTo>
                    <a:cubicBezTo>
                      <a:pt x="23" y="62"/>
                      <a:pt x="24" y="56"/>
                      <a:pt x="27" y="50"/>
                    </a:cubicBezTo>
                    <a:cubicBezTo>
                      <a:pt x="29" y="44"/>
                      <a:pt x="31" y="37"/>
                      <a:pt x="34" y="31"/>
                    </a:cubicBezTo>
                    <a:cubicBezTo>
                      <a:pt x="40" y="19"/>
                      <a:pt x="47" y="6"/>
                      <a:pt x="61" y="2"/>
                    </a:cubicBezTo>
                    <a:cubicBezTo>
                      <a:pt x="66" y="0"/>
                      <a:pt x="73" y="4"/>
                      <a:pt x="75" y="10"/>
                    </a:cubicBezTo>
                    <a:cubicBezTo>
                      <a:pt x="75" y="13"/>
                      <a:pt x="75" y="16"/>
                      <a:pt x="73" y="19"/>
                    </a:cubicBezTo>
                    <a:cubicBezTo>
                      <a:pt x="72" y="21"/>
                      <a:pt x="69" y="23"/>
                      <a:pt x="66" y="24"/>
                    </a:cubicBezTo>
                    <a:lnTo>
                      <a:pt x="65" y="24"/>
                    </a:lnTo>
                    <a:lnTo>
                      <a:pt x="64" y="25"/>
                    </a:lnTo>
                    <a:cubicBezTo>
                      <a:pt x="63" y="25"/>
                      <a:pt x="63" y="26"/>
                      <a:pt x="63" y="26"/>
                    </a:cubicBezTo>
                    <a:cubicBezTo>
                      <a:pt x="62" y="26"/>
                      <a:pt x="62" y="27"/>
                      <a:pt x="62" y="27"/>
                    </a:cubicBezTo>
                    <a:cubicBezTo>
                      <a:pt x="61" y="28"/>
                      <a:pt x="59" y="30"/>
                      <a:pt x="59" y="31"/>
                    </a:cubicBezTo>
                    <a:cubicBezTo>
                      <a:pt x="56" y="35"/>
                      <a:pt x="55" y="38"/>
                      <a:pt x="53" y="42"/>
                    </a:cubicBezTo>
                    <a:cubicBezTo>
                      <a:pt x="50" y="49"/>
                      <a:pt x="47" y="57"/>
                      <a:pt x="44" y="65"/>
                    </a:cubicBezTo>
                    <a:cubicBezTo>
                      <a:pt x="42" y="72"/>
                      <a:pt x="40" y="79"/>
                      <a:pt x="38" y="86"/>
                    </a:cubicBezTo>
                    <a:cubicBezTo>
                      <a:pt x="38" y="88"/>
                      <a:pt x="38" y="89"/>
                      <a:pt x="38" y="90"/>
                    </a:cubicBezTo>
                    <a:cubicBezTo>
                      <a:pt x="38" y="91"/>
                      <a:pt x="38" y="91"/>
                      <a:pt x="38" y="91"/>
                    </a:cubicBezTo>
                    <a:cubicBezTo>
                      <a:pt x="38" y="92"/>
                      <a:pt x="38" y="92"/>
                      <a:pt x="38" y="93"/>
                    </a:cubicBezTo>
                    <a:cubicBezTo>
                      <a:pt x="40" y="93"/>
                      <a:pt x="40" y="93"/>
                      <a:pt x="41" y="93"/>
                    </a:cubicBezTo>
                    <a:cubicBezTo>
                      <a:pt x="40" y="93"/>
                      <a:pt x="40" y="93"/>
                      <a:pt x="40" y="93"/>
                    </a:cubicBezTo>
                    <a:cubicBezTo>
                      <a:pt x="41" y="93"/>
                      <a:pt x="42" y="92"/>
                      <a:pt x="44" y="92"/>
                    </a:cubicBezTo>
                    <a:cubicBezTo>
                      <a:pt x="44" y="91"/>
                      <a:pt x="45" y="91"/>
                      <a:pt x="46" y="91"/>
                    </a:cubicBezTo>
                    <a:cubicBezTo>
                      <a:pt x="49" y="90"/>
                      <a:pt x="51" y="88"/>
                      <a:pt x="54" y="87"/>
                    </a:cubicBezTo>
                    <a:cubicBezTo>
                      <a:pt x="56" y="86"/>
                      <a:pt x="59" y="85"/>
                      <a:pt x="61" y="83"/>
                    </a:cubicBezTo>
                    <a:cubicBezTo>
                      <a:pt x="65" y="81"/>
                      <a:pt x="69" y="77"/>
                      <a:pt x="72" y="74"/>
                    </a:cubicBezTo>
                    <a:cubicBezTo>
                      <a:pt x="87" y="61"/>
                      <a:pt x="100" y="47"/>
                      <a:pt x="113" y="32"/>
                    </a:cubicBezTo>
                    <a:cubicBezTo>
                      <a:pt x="115" y="30"/>
                      <a:pt x="116" y="27"/>
                      <a:pt x="118" y="26"/>
                    </a:cubicBezTo>
                    <a:cubicBezTo>
                      <a:pt x="119" y="23"/>
                      <a:pt x="120" y="21"/>
                      <a:pt x="122" y="20"/>
                    </a:cubicBezTo>
                    <a:cubicBezTo>
                      <a:pt x="125" y="16"/>
                      <a:pt x="132" y="14"/>
                      <a:pt x="136" y="18"/>
                    </a:cubicBezTo>
                    <a:cubicBezTo>
                      <a:pt x="142" y="21"/>
                      <a:pt x="142" y="28"/>
                      <a:pt x="139" y="33"/>
                    </a:cubicBezTo>
                    <a:cubicBezTo>
                      <a:pt x="138" y="34"/>
                      <a:pt x="137" y="35"/>
                      <a:pt x="136" y="36"/>
                    </a:cubicBezTo>
                    <a:cubicBezTo>
                      <a:pt x="134" y="40"/>
                      <a:pt x="132" y="44"/>
                      <a:pt x="130" y="48"/>
                    </a:cubicBezTo>
                    <a:lnTo>
                      <a:pt x="130" y="47"/>
                    </a:lnTo>
                    <a:cubicBezTo>
                      <a:pt x="127" y="55"/>
                      <a:pt x="123" y="64"/>
                      <a:pt x="120" y="73"/>
                    </a:cubicBezTo>
                    <a:cubicBezTo>
                      <a:pt x="116" y="81"/>
                      <a:pt x="114" y="90"/>
                      <a:pt x="111" y="98"/>
                    </a:cubicBezTo>
                    <a:lnTo>
                      <a:pt x="111" y="97"/>
                    </a:lnTo>
                    <a:cubicBezTo>
                      <a:pt x="105" y="118"/>
                      <a:pt x="100" y="140"/>
                      <a:pt x="94" y="161"/>
                    </a:cubicBezTo>
                    <a:cubicBezTo>
                      <a:pt x="91" y="172"/>
                      <a:pt x="88" y="184"/>
                      <a:pt x="85" y="196"/>
                    </a:cubicBezTo>
                    <a:cubicBezTo>
                      <a:pt x="83" y="201"/>
                      <a:pt x="82" y="206"/>
                      <a:pt x="81" y="211"/>
                    </a:cubicBezTo>
                    <a:cubicBezTo>
                      <a:pt x="77" y="220"/>
                      <a:pt x="75" y="230"/>
                      <a:pt x="69" y="238"/>
                    </a:cubicBezTo>
                    <a:cubicBezTo>
                      <a:pt x="66" y="243"/>
                      <a:pt x="63" y="247"/>
                      <a:pt x="59" y="250"/>
                    </a:cubicBezTo>
                    <a:cubicBezTo>
                      <a:pt x="54" y="253"/>
                      <a:pt x="49" y="256"/>
                      <a:pt x="44" y="257"/>
                    </a:cubicBezTo>
                    <a:cubicBezTo>
                      <a:pt x="41" y="257"/>
                      <a:pt x="40" y="257"/>
                      <a:pt x="37" y="257"/>
                    </a:cubicBezTo>
                    <a:cubicBezTo>
                      <a:pt x="33" y="257"/>
                      <a:pt x="30" y="257"/>
                      <a:pt x="26" y="25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" name="Google Shape;204;p2"/>
              <p:cNvSpPr/>
              <p:nvPr/>
            </p:nvSpPr>
            <p:spPr>
              <a:xfrm>
                <a:off x="2932920" y="643680"/>
                <a:ext cx="25920" cy="35280"/>
              </a:xfrm>
              <a:custGeom>
                <a:avLst/>
                <a:gdLst/>
                <a:ahLst/>
                <a:cxnLst/>
                <a:rect l="l" t="t" r="r" b="b"/>
                <a:pathLst>
                  <a:path w="72" h="98" extrusionOk="0">
                    <a:moveTo>
                      <a:pt x="31" y="97"/>
                    </a:moveTo>
                    <a:cubicBezTo>
                      <a:pt x="23" y="97"/>
                      <a:pt x="14" y="92"/>
                      <a:pt x="12" y="84"/>
                    </a:cubicBezTo>
                    <a:cubicBezTo>
                      <a:pt x="9" y="74"/>
                      <a:pt x="13" y="66"/>
                      <a:pt x="17" y="59"/>
                    </a:cubicBezTo>
                    <a:cubicBezTo>
                      <a:pt x="19" y="55"/>
                      <a:pt x="21" y="51"/>
                      <a:pt x="23" y="48"/>
                    </a:cubicBezTo>
                    <a:cubicBezTo>
                      <a:pt x="24" y="45"/>
                      <a:pt x="25" y="43"/>
                      <a:pt x="26" y="41"/>
                    </a:cubicBezTo>
                    <a:cubicBezTo>
                      <a:pt x="26" y="39"/>
                      <a:pt x="27" y="37"/>
                      <a:pt x="27" y="35"/>
                    </a:cubicBezTo>
                    <a:cubicBezTo>
                      <a:pt x="27" y="34"/>
                      <a:pt x="27" y="33"/>
                      <a:pt x="27" y="32"/>
                    </a:cubicBezTo>
                    <a:lnTo>
                      <a:pt x="27" y="31"/>
                    </a:lnTo>
                    <a:lnTo>
                      <a:pt x="27" y="30"/>
                    </a:lnTo>
                    <a:cubicBezTo>
                      <a:pt x="26" y="29"/>
                      <a:pt x="26" y="28"/>
                      <a:pt x="26" y="28"/>
                    </a:cubicBezTo>
                    <a:cubicBezTo>
                      <a:pt x="25" y="28"/>
                      <a:pt x="25" y="28"/>
                      <a:pt x="25" y="28"/>
                    </a:cubicBezTo>
                    <a:cubicBezTo>
                      <a:pt x="24" y="27"/>
                      <a:pt x="24" y="27"/>
                      <a:pt x="24" y="27"/>
                    </a:cubicBezTo>
                    <a:lnTo>
                      <a:pt x="23" y="27"/>
                    </a:lnTo>
                    <a:cubicBezTo>
                      <a:pt x="16" y="29"/>
                      <a:pt x="7" y="30"/>
                      <a:pt x="3" y="22"/>
                    </a:cubicBezTo>
                    <a:cubicBezTo>
                      <a:pt x="0" y="17"/>
                      <a:pt x="1" y="11"/>
                      <a:pt x="4" y="8"/>
                    </a:cubicBezTo>
                    <a:cubicBezTo>
                      <a:pt x="5" y="7"/>
                      <a:pt x="6" y="6"/>
                      <a:pt x="8" y="5"/>
                    </a:cubicBezTo>
                    <a:cubicBezTo>
                      <a:pt x="10" y="4"/>
                      <a:pt x="13" y="4"/>
                      <a:pt x="15" y="3"/>
                    </a:cubicBezTo>
                    <a:cubicBezTo>
                      <a:pt x="17" y="3"/>
                      <a:pt x="20" y="3"/>
                      <a:pt x="23" y="4"/>
                    </a:cubicBezTo>
                    <a:cubicBezTo>
                      <a:pt x="23" y="3"/>
                      <a:pt x="24" y="3"/>
                      <a:pt x="24" y="3"/>
                    </a:cubicBezTo>
                    <a:cubicBezTo>
                      <a:pt x="30" y="0"/>
                      <a:pt x="36" y="3"/>
                      <a:pt x="38" y="9"/>
                    </a:cubicBezTo>
                    <a:cubicBezTo>
                      <a:pt x="39" y="10"/>
                      <a:pt x="39" y="10"/>
                      <a:pt x="40" y="11"/>
                    </a:cubicBezTo>
                    <a:cubicBezTo>
                      <a:pt x="44" y="14"/>
                      <a:pt x="47" y="20"/>
                      <a:pt x="48" y="25"/>
                    </a:cubicBezTo>
                    <a:cubicBezTo>
                      <a:pt x="50" y="30"/>
                      <a:pt x="50" y="35"/>
                      <a:pt x="48" y="39"/>
                    </a:cubicBezTo>
                    <a:cubicBezTo>
                      <a:pt x="47" y="46"/>
                      <a:pt x="45" y="52"/>
                      <a:pt x="42" y="58"/>
                    </a:cubicBezTo>
                    <a:cubicBezTo>
                      <a:pt x="40" y="63"/>
                      <a:pt x="37" y="68"/>
                      <a:pt x="34" y="73"/>
                    </a:cubicBezTo>
                    <a:lnTo>
                      <a:pt x="34" y="72"/>
                    </a:lnTo>
                    <a:cubicBezTo>
                      <a:pt x="34" y="73"/>
                      <a:pt x="34" y="74"/>
                      <a:pt x="33" y="76"/>
                    </a:cubicBezTo>
                    <a:cubicBezTo>
                      <a:pt x="34" y="76"/>
                      <a:pt x="36" y="76"/>
                      <a:pt x="37" y="76"/>
                    </a:cubicBezTo>
                    <a:cubicBezTo>
                      <a:pt x="40" y="75"/>
                      <a:pt x="43" y="74"/>
                      <a:pt x="46" y="74"/>
                    </a:cubicBezTo>
                    <a:cubicBezTo>
                      <a:pt x="50" y="73"/>
                      <a:pt x="53" y="72"/>
                      <a:pt x="57" y="71"/>
                    </a:cubicBezTo>
                    <a:cubicBezTo>
                      <a:pt x="62" y="69"/>
                      <a:pt x="68" y="73"/>
                      <a:pt x="69" y="78"/>
                    </a:cubicBezTo>
                    <a:cubicBezTo>
                      <a:pt x="71" y="84"/>
                      <a:pt x="68" y="89"/>
                      <a:pt x="62" y="91"/>
                    </a:cubicBezTo>
                    <a:cubicBezTo>
                      <a:pt x="53" y="94"/>
                      <a:pt x="43" y="97"/>
                      <a:pt x="33" y="97"/>
                    </a:cubicBezTo>
                    <a:cubicBezTo>
                      <a:pt x="33" y="97"/>
                      <a:pt x="32" y="97"/>
                      <a:pt x="31" y="9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" name="Google Shape;205;p2"/>
              <p:cNvSpPr/>
              <p:nvPr/>
            </p:nvSpPr>
            <p:spPr>
              <a:xfrm>
                <a:off x="2383200" y="781920"/>
                <a:ext cx="57960" cy="80640"/>
              </a:xfrm>
              <a:custGeom>
                <a:avLst/>
                <a:gdLst/>
                <a:ahLst/>
                <a:cxnLst/>
                <a:rect l="l" t="t" r="r" b="b"/>
                <a:pathLst>
                  <a:path w="161" h="224" extrusionOk="0">
                    <a:moveTo>
                      <a:pt x="118" y="223"/>
                    </a:moveTo>
                    <a:cubicBezTo>
                      <a:pt x="104" y="222"/>
                      <a:pt x="91" y="222"/>
                      <a:pt x="78" y="221"/>
                    </a:cubicBezTo>
                    <a:cubicBezTo>
                      <a:pt x="66" y="220"/>
                      <a:pt x="54" y="219"/>
                      <a:pt x="42" y="218"/>
                    </a:cubicBezTo>
                    <a:cubicBezTo>
                      <a:pt x="34" y="216"/>
                      <a:pt x="27" y="215"/>
                      <a:pt x="20" y="212"/>
                    </a:cubicBezTo>
                    <a:cubicBezTo>
                      <a:pt x="14" y="210"/>
                      <a:pt x="8" y="206"/>
                      <a:pt x="4" y="200"/>
                    </a:cubicBezTo>
                    <a:cubicBezTo>
                      <a:pt x="2" y="198"/>
                      <a:pt x="1" y="195"/>
                      <a:pt x="1" y="192"/>
                    </a:cubicBezTo>
                    <a:cubicBezTo>
                      <a:pt x="0" y="189"/>
                      <a:pt x="1" y="186"/>
                      <a:pt x="2" y="183"/>
                    </a:cubicBezTo>
                    <a:cubicBezTo>
                      <a:pt x="4" y="177"/>
                      <a:pt x="8" y="173"/>
                      <a:pt x="12" y="169"/>
                    </a:cubicBezTo>
                    <a:cubicBezTo>
                      <a:pt x="20" y="161"/>
                      <a:pt x="28" y="153"/>
                      <a:pt x="36" y="145"/>
                    </a:cubicBezTo>
                    <a:cubicBezTo>
                      <a:pt x="48" y="133"/>
                      <a:pt x="60" y="122"/>
                      <a:pt x="73" y="110"/>
                    </a:cubicBezTo>
                    <a:cubicBezTo>
                      <a:pt x="79" y="105"/>
                      <a:pt x="85" y="99"/>
                      <a:pt x="92" y="93"/>
                    </a:cubicBezTo>
                    <a:cubicBezTo>
                      <a:pt x="103" y="83"/>
                      <a:pt x="115" y="71"/>
                      <a:pt x="126" y="59"/>
                    </a:cubicBezTo>
                    <a:cubicBezTo>
                      <a:pt x="128" y="56"/>
                      <a:pt x="131" y="53"/>
                      <a:pt x="133" y="50"/>
                    </a:cubicBezTo>
                    <a:cubicBezTo>
                      <a:pt x="134" y="48"/>
                      <a:pt x="135" y="46"/>
                      <a:pt x="136" y="45"/>
                    </a:cubicBezTo>
                    <a:cubicBezTo>
                      <a:pt x="136" y="43"/>
                      <a:pt x="137" y="41"/>
                      <a:pt x="138" y="39"/>
                    </a:cubicBezTo>
                    <a:cubicBezTo>
                      <a:pt x="138" y="38"/>
                      <a:pt x="139" y="36"/>
                      <a:pt x="139" y="35"/>
                    </a:cubicBezTo>
                    <a:cubicBezTo>
                      <a:pt x="139" y="34"/>
                      <a:pt x="139" y="33"/>
                      <a:pt x="139" y="32"/>
                    </a:cubicBezTo>
                    <a:cubicBezTo>
                      <a:pt x="139" y="33"/>
                      <a:pt x="139" y="33"/>
                      <a:pt x="139" y="34"/>
                    </a:cubicBezTo>
                    <a:cubicBezTo>
                      <a:pt x="139" y="32"/>
                      <a:pt x="139" y="32"/>
                      <a:pt x="139" y="31"/>
                    </a:cubicBezTo>
                    <a:cubicBezTo>
                      <a:pt x="139" y="30"/>
                      <a:pt x="139" y="30"/>
                      <a:pt x="139" y="30"/>
                    </a:cubicBezTo>
                    <a:lnTo>
                      <a:pt x="139" y="31"/>
                    </a:lnTo>
                    <a:cubicBezTo>
                      <a:pt x="139" y="30"/>
                      <a:pt x="139" y="30"/>
                      <a:pt x="139" y="30"/>
                    </a:cubicBezTo>
                    <a:lnTo>
                      <a:pt x="139" y="31"/>
                    </a:lnTo>
                    <a:lnTo>
                      <a:pt x="139" y="30"/>
                    </a:lnTo>
                    <a:cubicBezTo>
                      <a:pt x="139" y="30"/>
                      <a:pt x="139" y="29"/>
                      <a:pt x="138" y="29"/>
                    </a:cubicBezTo>
                    <a:cubicBezTo>
                      <a:pt x="138" y="28"/>
                      <a:pt x="138" y="28"/>
                      <a:pt x="138" y="28"/>
                    </a:cubicBezTo>
                    <a:cubicBezTo>
                      <a:pt x="138" y="27"/>
                      <a:pt x="137" y="27"/>
                      <a:pt x="137" y="27"/>
                    </a:cubicBezTo>
                    <a:lnTo>
                      <a:pt x="136" y="26"/>
                    </a:lnTo>
                    <a:cubicBezTo>
                      <a:pt x="136" y="25"/>
                      <a:pt x="136" y="25"/>
                      <a:pt x="135" y="25"/>
                    </a:cubicBezTo>
                    <a:lnTo>
                      <a:pt x="134" y="25"/>
                    </a:lnTo>
                    <a:cubicBezTo>
                      <a:pt x="133" y="24"/>
                      <a:pt x="132" y="24"/>
                      <a:pt x="132" y="24"/>
                    </a:cubicBezTo>
                    <a:cubicBezTo>
                      <a:pt x="130" y="23"/>
                      <a:pt x="129" y="23"/>
                      <a:pt x="128" y="23"/>
                    </a:cubicBezTo>
                    <a:cubicBezTo>
                      <a:pt x="125" y="22"/>
                      <a:pt x="122" y="22"/>
                      <a:pt x="120" y="22"/>
                    </a:cubicBezTo>
                    <a:cubicBezTo>
                      <a:pt x="108" y="21"/>
                      <a:pt x="97" y="22"/>
                      <a:pt x="86" y="23"/>
                    </a:cubicBezTo>
                    <a:cubicBezTo>
                      <a:pt x="78" y="24"/>
                      <a:pt x="70" y="25"/>
                      <a:pt x="62" y="26"/>
                    </a:cubicBezTo>
                    <a:cubicBezTo>
                      <a:pt x="54" y="28"/>
                      <a:pt x="46" y="30"/>
                      <a:pt x="37" y="31"/>
                    </a:cubicBezTo>
                    <a:cubicBezTo>
                      <a:pt x="32" y="32"/>
                      <a:pt x="27" y="34"/>
                      <a:pt x="22" y="35"/>
                    </a:cubicBezTo>
                    <a:cubicBezTo>
                      <a:pt x="19" y="36"/>
                      <a:pt x="16" y="36"/>
                      <a:pt x="13" y="35"/>
                    </a:cubicBezTo>
                    <a:cubicBezTo>
                      <a:pt x="11" y="34"/>
                      <a:pt x="8" y="32"/>
                      <a:pt x="7" y="29"/>
                    </a:cubicBezTo>
                    <a:cubicBezTo>
                      <a:pt x="6" y="27"/>
                      <a:pt x="6" y="24"/>
                      <a:pt x="7" y="21"/>
                    </a:cubicBezTo>
                    <a:cubicBezTo>
                      <a:pt x="8" y="18"/>
                      <a:pt x="9" y="16"/>
                      <a:pt x="12" y="15"/>
                    </a:cubicBezTo>
                    <a:cubicBezTo>
                      <a:pt x="13" y="14"/>
                      <a:pt x="15" y="14"/>
                      <a:pt x="18" y="13"/>
                    </a:cubicBezTo>
                    <a:cubicBezTo>
                      <a:pt x="20" y="13"/>
                      <a:pt x="23" y="12"/>
                      <a:pt x="26" y="11"/>
                    </a:cubicBezTo>
                    <a:cubicBezTo>
                      <a:pt x="32" y="10"/>
                      <a:pt x="38" y="9"/>
                      <a:pt x="44" y="8"/>
                    </a:cubicBezTo>
                    <a:cubicBezTo>
                      <a:pt x="56" y="6"/>
                      <a:pt x="68" y="4"/>
                      <a:pt x="79" y="3"/>
                    </a:cubicBezTo>
                    <a:cubicBezTo>
                      <a:pt x="91" y="2"/>
                      <a:pt x="102" y="1"/>
                      <a:pt x="114" y="1"/>
                    </a:cubicBezTo>
                    <a:cubicBezTo>
                      <a:pt x="127" y="0"/>
                      <a:pt x="143" y="2"/>
                      <a:pt x="153" y="13"/>
                    </a:cubicBezTo>
                    <a:cubicBezTo>
                      <a:pt x="157" y="17"/>
                      <a:pt x="159" y="23"/>
                      <a:pt x="160" y="30"/>
                    </a:cubicBezTo>
                    <a:cubicBezTo>
                      <a:pt x="160" y="37"/>
                      <a:pt x="159" y="45"/>
                      <a:pt x="156" y="52"/>
                    </a:cubicBezTo>
                    <a:cubicBezTo>
                      <a:pt x="152" y="60"/>
                      <a:pt x="145" y="69"/>
                      <a:pt x="139" y="76"/>
                    </a:cubicBezTo>
                    <a:cubicBezTo>
                      <a:pt x="132" y="84"/>
                      <a:pt x="124" y="91"/>
                      <a:pt x="117" y="98"/>
                    </a:cubicBezTo>
                    <a:lnTo>
                      <a:pt x="117" y="97"/>
                    </a:lnTo>
                    <a:cubicBezTo>
                      <a:pt x="117" y="98"/>
                      <a:pt x="116" y="98"/>
                      <a:pt x="115" y="99"/>
                    </a:cubicBezTo>
                    <a:cubicBezTo>
                      <a:pt x="114" y="99"/>
                      <a:pt x="114" y="101"/>
                      <a:pt x="113" y="101"/>
                    </a:cubicBezTo>
                    <a:cubicBezTo>
                      <a:pt x="111" y="103"/>
                      <a:pt x="108" y="105"/>
                      <a:pt x="106" y="108"/>
                    </a:cubicBezTo>
                    <a:cubicBezTo>
                      <a:pt x="106" y="108"/>
                      <a:pt x="106" y="107"/>
                      <a:pt x="107" y="107"/>
                    </a:cubicBezTo>
                    <a:cubicBezTo>
                      <a:pt x="106" y="108"/>
                      <a:pt x="106" y="108"/>
                      <a:pt x="104" y="109"/>
                    </a:cubicBezTo>
                    <a:cubicBezTo>
                      <a:pt x="105" y="109"/>
                      <a:pt x="105" y="109"/>
                      <a:pt x="105" y="108"/>
                    </a:cubicBezTo>
                    <a:cubicBezTo>
                      <a:pt x="104" y="109"/>
                      <a:pt x="103" y="110"/>
                      <a:pt x="103" y="110"/>
                    </a:cubicBezTo>
                    <a:cubicBezTo>
                      <a:pt x="89" y="123"/>
                      <a:pt x="76" y="135"/>
                      <a:pt x="62" y="148"/>
                    </a:cubicBezTo>
                    <a:cubicBezTo>
                      <a:pt x="50" y="161"/>
                      <a:pt x="37" y="173"/>
                      <a:pt x="25" y="187"/>
                    </a:cubicBezTo>
                    <a:cubicBezTo>
                      <a:pt x="24" y="187"/>
                      <a:pt x="23" y="189"/>
                      <a:pt x="23" y="189"/>
                    </a:cubicBezTo>
                    <a:cubicBezTo>
                      <a:pt x="23" y="190"/>
                      <a:pt x="24" y="190"/>
                      <a:pt x="24" y="190"/>
                    </a:cubicBezTo>
                    <a:cubicBezTo>
                      <a:pt x="25" y="191"/>
                      <a:pt x="26" y="191"/>
                      <a:pt x="27" y="191"/>
                    </a:cubicBezTo>
                    <a:cubicBezTo>
                      <a:pt x="29" y="192"/>
                      <a:pt x="30" y="193"/>
                      <a:pt x="32" y="193"/>
                    </a:cubicBezTo>
                    <a:cubicBezTo>
                      <a:pt x="36" y="194"/>
                      <a:pt x="40" y="196"/>
                      <a:pt x="44" y="196"/>
                    </a:cubicBezTo>
                    <a:cubicBezTo>
                      <a:pt x="43" y="196"/>
                      <a:pt x="43" y="196"/>
                      <a:pt x="43" y="196"/>
                    </a:cubicBezTo>
                    <a:cubicBezTo>
                      <a:pt x="65" y="200"/>
                      <a:pt x="88" y="200"/>
                      <a:pt x="111" y="201"/>
                    </a:cubicBezTo>
                    <a:cubicBezTo>
                      <a:pt x="113" y="201"/>
                      <a:pt x="115" y="201"/>
                      <a:pt x="117" y="201"/>
                    </a:cubicBezTo>
                    <a:cubicBezTo>
                      <a:pt x="123" y="201"/>
                      <a:pt x="128" y="205"/>
                      <a:pt x="128" y="212"/>
                    </a:cubicBezTo>
                    <a:cubicBezTo>
                      <a:pt x="128" y="217"/>
                      <a:pt x="124" y="223"/>
                      <a:pt x="118" y="2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" name="Google Shape;206;p2"/>
              <p:cNvSpPr/>
              <p:nvPr/>
            </p:nvSpPr>
            <p:spPr>
              <a:xfrm>
                <a:off x="2379960" y="825840"/>
                <a:ext cx="68040" cy="15840"/>
              </a:xfrm>
              <a:custGeom>
                <a:avLst/>
                <a:gdLst/>
                <a:ahLst/>
                <a:cxnLst/>
                <a:rect l="l" t="t" r="r" b="b"/>
                <a:pathLst>
                  <a:path w="189" h="44" extrusionOk="0">
                    <a:moveTo>
                      <a:pt x="10" y="43"/>
                    </a:moveTo>
                    <a:cubicBezTo>
                      <a:pt x="5" y="43"/>
                      <a:pt x="1" y="38"/>
                      <a:pt x="0" y="33"/>
                    </a:cubicBezTo>
                    <a:lnTo>
                      <a:pt x="0" y="32"/>
                    </a:lnTo>
                    <a:cubicBezTo>
                      <a:pt x="0" y="29"/>
                      <a:pt x="2" y="25"/>
                      <a:pt x="6" y="23"/>
                    </a:cubicBezTo>
                    <a:cubicBezTo>
                      <a:pt x="9" y="21"/>
                      <a:pt x="12" y="20"/>
                      <a:pt x="15" y="22"/>
                    </a:cubicBezTo>
                    <a:lnTo>
                      <a:pt x="16" y="22"/>
                    </a:lnTo>
                    <a:cubicBezTo>
                      <a:pt x="28" y="20"/>
                      <a:pt x="39" y="18"/>
                      <a:pt x="50" y="16"/>
                    </a:cubicBezTo>
                    <a:cubicBezTo>
                      <a:pt x="62" y="15"/>
                      <a:pt x="75" y="12"/>
                      <a:pt x="87" y="11"/>
                    </a:cubicBezTo>
                    <a:cubicBezTo>
                      <a:pt x="109" y="8"/>
                      <a:pt x="130" y="5"/>
                      <a:pt x="152" y="3"/>
                    </a:cubicBezTo>
                    <a:cubicBezTo>
                      <a:pt x="160" y="2"/>
                      <a:pt x="168" y="1"/>
                      <a:pt x="176" y="1"/>
                    </a:cubicBezTo>
                    <a:cubicBezTo>
                      <a:pt x="181" y="0"/>
                      <a:pt x="187" y="3"/>
                      <a:pt x="187" y="9"/>
                    </a:cubicBezTo>
                    <a:cubicBezTo>
                      <a:pt x="188" y="13"/>
                      <a:pt x="184" y="19"/>
                      <a:pt x="179" y="20"/>
                    </a:cubicBezTo>
                    <a:cubicBezTo>
                      <a:pt x="156" y="22"/>
                      <a:pt x="132" y="25"/>
                      <a:pt x="109" y="28"/>
                    </a:cubicBezTo>
                    <a:cubicBezTo>
                      <a:pt x="86" y="32"/>
                      <a:pt x="63" y="35"/>
                      <a:pt x="39" y="40"/>
                    </a:cubicBezTo>
                    <a:cubicBezTo>
                      <a:pt x="36" y="40"/>
                      <a:pt x="32" y="41"/>
                      <a:pt x="29" y="41"/>
                    </a:cubicBezTo>
                    <a:cubicBezTo>
                      <a:pt x="24" y="42"/>
                      <a:pt x="18" y="43"/>
                      <a:pt x="13" y="43"/>
                    </a:cubicBezTo>
                    <a:cubicBezTo>
                      <a:pt x="12" y="43"/>
                      <a:pt x="11" y="43"/>
                      <a:pt x="10" y="4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" name="Google Shape;207;p2"/>
              <p:cNvSpPr/>
              <p:nvPr/>
            </p:nvSpPr>
            <p:spPr>
              <a:xfrm>
                <a:off x="2457720" y="811440"/>
                <a:ext cx="900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25" h="25" extrusionOk="0">
                    <a:moveTo>
                      <a:pt x="0" y="12"/>
                    </a:moveTo>
                    <a:cubicBezTo>
                      <a:pt x="0" y="6"/>
                      <a:pt x="5" y="0"/>
                      <a:pt x="11" y="0"/>
                    </a:cubicBezTo>
                    <a:cubicBezTo>
                      <a:pt x="18" y="0"/>
                      <a:pt x="24" y="5"/>
                      <a:pt x="24" y="12"/>
                    </a:cubicBezTo>
                    <a:cubicBezTo>
                      <a:pt x="24" y="17"/>
                      <a:pt x="19" y="24"/>
                      <a:pt x="13" y="24"/>
                    </a:cubicBezTo>
                    <a:cubicBezTo>
                      <a:pt x="6" y="24"/>
                      <a:pt x="0" y="19"/>
                      <a:pt x="0" y="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" name="Google Shape;208;p2"/>
              <p:cNvSpPr/>
              <p:nvPr/>
            </p:nvSpPr>
            <p:spPr>
              <a:xfrm>
                <a:off x="2447280" y="824040"/>
                <a:ext cx="43920" cy="1764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49" extrusionOk="0">
                    <a:moveTo>
                      <a:pt x="1" y="35"/>
                    </a:moveTo>
                    <a:cubicBezTo>
                      <a:pt x="0" y="31"/>
                      <a:pt x="2" y="27"/>
                      <a:pt x="4" y="25"/>
                    </a:cubicBezTo>
                    <a:cubicBezTo>
                      <a:pt x="6" y="23"/>
                      <a:pt x="9" y="21"/>
                      <a:pt x="11" y="20"/>
                    </a:cubicBezTo>
                    <a:cubicBezTo>
                      <a:pt x="16" y="17"/>
                      <a:pt x="23" y="18"/>
                      <a:pt x="26" y="24"/>
                    </a:cubicBezTo>
                    <a:cubicBezTo>
                      <a:pt x="27" y="24"/>
                      <a:pt x="27" y="25"/>
                      <a:pt x="27" y="25"/>
                    </a:cubicBezTo>
                    <a:cubicBezTo>
                      <a:pt x="33" y="25"/>
                      <a:pt x="39" y="24"/>
                      <a:pt x="44" y="23"/>
                    </a:cubicBezTo>
                    <a:cubicBezTo>
                      <a:pt x="50" y="21"/>
                      <a:pt x="57" y="20"/>
                      <a:pt x="63" y="18"/>
                    </a:cubicBezTo>
                    <a:cubicBezTo>
                      <a:pt x="70" y="16"/>
                      <a:pt x="77" y="13"/>
                      <a:pt x="85" y="10"/>
                    </a:cubicBezTo>
                    <a:cubicBezTo>
                      <a:pt x="84" y="10"/>
                      <a:pt x="84" y="11"/>
                      <a:pt x="84" y="11"/>
                    </a:cubicBezTo>
                    <a:cubicBezTo>
                      <a:pt x="91" y="8"/>
                      <a:pt x="99" y="5"/>
                      <a:pt x="106" y="2"/>
                    </a:cubicBezTo>
                    <a:cubicBezTo>
                      <a:pt x="111" y="0"/>
                      <a:pt x="117" y="2"/>
                      <a:pt x="119" y="7"/>
                    </a:cubicBezTo>
                    <a:cubicBezTo>
                      <a:pt x="121" y="12"/>
                      <a:pt x="119" y="18"/>
                      <a:pt x="114" y="20"/>
                    </a:cubicBezTo>
                    <a:cubicBezTo>
                      <a:pt x="105" y="24"/>
                      <a:pt x="97" y="27"/>
                      <a:pt x="88" y="31"/>
                    </a:cubicBezTo>
                    <a:cubicBezTo>
                      <a:pt x="84" y="32"/>
                      <a:pt x="81" y="34"/>
                      <a:pt x="77" y="35"/>
                    </a:cubicBezTo>
                    <a:cubicBezTo>
                      <a:pt x="73" y="36"/>
                      <a:pt x="69" y="38"/>
                      <a:pt x="64" y="39"/>
                    </a:cubicBezTo>
                    <a:cubicBezTo>
                      <a:pt x="50" y="43"/>
                      <a:pt x="36" y="47"/>
                      <a:pt x="21" y="48"/>
                    </a:cubicBezTo>
                    <a:cubicBezTo>
                      <a:pt x="13" y="48"/>
                      <a:pt x="2" y="45"/>
                      <a:pt x="1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" name="Google Shape;209;p2"/>
              <p:cNvSpPr/>
              <p:nvPr/>
            </p:nvSpPr>
            <p:spPr>
              <a:xfrm>
                <a:off x="2499840" y="763560"/>
                <a:ext cx="44640" cy="10152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282" extrusionOk="0">
                    <a:moveTo>
                      <a:pt x="68" y="270"/>
                    </a:moveTo>
                    <a:cubicBezTo>
                      <a:pt x="67" y="264"/>
                      <a:pt x="69" y="257"/>
                      <a:pt x="69" y="250"/>
                    </a:cubicBezTo>
                    <a:cubicBezTo>
                      <a:pt x="69" y="245"/>
                      <a:pt x="70" y="239"/>
                      <a:pt x="70" y="234"/>
                    </a:cubicBezTo>
                    <a:cubicBezTo>
                      <a:pt x="71" y="221"/>
                      <a:pt x="72" y="210"/>
                      <a:pt x="73" y="198"/>
                    </a:cubicBezTo>
                    <a:cubicBezTo>
                      <a:pt x="73" y="186"/>
                      <a:pt x="74" y="176"/>
                      <a:pt x="76" y="165"/>
                    </a:cubicBezTo>
                    <a:cubicBezTo>
                      <a:pt x="76" y="159"/>
                      <a:pt x="77" y="153"/>
                      <a:pt x="78" y="147"/>
                    </a:cubicBezTo>
                    <a:cubicBezTo>
                      <a:pt x="79" y="141"/>
                      <a:pt x="80" y="135"/>
                      <a:pt x="81" y="129"/>
                    </a:cubicBezTo>
                    <a:cubicBezTo>
                      <a:pt x="82" y="127"/>
                      <a:pt x="83" y="124"/>
                      <a:pt x="83" y="121"/>
                    </a:cubicBezTo>
                    <a:cubicBezTo>
                      <a:pt x="77" y="127"/>
                      <a:pt x="70" y="132"/>
                      <a:pt x="63" y="136"/>
                    </a:cubicBezTo>
                    <a:cubicBezTo>
                      <a:pt x="51" y="143"/>
                      <a:pt x="37" y="148"/>
                      <a:pt x="23" y="143"/>
                    </a:cubicBezTo>
                    <a:cubicBezTo>
                      <a:pt x="17" y="142"/>
                      <a:pt x="12" y="138"/>
                      <a:pt x="8" y="134"/>
                    </a:cubicBezTo>
                    <a:cubicBezTo>
                      <a:pt x="3" y="128"/>
                      <a:pt x="2" y="121"/>
                      <a:pt x="2" y="114"/>
                    </a:cubicBezTo>
                    <a:cubicBezTo>
                      <a:pt x="0" y="103"/>
                      <a:pt x="3" y="92"/>
                      <a:pt x="6" y="81"/>
                    </a:cubicBezTo>
                    <a:cubicBezTo>
                      <a:pt x="9" y="70"/>
                      <a:pt x="12" y="58"/>
                      <a:pt x="16" y="47"/>
                    </a:cubicBezTo>
                    <a:cubicBezTo>
                      <a:pt x="18" y="39"/>
                      <a:pt x="21" y="31"/>
                      <a:pt x="24" y="23"/>
                    </a:cubicBezTo>
                    <a:cubicBezTo>
                      <a:pt x="25" y="20"/>
                      <a:pt x="26" y="18"/>
                      <a:pt x="27" y="16"/>
                    </a:cubicBezTo>
                    <a:cubicBezTo>
                      <a:pt x="28" y="12"/>
                      <a:pt x="30" y="7"/>
                      <a:pt x="34" y="4"/>
                    </a:cubicBezTo>
                    <a:cubicBezTo>
                      <a:pt x="38" y="1"/>
                      <a:pt x="42" y="0"/>
                      <a:pt x="46" y="1"/>
                    </a:cubicBezTo>
                    <a:cubicBezTo>
                      <a:pt x="48" y="2"/>
                      <a:pt x="51" y="4"/>
                      <a:pt x="52" y="7"/>
                    </a:cubicBezTo>
                    <a:cubicBezTo>
                      <a:pt x="53" y="9"/>
                      <a:pt x="54" y="12"/>
                      <a:pt x="53" y="15"/>
                    </a:cubicBezTo>
                    <a:cubicBezTo>
                      <a:pt x="52" y="18"/>
                      <a:pt x="51" y="20"/>
                      <a:pt x="48" y="22"/>
                    </a:cubicBezTo>
                    <a:lnTo>
                      <a:pt x="47" y="23"/>
                    </a:lnTo>
                    <a:cubicBezTo>
                      <a:pt x="43" y="32"/>
                      <a:pt x="39" y="43"/>
                      <a:pt x="36" y="53"/>
                    </a:cubicBezTo>
                    <a:lnTo>
                      <a:pt x="36" y="52"/>
                    </a:lnTo>
                    <a:cubicBezTo>
                      <a:pt x="36" y="53"/>
                      <a:pt x="36" y="53"/>
                      <a:pt x="36" y="53"/>
                    </a:cubicBezTo>
                    <a:cubicBezTo>
                      <a:pt x="35" y="55"/>
                      <a:pt x="34" y="58"/>
                      <a:pt x="34" y="61"/>
                    </a:cubicBezTo>
                    <a:cubicBezTo>
                      <a:pt x="34" y="60"/>
                      <a:pt x="34" y="60"/>
                      <a:pt x="34" y="59"/>
                    </a:cubicBezTo>
                    <a:cubicBezTo>
                      <a:pt x="33" y="61"/>
                      <a:pt x="32" y="64"/>
                      <a:pt x="32" y="67"/>
                    </a:cubicBezTo>
                    <a:lnTo>
                      <a:pt x="32" y="66"/>
                    </a:lnTo>
                    <a:cubicBezTo>
                      <a:pt x="31" y="67"/>
                      <a:pt x="31" y="67"/>
                      <a:pt x="31" y="67"/>
                    </a:cubicBezTo>
                    <a:lnTo>
                      <a:pt x="31" y="68"/>
                    </a:lnTo>
                    <a:cubicBezTo>
                      <a:pt x="28" y="78"/>
                      <a:pt x="26" y="88"/>
                      <a:pt x="24" y="99"/>
                    </a:cubicBezTo>
                    <a:cubicBezTo>
                      <a:pt x="23" y="102"/>
                      <a:pt x="23" y="105"/>
                      <a:pt x="23" y="108"/>
                    </a:cubicBezTo>
                    <a:cubicBezTo>
                      <a:pt x="23" y="110"/>
                      <a:pt x="23" y="112"/>
                      <a:pt x="23" y="114"/>
                    </a:cubicBezTo>
                    <a:cubicBezTo>
                      <a:pt x="23" y="115"/>
                      <a:pt x="23" y="116"/>
                      <a:pt x="23" y="117"/>
                    </a:cubicBezTo>
                    <a:cubicBezTo>
                      <a:pt x="23" y="117"/>
                      <a:pt x="23" y="116"/>
                      <a:pt x="23" y="115"/>
                    </a:cubicBezTo>
                    <a:cubicBezTo>
                      <a:pt x="23" y="117"/>
                      <a:pt x="23" y="117"/>
                      <a:pt x="24" y="118"/>
                    </a:cubicBezTo>
                    <a:cubicBezTo>
                      <a:pt x="24" y="118"/>
                      <a:pt x="24" y="119"/>
                      <a:pt x="24" y="120"/>
                    </a:cubicBezTo>
                    <a:cubicBezTo>
                      <a:pt x="24" y="119"/>
                      <a:pt x="24" y="119"/>
                      <a:pt x="24" y="119"/>
                    </a:cubicBezTo>
                    <a:cubicBezTo>
                      <a:pt x="24" y="120"/>
                      <a:pt x="24" y="120"/>
                      <a:pt x="24" y="120"/>
                    </a:cubicBezTo>
                    <a:cubicBezTo>
                      <a:pt x="25" y="120"/>
                      <a:pt x="25" y="121"/>
                      <a:pt x="26" y="121"/>
                    </a:cubicBezTo>
                    <a:lnTo>
                      <a:pt x="26" y="122"/>
                    </a:lnTo>
                    <a:cubicBezTo>
                      <a:pt x="27" y="122"/>
                      <a:pt x="27" y="122"/>
                      <a:pt x="27" y="122"/>
                    </a:cubicBezTo>
                    <a:lnTo>
                      <a:pt x="28" y="123"/>
                    </a:lnTo>
                    <a:lnTo>
                      <a:pt x="29" y="124"/>
                    </a:lnTo>
                    <a:cubicBezTo>
                      <a:pt x="30" y="124"/>
                      <a:pt x="31" y="124"/>
                      <a:pt x="31" y="124"/>
                    </a:cubicBezTo>
                    <a:cubicBezTo>
                      <a:pt x="32" y="124"/>
                      <a:pt x="32" y="124"/>
                      <a:pt x="34" y="124"/>
                    </a:cubicBezTo>
                    <a:lnTo>
                      <a:pt x="35" y="124"/>
                    </a:lnTo>
                    <a:cubicBezTo>
                      <a:pt x="37" y="124"/>
                      <a:pt x="38" y="124"/>
                      <a:pt x="40" y="123"/>
                    </a:cubicBezTo>
                    <a:cubicBezTo>
                      <a:pt x="41" y="123"/>
                      <a:pt x="43" y="122"/>
                      <a:pt x="44" y="122"/>
                    </a:cubicBezTo>
                    <a:cubicBezTo>
                      <a:pt x="46" y="121"/>
                      <a:pt x="48" y="120"/>
                      <a:pt x="51" y="119"/>
                    </a:cubicBezTo>
                    <a:cubicBezTo>
                      <a:pt x="54" y="117"/>
                      <a:pt x="57" y="115"/>
                      <a:pt x="60" y="113"/>
                    </a:cubicBezTo>
                    <a:cubicBezTo>
                      <a:pt x="65" y="110"/>
                      <a:pt x="70" y="106"/>
                      <a:pt x="74" y="102"/>
                    </a:cubicBezTo>
                    <a:cubicBezTo>
                      <a:pt x="80" y="97"/>
                      <a:pt x="85" y="92"/>
                      <a:pt x="90" y="86"/>
                    </a:cubicBezTo>
                    <a:cubicBezTo>
                      <a:pt x="93" y="82"/>
                      <a:pt x="95" y="79"/>
                      <a:pt x="98" y="76"/>
                    </a:cubicBezTo>
                    <a:cubicBezTo>
                      <a:pt x="99" y="72"/>
                      <a:pt x="101" y="69"/>
                      <a:pt x="103" y="66"/>
                    </a:cubicBezTo>
                    <a:cubicBezTo>
                      <a:pt x="106" y="61"/>
                      <a:pt x="112" y="60"/>
                      <a:pt x="117" y="63"/>
                    </a:cubicBezTo>
                    <a:cubicBezTo>
                      <a:pt x="122" y="65"/>
                      <a:pt x="123" y="71"/>
                      <a:pt x="122" y="76"/>
                    </a:cubicBezTo>
                    <a:cubicBezTo>
                      <a:pt x="120" y="80"/>
                      <a:pt x="118" y="83"/>
                      <a:pt x="116" y="86"/>
                    </a:cubicBezTo>
                    <a:cubicBezTo>
                      <a:pt x="114" y="92"/>
                      <a:pt x="112" y="97"/>
                      <a:pt x="110" y="103"/>
                    </a:cubicBezTo>
                    <a:lnTo>
                      <a:pt x="110" y="102"/>
                    </a:lnTo>
                    <a:cubicBezTo>
                      <a:pt x="108" y="107"/>
                      <a:pt x="107" y="112"/>
                      <a:pt x="105" y="118"/>
                    </a:cubicBezTo>
                    <a:cubicBezTo>
                      <a:pt x="104" y="122"/>
                      <a:pt x="103" y="127"/>
                      <a:pt x="101" y="132"/>
                    </a:cubicBezTo>
                    <a:cubicBezTo>
                      <a:pt x="100" y="137"/>
                      <a:pt x="100" y="142"/>
                      <a:pt x="98" y="146"/>
                    </a:cubicBezTo>
                    <a:cubicBezTo>
                      <a:pt x="97" y="154"/>
                      <a:pt x="96" y="161"/>
                      <a:pt x="95" y="168"/>
                    </a:cubicBezTo>
                    <a:cubicBezTo>
                      <a:pt x="94" y="175"/>
                      <a:pt x="94" y="182"/>
                      <a:pt x="93" y="189"/>
                    </a:cubicBezTo>
                    <a:cubicBezTo>
                      <a:pt x="92" y="204"/>
                      <a:pt x="91" y="219"/>
                      <a:pt x="91" y="234"/>
                    </a:cubicBezTo>
                    <a:cubicBezTo>
                      <a:pt x="91" y="235"/>
                      <a:pt x="91" y="235"/>
                      <a:pt x="91" y="235"/>
                    </a:cubicBezTo>
                    <a:cubicBezTo>
                      <a:pt x="91" y="237"/>
                      <a:pt x="91" y="238"/>
                      <a:pt x="91" y="240"/>
                    </a:cubicBezTo>
                    <a:cubicBezTo>
                      <a:pt x="91" y="239"/>
                      <a:pt x="91" y="238"/>
                      <a:pt x="91" y="238"/>
                    </a:cubicBezTo>
                    <a:cubicBezTo>
                      <a:pt x="91" y="239"/>
                      <a:pt x="90" y="240"/>
                      <a:pt x="90" y="241"/>
                    </a:cubicBezTo>
                    <a:cubicBezTo>
                      <a:pt x="90" y="242"/>
                      <a:pt x="90" y="242"/>
                      <a:pt x="90" y="244"/>
                    </a:cubicBezTo>
                    <a:lnTo>
                      <a:pt x="90" y="243"/>
                    </a:lnTo>
                    <a:lnTo>
                      <a:pt x="90" y="244"/>
                    </a:lnTo>
                    <a:cubicBezTo>
                      <a:pt x="90" y="247"/>
                      <a:pt x="90" y="250"/>
                      <a:pt x="90" y="253"/>
                    </a:cubicBezTo>
                    <a:cubicBezTo>
                      <a:pt x="90" y="252"/>
                      <a:pt x="90" y="252"/>
                      <a:pt x="90" y="252"/>
                    </a:cubicBezTo>
                    <a:cubicBezTo>
                      <a:pt x="90" y="253"/>
                      <a:pt x="90" y="255"/>
                      <a:pt x="90" y="256"/>
                    </a:cubicBezTo>
                    <a:cubicBezTo>
                      <a:pt x="90" y="259"/>
                      <a:pt x="90" y="262"/>
                      <a:pt x="90" y="265"/>
                    </a:cubicBezTo>
                    <a:lnTo>
                      <a:pt x="90" y="264"/>
                    </a:lnTo>
                    <a:cubicBezTo>
                      <a:pt x="90" y="266"/>
                      <a:pt x="90" y="268"/>
                      <a:pt x="90" y="270"/>
                    </a:cubicBezTo>
                    <a:cubicBezTo>
                      <a:pt x="90" y="276"/>
                      <a:pt x="85" y="281"/>
                      <a:pt x="79" y="281"/>
                    </a:cubicBezTo>
                    <a:cubicBezTo>
                      <a:pt x="73" y="281"/>
                      <a:pt x="69" y="276"/>
                      <a:pt x="68" y="27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" name="Google Shape;210;p2"/>
              <p:cNvSpPr/>
              <p:nvPr/>
            </p:nvSpPr>
            <p:spPr>
              <a:xfrm>
                <a:off x="2561400" y="794160"/>
                <a:ext cx="27720" cy="15840"/>
              </a:xfrm>
              <a:custGeom>
                <a:avLst/>
                <a:gdLst/>
                <a:ahLst/>
                <a:cxnLst/>
                <a:rect l="l" t="t" r="r" b="b"/>
                <a:pathLst>
                  <a:path w="77" h="44" extrusionOk="0">
                    <a:moveTo>
                      <a:pt x="16" y="39"/>
                    </a:moveTo>
                    <a:cubicBezTo>
                      <a:pt x="11" y="37"/>
                      <a:pt x="7" y="35"/>
                      <a:pt x="4" y="30"/>
                    </a:cubicBezTo>
                    <a:cubicBezTo>
                      <a:pt x="0" y="26"/>
                      <a:pt x="0" y="21"/>
                      <a:pt x="1" y="16"/>
                    </a:cubicBezTo>
                    <a:cubicBezTo>
                      <a:pt x="4" y="9"/>
                      <a:pt x="10" y="7"/>
                      <a:pt x="15" y="4"/>
                    </a:cubicBezTo>
                    <a:cubicBezTo>
                      <a:pt x="20" y="0"/>
                      <a:pt x="27" y="2"/>
                      <a:pt x="30" y="7"/>
                    </a:cubicBezTo>
                    <a:cubicBezTo>
                      <a:pt x="33" y="11"/>
                      <a:pt x="32" y="17"/>
                      <a:pt x="29" y="21"/>
                    </a:cubicBezTo>
                    <a:cubicBezTo>
                      <a:pt x="30" y="21"/>
                      <a:pt x="30" y="21"/>
                      <a:pt x="31" y="21"/>
                    </a:cubicBezTo>
                    <a:cubicBezTo>
                      <a:pt x="35" y="22"/>
                      <a:pt x="38" y="22"/>
                      <a:pt x="42" y="22"/>
                    </a:cubicBezTo>
                    <a:cubicBezTo>
                      <a:pt x="47" y="22"/>
                      <a:pt x="53" y="22"/>
                      <a:pt x="58" y="22"/>
                    </a:cubicBezTo>
                    <a:cubicBezTo>
                      <a:pt x="60" y="21"/>
                      <a:pt x="61" y="21"/>
                      <a:pt x="63" y="21"/>
                    </a:cubicBezTo>
                    <a:cubicBezTo>
                      <a:pt x="69" y="21"/>
                      <a:pt x="74" y="24"/>
                      <a:pt x="75" y="30"/>
                    </a:cubicBezTo>
                    <a:cubicBezTo>
                      <a:pt x="76" y="35"/>
                      <a:pt x="72" y="42"/>
                      <a:pt x="67" y="42"/>
                    </a:cubicBezTo>
                    <a:cubicBezTo>
                      <a:pt x="59" y="43"/>
                      <a:pt x="52" y="43"/>
                      <a:pt x="44" y="43"/>
                    </a:cubicBezTo>
                    <a:cubicBezTo>
                      <a:pt x="35" y="43"/>
                      <a:pt x="26" y="42"/>
                      <a:pt x="16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" name="Google Shape;211;p2"/>
              <p:cNvSpPr/>
              <p:nvPr/>
            </p:nvSpPr>
            <p:spPr>
              <a:xfrm>
                <a:off x="2569680" y="773640"/>
                <a:ext cx="19800" cy="68400"/>
              </a:xfrm>
              <a:custGeom>
                <a:avLst/>
                <a:gdLst/>
                <a:ahLst/>
                <a:cxnLst/>
                <a:rect l="l" t="t" r="r" b="b"/>
                <a:pathLst>
                  <a:path w="55" h="190" extrusionOk="0">
                    <a:moveTo>
                      <a:pt x="10" y="189"/>
                    </a:moveTo>
                    <a:cubicBezTo>
                      <a:pt x="5" y="189"/>
                      <a:pt x="0" y="184"/>
                      <a:pt x="1" y="178"/>
                    </a:cubicBezTo>
                    <a:cubicBezTo>
                      <a:pt x="3" y="153"/>
                      <a:pt x="5" y="129"/>
                      <a:pt x="9" y="105"/>
                    </a:cubicBezTo>
                    <a:cubicBezTo>
                      <a:pt x="9" y="99"/>
                      <a:pt x="10" y="93"/>
                      <a:pt x="12" y="88"/>
                    </a:cubicBezTo>
                    <a:cubicBezTo>
                      <a:pt x="12" y="83"/>
                      <a:pt x="13" y="78"/>
                      <a:pt x="14" y="73"/>
                    </a:cubicBezTo>
                    <a:cubicBezTo>
                      <a:pt x="17" y="61"/>
                      <a:pt x="19" y="50"/>
                      <a:pt x="23" y="39"/>
                    </a:cubicBezTo>
                    <a:cubicBezTo>
                      <a:pt x="24" y="31"/>
                      <a:pt x="27" y="24"/>
                      <a:pt x="29" y="16"/>
                    </a:cubicBezTo>
                    <a:cubicBezTo>
                      <a:pt x="30" y="14"/>
                      <a:pt x="31" y="12"/>
                      <a:pt x="31" y="10"/>
                    </a:cubicBezTo>
                    <a:cubicBezTo>
                      <a:pt x="32" y="4"/>
                      <a:pt x="39" y="0"/>
                      <a:pt x="44" y="2"/>
                    </a:cubicBezTo>
                    <a:cubicBezTo>
                      <a:pt x="50" y="3"/>
                      <a:pt x="54" y="9"/>
                      <a:pt x="52" y="15"/>
                    </a:cubicBezTo>
                    <a:cubicBezTo>
                      <a:pt x="51" y="20"/>
                      <a:pt x="49" y="26"/>
                      <a:pt x="47" y="31"/>
                    </a:cubicBezTo>
                    <a:cubicBezTo>
                      <a:pt x="45" y="36"/>
                      <a:pt x="44" y="41"/>
                      <a:pt x="42" y="46"/>
                    </a:cubicBezTo>
                    <a:cubicBezTo>
                      <a:pt x="42" y="45"/>
                      <a:pt x="42" y="45"/>
                      <a:pt x="43" y="44"/>
                    </a:cubicBezTo>
                    <a:cubicBezTo>
                      <a:pt x="41" y="50"/>
                      <a:pt x="39" y="56"/>
                      <a:pt x="38" y="62"/>
                    </a:cubicBezTo>
                    <a:cubicBezTo>
                      <a:pt x="36" y="69"/>
                      <a:pt x="35" y="76"/>
                      <a:pt x="33" y="83"/>
                    </a:cubicBezTo>
                    <a:cubicBezTo>
                      <a:pt x="33" y="84"/>
                      <a:pt x="33" y="86"/>
                      <a:pt x="33" y="87"/>
                    </a:cubicBezTo>
                    <a:cubicBezTo>
                      <a:pt x="33" y="86"/>
                      <a:pt x="33" y="86"/>
                      <a:pt x="33" y="86"/>
                    </a:cubicBezTo>
                    <a:cubicBezTo>
                      <a:pt x="32" y="88"/>
                      <a:pt x="32" y="91"/>
                      <a:pt x="31" y="93"/>
                    </a:cubicBezTo>
                    <a:cubicBezTo>
                      <a:pt x="31" y="95"/>
                      <a:pt x="31" y="97"/>
                      <a:pt x="30" y="99"/>
                    </a:cubicBezTo>
                    <a:cubicBezTo>
                      <a:pt x="30" y="98"/>
                      <a:pt x="31" y="97"/>
                      <a:pt x="31" y="97"/>
                    </a:cubicBezTo>
                    <a:cubicBezTo>
                      <a:pt x="30" y="98"/>
                      <a:pt x="30" y="99"/>
                      <a:pt x="30" y="100"/>
                    </a:cubicBezTo>
                    <a:lnTo>
                      <a:pt x="30" y="99"/>
                    </a:lnTo>
                    <a:cubicBezTo>
                      <a:pt x="30" y="101"/>
                      <a:pt x="30" y="104"/>
                      <a:pt x="29" y="106"/>
                    </a:cubicBezTo>
                    <a:cubicBezTo>
                      <a:pt x="29" y="106"/>
                      <a:pt x="29" y="105"/>
                      <a:pt x="30" y="104"/>
                    </a:cubicBezTo>
                    <a:cubicBezTo>
                      <a:pt x="29" y="105"/>
                      <a:pt x="29" y="106"/>
                      <a:pt x="29" y="106"/>
                    </a:cubicBezTo>
                    <a:cubicBezTo>
                      <a:pt x="27" y="118"/>
                      <a:pt x="26" y="130"/>
                      <a:pt x="25" y="142"/>
                    </a:cubicBezTo>
                    <a:cubicBezTo>
                      <a:pt x="23" y="154"/>
                      <a:pt x="22" y="167"/>
                      <a:pt x="21" y="180"/>
                    </a:cubicBezTo>
                    <a:cubicBezTo>
                      <a:pt x="21" y="185"/>
                      <a:pt x="16" y="189"/>
                      <a:pt x="11" y="189"/>
                    </a:cubicBezTo>
                    <a:lnTo>
                      <a:pt x="10" y="18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" name="Google Shape;212;p2"/>
              <p:cNvSpPr/>
              <p:nvPr/>
            </p:nvSpPr>
            <p:spPr>
              <a:xfrm>
                <a:off x="2612520" y="734400"/>
                <a:ext cx="382680" cy="123840"/>
              </a:xfrm>
              <a:custGeom>
                <a:avLst/>
                <a:gdLst/>
                <a:ahLst/>
                <a:cxnLst/>
                <a:rect l="l" t="t" r="r" b="b"/>
                <a:pathLst>
                  <a:path w="1063" h="344" extrusionOk="0">
                    <a:moveTo>
                      <a:pt x="49" y="342"/>
                    </a:moveTo>
                    <a:cubicBezTo>
                      <a:pt x="47" y="341"/>
                      <a:pt x="46" y="340"/>
                      <a:pt x="45" y="339"/>
                    </a:cubicBezTo>
                    <a:cubicBezTo>
                      <a:pt x="43" y="337"/>
                      <a:pt x="42" y="335"/>
                      <a:pt x="42" y="333"/>
                    </a:cubicBezTo>
                    <a:cubicBezTo>
                      <a:pt x="42" y="330"/>
                      <a:pt x="42" y="328"/>
                      <a:pt x="41" y="325"/>
                    </a:cubicBezTo>
                    <a:cubicBezTo>
                      <a:pt x="40" y="321"/>
                      <a:pt x="40" y="317"/>
                      <a:pt x="39" y="313"/>
                    </a:cubicBezTo>
                    <a:cubicBezTo>
                      <a:pt x="38" y="306"/>
                      <a:pt x="36" y="298"/>
                      <a:pt x="34" y="291"/>
                    </a:cubicBezTo>
                    <a:cubicBezTo>
                      <a:pt x="33" y="286"/>
                      <a:pt x="32" y="281"/>
                      <a:pt x="31" y="276"/>
                    </a:cubicBezTo>
                    <a:lnTo>
                      <a:pt x="31" y="277"/>
                    </a:lnTo>
                    <a:cubicBezTo>
                      <a:pt x="26" y="256"/>
                      <a:pt x="20" y="235"/>
                      <a:pt x="14" y="213"/>
                    </a:cubicBezTo>
                    <a:cubicBezTo>
                      <a:pt x="13" y="207"/>
                      <a:pt x="11" y="201"/>
                      <a:pt x="10" y="195"/>
                    </a:cubicBezTo>
                    <a:cubicBezTo>
                      <a:pt x="8" y="188"/>
                      <a:pt x="7" y="181"/>
                      <a:pt x="6" y="175"/>
                    </a:cubicBezTo>
                    <a:cubicBezTo>
                      <a:pt x="4" y="170"/>
                      <a:pt x="4" y="165"/>
                      <a:pt x="3" y="160"/>
                    </a:cubicBezTo>
                    <a:cubicBezTo>
                      <a:pt x="1" y="150"/>
                      <a:pt x="0" y="141"/>
                      <a:pt x="0" y="132"/>
                    </a:cubicBezTo>
                    <a:cubicBezTo>
                      <a:pt x="0" y="126"/>
                      <a:pt x="0" y="120"/>
                      <a:pt x="0" y="114"/>
                    </a:cubicBezTo>
                    <a:cubicBezTo>
                      <a:pt x="1" y="108"/>
                      <a:pt x="7" y="104"/>
                      <a:pt x="13" y="104"/>
                    </a:cubicBezTo>
                    <a:cubicBezTo>
                      <a:pt x="18" y="105"/>
                      <a:pt x="23" y="111"/>
                      <a:pt x="22" y="117"/>
                    </a:cubicBezTo>
                    <a:cubicBezTo>
                      <a:pt x="22" y="120"/>
                      <a:pt x="21" y="124"/>
                      <a:pt x="21" y="127"/>
                    </a:cubicBezTo>
                    <a:cubicBezTo>
                      <a:pt x="21" y="134"/>
                      <a:pt x="21" y="140"/>
                      <a:pt x="22" y="146"/>
                    </a:cubicBezTo>
                    <a:cubicBezTo>
                      <a:pt x="22" y="150"/>
                      <a:pt x="23" y="153"/>
                      <a:pt x="23" y="157"/>
                    </a:cubicBezTo>
                    <a:cubicBezTo>
                      <a:pt x="24" y="160"/>
                      <a:pt x="24" y="164"/>
                      <a:pt x="25" y="167"/>
                    </a:cubicBezTo>
                    <a:cubicBezTo>
                      <a:pt x="26" y="175"/>
                      <a:pt x="28" y="182"/>
                      <a:pt x="29" y="190"/>
                    </a:cubicBezTo>
                    <a:cubicBezTo>
                      <a:pt x="29" y="189"/>
                      <a:pt x="29" y="189"/>
                      <a:pt x="29" y="189"/>
                    </a:cubicBezTo>
                    <a:cubicBezTo>
                      <a:pt x="31" y="198"/>
                      <a:pt x="34" y="208"/>
                      <a:pt x="36" y="217"/>
                    </a:cubicBezTo>
                    <a:cubicBezTo>
                      <a:pt x="39" y="229"/>
                      <a:pt x="42" y="240"/>
                      <a:pt x="45" y="251"/>
                    </a:cubicBezTo>
                    <a:cubicBezTo>
                      <a:pt x="47" y="261"/>
                      <a:pt x="50" y="272"/>
                      <a:pt x="53" y="281"/>
                    </a:cubicBezTo>
                    <a:cubicBezTo>
                      <a:pt x="54" y="274"/>
                      <a:pt x="56" y="266"/>
                      <a:pt x="58" y="259"/>
                    </a:cubicBezTo>
                    <a:cubicBezTo>
                      <a:pt x="62" y="244"/>
                      <a:pt x="67" y="229"/>
                      <a:pt x="71" y="215"/>
                    </a:cubicBezTo>
                    <a:cubicBezTo>
                      <a:pt x="71" y="214"/>
                      <a:pt x="71" y="213"/>
                      <a:pt x="71" y="213"/>
                    </a:cubicBezTo>
                    <a:cubicBezTo>
                      <a:pt x="72" y="212"/>
                      <a:pt x="73" y="210"/>
                      <a:pt x="73" y="209"/>
                    </a:cubicBezTo>
                    <a:cubicBezTo>
                      <a:pt x="74" y="205"/>
                      <a:pt x="75" y="202"/>
                      <a:pt x="76" y="198"/>
                    </a:cubicBezTo>
                    <a:cubicBezTo>
                      <a:pt x="77" y="198"/>
                      <a:pt x="77" y="198"/>
                      <a:pt x="77" y="197"/>
                    </a:cubicBezTo>
                    <a:lnTo>
                      <a:pt x="77" y="198"/>
                    </a:lnTo>
                    <a:cubicBezTo>
                      <a:pt x="77" y="197"/>
                      <a:pt x="77" y="196"/>
                      <a:pt x="77" y="196"/>
                    </a:cubicBezTo>
                    <a:lnTo>
                      <a:pt x="77" y="195"/>
                    </a:lnTo>
                    <a:lnTo>
                      <a:pt x="77" y="196"/>
                    </a:lnTo>
                    <a:cubicBezTo>
                      <a:pt x="77" y="195"/>
                      <a:pt x="77" y="195"/>
                      <a:pt x="77" y="195"/>
                    </a:cubicBezTo>
                    <a:lnTo>
                      <a:pt x="77" y="196"/>
                    </a:lnTo>
                    <a:cubicBezTo>
                      <a:pt x="79" y="190"/>
                      <a:pt x="81" y="184"/>
                      <a:pt x="82" y="178"/>
                    </a:cubicBezTo>
                    <a:cubicBezTo>
                      <a:pt x="89" y="157"/>
                      <a:pt x="96" y="135"/>
                      <a:pt x="101" y="113"/>
                    </a:cubicBezTo>
                    <a:cubicBezTo>
                      <a:pt x="102" y="107"/>
                      <a:pt x="105" y="101"/>
                      <a:pt x="110" y="97"/>
                    </a:cubicBezTo>
                    <a:cubicBezTo>
                      <a:pt x="115" y="92"/>
                      <a:pt x="121" y="89"/>
                      <a:pt x="128" y="86"/>
                    </a:cubicBezTo>
                    <a:cubicBezTo>
                      <a:pt x="143" y="80"/>
                      <a:pt x="159" y="78"/>
                      <a:pt x="175" y="76"/>
                    </a:cubicBezTo>
                    <a:cubicBezTo>
                      <a:pt x="181" y="75"/>
                      <a:pt x="187" y="75"/>
                      <a:pt x="194" y="75"/>
                    </a:cubicBezTo>
                    <a:cubicBezTo>
                      <a:pt x="199" y="74"/>
                      <a:pt x="204" y="74"/>
                      <a:pt x="208" y="74"/>
                    </a:cubicBezTo>
                    <a:cubicBezTo>
                      <a:pt x="232" y="73"/>
                      <a:pt x="254" y="72"/>
                      <a:pt x="278" y="72"/>
                    </a:cubicBezTo>
                    <a:cubicBezTo>
                      <a:pt x="290" y="72"/>
                      <a:pt x="303" y="71"/>
                      <a:pt x="316" y="71"/>
                    </a:cubicBezTo>
                    <a:cubicBezTo>
                      <a:pt x="327" y="71"/>
                      <a:pt x="337" y="71"/>
                      <a:pt x="348" y="69"/>
                    </a:cubicBezTo>
                    <a:cubicBezTo>
                      <a:pt x="353" y="69"/>
                      <a:pt x="359" y="69"/>
                      <a:pt x="365" y="68"/>
                    </a:cubicBezTo>
                    <a:cubicBezTo>
                      <a:pt x="376" y="67"/>
                      <a:pt x="386" y="67"/>
                      <a:pt x="396" y="65"/>
                    </a:cubicBezTo>
                    <a:cubicBezTo>
                      <a:pt x="409" y="62"/>
                      <a:pt x="421" y="60"/>
                      <a:pt x="434" y="58"/>
                    </a:cubicBezTo>
                    <a:cubicBezTo>
                      <a:pt x="444" y="57"/>
                      <a:pt x="454" y="55"/>
                      <a:pt x="464" y="54"/>
                    </a:cubicBezTo>
                    <a:cubicBezTo>
                      <a:pt x="476" y="53"/>
                      <a:pt x="487" y="51"/>
                      <a:pt x="499" y="50"/>
                    </a:cubicBezTo>
                    <a:cubicBezTo>
                      <a:pt x="510" y="49"/>
                      <a:pt x="522" y="48"/>
                      <a:pt x="533" y="48"/>
                    </a:cubicBezTo>
                    <a:cubicBezTo>
                      <a:pt x="545" y="48"/>
                      <a:pt x="557" y="48"/>
                      <a:pt x="570" y="48"/>
                    </a:cubicBezTo>
                    <a:cubicBezTo>
                      <a:pt x="592" y="47"/>
                      <a:pt x="616" y="47"/>
                      <a:pt x="638" y="47"/>
                    </a:cubicBezTo>
                    <a:cubicBezTo>
                      <a:pt x="685" y="46"/>
                      <a:pt x="731" y="41"/>
                      <a:pt x="777" y="39"/>
                    </a:cubicBezTo>
                    <a:cubicBezTo>
                      <a:pt x="799" y="37"/>
                      <a:pt x="820" y="37"/>
                      <a:pt x="842" y="37"/>
                    </a:cubicBezTo>
                    <a:cubicBezTo>
                      <a:pt x="852" y="37"/>
                      <a:pt x="862" y="37"/>
                      <a:pt x="873" y="37"/>
                    </a:cubicBezTo>
                    <a:cubicBezTo>
                      <a:pt x="882" y="36"/>
                      <a:pt x="893" y="36"/>
                      <a:pt x="903" y="35"/>
                    </a:cubicBezTo>
                    <a:cubicBezTo>
                      <a:pt x="914" y="34"/>
                      <a:pt x="925" y="33"/>
                      <a:pt x="936" y="31"/>
                    </a:cubicBezTo>
                    <a:cubicBezTo>
                      <a:pt x="948" y="29"/>
                      <a:pt x="960" y="26"/>
                      <a:pt x="973" y="23"/>
                    </a:cubicBezTo>
                    <a:cubicBezTo>
                      <a:pt x="972" y="23"/>
                      <a:pt x="972" y="23"/>
                      <a:pt x="972" y="24"/>
                    </a:cubicBezTo>
                    <a:lnTo>
                      <a:pt x="973" y="23"/>
                    </a:lnTo>
                    <a:lnTo>
                      <a:pt x="974" y="23"/>
                    </a:lnTo>
                    <a:cubicBezTo>
                      <a:pt x="974" y="23"/>
                      <a:pt x="975" y="23"/>
                      <a:pt x="976" y="23"/>
                    </a:cubicBezTo>
                    <a:lnTo>
                      <a:pt x="975" y="23"/>
                    </a:lnTo>
                    <a:cubicBezTo>
                      <a:pt x="976" y="23"/>
                      <a:pt x="977" y="22"/>
                      <a:pt x="978" y="22"/>
                    </a:cubicBezTo>
                    <a:cubicBezTo>
                      <a:pt x="979" y="22"/>
                      <a:pt x="979" y="22"/>
                      <a:pt x="980" y="22"/>
                    </a:cubicBezTo>
                    <a:lnTo>
                      <a:pt x="981" y="22"/>
                    </a:lnTo>
                    <a:cubicBezTo>
                      <a:pt x="981" y="22"/>
                      <a:pt x="982" y="22"/>
                      <a:pt x="982" y="21"/>
                    </a:cubicBezTo>
                    <a:cubicBezTo>
                      <a:pt x="983" y="21"/>
                      <a:pt x="983" y="21"/>
                      <a:pt x="983" y="21"/>
                    </a:cubicBezTo>
                    <a:lnTo>
                      <a:pt x="984" y="21"/>
                    </a:lnTo>
                    <a:cubicBezTo>
                      <a:pt x="984" y="21"/>
                      <a:pt x="985" y="21"/>
                      <a:pt x="986" y="21"/>
                    </a:cubicBezTo>
                    <a:cubicBezTo>
                      <a:pt x="986" y="21"/>
                      <a:pt x="987" y="21"/>
                      <a:pt x="988" y="20"/>
                    </a:cubicBezTo>
                    <a:cubicBezTo>
                      <a:pt x="987" y="20"/>
                      <a:pt x="987" y="21"/>
                      <a:pt x="987" y="21"/>
                    </a:cubicBezTo>
                    <a:cubicBezTo>
                      <a:pt x="1003" y="16"/>
                      <a:pt x="1019" y="12"/>
                      <a:pt x="1034" y="7"/>
                    </a:cubicBezTo>
                    <a:cubicBezTo>
                      <a:pt x="1037" y="6"/>
                      <a:pt x="1039" y="5"/>
                      <a:pt x="1041" y="4"/>
                    </a:cubicBezTo>
                    <a:cubicBezTo>
                      <a:pt x="1042" y="4"/>
                      <a:pt x="1043" y="4"/>
                      <a:pt x="1043" y="3"/>
                    </a:cubicBezTo>
                    <a:cubicBezTo>
                      <a:pt x="1045" y="2"/>
                      <a:pt x="1047" y="1"/>
                      <a:pt x="1050" y="1"/>
                    </a:cubicBezTo>
                    <a:cubicBezTo>
                      <a:pt x="1055" y="0"/>
                      <a:pt x="1061" y="4"/>
                      <a:pt x="1062" y="10"/>
                    </a:cubicBezTo>
                    <a:cubicBezTo>
                      <a:pt x="1062" y="12"/>
                      <a:pt x="1062" y="15"/>
                      <a:pt x="1062" y="17"/>
                    </a:cubicBezTo>
                    <a:cubicBezTo>
                      <a:pt x="1062" y="20"/>
                      <a:pt x="1061" y="22"/>
                      <a:pt x="1060" y="25"/>
                    </a:cubicBezTo>
                    <a:cubicBezTo>
                      <a:pt x="1059" y="27"/>
                      <a:pt x="1058" y="30"/>
                      <a:pt x="1057" y="33"/>
                    </a:cubicBezTo>
                    <a:cubicBezTo>
                      <a:pt x="1056" y="37"/>
                      <a:pt x="1054" y="43"/>
                      <a:pt x="1052" y="47"/>
                    </a:cubicBezTo>
                    <a:cubicBezTo>
                      <a:pt x="1048" y="58"/>
                      <a:pt x="1044" y="69"/>
                      <a:pt x="1040" y="79"/>
                    </a:cubicBezTo>
                    <a:cubicBezTo>
                      <a:pt x="1038" y="85"/>
                      <a:pt x="1032" y="88"/>
                      <a:pt x="1026" y="86"/>
                    </a:cubicBezTo>
                    <a:cubicBezTo>
                      <a:pt x="1021" y="83"/>
                      <a:pt x="1018" y="77"/>
                      <a:pt x="1020" y="71"/>
                    </a:cubicBezTo>
                    <a:cubicBezTo>
                      <a:pt x="1023" y="63"/>
                      <a:pt x="1026" y="55"/>
                      <a:pt x="1029" y="46"/>
                    </a:cubicBezTo>
                    <a:cubicBezTo>
                      <a:pt x="1032" y="41"/>
                      <a:pt x="1033" y="36"/>
                      <a:pt x="1036" y="30"/>
                    </a:cubicBezTo>
                    <a:cubicBezTo>
                      <a:pt x="1033" y="30"/>
                      <a:pt x="1031" y="31"/>
                      <a:pt x="1029" y="32"/>
                    </a:cubicBezTo>
                    <a:cubicBezTo>
                      <a:pt x="1021" y="34"/>
                      <a:pt x="1012" y="36"/>
                      <a:pt x="1003" y="38"/>
                    </a:cubicBezTo>
                    <a:cubicBezTo>
                      <a:pt x="999" y="39"/>
                      <a:pt x="995" y="40"/>
                      <a:pt x="991" y="41"/>
                    </a:cubicBezTo>
                    <a:lnTo>
                      <a:pt x="990" y="41"/>
                    </a:lnTo>
                    <a:cubicBezTo>
                      <a:pt x="987" y="41"/>
                      <a:pt x="985" y="42"/>
                      <a:pt x="983" y="43"/>
                    </a:cubicBezTo>
                    <a:cubicBezTo>
                      <a:pt x="983" y="43"/>
                      <a:pt x="982" y="43"/>
                      <a:pt x="981" y="43"/>
                    </a:cubicBezTo>
                    <a:cubicBezTo>
                      <a:pt x="978" y="44"/>
                      <a:pt x="974" y="44"/>
                      <a:pt x="971" y="46"/>
                    </a:cubicBezTo>
                    <a:cubicBezTo>
                      <a:pt x="965" y="47"/>
                      <a:pt x="960" y="48"/>
                      <a:pt x="955" y="49"/>
                    </a:cubicBezTo>
                    <a:cubicBezTo>
                      <a:pt x="949" y="50"/>
                      <a:pt x="944" y="51"/>
                      <a:pt x="938" y="52"/>
                    </a:cubicBezTo>
                    <a:cubicBezTo>
                      <a:pt x="932" y="53"/>
                      <a:pt x="927" y="54"/>
                      <a:pt x="921" y="54"/>
                    </a:cubicBezTo>
                    <a:cubicBezTo>
                      <a:pt x="915" y="55"/>
                      <a:pt x="909" y="56"/>
                      <a:pt x="903" y="56"/>
                    </a:cubicBezTo>
                    <a:cubicBezTo>
                      <a:pt x="898" y="57"/>
                      <a:pt x="892" y="57"/>
                      <a:pt x="886" y="57"/>
                    </a:cubicBezTo>
                    <a:cubicBezTo>
                      <a:pt x="879" y="57"/>
                      <a:pt x="873" y="57"/>
                      <a:pt x="867" y="57"/>
                    </a:cubicBezTo>
                    <a:cubicBezTo>
                      <a:pt x="856" y="57"/>
                      <a:pt x="845" y="57"/>
                      <a:pt x="833" y="57"/>
                    </a:cubicBezTo>
                    <a:cubicBezTo>
                      <a:pt x="823" y="57"/>
                      <a:pt x="812" y="57"/>
                      <a:pt x="801" y="58"/>
                    </a:cubicBezTo>
                    <a:cubicBezTo>
                      <a:pt x="789" y="58"/>
                      <a:pt x="776" y="59"/>
                      <a:pt x="763" y="60"/>
                    </a:cubicBezTo>
                    <a:cubicBezTo>
                      <a:pt x="753" y="60"/>
                      <a:pt x="741" y="61"/>
                      <a:pt x="731" y="62"/>
                    </a:cubicBezTo>
                    <a:cubicBezTo>
                      <a:pt x="708" y="64"/>
                      <a:pt x="686" y="65"/>
                      <a:pt x="664" y="66"/>
                    </a:cubicBezTo>
                    <a:cubicBezTo>
                      <a:pt x="652" y="67"/>
                      <a:pt x="640" y="67"/>
                      <a:pt x="628" y="67"/>
                    </a:cubicBezTo>
                    <a:cubicBezTo>
                      <a:pt x="616" y="68"/>
                      <a:pt x="605" y="68"/>
                      <a:pt x="593" y="68"/>
                    </a:cubicBezTo>
                    <a:cubicBezTo>
                      <a:pt x="578" y="68"/>
                      <a:pt x="563" y="68"/>
                      <a:pt x="547" y="68"/>
                    </a:cubicBezTo>
                    <a:cubicBezTo>
                      <a:pt x="539" y="68"/>
                      <a:pt x="531" y="68"/>
                      <a:pt x="522" y="68"/>
                    </a:cubicBezTo>
                    <a:cubicBezTo>
                      <a:pt x="514" y="69"/>
                      <a:pt x="506" y="69"/>
                      <a:pt x="498" y="70"/>
                    </a:cubicBezTo>
                    <a:cubicBezTo>
                      <a:pt x="476" y="72"/>
                      <a:pt x="454" y="75"/>
                      <a:pt x="433" y="79"/>
                    </a:cubicBezTo>
                    <a:cubicBezTo>
                      <a:pt x="410" y="83"/>
                      <a:pt x="387" y="87"/>
                      <a:pt x="364" y="89"/>
                    </a:cubicBezTo>
                    <a:cubicBezTo>
                      <a:pt x="342" y="90"/>
                      <a:pt x="318" y="91"/>
                      <a:pt x="296" y="92"/>
                    </a:cubicBezTo>
                    <a:cubicBezTo>
                      <a:pt x="273" y="92"/>
                      <a:pt x="250" y="92"/>
                      <a:pt x="227" y="93"/>
                    </a:cubicBezTo>
                    <a:cubicBezTo>
                      <a:pt x="211" y="94"/>
                      <a:pt x="195" y="96"/>
                      <a:pt x="179" y="97"/>
                    </a:cubicBezTo>
                    <a:cubicBezTo>
                      <a:pt x="170" y="98"/>
                      <a:pt x="162" y="99"/>
                      <a:pt x="153" y="100"/>
                    </a:cubicBezTo>
                    <a:cubicBezTo>
                      <a:pt x="149" y="101"/>
                      <a:pt x="144" y="103"/>
                      <a:pt x="140" y="104"/>
                    </a:cubicBezTo>
                    <a:cubicBezTo>
                      <a:pt x="138" y="106"/>
                      <a:pt x="135" y="107"/>
                      <a:pt x="133" y="108"/>
                    </a:cubicBezTo>
                    <a:cubicBezTo>
                      <a:pt x="131" y="108"/>
                      <a:pt x="130" y="110"/>
                      <a:pt x="128" y="111"/>
                    </a:cubicBezTo>
                    <a:cubicBezTo>
                      <a:pt x="127" y="111"/>
                      <a:pt x="126" y="112"/>
                      <a:pt x="125" y="113"/>
                    </a:cubicBezTo>
                    <a:cubicBezTo>
                      <a:pt x="124" y="113"/>
                      <a:pt x="124" y="114"/>
                      <a:pt x="124" y="114"/>
                    </a:cubicBezTo>
                    <a:lnTo>
                      <a:pt x="123" y="115"/>
                    </a:lnTo>
                    <a:lnTo>
                      <a:pt x="124" y="114"/>
                    </a:lnTo>
                    <a:lnTo>
                      <a:pt x="123" y="115"/>
                    </a:lnTo>
                    <a:lnTo>
                      <a:pt x="124" y="114"/>
                    </a:lnTo>
                    <a:cubicBezTo>
                      <a:pt x="124" y="114"/>
                      <a:pt x="124" y="115"/>
                      <a:pt x="123" y="115"/>
                    </a:cubicBezTo>
                    <a:cubicBezTo>
                      <a:pt x="123" y="117"/>
                      <a:pt x="122" y="118"/>
                      <a:pt x="121" y="119"/>
                    </a:cubicBezTo>
                    <a:cubicBezTo>
                      <a:pt x="115" y="141"/>
                      <a:pt x="109" y="162"/>
                      <a:pt x="102" y="183"/>
                    </a:cubicBezTo>
                    <a:cubicBezTo>
                      <a:pt x="100" y="189"/>
                      <a:pt x="98" y="196"/>
                      <a:pt x="96" y="202"/>
                    </a:cubicBezTo>
                    <a:lnTo>
                      <a:pt x="96" y="203"/>
                    </a:lnTo>
                    <a:lnTo>
                      <a:pt x="96" y="202"/>
                    </a:lnTo>
                    <a:cubicBezTo>
                      <a:pt x="96" y="203"/>
                      <a:pt x="96" y="203"/>
                      <a:pt x="96" y="203"/>
                    </a:cubicBezTo>
                    <a:lnTo>
                      <a:pt x="96" y="204"/>
                    </a:lnTo>
                    <a:cubicBezTo>
                      <a:pt x="95" y="205"/>
                      <a:pt x="95" y="205"/>
                      <a:pt x="95" y="206"/>
                    </a:cubicBezTo>
                    <a:lnTo>
                      <a:pt x="95" y="207"/>
                    </a:lnTo>
                    <a:lnTo>
                      <a:pt x="95" y="208"/>
                    </a:lnTo>
                    <a:cubicBezTo>
                      <a:pt x="94" y="208"/>
                      <a:pt x="94" y="209"/>
                      <a:pt x="94" y="210"/>
                    </a:cubicBezTo>
                    <a:cubicBezTo>
                      <a:pt x="94" y="209"/>
                      <a:pt x="94" y="209"/>
                      <a:pt x="94" y="209"/>
                    </a:cubicBezTo>
                    <a:cubicBezTo>
                      <a:pt x="94" y="210"/>
                      <a:pt x="94" y="210"/>
                      <a:pt x="94" y="210"/>
                    </a:cubicBezTo>
                    <a:cubicBezTo>
                      <a:pt x="94" y="211"/>
                      <a:pt x="93" y="212"/>
                      <a:pt x="93" y="213"/>
                    </a:cubicBezTo>
                    <a:cubicBezTo>
                      <a:pt x="93" y="212"/>
                      <a:pt x="93" y="212"/>
                      <a:pt x="93" y="212"/>
                    </a:cubicBezTo>
                    <a:cubicBezTo>
                      <a:pt x="93" y="213"/>
                      <a:pt x="93" y="213"/>
                      <a:pt x="93" y="213"/>
                    </a:cubicBezTo>
                    <a:cubicBezTo>
                      <a:pt x="92" y="213"/>
                      <a:pt x="92" y="213"/>
                      <a:pt x="92" y="213"/>
                    </a:cubicBezTo>
                    <a:cubicBezTo>
                      <a:pt x="92" y="215"/>
                      <a:pt x="92" y="216"/>
                      <a:pt x="91" y="218"/>
                    </a:cubicBezTo>
                    <a:lnTo>
                      <a:pt x="91" y="217"/>
                    </a:lnTo>
                    <a:lnTo>
                      <a:pt x="91" y="218"/>
                    </a:lnTo>
                    <a:cubicBezTo>
                      <a:pt x="91" y="219"/>
                      <a:pt x="91" y="219"/>
                      <a:pt x="91" y="219"/>
                    </a:cubicBezTo>
                    <a:lnTo>
                      <a:pt x="91" y="220"/>
                    </a:lnTo>
                    <a:cubicBezTo>
                      <a:pt x="91" y="219"/>
                      <a:pt x="91" y="219"/>
                      <a:pt x="91" y="219"/>
                    </a:cubicBezTo>
                    <a:lnTo>
                      <a:pt x="91" y="220"/>
                    </a:lnTo>
                    <a:cubicBezTo>
                      <a:pt x="91" y="221"/>
                      <a:pt x="90" y="221"/>
                      <a:pt x="90" y="221"/>
                    </a:cubicBezTo>
                    <a:cubicBezTo>
                      <a:pt x="89" y="226"/>
                      <a:pt x="87" y="232"/>
                      <a:pt x="85" y="238"/>
                    </a:cubicBezTo>
                    <a:cubicBezTo>
                      <a:pt x="83" y="244"/>
                      <a:pt x="82" y="250"/>
                      <a:pt x="80" y="256"/>
                    </a:cubicBezTo>
                    <a:cubicBezTo>
                      <a:pt x="78" y="262"/>
                      <a:pt x="77" y="268"/>
                      <a:pt x="75" y="274"/>
                    </a:cubicBezTo>
                    <a:cubicBezTo>
                      <a:pt x="74" y="280"/>
                      <a:pt x="73" y="287"/>
                      <a:pt x="71" y="293"/>
                    </a:cubicBezTo>
                    <a:cubicBezTo>
                      <a:pt x="71" y="292"/>
                      <a:pt x="72" y="291"/>
                      <a:pt x="72" y="291"/>
                    </a:cubicBezTo>
                    <a:cubicBezTo>
                      <a:pt x="71" y="297"/>
                      <a:pt x="70" y="303"/>
                      <a:pt x="68" y="309"/>
                    </a:cubicBezTo>
                    <a:cubicBezTo>
                      <a:pt x="69" y="308"/>
                      <a:pt x="69" y="308"/>
                      <a:pt x="69" y="307"/>
                    </a:cubicBezTo>
                    <a:cubicBezTo>
                      <a:pt x="67" y="316"/>
                      <a:pt x="67" y="326"/>
                      <a:pt x="64" y="335"/>
                    </a:cubicBezTo>
                    <a:cubicBezTo>
                      <a:pt x="64" y="340"/>
                      <a:pt x="59" y="343"/>
                      <a:pt x="54" y="343"/>
                    </a:cubicBezTo>
                    <a:cubicBezTo>
                      <a:pt x="52" y="343"/>
                      <a:pt x="50" y="343"/>
                      <a:pt x="49" y="3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" name="Google Shape;213;p2"/>
              <p:cNvSpPr/>
              <p:nvPr/>
            </p:nvSpPr>
            <p:spPr>
              <a:xfrm>
                <a:off x="2665800" y="782280"/>
                <a:ext cx="40680" cy="7452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207" extrusionOk="0">
                    <a:moveTo>
                      <a:pt x="33" y="86"/>
                    </a:moveTo>
                    <a:cubicBezTo>
                      <a:pt x="34" y="86"/>
                      <a:pt x="34" y="86"/>
                      <a:pt x="35" y="86"/>
                    </a:cubicBezTo>
                    <a:cubicBezTo>
                      <a:pt x="36" y="85"/>
                      <a:pt x="37" y="85"/>
                      <a:pt x="38" y="85"/>
                    </a:cubicBezTo>
                    <a:cubicBezTo>
                      <a:pt x="39" y="84"/>
                      <a:pt x="41" y="83"/>
                      <a:pt x="43" y="82"/>
                    </a:cubicBezTo>
                    <a:cubicBezTo>
                      <a:pt x="45" y="82"/>
                      <a:pt x="46" y="80"/>
                      <a:pt x="48" y="79"/>
                    </a:cubicBezTo>
                    <a:cubicBezTo>
                      <a:pt x="50" y="77"/>
                      <a:pt x="53" y="76"/>
                      <a:pt x="56" y="73"/>
                    </a:cubicBezTo>
                    <a:cubicBezTo>
                      <a:pt x="59" y="70"/>
                      <a:pt x="63" y="66"/>
                      <a:pt x="66" y="63"/>
                    </a:cubicBezTo>
                    <a:cubicBezTo>
                      <a:pt x="71" y="57"/>
                      <a:pt x="75" y="51"/>
                      <a:pt x="79" y="45"/>
                    </a:cubicBezTo>
                    <a:cubicBezTo>
                      <a:pt x="81" y="42"/>
                      <a:pt x="82" y="39"/>
                      <a:pt x="85" y="36"/>
                    </a:cubicBezTo>
                    <a:cubicBezTo>
                      <a:pt x="86" y="34"/>
                      <a:pt x="87" y="34"/>
                      <a:pt x="88" y="33"/>
                    </a:cubicBezTo>
                    <a:cubicBezTo>
                      <a:pt x="88" y="33"/>
                      <a:pt x="87" y="33"/>
                      <a:pt x="85" y="33"/>
                    </a:cubicBezTo>
                    <a:cubicBezTo>
                      <a:pt x="81" y="31"/>
                      <a:pt x="76" y="31"/>
                      <a:pt x="71" y="31"/>
                    </a:cubicBezTo>
                    <a:cubicBezTo>
                      <a:pt x="68" y="31"/>
                      <a:pt x="64" y="31"/>
                      <a:pt x="61" y="31"/>
                    </a:cubicBezTo>
                    <a:cubicBezTo>
                      <a:pt x="59" y="31"/>
                      <a:pt x="57" y="31"/>
                      <a:pt x="55" y="32"/>
                    </a:cubicBezTo>
                    <a:cubicBezTo>
                      <a:pt x="54" y="32"/>
                      <a:pt x="52" y="33"/>
                      <a:pt x="51" y="33"/>
                    </a:cubicBezTo>
                    <a:cubicBezTo>
                      <a:pt x="50" y="34"/>
                      <a:pt x="48" y="34"/>
                      <a:pt x="47" y="35"/>
                    </a:cubicBezTo>
                    <a:cubicBezTo>
                      <a:pt x="45" y="35"/>
                      <a:pt x="44" y="37"/>
                      <a:pt x="42" y="38"/>
                    </a:cubicBezTo>
                    <a:cubicBezTo>
                      <a:pt x="40" y="39"/>
                      <a:pt x="39" y="40"/>
                      <a:pt x="37" y="42"/>
                    </a:cubicBezTo>
                    <a:cubicBezTo>
                      <a:pt x="36" y="43"/>
                      <a:pt x="34" y="45"/>
                      <a:pt x="33" y="46"/>
                    </a:cubicBezTo>
                    <a:cubicBezTo>
                      <a:pt x="32" y="48"/>
                      <a:pt x="30" y="49"/>
                      <a:pt x="29" y="52"/>
                    </a:cubicBezTo>
                    <a:cubicBezTo>
                      <a:pt x="28" y="54"/>
                      <a:pt x="27" y="56"/>
                      <a:pt x="25" y="58"/>
                    </a:cubicBezTo>
                    <a:cubicBezTo>
                      <a:pt x="24" y="60"/>
                      <a:pt x="24" y="62"/>
                      <a:pt x="23" y="63"/>
                    </a:cubicBezTo>
                    <a:cubicBezTo>
                      <a:pt x="22" y="65"/>
                      <a:pt x="22" y="67"/>
                      <a:pt x="22" y="69"/>
                    </a:cubicBezTo>
                    <a:cubicBezTo>
                      <a:pt x="22" y="70"/>
                      <a:pt x="21" y="72"/>
                      <a:pt x="21" y="73"/>
                    </a:cubicBezTo>
                    <a:cubicBezTo>
                      <a:pt x="21" y="74"/>
                      <a:pt x="21" y="75"/>
                      <a:pt x="21" y="76"/>
                    </a:cubicBezTo>
                    <a:cubicBezTo>
                      <a:pt x="22" y="77"/>
                      <a:pt x="22" y="78"/>
                      <a:pt x="22" y="79"/>
                    </a:cubicBezTo>
                    <a:cubicBezTo>
                      <a:pt x="22" y="80"/>
                      <a:pt x="22" y="80"/>
                      <a:pt x="22" y="80"/>
                    </a:cubicBezTo>
                    <a:cubicBezTo>
                      <a:pt x="22" y="81"/>
                      <a:pt x="23" y="82"/>
                      <a:pt x="23" y="82"/>
                    </a:cubicBezTo>
                    <a:lnTo>
                      <a:pt x="24" y="83"/>
                    </a:lnTo>
                    <a:lnTo>
                      <a:pt x="24" y="84"/>
                    </a:lnTo>
                    <a:cubicBezTo>
                      <a:pt x="24" y="83"/>
                      <a:pt x="24" y="83"/>
                      <a:pt x="24" y="83"/>
                    </a:cubicBezTo>
                    <a:cubicBezTo>
                      <a:pt x="24" y="84"/>
                      <a:pt x="24" y="84"/>
                      <a:pt x="25" y="84"/>
                    </a:cubicBezTo>
                    <a:cubicBezTo>
                      <a:pt x="25" y="85"/>
                      <a:pt x="26" y="85"/>
                      <a:pt x="26" y="85"/>
                    </a:cubicBezTo>
                    <a:cubicBezTo>
                      <a:pt x="27" y="85"/>
                      <a:pt x="27" y="86"/>
                      <a:pt x="27" y="86"/>
                    </a:cubicBezTo>
                    <a:cubicBezTo>
                      <a:pt x="28" y="86"/>
                      <a:pt x="29" y="86"/>
                      <a:pt x="29" y="86"/>
                    </a:cubicBezTo>
                    <a:cubicBezTo>
                      <a:pt x="29" y="86"/>
                      <a:pt x="30" y="86"/>
                      <a:pt x="31" y="86"/>
                    </a:cubicBezTo>
                    <a:cubicBezTo>
                      <a:pt x="31" y="86"/>
                      <a:pt x="32" y="86"/>
                      <a:pt x="33" y="86"/>
                    </a:cubicBezTo>
                    <a:moveTo>
                      <a:pt x="20" y="204"/>
                    </a:moveTo>
                    <a:cubicBezTo>
                      <a:pt x="17" y="203"/>
                      <a:pt x="15" y="201"/>
                      <a:pt x="14" y="199"/>
                    </a:cubicBezTo>
                    <a:cubicBezTo>
                      <a:pt x="10" y="194"/>
                      <a:pt x="11" y="187"/>
                      <a:pt x="15" y="183"/>
                    </a:cubicBezTo>
                    <a:cubicBezTo>
                      <a:pt x="19" y="181"/>
                      <a:pt x="24" y="181"/>
                      <a:pt x="28" y="183"/>
                    </a:cubicBezTo>
                    <a:cubicBezTo>
                      <a:pt x="29" y="182"/>
                      <a:pt x="31" y="181"/>
                      <a:pt x="33" y="179"/>
                    </a:cubicBezTo>
                    <a:cubicBezTo>
                      <a:pt x="36" y="177"/>
                      <a:pt x="39" y="175"/>
                      <a:pt x="41" y="173"/>
                    </a:cubicBezTo>
                    <a:lnTo>
                      <a:pt x="40" y="174"/>
                    </a:lnTo>
                    <a:cubicBezTo>
                      <a:pt x="43" y="171"/>
                      <a:pt x="46" y="168"/>
                      <a:pt x="48" y="165"/>
                    </a:cubicBezTo>
                    <a:cubicBezTo>
                      <a:pt x="50" y="163"/>
                      <a:pt x="52" y="161"/>
                      <a:pt x="54" y="158"/>
                    </a:cubicBezTo>
                    <a:cubicBezTo>
                      <a:pt x="56" y="155"/>
                      <a:pt x="57" y="153"/>
                      <a:pt x="59" y="150"/>
                    </a:cubicBezTo>
                    <a:cubicBezTo>
                      <a:pt x="60" y="146"/>
                      <a:pt x="61" y="142"/>
                      <a:pt x="63" y="138"/>
                    </a:cubicBezTo>
                    <a:cubicBezTo>
                      <a:pt x="68" y="122"/>
                      <a:pt x="71" y="106"/>
                      <a:pt x="74" y="90"/>
                    </a:cubicBezTo>
                    <a:cubicBezTo>
                      <a:pt x="75" y="88"/>
                      <a:pt x="75" y="85"/>
                      <a:pt x="76" y="83"/>
                    </a:cubicBezTo>
                    <a:cubicBezTo>
                      <a:pt x="71" y="87"/>
                      <a:pt x="67" y="91"/>
                      <a:pt x="62" y="95"/>
                    </a:cubicBezTo>
                    <a:cubicBezTo>
                      <a:pt x="57" y="99"/>
                      <a:pt x="50" y="103"/>
                      <a:pt x="44" y="105"/>
                    </a:cubicBezTo>
                    <a:cubicBezTo>
                      <a:pt x="41" y="106"/>
                      <a:pt x="38" y="107"/>
                      <a:pt x="34" y="107"/>
                    </a:cubicBezTo>
                    <a:cubicBezTo>
                      <a:pt x="31" y="107"/>
                      <a:pt x="27" y="107"/>
                      <a:pt x="24" y="107"/>
                    </a:cubicBezTo>
                    <a:cubicBezTo>
                      <a:pt x="17" y="105"/>
                      <a:pt x="11" y="102"/>
                      <a:pt x="8" y="97"/>
                    </a:cubicBezTo>
                    <a:cubicBezTo>
                      <a:pt x="6" y="94"/>
                      <a:pt x="4" y="92"/>
                      <a:pt x="3" y="89"/>
                    </a:cubicBezTo>
                    <a:cubicBezTo>
                      <a:pt x="1" y="86"/>
                      <a:pt x="1" y="83"/>
                      <a:pt x="1" y="80"/>
                    </a:cubicBezTo>
                    <a:cubicBezTo>
                      <a:pt x="0" y="73"/>
                      <a:pt x="0" y="66"/>
                      <a:pt x="2" y="60"/>
                    </a:cubicBezTo>
                    <a:cubicBezTo>
                      <a:pt x="6" y="46"/>
                      <a:pt x="14" y="34"/>
                      <a:pt x="25" y="24"/>
                    </a:cubicBezTo>
                    <a:cubicBezTo>
                      <a:pt x="30" y="19"/>
                      <a:pt x="36" y="16"/>
                      <a:pt x="43" y="13"/>
                    </a:cubicBezTo>
                    <a:cubicBezTo>
                      <a:pt x="50" y="11"/>
                      <a:pt x="56" y="10"/>
                      <a:pt x="63" y="9"/>
                    </a:cubicBezTo>
                    <a:cubicBezTo>
                      <a:pt x="70" y="9"/>
                      <a:pt x="77" y="9"/>
                      <a:pt x="83" y="10"/>
                    </a:cubicBezTo>
                    <a:cubicBezTo>
                      <a:pt x="85" y="10"/>
                      <a:pt x="87" y="11"/>
                      <a:pt x="89" y="11"/>
                    </a:cubicBezTo>
                    <a:cubicBezTo>
                      <a:pt x="89" y="5"/>
                      <a:pt x="96" y="0"/>
                      <a:pt x="102" y="1"/>
                    </a:cubicBezTo>
                    <a:cubicBezTo>
                      <a:pt x="109" y="3"/>
                      <a:pt x="112" y="10"/>
                      <a:pt x="110" y="16"/>
                    </a:cubicBezTo>
                    <a:cubicBezTo>
                      <a:pt x="110" y="19"/>
                      <a:pt x="110" y="22"/>
                      <a:pt x="109" y="24"/>
                    </a:cubicBezTo>
                    <a:cubicBezTo>
                      <a:pt x="109" y="27"/>
                      <a:pt x="108" y="29"/>
                      <a:pt x="105" y="30"/>
                    </a:cubicBezTo>
                    <a:cubicBezTo>
                      <a:pt x="103" y="32"/>
                      <a:pt x="101" y="33"/>
                      <a:pt x="99" y="33"/>
                    </a:cubicBezTo>
                    <a:cubicBezTo>
                      <a:pt x="101" y="34"/>
                      <a:pt x="103" y="37"/>
                      <a:pt x="104" y="39"/>
                    </a:cubicBezTo>
                    <a:cubicBezTo>
                      <a:pt x="104" y="41"/>
                      <a:pt x="105" y="42"/>
                      <a:pt x="105" y="44"/>
                    </a:cubicBezTo>
                    <a:cubicBezTo>
                      <a:pt x="105" y="45"/>
                      <a:pt x="105" y="47"/>
                      <a:pt x="105" y="49"/>
                    </a:cubicBezTo>
                    <a:cubicBezTo>
                      <a:pt x="104" y="51"/>
                      <a:pt x="103" y="53"/>
                      <a:pt x="103" y="55"/>
                    </a:cubicBezTo>
                    <a:cubicBezTo>
                      <a:pt x="102" y="59"/>
                      <a:pt x="102" y="62"/>
                      <a:pt x="101" y="65"/>
                    </a:cubicBezTo>
                    <a:cubicBezTo>
                      <a:pt x="100" y="70"/>
                      <a:pt x="99" y="75"/>
                      <a:pt x="98" y="80"/>
                    </a:cubicBezTo>
                    <a:cubicBezTo>
                      <a:pt x="95" y="91"/>
                      <a:pt x="93" y="103"/>
                      <a:pt x="91" y="114"/>
                    </a:cubicBezTo>
                    <a:cubicBezTo>
                      <a:pt x="87" y="132"/>
                      <a:pt x="82" y="150"/>
                      <a:pt x="74" y="166"/>
                    </a:cubicBezTo>
                    <a:cubicBezTo>
                      <a:pt x="67" y="178"/>
                      <a:pt x="57" y="188"/>
                      <a:pt x="46" y="197"/>
                    </a:cubicBezTo>
                    <a:cubicBezTo>
                      <a:pt x="43" y="199"/>
                      <a:pt x="40" y="200"/>
                      <a:pt x="38" y="202"/>
                    </a:cubicBezTo>
                    <a:cubicBezTo>
                      <a:pt x="35" y="204"/>
                      <a:pt x="32" y="204"/>
                      <a:pt x="29" y="205"/>
                    </a:cubicBezTo>
                    <a:cubicBezTo>
                      <a:pt x="28" y="206"/>
                      <a:pt x="27" y="206"/>
                      <a:pt x="26" y="206"/>
                    </a:cubicBezTo>
                    <a:cubicBezTo>
                      <a:pt x="24" y="206"/>
                      <a:pt x="22" y="205"/>
                      <a:pt x="20" y="20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" name="Google Shape;214;p2"/>
              <p:cNvSpPr/>
              <p:nvPr/>
            </p:nvSpPr>
            <p:spPr>
              <a:xfrm>
                <a:off x="2721960" y="807120"/>
                <a:ext cx="14400" cy="30600"/>
              </a:xfrm>
              <a:custGeom>
                <a:avLst/>
                <a:gdLst/>
                <a:ahLst/>
                <a:cxnLst/>
                <a:rect l="l" t="t" r="r" b="b"/>
                <a:pathLst>
                  <a:path w="40" h="85" extrusionOk="0">
                    <a:moveTo>
                      <a:pt x="16" y="77"/>
                    </a:moveTo>
                    <a:cubicBezTo>
                      <a:pt x="12" y="65"/>
                      <a:pt x="9" y="53"/>
                      <a:pt x="5" y="41"/>
                    </a:cubicBezTo>
                    <a:cubicBezTo>
                      <a:pt x="3" y="34"/>
                      <a:pt x="2" y="25"/>
                      <a:pt x="0" y="18"/>
                    </a:cubicBezTo>
                    <a:cubicBezTo>
                      <a:pt x="0" y="12"/>
                      <a:pt x="1" y="6"/>
                      <a:pt x="6" y="2"/>
                    </a:cubicBezTo>
                    <a:cubicBezTo>
                      <a:pt x="7" y="0"/>
                      <a:pt x="10" y="0"/>
                      <a:pt x="13" y="0"/>
                    </a:cubicBezTo>
                    <a:cubicBezTo>
                      <a:pt x="16" y="0"/>
                      <a:pt x="19" y="1"/>
                      <a:pt x="21" y="2"/>
                    </a:cubicBezTo>
                    <a:cubicBezTo>
                      <a:pt x="25" y="6"/>
                      <a:pt x="26" y="12"/>
                      <a:pt x="24" y="17"/>
                    </a:cubicBezTo>
                    <a:cubicBezTo>
                      <a:pt x="23" y="17"/>
                      <a:pt x="23" y="18"/>
                      <a:pt x="23" y="18"/>
                    </a:cubicBezTo>
                    <a:cubicBezTo>
                      <a:pt x="23" y="22"/>
                      <a:pt x="24" y="26"/>
                      <a:pt x="25" y="30"/>
                    </a:cubicBezTo>
                    <a:cubicBezTo>
                      <a:pt x="28" y="43"/>
                      <a:pt x="32" y="57"/>
                      <a:pt x="37" y="70"/>
                    </a:cubicBezTo>
                    <a:cubicBezTo>
                      <a:pt x="39" y="76"/>
                      <a:pt x="35" y="82"/>
                      <a:pt x="30" y="84"/>
                    </a:cubicBezTo>
                    <a:cubicBezTo>
                      <a:pt x="29" y="84"/>
                      <a:pt x="28" y="84"/>
                      <a:pt x="27" y="84"/>
                    </a:cubicBezTo>
                    <a:cubicBezTo>
                      <a:pt x="22" y="84"/>
                      <a:pt x="18" y="81"/>
                      <a:pt x="16" y="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" name="Google Shape;215;p2"/>
              <p:cNvSpPr/>
              <p:nvPr/>
            </p:nvSpPr>
            <p:spPr>
              <a:xfrm>
                <a:off x="2707560" y="809280"/>
                <a:ext cx="4284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135" extrusionOk="0">
                    <a:moveTo>
                      <a:pt x="7" y="132"/>
                    </a:moveTo>
                    <a:cubicBezTo>
                      <a:pt x="2" y="130"/>
                      <a:pt x="0" y="123"/>
                      <a:pt x="3" y="118"/>
                    </a:cubicBezTo>
                    <a:cubicBezTo>
                      <a:pt x="10" y="107"/>
                      <a:pt x="17" y="96"/>
                      <a:pt x="24" y="85"/>
                    </a:cubicBezTo>
                    <a:cubicBezTo>
                      <a:pt x="30" y="76"/>
                      <a:pt x="37" y="67"/>
                      <a:pt x="43" y="58"/>
                    </a:cubicBezTo>
                    <a:cubicBezTo>
                      <a:pt x="46" y="53"/>
                      <a:pt x="50" y="48"/>
                      <a:pt x="53" y="44"/>
                    </a:cubicBezTo>
                    <a:cubicBezTo>
                      <a:pt x="55" y="41"/>
                      <a:pt x="57" y="39"/>
                      <a:pt x="59" y="37"/>
                    </a:cubicBezTo>
                    <a:cubicBezTo>
                      <a:pt x="60" y="34"/>
                      <a:pt x="62" y="33"/>
                      <a:pt x="64" y="30"/>
                    </a:cubicBezTo>
                    <a:cubicBezTo>
                      <a:pt x="69" y="25"/>
                      <a:pt x="74" y="19"/>
                      <a:pt x="80" y="14"/>
                    </a:cubicBezTo>
                    <a:cubicBezTo>
                      <a:pt x="84" y="9"/>
                      <a:pt x="90" y="5"/>
                      <a:pt x="96" y="2"/>
                    </a:cubicBezTo>
                    <a:cubicBezTo>
                      <a:pt x="99" y="0"/>
                      <a:pt x="104" y="0"/>
                      <a:pt x="108" y="1"/>
                    </a:cubicBezTo>
                    <a:cubicBezTo>
                      <a:pt x="114" y="2"/>
                      <a:pt x="118" y="9"/>
                      <a:pt x="116" y="14"/>
                    </a:cubicBezTo>
                    <a:cubicBezTo>
                      <a:pt x="115" y="20"/>
                      <a:pt x="108" y="24"/>
                      <a:pt x="103" y="22"/>
                    </a:cubicBezTo>
                    <a:cubicBezTo>
                      <a:pt x="102" y="23"/>
                      <a:pt x="101" y="23"/>
                      <a:pt x="100" y="24"/>
                    </a:cubicBezTo>
                    <a:cubicBezTo>
                      <a:pt x="98" y="26"/>
                      <a:pt x="96" y="28"/>
                      <a:pt x="94" y="29"/>
                    </a:cubicBezTo>
                    <a:cubicBezTo>
                      <a:pt x="88" y="34"/>
                      <a:pt x="84" y="40"/>
                      <a:pt x="78" y="45"/>
                    </a:cubicBezTo>
                    <a:cubicBezTo>
                      <a:pt x="79" y="45"/>
                      <a:pt x="79" y="44"/>
                      <a:pt x="80" y="44"/>
                    </a:cubicBezTo>
                    <a:cubicBezTo>
                      <a:pt x="76" y="48"/>
                      <a:pt x="73" y="52"/>
                      <a:pt x="70" y="56"/>
                    </a:cubicBezTo>
                    <a:cubicBezTo>
                      <a:pt x="66" y="61"/>
                      <a:pt x="63" y="66"/>
                      <a:pt x="59" y="71"/>
                    </a:cubicBezTo>
                    <a:cubicBezTo>
                      <a:pt x="53" y="79"/>
                      <a:pt x="47" y="89"/>
                      <a:pt x="41" y="98"/>
                    </a:cubicBezTo>
                    <a:cubicBezTo>
                      <a:pt x="41" y="97"/>
                      <a:pt x="41" y="97"/>
                      <a:pt x="41" y="97"/>
                    </a:cubicBezTo>
                    <a:cubicBezTo>
                      <a:pt x="39" y="101"/>
                      <a:pt x="37" y="104"/>
                      <a:pt x="34" y="108"/>
                    </a:cubicBezTo>
                    <a:cubicBezTo>
                      <a:pt x="30" y="115"/>
                      <a:pt x="25" y="121"/>
                      <a:pt x="21" y="128"/>
                    </a:cubicBezTo>
                    <a:cubicBezTo>
                      <a:pt x="20" y="132"/>
                      <a:pt x="16" y="134"/>
                      <a:pt x="12" y="134"/>
                    </a:cubicBezTo>
                    <a:cubicBezTo>
                      <a:pt x="10" y="134"/>
                      <a:pt x="9" y="133"/>
                      <a:pt x="7" y="1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" name="Google Shape;216;p2"/>
              <p:cNvSpPr/>
              <p:nvPr/>
            </p:nvSpPr>
            <p:spPr>
              <a:xfrm>
                <a:off x="2751840" y="781920"/>
                <a:ext cx="17280" cy="35640"/>
              </a:xfrm>
              <a:custGeom>
                <a:avLst/>
                <a:gdLst/>
                <a:ahLst/>
                <a:cxnLst/>
                <a:rect l="l" t="t" r="r" b="b"/>
                <a:pathLst>
                  <a:path w="48" h="99" extrusionOk="0">
                    <a:moveTo>
                      <a:pt x="14" y="95"/>
                    </a:moveTo>
                    <a:cubicBezTo>
                      <a:pt x="12" y="94"/>
                      <a:pt x="10" y="92"/>
                      <a:pt x="9" y="90"/>
                    </a:cubicBezTo>
                    <a:cubicBezTo>
                      <a:pt x="7" y="87"/>
                      <a:pt x="6" y="84"/>
                      <a:pt x="5" y="81"/>
                    </a:cubicBezTo>
                    <a:cubicBezTo>
                      <a:pt x="4" y="75"/>
                      <a:pt x="6" y="69"/>
                      <a:pt x="9" y="64"/>
                    </a:cubicBezTo>
                    <a:cubicBezTo>
                      <a:pt x="11" y="59"/>
                      <a:pt x="14" y="54"/>
                      <a:pt x="17" y="49"/>
                    </a:cubicBezTo>
                    <a:cubicBezTo>
                      <a:pt x="18" y="46"/>
                      <a:pt x="19" y="43"/>
                      <a:pt x="21" y="40"/>
                    </a:cubicBezTo>
                    <a:cubicBezTo>
                      <a:pt x="20" y="40"/>
                      <a:pt x="19" y="39"/>
                      <a:pt x="19" y="39"/>
                    </a:cubicBezTo>
                    <a:cubicBezTo>
                      <a:pt x="17" y="39"/>
                      <a:pt x="15" y="38"/>
                      <a:pt x="14" y="37"/>
                    </a:cubicBezTo>
                    <a:cubicBezTo>
                      <a:pt x="11" y="35"/>
                      <a:pt x="8" y="34"/>
                      <a:pt x="6" y="32"/>
                    </a:cubicBezTo>
                    <a:cubicBezTo>
                      <a:pt x="3" y="30"/>
                      <a:pt x="1" y="26"/>
                      <a:pt x="0" y="22"/>
                    </a:cubicBezTo>
                    <a:cubicBezTo>
                      <a:pt x="0" y="18"/>
                      <a:pt x="1" y="14"/>
                      <a:pt x="4" y="11"/>
                    </a:cubicBezTo>
                    <a:cubicBezTo>
                      <a:pt x="8" y="4"/>
                      <a:pt x="17" y="0"/>
                      <a:pt x="25" y="1"/>
                    </a:cubicBezTo>
                    <a:cubicBezTo>
                      <a:pt x="35" y="2"/>
                      <a:pt x="42" y="10"/>
                      <a:pt x="44" y="19"/>
                    </a:cubicBezTo>
                    <a:cubicBezTo>
                      <a:pt x="47" y="28"/>
                      <a:pt x="44" y="39"/>
                      <a:pt x="40" y="49"/>
                    </a:cubicBezTo>
                    <a:cubicBezTo>
                      <a:pt x="37" y="57"/>
                      <a:pt x="33" y="65"/>
                      <a:pt x="29" y="73"/>
                    </a:cubicBezTo>
                    <a:cubicBezTo>
                      <a:pt x="28" y="74"/>
                      <a:pt x="28" y="76"/>
                      <a:pt x="28" y="77"/>
                    </a:cubicBezTo>
                    <a:lnTo>
                      <a:pt x="28" y="78"/>
                    </a:lnTo>
                    <a:cubicBezTo>
                      <a:pt x="28" y="80"/>
                      <a:pt x="29" y="80"/>
                      <a:pt x="29" y="81"/>
                    </a:cubicBezTo>
                    <a:cubicBezTo>
                      <a:pt x="33" y="85"/>
                      <a:pt x="33" y="91"/>
                      <a:pt x="29" y="95"/>
                    </a:cubicBezTo>
                    <a:cubicBezTo>
                      <a:pt x="27" y="97"/>
                      <a:pt x="24" y="98"/>
                      <a:pt x="21" y="98"/>
                    </a:cubicBezTo>
                    <a:cubicBezTo>
                      <a:pt x="18" y="98"/>
                      <a:pt x="15" y="97"/>
                      <a:pt x="14" y="9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" name="Google Shape;217;p2"/>
              <p:cNvSpPr/>
              <p:nvPr/>
            </p:nvSpPr>
            <p:spPr>
              <a:xfrm>
                <a:off x="2781360" y="815400"/>
                <a:ext cx="24840" cy="13680"/>
              </a:xfrm>
              <a:custGeom>
                <a:avLst/>
                <a:gdLst/>
                <a:ahLst/>
                <a:cxnLst/>
                <a:rect l="l" t="t" r="r" b="b"/>
                <a:pathLst>
                  <a:path w="69" h="38" extrusionOk="0">
                    <a:moveTo>
                      <a:pt x="31" y="34"/>
                    </a:moveTo>
                    <a:cubicBezTo>
                      <a:pt x="25" y="32"/>
                      <a:pt x="18" y="30"/>
                      <a:pt x="13" y="27"/>
                    </a:cubicBezTo>
                    <a:cubicBezTo>
                      <a:pt x="7" y="24"/>
                      <a:pt x="0" y="20"/>
                      <a:pt x="1" y="12"/>
                    </a:cubicBezTo>
                    <a:cubicBezTo>
                      <a:pt x="2" y="7"/>
                      <a:pt x="5" y="3"/>
                      <a:pt x="10" y="2"/>
                    </a:cubicBezTo>
                    <a:cubicBezTo>
                      <a:pt x="15" y="0"/>
                      <a:pt x="21" y="3"/>
                      <a:pt x="24" y="8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7" y="10"/>
                      <a:pt x="29" y="11"/>
                      <a:pt x="31" y="12"/>
                    </a:cubicBezTo>
                    <a:cubicBezTo>
                      <a:pt x="35" y="13"/>
                      <a:pt x="39" y="14"/>
                      <a:pt x="43" y="15"/>
                    </a:cubicBezTo>
                    <a:cubicBezTo>
                      <a:pt x="45" y="15"/>
                      <a:pt x="47" y="15"/>
                      <a:pt x="49" y="15"/>
                    </a:cubicBezTo>
                    <a:cubicBezTo>
                      <a:pt x="52" y="15"/>
                      <a:pt x="54" y="15"/>
                      <a:pt x="57" y="15"/>
                    </a:cubicBezTo>
                    <a:cubicBezTo>
                      <a:pt x="63" y="15"/>
                      <a:pt x="68" y="20"/>
                      <a:pt x="68" y="26"/>
                    </a:cubicBezTo>
                    <a:cubicBezTo>
                      <a:pt x="68" y="31"/>
                      <a:pt x="63" y="37"/>
                      <a:pt x="57" y="37"/>
                    </a:cubicBezTo>
                    <a:cubicBezTo>
                      <a:pt x="55" y="37"/>
                      <a:pt x="53" y="37"/>
                      <a:pt x="51" y="37"/>
                    </a:cubicBezTo>
                    <a:cubicBezTo>
                      <a:pt x="44" y="37"/>
                      <a:pt x="38" y="36"/>
                      <a:pt x="31" y="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" name="Google Shape;218;p2"/>
              <p:cNvSpPr/>
              <p:nvPr/>
            </p:nvSpPr>
            <p:spPr>
              <a:xfrm>
                <a:off x="2786760" y="793080"/>
                <a:ext cx="12600" cy="47160"/>
              </a:xfrm>
              <a:custGeom>
                <a:avLst/>
                <a:gdLst/>
                <a:ahLst/>
                <a:cxnLst/>
                <a:rect l="l" t="t" r="r" b="b"/>
                <a:pathLst>
                  <a:path w="35" h="131" extrusionOk="0">
                    <a:moveTo>
                      <a:pt x="3" y="120"/>
                    </a:moveTo>
                    <a:cubicBezTo>
                      <a:pt x="2" y="104"/>
                      <a:pt x="2" y="89"/>
                      <a:pt x="2" y="74"/>
                    </a:cubicBezTo>
                    <a:cubicBezTo>
                      <a:pt x="1" y="52"/>
                      <a:pt x="0" y="27"/>
                      <a:pt x="12" y="7"/>
                    </a:cubicBezTo>
                    <a:cubicBezTo>
                      <a:pt x="15" y="2"/>
                      <a:pt x="21" y="0"/>
                      <a:pt x="27" y="3"/>
                    </a:cubicBezTo>
                    <a:cubicBezTo>
                      <a:pt x="32" y="6"/>
                      <a:pt x="34" y="13"/>
                      <a:pt x="31" y="18"/>
                    </a:cubicBezTo>
                    <a:cubicBezTo>
                      <a:pt x="30" y="20"/>
                      <a:pt x="28" y="22"/>
                      <a:pt x="27" y="25"/>
                    </a:cubicBezTo>
                    <a:cubicBezTo>
                      <a:pt x="27" y="26"/>
                      <a:pt x="26" y="27"/>
                      <a:pt x="26" y="28"/>
                    </a:cubicBezTo>
                    <a:cubicBezTo>
                      <a:pt x="25" y="30"/>
                      <a:pt x="24" y="33"/>
                      <a:pt x="24" y="35"/>
                    </a:cubicBezTo>
                    <a:cubicBezTo>
                      <a:pt x="23" y="40"/>
                      <a:pt x="23" y="46"/>
                      <a:pt x="23" y="52"/>
                    </a:cubicBezTo>
                    <a:cubicBezTo>
                      <a:pt x="22" y="74"/>
                      <a:pt x="23" y="97"/>
                      <a:pt x="23" y="120"/>
                    </a:cubicBezTo>
                    <a:cubicBezTo>
                      <a:pt x="24" y="125"/>
                      <a:pt x="19" y="130"/>
                      <a:pt x="13" y="130"/>
                    </a:cubicBezTo>
                    <a:cubicBezTo>
                      <a:pt x="7" y="130"/>
                      <a:pt x="3" y="125"/>
                      <a:pt x="3" y="1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" name="Google Shape;219;p2"/>
              <p:cNvSpPr/>
              <p:nvPr/>
            </p:nvSpPr>
            <p:spPr>
              <a:xfrm>
                <a:off x="2837160" y="770760"/>
                <a:ext cx="48240" cy="7020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195" extrusionOk="0">
                    <a:moveTo>
                      <a:pt x="70" y="194"/>
                    </a:moveTo>
                    <a:cubicBezTo>
                      <a:pt x="65" y="193"/>
                      <a:pt x="61" y="187"/>
                      <a:pt x="62" y="181"/>
                    </a:cubicBezTo>
                    <a:cubicBezTo>
                      <a:pt x="68" y="159"/>
                      <a:pt x="75" y="137"/>
                      <a:pt x="81" y="115"/>
                    </a:cubicBezTo>
                    <a:cubicBezTo>
                      <a:pt x="80" y="116"/>
                      <a:pt x="79" y="118"/>
                      <a:pt x="77" y="119"/>
                    </a:cubicBezTo>
                    <a:cubicBezTo>
                      <a:pt x="72" y="124"/>
                      <a:pt x="66" y="128"/>
                      <a:pt x="60" y="132"/>
                    </a:cubicBezTo>
                    <a:cubicBezTo>
                      <a:pt x="54" y="136"/>
                      <a:pt x="47" y="138"/>
                      <a:pt x="39" y="140"/>
                    </a:cubicBezTo>
                    <a:cubicBezTo>
                      <a:pt x="33" y="141"/>
                      <a:pt x="26" y="140"/>
                      <a:pt x="19" y="138"/>
                    </a:cubicBezTo>
                    <a:cubicBezTo>
                      <a:pt x="13" y="136"/>
                      <a:pt x="8" y="130"/>
                      <a:pt x="5" y="125"/>
                    </a:cubicBezTo>
                    <a:cubicBezTo>
                      <a:pt x="2" y="120"/>
                      <a:pt x="1" y="113"/>
                      <a:pt x="1" y="107"/>
                    </a:cubicBezTo>
                    <a:cubicBezTo>
                      <a:pt x="0" y="98"/>
                      <a:pt x="1" y="91"/>
                      <a:pt x="3" y="83"/>
                    </a:cubicBezTo>
                    <a:cubicBezTo>
                      <a:pt x="5" y="72"/>
                      <a:pt x="7" y="61"/>
                      <a:pt x="11" y="49"/>
                    </a:cubicBezTo>
                    <a:cubicBezTo>
                      <a:pt x="13" y="43"/>
                      <a:pt x="16" y="36"/>
                      <a:pt x="18" y="30"/>
                    </a:cubicBezTo>
                    <a:cubicBezTo>
                      <a:pt x="20" y="22"/>
                      <a:pt x="23" y="14"/>
                      <a:pt x="27" y="8"/>
                    </a:cubicBezTo>
                    <a:cubicBezTo>
                      <a:pt x="31" y="3"/>
                      <a:pt x="37" y="0"/>
                      <a:pt x="42" y="3"/>
                    </a:cubicBezTo>
                    <a:cubicBezTo>
                      <a:pt x="45" y="5"/>
                      <a:pt x="47" y="7"/>
                      <a:pt x="48" y="10"/>
                    </a:cubicBezTo>
                    <a:cubicBezTo>
                      <a:pt x="48" y="13"/>
                      <a:pt x="48" y="17"/>
                      <a:pt x="46" y="20"/>
                    </a:cubicBezTo>
                    <a:cubicBezTo>
                      <a:pt x="45" y="21"/>
                      <a:pt x="44" y="23"/>
                      <a:pt x="43" y="25"/>
                    </a:cubicBezTo>
                    <a:cubicBezTo>
                      <a:pt x="40" y="31"/>
                      <a:pt x="38" y="37"/>
                      <a:pt x="35" y="43"/>
                    </a:cubicBezTo>
                    <a:cubicBezTo>
                      <a:pt x="34" y="48"/>
                      <a:pt x="32" y="54"/>
                      <a:pt x="30" y="59"/>
                    </a:cubicBezTo>
                    <a:cubicBezTo>
                      <a:pt x="28" y="63"/>
                      <a:pt x="27" y="68"/>
                      <a:pt x="26" y="73"/>
                    </a:cubicBezTo>
                    <a:cubicBezTo>
                      <a:pt x="25" y="77"/>
                      <a:pt x="24" y="81"/>
                      <a:pt x="23" y="86"/>
                    </a:cubicBezTo>
                    <a:cubicBezTo>
                      <a:pt x="23" y="90"/>
                      <a:pt x="22" y="95"/>
                      <a:pt x="21" y="101"/>
                    </a:cubicBezTo>
                    <a:cubicBezTo>
                      <a:pt x="21" y="103"/>
                      <a:pt x="21" y="105"/>
                      <a:pt x="21" y="108"/>
                    </a:cubicBezTo>
                    <a:cubicBezTo>
                      <a:pt x="22" y="109"/>
                      <a:pt x="22" y="109"/>
                      <a:pt x="22" y="111"/>
                    </a:cubicBezTo>
                    <a:cubicBezTo>
                      <a:pt x="23" y="112"/>
                      <a:pt x="23" y="112"/>
                      <a:pt x="23" y="114"/>
                    </a:cubicBezTo>
                    <a:lnTo>
                      <a:pt x="23" y="115"/>
                    </a:ln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6"/>
                      <a:pt x="24" y="116"/>
                      <a:pt x="25" y="116"/>
                    </a:cubicBezTo>
                    <a:cubicBezTo>
                      <a:pt x="25" y="117"/>
                      <a:pt x="26" y="117"/>
                      <a:pt x="26" y="118"/>
                    </a:cubicBezTo>
                    <a:lnTo>
                      <a:pt x="27" y="118"/>
                    </a:lnTo>
                    <a:lnTo>
                      <a:pt x="28" y="119"/>
                    </a:lnTo>
                    <a:cubicBezTo>
                      <a:pt x="29" y="119"/>
                      <a:pt x="29" y="119"/>
                      <a:pt x="30" y="119"/>
                    </a:cubicBezTo>
                    <a:lnTo>
                      <a:pt x="31" y="119"/>
                    </a:lnTo>
                    <a:cubicBezTo>
                      <a:pt x="33" y="119"/>
                      <a:pt x="34" y="119"/>
                      <a:pt x="35" y="119"/>
                    </a:cubicBezTo>
                    <a:lnTo>
                      <a:pt x="34" y="119"/>
                    </a:lnTo>
                    <a:cubicBezTo>
                      <a:pt x="35" y="119"/>
                      <a:pt x="36" y="119"/>
                      <a:pt x="37" y="119"/>
                    </a:cubicBezTo>
                    <a:cubicBezTo>
                      <a:pt x="39" y="118"/>
                      <a:pt x="41" y="118"/>
                      <a:pt x="42" y="117"/>
                    </a:cubicBezTo>
                    <a:cubicBezTo>
                      <a:pt x="44" y="116"/>
                      <a:pt x="46" y="115"/>
                      <a:pt x="48" y="115"/>
                    </a:cubicBezTo>
                    <a:cubicBezTo>
                      <a:pt x="51" y="113"/>
                      <a:pt x="54" y="111"/>
                      <a:pt x="56" y="109"/>
                    </a:cubicBezTo>
                    <a:cubicBezTo>
                      <a:pt x="61" y="107"/>
                      <a:pt x="64" y="103"/>
                      <a:pt x="68" y="100"/>
                    </a:cubicBezTo>
                    <a:cubicBezTo>
                      <a:pt x="73" y="95"/>
                      <a:pt x="79" y="89"/>
                      <a:pt x="84" y="83"/>
                    </a:cubicBezTo>
                    <a:cubicBezTo>
                      <a:pt x="83" y="83"/>
                      <a:pt x="83" y="84"/>
                      <a:pt x="83" y="84"/>
                    </a:cubicBezTo>
                    <a:cubicBezTo>
                      <a:pt x="89" y="77"/>
                      <a:pt x="95" y="69"/>
                      <a:pt x="100" y="61"/>
                    </a:cubicBezTo>
                    <a:cubicBezTo>
                      <a:pt x="101" y="58"/>
                      <a:pt x="103" y="54"/>
                      <a:pt x="105" y="51"/>
                    </a:cubicBezTo>
                    <a:cubicBezTo>
                      <a:pt x="106" y="48"/>
                      <a:pt x="108" y="45"/>
                      <a:pt x="109" y="42"/>
                    </a:cubicBezTo>
                    <a:cubicBezTo>
                      <a:pt x="111" y="39"/>
                      <a:pt x="113" y="37"/>
                      <a:pt x="116" y="35"/>
                    </a:cubicBezTo>
                    <a:cubicBezTo>
                      <a:pt x="123" y="31"/>
                      <a:pt x="133" y="38"/>
                      <a:pt x="131" y="47"/>
                    </a:cubicBezTo>
                    <a:cubicBezTo>
                      <a:pt x="130" y="49"/>
                      <a:pt x="129" y="52"/>
                      <a:pt x="128" y="55"/>
                    </a:cubicBezTo>
                    <a:cubicBezTo>
                      <a:pt x="126" y="58"/>
                      <a:pt x="125" y="61"/>
                      <a:pt x="123" y="64"/>
                    </a:cubicBezTo>
                    <a:cubicBezTo>
                      <a:pt x="122" y="66"/>
                      <a:pt x="120" y="67"/>
                      <a:pt x="119" y="69"/>
                    </a:cubicBezTo>
                    <a:cubicBezTo>
                      <a:pt x="113" y="84"/>
                      <a:pt x="108" y="100"/>
                      <a:pt x="103" y="115"/>
                    </a:cubicBezTo>
                    <a:cubicBezTo>
                      <a:pt x="100" y="126"/>
                      <a:pt x="97" y="137"/>
                      <a:pt x="94" y="148"/>
                    </a:cubicBezTo>
                    <a:cubicBezTo>
                      <a:pt x="90" y="161"/>
                      <a:pt x="87" y="173"/>
                      <a:pt x="84" y="186"/>
                    </a:cubicBezTo>
                    <a:cubicBezTo>
                      <a:pt x="82" y="191"/>
                      <a:pt x="78" y="194"/>
                      <a:pt x="73" y="194"/>
                    </a:cubicBezTo>
                    <a:cubicBezTo>
                      <a:pt x="72" y="194"/>
                      <a:pt x="71" y="194"/>
                      <a:pt x="70" y="1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" name="Google Shape;220;p2"/>
              <p:cNvSpPr/>
              <p:nvPr/>
            </p:nvSpPr>
            <p:spPr>
              <a:xfrm>
                <a:off x="2889000" y="784800"/>
                <a:ext cx="61200" cy="12564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349" extrusionOk="0">
                    <a:moveTo>
                      <a:pt x="43" y="327"/>
                    </a:moveTo>
                    <a:lnTo>
                      <a:pt x="44" y="327"/>
                    </a:lnTo>
                    <a:cubicBezTo>
                      <a:pt x="45" y="327"/>
                      <a:pt x="45" y="327"/>
                      <a:pt x="45" y="327"/>
                    </a:cubicBezTo>
                    <a:cubicBezTo>
                      <a:pt x="45" y="326"/>
                      <a:pt x="45" y="326"/>
                      <a:pt x="45" y="326"/>
                    </a:cubicBezTo>
                    <a:cubicBezTo>
                      <a:pt x="45" y="326"/>
                      <a:pt x="46" y="325"/>
                      <a:pt x="46" y="324"/>
                    </a:cubicBezTo>
                    <a:cubicBezTo>
                      <a:pt x="47" y="323"/>
                      <a:pt x="48" y="322"/>
                      <a:pt x="48" y="321"/>
                    </a:cubicBezTo>
                    <a:cubicBezTo>
                      <a:pt x="49" y="317"/>
                      <a:pt x="51" y="313"/>
                      <a:pt x="52" y="309"/>
                    </a:cubicBezTo>
                    <a:cubicBezTo>
                      <a:pt x="59" y="285"/>
                      <a:pt x="66" y="261"/>
                      <a:pt x="72" y="236"/>
                    </a:cubicBezTo>
                    <a:cubicBezTo>
                      <a:pt x="77" y="214"/>
                      <a:pt x="83" y="193"/>
                      <a:pt x="90" y="171"/>
                    </a:cubicBezTo>
                    <a:cubicBezTo>
                      <a:pt x="92" y="160"/>
                      <a:pt x="95" y="150"/>
                      <a:pt x="98" y="140"/>
                    </a:cubicBezTo>
                    <a:cubicBezTo>
                      <a:pt x="98" y="139"/>
                      <a:pt x="99" y="138"/>
                      <a:pt x="99" y="137"/>
                    </a:cubicBezTo>
                    <a:cubicBezTo>
                      <a:pt x="93" y="144"/>
                      <a:pt x="87" y="152"/>
                      <a:pt x="80" y="160"/>
                    </a:cubicBezTo>
                    <a:cubicBezTo>
                      <a:pt x="67" y="176"/>
                      <a:pt x="54" y="192"/>
                      <a:pt x="42" y="210"/>
                    </a:cubicBezTo>
                    <a:cubicBezTo>
                      <a:pt x="39" y="215"/>
                      <a:pt x="36" y="220"/>
                      <a:pt x="34" y="225"/>
                    </a:cubicBezTo>
                    <a:cubicBezTo>
                      <a:pt x="31" y="230"/>
                      <a:pt x="30" y="236"/>
                      <a:pt x="28" y="241"/>
                    </a:cubicBezTo>
                    <a:cubicBezTo>
                      <a:pt x="26" y="247"/>
                      <a:pt x="24" y="252"/>
                      <a:pt x="24" y="257"/>
                    </a:cubicBezTo>
                    <a:cubicBezTo>
                      <a:pt x="23" y="262"/>
                      <a:pt x="23" y="266"/>
                      <a:pt x="22" y="270"/>
                    </a:cubicBezTo>
                    <a:cubicBezTo>
                      <a:pt x="22" y="275"/>
                      <a:pt x="22" y="280"/>
                      <a:pt x="23" y="284"/>
                    </a:cubicBezTo>
                    <a:cubicBezTo>
                      <a:pt x="23" y="288"/>
                      <a:pt x="24" y="291"/>
                      <a:pt x="24" y="295"/>
                    </a:cubicBezTo>
                    <a:cubicBezTo>
                      <a:pt x="25" y="299"/>
                      <a:pt x="26" y="302"/>
                      <a:pt x="27" y="305"/>
                    </a:cubicBezTo>
                    <a:cubicBezTo>
                      <a:pt x="28" y="308"/>
                      <a:pt x="30" y="310"/>
                      <a:pt x="31" y="313"/>
                    </a:cubicBezTo>
                    <a:cubicBezTo>
                      <a:pt x="32" y="315"/>
                      <a:pt x="33" y="317"/>
                      <a:pt x="34" y="319"/>
                    </a:cubicBezTo>
                    <a:cubicBezTo>
                      <a:pt x="35" y="320"/>
                      <a:pt x="36" y="322"/>
                      <a:pt x="37" y="323"/>
                    </a:cubicBezTo>
                    <a:cubicBezTo>
                      <a:pt x="38" y="323"/>
                      <a:pt x="38" y="324"/>
                      <a:pt x="39" y="324"/>
                    </a:cubicBezTo>
                    <a:cubicBezTo>
                      <a:pt x="39" y="325"/>
                      <a:pt x="40" y="325"/>
                      <a:pt x="41" y="326"/>
                    </a:cubicBezTo>
                    <a:lnTo>
                      <a:pt x="42" y="326"/>
                    </a:lnTo>
                    <a:cubicBezTo>
                      <a:pt x="42" y="327"/>
                      <a:pt x="43" y="327"/>
                      <a:pt x="43" y="327"/>
                    </a:cubicBezTo>
                    <a:moveTo>
                      <a:pt x="25" y="341"/>
                    </a:moveTo>
                    <a:cubicBezTo>
                      <a:pt x="20" y="337"/>
                      <a:pt x="16" y="331"/>
                      <a:pt x="13" y="324"/>
                    </a:cubicBezTo>
                    <a:cubicBezTo>
                      <a:pt x="5" y="312"/>
                      <a:pt x="2" y="296"/>
                      <a:pt x="2" y="281"/>
                    </a:cubicBezTo>
                    <a:cubicBezTo>
                      <a:pt x="0" y="250"/>
                      <a:pt x="11" y="219"/>
                      <a:pt x="30" y="194"/>
                    </a:cubicBezTo>
                    <a:cubicBezTo>
                      <a:pt x="36" y="184"/>
                      <a:pt x="43" y="175"/>
                      <a:pt x="51" y="166"/>
                    </a:cubicBezTo>
                    <a:cubicBezTo>
                      <a:pt x="56" y="160"/>
                      <a:pt x="60" y="154"/>
                      <a:pt x="65" y="148"/>
                    </a:cubicBezTo>
                    <a:cubicBezTo>
                      <a:pt x="67" y="145"/>
                      <a:pt x="70" y="143"/>
                      <a:pt x="72" y="140"/>
                    </a:cubicBezTo>
                    <a:cubicBezTo>
                      <a:pt x="68" y="141"/>
                      <a:pt x="63" y="143"/>
                      <a:pt x="58" y="143"/>
                    </a:cubicBezTo>
                    <a:cubicBezTo>
                      <a:pt x="55" y="143"/>
                      <a:pt x="52" y="143"/>
                      <a:pt x="49" y="141"/>
                    </a:cubicBezTo>
                    <a:cubicBezTo>
                      <a:pt x="46" y="141"/>
                      <a:pt x="44" y="139"/>
                      <a:pt x="42" y="137"/>
                    </a:cubicBezTo>
                    <a:cubicBezTo>
                      <a:pt x="40" y="135"/>
                      <a:pt x="38" y="133"/>
                      <a:pt x="37" y="130"/>
                    </a:cubicBezTo>
                    <a:cubicBezTo>
                      <a:pt x="35" y="127"/>
                      <a:pt x="35" y="123"/>
                      <a:pt x="34" y="120"/>
                    </a:cubicBezTo>
                    <a:cubicBezTo>
                      <a:pt x="34" y="115"/>
                      <a:pt x="34" y="111"/>
                      <a:pt x="35" y="107"/>
                    </a:cubicBezTo>
                    <a:cubicBezTo>
                      <a:pt x="35" y="104"/>
                      <a:pt x="35" y="101"/>
                      <a:pt x="36" y="98"/>
                    </a:cubicBezTo>
                    <a:cubicBezTo>
                      <a:pt x="36" y="92"/>
                      <a:pt x="38" y="86"/>
                      <a:pt x="39" y="80"/>
                    </a:cubicBezTo>
                    <a:cubicBezTo>
                      <a:pt x="41" y="70"/>
                      <a:pt x="44" y="60"/>
                      <a:pt x="48" y="50"/>
                    </a:cubicBezTo>
                    <a:cubicBezTo>
                      <a:pt x="50" y="43"/>
                      <a:pt x="53" y="37"/>
                      <a:pt x="56" y="30"/>
                    </a:cubicBezTo>
                    <a:cubicBezTo>
                      <a:pt x="59" y="23"/>
                      <a:pt x="63" y="17"/>
                      <a:pt x="68" y="12"/>
                    </a:cubicBezTo>
                    <a:cubicBezTo>
                      <a:pt x="73" y="6"/>
                      <a:pt x="80" y="2"/>
                      <a:pt x="87" y="1"/>
                    </a:cubicBezTo>
                    <a:cubicBezTo>
                      <a:pt x="93" y="0"/>
                      <a:pt x="98" y="4"/>
                      <a:pt x="99" y="10"/>
                    </a:cubicBezTo>
                    <a:cubicBezTo>
                      <a:pt x="101" y="17"/>
                      <a:pt x="95" y="23"/>
                      <a:pt x="89" y="23"/>
                    </a:cubicBezTo>
                    <a:cubicBezTo>
                      <a:pt x="88" y="23"/>
                      <a:pt x="88" y="23"/>
                      <a:pt x="88" y="23"/>
                    </a:cubicBezTo>
                    <a:cubicBezTo>
                      <a:pt x="87" y="24"/>
                      <a:pt x="87" y="24"/>
                      <a:pt x="86" y="24"/>
                    </a:cubicBezTo>
                    <a:cubicBezTo>
                      <a:pt x="87" y="24"/>
                      <a:pt x="87" y="24"/>
                      <a:pt x="87" y="24"/>
                    </a:cubicBezTo>
                    <a:cubicBezTo>
                      <a:pt x="87" y="24"/>
                      <a:pt x="86" y="25"/>
                      <a:pt x="85" y="25"/>
                    </a:cubicBezTo>
                    <a:cubicBezTo>
                      <a:pt x="85" y="26"/>
                      <a:pt x="84" y="27"/>
                      <a:pt x="83" y="27"/>
                    </a:cubicBezTo>
                    <a:cubicBezTo>
                      <a:pt x="82" y="30"/>
                      <a:pt x="80" y="31"/>
                      <a:pt x="79" y="33"/>
                    </a:cubicBezTo>
                    <a:cubicBezTo>
                      <a:pt x="77" y="37"/>
                      <a:pt x="74" y="42"/>
                      <a:pt x="72" y="46"/>
                    </a:cubicBezTo>
                    <a:cubicBezTo>
                      <a:pt x="72" y="47"/>
                      <a:pt x="72" y="47"/>
                      <a:pt x="71" y="47"/>
                    </a:cubicBezTo>
                    <a:lnTo>
                      <a:pt x="72" y="47"/>
                    </a:lnTo>
                    <a:cubicBezTo>
                      <a:pt x="69" y="53"/>
                      <a:pt x="67" y="59"/>
                      <a:pt x="64" y="66"/>
                    </a:cubicBezTo>
                    <a:cubicBezTo>
                      <a:pt x="63" y="70"/>
                      <a:pt x="62" y="76"/>
                      <a:pt x="60" y="80"/>
                    </a:cubicBezTo>
                    <a:cubicBezTo>
                      <a:pt x="60" y="84"/>
                      <a:pt x="59" y="87"/>
                      <a:pt x="58" y="90"/>
                    </a:cubicBezTo>
                    <a:cubicBezTo>
                      <a:pt x="57" y="98"/>
                      <a:pt x="56" y="106"/>
                      <a:pt x="56" y="114"/>
                    </a:cubicBezTo>
                    <a:cubicBezTo>
                      <a:pt x="56" y="115"/>
                      <a:pt x="56" y="116"/>
                      <a:pt x="56" y="117"/>
                    </a:cubicBezTo>
                    <a:cubicBezTo>
                      <a:pt x="56" y="118"/>
                      <a:pt x="56" y="119"/>
                      <a:pt x="56" y="120"/>
                    </a:cubicBezTo>
                    <a:lnTo>
                      <a:pt x="56" y="121"/>
                    </a:lnTo>
                    <a:cubicBezTo>
                      <a:pt x="57" y="121"/>
                      <a:pt x="57" y="121"/>
                      <a:pt x="57" y="122"/>
                    </a:cubicBezTo>
                    <a:cubicBezTo>
                      <a:pt x="58" y="122"/>
                      <a:pt x="59" y="122"/>
                      <a:pt x="59" y="122"/>
                    </a:cubicBezTo>
                    <a:lnTo>
                      <a:pt x="60" y="122"/>
                    </a:lnTo>
                    <a:cubicBezTo>
                      <a:pt x="60" y="121"/>
                      <a:pt x="61" y="121"/>
                      <a:pt x="62" y="121"/>
                    </a:cubicBezTo>
                    <a:cubicBezTo>
                      <a:pt x="62" y="121"/>
                      <a:pt x="63" y="120"/>
                      <a:pt x="64" y="120"/>
                    </a:cubicBezTo>
                    <a:cubicBezTo>
                      <a:pt x="66" y="119"/>
                      <a:pt x="68" y="118"/>
                      <a:pt x="70" y="116"/>
                    </a:cubicBezTo>
                    <a:cubicBezTo>
                      <a:pt x="74" y="113"/>
                      <a:pt x="78" y="109"/>
                      <a:pt x="83" y="105"/>
                    </a:cubicBezTo>
                    <a:cubicBezTo>
                      <a:pt x="94" y="95"/>
                      <a:pt x="104" y="83"/>
                      <a:pt x="113" y="72"/>
                    </a:cubicBezTo>
                    <a:cubicBezTo>
                      <a:pt x="120" y="64"/>
                      <a:pt x="126" y="56"/>
                      <a:pt x="132" y="48"/>
                    </a:cubicBezTo>
                    <a:cubicBezTo>
                      <a:pt x="134" y="45"/>
                      <a:pt x="136" y="41"/>
                      <a:pt x="137" y="38"/>
                    </a:cubicBezTo>
                    <a:cubicBezTo>
                      <a:pt x="139" y="34"/>
                      <a:pt x="141" y="31"/>
                      <a:pt x="143" y="27"/>
                    </a:cubicBezTo>
                    <a:cubicBezTo>
                      <a:pt x="145" y="24"/>
                      <a:pt x="147" y="22"/>
                      <a:pt x="150" y="18"/>
                    </a:cubicBezTo>
                    <a:cubicBezTo>
                      <a:pt x="153" y="14"/>
                      <a:pt x="159" y="13"/>
                      <a:pt x="164" y="16"/>
                    </a:cubicBezTo>
                    <a:cubicBezTo>
                      <a:pt x="167" y="18"/>
                      <a:pt x="169" y="22"/>
                      <a:pt x="169" y="25"/>
                    </a:cubicBezTo>
                    <a:cubicBezTo>
                      <a:pt x="169" y="29"/>
                      <a:pt x="167" y="32"/>
                      <a:pt x="165" y="35"/>
                    </a:cubicBezTo>
                    <a:lnTo>
                      <a:pt x="166" y="34"/>
                    </a:lnTo>
                    <a:cubicBezTo>
                      <a:pt x="161" y="42"/>
                      <a:pt x="156" y="49"/>
                      <a:pt x="151" y="56"/>
                    </a:cubicBezTo>
                    <a:cubicBezTo>
                      <a:pt x="150" y="58"/>
                      <a:pt x="149" y="59"/>
                      <a:pt x="148" y="61"/>
                    </a:cubicBezTo>
                    <a:lnTo>
                      <a:pt x="148" y="60"/>
                    </a:lnTo>
                    <a:cubicBezTo>
                      <a:pt x="143" y="73"/>
                      <a:pt x="137" y="87"/>
                      <a:pt x="131" y="101"/>
                    </a:cubicBezTo>
                    <a:cubicBezTo>
                      <a:pt x="130" y="106"/>
                      <a:pt x="128" y="111"/>
                      <a:pt x="126" y="116"/>
                    </a:cubicBezTo>
                    <a:cubicBezTo>
                      <a:pt x="124" y="122"/>
                      <a:pt x="123" y="127"/>
                      <a:pt x="121" y="133"/>
                    </a:cubicBezTo>
                    <a:cubicBezTo>
                      <a:pt x="117" y="144"/>
                      <a:pt x="114" y="155"/>
                      <a:pt x="110" y="167"/>
                    </a:cubicBezTo>
                    <a:cubicBezTo>
                      <a:pt x="107" y="178"/>
                      <a:pt x="104" y="189"/>
                      <a:pt x="101" y="200"/>
                    </a:cubicBezTo>
                    <a:cubicBezTo>
                      <a:pt x="95" y="222"/>
                      <a:pt x="90" y="244"/>
                      <a:pt x="84" y="266"/>
                    </a:cubicBezTo>
                    <a:cubicBezTo>
                      <a:pt x="82" y="275"/>
                      <a:pt x="79" y="285"/>
                      <a:pt x="77" y="295"/>
                    </a:cubicBezTo>
                    <a:cubicBezTo>
                      <a:pt x="74" y="305"/>
                      <a:pt x="72" y="315"/>
                      <a:pt x="69" y="324"/>
                    </a:cubicBezTo>
                    <a:cubicBezTo>
                      <a:pt x="67" y="330"/>
                      <a:pt x="64" y="336"/>
                      <a:pt x="60" y="341"/>
                    </a:cubicBezTo>
                    <a:cubicBezTo>
                      <a:pt x="56" y="345"/>
                      <a:pt x="49" y="348"/>
                      <a:pt x="43" y="348"/>
                    </a:cubicBezTo>
                    <a:lnTo>
                      <a:pt x="42" y="348"/>
                    </a:lnTo>
                    <a:cubicBezTo>
                      <a:pt x="36" y="348"/>
                      <a:pt x="30" y="345"/>
                      <a:pt x="25" y="3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" name="Google Shape;221;p2"/>
              <p:cNvSpPr/>
              <p:nvPr/>
            </p:nvSpPr>
            <p:spPr>
              <a:xfrm>
                <a:off x="2965320" y="777240"/>
                <a:ext cx="41400" cy="3420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95" extrusionOk="0">
                    <a:moveTo>
                      <a:pt x="39" y="92"/>
                    </a:moveTo>
                    <a:cubicBezTo>
                      <a:pt x="34" y="89"/>
                      <a:pt x="31" y="83"/>
                      <a:pt x="31" y="77"/>
                    </a:cubicBezTo>
                    <a:cubicBezTo>
                      <a:pt x="31" y="72"/>
                      <a:pt x="32" y="66"/>
                      <a:pt x="34" y="61"/>
                    </a:cubicBezTo>
                    <a:cubicBezTo>
                      <a:pt x="35" y="59"/>
                      <a:pt x="35" y="56"/>
                      <a:pt x="35" y="54"/>
                    </a:cubicBezTo>
                    <a:cubicBezTo>
                      <a:pt x="36" y="49"/>
                      <a:pt x="36" y="45"/>
                      <a:pt x="37" y="41"/>
                    </a:cubicBezTo>
                    <a:cubicBezTo>
                      <a:pt x="37" y="39"/>
                      <a:pt x="37" y="37"/>
                      <a:pt x="36" y="34"/>
                    </a:cubicBezTo>
                    <a:cubicBezTo>
                      <a:pt x="35" y="35"/>
                      <a:pt x="34" y="35"/>
                      <a:pt x="33" y="35"/>
                    </a:cubicBezTo>
                    <a:cubicBezTo>
                      <a:pt x="30" y="36"/>
                      <a:pt x="27" y="36"/>
                      <a:pt x="24" y="36"/>
                    </a:cubicBezTo>
                    <a:cubicBezTo>
                      <a:pt x="18" y="36"/>
                      <a:pt x="13" y="35"/>
                      <a:pt x="8" y="32"/>
                    </a:cubicBezTo>
                    <a:cubicBezTo>
                      <a:pt x="3" y="29"/>
                      <a:pt x="0" y="22"/>
                      <a:pt x="2" y="15"/>
                    </a:cubicBezTo>
                    <a:cubicBezTo>
                      <a:pt x="4" y="12"/>
                      <a:pt x="6" y="9"/>
                      <a:pt x="8" y="7"/>
                    </a:cubicBezTo>
                    <a:cubicBezTo>
                      <a:pt x="11" y="5"/>
                      <a:pt x="15" y="3"/>
                      <a:pt x="19" y="2"/>
                    </a:cubicBezTo>
                    <a:cubicBezTo>
                      <a:pt x="25" y="0"/>
                      <a:pt x="33" y="0"/>
                      <a:pt x="40" y="3"/>
                    </a:cubicBezTo>
                    <a:cubicBezTo>
                      <a:pt x="47" y="6"/>
                      <a:pt x="53" y="12"/>
                      <a:pt x="56" y="20"/>
                    </a:cubicBezTo>
                    <a:cubicBezTo>
                      <a:pt x="59" y="28"/>
                      <a:pt x="59" y="37"/>
                      <a:pt x="58" y="45"/>
                    </a:cubicBezTo>
                    <a:cubicBezTo>
                      <a:pt x="58" y="50"/>
                      <a:pt x="57" y="54"/>
                      <a:pt x="56" y="58"/>
                    </a:cubicBezTo>
                    <a:cubicBezTo>
                      <a:pt x="56" y="60"/>
                      <a:pt x="56" y="62"/>
                      <a:pt x="55" y="65"/>
                    </a:cubicBezTo>
                    <a:cubicBezTo>
                      <a:pt x="55" y="67"/>
                      <a:pt x="54" y="70"/>
                      <a:pt x="53" y="72"/>
                    </a:cubicBezTo>
                    <a:cubicBezTo>
                      <a:pt x="54" y="72"/>
                      <a:pt x="55" y="72"/>
                      <a:pt x="56" y="72"/>
                    </a:cubicBezTo>
                    <a:lnTo>
                      <a:pt x="55" y="72"/>
                    </a:lnTo>
                    <a:cubicBezTo>
                      <a:pt x="59" y="71"/>
                      <a:pt x="62" y="70"/>
                      <a:pt x="65" y="69"/>
                    </a:cubicBezTo>
                    <a:cubicBezTo>
                      <a:pt x="77" y="65"/>
                      <a:pt x="87" y="59"/>
                      <a:pt x="98" y="54"/>
                    </a:cubicBezTo>
                    <a:cubicBezTo>
                      <a:pt x="103" y="52"/>
                      <a:pt x="110" y="55"/>
                      <a:pt x="112" y="59"/>
                    </a:cubicBezTo>
                    <a:cubicBezTo>
                      <a:pt x="114" y="65"/>
                      <a:pt x="112" y="70"/>
                      <a:pt x="106" y="73"/>
                    </a:cubicBezTo>
                    <a:cubicBezTo>
                      <a:pt x="101" y="76"/>
                      <a:pt x="95" y="79"/>
                      <a:pt x="89" y="82"/>
                    </a:cubicBezTo>
                    <a:cubicBezTo>
                      <a:pt x="87" y="83"/>
                      <a:pt x="84" y="84"/>
                      <a:pt x="81" y="86"/>
                    </a:cubicBezTo>
                    <a:cubicBezTo>
                      <a:pt x="77" y="87"/>
                      <a:pt x="74" y="89"/>
                      <a:pt x="70" y="90"/>
                    </a:cubicBezTo>
                    <a:cubicBezTo>
                      <a:pt x="66" y="91"/>
                      <a:pt x="62" y="93"/>
                      <a:pt x="58" y="94"/>
                    </a:cubicBezTo>
                    <a:cubicBezTo>
                      <a:pt x="56" y="94"/>
                      <a:pt x="53" y="94"/>
                      <a:pt x="50" y="94"/>
                    </a:cubicBezTo>
                    <a:cubicBezTo>
                      <a:pt x="46" y="94"/>
                      <a:pt x="43" y="94"/>
                      <a:pt x="39" y="9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22" name="Google Shape;222;p2"/>
            <p:cNvGrpSpPr/>
            <p:nvPr/>
          </p:nvGrpSpPr>
          <p:grpSpPr>
            <a:xfrm>
              <a:off x="-1847931" y="723933"/>
              <a:ext cx="2561166" cy="2417115"/>
              <a:chOff x="16200" y="3746880"/>
              <a:chExt cx="1190520" cy="1123560"/>
            </a:xfrm>
          </p:grpSpPr>
          <p:sp>
            <p:nvSpPr>
              <p:cNvPr id="223" name="Google Shape;223;p2"/>
              <p:cNvSpPr/>
              <p:nvPr/>
            </p:nvSpPr>
            <p:spPr>
              <a:xfrm>
                <a:off x="89640" y="3895560"/>
                <a:ext cx="963360" cy="718200"/>
              </a:xfrm>
              <a:custGeom>
                <a:avLst/>
                <a:gdLst/>
                <a:ahLst/>
                <a:cxnLst/>
                <a:rect l="l" t="t" r="r" b="b"/>
                <a:pathLst>
                  <a:path w="2676" h="1995" extrusionOk="0">
                    <a:moveTo>
                      <a:pt x="1338" y="1994"/>
                    </a:moveTo>
                    <a:cubicBezTo>
                      <a:pt x="1312" y="1993"/>
                      <a:pt x="1287" y="1991"/>
                      <a:pt x="1261" y="1988"/>
                    </a:cubicBezTo>
                    <a:cubicBezTo>
                      <a:pt x="1208" y="1982"/>
                      <a:pt x="1156" y="1973"/>
                      <a:pt x="1104" y="1958"/>
                    </a:cubicBezTo>
                    <a:cubicBezTo>
                      <a:pt x="1061" y="1946"/>
                      <a:pt x="1019" y="1930"/>
                      <a:pt x="978" y="1912"/>
                    </a:cubicBezTo>
                    <a:cubicBezTo>
                      <a:pt x="948" y="1899"/>
                      <a:pt x="918" y="1884"/>
                      <a:pt x="889" y="1868"/>
                    </a:cubicBezTo>
                    <a:cubicBezTo>
                      <a:pt x="857" y="1851"/>
                      <a:pt x="827" y="1833"/>
                      <a:pt x="797" y="1813"/>
                    </a:cubicBezTo>
                    <a:lnTo>
                      <a:pt x="797" y="1814"/>
                    </a:lnTo>
                    <a:cubicBezTo>
                      <a:pt x="797" y="1813"/>
                      <a:pt x="796" y="1812"/>
                      <a:pt x="796" y="1812"/>
                    </a:cubicBezTo>
                    <a:lnTo>
                      <a:pt x="795" y="1812"/>
                    </a:lnTo>
                    <a:cubicBezTo>
                      <a:pt x="754" y="1784"/>
                      <a:pt x="714" y="1752"/>
                      <a:pt x="677" y="1717"/>
                    </a:cubicBezTo>
                    <a:cubicBezTo>
                      <a:pt x="639" y="1681"/>
                      <a:pt x="603" y="1643"/>
                      <a:pt x="567" y="1604"/>
                    </a:cubicBezTo>
                    <a:cubicBezTo>
                      <a:pt x="532" y="1565"/>
                      <a:pt x="498" y="1525"/>
                      <a:pt x="468" y="1482"/>
                    </a:cubicBezTo>
                    <a:cubicBezTo>
                      <a:pt x="436" y="1439"/>
                      <a:pt x="407" y="1394"/>
                      <a:pt x="381" y="1347"/>
                    </a:cubicBezTo>
                    <a:cubicBezTo>
                      <a:pt x="354" y="1300"/>
                      <a:pt x="329" y="1253"/>
                      <a:pt x="304" y="1204"/>
                    </a:cubicBezTo>
                    <a:cubicBezTo>
                      <a:pt x="281" y="1157"/>
                      <a:pt x="259" y="1109"/>
                      <a:pt x="238" y="1060"/>
                    </a:cubicBezTo>
                    <a:cubicBezTo>
                      <a:pt x="217" y="1011"/>
                      <a:pt x="198" y="961"/>
                      <a:pt x="179" y="912"/>
                    </a:cubicBezTo>
                    <a:cubicBezTo>
                      <a:pt x="161" y="865"/>
                      <a:pt x="143" y="819"/>
                      <a:pt x="127" y="772"/>
                    </a:cubicBezTo>
                    <a:cubicBezTo>
                      <a:pt x="110" y="724"/>
                      <a:pt x="94" y="676"/>
                      <a:pt x="81" y="627"/>
                    </a:cubicBezTo>
                    <a:cubicBezTo>
                      <a:pt x="74" y="603"/>
                      <a:pt x="69" y="580"/>
                      <a:pt x="63" y="557"/>
                    </a:cubicBezTo>
                    <a:cubicBezTo>
                      <a:pt x="56" y="532"/>
                      <a:pt x="51" y="506"/>
                      <a:pt x="46" y="481"/>
                    </a:cubicBezTo>
                    <a:cubicBezTo>
                      <a:pt x="36" y="430"/>
                      <a:pt x="28" y="379"/>
                      <a:pt x="20" y="327"/>
                    </a:cubicBezTo>
                    <a:cubicBezTo>
                      <a:pt x="17" y="301"/>
                      <a:pt x="13" y="275"/>
                      <a:pt x="10" y="249"/>
                    </a:cubicBezTo>
                    <a:cubicBezTo>
                      <a:pt x="8" y="237"/>
                      <a:pt x="8" y="225"/>
                      <a:pt x="7" y="214"/>
                    </a:cubicBezTo>
                    <a:cubicBezTo>
                      <a:pt x="6" y="202"/>
                      <a:pt x="4" y="191"/>
                      <a:pt x="4" y="179"/>
                    </a:cubicBezTo>
                    <a:cubicBezTo>
                      <a:pt x="4" y="175"/>
                      <a:pt x="4" y="171"/>
                      <a:pt x="3" y="167"/>
                    </a:cubicBezTo>
                    <a:cubicBezTo>
                      <a:pt x="2" y="151"/>
                      <a:pt x="1" y="135"/>
                      <a:pt x="1" y="119"/>
                    </a:cubicBezTo>
                    <a:cubicBezTo>
                      <a:pt x="1" y="115"/>
                      <a:pt x="1" y="110"/>
                      <a:pt x="1" y="105"/>
                    </a:cubicBezTo>
                    <a:cubicBezTo>
                      <a:pt x="1" y="101"/>
                      <a:pt x="1" y="98"/>
                      <a:pt x="1" y="94"/>
                    </a:cubicBezTo>
                    <a:cubicBezTo>
                      <a:pt x="1" y="93"/>
                      <a:pt x="1" y="92"/>
                      <a:pt x="0" y="91"/>
                    </a:cubicBezTo>
                    <a:cubicBezTo>
                      <a:pt x="0" y="81"/>
                      <a:pt x="10" y="72"/>
                      <a:pt x="19" y="72"/>
                    </a:cubicBezTo>
                    <a:cubicBezTo>
                      <a:pt x="29" y="72"/>
                      <a:pt x="38" y="81"/>
                      <a:pt x="38" y="91"/>
                    </a:cubicBezTo>
                    <a:cubicBezTo>
                      <a:pt x="38" y="92"/>
                      <a:pt x="38" y="93"/>
                      <a:pt x="38" y="94"/>
                    </a:cubicBezTo>
                    <a:cubicBezTo>
                      <a:pt x="37" y="97"/>
                      <a:pt x="38" y="101"/>
                      <a:pt x="38" y="105"/>
                    </a:cubicBezTo>
                    <a:cubicBezTo>
                      <a:pt x="37" y="109"/>
                      <a:pt x="37" y="114"/>
                      <a:pt x="38" y="118"/>
                    </a:cubicBezTo>
                    <a:cubicBezTo>
                      <a:pt x="38" y="123"/>
                      <a:pt x="38" y="130"/>
                      <a:pt x="38" y="136"/>
                    </a:cubicBezTo>
                    <a:cubicBezTo>
                      <a:pt x="38" y="144"/>
                      <a:pt x="39" y="153"/>
                      <a:pt x="39" y="161"/>
                    </a:cubicBezTo>
                    <a:lnTo>
                      <a:pt x="39" y="160"/>
                    </a:lnTo>
                    <a:lnTo>
                      <a:pt x="39" y="161"/>
                    </a:lnTo>
                    <a:lnTo>
                      <a:pt x="39" y="162"/>
                    </a:lnTo>
                    <a:lnTo>
                      <a:pt x="39" y="161"/>
                    </a:lnTo>
                    <a:cubicBezTo>
                      <a:pt x="40" y="171"/>
                      <a:pt x="41" y="181"/>
                      <a:pt x="42" y="190"/>
                    </a:cubicBezTo>
                    <a:cubicBezTo>
                      <a:pt x="42" y="202"/>
                      <a:pt x="43" y="214"/>
                      <a:pt x="45" y="226"/>
                    </a:cubicBezTo>
                    <a:cubicBezTo>
                      <a:pt x="48" y="251"/>
                      <a:pt x="50" y="275"/>
                      <a:pt x="53" y="301"/>
                    </a:cubicBezTo>
                    <a:cubicBezTo>
                      <a:pt x="61" y="352"/>
                      <a:pt x="70" y="404"/>
                      <a:pt x="79" y="455"/>
                    </a:cubicBezTo>
                    <a:cubicBezTo>
                      <a:pt x="82" y="471"/>
                      <a:pt x="85" y="486"/>
                      <a:pt x="88" y="502"/>
                    </a:cubicBezTo>
                    <a:cubicBezTo>
                      <a:pt x="88" y="501"/>
                      <a:pt x="88" y="501"/>
                      <a:pt x="88" y="501"/>
                    </a:cubicBezTo>
                    <a:cubicBezTo>
                      <a:pt x="96" y="541"/>
                      <a:pt x="106" y="580"/>
                      <a:pt x="117" y="620"/>
                    </a:cubicBezTo>
                    <a:cubicBezTo>
                      <a:pt x="129" y="661"/>
                      <a:pt x="142" y="701"/>
                      <a:pt x="156" y="742"/>
                    </a:cubicBezTo>
                    <a:cubicBezTo>
                      <a:pt x="172" y="788"/>
                      <a:pt x="189" y="834"/>
                      <a:pt x="206" y="879"/>
                    </a:cubicBezTo>
                    <a:cubicBezTo>
                      <a:pt x="225" y="928"/>
                      <a:pt x="244" y="978"/>
                      <a:pt x="265" y="1026"/>
                    </a:cubicBezTo>
                    <a:cubicBezTo>
                      <a:pt x="288" y="1082"/>
                      <a:pt x="313" y="1138"/>
                      <a:pt x="341" y="1192"/>
                    </a:cubicBezTo>
                    <a:cubicBezTo>
                      <a:pt x="342" y="1194"/>
                      <a:pt x="342" y="1197"/>
                      <a:pt x="343" y="1198"/>
                    </a:cubicBezTo>
                    <a:lnTo>
                      <a:pt x="343" y="1197"/>
                    </a:lnTo>
                    <a:cubicBezTo>
                      <a:pt x="363" y="1236"/>
                      <a:pt x="384" y="1275"/>
                      <a:pt x="406" y="1314"/>
                    </a:cubicBezTo>
                    <a:cubicBezTo>
                      <a:pt x="427" y="1352"/>
                      <a:pt x="448" y="1388"/>
                      <a:pt x="473" y="1424"/>
                    </a:cubicBezTo>
                    <a:cubicBezTo>
                      <a:pt x="504" y="1470"/>
                      <a:pt x="538" y="1515"/>
                      <a:pt x="575" y="1557"/>
                    </a:cubicBezTo>
                    <a:cubicBezTo>
                      <a:pt x="624" y="1612"/>
                      <a:pt x="676" y="1665"/>
                      <a:pt x="731" y="1715"/>
                    </a:cubicBezTo>
                    <a:cubicBezTo>
                      <a:pt x="730" y="1714"/>
                      <a:pt x="730" y="1713"/>
                      <a:pt x="729" y="1713"/>
                    </a:cubicBezTo>
                    <a:cubicBezTo>
                      <a:pt x="758" y="1738"/>
                      <a:pt x="787" y="1761"/>
                      <a:pt x="820" y="1783"/>
                    </a:cubicBezTo>
                    <a:cubicBezTo>
                      <a:pt x="819" y="1782"/>
                      <a:pt x="818" y="1782"/>
                      <a:pt x="817" y="1782"/>
                    </a:cubicBezTo>
                    <a:cubicBezTo>
                      <a:pt x="858" y="1808"/>
                      <a:pt x="901" y="1832"/>
                      <a:pt x="944" y="1854"/>
                    </a:cubicBezTo>
                    <a:cubicBezTo>
                      <a:pt x="943" y="1853"/>
                      <a:pt x="942" y="1853"/>
                      <a:pt x="941" y="1853"/>
                    </a:cubicBezTo>
                    <a:cubicBezTo>
                      <a:pt x="979" y="1871"/>
                      <a:pt x="1016" y="1888"/>
                      <a:pt x="1056" y="1902"/>
                    </a:cubicBezTo>
                    <a:cubicBezTo>
                      <a:pt x="1096" y="1916"/>
                      <a:pt x="1138" y="1928"/>
                      <a:pt x="1180" y="1937"/>
                    </a:cubicBezTo>
                    <a:cubicBezTo>
                      <a:pt x="1219" y="1944"/>
                      <a:pt x="1257" y="1949"/>
                      <a:pt x="1297" y="1952"/>
                    </a:cubicBezTo>
                    <a:cubicBezTo>
                      <a:pt x="1296" y="1952"/>
                      <a:pt x="1296" y="1952"/>
                      <a:pt x="1296" y="1952"/>
                    </a:cubicBezTo>
                    <a:cubicBezTo>
                      <a:pt x="1312" y="1953"/>
                      <a:pt x="1328" y="1954"/>
                      <a:pt x="1343" y="1955"/>
                    </a:cubicBezTo>
                    <a:cubicBezTo>
                      <a:pt x="1358" y="1955"/>
                      <a:pt x="1372" y="1956"/>
                      <a:pt x="1386" y="1955"/>
                    </a:cubicBezTo>
                    <a:cubicBezTo>
                      <a:pt x="1409" y="1953"/>
                      <a:pt x="1431" y="1949"/>
                      <a:pt x="1453" y="1945"/>
                    </a:cubicBezTo>
                    <a:cubicBezTo>
                      <a:pt x="1477" y="1939"/>
                      <a:pt x="1501" y="1934"/>
                      <a:pt x="1524" y="1928"/>
                    </a:cubicBezTo>
                    <a:cubicBezTo>
                      <a:pt x="1545" y="1922"/>
                      <a:pt x="1566" y="1917"/>
                      <a:pt x="1587" y="1910"/>
                    </a:cubicBezTo>
                    <a:cubicBezTo>
                      <a:pt x="1586" y="1910"/>
                      <a:pt x="1586" y="1910"/>
                      <a:pt x="1586" y="1910"/>
                    </a:cubicBezTo>
                    <a:cubicBezTo>
                      <a:pt x="1603" y="1904"/>
                      <a:pt x="1620" y="1897"/>
                      <a:pt x="1636" y="1890"/>
                    </a:cubicBezTo>
                    <a:cubicBezTo>
                      <a:pt x="1652" y="1883"/>
                      <a:pt x="1668" y="1877"/>
                      <a:pt x="1683" y="1869"/>
                    </a:cubicBezTo>
                    <a:cubicBezTo>
                      <a:pt x="1709" y="1856"/>
                      <a:pt x="1734" y="1840"/>
                      <a:pt x="1758" y="1824"/>
                    </a:cubicBezTo>
                    <a:lnTo>
                      <a:pt x="1757" y="1825"/>
                    </a:lnTo>
                    <a:cubicBezTo>
                      <a:pt x="1793" y="1801"/>
                      <a:pt x="1826" y="1775"/>
                      <a:pt x="1860" y="1750"/>
                    </a:cubicBezTo>
                    <a:cubicBezTo>
                      <a:pt x="1893" y="1724"/>
                      <a:pt x="1925" y="1699"/>
                      <a:pt x="1955" y="1672"/>
                    </a:cubicBezTo>
                    <a:cubicBezTo>
                      <a:pt x="1954" y="1673"/>
                      <a:pt x="1954" y="1673"/>
                      <a:pt x="1953" y="1673"/>
                    </a:cubicBezTo>
                    <a:cubicBezTo>
                      <a:pt x="1987" y="1644"/>
                      <a:pt x="2019" y="1613"/>
                      <a:pt x="2052" y="1583"/>
                    </a:cubicBezTo>
                    <a:cubicBezTo>
                      <a:pt x="2068" y="1568"/>
                      <a:pt x="2084" y="1554"/>
                      <a:pt x="2100" y="1539"/>
                    </a:cubicBezTo>
                    <a:cubicBezTo>
                      <a:pt x="2116" y="1522"/>
                      <a:pt x="2133" y="1505"/>
                      <a:pt x="2149" y="1487"/>
                    </a:cubicBezTo>
                    <a:cubicBezTo>
                      <a:pt x="2165" y="1468"/>
                      <a:pt x="2182" y="1448"/>
                      <a:pt x="2197" y="1428"/>
                    </a:cubicBezTo>
                    <a:cubicBezTo>
                      <a:pt x="2214" y="1408"/>
                      <a:pt x="2229" y="1388"/>
                      <a:pt x="2244" y="1366"/>
                    </a:cubicBezTo>
                    <a:cubicBezTo>
                      <a:pt x="2264" y="1337"/>
                      <a:pt x="2283" y="1307"/>
                      <a:pt x="2301" y="1276"/>
                    </a:cubicBezTo>
                    <a:cubicBezTo>
                      <a:pt x="2318" y="1246"/>
                      <a:pt x="2336" y="1215"/>
                      <a:pt x="2351" y="1184"/>
                    </a:cubicBezTo>
                    <a:cubicBezTo>
                      <a:pt x="2351" y="1184"/>
                      <a:pt x="2351" y="1185"/>
                      <a:pt x="2350" y="1185"/>
                    </a:cubicBezTo>
                    <a:cubicBezTo>
                      <a:pt x="2351" y="1184"/>
                      <a:pt x="2351" y="1183"/>
                      <a:pt x="2352" y="1181"/>
                    </a:cubicBezTo>
                    <a:cubicBezTo>
                      <a:pt x="2352" y="1182"/>
                      <a:pt x="2351" y="1183"/>
                      <a:pt x="2351" y="1184"/>
                    </a:cubicBezTo>
                    <a:cubicBezTo>
                      <a:pt x="2361" y="1164"/>
                      <a:pt x="2371" y="1145"/>
                      <a:pt x="2379" y="1126"/>
                    </a:cubicBezTo>
                    <a:cubicBezTo>
                      <a:pt x="2389" y="1103"/>
                      <a:pt x="2398" y="1081"/>
                      <a:pt x="2408" y="1059"/>
                    </a:cubicBezTo>
                    <a:cubicBezTo>
                      <a:pt x="2425" y="1018"/>
                      <a:pt x="2441" y="978"/>
                      <a:pt x="2456" y="936"/>
                    </a:cubicBezTo>
                    <a:cubicBezTo>
                      <a:pt x="2458" y="927"/>
                      <a:pt x="2461" y="918"/>
                      <a:pt x="2464" y="909"/>
                    </a:cubicBezTo>
                    <a:lnTo>
                      <a:pt x="2464" y="910"/>
                    </a:lnTo>
                    <a:cubicBezTo>
                      <a:pt x="2464" y="909"/>
                      <a:pt x="2465" y="909"/>
                      <a:pt x="2465" y="908"/>
                    </a:cubicBezTo>
                    <a:cubicBezTo>
                      <a:pt x="2465" y="906"/>
                      <a:pt x="2466" y="904"/>
                      <a:pt x="2467" y="902"/>
                    </a:cubicBezTo>
                    <a:cubicBezTo>
                      <a:pt x="2467" y="903"/>
                      <a:pt x="2467" y="904"/>
                      <a:pt x="2466" y="905"/>
                    </a:cubicBezTo>
                    <a:cubicBezTo>
                      <a:pt x="2474" y="882"/>
                      <a:pt x="2482" y="859"/>
                      <a:pt x="2489" y="837"/>
                    </a:cubicBezTo>
                    <a:cubicBezTo>
                      <a:pt x="2498" y="813"/>
                      <a:pt x="2506" y="790"/>
                      <a:pt x="2513" y="766"/>
                    </a:cubicBezTo>
                    <a:cubicBezTo>
                      <a:pt x="2530" y="715"/>
                      <a:pt x="2545" y="663"/>
                      <a:pt x="2559" y="612"/>
                    </a:cubicBezTo>
                    <a:cubicBezTo>
                      <a:pt x="2574" y="550"/>
                      <a:pt x="2590" y="489"/>
                      <a:pt x="2603" y="428"/>
                    </a:cubicBezTo>
                    <a:cubicBezTo>
                      <a:pt x="2620" y="341"/>
                      <a:pt x="2628" y="253"/>
                      <a:pt x="2634" y="165"/>
                    </a:cubicBezTo>
                    <a:lnTo>
                      <a:pt x="2634" y="167"/>
                    </a:lnTo>
                    <a:cubicBezTo>
                      <a:pt x="2635" y="144"/>
                      <a:pt x="2636" y="121"/>
                      <a:pt x="2637" y="98"/>
                    </a:cubicBezTo>
                    <a:cubicBezTo>
                      <a:pt x="2637" y="72"/>
                      <a:pt x="2637" y="46"/>
                      <a:pt x="2636" y="20"/>
                    </a:cubicBezTo>
                    <a:cubicBezTo>
                      <a:pt x="2636" y="9"/>
                      <a:pt x="2645" y="0"/>
                      <a:pt x="2655" y="0"/>
                    </a:cubicBezTo>
                    <a:cubicBezTo>
                      <a:pt x="2666" y="0"/>
                      <a:pt x="2674" y="9"/>
                      <a:pt x="2674" y="20"/>
                    </a:cubicBezTo>
                    <a:cubicBezTo>
                      <a:pt x="2675" y="31"/>
                      <a:pt x="2675" y="44"/>
                      <a:pt x="2675" y="55"/>
                    </a:cubicBezTo>
                    <a:cubicBezTo>
                      <a:pt x="2675" y="68"/>
                      <a:pt x="2675" y="81"/>
                      <a:pt x="2675" y="95"/>
                    </a:cubicBezTo>
                    <a:cubicBezTo>
                      <a:pt x="2675" y="117"/>
                      <a:pt x="2673" y="140"/>
                      <a:pt x="2672" y="162"/>
                    </a:cubicBezTo>
                    <a:cubicBezTo>
                      <a:pt x="2669" y="213"/>
                      <a:pt x="2664" y="263"/>
                      <a:pt x="2658" y="314"/>
                    </a:cubicBezTo>
                    <a:cubicBezTo>
                      <a:pt x="2653" y="363"/>
                      <a:pt x="2645" y="412"/>
                      <a:pt x="2634" y="460"/>
                    </a:cubicBezTo>
                    <a:cubicBezTo>
                      <a:pt x="2624" y="510"/>
                      <a:pt x="2611" y="559"/>
                      <a:pt x="2598" y="609"/>
                    </a:cubicBezTo>
                    <a:cubicBezTo>
                      <a:pt x="2583" y="661"/>
                      <a:pt x="2569" y="713"/>
                      <a:pt x="2553" y="765"/>
                    </a:cubicBezTo>
                    <a:cubicBezTo>
                      <a:pt x="2538" y="811"/>
                      <a:pt x="2522" y="858"/>
                      <a:pt x="2506" y="904"/>
                    </a:cubicBezTo>
                    <a:cubicBezTo>
                      <a:pt x="2491" y="950"/>
                      <a:pt x="2474" y="996"/>
                      <a:pt x="2456" y="1042"/>
                    </a:cubicBezTo>
                    <a:cubicBezTo>
                      <a:pt x="2446" y="1065"/>
                      <a:pt x="2436" y="1088"/>
                      <a:pt x="2426" y="1111"/>
                    </a:cubicBezTo>
                    <a:cubicBezTo>
                      <a:pt x="2416" y="1134"/>
                      <a:pt x="2406" y="1158"/>
                      <a:pt x="2394" y="1181"/>
                    </a:cubicBezTo>
                    <a:cubicBezTo>
                      <a:pt x="2384" y="1202"/>
                      <a:pt x="2373" y="1222"/>
                      <a:pt x="2362" y="1243"/>
                    </a:cubicBezTo>
                    <a:cubicBezTo>
                      <a:pt x="2351" y="1264"/>
                      <a:pt x="2339" y="1284"/>
                      <a:pt x="2327" y="1305"/>
                    </a:cubicBezTo>
                    <a:cubicBezTo>
                      <a:pt x="2315" y="1325"/>
                      <a:pt x="2302" y="1346"/>
                      <a:pt x="2289" y="1366"/>
                    </a:cubicBezTo>
                    <a:cubicBezTo>
                      <a:pt x="2282" y="1377"/>
                      <a:pt x="2275" y="1387"/>
                      <a:pt x="2268" y="1398"/>
                    </a:cubicBezTo>
                    <a:cubicBezTo>
                      <a:pt x="2260" y="1408"/>
                      <a:pt x="2253" y="1419"/>
                      <a:pt x="2246" y="1429"/>
                    </a:cubicBezTo>
                    <a:cubicBezTo>
                      <a:pt x="2230" y="1450"/>
                      <a:pt x="2213" y="1470"/>
                      <a:pt x="2195" y="1490"/>
                    </a:cubicBezTo>
                    <a:cubicBezTo>
                      <a:pt x="2180" y="1508"/>
                      <a:pt x="2164" y="1525"/>
                      <a:pt x="2148" y="1543"/>
                    </a:cubicBezTo>
                    <a:cubicBezTo>
                      <a:pt x="2132" y="1560"/>
                      <a:pt x="2114" y="1576"/>
                      <a:pt x="2097" y="1592"/>
                    </a:cubicBezTo>
                    <a:cubicBezTo>
                      <a:pt x="2081" y="1607"/>
                      <a:pt x="2065" y="1622"/>
                      <a:pt x="2049" y="1636"/>
                    </a:cubicBezTo>
                    <a:cubicBezTo>
                      <a:pt x="2015" y="1669"/>
                      <a:pt x="1981" y="1701"/>
                      <a:pt x="1945" y="1730"/>
                    </a:cubicBezTo>
                    <a:cubicBezTo>
                      <a:pt x="1907" y="1762"/>
                      <a:pt x="1868" y="1792"/>
                      <a:pt x="1828" y="1821"/>
                    </a:cubicBezTo>
                    <a:cubicBezTo>
                      <a:pt x="1787" y="1850"/>
                      <a:pt x="1747" y="1879"/>
                      <a:pt x="1703" y="1902"/>
                    </a:cubicBezTo>
                    <a:cubicBezTo>
                      <a:pt x="1692" y="1907"/>
                      <a:pt x="1682" y="1912"/>
                      <a:pt x="1671" y="1917"/>
                    </a:cubicBezTo>
                    <a:cubicBezTo>
                      <a:pt x="1659" y="1923"/>
                      <a:pt x="1646" y="1928"/>
                      <a:pt x="1633" y="1933"/>
                    </a:cubicBezTo>
                    <a:cubicBezTo>
                      <a:pt x="1610" y="1942"/>
                      <a:pt x="1586" y="1951"/>
                      <a:pt x="1562" y="1958"/>
                    </a:cubicBezTo>
                    <a:cubicBezTo>
                      <a:pt x="1538" y="1965"/>
                      <a:pt x="1513" y="1971"/>
                      <a:pt x="1488" y="1977"/>
                    </a:cubicBezTo>
                    <a:cubicBezTo>
                      <a:pt x="1462" y="1983"/>
                      <a:pt x="1435" y="1988"/>
                      <a:pt x="1408" y="1991"/>
                    </a:cubicBezTo>
                    <a:cubicBezTo>
                      <a:pt x="1391" y="1994"/>
                      <a:pt x="1375" y="1994"/>
                      <a:pt x="1358" y="1994"/>
                    </a:cubicBezTo>
                    <a:cubicBezTo>
                      <a:pt x="1351" y="1994"/>
                      <a:pt x="1344" y="1994"/>
                      <a:pt x="1338" y="19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" name="Google Shape;224;p2"/>
              <p:cNvSpPr/>
              <p:nvPr/>
            </p:nvSpPr>
            <p:spPr>
              <a:xfrm>
                <a:off x="186480" y="4291200"/>
                <a:ext cx="9720" cy="6408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78" extrusionOk="0">
                    <a:moveTo>
                      <a:pt x="10" y="177"/>
                    </a:moveTo>
                    <a:cubicBezTo>
                      <a:pt x="6" y="177"/>
                      <a:pt x="0" y="172"/>
                      <a:pt x="1" y="167"/>
                    </a:cubicBezTo>
                    <a:cubicBezTo>
                      <a:pt x="2" y="149"/>
                      <a:pt x="3" y="133"/>
                      <a:pt x="4" y="115"/>
                    </a:cubicBezTo>
                    <a:cubicBezTo>
                      <a:pt x="5" y="100"/>
                      <a:pt x="5" y="85"/>
                      <a:pt x="4" y="69"/>
                    </a:cubicBezTo>
                    <a:cubicBezTo>
                      <a:pt x="3" y="61"/>
                      <a:pt x="3" y="52"/>
                      <a:pt x="3" y="43"/>
                    </a:cubicBezTo>
                    <a:cubicBezTo>
                      <a:pt x="2" y="39"/>
                      <a:pt x="2" y="35"/>
                      <a:pt x="2" y="31"/>
                    </a:cubicBezTo>
                    <a:cubicBezTo>
                      <a:pt x="2" y="27"/>
                      <a:pt x="2" y="24"/>
                      <a:pt x="1" y="21"/>
                    </a:cubicBezTo>
                    <a:cubicBezTo>
                      <a:pt x="1" y="15"/>
                      <a:pt x="1" y="10"/>
                      <a:pt x="4" y="6"/>
                    </a:cubicBezTo>
                    <a:cubicBezTo>
                      <a:pt x="6" y="3"/>
                      <a:pt x="10" y="0"/>
                      <a:pt x="13" y="1"/>
                    </a:cubicBezTo>
                    <a:cubicBezTo>
                      <a:pt x="18" y="1"/>
                      <a:pt x="21" y="4"/>
                      <a:pt x="23" y="8"/>
                    </a:cubicBezTo>
                    <a:cubicBezTo>
                      <a:pt x="24" y="9"/>
                      <a:pt x="24" y="11"/>
                      <a:pt x="25" y="13"/>
                    </a:cubicBezTo>
                    <a:cubicBezTo>
                      <a:pt x="26" y="15"/>
                      <a:pt x="25" y="19"/>
                      <a:pt x="23" y="22"/>
                    </a:cubicBezTo>
                    <a:cubicBezTo>
                      <a:pt x="23" y="23"/>
                      <a:pt x="23" y="24"/>
                      <a:pt x="23" y="25"/>
                    </a:cubicBezTo>
                    <a:lnTo>
                      <a:pt x="23" y="26"/>
                    </a:lnTo>
                    <a:lnTo>
                      <a:pt x="23" y="25"/>
                    </a:lnTo>
                    <a:cubicBezTo>
                      <a:pt x="23" y="26"/>
                      <a:pt x="23" y="27"/>
                      <a:pt x="23" y="28"/>
                    </a:cubicBezTo>
                    <a:cubicBezTo>
                      <a:pt x="23" y="31"/>
                      <a:pt x="23" y="34"/>
                      <a:pt x="23" y="36"/>
                    </a:cubicBezTo>
                    <a:cubicBezTo>
                      <a:pt x="23" y="37"/>
                      <a:pt x="23" y="37"/>
                      <a:pt x="23" y="38"/>
                    </a:cubicBezTo>
                    <a:cubicBezTo>
                      <a:pt x="23" y="37"/>
                      <a:pt x="23" y="37"/>
                      <a:pt x="23" y="37"/>
                    </a:cubicBezTo>
                    <a:cubicBezTo>
                      <a:pt x="24" y="38"/>
                      <a:pt x="24" y="39"/>
                      <a:pt x="24" y="40"/>
                    </a:cubicBezTo>
                    <a:cubicBezTo>
                      <a:pt x="24" y="39"/>
                      <a:pt x="24" y="39"/>
                      <a:pt x="24" y="39"/>
                    </a:cubicBezTo>
                    <a:lnTo>
                      <a:pt x="24" y="40"/>
                    </a:lnTo>
                    <a:lnTo>
                      <a:pt x="24" y="41"/>
                    </a:lnTo>
                    <a:lnTo>
                      <a:pt x="24" y="40"/>
                    </a:lnTo>
                    <a:cubicBezTo>
                      <a:pt x="24" y="42"/>
                      <a:pt x="24" y="44"/>
                      <a:pt x="24" y="46"/>
                    </a:cubicBezTo>
                    <a:lnTo>
                      <a:pt x="24" y="47"/>
                    </a:lnTo>
                    <a:cubicBezTo>
                      <a:pt x="24" y="48"/>
                      <a:pt x="24" y="49"/>
                      <a:pt x="24" y="50"/>
                    </a:cubicBezTo>
                    <a:lnTo>
                      <a:pt x="24" y="49"/>
                    </a:lnTo>
                    <a:cubicBezTo>
                      <a:pt x="24" y="50"/>
                      <a:pt x="24" y="50"/>
                      <a:pt x="24" y="51"/>
                    </a:cubicBezTo>
                    <a:lnTo>
                      <a:pt x="24" y="50"/>
                    </a:lnTo>
                    <a:cubicBezTo>
                      <a:pt x="24" y="60"/>
                      <a:pt x="25" y="69"/>
                      <a:pt x="25" y="78"/>
                    </a:cubicBezTo>
                    <a:cubicBezTo>
                      <a:pt x="25" y="88"/>
                      <a:pt x="24" y="98"/>
                      <a:pt x="24" y="109"/>
                    </a:cubicBezTo>
                    <a:cubicBezTo>
                      <a:pt x="24" y="129"/>
                      <a:pt x="22" y="149"/>
                      <a:pt x="20" y="169"/>
                    </a:cubicBezTo>
                    <a:cubicBezTo>
                      <a:pt x="20" y="173"/>
                      <a:pt x="16" y="177"/>
                      <a:pt x="11" y="177"/>
                    </a:cubicBezTo>
                    <a:lnTo>
                      <a:pt x="10" y="17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" name="Google Shape;225;p2"/>
              <p:cNvSpPr/>
              <p:nvPr/>
            </p:nvSpPr>
            <p:spPr>
              <a:xfrm>
                <a:off x="188280" y="4374720"/>
                <a:ext cx="9720" cy="3744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04" extrusionOk="0">
                    <a:moveTo>
                      <a:pt x="15" y="103"/>
                    </a:moveTo>
                    <a:cubicBezTo>
                      <a:pt x="9" y="103"/>
                      <a:pt x="4" y="98"/>
                      <a:pt x="4" y="92"/>
                    </a:cubicBezTo>
                    <a:cubicBezTo>
                      <a:pt x="4" y="86"/>
                      <a:pt x="4" y="81"/>
                      <a:pt x="4" y="75"/>
                    </a:cubicBezTo>
                    <a:lnTo>
                      <a:pt x="4" y="74"/>
                    </a:lnTo>
                    <a:cubicBezTo>
                      <a:pt x="4" y="64"/>
                      <a:pt x="2" y="54"/>
                      <a:pt x="2" y="44"/>
                    </a:cubicBezTo>
                    <a:cubicBezTo>
                      <a:pt x="1" y="34"/>
                      <a:pt x="1" y="24"/>
                      <a:pt x="0" y="14"/>
                    </a:cubicBezTo>
                    <a:cubicBezTo>
                      <a:pt x="0" y="15"/>
                      <a:pt x="0" y="15"/>
                      <a:pt x="0" y="15"/>
                    </a:cubicBezTo>
                    <a:lnTo>
                      <a:pt x="0" y="14"/>
                    </a:lnTo>
                    <a:cubicBezTo>
                      <a:pt x="0" y="13"/>
                      <a:pt x="0" y="12"/>
                      <a:pt x="0" y="11"/>
                    </a:cubicBezTo>
                    <a:cubicBezTo>
                      <a:pt x="0" y="4"/>
                      <a:pt x="5" y="0"/>
                      <a:pt x="11" y="0"/>
                    </a:cubicBezTo>
                    <a:cubicBezTo>
                      <a:pt x="17" y="0"/>
                      <a:pt x="22" y="5"/>
                      <a:pt x="22" y="11"/>
                    </a:cubicBezTo>
                    <a:cubicBezTo>
                      <a:pt x="22" y="17"/>
                      <a:pt x="22" y="23"/>
                      <a:pt x="22" y="29"/>
                    </a:cubicBezTo>
                    <a:cubicBezTo>
                      <a:pt x="23" y="50"/>
                      <a:pt x="26" y="71"/>
                      <a:pt x="26" y="93"/>
                    </a:cubicBezTo>
                    <a:cubicBezTo>
                      <a:pt x="26" y="99"/>
                      <a:pt x="21" y="103"/>
                      <a:pt x="15" y="10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" name="Google Shape;226;p2"/>
              <p:cNvSpPr/>
              <p:nvPr/>
            </p:nvSpPr>
            <p:spPr>
              <a:xfrm>
                <a:off x="190800" y="4452120"/>
                <a:ext cx="8640" cy="52560"/>
              </a:xfrm>
              <a:custGeom>
                <a:avLst/>
                <a:gdLst/>
                <a:ahLst/>
                <a:cxnLst/>
                <a:rect l="l" t="t" r="r" b="b"/>
                <a:pathLst>
                  <a:path w="24" h="146" extrusionOk="0">
                    <a:moveTo>
                      <a:pt x="12" y="145"/>
                    </a:moveTo>
                    <a:cubicBezTo>
                      <a:pt x="7" y="145"/>
                      <a:pt x="2" y="140"/>
                      <a:pt x="2" y="135"/>
                    </a:cubicBezTo>
                    <a:cubicBezTo>
                      <a:pt x="2" y="123"/>
                      <a:pt x="1" y="110"/>
                      <a:pt x="1" y="99"/>
                    </a:cubicBezTo>
                    <a:cubicBezTo>
                      <a:pt x="0" y="89"/>
                      <a:pt x="0" y="79"/>
                      <a:pt x="0" y="69"/>
                    </a:cubicBezTo>
                    <a:cubicBezTo>
                      <a:pt x="0" y="57"/>
                      <a:pt x="0" y="46"/>
                      <a:pt x="0" y="35"/>
                    </a:cubicBezTo>
                    <a:cubicBezTo>
                      <a:pt x="0" y="30"/>
                      <a:pt x="0" y="25"/>
                      <a:pt x="0" y="21"/>
                    </a:cubicBezTo>
                    <a:cubicBezTo>
                      <a:pt x="0" y="18"/>
                      <a:pt x="1" y="15"/>
                      <a:pt x="1" y="12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4"/>
                      <a:pt x="8" y="0"/>
                      <a:pt x="14" y="1"/>
                    </a:cubicBezTo>
                    <a:cubicBezTo>
                      <a:pt x="20" y="2"/>
                      <a:pt x="23" y="8"/>
                      <a:pt x="23" y="14"/>
                    </a:cubicBezTo>
                    <a:lnTo>
                      <a:pt x="23" y="15"/>
                    </a:lnTo>
                    <a:cubicBezTo>
                      <a:pt x="22" y="17"/>
                      <a:pt x="22" y="19"/>
                      <a:pt x="22" y="22"/>
                    </a:cubicBezTo>
                    <a:cubicBezTo>
                      <a:pt x="21" y="30"/>
                      <a:pt x="21" y="38"/>
                      <a:pt x="21" y="46"/>
                    </a:cubicBezTo>
                    <a:cubicBezTo>
                      <a:pt x="21" y="56"/>
                      <a:pt x="21" y="65"/>
                      <a:pt x="21" y="74"/>
                    </a:cubicBezTo>
                    <a:cubicBezTo>
                      <a:pt x="21" y="84"/>
                      <a:pt x="21" y="93"/>
                      <a:pt x="22" y="103"/>
                    </a:cubicBezTo>
                    <a:cubicBezTo>
                      <a:pt x="22" y="114"/>
                      <a:pt x="22" y="124"/>
                      <a:pt x="22" y="135"/>
                    </a:cubicBezTo>
                    <a:cubicBezTo>
                      <a:pt x="22" y="141"/>
                      <a:pt x="18" y="145"/>
                      <a:pt x="12" y="1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" name="Google Shape;227;p2"/>
              <p:cNvSpPr/>
              <p:nvPr/>
            </p:nvSpPr>
            <p:spPr>
              <a:xfrm>
                <a:off x="192240" y="4524840"/>
                <a:ext cx="9000" cy="42480"/>
              </a:xfrm>
              <a:custGeom>
                <a:avLst/>
                <a:gdLst/>
                <a:ahLst/>
                <a:cxnLst/>
                <a:rect l="l" t="t" r="r" b="b"/>
                <a:pathLst>
                  <a:path w="25" h="118" extrusionOk="0">
                    <a:moveTo>
                      <a:pt x="3" y="108"/>
                    </a:moveTo>
                    <a:cubicBezTo>
                      <a:pt x="2" y="91"/>
                      <a:pt x="1" y="74"/>
                      <a:pt x="1" y="56"/>
                    </a:cubicBezTo>
                    <a:cubicBezTo>
                      <a:pt x="1" y="49"/>
                      <a:pt x="1" y="41"/>
                      <a:pt x="1" y="33"/>
                    </a:cubicBezTo>
                    <a:cubicBezTo>
                      <a:pt x="1" y="26"/>
                      <a:pt x="0" y="18"/>
                      <a:pt x="1" y="11"/>
                    </a:cubicBezTo>
                    <a:cubicBezTo>
                      <a:pt x="1" y="5"/>
                      <a:pt x="7" y="0"/>
                      <a:pt x="14" y="2"/>
                    </a:cubicBezTo>
                    <a:cubicBezTo>
                      <a:pt x="20" y="3"/>
                      <a:pt x="24" y="9"/>
                      <a:pt x="23" y="15"/>
                    </a:cubicBezTo>
                    <a:cubicBezTo>
                      <a:pt x="22" y="15"/>
                      <a:pt x="22" y="16"/>
                      <a:pt x="22" y="17"/>
                    </a:cubicBezTo>
                    <a:cubicBezTo>
                      <a:pt x="22" y="28"/>
                      <a:pt x="22" y="39"/>
                      <a:pt x="22" y="50"/>
                    </a:cubicBezTo>
                    <a:cubicBezTo>
                      <a:pt x="22" y="60"/>
                      <a:pt x="22" y="71"/>
                      <a:pt x="22" y="82"/>
                    </a:cubicBezTo>
                    <a:cubicBezTo>
                      <a:pt x="22" y="85"/>
                      <a:pt x="23" y="89"/>
                      <a:pt x="23" y="92"/>
                    </a:cubicBezTo>
                    <a:lnTo>
                      <a:pt x="23" y="93"/>
                    </a:lnTo>
                    <a:cubicBezTo>
                      <a:pt x="23" y="97"/>
                      <a:pt x="24" y="102"/>
                      <a:pt x="24" y="106"/>
                    </a:cubicBezTo>
                    <a:cubicBezTo>
                      <a:pt x="24" y="112"/>
                      <a:pt x="21" y="117"/>
                      <a:pt x="14" y="117"/>
                    </a:cubicBezTo>
                    <a:cubicBezTo>
                      <a:pt x="8" y="117"/>
                      <a:pt x="3" y="113"/>
                      <a:pt x="3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" name="Google Shape;228;p2"/>
              <p:cNvSpPr/>
              <p:nvPr/>
            </p:nvSpPr>
            <p:spPr>
              <a:xfrm>
                <a:off x="196200" y="4606560"/>
                <a:ext cx="10080" cy="36360"/>
              </a:xfrm>
              <a:custGeom>
                <a:avLst/>
                <a:gdLst/>
                <a:ahLst/>
                <a:cxnLst/>
                <a:rect l="l" t="t" r="r" b="b"/>
                <a:pathLst>
                  <a:path w="28" h="101" extrusionOk="0">
                    <a:moveTo>
                      <a:pt x="1" y="90"/>
                    </a:moveTo>
                    <a:cubicBezTo>
                      <a:pt x="1" y="75"/>
                      <a:pt x="0" y="60"/>
                      <a:pt x="0" y="44"/>
                    </a:cubicBezTo>
                    <a:cubicBezTo>
                      <a:pt x="0" y="38"/>
                      <a:pt x="0" y="31"/>
                      <a:pt x="1" y="25"/>
                    </a:cubicBezTo>
                    <a:cubicBezTo>
                      <a:pt x="1" y="22"/>
                      <a:pt x="2" y="19"/>
                      <a:pt x="3" y="15"/>
                    </a:cubicBezTo>
                    <a:cubicBezTo>
                      <a:pt x="3" y="13"/>
                      <a:pt x="4" y="10"/>
                      <a:pt x="5" y="8"/>
                    </a:cubicBezTo>
                    <a:cubicBezTo>
                      <a:pt x="7" y="3"/>
                      <a:pt x="13" y="0"/>
                      <a:pt x="17" y="1"/>
                    </a:cubicBezTo>
                    <a:cubicBezTo>
                      <a:pt x="24" y="2"/>
                      <a:pt x="27" y="8"/>
                      <a:pt x="27" y="13"/>
                    </a:cubicBezTo>
                    <a:cubicBezTo>
                      <a:pt x="27" y="16"/>
                      <a:pt x="25" y="17"/>
                      <a:pt x="24" y="19"/>
                    </a:cubicBezTo>
                    <a:lnTo>
                      <a:pt x="24" y="20"/>
                    </a:lnTo>
                    <a:cubicBezTo>
                      <a:pt x="24" y="23"/>
                      <a:pt x="23" y="26"/>
                      <a:pt x="22" y="28"/>
                    </a:cubicBezTo>
                    <a:cubicBezTo>
                      <a:pt x="21" y="48"/>
                      <a:pt x="21" y="69"/>
                      <a:pt x="22" y="89"/>
                    </a:cubicBezTo>
                    <a:cubicBezTo>
                      <a:pt x="22" y="94"/>
                      <a:pt x="18" y="99"/>
                      <a:pt x="13" y="100"/>
                    </a:cubicBezTo>
                    <a:lnTo>
                      <a:pt x="12" y="100"/>
                    </a:lnTo>
                    <a:cubicBezTo>
                      <a:pt x="7" y="100"/>
                      <a:pt x="2" y="96"/>
                      <a:pt x="1" y="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" name="Google Shape;229;p2"/>
              <p:cNvSpPr/>
              <p:nvPr/>
            </p:nvSpPr>
            <p:spPr>
              <a:xfrm>
                <a:off x="196920" y="4676760"/>
                <a:ext cx="900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5" h="24" extrusionOk="0">
                    <a:moveTo>
                      <a:pt x="0" y="11"/>
                    </a:moveTo>
                    <a:cubicBezTo>
                      <a:pt x="0" y="4"/>
                      <a:pt x="6" y="0"/>
                      <a:pt x="12" y="0"/>
                    </a:cubicBezTo>
                    <a:cubicBezTo>
                      <a:pt x="19" y="0"/>
                      <a:pt x="24" y="5"/>
                      <a:pt x="23" y="11"/>
                    </a:cubicBezTo>
                    <a:cubicBezTo>
                      <a:pt x="23" y="18"/>
                      <a:pt x="18" y="23"/>
                      <a:pt x="12" y="23"/>
                    </a:cubicBezTo>
                    <a:cubicBezTo>
                      <a:pt x="5" y="23"/>
                      <a:pt x="0" y="17"/>
                      <a:pt x="0" y="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" name="Google Shape;230;p2"/>
              <p:cNvSpPr/>
              <p:nvPr/>
            </p:nvSpPr>
            <p:spPr>
              <a:xfrm>
                <a:off x="194040" y="4296240"/>
                <a:ext cx="7632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212" h="33" extrusionOk="0">
                    <a:moveTo>
                      <a:pt x="161" y="32"/>
                    </a:moveTo>
                    <a:cubicBezTo>
                      <a:pt x="155" y="32"/>
                      <a:pt x="148" y="32"/>
                      <a:pt x="142" y="32"/>
                    </a:cubicBezTo>
                    <a:cubicBezTo>
                      <a:pt x="135" y="31"/>
                      <a:pt x="129" y="31"/>
                      <a:pt x="122" y="31"/>
                    </a:cubicBezTo>
                    <a:lnTo>
                      <a:pt x="123" y="31"/>
                    </a:lnTo>
                    <a:cubicBezTo>
                      <a:pt x="116" y="30"/>
                      <a:pt x="109" y="29"/>
                      <a:pt x="101" y="29"/>
                    </a:cubicBezTo>
                    <a:cubicBezTo>
                      <a:pt x="95" y="28"/>
                      <a:pt x="88" y="28"/>
                      <a:pt x="82" y="27"/>
                    </a:cubicBezTo>
                    <a:cubicBezTo>
                      <a:pt x="70" y="25"/>
                      <a:pt x="59" y="24"/>
                      <a:pt x="47" y="23"/>
                    </a:cubicBezTo>
                    <a:cubicBezTo>
                      <a:pt x="43" y="22"/>
                      <a:pt x="39" y="22"/>
                      <a:pt x="34" y="22"/>
                    </a:cubicBezTo>
                    <a:cubicBezTo>
                      <a:pt x="30" y="22"/>
                      <a:pt x="25" y="22"/>
                      <a:pt x="20" y="22"/>
                    </a:cubicBezTo>
                    <a:cubicBezTo>
                      <a:pt x="19" y="22"/>
                      <a:pt x="17" y="22"/>
                      <a:pt x="16" y="22"/>
                    </a:cubicBezTo>
                    <a:cubicBezTo>
                      <a:pt x="15" y="23"/>
                      <a:pt x="14" y="23"/>
                      <a:pt x="14" y="23"/>
                    </a:cubicBezTo>
                    <a:cubicBezTo>
                      <a:pt x="7" y="24"/>
                      <a:pt x="2" y="20"/>
                      <a:pt x="2" y="13"/>
                    </a:cubicBezTo>
                    <a:cubicBezTo>
                      <a:pt x="0" y="7"/>
                      <a:pt x="5" y="3"/>
                      <a:pt x="10" y="1"/>
                    </a:cubicBezTo>
                    <a:cubicBezTo>
                      <a:pt x="15" y="0"/>
                      <a:pt x="21" y="0"/>
                      <a:pt x="27" y="0"/>
                    </a:cubicBezTo>
                    <a:cubicBezTo>
                      <a:pt x="31" y="0"/>
                      <a:pt x="35" y="0"/>
                      <a:pt x="39" y="1"/>
                    </a:cubicBezTo>
                    <a:cubicBezTo>
                      <a:pt x="48" y="1"/>
                      <a:pt x="58" y="3"/>
                      <a:pt x="67" y="4"/>
                    </a:cubicBezTo>
                    <a:cubicBezTo>
                      <a:pt x="77" y="6"/>
                      <a:pt x="88" y="7"/>
                      <a:pt x="98" y="8"/>
                    </a:cubicBezTo>
                    <a:cubicBezTo>
                      <a:pt x="107" y="9"/>
                      <a:pt x="115" y="10"/>
                      <a:pt x="123" y="11"/>
                    </a:cubicBezTo>
                    <a:cubicBezTo>
                      <a:pt x="124" y="11"/>
                      <a:pt x="125" y="11"/>
                      <a:pt x="125" y="11"/>
                    </a:cubicBezTo>
                    <a:cubicBezTo>
                      <a:pt x="125" y="11"/>
                      <a:pt x="124" y="11"/>
                      <a:pt x="123" y="11"/>
                    </a:cubicBezTo>
                    <a:cubicBezTo>
                      <a:pt x="130" y="11"/>
                      <a:pt x="136" y="11"/>
                      <a:pt x="143" y="12"/>
                    </a:cubicBezTo>
                    <a:cubicBezTo>
                      <a:pt x="149" y="13"/>
                      <a:pt x="155" y="13"/>
                      <a:pt x="162" y="13"/>
                    </a:cubicBezTo>
                    <a:cubicBezTo>
                      <a:pt x="175" y="13"/>
                      <a:pt x="188" y="13"/>
                      <a:pt x="201" y="13"/>
                    </a:cubicBezTo>
                    <a:cubicBezTo>
                      <a:pt x="206" y="13"/>
                      <a:pt x="211" y="17"/>
                      <a:pt x="211" y="22"/>
                    </a:cubicBezTo>
                    <a:cubicBezTo>
                      <a:pt x="210" y="28"/>
                      <a:pt x="206" y="32"/>
                      <a:pt x="201" y="32"/>
                    </a:cubicBezTo>
                    <a:cubicBezTo>
                      <a:pt x="192" y="32"/>
                      <a:pt x="182" y="32"/>
                      <a:pt x="172" y="32"/>
                    </a:cubicBezTo>
                    <a:cubicBezTo>
                      <a:pt x="169" y="32"/>
                      <a:pt x="165" y="32"/>
                      <a:pt x="161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" name="Google Shape;231;p2"/>
              <p:cNvSpPr/>
              <p:nvPr/>
            </p:nvSpPr>
            <p:spPr>
              <a:xfrm>
                <a:off x="300240" y="4292640"/>
                <a:ext cx="48240" cy="936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26" extrusionOk="0">
                    <a:moveTo>
                      <a:pt x="36" y="25"/>
                    </a:moveTo>
                    <a:cubicBezTo>
                      <a:pt x="27" y="25"/>
                      <a:pt x="18" y="24"/>
                      <a:pt x="9" y="23"/>
                    </a:cubicBezTo>
                    <a:lnTo>
                      <a:pt x="10" y="23"/>
                    </a:lnTo>
                    <a:cubicBezTo>
                      <a:pt x="10" y="23"/>
                      <a:pt x="9" y="23"/>
                      <a:pt x="8" y="23"/>
                    </a:cubicBezTo>
                    <a:cubicBezTo>
                      <a:pt x="3" y="21"/>
                      <a:pt x="0" y="14"/>
                      <a:pt x="1" y="9"/>
                    </a:cubicBezTo>
                    <a:cubicBezTo>
                      <a:pt x="3" y="3"/>
                      <a:pt x="8" y="0"/>
                      <a:pt x="14" y="1"/>
                    </a:cubicBezTo>
                    <a:cubicBezTo>
                      <a:pt x="14" y="1"/>
                      <a:pt x="15" y="2"/>
                      <a:pt x="17" y="2"/>
                    </a:cubicBezTo>
                    <a:cubicBezTo>
                      <a:pt x="20" y="2"/>
                      <a:pt x="23" y="3"/>
                      <a:pt x="27" y="3"/>
                    </a:cubicBezTo>
                    <a:cubicBezTo>
                      <a:pt x="42" y="4"/>
                      <a:pt x="58" y="4"/>
                      <a:pt x="74" y="4"/>
                    </a:cubicBezTo>
                    <a:cubicBezTo>
                      <a:pt x="90" y="4"/>
                      <a:pt x="106" y="4"/>
                      <a:pt x="123" y="4"/>
                    </a:cubicBezTo>
                    <a:cubicBezTo>
                      <a:pt x="128" y="4"/>
                      <a:pt x="133" y="9"/>
                      <a:pt x="133" y="14"/>
                    </a:cubicBezTo>
                    <a:cubicBezTo>
                      <a:pt x="133" y="20"/>
                      <a:pt x="128" y="24"/>
                      <a:pt x="123" y="24"/>
                    </a:cubicBezTo>
                    <a:cubicBezTo>
                      <a:pt x="102" y="25"/>
                      <a:pt x="82" y="25"/>
                      <a:pt x="62" y="25"/>
                    </a:cubicBezTo>
                    <a:cubicBezTo>
                      <a:pt x="53" y="25"/>
                      <a:pt x="45" y="25"/>
                      <a:pt x="36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" name="Google Shape;232;p2"/>
              <p:cNvSpPr/>
              <p:nvPr/>
            </p:nvSpPr>
            <p:spPr>
              <a:xfrm>
                <a:off x="414360" y="4287240"/>
                <a:ext cx="6804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189" h="33" extrusionOk="0">
                    <a:moveTo>
                      <a:pt x="25" y="32"/>
                    </a:moveTo>
                    <a:cubicBezTo>
                      <a:pt x="19" y="31"/>
                      <a:pt x="15" y="31"/>
                      <a:pt x="10" y="30"/>
                    </a:cubicBezTo>
                    <a:cubicBezTo>
                      <a:pt x="4" y="29"/>
                      <a:pt x="0" y="24"/>
                      <a:pt x="1" y="18"/>
                    </a:cubicBezTo>
                    <a:cubicBezTo>
                      <a:pt x="2" y="12"/>
                      <a:pt x="7" y="8"/>
                      <a:pt x="13" y="8"/>
                    </a:cubicBezTo>
                    <a:cubicBezTo>
                      <a:pt x="17" y="9"/>
                      <a:pt x="21" y="10"/>
                      <a:pt x="24" y="10"/>
                    </a:cubicBezTo>
                    <a:cubicBezTo>
                      <a:pt x="30" y="10"/>
                      <a:pt x="36" y="10"/>
                      <a:pt x="42" y="10"/>
                    </a:cubicBezTo>
                    <a:cubicBezTo>
                      <a:pt x="47" y="10"/>
                      <a:pt x="52" y="10"/>
                      <a:pt x="57" y="9"/>
                    </a:cubicBezTo>
                    <a:cubicBezTo>
                      <a:pt x="76" y="8"/>
                      <a:pt x="95" y="7"/>
                      <a:pt x="114" y="6"/>
                    </a:cubicBezTo>
                    <a:cubicBezTo>
                      <a:pt x="123" y="5"/>
                      <a:pt x="132" y="5"/>
                      <a:pt x="141" y="4"/>
                    </a:cubicBezTo>
                    <a:cubicBezTo>
                      <a:pt x="153" y="3"/>
                      <a:pt x="165" y="2"/>
                      <a:pt x="177" y="1"/>
                    </a:cubicBezTo>
                    <a:cubicBezTo>
                      <a:pt x="182" y="0"/>
                      <a:pt x="187" y="4"/>
                      <a:pt x="188" y="10"/>
                    </a:cubicBezTo>
                    <a:cubicBezTo>
                      <a:pt x="188" y="15"/>
                      <a:pt x="184" y="19"/>
                      <a:pt x="179" y="20"/>
                    </a:cubicBezTo>
                    <a:cubicBezTo>
                      <a:pt x="155" y="22"/>
                      <a:pt x="131" y="25"/>
                      <a:pt x="106" y="26"/>
                    </a:cubicBezTo>
                    <a:cubicBezTo>
                      <a:pt x="84" y="28"/>
                      <a:pt x="61" y="30"/>
                      <a:pt x="39" y="31"/>
                    </a:cubicBezTo>
                    <a:cubicBezTo>
                      <a:pt x="35" y="31"/>
                      <a:pt x="31" y="32"/>
                      <a:pt x="28" y="32"/>
                    </a:cubicBezTo>
                    <a:cubicBezTo>
                      <a:pt x="26" y="32"/>
                      <a:pt x="26" y="32"/>
                      <a:pt x="25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" name="Google Shape;233;p2"/>
              <p:cNvSpPr/>
              <p:nvPr/>
            </p:nvSpPr>
            <p:spPr>
              <a:xfrm>
                <a:off x="504000" y="4290840"/>
                <a:ext cx="7992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22" h="24" extrusionOk="0">
                    <a:moveTo>
                      <a:pt x="40" y="23"/>
                    </a:moveTo>
                    <a:cubicBezTo>
                      <a:pt x="30" y="23"/>
                      <a:pt x="20" y="22"/>
                      <a:pt x="11" y="22"/>
                    </a:cubicBezTo>
                    <a:cubicBezTo>
                      <a:pt x="5" y="21"/>
                      <a:pt x="0" y="17"/>
                      <a:pt x="0" y="11"/>
                    </a:cubicBezTo>
                    <a:cubicBezTo>
                      <a:pt x="0" y="8"/>
                      <a:pt x="1" y="5"/>
                      <a:pt x="4" y="2"/>
                    </a:cubicBezTo>
                    <a:cubicBezTo>
                      <a:pt x="6" y="0"/>
                      <a:pt x="9" y="0"/>
                      <a:pt x="13" y="0"/>
                    </a:cubicBezTo>
                    <a:cubicBezTo>
                      <a:pt x="24" y="1"/>
                      <a:pt x="34" y="1"/>
                      <a:pt x="45" y="2"/>
                    </a:cubicBezTo>
                    <a:cubicBezTo>
                      <a:pt x="56" y="2"/>
                      <a:pt x="67" y="2"/>
                      <a:pt x="78" y="2"/>
                    </a:cubicBezTo>
                    <a:cubicBezTo>
                      <a:pt x="100" y="2"/>
                      <a:pt x="123" y="2"/>
                      <a:pt x="146" y="2"/>
                    </a:cubicBezTo>
                    <a:cubicBezTo>
                      <a:pt x="168" y="2"/>
                      <a:pt x="189" y="2"/>
                      <a:pt x="212" y="2"/>
                    </a:cubicBezTo>
                    <a:cubicBezTo>
                      <a:pt x="217" y="2"/>
                      <a:pt x="221" y="7"/>
                      <a:pt x="221" y="11"/>
                    </a:cubicBezTo>
                    <a:cubicBezTo>
                      <a:pt x="221" y="17"/>
                      <a:pt x="216" y="21"/>
                      <a:pt x="211" y="21"/>
                    </a:cubicBezTo>
                    <a:cubicBezTo>
                      <a:pt x="165" y="22"/>
                      <a:pt x="118" y="22"/>
                      <a:pt x="72" y="23"/>
                    </a:cubicBezTo>
                    <a:cubicBezTo>
                      <a:pt x="68" y="23"/>
                      <a:pt x="65" y="23"/>
                      <a:pt x="62" y="23"/>
                    </a:cubicBezTo>
                    <a:cubicBezTo>
                      <a:pt x="55" y="23"/>
                      <a:pt x="47" y="23"/>
                      <a:pt x="40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" name="Google Shape;234;p2"/>
              <p:cNvSpPr/>
              <p:nvPr/>
            </p:nvSpPr>
            <p:spPr>
              <a:xfrm>
                <a:off x="618480" y="4293720"/>
                <a:ext cx="41760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30" extrusionOk="0">
                    <a:moveTo>
                      <a:pt x="2" y="21"/>
                    </a:moveTo>
                    <a:cubicBezTo>
                      <a:pt x="0" y="14"/>
                      <a:pt x="5" y="8"/>
                      <a:pt x="11" y="7"/>
                    </a:cubicBezTo>
                    <a:cubicBezTo>
                      <a:pt x="14" y="7"/>
                      <a:pt x="17" y="6"/>
                      <a:pt x="20" y="6"/>
                    </a:cubicBezTo>
                    <a:cubicBezTo>
                      <a:pt x="24" y="6"/>
                      <a:pt x="28" y="5"/>
                      <a:pt x="32" y="5"/>
                    </a:cubicBezTo>
                    <a:cubicBezTo>
                      <a:pt x="39" y="4"/>
                      <a:pt x="47" y="4"/>
                      <a:pt x="55" y="3"/>
                    </a:cubicBezTo>
                    <a:cubicBezTo>
                      <a:pt x="70" y="2"/>
                      <a:pt x="87" y="1"/>
                      <a:pt x="103" y="0"/>
                    </a:cubicBezTo>
                    <a:cubicBezTo>
                      <a:pt x="108" y="0"/>
                      <a:pt x="113" y="4"/>
                      <a:pt x="114" y="9"/>
                    </a:cubicBezTo>
                    <a:cubicBezTo>
                      <a:pt x="115" y="15"/>
                      <a:pt x="110" y="20"/>
                      <a:pt x="105" y="21"/>
                    </a:cubicBezTo>
                    <a:cubicBezTo>
                      <a:pt x="89" y="22"/>
                      <a:pt x="74" y="23"/>
                      <a:pt x="59" y="24"/>
                    </a:cubicBezTo>
                    <a:cubicBezTo>
                      <a:pt x="46" y="25"/>
                      <a:pt x="34" y="26"/>
                      <a:pt x="21" y="28"/>
                    </a:cubicBezTo>
                    <a:cubicBezTo>
                      <a:pt x="19" y="28"/>
                      <a:pt x="17" y="28"/>
                      <a:pt x="15" y="29"/>
                    </a:cubicBezTo>
                    <a:cubicBezTo>
                      <a:pt x="15" y="29"/>
                      <a:pt x="14" y="29"/>
                      <a:pt x="13" y="29"/>
                    </a:cubicBezTo>
                    <a:cubicBezTo>
                      <a:pt x="8" y="29"/>
                      <a:pt x="3" y="26"/>
                      <a:pt x="2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5" name="Google Shape;235;p2"/>
              <p:cNvSpPr/>
              <p:nvPr/>
            </p:nvSpPr>
            <p:spPr>
              <a:xfrm>
                <a:off x="720000" y="4291920"/>
                <a:ext cx="5004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139" h="27" extrusionOk="0">
                    <a:moveTo>
                      <a:pt x="68" y="26"/>
                    </a:moveTo>
                    <a:cubicBezTo>
                      <a:pt x="58" y="26"/>
                      <a:pt x="49" y="26"/>
                      <a:pt x="39" y="26"/>
                    </a:cubicBezTo>
                    <a:cubicBezTo>
                      <a:pt x="35" y="25"/>
                      <a:pt x="30" y="25"/>
                      <a:pt x="26" y="25"/>
                    </a:cubicBezTo>
                    <a:cubicBezTo>
                      <a:pt x="23" y="25"/>
                      <a:pt x="21" y="25"/>
                      <a:pt x="19" y="25"/>
                    </a:cubicBezTo>
                    <a:cubicBezTo>
                      <a:pt x="15" y="24"/>
                      <a:pt x="10" y="25"/>
                      <a:pt x="7" y="23"/>
                    </a:cubicBezTo>
                    <a:cubicBezTo>
                      <a:pt x="3" y="21"/>
                      <a:pt x="0" y="17"/>
                      <a:pt x="0" y="13"/>
                    </a:cubicBezTo>
                    <a:cubicBezTo>
                      <a:pt x="0" y="11"/>
                      <a:pt x="1" y="9"/>
                      <a:pt x="1" y="8"/>
                    </a:cubicBezTo>
                    <a:cubicBezTo>
                      <a:pt x="3" y="3"/>
                      <a:pt x="9" y="0"/>
                      <a:pt x="15" y="2"/>
                    </a:cubicBezTo>
                    <a:cubicBezTo>
                      <a:pt x="16" y="2"/>
                      <a:pt x="16" y="2"/>
                      <a:pt x="18" y="3"/>
                    </a:cubicBezTo>
                    <a:cubicBezTo>
                      <a:pt x="26" y="3"/>
                      <a:pt x="33" y="4"/>
                      <a:pt x="42" y="4"/>
                    </a:cubicBezTo>
                    <a:cubicBezTo>
                      <a:pt x="51" y="5"/>
                      <a:pt x="60" y="5"/>
                      <a:pt x="69" y="5"/>
                    </a:cubicBezTo>
                    <a:cubicBezTo>
                      <a:pt x="89" y="6"/>
                      <a:pt x="109" y="6"/>
                      <a:pt x="128" y="6"/>
                    </a:cubicBezTo>
                    <a:cubicBezTo>
                      <a:pt x="134" y="6"/>
                      <a:pt x="138" y="11"/>
                      <a:pt x="138" y="16"/>
                    </a:cubicBezTo>
                    <a:cubicBezTo>
                      <a:pt x="138" y="22"/>
                      <a:pt x="133" y="26"/>
                      <a:pt x="128" y="26"/>
                    </a:cubicBezTo>
                    <a:cubicBezTo>
                      <a:pt x="118" y="26"/>
                      <a:pt x="108" y="26"/>
                      <a:pt x="98" y="26"/>
                    </a:cubicBezTo>
                    <a:cubicBezTo>
                      <a:pt x="88" y="26"/>
                      <a:pt x="78" y="26"/>
                      <a:pt x="68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6" name="Google Shape;236;p2"/>
              <p:cNvSpPr/>
              <p:nvPr/>
            </p:nvSpPr>
            <p:spPr>
              <a:xfrm>
                <a:off x="812880" y="4290840"/>
                <a:ext cx="48960" cy="10440"/>
              </a:xfrm>
              <a:custGeom>
                <a:avLst/>
                <a:gdLst/>
                <a:ahLst/>
                <a:cxnLst/>
                <a:rect l="l" t="t" r="r" b="b"/>
                <a:pathLst>
                  <a:path w="136" h="29" extrusionOk="0">
                    <a:moveTo>
                      <a:pt x="32" y="28"/>
                    </a:moveTo>
                    <a:cubicBezTo>
                      <a:pt x="26" y="28"/>
                      <a:pt x="21" y="27"/>
                      <a:pt x="16" y="26"/>
                    </a:cubicBezTo>
                    <a:cubicBezTo>
                      <a:pt x="11" y="26"/>
                      <a:pt x="5" y="25"/>
                      <a:pt x="2" y="21"/>
                    </a:cubicBezTo>
                    <a:cubicBezTo>
                      <a:pt x="0" y="18"/>
                      <a:pt x="0" y="15"/>
                      <a:pt x="0" y="11"/>
                    </a:cubicBezTo>
                    <a:cubicBezTo>
                      <a:pt x="1" y="5"/>
                      <a:pt x="7" y="1"/>
                      <a:pt x="12" y="2"/>
                    </a:cubicBezTo>
                    <a:cubicBezTo>
                      <a:pt x="15" y="2"/>
                      <a:pt x="17" y="4"/>
                      <a:pt x="18" y="5"/>
                    </a:cubicBezTo>
                    <a:cubicBezTo>
                      <a:pt x="21" y="5"/>
                      <a:pt x="24" y="6"/>
                      <a:pt x="26" y="6"/>
                    </a:cubicBezTo>
                    <a:cubicBezTo>
                      <a:pt x="33" y="6"/>
                      <a:pt x="39" y="6"/>
                      <a:pt x="46" y="5"/>
                    </a:cubicBezTo>
                    <a:cubicBezTo>
                      <a:pt x="57" y="5"/>
                      <a:pt x="70" y="4"/>
                      <a:pt x="81" y="3"/>
                    </a:cubicBezTo>
                    <a:cubicBezTo>
                      <a:pt x="95" y="2"/>
                      <a:pt x="109" y="1"/>
                      <a:pt x="123" y="1"/>
                    </a:cubicBezTo>
                    <a:cubicBezTo>
                      <a:pt x="129" y="0"/>
                      <a:pt x="134" y="4"/>
                      <a:pt x="135" y="9"/>
                    </a:cubicBezTo>
                    <a:cubicBezTo>
                      <a:pt x="135" y="15"/>
                      <a:pt x="131" y="21"/>
                      <a:pt x="126" y="21"/>
                    </a:cubicBezTo>
                    <a:cubicBezTo>
                      <a:pt x="104" y="22"/>
                      <a:pt x="82" y="24"/>
                      <a:pt x="61" y="26"/>
                    </a:cubicBezTo>
                    <a:cubicBezTo>
                      <a:pt x="56" y="26"/>
                      <a:pt x="52" y="26"/>
                      <a:pt x="47" y="27"/>
                    </a:cubicBezTo>
                    <a:cubicBezTo>
                      <a:pt x="42" y="27"/>
                      <a:pt x="38" y="28"/>
                      <a:pt x="32" y="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" name="Google Shape;237;p2"/>
              <p:cNvSpPr/>
              <p:nvPr/>
            </p:nvSpPr>
            <p:spPr>
              <a:xfrm>
                <a:off x="899280" y="4290120"/>
                <a:ext cx="54360" cy="10440"/>
              </a:xfrm>
              <a:custGeom>
                <a:avLst/>
                <a:gdLst/>
                <a:ahLst/>
                <a:cxnLst/>
                <a:rect l="l" t="t" r="r" b="b"/>
                <a:pathLst>
                  <a:path w="151" h="29" extrusionOk="0">
                    <a:moveTo>
                      <a:pt x="57" y="27"/>
                    </a:moveTo>
                    <a:cubicBezTo>
                      <a:pt x="47" y="27"/>
                      <a:pt x="38" y="25"/>
                      <a:pt x="28" y="25"/>
                    </a:cubicBezTo>
                    <a:lnTo>
                      <a:pt x="29" y="25"/>
                    </a:lnTo>
                    <a:cubicBezTo>
                      <a:pt x="25" y="24"/>
                      <a:pt x="21" y="24"/>
                      <a:pt x="17" y="24"/>
                    </a:cubicBezTo>
                    <a:cubicBezTo>
                      <a:pt x="17" y="24"/>
                      <a:pt x="16" y="24"/>
                      <a:pt x="15" y="24"/>
                    </a:cubicBezTo>
                    <a:cubicBezTo>
                      <a:pt x="14" y="24"/>
                      <a:pt x="12" y="24"/>
                      <a:pt x="11" y="24"/>
                    </a:cubicBezTo>
                    <a:cubicBezTo>
                      <a:pt x="5" y="23"/>
                      <a:pt x="0" y="18"/>
                      <a:pt x="2" y="11"/>
                    </a:cubicBezTo>
                    <a:cubicBezTo>
                      <a:pt x="3" y="6"/>
                      <a:pt x="9" y="1"/>
                      <a:pt x="14" y="2"/>
                    </a:cubicBezTo>
                    <a:lnTo>
                      <a:pt x="15" y="2"/>
                    </a:lnTo>
                    <a:cubicBezTo>
                      <a:pt x="18" y="3"/>
                      <a:pt x="20" y="3"/>
                      <a:pt x="23" y="3"/>
                    </a:cubicBezTo>
                    <a:cubicBezTo>
                      <a:pt x="27" y="3"/>
                      <a:pt x="31" y="3"/>
                      <a:pt x="35" y="4"/>
                    </a:cubicBezTo>
                    <a:cubicBezTo>
                      <a:pt x="42" y="4"/>
                      <a:pt x="49" y="6"/>
                      <a:pt x="56" y="6"/>
                    </a:cubicBezTo>
                    <a:cubicBezTo>
                      <a:pt x="58" y="6"/>
                      <a:pt x="61" y="7"/>
                      <a:pt x="64" y="7"/>
                    </a:cubicBezTo>
                    <a:cubicBezTo>
                      <a:pt x="67" y="7"/>
                      <a:pt x="71" y="7"/>
                      <a:pt x="74" y="7"/>
                    </a:cubicBezTo>
                    <a:cubicBezTo>
                      <a:pt x="79" y="6"/>
                      <a:pt x="83" y="6"/>
                      <a:pt x="87" y="6"/>
                    </a:cubicBezTo>
                    <a:cubicBezTo>
                      <a:pt x="86" y="6"/>
                      <a:pt x="86" y="6"/>
                      <a:pt x="86" y="6"/>
                    </a:cubicBezTo>
                    <a:cubicBezTo>
                      <a:pt x="90" y="6"/>
                      <a:pt x="94" y="5"/>
                      <a:pt x="99" y="4"/>
                    </a:cubicBezTo>
                    <a:cubicBezTo>
                      <a:pt x="103" y="4"/>
                      <a:pt x="107" y="4"/>
                      <a:pt x="111" y="3"/>
                    </a:cubicBezTo>
                    <a:cubicBezTo>
                      <a:pt x="120" y="2"/>
                      <a:pt x="129" y="2"/>
                      <a:pt x="138" y="0"/>
                    </a:cubicBezTo>
                    <a:cubicBezTo>
                      <a:pt x="144" y="0"/>
                      <a:pt x="149" y="4"/>
                      <a:pt x="150" y="9"/>
                    </a:cubicBezTo>
                    <a:cubicBezTo>
                      <a:pt x="150" y="15"/>
                      <a:pt x="146" y="20"/>
                      <a:pt x="140" y="21"/>
                    </a:cubicBezTo>
                    <a:cubicBezTo>
                      <a:pt x="131" y="22"/>
                      <a:pt x="121" y="23"/>
                      <a:pt x="111" y="24"/>
                    </a:cubicBezTo>
                    <a:cubicBezTo>
                      <a:pt x="103" y="25"/>
                      <a:pt x="94" y="27"/>
                      <a:pt x="86" y="27"/>
                    </a:cubicBezTo>
                    <a:cubicBezTo>
                      <a:pt x="79" y="27"/>
                      <a:pt x="73" y="28"/>
                      <a:pt x="66" y="28"/>
                    </a:cubicBezTo>
                    <a:cubicBezTo>
                      <a:pt x="63" y="28"/>
                      <a:pt x="60" y="28"/>
                      <a:pt x="57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" name="Google Shape;238;p2"/>
              <p:cNvSpPr/>
              <p:nvPr/>
            </p:nvSpPr>
            <p:spPr>
              <a:xfrm>
                <a:off x="957240" y="4292640"/>
                <a:ext cx="10800" cy="56160"/>
              </a:xfrm>
              <a:custGeom>
                <a:avLst/>
                <a:gdLst/>
                <a:ahLst/>
                <a:cxnLst/>
                <a:rect l="l" t="t" r="r" b="b"/>
                <a:pathLst>
                  <a:path w="30" h="156" extrusionOk="0">
                    <a:moveTo>
                      <a:pt x="9" y="146"/>
                    </a:moveTo>
                    <a:cubicBezTo>
                      <a:pt x="8" y="132"/>
                      <a:pt x="6" y="118"/>
                      <a:pt x="5" y="104"/>
                    </a:cubicBezTo>
                    <a:cubicBezTo>
                      <a:pt x="3" y="92"/>
                      <a:pt x="3" y="80"/>
                      <a:pt x="2" y="67"/>
                    </a:cubicBezTo>
                    <a:lnTo>
                      <a:pt x="2" y="66"/>
                    </a:lnTo>
                    <a:cubicBezTo>
                      <a:pt x="2" y="66"/>
                      <a:pt x="2" y="65"/>
                      <a:pt x="2" y="64"/>
                    </a:cubicBezTo>
                    <a:lnTo>
                      <a:pt x="2" y="65"/>
                    </a:lnTo>
                    <a:cubicBezTo>
                      <a:pt x="1" y="60"/>
                      <a:pt x="1" y="56"/>
                      <a:pt x="1" y="52"/>
                    </a:cubicBezTo>
                    <a:lnTo>
                      <a:pt x="1" y="51"/>
                    </a:lnTo>
                    <a:lnTo>
                      <a:pt x="1" y="50"/>
                    </a:lnTo>
                    <a:cubicBezTo>
                      <a:pt x="1" y="51"/>
                      <a:pt x="1" y="51"/>
                      <a:pt x="1" y="51"/>
                    </a:cubicBezTo>
                    <a:cubicBezTo>
                      <a:pt x="1" y="50"/>
                      <a:pt x="1" y="50"/>
                      <a:pt x="1" y="49"/>
                    </a:cubicBezTo>
                    <a:lnTo>
                      <a:pt x="1" y="50"/>
                    </a:lnTo>
                    <a:cubicBezTo>
                      <a:pt x="1" y="49"/>
                      <a:pt x="1" y="49"/>
                      <a:pt x="1" y="49"/>
                    </a:cubicBezTo>
                    <a:lnTo>
                      <a:pt x="1" y="48"/>
                    </a:lnTo>
                    <a:lnTo>
                      <a:pt x="1" y="49"/>
                    </a:lnTo>
                    <a:cubicBezTo>
                      <a:pt x="1" y="44"/>
                      <a:pt x="1" y="38"/>
                      <a:pt x="1" y="33"/>
                    </a:cubicBezTo>
                    <a:cubicBezTo>
                      <a:pt x="0" y="27"/>
                      <a:pt x="1" y="20"/>
                      <a:pt x="1" y="13"/>
                    </a:cubicBezTo>
                    <a:cubicBezTo>
                      <a:pt x="1" y="11"/>
                      <a:pt x="2" y="10"/>
                      <a:pt x="3" y="9"/>
                    </a:cubicBezTo>
                    <a:cubicBezTo>
                      <a:pt x="4" y="4"/>
                      <a:pt x="7" y="2"/>
                      <a:pt x="12" y="1"/>
                    </a:cubicBezTo>
                    <a:cubicBezTo>
                      <a:pt x="15" y="0"/>
                      <a:pt x="20" y="2"/>
                      <a:pt x="22" y="4"/>
                    </a:cubicBezTo>
                    <a:cubicBezTo>
                      <a:pt x="27" y="6"/>
                      <a:pt x="29" y="11"/>
                      <a:pt x="29" y="17"/>
                    </a:cubicBezTo>
                    <a:cubicBezTo>
                      <a:pt x="28" y="20"/>
                      <a:pt x="26" y="23"/>
                      <a:pt x="22" y="25"/>
                    </a:cubicBezTo>
                    <a:cubicBezTo>
                      <a:pt x="22" y="39"/>
                      <a:pt x="22" y="53"/>
                      <a:pt x="23" y="66"/>
                    </a:cubicBezTo>
                    <a:lnTo>
                      <a:pt x="23" y="65"/>
                    </a:lnTo>
                    <a:lnTo>
                      <a:pt x="23" y="66"/>
                    </a:lnTo>
                    <a:cubicBezTo>
                      <a:pt x="23" y="67"/>
                      <a:pt x="23" y="67"/>
                      <a:pt x="23" y="67"/>
                    </a:cubicBezTo>
                    <a:cubicBezTo>
                      <a:pt x="23" y="68"/>
                      <a:pt x="23" y="68"/>
                      <a:pt x="23" y="69"/>
                    </a:cubicBezTo>
                    <a:cubicBezTo>
                      <a:pt x="23" y="71"/>
                      <a:pt x="23" y="73"/>
                      <a:pt x="24" y="76"/>
                    </a:cubicBezTo>
                    <a:lnTo>
                      <a:pt x="24" y="77"/>
                    </a:lnTo>
                    <a:lnTo>
                      <a:pt x="24" y="78"/>
                    </a:lnTo>
                    <a:cubicBezTo>
                      <a:pt x="24" y="79"/>
                      <a:pt x="24" y="80"/>
                      <a:pt x="24" y="81"/>
                    </a:cubicBezTo>
                    <a:cubicBezTo>
                      <a:pt x="24" y="82"/>
                      <a:pt x="24" y="82"/>
                      <a:pt x="24" y="82"/>
                    </a:cubicBezTo>
                    <a:lnTo>
                      <a:pt x="24" y="81"/>
                    </a:lnTo>
                    <a:cubicBezTo>
                      <a:pt x="24" y="82"/>
                      <a:pt x="24" y="82"/>
                      <a:pt x="24" y="83"/>
                    </a:cubicBezTo>
                    <a:cubicBezTo>
                      <a:pt x="24" y="82"/>
                      <a:pt x="24" y="82"/>
                      <a:pt x="24" y="82"/>
                    </a:cubicBezTo>
                    <a:lnTo>
                      <a:pt x="24" y="83"/>
                    </a:lnTo>
                    <a:cubicBezTo>
                      <a:pt x="25" y="103"/>
                      <a:pt x="28" y="123"/>
                      <a:pt x="29" y="144"/>
                    </a:cubicBezTo>
                    <a:cubicBezTo>
                      <a:pt x="29" y="150"/>
                      <a:pt x="26" y="155"/>
                      <a:pt x="20" y="155"/>
                    </a:cubicBezTo>
                    <a:lnTo>
                      <a:pt x="19" y="155"/>
                    </a:lnTo>
                    <a:cubicBezTo>
                      <a:pt x="14" y="155"/>
                      <a:pt x="10" y="151"/>
                      <a:pt x="9" y="1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" name="Google Shape;239;p2"/>
              <p:cNvSpPr/>
              <p:nvPr/>
            </p:nvSpPr>
            <p:spPr>
              <a:xfrm>
                <a:off x="959400" y="4376160"/>
                <a:ext cx="10080" cy="47160"/>
              </a:xfrm>
              <a:custGeom>
                <a:avLst/>
                <a:gdLst/>
                <a:ahLst/>
                <a:cxnLst/>
                <a:rect l="l" t="t" r="r" b="b"/>
                <a:pathLst>
                  <a:path w="28" h="131" extrusionOk="0">
                    <a:moveTo>
                      <a:pt x="6" y="120"/>
                    </a:moveTo>
                    <a:cubicBezTo>
                      <a:pt x="5" y="103"/>
                      <a:pt x="3" y="86"/>
                      <a:pt x="2" y="70"/>
                    </a:cubicBezTo>
                    <a:cubicBezTo>
                      <a:pt x="2" y="60"/>
                      <a:pt x="1" y="49"/>
                      <a:pt x="1" y="38"/>
                    </a:cubicBezTo>
                    <a:cubicBezTo>
                      <a:pt x="0" y="32"/>
                      <a:pt x="0" y="26"/>
                      <a:pt x="0" y="21"/>
                    </a:cubicBezTo>
                    <a:cubicBezTo>
                      <a:pt x="0" y="17"/>
                      <a:pt x="0" y="13"/>
                      <a:pt x="1" y="9"/>
                    </a:cubicBezTo>
                    <a:cubicBezTo>
                      <a:pt x="2" y="4"/>
                      <a:pt x="6" y="0"/>
                      <a:pt x="12" y="0"/>
                    </a:cubicBezTo>
                    <a:cubicBezTo>
                      <a:pt x="17" y="0"/>
                      <a:pt x="23" y="5"/>
                      <a:pt x="23" y="11"/>
                    </a:cubicBezTo>
                    <a:cubicBezTo>
                      <a:pt x="22" y="13"/>
                      <a:pt x="22" y="15"/>
                      <a:pt x="22" y="17"/>
                    </a:cubicBezTo>
                    <a:cubicBezTo>
                      <a:pt x="22" y="22"/>
                      <a:pt x="21" y="26"/>
                      <a:pt x="22" y="32"/>
                    </a:cubicBezTo>
                    <a:cubicBezTo>
                      <a:pt x="22" y="31"/>
                      <a:pt x="22" y="31"/>
                      <a:pt x="22" y="30"/>
                    </a:cubicBezTo>
                    <a:cubicBezTo>
                      <a:pt x="22" y="31"/>
                      <a:pt x="22" y="33"/>
                      <a:pt x="22" y="34"/>
                    </a:cubicBezTo>
                    <a:lnTo>
                      <a:pt x="22" y="33"/>
                    </a:lnTo>
                    <a:cubicBezTo>
                      <a:pt x="22" y="34"/>
                      <a:pt x="22" y="34"/>
                      <a:pt x="22" y="35"/>
                    </a:cubicBezTo>
                    <a:lnTo>
                      <a:pt x="22" y="36"/>
                    </a:lnTo>
                    <a:cubicBezTo>
                      <a:pt x="22" y="37"/>
                      <a:pt x="22" y="37"/>
                      <a:pt x="22" y="38"/>
                    </a:cubicBezTo>
                    <a:lnTo>
                      <a:pt x="22" y="37"/>
                    </a:lnTo>
                    <a:cubicBezTo>
                      <a:pt x="22" y="43"/>
                      <a:pt x="23" y="50"/>
                      <a:pt x="23" y="57"/>
                    </a:cubicBezTo>
                    <a:cubicBezTo>
                      <a:pt x="23" y="61"/>
                      <a:pt x="23" y="66"/>
                      <a:pt x="23" y="70"/>
                    </a:cubicBezTo>
                    <a:cubicBezTo>
                      <a:pt x="24" y="70"/>
                      <a:pt x="24" y="70"/>
                      <a:pt x="24" y="70"/>
                    </a:cubicBezTo>
                    <a:cubicBezTo>
                      <a:pt x="24" y="74"/>
                      <a:pt x="24" y="78"/>
                      <a:pt x="24" y="82"/>
                    </a:cubicBezTo>
                    <a:cubicBezTo>
                      <a:pt x="24" y="85"/>
                      <a:pt x="24" y="89"/>
                      <a:pt x="24" y="93"/>
                    </a:cubicBezTo>
                    <a:lnTo>
                      <a:pt x="25" y="94"/>
                    </a:lnTo>
                    <a:lnTo>
                      <a:pt x="25" y="93"/>
                    </a:lnTo>
                    <a:cubicBezTo>
                      <a:pt x="25" y="102"/>
                      <a:pt x="26" y="110"/>
                      <a:pt x="26" y="118"/>
                    </a:cubicBezTo>
                    <a:cubicBezTo>
                      <a:pt x="27" y="123"/>
                      <a:pt x="23" y="128"/>
                      <a:pt x="17" y="129"/>
                    </a:cubicBezTo>
                    <a:lnTo>
                      <a:pt x="16" y="130"/>
                    </a:lnTo>
                    <a:cubicBezTo>
                      <a:pt x="11" y="130"/>
                      <a:pt x="6" y="126"/>
                      <a:pt x="6" y="1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" name="Google Shape;240;p2"/>
              <p:cNvSpPr/>
              <p:nvPr/>
            </p:nvSpPr>
            <p:spPr>
              <a:xfrm>
                <a:off x="959760" y="4482360"/>
                <a:ext cx="11160" cy="56880"/>
              </a:xfrm>
              <a:custGeom>
                <a:avLst/>
                <a:gdLst/>
                <a:ahLst/>
                <a:cxnLst/>
                <a:rect l="l" t="t" r="r" b="b"/>
                <a:pathLst>
                  <a:path w="31" h="158" extrusionOk="0">
                    <a:moveTo>
                      <a:pt x="10" y="157"/>
                    </a:moveTo>
                    <a:cubicBezTo>
                      <a:pt x="5" y="157"/>
                      <a:pt x="0" y="152"/>
                      <a:pt x="0" y="146"/>
                    </a:cubicBezTo>
                    <a:cubicBezTo>
                      <a:pt x="0" y="129"/>
                      <a:pt x="0" y="113"/>
                      <a:pt x="0" y="96"/>
                    </a:cubicBezTo>
                    <a:cubicBezTo>
                      <a:pt x="0" y="88"/>
                      <a:pt x="0" y="80"/>
                      <a:pt x="1" y="73"/>
                    </a:cubicBezTo>
                    <a:cubicBezTo>
                      <a:pt x="1" y="65"/>
                      <a:pt x="1" y="57"/>
                      <a:pt x="1" y="49"/>
                    </a:cubicBezTo>
                    <a:cubicBezTo>
                      <a:pt x="1" y="47"/>
                      <a:pt x="2" y="43"/>
                      <a:pt x="2" y="40"/>
                    </a:cubicBezTo>
                    <a:cubicBezTo>
                      <a:pt x="3" y="30"/>
                      <a:pt x="5" y="19"/>
                      <a:pt x="8" y="9"/>
                    </a:cubicBezTo>
                    <a:cubicBezTo>
                      <a:pt x="9" y="3"/>
                      <a:pt x="16" y="0"/>
                      <a:pt x="21" y="2"/>
                    </a:cubicBezTo>
                    <a:cubicBezTo>
                      <a:pt x="28" y="3"/>
                      <a:pt x="30" y="10"/>
                      <a:pt x="29" y="16"/>
                    </a:cubicBezTo>
                    <a:cubicBezTo>
                      <a:pt x="28" y="19"/>
                      <a:pt x="28" y="21"/>
                      <a:pt x="26" y="25"/>
                    </a:cubicBezTo>
                    <a:cubicBezTo>
                      <a:pt x="26" y="29"/>
                      <a:pt x="25" y="34"/>
                      <a:pt x="24" y="38"/>
                    </a:cubicBezTo>
                    <a:cubicBezTo>
                      <a:pt x="23" y="42"/>
                      <a:pt x="23" y="47"/>
                      <a:pt x="22" y="51"/>
                    </a:cubicBezTo>
                    <a:cubicBezTo>
                      <a:pt x="22" y="66"/>
                      <a:pt x="21" y="81"/>
                      <a:pt x="21" y="97"/>
                    </a:cubicBezTo>
                    <a:cubicBezTo>
                      <a:pt x="21" y="114"/>
                      <a:pt x="21" y="130"/>
                      <a:pt x="21" y="147"/>
                    </a:cubicBezTo>
                    <a:cubicBezTo>
                      <a:pt x="21" y="152"/>
                      <a:pt x="16" y="157"/>
                      <a:pt x="11" y="157"/>
                    </a:cubicBezTo>
                    <a:lnTo>
                      <a:pt x="10" y="15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" name="Google Shape;241;p2"/>
              <p:cNvSpPr/>
              <p:nvPr/>
            </p:nvSpPr>
            <p:spPr>
              <a:xfrm>
                <a:off x="958680" y="4581720"/>
                <a:ext cx="9720" cy="5580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55" extrusionOk="0">
                    <a:moveTo>
                      <a:pt x="12" y="154"/>
                    </a:moveTo>
                    <a:cubicBezTo>
                      <a:pt x="7" y="154"/>
                      <a:pt x="3" y="149"/>
                      <a:pt x="3" y="144"/>
                    </a:cubicBezTo>
                    <a:cubicBezTo>
                      <a:pt x="2" y="121"/>
                      <a:pt x="1" y="98"/>
                      <a:pt x="1" y="75"/>
                    </a:cubicBezTo>
                    <a:cubicBezTo>
                      <a:pt x="0" y="65"/>
                      <a:pt x="0" y="55"/>
                      <a:pt x="0" y="45"/>
                    </a:cubicBezTo>
                    <a:cubicBezTo>
                      <a:pt x="0" y="39"/>
                      <a:pt x="1" y="33"/>
                      <a:pt x="1" y="27"/>
                    </a:cubicBezTo>
                    <a:cubicBezTo>
                      <a:pt x="2" y="22"/>
                      <a:pt x="3" y="16"/>
                      <a:pt x="3" y="10"/>
                    </a:cubicBezTo>
                    <a:cubicBezTo>
                      <a:pt x="4" y="4"/>
                      <a:pt x="10" y="0"/>
                      <a:pt x="16" y="1"/>
                    </a:cubicBezTo>
                    <a:cubicBezTo>
                      <a:pt x="22" y="2"/>
                      <a:pt x="26" y="8"/>
                      <a:pt x="25" y="14"/>
                    </a:cubicBezTo>
                    <a:cubicBezTo>
                      <a:pt x="24" y="19"/>
                      <a:pt x="23" y="25"/>
                      <a:pt x="22" y="30"/>
                    </a:cubicBezTo>
                    <a:cubicBezTo>
                      <a:pt x="21" y="48"/>
                      <a:pt x="22" y="66"/>
                      <a:pt x="22" y="84"/>
                    </a:cubicBezTo>
                    <a:cubicBezTo>
                      <a:pt x="22" y="105"/>
                      <a:pt x="23" y="124"/>
                      <a:pt x="23" y="144"/>
                    </a:cubicBezTo>
                    <a:cubicBezTo>
                      <a:pt x="23" y="150"/>
                      <a:pt x="18" y="154"/>
                      <a:pt x="13" y="154"/>
                    </a:cubicBezTo>
                    <a:lnTo>
                      <a:pt x="12" y="154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" name="Google Shape;242;p2"/>
              <p:cNvSpPr/>
              <p:nvPr/>
            </p:nvSpPr>
            <p:spPr>
              <a:xfrm>
                <a:off x="960120" y="4678560"/>
                <a:ext cx="9360" cy="21240"/>
              </a:xfrm>
              <a:custGeom>
                <a:avLst/>
                <a:gdLst/>
                <a:ahLst/>
                <a:cxnLst/>
                <a:rect l="l" t="t" r="r" b="b"/>
                <a:pathLst>
                  <a:path w="26" h="59" extrusionOk="0">
                    <a:moveTo>
                      <a:pt x="12" y="58"/>
                    </a:moveTo>
                    <a:cubicBezTo>
                      <a:pt x="6" y="58"/>
                      <a:pt x="1" y="53"/>
                      <a:pt x="1" y="48"/>
                    </a:cubicBezTo>
                    <a:cubicBezTo>
                      <a:pt x="1" y="35"/>
                      <a:pt x="0" y="23"/>
                      <a:pt x="2" y="10"/>
                    </a:cubicBezTo>
                    <a:cubicBezTo>
                      <a:pt x="3" y="4"/>
                      <a:pt x="9" y="0"/>
                      <a:pt x="15" y="1"/>
                    </a:cubicBezTo>
                    <a:cubicBezTo>
                      <a:pt x="21" y="2"/>
                      <a:pt x="25" y="7"/>
                      <a:pt x="24" y="14"/>
                    </a:cubicBezTo>
                    <a:cubicBezTo>
                      <a:pt x="24" y="16"/>
                      <a:pt x="24" y="18"/>
                      <a:pt x="23" y="20"/>
                    </a:cubicBezTo>
                    <a:cubicBezTo>
                      <a:pt x="22" y="29"/>
                      <a:pt x="22" y="38"/>
                      <a:pt x="23" y="48"/>
                    </a:cubicBezTo>
                    <a:cubicBezTo>
                      <a:pt x="23" y="53"/>
                      <a:pt x="18" y="58"/>
                      <a:pt x="12" y="5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" name="Google Shape;243;p2"/>
              <p:cNvSpPr/>
              <p:nvPr/>
            </p:nvSpPr>
            <p:spPr>
              <a:xfrm>
                <a:off x="556920" y="3749040"/>
                <a:ext cx="16920" cy="1121400"/>
              </a:xfrm>
              <a:custGeom>
                <a:avLst/>
                <a:gdLst/>
                <a:ahLst/>
                <a:cxnLst/>
                <a:rect l="l" t="t" r="r" b="b"/>
                <a:pathLst>
                  <a:path w="47" h="3115" extrusionOk="0">
                    <a:moveTo>
                      <a:pt x="34" y="3114"/>
                    </a:moveTo>
                    <a:cubicBezTo>
                      <a:pt x="28" y="3114"/>
                      <a:pt x="24" y="3109"/>
                      <a:pt x="24" y="3103"/>
                    </a:cubicBezTo>
                    <a:cubicBezTo>
                      <a:pt x="24" y="3088"/>
                      <a:pt x="23" y="3072"/>
                      <a:pt x="23" y="3058"/>
                    </a:cubicBezTo>
                    <a:cubicBezTo>
                      <a:pt x="23" y="3044"/>
                      <a:pt x="23" y="3030"/>
                      <a:pt x="23" y="3016"/>
                    </a:cubicBezTo>
                    <a:cubicBezTo>
                      <a:pt x="23" y="3001"/>
                      <a:pt x="23" y="2986"/>
                      <a:pt x="23" y="2971"/>
                    </a:cubicBezTo>
                    <a:cubicBezTo>
                      <a:pt x="23" y="2956"/>
                      <a:pt x="23" y="2941"/>
                      <a:pt x="23" y="2926"/>
                    </a:cubicBezTo>
                    <a:cubicBezTo>
                      <a:pt x="23" y="2863"/>
                      <a:pt x="23" y="2800"/>
                      <a:pt x="22" y="2737"/>
                    </a:cubicBezTo>
                    <a:cubicBezTo>
                      <a:pt x="21" y="2606"/>
                      <a:pt x="21" y="2475"/>
                      <a:pt x="20" y="2343"/>
                    </a:cubicBezTo>
                    <a:cubicBezTo>
                      <a:pt x="18" y="2208"/>
                      <a:pt x="18" y="2073"/>
                      <a:pt x="17" y="1939"/>
                    </a:cubicBezTo>
                    <a:cubicBezTo>
                      <a:pt x="16" y="1808"/>
                      <a:pt x="15" y="1678"/>
                      <a:pt x="14" y="1547"/>
                    </a:cubicBezTo>
                    <a:cubicBezTo>
                      <a:pt x="13" y="1415"/>
                      <a:pt x="12" y="1283"/>
                      <a:pt x="11" y="1150"/>
                    </a:cubicBezTo>
                    <a:cubicBezTo>
                      <a:pt x="10" y="1018"/>
                      <a:pt x="9" y="885"/>
                      <a:pt x="7" y="753"/>
                    </a:cubicBezTo>
                    <a:cubicBezTo>
                      <a:pt x="6" y="620"/>
                      <a:pt x="5" y="486"/>
                      <a:pt x="4" y="353"/>
                    </a:cubicBezTo>
                    <a:cubicBezTo>
                      <a:pt x="4" y="294"/>
                      <a:pt x="3" y="237"/>
                      <a:pt x="2" y="179"/>
                    </a:cubicBezTo>
                    <a:cubicBezTo>
                      <a:pt x="2" y="151"/>
                      <a:pt x="2" y="121"/>
                      <a:pt x="2" y="93"/>
                    </a:cubicBezTo>
                    <a:cubicBezTo>
                      <a:pt x="1" y="78"/>
                      <a:pt x="1" y="63"/>
                      <a:pt x="1" y="49"/>
                    </a:cubicBezTo>
                    <a:cubicBezTo>
                      <a:pt x="0" y="36"/>
                      <a:pt x="0" y="24"/>
                      <a:pt x="0" y="11"/>
                    </a:cubicBezTo>
                    <a:cubicBezTo>
                      <a:pt x="0" y="5"/>
                      <a:pt x="5" y="0"/>
                      <a:pt x="12" y="0"/>
                    </a:cubicBezTo>
                    <a:cubicBezTo>
                      <a:pt x="17" y="0"/>
                      <a:pt x="22" y="5"/>
                      <a:pt x="22" y="11"/>
                    </a:cubicBezTo>
                    <a:cubicBezTo>
                      <a:pt x="22" y="25"/>
                      <a:pt x="22" y="38"/>
                      <a:pt x="22" y="51"/>
                    </a:cubicBezTo>
                    <a:cubicBezTo>
                      <a:pt x="22" y="68"/>
                      <a:pt x="22" y="85"/>
                      <a:pt x="22" y="101"/>
                    </a:cubicBezTo>
                    <a:cubicBezTo>
                      <a:pt x="22" y="134"/>
                      <a:pt x="22" y="167"/>
                      <a:pt x="23" y="200"/>
                    </a:cubicBezTo>
                    <a:cubicBezTo>
                      <a:pt x="23" y="265"/>
                      <a:pt x="23" y="329"/>
                      <a:pt x="24" y="394"/>
                    </a:cubicBezTo>
                    <a:cubicBezTo>
                      <a:pt x="24" y="526"/>
                      <a:pt x="25" y="659"/>
                      <a:pt x="26" y="793"/>
                    </a:cubicBezTo>
                    <a:cubicBezTo>
                      <a:pt x="27" y="926"/>
                      <a:pt x="28" y="1059"/>
                      <a:pt x="29" y="1193"/>
                    </a:cubicBezTo>
                    <a:cubicBezTo>
                      <a:pt x="30" y="1323"/>
                      <a:pt x="31" y="1454"/>
                      <a:pt x="32" y="1585"/>
                    </a:cubicBezTo>
                    <a:cubicBezTo>
                      <a:pt x="33" y="1719"/>
                      <a:pt x="34" y="1852"/>
                      <a:pt x="35" y="1986"/>
                    </a:cubicBezTo>
                    <a:cubicBezTo>
                      <a:pt x="36" y="2119"/>
                      <a:pt x="37" y="2251"/>
                      <a:pt x="38" y="2383"/>
                    </a:cubicBezTo>
                    <a:cubicBezTo>
                      <a:pt x="39" y="2514"/>
                      <a:pt x="41" y="2646"/>
                      <a:pt x="42" y="2778"/>
                    </a:cubicBezTo>
                    <a:cubicBezTo>
                      <a:pt x="42" y="2834"/>
                      <a:pt x="43" y="2890"/>
                      <a:pt x="44" y="2947"/>
                    </a:cubicBezTo>
                    <a:cubicBezTo>
                      <a:pt x="44" y="2959"/>
                      <a:pt x="45" y="2971"/>
                      <a:pt x="45" y="2984"/>
                    </a:cubicBezTo>
                    <a:cubicBezTo>
                      <a:pt x="45" y="2997"/>
                      <a:pt x="45" y="3011"/>
                      <a:pt x="45" y="3024"/>
                    </a:cubicBezTo>
                    <a:cubicBezTo>
                      <a:pt x="45" y="3036"/>
                      <a:pt x="45" y="3049"/>
                      <a:pt x="45" y="3061"/>
                    </a:cubicBezTo>
                    <a:cubicBezTo>
                      <a:pt x="45" y="3075"/>
                      <a:pt x="45" y="3089"/>
                      <a:pt x="46" y="3103"/>
                    </a:cubicBezTo>
                    <a:cubicBezTo>
                      <a:pt x="46" y="3109"/>
                      <a:pt x="41" y="3114"/>
                      <a:pt x="35" y="3114"/>
                    </a:cubicBezTo>
                    <a:lnTo>
                      <a:pt x="34" y="3114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" name="Google Shape;244;p2"/>
              <p:cNvSpPr/>
              <p:nvPr/>
            </p:nvSpPr>
            <p:spPr>
              <a:xfrm>
                <a:off x="542520" y="3746880"/>
                <a:ext cx="39960" cy="87120"/>
              </a:xfrm>
              <a:custGeom>
                <a:avLst/>
                <a:gdLst/>
                <a:ahLst/>
                <a:cxnLst/>
                <a:rect l="l" t="t" r="r" b="b"/>
                <a:pathLst>
                  <a:path w="111" h="242" extrusionOk="0">
                    <a:moveTo>
                      <a:pt x="12" y="241"/>
                    </a:moveTo>
                    <a:cubicBezTo>
                      <a:pt x="5" y="241"/>
                      <a:pt x="0" y="235"/>
                      <a:pt x="1" y="229"/>
                    </a:cubicBezTo>
                    <a:cubicBezTo>
                      <a:pt x="3" y="219"/>
                      <a:pt x="4" y="211"/>
                      <a:pt x="6" y="201"/>
                    </a:cubicBezTo>
                    <a:cubicBezTo>
                      <a:pt x="7" y="198"/>
                      <a:pt x="7" y="194"/>
                      <a:pt x="8" y="191"/>
                    </a:cubicBezTo>
                    <a:cubicBezTo>
                      <a:pt x="9" y="186"/>
                      <a:pt x="10" y="182"/>
                      <a:pt x="10" y="178"/>
                    </a:cubicBezTo>
                    <a:lnTo>
                      <a:pt x="10" y="179"/>
                    </a:lnTo>
                    <a:cubicBezTo>
                      <a:pt x="10" y="178"/>
                      <a:pt x="11" y="176"/>
                      <a:pt x="11" y="175"/>
                    </a:cubicBezTo>
                    <a:cubicBezTo>
                      <a:pt x="11" y="171"/>
                      <a:pt x="12" y="168"/>
                      <a:pt x="12" y="164"/>
                    </a:cubicBezTo>
                    <a:cubicBezTo>
                      <a:pt x="16" y="141"/>
                      <a:pt x="19" y="119"/>
                      <a:pt x="22" y="97"/>
                    </a:cubicBezTo>
                    <a:cubicBezTo>
                      <a:pt x="25" y="76"/>
                      <a:pt x="28" y="55"/>
                      <a:pt x="31" y="34"/>
                    </a:cubicBezTo>
                    <a:cubicBezTo>
                      <a:pt x="31" y="31"/>
                      <a:pt x="31" y="30"/>
                      <a:pt x="31" y="28"/>
                    </a:cubicBezTo>
                    <a:cubicBezTo>
                      <a:pt x="32" y="22"/>
                      <a:pt x="36" y="18"/>
                      <a:pt x="42" y="18"/>
                    </a:cubicBezTo>
                    <a:cubicBezTo>
                      <a:pt x="43" y="18"/>
                      <a:pt x="45" y="18"/>
                      <a:pt x="46" y="19"/>
                    </a:cubicBezTo>
                    <a:cubicBezTo>
                      <a:pt x="47" y="16"/>
                      <a:pt x="47" y="13"/>
                      <a:pt x="47" y="10"/>
                    </a:cubicBezTo>
                    <a:cubicBezTo>
                      <a:pt x="49" y="5"/>
                      <a:pt x="52" y="2"/>
                      <a:pt x="57" y="1"/>
                    </a:cubicBezTo>
                    <a:cubicBezTo>
                      <a:pt x="63" y="0"/>
                      <a:pt x="68" y="4"/>
                      <a:pt x="69" y="9"/>
                    </a:cubicBezTo>
                    <a:cubicBezTo>
                      <a:pt x="70" y="12"/>
                      <a:pt x="70" y="16"/>
                      <a:pt x="70" y="19"/>
                    </a:cubicBezTo>
                    <a:cubicBezTo>
                      <a:pt x="71" y="23"/>
                      <a:pt x="72" y="26"/>
                      <a:pt x="72" y="30"/>
                    </a:cubicBezTo>
                    <a:cubicBezTo>
                      <a:pt x="72" y="30"/>
                      <a:pt x="72" y="29"/>
                      <a:pt x="72" y="28"/>
                    </a:cubicBezTo>
                    <a:cubicBezTo>
                      <a:pt x="77" y="53"/>
                      <a:pt x="84" y="77"/>
                      <a:pt x="88" y="101"/>
                    </a:cubicBezTo>
                    <a:cubicBezTo>
                      <a:pt x="88" y="100"/>
                      <a:pt x="88" y="100"/>
                      <a:pt x="88" y="99"/>
                    </a:cubicBezTo>
                    <a:cubicBezTo>
                      <a:pt x="88" y="101"/>
                      <a:pt x="88" y="101"/>
                      <a:pt x="88" y="102"/>
                    </a:cubicBezTo>
                    <a:cubicBezTo>
                      <a:pt x="89" y="108"/>
                      <a:pt x="90" y="113"/>
                      <a:pt x="91" y="117"/>
                    </a:cubicBezTo>
                    <a:lnTo>
                      <a:pt x="91" y="116"/>
                    </a:lnTo>
                    <a:cubicBezTo>
                      <a:pt x="92" y="123"/>
                      <a:pt x="93" y="130"/>
                      <a:pt x="94" y="136"/>
                    </a:cubicBezTo>
                    <a:lnTo>
                      <a:pt x="94" y="137"/>
                    </a:lnTo>
                    <a:cubicBezTo>
                      <a:pt x="95" y="137"/>
                      <a:pt x="95" y="137"/>
                      <a:pt x="95" y="137"/>
                    </a:cubicBezTo>
                    <a:cubicBezTo>
                      <a:pt x="95" y="142"/>
                      <a:pt x="96" y="147"/>
                      <a:pt x="97" y="152"/>
                    </a:cubicBezTo>
                    <a:cubicBezTo>
                      <a:pt x="97" y="151"/>
                      <a:pt x="97" y="151"/>
                      <a:pt x="97" y="151"/>
                    </a:cubicBezTo>
                    <a:lnTo>
                      <a:pt x="97" y="152"/>
                    </a:lnTo>
                    <a:lnTo>
                      <a:pt x="97" y="151"/>
                    </a:lnTo>
                    <a:cubicBezTo>
                      <a:pt x="100" y="171"/>
                      <a:pt x="105" y="191"/>
                      <a:pt x="109" y="212"/>
                    </a:cubicBezTo>
                    <a:cubicBezTo>
                      <a:pt x="110" y="218"/>
                      <a:pt x="107" y="223"/>
                      <a:pt x="101" y="225"/>
                    </a:cubicBezTo>
                    <a:cubicBezTo>
                      <a:pt x="96" y="226"/>
                      <a:pt x="90" y="222"/>
                      <a:pt x="89" y="217"/>
                    </a:cubicBezTo>
                    <a:cubicBezTo>
                      <a:pt x="87" y="209"/>
                      <a:pt x="85" y="201"/>
                      <a:pt x="84" y="193"/>
                    </a:cubicBezTo>
                    <a:lnTo>
                      <a:pt x="84" y="194"/>
                    </a:lnTo>
                    <a:cubicBezTo>
                      <a:pt x="84" y="193"/>
                      <a:pt x="84" y="191"/>
                      <a:pt x="84" y="190"/>
                    </a:cubicBezTo>
                    <a:cubicBezTo>
                      <a:pt x="84" y="191"/>
                      <a:pt x="84" y="191"/>
                      <a:pt x="84" y="192"/>
                    </a:cubicBezTo>
                    <a:cubicBezTo>
                      <a:pt x="83" y="190"/>
                      <a:pt x="83" y="187"/>
                      <a:pt x="82" y="185"/>
                    </a:cubicBezTo>
                    <a:lnTo>
                      <a:pt x="82" y="186"/>
                    </a:lnTo>
                    <a:cubicBezTo>
                      <a:pt x="82" y="185"/>
                      <a:pt x="82" y="184"/>
                      <a:pt x="82" y="183"/>
                    </a:cubicBezTo>
                    <a:cubicBezTo>
                      <a:pt x="81" y="178"/>
                      <a:pt x="80" y="173"/>
                      <a:pt x="79" y="169"/>
                    </a:cubicBezTo>
                    <a:lnTo>
                      <a:pt x="80" y="170"/>
                    </a:lnTo>
                    <a:cubicBezTo>
                      <a:pt x="79" y="165"/>
                      <a:pt x="78" y="161"/>
                      <a:pt x="77" y="156"/>
                    </a:cubicBezTo>
                    <a:cubicBezTo>
                      <a:pt x="77" y="157"/>
                      <a:pt x="77" y="157"/>
                      <a:pt x="78" y="157"/>
                    </a:cubicBezTo>
                    <a:cubicBezTo>
                      <a:pt x="77" y="157"/>
                      <a:pt x="77" y="155"/>
                      <a:pt x="77" y="155"/>
                    </a:cubicBezTo>
                    <a:lnTo>
                      <a:pt x="77" y="156"/>
                    </a:lnTo>
                    <a:cubicBezTo>
                      <a:pt x="77" y="151"/>
                      <a:pt x="75" y="145"/>
                      <a:pt x="74" y="141"/>
                    </a:cubicBezTo>
                    <a:cubicBezTo>
                      <a:pt x="74" y="140"/>
                      <a:pt x="74" y="140"/>
                      <a:pt x="74" y="140"/>
                    </a:cubicBezTo>
                    <a:cubicBezTo>
                      <a:pt x="73" y="134"/>
                      <a:pt x="72" y="128"/>
                      <a:pt x="71" y="122"/>
                    </a:cubicBezTo>
                    <a:lnTo>
                      <a:pt x="71" y="123"/>
                    </a:lnTo>
                    <a:cubicBezTo>
                      <a:pt x="70" y="116"/>
                      <a:pt x="68" y="109"/>
                      <a:pt x="67" y="103"/>
                    </a:cubicBezTo>
                    <a:cubicBezTo>
                      <a:pt x="68" y="104"/>
                      <a:pt x="68" y="104"/>
                      <a:pt x="68" y="104"/>
                    </a:cubicBezTo>
                    <a:cubicBezTo>
                      <a:pt x="66" y="98"/>
                      <a:pt x="65" y="91"/>
                      <a:pt x="63" y="84"/>
                    </a:cubicBezTo>
                    <a:cubicBezTo>
                      <a:pt x="61" y="77"/>
                      <a:pt x="60" y="70"/>
                      <a:pt x="58" y="63"/>
                    </a:cubicBezTo>
                    <a:cubicBezTo>
                      <a:pt x="58" y="64"/>
                      <a:pt x="57" y="66"/>
                      <a:pt x="57" y="68"/>
                    </a:cubicBezTo>
                    <a:cubicBezTo>
                      <a:pt x="53" y="84"/>
                      <a:pt x="50" y="100"/>
                      <a:pt x="46" y="116"/>
                    </a:cubicBezTo>
                    <a:cubicBezTo>
                      <a:pt x="42" y="131"/>
                      <a:pt x="38" y="147"/>
                      <a:pt x="34" y="162"/>
                    </a:cubicBezTo>
                    <a:cubicBezTo>
                      <a:pt x="35" y="162"/>
                      <a:pt x="35" y="161"/>
                      <a:pt x="35" y="161"/>
                    </a:cubicBezTo>
                    <a:cubicBezTo>
                      <a:pt x="29" y="185"/>
                      <a:pt x="26" y="208"/>
                      <a:pt x="23" y="232"/>
                    </a:cubicBezTo>
                    <a:cubicBezTo>
                      <a:pt x="22" y="237"/>
                      <a:pt x="18" y="241"/>
                      <a:pt x="12" y="2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" name="Google Shape;245;p2"/>
              <p:cNvSpPr/>
              <p:nvPr/>
            </p:nvSpPr>
            <p:spPr>
              <a:xfrm>
                <a:off x="16200" y="4703760"/>
                <a:ext cx="107784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2994" h="36" extrusionOk="0">
                    <a:moveTo>
                      <a:pt x="0" y="24"/>
                    </a:moveTo>
                    <a:cubicBezTo>
                      <a:pt x="1" y="18"/>
                      <a:pt x="6" y="14"/>
                      <a:pt x="12" y="14"/>
                    </a:cubicBezTo>
                    <a:cubicBezTo>
                      <a:pt x="26" y="13"/>
                      <a:pt x="41" y="14"/>
                      <a:pt x="55" y="14"/>
                    </a:cubicBezTo>
                    <a:cubicBezTo>
                      <a:pt x="71" y="14"/>
                      <a:pt x="87" y="14"/>
                      <a:pt x="103" y="14"/>
                    </a:cubicBezTo>
                    <a:cubicBezTo>
                      <a:pt x="134" y="14"/>
                      <a:pt x="165" y="14"/>
                      <a:pt x="197" y="14"/>
                    </a:cubicBezTo>
                    <a:cubicBezTo>
                      <a:pt x="259" y="13"/>
                      <a:pt x="322" y="13"/>
                      <a:pt x="384" y="13"/>
                    </a:cubicBezTo>
                    <a:cubicBezTo>
                      <a:pt x="510" y="13"/>
                      <a:pt x="635" y="11"/>
                      <a:pt x="761" y="11"/>
                    </a:cubicBezTo>
                    <a:cubicBezTo>
                      <a:pt x="887" y="11"/>
                      <a:pt x="1013" y="10"/>
                      <a:pt x="1139" y="10"/>
                    </a:cubicBezTo>
                    <a:cubicBezTo>
                      <a:pt x="1269" y="9"/>
                      <a:pt x="1398" y="8"/>
                      <a:pt x="1528" y="8"/>
                    </a:cubicBezTo>
                    <a:cubicBezTo>
                      <a:pt x="1655" y="7"/>
                      <a:pt x="1781" y="7"/>
                      <a:pt x="1907" y="6"/>
                    </a:cubicBezTo>
                    <a:cubicBezTo>
                      <a:pt x="2034" y="6"/>
                      <a:pt x="2160" y="6"/>
                      <a:pt x="2287" y="5"/>
                    </a:cubicBezTo>
                    <a:cubicBezTo>
                      <a:pt x="2415" y="4"/>
                      <a:pt x="2542" y="4"/>
                      <a:pt x="2669" y="3"/>
                    </a:cubicBezTo>
                    <a:cubicBezTo>
                      <a:pt x="2720" y="3"/>
                      <a:pt x="2771" y="3"/>
                      <a:pt x="2822" y="2"/>
                    </a:cubicBezTo>
                    <a:cubicBezTo>
                      <a:pt x="2848" y="2"/>
                      <a:pt x="2875" y="1"/>
                      <a:pt x="2901" y="1"/>
                    </a:cubicBezTo>
                    <a:cubicBezTo>
                      <a:pt x="2928" y="1"/>
                      <a:pt x="2956" y="1"/>
                      <a:pt x="2983" y="0"/>
                    </a:cubicBezTo>
                    <a:cubicBezTo>
                      <a:pt x="2989" y="0"/>
                      <a:pt x="2993" y="6"/>
                      <a:pt x="2993" y="11"/>
                    </a:cubicBezTo>
                    <a:cubicBezTo>
                      <a:pt x="2993" y="17"/>
                      <a:pt x="2988" y="22"/>
                      <a:pt x="2982" y="22"/>
                    </a:cubicBezTo>
                    <a:cubicBezTo>
                      <a:pt x="2950" y="21"/>
                      <a:pt x="2918" y="21"/>
                      <a:pt x="2885" y="21"/>
                    </a:cubicBezTo>
                    <a:cubicBezTo>
                      <a:pt x="2854" y="22"/>
                      <a:pt x="2824" y="22"/>
                      <a:pt x="2793" y="22"/>
                    </a:cubicBezTo>
                    <a:cubicBezTo>
                      <a:pt x="2730" y="22"/>
                      <a:pt x="2667" y="22"/>
                      <a:pt x="2604" y="22"/>
                    </a:cubicBezTo>
                    <a:cubicBezTo>
                      <a:pt x="2476" y="22"/>
                      <a:pt x="2348" y="24"/>
                      <a:pt x="2220" y="24"/>
                    </a:cubicBezTo>
                    <a:cubicBezTo>
                      <a:pt x="2094" y="25"/>
                      <a:pt x="1967" y="25"/>
                      <a:pt x="1842" y="26"/>
                    </a:cubicBezTo>
                    <a:cubicBezTo>
                      <a:pt x="1713" y="26"/>
                      <a:pt x="1585" y="27"/>
                      <a:pt x="1456" y="28"/>
                    </a:cubicBezTo>
                    <a:cubicBezTo>
                      <a:pt x="1394" y="28"/>
                      <a:pt x="1331" y="28"/>
                      <a:pt x="1269" y="29"/>
                    </a:cubicBezTo>
                    <a:cubicBezTo>
                      <a:pt x="1204" y="29"/>
                      <a:pt x="1139" y="29"/>
                      <a:pt x="1075" y="29"/>
                    </a:cubicBezTo>
                    <a:cubicBezTo>
                      <a:pt x="949" y="30"/>
                      <a:pt x="823" y="31"/>
                      <a:pt x="697" y="31"/>
                    </a:cubicBezTo>
                    <a:cubicBezTo>
                      <a:pt x="635" y="32"/>
                      <a:pt x="573" y="32"/>
                      <a:pt x="510" y="32"/>
                    </a:cubicBezTo>
                    <a:cubicBezTo>
                      <a:pt x="447" y="32"/>
                      <a:pt x="383" y="33"/>
                      <a:pt x="319" y="33"/>
                    </a:cubicBezTo>
                    <a:cubicBezTo>
                      <a:pt x="266" y="34"/>
                      <a:pt x="214" y="34"/>
                      <a:pt x="161" y="34"/>
                    </a:cubicBezTo>
                    <a:cubicBezTo>
                      <a:pt x="136" y="34"/>
                      <a:pt x="111" y="35"/>
                      <a:pt x="86" y="35"/>
                    </a:cubicBezTo>
                    <a:cubicBezTo>
                      <a:pt x="61" y="35"/>
                      <a:pt x="37" y="35"/>
                      <a:pt x="11" y="35"/>
                    </a:cubicBezTo>
                    <a:cubicBezTo>
                      <a:pt x="6" y="35"/>
                      <a:pt x="0" y="30"/>
                      <a:pt x="0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" name="Google Shape;246;p2"/>
              <p:cNvSpPr/>
              <p:nvPr/>
            </p:nvSpPr>
            <p:spPr>
              <a:xfrm>
                <a:off x="1049040" y="4692960"/>
                <a:ext cx="71280" cy="40680"/>
              </a:xfrm>
              <a:custGeom>
                <a:avLst/>
                <a:gdLst/>
                <a:ahLst/>
                <a:cxnLst/>
                <a:rect l="l" t="t" r="r" b="b"/>
                <a:pathLst>
                  <a:path w="198" h="113" extrusionOk="0">
                    <a:moveTo>
                      <a:pt x="21" y="108"/>
                    </a:moveTo>
                    <a:cubicBezTo>
                      <a:pt x="17" y="104"/>
                      <a:pt x="17" y="97"/>
                      <a:pt x="21" y="93"/>
                    </a:cubicBezTo>
                    <a:cubicBezTo>
                      <a:pt x="29" y="86"/>
                      <a:pt x="39" y="79"/>
                      <a:pt x="49" y="74"/>
                    </a:cubicBezTo>
                    <a:cubicBezTo>
                      <a:pt x="53" y="72"/>
                      <a:pt x="58" y="69"/>
                      <a:pt x="63" y="67"/>
                    </a:cubicBezTo>
                    <a:cubicBezTo>
                      <a:pt x="67" y="65"/>
                      <a:pt x="71" y="63"/>
                      <a:pt x="76" y="61"/>
                    </a:cubicBezTo>
                    <a:cubicBezTo>
                      <a:pt x="81" y="59"/>
                      <a:pt x="85" y="58"/>
                      <a:pt x="90" y="57"/>
                    </a:cubicBezTo>
                    <a:cubicBezTo>
                      <a:pt x="100" y="53"/>
                      <a:pt x="110" y="50"/>
                      <a:pt x="120" y="47"/>
                    </a:cubicBezTo>
                    <a:cubicBezTo>
                      <a:pt x="125" y="45"/>
                      <a:pt x="130" y="43"/>
                      <a:pt x="135" y="41"/>
                    </a:cubicBezTo>
                    <a:cubicBezTo>
                      <a:pt x="133" y="41"/>
                      <a:pt x="131" y="41"/>
                      <a:pt x="130" y="41"/>
                    </a:cubicBezTo>
                    <a:cubicBezTo>
                      <a:pt x="123" y="41"/>
                      <a:pt x="117" y="40"/>
                      <a:pt x="110" y="40"/>
                    </a:cubicBezTo>
                    <a:cubicBezTo>
                      <a:pt x="99" y="38"/>
                      <a:pt x="88" y="36"/>
                      <a:pt x="77" y="34"/>
                    </a:cubicBezTo>
                    <a:cubicBezTo>
                      <a:pt x="66" y="33"/>
                      <a:pt x="54" y="30"/>
                      <a:pt x="43" y="28"/>
                    </a:cubicBezTo>
                    <a:lnTo>
                      <a:pt x="42" y="28"/>
                    </a:lnTo>
                    <a:cubicBezTo>
                      <a:pt x="43" y="28"/>
                      <a:pt x="43" y="28"/>
                      <a:pt x="43" y="28"/>
                    </a:cubicBezTo>
                    <a:cubicBezTo>
                      <a:pt x="35" y="26"/>
                      <a:pt x="28" y="24"/>
                      <a:pt x="21" y="23"/>
                    </a:cubicBezTo>
                    <a:cubicBezTo>
                      <a:pt x="18" y="24"/>
                      <a:pt x="16" y="24"/>
                      <a:pt x="14" y="23"/>
                    </a:cubicBezTo>
                    <a:cubicBezTo>
                      <a:pt x="11" y="23"/>
                      <a:pt x="8" y="22"/>
                      <a:pt x="6" y="20"/>
                    </a:cubicBezTo>
                    <a:cubicBezTo>
                      <a:pt x="3" y="18"/>
                      <a:pt x="0" y="14"/>
                      <a:pt x="2" y="9"/>
                    </a:cubicBezTo>
                    <a:cubicBezTo>
                      <a:pt x="2" y="5"/>
                      <a:pt x="6" y="1"/>
                      <a:pt x="11" y="0"/>
                    </a:cubicBezTo>
                    <a:cubicBezTo>
                      <a:pt x="15" y="0"/>
                      <a:pt x="19" y="1"/>
                      <a:pt x="23" y="2"/>
                    </a:cubicBezTo>
                    <a:cubicBezTo>
                      <a:pt x="27" y="2"/>
                      <a:pt x="29" y="3"/>
                      <a:pt x="33" y="3"/>
                    </a:cubicBezTo>
                    <a:cubicBezTo>
                      <a:pt x="38" y="5"/>
                      <a:pt x="43" y="6"/>
                      <a:pt x="48" y="7"/>
                    </a:cubicBezTo>
                    <a:cubicBezTo>
                      <a:pt x="47" y="7"/>
                      <a:pt x="46" y="7"/>
                      <a:pt x="46" y="7"/>
                    </a:cubicBezTo>
                    <a:cubicBezTo>
                      <a:pt x="52" y="8"/>
                      <a:pt x="57" y="9"/>
                      <a:pt x="63" y="10"/>
                    </a:cubicBezTo>
                    <a:cubicBezTo>
                      <a:pt x="74" y="13"/>
                      <a:pt x="84" y="15"/>
                      <a:pt x="95" y="16"/>
                    </a:cubicBezTo>
                    <a:cubicBezTo>
                      <a:pt x="104" y="18"/>
                      <a:pt x="114" y="19"/>
                      <a:pt x="124" y="20"/>
                    </a:cubicBezTo>
                    <a:cubicBezTo>
                      <a:pt x="133" y="21"/>
                      <a:pt x="142" y="21"/>
                      <a:pt x="151" y="21"/>
                    </a:cubicBezTo>
                    <a:cubicBezTo>
                      <a:pt x="161" y="22"/>
                      <a:pt x="169" y="22"/>
                      <a:pt x="178" y="22"/>
                    </a:cubicBezTo>
                    <a:cubicBezTo>
                      <a:pt x="185" y="22"/>
                      <a:pt x="193" y="23"/>
                      <a:pt x="195" y="30"/>
                    </a:cubicBezTo>
                    <a:cubicBezTo>
                      <a:pt x="197" y="34"/>
                      <a:pt x="196" y="39"/>
                      <a:pt x="193" y="43"/>
                    </a:cubicBezTo>
                    <a:cubicBezTo>
                      <a:pt x="190" y="46"/>
                      <a:pt x="186" y="48"/>
                      <a:pt x="181" y="49"/>
                    </a:cubicBezTo>
                    <a:cubicBezTo>
                      <a:pt x="172" y="52"/>
                      <a:pt x="162" y="55"/>
                      <a:pt x="153" y="58"/>
                    </a:cubicBezTo>
                    <a:cubicBezTo>
                      <a:pt x="152" y="58"/>
                      <a:pt x="152" y="58"/>
                      <a:pt x="152" y="58"/>
                    </a:cubicBezTo>
                    <a:lnTo>
                      <a:pt x="153" y="58"/>
                    </a:lnTo>
                    <a:cubicBezTo>
                      <a:pt x="152" y="58"/>
                      <a:pt x="151" y="58"/>
                      <a:pt x="151" y="59"/>
                    </a:cubicBezTo>
                    <a:lnTo>
                      <a:pt x="150" y="59"/>
                    </a:lnTo>
                    <a:lnTo>
                      <a:pt x="149" y="59"/>
                    </a:lnTo>
                    <a:lnTo>
                      <a:pt x="148" y="59"/>
                    </a:lnTo>
                    <a:lnTo>
                      <a:pt x="147" y="60"/>
                    </a:lnTo>
                    <a:lnTo>
                      <a:pt x="147" y="59"/>
                    </a:lnTo>
                    <a:cubicBezTo>
                      <a:pt x="147" y="60"/>
                      <a:pt x="147" y="60"/>
                      <a:pt x="146" y="60"/>
                    </a:cubicBezTo>
                    <a:cubicBezTo>
                      <a:pt x="145" y="61"/>
                      <a:pt x="143" y="61"/>
                      <a:pt x="142" y="62"/>
                    </a:cubicBezTo>
                    <a:cubicBezTo>
                      <a:pt x="142" y="61"/>
                      <a:pt x="142" y="61"/>
                      <a:pt x="142" y="61"/>
                    </a:cubicBezTo>
                    <a:lnTo>
                      <a:pt x="142" y="62"/>
                    </a:lnTo>
                    <a:cubicBezTo>
                      <a:pt x="141" y="62"/>
                      <a:pt x="141" y="62"/>
                      <a:pt x="141" y="62"/>
                    </a:cubicBezTo>
                    <a:lnTo>
                      <a:pt x="140" y="62"/>
                    </a:lnTo>
                    <a:cubicBezTo>
                      <a:pt x="135" y="64"/>
                      <a:pt x="131" y="65"/>
                      <a:pt x="126" y="66"/>
                    </a:cubicBezTo>
                    <a:cubicBezTo>
                      <a:pt x="127" y="66"/>
                      <a:pt x="127" y="66"/>
                      <a:pt x="127" y="66"/>
                    </a:cubicBezTo>
                    <a:cubicBezTo>
                      <a:pt x="117" y="69"/>
                      <a:pt x="107" y="72"/>
                      <a:pt x="98" y="76"/>
                    </a:cubicBezTo>
                    <a:cubicBezTo>
                      <a:pt x="94" y="77"/>
                      <a:pt x="89" y="79"/>
                      <a:pt x="85" y="80"/>
                    </a:cubicBezTo>
                    <a:cubicBezTo>
                      <a:pt x="80" y="82"/>
                      <a:pt x="76" y="84"/>
                      <a:pt x="71" y="86"/>
                    </a:cubicBezTo>
                    <a:cubicBezTo>
                      <a:pt x="64" y="90"/>
                      <a:pt x="57" y="93"/>
                      <a:pt x="50" y="97"/>
                    </a:cubicBezTo>
                    <a:cubicBezTo>
                      <a:pt x="47" y="99"/>
                      <a:pt x="44" y="101"/>
                      <a:pt x="41" y="104"/>
                    </a:cubicBezTo>
                    <a:cubicBezTo>
                      <a:pt x="39" y="105"/>
                      <a:pt x="38" y="107"/>
                      <a:pt x="36" y="109"/>
                    </a:cubicBezTo>
                    <a:cubicBezTo>
                      <a:pt x="34" y="111"/>
                      <a:pt x="31" y="112"/>
                      <a:pt x="29" y="112"/>
                    </a:cubicBezTo>
                    <a:cubicBezTo>
                      <a:pt x="26" y="112"/>
                      <a:pt x="23" y="111"/>
                      <a:pt x="21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" name="Google Shape;247;p2"/>
              <p:cNvSpPr/>
              <p:nvPr/>
            </p:nvSpPr>
            <p:spPr>
              <a:xfrm>
                <a:off x="193680" y="4141800"/>
                <a:ext cx="56520" cy="121320"/>
              </a:xfrm>
              <a:custGeom>
                <a:avLst/>
                <a:gdLst/>
                <a:ahLst/>
                <a:cxnLst/>
                <a:rect l="l" t="t" r="r" b="b"/>
                <a:pathLst>
                  <a:path w="157" h="337" extrusionOk="0">
                    <a:moveTo>
                      <a:pt x="25" y="335"/>
                    </a:moveTo>
                    <a:cubicBezTo>
                      <a:pt x="22" y="335"/>
                      <a:pt x="20" y="334"/>
                      <a:pt x="17" y="333"/>
                    </a:cubicBezTo>
                    <a:cubicBezTo>
                      <a:pt x="15" y="332"/>
                      <a:pt x="13" y="330"/>
                      <a:pt x="11" y="328"/>
                    </a:cubicBezTo>
                    <a:cubicBezTo>
                      <a:pt x="7" y="324"/>
                      <a:pt x="4" y="319"/>
                      <a:pt x="3" y="313"/>
                    </a:cubicBezTo>
                    <a:cubicBezTo>
                      <a:pt x="1" y="307"/>
                      <a:pt x="0" y="301"/>
                      <a:pt x="0" y="294"/>
                    </a:cubicBezTo>
                    <a:cubicBezTo>
                      <a:pt x="0" y="288"/>
                      <a:pt x="3" y="283"/>
                      <a:pt x="9" y="282"/>
                    </a:cubicBezTo>
                    <a:cubicBezTo>
                      <a:pt x="14" y="282"/>
                      <a:pt x="20" y="286"/>
                      <a:pt x="21" y="292"/>
                    </a:cubicBezTo>
                    <a:cubicBezTo>
                      <a:pt x="21" y="295"/>
                      <a:pt x="21" y="297"/>
                      <a:pt x="21" y="300"/>
                    </a:cubicBezTo>
                    <a:cubicBezTo>
                      <a:pt x="22" y="302"/>
                      <a:pt x="22" y="303"/>
                      <a:pt x="23" y="305"/>
                    </a:cubicBezTo>
                    <a:cubicBezTo>
                      <a:pt x="23" y="307"/>
                      <a:pt x="24" y="308"/>
                      <a:pt x="24" y="309"/>
                    </a:cubicBezTo>
                    <a:cubicBezTo>
                      <a:pt x="25" y="310"/>
                      <a:pt x="25" y="311"/>
                      <a:pt x="26" y="312"/>
                    </a:cubicBezTo>
                    <a:cubicBezTo>
                      <a:pt x="26" y="313"/>
                      <a:pt x="27" y="313"/>
                      <a:pt x="27" y="313"/>
                    </a:cubicBezTo>
                    <a:cubicBezTo>
                      <a:pt x="28" y="314"/>
                      <a:pt x="28" y="314"/>
                      <a:pt x="29" y="314"/>
                    </a:cubicBezTo>
                    <a:lnTo>
                      <a:pt x="30" y="314"/>
                    </a:lnTo>
                    <a:cubicBezTo>
                      <a:pt x="31" y="315"/>
                      <a:pt x="31" y="315"/>
                      <a:pt x="31" y="315"/>
                    </a:cubicBezTo>
                    <a:lnTo>
                      <a:pt x="32" y="315"/>
                    </a:lnTo>
                    <a:cubicBezTo>
                      <a:pt x="32" y="314"/>
                      <a:pt x="32" y="314"/>
                      <a:pt x="32" y="314"/>
                    </a:cubicBezTo>
                    <a:lnTo>
                      <a:pt x="32" y="313"/>
                    </a:lnTo>
                    <a:cubicBezTo>
                      <a:pt x="33" y="313"/>
                      <a:pt x="34" y="312"/>
                      <a:pt x="34" y="312"/>
                    </a:cubicBezTo>
                    <a:cubicBezTo>
                      <a:pt x="36" y="309"/>
                      <a:pt x="38" y="306"/>
                      <a:pt x="39" y="303"/>
                    </a:cubicBezTo>
                    <a:cubicBezTo>
                      <a:pt x="41" y="298"/>
                      <a:pt x="43" y="294"/>
                      <a:pt x="45" y="289"/>
                    </a:cubicBezTo>
                    <a:cubicBezTo>
                      <a:pt x="47" y="284"/>
                      <a:pt x="49" y="278"/>
                      <a:pt x="50" y="273"/>
                    </a:cubicBezTo>
                    <a:cubicBezTo>
                      <a:pt x="50" y="274"/>
                      <a:pt x="49" y="274"/>
                      <a:pt x="49" y="274"/>
                    </a:cubicBezTo>
                    <a:cubicBezTo>
                      <a:pt x="54" y="252"/>
                      <a:pt x="58" y="229"/>
                      <a:pt x="61" y="207"/>
                    </a:cubicBezTo>
                    <a:cubicBezTo>
                      <a:pt x="65" y="183"/>
                      <a:pt x="68" y="161"/>
                      <a:pt x="73" y="137"/>
                    </a:cubicBezTo>
                    <a:cubicBezTo>
                      <a:pt x="74" y="127"/>
                      <a:pt x="76" y="116"/>
                      <a:pt x="78" y="106"/>
                    </a:cubicBezTo>
                    <a:cubicBezTo>
                      <a:pt x="80" y="101"/>
                      <a:pt x="81" y="95"/>
                      <a:pt x="82" y="90"/>
                    </a:cubicBezTo>
                    <a:cubicBezTo>
                      <a:pt x="83" y="84"/>
                      <a:pt x="84" y="79"/>
                      <a:pt x="86" y="73"/>
                    </a:cubicBezTo>
                    <a:cubicBezTo>
                      <a:pt x="89" y="64"/>
                      <a:pt x="92" y="55"/>
                      <a:pt x="96" y="46"/>
                    </a:cubicBezTo>
                    <a:cubicBezTo>
                      <a:pt x="100" y="39"/>
                      <a:pt x="103" y="33"/>
                      <a:pt x="108" y="26"/>
                    </a:cubicBezTo>
                    <a:cubicBezTo>
                      <a:pt x="111" y="20"/>
                      <a:pt x="115" y="14"/>
                      <a:pt x="120" y="9"/>
                    </a:cubicBezTo>
                    <a:cubicBezTo>
                      <a:pt x="122" y="7"/>
                      <a:pt x="125" y="5"/>
                      <a:pt x="127" y="4"/>
                    </a:cubicBezTo>
                    <a:cubicBezTo>
                      <a:pt x="130" y="2"/>
                      <a:pt x="133" y="1"/>
                      <a:pt x="135" y="1"/>
                    </a:cubicBezTo>
                    <a:cubicBezTo>
                      <a:pt x="141" y="0"/>
                      <a:pt x="148" y="2"/>
                      <a:pt x="152" y="7"/>
                    </a:cubicBezTo>
                    <a:cubicBezTo>
                      <a:pt x="155" y="11"/>
                      <a:pt x="156" y="17"/>
                      <a:pt x="156" y="23"/>
                    </a:cubicBezTo>
                    <a:cubicBezTo>
                      <a:pt x="156" y="30"/>
                      <a:pt x="156" y="37"/>
                      <a:pt x="154" y="44"/>
                    </a:cubicBezTo>
                    <a:cubicBezTo>
                      <a:pt x="152" y="49"/>
                      <a:pt x="151" y="53"/>
                      <a:pt x="150" y="59"/>
                    </a:cubicBezTo>
                    <a:cubicBezTo>
                      <a:pt x="149" y="62"/>
                      <a:pt x="148" y="66"/>
                      <a:pt x="147" y="70"/>
                    </a:cubicBezTo>
                    <a:cubicBezTo>
                      <a:pt x="146" y="72"/>
                      <a:pt x="145" y="73"/>
                      <a:pt x="144" y="75"/>
                    </a:cubicBezTo>
                    <a:cubicBezTo>
                      <a:pt x="144" y="76"/>
                      <a:pt x="144" y="77"/>
                      <a:pt x="142" y="79"/>
                    </a:cubicBezTo>
                    <a:cubicBezTo>
                      <a:pt x="141" y="81"/>
                      <a:pt x="139" y="83"/>
                      <a:pt x="136" y="85"/>
                    </a:cubicBezTo>
                    <a:cubicBezTo>
                      <a:pt x="129" y="87"/>
                      <a:pt x="120" y="82"/>
                      <a:pt x="121" y="74"/>
                    </a:cubicBezTo>
                    <a:cubicBezTo>
                      <a:pt x="121" y="66"/>
                      <a:pt x="123" y="58"/>
                      <a:pt x="124" y="50"/>
                    </a:cubicBezTo>
                    <a:cubicBezTo>
                      <a:pt x="125" y="45"/>
                      <a:pt x="126" y="40"/>
                      <a:pt x="127" y="35"/>
                    </a:cubicBezTo>
                    <a:cubicBezTo>
                      <a:pt x="123" y="40"/>
                      <a:pt x="120" y="46"/>
                      <a:pt x="117" y="51"/>
                    </a:cubicBezTo>
                    <a:cubicBezTo>
                      <a:pt x="114" y="57"/>
                      <a:pt x="111" y="63"/>
                      <a:pt x="109" y="69"/>
                    </a:cubicBezTo>
                    <a:cubicBezTo>
                      <a:pt x="107" y="73"/>
                      <a:pt x="105" y="78"/>
                      <a:pt x="104" y="83"/>
                    </a:cubicBezTo>
                    <a:cubicBezTo>
                      <a:pt x="102" y="88"/>
                      <a:pt x="101" y="94"/>
                      <a:pt x="99" y="100"/>
                    </a:cubicBezTo>
                    <a:cubicBezTo>
                      <a:pt x="98" y="105"/>
                      <a:pt x="97" y="111"/>
                      <a:pt x="96" y="117"/>
                    </a:cubicBezTo>
                    <a:cubicBezTo>
                      <a:pt x="95" y="122"/>
                      <a:pt x="94" y="127"/>
                      <a:pt x="92" y="133"/>
                    </a:cubicBezTo>
                    <a:cubicBezTo>
                      <a:pt x="91" y="143"/>
                      <a:pt x="89" y="153"/>
                      <a:pt x="87" y="163"/>
                    </a:cubicBezTo>
                    <a:cubicBezTo>
                      <a:pt x="84" y="186"/>
                      <a:pt x="80" y="210"/>
                      <a:pt x="76" y="234"/>
                    </a:cubicBezTo>
                    <a:cubicBezTo>
                      <a:pt x="75" y="242"/>
                      <a:pt x="74" y="250"/>
                      <a:pt x="72" y="258"/>
                    </a:cubicBezTo>
                    <a:cubicBezTo>
                      <a:pt x="71" y="263"/>
                      <a:pt x="70" y="268"/>
                      <a:pt x="69" y="274"/>
                    </a:cubicBezTo>
                    <a:cubicBezTo>
                      <a:pt x="67" y="283"/>
                      <a:pt x="64" y="293"/>
                      <a:pt x="61" y="302"/>
                    </a:cubicBezTo>
                    <a:cubicBezTo>
                      <a:pt x="60" y="306"/>
                      <a:pt x="58" y="310"/>
                      <a:pt x="56" y="315"/>
                    </a:cubicBezTo>
                    <a:cubicBezTo>
                      <a:pt x="53" y="323"/>
                      <a:pt x="48" y="331"/>
                      <a:pt x="40" y="334"/>
                    </a:cubicBezTo>
                    <a:cubicBezTo>
                      <a:pt x="37" y="335"/>
                      <a:pt x="34" y="336"/>
                      <a:pt x="31" y="336"/>
                    </a:cubicBezTo>
                    <a:cubicBezTo>
                      <a:pt x="29" y="336"/>
                      <a:pt x="27" y="336"/>
                      <a:pt x="25" y="3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" name="Google Shape;248;p2"/>
              <p:cNvSpPr/>
              <p:nvPr/>
            </p:nvSpPr>
            <p:spPr>
              <a:xfrm>
                <a:off x="196920" y="4198680"/>
                <a:ext cx="4140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35" extrusionOk="0">
                    <a:moveTo>
                      <a:pt x="23" y="33"/>
                    </a:moveTo>
                    <a:cubicBezTo>
                      <a:pt x="19" y="32"/>
                      <a:pt x="16" y="32"/>
                      <a:pt x="13" y="31"/>
                    </a:cubicBezTo>
                    <a:cubicBezTo>
                      <a:pt x="10" y="30"/>
                      <a:pt x="7" y="28"/>
                      <a:pt x="5" y="26"/>
                    </a:cubicBezTo>
                    <a:cubicBezTo>
                      <a:pt x="2" y="25"/>
                      <a:pt x="1" y="22"/>
                      <a:pt x="1" y="19"/>
                    </a:cubicBezTo>
                    <a:cubicBezTo>
                      <a:pt x="0" y="15"/>
                      <a:pt x="2" y="12"/>
                      <a:pt x="4" y="10"/>
                    </a:cubicBezTo>
                    <a:cubicBezTo>
                      <a:pt x="5" y="8"/>
                      <a:pt x="6" y="8"/>
                      <a:pt x="8" y="7"/>
                    </a:cubicBezTo>
                    <a:cubicBezTo>
                      <a:pt x="9" y="6"/>
                      <a:pt x="10" y="5"/>
                      <a:pt x="12" y="5"/>
                    </a:cubicBezTo>
                    <a:cubicBezTo>
                      <a:pt x="15" y="4"/>
                      <a:pt x="17" y="3"/>
                      <a:pt x="20" y="2"/>
                    </a:cubicBezTo>
                    <a:cubicBezTo>
                      <a:pt x="26" y="0"/>
                      <a:pt x="32" y="3"/>
                      <a:pt x="34" y="8"/>
                    </a:cubicBezTo>
                    <a:cubicBezTo>
                      <a:pt x="34" y="10"/>
                      <a:pt x="35" y="11"/>
                      <a:pt x="35" y="12"/>
                    </a:cubicBezTo>
                    <a:cubicBezTo>
                      <a:pt x="41" y="12"/>
                      <a:pt x="48" y="12"/>
                      <a:pt x="55" y="12"/>
                    </a:cubicBezTo>
                    <a:cubicBezTo>
                      <a:pt x="62" y="11"/>
                      <a:pt x="68" y="11"/>
                      <a:pt x="75" y="11"/>
                    </a:cubicBezTo>
                    <a:cubicBezTo>
                      <a:pt x="84" y="10"/>
                      <a:pt x="93" y="9"/>
                      <a:pt x="102" y="8"/>
                    </a:cubicBezTo>
                    <a:cubicBezTo>
                      <a:pt x="108" y="7"/>
                      <a:pt x="112" y="11"/>
                      <a:pt x="113" y="17"/>
                    </a:cubicBezTo>
                    <a:cubicBezTo>
                      <a:pt x="114" y="22"/>
                      <a:pt x="110" y="27"/>
                      <a:pt x="104" y="28"/>
                    </a:cubicBezTo>
                    <a:cubicBezTo>
                      <a:pt x="93" y="29"/>
                      <a:pt x="82" y="31"/>
                      <a:pt x="71" y="32"/>
                    </a:cubicBezTo>
                    <a:cubicBezTo>
                      <a:pt x="62" y="33"/>
                      <a:pt x="54" y="33"/>
                      <a:pt x="46" y="34"/>
                    </a:cubicBezTo>
                    <a:cubicBezTo>
                      <a:pt x="44" y="34"/>
                      <a:pt x="42" y="34"/>
                      <a:pt x="40" y="34"/>
                    </a:cubicBezTo>
                    <a:cubicBezTo>
                      <a:pt x="34" y="34"/>
                      <a:pt x="29" y="33"/>
                      <a:pt x="23" y="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" name="Google Shape;249;p2"/>
              <p:cNvSpPr/>
              <p:nvPr/>
            </p:nvSpPr>
            <p:spPr>
              <a:xfrm>
                <a:off x="276840" y="4147560"/>
                <a:ext cx="27720" cy="111240"/>
              </a:xfrm>
              <a:custGeom>
                <a:avLst/>
                <a:gdLst/>
                <a:ahLst/>
                <a:cxnLst/>
                <a:rect l="l" t="t" r="r" b="b"/>
                <a:pathLst>
                  <a:path w="77" h="309" extrusionOk="0">
                    <a:moveTo>
                      <a:pt x="16" y="301"/>
                    </a:moveTo>
                    <a:cubicBezTo>
                      <a:pt x="13" y="290"/>
                      <a:pt x="9" y="278"/>
                      <a:pt x="6" y="266"/>
                    </a:cubicBezTo>
                    <a:cubicBezTo>
                      <a:pt x="4" y="257"/>
                      <a:pt x="2" y="247"/>
                      <a:pt x="2" y="237"/>
                    </a:cubicBezTo>
                    <a:cubicBezTo>
                      <a:pt x="1" y="232"/>
                      <a:pt x="1" y="225"/>
                      <a:pt x="1" y="219"/>
                    </a:cubicBezTo>
                    <a:cubicBezTo>
                      <a:pt x="0" y="210"/>
                      <a:pt x="0" y="201"/>
                      <a:pt x="0" y="191"/>
                    </a:cubicBezTo>
                    <a:cubicBezTo>
                      <a:pt x="0" y="183"/>
                      <a:pt x="1" y="174"/>
                      <a:pt x="1" y="165"/>
                    </a:cubicBezTo>
                    <a:cubicBezTo>
                      <a:pt x="2" y="159"/>
                      <a:pt x="2" y="153"/>
                      <a:pt x="3" y="147"/>
                    </a:cubicBezTo>
                    <a:cubicBezTo>
                      <a:pt x="4" y="141"/>
                      <a:pt x="5" y="135"/>
                      <a:pt x="6" y="130"/>
                    </a:cubicBezTo>
                    <a:cubicBezTo>
                      <a:pt x="8" y="122"/>
                      <a:pt x="9" y="114"/>
                      <a:pt x="11" y="106"/>
                    </a:cubicBezTo>
                    <a:cubicBezTo>
                      <a:pt x="15" y="90"/>
                      <a:pt x="20" y="74"/>
                      <a:pt x="27" y="59"/>
                    </a:cubicBezTo>
                    <a:cubicBezTo>
                      <a:pt x="32" y="47"/>
                      <a:pt x="38" y="36"/>
                      <a:pt x="44" y="24"/>
                    </a:cubicBezTo>
                    <a:cubicBezTo>
                      <a:pt x="48" y="18"/>
                      <a:pt x="51" y="12"/>
                      <a:pt x="55" y="6"/>
                    </a:cubicBezTo>
                    <a:cubicBezTo>
                      <a:pt x="57" y="3"/>
                      <a:pt x="61" y="0"/>
                      <a:pt x="66" y="1"/>
                    </a:cubicBezTo>
                    <a:cubicBezTo>
                      <a:pt x="72" y="2"/>
                      <a:pt x="76" y="8"/>
                      <a:pt x="75" y="14"/>
                    </a:cubicBezTo>
                    <a:cubicBezTo>
                      <a:pt x="75" y="17"/>
                      <a:pt x="72" y="20"/>
                      <a:pt x="70" y="23"/>
                    </a:cubicBezTo>
                    <a:cubicBezTo>
                      <a:pt x="68" y="26"/>
                      <a:pt x="66" y="30"/>
                      <a:pt x="64" y="33"/>
                    </a:cubicBezTo>
                    <a:cubicBezTo>
                      <a:pt x="60" y="40"/>
                      <a:pt x="56" y="47"/>
                      <a:pt x="52" y="54"/>
                    </a:cubicBezTo>
                    <a:cubicBezTo>
                      <a:pt x="47" y="64"/>
                      <a:pt x="43" y="74"/>
                      <a:pt x="38" y="84"/>
                    </a:cubicBezTo>
                    <a:cubicBezTo>
                      <a:pt x="39" y="84"/>
                      <a:pt x="39" y="83"/>
                      <a:pt x="39" y="82"/>
                    </a:cubicBezTo>
                    <a:cubicBezTo>
                      <a:pt x="36" y="93"/>
                      <a:pt x="32" y="104"/>
                      <a:pt x="30" y="114"/>
                    </a:cubicBezTo>
                    <a:cubicBezTo>
                      <a:pt x="28" y="121"/>
                      <a:pt x="27" y="127"/>
                      <a:pt x="25" y="133"/>
                    </a:cubicBezTo>
                    <a:cubicBezTo>
                      <a:pt x="23" y="144"/>
                      <a:pt x="22" y="156"/>
                      <a:pt x="20" y="167"/>
                    </a:cubicBezTo>
                    <a:cubicBezTo>
                      <a:pt x="20" y="166"/>
                      <a:pt x="20" y="166"/>
                      <a:pt x="20" y="166"/>
                    </a:cubicBezTo>
                    <a:cubicBezTo>
                      <a:pt x="19" y="176"/>
                      <a:pt x="19" y="185"/>
                      <a:pt x="19" y="195"/>
                    </a:cubicBezTo>
                    <a:cubicBezTo>
                      <a:pt x="19" y="202"/>
                      <a:pt x="19" y="209"/>
                      <a:pt x="19" y="215"/>
                    </a:cubicBezTo>
                    <a:cubicBezTo>
                      <a:pt x="20" y="227"/>
                      <a:pt x="20" y="240"/>
                      <a:pt x="23" y="253"/>
                    </a:cubicBezTo>
                    <a:cubicBezTo>
                      <a:pt x="23" y="252"/>
                      <a:pt x="23" y="252"/>
                      <a:pt x="23" y="252"/>
                    </a:cubicBezTo>
                    <a:lnTo>
                      <a:pt x="23" y="253"/>
                    </a:lnTo>
                    <a:lnTo>
                      <a:pt x="23" y="254"/>
                    </a:lnTo>
                    <a:cubicBezTo>
                      <a:pt x="23" y="253"/>
                      <a:pt x="23" y="253"/>
                      <a:pt x="23" y="253"/>
                    </a:cubicBezTo>
                    <a:cubicBezTo>
                      <a:pt x="25" y="262"/>
                      <a:pt x="27" y="272"/>
                      <a:pt x="30" y="281"/>
                    </a:cubicBezTo>
                    <a:cubicBezTo>
                      <a:pt x="32" y="286"/>
                      <a:pt x="33" y="290"/>
                      <a:pt x="35" y="294"/>
                    </a:cubicBezTo>
                    <a:cubicBezTo>
                      <a:pt x="37" y="299"/>
                      <a:pt x="34" y="305"/>
                      <a:pt x="29" y="307"/>
                    </a:cubicBezTo>
                    <a:cubicBezTo>
                      <a:pt x="28" y="307"/>
                      <a:pt x="27" y="308"/>
                      <a:pt x="26" y="308"/>
                    </a:cubicBezTo>
                    <a:cubicBezTo>
                      <a:pt x="22" y="308"/>
                      <a:pt x="18" y="306"/>
                      <a:pt x="16" y="30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" name="Google Shape;250;p2"/>
              <p:cNvSpPr/>
              <p:nvPr/>
            </p:nvSpPr>
            <p:spPr>
              <a:xfrm>
                <a:off x="318960" y="4198680"/>
                <a:ext cx="37440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104" h="40" extrusionOk="0">
                    <a:moveTo>
                      <a:pt x="40" y="39"/>
                    </a:moveTo>
                    <a:cubicBezTo>
                      <a:pt x="31" y="38"/>
                      <a:pt x="22" y="36"/>
                      <a:pt x="13" y="34"/>
                    </a:cubicBezTo>
                    <a:cubicBezTo>
                      <a:pt x="10" y="33"/>
                      <a:pt x="7" y="32"/>
                      <a:pt x="4" y="30"/>
                    </a:cubicBezTo>
                    <a:cubicBezTo>
                      <a:pt x="2" y="27"/>
                      <a:pt x="0" y="24"/>
                      <a:pt x="0" y="20"/>
                    </a:cubicBezTo>
                    <a:cubicBezTo>
                      <a:pt x="0" y="14"/>
                      <a:pt x="5" y="10"/>
                      <a:pt x="11" y="7"/>
                    </a:cubicBezTo>
                    <a:cubicBezTo>
                      <a:pt x="14" y="6"/>
                      <a:pt x="18" y="4"/>
                      <a:pt x="21" y="3"/>
                    </a:cubicBezTo>
                    <a:cubicBezTo>
                      <a:pt x="26" y="0"/>
                      <a:pt x="33" y="3"/>
                      <a:pt x="35" y="9"/>
                    </a:cubicBezTo>
                    <a:cubicBezTo>
                      <a:pt x="36" y="11"/>
                      <a:pt x="36" y="14"/>
                      <a:pt x="35" y="17"/>
                    </a:cubicBezTo>
                    <a:cubicBezTo>
                      <a:pt x="38" y="17"/>
                      <a:pt x="41" y="18"/>
                      <a:pt x="44" y="18"/>
                    </a:cubicBezTo>
                    <a:cubicBezTo>
                      <a:pt x="60" y="19"/>
                      <a:pt x="76" y="19"/>
                      <a:pt x="93" y="18"/>
                    </a:cubicBezTo>
                    <a:cubicBezTo>
                      <a:pt x="98" y="18"/>
                      <a:pt x="102" y="23"/>
                      <a:pt x="103" y="27"/>
                    </a:cubicBezTo>
                    <a:cubicBezTo>
                      <a:pt x="103" y="32"/>
                      <a:pt x="99" y="38"/>
                      <a:pt x="94" y="39"/>
                    </a:cubicBezTo>
                    <a:cubicBezTo>
                      <a:pt x="83" y="39"/>
                      <a:pt x="74" y="39"/>
                      <a:pt x="64" y="39"/>
                    </a:cubicBezTo>
                    <a:cubicBezTo>
                      <a:pt x="56" y="39"/>
                      <a:pt x="48" y="39"/>
                      <a:pt x="40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" name="Google Shape;251;p2"/>
              <p:cNvSpPr/>
              <p:nvPr/>
            </p:nvSpPr>
            <p:spPr>
              <a:xfrm>
                <a:off x="366480" y="4179240"/>
                <a:ext cx="44640" cy="5976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166" extrusionOk="0">
                    <a:moveTo>
                      <a:pt x="25" y="88"/>
                    </a:moveTo>
                    <a:cubicBezTo>
                      <a:pt x="27" y="86"/>
                      <a:pt x="29" y="85"/>
                      <a:pt x="31" y="84"/>
                    </a:cubicBezTo>
                    <a:cubicBezTo>
                      <a:pt x="34" y="81"/>
                      <a:pt x="35" y="79"/>
                      <a:pt x="38" y="77"/>
                    </a:cubicBezTo>
                    <a:cubicBezTo>
                      <a:pt x="45" y="70"/>
                      <a:pt x="51" y="62"/>
                      <a:pt x="57" y="53"/>
                    </a:cubicBezTo>
                    <a:cubicBezTo>
                      <a:pt x="59" y="51"/>
                      <a:pt x="60" y="49"/>
                      <a:pt x="62" y="46"/>
                    </a:cubicBezTo>
                    <a:cubicBezTo>
                      <a:pt x="63" y="44"/>
                      <a:pt x="64" y="42"/>
                      <a:pt x="65" y="40"/>
                    </a:cubicBezTo>
                    <a:cubicBezTo>
                      <a:pt x="67" y="38"/>
                      <a:pt x="70" y="37"/>
                      <a:pt x="72" y="35"/>
                    </a:cubicBezTo>
                    <a:cubicBezTo>
                      <a:pt x="78" y="32"/>
                      <a:pt x="86" y="37"/>
                      <a:pt x="87" y="44"/>
                    </a:cubicBezTo>
                    <a:cubicBezTo>
                      <a:pt x="87" y="46"/>
                      <a:pt x="87" y="49"/>
                      <a:pt x="87" y="51"/>
                    </a:cubicBezTo>
                    <a:lnTo>
                      <a:pt x="87" y="50"/>
                    </a:lnTo>
                    <a:cubicBezTo>
                      <a:pt x="88" y="46"/>
                      <a:pt x="90" y="42"/>
                      <a:pt x="91" y="37"/>
                    </a:cubicBezTo>
                    <a:cubicBezTo>
                      <a:pt x="91" y="34"/>
                      <a:pt x="92" y="30"/>
                      <a:pt x="92" y="27"/>
                    </a:cubicBezTo>
                    <a:lnTo>
                      <a:pt x="92" y="26"/>
                    </a:lnTo>
                    <a:lnTo>
                      <a:pt x="92" y="25"/>
                    </a:lnTo>
                    <a:lnTo>
                      <a:pt x="91" y="25"/>
                    </a:lnTo>
                    <a:lnTo>
                      <a:pt x="90" y="25"/>
                    </a:lnTo>
                    <a:cubicBezTo>
                      <a:pt x="91" y="25"/>
                      <a:pt x="91" y="25"/>
                      <a:pt x="91" y="25"/>
                    </a:cubicBezTo>
                    <a:cubicBezTo>
                      <a:pt x="90" y="25"/>
                      <a:pt x="90" y="24"/>
                      <a:pt x="90" y="24"/>
                    </a:cubicBezTo>
                    <a:lnTo>
                      <a:pt x="89" y="24"/>
                    </a:lnTo>
                    <a:cubicBezTo>
                      <a:pt x="88" y="24"/>
                      <a:pt x="87" y="24"/>
                      <a:pt x="87" y="25"/>
                    </a:cubicBezTo>
                    <a:cubicBezTo>
                      <a:pt x="87" y="25"/>
                      <a:pt x="87" y="24"/>
                      <a:pt x="88" y="24"/>
                    </a:cubicBezTo>
                    <a:cubicBezTo>
                      <a:pt x="87" y="25"/>
                      <a:pt x="86" y="25"/>
                      <a:pt x="85" y="25"/>
                    </a:cubicBezTo>
                    <a:cubicBezTo>
                      <a:pt x="83" y="26"/>
                      <a:pt x="81" y="26"/>
                      <a:pt x="79" y="27"/>
                    </a:cubicBezTo>
                    <a:cubicBezTo>
                      <a:pt x="77" y="29"/>
                      <a:pt x="74" y="30"/>
                      <a:pt x="72" y="32"/>
                    </a:cubicBezTo>
                    <a:cubicBezTo>
                      <a:pt x="67" y="35"/>
                      <a:pt x="62" y="38"/>
                      <a:pt x="58" y="42"/>
                    </a:cubicBezTo>
                    <a:cubicBezTo>
                      <a:pt x="53" y="46"/>
                      <a:pt x="49" y="50"/>
                      <a:pt x="45" y="54"/>
                    </a:cubicBezTo>
                    <a:cubicBezTo>
                      <a:pt x="44" y="56"/>
                      <a:pt x="42" y="58"/>
                      <a:pt x="40" y="60"/>
                    </a:cubicBezTo>
                    <a:cubicBezTo>
                      <a:pt x="37" y="65"/>
                      <a:pt x="33" y="71"/>
                      <a:pt x="30" y="77"/>
                    </a:cubicBezTo>
                    <a:cubicBezTo>
                      <a:pt x="28" y="81"/>
                      <a:pt x="27" y="84"/>
                      <a:pt x="25" y="88"/>
                    </a:cubicBezTo>
                    <a:moveTo>
                      <a:pt x="91" y="165"/>
                    </a:moveTo>
                    <a:cubicBezTo>
                      <a:pt x="88" y="164"/>
                      <a:pt x="85" y="164"/>
                      <a:pt x="82" y="162"/>
                    </a:cubicBezTo>
                    <a:cubicBezTo>
                      <a:pt x="78" y="159"/>
                      <a:pt x="77" y="156"/>
                      <a:pt x="75" y="152"/>
                    </a:cubicBezTo>
                    <a:cubicBezTo>
                      <a:pt x="73" y="148"/>
                      <a:pt x="72" y="142"/>
                      <a:pt x="70" y="137"/>
                    </a:cubicBezTo>
                    <a:cubicBezTo>
                      <a:pt x="69" y="134"/>
                      <a:pt x="69" y="131"/>
                      <a:pt x="68" y="127"/>
                    </a:cubicBezTo>
                    <a:cubicBezTo>
                      <a:pt x="68" y="128"/>
                      <a:pt x="68" y="128"/>
                      <a:pt x="68" y="128"/>
                    </a:cubicBezTo>
                    <a:cubicBezTo>
                      <a:pt x="67" y="125"/>
                      <a:pt x="67" y="122"/>
                      <a:pt x="66" y="118"/>
                    </a:cubicBezTo>
                    <a:cubicBezTo>
                      <a:pt x="65" y="109"/>
                      <a:pt x="64" y="100"/>
                      <a:pt x="64" y="90"/>
                    </a:cubicBezTo>
                    <a:cubicBezTo>
                      <a:pt x="63" y="86"/>
                      <a:pt x="64" y="82"/>
                      <a:pt x="64" y="78"/>
                    </a:cubicBezTo>
                    <a:cubicBezTo>
                      <a:pt x="63" y="79"/>
                      <a:pt x="62" y="81"/>
                      <a:pt x="61" y="82"/>
                    </a:cubicBezTo>
                    <a:cubicBezTo>
                      <a:pt x="59" y="85"/>
                      <a:pt x="57" y="87"/>
                      <a:pt x="55" y="89"/>
                    </a:cubicBezTo>
                    <a:cubicBezTo>
                      <a:pt x="51" y="93"/>
                      <a:pt x="47" y="97"/>
                      <a:pt x="43" y="101"/>
                    </a:cubicBezTo>
                    <a:cubicBezTo>
                      <a:pt x="34" y="109"/>
                      <a:pt x="18" y="120"/>
                      <a:pt x="6" y="110"/>
                    </a:cubicBezTo>
                    <a:cubicBezTo>
                      <a:pt x="4" y="109"/>
                      <a:pt x="3" y="106"/>
                      <a:pt x="2" y="103"/>
                    </a:cubicBezTo>
                    <a:cubicBezTo>
                      <a:pt x="0" y="100"/>
                      <a:pt x="0" y="97"/>
                      <a:pt x="1" y="95"/>
                    </a:cubicBezTo>
                    <a:cubicBezTo>
                      <a:pt x="2" y="90"/>
                      <a:pt x="3" y="87"/>
                      <a:pt x="4" y="83"/>
                    </a:cubicBezTo>
                    <a:cubicBezTo>
                      <a:pt x="7" y="78"/>
                      <a:pt x="9" y="72"/>
                      <a:pt x="11" y="67"/>
                    </a:cubicBezTo>
                    <a:cubicBezTo>
                      <a:pt x="17" y="58"/>
                      <a:pt x="23" y="48"/>
                      <a:pt x="31" y="40"/>
                    </a:cubicBezTo>
                    <a:cubicBezTo>
                      <a:pt x="35" y="35"/>
                      <a:pt x="41" y="30"/>
                      <a:pt x="46" y="25"/>
                    </a:cubicBezTo>
                    <a:cubicBezTo>
                      <a:pt x="52" y="20"/>
                      <a:pt x="58" y="15"/>
                      <a:pt x="65" y="11"/>
                    </a:cubicBezTo>
                    <a:cubicBezTo>
                      <a:pt x="74" y="5"/>
                      <a:pt x="86" y="0"/>
                      <a:pt x="98" y="4"/>
                    </a:cubicBezTo>
                    <a:cubicBezTo>
                      <a:pt x="102" y="5"/>
                      <a:pt x="106" y="9"/>
                      <a:pt x="109" y="12"/>
                    </a:cubicBezTo>
                    <a:cubicBezTo>
                      <a:pt x="111" y="15"/>
                      <a:pt x="112" y="17"/>
                      <a:pt x="113" y="20"/>
                    </a:cubicBezTo>
                    <a:cubicBezTo>
                      <a:pt x="114" y="22"/>
                      <a:pt x="114" y="24"/>
                      <a:pt x="114" y="26"/>
                    </a:cubicBezTo>
                    <a:cubicBezTo>
                      <a:pt x="114" y="30"/>
                      <a:pt x="113" y="33"/>
                      <a:pt x="113" y="37"/>
                    </a:cubicBezTo>
                    <a:cubicBezTo>
                      <a:pt x="112" y="39"/>
                      <a:pt x="112" y="42"/>
                      <a:pt x="111" y="43"/>
                    </a:cubicBezTo>
                    <a:cubicBezTo>
                      <a:pt x="110" y="48"/>
                      <a:pt x="109" y="52"/>
                      <a:pt x="108" y="57"/>
                    </a:cubicBezTo>
                    <a:cubicBezTo>
                      <a:pt x="108" y="56"/>
                      <a:pt x="108" y="56"/>
                      <a:pt x="109" y="55"/>
                    </a:cubicBezTo>
                    <a:cubicBezTo>
                      <a:pt x="108" y="59"/>
                      <a:pt x="107" y="63"/>
                      <a:pt x="106" y="67"/>
                    </a:cubicBezTo>
                    <a:cubicBezTo>
                      <a:pt x="106" y="72"/>
                      <a:pt x="101" y="77"/>
                      <a:pt x="95" y="77"/>
                    </a:cubicBezTo>
                    <a:cubicBezTo>
                      <a:pt x="92" y="77"/>
                      <a:pt x="90" y="75"/>
                      <a:pt x="88" y="73"/>
                    </a:cubicBezTo>
                    <a:cubicBezTo>
                      <a:pt x="87" y="72"/>
                      <a:pt x="86" y="71"/>
                      <a:pt x="85" y="70"/>
                    </a:cubicBezTo>
                    <a:cubicBezTo>
                      <a:pt x="85" y="72"/>
                      <a:pt x="85" y="74"/>
                      <a:pt x="85" y="75"/>
                    </a:cubicBezTo>
                    <a:cubicBezTo>
                      <a:pt x="84" y="82"/>
                      <a:pt x="84" y="89"/>
                      <a:pt x="84" y="96"/>
                    </a:cubicBezTo>
                    <a:cubicBezTo>
                      <a:pt x="85" y="103"/>
                      <a:pt x="85" y="109"/>
                      <a:pt x="87" y="115"/>
                    </a:cubicBezTo>
                    <a:cubicBezTo>
                      <a:pt x="87" y="118"/>
                      <a:pt x="88" y="121"/>
                      <a:pt x="88" y="124"/>
                    </a:cubicBezTo>
                    <a:cubicBezTo>
                      <a:pt x="90" y="129"/>
                      <a:pt x="91" y="133"/>
                      <a:pt x="92" y="137"/>
                    </a:cubicBezTo>
                    <a:cubicBezTo>
                      <a:pt x="92" y="139"/>
                      <a:pt x="93" y="141"/>
                      <a:pt x="94" y="142"/>
                    </a:cubicBezTo>
                    <a:cubicBezTo>
                      <a:pt x="94" y="143"/>
                      <a:pt x="94" y="144"/>
                      <a:pt x="94" y="144"/>
                    </a:cubicBezTo>
                    <a:cubicBezTo>
                      <a:pt x="95" y="144"/>
                      <a:pt x="95" y="144"/>
                      <a:pt x="95" y="144"/>
                    </a:cubicBezTo>
                    <a:cubicBezTo>
                      <a:pt x="95" y="144"/>
                      <a:pt x="96" y="144"/>
                      <a:pt x="97" y="144"/>
                    </a:cubicBezTo>
                    <a:cubicBezTo>
                      <a:pt x="99" y="143"/>
                      <a:pt x="102" y="142"/>
                      <a:pt x="106" y="141"/>
                    </a:cubicBezTo>
                    <a:cubicBezTo>
                      <a:pt x="105" y="141"/>
                      <a:pt x="105" y="141"/>
                      <a:pt x="105" y="141"/>
                    </a:cubicBezTo>
                    <a:cubicBezTo>
                      <a:pt x="106" y="141"/>
                      <a:pt x="108" y="141"/>
                      <a:pt x="109" y="140"/>
                    </a:cubicBezTo>
                    <a:cubicBezTo>
                      <a:pt x="114" y="138"/>
                      <a:pt x="119" y="142"/>
                      <a:pt x="122" y="146"/>
                    </a:cubicBezTo>
                    <a:cubicBezTo>
                      <a:pt x="123" y="152"/>
                      <a:pt x="121" y="158"/>
                      <a:pt x="115" y="160"/>
                    </a:cubicBezTo>
                    <a:cubicBezTo>
                      <a:pt x="109" y="162"/>
                      <a:pt x="102" y="165"/>
                      <a:pt x="94" y="165"/>
                    </a:cubicBezTo>
                    <a:cubicBezTo>
                      <a:pt x="94" y="165"/>
                      <a:pt x="92" y="165"/>
                      <a:pt x="91" y="1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2" name="Google Shape;252;p2"/>
              <p:cNvSpPr/>
              <p:nvPr/>
            </p:nvSpPr>
            <p:spPr>
              <a:xfrm>
                <a:off x="416880" y="4151880"/>
                <a:ext cx="32040" cy="123120"/>
              </a:xfrm>
              <a:custGeom>
                <a:avLst/>
                <a:gdLst/>
                <a:ahLst/>
                <a:cxnLst/>
                <a:rect l="l" t="t" r="r" b="b"/>
                <a:pathLst>
                  <a:path w="89" h="342" extrusionOk="0">
                    <a:moveTo>
                      <a:pt x="3" y="337"/>
                    </a:moveTo>
                    <a:cubicBezTo>
                      <a:pt x="0" y="332"/>
                      <a:pt x="1" y="326"/>
                      <a:pt x="6" y="322"/>
                    </a:cubicBezTo>
                    <a:cubicBezTo>
                      <a:pt x="7" y="321"/>
                      <a:pt x="8" y="320"/>
                      <a:pt x="10" y="319"/>
                    </a:cubicBezTo>
                    <a:cubicBezTo>
                      <a:pt x="14" y="316"/>
                      <a:pt x="18" y="312"/>
                      <a:pt x="22" y="308"/>
                    </a:cubicBezTo>
                    <a:cubicBezTo>
                      <a:pt x="25" y="304"/>
                      <a:pt x="29" y="299"/>
                      <a:pt x="32" y="295"/>
                    </a:cubicBezTo>
                    <a:cubicBezTo>
                      <a:pt x="37" y="288"/>
                      <a:pt x="42" y="280"/>
                      <a:pt x="46" y="273"/>
                    </a:cubicBezTo>
                    <a:cubicBezTo>
                      <a:pt x="49" y="266"/>
                      <a:pt x="52" y="260"/>
                      <a:pt x="55" y="253"/>
                    </a:cubicBezTo>
                    <a:cubicBezTo>
                      <a:pt x="54" y="253"/>
                      <a:pt x="54" y="253"/>
                      <a:pt x="54" y="254"/>
                    </a:cubicBezTo>
                    <a:cubicBezTo>
                      <a:pt x="57" y="246"/>
                      <a:pt x="59" y="238"/>
                      <a:pt x="61" y="231"/>
                    </a:cubicBezTo>
                    <a:cubicBezTo>
                      <a:pt x="62" y="227"/>
                      <a:pt x="63" y="223"/>
                      <a:pt x="64" y="219"/>
                    </a:cubicBezTo>
                    <a:cubicBezTo>
                      <a:pt x="64" y="215"/>
                      <a:pt x="64" y="211"/>
                      <a:pt x="65" y="208"/>
                    </a:cubicBezTo>
                    <a:cubicBezTo>
                      <a:pt x="66" y="200"/>
                      <a:pt x="67" y="193"/>
                      <a:pt x="67" y="185"/>
                    </a:cubicBezTo>
                    <a:cubicBezTo>
                      <a:pt x="68" y="182"/>
                      <a:pt x="68" y="178"/>
                      <a:pt x="68" y="174"/>
                    </a:cubicBezTo>
                    <a:cubicBezTo>
                      <a:pt x="68" y="171"/>
                      <a:pt x="69" y="166"/>
                      <a:pt x="69" y="163"/>
                    </a:cubicBezTo>
                    <a:cubicBezTo>
                      <a:pt x="69" y="155"/>
                      <a:pt x="68" y="148"/>
                      <a:pt x="68" y="140"/>
                    </a:cubicBezTo>
                    <a:cubicBezTo>
                      <a:pt x="68" y="132"/>
                      <a:pt x="67" y="123"/>
                      <a:pt x="67" y="115"/>
                    </a:cubicBezTo>
                    <a:cubicBezTo>
                      <a:pt x="66" y="111"/>
                      <a:pt x="66" y="106"/>
                      <a:pt x="65" y="102"/>
                    </a:cubicBezTo>
                    <a:cubicBezTo>
                      <a:pt x="64" y="98"/>
                      <a:pt x="64" y="94"/>
                      <a:pt x="63" y="89"/>
                    </a:cubicBezTo>
                    <a:cubicBezTo>
                      <a:pt x="60" y="76"/>
                      <a:pt x="57" y="63"/>
                      <a:pt x="53" y="50"/>
                    </a:cubicBezTo>
                    <a:lnTo>
                      <a:pt x="54" y="51"/>
                    </a:lnTo>
                    <a:lnTo>
                      <a:pt x="53" y="50"/>
                    </a:lnTo>
                    <a:cubicBezTo>
                      <a:pt x="53" y="49"/>
                      <a:pt x="53" y="49"/>
                      <a:pt x="53" y="49"/>
                    </a:cubicBezTo>
                    <a:lnTo>
                      <a:pt x="53" y="50"/>
                    </a:lnTo>
                    <a:cubicBezTo>
                      <a:pt x="51" y="42"/>
                      <a:pt x="47" y="35"/>
                      <a:pt x="45" y="27"/>
                    </a:cubicBezTo>
                    <a:cubicBezTo>
                      <a:pt x="43" y="25"/>
                      <a:pt x="42" y="22"/>
                      <a:pt x="41" y="20"/>
                    </a:cubicBezTo>
                    <a:lnTo>
                      <a:pt x="42" y="21"/>
                    </a:lnTo>
                    <a:cubicBezTo>
                      <a:pt x="40" y="19"/>
                      <a:pt x="40" y="17"/>
                      <a:pt x="39" y="16"/>
                    </a:cubicBezTo>
                    <a:cubicBezTo>
                      <a:pt x="38" y="12"/>
                      <a:pt x="39" y="7"/>
                      <a:pt x="42" y="4"/>
                    </a:cubicBezTo>
                    <a:cubicBezTo>
                      <a:pt x="45" y="1"/>
                      <a:pt x="49" y="0"/>
                      <a:pt x="53" y="2"/>
                    </a:cubicBezTo>
                    <a:cubicBezTo>
                      <a:pt x="58" y="3"/>
                      <a:pt x="61" y="7"/>
                      <a:pt x="61" y="13"/>
                    </a:cubicBezTo>
                    <a:cubicBezTo>
                      <a:pt x="63" y="16"/>
                      <a:pt x="64" y="20"/>
                      <a:pt x="66" y="23"/>
                    </a:cubicBezTo>
                    <a:cubicBezTo>
                      <a:pt x="70" y="34"/>
                      <a:pt x="74" y="45"/>
                      <a:pt x="77" y="57"/>
                    </a:cubicBezTo>
                    <a:cubicBezTo>
                      <a:pt x="78" y="63"/>
                      <a:pt x="80" y="70"/>
                      <a:pt x="81" y="77"/>
                    </a:cubicBezTo>
                    <a:cubicBezTo>
                      <a:pt x="82" y="81"/>
                      <a:pt x="82" y="86"/>
                      <a:pt x="83" y="90"/>
                    </a:cubicBezTo>
                    <a:cubicBezTo>
                      <a:pt x="84" y="98"/>
                      <a:pt x="85" y="105"/>
                      <a:pt x="86" y="112"/>
                    </a:cubicBezTo>
                    <a:cubicBezTo>
                      <a:pt x="86" y="117"/>
                      <a:pt x="86" y="122"/>
                      <a:pt x="87" y="127"/>
                    </a:cubicBezTo>
                    <a:cubicBezTo>
                      <a:pt x="88" y="132"/>
                      <a:pt x="88" y="137"/>
                      <a:pt x="88" y="141"/>
                    </a:cubicBezTo>
                    <a:cubicBezTo>
                      <a:pt x="88" y="149"/>
                      <a:pt x="88" y="156"/>
                      <a:pt x="88" y="163"/>
                    </a:cubicBezTo>
                    <a:cubicBezTo>
                      <a:pt x="88" y="168"/>
                      <a:pt x="88" y="173"/>
                      <a:pt x="87" y="179"/>
                    </a:cubicBezTo>
                    <a:cubicBezTo>
                      <a:pt x="87" y="184"/>
                      <a:pt x="86" y="189"/>
                      <a:pt x="86" y="194"/>
                    </a:cubicBezTo>
                    <a:cubicBezTo>
                      <a:pt x="85" y="200"/>
                      <a:pt x="85" y="207"/>
                      <a:pt x="84" y="213"/>
                    </a:cubicBezTo>
                    <a:cubicBezTo>
                      <a:pt x="84" y="215"/>
                      <a:pt x="84" y="217"/>
                      <a:pt x="83" y="220"/>
                    </a:cubicBezTo>
                    <a:cubicBezTo>
                      <a:pt x="82" y="223"/>
                      <a:pt x="82" y="227"/>
                      <a:pt x="81" y="231"/>
                    </a:cubicBezTo>
                    <a:cubicBezTo>
                      <a:pt x="80" y="236"/>
                      <a:pt x="79" y="241"/>
                      <a:pt x="77" y="247"/>
                    </a:cubicBezTo>
                    <a:cubicBezTo>
                      <a:pt x="74" y="258"/>
                      <a:pt x="70" y="269"/>
                      <a:pt x="64" y="280"/>
                    </a:cubicBezTo>
                    <a:cubicBezTo>
                      <a:pt x="57" y="294"/>
                      <a:pt x="49" y="306"/>
                      <a:pt x="39" y="318"/>
                    </a:cubicBezTo>
                    <a:cubicBezTo>
                      <a:pt x="33" y="326"/>
                      <a:pt x="25" y="333"/>
                      <a:pt x="18" y="339"/>
                    </a:cubicBezTo>
                    <a:cubicBezTo>
                      <a:pt x="16" y="340"/>
                      <a:pt x="14" y="341"/>
                      <a:pt x="12" y="341"/>
                    </a:cubicBezTo>
                    <a:cubicBezTo>
                      <a:pt x="8" y="341"/>
                      <a:pt x="6" y="340"/>
                      <a:pt x="3" y="3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3" name="Google Shape;253;p2"/>
              <p:cNvSpPr/>
              <p:nvPr/>
            </p:nvSpPr>
            <p:spPr>
              <a:xfrm>
                <a:off x="145800" y="3965760"/>
                <a:ext cx="46800" cy="119880"/>
              </a:xfrm>
              <a:custGeom>
                <a:avLst/>
                <a:gdLst/>
                <a:ahLst/>
                <a:cxnLst/>
                <a:rect l="l" t="t" r="r" b="b"/>
                <a:pathLst>
                  <a:path w="130" h="333" extrusionOk="0">
                    <a:moveTo>
                      <a:pt x="40" y="311"/>
                    </a:moveTo>
                    <a:lnTo>
                      <a:pt x="40" y="310"/>
                    </a:lnTo>
                    <a:cubicBezTo>
                      <a:pt x="41" y="309"/>
                      <a:pt x="41" y="309"/>
                      <a:pt x="41" y="309"/>
                    </a:cubicBezTo>
                    <a:cubicBezTo>
                      <a:pt x="42" y="307"/>
                      <a:pt x="44" y="305"/>
                      <a:pt x="45" y="302"/>
                    </a:cubicBezTo>
                    <a:cubicBezTo>
                      <a:pt x="48" y="298"/>
                      <a:pt x="50" y="294"/>
                      <a:pt x="52" y="289"/>
                    </a:cubicBezTo>
                    <a:lnTo>
                      <a:pt x="51" y="290"/>
                    </a:lnTo>
                    <a:cubicBezTo>
                      <a:pt x="51" y="290"/>
                      <a:pt x="52" y="289"/>
                      <a:pt x="52" y="288"/>
                    </a:cubicBezTo>
                    <a:cubicBezTo>
                      <a:pt x="53" y="286"/>
                      <a:pt x="54" y="282"/>
                      <a:pt x="55" y="279"/>
                    </a:cubicBezTo>
                    <a:cubicBezTo>
                      <a:pt x="59" y="267"/>
                      <a:pt x="63" y="255"/>
                      <a:pt x="66" y="243"/>
                    </a:cubicBezTo>
                    <a:cubicBezTo>
                      <a:pt x="67" y="233"/>
                      <a:pt x="70" y="222"/>
                      <a:pt x="71" y="212"/>
                    </a:cubicBezTo>
                    <a:cubicBezTo>
                      <a:pt x="72" y="205"/>
                      <a:pt x="73" y="199"/>
                      <a:pt x="73" y="194"/>
                    </a:cubicBezTo>
                    <a:cubicBezTo>
                      <a:pt x="66" y="199"/>
                      <a:pt x="59" y="204"/>
                      <a:pt x="52" y="210"/>
                    </a:cubicBezTo>
                    <a:cubicBezTo>
                      <a:pt x="47" y="214"/>
                      <a:pt x="42" y="218"/>
                      <a:pt x="38" y="223"/>
                    </a:cubicBezTo>
                    <a:cubicBezTo>
                      <a:pt x="36" y="225"/>
                      <a:pt x="34" y="227"/>
                      <a:pt x="32" y="230"/>
                    </a:cubicBezTo>
                    <a:cubicBezTo>
                      <a:pt x="30" y="233"/>
                      <a:pt x="28" y="235"/>
                      <a:pt x="27" y="238"/>
                    </a:cubicBezTo>
                    <a:cubicBezTo>
                      <a:pt x="26" y="240"/>
                      <a:pt x="25" y="242"/>
                      <a:pt x="24" y="245"/>
                    </a:cubicBezTo>
                    <a:cubicBezTo>
                      <a:pt x="24" y="246"/>
                      <a:pt x="23" y="248"/>
                      <a:pt x="23" y="249"/>
                    </a:cubicBezTo>
                    <a:cubicBezTo>
                      <a:pt x="22" y="252"/>
                      <a:pt x="22" y="255"/>
                      <a:pt x="21" y="258"/>
                    </a:cubicBezTo>
                    <a:cubicBezTo>
                      <a:pt x="21" y="257"/>
                      <a:pt x="21" y="256"/>
                      <a:pt x="21" y="256"/>
                    </a:cubicBezTo>
                    <a:cubicBezTo>
                      <a:pt x="21" y="260"/>
                      <a:pt x="21" y="264"/>
                      <a:pt x="21" y="268"/>
                    </a:cubicBezTo>
                    <a:cubicBezTo>
                      <a:pt x="21" y="270"/>
                      <a:pt x="21" y="272"/>
                      <a:pt x="22" y="274"/>
                    </a:cubicBezTo>
                    <a:cubicBezTo>
                      <a:pt x="23" y="279"/>
                      <a:pt x="24" y="283"/>
                      <a:pt x="26" y="287"/>
                    </a:cubicBezTo>
                    <a:cubicBezTo>
                      <a:pt x="26" y="287"/>
                      <a:pt x="25" y="287"/>
                      <a:pt x="25" y="286"/>
                    </a:cubicBezTo>
                    <a:cubicBezTo>
                      <a:pt x="26" y="290"/>
                      <a:pt x="28" y="294"/>
                      <a:pt x="30" y="297"/>
                    </a:cubicBezTo>
                    <a:cubicBezTo>
                      <a:pt x="30" y="299"/>
                      <a:pt x="31" y="300"/>
                      <a:pt x="32" y="302"/>
                    </a:cubicBezTo>
                    <a:cubicBezTo>
                      <a:pt x="33" y="304"/>
                      <a:pt x="34" y="305"/>
                      <a:pt x="35" y="307"/>
                    </a:cubicBezTo>
                    <a:cubicBezTo>
                      <a:pt x="36" y="307"/>
                      <a:pt x="37" y="308"/>
                      <a:pt x="38" y="309"/>
                    </a:cubicBezTo>
                    <a:cubicBezTo>
                      <a:pt x="39" y="310"/>
                      <a:pt x="39" y="310"/>
                      <a:pt x="40" y="310"/>
                    </a:cubicBezTo>
                    <a:cubicBezTo>
                      <a:pt x="40" y="311"/>
                      <a:pt x="40" y="311"/>
                      <a:pt x="40" y="311"/>
                    </a:cubicBezTo>
                    <a:moveTo>
                      <a:pt x="36" y="332"/>
                    </a:moveTo>
                    <a:cubicBezTo>
                      <a:pt x="30" y="330"/>
                      <a:pt x="24" y="326"/>
                      <a:pt x="20" y="322"/>
                    </a:cubicBezTo>
                    <a:cubicBezTo>
                      <a:pt x="15" y="316"/>
                      <a:pt x="12" y="309"/>
                      <a:pt x="9" y="302"/>
                    </a:cubicBezTo>
                    <a:cubicBezTo>
                      <a:pt x="6" y="295"/>
                      <a:pt x="4" y="289"/>
                      <a:pt x="3" y="282"/>
                    </a:cubicBezTo>
                    <a:cubicBezTo>
                      <a:pt x="1" y="274"/>
                      <a:pt x="0" y="267"/>
                      <a:pt x="1" y="259"/>
                    </a:cubicBezTo>
                    <a:cubicBezTo>
                      <a:pt x="2" y="252"/>
                      <a:pt x="2" y="245"/>
                      <a:pt x="5" y="238"/>
                    </a:cubicBezTo>
                    <a:cubicBezTo>
                      <a:pt x="7" y="231"/>
                      <a:pt x="11" y="225"/>
                      <a:pt x="15" y="219"/>
                    </a:cubicBezTo>
                    <a:cubicBezTo>
                      <a:pt x="24" y="208"/>
                      <a:pt x="35" y="198"/>
                      <a:pt x="47" y="189"/>
                    </a:cubicBezTo>
                    <a:cubicBezTo>
                      <a:pt x="55" y="182"/>
                      <a:pt x="65" y="176"/>
                      <a:pt x="74" y="169"/>
                    </a:cubicBezTo>
                    <a:cubicBezTo>
                      <a:pt x="75" y="168"/>
                      <a:pt x="76" y="168"/>
                      <a:pt x="77" y="167"/>
                    </a:cubicBezTo>
                    <a:cubicBezTo>
                      <a:pt x="78" y="159"/>
                      <a:pt x="79" y="152"/>
                      <a:pt x="80" y="143"/>
                    </a:cubicBezTo>
                    <a:cubicBezTo>
                      <a:pt x="81" y="133"/>
                      <a:pt x="82" y="122"/>
                      <a:pt x="84" y="111"/>
                    </a:cubicBezTo>
                    <a:cubicBezTo>
                      <a:pt x="84" y="110"/>
                      <a:pt x="84" y="109"/>
                      <a:pt x="85" y="108"/>
                    </a:cubicBezTo>
                    <a:cubicBezTo>
                      <a:pt x="80" y="113"/>
                      <a:pt x="76" y="118"/>
                      <a:pt x="70" y="122"/>
                    </a:cubicBezTo>
                    <a:cubicBezTo>
                      <a:pt x="66" y="125"/>
                      <a:pt x="59" y="128"/>
                      <a:pt x="53" y="128"/>
                    </a:cubicBezTo>
                    <a:cubicBezTo>
                      <a:pt x="47" y="128"/>
                      <a:pt x="41" y="126"/>
                      <a:pt x="35" y="122"/>
                    </a:cubicBezTo>
                    <a:cubicBezTo>
                      <a:pt x="31" y="118"/>
                      <a:pt x="27" y="113"/>
                      <a:pt x="24" y="108"/>
                    </a:cubicBezTo>
                    <a:cubicBezTo>
                      <a:pt x="20" y="101"/>
                      <a:pt x="18" y="94"/>
                      <a:pt x="17" y="86"/>
                    </a:cubicBezTo>
                    <a:cubicBezTo>
                      <a:pt x="13" y="72"/>
                      <a:pt x="13" y="57"/>
                      <a:pt x="16" y="42"/>
                    </a:cubicBezTo>
                    <a:cubicBezTo>
                      <a:pt x="17" y="31"/>
                      <a:pt x="21" y="20"/>
                      <a:pt x="26" y="11"/>
                    </a:cubicBezTo>
                    <a:cubicBezTo>
                      <a:pt x="28" y="7"/>
                      <a:pt x="32" y="4"/>
                      <a:pt x="36" y="1"/>
                    </a:cubicBezTo>
                    <a:cubicBezTo>
                      <a:pt x="40" y="0"/>
                      <a:pt x="42" y="0"/>
                      <a:pt x="46" y="0"/>
                    </a:cubicBezTo>
                    <a:cubicBezTo>
                      <a:pt x="52" y="1"/>
                      <a:pt x="56" y="7"/>
                      <a:pt x="55" y="13"/>
                    </a:cubicBezTo>
                    <a:cubicBezTo>
                      <a:pt x="54" y="18"/>
                      <a:pt x="50" y="22"/>
                      <a:pt x="45" y="22"/>
                    </a:cubicBezTo>
                    <a:cubicBezTo>
                      <a:pt x="44" y="23"/>
                      <a:pt x="44" y="24"/>
                      <a:pt x="43" y="25"/>
                    </a:cubicBezTo>
                    <a:cubicBezTo>
                      <a:pt x="43" y="25"/>
                      <a:pt x="44" y="25"/>
                      <a:pt x="44" y="24"/>
                    </a:cubicBezTo>
                    <a:cubicBezTo>
                      <a:pt x="42" y="27"/>
                      <a:pt x="41" y="29"/>
                      <a:pt x="40" y="32"/>
                    </a:cubicBezTo>
                    <a:cubicBezTo>
                      <a:pt x="38" y="36"/>
                      <a:pt x="37" y="41"/>
                      <a:pt x="37" y="46"/>
                    </a:cubicBezTo>
                    <a:cubicBezTo>
                      <a:pt x="35" y="48"/>
                      <a:pt x="35" y="52"/>
                      <a:pt x="35" y="55"/>
                    </a:cubicBezTo>
                    <a:cubicBezTo>
                      <a:pt x="34" y="59"/>
                      <a:pt x="34" y="63"/>
                      <a:pt x="34" y="67"/>
                    </a:cubicBezTo>
                    <a:lnTo>
                      <a:pt x="34" y="66"/>
                    </a:lnTo>
                    <a:cubicBezTo>
                      <a:pt x="34" y="67"/>
                      <a:pt x="34" y="67"/>
                      <a:pt x="34" y="67"/>
                    </a:cubicBezTo>
                    <a:cubicBezTo>
                      <a:pt x="35" y="67"/>
                      <a:pt x="35" y="67"/>
                      <a:pt x="35" y="68"/>
                    </a:cubicBezTo>
                    <a:cubicBezTo>
                      <a:pt x="35" y="67"/>
                      <a:pt x="35" y="67"/>
                      <a:pt x="35" y="67"/>
                    </a:cubicBezTo>
                    <a:cubicBezTo>
                      <a:pt x="35" y="72"/>
                      <a:pt x="35" y="76"/>
                      <a:pt x="37" y="81"/>
                    </a:cubicBezTo>
                    <a:cubicBezTo>
                      <a:pt x="36" y="80"/>
                      <a:pt x="36" y="80"/>
                      <a:pt x="36" y="80"/>
                    </a:cubicBezTo>
                    <a:cubicBezTo>
                      <a:pt x="37" y="83"/>
                      <a:pt x="38" y="86"/>
                      <a:pt x="38" y="90"/>
                    </a:cubicBezTo>
                    <a:cubicBezTo>
                      <a:pt x="39" y="92"/>
                      <a:pt x="40" y="94"/>
                      <a:pt x="41" y="96"/>
                    </a:cubicBezTo>
                    <a:cubicBezTo>
                      <a:pt x="41" y="97"/>
                      <a:pt x="42" y="98"/>
                      <a:pt x="42" y="99"/>
                    </a:cubicBezTo>
                    <a:cubicBezTo>
                      <a:pt x="44" y="101"/>
                      <a:pt x="45" y="103"/>
                      <a:pt x="47" y="104"/>
                    </a:cubicBezTo>
                    <a:cubicBezTo>
                      <a:pt x="47" y="105"/>
                      <a:pt x="47" y="105"/>
                      <a:pt x="48" y="105"/>
                    </a:cubicBezTo>
                    <a:cubicBezTo>
                      <a:pt x="48" y="106"/>
                      <a:pt x="48" y="106"/>
                      <a:pt x="48" y="106"/>
                    </a:cubicBezTo>
                    <a:cubicBezTo>
                      <a:pt x="48" y="106"/>
                      <a:pt x="49" y="106"/>
                      <a:pt x="49" y="107"/>
                    </a:cubicBezTo>
                    <a:lnTo>
                      <a:pt x="49" y="106"/>
                    </a:lnTo>
                    <a:cubicBezTo>
                      <a:pt x="49" y="107"/>
                      <a:pt x="49" y="107"/>
                      <a:pt x="49" y="107"/>
                    </a:cubicBezTo>
                    <a:cubicBezTo>
                      <a:pt x="50" y="107"/>
                      <a:pt x="50" y="107"/>
                      <a:pt x="50" y="107"/>
                    </a:cubicBezTo>
                    <a:lnTo>
                      <a:pt x="49" y="107"/>
                    </a:lnTo>
                    <a:cubicBezTo>
                      <a:pt x="50" y="107"/>
                      <a:pt x="50" y="107"/>
                      <a:pt x="50" y="107"/>
                    </a:cubicBezTo>
                    <a:lnTo>
                      <a:pt x="49" y="107"/>
                    </a:lnTo>
                    <a:lnTo>
                      <a:pt x="49" y="106"/>
                    </a:lnTo>
                    <a:cubicBezTo>
                      <a:pt x="49" y="107"/>
                      <a:pt x="50" y="107"/>
                      <a:pt x="50" y="107"/>
                    </a:cubicBezTo>
                    <a:cubicBezTo>
                      <a:pt x="51" y="107"/>
                      <a:pt x="51" y="107"/>
                      <a:pt x="52" y="107"/>
                    </a:cubicBezTo>
                    <a:lnTo>
                      <a:pt x="53" y="107"/>
                    </a:lnTo>
                    <a:cubicBezTo>
                      <a:pt x="54" y="107"/>
                      <a:pt x="54" y="107"/>
                      <a:pt x="54" y="107"/>
                    </a:cubicBezTo>
                    <a:cubicBezTo>
                      <a:pt x="55" y="107"/>
                      <a:pt x="55" y="107"/>
                      <a:pt x="56" y="106"/>
                    </a:cubicBezTo>
                    <a:cubicBezTo>
                      <a:pt x="56" y="106"/>
                      <a:pt x="57" y="106"/>
                      <a:pt x="58" y="106"/>
                    </a:cubicBezTo>
                    <a:cubicBezTo>
                      <a:pt x="58" y="105"/>
                      <a:pt x="59" y="104"/>
                      <a:pt x="61" y="103"/>
                    </a:cubicBezTo>
                    <a:cubicBezTo>
                      <a:pt x="63" y="101"/>
                      <a:pt x="65" y="100"/>
                      <a:pt x="66" y="98"/>
                    </a:cubicBezTo>
                    <a:cubicBezTo>
                      <a:pt x="69" y="94"/>
                      <a:pt x="72" y="91"/>
                      <a:pt x="74" y="87"/>
                    </a:cubicBezTo>
                    <a:cubicBezTo>
                      <a:pt x="78" y="82"/>
                      <a:pt x="81" y="76"/>
                      <a:pt x="84" y="71"/>
                    </a:cubicBezTo>
                    <a:cubicBezTo>
                      <a:pt x="88" y="64"/>
                      <a:pt x="91" y="57"/>
                      <a:pt x="95" y="49"/>
                    </a:cubicBezTo>
                    <a:cubicBezTo>
                      <a:pt x="96" y="46"/>
                      <a:pt x="97" y="43"/>
                      <a:pt x="98" y="39"/>
                    </a:cubicBezTo>
                    <a:cubicBezTo>
                      <a:pt x="98" y="38"/>
                      <a:pt x="99" y="37"/>
                      <a:pt x="99" y="36"/>
                    </a:cubicBezTo>
                    <a:cubicBezTo>
                      <a:pt x="101" y="27"/>
                      <a:pt x="104" y="17"/>
                      <a:pt x="106" y="8"/>
                    </a:cubicBezTo>
                    <a:cubicBezTo>
                      <a:pt x="108" y="3"/>
                      <a:pt x="113" y="0"/>
                      <a:pt x="119" y="0"/>
                    </a:cubicBezTo>
                    <a:cubicBezTo>
                      <a:pt x="124" y="1"/>
                      <a:pt x="129" y="7"/>
                      <a:pt x="127" y="12"/>
                    </a:cubicBezTo>
                    <a:cubicBezTo>
                      <a:pt x="126" y="19"/>
                      <a:pt x="124" y="25"/>
                      <a:pt x="122" y="31"/>
                    </a:cubicBezTo>
                    <a:cubicBezTo>
                      <a:pt x="122" y="33"/>
                      <a:pt x="121" y="34"/>
                      <a:pt x="120" y="37"/>
                    </a:cubicBezTo>
                    <a:cubicBezTo>
                      <a:pt x="118" y="46"/>
                      <a:pt x="115" y="56"/>
                      <a:pt x="113" y="66"/>
                    </a:cubicBezTo>
                    <a:cubicBezTo>
                      <a:pt x="111" y="76"/>
                      <a:pt x="109" y="86"/>
                      <a:pt x="107" y="96"/>
                    </a:cubicBezTo>
                    <a:cubicBezTo>
                      <a:pt x="105" y="108"/>
                      <a:pt x="102" y="121"/>
                      <a:pt x="100" y="133"/>
                    </a:cubicBezTo>
                    <a:cubicBezTo>
                      <a:pt x="99" y="139"/>
                      <a:pt x="98" y="146"/>
                      <a:pt x="98" y="152"/>
                    </a:cubicBezTo>
                    <a:cubicBezTo>
                      <a:pt x="100" y="150"/>
                      <a:pt x="102" y="149"/>
                      <a:pt x="105" y="147"/>
                    </a:cubicBezTo>
                    <a:cubicBezTo>
                      <a:pt x="106" y="146"/>
                      <a:pt x="107" y="145"/>
                      <a:pt x="108" y="145"/>
                    </a:cubicBezTo>
                    <a:cubicBezTo>
                      <a:pt x="112" y="142"/>
                      <a:pt x="118" y="142"/>
                      <a:pt x="121" y="147"/>
                    </a:cubicBezTo>
                    <a:cubicBezTo>
                      <a:pt x="125" y="151"/>
                      <a:pt x="123" y="157"/>
                      <a:pt x="119" y="160"/>
                    </a:cubicBezTo>
                    <a:cubicBezTo>
                      <a:pt x="111" y="166"/>
                      <a:pt x="103" y="172"/>
                      <a:pt x="94" y="178"/>
                    </a:cubicBezTo>
                    <a:cubicBezTo>
                      <a:pt x="94" y="185"/>
                      <a:pt x="93" y="192"/>
                      <a:pt x="92" y="198"/>
                    </a:cubicBezTo>
                    <a:cubicBezTo>
                      <a:pt x="91" y="209"/>
                      <a:pt x="89" y="219"/>
                      <a:pt x="87" y="230"/>
                    </a:cubicBezTo>
                    <a:cubicBezTo>
                      <a:pt x="87" y="233"/>
                      <a:pt x="86" y="237"/>
                      <a:pt x="86" y="241"/>
                    </a:cubicBezTo>
                    <a:cubicBezTo>
                      <a:pt x="85" y="243"/>
                      <a:pt x="84" y="245"/>
                      <a:pt x="84" y="248"/>
                    </a:cubicBezTo>
                    <a:cubicBezTo>
                      <a:pt x="83" y="253"/>
                      <a:pt x="81" y="260"/>
                      <a:pt x="79" y="266"/>
                    </a:cubicBezTo>
                    <a:cubicBezTo>
                      <a:pt x="78" y="272"/>
                      <a:pt x="76" y="277"/>
                      <a:pt x="74" y="282"/>
                    </a:cubicBezTo>
                    <a:cubicBezTo>
                      <a:pt x="73" y="287"/>
                      <a:pt x="72" y="292"/>
                      <a:pt x="69" y="297"/>
                    </a:cubicBezTo>
                    <a:cubicBezTo>
                      <a:pt x="67" y="302"/>
                      <a:pt x="65" y="307"/>
                      <a:pt x="62" y="312"/>
                    </a:cubicBezTo>
                    <a:cubicBezTo>
                      <a:pt x="60" y="318"/>
                      <a:pt x="57" y="323"/>
                      <a:pt x="53" y="327"/>
                    </a:cubicBezTo>
                    <a:cubicBezTo>
                      <a:pt x="49" y="330"/>
                      <a:pt x="45" y="332"/>
                      <a:pt x="40" y="332"/>
                    </a:cubicBezTo>
                    <a:cubicBezTo>
                      <a:pt x="38" y="332"/>
                      <a:pt x="37" y="332"/>
                      <a:pt x="36" y="3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4" name="Google Shape;254;p2"/>
              <p:cNvSpPr/>
              <p:nvPr/>
            </p:nvSpPr>
            <p:spPr>
              <a:xfrm>
                <a:off x="219240" y="3984120"/>
                <a:ext cx="26280" cy="11520"/>
              </a:xfrm>
              <a:custGeom>
                <a:avLst/>
                <a:gdLst/>
                <a:ahLst/>
                <a:cxnLst/>
                <a:rect l="l" t="t" r="r" b="b"/>
                <a:pathLst>
                  <a:path w="73" h="32" extrusionOk="0">
                    <a:moveTo>
                      <a:pt x="13" y="31"/>
                    </a:moveTo>
                    <a:cubicBezTo>
                      <a:pt x="9" y="30"/>
                      <a:pt x="7" y="29"/>
                      <a:pt x="4" y="27"/>
                    </a:cubicBezTo>
                    <a:cubicBezTo>
                      <a:pt x="0" y="23"/>
                      <a:pt x="0" y="15"/>
                      <a:pt x="5" y="11"/>
                    </a:cubicBezTo>
                    <a:cubicBezTo>
                      <a:pt x="10" y="7"/>
                      <a:pt x="17" y="6"/>
                      <a:pt x="23" y="5"/>
                    </a:cubicBezTo>
                    <a:cubicBezTo>
                      <a:pt x="27" y="4"/>
                      <a:pt x="31" y="4"/>
                      <a:pt x="35" y="3"/>
                    </a:cubicBezTo>
                    <a:cubicBezTo>
                      <a:pt x="43" y="2"/>
                      <a:pt x="52" y="1"/>
                      <a:pt x="60" y="0"/>
                    </a:cubicBezTo>
                    <a:cubicBezTo>
                      <a:pt x="66" y="0"/>
                      <a:pt x="71" y="4"/>
                      <a:pt x="71" y="10"/>
                    </a:cubicBezTo>
                    <a:cubicBezTo>
                      <a:pt x="72" y="16"/>
                      <a:pt x="68" y="21"/>
                      <a:pt x="62" y="22"/>
                    </a:cubicBezTo>
                    <a:cubicBezTo>
                      <a:pt x="52" y="23"/>
                      <a:pt x="43" y="24"/>
                      <a:pt x="33" y="25"/>
                    </a:cubicBezTo>
                    <a:cubicBezTo>
                      <a:pt x="30" y="26"/>
                      <a:pt x="26" y="27"/>
                      <a:pt x="23" y="28"/>
                    </a:cubicBezTo>
                    <a:cubicBezTo>
                      <a:pt x="20" y="29"/>
                      <a:pt x="17" y="31"/>
                      <a:pt x="14" y="31"/>
                    </a:cubicBezTo>
                    <a:lnTo>
                      <a:pt x="13" y="3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5" name="Google Shape;255;p2"/>
              <p:cNvSpPr/>
              <p:nvPr/>
            </p:nvSpPr>
            <p:spPr>
              <a:xfrm>
                <a:off x="210600" y="3980520"/>
                <a:ext cx="69840" cy="39240"/>
              </a:xfrm>
              <a:custGeom>
                <a:avLst/>
                <a:gdLst/>
                <a:ahLst/>
                <a:cxnLst/>
                <a:rect l="l" t="t" r="r" b="b"/>
                <a:pathLst>
                  <a:path w="194" h="109" extrusionOk="0">
                    <a:moveTo>
                      <a:pt x="14" y="108"/>
                    </a:moveTo>
                    <a:cubicBezTo>
                      <a:pt x="10" y="108"/>
                      <a:pt x="5" y="106"/>
                      <a:pt x="3" y="102"/>
                    </a:cubicBezTo>
                    <a:cubicBezTo>
                      <a:pt x="1" y="100"/>
                      <a:pt x="0" y="97"/>
                      <a:pt x="0" y="93"/>
                    </a:cubicBezTo>
                    <a:cubicBezTo>
                      <a:pt x="2" y="87"/>
                      <a:pt x="7" y="83"/>
                      <a:pt x="13" y="84"/>
                    </a:cubicBezTo>
                    <a:cubicBezTo>
                      <a:pt x="15" y="84"/>
                      <a:pt x="16" y="85"/>
                      <a:pt x="17" y="86"/>
                    </a:cubicBezTo>
                    <a:cubicBezTo>
                      <a:pt x="18" y="86"/>
                      <a:pt x="19" y="86"/>
                      <a:pt x="19" y="85"/>
                    </a:cubicBezTo>
                    <a:cubicBezTo>
                      <a:pt x="21" y="85"/>
                      <a:pt x="23" y="84"/>
                      <a:pt x="25" y="84"/>
                    </a:cubicBezTo>
                    <a:cubicBezTo>
                      <a:pt x="28" y="83"/>
                      <a:pt x="32" y="81"/>
                      <a:pt x="35" y="80"/>
                    </a:cubicBezTo>
                    <a:cubicBezTo>
                      <a:pt x="40" y="77"/>
                      <a:pt x="45" y="75"/>
                      <a:pt x="51" y="73"/>
                    </a:cubicBezTo>
                    <a:cubicBezTo>
                      <a:pt x="50" y="73"/>
                      <a:pt x="50" y="73"/>
                      <a:pt x="49" y="73"/>
                    </a:cubicBezTo>
                    <a:cubicBezTo>
                      <a:pt x="50" y="73"/>
                      <a:pt x="51" y="73"/>
                      <a:pt x="51" y="72"/>
                    </a:cubicBezTo>
                    <a:cubicBezTo>
                      <a:pt x="51" y="73"/>
                      <a:pt x="51" y="73"/>
                      <a:pt x="50" y="73"/>
                    </a:cubicBezTo>
                    <a:cubicBezTo>
                      <a:pt x="69" y="64"/>
                      <a:pt x="88" y="53"/>
                      <a:pt x="107" y="43"/>
                    </a:cubicBezTo>
                    <a:cubicBezTo>
                      <a:pt x="127" y="32"/>
                      <a:pt x="148" y="20"/>
                      <a:pt x="169" y="9"/>
                    </a:cubicBezTo>
                    <a:cubicBezTo>
                      <a:pt x="172" y="7"/>
                      <a:pt x="175" y="5"/>
                      <a:pt x="178" y="3"/>
                    </a:cubicBezTo>
                    <a:cubicBezTo>
                      <a:pt x="183" y="0"/>
                      <a:pt x="189" y="2"/>
                      <a:pt x="191" y="7"/>
                    </a:cubicBezTo>
                    <a:cubicBezTo>
                      <a:pt x="193" y="11"/>
                      <a:pt x="192" y="17"/>
                      <a:pt x="188" y="19"/>
                    </a:cubicBezTo>
                    <a:cubicBezTo>
                      <a:pt x="166" y="32"/>
                      <a:pt x="144" y="44"/>
                      <a:pt x="123" y="56"/>
                    </a:cubicBezTo>
                    <a:cubicBezTo>
                      <a:pt x="113" y="62"/>
                      <a:pt x="104" y="67"/>
                      <a:pt x="94" y="73"/>
                    </a:cubicBezTo>
                    <a:cubicBezTo>
                      <a:pt x="84" y="79"/>
                      <a:pt x="73" y="84"/>
                      <a:pt x="63" y="90"/>
                    </a:cubicBezTo>
                    <a:cubicBezTo>
                      <a:pt x="56" y="93"/>
                      <a:pt x="49" y="97"/>
                      <a:pt x="41" y="100"/>
                    </a:cubicBezTo>
                    <a:cubicBezTo>
                      <a:pt x="37" y="102"/>
                      <a:pt x="33" y="104"/>
                      <a:pt x="27" y="105"/>
                    </a:cubicBezTo>
                    <a:cubicBezTo>
                      <a:pt x="23" y="107"/>
                      <a:pt x="19" y="108"/>
                      <a:pt x="14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6" name="Google Shape;256;p2"/>
              <p:cNvSpPr/>
              <p:nvPr/>
            </p:nvSpPr>
            <p:spPr>
              <a:xfrm>
                <a:off x="259200" y="3936600"/>
                <a:ext cx="75240" cy="136800"/>
              </a:xfrm>
              <a:custGeom>
                <a:avLst/>
                <a:gdLst/>
                <a:ahLst/>
                <a:cxnLst/>
                <a:rect l="l" t="t" r="r" b="b"/>
                <a:pathLst>
                  <a:path w="209" h="380" extrusionOk="0">
                    <a:moveTo>
                      <a:pt x="47" y="379"/>
                    </a:moveTo>
                    <a:cubicBezTo>
                      <a:pt x="35" y="378"/>
                      <a:pt x="23" y="373"/>
                      <a:pt x="14" y="364"/>
                    </a:cubicBezTo>
                    <a:cubicBezTo>
                      <a:pt x="5" y="354"/>
                      <a:pt x="1" y="340"/>
                      <a:pt x="0" y="327"/>
                    </a:cubicBezTo>
                    <a:cubicBezTo>
                      <a:pt x="0" y="320"/>
                      <a:pt x="2" y="313"/>
                      <a:pt x="4" y="307"/>
                    </a:cubicBezTo>
                    <a:cubicBezTo>
                      <a:pt x="6" y="299"/>
                      <a:pt x="9" y="292"/>
                      <a:pt x="12" y="285"/>
                    </a:cubicBezTo>
                    <a:cubicBezTo>
                      <a:pt x="13" y="280"/>
                      <a:pt x="20" y="277"/>
                      <a:pt x="25" y="280"/>
                    </a:cubicBezTo>
                    <a:cubicBezTo>
                      <a:pt x="30" y="282"/>
                      <a:pt x="32" y="288"/>
                      <a:pt x="30" y="293"/>
                    </a:cubicBezTo>
                    <a:cubicBezTo>
                      <a:pt x="29" y="294"/>
                      <a:pt x="29" y="296"/>
                      <a:pt x="28" y="297"/>
                    </a:cubicBezTo>
                    <a:cubicBezTo>
                      <a:pt x="29" y="296"/>
                      <a:pt x="29" y="296"/>
                      <a:pt x="29" y="296"/>
                    </a:cubicBezTo>
                    <a:cubicBezTo>
                      <a:pt x="26" y="303"/>
                      <a:pt x="23" y="309"/>
                      <a:pt x="22" y="317"/>
                    </a:cubicBezTo>
                    <a:cubicBezTo>
                      <a:pt x="22" y="319"/>
                      <a:pt x="21" y="321"/>
                      <a:pt x="21" y="322"/>
                    </a:cubicBezTo>
                    <a:cubicBezTo>
                      <a:pt x="21" y="324"/>
                      <a:pt x="21" y="326"/>
                      <a:pt x="21" y="328"/>
                    </a:cubicBezTo>
                    <a:cubicBezTo>
                      <a:pt x="21" y="330"/>
                      <a:pt x="21" y="331"/>
                      <a:pt x="22" y="332"/>
                    </a:cubicBezTo>
                    <a:cubicBezTo>
                      <a:pt x="22" y="334"/>
                      <a:pt x="22" y="335"/>
                      <a:pt x="22" y="336"/>
                    </a:cubicBezTo>
                    <a:cubicBezTo>
                      <a:pt x="23" y="338"/>
                      <a:pt x="24" y="340"/>
                      <a:pt x="25" y="341"/>
                    </a:cubicBezTo>
                    <a:cubicBezTo>
                      <a:pt x="25" y="343"/>
                      <a:pt x="26" y="344"/>
                      <a:pt x="27" y="346"/>
                    </a:cubicBezTo>
                    <a:cubicBezTo>
                      <a:pt x="27" y="346"/>
                      <a:pt x="28" y="347"/>
                      <a:pt x="29" y="348"/>
                    </a:cubicBezTo>
                    <a:cubicBezTo>
                      <a:pt x="30" y="349"/>
                      <a:pt x="30" y="350"/>
                      <a:pt x="32" y="351"/>
                    </a:cubicBezTo>
                    <a:cubicBezTo>
                      <a:pt x="32" y="351"/>
                      <a:pt x="33" y="353"/>
                      <a:pt x="34" y="353"/>
                    </a:cubicBezTo>
                    <a:cubicBezTo>
                      <a:pt x="34" y="354"/>
                      <a:pt x="36" y="354"/>
                      <a:pt x="37" y="355"/>
                    </a:cubicBezTo>
                    <a:cubicBezTo>
                      <a:pt x="38" y="355"/>
                      <a:pt x="39" y="355"/>
                      <a:pt x="40" y="356"/>
                    </a:cubicBezTo>
                    <a:cubicBezTo>
                      <a:pt x="41" y="357"/>
                      <a:pt x="42" y="357"/>
                      <a:pt x="43" y="357"/>
                    </a:cubicBezTo>
                    <a:cubicBezTo>
                      <a:pt x="45" y="357"/>
                      <a:pt x="47" y="358"/>
                      <a:pt x="48" y="358"/>
                    </a:cubicBezTo>
                    <a:cubicBezTo>
                      <a:pt x="50" y="358"/>
                      <a:pt x="51" y="358"/>
                      <a:pt x="52" y="358"/>
                    </a:cubicBezTo>
                    <a:cubicBezTo>
                      <a:pt x="53" y="358"/>
                      <a:pt x="54" y="358"/>
                      <a:pt x="54" y="358"/>
                    </a:cubicBezTo>
                    <a:cubicBezTo>
                      <a:pt x="55" y="358"/>
                      <a:pt x="55" y="358"/>
                      <a:pt x="55" y="357"/>
                    </a:cubicBezTo>
                    <a:lnTo>
                      <a:pt x="56" y="357"/>
                    </a:lnTo>
                    <a:cubicBezTo>
                      <a:pt x="58" y="356"/>
                      <a:pt x="60" y="355"/>
                      <a:pt x="61" y="354"/>
                    </a:cubicBezTo>
                    <a:cubicBezTo>
                      <a:pt x="64" y="353"/>
                      <a:pt x="66" y="351"/>
                      <a:pt x="68" y="350"/>
                    </a:cubicBezTo>
                    <a:cubicBezTo>
                      <a:pt x="70" y="347"/>
                      <a:pt x="72" y="345"/>
                      <a:pt x="75" y="343"/>
                    </a:cubicBezTo>
                    <a:cubicBezTo>
                      <a:pt x="78" y="339"/>
                      <a:pt x="82" y="334"/>
                      <a:pt x="85" y="330"/>
                    </a:cubicBezTo>
                    <a:cubicBezTo>
                      <a:pt x="85" y="330"/>
                      <a:pt x="84" y="331"/>
                      <a:pt x="84" y="332"/>
                    </a:cubicBezTo>
                    <a:cubicBezTo>
                      <a:pt x="87" y="326"/>
                      <a:pt x="91" y="321"/>
                      <a:pt x="94" y="315"/>
                    </a:cubicBezTo>
                    <a:cubicBezTo>
                      <a:pt x="97" y="310"/>
                      <a:pt x="99" y="305"/>
                      <a:pt x="101" y="300"/>
                    </a:cubicBezTo>
                    <a:cubicBezTo>
                      <a:pt x="103" y="296"/>
                      <a:pt x="104" y="291"/>
                      <a:pt x="105" y="286"/>
                    </a:cubicBezTo>
                    <a:cubicBezTo>
                      <a:pt x="107" y="275"/>
                      <a:pt x="109" y="264"/>
                      <a:pt x="111" y="254"/>
                    </a:cubicBezTo>
                    <a:cubicBezTo>
                      <a:pt x="111" y="246"/>
                      <a:pt x="113" y="238"/>
                      <a:pt x="114" y="231"/>
                    </a:cubicBezTo>
                    <a:cubicBezTo>
                      <a:pt x="115" y="215"/>
                      <a:pt x="117" y="199"/>
                      <a:pt x="118" y="182"/>
                    </a:cubicBezTo>
                    <a:lnTo>
                      <a:pt x="118" y="181"/>
                    </a:lnTo>
                    <a:lnTo>
                      <a:pt x="118" y="180"/>
                    </a:lnTo>
                    <a:cubicBezTo>
                      <a:pt x="118" y="181"/>
                      <a:pt x="118" y="181"/>
                      <a:pt x="118" y="181"/>
                    </a:cubicBezTo>
                    <a:cubicBezTo>
                      <a:pt x="118" y="179"/>
                      <a:pt x="119" y="176"/>
                      <a:pt x="119" y="173"/>
                    </a:cubicBezTo>
                    <a:cubicBezTo>
                      <a:pt x="119" y="174"/>
                      <a:pt x="119" y="174"/>
                      <a:pt x="119" y="174"/>
                    </a:cubicBezTo>
                    <a:cubicBezTo>
                      <a:pt x="119" y="173"/>
                      <a:pt x="120" y="171"/>
                      <a:pt x="120" y="170"/>
                    </a:cubicBezTo>
                    <a:cubicBezTo>
                      <a:pt x="120" y="169"/>
                      <a:pt x="120" y="168"/>
                      <a:pt x="120" y="167"/>
                    </a:cubicBezTo>
                    <a:lnTo>
                      <a:pt x="120" y="168"/>
                    </a:lnTo>
                    <a:cubicBezTo>
                      <a:pt x="120" y="167"/>
                      <a:pt x="120" y="165"/>
                      <a:pt x="120" y="164"/>
                    </a:cubicBezTo>
                    <a:lnTo>
                      <a:pt x="120" y="165"/>
                    </a:lnTo>
                    <a:cubicBezTo>
                      <a:pt x="120" y="164"/>
                      <a:pt x="120" y="163"/>
                      <a:pt x="120" y="162"/>
                    </a:cubicBezTo>
                    <a:cubicBezTo>
                      <a:pt x="120" y="161"/>
                      <a:pt x="120" y="160"/>
                      <a:pt x="120" y="159"/>
                    </a:cubicBezTo>
                    <a:lnTo>
                      <a:pt x="120" y="160"/>
                    </a:lnTo>
                    <a:cubicBezTo>
                      <a:pt x="120" y="159"/>
                      <a:pt x="121" y="157"/>
                      <a:pt x="121" y="156"/>
                    </a:cubicBezTo>
                    <a:cubicBezTo>
                      <a:pt x="121" y="157"/>
                      <a:pt x="121" y="157"/>
                      <a:pt x="121" y="157"/>
                    </a:cubicBezTo>
                    <a:cubicBezTo>
                      <a:pt x="121" y="156"/>
                      <a:pt x="121" y="154"/>
                      <a:pt x="121" y="153"/>
                    </a:cubicBezTo>
                    <a:lnTo>
                      <a:pt x="121" y="154"/>
                    </a:lnTo>
                    <a:cubicBezTo>
                      <a:pt x="121" y="152"/>
                      <a:pt x="121" y="149"/>
                      <a:pt x="121" y="147"/>
                    </a:cubicBezTo>
                    <a:lnTo>
                      <a:pt x="121" y="148"/>
                    </a:lnTo>
                    <a:cubicBezTo>
                      <a:pt x="121" y="148"/>
                      <a:pt x="121" y="147"/>
                      <a:pt x="121" y="146"/>
                    </a:cubicBezTo>
                    <a:lnTo>
                      <a:pt x="121" y="145"/>
                    </a:lnTo>
                    <a:cubicBezTo>
                      <a:pt x="121" y="146"/>
                      <a:pt x="121" y="146"/>
                      <a:pt x="121" y="146"/>
                    </a:cubicBezTo>
                    <a:cubicBezTo>
                      <a:pt x="122" y="134"/>
                      <a:pt x="124" y="123"/>
                      <a:pt x="125" y="111"/>
                    </a:cubicBezTo>
                    <a:cubicBezTo>
                      <a:pt x="126" y="107"/>
                      <a:pt x="127" y="103"/>
                      <a:pt x="128" y="98"/>
                    </a:cubicBezTo>
                    <a:cubicBezTo>
                      <a:pt x="129" y="92"/>
                      <a:pt x="129" y="86"/>
                      <a:pt x="131" y="80"/>
                    </a:cubicBezTo>
                    <a:cubicBezTo>
                      <a:pt x="132" y="74"/>
                      <a:pt x="134" y="68"/>
                      <a:pt x="135" y="61"/>
                    </a:cubicBezTo>
                    <a:cubicBezTo>
                      <a:pt x="137" y="54"/>
                      <a:pt x="139" y="46"/>
                      <a:pt x="142" y="39"/>
                    </a:cubicBezTo>
                    <a:cubicBezTo>
                      <a:pt x="145" y="33"/>
                      <a:pt x="147" y="26"/>
                      <a:pt x="151" y="20"/>
                    </a:cubicBezTo>
                    <a:cubicBezTo>
                      <a:pt x="154" y="15"/>
                      <a:pt x="160" y="10"/>
                      <a:pt x="166" y="6"/>
                    </a:cubicBezTo>
                    <a:cubicBezTo>
                      <a:pt x="171" y="2"/>
                      <a:pt x="177" y="1"/>
                      <a:pt x="183" y="1"/>
                    </a:cubicBezTo>
                    <a:cubicBezTo>
                      <a:pt x="186" y="0"/>
                      <a:pt x="189" y="2"/>
                      <a:pt x="192" y="3"/>
                    </a:cubicBezTo>
                    <a:cubicBezTo>
                      <a:pt x="195" y="5"/>
                      <a:pt x="197" y="7"/>
                      <a:pt x="199" y="9"/>
                    </a:cubicBezTo>
                    <a:cubicBezTo>
                      <a:pt x="203" y="13"/>
                      <a:pt x="206" y="18"/>
                      <a:pt x="206" y="24"/>
                    </a:cubicBezTo>
                    <a:cubicBezTo>
                      <a:pt x="208" y="30"/>
                      <a:pt x="206" y="36"/>
                      <a:pt x="205" y="41"/>
                    </a:cubicBezTo>
                    <a:cubicBezTo>
                      <a:pt x="203" y="49"/>
                      <a:pt x="200" y="57"/>
                      <a:pt x="197" y="64"/>
                    </a:cubicBezTo>
                    <a:cubicBezTo>
                      <a:pt x="196" y="67"/>
                      <a:pt x="195" y="71"/>
                      <a:pt x="193" y="74"/>
                    </a:cubicBezTo>
                    <a:cubicBezTo>
                      <a:pt x="192" y="76"/>
                      <a:pt x="191" y="78"/>
                      <a:pt x="190" y="79"/>
                    </a:cubicBezTo>
                    <a:cubicBezTo>
                      <a:pt x="188" y="82"/>
                      <a:pt x="187" y="85"/>
                      <a:pt x="185" y="88"/>
                    </a:cubicBezTo>
                    <a:cubicBezTo>
                      <a:pt x="182" y="90"/>
                      <a:pt x="180" y="92"/>
                      <a:pt x="176" y="92"/>
                    </a:cubicBezTo>
                    <a:cubicBezTo>
                      <a:pt x="172" y="92"/>
                      <a:pt x="168" y="89"/>
                      <a:pt x="167" y="86"/>
                    </a:cubicBezTo>
                    <a:cubicBezTo>
                      <a:pt x="166" y="84"/>
                      <a:pt x="165" y="82"/>
                      <a:pt x="165" y="80"/>
                    </a:cubicBezTo>
                    <a:cubicBezTo>
                      <a:pt x="165" y="79"/>
                      <a:pt x="166" y="78"/>
                      <a:pt x="166" y="76"/>
                    </a:cubicBezTo>
                    <a:cubicBezTo>
                      <a:pt x="166" y="72"/>
                      <a:pt x="168" y="69"/>
                      <a:pt x="171" y="68"/>
                    </a:cubicBezTo>
                    <a:cubicBezTo>
                      <a:pt x="172" y="67"/>
                      <a:pt x="173" y="65"/>
                      <a:pt x="174" y="64"/>
                    </a:cubicBezTo>
                    <a:cubicBezTo>
                      <a:pt x="176" y="60"/>
                      <a:pt x="178" y="54"/>
                      <a:pt x="180" y="50"/>
                    </a:cubicBezTo>
                    <a:cubicBezTo>
                      <a:pt x="181" y="48"/>
                      <a:pt x="181" y="47"/>
                      <a:pt x="182" y="45"/>
                    </a:cubicBezTo>
                    <a:cubicBezTo>
                      <a:pt x="183" y="41"/>
                      <a:pt x="184" y="38"/>
                      <a:pt x="185" y="34"/>
                    </a:cubicBezTo>
                    <a:cubicBezTo>
                      <a:pt x="185" y="33"/>
                      <a:pt x="185" y="32"/>
                      <a:pt x="185" y="30"/>
                    </a:cubicBezTo>
                    <a:lnTo>
                      <a:pt x="185" y="29"/>
                    </a:lnTo>
                    <a:cubicBezTo>
                      <a:pt x="185" y="28"/>
                      <a:pt x="185" y="27"/>
                      <a:pt x="185" y="27"/>
                    </a:cubicBezTo>
                    <a:lnTo>
                      <a:pt x="185" y="26"/>
                    </a:lnTo>
                    <a:cubicBezTo>
                      <a:pt x="185" y="25"/>
                      <a:pt x="185" y="25"/>
                      <a:pt x="184" y="25"/>
                    </a:cubicBezTo>
                    <a:lnTo>
                      <a:pt x="184" y="24"/>
                    </a:lnTo>
                    <a:cubicBezTo>
                      <a:pt x="184" y="23"/>
                      <a:pt x="183" y="23"/>
                      <a:pt x="183" y="23"/>
                    </a:cubicBezTo>
                    <a:cubicBezTo>
                      <a:pt x="182" y="23"/>
                      <a:pt x="182" y="22"/>
                      <a:pt x="182" y="22"/>
                    </a:cubicBezTo>
                    <a:lnTo>
                      <a:pt x="181" y="22"/>
                    </a:lnTo>
                    <a:cubicBezTo>
                      <a:pt x="180" y="22"/>
                      <a:pt x="179" y="23"/>
                      <a:pt x="178" y="23"/>
                    </a:cubicBezTo>
                    <a:lnTo>
                      <a:pt x="177" y="24"/>
                    </a:lnTo>
                    <a:cubicBezTo>
                      <a:pt x="175" y="25"/>
                      <a:pt x="174" y="26"/>
                      <a:pt x="173" y="27"/>
                    </a:cubicBezTo>
                    <a:cubicBezTo>
                      <a:pt x="171" y="28"/>
                      <a:pt x="171" y="29"/>
                      <a:pt x="170" y="29"/>
                    </a:cubicBezTo>
                    <a:cubicBezTo>
                      <a:pt x="170" y="29"/>
                      <a:pt x="170" y="30"/>
                      <a:pt x="169" y="30"/>
                    </a:cubicBezTo>
                    <a:cubicBezTo>
                      <a:pt x="168" y="32"/>
                      <a:pt x="167" y="34"/>
                      <a:pt x="166" y="36"/>
                    </a:cubicBezTo>
                    <a:cubicBezTo>
                      <a:pt x="164" y="40"/>
                      <a:pt x="162" y="44"/>
                      <a:pt x="160" y="48"/>
                    </a:cubicBezTo>
                    <a:cubicBezTo>
                      <a:pt x="156" y="60"/>
                      <a:pt x="153" y="71"/>
                      <a:pt x="150" y="82"/>
                    </a:cubicBezTo>
                    <a:cubicBezTo>
                      <a:pt x="150" y="88"/>
                      <a:pt x="149" y="93"/>
                      <a:pt x="148" y="98"/>
                    </a:cubicBezTo>
                    <a:cubicBezTo>
                      <a:pt x="147" y="101"/>
                      <a:pt x="146" y="106"/>
                      <a:pt x="146" y="109"/>
                    </a:cubicBezTo>
                    <a:cubicBezTo>
                      <a:pt x="145" y="111"/>
                      <a:pt x="145" y="112"/>
                      <a:pt x="145" y="114"/>
                    </a:cubicBezTo>
                    <a:cubicBezTo>
                      <a:pt x="144" y="120"/>
                      <a:pt x="143" y="125"/>
                      <a:pt x="143" y="131"/>
                    </a:cubicBezTo>
                    <a:cubicBezTo>
                      <a:pt x="142" y="136"/>
                      <a:pt x="142" y="142"/>
                      <a:pt x="141" y="148"/>
                    </a:cubicBezTo>
                    <a:cubicBezTo>
                      <a:pt x="139" y="160"/>
                      <a:pt x="138" y="172"/>
                      <a:pt x="137" y="184"/>
                    </a:cubicBezTo>
                    <a:lnTo>
                      <a:pt x="137" y="183"/>
                    </a:lnTo>
                    <a:cubicBezTo>
                      <a:pt x="135" y="206"/>
                      <a:pt x="132" y="228"/>
                      <a:pt x="129" y="251"/>
                    </a:cubicBezTo>
                    <a:cubicBezTo>
                      <a:pt x="129" y="255"/>
                      <a:pt x="128" y="260"/>
                      <a:pt x="127" y="265"/>
                    </a:cubicBezTo>
                    <a:cubicBezTo>
                      <a:pt x="126" y="273"/>
                      <a:pt x="125" y="282"/>
                      <a:pt x="123" y="290"/>
                    </a:cubicBezTo>
                    <a:cubicBezTo>
                      <a:pt x="120" y="305"/>
                      <a:pt x="114" y="319"/>
                      <a:pt x="106" y="332"/>
                    </a:cubicBezTo>
                    <a:cubicBezTo>
                      <a:pt x="99" y="344"/>
                      <a:pt x="90" y="356"/>
                      <a:pt x="80" y="365"/>
                    </a:cubicBezTo>
                    <a:cubicBezTo>
                      <a:pt x="75" y="369"/>
                      <a:pt x="70" y="373"/>
                      <a:pt x="65" y="376"/>
                    </a:cubicBezTo>
                    <a:cubicBezTo>
                      <a:pt x="61" y="378"/>
                      <a:pt x="55" y="379"/>
                      <a:pt x="51" y="379"/>
                    </a:cubicBezTo>
                    <a:cubicBezTo>
                      <a:pt x="50" y="379"/>
                      <a:pt x="48" y="379"/>
                      <a:pt x="47" y="3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" name="Google Shape;257;p2"/>
              <p:cNvSpPr/>
              <p:nvPr/>
            </p:nvSpPr>
            <p:spPr>
              <a:xfrm>
                <a:off x="276120" y="4002120"/>
                <a:ext cx="33120" cy="13680"/>
              </a:xfrm>
              <a:custGeom>
                <a:avLst/>
                <a:gdLst/>
                <a:ahLst/>
                <a:cxnLst/>
                <a:rect l="l" t="t" r="r" b="b"/>
                <a:pathLst>
                  <a:path w="92" h="38" extrusionOk="0">
                    <a:moveTo>
                      <a:pt x="11" y="37"/>
                    </a:moveTo>
                    <a:cubicBezTo>
                      <a:pt x="10" y="36"/>
                      <a:pt x="8" y="36"/>
                      <a:pt x="7" y="35"/>
                    </a:cubicBezTo>
                    <a:cubicBezTo>
                      <a:pt x="4" y="34"/>
                      <a:pt x="1" y="31"/>
                      <a:pt x="1" y="28"/>
                    </a:cubicBezTo>
                    <a:cubicBezTo>
                      <a:pt x="0" y="24"/>
                      <a:pt x="1" y="20"/>
                      <a:pt x="3" y="18"/>
                    </a:cubicBezTo>
                    <a:cubicBezTo>
                      <a:pt x="4" y="16"/>
                      <a:pt x="6" y="15"/>
                      <a:pt x="8" y="14"/>
                    </a:cubicBezTo>
                    <a:cubicBezTo>
                      <a:pt x="10" y="13"/>
                      <a:pt x="13" y="12"/>
                      <a:pt x="15" y="11"/>
                    </a:cubicBezTo>
                    <a:cubicBezTo>
                      <a:pt x="21" y="9"/>
                      <a:pt x="27" y="8"/>
                      <a:pt x="33" y="7"/>
                    </a:cubicBezTo>
                    <a:cubicBezTo>
                      <a:pt x="39" y="6"/>
                      <a:pt x="45" y="5"/>
                      <a:pt x="50" y="5"/>
                    </a:cubicBezTo>
                    <a:cubicBezTo>
                      <a:pt x="60" y="3"/>
                      <a:pt x="70" y="2"/>
                      <a:pt x="80" y="0"/>
                    </a:cubicBezTo>
                    <a:cubicBezTo>
                      <a:pt x="85" y="0"/>
                      <a:pt x="90" y="4"/>
                      <a:pt x="91" y="9"/>
                    </a:cubicBezTo>
                    <a:cubicBezTo>
                      <a:pt x="91" y="15"/>
                      <a:pt x="87" y="20"/>
                      <a:pt x="82" y="20"/>
                    </a:cubicBezTo>
                    <a:cubicBezTo>
                      <a:pt x="73" y="22"/>
                      <a:pt x="64" y="23"/>
                      <a:pt x="55" y="25"/>
                    </a:cubicBezTo>
                    <a:cubicBezTo>
                      <a:pt x="50" y="26"/>
                      <a:pt x="44" y="27"/>
                      <a:pt x="39" y="28"/>
                    </a:cubicBezTo>
                    <a:cubicBezTo>
                      <a:pt x="33" y="29"/>
                      <a:pt x="28" y="30"/>
                      <a:pt x="22" y="31"/>
                    </a:cubicBezTo>
                    <a:cubicBezTo>
                      <a:pt x="21" y="35"/>
                      <a:pt x="17" y="37"/>
                      <a:pt x="13" y="37"/>
                    </a:cubicBezTo>
                    <a:cubicBezTo>
                      <a:pt x="13" y="37"/>
                      <a:pt x="12" y="37"/>
                      <a:pt x="11" y="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" name="Google Shape;258;p2"/>
              <p:cNvSpPr/>
              <p:nvPr/>
            </p:nvSpPr>
            <p:spPr>
              <a:xfrm>
                <a:off x="334800" y="3932280"/>
                <a:ext cx="30240" cy="114120"/>
              </a:xfrm>
              <a:custGeom>
                <a:avLst/>
                <a:gdLst/>
                <a:ahLst/>
                <a:cxnLst/>
                <a:rect l="l" t="t" r="r" b="b"/>
                <a:pathLst>
                  <a:path w="84" h="317" extrusionOk="0">
                    <a:moveTo>
                      <a:pt x="45" y="313"/>
                    </a:moveTo>
                    <a:cubicBezTo>
                      <a:pt x="41" y="308"/>
                      <a:pt x="37" y="303"/>
                      <a:pt x="33" y="298"/>
                    </a:cubicBezTo>
                    <a:cubicBezTo>
                      <a:pt x="28" y="291"/>
                      <a:pt x="25" y="284"/>
                      <a:pt x="22" y="277"/>
                    </a:cubicBezTo>
                    <a:cubicBezTo>
                      <a:pt x="19" y="271"/>
                      <a:pt x="17" y="264"/>
                      <a:pt x="15" y="257"/>
                    </a:cubicBezTo>
                    <a:cubicBezTo>
                      <a:pt x="13" y="252"/>
                      <a:pt x="12" y="246"/>
                      <a:pt x="11" y="240"/>
                    </a:cubicBezTo>
                    <a:cubicBezTo>
                      <a:pt x="9" y="234"/>
                      <a:pt x="8" y="227"/>
                      <a:pt x="7" y="221"/>
                    </a:cubicBezTo>
                    <a:cubicBezTo>
                      <a:pt x="6" y="214"/>
                      <a:pt x="5" y="208"/>
                      <a:pt x="4" y="202"/>
                    </a:cubicBezTo>
                    <a:cubicBezTo>
                      <a:pt x="2" y="190"/>
                      <a:pt x="0" y="179"/>
                      <a:pt x="0" y="168"/>
                    </a:cubicBezTo>
                    <a:cubicBezTo>
                      <a:pt x="0" y="153"/>
                      <a:pt x="2" y="137"/>
                      <a:pt x="6" y="123"/>
                    </a:cubicBezTo>
                    <a:cubicBezTo>
                      <a:pt x="10" y="104"/>
                      <a:pt x="16" y="84"/>
                      <a:pt x="24" y="66"/>
                    </a:cubicBezTo>
                    <a:cubicBezTo>
                      <a:pt x="28" y="58"/>
                      <a:pt x="32" y="49"/>
                      <a:pt x="37" y="41"/>
                    </a:cubicBezTo>
                    <a:cubicBezTo>
                      <a:pt x="40" y="36"/>
                      <a:pt x="44" y="31"/>
                      <a:pt x="47" y="26"/>
                    </a:cubicBezTo>
                    <a:cubicBezTo>
                      <a:pt x="51" y="20"/>
                      <a:pt x="55" y="15"/>
                      <a:pt x="59" y="10"/>
                    </a:cubicBezTo>
                    <a:cubicBezTo>
                      <a:pt x="60" y="9"/>
                      <a:pt x="60" y="7"/>
                      <a:pt x="61" y="7"/>
                    </a:cubicBezTo>
                    <a:cubicBezTo>
                      <a:pt x="65" y="2"/>
                      <a:pt x="71" y="0"/>
                      <a:pt x="76" y="3"/>
                    </a:cubicBezTo>
                    <a:cubicBezTo>
                      <a:pt x="81" y="6"/>
                      <a:pt x="83" y="13"/>
                      <a:pt x="80" y="19"/>
                    </a:cubicBezTo>
                    <a:cubicBezTo>
                      <a:pt x="77" y="23"/>
                      <a:pt x="73" y="27"/>
                      <a:pt x="70" y="31"/>
                    </a:cubicBezTo>
                    <a:cubicBezTo>
                      <a:pt x="66" y="37"/>
                      <a:pt x="62" y="42"/>
                      <a:pt x="58" y="48"/>
                    </a:cubicBezTo>
                    <a:cubicBezTo>
                      <a:pt x="58" y="47"/>
                      <a:pt x="58" y="46"/>
                      <a:pt x="58" y="46"/>
                    </a:cubicBezTo>
                    <a:cubicBezTo>
                      <a:pt x="55" y="52"/>
                      <a:pt x="51" y="57"/>
                      <a:pt x="48" y="62"/>
                    </a:cubicBezTo>
                    <a:cubicBezTo>
                      <a:pt x="44" y="71"/>
                      <a:pt x="40" y="80"/>
                      <a:pt x="37" y="89"/>
                    </a:cubicBezTo>
                    <a:lnTo>
                      <a:pt x="37" y="88"/>
                    </a:lnTo>
                    <a:cubicBezTo>
                      <a:pt x="34" y="96"/>
                      <a:pt x="31" y="104"/>
                      <a:pt x="28" y="113"/>
                    </a:cubicBezTo>
                    <a:cubicBezTo>
                      <a:pt x="27" y="119"/>
                      <a:pt x="25" y="126"/>
                      <a:pt x="23" y="133"/>
                    </a:cubicBezTo>
                    <a:cubicBezTo>
                      <a:pt x="22" y="139"/>
                      <a:pt x="21" y="144"/>
                      <a:pt x="21" y="150"/>
                    </a:cubicBezTo>
                    <a:cubicBezTo>
                      <a:pt x="20" y="158"/>
                      <a:pt x="20" y="168"/>
                      <a:pt x="20" y="176"/>
                    </a:cubicBezTo>
                    <a:cubicBezTo>
                      <a:pt x="21" y="190"/>
                      <a:pt x="24" y="203"/>
                      <a:pt x="25" y="216"/>
                    </a:cubicBezTo>
                    <a:cubicBezTo>
                      <a:pt x="27" y="221"/>
                      <a:pt x="28" y="227"/>
                      <a:pt x="29" y="232"/>
                    </a:cubicBezTo>
                    <a:cubicBezTo>
                      <a:pt x="31" y="241"/>
                      <a:pt x="32" y="249"/>
                      <a:pt x="35" y="257"/>
                    </a:cubicBezTo>
                    <a:cubicBezTo>
                      <a:pt x="37" y="263"/>
                      <a:pt x="39" y="268"/>
                      <a:pt x="42" y="273"/>
                    </a:cubicBezTo>
                    <a:cubicBezTo>
                      <a:pt x="41" y="273"/>
                      <a:pt x="41" y="273"/>
                      <a:pt x="41" y="272"/>
                    </a:cubicBezTo>
                    <a:cubicBezTo>
                      <a:pt x="43" y="277"/>
                      <a:pt x="45" y="281"/>
                      <a:pt x="48" y="285"/>
                    </a:cubicBezTo>
                    <a:cubicBezTo>
                      <a:pt x="51" y="288"/>
                      <a:pt x="53" y="292"/>
                      <a:pt x="56" y="295"/>
                    </a:cubicBezTo>
                    <a:lnTo>
                      <a:pt x="55" y="295"/>
                    </a:lnTo>
                    <a:cubicBezTo>
                      <a:pt x="57" y="296"/>
                      <a:pt x="58" y="298"/>
                      <a:pt x="60" y="299"/>
                    </a:cubicBezTo>
                    <a:cubicBezTo>
                      <a:pt x="63" y="303"/>
                      <a:pt x="63" y="310"/>
                      <a:pt x="59" y="314"/>
                    </a:cubicBezTo>
                    <a:cubicBezTo>
                      <a:pt x="58" y="316"/>
                      <a:pt x="55" y="316"/>
                      <a:pt x="52" y="316"/>
                    </a:cubicBezTo>
                    <a:cubicBezTo>
                      <a:pt x="49" y="316"/>
                      <a:pt x="47" y="316"/>
                      <a:pt x="45" y="3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9" name="Google Shape;259;p2"/>
              <p:cNvSpPr/>
              <p:nvPr/>
            </p:nvSpPr>
            <p:spPr>
              <a:xfrm>
                <a:off x="383760" y="3972960"/>
                <a:ext cx="38880" cy="54720"/>
              </a:xfrm>
              <a:custGeom>
                <a:avLst/>
                <a:gdLst/>
                <a:ahLst/>
                <a:cxnLst/>
                <a:rect l="l" t="t" r="r" b="b"/>
                <a:pathLst>
                  <a:path w="108" h="152" extrusionOk="0">
                    <a:moveTo>
                      <a:pt x="91" y="150"/>
                    </a:moveTo>
                    <a:cubicBezTo>
                      <a:pt x="86" y="146"/>
                      <a:pt x="81" y="143"/>
                      <a:pt x="77" y="139"/>
                    </a:cubicBezTo>
                    <a:cubicBezTo>
                      <a:pt x="74" y="136"/>
                      <a:pt x="71" y="133"/>
                      <a:pt x="68" y="130"/>
                    </a:cubicBezTo>
                    <a:cubicBezTo>
                      <a:pt x="64" y="127"/>
                      <a:pt x="61" y="123"/>
                      <a:pt x="58" y="120"/>
                    </a:cubicBezTo>
                    <a:cubicBezTo>
                      <a:pt x="51" y="112"/>
                      <a:pt x="44" y="105"/>
                      <a:pt x="38" y="97"/>
                    </a:cubicBezTo>
                    <a:cubicBezTo>
                      <a:pt x="29" y="85"/>
                      <a:pt x="20" y="73"/>
                      <a:pt x="13" y="59"/>
                    </a:cubicBezTo>
                    <a:cubicBezTo>
                      <a:pt x="10" y="54"/>
                      <a:pt x="8" y="48"/>
                      <a:pt x="5" y="42"/>
                    </a:cubicBezTo>
                    <a:cubicBezTo>
                      <a:pt x="3" y="35"/>
                      <a:pt x="1" y="29"/>
                      <a:pt x="1" y="23"/>
                    </a:cubicBezTo>
                    <a:cubicBezTo>
                      <a:pt x="0" y="17"/>
                      <a:pt x="1" y="12"/>
                      <a:pt x="4" y="6"/>
                    </a:cubicBezTo>
                    <a:cubicBezTo>
                      <a:pt x="6" y="3"/>
                      <a:pt x="10" y="1"/>
                      <a:pt x="15" y="0"/>
                    </a:cubicBezTo>
                    <a:cubicBezTo>
                      <a:pt x="21" y="0"/>
                      <a:pt x="25" y="6"/>
                      <a:pt x="25" y="12"/>
                    </a:cubicBezTo>
                    <a:cubicBezTo>
                      <a:pt x="25" y="15"/>
                      <a:pt x="24" y="17"/>
                      <a:pt x="22" y="20"/>
                    </a:cubicBezTo>
                    <a:lnTo>
                      <a:pt x="22" y="21"/>
                    </a:lnTo>
                    <a:cubicBezTo>
                      <a:pt x="22" y="22"/>
                      <a:pt x="22" y="24"/>
                      <a:pt x="22" y="25"/>
                    </a:cubicBezTo>
                    <a:cubicBezTo>
                      <a:pt x="23" y="27"/>
                      <a:pt x="24" y="30"/>
                      <a:pt x="24" y="31"/>
                    </a:cubicBezTo>
                    <a:lnTo>
                      <a:pt x="24" y="30"/>
                    </a:lnTo>
                    <a:cubicBezTo>
                      <a:pt x="26" y="37"/>
                      <a:pt x="29" y="44"/>
                      <a:pt x="32" y="50"/>
                    </a:cubicBezTo>
                    <a:cubicBezTo>
                      <a:pt x="34" y="55"/>
                      <a:pt x="36" y="59"/>
                      <a:pt x="39" y="63"/>
                    </a:cubicBezTo>
                    <a:lnTo>
                      <a:pt x="38" y="62"/>
                    </a:lnTo>
                    <a:cubicBezTo>
                      <a:pt x="44" y="71"/>
                      <a:pt x="50" y="80"/>
                      <a:pt x="57" y="88"/>
                    </a:cubicBezTo>
                    <a:cubicBezTo>
                      <a:pt x="62" y="94"/>
                      <a:pt x="67" y="100"/>
                      <a:pt x="72" y="105"/>
                    </a:cubicBezTo>
                    <a:cubicBezTo>
                      <a:pt x="77" y="111"/>
                      <a:pt x="82" y="116"/>
                      <a:pt x="87" y="121"/>
                    </a:cubicBezTo>
                    <a:cubicBezTo>
                      <a:pt x="90" y="123"/>
                      <a:pt x="93" y="126"/>
                      <a:pt x="96" y="129"/>
                    </a:cubicBezTo>
                    <a:cubicBezTo>
                      <a:pt x="98" y="130"/>
                      <a:pt x="100" y="131"/>
                      <a:pt x="101" y="132"/>
                    </a:cubicBezTo>
                    <a:cubicBezTo>
                      <a:pt x="106" y="135"/>
                      <a:pt x="107" y="141"/>
                      <a:pt x="104" y="146"/>
                    </a:cubicBezTo>
                    <a:cubicBezTo>
                      <a:pt x="103" y="149"/>
                      <a:pt x="99" y="151"/>
                      <a:pt x="96" y="151"/>
                    </a:cubicBezTo>
                    <a:cubicBezTo>
                      <a:pt x="94" y="151"/>
                      <a:pt x="92" y="151"/>
                      <a:pt x="91" y="1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0" name="Google Shape;260;p2"/>
              <p:cNvSpPr/>
              <p:nvPr/>
            </p:nvSpPr>
            <p:spPr>
              <a:xfrm>
                <a:off x="385560" y="3981960"/>
                <a:ext cx="39240" cy="4284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119" extrusionOk="0">
                    <a:moveTo>
                      <a:pt x="10" y="118"/>
                    </a:moveTo>
                    <a:cubicBezTo>
                      <a:pt x="5" y="118"/>
                      <a:pt x="0" y="114"/>
                      <a:pt x="0" y="108"/>
                    </a:cubicBezTo>
                    <a:cubicBezTo>
                      <a:pt x="0" y="105"/>
                      <a:pt x="0" y="103"/>
                      <a:pt x="0" y="100"/>
                    </a:cubicBezTo>
                    <a:cubicBezTo>
                      <a:pt x="0" y="97"/>
                      <a:pt x="2" y="94"/>
                      <a:pt x="3" y="91"/>
                    </a:cubicBezTo>
                    <a:cubicBezTo>
                      <a:pt x="5" y="84"/>
                      <a:pt x="7" y="78"/>
                      <a:pt x="11" y="72"/>
                    </a:cubicBezTo>
                    <a:cubicBezTo>
                      <a:pt x="17" y="59"/>
                      <a:pt x="24" y="48"/>
                      <a:pt x="33" y="37"/>
                    </a:cubicBezTo>
                    <a:cubicBezTo>
                      <a:pt x="37" y="33"/>
                      <a:pt x="41" y="28"/>
                      <a:pt x="45" y="24"/>
                    </a:cubicBezTo>
                    <a:cubicBezTo>
                      <a:pt x="50" y="19"/>
                      <a:pt x="55" y="16"/>
                      <a:pt x="60" y="12"/>
                    </a:cubicBezTo>
                    <a:cubicBezTo>
                      <a:pt x="66" y="9"/>
                      <a:pt x="72" y="6"/>
                      <a:pt x="77" y="4"/>
                    </a:cubicBezTo>
                    <a:cubicBezTo>
                      <a:pt x="83" y="2"/>
                      <a:pt x="89" y="1"/>
                      <a:pt x="95" y="1"/>
                    </a:cubicBezTo>
                    <a:cubicBezTo>
                      <a:pt x="101" y="0"/>
                      <a:pt x="106" y="5"/>
                      <a:pt x="107" y="10"/>
                    </a:cubicBezTo>
                    <a:cubicBezTo>
                      <a:pt x="108" y="16"/>
                      <a:pt x="103" y="22"/>
                      <a:pt x="97" y="23"/>
                    </a:cubicBezTo>
                    <a:cubicBezTo>
                      <a:pt x="94" y="23"/>
                      <a:pt x="91" y="23"/>
                      <a:pt x="88" y="24"/>
                    </a:cubicBezTo>
                    <a:cubicBezTo>
                      <a:pt x="87" y="24"/>
                      <a:pt x="85" y="24"/>
                      <a:pt x="83" y="25"/>
                    </a:cubicBezTo>
                    <a:cubicBezTo>
                      <a:pt x="81" y="26"/>
                      <a:pt x="80" y="26"/>
                      <a:pt x="78" y="27"/>
                    </a:cubicBezTo>
                    <a:cubicBezTo>
                      <a:pt x="74" y="29"/>
                      <a:pt x="71" y="31"/>
                      <a:pt x="68" y="33"/>
                    </a:cubicBezTo>
                    <a:cubicBezTo>
                      <a:pt x="66" y="34"/>
                      <a:pt x="64" y="35"/>
                      <a:pt x="62" y="37"/>
                    </a:cubicBezTo>
                    <a:cubicBezTo>
                      <a:pt x="59" y="40"/>
                      <a:pt x="56" y="42"/>
                      <a:pt x="53" y="45"/>
                    </a:cubicBezTo>
                    <a:cubicBezTo>
                      <a:pt x="50" y="49"/>
                      <a:pt x="46" y="54"/>
                      <a:pt x="43" y="59"/>
                    </a:cubicBezTo>
                    <a:cubicBezTo>
                      <a:pt x="38" y="65"/>
                      <a:pt x="34" y="71"/>
                      <a:pt x="31" y="78"/>
                    </a:cubicBezTo>
                    <a:cubicBezTo>
                      <a:pt x="28" y="83"/>
                      <a:pt x="25" y="89"/>
                      <a:pt x="24" y="94"/>
                    </a:cubicBezTo>
                    <a:cubicBezTo>
                      <a:pt x="23" y="96"/>
                      <a:pt x="22" y="99"/>
                      <a:pt x="21" y="101"/>
                    </a:cubicBezTo>
                    <a:cubicBezTo>
                      <a:pt x="21" y="103"/>
                      <a:pt x="21" y="104"/>
                      <a:pt x="21" y="105"/>
                    </a:cubicBezTo>
                    <a:cubicBezTo>
                      <a:pt x="21" y="104"/>
                      <a:pt x="21" y="104"/>
                      <a:pt x="21" y="103"/>
                    </a:cubicBezTo>
                    <a:cubicBezTo>
                      <a:pt x="21" y="105"/>
                      <a:pt x="21" y="107"/>
                      <a:pt x="21" y="108"/>
                    </a:cubicBezTo>
                    <a:cubicBezTo>
                      <a:pt x="21" y="114"/>
                      <a:pt x="16" y="118"/>
                      <a:pt x="10" y="11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1" name="Google Shape;261;p2"/>
              <p:cNvSpPr/>
              <p:nvPr/>
            </p:nvSpPr>
            <p:spPr>
              <a:xfrm>
                <a:off x="435600" y="3951360"/>
                <a:ext cx="28800" cy="114840"/>
              </a:xfrm>
              <a:custGeom>
                <a:avLst/>
                <a:gdLst/>
                <a:ahLst/>
                <a:cxnLst/>
                <a:rect l="l" t="t" r="r" b="b"/>
                <a:pathLst>
                  <a:path w="80" h="319" extrusionOk="0">
                    <a:moveTo>
                      <a:pt x="5" y="316"/>
                    </a:moveTo>
                    <a:cubicBezTo>
                      <a:pt x="1" y="312"/>
                      <a:pt x="0" y="306"/>
                      <a:pt x="4" y="301"/>
                    </a:cubicBezTo>
                    <a:cubicBezTo>
                      <a:pt x="9" y="295"/>
                      <a:pt x="14" y="289"/>
                      <a:pt x="19" y="282"/>
                    </a:cubicBezTo>
                    <a:cubicBezTo>
                      <a:pt x="21" y="280"/>
                      <a:pt x="23" y="277"/>
                      <a:pt x="25" y="274"/>
                    </a:cubicBezTo>
                    <a:cubicBezTo>
                      <a:pt x="27" y="271"/>
                      <a:pt x="29" y="268"/>
                      <a:pt x="30" y="265"/>
                    </a:cubicBezTo>
                    <a:cubicBezTo>
                      <a:pt x="33" y="259"/>
                      <a:pt x="36" y="253"/>
                      <a:pt x="40" y="248"/>
                    </a:cubicBezTo>
                    <a:cubicBezTo>
                      <a:pt x="42" y="243"/>
                      <a:pt x="44" y="238"/>
                      <a:pt x="47" y="232"/>
                    </a:cubicBezTo>
                    <a:cubicBezTo>
                      <a:pt x="49" y="225"/>
                      <a:pt x="51" y="218"/>
                      <a:pt x="53" y="211"/>
                    </a:cubicBezTo>
                    <a:cubicBezTo>
                      <a:pt x="55" y="199"/>
                      <a:pt x="57" y="186"/>
                      <a:pt x="58" y="174"/>
                    </a:cubicBezTo>
                    <a:lnTo>
                      <a:pt x="58" y="175"/>
                    </a:lnTo>
                    <a:cubicBezTo>
                      <a:pt x="59" y="161"/>
                      <a:pt x="60" y="148"/>
                      <a:pt x="59" y="135"/>
                    </a:cubicBezTo>
                    <a:cubicBezTo>
                      <a:pt x="58" y="127"/>
                      <a:pt x="58" y="120"/>
                      <a:pt x="57" y="112"/>
                    </a:cubicBezTo>
                    <a:cubicBezTo>
                      <a:pt x="56" y="109"/>
                      <a:pt x="55" y="105"/>
                      <a:pt x="55" y="101"/>
                    </a:cubicBezTo>
                    <a:cubicBezTo>
                      <a:pt x="54" y="95"/>
                      <a:pt x="53" y="89"/>
                      <a:pt x="51" y="83"/>
                    </a:cubicBezTo>
                    <a:lnTo>
                      <a:pt x="51" y="82"/>
                    </a:lnTo>
                    <a:cubicBezTo>
                      <a:pt x="49" y="72"/>
                      <a:pt x="47" y="61"/>
                      <a:pt x="45" y="51"/>
                    </a:cubicBezTo>
                    <a:cubicBezTo>
                      <a:pt x="44" y="45"/>
                      <a:pt x="43" y="38"/>
                      <a:pt x="41" y="33"/>
                    </a:cubicBezTo>
                    <a:cubicBezTo>
                      <a:pt x="41" y="28"/>
                      <a:pt x="40" y="24"/>
                      <a:pt x="40" y="20"/>
                    </a:cubicBezTo>
                    <a:cubicBezTo>
                      <a:pt x="40" y="18"/>
                      <a:pt x="40" y="16"/>
                      <a:pt x="40" y="14"/>
                    </a:cubicBezTo>
                    <a:cubicBezTo>
                      <a:pt x="40" y="13"/>
                      <a:pt x="40" y="12"/>
                      <a:pt x="41" y="10"/>
                    </a:cubicBezTo>
                    <a:cubicBezTo>
                      <a:pt x="41" y="7"/>
                      <a:pt x="43" y="5"/>
                      <a:pt x="46" y="3"/>
                    </a:cubicBezTo>
                    <a:cubicBezTo>
                      <a:pt x="48" y="1"/>
                      <a:pt x="53" y="0"/>
                      <a:pt x="57" y="2"/>
                    </a:cubicBezTo>
                    <a:cubicBezTo>
                      <a:pt x="58" y="3"/>
                      <a:pt x="59" y="3"/>
                      <a:pt x="60" y="5"/>
                    </a:cubicBezTo>
                    <a:cubicBezTo>
                      <a:pt x="65" y="8"/>
                      <a:pt x="66" y="16"/>
                      <a:pt x="62" y="20"/>
                    </a:cubicBezTo>
                    <a:lnTo>
                      <a:pt x="62" y="21"/>
                    </a:lnTo>
                    <a:cubicBezTo>
                      <a:pt x="62" y="26"/>
                      <a:pt x="63" y="31"/>
                      <a:pt x="64" y="35"/>
                    </a:cubicBezTo>
                    <a:cubicBezTo>
                      <a:pt x="64" y="41"/>
                      <a:pt x="65" y="47"/>
                      <a:pt x="67" y="53"/>
                    </a:cubicBezTo>
                    <a:cubicBezTo>
                      <a:pt x="67" y="52"/>
                      <a:pt x="67" y="52"/>
                      <a:pt x="67" y="52"/>
                    </a:cubicBezTo>
                    <a:lnTo>
                      <a:pt x="67" y="53"/>
                    </a:lnTo>
                    <a:cubicBezTo>
                      <a:pt x="67" y="55"/>
                      <a:pt x="67" y="57"/>
                      <a:pt x="68" y="59"/>
                    </a:cubicBezTo>
                    <a:cubicBezTo>
                      <a:pt x="68" y="59"/>
                      <a:pt x="68" y="58"/>
                      <a:pt x="67" y="58"/>
                    </a:cubicBezTo>
                    <a:cubicBezTo>
                      <a:pt x="68" y="59"/>
                      <a:pt x="68" y="60"/>
                      <a:pt x="68" y="62"/>
                    </a:cubicBezTo>
                    <a:cubicBezTo>
                      <a:pt x="68" y="62"/>
                      <a:pt x="68" y="61"/>
                      <a:pt x="68" y="60"/>
                    </a:cubicBezTo>
                    <a:cubicBezTo>
                      <a:pt x="68" y="62"/>
                      <a:pt x="68" y="63"/>
                      <a:pt x="68" y="63"/>
                    </a:cubicBezTo>
                    <a:cubicBezTo>
                      <a:pt x="69" y="65"/>
                      <a:pt x="69" y="66"/>
                      <a:pt x="69" y="67"/>
                    </a:cubicBezTo>
                    <a:cubicBezTo>
                      <a:pt x="69" y="67"/>
                      <a:pt x="69" y="68"/>
                      <a:pt x="69" y="69"/>
                    </a:cubicBezTo>
                    <a:cubicBezTo>
                      <a:pt x="69" y="70"/>
                      <a:pt x="70" y="72"/>
                      <a:pt x="70" y="73"/>
                    </a:cubicBezTo>
                    <a:lnTo>
                      <a:pt x="70" y="72"/>
                    </a:lnTo>
                    <a:cubicBezTo>
                      <a:pt x="71" y="74"/>
                      <a:pt x="71" y="76"/>
                      <a:pt x="71" y="77"/>
                    </a:cubicBezTo>
                    <a:lnTo>
                      <a:pt x="71" y="76"/>
                    </a:lnTo>
                    <a:cubicBezTo>
                      <a:pt x="71" y="77"/>
                      <a:pt x="71" y="78"/>
                      <a:pt x="71" y="79"/>
                    </a:cubicBezTo>
                    <a:lnTo>
                      <a:pt x="71" y="78"/>
                    </a:lnTo>
                    <a:cubicBezTo>
                      <a:pt x="72" y="83"/>
                      <a:pt x="72" y="88"/>
                      <a:pt x="73" y="93"/>
                    </a:cubicBezTo>
                    <a:cubicBezTo>
                      <a:pt x="75" y="101"/>
                      <a:pt x="76" y="108"/>
                      <a:pt x="77" y="116"/>
                    </a:cubicBezTo>
                    <a:cubicBezTo>
                      <a:pt x="78" y="131"/>
                      <a:pt x="79" y="146"/>
                      <a:pt x="78" y="160"/>
                    </a:cubicBezTo>
                    <a:cubicBezTo>
                      <a:pt x="77" y="175"/>
                      <a:pt x="75" y="190"/>
                      <a:pt x="73" y="206"/>
                    </a:cubicBezTo>
                    <a:cubicBezTo>
                      <a:pt x="70" y="220"/>
                      <a:pt x="67" y="233"/>
                      <a:pt x="61" y="246"/>
                    </a:cubicBezTo>
                    <a:cubicBezTo>
                      <a:pt x="58" y="253"/>
                      <a:pt x="54" y="261"/>
                      <a:pt x="50" y="268"/>
                    </a:cubicBezTo>
                    <a:cubicBezTo>
                      <a:pt x="45" y="277"/>
                      <a:pt x="40" y="286"/>
                      <a:pt x="34" y="294"/>
                    </a:cubicBezTo>
                    <a:lnTo>
                      <a:pt x="34" y="293"/>
                    </a:lnTo>
                    <a:cubicBezTo>
                      <a:pt x="32" y="296"/>
                      <a:pt x="30" y="299"/>
                      <a:pt x="28" y="302"/>
                    </a:cubicBezTo>
                    <a:cubicBezTo>
                      <a:pt x="25" y="306"/>
                      <a:pt x="22" y="310"/>
                      <a:pt x="19" y="314"/>
                    </a:cubicBezTo>
                    <a:cubicBezTo>
                      <a:pt x="17" y="317"/>
                      <a:pt x="14" y="318"/>
                      <a:pt x="11" y="318"/>
                    </a:cubicBezTo>
                    <a:cubicBezTo>
                      <a:pt x="9" y="318"/>
                      <a:pt x="7" y="317"/>
                      <a:pt x="5" y="31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" name="Google Shape;262;p2"/>
              <p:cNvSpPr/>
              <p:nvPr/>
            </p:nvSpPr>
            <p:spPr>
              <a:xfrm>
                <a:off x="453600" y="3764880"/>
                <a:ext cx="82080" cy="133200"/>
              </a:xfrm>
              <a:custGeom>
                <a:avLst/>
                <a:gdLst/>
                <a:ahLst/>
                <a:cxnLst/>
                <a:rect l="l" t="t" r="r" b="b"/>
                <a:pathLst>
                  <a:path w="228" h="370" extrusionOk="0">
                    <a:moveTo>
                      <a:pt x="29" y="345"/>
                    </a:moveTo>
                    <a:cubicBezTo>
                      <a:pt x="30" y="344"/>
                      <a:pt x="31" y="342"/>
                      <a:pt x="32" y="339"/>
                    </a:cubicBezTo>
                    <a:cubicBezTo>
                      <a:pt x="33" y="336"/>
                      <a:pt x="34" y="332"/>
                      <a:pt x="35" y="330"/>
                    </a:cubicBezTo>
                    <a:lnTo>
                      <a:pt x="35" y="331"/>
                    </a:lnTo>
                    <a:cubicBezTo>
                      <a:pt x="36" y="327"/>
                      <a:pt x="37" y="323"/>
                      <a:pt x="38" y="319"/>
                    </a:cubicBezTo>
                    <a:cubicBezTo>
                      <a:pt x="39" y="314"/>
                      <a:pt x="40" y="309"/>
                      <a:pt x="42" y="304"/>
                    </a:cubicBezTo>
                    <a:cubicBezTo>
                      <a:pt x="42" y="299"/>
                      <a:pt x="43" y="294"/>
                      <a:pt x="44" y="289"/>
                    </a:cubicBezTo>
                    <a:cubicBezTo>
                      <a:pt x="45" y="283"/>
                      <a:pt x="46" y="278"/>
                      <a:pt x="46" y="274"/>
                    </a:cubicBezTo>
                    <a:cubicBezTo>
                      <a:pt x="48" y="264"/>
                      <a:pt x="49" y="255"/>
                      <a:pt x="50" y="246"/>
                    </a:cubicBezTo>
                    <a:cubicBezTo>
                      <a:pt x="52" y="229"/>
                      <a:pt x="54" y="211"/>
                      <a:pt x="56" y="194"/>
                    </a:cubicBezTo>
                    <a:cubicBezTo>
                      <a:pt x="54" y="196"/>
                      <a:pt x="52" y="198"/>
                      <a:pt x="50" y="201"/>
                    </a:cubicBezTo>
                    <a:cubicBezTo>
                      <a:pt x="46" y="207"/>
                      <a:pt x="42" y="214"/>
                      <a:pt x="38" y="221"/>
                    </a:cubicBezTo>
                    <a:cubicBezTo>
                      <a:pt x="38" y="220"/>
                      <a:pt x="39" y="220"/>
                      <a:pt x="39" y="219"/>
                    </a:cubicBezTo>
                    <a:cubicBezTo>
                      <a:pt x="35" y="226"/>
                      <a:pt x="32" y="233"/>
                      <a:pt x="29" y="240"/>
                    </a:cubicBezTo>
                    <a:lnTo>
                      <a:pt x="29" y="239"/>
                    </a:lnTo>
                    <a:cubicBezTo>
                      <a:pt x="29" y="240"/>
                      <a:pt x="29" y="240"/>
                      <a:pt x="29" y="240"/>
                    </a:cubicBezTo>
                    <a:cubicBezTo>
                      <a:pt x="26" y="247"/>
                      <a:pt x="25" y="255"/>
                      <a:pt x="23" y="263"/>
                    </a:cubicBezTo>
                    <a:cubicBezTo>
                      <a:pt x="22" y="267"/>
                      <a:pt x="21" y="272"/>
                      <a:pt x="20" y="278"/>
                    </a:cubicBezTo>
                    <a:lnTo>
                      <a:pt x="20" y="279"/>
                    </a:lnTo>
                    <a:lnTo>
                      <a:pt x="20" y="278"/>
                    </a:lnTo>
                    <a:cubicBezTo>
                      <a:pt x="19" y="288"/>
                      <a:pt x="19" y="299"/>
                      <a:pt x="20" y="309"/>
                    </a:cubicBezTo>
                    <a:cubicBezTo>
                      <a:pt x="20" y="313"/>
                      <a:pt x="21" y="318"/>
                      <a:pt x="21" y="323"/>
                    </a:cubicBezTo>
                    <a:cubicBezTo>
                      <a:pt x="22" y="327"/>
                      <a:pt x="23" y="330"/>
                      <a:pt x="24" y="334"/>
                    </a:cubicBezTo>
                    <a:cubicBezTo>
                      <a:pt x="24" y="333"/>
                      <a:pt x="24" y="333"/>
                      <a:pt x="24" y="333"/>
                    </a:cubicBezTo>
                    <a:cubicBezTo>
                      <a:pt x="24" y="334"/>
                      <a:pt x="24" y="334"/>
                      <a:pt x="24" y="334"/>
                    </a:cubicBezTo>
                    <a:cubicBezTo>
                      <a:pt x="25" y="337"/>
                      <a:pt x="26" y="340"/>
                      <a:pt x="28" y="343"/>
                    </a:cubicBezTo>
                    <a:cubicBezTo>
                      <a:pt x="28" y="344"/>
                      <a:pt x="28" y="345"/>
                      <a:pt x="29" y="345"/>
                    </a:cubicBezTo>
                    <a:moveTo>
                      <a:pt x="26" y="369"/>
                    </a:moveTo>
                    <a:cubicBezTo>
                      <a:pt x="23" y="369"/>
                      <a:pt x="21" y="367"/>
                      <a:pt x="19" y="366"/>
                    </a:cubicBezTo>
                    <a:cubicBezTo>
                      <a:pt x="17" y="364"/>
                      <a:pt x="14" y="362"/>
                      <a:pt x="13" y="359"/>
                    </a:cubicBezTo>
                    <a:cubicBezTo>
                      <a:pt x="10" y="355"/>
                      <a:pt x="7" y="349"/>
                      <a:pt x="5" y="344"/>
                    </a:cubicBezTo>
                    <a:cubicBezTo>
                      <a:pt x="3" y="337"/>
                      <a:pt x="1" y="330"/>
                      <a:pt x="1" y="323"/>
                    </a:cubicBezTo>
                    <a:cubicBezTo>
                      <a:pt x="0" y="316"/>
                      <a:pt x="0" y="309"/>
                      <a:pt x="0" y="302"/>
                    </a:cubicBezTo>
                    <a:cubicBezTo>
                      <a:pt x="0" y="295"/>
                      <a:pt x="0" y="287"/>
                      <a:pt x="0" y="279"/>
                    </a:cubicBezTo>
                    <a:cubicBezTo>
                      <a:pt x="1" y="265"/>
                      <a:pt x="5" y="251"/>
                      <a:pt x="10" y="237"/>
                    </a:cubicBezTo>
                    <a:cubicBezTo>
                      <a:pt x="15" y="224"/>
                      <a:pt x="22" y="211"/>
                      <a:pt x="29" y="199"/>
                    </a:cubicBezTo>
                    <a:cubicBezTo>
                      <a:pt x="37" y="187"/>
                      <a:pt x="46" y="177"/>
                      <a:pt x="56" y="166"/>
                    </a:cubicBezTo>
                    <a:cubicBezTo>
                      <a:pt x="57" y="165"/>
                      <a:pt x="58" y="164"/>
                      <a:pt x="58" y="163"/>
                    </a:cubicBezTo>
                    <a:cubicBezTo>
                      <a:pt x="59" y="161"/>
                      <a:pt x="59" y="158"/>
                      <a:pt x="60" y="155"/>
                    </a:cubicBezTo>
                    <a:cubicBezTo>
                      <a:pt x="61" y="144"/>
                      <a:pt x="63" y="133"/>
                      <a:pt x="65" y="121"/>
                    </a:cubicBezTo>
                    <a:cubicBezTo>
                      <a:pt x="65" y="118"/>
                      <a:pt x="65" y="115"/>
                      <a:pt x="66" y="112"/>
                    </a:cubicBezTo>
                    <a:cubicBezTo>
                      <a:pt x="61" y="115"/>
                      <a:pt x="56" y="116"/>
                      <a:pt x="51" y="117"/>
                    </a:cubicBezTo>
                    <a:cubicBezTo>
                      <a:pt x="45" y="117"/>
                      <a:pt x="39" y="117"/>
                      <a:pt x="34" y="114"/>
                    </a:cubicBezTo>
                    <a:cubicBezTo>
                      <a:pt x="29" y="111"/>
                      <a:pt x="25" y="106"/>
                      <a:pt x="23" y="100"/>
                    </a:cubicBezTo>
                    <a:cubicBezTo>
                      <a:pt x="22" y="94"/>
                      <a:pt x="22" y="88"/>
                      <a:pt x="22" y="83"/>
                    </a:cubicBezTo>
                    <a:cubicBezTo>
                      <a:pt x="23" y="79"/>
                      <a:pt x="23" y="75"/>
                      <a:pt x="24" y="71"/>
                    </a:cubicBezTo>
                    <a:cubicBezTo>
                      <a:pt x="26" y="61"/>
                      <a:pt x="28" y="51"/>
                      <a:pt x="30" y="41"/>
                    </a:cubicBezTo>
                    <a:cubicBezTo>
                      <a:pt x="31" y="36"/>
                      <a:pt x="32" y="32"/>
                      <a:pt x="33" y="28"/>
                    </a:cubicBezTo>
                    <a:cubicBezTo>
                      <a:pt x="35" y="22"/>
                      <a:pt x="42" y="18"/>
                      <a:pt x="47" y="20"/>
                    </a:cubicBezTo>
                    <a:cubicBezTo>
                      <a:pt x="53" y="22"/>
                      <a:pt x="57" y="28"/>
                      <a:pt x="55" y="34"/>
                    </a:cubicBezTo>
                    <a:lnTo>
                      <a:pt x="55" y="35"/>
                    </a:lnTo>
                    <a:cubicBezTo>
                      <a:pt x="54" y="35"/>
                      <a:pt x="54" y="35"/>
                      <a:pt x="54" y="35"/>
                    </a:cubicBezTo>
                    <a:cubicBezTo>
                      <a:pt x="52" y="44"/>
                      <a:pt x="49" y="55"/>
                      <a:pt x="47" y="64"/>
                    </a:cubicBezTo>
                    <a:cubicBezTo>
                      <a:pt x="45" y="71"/>
                      <a:pt x="44" y="77"/>
                      <a:pt x="43" y="84"/>
                    </a:cubicBezTo>
                    <a:cubicBezTo>
                      <a:pt x="43" y="86"/>
                      <a:pt x="43" y="89"/>
                      <a:pt x="43" y="92"/>
                    </a:cubicBezTo>
                    <a:cubicBezTo>
                      <a:pt x="43" y="92"/>
                      <a:pt x="43" y="93"/>
                      <a:pt x="43" y="94"/>
                    </a:cubicBezTo>
                    <a:lnTo>
                      <a:pt x="43" y="95"/>
                    </a:lnTo>
                    <a:lnTo>
                      <a:pt x="44" y="95"/>
                    </a:lnTo>
                    <a:lnTo>
                      <a:pt x="45" y="95"/>
                    </a:lnTo>
                    <a:lnTo>
                      <a:pt x="45" y="96"/>
                    </a:lnTo>
                    <a:lnTo>
                      <a:pt x="46" y="96"/>
                    </a:lnTo>
                    <a:lnTo>
                      <a:pt x="47" y="96"/>
                    </a:lnTo>
                    <a:cubicBezTo>
                      <a:pt x="48" y="96"/>
                      <a:pt x="49" y="95"/>
                      <a:pt x="51" y="95"/>
                    </a:cubicBezTo>
                    <a:cubicBezTo>
                      <a:pt x="52" y="95"/>
                      <a:pt x="52" y="95"/>
                      <a:pt x="53" y="95"/>
                    </a:cubicBezTo>
                    <a:cubicBezTo>
                      <a:pt x="54" y="94"/>
                      <a:pt x="56" y="94"/>
                      <a:pt x="58" y="93"/>
                    </a:cubicBezTo>
                    <a:cubicBezTo>
                      <a:pt x="60" y="91"/>
                      <a:pt x="63" y="90"/>
                      <a:pt x="65" y="89"/>
                    </a:cubicBezTo>
                    <a:cubicBezTo>
                      <a:pt x="67" y="87"/>
                      <a:pt x="70" y="86"/>
                      <a:pt x="71" y="84"/>
                    </a:cubicBezTo>
                    <a:cubicBezTo>
                      <a:pt x="73" y="77"/>
                      <a:pt x="75" y="71"/>
                      <a:pt x="77" y="64"/>
                    </a:cubicBezTo>
                    <a:cubicBezTo>
                      <a:pt x="80" y="51"/>
                      <a:pt x="85" y="38"/>
                      <a:pt x="90" y="26"/>
                    </a:cubicBezTo>
                    <a:cubicBezTo>
                      <a:pt x="93" y="21"/>
                      <a:pt x="96" y="15"/>
                      <a:pt x="100" y="11"/>
                    </a:cubicBezTo>
                    <a:cubicBezTo>
                      <a:pt x="102" y="8"/>
                      <a:pt x="104" y="7"/>
                      <a:pt x="106" y="6"/>
                    </a:cubicBezTo>
                    <a:cubicBezTo>
                      <a:pt x="108" y="4"/>
                      <a:pt x="110" y="3"/>
                      <a:pt x="113" y="3"/>
                    </a:cubicBezTo>
                    <a:cubicBezTo>
                      <a:pt x="113" y="3"/>
                      <a:pt x="113" y="2"/>
                      <a:pt x="114" y="2"/>
                    </a:cubicBezTo>
                    <a:cubicBezTo>
                      <a:pt x="118" y="0"/>
                      <a:pt x="124" y="2"/>
                      <a:pt x="127" y="7"/>
                    </a:cubicBezTo>
                    <a:cubicBezTo>
                      <a:pt x="128" y="9"/>
                      <a:pt x="130" y="12"/>
                      <a:pt x="130" y="15"/>
                    </a:cubicBezTo>
                    <a:cubicBezTo>
                      <a:pt x="130" y="17"/>
                      <a:pt x="130" y="20"/>
                      <a:pt x="129" y="23"/>
                    </a:cubicBezTo>
                    <a:cubicBezTo>
                      <a:pt x="128" y="27"/>
                      <a:pt x="126" y="32"/>
                      <a:pt x="125" y="36"/>
                    </a:cubicBezTo>
                    <a:cubicBezTo>
                      <a:pt x="121" y="46"/>
                      <a:pt x="117" y="57"/>
                      <a:pt x="111" y="67"/>
                    </a:cubicBezTo>
                    <a:cubicBezTo>
                      <a:pt x="106" y="78"/>
                      <a:pt x="98" y="88"/>
                      <a:pt x="89" y="97"/>
                    </a:cubicBezTo>
                    <a:cubicBezTo>
                      <a:pt x="87" y="105"/>
                      <a:pt x="86" y="112"/>
                      <a:pt x="84" y="120"/>
                    </a:cubicBezTo>
                    <a:cubicBezTo>
                      <a:pt x="83" y="126"/>
                      <a:pt x="82" y="133"/>
                      <a:pt x="81" y="139"/>
                    </a:cubicBezTo>
                    <a:cubicBezTo>
                      <a:pt x="81" y="140"/>
                      <a:pt x="81" y="141"/>
                      <a:pt x="81" y="142"/>
                    </a:cubicBezTo>
                    <a:cubicBezTo>
                      <a:pt x="83" y="140"/>
                      <a:pt x="85" y="138"/>
                      <a:pt x="86" y="137"/>
                    </a:cubicBezTo>
                    <a:cubicBezTo>
                      <a:pt x="92" y="132"/>
                      <a:pt x="97" y="127"/>
                      <a:pt x="103" y="123"/>
                    </a:cubicBezTo>
                    <a:cubicBezTo>
                      <a:pt x="105" y="121"/>
                      <a:pt x="108" y="119"/>
                      <a:pt x="111" y="116"/>
                    </a:cubicBezTo>
                    <a:cubicBezTo>
                      <a:pt x="114" y="114"/>
                      <a:pt x="116" y="111"/>
                      <a:pt x="120" y="109"/>
                    </a:cubicBezTo>
                    <a:cubicBezTo>
                      <a:pt x="124" y="106"/>
                      <a:pt x="128" y="102"/>
                      <a:pt x="132" y="99"/>
                    </a:cubicBezTo>
                    <a:cubicBezTo>
                      <a:pt x="141" y="92"/>
                      <a:pt x="149" y="85"/>
                      <a:pt x="158" y="78"/>
                    </a:cubicBezTo>
                    <a:cubicBezTo>
                      <a:pt x="177" y="63"/>
                      <a:pt x="195" y="48"/>
                      <a:pt x="213" y="33"/>
                    </a:cubicBezTo>
                    <a:cubicBezTo>
                      <a:pt x="217" y="30"/>
                      <a:pt x="222" y="31"/>
                      <a:pt x="225" y="34"/>
                    </a:cubicBezTo>
                    <a:cubicBezTo>
                      <a:pt x="227" y="38"/>
                      <a:pt x="226" y="42"/>
                      <a:pt x="223" y="45"/>
                    </a:cubicBezTo>
                    <a:cubicBezTo>
                      <a:pt x="212" y="55"/>
                      <a:pt x="201" y="63"/>
                      <a:pt x="190" y="73"/>
                    </a:cubicBezTo>
                    <a:lnTo>
                      <a:pt x="189" y="73"/>
                    </a:lnTo>
                    <a:cubicBezTo>
                      <a:pt x="179" y="81"/>
                      <a:pt x="169" y="89"/>
                      <a:pt x="159" y="98"/>
                    </a:cubicBezTo>
                    <a:cubicBezTo>
                      <a:pt x="152" y="103"/>
                      <a:pt x="146" y="109"/>
                      <a:pt x="139" y="115"/>
                    </a:cubicBezTo>
                    <a:cubicBezTo>
                      <a:pt x="136" y="117"/>
                      <a:pt x="133" y="120"/>
                      <a:pt x="130" y="122"/>
                    </a:cubicBezTo>
                    <a:cubicBezTo>
                      <a:pt x="111" y="138"/>
                      <a:pt x="93" y="153"/>
                      <a:pt x="77" y="170"/>
                    </a:cubicBezTo>
                    <a:cubicBezTo>
                      <a:pt x="75" y="180"/>
                      <a:pt x="74" y="189"/>
                      <a:pt x="73" y="199"/>
                    </a:cubicBezTo>
                    <a:cubicBezTo>
                      <a:pt x="72" y="209"/>
                      <a:pt x="71" y="219"/>
                      <a:pt x="70" y="230"/>
                    </a:cubicBezTo>
                    <a:cubicBezTo>
                      <a:pt x="68" y="241"/>
                      <a:pt x="67" y="252"/>
                      <a:pt x="66" y="263"/>
                    </a:cubicBezTo>
                    <a:cubicBezTo>
                      <a:pt x="64" y="272"/>
                      <a:pt x="63" y="282"/>
                      <a:pt x="62" y="291"/>
                    </a:cubicBezTo>
                    <a:cubicBezTo>
                      <a:pt x="61" y="297"/>
                      <a:pt x="60" y="302"/>
                      <a:pt x="59" y="308"/>
                    </a:cubicBezTo>
                    <a:cubicBezTo>
                      <a:pt x="58" y="310"/>
                      <a:pt x="58" y="313"/>
                      <a:pt x="57" y="316"/>
                    </a:cubicBezTo>
                    <a:cubicBezTo>
                      <a:pt x="57" y="318"/>
                      <a:pt x="56" y="321"/>
                      <a:pt x="56" y="324"/>
                    </a:cubicBezTo>
                    <a:cubicBezTo>
                      <a:pt x="54" y="329"/>
                      <a:pt x="53" y="334"/>
                      <a:pt x="52" y="338"/>
                    </a:cubicBezTo>
                    <a:cubicBezTo>
                      <a:pt x="51" y="341"/>
                      <a:pt x="50" y="344"/>
                      <a:pt x="49" y="347"/>
                    </a:cubicBezTo>
                    <a:cubicBezTo>
                      <a:pt x="49" y="350"/>
                      <a:pt x="47" y="353"/>
                      <a:pt x="46" y="355"/>
                    </a:cubicBezTo>
                    <a:cubicBezTo>
                      <a:pt x="45" y="359"/>
                      <a:pt x="43" y="362"/>
                      <a:pt x="41" y="363"/>
                    </a:cubicBezTo>
                    <a:cubicBezTo>
                      <a:pt x="38" y="367"/>
                      <a:pt x="33" y="369"/>
                      <a:pt x="29" y="369"/>
                    </a:cubicBezTo>
                    <a:cubicBezTo>
                      <a:pt x="28" y="369"/>
                      <a:pt x="27" y="369"/>
                      <a:pt x="26" y="36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3" name="Google Shape;263;p2"/>
              <p:cNvSpPr/>
              <p:nvPr/>
            </p:nvSpPr>
            <p:spPr>
              <a:xfrm>
                <a:off x="1148760" y="4785840"/>
                <a:ext cx="34200" cy="69120"/>
              </a:xfrm>
              <a:custGeom>
                <a:avLst/>
                <a:gdLst/>
                <a:ahLst/>
                <a:cxnLst/>
                <a:rect l="l" t="t" r="r" b="b"/>
                <a:pathLst>
                  <a:path w="95" h="192" extrusionOk="0">
                    <a:moveTo>
                      <a:pt x="73" y="185"/>
                    </a:moveTo>
                    <a:cubicBezTo>
                      <a:pt x="71" y="177"/>
                      <a:pt x="68" y="170"/>
                      <a:pt x="65" y="163"/>
                    </a:cubicBezTo>
                    <a:cubicBezTo>
                      <a:pt x="64" y="157"/>
                      <a:pt x="62" y="152"/>
                      <a:pt x="59" y="148"/>
                    </a:cubicBezTo>
                    <a:cubicBezTo>
                      <a:pt x="57" y="142"/>
                      <a:pt x="55" y="136"/>
                      <a:pt x="52" y="130"/>
                    </a:cubicBezTo>
                    <a:cubicBezTo>
                      <a:pt x="50" y="124"/>
                      <a:pt x="47" y="117"/>
                      <a:pt x="44" y="110"/>
                    </a:cubicBezTo>
                    <a:cubicBezTo>
                      <a:pt x="40" y="104"/>
                      <a:pt x="37" y="97"/>
                      <a:pt x="34" y="90"/>
                    </a:cubicBezTo>
                    <a:cubicBezTo>
                      <a:pt x="23" y="66"/>
                      <a:pt x="12" y="41"/>
                      <a:pt x="2" y="16"/>
                    </a:cubicBezTo>
                    <a:cubicBezTo>
                      <a:pt x="0" y="11"/>
                      <a:pt x="3" y="4"/>
                      <a:pt x="8" y="2"/>
                    </a:cubicBezTo>
                    <a:cubicBezTo>
                      <a:pt x="14" y="0"/>
                      <a:pt x="21" y="2"/>
                      <a:pt x="23" y="8"/>
                    </a:cubicBezTo>
                    <a:cubicBezTo>
                      <a:pt x="31" y="31"/>
                      <a:pt x="40" y="53"/>
                      <a:pt x="50" y="75"/>
                    </a:cubicBezTo>
                    <a:cubicBezTo>
                      <a:pt x="54" y="85"/>
                      <a:pt x="58" y="95"/>
                      <a:pt x="62" y="104"/>
                    </a:cubicBezTo>
                    <a:cubicBezTo>
                      <a:pt x="68" y="116"/>
                      <a:pt x="73" y="128"/>
                      <a:pt x="78" y="139"/>
                    </a:cubicBezTo>
                    <a:cubicBezTo>
                      <a:pt x="83" y="152"/>
                      <a:pt x="87" y="164"/>
                      <a:pt x="92" y="177"/>
                    </a:cubicBezTo>
                    <a:cubicBezTo>
                      <a:pt x="94" y="182"/>
                      <a:pt x="92" y="188"/>
                      <a:pt x="86" y="190"/>
                    </a:cubicBezTo>
                    <a:cubicBezTo>
                      <a:pt x="85" y="191"/>
                      <a:pt x="84" y="191"/>
                      <a:pt x="83" y="191"/>
                    </a:cubicBezTo>
                    <a:cubicBezTo>
                      <a:pt x="79" y="191"/>
                      <a:pt x="75" y="189"/>
                      <a:pt x="73" y="18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4" name="Google Shape;264;p2"/>
              <p:cNvSpPr/>
              <p:nvPr/>
            </p:nvSpPr>
            <p:spPr>
              <a:xfrm>
                <a:off x="1141920" y="4781520"/>
                <a:ext cx="64800" cy="64440"/>
              </a:xfrm>
              <a:custGeom>
                <a:avLst/>
                <a:gdLst/>
                <a:ahLst/>
                <a:cxnLst/>
                <a:rect l="l" t="t" r="r" b="b"/>
                <a:pathLst>
                  <a:path w="180" h="179" extrusionOk="0">
                    <a:moveTo>
                      <a:pt x="3" y="175"/>
                    </a:moveTo>
                    <a:cubicBezTo>
                      <a:pt x="0" y="171"/>
                      <a:pt x="0" y="165"/>
                      <a:pt x="3" y="161"/>
                    </a:cubicBezTo>
                    <a:cubicBezTo>
                      <a:pt x="10" y="155"/>
                      <a:pt x="16" y="150"/>
                      <a:pt x="23" y="144"/>
                    </a:cubicBezTo>
                    <a:cubicBezTo>
                      <a:pt x="28" y="139"/>
                      <a:pt x="33" y="134"/>
                      <a:pt x="38" y="129"/>
                    </a:cubicBezTo>
                    <a:cubicBezTo>
                      <a:pt x="44" y="123"/>
                      <a:pt x="50" y="118"/>
                      <a:pt x="55" y="113"/>
                    </a:cubicBezTo>
                    <a:cubicBezTo>
                      <a:pt x="60" y="107"/>
                      <a:pt x="66" y="101"/>
                      <a:pt x="71" y="96"/>
                    </a:cubicBezTo>
                    <a:lnTo>
                      <a:pt x="71" y="97"/>
                    </a:lnTo>
                    <a:lnTo>
                      <a:pt x="71" y="96"/>
                    </a:lnTo>
                    <a:lnTo>
                      <a:pt x="71" y="97"/>
                    </a:lnTo>
                    <a:cubicBezTo>
                      <a:pt x="78" y="89"/>
                      <a:pt x="84" y="81"/>
                      <a:pt x="91" y="74"/>
                    </a:cubicBezTo>
                    <a:lnTo>
                      <a:pt x="91" y="75"/>
                    </a:lnTo>
                    <a:cubicBezTo>
                      <a:pt x="91" y="76"/>
                      <a:pt x="91" y="76"/>
                      <a:pt x="90" y="76"/>
                    </a:cubicBezTo>
                    <a:cubicBezTo>
                      <a:pt x="91" y="75"/>
                      <a:pt x="91" y="75"/>
                      <a:pt x="91" y="75"/>
                    </a:cubicBezTo>
                    <a:cubicBezTo>
                      <a:pt x="94" y="72"/>
                      <a:pt x="97" y="68"/>
                      <a:pt x="100" y="65"/>
                    </a:cubicBezTo>
                    <a:cubicBezTo>
                      <a:pt x="103" y="61"/>
                      <a:pt x="106" y="58"/>
                      <a:pt x="109" y="54"/>
                    </a:cubicBezTo>
                    <a:cubicBezTo>
                      <a:pt x="109" y="55"/>
                      <a:pt x="109" y="55"/>
                      <a:pt x="109" y="55"/>
                    </a:cubicBezTo>
                    <a:cubicBezTo>
                      <a:pt x="116" y="47"/>
                      <a:pt x="123" y="39"/>
                      <a:pt x="131" y="31"/>
                    </a:cubicBezTo>
                    <a:cubicBezTo>
                      <a:pt x="134" y="27"/>
                      <a:pt x="138" y="24"/>
                      <a:pt x="142" y="20"/>
                    </a:cubicBezTo>
                    <a:cubicBezTo>
                      <a:pt x="147" y="15"/>
                      <a:pt x="153" y="10"/>
                      <a:pt x="158" y="5"/>
                    </a:cubicBezTo>
                    <a:cubicBezTo>
                      <a:pt x="163" y="0"/>
                      <a:pt x="170" y="0"/>
                      <a:pt x="174" y="5"/>
                    </a:cubicBezTo>
                    <a:cubicBezTo>
                      <a:pt x="178" y="9"/>
                      <a:pt x="179" y="17"/>
                      <a:pt x="174" y="21"/>
                    </a:cubicBezTo>
                    <a:cubicBezTo>
                      <a:pt x="168" y="26"/>
                      <a:pt x="162" y="31"/>
                      <a:pt x="157" y="36"/>
                    </a:cubicBezTo>
                    <a:cubicBezTo>
                      <a:pt x="153" y="40"/>
                      <a:pt x="150" y="44"/>
                      <a:pt x="146" y="47"/>
                    </a:cubicBezTo>
                    <a:cubicBezTo>
                      <a:pt x="139" y="54"/>
                      <a:pt x="132" y="62"/>
                      <a:pt x="125" y="69"/>
                    </a:cubicBezTo>
                    <a:cubicBezTo>
                      <a:pt x="124" y="69"/>
                      <a:pt x="124" y="69"/>
                      <a:pt x="124" y="70"/>
                    </a:cubicBezTo>
                    <a:cubicBezTo>
                      <a:pt x="124" y="69"/>
                      <a:pt x="124" y="69"/>
                      <a:pt x="125" y="69"/>
                    </a:cubicBezTo>
                    <a:cubicBezTo>
                      <a:pt x="118" y="76"/>
                      <a:pt x="112" y="82"/>
                      <a:pt x="106" y="89"/>
                    </a:cubicBezTo>
                    <a:cubicBezTo>
                      <a:pt x="106" y="88"/>
                      <a:pt x="106" y="88"/>
                      <a:pt x="106" y="88"/>
                    </a:cubicBezTo>
                    <a:cubicBezTo>
                      <a:pt x="99" y="96"/>
                      <a:pt x="92" y="103"/>
                      <a:pt x="85" y="111"/>
                    </a:cubicBezTo>
                    <a:cubicBezTo>
                      <a:pt x="79" y="117"/>
                      <a:pt x="72" y="124"/>
                      <a:pt x="65" y="130"/>
                    </a:cubicBezTo>
                    <a:cubicBezTo>
                      <a:pt x="49" y="146"/>
                      <a:pt x="33" y="160"/>
                      <a:pt x="16" y="175"/>
                    </a:cubicBezTo>
                    <a:cubicBezTo>
                      <a:pt x="14" y="176"/>
                      <a:pt x="12" y="178"/>
                      <a:pt x="10" y="178"/>
                    </a:cubicBezTo>
                    <a:cubicBezTo>
                      <a:pt x="7" y="178"/>
                      <a:pt x="5" y="176"/>
                      <a:pt x="3" y="17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5" name="Google Shape;265;p2"/>
              <p:cNvSpPr/>
              <p:nvPr/>
            </p:nvSpPr>
            <p:spPr>
              <a:xfrm>
                <a:off x="944280" y="4811400"/>
                <a:ext cx="5436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151" h="120" extrusionOk="0">
                    <a:moveTo>
                      <a:pt x="47" y="95"/>
                    </a:moveTo>
                    <a:cubicBezTo>
                      <a:pt x="48" y="95"/>
                      <a:pt x="49" y="95"/>
                      <a:pt x="50" y="95"/>
                    </a:cubicBezTo>
                    <a:cubicBezTo>
                      <a:pt x="51" y="95"/>
                      <a:pt x="52" y="94"/>
                      <a:pt x="53" y="94"/>
                    </a:cubicBezTo>
                    <a:cubicBezTo>
                      <a:pt x="54" y="93"/>
                      <a:pt x="55" y="93"/>
                      <a:pt x="55" y="93"/>
                    </a:cubicBezTo>
                    <a:cubicBezTo>
                      <a:pt x="57" y="92"/>
                      <a:pt x="58" y="92"/>
                      <a:pt x="59" y="91"/>
                    </a:cubicBezTo>
                    <a:cubicBezTo>
                      <a:pt x="61" y="90"/>
                      <a:pt x="62" y="89"/>
                      <a:pt x="64" y="88"/>
                    </a:cubicBezTo>
                    <a:cubicBezTo>
                      <a:pt x="65" y="86"/>
                      <a:pt x="67" y="85"/>
                      <a:pt x="68" y="83"/>
                    </a:cubicBezTo>
                    <a:cubicBezTo>
                      <a:pt x="71" y="80"/>
                      <a:pt x="73" y="77"/>
                      <a:pt x="76" y="74"/>
                    </a:cubicBezTo>
                    <a:cubicBezTo>
                      <a:pt x="79" y="70"/>
                      <a:pt x="82" y="65"/>
                      <a:pt x="84" y="61"/>
                    </a:cubicBezTo>
                    <a:cubicBezTo>
                      <a:pt x="86" y="57"/>
                      <a:pt x="88" y="53"/>
                      <a:pt x="90" y="48"/>
                    </a:cubicBezTo>
                    <a:cubicBezTo>
                      <a:pt x="89" y="47"/>
                      <a:pt x="89" y="46"/>
                      <a:pt x="88" y="44"/>
                    </a:cubicBezTo>
                    <a:cubicBezTo>
                      <a:pt x="87" y="42"/>
                      <a:pt x="86" y="40"/>
                      <a:pt x="84" y="37"/>
                    </a:cubicBezTo>
                    <a:cubicBezTo>
                      <a:pt x="83" y="36"/>
                      <a:pt x="82" y="34"/>
                      <a:pt x="80" y="32"/>
                    </a:cubicBezTo>
                    <a:cubicBezTo>
                      <a:pt x="79" y="31"/>
                      <a:pt x="78" y="30"/>
                      <a:pt x="77" y="29"/>
                    </a:cubicBezTo>
                    <a:cubicBezTo>
                      <a:pt x="76" y="28"/>
                      <a:pt x="75" y="26"/>
                      <a:pt x="73" y="25"/>
                    </a:cubicBezTo>
                    <a:cubicBezTo>
                      <a:pt x="72" y="25"/>
                      <a:pt x="72" y="25"/>
                      <a:pt x="71" y="24"/>
                    </a:cubicBezTo>
                    <a:cubicBezTo>
                      <a:pt x="71" y="24"/>
                      <a:pt x="69" y="24"/>
                      <a:pt x="69" y="23"/>
                    </a:cubicBezTo>
                    <a:cubicBezTo>
                      <a:pt x="68" y="23"/>
                      <a:pt x="68" y="23"/>
                      <a:pt x="67" y="22"/>
                    </a:cubicBezTo>
                    <a:cubicBezTo>
                      <a:pt x="66" y="22"/>
                      <a:pt x="66" y="22"/>
                      <a:pt x="66" y="22"/>
                    </a:cubicBezTo>
                    <a:cubicBezTo>
                      <a:pt x="65" y="22"/>
                      <a:pt x="64" y="22"/>
                      <a:pt x="63" y="22"/>
                    </a:cubicBezTo>
                    <a:cubicBezTo>
                      <a:pt x="64" y="22"/>
                      <a:pt x="64" y="22"/>
                      <a:pt x="64" y="22"/>
                    </a:cubicBezTo>
                    <a:cubicBezTo>
                      <a:pt x="64" y="22"/>
                      <a:pt x="63" y="22"/>
                      <a:pt x="62" y="22"/>
                    </a:cubicBezTo>
                    <a:cubicBezTo>
                      <a:pt x="61" y="23"/>
                      <a:pt x="61" y="23"/>
                      <a:pt x="60" y="23"/>
                    </a:cubicBezTo>
                    <a:cubicBezTo>
                      <a:pt x="59" y="24"/>
                      <a:pt x="58" y="24"/>
                      <a:pt x="58" y="24"/>
                    </a:cubicBezTo>
                    <a:cubicBezTo>
                      <a:pt x="57" y="25"/>
                      <a:pt x="56" y="25"/>
                      <a:pt x="55" y="25"/>
                    </a:cubicBezTo>
                    <a:cubicBezTo>
                      <a:pt x="54" y="26"/>
                      <a:pt x="53" y="27"/>
                      <a:pt x="52" y="28"/>
                    </a:cubicBezTo>
                    <a:cubicBezTo>
                      <a:pt x="50" y="29"/>
                      <a:pt x="49" y="31"/>
                      <a:pt x="48" y="32"/>
                    </a:cubicBezTo>
                    <a:cubicBezTo>
                      <a:pt x="46" y="33"/>
                      <a:pt x="45" y="35"/>
                      <a:pt x="44" y="37"/>
                    </a:cubicBezTo>
                    <a:cubicBezTo>
                      <a:pt x="42" y="39"/>
                      <a:pt x="40" y="42"/>
                      <a:pt x="39" y="45"/>
                    </a:cubicBezTo>
                    <a:cubicBezTo>
                      <a:pt x="37" y="49"/>
                      <a:pt x="36" y="52"/>
                      <a:pt x="34" y="56"/>
                    </a:cubicBezTo>
                    <a:cubicBezTo>
                      <a:pt x="33" y="58"/>
                      <a:pt x="32" y="61"/>
                      <a:pt x="31" y="64"/>
                    </a:cubicBezTo>
                    <a:cubicBezTo>
                      <a:pt x="31" y="67"/>
                      <a:pt x="30" y="69"/>
                      <a:pt x="30" y="71"/>
                    </a:cubicBezTo>
                    <a:cubicBezTo>
                      <a:pt x="30" y="73"/>
                      <a:pt x="30" y="75"/>
                      <a:pt x="30" y="77"/>
                    </a:cubicBezTo>
                    <a:cubicBezTo>
                      <a:pt x="30" y="78"/>
                      <a:pt x="30" y="79"/>
                      <a:pt x="30" y="80"/>
                    </a:cubicBezTo>
                    <a:cubicBezTo>
                      <a:pt x="30" y="79"/>
                      <a:pt x="30" y="79"/>
                      <a:pt x="30" y="78"/>
                    </a:cubicBezTo>
                    <a:cubicBezTo>
                      <a:pt x="30" y="80"/>
                      <a:pt x="31" y="82"/>
                      <a:pt x="31" y="83"/>
                    </a:cubicBezTo>
                    <a:cubicBezTo>
                      <a:pt x="31" y="84"/>
                      <a:pt x="32" y="85"/>
                      <a:pt x="33" y="86"/>
                    </a:cubicBezTo>
                    <a:cubicBezTo>
                      <a:pt x="33" y="86"/>
                      <a:pt x="33" y="88"/>
                      <a:pt x="34" y="88"/>
                    </a:cubicBezTo>
                    <a:lnTo>
                      <a:pt x="33" y="88"/>
                    </a:lnTo>
                    <a:cubicBezTo>
                      <a:pt x="34" y="88"/>
                      <a:pt x="34" y="89"/>
                      <a:pt x="35" y="89"/>
                    </a:cubicBezTo>
                    <a:cubicBezTo>
                      <a:pt x="36" y="90"/>
                      <a:pt x="36" y="91"/>
                      <a:pt x="36" y="91"/>
                    </a:cubicBezTo>
                    <a:cubicBezTo>
                      <a:pt x="37" y="92"/>
                      <a:pt x="37" y="92"/>
                      <a:pt x="38" y="92"/>
                    </a:cubicBezTo>
                    <a:cubicBezTo>
                      <a:pt x="38" y="93"/>
                      <a:pt x="39" y="93"/>
                      <a:pt x="40" y="93"/>
                    </a:cubicBezTo>
                    <a:cubicBezTo>
                      <a:pt x="40" y="94"/>
                      <a:pt x="41" y="94"/>
                      <a:pt x="41" y="94"/>
                    </a:cubicBezTo>
                    <a:cubicBezTo>
                      <a:pt x="42" y="95"/>
                      <a:pt x="43" y="95"/>
                      <a:pt x="43" y="95"/>
                    </a:cubicBezTo>
                    <a:cubicBezTo>
                      <a:pt x="44" y="95"/>
                      <a:pt x="45" y="95"/>
                      <a:pt x="45" y="95"/>
                    </a:cubicBezTo>
                    <a:cubicBezTo>
                      <a:pt x="46" y="95"/>
                      <a:pt x="47" y="95"/>
                      <a:pt x="47" y="95"/>
                    </a:cubicBezTo>
                    <a:moveTo>
                      <a:pt x="130" y="114"/>
                    </a:moveTo>
                    <a:cubicBezTo>
                      <a:pt x="128" y="111"/>
                      <a:pt x="125" y="109"/>
                      <a:pt x="124" y="105"/>
                    </a:cubicBezTo>
                    <a:cubicBezTo>
                      <a:pt x="122" y="102"/>
                      <a:pt x="121" y="99"/>
                      <a:pt x="120" y="95"/>
                    </a:cubicBezTo>
                    <a:cubicBezTo>
                      <a:pt x="119" y="92"/>
                      <a:pt x="118" y="89"/>
                      <a:pt x="117" y="85"/>
                    </a:cubicBezTo>
                    <a:cubicBezTo>
                      <a:pt x="115" y="88"/>
                      <a:pt x="111" y="89"/>
                      <a:pt x="108" y="88"/>
                    </a:cubicBezTo>
                    <a:cubicBezTo>
                      <a:pt x="105" y="88"/>
                      <a:pt x="102" y="86"/>
                      <a:pt x="100" y="84"/>
                    </a:cubicBezTo>
                    <a:cubicBezTo>
                      <a:pt x="99" y="82"/>
                      <a:pt x="98" y="80"/>
                      <a:pt x="98" y="78"/>
                    </a:cubicBezTo>
                    <a:cubicBezTo>
                      <a:pt x="96" y="81"/>
                      <a:pt x="94" y="83"/>
                      <a:pt x="93" y="85"/>
                    </a:cubicBezTo>
                    <a:cubicBezTo>
                      <a:pt x="85" y="98"/>
                      <a:pt x="74" y="109"/>
                      <a:pt x="61" y="113"/>
                    </a:cubicBezTo>
                    <a:cubicBezTo>
                      <a:pt x="54" y="116"/>
                      <a:pt x="48" y="116"/>
                      <a:pt x="41" y="116"/>
                    </a:cubicBezTo>
                    <a:cubicBezTo>
                      <a:pt x="34" y="115"/>
                      <a:pt x="28" y="111"/>
                      <a:pt x="23" y="107"/>
                    </a:cubicBezTo>
                    <a:cubicBezTo>
                      <a:pt x="0" y="86"/>
                      <a:pt x="10" y="50"/>
                      <a:pt x="24" y="28"/>
                    </a:cubicBezTo>
                    <a:cubicBezTo>
                      <a:pt x="31" y="16"/>
                      <a:pt x="43" y="5"/>
                      <a:pt x="57" y="2"/>
                    </a:cubicBezTo>
                    <a:cubicBezTo>
                      <a:pt x="64" y="0"/>
                      <a:pt x="70" y="1"/>
                      <a:pt x="76" y="3"/>
                    </a:cubicBezTo>
                    <a:cubicBezTo>
                      <a:pt x="83" y="5"/>
                      <a:pt x="88" y="10"/>
                      <a:pt x="93" y="15"/>
                    </a:cubicBezTo>
                    <a:cubicBezTo>
                      <a:pt x="96" y="17"/>
                      <a:pt x="97" y="19"/>
                      <a:pt x="100" y="22"/>
                    </a:cubicBezTo>
                    <a:cubicBezTo>
                      <a:pt x="101" y="17"/>
                      <a:pt x="102" y="12"/>
                      <a:pt x="104" y="7"/>
                    </a:cubicBezTo>
                    <a:cubicBezTo>
                      <a:pt x="105" y="3"/>
                      <a:pt x="110" y="1"/>
                      <a:pt x="114" y="1"/>
                    </a:cubicBezTo>
                    <a:cubicBezTo>
                      <a:pt x="118" y="1"/>
                      <a:pt x="122" y="4"/>
                      <a:pt x="124" y="8"/>
                    </a:cubicBezTo>
                    <a:cubicBezTo>
                      <a:pt x="126" y="12"/>
                      <a:pt x="126" y="18"/>
                      <a:pt x="126" y="23"/>
                    </a:cubicBezTo>
                    <a:cubicBezTo>
                      <a:pt x="127" y="27"/>
                      <a:pt x="127" y="31"/>
                      <a:pt x="128" y="35"/>
                    </a:cubicBezTo>
                    <a:cubicBezTo>
                      <a:pt x="128" y="40"/>
                      <a:pt x="129" y="46"/>
                      <a:pt x="130" y="52"/>
                    </a:cubicBezTo>
                    <a:cubicBezTo>
                      <a:pt x="131" y="57"/>
                      <a:pt x="132" y="62"/>
                      <a:pt x="133" y="67"/>
                    </a:cubicBezTo>
                    <a:cubicBezTo>
                      <a:pt x="133" y="69"/>
                      <a:pt x="134" y="71"/>
                      <a:pt x="135" y="73"/>
                    </a:cubicBezTo>
                    <a:cubicBezTo>
                      <a:pt x="135" y="75"/>
                      <a:pt x="136" y="78"/>
                      <a:pt x="137" y="80"/>
                    </a:cubicBezTo>
                    <a:cubicBezTo>
                      <a:pt x="139" y="85"/>
                      <a:pt x="140" y="91"/>
                      <a:pt x="142" y="95"/>
                    </a:cubicBezTo>
                    <a:cubicBezTo>
                      <a:pt x="143" y="96"/>
                      <a:pt x="143" y="98"/>
                      <a:pt x="144" y="99"/>
                    </a:cubicBezTo>
                    <a:cubicBezTo>
                      <a:pt x="145" y="100"/>
                      <a:pt x="146" y="101"/>
                      <a:pt x="147" y="102"/>
                    </a:cubicBezTo>
                    <a:cubicBezTo>
                      <a:pt x="150" y="107"/>
                      <a:pt x="149" y="114"/>
                      <a:pt x="145" y="117"/>
                    </a:cubicBezTo>
                    <a:cubicBezTo>
                      <a:pt x="143" y="118"/>
                      <a:pt x="140" y="119"/>
                      <a:pt x="138" y="119"/>
                    </a:cubicBezTo>
                    <a:cubicBezTo>
                      <a:pt x="135" y="119"/>
                      <a:pt x="132" y="117"/>
                      <a:pt x="130" y="1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6" name="Google Shape;266;p2"/>
              <p:cNvSpPr/>
              <p:nvPr/>
            </p:nvSpPr>
            <p:spPr>
              <a:xfrm>
                <a:off x="745920" y="4140000"/>
                <a:ext cx="73440" cy="131040"/>
              </a:xfrm>
              <a:custGeom>
                <a:avLst/>
                <a:gdLst/>
                <a:ahLst/>
                <a:cxnLst/>
                <a:rect l="l" t="t" r="r" b="b"/>
                <a:pathLst>
                  <a:path w="204" h="364" extrusionOk="0">
                    <a:moveTo>
                      <a:pt x="175" y="46"/>
                    </a:moveTo>
                    <a:cubicBezTo>
                      <a:pt x="175" y="44"/>
                      <a:pt x="176" y="42"/>
                      <a:pt x="176" y="40"/>
                    </a:cubicBezTo>
                    <a:cubicBezTo>
                      <a:pt x="176" y="40"/>
                      <a:pt x="176" y="41"/>
                      <a:pt x="175" y="42"/>
                    </a:cubicBezTo>
                    <a:cubicBezTo>
                      <a:pt x="175" y="43"/>
                      <a:pt x="174" y="44"/>
                      <a:pt x="173" y="45"/>
                    </a:cubicBezTo>
                    <a:cubicBezTo>
                      <a:pt x="174" y="46"/>
                      <a:pt x="174" y="46"/>
                      <a:pt x="175" y="46"/>
                    </a:cubicBezTo>
                    <a:moveTo>
                      <a:pt x="58" y="342"/>
                    </a:moveTo>
                    <a:cubicBezTo>
                      <a:pt x="59" y="341"/>
                      <a:pt x="60" y="341"/>
                      <a:pt x="61" y="341"/>
                    </a:cubicBezTo>
                    <a:lnTo>
                      <a:pt x="62" y="341"/>
                    </a:lnTo>
                    <a:cubicBezTo>
                      <a:pt x="63" y="340"/>
                      <a:pt x="65" y="340"/>
                      <a:pt x="66" y="339"/>
                    </a:cubicBezTo>
                    <a:cubicBezTo>
                      <a:pt x="68" y="338"/>
                      <a:pt x="70" y="337"/>
                      <a:pt x="72" y="336"/>
                    </a:cubicBezTo>
                    <a:cubicBezTo>
                      <a:pt x="73" y="335"/>
                      <a:pt x="74" y="335"/>
                      <a:pt x="74" y="334"/>
                    </a:cubicBezTo>
                    <a:cubicBezTo>
                      <a:pt x="75" y="334"/>
                      <a:pt x="76" y="333"/>
                      <a:pt x="76" y="332"/>
                    </a:cubicBezTo>
                    <a:cubicBezTo>
                      <a:pt x="77" y="331"/>
                      <a:pt x="78" y="330"/>
                      <a:pt x="79" y="329"/>
                    </a:cubicBezTo>
                    <a:cubicBezTo>
                      <a:pt x="81" y="326"/>
                      <a:pt x="83" y="322"/>
                      <a:pt x="85" y="319"/>
                    </a:cubicBezTo>
                    <a:cubicBezTo>
                      <a:pt x="87" y="314"/>
                      <a:pt x="90" y="310"/>
                      <a:pt x="92" y="306"/>
                    </a:cubicBezTo>
                    <a:cubicBezTo>
                      <a:pt x="94" y="301"/>
                      <a:pt x="95" y="297"/>
                      <a:pt x="97" y="293"/>
                    </a:cubicBezTo>
                    <a:cubicBezTo>
                      <a:pt x="99" y="286"/>
                      <a:pt x="102" y="279"/>
                      <a:pt x="104" y="273"/>
                    </a:cubicBezTo>
                    <a:cubicBezTo>
                      <a:pt x="106" y="266"/>
                      <a:pt x="107" y="260"/>
                      <a:pt x="109" y="254"/>
                    </a:cubicBezTo>
                    <a:cubicBezTo>
                      <a:pt x="110" y="248"/>
                      <a:pt x="111" y="243"/>
                      <a:pt x="112" y="238"/>
                    </a:cubicBezTo>
                    <a:cubicBezTo>
                      <a:pt x="113" y="234"/>
                      <a:pt x="113" y="230"/>
                      <a:pt x="114" y="226"/>
                    </a:cubicBezTo>
                    <a:cubicBezTo>
                      <a:pt x="110" y="227"/>
                      <a:pt x="106" y="227"/>
                      <a:pt x="102" y="228"/>
                    </a:cubicBezTo>
                    <a:cubicBezTo>
                      <a:pt x="97" y="229"/>
                      <a:pt x="91" y="230"/>
                      <a:pt x="85" y="230"/>
                    </a:cubicBezTo>
                    <a:cubicBezTo>
                      <a:pt x="73" y="232"/>
                      <a:pt x="61" y="232"/>
                      <a:pt x="49" y="234"/>
                    </a:cubicBezTo>
                    <a:lnTo>
                      <a:pt x="48" y="234"/>
                    </a:lnTo>
                    <a:lnTo>
                      <a:pt x="48" y="235"/>
                    </a:lnTo>
                    <a:cubicBezTo>
                      <a:pt x="48" y="234"/>
                      <a:pt x="48" y="234"/>
                      <a:pt x="48" y="234"/>
                    </a:cubicBezTo>
                    <a:cubicBezTo>
                      <a:pt x="45" y="240"/>
                      <a:pt x="42" y="245"/>
                      <a:pt x="39" y="250"/>
                    </a:cubicBezTo>
                    <a:cubicBezTo>
                      <a:pt x="35" y="255"/>
                      <a:pt x="31" y="261"/>
                      <a:pt x="28" y="267"/>
                    </a:cubicBezTo>
                    <a:cubicBezTo>
                      <a:pt x="27" y="268"/>
                      <a:pt x="26" y="270"/>
                      <a:pt x="25" y="272"/>
                    </a:cubicBezTo>
                    <a:cubicBezTo>
                      <a:pt x="24" y="275"/>
                      <a:pt x="23" y="279"/>
                      <a:pt x="23" y="282"/>
                    </a:cubicBezTo>
                    <a:cubicBezTo>
                      <a:pt x="22" y="285"/>
                      <a:pt x="21" y="288"/>
                      <a:pt x="21" y="291"/>
                    </a:cubicBezTo>
                    <a:cubicBezTo>
                      <a:pt x="21" y="293"/>
                      <a:pt x="21" y="294"/>
                      <a:pt x="21" y="296"/>
                    </a:cubicBezTo>
                    <a:cubicBezTo>
                      <a:pt x="21" y="299"/>
                      <a:pt x="21" y="301"/>
                      <a:pt x="22" y="303"/>
                    </a:cubicBezTo>
                    <a:cubicBezTo>
                      <a:pt x="23" y="306"/>
                      <a:pt x="23" y="308"/>
                      <a:pt x="24" y="311"/>
                    </a:cubicBezTo>
                    <a:cubicBezTo>
                      <a:pt x="25" y="314"/>
                      <a:pt x="26" y="317"/>
                      <a:pt x="27" y="320"/>
                    </a:cubicBezTo>
                    <a:cubicBezTo>
                      <a:pt x="28" y="322"/>
                      <a:pt x="30" y="324"/>
                      <a:pt x="31" y="326"/>
                    </a:cubicBezTo>
                    <a:cubicBezTo>
                      <a:pt x="32" y="328"/>
                      <a:pt x="32" y="329"/>
                      <a:pt x="34" y="331"/>
                    </a:cubicBezTo>
                    <a:cubicBezTo>
                      <a:pt x="35" y="331"/>
                      <a:pt x="35" y="332"/>
                      <a:pt x="37" y="333"/>
                    </a:cubicBezTo>
                    <a:cubicBezTo>
                      <a:pt x="38" y="334"/>
                      <a:pt x="39" y="335"/>
                      <a:pt x="40" y="336"/>
                    </a:cubicBezTo>
                    <a:cubicBezTo>
                      <a:pt x="41" y="336"/>
                      <a:pt x="42" y="337"/>
                      <a:pt x="43" y="338"/>
                    </a:cubicBezTo>
                    <a:cubicBezTo>
                      <a:pt x="44" y="338"/>
                      <a:pt x="45" y="339"/>
                      <a:pt x="46" y="339"/>
                    </a:cubicBezTo>
                    <a:cubicBezTo>
                      <a:pt x="48" y="340"/>
                      <a:pt x="49" y="340"/>
                      <a:pt x="51" y="340"/>
                    </a:cubicBezTo>
                    <a:cubicBezTo>
                      <a:pt x="52" y="341"/>
                      <a:pt x="53" y="341"/>
                      <a:pt x="55" y="341"/>
                    </a:cubicBezTo>
                    <a:cubicBezTo>
                      <a:pt x="56" y="342"/>
                      <a:pt x="57" y="342"/>
                      <a:pt x="58" y="342"/>
                    </a:cubicBezTo>
                    <a:moveTo>
                      <a:pt x="53" y="362"/>
                    </a:moveTo>
                    <a:cubicBezTo>
                      <a:pt x="46" y="361"/>
                      <a:pt x="39" y="360"/>
                      <a:pt x="32" y="356"/>
                    </a:cubicBezTo>
                    <a:cubicBezTo>
                      <a:pt x="27" y="353"/>
                      <a:pt x="23" y="349"/>
                      <a:pt x="18" y="345"/>
                    </a:cubicBezTo>
                    <a:cubicBezTo>
                      <a:pt x="14" y="339"/>
                      <a:pt x="10" y="333"/>
                      <a:pt x="7" y="327"/>
                    </a:cubicBezTo>
                    <a:cubicBezTo>
                      <a:pt x="5" y="320"/>
                      <a:pt x="3" y="313"/>
                      <a:pt x="2" y="307"/>
                    </a:cubicBezTo>
                    <a:cubicBezTo>
                      <a:pt x="0" y="299"/>
                      <a:pt x="0" y="292"/>
                      <a:pt x="1" y="285"/>
                    </a:cubicBezTo>
                    <a:cubicBezTo>
                      <a:pt x="2" y="278"/>
                      <a:pt x="4" y="272"/>
                      <a:pt x="6" y="265"/>
                    </a:cubicBezTo>
                    <a:cubicBezTo>
                      <a:pt x="8" y="260"/>
                      <a:pt x="10" y="255"/>
                      <a:pt x="13" y="251"/>
                    </a:cubicBezTo>
                    <a:cubicBezTo>
                      <a:pt x="16" y="246"/>
                      <a:pt x="20" y="241"/>
                      <a:pt x="23" y="237"/>
                    </a:cubicBezTo>
                    <a:cubicBezTo>
                      <a:pt x="24" y="234"/>
                      <a:pt x="25" y="232"/>
                      <a:pt x="27" y="230"/>
                    </a:cubicBezTo>
                    <a:cubicBezTo>
                      <a:pt x="27" y="230"/>
                      <a:pt x="26" y="230"/>
                      <a:pt x="26" y="231"/>
                    </a:cubicBezTo>
                    <a:cubicBezTo>
                      <a:pt x="28" y="227"/>
                      <a:pt x="30" y="223"/>
                      <a:pt x="32" y="220"/>
                    </a:cubicBezTo>
                    <a:cubicBezTo>
                      <a:pt x="37" y="214"/>
                      <a:pt x="45" y="213"/>
                      <a:pt x="52" y="212"/>
                    </a:cubicBezTo>
                    <a:cubicBezTo>
                      <a:pt x="61" y="211"/>
                      <a:pt x="71" y="210"/>
                      <a:pt x="80" y="209"/>
                    </a:cubicBezTo>
                    <a:cubicBezTo>
                      <a:pt x="87" y="209"/>
                      <a:pt x="94" y="208"/>
                      <a:pt x="100" y="208"/>
                    </a:cubicBezTo>
                    <a:cubicBezTo>
                      <a:pt x="106" y="207"/>
                      <a:pt x="112" y="206"/>
                      <a:pt x="117" y="205"/>
                    </a:cubicBezTo>
                    <a:cubicBezTo>
                      <a:pt x="118" y="201"/>
                      <a:pt x="119" y="197"/>
                      <a:pt x="119" y="193"/>
                    </a:cubicBezTo>
                    <a:cubicBezTo>
                      <a:pt x="123" y="171"/>
                      <a:pt x="126" y="149"/>
                      <a:pt x="131" y="127"/>
                    </a:cubicBezTo>
                    <a:cubicBezTo>
                      <a:pt x="133" y="116"/>
                      <a:pt x="135" y="105"/>
                      <a:pt x="138" y="94"/>
                    </a:cubicBezTo>
                    <a:cubicBezTo>
                      <a:pt x="140" y="87"/>
                      <a:pt x="141" y="80"/>
                      <a:pt x="143" y="72"/>
                    </a:cubicBezTo>
                    <a:cubicBezTo>
                      <a:pt x="145" y="62"/>
                      <a:pt x="149" y="51"/>
                      <a:pt x="153" y="41"/>
                    </a:cubicBezTo>
                    <a:cubicBezTo>
                      <a:pt x="156" y="34"/>
                      <a:pt x="159" y="28"/>
                      <a:pt x="163" y="22"/>
                    </a:cubicBezTo>
                    <a:cubicBezTo>
                      <a:pt x="166" y="16"/>
                      <a:pt x="171" y="10"/>
                      <a:pt x="176" y="5"/>
                    </a:cubicBezTo>
                    <a:cubicBezTo>
                      <a:pt x="180" y="2"/>
                      <a:pt x="186" y="0"/>
                      <a:pt x="191" y="1"/>
                    </a:cubicBezTo>
                    <a:cubicBezTo>
                      <a:pt x="197" y="1"/>
                      <a:pt x="201" y="6"/>
                      <a:pt x="203" y="12"/>
                    </a:cubicBezTo>
                    <a:cubicBezTo>
                      <a:pt x="203" y="17"/>
                      <a:pt x="203" y="22"/>
                      <a:pt x="201" y="26"/>
                    </a:cubicBezTo>
                    <a:cubicBezTo>
                      <a:pt x="201" y="29"/>
                      <a:pt x="200" y="33"/>
                      <a:pt x="199" y="36"/>
                    </a:cubicBezTo>
                    <a:cubicBezTo>
                      <a:pt x="197" y="43"/>
                      <a:pt x="195" y="50"/>
                      <a:pt x="193" y="57"/>
                    </a:cubicBezTo>
                    <a:cubicBezTo>
                      <a:pt x="190" y="63"/>
                      <a:pt x="188" y="68"/>
                      <a:pt x="185" y="74"/>
                    </a:cubicBezTo>
                    <a:cubicBezTo>
                      <a:pt x="182" y="80"/>
                      <a:pt x="178" y="86"/>
                      <a:pt x="173" y="91"/>
                    </a:cubicBezTo>
                    <a:cubicBezTo>
                      <a:pt x="171" y="93"/>
                      <a:pt x="169" y="94"/>
                      <a:pt x="166" y="95"/>
                    </a:cubicBezTo>
                    <a:cubicBezTo>
                      <a:pt x="164" y="96"/>
                      <a:pt x="162" y="96"/>
                      <a:pt x="159" y="95"/>
                    </a:cubicBezTo>
                    <a:cubicBezTo>
                      <a:pt x="158" y="95"/>
                      <a:pt x="158" y="95"/>
                      <a:pt x="158" y="95"/>
                    </a:cubicBezTo>
                    <a:cubicBezTo>
                      <a:pt x="157" y="99"/>
                      <a:pt x="155" y="103"/>
                      <a:pt x="154" y="107"/>
                    </a:cubicBezTo>
                    <a:cubicBezTo>
                      <a:pt x="152" y="119"/>
                      <a:pt x="150" y="130"/>
                      <a:pt x="147" y="141"/>
                    </a:cubicBezTo>
                    <a:cubicBezTo>
                      <a:pt x="145" y="151"/>
                      <a:pt x="143" y="162"/>
                      <a:pt x="141" y="173"/>
                    </a:cubicBezTo>
                    <a:cubicBezTo>
                      <a:pt x="140" y="182"/>
                      <a:pt x="138" y="192"/>
                      <a:pt x="137" y="201"/>
                    </a:cubicBezTo>
                    <a:cubicBezTo>
                      <a:pt x="147" y="199"/>
                      <a:pt x="157" y="197"/>
                      <a:pt x="166" y="195"/>
                    </a:cubicBezTo>
                    <a:cubicBezTo>
                      <a:pt x="172" y="194"/>
                      <a:pt x="177" y="197"/>
                      <a:pt x="179" y="202"/>
                    </a:cubicBezTo>
                    <a:cubicBezTo>
                      <a:pt x="180" y="207"/>
                      <a:pt x="176" y="212"/>
                      <a:pt x="171" y="214"/>
                    </a:cubicBezTo>
                    <a:cubicBezTo>
                      <a:pt x="159" y="217"/>
                      <a:pt x="146" y="220"/>
                      <a:pt x="133" y="223"/>
                    </a:cubicBezTo>
                    <a:cubicBezTo>
                      <a:pt x="132" y="228"/>
                      <a:pt x="131" y="234"/>
                      <a:pt x="130" y="239"/>
                    </a:cubicBezTo>
                    <a:cubicBezTo>
                      <a:pt x="129" y="250"/>
                      <a:pt x="126" y="261"/>
                      <a:pt x="123" y="272"/>
                    </a:cubicBezTo>
                    <a:cubicBezTo>
                      <a:pt x="120" y="283"/>
                      <a:pt x="117" y="293"/>
                      <a:pt x="113" y="304"/>
                    </a:cubicBezTo>
                    <a:lnTo>
                      <a:pt x="113" y="303"/>
                    </a:lnTo>
                    <a:cubicBezTo>
                      <a:pt x="109" y="314"/>
                      <a:pt x="104" y="325"/>
                      <a:pt x="98" y="335"/>
                    </a:cubicBezTo>
                    <a:cubicBezTo>
                      <a:pt x="96" y="340"/>
                      <a:pt x="92" y="345"/>
                      <a:pt x="88" y="349"/>
                    </a:cubicBezTo>
                    <a:cubicBezTo>
                      <a:pt x="83" y="354"/>
                      <a:pt x="77" y="357"/>
                      <a:pt x="71" y="360"/>
                    </a:cubicBezTo>
                    <a:cubicBezTo>
                      <a:pt x="67" y="361"/>
                      <a:pt x="62" y="363"/>
                      <a:pt x="58" y="363"/>
                    </a:cubicBezTo>
                    <a:cubicBezTo>
                      <a:pt x="56" y="363"/>
                      <a:pt x="55" y="363"/>
                      <a:pt x="53" y="3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7" name="Google Shape;267;p2"/>
              <p:cNvSpPr/>
              <p:nvPr/>
            </p:nvSpPr>
            <p:spPr>
              <a:xfrm>
                <a:off x="825480" y="4139280"/>
                <a:ext cx="42480" cy="119160"/>
              </a:xfrm>
              <a:custGeom>
                <a:avLst/>
                <a:gdLst/>
                <a:ahLst/>
                <a:cxnLst/>
                <a:rect l="l" t="t" r="r" b="b"/>
                <a:pathLst>
                  <a:path w="118" h="331" extrusionOk="0">
                    <a:moveTo>
                      <a:pt x="49" y="328"/>
                    </a:moveTo>
                    <a:cubicBezTo>
                      <a:pt x="42" y="322"/>
                      <a:pt x="36" y="316"/>
                      <a:pt x="30" y="310"/>
                    </a:cubicBezTo>
                    <a:cubicBezTo>
                      <a:pt x="20" y="301"/>
                      <a:pt x="13" y="288"/>
                      <a:pt x="9" y="275"/>
                    </a:cubicBezTo>
                    <a:cubicBezTo>
                      <a:pt x="4" y="260"/>
                      <a:pt x="1" y="245"/>
                      <a:pt x="0" y="230"/>
                    </a:cubicBezTo>
                    <a:cubicBezTo>
                      <a:pt x="0" y="222"/>
                      <a:pt x="1" y="215"/>
                      <a:pt x="1" y="208"/>
                    </a:cubicBezTo>
                    <a:cubicBezTo>
                      <a:pt x="1" y="200"/>
                      <a:pt x="3" y="191"/>
                      <a:pt x="4" y="183"/>
                    </a:cubicBezTo>
                    <a:cubicBezTo>
                      <a:pt x="7" y="167"/>
                      <a:pt x="11" y="150"/>
                      <a:pt x="15" y="134"/>
                    </a:cubicBezTo>
                    <a:cubicBezTo>
                      <a:pt x="15" y="130"/>
                      <a:pt x="17" y="126"/>
                      <a:pt x="18" y="123"/>
                    </a:cubicBezTo>
                    <a:cubicBezTo>
                      <a:pt x="20" y="116"/>
                      <a:pt x="22" y="109"/>
                      <a:pt x="25" y="102"/>
                    </a:cubicBezTo>
                    <a:cubicBezTo>
                      <a:pt x="26" y="98"/>
                      <a:pt x="28" y="94"/>
                      <a:pt x="29" y="90"/>
                    </a:cubicBezTo>
                    <a:cubicBezTo>
                      <a:pt x="31" y="84"/>
                      <a:pt x="33" y="78"/>
                      <a:pt x="36" y="72"/>
                    </a:cubicBezTo>
                    <a:cubicBezTo>
                      <a:pt x="36" y="73"/>
                      <a:pt x="35" y="73"/>
                      <a:pt x="35" y="74"/>
                    </a:cubicBezTo>
                    <a:cubicBezTo>
                      <a:pt x="38" y="65"/>
                      <a:pt x="42" y="57"/>
                      <a:pt x="46" y="49"/>
                    </a:cubicBezTo>
                    <a:cubicBezTo>
                      <a:pt x="51" y="40"/>
                      <a:pt x="57" y="31"/>
                      <a:pt x="63" y="23"/>
                    </a:cubicBezTo>
                    <a:cubicBezTo>
                      <a:pt x="65" y="19"/>
                      <a:pt x="68" y="16"/>
                      <a:pt x="71" y="12"/>
                    </a:cubicBezTo>
                    <a:cubicBezTo>
                      <a:pt x="75" y="9"/>
                      <a:pt x="79" y="6"/>
                      <a:pt x="83" y="3"/>
                    </a:cubicBezTo>
                    <a:cubicBezTo>
                      <a:pt x="87" y="1"/>
                      <a:pt x="92" y="0"/>
                      <a:pt x="96" y="0"/>
                    </a:cubicBezTo>
                    <a:cubicBezTo>
                      <a:pt x="100" y="0"/>
                      <a:pt x="105" y="2"/>
                      <a:pt x="109" y="4"/>
                    </a:cubicBezTo>
                    <a:cubicBezTo>
                      <a:pt x="114" y="6"/>
                      <a:pt x="117" y="13"/>
                      <a:pt x="114" y="19"/>
                    </a:cubicBezTo>
                    <a:cubicBezTo>
                      <a:pt x="111" y="24"/>
                      <a:pt x="105" y="26"/>
                      <a:pt x="99" y="24"/>
                    </a:cubicBezTo>
                    <a:cubicBezTo>
                      <a:pt x="99" y="24"/>
                      <a:pt x="98" y="23"/>
                      <a:pt x="97" y="23"/>
                    </a:cubicBezTo>
                    <a:cubicBezTo>
                      <a:pt x="96" y="23"/>
                      <a:pt x="96" y="23"/>
                      <a:pt x="96" y="23"/>
                    </a:cubicBezTo>
                    <a:cubicBezTo>
                      <a:pt x="95" y="23"/>
                      <a:pt x="95" y="23"/>
                      <a:pt x="95" y="23"/>
                    </a:cubicBezTo>
                    <a:lnTo>
                      <a:pt x="94" y="23"/>
                    </a:lnTo>
                    <a:lnTo>
                      <a:pt x="93" y="23"/>
                    </a:lnTo>
                    <a:cubicBezTo>
                      <a:pt x="92" y="23"/>
                      <a:pt x="91" y="23"/>
                      <a:pt x="91" y="24"/>
                    </a:cubicBezTo>
                    <a:cubicBezTo>
                      <a:pt x="91" y="23"/>
                      <a:pt x="92" y="23"/>
                      <a:pt x="92" y="23"/>
                    </a:cubicBezTo>
                    <a:cubicBezTo>
                      <a:pt x="91" y="23"/>
                      <a:pt x="91" y="24"/>
                      <a:pt x="89" y="24"/>
                    </a:cubicBezTo>
                    <a:cubicBezTo>
                      <a:pt x="89" y="25"/>
                      <a:pt x="88" y="26"/>
                      <a:pt x="87" y="26"/>
                    </a:cubicBezTo>
                    <a:cubicBezTo>
                      <a:pt x="86" y="27"/>
                      <a:pt x="86" y="27"/>
                      <a:pt x="85" y="28"/>
                    </a:cubicBezTo>
                    <a:cubicBezTo>
                      <a:pt x="82" y="31"/>
                      <a:pt x="79" y="35"/>
                      <a:pt x="77" y="38"/>
                    </a:cubicBezTo>
                    <a:cubicBezTo>
                      <a:pt x="72" y="46"/>
                      <a:pt x="67" y="53"/>
                      <a:pt x="63" y="61"/>
                    </a:cubicBezTo>
                    <a:cubicBezTo>
                      <a:pt x="58" y="70"/>
                      <a:pt x="54" y="79"/>
                      <a:pt x="50" y="88"/>
                    </a:cubicBezTo>
                    <a:cubicBezTo>
                      <a:pt x="48" y="95"/>
                      <a:pt x="46" y="101"/>
                      <a:pt x="43" y="107"/>
                    </a:cubicBezTo>
                    <a:cubicBezTo>
                      <a:pt x="40" y="117"/>
                      <a:pt x="37" y="127"/>
                      <a:pt x="33" y="137"/>
                    </a:cubicBezTo>
                    <a:cubicBezTo>
                      <a:pt x="33" y="139"/>
                      <a:pt x="33" y="140"/>
                      <a:pt x="32" y="141"/>
                    </a:cubicBezTo>
                    <a:cubicBezTo>
                      <a:pt x="32" y="145"/>
                      <a:pt x="31" y="148"/>
                      <a:pt x="30" y="152"/>
                    </a:cubicBezTo>
                    <a:cubicBezTo>
                      <a:pt x="29" y="157"/>
                      <a:pt x="27" y="162"/>
                      <a:pt x="26" y="167"/>
                    </a:cubicBezTo>
                    <a:cubicBezTo>
                      <a:pt x="23" y="181"/>
                      <a:pt x="21" y="194"/>
                      <a:pt x="19" y="207"/>
                    </a:cubicBezTo>
                    <a:cubicBezTo>
                      <a:pt x="20" y="207"/>
                      <a:pt x="20" y="207"/>
                      <a:pt x="20" y="206"/>
                    </a:cubicBezTo>
                    <a:cubicBezTo>
                      <a:pt x="19" y="214"/>
                      <a:pt x="19" y="223"/>
                      <a:pt x="19" y="231"/>
                    </a:cubicBezTo>
                    <a:cubicBezTo>
                      <a:pt x="19" y="232"/>
                      <a:pt x="19" y="232"/>
                      <a:pt x="19" y="232"/>
                    </a:cubicBezTo>
                    <a:lnTo>
                      <a:pt x="19" y="231"/>
                    </a:lnTo>
                    <a:cubicBezTo>
                      <a:pt x="19" y="236"/>
                      <a:pt x="20" y="241"/>
                      <a:pt x="21" y="246"/>
                    </a:cubicBezTo>
                    <a:cubicBezTo>
                      <a:pt x="21" y="245"/>
                      <a:pt x="21" y="245"/>
                      <a:pt x="21" y="245"/>
                    </a:cubicBezTo>
                    <a:cubicBezTo>
                      <a:pt x="22" y="253"/>
                      <a:pt x="24" y="261"/>
                      <a:pt x="27" y="268"/>
                    </a:cubicBezTo>
                    <a:cubicBezTo>
                      <a:pt x="26" y="268"/>
                      <a:pt x="26" y="268"/>
                      <a:pt x="26" y="267"/>
                    </a:cubicBezTo>
                    <a:cubicBezTo>
                      <a:pt x="28" y="271"/>
                      <a:pt x="29" y="275"/>
                      <a:pt x="31" y="279"/>
                    </a:cubicBezTo>
                    <a:cubicBezTo>
                      <a:pt x="32" y="281"/>
                      <a:pt x="33" y="282"/>
                      <a:pt x="34" y="284"/>
                    </a:cubicBezTo>
                    <a:cubicBezTo>
                      <a:pt x="36" y="287"/>
                      <a:pt x="37" y="290"/>
                      <a:pt x="40" y="293"/>
                    </a:cubicBezTo>
                    <a:cubicBezTo>
                      <a:pt x="43" y="296"/>
                      <a:pt x="47" y="300"/>
                      <a:pt x="50" y="303"/>
                    </a:cubicBezTo>
                    <a:cubicBezTo>
                      <a:pt x="50" y="303"/>
                      <a:pt x="50" y="302"/>
                      <a:pt x="49" y="302"/>
                    </a:cubicBezTo>
                    <a:cubicBezTo>
                      <a:pt x="53" y="306"/>
                      <a:pt x="57" y="309"/>
                      <a:pt x="61" y="313"/>
                    </a:cubicBezTo>
                    <a:cubicBezTo>
                      <a:pt x="65" y="316"/>
                      <a:pt x="66" y="322"/>
                      <a:pt x="63" y="326"/>
                    </a:cubicBezTo>
                    <a:cubicBezTo>
                      <a:pt x="61" y="329"/>
                      <a:pt x="58" y="330"/>
                      <a:pt x="55" y="330"/>
                    </a:cubicBezTo>
                    <a:cubicBezTo>
                      <a:pt x="53" y="330"/>
                      <a:pt x="51" y="329"/>
                      <a:pt x="49" y="3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" name="Google Shape;268;p2"/>
              <p:cNvSpPr/>
              <p:nvPr/>
            </p:nvSpPr>
            <p:spPr>
              <a:xfrm>
                <a:off x="871560" y="4129200"/>
                <a:ext cx="89280" cy="168840"/>
              </a:xfrm>
              <a:custGeom>
                <a:avLst/>
                <a:gdLst/>
                <a:ahLst/>
                <a:cxnLst/>
                <a:rect l="l" t="t" r="r" b="b"/>
                <a:pathLst>
                  <a:path w="248" h="469" extrusionOk="0">
                    <a:moveTo>
                      <a:pt x="32" y="271"/>
                    </a:moveTo>
                    <a:lnTo>
                      <a:pt x="34" y="271"/>
                    </a:lnTo>
                    <a:cubicBezTo>
                      <a:pt x="35" y="271"/>
                      <a:pt x="36" y="270"/>
                      <a:pt x="37" y="270"/>
                    </a:cubicBezTo>
                    <a:cubicBezTo>
                      <a:pt x="39" y="270"/>
                      <a:pt x="41" y="269"/>
                      <a:pt x="42" y="268"/>
                    </a:cubicBezTo>
                    <a:cubicBezTo>
                      <a:pt x="44" y="267"/>
                      <a:pt x="46" y="266"/>
                      <a:pt x="48" y="265"/>
                    </a:cubicBezTo>
                    <a:cubicBezTo>
                      <a:pt x="51" y="263"/>
                      <a:pt x="53" y="262"/>
                      <a:pt x="56" y="259"/>
                    </a:cubicBezTo>
                    <a:cubicBezTo>
                      <a:pt x="60" y="255"/>
                      <a:pt x="66" y="250"/>
                      <a:pt x="70" y="246"/>
                    </a:cubicBezTo>
                    <a:lnTo>
                      <a:pt x="70" y="245"/>
                    </a:lnTo>
                    <a:lnTo>
                      <a:pt x="71" y="245"/>
                    </a:lnTo>
                    <a:cubicBezTo>
                      <a:pt x="70" y="245"/>
                      <a:pt x="70" y="245"/>
                      <a:pt x="70" y="245"/>
                    </a:cubicBezTo>
                    <a:cubicBezTo>
                      <a:pt x="74" y="241"/>
                      <a:pt x="78" y="236"/>
                      <a:pt x="82" y="232"/>
                    </a:cubicBezTo>
                    <a:cubicBezTo>
                      <a:pt x="85" y="227"/>
                      <a:pt x="88" y="222"/>
                      <a:pt x="91" y="217"/>
                    </a:cubicBezTo>
                    <a:cubicBezTo>
                      <a:pt x="91" y="216"/>
                      <a:pt x="91" y="216"/>
                      <a:pt x="91" y="216"/>
                    </a:cubicBezTo>
                    <a:cubicBezTo>
                      <a:pt x="91" y="215"/>
                      <a:pt x="90" y="214"/>
                      <a:pt x="90" y="214"/>
                    </a:cubicBezTo>
                    <a:cubicBezTo>
                      <a:pt x="88" y="212"/>
                      <a:pt x="87" y="210"/>
                      <a:pt x="86" y="209"/>
                    </a:cubicBezTo>
                    <a:cubicBezTo>
                      <a:pt x="84" y="206"/>
                      <a:pt x="82" y="204"/>
                      <a:pt x="80" y="202"/>
                    </a:cubicBezTo>
                    <a:cubicBezTo>
                      <a:pt x="79" y="201"/>
                      <a:pt x="78" y="200"/>
                      <a:pt x="77" y="200"/>
                    </a:cubicBezTo>
                    <a:cubicBezTo>
                      <a:pt x="76" y="199"/>
                      <a:pt x="75" y="199"/>
                      <a:pt x="74" y="198"/>
                    </a:cubicBezTo>
                    <a:cubicBezTo>
                      <a:pt x="72" y="197"/>
                      <a:pt x="69" y="196"/>
                      <a:pt x="67" y="195"/>
                    </a:cubicBezTo>
                    <a:cubicBezTo>
                      <a:pt x="65" y="194"/>
                      <a:pt x="63" y="193"/>
                      <a:pt x="61" y="193"/>
                    </a:cubicBezTo>
                    <a:cubicBezTo>
                      <a:pt x="60" y="193"/>
                      <a:pt x="59" y="192"/>
                      <a:pt x="57" y="192"/>
                    </a:cubicBezTo>
                    <a:cubicBezTo>
                      <a:pt x="57" y="192"/>
                      <a:pt x="56" y="192"/>
                      <a:pt x="55" y="192"/>
                    </a:cubicBezTo>
                    <a:cubicBezTo>
                      <a:pt x="54" y="192"/>
                      <a:pt x="52" y="192"/>
                      <a:pt x="51" y="193"/>
                    </a:cubicBezTo>
                    <a:lnTo>
                      <a:pt x="50" y="193"/>
                    </a:lnTo>
                    <a:lnTo>
                      <a:pt x="49" y="193"/>
                    </a:lnTo>
                    <a:lnTo>
                      <a:pt x="50" y="193"/>
                    </a:lnTo>
                    <a:lnTo>
                      <a:pt x="49" y="193"/>
                    </a:lnTo>
                    <a:lnTo>
                      <a:pt x="50" y="193"/>
                    </a:lnTo>
                    <a:lnTo>
                      <a:pt x="51" y="193"/>
                    </a:lnTo>
                    <a:cubicBezTo>
                      <a:pt x="50" y="193"/>
                      <a:pt x="49" y="193"/>
                      <a:pt x="49" y="193"/>
                    </a:cubicBezTo>
                    <a:lnTo>
                      <a:pt x="48" y="194"/>
                    </a:lnTo>
                    <a:cubicBezTo>
                      <a:pt x="46" y="195"/>
                      <a:pt x="45" y="196"/>
                      <a:pt x="43" y="197"/>
                    </a:cubicBezTo>
                    <a:cubicBezTo>
                      <a:pt x="41" y="199"/>
                      <a:pt x="39" y="202"/>
                      <a:pt x="37" y="203"/>
                    </a:cubicBezTo>
                    <a:cubicBezTo>
                      <a:pt x="35" y="205"/>
                      <a:pt x="34" y="207"/>
                      <a:pt x="33" y="208"/>
                    </a:cubicBezTo>
                    <a:cubicBezTo>
                      <a:pt x="32" y="209"/>
                      <a:pt x="31" y="211"/>
                      <a:pt x="31" y="212"/>
                    </a:cubicBezTo>
                    <a:cubicBezTo>
                      <a:pt x="30" y="215"/>
                      <a:pt x="28" y="218"/>
                      <a:pt x="27" y="221"/>
                    </a:cubicBezTo>
                    <a:cubicBezTo>
                      <a:pt x="25" y="225"/>
                      <a:pt x="24" y="231"/>
                      <a:pt x="23" y="236"/>
                    </a:cubicBezTo>
                    <a:cubicBezTo>
                      <a:pt x="21" y="240"/>
                      <a:pt x="21" y="244"/>
                      <a:pt x="20" y="248"/>
                    </a:cubicBezTo>
                    <a:cubicBezTo>
                      <a:pt x="20" y="250"/>
                      <a:pt x="20" y="252"/>
                      <a:pt x="20" y="253"/>
                    </a:cubicBezTo>
                    <a:cubicBezTo>
                      <a:pt x="20" y="255"/>
                      <a:pt x="21" y="256"/>
                      <a:pt x="21" y="257"/>
                    </a:cubicBezTo>
                    <a:cubicBezTo>
                      <a:pt x="21" y="260"/>
                      <a:pt x="22" y="262"/>
                      <a:pt x="23" y="264"/>
                    </a:cubicBezTo>
                    <a:lnTo>
                      <a:pt x="23" y="263"/>
                    </a:lnTo>
                    <a:cubicBezTo>
                      <a:pt x="23" y="264"/>
                      <a:pt x="23" y="264"/>
                      <a:pt x="23" y="265"/>
                    </a:cubicBezTo>
                    <a:cubicBezTo>
                      <a:pt x="24" y="266"/>
                      <a:pt x="24" y="267"/>
                      <a:pt x="24" y="268"/>
                    </a:cubicBezTo>
                    <a:cubicBezTo>
                      <a:pt x="24" y="268"/>
                      <a:pt x="25" y="268"/>
                      <a:pt x="25" y="269"/>
                    </a:cubicBezTo>
                    <a:cubicBezTo>
                      <a:pt x="25" y="269"/>
                      <a:pt x="26" y="270"/>
                      <a:pt x="27" y="270"/>
                    </a:cubicBezTo>
                    <a:lnTo>
                      <a:pt x="28" y="271"/>
                    </a:lnTo>
                    <a:cubicBezTo>
                      <a:pt x="29" y="271"/>
                      <a:pt x="30" y="271"/>
                      <a:pt x="30" y="271"/>
                    </a:cubicBezTo>
                    <a:cubicBezTo>
                      <a:pt x="31" y="271"/>
                      <a:pt x="31" y="271"/>
                      <a:pt x="32" y="271"/>
                    </a:cubicBezTo>
                    <a:moveTo>
                      <a:pt x="102" y="467"/>
                    </a:moveTo>
                    <a:cubicBezTo>
                      <a:pt x="98" y="464"/>
                      <a:pt x="97" y="458"/>
                      <a:pt x="99" y="454"/>
                    </a:cubicBezTo>
                    <a:cubicBezTo>
                      <a:pt x="115" y="432"/>
                      <a:pt x="130" y="410"/>
                      <a:pt x="145" y="388"/>
                    </a:cubicBezTo>
                    <a:cubicBezTo>
                      <a:pt x="150" y="380"/>
                      <a:pt x="155" y="373"/>
                      <a:pt x="161" y="365"/>
                    </a:cubicBezTo>
                    <a:cubicBezTo>
                      <a:pt x="175" y="344"/>
                      <a:pt x="189" y="323"/>
                      <a:pt x="201" y="301"/>
                    </a:cubicBezTo>
                    <a:cubicBezTo>
                      <a:pt x="206" y="291"/>
                      <a:pt x="211" y="280"/>
                      <a:pt x="215" y="270"/>
                    </a:cubicBezTo>
                    <a:cubicBezTo>
                      <a:pt x="218" y="262"/>
                      <a:pt x="220" y="255"/>
                      <a:pt x="222" y="247"/>
                    </a:cubicBezTo>
                    <a:cubicBezTo>
                      <a:pt x="222" y="248"/>
                      <a:pt x="222" y="248"/>
                      <a:pt x="222" y="249"/>
                    </a:cubicBezTo>
                    <a:cubicBezTo>
                      <a:pt x="224" y="238"/>
                      <a:pt x="225" y="227"/>
                      <a:pt x="226" y="217"/>
                    </a:cubicBezTo>
                    <a:cubicBezTo>
                      <a:pt x="227" y="206"/>
                      <a:pt x="228" y="195"/>
                      <a:pt x="227" y="184"/>
                    </a:cubicBezTo>
                    <a:lnTo>
                      <a:pt x="227" y="183"/>
                    </a:lnTo>
                    <a:cubicBezTo>
                      <a:pt x="226" y="172"/>
                      <a:pt x="225" y="162"/>
                      <a:pt x="224" y="151"/>
                    </a:cubicBezTo>
                    <a:cubicBezTo>
                      <a:pt x="222" y="143"/>
                      <a:pt x="219" y="135"/>
                      <a:pt x="217" y="126"/>
                    </a:cubicBezTo>
                    <a:cubicBezTo>
                      <a:pt x="214" y="117"/>
                      <a:pt x="211" y="109"/>
                      <a:pt x="207" y="101"/>
                    </a:cubicBezTo>
                    <a:lnTo>
                      <a:pt x="207" y="100"/>
                    </a:lnTo>
                    <a:cubicBezTo>
                      <a:pt x="202" y="90"/>
                      <a:pt x="196" y="80"/>
                      <a:pt x="190" y="70"/>
                    </a:cubicBezTo>
                    <a:cubicBezTo>
                      <a:pt x="190" y="71"/>
                      <a:pt x="190" y="72"/>
                      <a:pt x="190" y="73"/>
                    </a:cubicBezTo>
                    <a:cubicBezTo>
                      <a:pt x="192" y="80"/>
                      <a:pt x="193" y="86"/>
                      <a:pt x="193" y="92"/>
                    </a:cubicBezTo>
                    <a:cubicBezTo>
                      <a:pt x="195" y="102"/>
                      <a:pt x="196" y="114"/>
                      <a:pt x="197" y="124"/>
                    </a:cubicBezTo>
                    <a:cubicBezTo>
                      <a:pt x="197" y="140"/>
                      <a:pt x="196" y="155"/>
                      <a:pt x="194" y="171"/>
                    </a:cubicBezTo>
                    <a:cubicBezTo>
                      <a:pt x="193" y="178"/>
                      <a:pt x="192" y="186"/>
                      <a:pt x="190" y="194"/>
                    </a:cubicBezTo>
                    <a:cubicBezTo>
                      <a:pt x="188" y="203"/>
                      <a:pt x="186" y="212"/>
                      <a:pt x="183" y="221"/>
                    </a:cubicBezTo>
                    <a:cubicBezTo>
                      <a:pt x="180" y="232"/>
                      <a:pt x="177" y="243"/>
                      <a:pt x="172" y="253"/>
                    </a:cubicBezTo>
                    <a:cubicBezTo>
                      <a:pt x="169" y="258"/>
                      <a:pt x="166" y="263"/>
                      <a:pt x="162" y="267"/>
                    </a:cubicBezTo>
                    <a:cubicBezTo>
                      <a:pt x="159" y="271"/>
                      <a:pt x="155" y="275"/>
                      <a:pt x="151" y="278"/>
                    </a:cubicBezTo>
                    <a:cubicBezTo>
                      <a:pt x="147" y="280"/>
                      <a:pt x="142" y="282"/>
                      <a:pt x="137" y="283"/>
                    </a:cubicBezTo>
                    <a:cubicBezTo>
                      <a:pt x="133" y="283"/>
                      <a:pt x="128" y="282"/>
                      <a:pt x="124" y="280"/>
                    </a:cubicBezTo>
                    <a:cubicBezTo>
                      <a:pt x="115" y="274"/>
                      <a:pt x="111" y="264"/>
                      <a:pt x="108" y="256"/>
                    </a:cubicBezTo>
                    <a:cubicBezTo>
                      <a:pt x="106" y="249"/>
                      <a:pt x="104" y="243"/>
                      <a:pt x="104" y="236"/>
                    </a:cubicBezTo>
                    <a:cubicBezTo>
                      <a:pt x="102" y="238"/>
                      <a:pt x="101" y="239"/>
                      <a:pt x="100" y="241"/>
                    </a:cubicBezTo>
                    <a:cubicBezTo>
                      <a:pt x="96" y="247"/>
                      <a:pt x="92" y="252"/>
                      <a:pt x="87" y="257"/>
                    </a:cubicBezTo>
                    <a:cubicBezTo>
                      <a:pt x="81" y="263"/>
                      <a:pt x="76" y="269"/>
                      <a:pt x="70" y="274"/>
                    </a:cubicBezTo>
                    <a:cubicBezTo>
                      <a:pt x="65" y="278"/>
                      <a:pt x="60" y="283"/>
                      <a:pt x="53" y="286"/>
                    </a:cubicBezTo>
                    <a:cubicBezTo>
                      <a:pt x="48" y="290"/>
                      <a:pt x="40" y="292"/>
                      <a:pt x="33" y="292"/>
                    </a:cubicBezTo>
                    <a:cubicBezTo>
                      <a:pt x="30" y="292"/>
                      <a:pt x="27" y="292"/>
                      <a:pt x="23" y="291"/>
                    </a:cubicBezTo>
                    <a:cubicBezTo>
                      <a:pt x="20" y="291"/>
                      <a:pt x="18" y="290"/>
                      <a:pt x="16" y="288"/>
                    </a:cubicBezTo>
                    <a:cubicBezTo>
                      <a:pt x="13" y="287"/>
                      <a:pt x="11" y="285"/>
                      <a:pt x="10" y="283"/>
                    </a:cubicBezTo>
                    <a:cubicBezTo>
                      <a:pt x="7" y="281"/>
                      <a:pt x="6" y="278"/>
                      <a:pt x="4" y="275"/>
                    </a:cubicBezTo>
                    <a:cubicBezTo>
                      <a:pt x="2" y="269"/>
                      <a:pt x="0" y="262"/>
                      <a:pt x="0" y="256"/>
                    </a:cubicBezTo>
                    <a:cubicBezTo>
                      <a:pt x="0" y="248"/>
                      <a:pt x="1" y="241"/>
                      <a:pt x="2" y="234"/>
                    </a:cubicBezTo>
                    <a:cubicBezTo>
                      <a:pt x="5" y="220"/>
                      <a:pt x="10" y="205"/>
                      <a:pt x="18" y="193"/>
                    </a:cubicBezTo>
                    <a:cubicBezTo>
                      <a:pt x="23" y="189"/>
                      <a:pt x="27" y="184"/>
                      <a:pt x="32" y="180"/>
                    </a:cubicBezTo>
                    <a:cubicBezTo>
                      <a:pt x="34" y="178"/>
                      <a:pt x="37" y="176"/>
                      <a:pt x="40" y="175"/>
                    </a:cubicBezTo>
                    <a:cubicBezTo>
                      <a:pt x="43" y="173"/>
                      <a:pt x="46" y="172"/>
                      <a:pt x="50" y="172"/>
                    </a:cubicBezTo>
                    <a:cubicBezTo>
                      <a:pt x="58" y="171"/>
                      <a:pt x="66" y="172"/>
                      <a:pt x="74" y="175"/>
                    </a:cubicBezTo>
                    <a:cubicBezTo>
                      <a:pt x="81" y="178"/>
                      <a:pt x="88" y="181"/>
                      <a:pt x="94" y="186"/>
                    </a:cubicBezTo>
                    <a:cubicBezTo>
                      <a:pt x="97" y="188"/>
                      <a:pt x="99" y="191"/>
                      <a:pt x="102" y="195"/>
                    </a:cubicBezTo>
                    <a:cubicBezTo>
                      <a:pt x="104" y="192"/>
                      <a:pt x="107" y="190"/>
                      <a:pt x="111" y="190"/>
                    </a:cubicBezTo>
                    <a:cubicBezTo>
                      <a:pt x="115" y="191"/>
                      <a:pt x="118" y="193"/>
                      <a:pt x="120" y="197"/>
                    </a:cubicBezTo>
                    <a:cubicBezTo>
                      <a:pt x="121" y="200"/>
                      <a:pt x="122" y="203"/>
                      <a:pt x="122" y="206"/>
                    </a:cubicBezTo>
                    <a:cubicBezTo>
                      <a:pt x="122" y="209"/>
                      <a:pt x="122" y="211"/>
                      <a:pt x="122" y="213"/>
                    </a:cubicBezTo>
                    <a:cubicBezTo>
                      <a:pt x="122" y="217"/>
                      <a:pt x="122" y="220"/>
                      <a:pt x="123" y="223"/>
                    </a:cubicBezTo>
                    <a:cubicBezTo>
                      <a:pt x="123" y="228"/>
                      <a:pt x="123" y="232"/>
                      <a:pt x="124" y="237"/>
                    </a:cubicBezTo>
                    <a:cubicBezTo>
                      <a:pt x="125" y="241"/>
                      <a:pt x="126" y="245"/>
                      <a:pt x="127" y="250"/>
                    </a:cubicBezTo>
                    <a:cubicBezTo>
                      <a:pt x="127" y="251"/>
                      <a:pt x="128" y="253"/>
                      <a:pt x="129" y="255"/>
                    </a:cubicBezTo>
                    <a:cubicBezTo>
                      <a:pt x="130" y="256"/>
                      <a:pt x="130" y="257"/>
                      <a:pt x="131" y="257"/>
                    </a:cubicBezTo>
                    <a:cubicBezTo>
                      <a:pt x="131" y="258"/>
                      <a:pt x="131" y="259"/>
                      <a:pt x="132" y="259"/>
                    </a:cubicBezTo>
                    <a:cubicBezTo>
                      <a:pt x="133" y="260"/>
                      <a:pt x="133" y="260"/>
                      <a:pt x="133" y="261"/>
                    </a:cubicBezTo>
                    <a:cubicBezTo>
                      <a:pt x="133" y="260"/>
                      <a:pt x="133" y="260"/>
                      <a:pt x="133" y="260"/>
                    </a:cubicBezTo>
                    <a:cubicBezTo>
                      <a:pt x="133" y="260"/>
                      <a:pt x="133" y="261"/>
                      <a:pt x="134" y="261"/>
                    </a:cubicBezTo>
                    <a:lnTo>
                      <a:pt x="134" y="262"/>
                    </a:lnTo>
                    <a:lnTo>
                      <a:pt x="135" y="262"/>
                    </a:lnTo>
                    <a:lnTo>
                      <a:pt x="136" y="262"/>
                    </a:lnTo>
                    <a:lnTo>
                      <a:pt x="137" y="262"/>
                    </a:lnTo>
                    <a:cubicBezTo>
                      <a:pt x="137" y="261"/>
                      <a:pt x="138" y="261"/>
                      <a:pt x="138" y="261"/>
                    </a:cubicBezTo>
                    <a:lnTo>
                      <a:pt x="139" y="260"/>
                    </a:lnTo>
                    <a:cubicBezTo>
                      <a:pt x="140" y="260"/>
                      <a:pt x="140" y="260"/>
                      <a:pt x="140" y="259"/>
                    </a:cubicBezTo>
                    <a:cubicBezTo>
                      <a:pt x="142" y="258"/>
                      <a:pt x="144" y="256"/>
                      <a:pt x="145" y="255"/>
                    </a:cubicBezTo>
                    <a:cubicBezTo>
                      <a:pt x="147" y="253"/>
                      <a:pt x="149" y="250"/>
                      <a:pt x="150" y="248"/>
                    </a:cubicBezTo>
                    <a:cubicBezTo>
                      <a:pt x="152" y="246"/>
                      <a:pt x="154" y="243"/>
                      <a:pt x="155" y="241"/>
                    </a:cubicBezTo>
                    <a:cubicBezTo>
                      <a:pt x="157" y="238"/>
                      <a:pt x="158" y="234"/>
                      <a:pt x="159" y="231"/>
                    </a:cubicBezTo>
                    <a:cubicBezTo>
                      <a:pt x="162" y="224"/>
                      <a:pt x="165" y="216"/>
                      <a:pt x="166" y="208"/>
                    </a:cubicBezTo>
                    <a:cubicBezTo>
                      <a:pt x="168" y="204"/>
                      <a:pt x="169" y="200"/>
                      <a:pt x="170" y="196"/>
                    </a:cubicBezTo>
                    <a:cubicBezTo>
                      <a:pt x="173" y="181"/>
                      <a:pt x="176" y="166"/>
                      <a:pt x="177" y="151"/>
                    </a:cubicBezTo>
                    <a:cubicBezTo>
                      <a:pt x="178" y="141"/>
                      <a:pt x="178" y="130"/>
                      <a:pt x="178" y="120"/>
                    </a:cubicBezTo>
                    <a:cubicBezTo>
                      <a:pt x="178" y="111"/>
                      <a:pt x="176" y="102"/>
                      <a:pt x="175" y="93"/>
                    </a:cubicBezTo>
                    <a:cubicBezTo>
                      <a:pt x="174" y="87"/>
                      <a:pt x="173" y="81"/>
                      <a:pt x="172" y="75"/>
                    </a:cubicBezTo>
                    <a:cubicBezTo>
                      <a:pt x="172" y="76"/>
                      <a:pt x="172" y="76"/>
                      <a:pt x="172" y="77"/>
                    </a:cubicBezTo>
                    <a:cubicBezTo>
                      <a:pt x="169" y="61"/>
                      <a:pt x="166" y="45"/>
                      <a:pt x="161" y="29"/>
                    </a:cubicBezTo>
                    <a:cubicBezTo>
                      <a:pt x="159" y="26"/>
                      <a:pt x="158" y="22"/>
                      <a:pt x="157" y="19"/>
                    </a:cubicBezTo>
                    <a:cubicBezTo>
                      <a:pt x="157" y="19"/>
                      <a:pt x="157" y="18"/>
                      <a:pt x="157" y="17"/>
                    </a:cubicBezTo>
                    <a:cubicBezTo>
                      <a:pt x="154" y="12"/>
                      <a:pt x="155" y="6"/>
                      <a:pt x="161" y="3"/>
                    </a:cubicBezTo>
                    <a:cubicBezTo>
                      <a:pt x="166" y="0"/>
                      <a:pt x="172" y="2"/>
                      <a:pt x="175" y="7"/>
                    </a:cubicBezTo>
                    <a:cubicBezTo>
                      <a:pt x="177" y="10"/>
                      <a:pt x="179" y="13"/>
                      <a:pt x="180" y="16"/>
                    </a:cubicBezTo>
                    <a:cubicBezTo>
                      <a:pt x="183" y="19"/>
                      <a:pt x="185" y="23"/>
                      <a:pt x="187" y="27"/>
                    </a:cubicBezTo>
                    <a:cubicBezTo>
                      <a:pt x="193" y="35"/>
                      <a:pt x="198" y="44"/>
                      <a:pt x="203" y="52"/>
                    </a:cubicBezTo>
                    <a:cubicBezTo>
                      <a:pt x="206" y="58"/>
                      <a:pt x="210" y="63"/>
                      <a:pt x="212" y="68"/>
                    </a:cubicBezTo>
                    <a:cubicBezTo>
                      <a:pt x="220" y="81"/>
                      <a:pt x="227" y="95"/>
                      <a:pt x="232" y="110"/>
                    </a:cubicBezTo>
                    <a:cubicBezTo>
                      <a:pt x="238" y="125"/>
                      <a:pt x="241" y="140"/>
                      <a:pt x="244" y="156"/>
                    </a:cubicBezTo>
                    <a:cubicBezTo>
                      <a:pt x="246" y="171"/>
                      <a:pt x="247" y="187"/>
                      <a:pt x="246" y="203"/>
                    </a:cubicBezTo>
                    <a:cubicBezTo>
                      <a:pt x="246" y="218"/>
                      <a:pt x="244" y="234"/>
                      <a:pt x="241" y="249"/>
                    </a:cubicBezTo>
                    <a:cubicBezTo>
                      <a:pt x="238" y="264"/>
                      <a:pt x="232" y="279"/>
                      <a:pt x="226" y="293"/>
                    </a:cubicBezTo>
                    <a:cubicBezTo>
                      <a:pt x="215" y="317"/>
                      <a:pt x="201" y="339"/>
                      <a:pt x="186" y="361"/>
                    </a:cubicBezTo>
                    <a:cubicBezTo>
                      <a:pt x="179" y="372"/>
                      <a:pt x="171" y="383"/>
                      <a:pt x="164" y="393"/>
                    </a:cubicBezTo>
                    <a:cubicBezTo>
                      <a:pt x="147" y="417"/>
                      <a:pt x="131" y="440"/>
                      <a:pt x="115" y="464"/>
                    </a:cubicBezTo>
                    <a:cubicBezTo>
                      <a:pt x="113" y="466"/>
                      <a:pt x="110" y="468"/>
                      <a:pt x="106" y="468"/>
                    </a:cubicBezTo>
                    <a:cubicBezTo>
                      <a:pt x="105" y="468"/>
                      <a:pt x="104" y="467"/>
                      <a:pt x="102" y="46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9" name="Google Shape;269;p2"/>
              <p:cNvSpPr/>
              <p:nvPr/>
            </p:nvSpPr>
            <p:spPr>
              <a:xfrm>
                <a:off x="471240" y="4776480"/>
                <a:ext cx="62640" cy="80280"/>
              </a:xfrm>
              <a:custGeom>
                <a:avLst/>
                <a:gdLst/>
                <a:ahLst/>
                <a:cxnLst/>
                <a:rect l="l" t="t" r="r" b="b"/>
                <a:pathLst>
                  <a:path w="174" h="223" extrusionOk="0">
                    <a:moveTo>
                      <a:pt x="91" y="222"/>
                    </a:moveTo>
                    <a:cubicBezTo>
                      <a:pt x="85" y="222"/>
                      <a:pt x="79" y="220"/>
                      <a:pt x="74" y="217"/>
                    </a:cubicBezTo>
                    <a:cubicBezTo>
                      <a:pt x="69" y="214"/>
                      <a:pt x="65" y="210"/>
                      <a:pt x="61" y="205"/>
                    </a:cubicBezTo>
                    <a:cubicBezTo>
                      <a:pt x="53" y="196"/>
                      <a:pt x="48" y="184"/>
                      <a:pt x="44" y="172"/>
                    </a:cubicBezTo>
                    <a:cubicBezTo>
                      <a:pt x="40" y="159"/>
                      <a:pt x="39" y="145"/>
                      <a:pt x="39" y="132"/>
                    </a:cubicBezTo>
                    <a:cubicBezTo>
                      <a:pt x="39" y="118"/>
                      <a:pt x="40" y="105"/>
                      <a:pt x="43" y="91"/>
                    </a:cubicBezTo>
                    <a:cubicBezTo>
                      <a:pt x="44" y="86"/>
                      <a:pt x="46" y="79"/>
                      <a:pt x="49" y="74"/>
                    </a:cubicBezTo>
                    <a:cubicBezTo>
                      <a:pt x="51" y="70"/>
                      <a:pt x="56" y="66"/>
                      <a:pt x="62" y="66"/>
                    </a:cubicBezTo>
                    <a:cubicBezTo>
                      <a:pt x="65" y="66"/>
                      <a:pt x="69" y="69"/>
                      <a:pt x="72" y="72"/>
                    </a:cubicBezTo>
                    <a:cubicBezTo>
                      <a:pt x="74" y="74"/>
                      <a:pt x="75" y="77"/>
                      <a:pt x="75" y="81"/>
                    </a:cubicBezTo>
                    <a:cubicBezTo>
                      <a:pt x="74" y="86"/>
                      <a:pt x="70" y="90"/>
                      <a:pt x="65" y="90"/>
                    </a:cubicBezTo>
                    <a:cubicBezTo>
                      <a:pt x="64" y="94"/>
                      <a:pt x="64" y="97"/>
                      <a:pt x="62" y="101"/>
                    </a:cubicBezTo>
                    <a:cubicBezTo>
                      <a:pt x="61" y="106"/>
                      <a:pt x="61" y="112"/>
                      <a:pt x="60" y="118"/>
                    </a:cubicBezTo>
                    <a:cubicBezTo>
                      <a:pt x="60" y="125"/>
                      <a:pt x="60" y="132"/>
                      <a:pt x="60" y="139"/>
                    </a:cubicBezTo>
                    <a:cubicBezTo>
                      <a:pt x="60" y="145"/>
                      <a:pt x="61" y="151"/>
                      <a:pt x="62" y="157"/>
                    </a:cubicBezTo>
                    <a:cubicBezTo>
                      <a:pt x="62" y="162"/>
                      <a:pt x="64" y="167"/>
                      <a:pt x="65" y="172"/>
                    </a:cubicBezTo>
                    <a:cubicBezTo>
                      <a:pt x="66" y="175"/>
                      <a:pt x="67" y="178"/>
                      <a:pt x="69" y="181"/>
                    </a:cubicBezTo>
                    <a:cubicBezTo>
                      <a:pt x="69" y="183"/>
                      <a:pt x="71" y="185"/>
                      <a:pt x="72" y="188"/>
                    </a:cubicBezTo>
                    <a:cubicBezTo>
                      <a:pt x="73" y="189"/>
                      <a:pt x="74" y="190"/>
                      <a:pt x="75" y="192"/>
                    </a:cubicBezTo>
                    <a:cubicBezTo>
                      <a:pt x="76" y="193"/>
                      <a:pt x="78" y="195"/>
                      <a:pt x="79" y="196"/>
                    </a:cubicBezTo>
                    <a:cubicBezTo>
                      <a:pt x="81" y="197"/>
                      <a:pt x="82" y="198"/>
                      <a:pt x="83" y="199"/>
                    </a:cubicBezTo>
                    <a:lnTo>
                      <a:pt x="84" y="200"/>
                    </a:lnTo>
                    <a:cubicBezTo>
                      <a:pt x="85" y="200"/>
                      <a:pt x="87" y="201"/>
                      <a:pt x="88" y="201"/>
                    </a:cubicBezTo>
                    <a:cubicBezTo>
                      <a:pt x="89" y="201"/>
                      <a:pt x="89" y="201"/>
                      <a:pt x="90" y="202"/>
                    </a:cubicBezTo>
                    <a:lnTo>
                      <a:pt x="92" y="202"/>
                    </a:lnTo>
                    <a:lnTo>
                      <a:pt x="93" y="202"/>
                    </a:lnTo>
                    <a:cubicBezTo>
                      <a:pt x="95" y="202"/>
                      <a:pt x="96" y="202"/>
                      <a:pt x="97" y="202"/>
                    </a:cubicBezTo>
                    <a:cubicBezTo>
                      <a:pt x="97" y="201"/>
                      <a:pt x="98" y="201"/>
                      <a:pt x="99" y="201"/>
                    </a:cubicBezTo>
                    <a:cubicBezTo>
                      <a:pt x="100" y="201"/>
                      <a:pt x="101" y="200"/>
                      <a:pt x="102" y="200"/>
                    </a:cubicBezTo>
                    <a:cubicBezTo>
                      <a:pt x="103" y="200"/>
                      <a:pt x="104" y="199"/>
                      <a:pt x="104" y="199"/>
                    </a:cubicBezTo>
                    <a:cubicBezTo>
                      <a:pt x="106" y="197"/>
                      <a:pt x="107" y="197"/>
                      <a:pt x="108" y="196"/>
                    </a:cubicBezTo>
                    <a:cubicBezTo>
                      <a:pt x="110" y="194"/>
                      <a:pt x="112" y="192"/>
                      <a:pt x="114" y="190"/>
                    </a:cubicBezTo>
                    <a:cubicBezTo>
                      <a:pt x="116" y="188"/>
                      <a:pt x="118" y="186"/>
                      <a:pt x="120" y="183"/>
                    </a:cubicBezTo>
                    <a:lnTo>
                      <a:pt x="120" y="184"/>
                    </a:lnTo>
                    <a:cubicBezTo>
                      <a:pt x="124" y="178"/>
                      <a:pt x="127" y="172"/>
                      <a:pt x="130" y="167"/>
                    </a:cubicBezTo>
                    <a:cubicBezTo>
                      <a:pt x="131" y="166"/>
                      <a:pt x="131" y="166"/>
                      <a:pt x="131" y="165"/>
                    </a:cubicBezTo>
                    <a:cubicBezTo>
                      <a:pt x="131" y="166"/>
                      <a:pt x="131" y="166"/>
                      <a:pt x="131" y="166"/>
                    </a:cubicBezTo>
                    <a:cubicBezTo>
                      <a:pt x="135" y="158"/>
                      <a:pt x="138" y="150"/>
                      <a:pt x="142" y="141"/>
                    </a:cubicBezTo>
                    <a:cubicBezTo>
                      <a:pt x="145" y="133"/>
                      <a:pt x="148" y="124"/>
                      <a:pt x="149" y="115"/>
                    </a:cubicBezTo>
                    <a:cubicBezTo>
                      <a:pt x="151" y="109"/>
                      <a:pt x="152" y="102"/>
                      <a:pt x="153" y="96"/>
                    </a:cubicBezTo>
                    <a:cubicBezTo>
                      <a:pt x="153" y="93"/>
                      <a:pt x="153" y="90"/>
                      <a:pt x="153" y="87"/>
                    </a:cubicBezTo>
                    <a:cubicBezTo>
                      <a:pt x="153" y="83"/>
                      <a:pt x="152" y="79"/>
                      <a:pt x="152" y="76"/>
                    </a:cubicBezTo>
                    <a:cubicBezTo>
                      <a:pt x="151" y="73"/>
                      <a:pt x="150" y="70"/>
                      <a:pt x="149" y="67"/>
                    </a:cubicBezTo>
                    <a:cubicBezTo>
                      <a:pt x="149" y="64"/>
                      <a:pt x="148" y="62"/>
                      <a:pt x="146" y="59"/>
                    </a:cubicBezTo>
                    <a:cubicBezTo>
                      <a:pt x="145" y="55"/>
                      <a:pt x="143" y="52"/>
                      <a:pt x="141" y="49"/>
                    </a:cubicBezTo>
                    <a:cubicBezTo>
                      <a:pt x="139" y="46"/>
                      <a:pt x="137" y="44"/>
                      <a:pt x="135" y="41"/>
                    </a:cubicBezTo>
                    <a:cubicBezTo>
                      <a:pt x="134" y="39"/>
                      <a:pt x="131" y="37"/>
                      <a:pt x="129" y="34"/>
                    </a:cubicBezTo>
                    <a:cubicBezTo>
                      <a:pt x="127" y="33"/>
                      <a:pt x="124" y="30"/>
                      <a:pt x="122" y="28"/>
                    </a:cubicBezTo>
                    <a:cubicBezTo>
                      <a:pt x="120" y="27"/>
                      <a:pt x="118" y="27"/>
                      <a:pt x="117" y="26"/>
                    </a:cubicBezTo>
                    <a:cubicBezTo>
                      <a:pt x="114" y="24"/>
                      <a:pt x="112" y="23"/>
                      <a:pt x="110" y="23"/>
                    </a:cubicBezTo>
                    <a:cubicBezTo>
                      <a:pt x="108" y="22"/>
                      <a:pt x="106" y="21"/>
                      <a:pt x="104" y="21"/>
                    </a:cubicBezTo>
                    <a:cubicBezTo>
                      <a:pt x="103" y="20"/>
                      <a:pt x="102" y="20"/>
                      <a:pt x="100" y="20"/>
                    </a:cubicBezTo>
                    <a:cubicBezTo>
                      <a:pt x="99" y="20"/>
                      <a:pt x="97" y="20"/>
                      <a:pt x="96" y="20"/>
                    </a:cubicBezTo>
                    <a:cubicBezTo>
                      <a:pt x="95" y="20"/>
                      <a:pt x="92" y="20"/>
                      <a:pt x="90" y="21"/>
                    </a:cubicBezTo>
                    <a:cubicBezTo>
                      <a:pt x="87" y="21"/>
                      <a:pt x="84" y="23"/>
                      <a:pt x="81" y="23"/>
                    </a:cubicBezTo>
                    <a:lnTo>
                      <a:pt x="82" y="23"/>
                    </a:lnTo>
                    <a:cubicBezTo>
                      <a:pt x="74" y="26"/>
                      <a:pt x="67" y="28"/>
                      <a:pt x="60" y="31"/>
                    </a:cubicBezTo>
                    <a:cubicBezTo>
                      <a:pt x="52" y="35"/>
                      <a:pt x="44" y="40"/>
                      <a:pt x="36" y="43"/>
                    </a:cubicBezTo>
                    <a:cubicBezTo>
                      <a:pt x="29" y="47"/>
                      <a:pt x="22" y="50"/>
                      <a:pt x="15" y="54"/>
                    </a:cubicBezTo>
                    <a:cubicBezTo>
                      <a:pt x="11" y="56"/>
                      <a:pt x="5" y="55"/>
                      <a:pt x="3" y="50"/>
                    </a:cubicBezTo>
                    <a:cubicBezTo>
                      <a:pt x="0" y="45"/>
                      <a:pt x="1" y="40"/>
                      <a:pt x="6" y="37"/>
                    </a:cubicBezTo>
                    <a:cubicBezTo>
                      <a:pt x="14" y="33"/>
                      <a:pt x="21" y="29"/>
                      <a:pt x="29" y="26"/>
                    </a:cubicBezTo>
                    <a:cubicBezTo>
                      <a:pt x="39" y="21"/>
                      <a:pt x="48" y="15"/>
                      <a:pt x="59" y="11"/>
                    </a:cubicBezTo>
                    <a:cubicBezTo>
                      <a:pt x="66" y="8"/>
                      <a:pt x="73" y="6"/>
                      <a:pt x="79" y="3"/>
                    </a:cubicBezTo>
                    <a:cubicBezTo>
                      <a:pt x="87" y="2"/>
                      <a:pt x="94" y="0"/>
                      <a:pt x="102" y="1"/>
                    </a:cubicBezTo>
                    <a:cubicBezTo>
                      <a:pt x="115" y="2"/>
                      <a:pt x="128" y="9"/>
                      <a:pt x="139" y="17"/>
                    </a:cubicBezTo>
                    <a:cubicBezTo>
                      <a:pt x="149" y="27"/>
                      <a:pt x="158" y="38"/>
                      <a:pt x="164" y="51"/>
                    </a:cubicBezTo>
                    <a:cubicBezTo>
                      <a:pt x="170" y="65"/>
                      <a:pt x="173" y="79"/>
                      <a:pt x="172" y="94"/>
                    </a:cubicBezTo>
                    <a:cubicBezTo>
                      <a:pt x="172" y="101"/>
                      <a:pt x="171" y="109"/>
                      <a:pt x="169" y="116"/>
                    </a:cubicBezTo>
                    <a:cubicBezTo>
                      <a:pt x="168" y="124"/>
                      <a:pt x="166" y="132"/>
                      <a:pt x="163" y="139"/>
                    </a:cubicBezTo>
                    <a:cubicBezTo>
                      <a:pt x="159" y="154"/>
                      <a:pt x="152" y="168"/>
                      <a:pt x="145" y="181"/>
                    </a:cubicBezTo>
                    <a:cubicBezTo>
                      <a:pt x="139" y="192"/>
                      <a:pt x="132" y="201"/>
                      <a:pt x="124" y="210"/>
                    </a:cubicBezTo>
                    <a:cubicBezTo>
                      <a:pt x="119" y="213"/>
                      <a:pt x="114" y="217"/>
                      <a:pt x="108" y="219"/>
                    </a:cubicBezTo>
                    <a:cubicBezTo>
                      <a:pt x="104" y="221"/>
                      <a:pt x="98" y="222"/>
                      <a:pt x="92" y="222"/>
                    </a:cubicBezTo>
                    <a:lnTo>
                      <a:pt x="91" y="22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0" name="Google Shape;270;p2"/>
              <p:cNvSpPr/>
              <p:nvPr/>
            </p:nvSpPr>
            <p:spPr>
              <a:xfrm>
                <a:off x="92520" y="4823280"/>
                <a:ext cx="37800" cy="17640"/>
              </a:xfrm>
              <a:custGeom>
                <a:avLst/>
                <a:gdLst/>
                <a:ahLst/>
                <a:cxnLst/>
                <a:rect l="l" t="t" r="r" b="b"/>
                <a:pathLst>
                  <a:path w="105" h="49" extrusionOk="0">
                    <a:moveTo>
                      <a:pt x="6" y="45"/>
                    </a:moveTo>
                    <a:cubicBezTo>
                      <a:pt x="4" y="44"/>
                      <a:pt x="2" y="41"/>
                      <a:pt x="2" y="38"/>
                    </a:cubicBezTo>
                    <a:cubicBezTo>
                      <a:pt x="0" y="35"/>
                      <a:pt x="2" y="33"/>
                      <a:pt x="3" y="30"/>
                    </a:cubicBezTo>
                    <a:cubicBezTo>
                      <a:pt x="6" y="24"/>
                      <a:pt x="13" y="22"/>
                      <a:pt x="18" y="20"/>
                    </a:cubicBezTo>
                    <a:cubicBezTo>
                      <a:pt x="23" y="18"/>
                      <a:pt x="28" y="16"/>
                      <a:pt x="33" y="15"/>
                    </a:cubicBezTo>
                    <a:cubicBezTo>
                      <a:pt x="39" y="13"/>
                      <a:pt x="45" y="11"/>
                      <a:pt x="52" y="10"/>
                    </a:cubicBezTo>
                    <a:cubicBezTo>
                      <a:pt x="65" y="7"/>
                      <a:pt x="78" y="4"/>
                      <a:pt x="91" y="1"/>
                    </a:cubicBezTo>
                    <a:cubicBezTo>
                      <a:pt x="96" y="0"/>
                      <a:pt x="102" y="3"/>
                      <a:pt x="103" y="8"/>
                    </a:cubicBezTo>
                    <a:cubicBezTo>
                      <a:pt x="104" y="13"/>
                      <a:pt x="101" y="19"/>
                      <a:pt x="95" y="20"/>
                    </a:cubicBezTo>
                    <a:cubicBezTo>
                      <a:pt x="85" y="23"/>
                      <a:pt x="74" y="25"/>
                      <a:pt x="64" y="28"/>
                    </a:cubicBezTo>
                    <a:cubicBezTo>
                      <a:pt x="55" y="31"/>
                      <a:pt x="45" y="33"/>
                      <a:pt x="35" y="36"/>
                    </a:cubicBezTo>
                    <a:cubicBezTo>
                      <a:pt x="32" y="37"/>
                      <a:pt x="28" y="38"/>
                      <a:pt x="25" y="40"/>
                    </a:cubicBezTo>
                    <a:lnTo>
                      <a:pt x="24" y="40"/>
                    </a:lnTo>
                    <a:cubicBezTo>
                      <a:pt x="24" y="42"/>
                      <a:pt x="23" y="44"/>
                      <a:pt x="21" y="44"/>
                    </a:cubicBezTo>
                    <a:cubicBezTo>
                      <a:pt x="19" y="45"/>
                      <a:pt x="17" y="46"/>
                      <a:pt x="16" y="47"/>
                    </a:cubicBezTo>
                    <a:cubicBezTo>
                      <a:pt x="15" y="47"/>
                      <a:pt x="14" y="48"/>
                      <a:pt x="13" y="48"/>
                    </a:cubicBezTo>
                    <a:cubicBezTo>
                      <a:pt x="11" y="48"/>
                      <a:pt x="9" y="46"/>
                      <a:pt x="6" y="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1" name="Google Shape;271;p2"/>
              <p:cNvSpPr/>
              <p:nvPr/>
            </p:nvSpPr>
            <p:spPr>
              <a:xfrm>
                <a:off x="172440" y="4765680"/>
                <a:ext cx="10152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167" extrusionOk="0">
                    <a:moveTo>
                      <a:pt x="48" y="110"/>
                    </a:moveTo>
                    <a:lnTo>
                      <a:pt x="49" y="110"/>
                    </a:lnTo>
                    <a:cubicBezTo>
                      <a:pt x="51" y="110"/>
                      <a:pt x="51" y="109"/>
                      <a:pt x="52" y="109"/>
                    </a:cubicBezTo>
                    <a:cubicBezTo>
                      <a:pt x="53" y="109"/>
                      <a:pt x="54" y="109"/>
                      <a:pt x="55" y="108"/>
                    </a:cubicBezTo>
                    <a:cubicBezTo>
                      <a:pt x="56" y="107"/>
                      <a:pt x="57" y="107"/>
                      <a:pt x="58" y="106"/>
                    </a:cubicBezTo>
                    <a:cubicBezTo>
                      <a:pt x="59" y="106"/>
                      <a:pt x="60" y="104"/>
                      <a:pt x="62" y="104"/>
                    </a:cubicBezTo>
                    <a:cubicBezTo>
                      <a:pt x="63" y="103"/>
                      <a:pt x="65" y="101"/>
                      <a:pt x="66" y="100"/>
                    </a:cubicBezTo>
                    <a:cubicBezTo>
                      <a:pt x="67" y="98"/>
                      <a:pt x="69" y="96"/>
                      <a:pt x="70" y="95"/>
                    </a:cubicBezTo>
                    <a:cubicBezTo>
                      <a:pt x="72" y="92"/>
                      <a:pt x="73" y="89"/>
                      <a:pt x="75" y="86"/>
                    </a:cubicBezTo>
                    <a:cubicBezTo>
                      <a:pt x="73" y="86"/>
                      <a:pt x="70" y="85"/>
                      <a:pt x="67" y="84"/>
                    </a:cubicBezTo>
                    <a:cubicBezTo>
                      <a:pt x="62" y="81"/>
                      <a:pt x="60" y="74"/>
                      <a:pt x="62" y="69"/>
                    </a:cubicBezTo>
                    <a:cubicBezTo>
                      <a:pt x="65" y="64"/>
                      <a:pt x="72" y="61"/>
                      <a:pt x="77" y="64"/>
                    </a:cubicBezTo>
                    <a:lnTo>
                      <a:pt x="78" y="64"/>
                    </a:lnTo>
                    <a:cubicBezTo>
                      <a:pt x="78" y="62"/>
                      <a:pt x="79" y="60"/>
                      <a:pt x="79" y="57"/>
                    </a:cubicBezTo>
                    <a:cubicBezTo>
                      <a:pt x="80" y="54"/>
                      <a:pt x="80" y="52"/>
                      <a:pt x="81" y="49"/>
                    </a:cubicBezTo>
                    <a:cubicBezTo>
                      <a:pt x="81" y="47"/>
                      <a:pt x="82" y="44"/>
                      <a:pt x="83" y="42"/>
                    </a:cubicBezTo>
                    <a:cubicBezTo>
                      <a:pt x="83" y="41"/>
                      <a:pt x="84" y="40"/>
                      <a:pt x="85" y="39"/>
                    </a:cubicBezTo>
                    <a:cubicBezTo>
                      <a:pt x="84" y="37"/>
                      <a:pt x="84" y="35"/>
                      <a:pt x="83" y="33"/>
                    </a:cubicBezTo>
                    <a:cubicBezTo>
                      <a:pt x="83" y="33"/>
                      <a:pt x="83" y="32"/>
                      <a:pt x="82" y="32"/>
                    </a:cubicBezTo>
                    <a:cubicBezTo>
                      <a:pt x="82" y="32"/>
                      <a:pt x="81" y="32"/>
                      <a:pt x="81" y="31"/>
                    </a:cubicBezTo>
                    <a:lnTo>
                      <a:pt x="81" y="30"/>
                    </a:lnTo>
                    <a:cubicBezTo>
                      <a:pt x="80" y="30"/>
                      <a:pt x="79" y="29"/>
                      <a:pt x="78" y="28"/>
                    </a:cubicBezTo>
                    <a:cubicBezTo>
                      <a:pt x="77" y="28"/>
                      <a:pt x="75" y="26"/>
                      <a:pt x="74" y="26"/>
                    </a:cubicBezTo>
                    <a:cubicBezTo>
                      <a:pt x="71" y="24"/>
                      <a:pt x="69" y="23"/>
                      <a:pt x="66" y="22"/>
                    </a:cubicBezTo>
                    <a:cubicBezTo>
                      <a:pt x="65" y="22"/>
                      <a:pt x="63" y="21"/>
                      <a:pt x="62" y="21"/>
                    </a:cubicBezTo>
                    <a:cubicBezTo>
                      <a:pt x="60" y="21"/>
                      <a:pt x="59" y="21"/>
                      <a:pt x="59" y="21"/>
                    </a:cubicBezTo>
                    <a:cubicBezTo>
                      <a:pt x="58" y="21"/>
                      <a:pt x="56" y="22"/>
                      <a:pt x="55" y="22"/>
                    </a:cubicBezTo>
                    <a:cubicBezTo>
                      <a:pt x="53" y="23"/>
                      <a:pt x="51" y="23"/>
                      <a:pt x="49" y="24"/>
                    </a:cubicBezTo>
                    <a:cubicBezTo>
                      <a:pt x="48" y="25"/>
                      <a:pt x="48" y="25"/>
                      <a:pt x="47" y="25"/>
                    </a:cubicBezTo>
                    <a:cubicBezTo>
                      <a:pt x="46" y="26"/>
                      <a:pt x="46" y="26"/>
                      <a:pt x="45" y="27"/>
                    </a:cubicBezTo>
                    <a:cubicBezTo>
                      <a:pt x="46" y="26"/>
                      <a:pt x="46" y="26"/>
                      <a:pt x="46" y="26"/>
                    </a:cubicBezTo>
                    <a:cubicBezTo>
                      <a:pt x="45" y="27"/>
                      <a:pt x="45" y="28"/>
                      <a:pt x="44" y="29"/>
                    </a:cubicBezTo>
                    <a:lnTo>
                      <a:pt x="44" y="28"/>
                    </a:lnTo>
                    <a:cubicBezTo>
                      <a:pt x="42" y="30"/>
                      <a:pt x="40" y="33"/>
                      <a:pt x="38" y="36"/>
                    </a:cubicBezTo>
                    <a:cubicBezTo>
                      <a:pt x="36" y="39"/>
                      <a:pt x="34" y="43"/>
                      <a:pt x="31" y="46"/>
                    </a:cubicBezTo>
                    <a:lnTo>
                      <a:pt x="32" y="46"/>
                    </a:lnTo>
                    <a:cubicBezTo>
                      <a:pt x="30" y="50"/>
                      <a:pt x="28" y="53"/>
                      <a:pt x="27" y="57"/>
                    </a:cubicBezTo>
                    <a:cubicBezTo>
                      <a:pt x="25" y="61"/>
                      <a:pt x="24" y="64"/>
                      <a:pt x="23" y="68"/>
                    </a:cubicBezTo>
                    <a:cubicBezTo>
                      <a:pt x="23" y="71"/>
                      <a:pt x="23" y="73"/>
                      <a:pt x="22" y="76"/>
                    </a:cubicBezTo>
                    <a:cubicBezTo>
                      <a:pt x="22" y="78"/>
                      <a:pt x="22" y="79"/>
                      <a:pt x="22" y="82"/>
                    </a:cubicBezTo>
                    <a:cubicBezTo>
                      <a:pt x="22" y="83"/>
                      <a:pt x="22" y="85"/>
                      <a:pt x="23" y="86"/>
                    </a:cubicBezTo>
                    <a:cubicBezTo>
                      <a:pt x="23" y="88"/>
                      <a:pt x="23" y="89"/>
                      <a:pt x="24" y="90"/>
                    </a:cubicBezTo>
                    <a:cubicBezTo>
                      <a:pt x="24" y="92"/>
                      <a:pt x="24" y="93"/>
                      <a:pt x="25" y="94"/>
                    </a:cubicBezTo>
                    <a:cubicBezTo>
                      <a:pt x="25" y="95"/>
                      <a:pt x="26" y="96"/>
                      <a:pt x="27" y="97"/>
                    </a:cubicBezTo>
                    <a:cubicBezTo>
                      <a:pt x="27" y="99"/>
                      <a:pt x="28" y="99"/>
                      <a:pt x="29" y="100"/>
                    </a:cubicBezTo>
                    <a:cubicBezTo>
                      <a:pt x="30" y="101"/>
                      <a:pt x="31" y="102"/>
                      <a:pt x="31" y="103"/>
                    </a:cubicBezTo>
                    <a:cubicBezTo>
                      <a:pt x="32" y="104"/>
                      <a:pt x="34" y="105"/>
                      <a:pt x="35" y="106"/>
                    </a:cubicBezTo>
                    <a:cubicBezTo>
                      <a:pt x="36" y="106"/>
                      <a:pt x="37" y="107"/>
                      <a:pt x="38" y="108"/>
                    </a:cubicBezTo>
                    <a:cubicBezTo>
                      <a:pt x="39" y="108"/>
                      <a:pt x="39" y="109"/>
                      <a:pt x="40" y="109"/>
                    </a:cubicBezTo>
                    <a:cubicBezTo>
                      <a:pt x="41" y="109"/>
                      <a:pt x="42" y="109"/>
                      <a:pt x="43" y="110"/>
                    </a:cubicBezTo>
                    <a:cubicBezTo>
                      <a:pt x="44" y="110"/>
                      <a:pt x="45" y="110"/>
                      <a:pt x="45" y="110"/>
                    </a:cubicBezTo>
                    <a:cubicBezTo>
                      <a:pt x="46" y="110"/>
                      <a:pt x="46" y="110"/>
                      <a:pt x="48" y="110"/>
                    </a:cubicBezTo>
                    <a:moveTo>
                      <a:pt x="136" y="166"/>
                    </a:moveTo>
                    <a:cubicBezTo>
                      <a:pt x="130" y="165"/>
                      <a:pt x="125" y="163"/>
                      <a:pt x="119" y="161"/>
                    </a:cubicBezTo>
                    <a:cubicBezTo>
                      <a:pt x="114" y="159"/>
                      <a:pt x="108" y="156"/>
                      <a:pt x="104" y="153"/>
                    </a:cubicBezTo>
                    <a:cubicBezTo>
                      <a:pt x="99" y="149"/>
                      <a:pt x="95" y="146"/>
                      <a:pt x="93" y="142"/>
                    </a:cubicBezTo>
                    <a:cubicBezTo>
                      <a:pt x="89" y="137"/>
                      <a:pt x="87" y="132"/>
                      <a:pt x="85" y="127"/>
                    </a:cubicBezTo>
                    <a:cubicBezTo>
                      <a:pt x="83" y="123"/>
                      <a:pt x="81" y="119"/>
                      <a:pt x="80" y="114"/>
                    </a:cubicBezTo>
                    <a:cubicBezTo>
                      <a:pt x="74" y="121"/>
                      <a:pt x="66" y="127"/>
                      <a:pt x="57" y="130"/>
                    </a:cubicBezTo>
                    <a:cubicBezTo>
                      <a:pt x="51" y="131"/>
                      <a:pt x="44" y="131"/>
                      <a:pt x="38" y="130"/>
                    </a:cubicBezTo>
                    <a:cubicBezTo>
                      <a:pt x="31" y="128"/>
                      <a:pt x="25" y="124"/>
                      <a:pt x="20" y="120"/>
                    </a:cubicBezTo>
                    <a:cubicBezTo>
                      <a:pt x="9" y="111"/>
                      <a:pt x="3" y="99"/>
                      <a:pt x="2" y="85"/>
                    </a:cubicBezTo>
                    <a:cubicBezTo>
                      <a:pt x="0" y="71"/>
                      <a:pt x="5" y="56"/>
                      <a:pt x="10" y="43"/>
                    </a:cubicBezTo>
                    <a:cubicBezTo>
                      <a:pt x="13" y="37"/>
                      <a:pt x="16" y="30"/>
                      <a:pt x="20" y="25"/>
                    </a:cubicBezTo>
                    <a:cubicBezTo>
                      <a:pt x="22" y="22"/>
                      <a:pt x="24" y="19"/>
                      <a:pt x="26" y="17"/>
                    </a:cubicBezTo>
                    <a:cubicBezTo>
                      <a:pt x="28" y="14"/>
                      <a:pt x="31" y="11"/>
                      <a:pt x="34" y="9"/>
                    </a:cubicBezTo>
                    <a:cubicBezTo>
                      <a:pt x="39" y="5"/>
                      <a:pt x="45" y="3"/>
                      <a:pt x="51" y="1"/>
                    </a:cubicBezTo>
                    <a:cubicBezTo>
                      <a:pt x="57" y="0"/>
                      <a:pt x="64" y="0"/>
                      <a:pt x="70" y="1"/>
                    </a:cubicBezTo>
                    <a:cubicBezTo>
                      <a:pt x="76" y="3"/>
                      <a:pt x="82" y="6"/>
                      <a:pt x="87" y="9"/>
                    </a:cubicBezTo>
                    <a:cubicBezTo>
                      <a:pt x="93" y="12"/>
                      <a:pt x="97" y="16"/>
                      <a:pt x="100" y="21"/>
                    </a:cubicBezTo>
                    <a:cubicBezTo>
                      <a:pt x="103" y="26"/>
                      <a:pt x="105" y="31"/>
                      <a:pt x="106" y="37"/>
                    </a:cubicBezTo>
                    <a:cubicBezTo>
                      <a:pt x="106" y="37"/>
                      <a:pt x="106" y="38"/>
                      <a:pt x="107" y="39"/>
                    </a:cubicBezTo>
                    <a:cubicBezTo>
                      <a:pt x="108" y="41"/>
                      <a:pt x="109" y="44"/>
                      <a:pt x="109" y="47"/>
                    </a:cubicBezTo>
                    <a:cubicBezTo>
                      <a:pt x="109" y="50"/>
                      <a:pt x="108" y="53"/>
                      <a:pt x="108" y="56"/>
                    </a:cubicBezTo>
                    <a:cubicBezTo>
                      <a:pt x="108" y="60"/>
                      <a:pt x="106" y="64"/>
                      <a:pt x="105" y="68"/>
                    </a:cubicBezTo>
                    <a:cubicBezTo>
                      <a:pt x="104" y="74"/>
                      <a:pt x="101" y="81"/>
                      <a:pt x="98" y="86"/>
                    </a:cubicBezTo>
                    <a:cubicBezTo>
                      <a:pt x="98" y="87"/>
                      <a:pt x="98" y="88"/>
                      <a:pt x="97" y="88"/>
                    </a:cubicBezTo>
                    <a:cubicBezTo>
                      <a:pt x="97" y="89"/>
                      <a:pt x="97" y="90"/>
                      <a:pt x="97" y="90"/>
                    </a:cubicBezTo>
                    <a:cubicBezTo>
                      <a:pt x="98" y="95"/>
                      <a:pt x="98" y="100"/>
                      <a:pt x="99" y="104"/>
                    </a:cubicBezTo>
                    <a:cubicBezTo>
                      <a:pt x="99" y="107"/>
                      <a:pt x="101" y="111"/>
                      <a:pt x="101" y="114"/>
                    </a:cubicBezTo>
                    <a:cubicBezTo>
                      <a:pt x="102" y="117"/>
                      <a:pt x="104" y="121"/>
                      <a:pt x="105" y="124"/>
                    </a:cubicBezTo>
                    <a:cubicBezTo>
                      <a:pt x="106" y="125"/>
                      <a:pt x="106" y="127"/>
                      <a:pt x="107" y="128"/>
                    </a:cubicBezTo>
                    <a:cubicBezTo>
                      <a:pt x="108" y="128"/>
                      <a:pt x="108" y="130"/>
                      <a:pt x="109" y="130"/>
                    </a:cubicBezTo>
                    <a:cubicBezTo>
                      <a:pt x="110" y="132"/>
                      <a:pt x="111" y="133"/>
                      <a:pt x="113" y="134"/>
                    </a:cubicBezTo>
                    <a:cubicBezTo>
                      <a:pt x="113" y="135"/>
                      <a:pt x="115" y="136"/>
                      <a:pt x="116" y="137"/>
                    </a:cubicBezTo>
                    <a:cubicBezTo>
                      <a:pt x="118" y="138"/>
                      <a:pt x="120" y="139"/>
                      <a:pt x="122" y="141"/>
                    </a:cubicBezTo>
                    <a:cubicBezTo>
                      <a:pt x="123" y="141"/>
                      <a:pt x="125" y="142"/>
                      <a:pt x="127" y="142"/>
                    </a:cubicBezTo>
                    <a:cubicBezTo>
                      <a:pt x="129" y="144"/>
                      <a:pt x="132" y="144"/>
                      <a:pt x="134" y="145"/>
                    </a:cubicBezTo>
                    <a:cubicBezTo>
                      <a:pt x="136" y="145"/>
                      <a:pt x="138" y="146"/>
                      <a:pt x="140" y="146"/>
                    </a:cubicBezTo>
                    <a:cubicBezTo>
                      <a:pt x="142" y="146"/>
                      <a:pt x="144" y="146"/>
                      <a:pt x="146" y="146"/>
                    </a:cubicBezTo>
                    <a:cubicBezTo>
                      <a:pt x="148" y="146"/>
                      <a:pt x="151" y="145"/>
                      <a:pt x="154" y="145"/>
                    </a:cubicBezTo>
                    <a:cubicBezTo>
                      <a:pt x="158" y="144"/>
                      <a:pt x="163" y="143"/>
                      <a:pt x="168" y="141"/>
                    </a:cubicBezTo>
                    <a:cubicBezTo>
                      <a:pt x="172" y="140"/>
                      <a:pt x="175" y="138"/>
                      <a:pt x="179" y="137"/>
                    </a:cubicBezTo>
                    <a:cubicBezTo>
                      <a:pt x="184" y="135"/>
                      <a:pt x="189" y="132"/>
                      <a:pt x="193" y="130"/>
                    </a:cubicBezTo>
                    <a:cubicBezTo>
                      <a:pt x="201" y="124"/>
                      <a:pt x="210" y="117"/>
                      <a:pt x="217" y="110"/>
                    </a:cubicBezTo>
                    <a:cubicBezTo>
                      <a:pt x="225" y="103"/>
                      <a:pt x="233" y="97"/>
                      <a:pt x="241" y="90"/>
                    </a:cubicBezTo>
                    <a:cubicBezTo>
                      <a:pt x="249" y="84"/>
                      <a:pt x="257" y="76"/>
                      <a:pt x="266" y="69"/>
                    </a:cubicBezTo>
                    <a:cubicBezTo>
                      <a:pt x="269" y="66"/>
                      <a:pt x="275" y="65"/>
                      <a:pt x="278" y="70"/>
                    </a:cubicBezTo>
                    <a:cubicBezTo>
                      <a:pt x="281" y="73"/>
                      <a:pt x="281" y="79"/>
                      <a:pt x="278" y="82"/>
                    </a:cubicBezTo>
                    <a:cubicBezTo>
                      <a:pt x="270" y="89"/>
                      <a:pt x="261" y="97"/>
                      <a:pt x="253" y="104"/>
                    </a:cubicBezTo>
                    <a:cubicBezTo>
                      <a:pt x="245" y="111"/>
                      <a:pt x="236" y="119"/>
                      <a:pt x="228" y="126"/>
                    </a:cubicBezTo>
                    <a:cubicBezTo>
                      <a:pt x="220" y="133"/>
                      <a:pt x="211" y="140"/>
                      <a:pt x="202" y="146"/>
                    </a:cubicBezTo>
                    <a:cubicBezTo>
                      <a:pt x="192" y="153"/>
                      <a:pt x="182" y="158"/>
                      <a:pt x="170" y="162"/>
                    </a:cubicBezTo>
                    <a:cubicBezTo>
                      <a:pt x="161" y="164"/>
                      <a:pt x="153" y="166"/>
                      <a:pt x="143" y="166"/>
                    </a:cubicBezTo>
                    <a:cubicBezTo>
                      <a:pt x="141" y="166"/>
                      <a:pt x="139" y="166"/>
                      <a:pt x="136" y="1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72" name="Google Shape;272;p2"/>
            <p:cNvGrpSpPr/>
            <p:nvPr/>
          </p:nvGrpSpPr>
          <p:grpSpPr>
            <a:xfrm>
              <a:off x="2731389" y="4772259"/>
              <a:ext cx="1094323" cy="1490076"/>
              <a:chOff x="4084200" y="3439800"/>
              <a:chExt cx="508680" cy="692640"/>
            </a:xfrm>
          </p:grpSpPr>
          <p:sp>
            <p:nvSpPr>
              <p:cNvPr id="273" name="Google Shape;273;p2"/>
              <p:cNvSpPr/>
              <p:nvPr/>
            </p:nvSpPr>
            <p:spPr>
              <a:xfrm>
                <a:off x="4136040" y="4028760"/>
                <a:ext cx="66240" cy="103680"/>
              </a:xfrm>
              <a:custGeom>
                <a:avLst/>
                <a:gdLst/>
                <a:ahLst/>
                <a:cxnLst/>
                <a:rect l="l" t="t" r="r" b="b"/>
                <a:pathLst>
                  <a:path w="184" h="288" extrusionOk="0">
                    <a:moveTo>
                      <a:pt x="64" y="287"/>
                    </a:moveTo>
                    <a:cubicBezTo>
                      <a:pt x="45" y="287"/>
                      <a:pt x="27" y="281"/>
                      <a:pt x="12" y="271"/>
                    </a:cubicBezTo>
                    <a:cubicBezTo>
                      <a:pt x="7" y="268"/>
                      <a:pt x="6" y="261"/>
                      <a:pt x="9" y="257"/>
                    </a:cubicBezTo>
                    <a:cubicBezTo>
                      <a:pt x="12" y="252"/>
                      <a:pt x="19" y="250"/>
                      <a:pt x="24" y="254"/>
                    </a:cubicBezTo>
                    <a:cubicBezTo>
                      <a:pt x="47" y="270"/>
                      <a:pt x="82" y="270"/>
                      <a:pt x="111" y="252"/>
                    </a:cubicBezTo>
                    <a:cubicBezTo>
                      <a:pt x="139" y="236"/>
                      <a:pt x="155" y="210"/>
                      <a:pt x="153" y="183"/>
                    </a:cubicBezTo>
                    <a:cubicBezTo>
                      <a:pt x="151" y="151"/>
                      <a:pt x="121" y="130"/>
                      <a:pt x="94" y="123"/>
                    </a:cubicBezTo>
                    <a:cubicBezTo>
                      <a:pt x="70" y="117"/>
                      <a:pt x="37" y="119"/>
                      <a:pt x="20" y="145"/>
                    </a:cubicBezTo>
                    <a:cubicBezTo>
                      <a:pt x="17" y="150"/>
                      <a:pt x="12" y="151"/>
                      <a:pt x="7" y="150"/>
                    </a:cubicBezTo>
                    <a:cubicBezTo>
                      <a:pt x="3" y="148"/>
                      <a:pt x="0" y="143"/>
                      <a:pt x="1" y="139"/>
                    </a:cubicBezTo>
                    <a:cubicBezTo>
                      <a:pt x="7" y="101"/>
                      <a:pt x="29" y="64"/>
                      <a:pt x="61" y="38"/>
                    </a:cubicBezTo>
                    <a:cubicBezTo>
                      <a:pt x="93" y="13"/>
                      <a:pt x="134" y="0"/>
                      <a:pt x="173" y="3"/>
                    </a:cubicBezTo>
                    <a:cubicBezTo>
                      <a:pt x="178" y="4"/>
                      <a:pt x="183" y="9"/>
                      <a:pt x="182" y="14"/>
                    </a:cubicBezTo>
                    <a:cubicBezTo>
                      <a:pt x="181" y="20"/>
                      <a:pt x="176" y="24"/>
                      <a:pt x="171" y="24"/>
                    </a:cubicBezTo>
                    <a:cubicBezTo>
                      <a:pt x="113" y="19"/>
                      <a:pt x="55" y="56"/>
                      <a:pt x="31" y="109"/>
                    </a:cubicBezTo>
                    <a:cubicBezTo>
                      <a:pt x="50" y="99"/>
                      <a:pt x="75" y="97"/>
                      <a:pt x="99" y="103"/>
                    </a:cubicBezTo>
                    <a:cubicBezTo>
                      <a:pt x="134" y="112"/>
                      <a:pt x="170" y="139"/>
                      <a:pt x="174" y="181"/>
                    </a:cubicBezTo>
                    <a:cubicBezTo>
                      <a:pt x="177" y="216"/>
                      <a:pt x="157" y="250"/>
                      <a:pt x="122" y="270"/>
                    </a:cubicBezTo>
                    <a:cubicBezTo>
                      <a:pt x="103" y="281"/>
                      <a:pt x="83" y="287"/>
                      <a:pt x="64" y="2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" name="Google Shape;274;p2"/>
              <p:cNvSpPr/>
              <p:nvPr/>
            </p:nvSpPr>
            <p:spPr>
              <a:xfrm>
                <a:off x="4254840" y="4071960"/>
                <a:ext cx="58320" cy="13680"/>
              </a:xfrm>
              <a:custGeom>
                <a:avLst/>
                <a:gdLst/>
                <a:ahLst/>
                <a:cxnLst/>
                <a:rect l="l" t="t" r="r" b="b"/>
                <a:pathLst>
                  <a:path w="162" h="38" extrusionOk="0">
                    <a:moveTo>
                      <a:pt x="150" y="37"/>
                    </a:moveTo>
                    <a:cubicBezTo>
                      <a:pt x="149" y="37"/>
                      <a:pt x="149" y="37"/>
                      <a:pt x="149" y="37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4" y="21"/>
                      <a:pt x="0" y="16"/>
                      <a:pt x="1" y="10"/>
                    </a:cubicBezTo>
                    <a:cubicBezTo>
                      <a:pt x="1" y="4"/>
                      <a:pt x="6" y="0"/>
                      <a:pt x="12" y="0"/>
                    </a:cubicBezTo>
                    <a:cubicBezTo>
                      <a:pt x="151" y="16"/>
                      <a:pt x="151" y="16"/>
                      <a:pt x="151" y="16"/>
                    </a:cubicBezTo>
                    <a:cubicBezTo>
                      <a:pt x="157" y="17"/>
                      <a:pt x="161" y="22"/>
                      <a:pt x="160" y="27"/>
                    </a:cubicBezTo>
                    <a:cubicBezTo>
                      <a:pt x="160" y="33"/>
                      <a:pt x="155" y="37"/>
                      <a:pt x="150" y="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" name="Google Shape;275;p2"/>
              <p:cNvSpPr/>
              <p:nvPr/>
            </p:nvSpPr>
            <p:spPr>
              <a:xfrm>
                <a:off x="4253760" y="4072320"/>
                <a:ext cx="48240" cy="3204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89" extrusionOk="0">
                    <a:moveTo>
                      <a:pt x="29" y="88"/>
                    </a:moveTo>
                    <a:cubicBezTo>
                      <a:pt x="24" y="88"/>
                      <a:pt x="20" y="84"/>
                      <a:pt x="19" y="80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0" y="9"/>
                      <a:pt x="4" y="3"/>
                      <a:pt x="9" y="2"/>
                    </a:cubicBezTo>
                    <a:cubicBezTo>
                      <a:pt x="15" y="0"/>
                      <a:pt x="21" y="3"/>
                      <a:pt x="22" y="9"/>
                    </a:cubicBezTo>
                    <a:cubicBezTo>
                      <a:pt x="37" y="66"/>
                      <a:pt x="37" y="66"/>
                      <a:pt x="37" y="66"/>
                    </a:cubicBezTo>
                    <a:cubicBezTo>
                      <a:pt x="122" y="62"/>
                      <a:pt x="122" y="62"/>
                      <a:pt x="122" y="62"/>
                    </a:cubicBezTo>
                    <a:cubicBezTo>
                      <a:pt x="128" y="62"/>
                      <a:pt x="133" y="66"/>
                      <a:pt x="133" y="72"/>
                    </a:cubicBezTo>
                    <a:cubicBezTo>
                      <a:pt x="133" y="78"/>
                      <a:pt x="129" y="83"/>
                      <a:pt x="123" y="83"/>
                    </a:cubicBezTo>
                    <a:cubicBezTo>
                      <a:pt x="30" y="88"/>
                      <a:pt x="30" y="88"/>
                      <a:pt x="30" y="88"/>
                    </a:cubicBezTo>
                    <a:cubicBezTo>
                      <a:pt x="29" y="88"/>
                      <a:pt x="29" y="88"/>
                      <a:pt x="29" y="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" name="Google Shape;276;p2"/>
              <p:cNvSpPr/>
              <p:nvPr/>
            </p:nvSpPr>
            <p:spPr>
              <a:xfrm>
                <a:off x="4344840" y="4022640"/>
                <a:ext cx="68400" cy="102240"/>
              </a:xfrm>
              <a:custGeom>
                <a:avLst/>
                <a:gdLst/>
                <a:ahLst/>
                <a:cxnLst/>
                <a:rect l="l" t="t" r="r" b="b"/>
                <a:pathLst>
                  <a:path w="190" h="284" extrusionOk="0">
                    <a:moveTo>
                      <a:pt x="12" y="283"/>
                    </a:moveTo>
                    <a:cubicBezTo>
                      <a:pt x="7" y="283"/>
                      <a:pt x="3" y="280"/>
                      <a:pt x="2" y="276"/>
                    </a:cubicBezTo>
                    <a:cubicBezTo>
                      <a:pt x="0" y="270"/>
                      <a:pt x="2" y="266"/>
                      <a:pt x="7" y="263"/>
                    </a:cubicBezTo>
                    <a:cubicBezTo>
                      <a:pt x="87" y="217"/>
                      <a:pt x="134" y="116"/>
                      <a:pt x="119" y="25"/>
                    </a:cubicBezTo>
                    <a:cubicBezTo>
                      <a:pt x="101" y="35"/>
                      <a:pt x="86" y="53"/>
                      <a:pt x="81" y="74"/>
                    </a:cubicBezTo>
                    <a:cubicBezTo>
                      <a:pt x="79" y="80"/>
                      <a:pt x="73" y="83"/>
                      <a:pt x="68" y="82"/>
                    </a:cubicBezTo>
                    <a:cubicBezTo>
                      <a:pt x="62" y="80"/>
                      <a:pt x="59" y="75"/>
                      <a:pt x="60" y="69"/>
                    </a:cubicBezTo>
                    <a:cubicBezTo>
                      <a:pt x="68" y="37"/>
                      <a:pt x="93" y="10"/>
                      <a:pt x="124" y="1"/>
                    </a:cubicBezTo>
                    <a:cubicBezTo>
                      <a:pt x="127" y="0"/>
                      <a:pt x="130" y="0"/>
                      <a:pt x="132" y="1"/>
                    </a:cubicBezTo>
                    <a:cubicBezTo>
                      <a:pt x="135" y="2"/>
                      <a:pt x="137" y="5"/>
                      <a:pt x="137" y="8"/>
                    </a:cubicBezTo>
                    <a:cubicBezTo>
                      <a:pt x="149" y="58"/>
                      <a:pt x="143" y="114"/>
                      <a:pt x="121" y="164"/>
                    </a:cubicBezTo>
                    <a:cubicBezTo>
                      <a:pt x="105" y="201"/>
                      <a:pt x="80" y="233"/>
                      <a:pt x="51" y="257"/>
                    </a:cubicBezTo>
                    <a:cubicBezTo>
                      <a:pt x="176" y="245"/>
                      <a:pt x="176" y="245"/>
                      <a:pt x="176" y="245"/>
                    </a:cubicBezTo>
                    <a:cubicBezTo>
                      <a:pt x="182" y="245"/>
                      <a:pt x="187" y="249"/>
                      <a:pt x="188" y="255"/>
                    </a:cubicBezTo>
                    <a:cubicBezTo>
                      <a:pt x="189" y="260"/>
                      <a:pt x="184" y="266"/>
                      <a:pt x="179" y="266"/>
                    </a:cubicBezTo>
                    <a:cubicBezTo>
                      <a:pt x="13" y="283"/>
                      <a:pt x="13" y="283"/>
                      <a:pt x="13" y="283"/>
                    </a:cubicBezTo>
                    <a:lnTo>
                      <a:pt x="12" y="28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" name="Google Shape;277;p2"/>
              <p:cNvSpPr/>
              <p:nvPr/>
            </p:nvSpPr>
            <p:spPr>
              <a:xfrm>
                <a:off x="4449240" y="4000320"/>
                <a:ext cx="7920" cy="129600"/>
              </a:xfrm>
              <a:custGeom>
                <a:avLst/>
                <a:gdLst/>
                <a:ahLst/>
                <a:cxnLst/>
                <a:rect l="l" t="t" r="r" b="b"/>
                <a:pathLst>
                  <a:path w="22" h="360" extrusionOk="0">
                    <a:moveTo>
                      <a:pt x="10" y="359"/>
                    </a:moveTo>
                    <a:cubicBezTo>
                      <a:pt x="5" y="359"/>
                      <a:pt x="0" y="354"/>
                      <a:pt x="0" y="349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4"/>
                      <a:pt x="5" y="0"/>
                      <a:pt x="10" y="0"/>
                    </a:cubicBezTo>
                    <a:cubicBezTo>
                      <a:pt x="16" y="0"/>
                      <a:pt x="21" y="4"/>
                      <a:pt x="21" y="10"/>
                    </a:cubicBezTo>
                    <a:cubicBezTo>
                      <a:pt x="21" y="349"/>
                      <a:pt x="21" y="349"/>
                      <a:pt x="21" y="349"/>
                    </a:cubicBezTo>
                    <a:cubicBezTo>
                      <a:pt x="21" y="354"/>
                      <a:pt x="16" y="359"/>
                      <a:pt x="10" y="35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" name="Google Shape;278;p2"/>
              <p:cNvSpPr/>
              <p:nvPr/>
            </p:nvSpPr>
            <p:spPr>
              <a:xfrm>
                <a:off x="4466880" y="4016520"/>
                <a:ext cx="20160" cy="91080"/>
              </a:xfrm>
              <a:custGeom>
                <a:avLst/>
                <a:gdLst/>
                <a:ahLst/>
                <a:cxnLst/>
                <a:rect l="l" t="t" r="r" b="b"/>
                <a:pathLst>
                  <a:path w="56" h="253" extrusionOk="0">
                    <a:moveTo>
                      <a:pt x="44" y="252"/>
                    </a:moveTo>
                    <a:cubicBezTo>
                      <a:pt x="38" y="252"/>
                      <a:pt x="34" y="248"/>
                      <a:pt x="33" y="24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7"/>
                      <a:pt x="4" y="1"/>
                      <a:pt x="10" y="1"/>
                    </a:cubicBezTo>
                    <a:cubicBezTo>
                      <a:pt x="15" y="0"/>
                      <a:pt x="20" y="4"/>
                      <a:pt x="21" y="9"/>
                    </a:cubicBezTo>
                    <a:cubicBezTo>
                      <a:pt x="53" y="240"/>
                      <a:pt x="53" y="240"/>
                      <a:pt x="53" y="240"/>
                    </a:cubicBezTo>
                    <a:cubicBezTo>
                      <a:pt x="55" y="245"/>
                      <a:pt x="51" y="251"/>
                      <a:pt x="45" y="252"/>
                    </a:cubicBezTo>
                    <a:cubicBezTo>
                      <a:pt x="44" y="252"/>
                      <a:pt x="44" y="252"/>
                      <a:pt x="44" y="2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" name="Google Shape;279;p2"/>
              <p:cNvSpPr/>
              <p:nvPr/>
            </p:nvSpPr>
            <p:spPr>
              <a:xfrm>
                <a:off x="4426560" y="3984120"/>
                <a:ext cx="85680" cy="41040"/>
              </a:xfrm>
              <a:custGeom>
                <a:avLst/>
                <a:gdLst/>
                <a:ahLst/>
                <a:cxnLst/>
                <a:rect l="l" t="t" r="r" b="b"/>
                <a:pathLst>
                  <a:path w="238" h="114" extrusionOk="0">
                    <a:moveTo>
                      <a:pt x="11" y="113"/>
                    </a:moveTo>
                    <a:cubicBezTo>
                      <a:pt x="9" y="113"/>
                      <a:pt x="7" y="112"/>
                      <a:pt x="4" y="110"/>
                    </a:cubicBezTo>
                    <a:cubicBezTo>
                      <a:pt x="0" y="107"/>
                      <a:pt x="0" y="100"/>
                      <a:pt x="3" y="96"/>
                    </a:cubicBezTo>
                    <a:cubicBezTo>
                      <a:pt x="56" y="32"/>
                      <a:pt x="146" y="0"/>
                      <a:pt x="228" y="17"/>
                    </a:cubicBezTo>
                    <a:cubicBezTo>
                      <a:pt x="234" y="18"/>
                      <a:pt x="237" y="23"/>
                      <a:pt x="236" y="29"/>
                    </a:cubicBezTo>
                    <a:cubicBezTo>
                      <a:pt x="235" y="35"/>
                      <a:pt x="230" y="38"/>
                      <a:pt x="224" y="37"/>
                    </a:cubicBezTo>
                    <a:cubicBezTo>
                      <a:pt x="150" y="22"/>
                      <a:pt x="68" y="51"/>
                      <a:pt x="19" y="109"/>
                    </a:cubicBezTo>
                    <a:cubicBezTo>
                      <a:pt x="17" y="111"/>
                      <a:pt x="14" y="113"/>
                      <a:pt x="11" y="1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" name="Google Shape;280;p2"/>
              <p:cNvSpPr/>
              <p:nvPr/>
            </p:nvSpPr>
            <p:spPr>
              <a:xfrm>
                <a:off x="4532400" y="4011480"/>
                <a:ext cx="7920" cy="101520"/>
              </a:xfrm>
              <a:custGeom>
                <a:avLst/>
                <a:gdLst/>
                <a:ahLst/>
                <a:cxnLst/>
                <a:rect l="l" t="t" r="r" b="b"/>
                <a:pathLst>
                  <a:path w="22" h="282" extrusionOk="0">
                    <a:moveTo>
                      <a:pt x="10" y="281"/>
                    </a:moveTo>
                    <a:cubicBezTo>
                      <a:pt x="4" y="281"/>
                      <a:pt x="0" y="277"/>
                      <a:pt x="0" y="271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4"/>
                      <a:pt x="4" y="0"/>
                      <a:pt x="10" y="0"/>
                    </a:cubicBezTo>
                    <a:cubicBezTo>
                      <a:pt x="16" y="0"/>
                      <a:pt x="21" y="4"/>
                      <a:pt x="21" y="10"/>
                    </a:cubicBezTo>
                    <a:cubicBezTo>
                      <a:pt x="21" y="271"/>
                      <a:pt x="21" y="271"/>
                      <a:pt x="21" y="271"/>
                    </a:cubicBezTo>
                    <a:cubicBezTo>
                      <a:pt x="21" y="277"/>
                      <a:pt x="16" y="281"/>
                      <a:pt x="10" y="2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" name="Google Shape;281;p2"/>
              <p:cNvSpPr/>
              <p:nvPr/>
            </p:nvSpPr>
            <p:spPr>
              <a:xfrm>
                <a:off x="4537440" y="4008960"/>
                <a:ext cx="54720" cy="7596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211" extrusionOk="0">
                    <a:moveTo>
                      <a:pt x="102" y="210"/>
                    </a:moveTo>
                    <a:cubicBezTo>
                      <a:pt x="83" y="210"/>
                      <a:pt x="64" y="203"/>
                      <a:pt x="50" y="190"/>
                    </a:cubicBezTo>
                    <a:cubicBezTo>
                      <a:pt x="25" y="166"/>
                      <a:pt x="17" y="130"/>
                      <a:pt x="10" y="102"/>
                    </a:cubicBezTo>
                    <a:cubicBezTo>
                      <a:pt x="9" y="98"/>
                      <a:pt x="10" y="94"/>
                      <a:pt x="13" y="92"/>
                    </a:cubicBezTo>
                    <a:cubicBezTo>
                      <a:pt x="16" y="89"/>
                      <a:pt x="19" y="89"/>
                      <a:pt x="24" y="90"/>
                    </a:cubicBezTo>
                    <a:cubicBezTo>
                      <a:pt x="33" y="93"/>
                      <a:pt x="45" y="90"/>
                      <a:pt x="55" y="83"/>
                    </a:cubicBezTo>
                    <a:cubicBezTo>
                      <a:pt x="65" y="75"/>
                      <a:pt x="70" y="64"/>
                      <a:pt x="69" y="54"/>
                    </a:cubicBezTo>
                    <a:cubicBezTo>
                      <a:pt x="68" y="42"/>
                      <a:pt x="60" y="33"/>
                      <a:pt x="49" y="27"/>
                    </a:cubicBezTo>
                    <a:cubicBezTo>
                      <a:pt x="38" y="22"/>
                      <a:pt x="26" y="22"/>
                      <a:pt x="17" y="27"/>
                    </a:cubicBezTo>
                    <a:cubicBezTo>
                      <a:pt x="12" y="30"/>
                      <a:pt x="5" y="29"/>
                      <a:pt x="3" y="23"/>
                    </a:cubicBezTo>
                    <a:cubicBezTo>
                      <a:pt x="0" y="19"/>
                      <a:pt x="1" y="12"/>
                      <a:pt x="6" y="9"/>
                    </a:cubicBezTo>
                    <a:cubicBezTo>
                      <a:pt x="21" y="0"/>
                      <a:pt x="41" y="0"/>
                      <a:pt x="58" y="9"/>
                    </a:cubicBezTo>
                    <a:cubicBezTo>
                      <a:pt x="77" y="17"/>
                      <a:pt x="88" y="34"/>
                      <a:pt x="90" y="51"/>
                    </a:cubicBezTo>
                    <a:cubicBezTo>
                      <a:pt x="92" y="69"/>
                      <a:pt x="84" y="87"/>
                      <a:pt x="68" y="99"/>
                    </a:cubicBezTo>
                    <a:cubicBezTo>
                      <a:pt x="58" y="107"/>
                      <a:pt x="46" y="112"/>
                      <a:pt x="34" y="112"/>
                    </a:cubicBezTo>
                    <a:cubicBezTo>
                      <a:pt x="40" y="134"/>
                      <a:pt x="48" y="159"/>
                      <a:pt x="65" y="175"/>
                    </a:cubicBezTo>
                    <a:cubicBezTo>
                      <a:pt x="75" y="185"/>
                      <a:pt x="92" y="191"/>
                      <a:pt x="107" y="189"/>
                    </a:cubicBezTo>
                    <a:cubicBezTo>
                      <a:pt x="114" y="189"/>
                      <a:pt x="124" y="186"/>
                      <a:pt x="130" y="176"/>
                    </a:cubicBezTo>
                    <a:cubicBezTo>
                      <a:pt x="134" y="172"/>
                      <a:pt x="140" y="171"/>
                      <a:pt x="145" y="174"/>
                    </a:cubicBezTo>
                    <a:cubicBezTo>
                      <a:pt x="149" y="177"/>
                      <a:pt x="151" y="183"/>
                      <a:pt x="148" y="189"/>
                    </a:cubicBezTo>
                    <a:cubicBezTo>
                      <a:pt x="139" y="201"/>
                      <a:pt x="125" y="208"/>
                      <a:pt x="109" y="210"/>
                    </a:cubicBezTo>
                    <a:cubicBezTo>
                      <a:pt x="106" y="210"/>
                      <a:pt x="104" y="210"/>
                      <a:pt x="102" y="2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" name="Google Shape;282;p2"/>
              <p:cNvSpPr/>
              <p:nvPr/>
            </p:nvSpPr>
            <p:spPr>
              <a:xfrm>
                <a:off x="4096440" y="3443040"/>
                <a:ext cx="496440" cy="496440"/>
              </a:xfrm>
              <a:custGeom>
                <a:avLst/>
                <a:gdLst/>
                <a:ahLst/>
                <a:cxnLst/>
                <a:rect l="l" t="t" r="r" b="b"/>
                <a:pathLst>
                  <a:path w="1379" h="1379" extrusionOk="0">
                    <a:moveTo>
                      <a:pt x="689" y="1378"/>
                    </a:moveTo>
                    <a:cubicBezTo>
                      <a:pt x="505" y="1378"/>
                      <a:pt x="332" y="1306"/>
                      <a:pt x="201" y="1176"/>
                    </a:cubicBezTo>
                    <a:cubicBezTo>
                      <a:pt x="72" y="1046"/>
                      <a:pt x="0" y="873"/>
                      <a:pt x="0" y="689"/>
                    </a:cubicBezTo>
                    <a:cubicBezTo>
                      <a:pt x="0" y="505"/>
                      <a:pt x="72" y="332"/>
                      <a:pt x="201" y="202"/>
                    </a:cubicBezTo>
                    <a:cubicBezTo>
                      <a:pt x="332" y="72"/>
                      <a:pt x="505" y="0"/>
                      <a:pt x="689" y="0"/>
                    </a:cubicBezTo>
                    <a:cubicBezTo>
                      <a:pt x="873" y="0"/>
                      <a:pt x="1046" y="72"/>
                      <a:pt x="1176" y="202"/>
                    </a:cubicBezTo>
                    <a:cubicBezTo>
                      <a:pt x="1306" y="332"/>
                      <a:pt x="1378" y="505"/>
                      <a:pt x="1378" y="689"/>
                    </a:cubicBezTo>
                    <a:cubicBezTo>
                      <a:pt x="1378" y="873"/>
                      <a:pt x="1306" y="1046"/>
                      <a:pt x="1176" y="1176"/>
                    </a:cubicBezTo>
                    <a:cubicBezTo>
                      <a:pt x="1046" y="1306"/>
                      <a:pt x="873" y="1378"/>
                      <a:pt x="689" y="1378"/>
                    </a:cubicBezTo>
                    <a:moveTo>
                      <a:pt x="689" y="20"/>
                    </a:moveTo>
                    <a:cubicBezTo>
                      <a:pt x="320" y="20"/>
                      <a:pt x="20" y="320"/>
                      <a:pt x="20" y="689"/>
                    </a:cubicBezTo>
                    <a:cubicBezTo>
                      <a:pt x="20" y="1058"/>
                      <a:pt x="320" y="1357"/>
                      <a:pt x="689" y="1357"/>
                    </a:cubicBezTo>
                    <a:cubicBezTo>
                      <a:pt x="1057" y="1357"/>
                      <a:pt x="1357" y="1058"/>
                      <a:pt x="1357" y="689"/>
                    </a:cubicBezTo>
                    <a:cubicBezTo>
                      <a:pt x="1357" y="320"/>
                      <a:pt x="1057" y="20"/>
                      <a:pt x="689" y="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" name="Google Shape;283;p2"/>
              <p:cNvSpPr/>
              <p:nvPr/>
            </p:nvSpPr>
            <p:spPr>
              <a:xfrm>
                <a:off x="4084200" y="3439800"/>
                <a:ext cx="146160" cy="137520"/>
              </a:xfrm>
              <a:custGeom>
                <a:avLst/>
                <a:gdLst/>
                <a:ahLst/>
                <a:cxnLst/>
                <a:rect l="l" t="t" r="r" b="b"/>
                <a:pathLst>
                  <a:path w="406" h="382" extrusionOk="0">
                    <a:moveTo>
                      <a:pt x="12" y="381"/>
                    </a:moveTo>
                    <a:cubicBezTo>
                      <a:pt x="10" y="381"/>
                      <a:pt x="8" y="380"/>
                      <a:pt x="7" y="380"/>
                    </a:cubicBezTo>
                    <a:cubicBezTo>
                      <a:pt x="2" y="377"/>
                      <a:pt x="0" y="371"/>
                      <a:pt x="3" y="366"/>
                    </a:cubicBezTo>
                    <a:cubicBezTo>
                      <a:pt x="40" y="294"/>
                      <a:pt x="89" y="228"/>
                      <a:pt x="149" y="171"/>
                    </a:cubicBezTo>
                    <a:cubicBezTo>
                      <a:pt x="195" y="127"/>
                      <a:pt x="245" y="90"/>
                      <a:pt x="300" y="60"/>
                    </a:cubicBezTo>
                    <a:cubicBezTo>
                      <a:pt x="262" y="65"/>
                      <a:pt x="262" y="65"/>
                      <a:pt x="262" y="65"/>
                    </a:cubicBezTo>
                    <a:cubicBezTo>
                      <a:pt x="258" y="65"/>
                      <a:pt x="253" y="62"/>
                      <a:pt x="251" y="58"/>
                    </a:cubicBezTo>
                    <a:cubicBezTo>
                      <a:pt x="250" y="54"/>
                      <a:pt x="252" y="49"/>
                      <a:pt x="255" y="46"/>
                    </a:cubicBezTo>
                    <a:cubicBezTo>
                      <a:pt x="297" y="19"/>
                      <a:pt x="345" y="3"/>
                      <a:pt x="394" y="0"/>
                    </a:cubicBezTo>
                    <a:cubicBezTo>
                      <a:pt x="398" y="0"/>
                      <a:pt x="402" y="3"/>
                      <a:pt x="403" y="6"/>
                    </a:cubicBezTo>
                    <a:cubicBezTo>
                      <a:pt x="405" y="10"/>
                      <a:pt x="405" y="14"/>
                      <a:pt x="402" y="18"/>
                    </a:cubicBezTo>
                    <a:cubicBezTo>
                      <a:pt x="301" y="119"/>
                      <a:pt x="301" y="119"/>
                      <a:pt x="301" y="119"/>
                    </a:cubicBezTo>
                    <a:cubicBezTo>
                      <a:pt x="297" y="123"/>
                      <a:pt x="291" y="123"/>
                      <a:pt x="287" y="119"/>
                    </a:cubicBezTo>
                    <a:cubicBezTo>
                      <a:pt x="283" y="115"/>
                      <a:pt x="283" y="109"/>
                      <a:pt x="287" y="105"/>
                    </a:cubicBezTo>
                    <a:cubicBezTo>
                      <a:pt x="318" y="73"/>
                      <a:pt x="318" y="73"/>
                      <a:pt x="318" y="73"/>
                    </a:cubicBezTo>
                    <a:cubicBezTo>
                      <a:pt x="191" y="141"/>
                      <a:pt x="86" y="246"/>
                      <a:pt x="21" y="375"/>
                    </a:cubicBezTo>
                    <a:cubicBezTo>
                      <a:pt x="19" y="379"/>
                      <a:pt x="15" y="381"/>
                      <a:pt x="12" y="381"/>
                    </a:cubicBezTo>
                    <a:moveTo>
                      <a:pt x="367" y="24"/>
                    </a:moveTo>
                    <a:cubicBezTo>
                      <a:pt x="349" y="27"/>
                      <a:pt x="332" y="32"/>
                      <a:pt x="315" y="38"/>
                    </a:cubicBezTo>
                    <a:cubicBezTo>
                      <a:pt x="355" y="34"/>
                      <a:pt x="355" y="34"/>
                      <a:pt x="355" y="34"/>
                    </a:cubicBezTo>
                    <a:cubicBezTo>
                      <a:pt x="355" y="34"/>
                      <a:pt x="356" y="34"/>
                      <a:pt x="357" y="34"/>
                    </a:cubicBezTo>
                    <a:lnTo>
                      <a:pt x="367" y="24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" name="Google Shape;284;p2"/>
              <p:cNvSpPr/>
              <p:nvPr/>
            </p:nvSpPr>
            <p:spPr>
              <a:xfrm>
                <a:off x="4344480" y="3673080"/>
                <a:ext cx="31680" cy="23760"/>
              </a:xfrm>
              <a:custGeom>
                <a:avLst/>
                <a:gdLst/>
                <a:ahLst/>
                <a:cxnLst/>
                <a:rect l="l" t="t" r="r" b="b"/>
                <a:pathLst>
                  <a:path w="88" h="66" extrusionOk="0">
                    <a:moveTo>
                      <a:pt x="51" y="65"/>
                    </a:moveTo>
                    <a:cubicBezTo>
                      <a:pt x="47" y="65"/>
                      <a:pt x="43" y="62"/>
                      <a:pt x="42" y="58"/>
                    </a:cubicBezTo>
                    <a:cubicBezTo>
                      <a:pt x="12" y="61"/>
                      <a:pt x="12" y="61"/>
                      <a:pt x="12" y="61"/>
                    </a:cubicBezTo>
                    <a:cubicBezTo>
                      <a:pt x="9" y="62"/>
                      <a:pt x="5" y="61"/>
                      <a:pt x="4" y="59"/>
                    </a:cubicBezTo>
                    <a:cubicBezTo>
                      <a:pt x="1" y="57"/>
                      <a:pt x="0" y="54"/>
                      <a:pt x="0" y="51"/>
                    </a:cubicBezTo>
                    <a:cubicBezTo>
                      <a:pt x="1" y="35"/>
                      <a:pt x="12" y="19"/>
                      <a:pt x="28" y="10"/>
                    </a:cubicBezTo>
                    <a:cubicBezTo>
                      <a:pt x="43" y="1"/>
                      <a:pt x="61" y="0"/>
                      <a:pt x="77" y="7"/>
                    </a:cubicBezTo>
                    <a:cubicBezTo>
                      <a:pt x="78" y="8"/>
                      <a:pt x="79" y="9"/>
                      <a:pt x="81" y="11"/>
                    </a:cubicBezTo>
                    <a:cubicBezTo>
                      <a:pt x="87" y="21"/>
                      <a:pt x="87" y="34"/>
                      <a:pt x="81" y="46"/>
                    </a:cubicBezTo>
                    <a:cubicBezTo>
                      <a:pt x="75" y="57"/>
                      <a:pt x="64" y="65"/>
                      <a:pt x="52" y="65"/>
                    </a:cubicBezTo>
                    <a:cubicBezTo>
                      <a:pt x="51" y="65"/>
                      <a:pt x="51" y="65"/>
                      <a:pt x="51" y="65"/>
                    </a:cubicBezTo>
                    <a:moveTo>
                      <a:pt x="56" y="22"/>
                    </a:moveTo>
                    <a:cubicBezTo>
                      <a:pt x="50" y="22"/>
                      <a:pt x="43" y="24"/>
                      <a:pt x="37" y="28"/>
                    </a:cubicBezTo>
                    <a:cubicBezTo>
                      <a:pt x="32" y="30"/>
                      <a:pt x="28" y="35"/>
                      <a:pt x="25" y="40"/>
                    </a:cubicBezTo>
                    <a:cubicBezTo>
                      <a:pt x="55" y="36"/>
                      <a:pt x="55" y="36"/>
                      <a:pt x="55" y="36"/>
                    </a:cubicBezTo>
                    <a:cubicBezTo>
                      <a:pt x="58" y="35"/>
                      <a:pt x="60" y="36"/>
                      <a:pt x="63" y="37"/>
                    </a:cubicBezTo>
                    <a:lnTo>
                      <a:pt x="63" y="36"/>
                    </a:lnTo>
                    <a:cubicBezTo>
                      <a:pt x="65" y="33"/>
                      <a:pt x="66" y="28"/>
                      <a:pt x="65" y="24"/>
                    </a:cubicBezTo>
                    <a:cubicBezTo>
                      <a:pt x="62" y="23"/>
                      <a:pt x="58" y="22"/>
                      <a:pt x="56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" name="Google Shape;285;p2"/>
              <p:cNvSpPr/>
              <p:nvPr/>
            </p:nvSpPr>
            <p:spPr>
              <a:xfrm>
                <a:off x="4390200" y="3670920"/>
                <a:ext cx="172440" cy="20880"/>
              </a:xfrm>
              <a:custGeom>
                <a:avLst/>
                <a:gdLst/>
                <a:ahLst/>
                <a:cxnLst/>
                <a:rect l="l" t="t" r="r" b="b"/>
                <a:pathLst>
                  <a:path w="479" h="58" extrusionOk="0">
                    <a:moveTo>
                      <a:pt x="11" y="57"/>
                    </a:moveTo>
                    <a:cubicBezTo>
                      <a:pt x="6" y="57"/>
                      <a:pt x="2" y="53"/>
                      <a:pt x="1" y="49"/>
                    </a:cubicBezTo>
                    <a:cubicBezTo>
                      <a:pt x="0" y="43"/>
                      <a:pt x="4" y="38"/>
                      <a:pt x="9" y="37"/>
                    </a:cubicBezTo>
                    <a:cubicBezTo>
                      <a:pt x="160" y="10"/>
                      <a:pt x="314" y="0"/>
                      <a:pt x="468" y="10"/>
                    </a:cubicBezTo>
                    <a:cubicBezTo>
                      <a:pt x="473" y="10"/>
                      <a:pt x="478" y="15"/>
                      <a:pt x="477" y="21"/>
                    </a:cubicBezTo>
                    <a:cubicBezTo>
                      <a:pt x="476" y="26"/>
                      <a:pt x="472" y="30"/>
                      <a:pt x="466" y="30"/>
                    </a:cubicBezTo>
                    <a:cubicBezTo>
                      <a:pt x="315" y="21"/>
                      <a:pt x="162" y="30"/>
                      <a:pt x="13" y="57"/>
                    </a:cubicBezTo>
                    <a:cubicBezTo>
                      <a:pt x="13" y="57"/>
                      <a:pt x="12" y="57"/>
                      <a:pt x="11" y="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6" name="Google Shape;286;p2"/>
              <p:cNvSpPr/>
              <p:nvPr/>
            </p:nvSpPr>
            <p:spPr>
              <a:xfrm>
                <a:off x="4520880" y="3657240"/>
                <a:ext cx="45360" cy="5148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143" extrusionOk="0">
                    <a:moveTo>
                      <a:pt x="29" y="142"/>
                    </a:moveTo>
                    <a:cubicBezTo>
                      <a:pt x="28" y="142"/>
                      <a:pt x="27" y="142"/>
                      <a:pt x="25" y="141"/>
                    </a:cubicBezTo>
                    <a:cubicBezTo>
                      <a:pt x="20" y="139"/>
                      <a:pt x="18" y="133"/>
                      <a:pt x="21" y="127"/>
                    </a:cubicBezTo>
                    <a:cubicBezTo>
                      <a:pt x="37" y="95"/>
                      <a:pt x="62" y="65"/>
                      <a:pt x="91" y="43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3" y="20"/>
                      <a:pt x="0" y="14"/>
                      <a:pt x="1" y="9"/>
                    </a:cubicBezTo>
                    <a:cubicBezTo>
                      <a:pt x="3" y="3"/>
                      <a:pt x="8" y="0"/>
                      <a:pt x="14" y="2"/>
                    </a:cubicBezTo>
                    <a:cubicBezTo>
                      <a:pt x="117" y="29"/>
                      <a:pt x="117" y="29"/>
                      <a:pt x="117" y="29"/>
                    </a:cubicBezTo>
                    <a:cubicBezTo>
                      <a:pt x="121" y="30"/>
                      <a:pt x="124" y="34"/>
                      <a:pt x="124" y="38"/>
                    </a:cubicBezTo>
                    <a:cubicBezTo>
                      <a:pt x="125" y="41"/>
                      <a:pt x="123" y="45"/>
                      <a:pt x="120" y="48"/>
                    </a:cubicBezTo>
                    <a:cubicBezTo>
                      <a:pt x="85" y="69"/>
                      <a:pt x="56" y="100"/>
                      <a:pt x="39" y="137"/>
                    </a:cubicBezTo>
                    <a:cubicBezTo>
                      <a:pt x="37" y="140"/>
                      <a:pt x="34" y="142"/>
                      <a:pt x="29" y="1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87" name="Google Shape;287;p2"/>
            <p:cNvGrpSpPr/>
            <p:nvPr/>
          </p:nvGrpSpPr>
          <p:grpSpPr>
            <a:xfrm>
              <a:off x="7846046" y="42103"/>
              <a:ext cx="1169447" cy="374068"/>
              <a:chOff x="1605960" y="528480"/>
              <a:chExt cx="543600" cy="173880"/>
            </a:xfrm>
          </p:grpSpPr>
          <p:sp>
            <p:nvSpPr>
              <p:cNvPr id="288" name="Google Shape;288;p2"/>
              <p:cNvSpPr/>
              <p:nvPr/>
            </p:nvSpPr>
            <p:spPr>
              <a:xfrm>
                <a:off x="1732680" y="531720"/>
                <a:ext cx="416880" cy="128880"/>
              </a:xfrm>
              <a:custGeom>
                <a:avLst/>
                <a:gdLst/>
                <a:ahLst/>
                <a:cxnLst/>
                <a:rect l="l" t="t" r="r" b="b"/>
                <a:pathLst>
                  <a:path w="1158" h="358" extrusionOk="0">
                    <a:moveTo>
                      <a:pt x="124" y="357"/>
                    </a:moveTo>
                    <a:cubicBezTo>
                      <a:pt x="119" y="357"/>
                      <a:pt x="115" y="353"/>
                      <a:pt x="114" y="349"/>
                    </a:cubicBezTo>
                    <a:cubicBezTo>
                      <a:pt x="106" y="268"/>
                      <a:pt x="65" y="192"/>
                      <a:pt x="4" y="140"/>
                    </a:cubicBezTo>
                    <a:cubicBezTo>
                      <a:pt x="0" y="135"/>
                      <a:pt x="0" y="129"/>
                      <a:pt x="4" y="125"/>
                    </a:cubicBezTo>
                    <a:cubicBezTo>
                      <a:pt x="7" y="121"/>
                      <a:pt x="14" y="120"/>
                      <a:pt x="18" y="124"/>
                    </a:cubicBezTo>
                    <a:cubicBezTo>
                      <a:pt x="64" y="164"/>
                      <a:pt x="99" y="218"/>
                      <a:pt x="119" y="276"/>
                    </a:cubicBezTo>
                    <a:cubicBezTo>
                      <a:pt x="136" y="23"/>
                      <a:pt x="136" y="23"/>
                      <a:pt x="136" y="23"/>
                    </a:cubicBezTo>
                    <a:cubicBezTo>
                      <a:pt x="136" y="18"/>
                      <a:pt x="141" y="14"/>
                      <a:pt x="146" y="14"/>
                    </a:cubicBezTo>
                    <a:cubicBezTo>
                      <a:pt x="1145" y="0"/>
                      <a:pt x="1145" y="0"/>
                      <a:pt x="1145" y="0"/>
                    </a:cubicBezTo>
                    <a:cubicBezTo>
                      <a:pt x="1148" y="0"/>
                      <a:pt x="1150" y="1"/>
                      <a:pt x="1152" y="3"/>
                    </a:cubicBezTo>
                    <a:cubicBezTo>
                      <a:pt x="1154" y="5"/>
                      <a:pt x="1155" y="7"/>
                      <a:pt x="1156" y="10"/>
                    </a:cubicBezTo>
                    <a:cubicBezTo>
                      <a:pt x="1157" y="167"/>
                      <a:pt x="1157" y="167"/>
                      <a:pt x="1157" y="167"/>
                    </a:cubicBezTo>
                    <a:cubicBezTo>
                      <a:pt x="1157" y="173"/>
                      <a:pt x="1152" y="178"/>
                      <a:pt x="1146" y="178"/>
                    </a:cubicBezTo>
                    <a:cubicBezTo>
                      <a:pt x="1141" y="178"/>
                      <a:pt x="1136" y="173"/>
                      <a:pt x="1136" y="167"/>
                    </a:cubicBezTo>
                    <a:cubicBezTo>
                      <a:pt x="1135" y="20"/>
                      <a:pt x="1135" y="20"/>
                      <a:pt x="1135" y="20"/>
                    </a:cubicBezTo>
                    <a:cubicBezTo>
                      <a:pt x="155" y="33"/>
                      <a:pt x="155" y="33"/>
                      <a:pt x="155" y="33"/>
                    </a:cubicBezTo>
                    <a:cubicBezTo>
                      <a:pt x="134" y="348"/>
                      <a:pt x="134" y="348"/>
                      <a:pt x="134" y="348"/>
                    </a:cubicBezTo>
                    <a:cubicBezTo>
                      <a:pt x="134" y="353"/>
                      <a:pt x="129" y="357"/>
                      <a:pt x="124" y="3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" name="Google Shape;289;p2"/>
              <p:cNvSpPr/>
              <p:nvPr/>
            </p:nvSpPr>
            <p:spPr>
              <a:xfrm>
                <a:off x="1605960" y="528480"/>
                <a:ext cx="128160" cy="121680"/>
              </a:xfrm>
              <a:custGeom>
                <a:avLst/>
                <a:gdLst/>
                <a:ahLst/>
                <a:cxnLst/>
                <a:rect l="l" t="t" r="r" b="b"/>
                <a:pathLst>
                  <a:path w="356" h="338" extrusionOk="0">
                    <a:moveTo>
                      <a:pt x="53" y="337"/>
                    </a:moveTo>
                    <a:cubicBezTo>
                      <a:pt x="49" y="337"/>
                      <a:pt x="46" y="334"/>
                      <a:pt x="44" y="331"/>
                    </a:cubicBezTo>
                    <a:cubicBezTo>
                      <a:pt x="42" y="327"/>
                      <a:pt x="44" y="323"/>
                      <a:pt x="46" y="320"/>
                    </a:cubicBezTo>
                    <a:cubicBezTo>
                      <a:pt x="118" y="241"/>
                      <a:pt x="148" y="128"/>
                      <a:pt x="128" y="23"/>
                    </a:cubicBezTo>
                    <a:cubicBezTo>
                      <a:pt x="84" y="38"/>
                      <a:pt x="45" y="69"/>
                      <a:pt x="21" y="109"/>
                    </a:cubicBezTo>
                    <a:cubicBezTo>
                      <a:pt x="18" y="114"/>
                      <a:pt x="11" y="115"/>
                      <a:pt x="7" y="112"/>
                    </a:cubicBezTo>
                    <a:cubicBezTo>
                      <a:pt x="2" y="109"/>
                      <a:pt x="0" y="103"/>
                      <a:pt x="3" y="98"/>
                    </a:cubicBezTo>
                    <a:cubicBezTo>
                      <a:pt x="32" y="51"/>
                      <a:pt x="80" y="16"/>
                      <a:pt x="133" y="1"/>
                    </a:cubicBezTo>
                    <a:cubicBezTo>
                      <a:pt x="135" y="0"/>
                      <a:pt x="138" y="1"/>
                      <a:pt x="140" y="2"/>
                    </a:cubicBezTo>
                    <a:cubicBezTo>
                      <a:pt x="143" y="3"/>
                      <a:pt x="144" y="5"/>
                      <a:pt x="145" y="8"/>
                    </a:cubicBezTo>
                    <a:cubicBezTo>
                      <a:pt x="170" y="115"/>
                      <a:pt x="143" y="231"/>
                      <a:pt x="76" y="316"/>
                    </a:cubicBezTo>
                    <a:cubicBezTo>
                      <a:pt x="345" y="315"/>
                      <a:pt x="345" y="315"/>
                      <a:pt x="345" y="315"/>
                    </a:cubicBezTo>
                    <a:cubicBezTo>
                      <a:pt x="350" y="315"/>
                      <a:pt x="355" y="320"/>
                      <a:pt x="355" y="326"/>
                    </a:cubicBezTo>
                    <a:cubicBezTo>
                      <a:pt x="355" y="331"/>
                      <a:pt x="350" y="336"/>
                      <a:pt x="345" y="336"/>
                    </a:cubicBezTo>
                    <a:cubicBezTo>
                      <a:pt x="53" y="337"/>
                      <a:pt x="53" y="337"/>
                      <a:pt x="53" y="3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" name="Google Shape;290;p2"/>
              <p:cNvSpPr/>
              <p:nvPr/>
            </p:nvSpPr>
            <p:spPr>
              <a:xfrm>
                <a:off x="1826640" y="581400"/>
                <a:ext cx="48600" cy="120960"/>
              </a:xfrm>
              <a:custGeom>
                <a:avLst/>
                <a:gdLst/>
                <a:ahLst/>
                <a:cxnLst/>
                <a:rect l="l" t="t" r="r" b="b"/>
                <a:pathLst>
                  <a:path w="135" h="336" extrusionOk="0">
                    <a:moveTo>
                      <a:pt x="99" y="335"/>
                    </a:moveTo>
                    <a:cubicBezTo>
                      <a:pt x="98" y="335"/>
                      <a:pt x="98" y="335"/>
                      <a:pt x="98" y="335"/>
                    </a:cubicBezTo>
                    <a:cubicBezTo>
                      <a:pt x="71" y="335"/>
                      <a:pt x="45" y="317"/>
                      <a:pt x="31" y="288"/>
                    </a:cubicBezTo>
                    <a:cubicBezTo>
                      <a:pt x="18" y="259"/>
                      <a:pt x="20" y="228"/>
                      <a:pt x="37" y="207"/>
                    </a:cubicBezTo>
                    <a:cubicBezTo>
                      <a:pt x="41" y="202"/>
                      <a:pt x="47" y="201"/>
                      <a:pt x="51" y="205"/>
                    </a:cubicBezTo>
                    <a:cubicBezTo>
                      <a:pt x="56" y="208"/>
                      <a:pt x="57" y="215"/>
                      <a:pt x="53" y="219"/>
                    </a:cubicBezTo>
                    <a:cubicBezTo>
                      <a:pt x="38" y="237"/>
                      <a:pt x="42" y="263"/>
                      <a:pt x="50" y="279"/>
                    </a:cubicBezTo>
                    <a:cubicBezTo>
                      <a:pt x="57" y="294"/>
                      <a:pt x="70" y="310"/>
                      <a:pt x="89" y="314"/>
                    </a:cubicBezTo>
                    <a:cubicBezTo>
                      <a:pt x="102" y="141"/>
                      <a:pt x="102" y="141"/>
                      <a:pt x="102" y="141"/>
                    </a:cubicBezTo>
                    <a:cubicBezTo>
                      <a:pt x="101" y="141"/>
                      <a:pt x="100" y="142"/>
                      <a:pt x="100" y="143"/>
                    </a:cubicBezTo>
                    <a:cubicBezTo>
                      <a:pt x="73" y="168"/>
                      <a:pt x="37" y="177"/>
                      <a:pt x="7" y="166"/>
                    </a:cubicBezTo>
                    <a:cubicBezTo>
                      <a:pt x="2" y="165"/>
                      <a:pt x="0" y="160"/>
                      <a:pt x="0" y="155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4"/>
                      <a:pt x="19" y="0"/>
                      <a:pt x="25" y="0"/>
                    </a:cubicBezTo>
                    <a:cubicBezTo>
                      <a:pt x="30" y="1"/>
                      <a:pt x="35" y="6"/>
                      <a:pt x="34" y="11"/>
                    </a:cubicBezTo>
                    <a:cubicBezTo>
                      <a:pt x="21" y="150"/>
                      <a:pt x="21" y="150"/>
                      <a:pt x="21" y="150"/>
                    </a:cubicBezTo>
                    <a:cubicBezTo>
                      <a:pt x="46" y="155"/>
                      <a:pt x="71" y="143"/>
                      <a:pt x="86" y="128"/>
                    </a:cubicBezTo>
                    <a:cubicBezTo>
                      <a:pt x="93" y="121"/>
                      <a:pt x="99" y="113"/>
                      <a:pt x="104" y="103"/>
                    </a:cubicBezTo>
                    <a:cubicBezTo>
                      <a:pt x="108" y="53"/>
                      <a:pt x="108" y="53"/>
                      <a:pt x="108" y="53"/>
                    </a:cubicBezTo>
                    <a:cubicBezTo>
                      <a:pt x="108" y="48"/>
                      <a:pt x="112" y="44"/>
                      <a:pt x="117" y="43"/>
                    </a:cubicBezTo>
                    <a:cubicBezTo>
                      <a:pt x="121" y="43"/>
                      <a:pt x="126" y="46"/>
                      <a:pt x="127" y="50"/>
                    </a:cubicBezTo>
                    <a:cubicBezTo>
                      <a:pt x="134" y="69"/>
                      <a:pt x="132" y="89"/>
                      <a:pt x="124" y="108"/>
                    </a:cubicBezTo>
                    <a:cubicBezTo>
                      <a:pt x="109" y="326"/>
                      <a:pt x="109" y="326"/>
                      <a:pt x="109" y="326"/>
                    </a:cubicBezTo>
                    <a:cubicBezTo>
                      <a:pt x="108" y="331"/>
                      <a:pt x="104" y="335"/>
                      <a:pt x="99" y="3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" name="Google Shape;291;p2"/>
              <p:cNvSpPr/>
              <p:nvPr/>
            </p:nvSpPr>
            <p:spPr>
              <a:xfrm>
                <a:off x="1889280" y="572040"/>
                <a:ext cx="46440" cy="44280"/>
              </a:xfrm>
              <a:custGeom>
                <a:avLst/>
                <a:gdLst/>
                <a:ahLst/>
                <a:cxnLst/>
                <a:rect l="l" t="t" r="r" b="b"/>
                <a:pathLst>
                  <a:path w="129" h="123" extrusionOk="0">
                    <a:moveTo>
                      <a:pt x="37" y="122"/>
                    </a:moveTo>
                    <a:cubicBezTo>
                      <a:pt x="27" y="122"/>
                      <a:pt x="17" y="121"/>
                      <a:pt x="8" y="118"/>
                    </a:cubicBezTo>
                    <a:cubicBezTo>
                      <a:pt x="3" y="117"/>
                      <a:pt x="0" y="113"/>
                      <a:pt x="0" y="108"/>
                    </a:cubicBezTo>
                    <a:cubicBezTo>
                      <a:pt x="1" y="103"/>
                      <a:pt x="4" y="99"/>
                      <a:pt x="9" y="99"/>
                    </a:cubicBezTo>
                    <a:cubicBezTo>
                      <a:pt x="42" y="92"/>
                      <a:pt x="68" y="62"/>
                      <a:pt x="70" y="29"/>
                    </a:cubicBezTo>
                    <a:cubicBezTo>
                      <a:pt x="56" y="24"/>
                      <a:pt x="38" y="29"/>
                      <a:pt x="29" y="41"/>
                    </a:cubicBezTo>
                    <a:cubicBezTo>
                      <a:pt x="26" y="46"/>
                      <a:pt x="20" y="46"/>
                      <a:pt x="15" y="43"/>
                    </a:cubicBezTo>
                    <a:cubicBezTo>
                      <a:pt x="10" y="40"/>
                      <a:pt x="10" y="33"/>
                      <a:pt x="13" y="29"/>
                    </a:cubicBezTo>
                    <a:cubicBezTo>
                      <a:pt x="29" y="7"/>
                      <a:pt x="61" y="0"/>
                      <a:pt x="85" y="14"/>
                    </a:cubicBezTo>
                    <a:cubicBezTo>
                      <a:pt x="88" y="15"/>
                      <a:pt x="90" y="18"/>
                      <a:pt x="90" y="22"/>
                    </a:cubicBezTo>
                    <a:cubicBezTo>
                      <a:pt x="91" y="52"/>
                      <a:pt x="76" y="82"/>
                      <a:pt x="52" y="100"/>
                    </a:cubicBezTo>
                    <a:cubicBezTo>
                      <a:pt x="74" y="97"/>
                      <a:pt x="95" y="85"/>
                      <a:pt x="109" y="68"/>
                    </a:cubicBezTo>
                    <a:cubicBezTo>
                      <a:pt x="113" y="64"/>
                      <a:pt x="119" y="63"/>
                      <a:pt x="123" y="67"/>
                    </a:cubicBezTo>
                    <a:cubicBezTo>
                      <a:pt x="127" y="71"/>
                      <a:pt x="128" y="77"/>
                      <a:pt x="124" y="81"/>
                    </a:cubicBezTo>
                    <a:cubicBezTo>
                      <a:pt x="103" y="107"/>
                      <a:pt x="70" y="122"/>
                      <a:pt x="37" y="1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" name="Google Shape;292;p2"/>
              <p:cNvSpPr/>
              <p:nvPr/>
            </p:nvSpPr>
            <p:spPr>
              <a:xfrm>
                <a:off x="1947240" y="627480"/>
                <a:ext cx="48240" cy="1476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41" extrusionOk="0">
                    <a:moveTo>
                      <a:pt x="11" y="40"/>
                    </a:moveTo>
                    <a:cubicBezTo>
                      <a:pt x="6" y="40"/>
                      <a:pt x="2" y="37"/>
                      <a:pt x="1" y="31"/>
                    </a:cubicBezTo>
                    <a:cubicBezTo>
                      <a:pt x="0" y="26"/>
                      <a:pt x="4" y="21"/>
                      <a:pt x="9" y="20"/>
                    </a:cubicBezTo>
                    <a:cubicBezTo>
                      <a:pt x="121" y="1"/>
                      <a:pt x="121" y="1"/>
                      <a:pt x="121" y="1"/>
                    </a:cubicBezTo>
                    <a:cubicBezTo>
                      <a:pt x="126" y="0"/>
                      <a:pt x="131" y="3"/>
                      <a:pt x="132" y="9"/>
                    </a:cubicBezTo>
                    <a:cubicBezTo>
                      <a:pt x="133" y="15"/>
                      <a:pt x="130" y="20"/>
                      <a:pt x="124" y="20"/>
                    </a:cubicBezTo>
                    <a:cubicBezTo>
                      <a:pt x="12" y="40"/>
                      <a:pt x="12" y="40"/>
                      <a:pt x="12" y="40"/>
                    </a:cubicBezTo>
                    <a:lnTo>
                      <a:pt x="11" y="4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" name="Google Shape;293;p2"/>
              <p:cNvSpPr/>
              <p:nvPr/>
            </p:nvSpPr>
            <p:spPr>
              <a:xfrm>
                <a:off x="1995480" y="606960"/>
                <a:ext cx="73800" cy="43560"/>
              </a:xfrm>
              <a:custGeom>
                <a:avLst/>
                <a:gdLst/>
                <a:ahLst/>
                <a:cxnLst/>
                <a:rect l="l" t="t" r="r" b="b"/>
                <a:pathLst>
                  <a:path w="205" h="121" extrusionOk="0">
                    <a:moveTo>
                      <a:pt x="193" y="120"/>
                    </a:moveTo>
                    <a:lnTo>
                      <a:pt x="192" y="120"/>
                    </a:lnTo>
                    <a:cubicBezTo>
                      <a:pt x="118" y="116"/>
                      <a:pt x="47" y="78"/>
                      <a:pt x="2" y="18"/>
                    </a:cubicBezTo>
                    <a:cubicBezTo>
                      <a:pt x="0" y="13"/>
                      <a:pt x="0" y="7"/>
                      <a:pt x="5" y="4"/>
                    </a:cubicBezTo>
                    <a:cubicBezTo>
                      <a:pt x="9" y="0"/>
                      <a:pt x="16" y="2"/>
                      <a:pt x="19" y="6"/>
                    </a:cubicBezTo>
                    <a:cubicBezTo>
                      <a:pt x="60" y="62"/>
                      <a:pt x="125" y="97"/>
                      <a:pt x="194" y="101"/>
                    </a:cubicBezTo>
                    <a:cubicBezTo>
                      <a:pt x="199" y="101"/>
                      <a:pt x="204" y="105"/>
                      <a:pt x="203" y="111"/>
                    </a:cubicBezTo>
                    <a:cubicBezTo>
                      <a:pt x="203" y="116"/>
                      <a:pt x="198" y="120"/>
                      <a:pt x="193" y="1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" name="Google Shape;294;p2"/>
              <p:cNvSpPr/>
              <p:nvPr/>
            </p:nvSpPr>
            <p:spPr>
              <a:xfrm>
                <a:off x="1994040" y="603000"/>
                <a:ext cx="49320" cy="65160"/>
              </a:xfrm>
              <a:custGeom>
                <a:avLst/>
                <a:gdLst/>
                <a:ahLst/>
                <a:cxnLst/>
                <a:rect l="l" t="t" r="r" b="b"/>
                <a:pathLst>
                  <a:path w="137" h="181" extrusionOk="0">
                    <a:moveTo>
                      <a:pt x="24" y="180"/>
                    </a:moveTo>
                    <a:cubicBezTo>
                      <a:pt x="22" y="180"/>
                      <a:pt x="20" y="180"/>
                      <a:pt x="19" y="179"/>
                    </a:cubicBezTo>
                    <a:cubicBezTo>
                      <a:pt x="14" y="176"/>
                      <a:pt x="12" y="170"/>
                      <a:pt x="15" y="165"/>
                    </a:cubicBezTo>
                    <a:cubicBezTo>
                      <a:pt x="106" y="23"/>
                      <a:pt x="106" y="23"/>
                      <a:pt x="106" y="23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6" y="34"/>
                      <a:pt x="1" y="29"/>
                      <a:pt x="1" y="24"/>
                    </a:cubicBezTo>
                    <a:cubicBezTo>
                      <a:pt x="0" y="18"/>
                      <a:pt x="4" y="13"/>
                      <a:pt x="10" y="13"/>
                    </a:cubicBezTo>
                    <a:cubicBezTo>
                      <a:pt x="124" y="1"/>
                      <a:pt x="124" y="1"/>
                      <a:pt x="124" y="1"/>
                    </a:cubicBezTo>
                    <a:cubicBezTo>
                      <a:pt x="128" y="0"/>
                      <a:pt x="132" y="3"/>
                      <a:pt x="134" y="6"/>
                    </a:cubicBezTo>
                    <a:cubicBezTo>
                      <a:pt x="136" y="9"/>
                      <a:pt x="136" y="13"/>
                      <a:pt x="134" y="17"/>
                    </a:cubicBezTo>
                    <a:cubicBezTo>
                      <a:pt x="33" y="176"/>
                      <a:pt x="33" y="176"/>
                      <a:pt x="33" y="176"/>
                    </a:cubicBezTo>
                    <a:cubicBezTo>
                      <a:pt x="30" y="179"/>
                      <a:pt x="27" y="180"/>
                      <a:pt x="24" y="1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" name="Google Shape;295;p2"/>
              <p:cNvSpPr/>
              <p:nvPr/>
            </p:nvSpPr>
            <p:spPr>
              <a:xfrm>
                <a:off x="2088360" y="596880"/>
                <a:ext cx="24840" cy="40680"/>
              </a:xfrm>
              <a:custGeom>
                <a:avLst/>
                <a:gdLst/>
                <a:ahLst/>
                <a:cxnLst/>
                <a:rect l="l" t="t" r="r" b="b"/>
                <a:pathLst>
                  <a:path w="69" h="113" extrusionOk="0">
                    <a:moveTo>
                      <a:pt x="11" y="112"/>
                    </a:moveTo>
                    <a:cubicBezTo>
                      <a:pt x="7" y="112"/>
                      <a:pt x="3" y="109"/>
                      <a:pt x="2" y="105"/>
                    </a:cubicBezTo>
                    <a:cubicBezTo>
                      <a:pt x="0" y="101"/>
                      <a:pt x="2" y="94"/>
                      <a:pt x="7" y="93"/>
                    </a:cubicBezTo>
                    <a:cubicBezTo>
                      <a:pt x="46" y="76"/>
                      <a:pt x="46" y="76"/>
                      <a:pt x="46" y="76"/>
                    </a:cubicBezTo>
                    <a:cubicBezTo>
                      <a:pt x="34" y="25"/>
                      <a:pt x="34" y="25"/>
                      <a:pt x="34" y="25"/>
                    </a:cubicBezTo>
                    <a:cubicBezTo>
                      <a:pt x="33" y="27"/>
                      <a:pt x="32" y="28"/>
                      <a:pt x="31" y="29"/>
                    </a:cubicBezTo>
                    <a:cubicBezTo>
                      <a:pt x="31" y="31"/>
                      <a:pt x="29" y="37"/>
                      <a:pt x="32" y="39"/>
                    </a:cubicBezTo>
                    <a:cubicBezTo>
                      <a:pt x="37" y="41"/>
                      <a:pt x="39" y="47"/>
                      <a:pt x="37" y="52"/>
                    </a:cubicBezTo>
                    <a:cubicBezTo>
                      <a:pt x="35" y="57"/>
                      <a:pt x="28" y="59"/>
                      <a:pt x="24" y="57"/>
                    </a:cubicBezTo>
                    <a:cubicBezTo>
                      <a:pt x="11" y="51"/>
                      <a:pt x="7" y="36"/>
                      <a:pt x="13" y="21"/>
                    </a:cubicBezTo>
                    <a:cubicBezTo>
                      <a:pt x="18" y="7"/>
                      <a:pt x="32" y="0"/>
                      <a:pt x="45" y="4"/>
                    </a:cubicBezTo>
                    <a:cubicBezTo>
                      <a:pt x="48" y="5"/>
                      <a:pt x="51" y="8"/>
                      <a:pt x="52" y="12"/>
                    </a:cubicBezTo>
                    <a:cubicBezTo>
                      <a:pt x="67" y="79"/>
                      <a:pt x="67" y="79"/>
                      <a:pt x="67" y="79"/>
                    </a:cubicBezTo>
                    <a:cubicBezTo>
                      <a:pt x="68" y="84"/>
                      <a:pt x="66" y="88"/>
                      <a:pt x="61" y="91"/>
                    </a:cubicBezTo>
                    <a:cubicBezTo>
                      <a:pt x="15" y="111"/>
                      <a:pt x="15" y="111"/>
                      <a:pt x="15" y="111"/>
                    </a:cubicBezTo>
                    <a:cubicBezTo>
                      <a:pt x="14" y="111"/>
                      <a:pt x="13" y="112"/>
                      <a:pt x="11" y="1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_HEADER">
    <p:spTree>
      <p:nvGrpSpPr>
        <p:cNvPr id="1" name="Shape 2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7" name="Google Shape;297;p3"/>
          <p:cNvSpPr/>
          <p:nvPr/>
        </p:nvSpPr>
        <p:spPr>
          <a:xfrm>
            <a:off x="-302011" y="-169892"/>
            <a:ext cx="9748023" cy="5483284"/>
          </a:xfrm>
          <a:custGeom>
            <a:avLst/>
            <a:gdLst/>
            <a:ahLst/>
            <a:cxnLst/>
            <a:rect l="l" t="t" r="r" b="b"/>
            <a:pathLst>
              <a:path w="24222" h="15750" extrusionOk="0">
                <a:moveTo>
                  <a:pt x="19" y="15749"/>
                </a:moveTo>
                <a:lnTo>
                  <a:pt x="19" y="15748"/>
                </a:lnTo>
                <a:lnTo>
                  <a:pt x="1079" y="15748"/>
                </a:lnTo>
                <a:lnTo>
                  <a:pt x="1079" y="15749"/>
                </a:lnTo>
                <a:lnTo>
                  <a:pt x="1147" y="15749"/>
                </a:lnTo>
                <a:lnTo>
                  <a:pt x="1147" y="15748"/>
                </a:lnTo>
                <a:lnTo>
                  <a:pt x="2046" y="15748"/>
                </a:lnTo>
                <a:lnTo>
                  <a:pt x="2046" y="15749"/>
                </a:lnTo>
                <a:lnTo>
                  <a:pt x="2115" y="15749"/>
                </a:lnTo>
                <a:lnTo>
                  <a:pt x="2115" y="15748"/>
                </a:lnTo>
                <a:lnTo>
                  <a:pt x="3174" y="15748"/>
                </a:lnTo>
                <a:lnTo>
                  <a:pt x="3174" y="15749"/>
                </a:lnTo>
                <a:lnTo>
                  <a:pt x="3244" y="15749"/>
                </a:lnTo>
                <a:lnTo>
                  <a:pt x="3244" y="15748"/>
                </a:lnTo>
                <a:lnTo>
                  <a:pt x="4143" y="15748"/>
                </a:lnTo>
                <a:lnTo>
                  <a:pt x="4143" y="15749"/>
                </a:lnTo>
                <a:lnTo>
                  <a:pt x="4211" y="15749"/>
                </a:lnTo>
                <a:lnTo>
                  <a:pt x="4211" y="15748"/>
                </a:lnTo>
                <a:lnTo>
                  <a:pt x="5271" y="15748"/>
                </a:lnTo>
                <a:lnTo>
                  <a:pt x="5271" y="15749"/>
                </a:lnTo>
                <a:lnTo>
                  <a:pt x="5339" y="15749"/>
                </a:lnTo>
                <a:lnTo>
                  <a:pt x="5339" y="15748"/>
                </a:lnTo>
                <a:lnTo>
                  <a:pt x="6238" y="15748"/>
                </a:lnTo>
                <a:lnTo>
                  <a:pt x="6238" y="15749"/>
                </a:lnTo>
                <a:lnTo>
                  <a:pt x="6308" y="15749"/>
                </a:lnTo>
                <a:lnTo>
                  <a:pt x="6308" y="15748"/>
                </a:lnTo>
                <a:lnTo>
                  <a:pt x="7366" y="15748"/>
                </a:lnTo>
                <a:lnTo>
                  <a:pt x="7366" y="15749"/>
                </a:lnTo>
                <a:lnTo>
                  <a:pt x="7436" y="15749"/>
                </a:lnTo>
                <a:lnTo>
                  <a:pt x="7436" y="15748"/>
                </a:lnTo>
                <a:lnTo>
                  <a:pt x="8335" y="15748"/>
                </a:lnTo>
                <a:lnTo>
                  <a:pt x="8335" y="15749"/>
                </a:lnTo>
                <a:lnTo>
                  <a:pt x="8403" y="15749"/>
                </a:lnTo>
                <a:lnTo>
                  <a:pt x="8403" y="15748"/>
                </a:lnTo>
                <a:lnTo>
                  <a:pt x="9463" y="15748"/>
                </a:lnTo>
                <a:lnTo>
                  <a:pt x="9463" y="15749"/>
                </a:lnTo>
                <a:lnTo>
                  <a:pt x="9531" y="15749"/>
                </a:lnTo>
                <a:lnTo>
                  <a:pt x="9531" y="15748"/>
                </a:lnTo>
                <a:lnTo>
                  <a:pt x="10430" y="15748"/>
                </a:lnTo>
                <a:lnTo>
                  <a:pt x="10430" y="15749"/>
                </a:lnTo>
                <a:lnTo>
                  <a:pt x="10500" y="15749"/>
                </a:lnTo>
                <a:lnTo>
                  <a:pt x="10500" y="15748"/>
                </a:lnTo>
                <a:lnTo>
                  <a:pt x="11559" y="15748"/>
                </a:lnTo>
                <a:lnTo>
                  <a:pt x="11559" y="15749"/>
                </a:lnTo>
                <a:lnTo>
                  <a:pt x="11628" y="15749"/>
                </a:lnTo>
                <a:lnTo>
                  <a:pt x="11628" y="15748"/>
                </a:lnTo>
                <a:lnTo>
                  <a:pt x="12526" y="15748"/>
                </a:lnTo>
                <a:lnTo>
                  <a:pt x="12526" y="15749"/>
                </a:lnTo>
                <a:lnTo>
                  <a:pt x="12594" y="15749"/>
                </a:lnTo>
                <a:lnTo>
                  <a:pt x="12594" y="15748"/>
                </a:lnTo>
                <a:lnTo>
                  <a:pt x="13654" y="15748"/>
                </a:lnTo>
                <a:lnTo>
                  <a:pt x="13654" y="15749"/>
                </a:lnTo>
                <a:lnTo>
                  <a:pt x="13722" y="15749"/>
                </a:lnTo>
                <a:lnTo>
                  <a:pt x="13722" y="15748"/>
                </a:lnTo>
                <a:lnTo>
                  <a:pt x="14622" y="15748"/>
                </a:lnTo>
                <a:lnTo>
                  <a:pt x="14622" y="15749"/>
                </a:lnTo>
                <a:lnTo>
                  <a:pt x="14691" y="15749"/>
                </a:lnTo>
                <a:lnTo>
                  <a:pt x="14691" y="15748"/>
                </a:lnTo>
                <a:lnTo>
                  <a:pt x="15750" y="15748"/>
                </a:lnTo>
                <a:lnTo>
                  <a:pt x="15750" y="15749"/>
                </a:lnTo>
                <a:lnTo>
                  <a:pt x="15819" y="15749"/>
                </a:lnTo>
                <a:lnTo>
                  <a:pt x="15819" y="15748"/>
                </a:lnTo>
                <a:lnTo>
                  <a:pt x="16718" y="15748"/>
                </a:lnTo>
                <a:lnTo>
                  <a:pt x="16718" y="15749"/>
                </a:lnTo>
                <a:lnTo>
                  <a:pt x="16786" y="15749"/>
                </a:lnTo>
                <a:lnTo>
                  <a:pt x="16786" y="15748"/>
                </a:lnTo>
                <a:lnTo>
                  <a:pt x="17846" y="15748"/>
                </a:lnTo>
                <a:lnTo>
                  <a:pt x="17846" y="15749"/>
                </a:lnTo>
                <a:lnTo>
                  <a:pt x="17914" y="15749"/>
                </a:lnTo>
                <a:lnTo>
                  <a:pt x="17914" y="15748"/>
                </a:lnTo>
                <a:lnTo>
                  <a:pt x="18814" y="15748"/>
                </a:lnTo>
                <a:lnTo>
                  <a:pt x="18814" y="15749"/>
                </a:lnTo>
                <a:lnTo>
                  <a:pt x="18883" y="15749"/>
                </a:lnTo>
                <a:lnTo>
                  <a:pt x="18883" y="15748"/>
                </a:lnTo>
                <a:lnTo>
                  <a:pt x="19942" y="15748"/>
                </a:lnTo>
                <a:lnTo>
                  <a:pt x="19942" y="15749"/>
                </a:lnTo>
                <a:lnTo>
                  <a:pt x="20011" y="15749"/>
                </a:lnTo>
                <a:lnTo>
                  <a:pt x="20011" y="15748"/>
                </a:lnTo>
                <a:lnTo>
                  <a:pt x="20910" y="15748"/>
                </a:lnTo>
                <a:lnTo>
                  <a:pt x="20910" y="15749"/>
                </a:lnTo>
                <a:lnTo>
                  <a:pt x="20978" y="15749"/>
                </a:lnTo>
                <a:lnTo>
                  <a:pt x="20978" y="15748"/>
                </a:lnTo>
                <a:lnTo>
                  <a:pt x="22038" y="15748"/>
                </a:lnTo>
                <a:lnTo>
                  <a:pt x="22038" y="15749"/>
                </a:lnTo>
                <a:lnTo>
                  <a:pt x="22106" y="15749"/>
                </a:lnTo>
                <a:lnTo>
                  <a:pt x="22106" y="15748"/>
                </a:lnTo>
                <a:lnTo>
                  <a:pt x="23006" y="15748"/>
                </a:lnTo>
                <a:lnTo>
                  <a:pt x="23006" y="15749"/>
                </a:lnTo>
                <a:lnTo>
                  <a:pt x="23075" y="15749"/>
                </a:lnTo>
                <a:lnTo>
                  <a:pt x="23075" y="15748"/>
                </a:lnTo>
                <a:lnTo>
                  <a:pt x="24134" y="15748"/>
                </a:lnTo>
                <a:lnTo>
                  <a:pt x="24134" y="15749"/>
                </a:lnTo>
                <a:lnTo>
                  <a:pt x="24203" y="15749"/>
                </a:lnTo>
                <a:lnTo>
                  <a:pt x="24203" y="15748"/>
                </a:lnTo>
                <a:lnTo>
                  <a:pt x="24221" y="15748"/>
                </a:lnTo>
                <a:lnTo>
                  <a:pt x="24221" y="15680"/>
                </a:lnTo>
                <a:lnTo>
                  <a:pt x="24203" y="15680"/>
                </a:lnTo>
                <a:lnTo>
                  <a:pt x="24203" y="14726"/>
                </a:lnTo>
                <a:lnTo>
                  <a:pt x="24221" y="14726"/>
                </a:lnTo>
                <a:lnTo>
                  <a:pt x="24221" y="14657"/>
                </a:lnTo>
                <a:lnTo>
                  <a:pt x="24203" y="14657"/>
                </a:lnTo>
                <a:lnTo>
                  <a:pt x="24203" y="13651"/>
                </a:lnTo>
                <a:lnTo>
                  <a:pt x="24221" y="13651"/>
                </a:lnTo>
                <a:lnTo>
                  <a:pt x="24221" y="13583"/>
                </a:lnTo>
                <a:lnTo>
                  <a:pt x="24203" y="13583"/>
                </a:lnTo>
                <a:lnTo>
                  <a:pt x="24203" y="12630"/>
                </a:lnTo>
                <a:lnTo>
                  <a:pt x="24221" y="12630"/>
                </a:lnTo>
                <a:lnTo>
                  <a:pt x="24221" y="12561"/>
                </a:lnTo>
                <a:lnTo>
                  <a:pt x="24203" y="12561"/>
                </a:lnTo>
                <a:lnTo>
                  <a:pt x="24203" y="11556"/>
                </a:lnTo>
                <a:lnTo>
                  <a:pt x="24221" y="11556"/>
                </a:lnTo>
                <a:lnTo>
                  <a:pt x="24221" y="11487"/>
                </a:lnTo>
                <a:lnTo>
                  <a:pt x="24203" y="11487"/>
                </a:lnTo>
                <a:lnTo>
                  <a:pt x="24203" y="10533"/>
                </a:lnTo>
                <a:lnTo>
                  <a:pt x="24221" y="10533"/>
                </a:lnTo>
                <a:lnTo>
                  <a:pt x="24221" y="10465"/>
                </a:lnTo>
                <a:lnTo>
                  <a:pt x="24203" y="10465"/>
                </a:lnTo>
                <a:lnTo>
                  <a:pt x="24203" y="9459"/>
                </a:lnTo>
                <a:lnTo>
                  <a:pt x="24221" y="9459"/>
                </a:lnTo>
                <a:lnTo>
                  <a:pt x="24221" y="9391"/>
                </a:lnTo>
                <a:lnTo>
                  <a:pt x="24203" y="9391"/>
                </a:lnTo>
                <a:lnTo>
                  <a:pt x="24203" y="8438"/>
                </a:lnTo>
                <a:lnTo>
                  <a:pt x="24221" y="8438"/>
                </a:lnTo>
                <a:lnTo>
                  <a:pt x="24221" y="8369"/>
                </a:lnTo>
                <a:lnTo>
                  <a:pt x="24203" y="8369"/>
                </a:lnTo>
                <a:lnTo>
                  <a:pt x="24203" y="7364"/>
                </a:lnTo>
                <a:lnTo>
                  <a:pt x="24221" y="7364"/>
                </a:lnTo>
                <a:lnTo>
                  <a:pt x="24221" y="7296"/>
                </a:lnTo>
                <a:lnTo>
                  <a:pt x="24203" y="7296"/>
                </a:lnTo>
                <a:lnTo>
                  <a:pt x="24203" y="6342"/>
                </a:lnTo>
                <a:lnTo>
                  <a:pt x="24221" y="6342"/>
                </a:lnTo>
                <a:lnTo>
                  <a:pt x="24221" y="6274"/>
                </a:lnTo>
                <a:lnTo>
                  <a:pt x="24203" y="6274"/>
                </a:lnTo>
                <a:lnTo>
                  <a:pt x="24203" y="5268"/>
                </a:lnTo>
                <a:lnTo>
                  <a:pt x="24221" y="5268"/>
                </a:lnTo>
                <a:lnTo>
                  <a:pt x="24221" y="5200"/>
                </a:lnTo>
                <a:lnTo>
                  <a:pt x="24203" y="5200"/>
                </a:lnTo>
                <a:lnTo>
                  <a:pt x="24203" y="4247"/>
                </a:lnTo>
                <a:lnTo>
                  <a:pt x="24221" y="4247"/>
                </a:lnTo>
                <a:lnTo>
                  <a:pt x="24221" y="4178"/>
                </a:lnTo>
                <a:lnTo>
                  <a:pt x="24203" y="4178"/>
                </a:lnTo>
                <a:lnTo>
                  <a:pt x="24203" y="3172"/>
                </a:lnTo>
                <a:lnTo>
                  <a:pt x="24221" y="3172"/>
                </a:lnTo>
                <a:lnTo>
                  <a:pt x="24221" y="3104"/>
                </a:lnTo>
                <a:lnTo>
                  <a:pt x="24203" y="3104"/>
                </a:lnTo>
                <a:lnTo>
                  <a:pt x="24203" y="2150"/>
                </a:lnTo>
                <a:lnTo>
                  <a:pt x="24221" y="2150"/>
                </a:lnTo>
                <a:lnTo>
                  <a:pt x="24221" y="2082"/>
                </a:lnTo>
                <a:lnTo>
                  <a:pt x="24203" y="2082"/>
                </a:lnTo>
                <a:lnTo>
                  <a:pt x="24203" y="1076"/>
                </a:lnTo>
                <a:lnTo>
                  <a:pt x="24221" y="1076"/>
                </a:lnTo>
                <a:lnTo>
                  <a:pt x="24221" y="1007"/>
                </a:lnTo>
                <a:lnTo>
                  <a:pt x="24203" y="1007"/>
                </a:lnTo>
                <a:lnTo>
                  <a:pt x="24203" y="55"/>
                </a:lnTo>
                <a:lnTo>
                  <a:pt x="24221" y="55"/>
                </a:lnTo>
                <a:lnTo>
                  <a:pt x="24221" y="0"/>
                </a:lnTo>
                <a:lnTo>
                  <a:pt x="0" y="0"/>
                </a:lnTo>
                <a:lnTo>
                  <a:pt x="0" y="15749"/>
                </a:lnTo>
                <a:lnTo>
                  <a:pt x="19" y="15749"/>
                </a:lnTo>
                <a:moveTo>
                  <a:pt x="23075" y="55"/>
                </a:moveTo>
                <a:lnTo>
                  <a:pt x="24134" y="55"/>
                </a:lnTo>
                <a:lnTo>
                  <a:pt x="24134" y="1007"/>
                </a:lnTo>
                <a:lnTo>
                  <a:pt x="23075" y="1007"/>
                </a:lnTo>
                <a:lnTo>
                  <a:pt x="23075" y="55"/>
                </a:lnTo>
                <a:moveTo>
                  <a:pt x="23075" y="1076"/>
                </a:moveTo>
                <a:lnTo>
                  <a:pt x="24134" y="1076"/>
                </a:lnTo>
                <a:lnTo>
                  <a:pt x="24134" y="2082"/>
                </a:lnTo>
                <a:lnTo>
                  <a:pt x="23075" y="2082"/>
                </a:lnTo>
                <a:lnTo>
                  <a:pt x="23075" y="1076"/>
                </a:lnTo>
                <a:moveTo>
                  <a:pt x="23075" y="2150"/>
                </a:moveTo>
                <a:lnTo>
                  <a:pt x="24134" y="2150"/>
                </a:lnTo>
                <a:lnTo>
                  <a:pt x="24134" y="3104"/>
                </a:lnTo>
                <a:lnTo>
                  <a:pt x="23075" y="3104"/>
                </a:lnTo>
                <a:lnTo>
                  <a:pt x="23075" y="2150"/>
                </a:lnTo>
                <a:moveTo>
                  <a:pt x="23075" y="3172"/>
                </a:moveTo>
                <a:lnTo>
                  <a:pt x="24134" y="3172"/>
                </a:lnTo>
                <a:lnTo>
                  <a:pt x="24134" y="4178"/>
                </a:lnTo>
                <a:lnTo>
                  <a:pt x="23075" y="4178"/>
                </a:lnTo>
                <a:lnTo>
                  <a:pt x="23075" y="3172"/>
                </a:lnTo>
                <a:moveTo>
                  <a:pt x="23075" y="4247"/>
                </a:moveTo>
                <a:lnTo>
                  <a:pt x="24134" y="4247"/>
                </a:lnTo>
                <a:lnTo>
                  <a:pt x="24134" y="5200"/>
                </a:lnTo>
                <a:lnTo>
                  <a:pt x="23075" y="5200"/>
                </a:lnTo>
                <a:lnTo>
                  <a:pt x="23075" y="4247"/>
                </a:lnTo>
                <a:moveTo>
                  <a:pt x="23075" y="5268"/>
                </a:moveTo>
                <a:lnTo>
                  <a:pt x="24134" y="5268"/>
                </a:lnTo>
                <a:lnTo>
                  <a:pt x="24134" y="6274"/>
                </a:lnTo>
                <a:lnTo>
                  <a:pt x="23075" y="6274"/>
                </a:lnTo>
                <a:lnTo>
                  <a:pt x="23075" y="5268"/>
                </a:lnTo>
                <a:moveTo>
                  <a:pt x="23075" y="6342"/>
                </a:moveTo>
                <a:lnTo>
                  <a:pt x="24134" y="6342"/>
                </a:lnTo>
                <a:lnTo>
                  <a:pt x="24134" y="7296"/>
                </a:lnTo>
                <a:lnTo>
                  <a:pt x="23075" y="7296"/>
                </a:lnTo>
                <a:lnTo>
                  <a:pt x="23075" y="6342"/>
                </a:lnTo>
                <a:moveTo>
                  <a:pt x="23075" y="7364"/>
                </a:moveTo>
                <a:lnTo>
                  <a:pt x="24134" y="7364"/>
                </a:lnTo>
                <a:lnTo>
                  <a:pt x="24134" y="8369"/>
                </a:lnTo>
                <a:lnTo>
                  <a:pt x="23075" y="8369"/>
                </a:lnTo>
                <a:lnTo>
                  <a:pt x="23075" y="7364"/>
                </a:lnTo>
                <a:moveTo>
                  <a:pt x="23075" y="8438"/>
                </a:moveTo>
                <a:lnTo>
                  <a:pt x="24134" y="8438"/>
                </a:lnTo>
                <a:lnTo>
                  <a:pt x="24134" y="9391"/>
                </a:lnTo>
                <a:lnTo>
                  <a:pt x="23075" y="9391"/>
                </a:lnTo>
                <a:lnTo>
                  <a:pt x="23075" y="8438"/>
                </a:lnTo>
                <a:moveTo>
                  <a:pt x="23075" y="9459"/>
                </a:moveTo>
                <a:lnTo>
                  <a:pt x="24134" y="9459"/>
                </a:lnTo>
                <a:lnTo>
                  <a:pt x="24134" y="10465"/>
                </a:lnTo>
                <a:lnTo>
                  <a:pt x="23075" y="10465"/>
                </a:lnTo>
                <a:lnTo>
                  <a:pt x="23075" y="9459"/>
                </a:lnTo>
                <a:moveTo>
                  <a:pt x="23075" y="10533"/>
                </a:moveTo>
                <a:lnTo>
                  <a:pt x="24134" y="10533"/>
                </a:lnTo>
                <a:lnTo>
                  <a:pt x="24134" y="11487"/>
                </a:lnTo>
                <a:lnTo>
                  <a:pt x="23075" y="11487"/>
                </a:lnTo>
                <a:lnTo>
                  <a:pt x="23075" y="10533"/>
                </a:lnTo>
                <a:moveTo>
                  <a:pt x="23075" y="11556"/>
                </a:moveTo>
                <a:lnTo>
                  <a:pt x="24134" y="11556"/>
                </a:lnTo>
                <a:lnTo>
                  <a:pt x="24134" y="12561"/>
                </a:lnTo>
                <a:lnTo>
                  <a:pt x="23075" y="12561"/>
                </a:lnTo>
                <a:lnTo>
                  <a:pt x="23075" y="11556"/>
                </a:lnTo>
                <a:moveTo>
                  <a:pt x="23075" y="12630"/>
                </a:moveTo>
                <a:lnTo>
                  <a:pt x="24134" y="12630"/>
                </a:lnTo>
                <a:lnTo>
                  <a:pt x="24134" y="13583"/>
                </a:lnTo>
                <a:lnTo>
                  <a:pt x="23075" y="13583"/>
                </a:lnTo>
                <a:lnTo>
                  <a:pt x="23075" y="12630"/>
                </a:lnTo>
                <a:moveTo>
                  <a:pt x="23075" y="13651"/>
                </a:moveTo>
                <a:lnTo>
                  <a:pt x="24134" y="13651"/>
                </a:lnTo>
                <a:lnTo>
                  <a:pt x="24134" y="14657"/>
                </a:lnTo>
                <a:lnTo>
                  <a:pt x="23075" y="14657"/>
                </a:lnTo>
                <a:lnTo>
                  <a:pt x="23075" y="13651"/>
                </a:lnTo>
                <a:moveTo>
                  <a:pt x="23075" y="14726"/>
                </a:moveTo>
                <a:lnTo>
                  <a:pt x="24134" y="14726"/>
                </a:lnTo>
                <a:lnTo>
                  <a:pt x="24134" y="15680"/>
                </a:lnTo>
                <a:lnTo>
                  <a:pt x="23075" y="15680"/>
                </a:lnTo>
                <a:lnTo>
                  <a:pt x="23075" y="14726"/>
                </a:lnTo>
                <a:moveTo>
                  <a:pt x="22106" y="55"/>
                </a:moveTo>
                <a:lnTo>
                  <a:pt x="23006" y="55"/>
                </a:lnTo>
                <a:lnTo>
                  <a:pt x="23006" y="1007"/>
                </a:lnTo>
                <a:lnTo>
                  <a:pt x="22106" y="1007"/>
                </a:lnTo>
                <a:lnTo>
                  <a:pt x="22106" y="55"/>
                </a:lnTo>
                <a:moveTo>
                  <a:pt x="22106" y="1076"/>
                </a:moveTo>
                <a:lnTo>
                  <a:pt x="23006" y="1076"/>
                </a:lnTo>
                <a:lnTo>
                  <a:pt x="23006" y="2082"/>
                </a:lnTo>
                <a:lnTo>
                  <a:pt x="22106" y="2082"/>
                </a:lnTo>
                <a:lnTo>
                  <a:pt x="22106" y="1076"/>
                </a:lnTo>
                <a:moveTo>
                  <a:pt x="22106" y="2150"/>
                </a:moveTo>
                <a:lnTo>
                  <a:pt x="23006" y="2150"/>
                </a:lnTo>
                <a:lnTo>
                  <a:pt x="23006" y="3104"/>
                </a:lnTo>
                <a:lnTo>
                  <a:pt x="22106" y="3104"/>
                </a:lnTo>
                <a:lnTo>
                  <a:pt x="22106" y="2150"/>
                </a:lnTo>
                <a:moveTo>
                  <a:pt x="22106" y="3172"/>
                </a:moveTo>
                <a:lnTo>
                  <a:pt x="23006" y="3172"/>
                </a:lnTo>
                <a:lnTo>
                  <a:pt x="23006" y="4178"/>
                </a:lnTo>
                <a:lnTo>
                  <a:pt x="22106" y="4178"/>
                </a:lnTo>
                <a:lnTo>
                  <a:pt x="22106" y="3172"/>
                </a:lnTo>
                <a:moveTo>
                  <a:pt x="22106" y="4247"/>
                </a:moveTo>
                <a:lnTo>
                  <a:pt x="23006" y="4247"/>
                </a:lnTo>
                <a:lnTo>
                  <a:pt x="23006" y="5200"/>
                </a:lnTo>
                <a:lnTo>
                  <a:pt x="22106" y="5200"/>
                </a:lnTo>
                <a:lnTo>
                  <a:pt x="22106" y="4247"/>
                </a:lnTo>
                <a:moveTo>
                  <a:pt x="22106" y="5268"/>
                </a:moveTo>
                <a:lnTo>
                  <a:pt x="23006" y="5268"/>
                </a:lnTo>
                <a:lnTo>
                  <a:pt x="23006" y="6274"/>
                </a:lnTo>
                <a:lnTo>
                  <a:pt x="22106" y="6274"/>
                </a:lnTo>
                <a:lnTo>
                  <a:pt x="22106" y="5268"/>
                </a:lnTo>
                <a:moveTo>
                  <a:pt x="22106" y="6342"/>
                </a:moveTo>
                <a:lnTo>
                  <a:pt x="23006" y="6342"/>
                </a:lnTo>
                <a:lnTo>
                  <a:pt x="23006" y="7296"/>
                </a:lnTo>
                <a:lnTo>
                  <a:pt x="22106" y="7296"/>
                </a:lnTo>
                <a:lnTo>
                  <a:pt x="22106" y="6342"/>
                </a:lnTo>
                <a:moveTo>
                  <a:pt x="22106" y="7364"/>
                </a:moveTo>
                <a:lnTo>
                  <a:pt x="23006" y="7364"/>
                </a:lnTo>
                <a:lnTo>
                  <a:pt x="23006" y="8369"/>
                </a:lnTo>
                <a:lnTo>
                  <a:pt x="22106" y="8369"/>
                </a:lnTo>
                <a:lnTo>
                  <a:pt x="22106" y="7364"/>
                </a:lnTo>
                <a:moveTo>
                  <a:pt x="22106" y="8438"/>
                </a:moveTo>
                <a:lnTo>
                  <a:pt x="23006" y="8438"/>
                </a:lnTo>
                <a:lnTo>
                  <a:pt x="23006" y="9391"/>
                </a:lnTo>
                <a:lnTo>
                  <a:pt x="22106" y="9391"/>
                </a:lnTo>
                <a:lnTo>
                  <a:pt x="22106" y="8438"/>
                </a:lnTo>
                <a:moveTo>
                  <a:pt x="22106" y="9459"/>
                </a:moveTo>
                <a:lnTo>
                  <a:pt x="23006" y="9459"/>
                </a:lnTo>
                <a:lnTo>
                  <a:pt x="23006" y="10465"/>
                </a:lnTo>
                <a:lnTo>
                  <a:pt x="22106" y="10465"/>
                </a:lnTo>
                <a:lnTo>
                  <a:pt x="22106" y="9459"/>
                </a:lnTo>
                <a:moveTo>
                  <a:pt x="22106" y="10533"/>
                </a:moveTo>
                <a:lnTo>
                  <a:pt x="23006" y="10533"/>
                </a:lnTo>
                <a:lnTo>
                  <a:pt x="23006" y="11487"/>
                </a:lnTo>
                <a:lnTo>
                  <a:pt x="22106" y="11487"/>
                </a:lnTo>
                <a:lnTo>
                  <a:pt x="22106" y="10533"/>
                </a:lnTo>
                <a:moveTo>
                  <a:pt x="22106" y="11556"/>
                </a:moveTo>
                <a:lnTo>
                  <a:pt x="23006" y="11556"/>
                </a:lnTo>
                <a:lnTo>
                  <a:pt x="23006" y="12561"/>
                </a:lnTo>
                <a:lnTo>
                  <a:pt x="22106" y="12561"/>
                </a:lnTo>
                <a:lnTo>
                  <a:pt x="22106" y="11556"/>
                </a:lnTo>
                <a:moveTo>
                  <a:pt x="22106" y="12630"/>
                </a:moveTo>
                <a:lnTo>
                  <a:pt x="23006" y="12630"/>
                </a:lnTo>
                <a:lnTo>
                  <a:pt x="23006" y="13583"/>
                </a:lnTo>
                <a:lnTo>
                  <a:pt x="22106" y="13583"/>
                </a:lnTo>
                <a:lnTo>
                  <a:pt x="22106" y="12630"/>
                </a:lnTo>
                <a:moveTo>
                  <a:pt x="22106" y="13651"/>
                </a:moveTo>
                <a:lnTo>
                  <a:pt x="23006" y="13651"/>
                </a:lnTo>
                <a:lnTo>
                  <a:pt x="23006" y="14657"/>
                </a:lnTo>
                <a:lnTo>
                  <a:pt x="22106" y="14657"/>
                </a:lnTo>
                <a:lnTo>
                  <a:pt x="22106" y="13651"/>
                </a:lnTo>
                <a:moveTo>
                  <a:pt x="22106" y="14726"/>
                </a:moveTo>
                <a:lnTo>
                  <a:pt x="23006" y="14726"/>
                </a:lnTo>
                <a:lnTo>
                  <a:pt x="23006" y="15680"/>
                </a:lnTo>
                <a:lnTo>
                  <a:pt x="22106" y="15680"/>
                </a:lnTo>
                <a:lnTo>
                  <a:pt x="22106" y="14726"/>
                </a:lnTo>
                <a:moveTo>
                  <a:pt x="20978" y="55"/>
                </a:moveTo>
                <a:lnTo>
                  <a:pt x="22038" y="55"/>
                </a:lnTo>
                <a:lnTo>
                  <a:pt x="22038" y="1007"/>
                </a:lnTo>
                <a:lnTo>
                  <a:pt x="20978" y="1007"/>
                </a:lnTo>
                <a:lnTo>
                  <a:pt x="20978" y="55"/>
                </a:lnTo>
                <a:moveTo>
                  <a:pt x="20978" y="1076"/>
                </a:moveTo>
                <a:lnTo>
                  <a:pt x="22038" y="1076"/>
                </a:lnTo>
                <a:lnTo>
                  <a:pt x="22038" y="2082"/>
                </a:lnTo>
                <a:lnTo>
                  <a:pt x="20978" y="2082"/>
                </a:lnTo>
                <a:lnTo>
                  <a:pt x="20978" y="1076"/>
                </a:lnTo>
                <a:moveTo>
                  <a:pt x="20978" y="2150"/>
                </a:moveTo>
                <a:lnTo>
                  <a:pt x="22038" y="2150"/>
                </a:lnTo>
                <a:lnTo>
                  <a:pt x="22038" y="3104"/>
                </a:lnTo>
                <a:lnTo>
                  <a:pt x="20978" y="3104"/>
                </a:lnTo>
                <a:lnTo>
                  <a:pt x="20978" y="2150"/>
                </a:lnTo>
                <a:moveTo>
                  <a:pt x="20978" y="3172"/>
                </a:moveTo>
                <a:lnTo>
                  <a:pt x="22038" y="3172"/>
                </a:lnTo>
                <a:lnTo>
                  <a:pt x="22038" y="4178"/>
                </a:lnTo>
                <a:lnTo>
                  <a:pt x="20978" y="4178"/>
                </a:lnTo>
                <a:lnTo>
                  <a:pt x="20978" y="3172"/>
                </a:lnTo>
                <a:moveTo>
                  <a:pt x="20978" y="4247"/>
                </a:moveTo>
                <a:lnTo>
                  <a:pt x="22038" y="4247"/>
                </a:lnTo>
                <a:lnTo>
                  <a:pt x="22038" y="5200"/>
                </a:lnTo>
                <a:lnTo>
                  <a:pt x="20978" y="5200"/>
                </a:lnTo>
                <a:lnTo>
                  <a:pt x="20978" y="4247"/>
                </a:lnTo>
                <a:moveTo>
                  <a:pt x="20978" y="5268"/>
                </a:moveTo>
                <a:lnTo>
                  <a:pt x="22038" y="5268"/>
                </a:lnTo>
                <a:lnTo>
                  <a:pt x="22038" y="6274"/>
                </a:lnTo>
                <a:lnTo>
                  <a:pt x="20978" y="6274"/>
                </a:lnTo>
                <a:lnTo>
                  <a:pt x="20978" y="5268"/>
                </a:lnTo>
                <a:moveTo>
                  <a:pt x="20978" y="6342"/>
                </a:moveTo>
                <a:lnTo>
                  <a:pt x="22038" y="6342"/>
                </a:lnTo>
                <a:lnTo>
                  <a:pt x="22038" y="7296"/>
                </a:lnTo>
                <a:lnTo>
                  <a:pt x="20978" y="7296"/>
                </a:lnTo>
                <a:lnTo>
                  <a:pt x="20978" y="6342"/>
                </a:lnTo>
                <a:moveTo>
                  <a:pt x="20978" y="7364"/>
                </a:moveTo>
                <a:lnTo>
                  <a:pt x="22038" y="7364"/>
                </a:lnTo>
                <a:lnTo>
                  <a:pt x="22038" y="8369"/>
                </a:lnTo>
                <a:lnTo>
                  <a:pt x="20978" y="8369"/>
                </a:lnTo>
                <a:lnTo>
                  <a:pt x="20978" y="7364"/>
                </a:lnTo>
                <a:moveTo>
                  <a:pt x="20978" y="8438"/>
                </a:moveTo>
                <a:lnTo>
                  <a:pt x="22038" y="8438"/>
                </a:lnTo>
                <a:lnTo>
                  <a:pt x="22038" y="9391"/>
                </a:lnTo>
                <a:lnTo>
                  <a:pt x="20978" y="9391"/>
                </a:lnTo>
                <a:lnTo>
                  <a:pt x="20978" y="8438"/>
                </a:lnTo>
                <a:moveTo>
                  <a:pt x="20978" y="9459"/>
                </a:moveTo>
                <a:lnTo>
                  <a:pt x="22038" y="9459"/>
                </a:lnTo>
                <a:lnTo>
                  <a:pt x="22038" y="10465"/>
                </a:lnTo>
                <a:lnTo>
                  <a:pt x="20978" y="10465"/>
                </a:lnTo>
                <a:lnTo>
                  <a:pt x="20978" y="9459"/>
                </a:lnTo>
                <a:moveTo>
                  <a:pt x="20978" y="10533"/>
                </a:moveTo>
                <a:lnTo>
                  <a:pt x="22038" y="10533"/>
                </a:lnTo>
                <a:lnTo>
                  <a:pt x="22038" y="11487"/>
                </a:lnTo>
                <a:lnTo>
                  <a:pt x="20978" y="11487"/>
                </a:lnTo>
                <a:lnTo>
                  <a:pt x="20978" y="10533"/>
                </a:lnTo>
                <a:moveTo>
                  <a:pt x="20978" y="11556"/>
                </a:moveTo>
                <a:lnTo>
                  <a:pt x="22038" y="11556"/>
                </a:lnTo>
                <a:lnTo>
                  <a:pt x="22038" y="12561"/>
                </a:lnTo>
                <a:lnTo>
                  <a:pt x="20978" y="12561"/>
                </a:lnTo>
                <a:lnTo>
                  <a:pt x="20978" y="11556"/>
                </a:lnTo>
                <a:moveTo>
                  <a:pt x="20978" y="12630"/>
                </a:moveTo>
                <a:lnTo>
                  <a:pt x="22038" y="12630"/>
                </a:lnTo>
                <a:lnTo>
                  <a:pt x="22038" y="13583"/>
                </a:lnTo>
                <a:lnTo>
                  <a:pt x="20978" y="13583"/>
                </a:lnTo>
                <a:lnTo>
                  <a:pt x="20978" y="12630"/>
                </a:lnTo>
                <a:moveTo>
                  <a:pt x="20978" y="13651"/>
                </a:moveTo>
                <a:lnTo>
                  <a:pt x="22038" y="13651"/>
                </a:lnTo>
                <a:lnTo>
                  <a:pt x="22038" y="14657"/>
                </a:lnTo>
                <a:lnTo>
                  <a:pt x="20978" y="14657"/>
                </a:lnTo>
                <a:lnTo>
                  <a:pt x="20978" y="13651"/>
                </a:lnTo>
                <a:moveTo>
                  <a:pt x="20978" y="14726"/>
                </a:moveTo>
                <a:lnTo>
                  <a:pt x="22038" y="14726"/>
                </a:lnTo>
                <a:lnTo>
                  <a:pt x="22038" y="15680"/>
                </a:lnTo>
                <a:lnTo>
                  <a:pt x="20978" y="15680"/>
                </a:lnTo>
                <a:lnTo>
                  <a:pt x="20978" y="14726"/>
                </a:lnTo>
                <a:moveTo>
                  <a:pt x="20011" y="55"/>
                </a:moveTo>
                <a:lnTo>
                  <a:pt x="20910" y="55"/>
                </a:lnTo>
                <a:lnTo>
                  <a:pt x="20910" y="1007"/>
                </a:lnTo>
                <a:lnTo>
                  <a:pt x="20011" y="1007"/>
                </a:lnTo>
                <a:lnTo>
                  <a:pt x="20011" y="55"/>
                </a:lnTo>
                <a:moveTo>
                  <a:pt x="20011" y="1076"/>
                </a:moveTo>
                <a:lnTo>
                  <a:pt x="20910" y="1076"/>
                </a:lnTo>
                <a:lnTo>
                  <a:pt x="20910" y="2082"/>
                </a:lnTo>
                <a:lnTo>
                  <a:pt x="20011" y="2082"/>
                </a:lnTo>
                <a:lnTo>
                  <a:pt x="20011" y="1076"/>
                </a:lnTo>
                <a:moveTo>
                  <a:pt x="20011" y="2150"/>
                </a:moveTo>
                <a:lnTo>
                  <a:pt x="20910" y="2150"/>
                </a:lnTo>
                <a:lnTo>
                  <a:pt x="20910" y="3104"/>
                </a:lnTo>
                <a:lnTo>
                  <a:pt x="20011" y="3104"/>
                </a:lnTo>
                <a:lnTo>
                  <a:pt x="20011" y="2150"/>
                </a:lnTo>
                <a:moveTo>
                  <a:pt x="20011" y="3172"/>
                </a:moveTo>
                <a:lnTo>
                  <a:pt x="20910" y="3172"/>
                </a:lnTo>
                <a:lnTo>
                  <a:pt x="20910" y="4178"/>
                </a:lnTo>
                <a:lnTo>
                  <a:pt x="20011" y="4178"/>
                </a:lnTo>
                <a:lnTo>
                  <a:pt x="20011" y="3172"/>
                </a:lnTo>
                <a:moveTo>
                  <a:pt x="20011" y="4247"/>
                </a:moveTo>
                <a:lnTo>
                  <a:pt x="20910" y="4247"/>
                </a:lnTo>
                <a:lnTo>
                  <a:pt x="20910" y="5200"/>
                </a:lnTo>
                <a:lnTo>
                  <a:pt x="20011" y="5200"/>
                </a:lnTo>
                <a:lnTo>
                  <a:pt x="20011" y="4247"/>
                </a:lnTo>
                <a:moveTo>
                  <a:pt x="20011" y="5268"/>
                </a:moveTo>
                <a:lnTo>
                  <a:pt x="20910" y="5268"/>
                </a:lnTo>
                <a:lnTo>
                  <a:pt x="20910" y="6274"/>
                </a:lnTo>
                <a:lnTo>
                  <a:pt x="20011" y="6274"/>
                </a:lnTo>
                <a:lnTo>
                  <a:pt x="20011" y="5268"/>
                </a:lnTo>
                <a:moveTo>
                  <a:pt x="20011" y="6342"/>
                </a:moveTo>
                <a:lnTo>
                  <a:pt x="20910" y="6342"/>
                </a:lnTo>
                <a:lnTo>
                  <a:pt x="20910" y="7296"/>
                </a:lnTo>
                <a:lnTo>
                  <a:pt x="20011" y="7296"/>
                </a:lnTo>
                <a:lnTo>
                  <a:pt x="20011" y="6342"/>
                </a:lnTo>
                <a:moveTo>
                  <a:pt x="20011" y="7364"/>
                </a:moveTo>
                <a:lnTo>
                  <a:pt x="20910" y="7364"/>
                </a:lnTo>
                <a:lnTo>
                  <a:pt x="20910" y="8369"/>
                </a:lnTo>
                <a:lnTo>
                  <a:pt x="20011" y="8369"/>
                </a:lnTo>
                <a:lnTo>
                  <a:pt x="20011" y="7364"/>
                </a:lnTo>
                <a:moveTo>
                  <a:pt x="20011" y="8438"/>
                </a:moveTo>
                <a:lnTo>
                  <a:pt x="20910" y="8438"/>
                </a:lnTo>
                <a:lnTo>
                  <a:pt x="20910" y="9391"/>
                </a:lnTo>
                <a:lnTo>
                  <a:pt x="20011" y="9391"/>
                </a:lnTo>
                <a:lnTo>
                  <a:pt x="20011" y="8438"/>
                </a:lnTo>
                <a:moveTo>
                  <a:pt x="20011" y="9459"/>
                </a:moveTo>
                <a:lnTo>
                  <a:pt x="20910" y="9459"/>
                </a:lnTo>
                <a:lnTo>
                  <a:pt x="20910" y="10465"/>
                </a:lnTo>
                <a:lnTo>
                  <a:pt x="20011" y="10465"/>
                </a:lnTo>
                <a:lnTo>
                  <a:pt x="20011" y="9459"/>
                </a:lnTo>
                <a:moveTo>
                  <a:pt x="20011" y="10533"/>
                </a:moveTo>
                <a:lnTo>
                  <a:pt x="20910" y="10533"/>
                </a:lnTo>
                <a:lnTo>
                  <a:pt x="20910" y="11487"/>
                </a:lnTo>
                <a:lnTo>
                  <a:pt x="20011" y="11487"/>
                </a:lnTo>
                <a:lnTo>
                  <a:pt x="20011" y="10533"/>
                </a:lnTo>
                <a:moveTo>
                  <a:pt x="20011" y="11556"/>
                </a:moveTo>
                <a:lnTo>
                  <a:pt x="20910" y="11556"/>
                </a:lnTo>
                <a:lnTo>
                  <a:pt x="20910" y="12561"/>
                </a:lnTo>
                <a:lnTo>
                  <a:pt x="20011" y="12561"/>
                </a:lnTo>
                <a:lnTo>
                  <a:pt x="20011" y="11556"/>
                </a:lnTo>
                <a:moveTo>
                  <a:pt x="20011" y="12630"/>
                </a:moveTo>
                <a:lnTo>
                  <a:pt x="20910" y="12630"/>
                </a:lnTo>
                <a:lnTo>
                  <a:pt x="20910" y="13583"/>
                </a:lnTo>
                <a:lnTo>
                  <a:pt x="20011" y="13583"/>
                </a:lnTo>
                <a:lnTo>
                  <a:pt x="20011" y="12630"/>
                </a:lnTo>
                <a:moveTo>
                  <a:pt x="20011" y="13651"/>
                </a:moveTo>
                <a:lnTo>
                  <a:pt x="20910" y="13651"/>
                </a:lnTo>
                <a:lnTo>
                  <a:pt x="20910" y="14657"/>
                </a:lnTo>
                <a:lnTo>
                  <a:pt x="20011" y="14657"/>
                </a:lnTo>
                <a:lnTo>
                  <a:pt x="20011" y="13651"/>
                </a:lnTo>
                <a:moveTo>
                  <a:pt x="20011" y="14726"/>
                </a:moveTo>
                <a:lnTo>
                  <a:pt x="20910" y="14726"/>
                </a:lnTo>
                <a:lnTo>
                  <a:pt x="20910" y="15680"/>
                </a:lnTo>
                <a:lnTo>
                  <a:pt x="20011" y="15680"/>
                </a:lnTo>
                <a:lnTo>
                  <a:pt x="20011" y="14726"/>
                </a:lnTo>
                <a:moveTo>
                  <a:pt x="18883" y="55"/>
                </a:moveTo>
                <a:lnTo>
                  <a:pt x="19942" y="55"/>
                </a:lnTo>
                <a:lnTo>
                  <a:pt x="19942" y="1007"/>
                </a:lnTo>
                <a:lnTo>
                  <a:pt x="18883" y="1007"/>
                </a:lnTo>
                <a:lnTo>
                  <a:pt x="18883" y="55"/>
                </a:lnTo>
                <a:moveTo>
                  <a:pt x="18883" y="1076"/>
                </a:moveTo>
                <a:lnTo>
                  <a:pt x="19942" y="1076"/>
                </a:lnTo>
                <a:lnTo>
                  <a:pt x="19942" y="2082"/>
                </a:lnTo>
                <a:lnTo>
                  <a:pt x="18883" y="2082"/>
                </a:lnTo>
                <a:lnTo>
                  <a:pt x="18883" y="1076"/>
                </a:lnTo>
                <a:moveTo>
                  <a:pt x="18883" y="2150"/>
                </a:moveTo>
                <a:lnTo>
                  <a:pt x="19942" y="2150"/>
                </a:lnTo>
                <a:lnTo>
                  <a:pt x="19942" y="3104"/>
                </a:lnTo>
                <a:lnTo>
                  <a:pt x="18883" y="3104"/>
                </a:lnTo>
                <a:lnTo>
                  <a:pt x="18883" y="2150"/>
                </a:lnTo>
                <a:moveTo>
                  <a:pt x="18883" y="3172"/>
                </a:moveTo>
                <a:lnTo>
                  <a:pt x="19942" y="3172"/>
                </a:lnTo>
                <a:lnTo>
                  <a:pt x="19942" y="4178"/>
                </a:lnTo>
                <a:lnTo>
                  <a:pt x="18883" y="4178"/>
                </a:lnTo>
                <a:lnTo>
                  <a:pt x="18883" y="3172"/>
                </a:lnTo>
                <a:moveTo>
                  <a:pt x="18883" y="4247"/>
                </a:moveTo>
                <a:lnTo>
                  <a:pt x="19942" y="4247"/>
                </a:lnTo>
                <a:lnTo>
                  <a:pt x="19942" y="5200"/>
                </a:lnTo>
                <a:lnTo>
                  <a:pt x="18883" y="5200"/>
                </a:lnTo>
                <a:lnTo>
                  <a:pt x="18883" y="4247"/>
                </a:lnTo>
                <a:moveTo>
                  <a:pt x="18883" y="5268"/>
                </a:moveTo>
                <a:lnTo>
                  <a:pt x="19942" y="5268"/>
                </a:lnTo>
                <a:lnTo>
                  <a:pt x="19942" y="6274"/>
                </a:lnTo>
                <a:lnTo>
                  <a:pt x="18883" y="6274"/>
                </a:lnTo>
                <a:lnTo>
                  <a:pt x="18883" y="5268"/>
                </a:lnTo>
                <a:moveTo>
                  <a:pt x="18883" y="6342"/>
                </a:moveTo>
                <a:lnTo>
                  <a:pt x="19942" y="6342"/>
                </a:lnTo>
                <a:lnTo>
                  <a:pt x="19942" y="7296"/>
                </a:lnTo>
                <a:lnTo>
                  <a:pt x="18883" y="7296"/>
                </a:lnTo>
                <a:lnTo>
                  <a:pt x="18883" y="6342"/>
                </a:lnTo>
                <a:moveTo>
                  <a:pt x="18883" y="7364"/>
                </a:moveTo>
                <a:lnTo>
                  <a:pt x="19942" y="7364"/>
                </a:lnTo>
                <a:lnTo>
                  <a:pt x="19942" y="8369"/>
                </a:lnTo>
                <a:lnTo>
                  <a:pt x="18883" y="8369"/>
                </a:lnTo>
                <a:lnTo>
                  <a:pt x="18883" y="7364"/>
                </a:lnTo>
                <a:moveTo>
                  <a:pt x="18883" y="8438"/>
                </a:moveTo>
                <a:lnTo>
                  <a:pt x="19942" y="8438"/>
                </a:lnTo>
                <a:lnTo>
                  <a:pt x="19942" y="9391"/>
                </a:lnTo>
                <a:lnTo>
                  <a:pt x="18883" y="9391"/>
                </a:lnTo>
                <a:lnTo>
                  <a:pt x="18883" y="8438"/>
                </a:lnTo>
                <a:moveTo>
                  <a:pt x="18883" y="9459"/>
                </a:moveTo>
                <a:lnTo>
                  <a:pt x="19942" y="9459"/>
                </a:lnTo>
                <a:lnTo>
                  <a:pt x="19942" y="10465"/>
                </a:lnTo>
                <a:lnTo>
                  <a:pt x="18883" y="10465"/>
                </a:lnTo>
                <a:lnTo>
                  <a:pt x="18883" y="9459"/>
                </a:lnTo>
                <a:moveTo>
                  <a:pt x="18883" y="10533"/>
                </a:moveTo>
                <a:lnTo>
                  <a:pt x="19942" y="10533"/>
                </a:lnTo>
                <a:lnTo>
                  <a:pt x="19942" y="11487"/>
                </a:lnTo>
                <a:lnTo>
                  <a:pt x="18883" y="11487"/>
                </a:lnTo>
                <a:lnTo>
                  <a:pt x="18883" y="10533"/>
                </a:lnTo>
                <a:moveTo>
                  <a:pt x="18883" y="11556"/>
                </a:moveTo>
                <a:lnTo>
                  <a:pt x="19942" y="11556"/>
                </a:lnTo>
                <a:lnTo>
                  <a:pt x="19942" y="12561"/>
                </a:lnTo>
                <a:lnTo>
                  <a:pt x="18883" y="12561"/>
                </a:lnTo>
                <a:lnTo>
                  <a:pt x="18883" y="11556"/>
                </a:lnTo>
                <a:moveTo>
                  <a:pt x="18883" y="12630"/>
                </a:moveTo>
                <a:lnTo>
                  <a:pt x="19942" y="12630"/>
                </a:lnTo>
                <a:lnTo>
                  <a:pt x="19942" y="13583"/>
                </a:lnTo>
                <a:lnTo>
                  <a:pt x="18883" y="13583"/>
                </a:lnTo>
                <a:lnTo>
                  <a:pt x="18883" y="12630"/>
                </a:lnTo>
                <a:moveTo>
                  <a:pt x="18883" y="13651"/>
                </a:moveTo>
                <a:lnTo>
                  <a:pt x="19942" y="13651"/>
                </a:lnTo>
                <a:lnTo>
                  <a:pt x="19942" y="14657"/>
                </a:lnTo>
                <a:lnTo>
                  <a:pt x="18883" y="14657"/>
                </a:lnTo>
                <a:lnTo>
                  <a:pt x="18883" y="13651"/>
                </a:lnTo>
                <a:moveTo>
                  <a:pt x="18883" y="14726"/>
                </a:moveTo>
                <a:lnTo>
                  <a:pt x="19942" y="14726"/>
                </a:lnTo>
                <a:lnTo>
                  <a:pt x="19942" y="15680"/>
                </a:lnTo>
                <a:lnTo>
                  <a:pt x="18883" y="15680"/>
                </a:lnTo>
                <a:lnTo>
                  <a:pt x="18883" y="14726"/>
                </a:lnTo>
                <a:moveTo>
                  <a:pt x="17914" y="55"/>
                </a:moveTo>
                <a:lnTo>
                  <a:pt x="18814" y="55"/>
                </a:lnTo>
                <a:lnTo>
                  <a:pt x="18814" y="1007"/>
                </a:lnTo>
                <a:lnTo>
                  <a:pt x="17914" y="1007"/>
                </a:lnTo>
                <a:lnTo>
                  <a:pt x="17914" y="55"/>
                </a:lnTo>
                <a:moveTo>
                  <a:pt x="17914" y="1076"/>
                </a:moveTo>
                <a:lnTo>
                  <a:pt x="18814" y="1076"/>
                </a:lnTo>
                <a:lnTo>
                  <a:pt x="18814" y="2082"/>
                </a:lnTo>
                <a:lnTo>
                  <a:pt x="17914" y="2082"/>
                </a:lnTo>
                <a:lnTo>
                  <a:pt x="17914" y="1076"/>
                </a:lnTo>
                <a:moveTo>
                  <a:pt x="17914" y="2150"/>
                </a:moveTo>
                <a:lnTo>
                  <a:pt x="18814" y="2150"/>
                </a:lnTo>
                <a:lnTo>
                  <a:pt x="18814" y="3104"/>
                </a:lnTo>
                <a:lnTo>
                  <a:pt x="17914" y="3104"/>
                </a:lnTo>
                <a:lnTo>
                  <a:pt x="17914" y="2150"/>
                </a:lnTo>
                <a:moveTo>
                  <a:pt x="17914" y="3172"/>
                </a:moveTo>
                <a:lnTo>
                  <a:pt x="18814" y="3172"/>
                </a:lnTo>
                <a:lnTo>
                  <a:pt x="18814" y="4178"/>
                </a:lnTo>
                <a:lnTo>
                  <a:pt x="17914" y="4178"/>
                </a:lnTo>
                <a:lnTo>
                  <a:pt x="17914" y="3172"/>
                </a:lnTo>
                <a:moveTo>
                  <a:pt x="17914" y="4247"/>
                </a:moveTo>
                <a:lnTo>
                  <a:pt x="18814" y="4247"/>
                </a:lnTo>
                <a:lnTo>
                  <a:pt x="18814" y="5200"/>
                </a:lnTo>
                <a:lnTo>
                  <a:pt x="17914" y="5200"/>
                </a:lnTo>
                <a:lnTo>
                  <a:pt x="17914" y="4247"/>
                </a:lnTo>
                <a:moveTo>
                  <a:pt x="17914" y="5268"/>
                </a:moveTo>
                <a:lnTo>
                  <a:pt x="18814" y="5268"/>
                </a:lnTo>
                <a:lnTo>
                  <a:pt x="18814" y="6274"/>
                </a:lnTo>
                <a:lnTo>
                  <a:pt x="17914" y="6274"/>
                </a:lnTo>
                <a:lnTo>
                  <a:pt x="17914" y="5268"/>
                </a:lnTo>
                <a:moveTo>
                  <a:pt x="17914" y="6342"/>
                </a:moveTo>
                <a:lnTo>
                  <a:pt x="18814" y="6342"/>
                </a:lnTo>
                <a:lnTo>
                  <a:pt x="18814" y="7296"/>
                </a:lnTo>
                <a:lnTo>
                  <a:pt x="17914" y="7296"/>
                </a:lnTo>
                <a:lnTo>
                  <a:pt x="17914" y="6342"/>
                </a:lnTo>
                <a:moveTo>
                  <a:pt x="17914" y="7364"/>
                </a:moveTo>
                <a:lnTo>
                  <a:pt x="18814" y="7364"/>
                </a:lnTo>
                <a:lnTo>
                  <a:pt x="18814" y="8369"/>
                </a:lnTo>
                <a:lnTo>
                  <a:pt x="17914" y="8369"/>
                </a:lnTo>
                <a:lnTo>
                  <a:pt x="17914" y="7364"/>
                </a:lnTo>
                <a:moveTo>
                  <a:pt x="17914" y="8438"/>
                </a:moveTo>
                <a:lnTo>
                  <a:pt x="18814" y="8438"/>
                </a:lnTo>
                <a:lnTo>
                  <a:pt x="18814" y="9391"/>
                </a:lnTo>
                <a:lnTo>
                  <a:pt x="17914" y="9391"/>
                </a:lnTo>
                <a:lnTo>
                  <a:pt x="17914" y="8438"/>
                </a:lnTo>
                <a:moveTo>
                  <a:pt x="17914" y="9459"/>
                </a:moveTo>
                <a:lnTo>
                  <a:pt x="18814" y="9459"/>
                </a:lnTo>
                <a:lnTo>
                  <a:pt x="18814" y="10465"/>
                </a:lnTo>
                <a:lnTo>
                  <a:pt x="17914" y="10465"/>
                </a:lnTo>
                <a:lnTo>
                  <a:pt x="17914" y="9459"/>
                </a:lnTo>
                <a:moveTo>
                  <a:pt x="17914" y="10533"/>
                </a:moveTo>
                <a:lnTo>
                  <a:pt x="18814" y="10533"/>
                </a:lnTo>
                <a:lnTo>
                  <a:pt x="18814" y="11487"/>
                </a:lnTo>
                <a:lnTo>
                  <a:pt x="17914" y="11487"/>
                </a:lnTo>
                <a:lnTo>
                  <a:pt x="17914" y="10533"/>
                </a:lnTo>
                <a:moveTo>
                  <a:pt x="17914" y="11556"/>
                </a:moveTo>
                <a:lnTo>
                  <a:pt x="18814" y="11556"/>
                </a:lnTo>
                <a:lnTo>
                  <a:pt x="18814" y="12561"/>
                </a:lnTo>
                <a:lnTo>
                  <a:pt x="17914" y="12561"/>
                </a:lnTo>
                <a:lnTo>
                  <a:pt x="17914" y="11556"/>
                </a:lnTo>
                <a:moveTo>
                  <a:pt x="17914" y="12630"/>
                </a:moveTo>
                <a:lnTo>
                  <a:pt x="18814" y="12630"/>
                </a:lnTo>
                <a:lnTo>
                  <a:pt x="18814" y="13583"/>
                </a:lnTo>
                <a:lnTo>
                  <a:pt x="17914" y="13583"/>
                </a:lnTo>
                <a:lnTo>
                  <a:pt x="17914" y="12630"/>
                </a:lnTo>
                <a:moveTo>
                  <a:pt x="17914" y="13651"/>
                </a:moveTo>
                <a:lnTo>
                  <a:pt x="18814" y="13651"/>
                </a:lnTo>
                <a:lnTo>
                  <a:pt x="18814" y="14657"/>
                </a:lnTo>
                <a:lnTo>
                  <a:pt x="17914" y="14657"/>
                </a:lnTo>
                <a:lnTo>
                  <a:pt x="17914" y="13651"/>
                </a:lnTo>
                <a:moveTo>
                  <a:pt x="17914" y="14726"/>
                </a:moveTo>
                <a:lnTo>
                  <a:pt x="18814" y="14726"/>
                </a:lnTo>
                <a:lnTo>
                  <a:pt x="18814" y="15680"/>
                </a:lnTo>
                <a:lnTo>
                  <a:pt x="17914" y="15680"/>
                </a:lnTo>
                <a:lnTo>
                  <a:pt x="17914" y="14726"/>
                </a:lnTo>
                <a:moveTo>
                  <a:pt x="16786" y="55"/>
                </a:moveTo>
                <a:lnTo>
                  <a:pt x="17846" y="55"/>
                </a:lnTo>
                <a:lnTo>
                  <a:pt x="17846" y="1007"/>
                </a:lnTo>
                <a:lnTo>
                  <a:pt x="16786" y="1007"/>
                </a:lnTo>
                <a:lnTo>
                  <a:pt x="16786" y="55"/>
                </a:lnTo>
                <a:moveTo>
                  <a:pt x="16786" y="1076"/>
                </a:moveTo>
                <a:lnTo>
                  <a:pt x="17846" y="1076"/>
                </a:lnTo>
                <a:lnTo>
                  <a:pt x="17846" y="2082"/>
                </a:lnTo>
                <a:lnTo>
                  <a:pt x="16786" y="2082"/>
                </a:lnTo>
                <a:lnTo>
                  <a:pt x="16786" y="1076"/>
                </a:lnTo>
                <a:moveTo>
                  <a:pt x="16786" y="2150"/>
                </a:moveTo>
                <a:lnTo>
                  <a:pt x="17846" y="2150"/>
                </a:lnTo>
                <a:lnTo>
                  <a:pt x="17846" y="3104"/>
                </a:lnTo>
                <a:lnTo>
                  <a:pt x="16786" y="3104"/>
                </a:lnTo>
                <a:lnTo>
                  <a:pt x="16786" y="2150"/>
                </a:lnTo>
                <a:moveTo>
                  <a:pt x="16786" y="3172"/>
                </a:moveTo>
                <a:lnTo>
                  <a:pt x="17846" y="3172"/>
                </a:lnTo>
                <a:lnTo>
                  <a:pt x="17846" y="4178"/>
                </a:lnTo>
                <a:lnTo>
                  <a:pt x="16786" y="4178"/>
                </a:lnTo>
                <a:lnTo>
                  <a:pt x="16786" y="3172"/>
                </a:lnTo>
                <a:moveTo>
                  <a:pt x="16786" y="4247"/>
                </a:moveTo>
                <a:lnTo>
                  <a:pt x="17846" y="4247"/>
                </a:lnTo>
                <a:lnTo>
                  <a:pt x="17846" y="5200"/>
                </a:lnTo>
                <a:lnTo>
                  <a:pt x="16786" y="5200"/>
                </a:lnTo>
                <a:lnTo>
                  <a:pt x="16786" y="4247"/>
                </a:lnTo>
                <a:moveTo>
                  <a:pt x="16786" y="5268"/>
                </a:moveTo>
                <a:lnTo>
                  <a:pt x="17846" y="5268"/>
                </a:lnTo>
                <a:lnTo>
                  <a:pt x="17846" y="6274"/>
                </a:lnTo>
                <a:lnTo>
                  <a:pt x="16786" y="6274"/>
                </a:lnTo>
                <a:lnTo>
                  <a:pt x="16786" y="5268"/>
                </a:lnTo>
                <a:moveTo>
                  <a:pt x="16786" y="6342"/>
                </a:moveTo>
                <a:lnTo>
                  <a:pt x="17846" y="6342"/>
                </a:lnTo>
                <a:lnTo>
                  <a:pt x="17846" y="7296"/>
                </a:lnTo>
                <a:lnTo>
                  <a:pt x="16786" y="7296"/>
                </a:lnTo>
                <a:lnTo>
                  <a:pt x="16786" y="6342"/>
                </a:lnTo>
                <a:moveTo>
                  <a:pt x="16786" y="7364"/>
                </a:moveTo>
                <a:lnTo>
                  <a:pt x="17846" y="7364"/>
                </a:lnTo>
                <a:lnTo>
                  <a:pt x="17846" y="8369"/>
                </a:lnTo>
                <a:lnTo>
                  <a:pt x="16786" y="8369"/>
                </a:lnTo>
                <a:lnTo>
                  <a:pt x="16786" y="7364"/>
                </a:lnTo>
                <a:moveTo>
                  <a:pt x="16786" y="8438"/>
                </a:moveTo>
                <a:lnTo>
                  <a:pt x="17846" y="8438"/>
                </a:lnTo>
                <a:lnTo>
                  <a:pt x="17846" y="9391"/>
                </a:lnTo>
                <a:lnTo>
                  <a:pt x="16786" y="9391"/>
                </a:lnTo>
                <a:lnTo>
                  <a:pt x="16786" y="8438"/>
                </a:lnTo>
                <a:moveTo>
                  <a:pt x="16786" y="9459"/>
                </a:moveTo>
                <a:lnTo>
                  <a:pt x="17846" y="9459"/>
                </a:lnTo>
                <a:lnTo>
                  <a:pt x="17846" y="10465"/>
                </a:lnTo>
                <a:lnTo>
                  <a:pt x="16786" y="10465"/>
                </a:lnTo>
                <a:lnTo>
                  <a:pt x="16786" y="9459"/>
                </a:lnTo>
                <a:moveTo>
                  <a:pt x="16786" y="10533"/>
                </a:moveTo>
                <a:lnTo>
                  <a:pt x="17846" y="10533"/>
                </a:lnTo>
                <a:lnTo>
                  <a:pt x="17846" y="11487"/>
                </a:lnTo>
                <a:lnTo>
                  <a:pt x="16786" y="11487"/>
                </a:lnTo>
                <a:lnTo>
                  <a:pt x="16786" y="10533"/>
                </a:lnTo>
                <a:moveTo>
                  <a:pt x="16786" y="11556"/>
                </a:moveTo>
                <a:lnTo>
                  <a:pt x="17846" y="11556"/>
                </a:lnTo>
                <a:lnTo>
                  <a:pt x="17846" y="12561"/>
                </a:lnTo>
                <a:lnTo>
                  <a:pt x="16786" y="12561"/>
                </a:lnTo>
                <a:lnTo>
                  <a:pt x="16786" y="11556"/>
                </a:lnTo>
                <a:moveTo>
                  <a:pt x="16786" y="12630"/>
                </a:moveTo>
                <a:lnTo>
                  <a:pt x="17846" y="12630"/>
                </a:lnTo>
                <a:lnTo>
                  <a:pt x="17846" y="13583"/>
                </a:lnTo>
                <a:lnTo>
                  <a:pt x="16786" y="13583"/>
                </a:lnTo>
                <a:lnTo>
                  <a:pt x="16786" y="12630"/>
                </a:lnTo>
                <a:moveTo>
                  <a:pt x="16786" y="13651"/>
                </a:moveTo>
                <a:lnTo>
                  <a:pt x="17846" y="13651"/>
                </a:lnTo>
                <a:lnTo>
                  <a:pt x="17846" y="14657"/>
                </a:lnTo>
                <a:lnTo>
                  <a:pt x="16786" y="14657"/>
                </a:lnTo>
                <a:lnTo>
                  <a:pt x="16786" y="13651"/>
                </a:lnTo>
                <a:moveTo>
                  <a:pt x="16786" y="14726"/>
                </a:moveTo>
                <a:lnTo>
                  <a:pt x="17846" y="14726"/>
                </a:lnTo>
                <a:lnTo>
                  <a:pt x="17846" y="15680"/>
                </a:lnTo>
                <a:lnTo>
                  <a:pt x="16786" y="15680"/>
                </a:lnTo>
                <a:lnTo>
                  <a:pt x="16786" y="14726"/>
                </a:lnTo>
                <a:moveTo>
                  <a:pt x="15819" y="55"/>
                </a:moveTo>
                <a:lnTo>
                  <a:pt x="16718" y="55"/>
                </a:lnTo>
                <a:lnTo>
                  <a:pt x="16718" y="1007"/>
                </a:lnTo>
                <a:lnTo>
                  <a:pt x="15819" y="1007"/>
                </a:lnTo>
                <a:lnTo>
                  <a:pt x="15819" y="55"/>
                </a:lnTo>
                <a:moveTo>
                  <a:pt x="15819" y="1076"/>
                </a:moveTo>
                <a:lnTo>
                  <a:pt x="16718" y="1076"/>
                </a:lnTo>
                <a:lnTo>
                  <a:pt x="16718" y="2082"/>
                </a:lnTo>
                <a:lnTo>
                  <a:pt x="15819" y="2082"/>
                </a:lnTo>
                <a:lnTo>
                  <a:pt x="15819" y="1076"/>
                </a:lnTo>
                <a:moveTo>
                  <a:pt x="15819" y="2150"/>
                </a:moveTo>
                <a:lnTo>
                  <a:pt x="16718" y="2150"/>
                </a:lnTo>
                <a:lnTo>
                  <a:pt x="16718" y="3104"/>
                </a:lnTo>
                <a:lnTo>
                  <a:pt x="15819" y="3104"/>
                </a:lnTo>
                <a:lnTo>
                  <a:pt x="15819" y="2150"/>
                </a:lnTo>
                <a:moveTo>
                  <a:pt x="15819" y="3172"/>
                </a:moveTo>
                <a:lnTo>
                  <a:pt x="16718" y="3172"/>
                </a:lnTo>
                <a:lnTo>
                  <a:pt x="16718" y="4178"/>
                </a:lnTo>
                <a:lnTo>
                  <a:pt x="15819" y="4178"/>
                </a:lnTo>
                <a:lnTo>
                  <a:pt x="15819" y="3172"/>
                </a:lnTo>
                <a:moveTo>
                  <a:pt x="15819" y="4247"/>
                </a:moveTo>
                <a:lnTo>
                  <a:pt x="16718" y="4247"/>
                </a:lnTo>
                <a:lnTo>
                  <a:pt x="16718" y="5200"/>
                </a:lnTo>
                <a:lnTo>
                  <a:pt x="15819" y="5200"/>
                </a:lnTo>
                <a:lnTo>
                  <a:pt x="15819" y="4247"/>
                </a:lnTo>
                <a:moveTo>
                  <a:pt x="15819" y="5268"/>
                </a:moveTo>
                <a:lnTo>
                  <a:pt x="16718" y="5268"/>
                </a:lnTo>
                <a:lnTo>
                  <a:pt x="16718" y="6274"/>
                </a:lnTo>
                <a:lnTo>
                  <a:pt x="15819" y="6274"/>
                </a:lnTo>
                <a:lnTo>
                  <a:pt x="15819" y="5268"/>
                </a:lnTo>
                <a:moveTo>
                  <a:pt x="15819" y="6342"/>
                </a:moveTo>
                <a:lnTo>
                  <a:pt x="16718" y="6342"/>
                </a:lnTo>
                <a:lnTo>
                  <a:pt x="16718" y="7296"/>
                </a:lnTo>
                <a:lnTo>
                  <a:pt x="15819" y="7296"/>
                </a:lnTo>
                <a:lnTo>
                  <a:pt x="15819" y="6342"/>
                </a:lnTo>
                <a:moveTo>
                  <a:pt x="15819" y="7364"/>
                </a:moveTo>
                <a:lnTo>
                  <a:pt x="16718" y="7364"/>
                </a:lnTo>
                <a:lnTo>
                  <a:pt x="16718" y="8369"/>
                </a:lnTo>
                <a:lnTo>
                  <a:pt x="15819" y="8369"/>
                </a:lnTo>
                <a:lnTo>
                  <a:pt x="15819" y="7364"/>
                </a:lnTo>
                <a:moveTo>
                  <a:pt x="15819" y="8438"/>
                </a:moveTo>
                <a:lnTo>
                  <a:pt x="16718" y="8438"/>
                </a:lnTo>
                <a:lnTo>
                  <a:pt x="16718" y="9391"/>
                </a:lnTo>
                <a:lnTo>
                  <a:pt x="15819" y="9391"/>
                </a:lnTo>
                <a:lnTo>
                  <a:pt x="15819" y="8438"/>
                </a:lnTo>
                <a:moveTo>
                  <a:pt x="15819" y="9459"/>
                </a:moveTo>
                <a:lnTo>
                  <a:pt x="16718" y="9459"/>
                </a:lnTo>
                <a:lnTo>
                  <a:pt x="16718" y="10465"/>
                </a:lnTo>
                <a:lnTo>
                  <a:pt x="15819" y="10465"/>
                </a:lnTo>
                <a:lnTo>
                  <a:pt x="15819" y="9459"/>
                </a:lnTo>
                <a:moveTo>
                  <a:pt x="15819" y="10533"/>
                </a:moveTo>
                <a:lnTo>
                  <a:pt x="16718" y="10533"/>
                </a:lnTo>
                <a:lnTo>
                  <a:pt x="16718" y="11487"/>
                </a:lnTo>
                <a:lnTo>
                  <a:pt x="15819" y="11487"/>
                </a:lnTo>
                <a:lnTo>
                  <a:pt x="15819" y="10533"/>
                </a:lnTo>
                <a:moveTo>
                  <a:pt x="15819" y="11556"/>
                </a:moveTo>
                <a:lnTo>
                  <a:pt x="16718" y="11556"/>
                </a:lnTo>
                <a:lnTo>
                  <a:pt x="16718" y="12561"/>
                </a:lnTo>
                <a:lnTo>
                  <a:pt x="15819" y="12561"/>
                </a:lnTo>
                <a:lnTo>
                  <a:pt x="15819" y="11556"/>
                </a:lnTo>
                <a:moveTo>
                  <a:pt x="15819" y="12630"/>
                </a:moveTo>
                <a:lnTo>
                  <a:pt x="16718" y="12630"/>
                </a:lnTo>
                <a:lnTo>
                  <a:pt x="16718" y="13583"/>
                </a:lnTo>
                <a:lnTo>
                  <a:pt x="15819" y="13583"/>
                </a:lnTo>
                <a:lnTo>
                  <a:pt x="15819" y="12630"/>
                </a:lnTo>
                <a:moveTo>
                  <a:pt x="15819" y="13651"/>
                </a:moveTo>
                <a:lnTo>
                  <a:pt x="16718" y="13651"/>
                </a:lnTo>
                <a:lnTo>
                  <a:pt x="16718" y="14657"/>
                </a:lnTo>
                <a:lnTo>
                  <a:pt x="15819" y="14657"/>
                </a:lnTo>
                <a:lnTo>
                  <a:pt x="15819" y="13651"/>
                </a:lnTo>
                <a:moveTo>
                  <a:pt x="15819" y="14726"/>
                </a:moveTo>
                <a:lnTo>
                  <a:pt x="16718" y="14726"/>
                </a:lnTo>
                <a:lnTo>
                  <a:pt x="16718" y="15680"/>
                </a:lnTo>
                <a:lnTo>
                  <a:pt x="15819" y="15680"/>
                </a:lnTo>
                <a:lnTo>
                  <a:pt x="15819" y="14726"/>
                </a:lnTo>
                <a:moveTo>
                  <a:pt x="14691" y="55"/>
                </a:moveTo>
                <a:lnTo>
                  <a:pt x="15750" y="55"/>
                </a:lnTo>
                <a:lnTo>
                  <a:pt x="15750" y="1007"/>
                </a:lnTo>
                <a:lnTo>
                  <a:pt x="14691" y="1007"/>
                </a:lnTo>
                <a:lnTo>
                  <a:pt x="14691" y="55"/>
                </a:lnTo>
                <a:moveTo>
                  <a:pt x="14691" y="1076"/>
                </a:moveTo>
                <a:lnTo>
                  <a:pt x="15750" y="1076"/>
                </a:lnTo>
                <a:lnTo>
                  <a:pt x="15750" y="2082"/>
                </a:lnTo>
                <a:lnTo>
                  <a:pt x="14691" y="2082"/>
                </a:lnTo>
                <a:lnTo>
                  <a:pt x="14691" y="1076"/>
                </a:lnTo>
                <a:moveTo>
                  <a:pt x="14691" y="2150"/>
                </a:moveTo>
                <a:lnTo>
                  <a:pt x="15750" y="2150"/>
                </a:lnTo>
                <a:lnTo>
                  <a:pt x="15750" y="3104"/>
                </a:lnTo>
                <a:lnTo>
                  <a:pt x="14691" y="3104"/>
                </a:lnTo>
                <a:lnTo>
                  <a:pt x="14691" y="2150"/>
                </a:lnTo>
                <a:moveTo>
                  <a:pt x="14691" y="3172"/>
                </a:moveTo>
                <a:lnTo>
                  <a:pt x="15750" y="3172"/>
                </a:lnTo>
                <a:lnTo>
                  <a:pt x="15750" y="4178"/>
                </a:lnTo>
                <a:lnTo>
                  <a:pt x="14691" y="4178"/>
                </a:lnTo>
                <a:lnTo>
                  <a:pt x="14691" y="3172"/>
                </a:lnTo>
                <a:moveTo>
                  <a:pt x="14691" y="4247"/>
                </a:moveTo>
                <a:lnTo>
                  <a:pt x="15750" y="4247"/>
                </a:lnTo>
                <a:lnTo>
                  <a:pt x="15750" y="5200"/>
                </a:lnTo>
                <a:lnTo>
                  <a:pt x="14691" y="5200"/>
                </a:lnTo>
                <a:lnTo>
                  <a:pt x="14691" y="4247"/>
                </a:lnTo>
                <a:moveTo>
                  <a:pt x="14691" y="5268"/>
                </a:moveTo>
                <a:lnTo>
                  <a:pt x="15750" y="5268"/>
                </a:lnTo>
                <a:lnTo>
                  <a:pt x="15750" y="6274"/>
                </a:lnTo>
                <a:lnTo>
                  <a:pt x="14691" y="6274"/>
                </a:lnTo>
                <a:lnTo>
                  <a:pt x="14691" y="5268"/>
                </a:lnTo>
                <a:moveTo>
                  <a:pt x="14691" y="6342"/>
                </a:moveTo>
                <a:lnTo>
                  <a:pt x="15750" y="6342"/>
                </a:lnTo>
                <a:lnTo>
                  <a:pt x="15750" y="7296"/>
                </a:lnTo>
                <a:lnTo>
                  <a:pt x="14691" y="7296"/>
                </a:lnTo>
                <a:lnTo>
                  <a:pt x="14691" y="6342"/>
                </a:lnTo>
                <a:moveTo>
                  <a:pt x="14691" y="7364"/>
                </a:moveTo>
                <a:lnTo>
                  <a:pt x="15750" y="7364"/>
                </a:lnTo>
                <a:lnTo>
                  <a:pt x="15750" y="8369"/>
                </a:lnTo>
                <a:lnTo>
                  <a:pt x="14691" y="8369"/>
                </a:lnTo>
                <a:lnTo>
                  <a:pt x="14691" y="7364"/>
                </a:lnTo>
                <a:moveTo>
                  <a:pt x="14691" y="8438"/>
                </a:moveTo>
                <a:lnTo>
                  <a:pt x="15750" y="8438"/>
                </a:lnTo>
                <a:lnTo>
                  <a:pt x="15750" y="9391"/>
                </a:lnTo>
                <a:lnTo>
                  <a:pt x="14691" y="9391"/>
                </a:lnTo>
                <a:lnTo>
                  <a:pt x="14691" y="8438"/>
                </a:lnTo>
                <a:moveTo>
                  <a:pt x="14691" y="9459"/>
                </a:moveTo>
                <a:lnTo>
                  <a:pt x="15750" y="9459"/>
                </a:lnTo>
                <a:lnTo>
                  <a:pt x="15750" y="10465"/>
                </a:lnTo>
                <a:lnTo>
                  <a:pt x="14691" y="10465"/>
                </a:lnTo>
                <a:lnTo>
                  <a:pt x="14691" y="9459"/>
                </a:lnTo>
                <a:moveTo>
                  <a:pt x="14691" y="10533"/>
                </a:moveTo>
                <a:lnTo>
                  <a:pt x="15750" y="10533"/>
                </a:lnTo>
                <a:lnTo>
                  <a:pt x="15750" y="11487"/>
                </a:lnTo>
                <a:lnTo>
                  <a:pt x="14691" y="11487"/>
                </a:lnTo>
                <a:lnTo>
                  <a:pt x="14691" y="10533"/>
                </a:lnTo>
                <a:moveTo>
                  <a:pt x="14691" y="11556"/>
                </a:moveTo>
                <a:lnTo>
                  <a:pt x="15750" y="11556"/>
                </a:lnTo>
                <a:lnTo>
                  <a:pt x="15750" y="12561"/>
                </a:lnTo>
                <a:lnTo>
                  <a:pt x="14691" y="12561"/>
                </a:lnTo>
                <a:lnTo>
                  <a:pt x="14691" y="11556"/>
                </a:lnTo>
                <a:moveTo>
                  <a:pt x="14691" y="12630"/>
                </a:moveTo>
                <a:lnTo>
                  <a:pt x="15750" y="12630"/>
                </a:lnTo>
                <a:lnTo>
                  <a:pt x="15750" y="13583"/>
                </a:lnTo>
                <a:lnTo>
                  <a:pt x="14691" y="13583"/>
                </a:lnTo>
                <a:lnTo>
                  <a:pt x="14691" y="12630"/>
                </a:lnTo>
                <a:moveTo>
                  <a:pt x="14691" y="13651"/>
                </a:moveTo>
                <a:lnTo>
                  <a:pt x="15750" y="13651"/>
                </a:lnTo>
                <a:lnTo>
                  <a:pt x="15750" y="14657"/>
                </a:lnTo>
                <a:lnTo>
                  <a:pt x="14691" y="14657"/>
                </a:lnTo>
                <a:lnTo>
                  <a:pt x="14691" y="13651"/>
                </a:lnTo>
                <a:moveTo>
                  <a:pt x="14691" y="14726"/>
                </a:moveTo>
                <a:lnTo>
                  <a:pt x="15750" y="14726"/>
                </a:lnTo>
                <a:lnTo>
                  <a:pt x="15750" y="15680"/>
                </a:lnTo>
                <a:lnTo>
                  <a:pt x="14691" y="15680"/>
                </a:lnTo>
                <a:lnTo>
                  <a:pt x="14691" y="14726"/>
                </a:lnTo>
                <a:moveTo>
                  <a:pt x="13722" y="55"/>
                </a:moveTo>
                <a:lnTo>
                  <a:pt x="14622" y="55"/>
                </a:lnTo>
                <a:lnTo>
                  <a:pt x="14622" y="1007"/>
                </a:lnTo>
                <a:lnTo>
                  <a:pt x="13722" y="1007"/>
                </a:lnTo>
                <a:lnTo>
                  <a:pt x="13722" y="55"/>
                </a:lnTo>
                <a:moveTo>
                  <a:pt x="13722" y="1076"/>
                </a:moveTo>
                <a:lnTo>
                  <a:pt x="14622" y="1076"/>
                </a:lnTo>
                <a:lnTo>
                  <a:pt x="14622" y="2082"/>
                </a:lnTo>
                <a:lnTo>
                  <a:pt x="13722" y="2082"/>
                </a:lnTo>
                <a:lnTo>
                  <a:pt x="13722" y="1076"/>
                </a:lnTo>
                <a:moveTo>
                  <a:pt x="13722" y="2150"/>
                </a:moveTo>
                <a:lnTo>
                  <a:pt x="14622" y="2150"/>
                </a:lnTo>
                <a:lnTo>
                  <a:pt x="14622" y="3104"/>
                </a:lnTo>
                <a:lnTo>
                  <a:pt x="13722" y="3104"/>
                </a:lnTo>
                <a:lnTo>
                  <a:pt x="13722" y="2150"/>
                </a:lnTo>
                <a:moveTo>
                  <a:pt x="13722" y="3172"/>
                </a:moveTo>
                <a:lnTo>
                  <a:pt x="14622" y="3172"/>
                </a:lnTo>
                <a:lnTo>
                  <a:pt x="14622" y="4178"/>
                </a:lnTo>
                <a:lnTo>
                  <a:pt x="13722" y="4178"/>
                </a:lnTo>
                <a:lnTo>
                  <a:pt x="13722" y="3172"/>
                </a:lnTo>
                <a:moveTo>
                  <a:pt x="13722" y="4247"/>
                </a:moveTo>
                <a:lnTo>
                  <a:pt x="14622" y="4247"/>
                </a:lnTo>
                <a:lnTo>
                  <a:pt x="14622" y="5200"/>
                </a:lnTo>
                <a:lnTo>
                  <a:pt x="13722" y="5200"/>
                </a:lnTo>
                <a:lnTo>
                  <a:pt x="13722" y="4247"/>
                </a:lnTo>
                <a:moveTo>
                  <a:pt x="13722" y="5268"/>
                </a:moveTo>
                <a:lnTo>
                  <a:pt x="14622" y="5268"/>
                </a:lnTo>
                <a:lnTo>
                  <a:pt x="14622" y="6274"/>
                </a:lnTo>
                <a:lnTo>
                  <a:pt x="13722" y="6274"/>
                </a:lnTo>
                <a:lnTo>
                  <a:pt x="13722" y="5268"/>
                </a:lnTo>
                <a:moveTo>
                  <a:pt x="13722" y="6342"/>
                </a:moveTo>
                <a:lnTo>
                  <a:pt x="14622" y="6342"/>
                </a:lnTo>
                <a:lnTo>
                  <a:pt x="14622" y="7296"/>
                </a:lnTo>
                <a:lnTo>
                  <a:pt x="13722" y="7296"/>
                </a:lnTo>
                <a:lnTo>
                  <a:pt x="13722" y="6342"/>
                </a:lnTo>
                <a:moveTo>
                  <a:pt x="13722" y="7364"/>
                </a:moveTo>
                <a:lnTo>
                  <a:pt x="14622" y="7364"/>
                </a:lnTo>
                <a:lnTo>
                  <a:pt x="14622" y="8369"/>
                </a:lnTo>
                <a:lnTo>
                  <a:pt x="13722" y="8369"/>
                </a:lnTo>
                <a:lnTo>
                  <a:pt x="13722" y="7364"/>
                </a:lnTo>
                <a:moveTo>
                  <a:pt x="13722" y="8438"/>
                </a:moveTo>
                <a:lnTo>
                  <a:pt x="14622" y="8438"/>
                </a:lnTo>
                <a:lnTo>
                  <a:pt x="14622" y="9391"/>
                </a:lnTo>
                <a:lnTo>
                  <a:pt x="13722" y="9391"/>
                </a:lnTo>
                <a:lnTo>
                  <a:pt x="13722" y="8438"/>
                </a:lnTo>
                <a:moveTo>
                  <a:pt x="13722" y="9459"/>
                </a:moveTo>
                <a:lnTo>
                  <a:pt x="14622" y="9459"/>
                </a:lnTo>
                <a:lnTo>
                  <a:pt x="14622" y="10465"/>
                </a:lnTo>
                <a:lnTo>
                  <a:pt x="13722" y="10465"/>
                </a:lnTo>
                <a:lnTo>
                  <a:pt x="13722" y="9459"/>
                </a:lnTo>
                <a:moveTo>
                  <a:pt x="13722" y="10533"/>
                </a:moveTo>
                <a:lnTo>
                  <a:pt x="14622" y="10533"/>
                </a:lnTo>
                <a:lnTo>
                  <a:pt x="14622" y="11487"/>
                </a:lnTo>
                <a:lnTo>
                  <a:pt x="13722" y="11487"/>
                </a:lnTo>
                <a:lnTo>
                  <a:pt x="13722" y="10533"/>
                </a:lnTo>
                <a:moveTo>
                  <a:pt x="13722" y="11556"/>
                </a:moveTo>
                <a:lnTo>
                  <a:pt x="14622" y="11556"/>
                </a:lnTo>
                <a:lnTo>
                  <a:pt x="14622" y="12561"/>
                </a:lnTo>
                <a:lnTo>
                  <a:pt x="13722" y="12561"/>
                </a:lnTo>
                <a:lnTo>
                  <a:pt x="13722" y="11556"/>
                </a:lnTo>
                <a:moveTo>
                  <a:pt x="13722" y="12630"/>
                </a:moveTo>
                <a:lnTo>
                  <a:pt x="14622" y="12630"/>
                </a:lnTo>
                <a:lnTo>
                  <a:pt x="14622" y="13583"/>
                </a:lnTo>
                <a:lnTo>
                  <a:pt x="13722" y="13583"/>
                </a:lnTo>
                <a:lnTo>
                  <a:pt x="13722" y="12630"/>
                </a:lnTo>
                <a:moveTo>
                  <a:pt x="13722" y="13651"/>
                </a:moveTo>
                <a:lnTo>
                  <a:pt x="14622" y="13651"/>
                </a:lnTo>
                <a:lnTo>
                  <a:pt x="14622" y="14657"/>
                </a:lnTo>
                <a:lnTo>
                  <a:pt x="13722" y="14657"/>
                </a:lnTo>
                <a:lnTo>
                  <a:pt x="13722" y="13651"/>
                </a:lnTo>
                <a:moveTo>
                  <a:pt x="13722" y="14726"/>
                </a:moveTo>
                <a:lnTo>
                  <a:pt x="14622" y="14726"/>
                </a:lnTo>
                <a:lnTo>
                  <a:pt x="14622" y="15680"/>
                </a:lnTo>
                <a:lnTo>
                  <a:pt x="13722" y="15680"/>
                </a:lnTo>
                <a:lnTo>
                  <a:pt x="13722" y="14726"/>
                </a:lnTo>
                <a:moveTo>
                  <a:pt x="12594" y="55"/>
                </a:moveTo>
                <a:lnTo>
                  <a:pt x="13654" y="55"/>
                </a:lnTo>
                <a:lnTo>
                  <a:pt x="13654" y="1007"/>
                </a:lnTo>
                <a:lnTo>
                  <a:pt x="12594" y="1007"/>
                </a:lnTo>
                <a:lnTo>
                  <a:pt x="12594" y="55"/>
                </a:lnTo>
                <a:moveTo>
                  <a:pt x="12594" y="1076"/>
                </a:moveTo>
                <a:lnTo>
                  <a:pt x="13654" y="1076"/>
                </a:lnTo>
                <a:lnTo>
                  <a:pt x="13654" y="2082"/>
                </a:lnTo>
                <a:lnTo>
                  <a:pt x="12594" y="2082"/>
                </a:lnTo>
                <a:lnTo>
                  <a:pt x="12594" y="1076"/>
                </a:lnTo>
                <a:moveTo>
                  <a:pt x="12594" y="2150"/>
                </a:moveTo>
                <a:lnTo>
                  <a:pt x="13654" y="2150"/>
                </a:lnTo>
                <a:lnTo>
                  <a:pt x="13654" y="3104"/>
                </a:lnTo>
                <a:lnTo>
                  <a:pt x="12594" y="3104"/>
                </a:lnTo>
                <a:lnTo>
                  <a:pt x="12594" y="2150"/>
                </a:lnTo>
                <a:moveTo>
                  <a:pt x="12594" y="3172"/>
                </a:moveTo>
                <a:lnTo>
                  <a:pt x="13654" y="3172"/>
                </a:lnTo>
                <a:lnTo>
                  <a:pt x="13654" y="4178"/>
                </a:lnTo>
                <a:lnTo>
                  <a:pt x="12594" y="4178"/>
                </a:lnTo>
                <a:lnTo>
                  <a:pt x="12594" y="3172"/>
                </a:lnTo>
                <a:moveTo>
                  <a:pt x="12594" y="4247"/>
                </a:moveTo>
                <a:lnTo>
                  <a:pt x="13654" y="4247"/>
                </a:lnTo>
                <a:lnTo>
                  <a:pt x="13654" y="5200"/>
                </a:lnTo>
                <a:lnTo>
                  <a:pt x="12594" y="5200"/>
                </a:lnTo>
                <a:lnTo>
                  <a:pt x="12594" y="4247"/>
                </a:lnTo>
                <a:moveTo>
                  <a:pt x="12594" y="5268"/>
                </a:moveTo>
                <a:lnTo>
                  <a:pt x="13654" y="5268"/>
                </a:lnTo>
                <a:lnTo>
                  <a:pt x="13654" y="6274"/>
                </a:lnTo>
                <a:lnTo>
                  <a:pt x="12594" y="6274"/>
                </a:lnTo>
                <a:lnTo>
                  <a:pt x="12594" y="5268"/>
                </a:lnTo>
                <a:moveTo>
                  <a:pt x="12594" y="6342"/>
                </a:moveTo>
                <a:lnTo>
                  <a:pt x="13654" y="6342"/>
                </a:lnTo>
                <a:lnTo>
                  <a:pt x="13654" y="7296"/>
                </a:lnTo>
                <a:lnTo>
                  <a:pt x="12594" y="7296"/>
                </a:lnTo>
                <a:lnTo>
                  <a:pt x="12594" y="6342"/>
                </a:lnTo>
                <a:moveTo>
                  <a:pt x="12594" y="7364"/>
                </a:moveTo>
                <a:lnTo>
                  <a:pt x="13654" y="7364"/>
                </a:lnTo>
                <a:lnTo>
                  <a:pt x="13654" y="8369"/>
                </a:lnTo>
                <a:lnTo>
                  <a:pt x="12594" y="8369"/>
                </a:lnTo>
                <a:lnTo>
                  <a:pt x="12594" y="7364"/>
                </a:lnTo>
                <a:moveTo>
                  <a:pt x="12594" y="8438"/>
                </a:moveTo>
                <a:lnTo>
                  <a:pt x="13654" y="8438"/>
                </a:lnTo>
                <a:lnTo>
                  <a:pt x="13654" y="9391"/>
                </a:lnTo>
                <a:lnTo>
                  <a:pt x="12594" y="9391"/>
                </a:lnTo>
                <a:lnTo>
                  <a:pt x="12594" y="8438"/>
                </a:lnTo>
                <a:moveTo>
                  <a:pt x="12594" y="9459"/>
                </a:moveTo>
                <a:lnTo>
                  <a:pt x="13654" y="9459"/>
                </a:lnTo>
                <a:lnTo>
                  <a:pt x="13654" y="10465"/>
                </a:lnTo>
                <a:lnTo>
                  <a:pt x="12594" y="10465"/>
                </a:lnTo>
                <a:lnTo>
                  <a:pt x="12594" y="9459"/>
                </a:lnTo>
                <a:moveTo>
                  <a:pt x="12594" y="10533"/>
                </a:moveTo>
                <a:lnTo>
                  <a:pt x="13654" y="10533"/>
                </a:lnTo>
                <a:lnTo>
                  <a:pt x="13654" y="11487"/>
                </a:lnTo>
                <a:lnTo>
                  <a:pt x="12594" y="11487"/>
                </a:lnTo>
                <a:lnTo>
                  <a:pt x="12594" y="10533"/>
                </a:lnTo>
                <a:moveTo>
                  <a:pt x="12594" y="11556"/>
                </a:moveTo>
                <a:lnTo>
                  <a:pt x="13654" y="11556"/>
                </a:lnTo>
                <a:lnTo>
                  <a:pt x="13654" y="12561"/>
                </a:lnTo>
                <a:lnTo>
                  <a:pt x="12594" y="12561"/>
                </a:lnTo>
                <a:lnTo>
                  <a:pt x="12594" y="11556"/>
                </a:lnTo>
                <a:moveTo>
                  <a:pt x="12594" y="12630"/>
                </a:moveTo>
                <a:lnTo>
                  <a:pt x="13654" y="12630"/>
                </a:lnTo>
                <a:lnTo>
                  <a:pt x="13654" y="13583"/>
                </a:lnTo>
                <a:lnTo>
                  <a:pt x="12594" y="13583"/>
                </a:lnTo>
                <a:lnTo>
                  <a:pt x="12594" y="12630"/>
                </a:lnTo>
                <a:moveTo>
                  <a:pt x="12594" y="13651"/>
                </a:moveTo>
                <a:lnTo>
                  <a:pt x="13654" y="13651"/>
                </a:lnTo>
                <a:lnTo>
                  <a:pt x="13654" y="14657"/>
                </a:lnTo>
                <a:lnTo>
                  <a:pt x="12594" y="14657"/>
                </a:lnTo>
                <a:lnTo>
                  <a:pt x="12594" y="13651"/>
                </a:lnTo>
                <a:moveTo>
                  <a:pt x="12594" y="14726"/>
                </a:moveTo>
                <a:lnTo>
                  <a:pt x="13654" y="14726"/>
                </a:lnTo>
                <a:lnTo>
                  <a:pt x="13654" y="15680"/>
                </a:lnTo>
                <a:lnTo>
                  <a:pt x="12594" y="15680"/>
                </a:lnTo>
                <a:lnTo>
                  <a:pt x="12594" y="14726"/>
                </a:lnTo>
                <a:moveTo>
                  <a:pt x="11628" y="55"/>
                </a:moveTo>
                <a:lnTo>
                  <a:pt x="12526" y="55"/>
                </a:lnTo>
                <a:lnTo>
                  <a:pt x="12526" y="1007"/>
                </a:lnTo>
                <a:lnTo>
                  <a:pt x="11628" y="1007"/>
                </a:lnTo>
                <a:lnTo>
                  <a:pt x="11628" y="55"/>
                </a:lnTo>
                <a:moveTo>
                  <a:pt x="11628" y="1076"/>
                </a:moveTo>
                <a:lnTo>
                  <a:pt x="12526" y="1076"/>
                </a:lnTo>
                <a:lnTo>
                  <a:pt x="12526" y="2082"/>
                </a:lnTo>
                <a:lnTo>
                  <a:pt x="11628" y="2082"/>
                </a:lnTo>
                <a:lnTo>
                  <a:pt x="11628" y="1076"/>
                </a:lnTo>
                <a:moveTo>
                  <a:pt x="11628" y="2150"/>
                </a:moveTo>
                <a:lnTo>
                  <a:pt x="12526" y="2150"/>
                </a:lnTo>
                <a:lnTo>
                  <a:pt x="12526" y="3104"/>
                </a:lnTo>
                <a:lnTo>
                  <a:pt x="11628" y="3104"/>
                </a:lnTo>
                <a:lnTo>
                  <a:pt x="11628" y="2150"/>
                </a:lnTo>
                <a:moveTo>
                  <a:pt x="11628" y="3172"/>
                </a:moveTo>
                <a:lnTo>
                  <a:pt x="12526" y="3172"/>
                </a:lnTo>
                <a:lnTo>
                  <a:pt x="12526" y="4178"/>
                </a:lnTo>
                <a:lnTo>
                  <a:pt x="11628" y="4178"/>
                </a:lnTo>
                <a:lnTo>
                  <a:pt x="11628" y="3172"/>
                </a:lnTo>
                <a:moveTo>
                  <a:pt x="11628" y="4247"/>
                </a:moveTo>
                <a:lnTo>
                  <a:pt x="12526" y="4247"/>
                </a:lnTo>
                <a:lnTo>
                  <a:pt x="12526" y="5200"/>
                </a:lnTo>
                <a:lnTo>
                  <a:pt x="11628" y="5200"/>
                </a:lnTo>
                <a:lnTo>
                  <a:pt x="11628" y="4247"/>
                </a:lnTo>
                <a:moveTo>
                  <a:pt x="11628" y="5268"/>
                </a:moveTo>
                <a:lnTo>
                  <a:pt x="12526" y="5268"/>
                </a:lnTo>
                <a:lnTo>
                  <a:pt x="12526" y="6274"/>
                </a:lnTo>
                <a:lnTo>
                  <a:pt x="11628" y="6274"/>
                </a:lnTo>
                <a:lnTo>
                  <a:pt x="11628" y="5268"/>
                </a:lnTo>
                <a:moveTo>
                  <a:pt x="11628" y="6342"/>
                </a:moveTo>
                <a:lnTo>
                  <a:pt x="12526" y="6342"/>
                </a:lnTo>
                <a:lnTo>
                  <a:pt x="12526" y="7296"/>
                </a:lnTo>
                <a:lnTo>
                  <a:pt x="11628" y="7296"/>
                </a:lnTo>
                <a:lnTo>
                  <a:pt x="11628" y="6342"/>
                </a:lnTo>
                <a:moveTo>
                  <a:pt x="11628" y="7364"/>
                </a:moveTo>
                <a:lnTo>
                  <a:pt x="12526" y="7364"/>
                </a:lnTo>
                <a:lnTo>
                  <a:pt x="12526" y="8369"/>
                </a:lnTo>
                <a:lnTo>
                  <a:pt x="11628" y="8369"/>
                </a:lnTo>
                <a:lnTo>
                  <a:pt x="11628" y="7364"/>
                </a:lnTo>
                <a:moveTo>
                  <a:pt x="11628" y="8438"/>
                </a:moveTo>
                <a:lnTo>
                  <a:pt x="12526" y="8438"/>
                </a:lnTo>
                <a:lnTo>
                  <a:pt x="12526" y="9391"/>
                </a:lnTo>
                <a:lnTo>
                  <a:pt x="11628" y="9391"/>
                </a:lnTo>
                <a:lnTo>
                  <a:pt x="11628" y="8438"/>
                </a:lnTo>
                <a:moveTo>
                  <a:pt x="11628" y="9459"/>
                </a:moveTo>
                <a:lnTo>
                  <a:pt x="12526" y="9459"/>
                </a:lnTo>
                <a:lnTo>
                  <a:pt x="12526" y="10465"/>
                </a:lnTo>
                <a:lnTo>
                  <a:pt x="11628" y="10465"/>
                </a:lnTo>
                <a:lnTo>
                  <a:pt x="11628" y="9459"/>
                </a:lnTo>
                <a:moveTo>
                  <a:pt x="11628" y="10533"/>
                </a:moveTo>
                <a:lnTo>
                  <a:pt x="12526" y="10533"/>
                </a:lnTo>
                <a:lnTo>
                  <a:pt x="12526" y="11487"/>
                </a:lnTo>
                <a:lnTo>
                  <a:pt x="11628" y="11487"/>
                </a:lnTo>
                <a:lnTo>
                  <a:pt x="11628" y="10533"/>
                </a:lnTo>
                <a:moveTo>
                  <a:pt x="11628" y="11556"/>
                </a:moveTo>
                <a:lnTo>
                  <a:pt x="12526" y="11556"/>
                </a:lnTo>
                <a:lnTo>
                  <a:pt x="12526" y="12561"/>
                </a:lnTo>
                <a:lnTo>
                  <a:pt x="11628" y="12561"/>
                </a:lnTo>
                <a:lnTo>
                  <a:pt x="11628" y="11556"/>
                </a:lnTo>
                <a:moveTo>
                  <a:pt x="11628" y="12630"/>
                </a:moveTo>
                <a:lnTo>
                  <a:pt x="12526" y="12630"/>
                </a:lnTo>
                <a:lnTo>
                  <a:pt x="12526" y="13583"/>
                </a:lnTo>
                <a:lnTo>
                  <a:pt x="11628" y="13583"/>
                </a:lnTo>
                <a:lnTo>
                  <a:pt x="11628" y="12630"/>
                </a:lnTo>
                <a:moveTo>
                  <a:pt x="11628" y="13651"/>
                </a:moveTo>
                <a:lnTo>
                  <a:pt x="12526" y="13651"/>
                </a:lnTo>
                <a:lnTo>
                  <a:pt x="12526" y="14657"/>
                </a:lnTo>
                <a:lnTo>
                  <a:pt x="11628" y="14657"/>
                </a:lnTo>
                <a:lnTo>
                  <a:pt x="11628" y="13651"/>
                </a:lnTo>
                <a:moveTo>
                  <a:pt x="11628" y="14726"/>
                </a:moveTo>
                <a:lnTo>
                  <a:pt x="12526" y="14726"/>
                </a:lnTo>
                <a:lnTo>
                  <a:pt x="12526" y="15680"/>
                </a:lnTo>
                <a:lnTo>
                  <a:pt x="11628" y="15680"/>
                </a:lnTo>
                <a:lnTo>
                  <a:pt x="11628" y="14726"/>
                </a:lnTo>
                <a:moveTo>
                  <a:pt x="10500" y="55"/>
                </a:moveTo>
                <a:lnTo>
                  <a:pt x="11559" y="55"/>
                </a:lnTo>
                <a:lnTo>
                  <a:pt x="11559" y="1007"/>
                </a:lnTo>
                <a:lnTo>
                  <a:pt x="10500" y="1007"/>
                </a:lnTo>
                <a:lnTo>
                  <a:pt x="10500" y="55"/>
                </a:lnTo>
                <a:moveTo>
                  <a:pt x="10500" y="1076"/>
                </a:moveTo>
                <a:lnTo>
                  <a:pt x="11559" y="1076"/>
                </a:lnTo>
                <a:lnTo>
                  <a:pt x="11559" y="2082"/>
                </a:lnTo>
                <a:lnTo>
                  <a:pt x="10500" y="2082"/>
                </a:lnTo>
                <a:lnTo>
                  <a:pt x="10500" y="1076"/>
                </a:lnTo>
                <a:moveTo>
                  <a:pt x="10500" y="2150"/>
                </a:moveTo>
                <a:lnTo>
                  <a:pt x="11559" y="2150"/>
                </a:lnTo>
                <a:lnTo>
                  <a:pt x="11559" y="3104"/>
                </a:lnTo>
                <a:lnTo>
                  <a:pt x="10500" y="3104"/>
                </a:lnTo>
                <a:lnTo>
                  <a:pt x="10500" y="2150"/>
                </a:lnTo>
                <a:moveTo>
                  <a:pt x="10500" y="3172"/>
                </a:moveTo>
                <a:lnTo>
                  <a:pt x="11559" y="3172"/>
                </a:lnTo>
                <a:lnTo>
                  <a:pt x="11559" y="4178"/>
                </a:lnTo>
                <a:lnTo>
                  <a:pt x="10500" y="4178"/>
                </a:lnTo>
                <a:lnTo>
                  <a:pt x="10500" y="3172"/>
                </a:lnTo>
                <a:moveTo>
                  <a:pt x="10500" y="4247"/>
                </a:moveTo>
                <a:lnTo>
                  <a:pt x="11559" y="4247"/>
                </a:lnTo>
                <a:lnTo>
                  <a:pt x="11559" y="5200"/>
                </a:lnTo>
                <a:lnTo>
                  <a:pt x="10500" y="5200"/>
                </a:lnTo>
                <a:lnTo>
                  <a:pt x="10500" y="4247"/>
                </a:lnTo>
                <a:moveTo>
                  <a:pt x="10500" y="5268"/>
                </a:moveTo>
                <a:lnTo>
                  <a:pt x="11559" y="5268"/>
                </a:lnTo>
                <a:lnTo>
                  <a:pt x="11559" y="6274"/>
                </a:lnTo>
                <a:lnTo>
                  <a:pt x="10500" y="6274"/>
                </a:lnTo>
                <a:lnTo>
                  <a:pt x="10500" y="5268"/>
                </a:lnTo>
                <a:moveTo>
                  <a:pt x="10500" y="6342"/>
                </a:moveTo>
                <a:lnTo>
                  <a:pt x="11559" y="6342"/>
                </a:lnTo>
                <a:lnTo>
                  <a:pt x="11559" y="7296"/>
                </a:lnTo>
                <a:lnTo>
                  <a:pt x="10500" y="7296"/>
                </a:lnTo>
                <a:lnTo>
                  <a:pt x="10500" y="6342"/>
                </a:lnTo>
                <a:moveTo>
                  <a:pt x="10500" y="7364"/>
                </a:moveTo>
                <a:lnTo>
                  <a:pt x="11559" y="7364"/>
                </a:lnTo>
                <a:lnTo>
                  <a:pt x="11559" y="8369"/>
                </a:lnTo>
                <a:lnTo>
                  <a:pt x="10500" y="8369"/>
                </a:lnTo>
                <a:lnTo>
                  <a:pt x="10500" y="7364"/>
                </a:lnTo>
                <a:moveTo>
                  <a:pt x="10500" y="8438"/>
                </a:moveTo>
                <a:lnTo>
                  <a:pt x="11559" y="8438"/>
                </a:lnTo>
                <a:lnTo>
                  <a:pt x="11559" y="9391"/>
                </a:lnTo>
                <a:lnTo>
                  <a:pt x="10500" y="9391"/>
                </a:lnTo>
                <a:lnTo>
                  <a:pt x="10500" y="8438"/>
                </a:lnTo>
                <a:moveTo>
                  <a:pt x="10500" y="9459"/>
                </a:moveTo>
                <a:lnTo>
                  <a:pt x="11559" y="9459"/>
                </a:lnTo>
                <a:lnTo>
                  <a:pt x="11559" y="10465"/>
                </a:lnTo>
                <a:lnTo>
                  <a:pt x="10500" y="10465"/>
                </a:lnTo>
                <a:lnTo>
                  <a:pt x="10500" y="9459"/>
                </a:lnTo>
                <a:moveTo>
                  <a:pt x="10500" y="10533"/>
                </a:moveTo>
                <a:lnTo>
                  <a:pt x="11559" y="10533"/>
                </a:lnTo>
                <a:lnTo>
                  <a:pt x="11559" y="11487"/>
                </a:lnTo>
                <a:lnTo>
                  <a:pt x="10500" y="11487"/>
                </a:lnTo>
                <a:lnTo>
                  <a:pt x="10500" y="10533"/>
                </a:lnTo>
                <a:moveTo>
                  <a:pt x="10500" y="11556"/>
                </a:moveTo>
                <a:lnTo>
                  <a:pt x="11559" y="11556"/>
                </a:lnTo>
                <a:lnTo>
                  <a:pt x="11559" y="12561"/>
                </a:lnTo>
                <a:lnTo>
                  <a:pt x="10500" y="12561"/>
                </a:lnTo>
                <a:lnTo>
                  <a:pt x="10500" y="11556"/>
                </a:lnTo>
                <a:moveTo>
                  <a:pt x="10500" y="12630"/>
                </a:moveTo>
                <a:lnTo>
                  <a:pt x="11559" y="12630"/>
                </a:lnTo>
                <a:lnTo>
                  <a:pt x="11559" y="13583"/>
                </a:lnTo>
                <a:lnTo>
                  <a:pt x="10500" y="13583"/>
                </a:lnTo>
                <a:lnTo>
                  <a:pt x="10500" y="12630"/>
                </a:lnTo>
                <a:moveTo>
                  <a:pt x="10500" y="13651"/>
                </a:moveTo>
                <a:lnTo>
                  <a:pt x="11559" y="13651"/>
                </a:lnTo>
                <a:lnTo>
                  <a:pt x="11559" y="14657"/>
                </a:lnTo>
                <a:lnTo>
                  <a:pt x="10500" y="14657"/>
                </a:lnTo>
                <a:lnTo>
                  <a:pt x="10500" y="13651"/>
                </a:lnTo>
                <a:moveTo>
                  <a:pt x="10500" y="14726"/>
                </a:moveTo>
                <a:lnTo>
                  <a:pt x="11559" y="14726"/>
                </a:lnTo>
                <a:lnTo>
                  <a:pt x="11559" y="15680"/>
                </a:lnTo>
                <a:lnTo>
                  <a:pt x="10500" y="15680"/>
                </a:lnTo>
                <a:lnTo>
                  <a:pt x="10500" y="14726"/>
                </a:lnTo>
                <a:moveTo>
                  <a:pt x="9531" y="55"/>
                </a:moveTo>
                <a:lnTo>
                  <a:pt x="10430" y="55"/>
                </a:lnTo>
                <a:lnTo>
                  <a:pt x="10430" y="1007"/>
                </a:lnTo>
                <a:lnTo>
                  <a:pt x="9531" y="1007"/>
                </a:lnTo>
                <a:lnTo>
                  <a:pt x="9531" y="55"/>
                </a:lnTo>
                <a:moveTo>
                  <a:pt x="9531" y="1076"/>
                </a:moveTo>
                <a:lnTo>
                  <a:pt x="10430" y="1076"/>
                </a:lnTo>
                <a:lnTo>
                  <a:pt x="10430" y="2082"/>
                </a:lnTo>
                <a:lnTo>
                  <a:pt x="9531" y="2082"/>
                </a:lnTo>
                <a:lnTo>
                  <a:pt x="9531" y="1076"/>
                </a:lnTo>
                <a:moveTo>
                  <a:pt x="9531" y="2150"/>
                </a:moveTo>
                <a:lnTo>
                  <a:pt x="10430" y="2150"/>
                </a:lnTo>
                <a:lnTo>
                  <a:pt x="10430" y="3104"/>
                </a:lnTo>
                <a:lnTo>
                  <a:pt x="9531" y="3104"/>
                </a:lnTo>
                <a:lnTo>
                  <a:pt x="9531" y="2150"/>
                </a:lnTo>
                <a:moveTo>
                  <a:pt x="9531" y="3172"/>
                </a:moveTo>
                <a:lnTo>
                  <a:pt x="10430" y="3172"/>
                </a:lnTo>
                <a:lnTo>
                  <a:pt x="10430" y="4178"/>
                </a:lnTo>
                <a:lnTo>
                  <a:pt x="9531" y="4178"/>
                </a:lnTo>
                <a:lnTo>
                  <a:pt x="9531" y="3172"/>
                </a:lnTo>
                <a:moveTo>
                  <a:pt x="9531" y="4247"/>
                </a:moveTo>
                <a:lnTo>
                  <a:pt x="10430" y="4247"/>
                </a:lnTo>
                <a:lnTo>
                  <a:pt x="10430" y="5200"/>
                </a:lnTo>
                <a:lnTo>
                  <a:pt x="9531" y="5200"/>
                </a:lnTo>
                <a:lnTo>
                  <a:pt x="9531" y="4247"/>
                </a:lnTo>
                <a:moveTo>
                  <a:pt x="9531" y="5268"/>
                </a:moveTo>
                <a:lnTo>
                  <a:pt x="10430" y="5268"/>
                </a:lnTo>
                <a:lnTo>
                  <a:pt x="10430" y="6274"/>
                </a:lnTo>
                <a:lnTo>
                  <a:pt x="9531" y="6274"/>
                </a:lnTo>
                <a:lnTo>
                  <a:pt x="9531" y="5268"/>
                </a:lnTo>
                <a:moveTo>
                  <a:pt x="9531" y="6342"/>
                </a:moveTo>
                <a:lnTo>
                  <a:pt x="10430" y="6342"/>
                </a:lnTo>
                <a:lnTo>
                  <a:pt x="10430" y="7296"/>
                </a:lnTo>
                <a:lnTo>
                  <a:pt x="9531" y="7296"/>
                </a:lnTo>
                <a:lnTo>
                  <a:pt x="9531" y="6342"/>
                </a:lnTo>
                <a:moveTo>
                  <a:pt x="9531" y="7364"/>
                </a:moveTo>
                <a:lnTo>
                  <a:pt x="10430" y="7364"/>
                </a:lnTo>
                <a:lnTo>
                  <a:pt x="10430" y="8369"/>
                </a:lnTo>
                <a:lnTo>
                  <a:pt x="9531" y="8369"/>
                </a:lnTo>
                <a:lnTo>
                  <a:pt x="9531" y="7364"/>
                </a:lnTo>
                <a:moveTo>
                  <a:pt x="9531" y="8438"/>
                </a:moveTo>
                <a:lnTo>
                  <a:pt x="10430" y="8438"/>
                </a:lnTo>
                <a:lnTo>
                  <a:pt x="10430" y="9391"/>
                </a:lnTo>
                <a:lnTo>
                  <a:pt x="9531" y="9391"/>
                </a:lnTo>
                <a:lnTo>
                  <a:pt x="9531" y="8438"/>
                </a:lnTo>
                <a:moveTo>
                  <a:pt x="9531" y="9459"/>
                </a:moveTo>
                <a:lnTo>
                  <a:pt x="10430" y="9459"/>
                </a:lnTo>
                <a:lnTo>
                  <a:pt x="10430" y="10465"/>
                </a:lnTo>
                <a:lnTo>
                  <a:pt x="9531" y="10465"/>
                </a:lnTo>
                <a:lnTo>
                  <a:pt x="9531" y="9459"/>
                </a:lnTo>
                <a:moveTo>
                  <a:pt x="9531" y="10533"/>
                </a:moveTo>
                <a:lnTo>
                  <a:pt x="10430" y="10533"/>
                </a:lnTo>
                <a:lnTo>
                  <a:pt x="10430" y="11487"/>
                </a:lnTo>
                <a:lnTo>
                  <a:pt x="9531" y="11487"/>
                </a:lnTo>
                <a:lnTo>
                  <a:pt x="9531" y="10533"/>
                </a:lnTo>
                <a:moveTo>
                  <a:pt x="9531" y="11556"/>
                </a:moveTo>
                <a:lnTo>
                  <a:pt x="10430" y="11556"/>
                </a:lnTo>
                <a:lnTo>
                  <a:pt x="10430" y="12561"/>
                </a:lnTo>
                <a:lnTo>
                  <a:pt x="9531" y="12561"/>
                </a:lnTo>
                <a:lnTo>
                  <a:pt x="9531" y="11556"/>
                </a:lnTo>
                <a:moveTo>
                  <a:pt x="9531" y="12630"/>
                </a:moveTo>
                <a:lnTo>
                  <a:pt x="10430" y="12630"/>
                </a:lnTo>
                <a:lnTo>
                  <a:pt x="10430" y="13583"/>
                </a:lnTo>
                <a:lnTo>
                  <a:pt x="9531" y="13583"/>
                </a:lnTo>
                <a:lnTo>
                  <a:pt x="9531" y="12630"/>
                </a:lnTo>
                <a:moveTo>
                  <a:pt x="9531" y="13651"/>
                </a:moveTo>
                <a:lnTo>
                  <a:pt x="10430" y="13651"/>
                </a:lnTo>
                <a:lnTo>
                  <a:pt x="10430" y="14657"/>
                </a:lnTo>
                <a:lnTo>
                  <a:pt x="9531" y="14657"/>
                </a:lnTo>
                <a:lnTo>
                  <a:pt x="9531" y="13651"/>
                </a:lnTo>
                <a:moveTo>
                  <a:pt x="9531" y="14726"/>
                </a:moveTo>
                <a:lnTo>
                  <a:pt x="10430" y="14726"/>
                </a:lnTo>
                <a:lnTo>
                  <a:pt x="10430" y="15680"/>
                </a:lnTo>
                <a:lnTo>
                  <a:pt x="9531" y="15680"/>
                </a:lnTo>
                <a:lnTo>
                  <a:pt x="9531" y="14726"/>
                </a:lnTo>
                <a:moveTo>
                  <a:pt x="8403" y="55"/>
                </a:moveTo>
                <a:lnTo>
                  <a:pt x="9463" y="55"/>
                </a:lnTo>
                <a:lnTo>
                  <a:pt x="9463" y="1007"/>
                </a:lnTo>
                <a:lnTo>
                  <a:pt x="8403" y="1007"/>
                </a:lnTo>
                <a:lnTo>
                  <a:pt x="8403" y="55"/>
                </a:lnTo>
                <a:moveTo>
                  <a:pt x="8403" y="1076"/>
                </a:moveTo>
                <a:lnTo>
                  <a:pt x="9463" y="1076"/>
                </a:lnTo>
                <a:lnTo>
                  <a:pt x="9463" y="2082"/>
                </a:lnTo>
                <a:lnTo>
                  <a:pt x="8403" y="2082"/>
                </a:lnTo>
                <a:lnTo>
                  <a:pt x="8403" y="1076"/>
                </a:lnTo>
                <a:moveTo>
                  <a:pt x="8403" y="2150"/>
                </a:moveTo>
                <a:lnTo>
                  <a:pt x="9463" y="2150"/>
                </a:lnTo>
                <a:lnTo>
                  <a:pt x="9463" y="3104"/>
                </a:lnTo>
                <a:lnTo>
                  <a:pt x="8403" y="3104"/>
                </a:lnTo>
                <a:lnTo>
                  <a:pt x="8403" y="2150"/>
                </a:lnTo>
                <a:moveTo>
                  <a:pt x="8403" y="3172"/>
                </a:moveTo>
                <a:lnTo>
                  <a:pt x="9463" y="3172"/>
                </a:lnTo>
                <a:lnTo>
                  <a:pt x="9463" y="4178"/>
                </a:lnTo>
                <a:lnTo>
                  <a:pt x="8403" y="4178"/>
                </a:lnTo>
                <a:lnTo>
                  <a:pt x="8403" y="3172"/>
                </a:lnTo>
                <a:moveTo>
                  <a:pt x="8403" y="4247"/>
                </a:moveTo>
                <a:lnTo>
                  <a:pt x="9463" y="4247"/>
                </a:lnTo>
                <a:lnTo>
                  <a:pt x="9463" y="5200"/>
                </a:lnTo>
                <a:lnTo>
                  <a:pt x="8403" y="5200"/>
                </a:lnTo>
                <a:lnTo>
                  <a:pt x="8403" y="4247"/>
                </a:lnTo>
                <a:moveTo>
                  <a:pt x="8403" y="5268"/>
                </a:moveTo>
                <a:lnTo>
                  <a:pt x="9463" y="5268"/>
                </a:lnTo>
                <a:lnTo>
                  <a:pt x="9463" y="6274"/>
                </a:lnTo>
                <a:lnTo>
                  <a:pt x="8403" y="6274"/>
                </a:lnTo>
                <a:lnTo>
                  <a:pt x="8403" y="5268"/>
                </a:lnTo>
                <a:moveTo>
                  <a:pt x="8403" y="6342"/>
                </a:moveTo>
                <a:lnTo>
                  <a:pt x="9463" y="6342"/>
                </a:lnTo>
                <a:lnTo>
                  <a:pt x="9463" y="7296"/>
                </a:lnTo>
                <a:lnTo>
                  <a:pt x="8403" y="7296"/>
                </a:lnTo>
                <a:lnTo>
                  <a:pt x="8403" y="6342"/>
                </a:lnTo>
                <a:moveTo>
                  <a:pt x="8403" y="7364"/>
                </a:moveTo>
                <a:lnTo>
                  <a:pt x="9463" y="7364"/>
                </a:lnTo>
                <a:lnTo>
                  <a:pt x="9463" y="8369"/>
                </a:lnTo>
                <a:lnTo>
                  <a:pt x="8403" y="8369"/>
                </a:lnTo>
                <a:lnTo>
                  <a:pt x="8403" y="7364"/>
                </a:lnTo>
                <a:moveTo>
                  <a:pt x="8403" y="8438"/>
                </a:moveTo>
                <a:lnTo>
                  <a:pt x="9463" y="8438"/>
                </a:lnTo>
                <a:lnTo>
                  <a:pt x="9463" y="9391"/>
                </a:lnTo>
                <a:lnTo>
                  <a:pt x="8403" y="9391"/>
                </a:lnTo>
                <a:lnTo>
                  <a:pt x="8403" y="8438"/>
                </a:lnTo>
                <a:moveTo>
                  <a:pt x="8403" y="9459"/>
                </a:moveTo>
                <a:lnTo>
                  <a:pt x="9463" y="9459"/>
                </a:lnTo>
                <a:lnTo>
                  <a:pt x="9463" y="10465"/>
                </a:lnTo>
                <a:lnTo>
                  <a:pt x="8403" y="10465"/>
                </a:lnTo>
                <a:lnTo>
                  <a:pt x="8403" y="9459"/>
                </a:lnTo>
                <a:moveTo>
                  <a:pt x="8403" y="10533"/>
                </a:moveTo>
                <a:lnTo>
                  <a:pt x="9463" y="10533"/>
                </a:lnTo>
                <a:lnTo>
                  <a:pt x="9463" y="11487"/>
                </a:lnTo>
                <a:lnTo>
                  <a:pt x="8403" y="11487"/>
                </a:lnTo>
                <a:lnTo>
                  <a:pt x="8403" y="10533"/>
                </a:lnTo>
                <a:moveTo>
                  <a:pt x="8403" y="11556"/>
                </a:moveTo>
                <a:lnTo>
                  <a:pt x="9463" y="11556"/>
                </a:lnTo>
                <a:lnTo>
                  <a:pt x="9463" y="12561"/>
                </a:lnTo>
                <a:lnTo>
                  <a:pt x="8403" y="12561"/>
                </a:lnTo>
                <a:lnTo>
                  <a:pt x="8403" y="11556"/>
                </a:lnTo>
                <a:moveTo>
                  <a:pt x="8403" y="12630"/>
                </a:moveTo>
                <a:lnTo>
                  <a:pt x="9463" y="12630"/>
                </a:lnTo>
                <a:lnTo>
                  <a:pt x="9463" y="13583"/>
                </a:lnTo>
                <a:lnTo>
                  <a:pt x="8403" y="13583"/>
                </a:lnTo>
                <a:lnTo>
                  <a:pt x="8403" y="12630"/>
                </a:lnTo>
                <a:moveTo>
                  <a:pt x="8403" y="13651"/>
                </a:moveTo>
                <a:lnTo>
                  <a:pt x="9463" y="13651"/>
                </a:lnTo>
                <a:lnTo>
                  <a:pt x="9463" y="14657"/>
                </a:lnTo>
                <a:lnTo>
                  <a:pt x="8403" y="14657"/>
                </a:lnTo>
                <a:lnTo>
                  <a:pt x="8403" y="13651"/>
                </a:lnTo>
                <a:moveTo>
                  <a:pt x="8403" y="14726"/>
                </a:moveTo>
                <a:lnTo>
                  <a:pt x="9463" y="14726"/>
                </a:lnTo>
                <a:lnTo>
                  <a:pt x="9463" y="15680"/>
                </a:lnTo>
                <a:lnTo>
                  <a:pt x="8403" y="15680"/>
                </a:lnTo>
                <a:lnTo>
                  <a:pt x="8403" y="14726"/>
                </a:lnTo>
                <a:moveTo>
                  <a:pt x="7436" y="55"/>
                </a:moveTo>
                <a:lnTo>
                  <a:pt x="8335" y="55"/>
                </a:lnTo>
                <a:lnTo>
                  <a:pt x="8335" y="1007"/>
                </a:lnTo>
                <a:lnTo>
                  <a:pt x="7436" y="1007"/>
                </a:lnTo>
                <a:lnTo>
                  <a:pt x="7436" y="55"/>
                </a:lnTo>
                <a:moveTo>
                  <a:pt x="7436" y="1076"/>
                </a:moveTo>
                <a:lnTo>
                  <a:pt x="8335" y="1076"/>
                </a:lnTo>
                <a:lnTo>
                  <a:pt x="8335" y="2082"/>
                </a:lnTo>
                <a:lnTo>
                  <a:pt x="7436" y="2082"/>
                </a:lnTo>
                <a:lnTo>
                  <a:pt x="7436" y="1076"/>
                </a:lnTo>
                <a:moveTo>
                  <a:pt x="7436" y="2150"/>
                </a:moveTo>
                <a:lnTo>
                  <a:pt x="8335" y="2150"/>
                </a:lnTo>
                <a:lnTo>
                  <a:pt x="8335" y="3104"/>
                </a:lnTo>
                <a:lnTo>
                  <a:pt x="7436" y="3104"/>
                </a:lnTo>
                <a:lnTo>
                  <a:pt x="7436" y="2150"/>
                </a:lnTo>
                <a:moveTo>
                  <a:pt x="7436" y="3172"/>
                </a:moveTo>
                <a:lnTo>
                  <a:pt x="8335" y="3172"/>
                </a:lnTo>
                <a:lnTo>
                  <a:pt x="8335" y="4178"/>
                </a:lnTo>
                <a:lnTo>
                  <a:pt x="7436" y="4178"/>
                </a:lnTo>
                <a:lnTo>
                  <a:pt x="7436" y="3172"/>
                </a:lnTo>
                <a:moveTo>
                  <a:pt x="7436" y="4247"/>
                </a:moveTo>
                <a:lnTo>
                  <a:pt x="8335" y="4247"/>
                </a:lnTo>
                <a:lnTo>
                  <a:pt x="8335" y="5200"/>
                </a:lnTo>
                <a:lnTo>
                  <a:pt x="7436" y="5200"/>
                </a:lnTo>
                <a:lnTo>
                  <a:pt x="7436" y="4247"/>
                </a:lnTo>
                <a:moveTo>
                  <a:pt x="7436" y="5268"/>
                </a:moveTo>
                <a:lnTo>
                  <a:pt x="8335" y="5268"/>
                </a:lnTo>
                <a:lnTo>
                  <a:pt x="8335" y="6274"/>
                </a:lnTo>
                <a:lnTo>
                  <a:pt x="7436" y="6274"/>
                </a:lnTo>
                <a:lnTo>
                  <a:pt x="7436" y="5268"/>
                </a:lnTo>
                <a:moveTo>
                  <a:pt x="7436" y="6342"/>
                </a:moveTo>
                <a:lnTo>
                  <a:pt x="8335" y="6342"/>
                </a:lnTo>
                <a:lnTo>
                  <a:pt x="8335" y="7296"/>
                </a:lnTo>
                <a:lnTo>
                  <a:pt x="7436" y="7296"/>
                </a:lnTo>
                <a:lnTo>
                  <a:pt x="7436" y="6342"/>
                </a:lnTo>
                <a:moveTo>
                  <a:pt x="7436" y="7364"/>
                </a:moveTo>
                <a:lnTo>
                  <a:pt x="8335" y="7364"/>
                </a:lnTo>
                <a:lnTo>
                  <a:pt x="8335" y="8369"/>
                </a:lnTo>
                <a:lnTo>
                  <a:pt x="7436" y="8369"/>
                </a:lnTo>
                <a:lnTo>
                  <a:pt x="7436" y="7364"/>
                </a:lnTo>
                <a:moveTo>
                  <a:pt x="7436" y="8438"/>
                </a:moveTo>
                <a:lnTo>
                  <a:pt x="8335" y="8438"/>
                </a:lnTo>
                <a:lnTo>
                  <a:pt x="8335" y="9391"/>
                </a:lnTo>
                <a:lnTo>
                  <a:pt x="7436" y="9391"/>
                </a:lnTo>
                <a:lnTo>
                  <a:pt x="7436" y="8438"/>
                </a:lnTo>
                <a:moveTo>
                  <a:pt x="7436" y="9459"/>
                </a:moveTo>
                <a:lnTo>
                  <a:pt x="8335" y="9459"/>
                </a:lnTo>
                <a:lnTo>
                  <a:pt x="8335" y="10465"/>
                </a:lnTo>
                <a:lnTo>
                  <a:pt x="7436" y="10465"/>
                </a:lnTo>
                <a:lnTo>
                  <a:pt x="7436" y="9459"/>
                </a:lnTo>
                <a:moveTo>
                  <a:pt x="7436" y="10533"/>
                </a:moveTo>
                <a:lnTo>
                  <a:pt x="8335" y="10533"/>
                </a:lnTo>
                <a:lnTo>
                  <a:pt x="8335" y="11487"/>
                </a:lnTo>
                <a:lnTo>
                  <a:pt x="7436" y="11487"/>
                </a:lnTo>
                <a:lnTo>
                  <a:pt x="7436" y="10533"/>
                </a:lnTo>
                <a:moveTo>
                  <a:pt x="7436" y="11556"/>
                </a:moveTo>
                <a:lnTo>
                  <a:pt x="8335" y="11556"/>
                </a:lnTo>
                <a:lnTo>
                  <a:pt x="8335" y="12561"/>
                </a:lnTo>
                <a:lnTo>
                  <a:pt x="7436" y="12561"/>
                </a:lnTo>
                <a:lnTo>
                  <a:pt x="7436" y="11556"/>
                </a:lnTo>
                <a:moveTo>
                  <a:pt x="7436" y="12630"/>
                </a:moveTo>
                <a:lnTo>
                  <a:pt x="8335" y="12630"/>
                </a:lnTo>
                <a:lnTo>
                  <a:pt x="8335" y="13583"/>
                </a:lnTo>
                <a:lnTo>
                  <a:pt x="7436" y="13583"/>
                </a:lnTo>
                <a:lnTo>
                  <a:pt x="7436" y="12630"/>
                </a:lnTo>
                <a:moveTo>
                  <a:pt x="7436" y="13651"/>
                </a:moveTo>
                <a:lnTo>
                  <a:pt x="8335" y="13651"/>
                </a:lnTo>
                <a:lnTo>
                  <a:pt x="8335" y="14657"/>
                </a:lnTo>
                <a:lnTo>
                  <a:pt x="7436" y="14657"/>
                </a:lnTo>
                <a:lnTo>
                  <a:pt x="7436" y="13651"/>
                </a:lnTo>
                <a:moveTo>
                  <a:pt x="7436" y="14726"/>
                </a:moveTo>
                <a:lnTo>
                  <a:pt x="8335" y="14726"/>
                </a:lnTo>
                <a:lnTo>
                  <a:pt x="8335" y="15680"/>
                </a:lnTo>
                <a:lnTo>
                  <a:pt x="7436" y="15680"/>
                </a:lnTo>
                <a:lnTo>
                  <a:pt x="7436" y="14726"/>
                </a:lnTo>
                <a:moveTo>
                  <a:pt x="6308" y="55"/>
                </a:moveTo>
                <a:lnTo>
                  <a:pt x="7366" y="55"/>
                </a:lnTo>
                <a:lnTo>
                  <a:pt x="7366" y="1007"/>
                </a:lnTo>
                <a:lnTo>
                  <a:pt x="6308" y="1007"/>
                </a:lnTo>
                <a:lnTo>
                  <a:pt x="6308" y="55"/>
                </a:lnTo>
                <a:moveTo>
                  <a:pt x="6308" y="1076"/>
                </a:moveTo>
                <a:lnTo>
                  <a:pt x="7366" y="1076"/>
                </a:lnTo>
                <a:lnTo>
                  <a:pt x="7366" y="2082"/>
                </a:lnTo>
                <a:lnTo>
                  <a:pt x="6308" y="2082"/>
                </a:lnTo>
                <a:lnTo>
                  <a:pt x="6308" y="1076"/>
                </a:lnTo>
                <a:moveTo>
                  <a:pt x="6308" y="2150"/>
                </a:moveTo>
                <a:lnTo>
                  <a:pt x="7366" y="2150"/>
                </a:lnTo>
                <a:lnTo>
                  <a:pt x="7366" y="3104"/>
                </a:lnTo>
                <a:lnTo>
                  <a:pt x="6308" y="3104"/>
                </a:lnTo>
                <a:lnTo>
                  <a:pt x="6308" y="2150"/>
                </a:lnTo>
                <a:moveTo>
                  <a:pt x="6308" y="3172"/>
                </a:moveTo>
                <a:lnTo>
                  <a:pt x="7366" y="3172"/>
                </a:lnTo>
                <a:lnTo>
                  <a:pt x="7366" y="4178"/>
                </a:lnTo>
                <a:lnTo>
                  <a:pt x="6308" y="4178"/>
                </a:lnTo>
                <a:lnTo>
                  <a:pt x="6308" y="3172"/>
                </a:lnTo>
                <a:moveTo>
                  <a:pt x="6308" y="4247"/>
                </a:moveTo>
                <a:lnTo>
                  <a:pt x="7366" y="4247"/>
                </a:lnTo>
                <a:lnTo>
                  <a:pt x="7366" y="5200"/>
                </a:lnTo>
                <a:lnTo>
                  <a:pt x="6308" y="5200"/>
                </a:lnTo>
                <a:lnTo>
                  <a:pt x="6308" y="4247"/>
                </a:lnTo>
                <a:moveTo>
                  <a:pt x="6308" y="5268"/>
                </a:moveTo>
                <a:lnTo>
                  <a:pt x="7366" y="5268"/>
                </a:lnTo>
                <a:lnTo>
                  <a:pt x="7366" y="6274"/>
                </a:lnTo>
                <a:lnTo>
                  <a:pt x="6308" y="6274"/>
                </a:lnTo>
                <a:lnTo>
                  <a:pt x="6308" y="5268"/>
                </a:lnTo>
                <a:moveTo>
                  <a:pt x="6308" y="6342"/>
                </a:moveTo>
                <a:lnTo>
                  <a:pt x="7366" y="6342"/>
                </a:lnTo>
                <a:lnTo>
                  <a:pt x="7366" y="7296"/>
                </a:lnTo>
                <a:lnTo>
                  <a:pt x="6308" y="7296"/>
                </a:lnTo>
                <a:lnTo>
                  <a:pt x="6308" y="6342"/>
                </a:lnTo>
                <a:moveTo>
                  <a:pt x="6308" y="7364"/>
                </a:moveTo>
                <a:lnTo>
                  <a:pt x="7366" y="7364"/>
                </a:lnTo>
                <a:lnTo>
                  <a:pt x="7366" y="8369"/>
                </a:lnTo>
                <a:lnTo>
                  <a:pt x="6308" y="8369"/>
                </a:lnTo>
                <a:lnTo>
                  <a:pt x="6308" y="7364"/>
                </a:lnTo>
                <a:moveTo>
                  <a:pt x="6308" y="8438"/>
                </a:moveTo>
                <a:lnTo>
                  <a:pt x="7366" y="8438"/>
                </a:lnTo>
                <a:lnTo>
                  <a:pt x="7366" y="9391"/>
                </a:lnTo>
                <a:lnTo>
                  <a:pt x="6308" y="9391"/>
                </a:lnTo>
                <a:lnTo>
                  <a:pt x="6308" y="8438"/>
                </a:lnTo>
                <a:moveTo>
                  <a:pt x="6308" y="9459"/>
                </a:moveTo>
                <a:lnTo>
                  <a:pt x="7366" y="9459"/>
                </a:lnTo>
                <a:lnTo>
                  <a:pt x="7366" y="10465"/>
                </a:lnTo>
                <a:lnTo>
                  <a:pt x="6308" y="10465"/>
                </a:lnTo>
                <a:lnTo>
                  <a:pt x="6308" y="9459"/>
                </a:lnTo>
                <a:moveTo>
                  <a:pt x="6308" y="10533"/>
                </a:moveTo>
                <a:lnTo>
                  <a:pt x="7366" y="10533"/>
                </a:lnTo>
                <a:lnTo>
                  <a:pt x="7366" y="11487"/>
                </a:lnTo>
                <a:lnTo>
                  <a:pt x="6308" y="11487"/>
                </a:lnTo>
                <a:lnTo>
                  <a:pt x="6308" y="10533"/>
                </a:lnTo>
                <a:moveTo>
                  <a:pt x="6308" y="11556"/>
                </a:moveTo>
                <a:lnTo>
                  <a:pt x="7366" y="11556"/>
                </a:lnTo>
                <a:lnTo>
                  <a:pt x="7366" y="12561"/>
                </a:lnTo>
                <a:lnTo>
                  <a:pt x="6308" y="12561"/>
                </a:lnTo>
                <a:lnTo>
                  <a:pt x="6308" y="11556"/>
                </a:lnTo>
                <a:moveTo>
                  <a:pt x="6308" y="12630"/>
                </a:moveTo>
                <a:lnTo>
                  <a:pt x="7366" y="12630"/>
                </a:lnTo>
                <a:lnTo>
                  <a:pt x="7366" y="13583"/>
                </a:lnTo>
                <a:lnTo>
                  <a:pt x="6308" y="13583"/>
                </a:lnTo>
                <a:lnTo>
                  <a:pt x="6308" y="12630"/>
                </a:lnTo>
                <a:moveTo>
                  <a:pt x="6308" y="13651"/>
                </a:moveTo>
                <a:lnTo>
                  <a:pt x="7366" y="13651"/>
                </a:lnTo>
                <a:lnTo>
                  <a:pt x="7366" y="14657"/>
                </a:lnTo>
                <a:lnTo>
                  <a:pt x="6308" y="14657"/>
                </a:lnTo>
                <a:lnTo>
                  <a:pt x="6308" y="13651"/>
                </a:lnTo>
                <a:moveTo>
                  <a:pt x="6308" y="14726"/>
                </a:moveTo>
                <a:lnTo>
                  <a:pt x="7366" y="14726"/>
                </a:lnTo>
                <a:lnTo>
                  <a:pt x="7366" y="15680"/>
                </a:lnTo>
                <a:lnTo>
                  <a:pt x="6308" y="15680"/>
                </a:lnTo>
                <a:lnTo>
                  <a:pt x="6308" y="14726"/>
                </a:lnTo>
                <a:moveTo>
                  <a:pt x="5339" y="55"/>
                </a:moveTo>
                <a:lnTo>
                  <a:pt x="6238" y="55"/>
                </a:lnTo>
                <a:lnTo>
                  <a:pt x="6238" y="1007"/>
                </a:lnTo>
                <a:lnTo>
                  <a:pt x="5339" y="1007"/>
                </a:lnTo>
                <a:lnTo>
                  <a:pt x="5339" y="55"/>
                </a:lnTo>
                <a:moveTo>
                  <a:pt x="5339" y="1076"/>
                </a:moveTo>
                <a:lnTo>
                  <a:pt x="6238" y="1076"/>
                </a:lnTo>
                <a:lnTo>
                  <a:pt x="6238" y="2082"/>
                </a:lnTo>
                <a:lnTo>
                  <a:pt x="5339" y="2082"/>
                </a:lnTo>
                <a:lnTo>
                  <a:pt x="5339" y="1076"/>
                </a:lnTo>
                <a:moveTo>
                  <a:pt x="5339" y="2150"/>
                </a:moveTo>
                <a:lnTo>
                  <a:pt x="6238" y="2150"/>
                </a:lnTo>
                <a:lnTo>
                  <a:pt x="6238" y="3104"/>
                </a:lnTo>
                <a:lnTo>
                  <a:pt x="5339" y="3104"/>
                </a:lnTo>
                <a:lnTo>
                  <a:pt x="5339" y="2150"/>
                </a:lnTo>
                <a:moveTo>
                  <a:pt x="5339" y="3172"/>
                </a:moveTo>
                <a:lnTo>
                  <a:pt x="6238" y="3172"/>
                </a:lnTo>
                <a:lnTo>
                  <a:pt x="6238" y="4178"/>
                </a:lnTo>
                <a:lnTo>
                  <a:pt x="5339" y="4178"/>
                </a:lnTo>
                <a:lnTo>
                  <a:pt x="5339" y="3172"/>
                </a:lnTo>
                <a:moveTo>
                  <a:pt x="5339" y="4247"/>
                </a:moveTo>
                <a:lnTo>
                  <a:pt x="6238" y="4247"/>
                </a:lnTo>
                <a:lnTo>
                  <a:pt x="6238" y="5200"/>
                </a:lnTo>
                <a:lnTo>
                  <a:pt x="5339" y="5200"/>
                </a:lnTo>
                <a:lnTo>
                  <a:pt x="5339" y="4247"/>
                </a:lnTo>
                <a:moveTo>
                  <a:pt x="5339" y="5268"/>
                </a:moveTo>
                <a:lnTo>
                  <a:pt x="6238" y="5268"/>
                </a:lnTo>
                <a:lnTo>
                  <a:pt x="6238" y="6274"/>
                </a:lnTo>
                <a:lnTo>
                  <a:pt x="5339" y="6274"/>
                </a:lnTo>
                <a:lnTo>
                  <a:pt x="5339" y="5268"/>
                </a:lnTo>
                <a:moveTo>
                  <a:pt x="5339" y="6342"/>
                </a:moveTo>
                <a:lnTo>
                  <a:pt x="6238" y="6342"/>
                </a:lnTo>
                <a:lnTo>
                  <a:pt x="6238" y="7296"/>
                </a:lnTo>
                <a:lnTo>
                  <a:pt x="5339" y="7296"/>
                </a:lnTo>
                <a:lnTo>
                  <a:pt x="5339" y="6342"/>
                </a:lnTo>
                <a:moveTo>
                  <a:pt x="5339" y="7364"/>
                </a:moveTo>
                <a:lnTo>
                  <a:pt x="6238" y="7364"/>
                </a:lnTo>
                <a:lnTo>
                  <a:pt x="6238" y="8369"/>
                </a:lnTo>
                <a:lnTo>
                  <a:pt x="5339" y="8369"/>
                </a:lnTo>
                <a:lnTo>
                  <a:pt x="5339" y="7364"/>
                </a:lnTo>
                <a:moveTo>
                  <a:pt x="5339" y="8438"/>
                </a:moveTo>
                <a:lnTo>
                  <a:pt x="6238" y="8438"/>
                </a:lnTo>
                <a:lnTo>
                  <a:pt x="6238" y="9391"/>
                </a:lnTo>
                <a:lnTo>
                  <a:pt x="5339" y="9391"/>
                </a:lnTo>
                <a:lnTo>
                  <a:pt x="5339" y="8438"/>
                </a:lnTo>
                <a:moveTo>
                  <a:pt x="5339" y="9459"/>
                </a:moveTo>
                <a:lnTo>
                  <a:pt x="6238" y="9459"/>
                </a:lnTo>
                <a:lnTo>
                  <a:pt x="6238" y="10465"/>
                </a:lnTo>
                <a:lnTo>
                  <a:pt x="5339" y="10465"/>
                </a:lnTo>
                <a:lnTo>
                  <a:pt x="5339" y="9459"/>
                </a:lnTo>
                <a:moveTo>
                  <a:pt x="5339" y="10533"/>
                </a:moveTo>
                <a:lnTo>
                  <a:pt x="6238" y="10533"/>
                </a:lnTo>
                <a:lnTo>
                  <a:pt x="6238" y="11487"/>
                </a:lnTo>
                <a:lnTo>
                  <a:pt x="5339" y="11487"/>
                </a:lnTo>
                <a:lnTo>
                  <a:pt x="5339" y="10533"/>
                </a:lnTo>
                <a:moveTo>
                  <a:pt x="5339" y="11556"/>
                </a:moveTo>
                <a:lnTo>
                  <a:pt x="6238" y="11556"/>
                </a:lnTo>
                <a:lnTo>
                  <a:pt x="6238" y="12561"/>
                </a:lnTo>
                <a:lnTo>
                  <a:pt x="5339" y="12561"/>
                </a:lnTo>
                <a:lnTo>
                  <a:pt x="5339" y="11556"/>
                </a:lnTo>
                <a:moveTo>
                  <a:pt x="5339" y="12630"/>
                </a:moveTo>
                <a:lnTo>
                  <a:pt x="6238" y="12630"/>
                </a:lnTo>
                <a:lnTo>
                  <a:pt x="6238" y="13583"/>
                </a:lnTo>
                <a:lnTo>
                  <a:pt x="5339" y="13583"/>
                </a:lnTo>
                <a:lnTo>
                  <a:pt x="5339" y="12630"/>
                </a:lnTo>
                <a:moveTo>
                  <a:pt x="5339" y="13651"/>
                </a:moveTo>
                <a:lnTo>
                  <a:pt x="6238" y="13651"/>
                </a:lnTo>
                <a:lnTo>
                  <a:pt x="6238" y="14657"/>
                </a:lnTo>
                <a:lnTo>
                  <a:pt x="5339" y="14657"/>
                </a:lnTo>
                <a:lnTo>
                  <a:pt x="5339" y="13651"/>
                </a:lnTo>
                <a:moveTo>
                  <a:pt x="5339" y="14726"/>
                </a:moveTo>
                <a:lnTo>
                  <a:pt x="6238" y="14726"/>
                </a:lnTo>
                <a:lnTo>
                  <a:pt x="6238" y="15680"/>
                </a:lnTo>
                <a:lnTo>
                  <a:pt x="5339" y="15680"/>
                </a:lnTo>
                <a:lnTo>
                  <a:pt x="5339" y="14726"/>
                </a:lnTo>
                <a:moveTo>
                  <a:pt x="4211" y="55"/>
                </a:moveTo>
                <a:lnTo>
                  <a:pt x="5271" y="55"/>
                </a:lnTo>
                <a:lnTo>
                  <a:pt x="5271" y="1007"/>
                </a:lnTo>
                <a:lnTo>
                  <a:pt x="4211" y="1007"/>
                </a:lnTo>
                <a:lnTo>
                  <a:pt x="4211" y="55"/>
                </a:lnTo>
                <a:moveTo>
                  <a:pt x="4211" y="1076"/>
                </a:moveTo>
                <a:lnTo>
                  <a:pt x="5271" y="1076"/>
                </a:lnTo>
                <a:lnTo>
                  <a:pt x="5271" y="2082"/>
                </a:lnTo>
                <a:lnTo>
                  <a:pt x="4211" y="2082"/>
                </a:lnTo>
                <a:lnTo>
                  <a:pt x="4211" y="1076"/>
                </a:lnTo>
                <a:moveTo>
                  <a:pt x="4211" y="2150"/>
                </a:moveTo>
                <a:lnTo>
                  <a:pt x="5271" y="2150"/>
                </a:lnTo>
                <a:lnTo>
                  <a:pt x="5271" y="3104"/>
                </a:lnTo>
                <a:lnTo>
                  <a:pt x="4211" y="3104"/>
                </a:lnTo>
                <a:lnTo>
                  <a:pt x="4211" y="2150"/>
                </a:lnTo>
                <a:moveTo>
                  <a:pt x="4211" y="3172"/>
                </a:moveTo>
                <a:lnTo>
                  <a:pt x="5271" y="3172"/>
                </a:lnTo>
                <a:lnTo>
                  <a:pt x="5271" y="4178"/>
                </a:lnTo>
                <a:lnTo>
                  <a:pt x="4211" y="4178"/>
                </a:lnTo>
                <a:lnTo>
                  <a:pt x="4211" y="3172"/>
                </a:lnTo>
                <a:moveTo>
                  <a:pt x="4211" y="4247"/>
                </a:moveTo>
                <a:lnTo>
                  <a:pt x="5271" y="4247"/>
                </a:lnTo>
                <a:lnTo>
                  <a:pt x="5271" y="5200"/>
                </a:lnTo>
                <a:lnTo>
                  <a:pt x="4211" y="5200"/>
                </a:lnTo>
                <a:lnTo>
                  <a:pt x="4211" y="4247"/>
                </a:lnTo>
                <a:moveTo>
                  <a:pt x="4211" y="5268"/>
                </a:moveTo>
                <a:lnTo>
                  <a:pt x="5271" y="5268"/>
                </a:lnTo>
                <a:lnTo>
                  <a:pt x="5271" y="6274"/>
                </a:lnTo>
                <a:lnTo>
                  <a:pt x="4211" y="6274"/>
                </a:lnTo>
                <a:lnTo>
                  <a:pt x="4211" y="5268"/>
                </a:lnTo>
                <a:moveTo>
                  <a:pt x="4211" y="6342"/>
                </a:moveTo>
                <a:lnTo>
                  <a:pt x="5271" y="6342"/>
                </a:lnTo>
                <a:lnTo>
                  <a:pt x="5271" y="7296"/>
                </a:lnTo>
                <a:lnTo>
                  <a:pt x="4211" y="7296"/>
                </a:lnTo>
                <a:lnTo>
                  <a:pt x="4211" y="6342"/>
                </a:lnTo>
                <a:moveTo>
                  <a:pt x="4211" y="7364"/>
                </a:moveTo>
                <a:lnTo>
                  <a:pt x="5271" y="7364"/>
                </a:lnTo>
                <a:lnTo>
                  <a:pt x="5271" y="8369"/>
                </a:lnTo>
                <a:lnTo>
                  <a:pt x="4211" y="8369"/>
                </a:lnTo>
                <a:lnTo>
                  <a:pt x="4211" y="7364"/>
                </a:lnTo>
                <a:moveTo>
                  <a:pt x="4211" y="8438"/>
                </a:moveTo>
                <a:lnTo>
                  <a:pt x="5271" y="8438"/>
                </a:lnTo>
                <a:lnTo>
                  <a:pt x="5271" y="9391"/>
                </a:lnTo>
                <a:lnTo>
                  <a:pt x="4211" y="9391"/>
                </a:lnTo>
                <a:lnTo>
                  <a:pt x="4211" y="8438"/>
                </a:lnTo>
                <a:moveTo>
                  <a:pt x="4211" y="9459"/>
                </a:moveTo>
                <a:lnTo>
                  <a:pt x="5271" y="9459"/>
                </a:lnTo>
                <a:lnTo>
                  <a:pt x="5271" y="10465"/>
                </a:lnTo>
                <a:lnTo>
                  <a:pt x="4211" y="10465"/>
                </a:lnTo>
                <a:lnTo>
                  <a:pt x="4211" y="9459"/>
                </a:lnTo>
                <a:moveTo>
                  <a:pt x="4211" y="10533"/>
                </a:moveTo>
                <a:lnTo>
                  <a:pt x="5271" y="10533"/>
                </a:lnTo>
                <a:lnTo>
                  <a:pt x="5271" y="11487"/>
                </a:lnTo>
                <a:lnTo>
                  <a:pt x="4211" y="11487"/>
                </a:lnTo>
                <a:lnTo>
                  <a:pt x="4211" y="10533"/>
                </a:lnTo>
                <a:moveTo>
                  <a:pt x="4211" y="11556"/>
                </a:moveTo>
                <a:lnTo>
                  <a:pt x="5271" y="11556"/>
                </a:lnTo>
                <a:lnTo>
                  <a:pt x="5271" y="12561"/>
                </a:lnTo>
                <a:lnTo>
                  <a:pt x="4211" y="12561"/>
                </a:lnTo>
                <a:lnTo>
                  <a:pt x="4211" y="11556"/>
                </a:lnTo>
                <a:moveTo>
                  <a:pt x="4211" y="12630"/>
                </a:moveTo>
                <a:lnTo>
                  <a:pt x="5271" y="12630"/>
                </a:lnTo>
                <a:lnTo>
                  <a:pt x="5271" y="13583"/>
                </a:lnTo>
                <a:lnTo>
                  <a:pt x="4211" y="13583"/>
                </a:lnTo>
                <a:lnTo>
                  <a:pt x="4211" y="12630"/>
                </a:lnTo>
                <a:moveTo>
                  <a:pt x="4211" y="13651"/>
                </a:moveTo>
                <a:lnTo>
                  <a:pt x="5271" y="13651"/>
                </a:lnTo>
                <a:lnTo>
                  <a:pt x="5271" y="14657"/>
                </a:lnTo>
                <a:lnTo>
                  <a:pt x="4211" y="14657"/>
                </a:lnTo>
                <a:lnTo>
                  <a:pt x="4211" y="13651"/>
                </a:lnTo>
                <a:moveTo>
                  <a:pt x="4211" y="14726"/>
                </a:moveTo>
                <a:lnTo>
                  <a:pt x="5271" y="14726"/>
                </a:lnTo>
                <a:lnTo>
                  <a:pt x="5271" y="15680"/>
                </a:lnTo>
                <a:lnTo>
                  <a:pt x="4211" y="15680"/>
                </a:lnTo>
                <a:lnTo>
                  <a:pt x="4211" y="14726"/>
                </a:lnTo>
                <a:moveTo>
                  <a:pt x="3244" y="55"/>
                </a:moveTo>
                <a:lnTo>
                  <a:pt x="4143" y="55"/>
                </a:lnTo>
                <a:lnTo>
                  <a:pt x="4143" y="1007"/>
                </a:lnTo>
                <a:lnTo>
                  <a:pt x="3244" y="1007"/>
                </a:lnTo>
                <a:lnTo>
                  <a:pt x="3244" y="55"/>
                </a:lnTo>
                <a:moveTo>
                  <a:pt x="3244" y="1076"/>
                </a:moveTo>
                <a:lnTo>
                  <a:pt x="4143" y="1076"/>
                </a:lnTo>
                <a:lnTo>
                  <a:pt x="4143" y="2082"/>
                </a:lnTo>
                <a:lnTo>
                  <a:pt x="3244" y="2082"/>
                </a:lnTo>
                <a:lnTo>
                  <a:pt x="3244" y="1076"/>
                </a:lnTo>
                <a:moveTo>
                  <a:pt x="3244" y="2150"/>
                </a:moveTo>
                <a:lnTo>
                  <a:pt x="4143" y="2150"/>
                </a:lnTo>
                <a:lnTo>
                  <a:pt x="4143" y="3104"/>
                </a:lnTo>
                <a:lnTo>
                  <a:pt x="3244" y="3104"/>
                </a:lnTo>
                <a:lnTo>
                  <a:pt x="3244" y="2150"/>
                </a:lnTo>
                <a:moveTo>
                  <a:pt x="3244" y="3172"/>
                </a:moveTo>
                <a:lnTo>
                  <a:pt x="4143" y="3172"/>
                </a:lnTo>
                <a:lnTo>
                  <a:pt x="4143" y="4178"/>
                </a:lnTo>
                <a:lnTo>
                  <a:pt x="3244" y="4178"/>
                </a:lnTo>
                <a:lnTo>
                  <a:pt x="3244" y="3172"/>
                </a:lnTo>
                <a:moveTo>
                  <a:pt x="3244" y="4247"/>
                </a:moveTo>
                <a:lnTo>
                  <a:pt x="4143" y="4247"/>
                </a:lnTo>
                <a:lnTo>
                  <a:pt x="4143" y="5200"/>
                </a:lnTo>
                <a:lnTo>
                  <a:pt x="3244" y="5200"/>
                </a:lnTo>
                <a:lnTo>
                  <a:pt x="3244" y="4247"/>
                </a:lnTo>
                <a:moveTo>
                  <a:pt x="3244" y="5268"/>
                </a:moveTo>
                <a:lnTo>
                  <a:pt x="4143" y="5268"/>
                </a:lnTo>
                <a:lnTo>
                  <a:pt x="4143" y="6274"/>
                </a:lnTo>
                <a:lnTo>
                  <a:pt x="3244" y="6274"/>
                </a:lnTo>
                <a:lnTo>
                  <a:pt x="3244" y="5268"/>
                </a:lnTo>
                <a:moveTo>
                  <a:pt x="3244" y="6342"/>
                </a:moveTo>
                <a:lnTo>
                  <a:pt x="4143" y="6342"/>
                </a:lnTo>
                <a:lnTo>
                  <a:pt x="4143" y="7296"/>
                </a:lnTo>
                <a:lnTo>
                  <a:pt x="3244" y="7296"/>
                </a:lnTo>
                <a:lnTo>
                  <a:pt x="3244" y="6342"/>
                </a:lnTo>
                <a:moveTo>
                  <a:pt x="3244" y="7364"/>
                </a:moveTo>
                <a:lnTo>
                  <a:pt x="4143" y="7364"/>
                </a:lnTo>
                <a:lnTo>
                  <a:pt x="4143" y="8369"/>
                </a:lnTo>
                <a:lnTo>
                  <a:pt x="3244" y="8369"/>
                </a:lnTo>
                <a:lnTo>
                  <a:pt x="3244" y="7364"/>
                </a:lnTo>
                <a:moveTo>
                  <a:pt x="3244" y="8438"/>
                </a:moveTo>
                <a:lnTo>
                  <a:pt x="4143" y="8438"/>
                </a:lnTo>
                <a:lnTo>
                  <a:pt x="4143" y="9391"/>
                </a:lnTo>
                <a:lnTo>
                  <a:pt x="3244" y="9391"/>
                </a:lnTo>
                <a:lnTo>
                  <a:pt x="3244" y="8438"/>
                </a:lnTo>
                <a:moveTo>
                  <a:pt x="3244" y="9459"/>
                </a:moveTo>
                <a:lnTo>
                  <a:pt x="4143" y="9459"/>
                </a:lnTo>
                <a:lnTo>
                  <a:pt x="4143" y="10465"/>
                </a:lnTo>
                <a:lnTo>
                  <a:pt x="3244" y="10465"/>
                </a:lnTo>
                <a:lnTo>
                  <a:pt x="3244" y="9459"/>
                </a:lnTo>
                <a:moveTo>
                  <a:pt x="3244" y="10533"/>
                </a:moveTo>
                <a:lnTo>
                  <a:pt x="4143" y="10533"/>
                </a:lnTo>
                <a:lnTo>
                  <a:pt x="4143" y="11487"/>
                </a:lnTo>
                <a:lnTo>
                  <a:pt x="3244" y="11487"/>
                </a:lnTo>
                <a:lnTo>
                  <a:pt x="3244" y="10533"/>
                </a:lnTo>
                <a:moveTo>
                  <a:pt x="3244" y="11556"/>
                </a:moveTo>
                <a:lnTo>
                  <a:pt x="4143" y="11556"/>
                </a:lnTo>
                <a:lnTo>
                  <a:pt x="4143" y="12561"/>
                </a:lnTo>
                <a:lnTo>
                  <a:pt x="3244" y="12561"/>
                </a:lnTo>
                <a:lnTo>
                  <a:pt x="3244" y="11556"/>
                </a:lnTo>
                <a:moveTo>
                  <a:pt x="3244" y="12630"/>
                </a:moveTo>
                <a:lnTo>
                  <a:pt x="4143" y="12630"/>
                </a:lnTo>
                <a:lnTo>
                  <a:pt x="4143" y="13583"/>
                </a:lnTo>
                <a:lnTo>
                  <a:pt x="3244" y="13583"/>
                </a:lnTo>
                <a:lnTo>
                  <a:pt x="3244" y="12630"/>
                </a:lnTo>
                <a:moveTo>
                  <a:pt x="3244" y="13651"/>
                </a:moveTo>
                <a:lnTo>
                  <a:pt x="4143" y="13651"/>
                </a:lnTo>
                <a:lnTo>
                  <a:pt x="4143" y="14657"/>
                </a:lnTo>
                <a:lnTo>
                  <a:pt x="3244" y="14657"/>
                </a:lnTo>
                <a:lnTo>
                  <a:pt x="3244" y="13651"/>
                </a:lnTo>
                <a:moveTo>
                  <a:pt x="3244" y="14726"/>
                </a:moveTo>
                <a:lnTo>
                  <a:pt x="4143" y="14726"/>
                </a:lnTo>
                <a:lnTo>
                  <a:pt x="4143" y="15680"/>
                </a:lnTo>
                <a:lnTo>
                  <a:pt x="3244" y="15680"/>
                </a:lnTo>
                <a:lnTo>
                  <a:pt x="3244" y="14726"/>
                </a:lnTo>
                <a:moveTo>
                  <a:pt x="2115" y="55"/>
                </a:moveTo>
                <a:lnTo>
                  <a:pt x="3174" y="55"/>
                </a:lnTo>
                <a:lnTo>
                  <a:pt x="3174" y="1007"/>
                </a:lnTo>
                <a:lnTo>
                  <a:pt x="2115" y="1007"/>
                </a:lnTo>
                <a:lnTo>
                  <a:pt x="2115" y="55"/>
                </a:lnTo>
                <a:moveTo>
                  <a:pt x="2115" y="1076"/>
                </a:moveTo>
                <a:lnTo>
                  <a:pt x="3174" y="1076"/>
                </a:lnTo>
                <a:lnTo>
                  <a:pt x="3174" y="2082"/>
                </a:lnTo>
                <a:lnTo>
                  <a:pt x="2115" y="2082"/>
                </a:lnTo>
                <a:lnTo>
                  <a:pt x="2115" y="1076"/>
                </a:lnTo>
                <a:moveTo>
                  <a:pt x="2115" y="2150"/>
                </a:moveTo>
                <a:lnTo>
                  <a:pt x="3174" y="2150"/>
                </a:lnTo>
                <a:lnTo>
                  <a:pt x="3174" y="3104"/>
                </a:lnTo>
                <a:lnTo>
                  <a:pt x="2115" y="3104"/>
                </a:lnTo>
                <a:lnTo>
                  <a:pt x="2115" y="2150"/>
                </a:lnTo>
                <a:moveTo>
                  <a:pt x="2115" y="3172"/>
                </a:moveTo>
                <a:lnTo>
                  <a:pt x="3174" y="3172"/>
                </a:lnTo>
                <a:lnTo>
                  <a:pt x="3174" y="4178"/>
                </a:lnTo>
                <a:lnTo>
                  <a:pt x="2115" y="4178"/>
                </a:lnTo>
                <a:lnTo>
                  <a:pt x="2115" y="3172"/>
                </a:lnTo>
                <a:moveTo>
                  <a:pt x="2115" y="4247"/>
                </a:moveTo>
                <a:lnTo>
                  <a:pt x="3174" y="4247"/>
                </a:lnTo>
                <a:lnTo>
                  <a:pt x="3174" y="5200"/>
                </a:lnTo>
                <a:lnTo>
                  <a:pt x="2115" y="5200"/>
                </a:lnTo>
                <a:lnTo>
                  <a:pt x="2115" y="4247"/>
                </a:lnTo>
                <a:moveTo>
                  <a:pt x="2115" y="5268"/>
                </a:moveTo>
                <a:lnTo>
                  <a:pt x="3174" y="5268"/>
                </a:lnTo>
                <a:lnTo>
                  <a:pt x="3174" y="6274"/>
                </a:lnTo>
                <a:lnTo>
                  <a:pt x="2115" y="6274"/>
                </a:lnTo>
                <a:lnTo>
                  <a:pt x="2115" y="5268"/>
                </a:lnTo>
                <a:moveTo>
                  <a:pt x="2115" y="6342"/>
                </a:moveTo>
                <a:lnTo>
                  <a:pt x="3174" y="6342"/>
                </a:lnTo>
                <a:lnTo>
                  <a:pt x="3174" y="7296"/>
                </a:lnTo>
                <a:lnTo>
                  <a:pt x="2115" y="7296"/>
                </a:lnTo>
                <a:lnTo>
                  <a:pt x="2115" y="6342"/>
                </a:lnTo>
                <a:moveTo>
                  <a:pt x="2115" y="7364"/>
                </a:moveTo>
                <a:lnTo>
                  <a:pt x="3174" y="7364"/>
                </a:lnTo>
                <a:lnTo>
                  <a:pt x="3174" y="8369"/>
                </a:lnTo>
                <a:lnTo>
                  <a:pt x="2115" y="8369"/>
                </a:lnTo>
                <a:lnTo>
                  <a:pt x="2115" y="7364"/>
                </a:lnTo>
                <a:moveTo>
                  <a:pt x="2115" y="8438"/>
                </a:moveTo>
                <a:lnTo>
                  <a:pt x="3174" y="8438"/>
                </a:lnTo>
                <a:lnTo>
                  <a:pt x="3174" y="9391"/>
                </a:lnTo>
                <a:lnTo>
                  <a:pt x="2115" y="9391"/>
                </a:lnTo>
                <a:lnTo>
                  <a:pt x="2115" y="8438"/>
                </a:lnTo>
                <a:moveTo>
                  <a:pt x="2115" y="9459"/>
                </a:moveTo>
                <a:lnTo>
                  <a:pt x="3174" y="9459"/>
                </a:lnTo>
                <a:lnTo>
                  <a:pt x="3174" y="10465"/>
                </a:lnTo>
                <a:lnTo>
                  <a:pt x="2115" y="10465"/>
                </a:lnTo>
                <a:lnTo>
                  <a:pt x="2115" y="9459"/>
                </a:lnTo>
                <a:moveTo>
                  <a:pt x="2115" y="10533"/>
                </a:moveTo>
                <a:lnTo>
                  <a:pt x="3174" y="10533"/>
                </a:lnTo>
                <a:lnTo>
                  <a:pt x="3174" y="11487"/>
                </a:lnTo>
                <a:lnTo>
                  <a:pt x="2115" y="11487"/>
                </a:lnTo>
                <a:lnTo>
                  <a:pt x="2115" y="10533"/>
                </a:lnTo>
                <a:moveTo>
                  <a:pt x="2115" y="11556"/>
                </a:moveTo>
                <a:lnTo>
                  <a:pt x="3174" y="11556"/>
                </a:lnTo>
                <a:lnTo>
                  <a:pt x="3174" y="12561"/>
                </a:lnTo>
                <a:lnTo>
                  <a:pt x="2115" y="12561"/>
                </a:lnTo>
                <a:lnTo>
                  <a:pt x="2115" y="11556"/>
                </a:lnTo>
                <a:moveTo>
                  <a:pt x="2115" y="12630"/>
                </a:moveTo>
                <a:lnTo>
                  <a:pt x="3174" y="12630"/>
                </a:lnTo>
                <a:lnTo>
                  <a:pt x="3174" y="13583"/>
                </a:lnTo>
                <a:lnTo>
                  <a:pt x="2115" y="13583"/>
                </a:lnTo>
                <a:lnTo>
                  <a:pt x="2115" y="12630"/>
                </a:lnTo>
                <a:moveTo>
                  <a:pt x="2115" y="13651"/>
                </a:moveTo>
                <a:lnTo>
                  <a:pt x="3174" y="13651"/>
                </a:lnTo>
                <a:lnTo>
                  <a:pt x="3174" y="14657"/>
                </a:lnTo>
                <a:lnTo>
                  <a:pt x="2115" y="14657"/>
                </a:lnTo>
                <a:lnTo>
                  <a:pt x="2115" y="13651"/>
                </a:lnTo>
                <a:moveTo>
                  <a:pt x="2115" y="14726"/>
                </a:moveTo>
                <a:lnTo>
                  <a:pt x="3174" y="14726"/>
                </a:lnTo>
                <a:lnTo>
                  <a:pt x="3174" y="15680"/>
                </a:lnTo>
                <a:lnTo>
                  <a:pt x="2115" y="15680"/>
                </a:lnTo>
                <a:lnTo>
                  <a:pt x="2115" y="14726"/>
                </a:lnTo>
                <a:moveTo>
                  <a:pt x="1147" y="55"/>
                </a:moveTo>
                <a:lnTo>
                  <a:pt x="2046" y="55"/>
                </a:lnTo>
                <a:lnTo>
                  <a:pt x="2046" y="1007"/>
                </a:lnTo>
                <a:lnTo>
                  <a:pt x="1147" y="1007"/>
                </a:lnTo>
                <a:lnTo>
                  <a:pt x="1147" y="55"/>
                </a:lnTo>
                <a:moveTo>
                  <a:pt x="1147" y="1076"/>
                </a:moveTo>
                <a:lnTo>
                  <a:pt x="2046" y="1076"/>
                </a:lnTo>
                <a:lnTo>
                  <a:pt x="2046" y="2082"/>
                </a:lnTo>
                <a:lnTo>
                  <a:pt x="1147" y="2082"/>
                </a:lnTo>
                <a:lnTo>
                  <a:pt x="1147" y="1076"/>
                </a:lnTo>
                <a:moveTo>
                  <a:pt x="1147" y="2150"/>
                </a:moveTo>
                <a:lnTo>
                  <a:pt x="2046" y="2150"/>
                </a:lnTo>
                <a:lnTo>
                  <a:pt x="2046" y="3104"/>
                </a:lnTo>
                <a:lnTo>
                  <a:pt x="1147" y="3104"/>
                </a:lnTo>
                <a:lnTo>
                  <a:pt x="1147" y="2150"/>
                </a:lnTo>
                <a:moveTo>
                  <a:pt x="1147" y="3172"/>
                </a:moveTo>
                <a:lnTo>
                  <a:pt x="2046" y="3172"/>
                </a:lnTo>
                <a:lnTo>
                  <a:pt x="2046" y="4178"/>
                </a:lnTo>
                <a:lnTo>
                  <a:pt x="1147" y="4178"/>
                </a:lnTo>
                <a:lnTo>
                  <a:pt x="1147" y="3172"/>
                </a:lnTo>
                <a:moveTo>
                  <a:pt x="1147" y="4247"/>
                </a:moveTo>
                <a:lnTo>
                  <a:pt x="2046" y="4247"/>
                </a:lnTo>
                <a:lnTo>
                  <a:pt x="2046" y="5200"/>
                </a:lnTo>
                <a:lnTo>
                  <a:pt x="1147" y="5200"/>
                </a:lnTo>
                <a:lnTo>
                  <a:pt x="1147" y="4247"/>
                </a:lnTo>
                <a:moveTo>
                  <a:pt x="1147" y="5268"/>
                </a:moveTo>
                <a:lnTo>
                  <a:pt x="2046" y="5268"/>
                </a:lnTo>
                <a:lnTo>
                  <a:pt x="2046" y="6274"/>
                </a:lnTo>
                <a:lnTo>
                  <a:pt x="1147" y="6274"/>
                </a:lnTo>
                <a:lnTo>
                  <a:pt x="1147" y="5268"/>
                </a:lnTo>
                <a:moveTo>
                  <a:pt x="1147" y="6342"/>
                </a:moveTo>
                <a:lnTo>
                  <a:pt x="2046" y="6342"/>
                </a:lnTo>
                <a:lnTo>
                  <a:pt x="2046" y="7296"/>
                </a:lnTo>
                <a:lnTo>
                  <a:pt x="1147" y="7296"/>
                </a:lnTo>
                <a:lnTo>
                  <a:pt x="1147" y="6342"/>
                </a:lnTo>
                <a:moveTo>
                  <a:pt x="1147" y="7364"/>
                </a:moveTo>
                <a:lnTo>
                  <a:pt x="2046" y="7364"/>
                </a:lnTo>
                <a:lnTo>
                  <a:pt x="2046" y="8369"/>
                </a:lnTo>
                <a:lnTo>
                  <a:pt x="1147" y="8369"/>
                </a:lnTo>
                <a:lnTo>
                  <a:pt x="1147" y="7364"/>
                </a:lnTo>
                <a:moveTo>
                  <a:pt x="1147" y="8438"/>
                </a:moveTo>
                <a:lnTo>
                  <a:pt x="2046" y="8438"/>
                </a:lnTo>
                <a:lnTo>
                  <a:pt x="2046" y="9391"/>
                </a:lnTo>
                <a:lnTo>
                  <a:pt x="1147" y="9391"/>
                </a:lnTo>
                <a:lnTo>
                  <a:pt x="1147" y="8438"/>
                </a:lnTo>
                <a:moveTo>
                  <a:pt x="1147" y="9459"/>
                </a:moveTo>
                <a:lnTo>
                  <a:pt x="2046" y="9459"/>
                </a:lnTo>
                <a:lnTo>
                  <a:pt x="2046" y="10465"/>
                </a:lnTo>
                <a:lnTo>
                  <a:pt x="1147" y="10465"/>
                </a:lnTo>
                <a:lnTo>
                  <a:pt x="1147" y="9459"/>
                </a:lnTo>
                <a:moveTo>
                  <a:pt x="1147" y="10533"/>
                </a:moveTo>
                <a:lnTo>
                  <a:pt x="2046" y="10533"/>
                </a:lnTo>
                <a:lnTo>
                  <a:pt x="2046" y="11487"/>
                </a:lnTo>
                <a:lnTo>
                  <a:pt x="1147" y="11487"/>
                </a:lnTo>
                <a:lnTo>
                  <a:pt x="1147" y="10533"/>
                </a:lnTo>
                <a:moveTo>
                  <a:pt x="1147" y="11556"/>
                </a:moveTo>
                <a:lnTo>
                  <a:pt x="2046" y="11556"/>
                </a:lnTo>
                <a:lnTo>
                  <a:pt x="2046" y="12561"/>
                </a:lnTo>
                <a:lnTo>
                  <a:pt x="1147" y="12561"/>
                </a:lnTo>
                <a:lnTo>
                  <a:pt x="1147" y="11556"/>
                </a:lnTo>
                <a:moveTo>
                  <a:pt x="1147" y="12630"/>
                </a:moveTo>
                <a:lnTo>
                  <a:pt x="2046" y="12630"/>
                </a:lnTo>
                <a:lnTo>
                  <a:pt x="2046" y="13583"/>
                </a:lnTo>
                <a:lnTo>
                  <a:pt x="1147" y="13583"/>
                </a:lnTo>
                <a:lnTo>
                  <a:pt x="1147" y="12630"/>
                </a:lnTo>
                <a:moveTo>
                  <a:pt x="1147" y="13651"/>
                </a:moveTo>
                <a:lnTo>
                  <a:pt x="2046" y="13651"/>
                </a:lnTo>
                <a:lnTo>
                  <a:pt x="2046" y="14657"/>
                </a:lnTo>
                <a:lnTo>
                  <a:pt x="1147" y="14657"/>
                </a:lnTo>
                <a:lnTo>
                  <a:pt x="1147" y="13651"/>
                </a:lnTo>
                <a:moveTo>
                  <a:pt x="1147" y="14726"/>
                </a:moveTo>
                <a:lnTo>
                  <a:pt x="2046" y="14726"/>
                </a:lnTo>
                <a:lnTo>
                  <a:pt x="2046" y="15680"/>
                </a:lnTo>
                <a:lnTo>
                  <a:pt x="1147" y="15680"/>
                </a:lnTo>
                <a:lnTo>
                  <a:pt x="1147" y="14726"/>
                </a:lnTo>
                <a:moveTo>
                  <a:pt x="19" y="55"/>
                </a:moveTo>
                <a:lnTo>
                  <a:pt x="1079" y="55"/>
                </a:lnTo>
                <a:lnTo>
                  <a:pt x="1079" y="1007"/>
                </a:lnTo>
                <a:lnTo>
                  <a:pt x="19" y="1007"/>
                </a:lnTo>
                <a:lnTo>
                  <a:pt x="19" y="55"/>
                </a:lnTo>
                <a:moveTo>
                  <a:pt x="19" y="1076"/>
                </a:moveTo>
                <a:lnTo>
                  <a:pt x="1079" y="1076"/>
                </a:lnTo>
                <a:lnTo>
                  <a:pt x="1079" y="2082"/>
                </a:lnTo>
                <a:lnTo>
                  <a:pt x="19" y="2082"/>
                </a:lnTo>
                <a:lnTo>
                  <a:pt x="19" y="1076"/>
                </a:lnTo>
                <a:moveTo>
                  <a:pt x="19" y="2150"/>
                </a:moveTo>
                <a:lnTo>
                  <a:pt x="1079" y="2150"/>
                </a:lnTo>
                <a:lnTo>
                  <a:pt x="1079" y="3104"/>
                </a:lnTo>
                <a:lnTo>
                  <a:pt x="19" y="3104"/>
                </a:lnTo>
                <a:lnTo>
                  <a:pt x="19" y="2150"/>
                </a:lnTo>
                <a:moveTo>
                  <a:pt x="19" y="3172"/>
                </a:moveTo>
                <a:lnTo>
                  <a:pt x="1079" y="3172"/>
                </a:lnTo>
                <a:lnTo>
                  <a:pt x="1079" y="4178"/>
                </a:lnTo>
                <a:lnTo>
                  <a:pt x="19" y="4178"/>
                </a:lnTo>
                <a:lnTo>
                  <a:pt x="19" y="3172"/>
                </a:lnTo>
                <a:moveTo>
                  <a:pt x="19" y="4247"/>
                </a:moveTo>
                <a:lnTo>
                  <a:pt x="1079" y="4247"/>
                </a:lnTo>
                <a:lnTo>
                  <a:pt x="1079" y="5200"/>
                </a:lnTo>
                <a:lnTo>
                  <a:pt x="19" y="5200"/>
                </a:lnTo>
                <a:lnTo>
                  <a:pt x="19" y="4247"/>
                </a:lnTo>
                <a:moveTo>
                  <a:pt x="19" y="5268"/>
                </a:moveTo>
                <a:lnTo>
                  <a:pt x="1079" y="5268"/>
                </a:lnTo>
                <a:lnTo>
                  <a:pt x="1079" y="6274"/>
                </a:lnTo>
                <a:lnTo>
                  <a:pt x="19" y="6274"/>
                </a:lnTo>
                <a:lnTo>
                  <a:pt x="19" y="5268"/>
                </a:lnTo>
                <a:moveTo>
                  <a:pt x="19" y="6342"/>
                </a:moveTo>
                <a:lnTo>
                  <a:pt x="1079" y="6342"/>
                </a:lnTo>
                <a:lnTo>
                  <a:pt x="1079" y="7296"/>
                </a:lnTo>
                <a:lnTo>
                  <a:pt x="19" y="7296"/>
                </a:lnTo>
                <a:lnTo>
                  <a:pt x="19" y="6342"/>
                </a:lnTo>
                <a:moveTo>
                  <a:pt x="19" y="7364"/>
                </a:moveTo>
                <a:lnTo>
                  <a:pt x="1079" y="7364"/>
                </a:lnTo>
                <a:lnTo>
                  <a:pt x="1079" y="8369"/>
                </a:lnTo>
                <a:lnTo>
                  <a:pt x="19" y="8369"/>
                </a:lnTo>
                <a:lnTo>
                  <a:pt x="19" y="7364"/>
                </a:lnTo>
                <a:moveTo>
                  <a:pt x="19" y="8438"/>
                </a:moveTo>
                <a:lnTo>
                  <a:pt x="1079" y="8438"/>
                </a:lnTo>
                <a:lnTo>
                  <a:pt x="1079" y="9391"/>
                </a:lnTo>
                <a:lnTo>
                  <a:pt x="19" y="9391"/>
                </a:lnTo>
                <a:lnTo>
                  <a:pt x="19" y="8438"/>
                </a:lnTo>
                <a:moveTo>
                  <a:pt x="19" y="9459"/>
                </a:moveTo>
                <a:lnTo>
                  <a:pt x="1079" y="9459"/>
                </a:lnTo>
                <a:lnTo>
                  <a:pt x="1079" y="10465"/>
                </a:lnTo>
                <a:lnTo>
                  <a:pt x="19" y="10465"/>
                </a:lnTo>
                <a:lnTo>
                  <a:pt x="19" y="9459"/>
                </a:lnTo>
                <a:moveTo>
                  <a:pt x="19" y="10533"/>
                </a:moveTo>
                <a:lnTo>
                  <a:pt x="1079" y="10533"/>
                </a:lnTo>
                <a:lnTo>
                  <a:pt x="1079" y="11487"/>
                </a:lnTo>
                <a:lnTo>
                  <a:pt x="19" y="11487"/>
                </a:lnTo>
                <a:lnTo>
                  <a:pt x="19" y="10533"/>
                </a:lnTo>
                <a:moveTo>
                  <a:pt x="19" y="11556"/>
                </a:moveTo>
                <a:lnTo>
                  <a:pt x="1079" y="11556"/>
                </a:lnTo>
                <a:lnTo>
                  <a:pt x="1079" y="12561"/>
                </a:lnTo>
                <a:lnTo>
                  <a:pt x="19" y="12561"/>
                </a:lnTo>
                <a:lnTo>
                  <a:pt x="19" y="11556"/>
                </a:lnTo>
                <a:moveTo>
                  <a:pt x="19" y="12630"/>
                </a:moveTo>
                <a:lnTo>
                  <a:pt x="1079" y="12630"/>
                </a:lnTo>
                <a:lnTo>
                  <a:pt x="1079" y="13583"/>
                </a:lnTo>
                <a:lnTo>
                  <a:pt x="19" y="13583"/>
                </a:lnTo>
                <a:lnTo>
                  <a:pt x="19" y="12630"/>
                </a:lnTo>
                <a:moveTo>
                  <a:pt x="19" y="13651"/>
                </a:moveTo>
                <a:lnTo>
                  <a:pt x="1079" y="13651"/>
                </a:lnTo>
                <a:lnTo>
                  <a:pt x="1079" y="14657"/>
                </a:lnTo>
                <a:lnTo>
                  <a:pt x="19" y="14657"/>
                </a:lnTo>
                <a:lnTo>
                  <a:pt x="19" y="13651"/>
                </a:lnTo>
                <a:moveTo>
                  <a:pt x="19" y="14726"/>
                </a:moveTo>
                <a:lnTo>
                  <a:pt x="1079" y="14726"/>
                </a:lnTo>
                <a:lnTo>
                  <a:pt x="1079" y="15680"/>
                </a:lnTo>
                <a:lnTo>
                  <a:pt x="19" y="15680"/>
                </a:lnTo>
                <a:lnTo>
                  <a:pt x="19" y="14726"/>
                </a:lnTo>
              </a:path>
            </a:pathLst>
          </a:custGeom>
          <a:solidFill>
            <a:schemeClr val="dk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298" name="Google Shape;298;p3"/>
          <p:cNvSpPr txBox="1">
            <a:spLocks noGrp="1"/>
          </p:cNvSpPr>
          <p:nvPr>
            <p:ph type="title"/>
          </p:nvPr>
        </p:nvSpPr>
        <p:spPr>
          <a:xfrm>
            <a:off x="1413025" y="2374825"/>
            <a:ext cx="6318000" cy="9159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5000"/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299" name="Google Shape;299;p3"/>
          <p:cNvSpPr txBox="1">
            <a:spLocks noGrp="1"/>
          </p:cNvSpPr>
          <p:nvPr>
            <p:ph type="title" idx="2" hasCustomPrompt="1"/>
          </p:nvPr>
        </p:nvSpPr>
        <p:spPr>
          <a:xfrm>
            <a:off x="3745950" y="1479436"/>
            <a:ext cx="1652100" cy="9159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750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300" name="Google Shape;300;p3"/>
          <p:cNvSpPr txBox="1">
            <a:spLocks noGrp="1"/>
          </p:cNvSpPr>
          <p:nvPr>
            <p:ph type="subTitle" idx="1"/>
          </p:nvPr>
        </p:nvSpPr>
        <p:spPr>
          <a:xfrm>
            <a:off x="1413025" y="3289075"/>
            <a:ext cx="6318000" cy="706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01" name="Google Shape;301;p3"/>
          <p:cNvGrpSpPr/>
          <p:nvPr/>
        </p:nvGrpSpPr>
        <p:grpSpPr>
          <a:xfrm>
            <a:off x="-762626" y="64061"/>
            <a:ext cx="12307119" cy="2879748"/>
            <a:chOff x="-762626" y="64061"/>
            <a:chExt cx="12307119" cy="2879748"/>
          </a:xfrm>
        </p:grpSpPr>
        <p:grpSp>
          <p:nvGrpSpPr>
            <p:cNvPr id="302" name="Google Shape;302;p3"/>
            <p:cNvGrpSpPr/>
            <p:nvPr/>
          </p:nvGrpSpPr>
          <p:grpSpPr>
            <a:xfrm>
              <a:off x="-395032" y="64061"/>
              <a:ext cx="2216527" cy="608732"/>
              <a:chOff x="35640" y="924840"/>
              <a:chExt cx="1030320" cy="282960"/>
            </a:xfrm>
          </p:grpSpPr>
          <p:sp>
            <p:nvSpPr>
              <p:cNvPr id="303" name="Google Shape;303;p3"/>
              <p:cNvSpPr/>
              <p:nvPr/>
            </p:nvSpPr>
            <p:spPr>
              <a:xfrm>
                <a:off x="119520" y="1041840"/>
                <a:ext cx="51120" cy="132120"/>
              </a:xfrm>
              <a:custGeom>
                <a:avLst/>
                <a:gdLst/>
                <a:ahLst/>
                <a:cxnLst/>
                <a:rect l="l" t="t" r="r" b="b"/>
                <a:pathLst>
                  <a:path w="142" h="367" extrusionOk="0">
                    <a:moveTo>
                      <a:pt x="57" y="366"/>
                    </a:moveTo>
                    <a:cubicBezTo>
                      <a:pt x="49" y="365"/>
                      <a:pt x="41" y="363"/>
                      <a:pt x="35" y="358"/>
                    </a:cubicBezTo>
                    <a:cubicBezTo>
                      <a:pt x="29" y="355"/>
                      <a:pt x="25" y="349"/>
                      <a:pt x="20" y="343"/>
                    </a:cubicBezTo>
                    <a:cubicBezTo>
                      <a:pt x="16" y="337"/>
                      <a:pt x="13" y="330"/>
                      <a:pt x="12" y="322"/>
                    </a:cubicBezTo>
                    <a:cubicBezTo>
                      <a:pt x="12" y="318"/>
                      <a:pt x="11" y="315"/>
                      <a:pt x="12" y="311"/>
                    </a:cubicBezTo>
                    <a:cubicBezTo>
                      <a:pt x="12" y="307"/>
                      <a:pt x="13" y="304"/>
                      <a:pt x="15" y="300"/>
                    </a:cubicBezTo>
                    <a:cubicBezTo>
                      <a:pt x="18" y="294"/>
                      <a:pt x="25" y="292"/>
                      <a:pt x="31" y="294"/>
                    </a:cubicBezTo>
                    <a:cubicBezTo>
                      <a:pt x="37" y="297"/>
                      <a:pt x="40" y="304"/>
                      <a:pt x="37" y="310"/>
                    </a:cubicBezTo>
                    <a:cubicBezTo>
                      <a:pt x="37" y="311"/>
                      <a:pt x="36" y="312"/>
                      <a:pt x="36" y="313"/>
                    </a:cubicBezTo>
                    <a:lnTo>
                      <a:pt x="36" y="314"/>
                    </a:lnTo>
                    <a:lnTo>
                      <a:pt x="36" y="315"/>
                    </a:lnTo>
                    <a:cubicBezTo>
                      <a:pt x="36" y="316"/>
                      <a:pt x="36" y="317"/>
                      <a:pt x="36" y="318"/>
                    </a:cubicBezTo>
                    <a:cubicBezTo>
                      <a:pt x="36" y="320"/>
                      <a:pt x="37" y="321"/>
                      <a:pt x="37" y="322"/>
                    </a:cubicBezTo>
                    <a:cubicBezTo>
                      <a:pt x="38" y="324"/>
                      <a:pt x="39" y="325"/>
                      <a:pt x="39" y="326"/>
                    </a:cubicBezTo>
                    <a:cubicBezTo>
                      <a:pt x="40" y="328"/>
                      <a:pt x="40" y="329"/>
                      <a:pt x="41" y="330"/>
                    </a:cubicBezTo>
                    <a:cubicBezTo>
                      <a:pt x="42" y="331"/>
                      <a:pt x="43" y="332"/>
                      <a:pt x="44" y="334"/>
                    </a:cubicBezTo>
                    <a:cubicBezTo>
                      <a:pt x="44" y="335"/>
                      <a:pt x="46" y="335"/>
                      <a:pt x="47" y="337"/>
                    </a:cubicBezTo>
                    <a:lnTo>
                      <a:pt x="48" y="338"/>
                    </a:lnTo>
                    <a:cubicBezTo>
                      <a:pt x="50" y="339"/>
                      <a:pt x="50" y="339"/>
                      <a:pt x="51" y="339"/>
                    </a:cubicBezTo>
                    <a:cubicBezTo>
                      <a:pt x="52" y="340"/>
                      <a:pt x="53" y="341"/>
                      <a:pt x="53" y="341"/>
                    </a:cubicBezTo>
                    <a:cubicBezTo>
                      <a:pt x="54" y="341"/>
                      <a:pt x="54" y="341"/>
                      <a:pt x="55" y="341"/>
                    </a:cubicBezTo>
                    <a:cubicBezTo>
                      <a:pt x="57" y="341"/>
                      <a:pt x="58" y="342"/>
                      <a:pt x="60" y="342"/>
                    </a:cubicBezTo>
                    <a:cubicBezTo>
                      <a:pt x="61" y="342"/>
                      <a:pt x="62" y="342"/>
                      <a:pt x="64" y="342"/>
                    </a:cubicBezTo>
                    <a:cubicBezTo>
                      <a:pt x="64" y="342"/>
                      <a:pt x="65" y="342"/>
                      <a:pt x="66" y="342"/>
                    </a:cubicBezTo>
                    <a:lnTo>
                      <a:pt x="66" y="341"/>
                    </a:lnTo>
                    <a:cubicBezTo>
                      <a:pt x="68" y="341"/>
                      <a:pt x="70" y="340"/>
                      <a:pt x="72" y="339"/>
                    </a:cubicBezTo>
                    <a:cubicBezTo>
                      <a:pt x="73" y="339"/>
                      <a:pt x="74" y="338"/>
                      <a:pt x="75" y="337"/>
                    </a:cubicBezTo>
                    <a:cubicBezTo>
                      <a:pt x="76" y="337"/>
                      <a:pt x="76" y="337"/>
                      <a:pt x="76" y="337"/>
                    </a:cubicBezTo>
                    <a:cubicBezTo>
                      <a:pt x="77" y="336"/>
                      <a:pt x="78" y="335"/>
                      <a:pt x="79" y="335"/>
                    </a:cubicBezTo>
                    <a:cubicBezTo>
                      <a:pt x="78" y="335"/>
                      <a:pt x="78" y="335"/>
                      <a:pt x="78" y="335"/>
                    </a:cubicBezTo>
                    <a:lnTo>
                      <a:pt x="79" y="334"/>
                    </a:lnTo>
                    <a:cubicBezTo>
                      <a:pt x="79" y="334"/>
                      <a:pt x="79" y="333"/>
                      <a:pt x="80" y="332"/>
                    </a:cubicBezTo>
                    <a:cubicBezTo>
                      <a:pt x="79" y="333"/>
                      <a:pt x="79" y="333"/>
                      <a:pt x="79" y="333"/>
                    </a:cubicBezTo>
                    <a:cubicBezTo>
                      <a:pt x="79" y="333"/>
                      <a:pt x="80" y="333"/>
                      <a:pt x="80" y="332"/>
                    </a:cubicBezTo>
                    <a:lnTo>
                      <a:pt x="80" y="331"/>
                    </a:lnTo>
                    <a:cubicBezTo>
                      <a:pt x="81" y="330"/>
                      <a:pt x="81" y="328"/>
                      <a:pt x="82" y="327"/>
                    </a:cubicBezTo>
                    <a:cubicBezTo>
                      <a:pt x="82" y="322"/>
                      <a:pt x="83" y="317"/>
                      <a:pt x="83" y="313"/>
                    </a:cubicBezTo>
                    <a:cubicBezTo>
                      <a:pt x="83" y="310"/>
                      <a:pt x="83" y="307"/>
                      <a:pt x="83" y="304"/>
                    </a:cubicBezTo>
                    <a:cubicBezTo>
                      <a:pt x="83" y="300"/>
                      <a:pt x="83" y="297"/>
                      <a:pt x="82" y="293"/>
                    </a:cubicBezTo>
                    <a:cubicBezTo>
                      <a:pt x="81" y="287"/>
                      <a:pt x="79" y="280"/>
                      <a:pt x="78" y="274"/>
                    </a:cubicBezTo>
                    <a:cubicBezTo>
                      <a:pt x="76" y="268"/>
                      <a:pt x="73" y="264"/>
                      <a:pt x="71" y="259"/>
                    </a:cubicBezTo>
                    <a:cubicBezTo>
                      <a:pt x="68" y="253"/>
                      <a:pt x="65" y="247"/>
                      <a:pt x="62" y="242"/>
                    </a:cubicBezTo>
                    <a:cubicBezTo>
                      <a:pt x="55" y="232"/>
                      <a:pt x="48" y="222"/>
                      <a:pt x="42" y="212"/>
                    </a:cubicBezTo>
                    <a:cubicBezTo>
                      <a:pt x="34" y="200"/>
                      <a:pt x="27" y="189"/>
                      <a:pt x="21" y="176"/>
                    </a:cubicBezTo>
                    <a:cubicBezTo>
                      <a:pt x="13" y="160"/>
                      <a:pt x="7" y="144"/>
                      <a:pt x="4" y="127"/>
                    </a:cubicBezTo>
                    <a:cubicBezTo>
                      <a:pt x="1" y="110"/>
                      <a:pt x="0" y="92"/>
                      <a:pt x="3" y="75"/>
                    </a:cubicBezTo>
                    <a:cubicBezTo>
                      <a:pt x="4" y="68"/>
                      <a:pt x="6" y="60"/>
                      <a:pt x="9" y="53"/>
                    </a:cubicBezTo>
                    <a:cubicBezTo>
                      <a:pt x="13" y="45"/>
                      <a:pt x="18" y="38"/>
                      <a:pt x="23" y="32"/>
                    </a:cubicBezTo>
                    <a:cubicBezTo>
                      <a:pt x="28" y="26"/>
                      <a:pt x="33" y="22"/>
                      <a:pt x="40" y="18"/>
                    </a:cubicBezTo>
                    <a:cubicBezTo>
                      <a:pt x="48" y="14"/>
                      <a:pt x="57" y="11"/>
                      <a:pt x="65" y="9"/>
                    </a:cubicBezTo>
                    <a:cubicBezTo>
                      <a:pt x="81" y="4"/>
                      <a:pt x="99" y="5"/>
                      <a:pt x="114" y="11"/>
                    </a:cubicBezTo>
                    <a:cubicBezTo>
                      <a:pt x="114" y="11"/>
                      <a:pt x="114" y="12"/>
                      <a:pt x="115" y="12"/>
                    </a:cubicBezTo>
                    <a:cubicBezTo>
                      <a:pt x="115" y="11"/>
                      <a:pt x="115" y="11"/>
                      <a:pt x="115" y="11"/>
                    </a:cubicBezTo>
                    <a:cubicBezTo>
                      <a:pt x="117" y="4"/>
                      <a:pt x="124" y="0"/>
                      <a:pt x="131" y="2"/>
                    </a:cubicBezTo>
                    <a:cubicBezTo>
                      <a:pt x="136" y="4"/>
                      <a:pt x="141" y="11"/>
                      <a:pt x="139" y="18"/>
                    </a:cubicBezTo>
                    <a:cubicBezTo>
                      <a:pt x="137" y="23"/>
                      <a:pt x="135" y="28"/>
                      <a:pt x="134" y="33"/>
                    </a:cubicBezTo>
                    <a:cubicBezTo>
                      <a:pt x="134" y="37"/>
                      <a:pt x="134" y="40"/>
                      <a:pt x="132" y="43"/>
                    </a:cubicBezTo>
                    <a:cubicBezTo>
                      <a:pt x="131" y="47"/>
                      <a:pt x="127" y="50"/>
                      <a:pt x="122" y="50"/>
                    </a:cubicBezTo>
                    <a:cubicBezTo>
                      <a:pt x="115" y="51"/>
                      <a:pt x="109" y="47"/>
                      <a:pt x="108" y="40"/>
                    </a:cubicBezTo>
                    <a:cubicBezTo>
                      <a:pt x="108" y="39"/>
                      <a:pt x="108" y="38"/>
                      <a:pt x="108" y="36"/>
                    </a:cubicBezTo>
                    <a:lnTo>
                      <a:pt x="107" y="36"/>
                    </a:lnTo>
                    <a:cubicBezTo>
                      <a:pt x="107" y="35"/>
                      <a:pt x="106" y="35"/>
                      <a:pt x="104" y="34"/>
                    </a:cubicBezTo>
                    <a:cubicBezTo>
                      <a:pt x="103" y="33"/>
                      <a:pt x="102" y="33"/>
                      <a:pt x="101" y="32"/>
                    </a:cubicBezTo>
                    <a:cubicBezTo>
                      <a:pt x="99" y="32"/>
                      <a:pt x="97" y="32"/>
                      <a:pt x="96" y="31"/>
                    </a:cubicBezTo>
                    <a:cubicBezTo>
                      <a:pt x="93" y="31"/>
                      <a:pt x="91" y="31"/>
                      <a:pt x="89" y="30"/>
                    </a:cubicBezTo>
                    <a:cubicBezTo>
                      <a:pt x="87" y="30"/>
                      <a:pt x="85" y="30"/>
                      <a:pt x="82" y="30"/>
                    </a:cubicBezTo>
                    <a:cubicBezTo>
                      <a:pt x="79" y="31"/>
                      <a:pt x="76" y="31"/>
                      <a:pt x="72" y="31"/>
                    </a:cubicBezTo>
                    <a:cubicBezTo>
                      <a:pt x="69" y="32"/>
                      <a:pt x="66" y="33"/>
                      <a:pt x="64" y="33"/>
                    </a:cubicBezTo>
                    <a:cubicBezTo>
                      <a:pt x="60" y="35"/>
                      <a:pt x="57" y="36"/>
                      <a:pt x="54" y="38"/>
                    </a:cubicBezTo>
                    <a:cubicBezTo>
                      <a:pt x="52" y="39"/>
                      <a:pt x="50" y="39"/>
                      <a:pt x="48" y="40"/>
                    </a:cubicBezTo>
                    <a:cubicBezTo>
                      <a:pt x="47" y="41"/>
                      <a:pt x="47" y="42"/>
                      <a:pt x="46" y="43"/>
                    </a:cubicBezTo>
                    <a:cubicBezTo>
                      <a:pt x="44" y="44"/>
                      <a:pt x="43" y="45"/>
                      <a:pt x="42" y="46"/>
                    </a:cubicBezTo>
                    <a:cubicBezTo>
                      <a:pt x="40" y="49"/>
                      <a:pt x="37" y="51"/>
                      <a:pt x="36" y="54"/>
                    </a:cubicBezTo>
                    <a:cubicBezTo>
                      <a:pt x="34" y="56"/>
                      <a:pt x="33" y="57"/>
                      <a:pt x="33" y="59"/>
                    </a:cubicBezTo>
                    <a:cubicBezTo>
                      <a:pt x="32" y="61"/>
                      <a:pt x="30" y="63"/>
                      <a:pt x="30" y="65"/>
                    </a:cubicBezTo>
                    <a:cubicBezTo>
                      <a:pt x="28" y="70"/>
                      <a:pt x="27" y="74"/>
                      <a:pt x="26" y="78"/>
                    </a:cubicBezTo>
                    <a:lnTo>
                      <a:pt x="26" y="77"/>
                    </a:lnTo>
                    <a:cubicBezTo>
                      <a:pt x="26" y="81"/>
                      <a:pt x="25" y="86"/>
                      <a:pt x="25" y="91"/>
                    </a:cubicBezTo>
                    <a:cubicBezTo>
                      <a:pt x="25" y="96"/>
                      <a:pt x="24" y="101"/>
                      <a:pt x="25" y="106"/>
                    </a:cubicBezTo>
                    <a:cubicBezTo>
                      <a:pt x="25" y="112"/>
                      <a:pt x="26" y="118"/>
                      <a:pt x="27" y="124"/>
                    </a:cubicBezTo>
                    <a:cubicBezTo>
                      <a:pt x="28" y="130"/>
                      <a:pt x="29" y="135"/>
                      <a:pt x="31" y="141"/>
                    </a:cubicBezTo>
                    <a:cubicBezTo>
                      <a:pt x="34" y="150"/>
                      <a:pt x="37" y="159"/>
                      <a:pt x="41" y="167"/>
                    </a:cubicBezTo>
                    <a:cubicBezTo>
                      <a:pt x="46" y="176"/>
                      <a:pt x="51" y="185"/>
                      <a:pt x="57" y="194"/>
                    </a:cubicBezTo>
                    <a:cubicBezTo>
                      <a:pt x="56" y="193"/>
                      <a:pt x="56" y="193"/>
                      <a:pt x="55" y="193"/>
                    </a:cubicBezTo>
                    <a:cubicBezTo>
                      <a:pt x="61" y="198"/>
                      <a:pt x="65" y="206"/>
                      <a:pt x="70" y="213"/>
                    </a:cubicBezTo>
                    <a:cubicBezTo>
                      <a:pt x="75" y="219"/>
                      <a:pt x="79" y="226"/>
                      <a:pt x="83" y="233"/>
                    </a:cubicBezTo>
                    <a:cubicBezTo>
                      <a:pt x="92" y="247"/>
                      <a:pt x="100" y="263"/>
                      <a:pt x="103" y="279"/>
                    </a:cubicBezTo>
                    <a:cubicBezTo>
                      <a:pt x="104" y="285"/>
                      <a:pt x="106" y="292"/>
                      <a:pt x="107" y="298"/>
                    </a:cubicBezTo>
                    <a:cubicBezTo>
                      <a:pt x="108" y="306"/>
                      <a:pt x="107" y="314"/>
                      <a:pt x="106" y="322"/>
                    </a:cubicBezTo>
                    <a:cubicBezTo>
                      <a:pt x="107" y="322"/>
                      <a:pt x="107" y="322"/>
                      <a:pt x="107" y="322"/>
                    </a:cubicBezTo>
                    <a:cubicBezTo>
                      <a:pt x="106" y="325"/>
                      <a:pt x="106" y="329"/>
                      <a:pt x="105" y="333"/>
                    </a:cubicBezTo>
                    <a:cubicBezTo>
                      <a:pt x="103" y="340"/>
                      <a:pt x="100" y="346"/>
                      <a:pt x="96" y="352"/>
                    </a:cubicBezTo>
                    <a:cubicBezTo>
                      <a:pt x="91" y="357"/>
                      <a:pt x="85" y="360"/>
                      <a:pt x="78" y="363"/>
                    </a:cubicBezTo>
                    <a:cubicBezTo>
                      <a:pt x="75" y="365"/>
                      <a:pt x="71" y="365"/>
                      <a:pt x="68" y="366"/>
                    </a:cubicBezTo>
                    <a:cubicBezTo>
                      <a:pt x="66" y="366"/>
                      <a:pt x="65" y="366"/>
                      <a:pt x="64" y="366"/>
                    </a:cubicBezTo>
                    <a:cubicBezTo>
                      <a:pt x="61" y="366"/>
                      <a:pt x="59" y="366"/>
                      <a:pt x="57" y="3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" name="Google Shape;304;p3"/>
              <p:cNvSpPr/>
              <p:nvPr/>
            </p:nvSpPr>
            <p:spPr>
              <a:xfrm>
                <a:off x="184320" y="1054440"/>
                <a:ext cx="62640" cy="94680"/>
              </a:xfrm>
              <a:custGeom>
                <a:avLst/>
                <a:gdLst/>
                <a:ahLst/>
                <a:cxnLst/>
                <a:rect l="l" t="t" r="r" b="b"/>
                <a:pathLst>
                  <a:path w="174" h="263" extrusionOk="0">
                    <a:moveTo>
                      <a:pt x="54" y="260"/>
                    </a:moveTo>
                    <a:cubicBezTo>
                      <a:pt x="50" y="259"/>
                      <a:pt x="46" y="258"/>
                      <a:pt x="43" y="256"/>
                    </a:cubicBezTo>
                    <a:cubicBezTo>
                      <a:pt x="39" y="254"/>
                      <a:pt x="36" y="251"/>
                      <a:pt x="33" y="248"/>
                    </a:cubicBezTo>
                    <a:cubicBezTo>
                      <a:pt x="22" y="237"/>
                      <a:pt x="12" y="223"/>
                      <a:pt x="6" y="209"/>
                    </a:cubicBezTo>
                    <a:cubicBezTo>
                      <a:pt x="3" y="201"/>
                      <a:pt x="2" y="193"/>
                      <a:pt x="1" y="185"/>
                    </a:cubicBezTo>
                    <a:cubicBezTo>
                      <a:pt x="0" y="176"/>
                      <a:pt x="1" y="167"/>
                      <a:pt x="4" y="159"/>
                    </a:cubicBezTo>
                    <a:cubicBezTo>
                      <a:pt x="5" y="152"/>
                      <a:pt x="9" y="145"/>
                      <a:pt x="12" y="138"/>
                    </a:cubicBezTo>
                    <a:cubicBezTo>
                      <a:pt x="16" y="131"/>
                      <a:pt x="21" y="124"/>
                      <a:pt x="27" y="117"/>
                    </a:cubicBezTo>
                    <a:cubicBezTo>
                      <a:pt x="37" y="106"/>
                      <a:pt x="51" y="97"/>
                      <a:pt x="66" y="97"/>
                    </a:cubicBezTo>
                    <a:cubicBezTo>
                      <a:pt x="75" y="97"/>
                      <a:pt x="82" y="99"/>
                      <a:pt x="89" y="103"/>
                    </a:cubicBezTo>
                    <a:cubicBezTo>
                      <a:pt x="93" y="105"/>
                      <a:pt x="95" y="108"/>
                      <a:pt x="98" y="110"/>
                    </a:cubicBezTo>
                    <a:cubicBezTo>
                      <a:pt x="101" y="113"/>
                      <a:pt x="103" y="116"/>
                      <a:pt x="106" y="120"/>
                    </a:cubicBezTo>
                    <a:cubicBezTo>
                      <a:pt x="109" y="127"/>
                      <a:pt x="110" y="135"/>
                      <a:pt x="110" y="142"/>
                    </a:cubicBezTo>
                    <a:cubicBezTo>
                      <a:pt x="110" y="151"/>
                      <a:pt x="107" y="158"/>
                      <a:pt x="105" y="165"/>
                    </a:cubicBezTo>
                    <a:cubicBezTo>
                      <a:pt x="103" y="171"/>
                      <a:pt x="101" y="176"/>
                      <a:pt x="99" y="181"/>
                    </a:cubicBezTo>
                    <a:cubicBezTo>
                      <a:pt x="100" y="184"/>
                      <a:pt x="99" y="187"/>
                      <a:pt x="97" y="189"/>
                    </a:cubicBezTo>
                    <a:cubicBezTo>
                      <a:pt x="97" y="190"/>
                      <a:pt x="97" y="190"/>
                      <a:pt x="97" y="190"/>
                    </a:cubicBezTo>
                    <a:cubicBezTo>
                      <a:pt x="97" y="191"/>
                      <a:pt x="96" y="192"/>
                      <a:pt x="96" y="193"/>
                    </a:cubicBezTo>
                    <a:cubicBezTo>
                      <a:pt x="94" y="196"/>
                      <a:pt x="93" y="200"/>
                      <a:pt x="91" y="203"/>
                    </a:cubicBezTo>
                    <a:cubicBezTo>
                      <a:pt x="88" y="209"/>
                      <a:pt x="82" y="212"/>
                      <a:pt x="76" y="210"/>
                    </a:cubicBezTo>
                    <a:cubicBezTo>
                      <a:pt x="69" y="209"/>
                      <a:pt x="65" y="201"/>
                      <a:pt x="68" y="194"/>
                    </a:cubicBezTo>
                    <a:cubicBezTo>
                      <a:pt x="69" y="191"/>
                      <a:pt x="71" y="188"/>
                      <a:pt x="72" y="185"/>
                    </a:cubicBezTo>
                    <a:cubicBezTo>
                      <a:pt x="73" y="183"/>
                      <a:pt x="73" y="181"/>
                      <a:pt x="75" y="180"/>
                    </a:cubicBezTo>
                    <a:cubicBezTo>
                      <a:pt x="75" y="177"/>
                      <a:pt x="76" y="174"/>
                      <a:pt x="78" y="171"/>
                    </a:cubicBezTo>
                    <a:cubicBezTo>
                      <a:pt x="78" y="172"/>
                      <a:pt x="78" y="173"/>
                      <a:pt x="77" y="173"/>
                    </a:cubicBezTo>
                    <a:cubicBezTo>
                      <a:pt x="80" y="165"/>
                      <a:pt x="83" y="158"/>
                      <a:pt x="85" y="149"/>
                    </a:cubicBezTo>
                    <a:cubicBezTo>
                      <a:pt x="85" y="147"/>
                      <a:pt x="86" y="145"/>
                      <a:pt x="86" y="144"/>
                    </a:cubicBezTo>
                    <a:cubicBezTo>
                      <a:pt x="86" y="142"/>
                      <a:pt x="86" y="140"/>
                      <a:pt x="86" y="139"/>
                    </a:cubicBezTo>
                    <a:cubicBezTo>
                      <a:pt x="86" y="137"/>
                      <a:pt x="86" y="135"/>
                      <a:pt x="85" y="134"/>
                    </a:cubicBezTo>
                    <a:lnTo>
                      <a:pt x="86" y="135"/>
                    </a:lnTo>
                    <a:cubicBezTo>
                      <a:pt x="86" y="134"/>
                      <a:pt x="85" y="134"/>
                      <a:pt x="85" y="133"/>
                    </a:cubicBezTo>
                    <a:cubicBezTo>
                      <a:pt x="85" y="132"/>
                      <a:pt x="85" y="132"/>
                      <a:pt x="85" y="132"/>
                    </a:cubicBezTo>
                    <a:cubicBezTo>
                      <a:pt x="84" y="131"/>
                      <a:pt x="83" y="130"/>
                      <a:pt x="83" y="130"/>
                    </a:cubicBezTo>
                    <a:cubicBezTo>
                      <a:pt x="81" y="128"/>
                      <a:pt x="79" y="126"/>
                      <a:pt x="78" y="125"/>
                    </a:cubicBezTo>
                    <a:cubicBezTo>
                      <a:pt x="78" y="124"/>
                      <a:pt x="77" y="124"/>
                      <a:pt x="76" y="124"/>
                    </a:cubicBezTo>
                    <a:cubicBezTo>
                      <a:pt x="76" y="123"/>
                      <a:pt x="75" y="123"/>
                      <a:pt x="74" y="122"/>
                    </a:cubicBezTo>
                    <a:cubicBezTo>
                      <a:pt x="73" y="122"/>
                      <a:pt x="73" y="122"/>
                      <a:pt x="73" y="121"/>
                    </a:cubicBezTo>
                    <a:cubicBezTo>
                      <a:pt x="72" y="121"/>
                      <a:pt x="72" y="121"/>
                      <a:pt x="71" y="121"/>
                    </a:cubicBezTo>
                    <a:cubicBezTo>
                      <a:pt x="69" y="121"/>
                      <a:pt x="68" y="121"/>
                      <a:pt x="67" y="121"/>
                    </a:cubicBezTo>
                    <a:cubicBezTo>
                      <a:pt x="68" y="121"/>
                      <a:pt x="68" y="121"/>
                      <a:pt x="68" y="121"/>
                    </a:cubicBezTo>
                    <a:lnTo>
                      <a:pt x="66" y="121"/>
                    </a:lnTo>
                    <a:cubicBezTo>
                      <a:pt x="65" y="121"/>
                      <a:pt x="64" y="121"/>
                      <a:pt x="63" y="121"/>
                    </a:cubicBezTo>
                    <a:cubicBezTo>
                      <a:pt x="62" y="121"/>
                      <a:pt x="61" y="121"/>
                      <a:pt x="60" y="122"/>
                    </a:cubicBezTo>
                    <a:cubicBezTo>
                      <a:pt x="59" y="123"/>
                      <a:pt x="58" y="123"/>
                      <a:pt x="57" y="123"/>
                    </a:cubicBezTo>
                    <a:cubicBezTo>
                      <a:pt x="55" y="124"/>
                      <a:pt x="54" y="125"/>
                      <a:pt x="53" y="125"/>
                    </a:cubicBezTo>
                    <a:cubicBezTo>
                      <a:pt x="51" y="127"/>
                      <a:pt x="50" y="127"/>
                      <a:pt x="49" y="128"/>
                    </a:cubicBezTo>
                    <a:cubicBezTo>
                      <a:pt x="47" y="130"/>
                      <a:pt x="46" y="131"/>
                      <a:pt x="44" y="133"/>
                    </a:cubicBezTo>
                    <a:cubicBezTo>
                      <a:pt x="43" y="135"/>
                      <a:pt x="41" y="137"/>
                      <a:pt x="39" y="139"/>
                    </a:cubicBezTo>
                    <a:cubicBezTo>
                      <a:pt x="37" y="143"/>
                      <a:pt x="34" y="147"/>
                      <a:pt x="32" y="152"/>
                    </a:cubicBezTo>
                    <a:cubicBezTo>
                      <a:pt x="29" y="156"/>
                      <a:pt x="27" y="160"/>
                      <a:pt x="26" y="165"/>
                    </a:cubicBezTo>
                    <a:cubicBezTo>
                      <a:pt x="25" y="166"/>
                      <a:pt x="25" y="167"/>
                      <a:pt x="25" y="169"/>
                    </a:cubicBezTo>
                    <a:cubicBezTo>
                      <a:pt x="25" y="170"/>
                      <a:pt x="24" y="171"/>
                      <a:pt x="24" y="173"/>
                    </a:cubicBezTo>
                    <a:cubicBezTo>
                      <a:pt x="24" y="176"/>
                      <a:pt x="24" y="178"/>
                      <a:pt x="24" y="181"/>
                    </a:cubicBezTo>
                    <a:cubicBezTo>
                      <a:pt x="24" y="185"/>
                      <a:pt x="25" y="189"/>
                      <a:pt x="25" y="193"/>
                    </a:cubicBezTo>
                    <a:cubicBezTo>
                      <a:pt x="26" y="195"/>
                      <a:pt x="26" y="197"/>
                      <a:pt x="27" y="199"/>
                    </a:cubicBezTo>
                    <a:cubicBezTo>
                      <a:pt x="28" y="202"/>
                      <a:pt x="29" y="204"/>
                      <a:pt x="30" y="206"/>
                    </a:cubicBezTo>
                    <a:cubicBezTo>
                      <a:pt x="32" y="209"/>
                      <a:pt x="33" y="212"/>
                      <a:pt x="34" y="215"/>
                    </a:cubicBezTo>
                    <a:cubicBezTo>
                      <a:pt x="37" y="217"/>
                      <a:pt x="39" y="220"/>
                      <a:pt x="41" y="223"/>
                    </a:cubicBezTo>
                    <a:cubicBezTo>
                      <a:pt x="43" y="226"/>
                      <a:pt x="46" y="229"/>
                      <a:pt x="48" y="231"/>
                    </a:cubicBezTo>
                    <a:cubicBezTo>
                      <a:pt x="50" y="232"/>
                      <a:pt x="51" y="233"/>
                      <a:pt x="53" y="235"/>
                    </a:cubicBezTo>
                    <a:cubicBezTo>
                      <a:pt x="54" y="235"/>
                      <a:pt x="54" y="236"/>
                      <a:pt x="55" y="236"/>
                    </a:cubicBezTo>
                    <a:cubicBezTo>
                      <a:pt x="54" y="236"/>
                      <a:pt x="54" y="236"/>
                      <a:pt x="54" y="235"/>
                    </a:cubicBezTo>
                    <a:cubicBezTo>
                      <a:pt x="55" y="236"/>
                      <a:pt x="56" y="236"/>
                      <a:pt x="57" y="237"/>
                    </a:cubicBezTo>
                    <a:cubicBezTo>
                      <a:pt x="58" y="237"/>
                      <a:pt x="59" y="237"/>
                      <a:pt x="60" y="237"/>
                    </a:cubicBezTo>
                    <a:cubicBezTo>
                      <a:pt x="61" y="238"/>
                      <a:pt x="61" y="238"/>
                      <a:pt x="62" y="238"/>
                    </a:cubicBezTo>
                    <a:cubicBezTo>
                      <a:pt x="63" y="238"/>
                      <a:pt x="64" y="238"/>
                      <a:pt x="65" y="238"/>
                    </a:cubicBezTo>
                    <a:lnTo>
                      <a:pt x="66" y="237"/>
                    </a:lnTo>
                    <a:lnTo>
                      <a:pt x="67" y="237"/>
                    </a:lnTo>
                    <a:cubicBezTo>
                      <a:pt x="66" y="237"/>
                      <a:pt x="66" y="238"/>
                      <a:pt x="65" y="238"/>
                    </a:cubicBezTo>
                    <a:cubicBezTo>
                      <a:pt x="66" y="238"/>
                      <a:pt x="67" y="237"/>
                      <a:pt x="68" y="237"/>
                    </a:cubicBezTo>
                    <a:lnTo>
                      <a:pt x="69" y="237"/>
                    </a:lnTo>
                    <a:cubicBezTo>
                      <a:pt x="71" y="236"/>
                      <a:pt x="72" y="234"/>
                      <a:pt x="73" y="233"/>
                    </a:cubicBezTo>
                    <a:cubicBezTo>
                      <a:pt x="75" y="231"/>
                      <a:pt x="78" y="229"/>
                      <a:pt x="79" y="227"/>
                    </a:cubicBezTo>
                    <a:cubicBezTo>
                      <a:pt x="82" y="225"/>
                      <a:pt x="84" y="222"/>
                      <a:pt x="86" y="219"/>
                    </a:cubicBezTo>
                    <a:cubicBezTo>
                      <a:pt x="89" y="215"/>
                      <a:pt x="92" y="209"/>
                      <a:pt x="94" y="204"/>
                    </a:cubicBezTo>
                    <a:cubicBezTo>
                      <a:pt x="94" y="205"/>
                      <a:pt x="94" y="205"/>
                      <a:pt x="94" y="206"/>
                    </a:cubicBezTo>
                    <a:cubicBezTo>
                      <a:pt x="104" y="186"/>
                      <a:pt x="111" y="166"/>
                      <a:pt x="119" y="146"/>
                    </a:cubicBezTo>
                    <a:cubicBezTo>
                      <a:pt x="119" y="138"/>
                      <a:pt x="119" y="130"/>
                      <a:pt x="119" y="122"/>
                    </a:cubicBezTo>
                    <a:cubicBezTo>
                      <a:pt x="119" y="91"/>
                      <a:pt x="119" y="59"/>
                      <a:pt x="131" y="30"/>
                    </a:cubicBezTo>
                    <a:cubicBezTo>
                      <a:pt x="133" y="23"/>
                      <a:pt x="136" y="17"/>
                      <a:pt x="140" y="11"/>
                    </a:cubicBezTo>
                    <a:cubicBezTo>
                      <a:pt x="143" y="7"/>
                      <a:pt x="148" y="1"/>
                      <a:pt x="154" y="0"/>
                    </a:cubicBezTo>
                    <a:cubicBezTo>
                      <a:pt x="158" y="0"/>
                      <a:pt x="161" y="0"/>
                      <a:pt x="163" y="1"/>
                    </a:cubicBezTo>
                    <a:cubicBezTo>
                      <a:pt x="166" y="3"/>
                      <a:pt x="168" y="5"/>
                      <a:pt x="170" y="8"/>
                    </a:cubicBezTo>
                    <a:cubicBezTo>
                      <a:pt x="173" y="12"/>
                      <a:pt x="173" y="19"/>
                      <a:pt x="173" y="24"/>
                    </a:cubicBezTo>
                    <a:lnTo>
                      <a:pt x="173" y="23"/>
                    </a:lnTo>
                    <a:cubicBezTo>
                      <a:pt x="172" y="30"/>
                      <a:pt x="171" y="37"/>
                      <a:pt x="170" y="43"/>
                    </a:cubicBezTo>
                    <a:cubicBezTo>
                      <a:pt x="170" y="46"/>
                      <a:pt x="170" y="49"/>
                      <a:pt x="169" y="51"/>
                    </a:cubicBezTo>
                    <a:cubicBezTo>
                      <a:pt x="168" y="56"/>
                      <a:pt x="168" y="60"/>
                      <a:pt x="167" y="63"/>
                    </a:cubicBezTo>
                    <a:cubicBezTo>
                      <a:pt x="164" y="75"/>
                      <a:pt x="161" y="86"/>
                      <a:pt x="157" y="97"/>
                    </a:cubicBezTo>
                    <a:cubicBezTo>
                      <a:pt x="153" y="111"/>
                      <a:pt x="149" y="124"/>
                      <a:pt x="145" y="138"/>
                    </a:cubicBezTo>
                    <a:cubicBezTo>
                      <a:pt x="143" y="142"/>
                      <a:pt x="142" y="146"/>
                      <a:pt x="141" y="150"/>
                    </a:cubicBezTo>
                    <a:cubicBezTo>
                      <a:pt x="141" y="153"/>
                      <a:pt x="141" y="157"/>
                      <a:pt x="140" y="160"/>
                    </a:cubicBezTo>
                    <a:cubicBezTo>
                      <a:pt x="140" y="185"/>
                      <a:pt x="138" y="210"/>
                      <a:pt x="138" y="235"/>
                    </a:cubicBezTo>
                    <a:cubicBezTo>
                      <a:pt x="138" y="240"/>
                      <a:pt x="137" y="244"/>
                      <a:pt x="138" y="249"/>
                    </a:cubicBezTo>
                    <a:cubicBezTo>
                      <a:pt x="138" y="256"/>
                      <a:pt x="131" y="262"/>
                      <a:pt x="125" y="261"/>
                    </a:cubicBezTo>
                    <a:cubicBezTo>
                      <a:pt x="118" y="261"/>
                      <a:pt x="113" y="256"/>
                      <a:pt x="113" y="249"/>
                    </a:cubicBezTo>
                    <a:cubicBezTo>
                      <a:pt x="113" y="244"/>
                      <a:pt x="114" y="238"/>
                      <a:pt x="114" y="233"/>
                    </a:cubicBezTo>
                    <a:cubicBezTo>
                      <a:pt x="114" y="229"/>
                      <a:pt x="115" y="226"/>
                      <a:pt x="115" y="222"/>
                    </a:cubicBezTo>
                    <a:cubicBezTo>
                      <a:pt x="115" y="219"/>
                      <a:pt x="116" y="216"/>
                      <a:pt x="116" y="213"/>
                    </a:cubicBezTo>
                    <a:cubicBezTo>
                      <a:pt x="113" y="218"/>
                      <a:pt x="111" y="223"/>
                      <a:pt x="107" y="229"/>
                    </a:cubicBezTo>
                    <a:cubicBezTo>
                      <a:pt x="104" y="235"/>
                      <a:pt x="99" y="241"/>
                      <a:pt x="94" y="246"/>
                    </a:cubicBezTo>
                    <a:cubicBezTo>
                      <a:pt x="89" y="252"/>
                      <a:pt x="82" y="258"/>
                      <a:pt x="74" y="260"/>
                    </a:cubicBezTo>
                    <a:cubicBezTo>
                      <a:pt x="71" y="261"/>
                      <a:pt x="67" y="262"/>
                      <a:pt x="63" y="262"/>
                    </a:cubicBezTo>
                    <a:cubicBezTo>
                      <a:pt x="60" y="262"/>
                      <a:pt x="57" y="261"/>
                      <a:pt x="54" y="2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" name="Google Shape;305;p3"/>
              <p:cNvSpPr/>
              <p:nvPr/>
            </p:nvSpPr>
            <p:spPr>
              <a:xfrm>
                <a:off x="252360" y="1094760"/>
                <a:ext cx="31680" cy="43560"/>
              </a:xfrm>
              <a:custGeom>
                <a:avLst/>
                <a:gdLst/>
                <a:ahLst/>
                <a:cxnLst/>
                <a:rect l="l" t="t" r="r" b="b"/>
                <a:pathLst>
                  <a:path w="88" h="121" extrusionOk="0">
                    <a:moveTo>
                      <a:pt x="65" y="117"/>
                    </a:moveTo>
                    <a:cubicBezTo>
                      <a:pt x="52" y="102"/>
                      <a:pt x="38" y="87"/>
                      <a:pt x="27" y="71"/>
                    </a:cubicBezTo>
                    <a:cubicBezTo>
                      <a:pt x="21" y="62"/>
                      <a:pt x="16" y="52"/>
                      <a:pt x="10" y="43"/>
                    </a:cubicBezTo>
                    <a:cubicBezTo>
                      <a:pt x="7" y="38"/>
                      <a:pt x="5" y="32"/>
                      <a:pt x="3" y="26"/>
                    </a:cubicBezTo>
                    <a:cubicBezTo>
                      <a:pt x="2" y="22"/>
                      <a:pt x="0" y="16"/>
                      <a:pt x="1" y="12"/>
                    </a:cubicBezTo>
                    <a:cubicBezTo>
                      <a:pt x="2" y="7"/>
                      <a:pt x="5" y="3"/>
                      <a:pt x="9" y="1"/>
                    </a:cubicBezTo>
                    <a:cubicBezTo>
                      <a:pt x="12" y="0"/>
                      <a:pt x="15" y="0"/>
                      <a:pt x="19" y="1"/>
                    </a:cubicBezTo>
                    <a:cubicBezTo>
                      <a:pt x="21" y="1"/>
                      <a:pt x="24" y="3"/>
                      <a:pt x="26" y="5"/>
                    </a:cubicBezTo>
                    <a:cubicBezTo>
                      <a:pt x="28" y="9"/>
                      <a:pt x="29" y="13"/>
                      <a:pt x="28" y="16"/>
                    </a:cubicBezTo>
                    <a:cubicBezTo>
                      <a:pt x="28" y="18"/>
                      <a:pt x="27" y="19"/>
                      <a:pt x="27" y="19"/>
                    </a:cubicBezTo>
                    <a:cubicBezTo>
                      <a:pt x="28" y="23"/>
                      <a:pt x="29" y="26"/>
                      <a:pt x="31" y="30"/>
                    </a:cubicBezTo>
                    <a:cubicBezTo>
                      <a:pt x="34" y="36"/>
                      <a:pt x="38" y="43"/>
                      <a:pt x="41" y="49"/>
                    </a:cubicBezTo>
                    <a:cubicBezTo>
                      <a:pt x="45" y="54"/>
                      <a:pt x="48" y="59"/>
                      <a:pt x="52" y="65"/>
                    </a:cubicBezTo>
                    <a:cubicBezTo>
                      <a:pt x="56" y="71"/>
                      <a:pt x="60" y="76"/>
                      <a:pt x="65" y="81"/>
                    </a:cubicBezTo>
                    <a:cubicBezTo>
                      <a:pt x="70" y="87"/>
                      <a:pt x="76" y="94"/>
                      <a:pt x="82" y="100"/>
                    </a:cubicBezTo>
                    <a:cubicBezTo>
                      <a:pt x="87" y="105"/>
                      <a:pt x="87" y="112"/>
                      <a:pt x="82" y="117"/>
                    </a:cubicBezTo>
                    <a:cubicBezTo>
                      <a:pt x="80" y="119"/>
                      <a:pt x="77" y="120"/>
                      <a:pt x="73" y="120"/>
                    </a:cubicBezTo>
                    <a:cubicBezTo>
                      <a:pt x="70" y="120"/>
                      <a:pt x="67" y="119"/>
                      <a:pt x="65" y="1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" name="Google Shape;306;p3"/>
              <p:cNvSpPr/>
              <p:nvPr/>
            </p:nvSpPr>
            <p:spPr>
              <a:xfrm>
                <a:off x="254880" y="1094040"/>
                <a:ext cx="46800" cy="56160"/>
              </a:xfrm>
              <a:custGeom>
                <a:avLst/>
                <a:gdLst/>
                <a:ahLst/>
                <a:cxnLst/>
                <a:rect l="l" t="t" r="r" b="b"/>
                <a:pathLst>
                  <a:path w="130" h="156" extrusionOk="0">
                    <a:moveTo>
                      <a:pt x="7" y="153"/>
                    </a:moveTo>
                    <a:cubicBezTo>
                      <a:pt x="2" y="150"/>
                      <a:pt x="0" y="143"/>
                      <a:pt x="3" y="137"/>
                    </a:cubicBezTo>
                    <a:cubicBezTo>
                      <a:pt x="15" y="116"/>
                      <a:pt x="28" y="95"/>
                      <a:pt x="43" y="74"/>
                    </a:cubicBezTo>
                    <a:cubicBezTo>
                      <a:pt x="51" y="64"/>
                      <a:pt x="58" y="53"/>
                      <a:pt x="66" y="42"/>
                    </a:cubicBezTo>
                    <a:cubicBezTo>
                      <a:pt x="70" y="38"/>
                      <a:pt x="74" y="33"/>
                      <a:pt x="77" y="29"/>
                    </a:cubicBezTo>
                    <a:cubicBezTo>
                      <a:pt x="86" y="19"/>
                      <a:pt x="96" y="9"/>
                      <a:pt x="108" y="3"/>
                    </a:cubicBezTo>
                    <a:cubicBezTo>
                      <a:pt x="114" y="0"/>
                      <a:pt x="122" y="2"/>
                      <a:pt x="125" y="7"/>
                    </a:cubicBezTo>
                    <a:cubicBezTo>
                      <a:pt x="129" y="13"/>
                      <a:pt x="126" y="21"/>
                      <a:pt x="120" y="25"/>
                    </a:cubicBezTo>
                    <a:cubicBezTo>
                      <a:pt x="118" y="26"/>
                      <a:pt x="116" y="27"/>
                      <a:pt x="114" y="28"/>
                    </a:cubicBezTo>
                    <a:cubicBezTo>
                      <a:pt x="112" y="30"/>
                      <a:pt x="109" y="31"/>
                      <a:pt x="107" y="33"/>
                    </a:cubicBezTo>
                    <a:cubicBezTo>
                      <a:pt x="104" y="37"/>
                      <a:pt x="100" y="40"/>
                      <a:pt x="97" y="44"/>
                    </a:cubicBezTo>
                    <a:cubicBezTo>
                      <a:pt x="90" y="51"/>
                      <a:pt x="84" y="59"/>
                      <a:pt x="78" y="67"/>
                    </a:cubicBezTo>
                    <a:cubicBezTo>
                      <a:pt x="72" y="74"/>
                      <a:pt x="66" y="81"/>
                      <a:pt x="60" y="90"/>
                    </a:cubicBezTo>
                    <a:cubicBezTo>
                      <a:pt x="54" y="99"/>
                      <a:pt x="48" y="108"/>
                      <a:pt x="41" y="118"/>
                    </a:cubicBezTo>
                    <a:cubicBezTo>
                      <a:pt x="35" y="128"/>
                      <a:pt x="29" y="139"/>
                      <a:pt x="23" y="150"/>
                    </a:cubicBezTo>
                    <a:cubicBezTo>
                      <a:pt x="21" y="153"/>
                      <a:pt x="17" y="155"/>
                      <a:pt x="13" y="155"/>
                    </a:cubicBezTo>
                    <a:cubicBezTo>
                      <a:pt x="11" y="155"/>
                      <a:pt x="9" y="154"/>
                      <a:pt x="7" y="15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" name="Google Shape;307;p3"/>
              <p:cNvSpPr/>
              <p:nvPr/>
            </p:nvSpPr>
            <p:spPr>
              <a:xfrm>
                <a:off x="136800" y="975600"/>
                <a:ext cx="36720" cy="68040"/>
              </a:xfrm>
              <a:custGeom>
                <a:avLst/>
                <a:gdLst/>
                <a:ahLst/>
                <a:cxnLst/>
                <a:rect l="l" t="t" r="r" b="b"/>
                <a:pathLst>
                  <a:path w="102" h="189" extrusionOk="0">
                    <a:moveTo>
                      <a:pt x="48" y="177"/>
                    </a:moveTo>
                    <a:cubicBezTo>
                      <a:pt x="47" y="170"/>
                      <a:pt x="48" y="163"/>
                      <a:pt x="48" y="156"/>
                    </a:cubicBezTo>
                    <a:cubicBezTo>
                      <a:pt x="48" y="150"/>
                      <a:pt x="49" y="144"/>
                      <a:pt x="49" y="138"/>
                    </a:cubicBezTo>
                    <a:cubicBezTo>
                      <a:pt x="50" y="125"/>
                      <a:pt x="51" y="112"/>
                      <a:pt x="52" y="99"/>
                    </a:cubicBezTo>
                    <a:cubicBezTo>
                      <a:pt x="53" y="92"/>
                      <a:pt x="53" y="86"/>
                      <a:pt x="55" y="79"/>
                    </a:cubicBezTo>
                    <a:cubicBezTo>
                      <a:pt x="55" y="76"/>
                      <a:pt x="55" y="72"/>
                      <a:pt x="56" y="69"/>
                    </a:cubicBezTo>
                    <a:cubicBezTo>
                      <a:pt x="56" y="68"/>
                      <a:pt x="56" y="67"/>
                      <a:pt x="57" y="66"/>
                    </a:cubicBezTo>
                    <a:cubicBezTo>
                      <a:pt x="51" y="72"/>
                      <a:pt x="45" y="79"/>
                      <a:pt x="38" y="85"/>
                    </a:cubicBezTo>
                    <a:cubicBezTo>
                      <a:pt x="35" y="88"/>
                      <a:pt x="32" y="92"/>
                      <a:pt x="29" y="95"/>
                    </a:cubicBezTo>
                    <a:cubicBezTo>
                      <a:pt x="24" y="100"/>
                      <a:pt x="18" y="106"/>
                      <a:pt x="9" y="104"/>
                    </a:cubicBezTo>
                    <a:cubicBezTo>
                      <a:pt x="4" y="102"/>
                      <a:pt x="0" y="97"/>
                      <a:pt x="0" y="92"/>
                    </a:cubicBezTo>
                    <a:cubicBezTo>
                      <a:pt x="0" y="91"/>
                      <a:pt x="0" y="90"/>
                      <a:pt x="0" y="90"/>
                    </a:cubicBezTo>
                    <a:cubicBezTo>
                      <a:pt x="1" y="85"/>
                      <a:pt x="5" y="81"/>
                      <a:pt x="9" y="80"/>
                    </a:cubicBezTo>
                    <a:cubicBezTo>
                      <a:pt x="26" y="64"/>
                      <a:pt x="42" y="47"/>
                      <a:pt x="58" y="30"/>
                    </a:cubicBezTo>
                    <a:cubicBezTo>
                      <a:pt x="64" y="23"/>
                      <a:pt x="70" y="17"/>
                      <a:pt x="75" y="11"/>
                    </a:cubicBezTo>
                    <a:cubicBezTo>
                      <a:pt x="76" y="9"/>
                      <a:pt x="76" y="9"/>
                      <a:pt x="77" y="8"/>
                    </a:cubicBezTo>
                    <a:cubicBezTo>
                      <a:pt x="80" y="2"/>
                      <a:pt x="88" y="0"/>
                      <a:pt x="94" y="4"/>
                    </a:cubicBezTo>
                    <a:cubicBezTo>
                      <a:pt x="99" y="8"/>
                      <a:pt x="101" y="15"/>
                      <a:pt x="98" y="21"/>
                    </a:cubicBezTo>
                    <a:cubicBezTo>
                      <a:pt x="97" y="22"/>
                      <a:pt x="96" y="23"/>
                      <a:pt x="95" y="25"/>
                    </a:cubicBezTo>
                    <a:cubicBezTo>
                      <a:pt x="92" y="32"/>
                      <a:pt x="88" y="40"/>
                      <a:pt x="86" y="48"/>
                    </a:cubicBezTo>
                    <a:cubicBezTo>
                      <a:pt x="84" y="52"/>
                      <a:pt x="83" y="56"/>
                      <a:pt x="82" y="60"/>
                    </a:cubicBezTo>
                    <a:cubicBezTo>
                      <a:pt x="81" y="65"/>
                      <a:pt x="80" y="69"/>
                      <a:pt x="79" y="74"/>
                    </a:cubicBezTo>
                    <a:cubicBezTo>
                      <a:pt x="77" y="83"/>
                      <a:pt x="76" y="91"/>
                      <a:pt x="75" y="100"/>
                    </a:cubicBezTo>
                    <a:cubicBezTo>
                      <a:pt x="74" y="108"/>
                      <a:pt x="73" y="118"/>
                      <a:pt x="73" y="127"/>
                    </a:cubicBezTo>
                    <a:lnTo>
                      <a:pt x="73" y="126"/>
                    </a:lnTo>
                    <a:cubicBezTo>
                      <a:pt x="72" y="140"/>
                      <a:pt x="71" y="155"/>
                      <a:pt x="72" y="169"/>
                    </a:cubicBezTo>
                    <a:cubicBezTo>
                      <a:pt x="72" y="171"/>
                      <a:pt x="72" y="173"/>
                      <a:pt x="72" y="174"/>
                    </a:cubicBezTo>
                    <a:cubicBezTo>
                      <a:pt x="73" y="181"/>
                      <a:pt x="68" y="187"/>
                      <a:pt x="61" y="188"/>
                    </a:cubicBezTo>
                    <a:lnTo>
                      <a:pt x="60" y="188"/>
                    </a:lnTo>
                    <a:cubicBezTo>
                      <a:pt x="54" y="188"/>
                      <a:pt x="48" y="184"/>
                      <a:pt x="48" y="1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" name="Google Shape;308;p3"/>
              <p:cNvSpPr/>
              <p:nvPr/>
            </p:nvSpPr>
            <p:spPr>
              <a:xfrm>
                <a:off x="37080" y="1087920"/>
                <a:ext cx="49680" cy="11520"/>
              </a:xfrm>
              <a:custGeom>
                <a:avLst/>
                <a:gdLst/>
                <a:ahLst/>
                <a:cxnLst/>
                <a:rect l="l" t="t" r="r" b="b"/>
                <a:pathLst>
                  <a:path w="138" h="32" extrusionOk="0">
                    <a:moveTo>
                      <a:pt x="12" y="31"/>
                    </a:moveTo>
                    <a:cubicBezTo>
                      <a:pt x="5" y="30"/>
                      <a:pt x="0" y="24"/>
                      <a:pt x="1" y="17"/>
                    </a:cubicBezTo>
                    <a:cubicBezTo>
                      <a:pt x="2" y="9"/>
                      <a:pt x="9" y="4"/>
                      <a:pt x="16" y="6"/>
                    </a:cubicBezTo>
                    <a:cubicBezTo>
                      <a:pt x="26" y="7"/>
                      <a:pt x="34" y="6"/>
                      <a:pt x="43" y="6"/>
                    </a:cubicBezTo>
                    <a:cubicBezTo>
                      <a:pt x="43" y="6"/>
                      <a:pt x="42" y="6"/>
                      <a:pt x="41" y="6"/>
                    </a:cubicBezTo>
                    <a:cubicBezTo>
                      <a:pt x="53" y="5"/>
                      <a:pt x="63" y="4"/>
                      <a:pt x="74" y="4"/>
                    </a:cubicBezTo>
                    <a:cubicBezTo>
                      <a:pt x="73" y="4"/>
                      <a:pt x="73" y="4"/>
                      <a:pt x="72" y="4"/>
                    </a:cubicBezTo>
                    <a:cubicBezTo>
                      <a:pt x="76" y="3"/>
                      <a:pt x="80" y="3"/>
                      <a:pt x="85" y="3"/>
                    </a:cubicBezTo>
                    <a:cubicBezTo>
                      <a:pt x="84" y="3"/>
                      <a:pt x="83" y="3"/>
                      <a:pt x="83" y="3"/>
                    </a:cubicBezTo>
                    <a:cubicBezTo>
                      <a:pt x="96" y="2"/>
                      <a:pt x="109" y="2"/>
                      <a:pt x="122" y="0"/>
                    </a:cubicBezTo>
                    <a:cubicBezTo>
                      <a:pt x="129" y="0"/>
                      <a:pt x="135" y="4"/>
                      <a:pt x="136" y="11"/>
                    </a:cubicBezTo>
                    <a:cubicBezTo>
                      <a:pt x="137" y="18"/>
                      <a:pt x="131" y="24"/>
                      <a:pt x="124" y="24"/>
                    </a:cubicBezTo>
                    <a:cubicBezTo>
                      <a:pt x="120" y="24"/>
                      <a:pt x="117" y="25"/>
                      <a:pt x="113" y="25"/>
                    </a:cubicBezTo>
                    <a:cubicBezTo>
                      <a:pt x="114" y="25"/>
                      <a:pt x="114" y="25"/>
                      <a:pt x="114" y="25"/>
                    </a:cubicBezTo>
                    <a:cubicBezTo>
                      <a:pt x="98" y="25"/>
                      <a:pt x="81" y="27"/>
                      <a:pt x="65" y="28"/>
                    </a:cubicBezTo>
                    <a:cubicBezTo>
                      <a:pt x="57" y="28"/>
                      <a:pt x="49" y="29"/>
                      <a:pt x="41" y="30"/>
                    </a:cubicBezTo>
                    <a:cubicBezTo>
                      <a:pt x="37" y="30"/>
                      <a:pt x="33" y="31"/>
                      <a:pt x="29" y="31"/>
                    </a:cubicBezTo>
                    <a:cubicBezTo>
                      <a:pt x="25" y="31"/>
                      <a:pt x="21" y="31"/>
                      <a:pt x="17" y="31"/>
                    </a:cubicBezTo>
                    <a:cubicBezTo>
                      <a:pt x="15" y="31"/>
                      <a:pt x="13" y="31"/>
                      <a:pt x="12" y="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" name="Google Shape;309;p3"/>
              <p:cNvSpPr/>
              <p:nvPr/>
            </p:nvSpPr>
            <p:spPr>
              <a:xfrm>
                <a:off x="35640" y="1097280"/>
                <a:ext cx="78840" cy="20160"/>
              </a:xfrm>
              <a:custGeom>
                <a:avLst/>
                <a:gdLst/>
                <a:ahLst/>
                <a:cxnLst/>
                <a:rect l="l" t="t" r="r" b="b"/>
                <a:pathLst>
                  <a:path w="219" h="56" extrusionOk="0">
                    <a:moveTo>
                      <a:pt x="15" y="55"/>
                    </a:moveTo>
                    <a:cubicBezTo>
                      <a:pt x="10" y="55"/>
                      <a:pt x="6" y="53"/>
                      <a:pt x="3" y="49"/>
                    </a:cubicBezTo>
                    <a:cubicBezTo>
                      <a:pt x="1" y="45"/>
                      <a:pt x="0" y="40"/>
                      <a:pt x="3" y="36"/>
                    </a:cubicBezTo>
                    <a:cubicBezTo>
                      <a:pt x="3" y="35"/>
                      <a:pt x="3" y="34"/>
                      <a:pt x="4" y="34"/>
                    </a:cubicBezTo>
                    <a:cubicBezTo>
                      <a:pt x="7" y="30"/>
                      <a:pt x="13" y="28"/>
                      <a:pt x="17" y="30"/>
                    </a:cubicBezTo>
                    <a:cubicBezTo>
                      <a:pt x="23" y="29"/>
                      <a:pt x="29" y="28"/>
                      <a:pt x="35" y="27"/>
                    </a:cubicBezTo>
                    <a:cubicBezTo>
                      <a:pt x="41" y="26"/>
                      <a:pt x="48" y="25"/>
                      <a:pt x="54" y="24"/>
                    </a:cubicBezTo>
                    <a:cubicBezTo>
                      <a:pt x="66" y="22"/>
                      <a:pt x="79" y="20"/>
                      <a:pt x="90" y="19"/>
                    </a:cubicBezTo>
                    <a:cubicBezTo>
                      <a:pt x="116" y="15"/>
                      <a:pt x="142" y="11"/>
                      <a:pt x="168" y="7"/>
                    </a:cubicBezTo>
                    <a:cubicBezTo>
                      <a:pt x="180" y="5"/>
                      <a:pt x="193" y="3"/>
                      <a:pt x="206" y="1"/>
                    </a:cubicBezTo>
                    <a:cubicBezTo>
                      <a:pt x="212" y="0"/>
                      <a:pt x="217" y="5"/>
                      <a:pt x="217" y="10"/>
                    </a:cubicBezTo>
                    <a:cubicBezTo>
                      <a:pt x="218" y="16"/>
                      <a:pt x="214" y="20"/>
                      <a:pt x="208" y="22"/>
                    </a:cubicBezTo>
                    <a:cubicBezTo>
                      <a:pt x="159" y="30"/>
                      <a:pt x="110" y="38"/>
                      <a:pt x="61" y="47"/>
                    </a:cubicBezTo>
                    <a:cubicBezTo>
                      <a:pt x="52" y="48"/>
                      <a:pt x="43" y="50"/>
                      <a:pt x="34" y="51"/>
                    </a:cubicBezTo>
                    <a:cubicBezTo>
                      <a:pt x="30" y="52"/>
                      <a:pt x="26" y="53"/>
                      <a:pt x="22" y="54"/>
                    </a:cubicBezTo>
                    <a:cubicBezTo>
                      <a:pt x="20" y="54"/>
                      <a:pt x="17" y="55"/>
                      <a:pt x="15" y="5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" name="Google Shape;310;p3"/>
              <p:cNvSpPr/>
              <p:nvPr/>
            </p:nvSpPr>
            <p:spPr>
              <a:xfrm>
                <a:off x="335880" y="1040760"/>
                <a:ext cx="52560" cy="128520"/>
              </a:xfrm>
              <a:custGeom>
                <a:avLst/>
                <a:gdLst/>
                <a:ahLst/>
                <a:cxnLst/>
                <a:rect l="l" t="t" r="r" b="b"/>
                <a:pathLst>
                  <a:path w="146" h="357" extrusionOk="0">
                    <a:moveTo>
                      <a:pt x="39" y="350"/>
                    </a:moveTo>
                    <a:cubicBezTo>
                      <a:pt x="34" y="349"/>
                      <a:pt x="28" y="346"/>
                      <a:pt x="23" y="343"/>
                    </a:cubicBezTo>
                    <a:cubicBezTo>
                      <a:pt x="18" y="340"/>
                      <a:pt x="13" y="336"/>
                      <a:pt x="9" y="331"/>
                    </a:cubicBezTo>
                    <a:cubicBezTo>
                      <a:pt x="3" y="324"/>
                      <a:pt x="0" y="313"/>
                      <a:pt x="6" y="303"/>
                    </a:cubicBezTo>
                    <a:cubicBezTo>
                      <a:pt x="11" y="293"/>
                      <a:pt x="22" y="286"/>
                      <a:pt x="32" y="280"/>
                    </a:cubicBezTo>
                    <a:cubicBezTo>
                      <a:pt x="37" y="276"/>
                      <a:pt x="44" y="278"/>
                      <a:pt x="48" y="283"/>
                    </a:cubicBezTo>
                    <a:cubicBezTo>
                      <a:pt x="52" y="288"/>
                      <a:pt x="50" y="295"/>
                      <a:pt x="46" y="299"/>
                    </a:cubicBezTo>
                    <a:cubicBezTo>
                      <a:pt x="41" y="302"/>
                      <a:pt x="36" y="306"/>
                      <a:pt x="32" y="310"/>
                    </a:cubicBezTo>
                    <a:cubicBezTo>
                      <a:pt x="31" y="310"/>
                      <a:pt x="29" y="311"/>
                      <a:pt x="29" y="313"/>
                    </a:cubicBezTo>
                    <a:cubicBezTo>
                      <a:pt x="28" y="313"/>
                      <a:pt x="28" y="314"/>
                      <a:pt x="27" y="314"/>
                    </a:cubicBezTo>
                    <a:cubicBezTo>
                      <a:pt x="28" y="314"/>
                      <a:pt x="28" y="313"/>
                      <a:pt x="28" y="313"/>
                    </a:cubicBezTo>
                    <a:lnTo>
                      <a:pt x="27" y="314"/>
                    </a:lnTo>
                    <a:cubicBezTo>
                      <a:pt x="27" y="315"/>
                      <a:pt x="27" y="315"/>
                      <a:pt x="27" y="315"/>
                    </a:cubicBezTo>
                    <a:cubicBezTo>
                      <a:pt x="28" y="316"/>
                      <a:pt x="29" y="317"/>
                      <a:pt x="29" y="318"/>
                    </a:cubicBezTo>
                    <a:cubicBezTo>
                      <a:pt x="30" y="319"/>
                      <a:pt x="31" y="319"/>
                      <a:pt x="31" y="320"/>
                    </a:cubicBezTo>
                    <a:cubicBezTo>
                      <a:pt x="32" y="320"/>
                      <a:pt x="32" y="321"/>
                      <a:pt x="34" y="322"/>
                    </a:cubicBezTo>
                    <a:cubicBezTo>
                      <a:pt x="33" y="321"/>
                      <a:pt x="33" y="321"/>
                      <a:pt x="32" y="321"/>
                    </a:cubicBezTo>
                    <a:cubicBezTo>
                      <a:pt x="33" y="322"/>
                      <a:pt x="34" y="322"/>
                      <a:pt x="35" y="322"/>
                    </a:cubicBezTo>
                    <a:cubicBezTo>
                      <a:pt x="39" y="325"/>
                      <a:pt x="43" y="327"/>
                      <a:pt x="47" y="328"/>
                    </a:cubicBezTo>
                    <a:cubicBezTo>
                      <a:pt x="50" y="329"/>
                      <a:pt x="54" y="330"/>
                      <a:pt x="57" y="331"/>
                    </a:cubicBezTo>
                    <a:cubicBezTo>
                      <a:pt x="60" y="332"/>
                      <a:pt x="62" y="332"/>
                      <a:pt x="64" y="332"/>
                    </a:cubicBezTo>
                    <a:cubicBezTo>
                      <a:pt x="67" y="332"/>
                      <a:pt x="69" y="332"/>
                      <a:pt x="72" y="332"/>
                    </a:cubicBezTo>
                    <a:cubicBezTo>
                      <a:pt x="71" y="332"/>
                      <a:pt x="71" y="332"/>
                      <a:pt x="70" y="332"/>
                    </a:cubicBezTo>
                    <a:cubicBezTo>
                      <a:pt x="73" y="332"/>
                      <a:pt x="76" y="332"/>
                      <a:pt x="78" y="331"/>
                    </a:cubicBezTo>
                    <a:cubicBezTo>
                      <a:pt x="80" y="331"/>
                      <a:pt x="82" y="331"/>
                      <a:pt x="84" y="330"/>
                    </a:cubicBezTo>
                    <a:cubicBezTo>
                      <a:pt x="85" y="329"/>
                      <a:pt x="86" y="329"/>
                      <a:pt x="87" y="329"/>
                    </a:cubicBezTo>
                    <a:cubicBezTo>
                      <a:pt x="88" y="328"/>
                      <a:pt x="88" y="328"/>
                      <a:pt x="89" y="327"/>
                    </a:cubicBezTo>
                    <a:cubicBezTo>
                      <a:pt x="89" y="327"/>
                      <a:pt x="90" y="327"/>
                      <a:pt x="91" y="327"/>
                    </a:cubicBezTo>
                    <a:cubicBezTo>
                      <a:pt x="91" y="326"/>
                      <a:pt x="91" y="326"/>
                      <a:pt x="91" y="325"/>
                    </a:cubicBezTo>
                    <a:cubicBezTo>
                      <a:pt x="92" y="325"/>
                      <a:pt x="92" y="325"/>
                      <a:pt x="92" y="325"/>
                    </a:cubicBezTo>
                    <a:cubicBezTo>
                      <a:pt x="92" y="324"/>
                      <a:pt x="93" y="323"/>
                      <a:pt x="93" y="322"/>
                    </a:cubicBezTo>
                    <a:cubicBezTo>
                      <a:pt x="94" y="320"/>
                      <a:pt x="94" y="318"/>
                      <a:pt x="95" y="315"/>
                    </a:cubicBezTo>
                    <a:cubicBezTo>
                      <a:pt x="96" y="312"/>
                      <a:pt x="96" y="308"/>
                      <a:pt x="96" y="304"/>
                    </a:cubicBezTo>
                    <a:cubicBezTo>
                      <a:pt x="96" y="305"/>
                      <a:pt x="96" y="306"/>
                      <a:pt x="96" y="306"/>
                    </a:cubicBezTo>
                    <a:cubicBezTo>
                      <a:pt x="97" y="300"/>
                      <a:pt x="97" y="294"/>
                      <a:pt x="97" y="288"/>
                    </a:cubicBezTo>
                    <a:cubicBezTo>
                      <a:pt x="98" y="282"/>
                      <a:pt x="97" y="277"/>
                      <a:pt x="96" y="272"/>
                    </a:cubicBezTo>
                    <a:cubicBezTo>
                      <a:pt x="96" y="267"/>
                      <a:pt x="95" y="262"/>
                      <a:pt x="95" y="257"/>
                    </a:cubicBezTo>
                    <a:cubicBezTo>
                      <a:pt x="93" y="250"/>
                      <a:pt x="91" y="242"/>
                      <a:pt x="89" y="234"/>
                    </a:cubicBezTo>
                    <a:cubicBezTo>
                      <a:pt x="88" y="227"/>
                      <a:pt x="85" y="219"/>
                      <a:pt x="83" y="212"/>
                    </a:cubicBezTo>
                    <a:cubicBezTo>
                      <a:pt x="78" y="200"/>
                      <a:pt x="74" y="187"/>
                      <a:pt x="70" y="175"/>
                    </a:cubicBezTo>
                    <a:cubicBezTo>
                      <a:pt x="66" y="162"/>
                      <a:pt x="61" y="151"/>
                      <a:pt x="57" y="138"/>
                    </a:cubicBezTo>
                    <a:cubicBezTo>
                      <a:pt x="55" y="130"/>
                      <a:pt x="52" y="121"/>
                      <a:pt x="50" y="112"/>
                    </a:cubicBezTo>
                    <a:cubicBezTo>
                      <a:pt x="49" y="103"/>
                      <a:pt x="48" y="94"/>
                      <a:pt x="48" y="84"/>
                    </a:cubicBezTo>
                    <a:cubicBezTo>
                      <a:pt x="49" y="67"/>
                      <a:pt x="53" y="50"/>
                      <a:pt x="63" y="36"/>
                    </a:cubicBezTo>
                    <a:cubicBezTo>
                      <a:pt x="73" y="23"/>
                      <a:pt x="85" y="11"/>
                      <a:pt x="101" y="8"/>
                    </a:cubicBezTo>
                    <a:cubicBezTo>
                      <a:pt x="108" y="7"/>
                      <a:pt x="114" y="7"/>
                      <a:pt x="120" y="9"/>
                    </a:cubicBezTo>
                    <a:cubicBezTo>
                      <a:pt x="122" y="3"/>
                      <a:pt x="129" y="0"/>
                      <a:pt x="135" y="1"/>
                    </a:cubicBezTo>
                    <a:cubicBezTo>
                      <a:pt x="141" y="4"/>
                      <a:pt x="145" y="11"/>
                      <a:pt x="144" y="17"/>
                    </a:cubicBezTo>
                    <a:cubicBezTo>
                      <a:pt x="143" y="19"/>
                      <a:pt x="143" y="21"/>
                      <a:pt x="142" y="24"/>
                    </a:cubicBezTo>
                    <a:cubicBezTo>
                      <a:pt x="142" y="24"/>
                      <a:pt x="141" y="24"/>
                      <a:pt x="141" y="25"/>
                    </a:cubicBezTo>
                    <a:cubicBezTo>
                      <a:pt x="144" y="30"/>
                      <a:pt x="145" y="35"/>
                      <a:pt x="144" y="41"/>
                    </a:cubicBezTo>
                    <a:cubicBezTo>
                      <a:pt x="142" y="47"/>
                      <a:pt x="139" y="53"/>
                      <a:pt x="133" y="56"/>
                    </a:cubicBezTo>
                    <a:cubicBezTo>
                      <a:pt x="126" y="58"/>
                      <a:pt x="119" y="56"/>
                      <a:pt x="116" y="49"/>
                    </a:cubicBezTo>
                    <a:cubicBezTo>
                      <a:pt x="115" y="46"/>
                      <a:pt x="115" y="44"/>
                      <a:pt x="115" y="41"/>
                    </a:cubicBezTo>
                    <a:cubicBezTo>
                      <a:pt x="115" y="39"/>
                      <a:pt x="115" y="38"/>
                      <a:pt x="115" y="36"/>
                    </a:cubicBezTo>
                    <a:cubicBezTo>
                      <a:pt x="116" y="35"/>
                      <a:pt x="116" y="34"/>
                      <a:pt x="116" y="33"/>
                    </a:cubicBezTo>
                    <a:cubicBezTo>
                      <a:pt x="115" y="33"/>
                      <a:pt x="115" y="33"/>
                      <a:pt x="115" y="33"/>
                    </a:cubicBezTo>
                    <a:cubicBezTo>
                      <a:pt x="114" y="32"/>
                      <a:pt x="114" y="32"/>
                      <a:pt x="113" y="32"/>
                    </a:cubicBezTo>
                    <a:cubicBezTo>
                      <a:pt x="113" y="32"/>
                      <a:pt x="112" y="32"/>
                      <a:pt x="111" y="32"/>
                    </a:cubicBezTo>
                    <a:cubicBezTo>
                      <a:pt x="110" y="32"/>
                      <a:pt x="109" y="32"/>
                      <a:pt x="108" y="32"/>
                    </a:cubicBezTo>
                    <a:cubicBezTo>
                      <a:pt x="107" y="32"/>
                      <a:pt x="106" y="32"/>
                      <a:pt x="105" y="32"/>
                    </a:cubicBezTo>
                    <a:cubicBezTo>
                      <a:pt x="104" y="32"/>
                      <a:pt x="103" y="33"/>
                      <a:pt x="102" y="33"/>
                    </a:cubicBezTo>
                    <a:cubicBezTo>
                      <a:pt x="101" y="34"/>
                      <a:pt x="101" y="34"/>
                      <a:pt x="100" y="34"/>
                    </a:cubicBezTo>
                    <a:cubicBezTo>
                      <a:pt x="98" y="35"/>
                      <a:pt x="97" y="35"/>
                      <a:pt x="96" y="36"/>
                    </a:cubicBezTo>
                    <a:cubicBezTo>
                      <a:pt x="95" y="36"/>
                      <a:pt x="95" y="37"/>
                      <a:pt x="94" y="38"/>
                    </a:cubicBezTo>
                    <a:cubicBezTo>
                      <a:pt x="92" y="39"/>
                      <a:pt x="89" y="42"/>
                      <a:pt x="88" y="43"/>
                    </a:cubicBezTo>
                    <a:cubicBezTo>
                      <a:pt x="86" y="46"/>
                      <a:pt x="84" y="48"/>
                      <a:pt x="83" y="50"/>
                    </a:cubicBezTo>
                    <a:cubicBezTo>
                      <a:pt x="81" y="52"/>
                      <a:pt x="80" y="54"/>
                      <a:pt x="79" y="56"/>
                    </a:cubicBezTo>
                    <a:cubicBezTo>
                      <a:pt x="77" y="59"/>
                      <a:pt x="77" y="61"/>
                      <a:pt x="76" y="63"/>
                    </a:cubicBezTo>
                    <a:cubicBezTo>
                      <a:pt x="75" y="66"/>
                      <a:pt x="74" y="68"/>
                      <a:pt x="73" y="71"/>
                    </a:cubicBezTo>
                    <a:cubicBezTo>
                      <a:pt x="73" y="75"/>
                      <a:pt x="72" y="78"/>
                      <a:pt x="72" y="82"/>
                    </a:cubicBezTo>
                    <a:cubicBezTo>
                      <a:pt x="71" y="87"/>
                      <a:pt x="71" y="92"/>
                      <a:pt x="71" y="96"/>
                    </a:cubicBezTo>
                    <a:cubicBezTo>
                      <a:pt x="72" y="101"/>
                      <a:pt x="73" y="104"/>
                      <a:pt x="73" y="108"/>
                    </a:cubicBezTo>
                    <a:cubicBezTo>
                      <a:pt x="74" y="116"/>
                      <a:pt x="77" y="124"/>
                      <a:pt x="79" y="131"/>
                    </a:cubicBezTo>
                    <a:cubicBezTo>
                      <a:pt x="83" y="143"/>
                      <a:pt x="87" y="155"/>
                      <a:pt x="91" y="167"/>
                    </a:cubicBezTo>
                    <a:cubicBezTo>
                      <a:pt x="96" y="180"/>
                      <a:pt x="101" y="192"/>
                      <a:pt x="105" y="205"/>
                    </a:cubicBezTo>
                    <a:cubicBezTo>
                      <a:pt x="108" y="217"/>
                      <a:pt x="112" y="229"/>
                      <a:pt x="115" y="241"/>
                    </a:cubicBezTo>
                    <a:cubicBezTo>
                      <a:pt x="115" y="244"/>
                      <a:pt x="116" y="248"/>
                      <a:pt x="117" y="253"/>
                    </a:cubicBezTo>
                    <a:cubicBezTo>
                      <a:pt x="117" y="255"/>
                      <a:pt x="118" y="258"/>
                      <a:pt x="119" y="262"/>
                    </a:cubicBezTo>
                    <a:cubicBezTo>
                      <a:pt x="119" y="264"/>
                      <a:pt x="119" y="267"/>
                      <a:pt x="119" y="269"/>
                    </a:cubicBezTo>
                    <a:cubicBezTo>
                      <a:pt x="120" y="274"/>
                      <a:pt x="120" y="278"/>
                      <a:pt x="120" y="282"/>
                    </a:cubicBezTo>
                    <a:cubicBezTo>
                      <a:pt x="120" y="287"/>
                      <a:pt x="120" y="292"/>
                      <a:pt x="120" y="296"/>
                    </a:cubicBezTo>
                    <a:cubicBezTo>
                      <a:pt x="120" y="301"/>
                      <a:pt x="120" y="307"/>
                      <a:pt x="119" y="312"/>
                    </a:cubicBezTo>
                    <a:cubicBezTo>
                      <a:pt x="119" y="318"/>
                      <a:pt x="117" y="324"/>
                      <a:pt x="116" y="329"/>
                    </a:cubicBezTo>
                    <a:cubicBezTo>
                      <a:pt x="114" y="334"/>
                      <a:pt x="112" y="339"/>
                      <a:pt x="108" y="342"/>
                    </a:cubicBezTo>
                    <a:cubicBezTo>
                      <a:pt x="99" y="351"/>
                      <a:pt x="87" y="355"/>
                      <a:pt x="75" y="356"/>
                    </a:cubicBezTo>
                    <a:cubicBezTo>
                      <a:pt x="73" y="356"/>
                      <a:pt x="71" y="356"/>
                      <a:pt x="69" y="356"/>
                    </a:cubicBezTo>
                    <a:cubicBezTo>
                      <a:pt x="59" y="356"/>
                      <a:pt x="49" y="354"/>
                      <a:pt x="39" y="3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" name="Google Shape;311;p3"/>
              <p:cNvSpPr/>
              <p:nvPr/>
            </p:nvSpPr>
            <p:spPr>
              <a:xfrm>
                <a:off x="414360" y="1024200"/>
                <a:ext cx="73440" cy="118800"/>
              </a:xfrm>
              <a:custGeom>
                <a:avLst/>
                <a:gdLst/>
                <a:ahLst/>
                <a:cxnLst/>
                <a:rect l="l" t="t" r="r" b="b"/>
                <a:pathLst>
                  <a:path w="204" h="330" extrusionOk="0">
                    <a:moveTo>
                      <a:pt x="39" y="305"/>
                    </a:moveTo>
                    <a:cubicBezTo>
                      <a:pt x="39" y="305"/>
                      <a:pt x="40" y="305"/>
                      <a:pt x="42" y="305"/>
                    </a:cubicBezTo>
                    <a:cubicBezTo>
                      <a:pt x="43" y="305"/>
                      <a:pt x="43" y="305"/>
                      <a:pt x="45" y="304"/>
                    </a:cubicBezTo>
                    <a:lnTo>
                      <a:pt x="46" y="304"/>
                    </a:lnTo>
                    <a:cubicBezTo>
                      <a:pt x="47" y="304"/>
                      <a:pt x="49" y="303"/>
                      <a:pt x="50" y="303"/>
                    </a:cubicBezTo>
                    <a:cubicBezTo>
                      <a:pt x="52" y="301"/>
                      <a:pt x="54" y="301"/>
                      <a:pt x="56" y="300"/>
                    </a:cubicBezTo>
                    <a:cubicBezTo>
                      <a:pt x="57" y="298"/>
                      <a:pt x="59" y="297"/>
                      <a:pt x="61" y="296"/>
                    </a:cubicBezTo>
                    <a:cubicBezTo>
                      <a:pt x="64" y="293"/>
                      <a:pt x="67" y="290"/>
                      <a:pt x="69" y="287"/>
                    </a:cubicBezTo>
                    <a:cubicBezTo>
                      <a:pt x="73" y="283"/>
                      <a:pt x="77" y="278"/>
                      <a:pt x="80" y="273"/>
                    </a:cubicBezTo>
                    <a:cubicBezTo>
                      <a:pt x="85" y="266"/>
                      <a:pt x="90" y="258"/>
                      <a:pt x="95" y="250"/>
                    </a:cubicBezTo>
                    <a:cubicBezTo>
                      <a:pt x="93" y="248"/>
                      <a:pt x="92" y="246"/>
                      <a:pt x="92" y="243"/>
                    </a:cubicBezTo>
                    <a:cubicBezTo>
                      <a:pt x="92" y="240"/>
                      <a:pt x="93" y="237"/>
                      <a:pt x="93" y="234"/>
                    </a:cubicBezTo>
                    <a:cubicBezTo>
                      <a:pt x="94" y="232"/>
                      <a:pt x="95" y="230"/>
                      <a:pt x="95" y="228"/>
                    </a:cubicBezTo>
                    <a:cubicBezTo>
                      <a:pt x="96" y="226"/>
                      <a:pt x="96" y="223"/>
                      <a:pt x="97" y="221"/>
                    </a:cubicBezTo>
                    <a:cubicBezTo>
                      <a:pt x="97" y="221"/>
                      <a:pt x="96" y="221"/>
                      <a:pt x="96" y="220"/>
                    </a:cubicBezTo>
                    <a:cubicBezTo>
                      <a:pt x="96" y="219"/>
                      <a:pt x="95" y="218"/>
                      <a:pt x="95" y="216"/>
                    </a:cubicBezTo>
                    <a:cubicBezTo>
                      <a:pt x="95" y="215"/>
                      <a:pt x="94" y="215"/>
                      <a:pt x="94" y="214"/>
                    </a:cubicBezTo>
                    <a:lnTo>
                      <a:pt x="93" y="214"/>
                    </a:lnTo>
                    <a:cubicBezTo>
                      <a:pt x="94" y="214"/>
                      <a:pt x="94" y="215"/>
                      <a:pt x="94" y="215"/>
                    </a:cubicBezTo>
                    <a:cubicBezTo>
                      <a:pt x="94" y="214"/>
                      <a:pt x="93" y="214"/>
                      <a:pt x="93" y="214"/>
                    </a:cubicBezTo>
                    <a:cubicBezTo>
                      <a:pt x="92" y="213"/>
                      <a:pt x="92" y="212"/>
                      <a:pt x="91" y="211"/>
                    </a:cubicBezTo>
                    <a:cubicBezTo>
                      <a:pt x="91" y="211"/>
                      <a:pt x="90" y="211"/>
                      <a:pt x="89" y="210"/>
                    </a:cubicBezTo>
                    <a:cubicBezTo>
                      <a:pt x="88" y="209"/>
                      <a:pt x="86" y="208"/>
                      <a:pt x="84" y="207"/>
                    </a:cubicBezTo>
                    <a:cubicBezTo>
                      <a:pt x="83" y="207"/>
                      <a:pt x="81" y="206"/>
                      <a:pt x="80" y="205"/>
                    </a:cubicBezTo>
                    <a:cubicBezTo>
                      <a:pt x="78" y="205"/>
                      <a:pt x="77" y="204"/>
                      <a:pt x="76" y="204"/>
                    </a:cubicBezTo>
                    <a:cubicBezTo>
                      <a:pt x="75" y="204"/>
                      <a:pt x="74" y="204"/>
                      <a:pt x="74" y="204"/>
                    </a:cubicBezTo>
                    <a:cubicBezTo>
                      <a:pt x="73" y="204"/>
                      <a:pt x="73" y="204"/>
                      <a:pt x="71" y="204"/>
                    </a:cubicBezTo>
                    <a:cubicBezTo>
                      <a:pt x="70" y="204"/>
                      <a:pt x="69" y="204"/>
                      <a:pt x="68" y="204"/>
                    </a:cubicBezTo>
                    <a:cubicBezTo>
                      <a:pt x="67" y="204"/>
                      <a:pt x="67" y="204"/>
                      <a:pt x="66" y="205"/>
                    </a:cubicBezTo>
                    <a:lnTo>
                      <a:pt x="65" y="205"/>
                    </a:lnTo>
                    <a:cubicBezTo>
                      <a:pt x="63" y="206"/>
                      <a:pt x="61" y="207"/>
                      <a:pt x="59" y="208"/>
                    </a:cubicBezTo>
                    <a:cubicBezTo>
                      <a:pt x="56" y="210"/>
                      <a:pt x="53" y="212"/>
                      <a:pt x="51" y="215"/>
                    </a:cubicBezTo>
                    <a:cubicBezTo>
                      <a:pt x="49" y="216"/>
                      <a:pt x="47" y="218"/>
                      <a:pt x="45" y="220"/>
                    </a:cubicBezTo>
                    <a:cubicBezTo>
                      <a:pt x="43" y="222"/>
                      <a:pt x="42" y="224"/>
                      <a:pt x="40" y="226"/>
                    </a:cubicBezTo>
                    <a:cubicBezTo>
                      <a:pt x="37" y="230"/>
                      <a:pt x="35" y="235"/>
                      <a:pt x="32" y="239"/>
                    </a:cubicBezTo>
                    <a:cubicBezTo>
                      <a:pt x="31" y="243"/>
                      <a:pt x="29" y="246"/>
                      <a:pt x="27" y="250"/>
                    </a:cubicBezTo>
                    <a:cubicBezTo>
                      <a:pt x="26" y="253"/>
                      <a:pt x="25" y="257"/>
                      <a:pt x="24" y="260"/>
                    </a:cubicBezTo>
                    <a:cubicBezTo>
                      <a:pt x="24" y="262"/>
                      <a:pt x="24" y="265"/>
                      <a:pt x="23" y="267"/>
                    </a:cubicBezTo>
                    <a:cubicBezTo>
                      <a:pt x="23" y="271"/>
                      <a:pt x="23" y="274"/>
                      <a:pt x="23" y="278"/>
                    </a:cubicBezTo>
                    <a:cubicBezTo>
                      <a:pt x="24" y="281"/>
                      <a:pt x="24" y="285"/>
                      <a:pt x="24" y="288"/>
                    </a:cubicBezTo>
                    <a:cubicBezTo>
                      <a:pt x="25" y="290"/>
                      <a:pt x="25" y="292"/>
                      <a:pt x="26" y="294"/>
                    </a:cubicBezTo>
                    <a:cubicBezTo>
                      <a:pt x="26" y="294"/>
                      <a:pt x="26" y="295"/>
                      <a:pt x="26" y="296"/>
                    </a:cubicBezTo>
                    <a:cubicBezTo>
                      <a:pt x="27" y="296"/>
                      <a:pt x="27" y="296"/>
                      <a:pt x="27" y="297"/>
                    </a:cubicBezTo>
                    <a:cubicBezTo>
                      <a:pt x="28" y="297"/>
                      <a:pt x="28" y="299"/>
                      <a:pt x="29" y="299"/>
                    </a:cubicBezTo>
                    <a:cubicBezTo>
                      <a:pt x="30" y="300"/>
                      <a:pt x="30" y="300"/>
                      <a:pt x="31" y="301"/>
                    </a:cubicBezTo>
                    <a:cubicBezTo>
                      <a:pt x="31" y="301"/>
                      <a:pt x="32" y="301"/>
                      <a:pt x="32" y="302"/>
                    </a:cubicBezTo>
                    <a:cubicBezTo>
                      <a:pt x="33" y="303"/>
                      <a:pt x="34" y="303"/>
                      <a:pt x="35" y="303"/>
                    </a:cubicBezTo>
                    <a:cubicBezTo>
                      <a:pt x="34" y="303"/>
                      <a:pt x="33" y="303"/>
                      <a:pt x="33" y="303"/>
                    </a:cubicBezTo>
                    <a:cubicBezTo>
                      <a:pt x="34" y="303"/>
                      <a:pt x="35" y="304"/>
                      <a:pt x="37" y="304"/>
                    </a:cubicBezTo>
                    <a:cubicBezTo>
                      <a:pt x="36" y="304"/>
                      <a:pt x="36" y="304"/>
                      <a:pt x="35" y="304"/>
                    </a:cubicBezTo>
                    <a:cubicBezTo>
                      <a:pt x="36" y="304"/>
                      <a:pt x="37" y="304"/>
                      <a:pt x="38" y="304"/>
                    </a:cubicBezTo>
                    <a:cubicBezTo>
                      <a:pt x="38" y="305"/>
                      <a:pt x="39" y="305"/>
                      <a:pt x="39" y="305"/>
                    </a:cubicBezTo>
                    <a:lnTo>
                      <a:pt x="38" y="305"/>
                    </a:lnTo>
                    <a:lnTo>
                      <a:pt x="38" y="304"/>
                    </a:lnTo>
                    <a:lnTo>
                      <a:pt x="38" y="305"/>
                    </a:lnTo>
                    <a:cubicBezTo>
                      <a:pt x="39" y="305"/>
                      <a:pt x="39" y="305"/>
                      <a:pt x="39" y="305"/>
                    </a:cubicBezTo>
                    <a:moveTo>
                      <a:pt x="29" y="327"/>
                    </a:moveTo>
                    <a:cubicBezTo>
                      <a:pt x="18" y="323"/>
                      <a:pt x="10" y="314"/>
                      <a:pt x="5" y="304"/>
                    </a:cubicBezTo>
                    <a:cubicBezTo>
                      <a:pt x="2" y="298"/>
                      <a:pt x="1" y="292"/>
                      <a:pt x="0" y="285"/>
                    </a:cubicBezTo>
                    <a:cubicBezTo>
                      <a:pt x="0" y="278"/>
                      <a:pt x="0" y="271"/>
                      <a:pt x="0" y="264"/>
                    </a:cubicBezTo>
                    <a:cubicBezTo>
                      <a:pt x="1" y="251"/>
                      <a:pt x="7" y="238"/>
                      <a:pt x="13" y="226"/>
                    </a:cubicBezTo>
                    <a:cubicBezTo>
                      <a:pt x="16" y="220"/>
                      <a:pt x="20" y="214"/>
                      <a:pt x="24" y="208"/>
                    </a:cubicBezTo>
                    <a:cubicBezTo>
                      <a:pt x="28" y="202"/>
                      <a:pt x="34" y="198"/>
                      <a:pt x="39" y="194"/>
                    </a:cubicBezTo>
                    <a:cubicBezTo>
                      <a:pt x="44" y="190"/>
                      <a:pt x="50" y="186"/>
                      <a:pt x="56" y="183"/>
                    </a:cubicBezTo>
                    <a:cubicBezTo>
                      <a:pt x="61" y="181"/>
                      <a:pt x="67" y="180"/>
                      <a:pt x="73" y="180"/>
                    </a:cubicBezTo>
                    <a:cubicBezTo>
                      <a:pt x="79" y="180"/>
                      <a:pt x="85" y="181"/>
                      <a:pt x="91" y="183"/>
                    </a:cubicBezTo>
                    <a:cubicBezTo>
                      <a:pt x="96" y="186"/>
                      <a:pt x="102" y="188"/>
                      <a:pt x="107" y="193"/>
                    </a:cubicBezTo>
                    <a:cubicBezTo>
                      <a:pt x="111" y="196"/>
                      <a:pt x="114" y="201"/>
                      <a:pt x="117" y="205"/>
                    </a:cubicBezTo>
                    <a:cubicBezTo>
                      <a:pt x="119" y="200"/>
                      <a:pt x="121" y="195"/>
                      <a:pt x="124" y="190"/>
                    </a:cubicBezTo>
                    <a:cubicBezTo>
                      <a:pt x="131" y="173"/>
                      <a:pt x="138" y="155"/>
                      <a:pt x="145" y="138"/>
                    </a:cubicBezTo>
                    <a:cubicBezTo>
                      <a:pt x="146" y="136"/>
                      <a:pt x="147" y="134"/>
                      <a:pt x="147" y="132"/>
                    </a:cubicBezTo>
                    <a:cubicBezTo>
                      <a:pt x="148" y="126"/>
                      <a:pt x="148" y="120"/>
                      <a:pt x="149" y="114"/>
                    </a:cubicBezTo>
                    <a:cubicBezTo>
                      <a:pt x="150" y="109"/>
                      <a:pt x="151" y="103"/>
                      <a:pt x="151" y="97"/>
                    </a:cubicBezTo>
                    <a:cubicBezTo>
                      <a:pt x="154" y="82"/>
                      <a:pt x="156" y="68"/>
                      <a:pt x="160" y="54"/>
                    </a:cubicBezTo>
                    <a:cubicBezTo>
                      <a:pt x="162" y="48"/>
                      <a:pt x="164" y="42"/>
                      <a:pt x="166" y="36"/>
                    </a:cubicBezTo>
                    <a:cubicBezTo>
                      <a:pt x="167" y="32"/>
                      <a:pt x="169" y="27"/>
                      <a:pt x="172" y="22"/>
                    </a:cubicBezTo>
                    <a:cubicBezTo>
                      <a:pt x="173" y="20"/>
                      <a:pt x="174" y="17"/>
                      <a:pt x="175" y="14"/>
                    </a:cubicBezTo>
                    <a:cubicBezTo>
                      <a:pt x="177" y="10"/>
                      <a:pt x="179" y="8"/>
                      <a:pt x="182" y="5"/>
                    </a:cubicBezTo>
                    <a:cubicBezTo>
                      <a:pt x="188" y="0"/>
                      <a:pt x="197" y="1"/>
                      <a:pt x="201" y="8"/>
                    </a:cubicBezTo>
                    <a:cubicBezTo>
                      <a:pt x="202" y="11"/>
                      <a:pt x="203" y="14"/>
                      <a:pt x="203" y="17"/>
                    </a:cubicBezTo>
                    <a:cubicBezTo>
                      <a:pt x="203" y="20"/>
                      <a:pt x="202" y="24"/>
                      <a:pt x="201" y="27"/>
                    </a:cubicBezTo>
                    <a:cubicBezTo>
                      <a:pt x="201" y="29"/>
                      <a:pt x="200" y="32"/>
                      <a:pt x="199" y="35"/>
                    </a:cubicBezTo>
                    <a:cubicBezTo>
                      <a:pt x="197" y="41"/>
                      <a:pt x="195" y="47"/>
                      <a:pt x="194" y="54"/>
                    </a:cubicBezTo>
                    <a:cubicBezTo>
                      <a:pt x="190" y="66"/>
                      <a:pt x="186" y="78"/>
                      <a:pt x="183" y="91"/>
                    </a:cubicBezTo>
                    <a:cubicBezTo>
                      <a:pt x="179" y="102"/>
                      <a:pt x="176" y="112"/>
                      <a:pt x="173" y="123"/>
                    </a:cubicBezTo>
                    <a:cubicBezTo>
                      <a:pt x="172" y="125"/>
                      <a:pt x="171" y="127"/>
                      <a:pt x="170" y="130"/>
                    </a:cubicBezTo>
                    <a:cubicBezTo>
                      <a:pt x="169" y="141"/>
                      <a:pt x="167" y="154"/>
                      <a:pt x="166" y="166"/>
                    </a:cubicBezTo>
                    <a:cubicBezTo>
                      <a:pt x="163" y="191"/>
                      <a:pt x="161" y="216"/>
                      <a:pt x="156" y="241"/>
                    </a:cubicBezTo>
                    <a:cubicBezTo>
                      <a:pt x="154" y="257"/>
                      <a:pt x="151" y="272"/>
                      <a:pt x="148" y="288"/>
                    </a:cubicBezTo>
                    <a:cubicBezTo>
                      <a:pt x="147" y="295"/>
                      <a:pt x="141" y="300"/>
                      <a:pt x="134" y="299"/>
                    </a:cubicBezTo>
                    <a:cubicBezTo>
                      <a:pt x="127" y="297"/>
                      <a:pt x="123" y="290"/>
                      <a:pt x="124" y="283"/>
                    </a:cubicBezTo>
                    <a:cubicBezTo>
                      <a:pt x="126" y="276"/>
                      <a:pt x="128" y="269"/>
                      <a:pt x="130" y="262"/>
                    </a:cubicBezTo>
                    <a:cubicBezTo>
                      <a:pt x="133" y="245"/>
                      <a:pt x="136" y="228"/>
                      <a:pt x="138" y="211"/>
                    </a:cubicBezTo>
                    <a:cubicBezTo>
                      <a:pt x="138" y="212"/>
                      <a:pt x="137" y="214"/>
                      <a:pt x="137" y="215"/>
                    </a:cubicBezTo>
                    <a:cubicBezTo>
                      <a:pt x="135" y="219"/>
                      <a:pt x="133" y="223"/>
                      <a:pt x="131" y="228"/>
                    </a:cubicBezTo>
                    <a:cubicBezTo>
                      <a:pt x="123" y="245"/>
                      <a:pt x="114" y="262"/>
                      <a:pt x="105" y="279"/>
                    </a:cubicBezTo>
                    <a:cubicBezTo>
                      <a:pt x="95" y="293"/>
                      <a:pt x="85" y="306"/>
                      <a:pt x="72" y="317"/>
                    </a:cubicBezTo>
                    <a:cubicBezTo>
                      <a:pt x="63" y="324"/>
                      <a:pt x="52" y="329"/>
                      <a:pt x="40" y="329"/>
                    </a:cubicBezTo>
                    <a:cubicBezTo>
                      <a:pt x="36" y="329"/>
                      <a:pt x="33" y="328"/>
                      <a:pt x="29" y="3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" name="Google Shape;312;p3"/>
              <p:cNvSpPr/>
              <p:nvPr/>
            </p:nvSpPr>
            <p:spPr>
              <a:xfrm>
                <a:off x="481320" y="1079280"/>
                <a:ext cx="52920" cy="12852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357" extrusionOk="0">
                    <a:moveTo>
                      <a:pt x="81" y="330"/>
                    </a:moveTo>
                    <a:cubicBezTo>
                      <a:pt x="83" y="319"/>
                      <a:pt x="85" y="309"/>
                      <a:pt x="86" y="298"/>
                    </a:cubicBezTo>
                    <a:cubicBezTo>
                      <a:pt x="87" y="271"/>
                      <a:pt x="87" y="245"/>
                      <a:pt x="87" y="219"/>
                    </a:cubicBezTo>
                    <a:cubicBezTo>
                      <a:pt x="87" y="206"/>
                      <a:pt x="87" y="193"/>
                      <a:pt x="87" y="181"/>
                    </a:cubicBezTo>
                    <a:cubicBezTo>
                      <a:pt x="87" y="176"/>
                      <a:pt x="87" y="171"/>
                      <a:pt x="87" y="167"/>
                    </a:cubicBezTo>
                    <a:cubicBezTo>
                      <a:pt x="88" y="159"/>
                      <a:pt x="89" y="151"/>
                      <a:pt x="89" y="143"/>
                    </a:cubicBezTo>
                    <a:cubicBezTo>
                      <a:pt x="89" y="133"/>
                      <a:pt x="90" y="123"/>
                      <a:pt x="92" y="113"/>
                    </a:cubicBezTo>
                    <a:cubicBezTo>
                      <a:pt x="90" y="115"/>
                      <a:pt x="89" y="117"/>
                      <a:pt x="87" y="119"/>
                    </a:cubicBezTo>
                    <a:cubicBezTo>
                      <a:pt x="82" y="125"/>
                      <a:pt x="76" y="132"/>
                      <a:pt x="70" y="138"/>
                    </a:cubicBezTo>
                    <a:cubicBezTo>
                      <a:pt x="64" y="143"/>
                      <a:pt x="58" y="147"/>
                      <a:pt x="51" y="150"/>
                    </a:cubicBezTo>
                    <a:cubicBezTo>
                      <a:pt x="47" y="158"/>
                      <a:pt x="44" y="167"/>
                      <a:pt x="41" y="175"/>
                    </a:cubicBezTo>
                    <a:cubicBezTo>
                      <a:pt x="38" y="184"/>
                      <a:pt x="35" y="192"/>
                      <a:pt x="33" y="201"/>
                    </a:cubicBezTo>
                    <a:cubicBezTo>
                      <a:pt x="33" y="204"/>
                      <a:pt x="32" y="208"/>
                      <a:pt x="32" y="211"/>
                    </a:cubicBezTo>
                    <a:cubicBezTo>
                      <a:pt x="31" y="219"/>
                      <a:pt x="31" y="227"/>
                      <a:pt x="32" y="234"/>
                    </a:cubicBezTo>
                    <a:lnTo>
                      <a:pt x="32" y="233"/>
                    </a:lnTo>
                    <a:cubicBezTo>
                      <a:pt x="32" y="237"/>
                      <a:pt x="32" y="241"/>
                      <a:pt x="33" y="245"/>
                    </a:cubicBezTo>
                    <a:cubicBezTo>
                      <a:pt x="33" y="248"/>
                      <a:pt x="34" y="252"/>
                      <a:pt x="36" y="255"/>
                    </a:cubicBezTo>
                    <a:cubicBezTo>
                      <a:pt x="39" y="265"/>
                      <a:pt x="43" y="274"/>
                      <a:pt x="48" y="284"/>
                    </a:cubicBezTo>
                    <a:cubicBezTo>
                      <a:pt x="50" y="287"/>
                      <a:pt x="51" y="289"/>
                      <a:pt x="53" y="292"/>
                    </a:cubicBezTo>
                    <a:cubicBezTo>
                      <a:pt x="54" y="295"/>
                      <a:pt x="55" y="297"/>
                      <a:pt x="56" y="299"/>
                    </a:cubicBezTo>
                    <a:cubicBezTo>
                      <a:pt x="61" y="306"/>
                      <a:pt x="65" y="313"/>
                      <a:pt x="70" y="319"/>
                    </a:cubicBezTo>
                    <a:cubicBezTo>
                      <a:pt x="72" y="321"/>
                      <a:pt x="74" y="323"/>
                      <a:pt x="76" y="326"/>
                    </a:cubicBezTo>
                    <a:cubicBezTo>
                      <a:pt x="78" y="327"/>
                      <a:pt x="79" y="329"/>
                      <a:pt x="81" y="330"/>
                    </a:cubicBezTo>
                    <a:moveTo>
                      <a:pt x="79" y="355"/>
                    </a:moveTo>
                    <a:cubicBezTo>
                      <a:pt x="76" y="355"/>
                      <a:pt x="72" y="352"/>
                      <a:pt x="70" y="351"/>
                    </a:cubicBezTo>
                    <a:cubicBezTo>
                      <a:pt x="67" y="349"/>
                      <a:pt x="64" y="347"/>
                      <a:pt x="61" y="344"/>
                    </a:cubicBezTo>
                    <a:cubicBezTo>
                      <a:pt x="55" y="338"/>
                      <a:pt x="50" y="331"/>
                      <a:pt x="46" y="325"/>
                    </a:cubicBezTo>
                    <a:cubicBezTo>
                      <a:pt x="42" y="320"/>
                      <a:pt x="39" y="314"/>
                      <a:pt x="36" y="309"/>
                    </a:cubicBezTo>
                    <a:cubicBezTo>
                      <a:pt x="33" y="303"/>
                      <a:pt x="29" y="297"/>
                      <a:pt x="27" y="291"/>
                    </a:cubicBezTo>
                    <a:cubicBezTo>
                      <a:pt x="23" y="283"/>
                      <a:pt x="19" y="275"/>
                      <a:pt x="16" y="267"/>
                    </a:cubicBezTo>
                    <a:cubicBezTo>
                      <a:pt x="13" y="260"/>
                      <a:pt x="11" y="252"/>
                      <a:pt x="10" y="244"/>
                    </a:cubicBezTo>
                    <a:cubicBezTo>
                      <a:pt x="9" y="235"/>
                      <a:pt x="9" y="226"/>
                      <a:pt x="9" y="217"/>
                    </a:cubicBezTo>
                    <a:cubicBezTo>
                      <a:pt x="10" y="208"/>
                      <a:pt x="11" y="201"/>
                      <a:pt x="12" y="193"/>
                    </a:cubicBezTo>
                    <a:cubicBezTo>
                      <a:pt x="15" y="185"/>
                      <a:pt x="18" y="176"/>
                      <a:pt x="20" y="169"/>
                    </a:cubicBezTo>
                    <a:cubicBezTo>
                      <a:pt x="22" y="163"/>
                      <a:pt x="25" y="158"/>
                      <a:pt x="26" y="152"/>
                    </a:cubicBezTo>
                    <a:cubicBezTo>
                      <a:pt x="20" y="150"/>
                      <a:pt x="16" y="146"/>
                      <a:pt x="12" y="141"/>
                    </a:cubicBezTo>
                    <a:cubicBezTo>
                      <a:pt x="8" y="135"/>
                      <a:pt x="5" y="127"/>
                      <a:pt x="4" y="120"/>
                    </a:cubicBezTo>
                    <a:cubicBezTo>
                      <a:pt x="1" y="113"/>
                      <a:pt x="1" y="105"/>
                      <a:pt x="1" y="97"/>
                    </a:cubicBezTo>
                    <a:cubicBezTo>
                      <a:pt x="0" y="89"/>
                      <a:pt x="2" y="82"/>
                      <a:pt x="4" y="73"/>
                    </a:cubicBezTo>
                    <a:cubicBezTo>
                      <a:pt x="5" y="65"/>
                      <a:pt x="8" y="58"/>
                      <a:pt x="12" y="50"/>
                    </a:cubicBezTo>
                    <a:cubicBezTo>
                      <a:pt x="13" y="47"/>
                      <a:pt x="16" y="44"/>
                      <a:pt x="18" y="42"/>
                    </a:cubicBezTo>
                    <a:cubicBezTo>
                      <a:pt x="20" y="40"/>
                      <a:pt x="24" y="38"/>
                      <a:pt x="27" y="37"/>
                    </a:cubicBezTo>
                    <a:cubicBezTo>
                      <a:pt x="34" y="35"/>
                      <a:pt x="41" y="40"/>
                      <a:pt x="43" y="46"/>
                    </a:cubicBezTo>
                    <a:cubicBezTo>
                      <a:pt x="44" y="52"/>
                      <a:pt x="41" y="58"/>
                      <a:pt x="35" y="61"/>
                    </a:cubicBezTo>
                    <a:lnTo>
                      <a:pt x="34" y="61"/>
                    </a:lnTo>
                    <a:cubicBezTo>
                      <a:pt x="34" y="62"/>
                      <a:pt x="33" y="63"/>
                      <a:pt x="33" y="64"/>
                    </a:cubicBezTo>
                    <a:cubicBezTo>
                      <a:pt x="32" y="67"/>
                      <a:pt x="30" y="69"/>
                      <a:pt x="29" y="72"/>
                    </a:cubicBezTo>
                    <a:cubicBezTo>
                      <a:pt x="27" y="77"/>
                      <a:pt x="26" y="82"/>
                      <a:pt x="25" y="87"/>
                    </a:cubicBezTo>
                    <a:cubicBezTo>
                      <a:pt x="25" y="89"/>
                      <a:pt x="25" y="91"/>
                      <a:pt x="25" y="93"/>
                    </a:cubicBezTo>
                    <a:cubicBezTo>
                      <a:pt x="25" y="95"/>
                      <a:pt x="24" y="98"/>
                      <a:pt x="25" y="100"/>
                    </a:cubicBezTo>
                    <a:cubicBezTo>
                      <a:pt x="25" y="104"/>
                      <a:pt x="25" y="108"/>
                      <a:pt x="26" y="111"/>
                    </a:cubicBezTo>
                    <a:cubicBezTo>
                      <a:pt x="26" y="114"/>
                      <a:pt x="27" y="116"/>
                      <a:pt x="27" y="118"/>
                    </a:cubicBezTo>
                    <a:cubicBezTo>
                      <a:pt x="27" y="118"/>
                      <a:pt x="27" y="117"/>
                      <a:pt x="27" y="116"/>
                    </a:cubicBezTo>
                    <a:cubicBezTo>
                      <a:pt x="27" y="119"/>
                      <a:pt x="29" y="121"/>
                      <a:pt x="29" y="123"/>
                    </a:cubicBezTo>
                    <a:cubicBezTo>
                      <a:pt x="30" y="125"/>
                      <a:pt x="30" y="125"/>
                      <a:pt x="31" y="126"/>
                    </a:cubicBezTo>
                    <a:cubicBezTo>
                      <a:pt x="32" y="127"/>
                      <a:pt x="32" y="127"/>
                      <a:pt x="32" y="127"/>
                    </a:cubicBezTo>
                    <a:cubicBezTo>
                      <a:pt x="32" y="128"/>
                      <a:pt x="32" y="128"/>
                      <a:pt x="33" y="128"/>
                    </a:cubicBezTo>
                    <a:lnTo>
                      <a:pt x="33" y="129"/>
                    </a:lnTo>
                    <a:cubicBezTo>
                      <a:pt x="34" y="129"/>
                      <a:pt x="34" y="129"/>
                      <a:pt x="35" y="130"/>
                    </a:cubicBezTo>
                    <a:cubicBezTo>
                      <a:pt x="35" y="129"/>
                      <a:pt x="34" y="129"/>
                      <a:pt x="34" y="129"/>
                    </a:cubicBezTo>
                    <a:lnTo>
                      <a:pt x="35" y="129"/>
                    </a:lnTo>
                    <a:lnTo>
                      <a:pt x="36" y="129"/>
                    </a:lnTo>
                    <a:cubicBezTo>
                      <a:pt x="38" y="122"/>
                      <a:pt x="41" y="115"/>
                      <a:pt x="43" y="109"/>
                    </a:cubicBezTo>
                    <a:cubicBezTo>
                      <a:pt x="46" y="103"/>
                      <a:pt x="53" y="101"/>
                      <a:pt x="58" y="103"/>
                    </a:cubicBezTo>
                    <a:cubicBezTo>
                      <a:pt x="61" y="105"/>
                      <a:pt x="63" y="108"/>
                      <a:pt x="64" y="111"/>
                    </a:cubicBezTo>
                    <a:cubicBezTo>
                      <a:pt x="69" y="105"/>
                      <a:pt x="74" y="99"/>
                      <a:pt x="78" y="93"/>
                    </a:cubicBezTo>
                    <a:cubicBezTo>
                      <a:pt x="83" y="86"/>
                      <a:pt x="88" y="79"/>
                      <a:pt x="93" y="71"/>
                    </a:cubicBezTo>
                    <a:cubicBezTo>
                      <a:pt x="96" y="67"/>
                      <a:pt x="98" y="63"/>
                      <a:pt x="100" y="59"/>
                    </a:cubicBezTo>
                    <a:cubicBezTo>
                      <a:pt x="103" y="55"/>
                      <a:pt x="104" y="51"/>
                      <a:pt x="107" y="47"/>
                    </a:cubicBezTo>
                    <a:cubicBezTo>
                      <a:pt x="108" y="41"/>
                      <a:pt x="110" y="36"/>
                      <a:pt x="112" y="31"/>
                    </a:cubicBezTo>
                    <a:cubicBezTo>
                      <a:pt x="115" y="22"/>
                      <a:pt x="118" y="13"/>
                      <a:pt x="124" y="6"/>
                    </a:cubicBezTo>
                    <a:cubicBezTo>
                      <a:pt x="127" y="1"/>
                      <a:pt x="133" y="0"/>
                      <a:pt x="138" y="2"/>
                    </a:cubicBezTo>
                    <a:cubicBezTo>
                      <a:pt x="143" y="4"/>
                      <a:pt x="146" y="10"/>
                      <a:pt x="145" y="15"/>
                    </a:cubicBezTo>
                    <a:cubicBezTo>
                      <a:pt x="143" y="22"/>
                      <a:pt x="140" y="29"/>
                      <a:pt x="137" y="35"/>
                    </a:cubicBezTo>
                    <a:cubicBezTo>
                      <a:pt x="135" y="40"/>
                      <a:pt x="133" y="44"/>
                      <a:pt x="131" y="48"/>
                    </a:cubicBezTo>
                    <a:lnTo>
                      <a:pt x="131" y="49"/>
                    </a:lnTo>
                    <a:cubicBezTo>
                      <a:pt x="126" y="63"/>
                      <a:pt x="122" y="77"/>
                      <a:pt x="118" y="92"/>
                    </a:cubicBezTo>
                    <a:cubicBezTo>
                      <a:pt x="115" y="109"/>
                      <a:pt x="113" y="126"/>
                      <a:pt x="111" y="144"/>
                    </a:cubicBezTo>
                    <a:cubicBezTo>
                      <a:pt x="110" y="150"/>
                      <a:pt x="110" y="156"/>
                      <a:pt x="110" y="162"/>
                    </a:cubicBezTo>
                    <a:cubicBezTo>
                      <a:pt x="109" y="168"/>
                      <a:pt x="108" y="174"/>
                      <a:pt x="108" y="179"/>
                    </a:cubicBezTo>
                    <a:cubicBezTo>
                      <a:pt x="108" y="191"/>
                      <a:pt x="108" y="204"/>
                      <a:pt x="108" y="216"/>
                    </a:cubicBezTo>
                    <a:cubicBezTo>
                      <a:pt x="108" y="243"/>
                      <a:pt x="107" y="270"/>
                      <a:pt x="107" y="296"/>
                    </a:cubicBezTo>
                    <a:cubicBezTo>
                      <a:pt x="106" y="309"/>
                      <a:pt x="105" y="321"/>
                      <a:pt x="103" y="333"/>
                    </a:cubicBezTo>
                    <a:cubicBezTo>
                      <a:pt x="103" y="340"/>
                      <a:pt x="102" y="345"/>
                      <a:pt x="98" y="350"/>
                    </a:cubicBezTo>
                    <a:cubicBezTo>
                      <a:pt x="96" y="352"/>
                      <a:pt x="93" y="354"/>
                      <a:pt x="90" y="355"/>
                    </a:cubicBezTo>
                    <a:cubicBezTo>
                      <a:pt x="88" y="356"/>
                      <a:pt x="87" y="356"/>
                      <a:pt x="85" y="356"/>
                    </a:cubicBezTo>
                    <a:cubicBezTo>
                      <a:pt x="83" y="356"/>
                      <a:pt x="81" y="356"/>
                      <a:pt x="79" y="35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" name="Google Shape;313;p3"/>
              <p:cNvSpPr/>
              <p:nvPr/>
            </p:nvSpPr>
            <p:spPr>
              <a:xfrm>
                <a:off x="337680" y="968760"/>
                <a:ext cx="30600" cy="69480"/>
              </a:xfrm>
              <a:custGeom>
                <a:avLst/>
                <a:gdLst/>
                <a:ahLst/>
                <a:cxnLst/>
                <a:rect l="l" t="t" r="r" b="b"/>
                <a:pathLst>
                  <a:path w="85" h="193" extrusionOk="0">
                    <a:moveTo>
                      <a:pt x="27" y="116"/>
                    </a:moveTo>
                    <a:cubicBezTo>
                      <a:pt x="27" y="115"/>
                      <a:pt x="27" y="113"/>
                      <a:pt x="28" y="111"/>
                    </a:cubicBezTo>
                    <a:cubicBezTo>
                      <a:pt x="27" y="112"/>
                      <a:pt x="27" y="114"/>
                      <a:pt x="26" y="115"/>
                    </a:cubicBezTo>
                    <a:cubicBezTo>
                      <a:pt x="26" y="116"/>
                      <a:pt x="27" y="116"/>
                      <a:pt x="27" y="116"/>
                    </a:cubicBezTo>
                    <a:moveTo>
                      <a:pt x="16" y="182"/>
                    </a:moveTo>
                    <a:cubicBezTo>
                      <a:pt x="15" y="174"/>
                      <a:pt x="17" y="166"/>
                      <a:pt x="19" y="159"/>
                    </a:cubicBezTo>
                    <a:cubicBezTo>
                      <a:pt x="20" y="153"/>
                      <a:pt x="21" y="146"/>
                      <a:pt x="22" y="140"/>
                    </a:cubicBezTo>
                    <a:cubicBezTo>
                      <a:pt x="23" y="136"/>
                      <a:pt x="24" y="133"/>
                      <a:pt x="24" y="129"/>
                    </a:cubicBezTo>
                    <a:cubicBezTo>
                      <a:pt x="24" y="130"/>
                      <a:pt x="23" y="130"/>
                      <a:pt x="23" y="131"/>
                    </a:cubicBezTo>
                    <a:cubicBezTo>
                      <a:pt x="20" y="133"/>
                      <a:pt x="17" y="133"/>
                      <a:pt x="13" y="133"/>
                    </a:cubicBezTo>
                    <a:cubicBezTo>
                      <a:pt x="10" y="133"/>
                      <a:pt x="8" y="132"/>
                      <a:pt x="6" y="130"/>
                    </a:cubicBezTo>
                    <a:cubicBezTo>
                      <a:pt x="2" y="127"/>
                      <a:pt x="1" y="123"/>
                      <a:pt x="1" y="119"/>
                    </a:cubicBezTo>
                    <a:cubicBezTo>
                      <a:pt x="0" y="116"/>
                      <a:pt x="2" y="112"/>
                      <a:pt x="3" y="108"/>
                    </a:cubicBezTo>
                    <a:cubicBezTo>
                      <a:pt x="5" y="103"/>
                      <a:pt x="8" y="98"/>
                      <a:pt x="10" y="94"/>
                    </a:cubicBezTo>
                    <a:cubicBezTo>
                      <a:pt x="15" y="86"/>
                      <a:pt x="20" y="79"/>
                      <a:pt x="26" y="70"/>
                    </a:cubicBezTo>
                    <a:cubicBezTo>
                      <a:pt x="34" y="58"/>
                      <a:pt x="42" y="45"/>
                      <a:pt x="50" y="31"/>
                    </a:cubicBezTo>
                    <a:lnTo>
                      <a:pt x="51" y="30"/>
                    </a:lnTo>
                    <a:cubicBezTo>
                      <a:pt x="51" y="29"/>
                      <a:pt x="51" y="28"/>
                      <a:pt x="51" y="27"/>
                    </a:cubicBezTo>
                    <a:cubicBezTo>
                      <a:pt x="53" y="23"/>
                      <a:pt x="54" y="20"/>
                      <a:pt x="55" y="17"/>
                    </a:cubicBezTo>
                    <a:cubicBezTo>
                      <a:pt x="57" y="12"/>
                      <a:pt x="59" y="8"/>
                      <a:pt x="62" y="4"/>
                    </a:cubicBezTo>
                    <a:cubicBezTo>
                      <a:pt x="66" y="0"/>
                      <a:pt x="73" y="0"/>
                      <a:pt x="78" y="3"/>
                    </a:cubicBezTo>
                    <a:cubicBezTo>
                      <a:pt x="82" y="5"/>
                      <a:pt x="84" y="12"/>
                      <a:pt x="83" y="16"/>
                    </a:cubicBezTo>
                    <a:cubicBezTo>
                      <a:pt x="80" y="23"/>
                      <a:pt x="77" y="30"/>
                      <a:pt x="74" y="36"/>
                    </a:cubicBezTo>
                    <a:cubicBezTo>
                      <a:pt x="73" y="36"/>
                      <a:pt x="73" y="37"/>
                      <a:pt x="73" y="37"/>
                    </a:cubicBezTo>
                    <a:lnTo>
                      <a:pt x="73" y="36"/>
                    </a:lnTo>
                    <a:cubicBezTo>
                      <a:pt x="69" y="48"/>
                      <a:pt x="65" y="60"/>
                      <a:pt x="62" y="72"/>
                    </a:cubicBezTo>
                    <a:cubicBezTo>
                      <a:pt x="59" y="79"/>
                      <a:pt x="58" y="86"/>
                      <a:pt x="56" y="93"/>
                    </a:cubicBezTo>
                    <a:cubicBezTo>
                      <a:pt x="54" y="100"/>
                      <a:pt x="52" y="106"/>
                      <a:pt x="51" y="113"/>
                    </a:cubicBezTo>
                    <a:cubicBezTo>
                      <a:pt x="47" y="133"/>
                      <a:pt x="43" y="153"/>
                      <a:pt x="40" y="173"/>
                    </a:cubicBezTo>
                    <a:cubicBezTo>
                      <a:pt x="40" y="175"/>
                      <a:pt x="40" y="176"/>
                      <a:pt x="40" y="178"/>
                    </a:cubicBezTo>
                    <a:lnTo>
                      <a:pt x="40" y="179"/>
                    </a:lnTo>
                    <a:cubicBezTo>
                      <a:pt x="41" y="185"/>
                      <a:pt x="36" y="192"/>
                      <a:pt x="30" y="192"/>
                    </a:cubicBezTo>
                    <a:cubicBezTo>
                      <a:pt x="29" y="192"/>
                      <a:pt x="29" y="192"/>
                      <a:pt x="28" y="192"/>
                    </a:cubicBezTo>
                    <a:cubicBezTo>
                      <a:pt x="22" y="192"/>
                      <a:pt x="16" y="187"/>
                      <a:pt x="16" y="18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4" name="Google Shape;314;p3"/>
              <p:cNvSpPr/>
              <p:nvPr/>
            </p:nvSpPr>
            <p:spPr>
              <a:xfrm>
                <a:off x="375120" y="989640"/>
                <a:ext cx="50040" cy="14760"/>
              </a:xfrm>
              <a:custGeom>
                <a:avLst/>
                <a:gdLst/>
                <a:ahLst/>
                <a:cxnLst/>
                <a:rect l="l" t="t" r="r" b="b"/>
                <a:pathLst>
                  <a:path w="139" h="41" extrusionOk="0">
                    <a:moveTo>
                      <a:pt x="14" y="40"/>
                    </a:moveTo>
                    <a:cubicBezTo>
                      <a:pt x="10" y="39"/>
                      <a:pt x="5" y="37"/>
                      <a:pt x="3" y="33"/>
                    </a:cubicBezTo>
                    <a:cubicBezTo>
                      <a:pt x="0" y="30"/>
                      <a:pt x="0" y="25"/>
                      <a:pt x="1" y="21"/>
                    </a:cubicBezTo>
                    <a:cubicBezTo>
                      <a:pt x="3" y="15"/>
                      <a:pt x="10" y="12"/>
                      <a:pt x="16" y="14"/>
                    </a:cubicBezTo>
                    <a:cubicBezTo>
                      <a:pt x="17" y="14"/>
                      <a:pt x="18" y="15"/>
                      <a:pt x="20" y="15"/>
                    </a:cubicBezTo>
                    <a:lnTo>
                      <a:pt x="21" y="15"/>
                    </a:lnTo>
                    <a:cubicBezTo>
                      <a:pt x="24" y="15"/>
                      <a:pt x="27" y="15"/>
                      <a:pt x="29" y="15"/>
                    </a:cubicBezTo>
                    <a:cubicBezTo>
                      <a:pt x="37" y="15"/>
                      <a:pt x="44" y="14"/>
                      <a:pt x="52" y="13"/>
                    </a:cubicBezTo>
                    <a:cubicBezTo>
                      <a:pt x="60" y="12"/>
                      <a:pt x="68" y="11"/>
                      <a:pt x="76" y="9"/>
                    </a:cubicBezTo>
                    <a:cubicBezTo>
                      <a:pt x="90" y="7"/>
                      <a:pt x="105" y="5"/>
                      <a:pt x="119" y="2"/>
                    </a:cubicBezTo>
                    <a:cubicBezTo>
                      <a:pt x="118" y="2"/>
                      <a:pt x="117" y="2"/>
                      <a:pt x="117" y="2"/>
                    </a:cubicBezTo>
                    <a:cubicBezTo>
                      <a:pt x="119" y="2"/>
                      <a:pt x="122" y="1"/>
                      <a:pt x="123" y="1"/>
                    </a:cubicBezTo>
                    <a:cubicBezTo>
                      <a:pt x="129" y="0"/>
                      <a:pt x="135" y="3"/>
                      <a:pt x="137" y="9"/>
                    </a:cubicBezTo>
                    <a:cubicBezTo>
                      <a:pt x="138" y="15"/>
                      <a:pt x="135" y="22"/>
                      <a:pt x="129" y="23"/>
                    </a:cubicBezTo>
                    <a:cubicBezTo>
                      <a:pt x="108" y="27"/>
                      <a:pt x="87" y="31"/>
                      <a:pt x="66" y="35"/>
                    </a:cubicBezTo>
                    <a:cubicBezTo>
                      <a:pt x="57" y="37"/>
                      <a:pt x="48" y="38"/>
                      <a:pt x="39" y="39"/>
                    </a:cubicBezTo>
                    <a:cubicBezTo>
                      <a:pt x="34" y="40"/>
                      <a:pt x="28" y="40"/>
                      <a:pt x="22" y="40"/>
                    </a:cubicBezTo>
                    <a:cubicBezTo>
                      <a:pt x="19" y="40"/>
                      <a:pt x="17" y="40"/>
                      <a:pt x="14" y="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" name="Google Shape;315;p3"/>
              <p:cNvSpPr/>
              <p:nvPr/>
            </p:nvSpPr>
            <p:spPr>
              <a:xfrm>
                <a:off x="415080" y="969840"/>
                <a:ext cx="39240" cy="3780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105" extrusionOk="0">
                    <a:moveTo>
                      <a:pt x="87" y="101"/>
                    </a:moveTo>
                    <a:cubicBezTo>
                      <a:pt x="72" y="88"/>
                      <a:pt x="57" y="74"/>
                      <a:pt x="43" y="60"/>
                    </a:cubicBezTo>
                    <a:cubicBezTo>
                      <a:pt x="37" y="54"/>
                      <a:pt x="31" y="48"/>
                      <a:pt x="24" y="42"/>
                    </a:cubicBezTo>
                    <a:cubicBezTo>
                      <a:pt x="18" y="35"/>
                      <a:pt x="11" y="30"/>
                      <a:pt x="5" y="23"/>
                    </a:cubicBezTo>
                    <a:cubicBezTo>
                      <a:pt x="5" y="24"/>
                      <a:pt x="5" y="24"/>
                      <a:pt x="5" y="24"/>
                    </a:cubicBezTo>
                    <a:cubicBezTo>
                      <a:pt x="1" y="20"/>
                      <a:pt x="0" y="12"/>
                      <a:pt x="4" y="7"/>
                    </a:cubicBezTo>
                    <a:cubicBezTo>
                      <a:pt x="8" y="2"/>
                      <a:pt x="17" y="0"/>
                      <a:pt x="22" y="4"/>
                    </a:cubicBezTo>
                    <a:cubicBezTo>
                      <a:pt x="23" y="6"/>
                      <a:pt x="23" y="6"/>
                      <a:pt x="24" y="7"/>
                    </a:cubicBezTo>
                    <a:cubicBezTo>
                      <a:pt x="29" y="12"/>
                      <a:pt x="34" y="17"/>
                      <a:pt x="38" y="22"/>
                    </a:cubicBezTo>
                    <a:cubicBezTo>
                      <a:pt x="44" y="27"/>
                      <a:pt x="48" y="31"/>
                      <a:pt x="53" y="37"/>
                    </a:cubicBezTo>
                    <a:cubicBezTo>
                      <a:pt x="64" y="47"/>
                      <a:pt x="75" y="58"/>
                      <a:pt x="86" y="69"/>
                    </a:cubicBezTo>
                    <a:cubicBezTo>
                      <a:pt x="85" y="68"/>
                      <a:pt x="85" y="68"/>
                      <a:pt x="85" y="67"/>
                    </a:cubicBezTo>
                    <a:cubicBezTo>
                      <a:pt x="90" y="73"/>
                      <a:pt x="96" y="78"/>
                      <a:pt x="101" y="83"/>
                    </a:cubicBezTo>
                    <a:cubicBezTo>
                      <a:pt x="107" y="87"/>
                      <a:pt x="108" y="94"/>
                      <a:pt x="104" y="99"/>
                    </a:cubicBezTo>
                    <a:cubicBezTo>
                      <a:pt x="101" y="102"/>
                      <a:pt x="97" y="104"/>
                      <a:pt x="94" y="104"/>
                    </a:cubicBezTo>
                    <a:cubicBezTo>
                      <a:pt x="91" y="104"/>
                      <a:pt x="89" y="103"/>
                      <a:pt x="87" y="10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" name="Google Shape;316;p3"/>
              <p:cNvSpPr/>
              <p:nvPr/>
            </p:nvSpPr>
            <p:spPr>
              <a:xfrm>
                <a:off x="422280" y="971640"/>
                <a:ext cx="51120" cy="64440"/>
              </a:xfrm>
              <a:custGeom>
                <a:avLst/>
                <a:gdLst/>
                <a:ahLst/>
                <a:cxnLst/>
                <a:rect l="l" t="t" r="r" b="b"/>
                <a:pathLst>
                  <a:path w="142" h="179" extrusionOk="0">
                    <a:moveTo>
                      <a:pt x="10" y="177"/>
                    </a:moveTo>
                    <a:cubicBezTo>
                      <a:pt x="4" y="175"/>
                      <a:pt x="0" y="169"/>
                      <a:pt x="2" y="163"/>
                    </a:cubicBezTo>
                    <a:cubicBezTo>
                      <a:pt x="4" y="156"/>
                      <a:pt x="7" y="148"/>
                      <a:pt x="10" y="140"/>
                    </a:cubicBezTo>
                    <a:cubicBezTo>
                      <a:pt x="11" y="135"/>
                      <a:pt x="13" y="129"/>
                      <a:pt x="16" y="124"/>
                    </a:cubicBezTo>
                    <a:cubicBezTo>
                      <a:pt x="21" y="112"/>
                      <a:pt x="27" y="101"/>
                      <a:pt x="33" y="90"/>
                    </a:cubicBezTo>
                    <a:cubicBezTo>
                      <a:pt x="37" y="84"/>
                      <a:pt x="39" y="78"/>
                      <a:pt x="43" y="72"/>
                    </a:cubicBezTo>
                    <a:cubicBezTo>
                      <a:pt x="47" y="66"/>
                      <a:pt x="51" y="59"/>
                      <a:pt x="56" y="53"/>
                    </a:cubicBezTo>
                    <a:cubicBezTo>
                      <a:pt x="59" y="48"/>
                      <a:pt x="63" y="43"/>
                      <a:pt x="67" y="38"/>
                    </a:cubicBezTo>
                    <a:cubicBezTo>
                      <a:pt x="72" y="31"/>
                      <a:pt x="78" y="24"/>
                      <a:pt x="85" y="18"/>
                    </a:cubicBezTo>
                    <a:cubicBezTo>
                      <a:pt x="90" y="12"/>
                      <a:pt x="97" y="8"/>
                      <a:pt x="103" y="4"/>
                    </a:cubicBezTo>
                    <a:cubicBezTo>
                      <a:pt x="110" y="1"/>
                      <a:pt x="117" y="0"/>
                      <a:pt x="125" y="1"/>
                    </a:cubicBezTo>
                    <a:cubicBezTo>
                      <a:pt x="126" y="1"/>
                      <a:pt x="129" y="2"/>
                      <a:pt x="131" y="2"/>
                    </a:cubicBezTo>
                    <a:cubicBezTo>
                      <a:pt x="137" y="4"/>
                      <a:pt x="141" y="12"/>
                      <a:pt x="140" y="18"/>
                    </a:cubicBezTo>
                    <a:cubicBezTo>
                      <a:pt x="138" y="25"/>
                      <a:pt x="131" y="29"/>
                      <a:pt x="124" y="27"/>
                    </a:cubicBezTo>
                    <a:cubicBezTo>
                      <a:pt x="123" y="26"/>
                      <a:pt x="123" y="26"/>
                      <a:pt x="122" y="26"/>
                    </a:cubicBezTo>
                    <a:cubicBezTo>
                      <a:pt x="120" y="26"/>
                      <a:pt x="119" y="26"/>
                      <a:pt x="118" y="26"/>
                    </a:cubicBezTo>
                    <a:cubicBezTo>
                      <a:pt x="118" y="26"/>
                      <a:pt x="117" y="26"/>
                      <a:pt x="116" y="26"/>
                    </a:cubicBezTo>
                    <a:lnTo>
                      <a:pt x="115" y="26"/>
                    </a:lnTo>
                    <a:cubicBezTo>
                      <a:pt x="114" y="26"/>
                      <a:pt x="113" y="26"/>
                      <a:pt x="113" y="26"/>
                    </a:cubicBezTo>
                    <a:cubicBezTo>
                      <a:pt x="112" y="27"/>
                      <a:pt x="111" y="27"/>
                      <a:pt x="110" y="28"/>
                    </a:cubicBezTo>
                    <a:cubicBezTo>
                      <a:pt x="108" y="29"/>
                      <a:pt x="106" y="31"/>
                      <a:pt x="104" y="33"/>
                    </a:cubicBezTo>
                    <a:cubicBezTo>
                      <a:pt x="99" y="36"/>
                      <a:pt x="96" y="40"/>
                      <a:pt x="92" y="44"/>
                    </a:cubicBezTo>
                    <a:cubicBezTo>
                      <a:pt x="86" y="51"/>
                      <a:pt x="81" y="58"/>
                      <a:pt x="75" y="65"/>
                    </a:cubicBezTo>
                    <a:cubicBezTo>
                      <a:pt x="71" y="72"/>
                      <a:pt x="66" y="79"/>
                      <a:pt x="62" y="85"/>
                    </a:cubicBezTo>
                    <a:cubicBezTo>
                      <a:pt x="60" y="89"/>
                      <a:pt x="58" y="92"/>
                      <a:pt x="56" y="96"/>
                    </a:cubicBezTo>
                    <a:cubicBezTo>
                      <a:pt x="54" y="99"/>
                      <a:pt x="52" y="103"/>
                      <a:pt x="49" y="107"/>
                    </a:cubicBezTo>
                    <a:cubicBezTo>
                      <a:pt x="50" y="106"/>
                      <a:pt x="50" y="106"/>
                      <a:pt x="50" y="106"/>
                    </a:cubicBezTo>
                    <a:cubicBezTo>
                      <a:pt x="47" y="111"/>
                      <a:pt x="44" y="118"/>
                      <a:pt x="41" y="124"/>
                    </a:cubicBezTo>
                    <a:cubicBezTo>
                      <a:pt x="39" y="128"/>
                      <a:pt x="37" y="131"/>
                      <a:pt x="35" y="135"/>
                    </a:cubicBezTo>
                    <a:cubicBezTo>
                      <a:pt x="34" y="139"/>
                      <a:pt x="32" y="142"/>
                      <a:pt x="31" y="146"/>
                    </a:cubicBezTo>
                    <a:cubicBezTo>
                      <a:pt x="28" y="154"/>
                      <a:pt x="26" y="161"/>
                      <a:pt x="23" y="170"/>
                    </a:cubicBezTo>
                    <a:cubicBezTo>
                      <a:pt x="22" y="174"/>
                      <a:pt x="17" y="178"/>
                      <a:pt x="13" y="178"/>
                    </a:cubicBezTo>
                    <a:cubicBezTo>
                      <a:pt x="11" y="178"/>
                      <a:pt x="10" y="177"/>
                      <a:pt x="10" y="1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" name="Google Shape;317;p3"/>
              <p:cNvSpPr/>
              <p:nvPr/>
            </p:nvSpPr>
            <p:spPr>
              <a:xfrm>
                <a:off x="587880" y="1035720"/>
                <a:ext cx="55080" cy="13356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371" extrusionOk="0">
                    <a:moveTo>
                      <a:pt x="30" y="367"/>
                    </a:moveTo>
                    <a:cubicBezTo>
                      <a:pt x="24" y="366"/>
                      <a:pt x="17" y="362"/>
                      <a:pt x="11" y="358"/>
                    </a:cubicBezTo>
                    <a:cubicBezTo>
                      <a:pt x="9" y="356"/>
                      <a:pt x="7" y="353"/>
                      <a:pt x="5" y="350"/>
                    </a:cubicBezTo>
                    <a:cubicBezTo>
                      <a:pt x="4" y="348"/>
                      <a:pt x="2" y="344"/>
                      <a:pt x="1" y="341"/>
                    </a:cubicBezTo>
                    <a:cubicBezTo>
                      <a:pt x="0" y="335"/>
                      <a:pt x="4" y="328"/>
                      <a:pt x="10" y="326"/>
                    </a:cubicBezTo>
                    <a:cubicBezTo>
                      <a:pt x="17" y="324"/>
                      <a:pt x="23" y="328"/>
                      <a:pt x="25" y="335"/>
                    </a:cubicBezTo>
                    <a:cubicBezTo>
                      <a:pt x="25" y="336"/>
                      <a:pt x="26" y="336"/>
                      <a:pt x="26" y="337"/>
                    </a:cubicBezTo>
                    <a:cubicBezTo>
                      <a:pt x="26" y="338"/>
                      <a:pt x="26" y="338"/>
                      <a:pt x="26" y="338"/>
                    </a:cubicBezTo>
                    <a:lnTo>
                      <a:pt x="27" y="339"/>
                    </a:lnTo>
                    <a:cubicBezTo>
                      <a:pt x="29" y="340"/>
                      <a:pt x="29" y="341"/>
                      <a:pt x="30" y="341"/>
                    </a:cubicBezTo>
                    <a:cubicBezTo>
                      <a:pt x="32" y="342"/>
                      <a:pt x="33" y="342"/>
                      <a:pt x="34" y="343"/>
                    </a:cubicBezTo>
                    <a:cubicBezTo>
                      <a:pt x="36" y="343"/>
                      <a:pt x="38" y="344"/>
                      <a:pt x="40" y="345"/>
                    </a:cubicBezTo>
                    <a:cubicBezTo>
                      <a:pt x="41" y="345"/>
                      <a:pt x="43" y="345"/>
                      <a:pt x="45" y="345"/>
                    </a:cubicBezTo>
                    <a:cubicBezTo>
                      <a:pt x="47" y="345"/>
                      <a:pt x="48" y="345"/>
                      <a:pt x="50" y="345"/>
                    </a:cubicBezTo>
                    <a:cubicBezTo>
                      <a:pt x="52" y="345"/>
                      <a:pt x="53" y="345"/>
                      <a:pt x="55" y="345"/>
                    </a:cubicBezTo>
                    <a:lnTo>
                      <a:pt x="57" y="344"/>
                    </a:lnTo>
                    <a:cubicBezTo>
                      <a:pt x="58" y="344"/>
                      <a:pt x="59" y="343"/>
                      <a:pt x="60" y="343"/>
                    </a:cubicBezTo>
                    <a:cubicBezTo>
                      <a:pt x="60" y="343"/>
                      <a:pt x="61" y="343"/>
                      <a:pt x="61" y="342"/>
                    </a:cubicBezTo>
                    <a:lnTo>
                      <a:pt x="62" y="342"/>
                    </a:lnTo>
                    <a:cubicBezTo>
                      <a:pt x="62" y="342"/>
                      <a:pt x="62" y="341"/>
                      <a:pt x="63" y="341"/>
                    </a:cubicBezTo>
                    <a:cubicBezTo>
                      <a:pt x="64" y="340"/>
                      <a:pt x="64" y="339"/>
                      <a:pt x="65" y="339"/>
                    </a:cubicBezTo>
                    <a:cubicBezTo>
                      <a:pt x="64" y="339"/>
                      <a:pt x="64" y="339"/>
                      <a:pt x="64" y="340"/>
                    </a:cubicBezTo>
                    <a:cubicBezTo>
                      <a:pt x="65" y="338"/>
                      <a:pt x="66" y="336"/>
                      <a:pt x="67" y="334"/>
                    </a:cubicBezTo>
                    <a:cubicBezTo>
                      <a:pt x="69" y="331"/>
                      <a:pt x="69" y="328"/>
                      <a:pt x="71" y="326"/>
                    </a:cubicBezTo>
                    <a:cubicBezTo>
                      <a:pt x="71" y="324"/>
                      <a:pt x="72" y="321"/>
                      <a:pt x="72" y="319"/>
                    </a:cubicBezTo>
                    <a:cubicBezTo>
                      <a:pt x="74" y="314"/>
                      <a:pt x="74" y="309"/>
                      <a:pt x="75" y="304"/>
                    </a:cubicBezTo>
                    <a:cubicBezTo>
                      <a:pt x="75" y="298"/>
                      <a:pt x="75" y="292"/>
                      <a:pt x="75" y="286"/>
                    </a:cubicBezTo>
                    <a:cubicBezTo>
                      <a:pt x="75" y="287"/>
                      <a:pt x="75" y="288"/>
                      <a:pt x="75" y="288"/>
                    </a:cubicBezTo>
                    <a:cubicBezTo>
                      <a:pt x="75" y="283"/>
                      <a:pt x="74" y="278"/>
                      <a:pt x="73" y="272"/>
                    </a:cubicBezTo>
                    <a:cubicBezTo>
                      <a:pt x="68" y="248"/>
                      <a:pt x="61" y="224"/>
                      <a:pt x="54" y="200"/>
                    </a:cubicBezTo>
                    <a:cubicBezTo>
                      <a:pt x="46" y="171"/>
                      <a:pt x="40" y="142"/>
                      <a:pt x="42" y="112"/>
                    </a:cubicBezTo>
                    <a:cubicBezTo>
                      <a:pt x="43" y="95"/>
                      <a:pt x="48" y="78"/>
                      <a:pt x="55" y="62"/>
                    </a:cubicBezTo>
                    <a:cubicBezTo>
                      <a:pt x="61" y="46"/>
                      <a:pt x="72" y="33"/>
                      <a:pt x="83" y="21"/>
                    </a:cubicBezTo>
                    <a:cubicBezTo>
                      <a:pt x="91" y="13"/>
                      <a:pt x="100" y="7"/>
                      <a:pt x="111" y="3"/>
                    </a:cubicBezTo>
                    <a:cubicBezTo>
                      <a:pt x="115" y="1"/>
                      <a:pt x="121" y="0"/>
                      <a:pt x="127" y="0"/>
                    </a:cubicBezTo>
                    <a:cubicBezTo>
                      <a:pt x="132" y="1"/>
                      <a:pt x="137" y="3"/>
                      <a:pt x="142" y="7"/>
                    </a:cubicBezTo>
                    <a:cubicBezTo>
                      <a:pt x="145" y="9"/>
                      <a:pt x="148" y="14"/>
                      <a:pt x="149" y="18"/>
                    </a:cubicBezTo>
                    <a:cubicBezTo>
                      <a:pt x="151" y="22"/>
                      <a:pt x="152" y="28"/>
                      <a:pt x="151" y="33"/>
                    </a:cubicBezTo>
                    <a:cubicBezTo>
                      <a:pt x="149" y="41"/>
                      <a:pt x="146" y="49"/>
                      <a:pt x="142" y="56"/>
                    </a:cubicBezTo>
                    <a:cubicBezTo>
                      <a:pt x="140" y="60"/>
                      <a:pt x="138" y="63"/>
                      <a:pt x="134" y="66"/>
                    </a:cubicBezTo>
                    <a:cubicBezTo>
                      <a:pt x="129" y="67"/>
                      <a:pt x="124" y="67"/>
                      <a:pt x="120" y="65"/>
                    </a:cubicBezTo>
                    <a:cubicBezTo>
                      <a:pt x="113" y="60"/>
                      <a:pt x="113" y="50"/>
                      <a:pt x="114" y="43"/>
                    </a:cubicBezTo>
                    <a:cubicBezTo>
                      <a:pt x="114" y="38"/>
                      <a:pt x="115" y="34"/>
                      <a:pt x="116" y="29"/>
                    </a:cubicBezTo>
                    <a:cubicBezTo>
                      <a:pt x="116" y="28"/>
                      <a:pt x="116" y="28"/>
                      <a:pt x="117" y="27"/>
                    </a:cubicBezTo>
                    <a:cubicBezTo>
                      <a:pt x="115" y="27"/>
                      <a:pt x="115" y="27"/>
                      <a:pt x="114" y="28"/>
                    </a:cubicBezTo>
                    <a:cubicBezTo>
                      <a:pt x="113" y="28"/>
                      <a:pt x="111" y="29"/>
                      <a:pt x="110" y="29"/>
                    </a:cubicBezTo>
                    <a:cubicBezTo>
                      <a:pt x="108" y="31"/>
                      <a:pt x="105" y="34"/>
                      <a:pt x="103" y="35"/>
                    </a:cubicBezTo>
                    <a:lnTo>
                      <a:pt x="104" y="34"/>
                    </a:lnTo>
                    <a:cubicBezTo>
                      <a:pt x="101" y="37"/>
                      <a:pt x="98" y="40"/>
                      <a:pt x="95" y="43"/>
                    </a:cubicBezTo>
                    <a:cubicBezTo>
                      <a:pt x="91" y="47"/>
                      <a:pt x="88" y="51"/>
                      <a:pt x="85" y="56"/>
                    </a:cubicBezTo>
                    <a:cubicBezTo>
                      <a:pt x="83" y="59"/>
                      <a:pt x="81" y="62"/>
                      <a:pt x="79" y="64"/>
                    </a:cubicBezTo>
                    <a:cubicBezTo>
                      <a:pt x="76" y="70"/>
                      <a:pt x="74" y="76"/>
                      <a:pt x="71" y="82"/>
                    </a:cubicBezTo>
                    <a:cubicBezTo>
                      <a:pt x="69" y="88"/>
                      <a:pt x="68" y="94"/>
                      <a:pt x="67" y="99"/>
                    </a:cubicBezTo>
                    <a:cubicBezTo>
                      <a:pt x="65" y="105"/>
                      <a:pt x="65" y="110"/>
                      <a:pt x="64" y="116"/>
                    </a:cubicBezTo>
                    <a:cubicBezTo>
                      <a:pt x="64" y="123"/>
                      <a:pt x="64" y="129"/>
                      <a:pt x="64" y="135"/>
                    </a:cubicBezTo>
                    <a:lnTo>
                      <a:pt x="64" y="134"/>
                    </a:lnTo>
                    <a:cubicBezTo>
                      <a:pt x="65" y="144"/>
                      <a:pt x="66" y="154"/>
                      <a:pt x="68" y="164"/>
                    </a:cubicBezTo>
                    <a:lnTo>
                      <a:pt x="68" y="163"/>
                    </a:lnTo>
                    <a:cubicBezTo>
                      <a:pt x="74" y="193"/>
                      <a:pt x="83" y="221"/>
                      <a:pt x="91" y="250"/>
                    </a:cubicBezTo>
                    <a:cubicBezTo>
                      <a:pt x="93" y="257"/>
                      <a:pt x="94" y="264"/>
                      <a:pt x="96" y="271"/>
                    </a:cubicBezTo>
                    <a:cubicBezTo>
                      <a:pt x="99" y="288"/>
                      <a:pt x="99" y="305"/>
                      <a:pt x="96" y="322"/>
                    </a:cubicBezTo>
                    <a:cubicBezTo>
                      <a:pt x="94" y="329"/>
                      <a:pt x="92" y="336"/>
                      <a:pt x="89" y="343"/>
                    </a:cubicBezTo>
                    <a:cubicBezTo>
                      <a:pt x="87" y="347"/>
                      <a:pt x="85" y="350"/>
                      <a:pt x="83" y="354"/>
                    </a:cubicBezTo>
                    <a:cubicBezTo>
                      <a:pt x="80" y="357"/>
                      <a:pt x="78" y="360"/>
                      <a:pt x="75" y="362"/>
                    </a:cubicBezTo>
                    <a:cubicBezTo>
                      <a:pt x="69" y="366"/>
                      <a:pt x="62" y="368"/>
                      <a:pt x="55" y="369"/>
                    </a:cubicBezTo>
                    <a:cubicBezTo>
                      <a:pt x="53" y="370"/>
                      <a:pt x="50" y="370"/>
                      <a:pt x="48" y="370"/>
                    </a:cubicBezTo>
                    <a:cubicBezTo>
                      <a:pt x="42" y="370"/>
                      <a:pt x="36" y="369"/>
                      <a:pt x="30" y="36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" name="Google Shape;318;p3"/>
              <p:cNvSpPr/>
              <p:nvPr/>
            </p:nvSpPr>
            <p:spPr>
              <a:xfrm>
                <a:off x="689400" y="1067760"/>
                <a:ext cx="36000" cy="50040"/>
              </a:xfrm>
              <a:custGeom>
                <a:avLst/>
                <a:gdLst/>
                <a:ahLst/>
                <a:cxnLst/>
                <a:rect l="l" t="t" r="r" b="b"/>
                <a:pathLst>
                  <a:path w="100" h="139" extrusionOk="0">
                    <a:moveTo>
                      <a:pt x="75" y="132"/>
                    </a:moveTo>
                    <a:cubicBezTo>
                      <a:pt x="70" y="123"/>
                      <a:pt x="65" y="114"/>
                      <a:pt x="60" y="105"/>
                    </a:cubicBezTo>
                    <a:cubicBezTo>
                      <a:pt x="50" y="92"/>
                      <a:pt x="40" y="79"/>
                      <a:pt x="31" y="66"/>
                    </a:cubicBezTo>
                    <a:cubicBezTo>
                      <a:pt x="26" y="59"/>
                      <a:pt x="21" y="51"/>
                      <a:pt x="16" y="44"/>
                    </a:cubicBezTo>
                    <a:cubicBezTo>
                      <a:pt x="14" y="40"/>
                      <a:pt x="12" y="37"/>
                      <a:pt x="9" y="33"/>
                    </a:cubicBezTo>
                    <a:cubicBezTo>
                      <a:pt x="7" y="28"/>
                      <a:pt x="3" y="22"/>
                      <a:pt x="1" y="16"/>
                    </a:cubicBezTo>
                    <a:cubicBezTo>
                      <a:pt x="0" y="9"/>
                      <a:pt x="5" y="1"/>
                      <a:pt x="12" y="0"/>
                    </a:cubicBezTo>
                    <a:cubicBezTo>
                      <a:pt x="15" y="0"/>
                      <a:pt x="17" y="0"/>
                      <a:pt x="19" y="1"/>
                    </a:cubicBezTo>
                    <a:cubicBezTo>
                      <a:pt x="20" y="2"/>
                      <a:pt x="21" y="3"/>
                      <a:pt x="22" y="3"/>
                    </a:cubicBezTo>
                    <a:cubicBezTo>
                      <a:pt x="26" y="6"/>
                      <a:pt x="27" y="10"/>
                      <a:pt x="27" y="14"/>
                    </a:cubicBezTo>
                    <a:cubicBezTo>
                      <a:pt x="32" y="23"/>
                      <a:pt x="37" y="31"/>
                      <a:pt x="41" y="39"/>
                    </a:cubicBezTo>
                    <a:cubicBezTo>
                      <a:pt x="50" y="52"/>
                      <a:pt x="59" y="64"/>
                      <a:pt x="68" y="76"/>
                    </a:cubicBezTo>
                    <a:cubicBezTo>
                      <a:pt x="78" y="90"/>
                      <a:pt x="87" y="105"/>
                      <a:pt x="95" y="121"/>
                    </a:cubicBezTo>
                    <a:cubicBezTo>
                      <a:pt x="99" y="126"/>
                      <a:pt x="96" y="133"/>
                      <a:pt x="90" y="136"/>
                    </a:cubicBezTo>
                    <a:cubicBezTo>
                      <a:pt x="89" y="137"/>
                      <a:pt x="87" y="138"/>
                      <a:pt x="85" y="138"/>
                    </a:cubicBezTo>
                    <a:cubicBezTo>
                      <a:pt x="81" y="138"/>
                      <a:pt x="76" y="136"/>
                      <a:pt x="75" y="1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" name="Google Shape;319;p3"/>
              <p:cNvSpPr/>
              <p:nvPr/>
            </p:nvSpPr>
            <p:spPr>
              <a:xfrm>
                <a:off x="685080" y="1074240"/>
                <a:ext cx="54360" cy="55080"/>
              </a:xfrm>
              <a:custGeom>
                <a:avLst/>
                <a:gdLst/>
                <a:ahLst/>
                <a:cxnLst/>
                <a:rect l="l" t="t" r="r" b="b"/>
                <a:pathLst>
                  <a:path w="151" h="153" extrusionOk="0">
                    <a:moveTo>
                      <a:pt x="6" y="150"/>
                    </a:moveTo>
                    <a:cubicBezTo>
                      <a:pt x="0" y="146"/>
                      <a:pt x="0" y="138"/>
                      <a:pt x="4" y="133"/>
                    </a:cubicBezTo>
                    <a:cubicBezTo>
                      <a:pt x="21" y="111"/>
                      <a:pt x="39" y="92"/>
                      <a:pt x="57" y="72"/>
                    </a:cubicBezTo>
                    <a:cubicBezTo>
                      <a:pt x="66" y="61"/>
                      <a:pt x="75" y="51"/>
                      <a:pt x="84" y="41"/>
                    </a:cubicBezTo>
                    <a:cubicBezTo>
                      <a:pt x="89" y="36"/>
                      <a:pt x="93" y="31"/>
                      <a:pt x="98" y="27"/>
                    </a:cubicBezTo>
                    <a:cubicBezTo>
                      <a:pt x="106" y="18"/>
                      <a:pt x="115" y="9"/>
                      <a:pt x="125" y="3"/>
                    </a:cubicBezTo>
                    <a:cubicBezTo>
                      <a:pt x="129" y="2"/>
                      <a:pt x="133" y="0"/>
                      <a:pt x="137" y="0"/>
                    </a:cubicBezTo>
                    <a:cubicBezTo>
                      <a:pt x="144" y="0"/>
                      <a:pt x="150" y="6"/>
                      <a:pt x="150" y="13"/>
                    </a:cubicBezTo>
                    <a:cubicBezTo>
                      <a:pt x="149" y="19"/>
                      <a:pt x="144" y="25"/>
                      <a:pt x="137" y="25"/>
                    </a:cubicBezTo>
                    <a:cubicBezTo>
                      <a:pt x="137" y="26"/>
                      <a:pt x="136" y="26"/>
                      <a:pt x="136" y="26"/>
                    </a:cubicBezTo>
                    <a:lnTo>
                      <a:pt x="137" y="26"/>
                    </a:lnTo>
                    <a:cubicBezTo>
                      <a:pt x="136" y="26"/>
                      <a:pt x="135" y="27"/>
                      <a:pt x="134" y="27"/>
                    </a:cubicBezTo>
                    <a:cubicBezTo>
                      <a:pt x="132" y="29"/>
                      <a:pt x="130" y="30"/>
                      <a:pt x="128" y="31"/>
                    </a:cubicBezTo>
                    <a:cubicBezTo>
                      <a:pt x="116" y="42"/>
                      <a:pt x="105" y="55"/>
                      <a:pt x="94" y="66"/>
                    </a:cubicBezTo>
                    <a:lnTo>
                      <a:pt x="95" y="65"/>
                    </a:lnTo>
                    <a:cubicBezTo>
                      <a:pt x="83" y="79"/>
                      <a:pt x="70" y="92"/>
                      <a:pt x="58" y="105"/>
                    </a:cubicBezTo>
                    <a:cubicBezTo>
                      <a:pt x="46" y="119"/>
                      <a:pt x="34" y="133"/>
                      <a:pt x="23" y="148"/>
                    </a:cubicBezTo>
                    <a:cubicBezTo>
                      <a:pt x="21" y="151"/>
                      <a:pt x="17" y="152"/>
                      <a:pt x="13" y="152"/>
                    </a:cubicBezTo>
                    <a:cubicBezTo>
                      <a:pt x="11" y="152"/>
                      <a:pt x="8" y="151"/>
                      <a:pt x="6" y="1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" name="Google Shape;320;p3"/>
              <p:cNvSpPr/>
              <p:nvPr/>
            </p:nvSpPr>
            <p:spPr>
              <a:xfrm>
                <a:off x="757440" y="1047240"/>
                <a:ext cx="23760" cy="45360"/>
              </a:xfrm>
              <a:custGeom>
                <a:avLst/>
                <a:gdLst/>
                <a:ahLst/>
                <a:cxnLst/>
                <a:rect l="l" t="t" r="r" b="b"/>
                <a:pathLst>
                  <a:path w="66" h="126" extrusionOk="0">
                    <a:moveTo>
                      <a:pt x="37" y="32"/>
                    </a:moveTo>
                    <a:lnTo>
                      <a:pt x="37" y="31"/>
                    </a:lnTo>
                    <a:lnTo>
                      <a:pt x="37" y="32"/>
                    </a:lnTo>
                    <a:cubicBezTo>
                      <a:pt x="37" y="31"/>
                      <a:pt x="37" y="30"/>
                      <a:pt x="37" y="28"/>
                    </a:cubicBezTo>
                    <a:cubicBezTo>
                      <a:pt x="37" y="27"/>
                      <a:pt x="37" y="27"/>
                      <a:pt x="37" y="26"/>
                    </a:cubicBezTo>
                    <a:cubicBezTo>
                      <a:pt x="36" y="26"/>
                      <a:pt x="35" y="27"/>
                      <a:pt x="35" y="27"/>
                    </a:cubicBezTo>
                    <a:cubicBezTo>
                      <a:pt x="34" y="27"/>
                      <a:pt x="34" y="27"/>
                      <a:pt x="33" y="28"/>
                    </a:cubicBezTo>
                    <a:cubicBezTo>
                      <a:pt x="32" y="29"/>
                      <a:pt x="31" y="30"/>
                      <a:pt x="31" y="30"/>
                    </a:cubicBezTo>
                    <a:lnTo>
                      <a:pt x="31" y="29"/>
                    </a:lnTo>
                    <a:cubicBezTo>
                      <a:pt x="31" y="29"/>
                      <a:pt x="32" y="29"/>
                      <a:pt x="32" y="28"/>
                    </a:cubicBezTo>
                    <a:cubicBezTo>
                      <a:pt x="32" y="29"/>
                      <a:pt x="32" y="29"/>
                      <a:pt x="31" y="29"/>
                    </a:cubicBezTo>
                    <a:cubicBezTo>
                      <a:pt x="31" y="29"/>
                      <a:pt x="32" y="29"/>
                      <a:pt x="32" y="28"/>
                    </a:cubicBezTo>
                    <a:cubicBezTo>
                      <a:pt x="32" y="29"/>
                      <a:pt x="31" y="29"/>
                      <a:pt x="31" y="29"/>
                    </a:cubicBezTo>
                    <a:lnTo>
                      <a:pt x="31" y="30"/>
                    </a:lnTo>
                    <a:lnTo>
                      <a:pt x="31" y="29"/>
                    </a:lnTo>
                    <a:cubicBezTo>
                      <a:pt x="31" y="30"/>
                      <a:pt x="30" y="30"/>
                      <a:pt x="30" y="31"/>
                    </a:cubicBezTo>
                    <a:cubicBezTo>
                      <a:pt x="32" y="32"/>
                      <a:pt x="34" y="32"/>
                      <a:pt x="37" y="32"/>
                    </a:cubicBezTo>
                    <a:moveTo>
                      <a:pt x="19" y="123"/>
                    </a:moveTo>
                    <a:cubicBezTo>
                      <a:pt x="14" y="122"/>
                      <a:pt x="10" y="120"/>
                      <a:pt x="6" y="116"/>
                    </a:cubicBezTo>
                    <a:cubicBezTo>
                      <a:pt x="2" y="112"/>
                      <a:pt x="0" y="107"/>
                      <a:pt x="0" y="101"/>
                    </a:cubicBezTo>
                    <a:cubicBezTo>
                      <a:pt x="0" y="94"/>
                      <a:pt x="6" y="87"/>
                      <a:pt x="10" y="81"/>
                    </a:cubicBezTo>
                    <a:cubicBezTo>
                      <a:pt x="13" y="77"/>
                      <a:pt x="16" y="73"/>
                      <a:pt x="19" y="69"/>
                    </a:cubicBezTo>
                    <a:lnTo>
                      <a:pt x="19" y="70"/>
                    </a:lnTo>
                    <a:cubicBezTo>
                      <a:pt x="21" y="65"/>
                      <a:pt x="24" y="61"/>
                      <a:pt x="27" y="56"/>
                    </a:cubicBezTo>
                    <a:lnTo>
                      <a:pt x="26" y="56"/>
                    </a:lnTo>
                    <a:cubicBezTo>
                      <a:pt x="23" y="56"/>
                      <a:pt x="19" y="55"/>
                      <a:pt x="16" y="53"/>
                    </a:cubicBezTo>
                    <a:cubicBezTo>
                      <a:pt x="11" y="52"/>
                      <a:pt x="6" y="48"/>
                      <a:pt x="4" y="43"/>
                    </a:cubicBezTo>
                    <a:cubicBezTo>
                      <a:pt x="3" y="41"/>
                      <a:pt x="3" y="39"/>
                      <a:pt x="3" y="37"/>
                    </a:cubicBezTo>
                    <a:cubicBezTo>
                      <a:pt x="2" y="34"/>
                      <a:pt x="3" y="30"/>
                      <a:pt x="4" y="27"/>
                    </a:cubicBezTo>
                    <a:cubicBezTo>
                      <a:pt x="5" y="22"/>
                      <a:pt x="9" y="17"/>
                      <a:pt x="12" y="13"/>
                    </a:cubicBezTo>
                    <a:cubicBezTo>
                      <a:pt x="16" y="9"/>
                      <a:pt x="21" y="6"/>
                      <a:pt x="26" y="3"/>
                    </a:cubicBezTo>
                    <a:cubicBezTo>
                      <a:pt x="30" y="2"/>
                      <a:pt x="36" y="0"/>
                      <a:pt x="41" y="0"/>
                    </a:cubicBezTo>
                    <a:cubicBezTo>
                      <a:pt x="52" y="2"/>
                      <a:pt x="60" y="12"/>
                      <a:pt x="62" y="23"/>
                    </a:cubicBezTo>
                    <a:cubicBezTo>
                      <a:pt x="62" y="28"/>
                      <a:pt x="62" y="34"/>
                      <a:pt x="60" y="40"/>
                    </a:cubicBezTo>
                    <a:cubicBezTo>
                      <a:pt x="59" y="46"/>
                      <a:pt x="56" y="53"/>
                      <a:pt x="53" y="59"/>
                    </a:cubicBezTo>
                    <a:cubicBezTo>
                      <a:pt x="48" y="69"/>
                      <a:pt x="42" y="78"/>
                      <a:pt x="35" y="88"/>
                    </a:cubicBezTo>
                    <a:cubicBezTo>
                      <a:pt x="35" y="87"/>
                      <a:pt x="35" y="87"/>
                      <a:pt x="35" y="87"/>
                    </a:cubicBezTo>
                    <a:cubicBezTo>
                      <a:pt x="33" y="91"/>
                      <a:pt x="30" y="96"/>
                      <a:pt x="27" y="100"/>
                    </a:cubicBezTo>
                    <a:cubicBezTo>
                      <a:pt x="28" y="101"/>
                      <a:pt x="29" y="101"/>
                      <a:pt x="30" y="101"/>
                    </a:cubicBezTo>
                    <a:cubicBezTo>
                      <a:pt x="30" y="101"/>
                      <a:pt x="29" y="101"/>
                      <a:pt x="28" y="101"/>
                    </a:cubicBezTo>
                    <a:cubicBezTo>
                      <a:pt x="29" y="101"/>
                      <a:pt x="30" y="101"/>
                      <a:pt x="31" y="101"/>
                    </a:cubicBezTo>
                    <a:cubicBezTo>
                      <a:pt x="34" y="101"/>
                      <a:pt x="36" y="101"/>
                      <a:pt x="38" y="101"/>
                    </a:cubicBezTo>
                    <a:cubicBezTo>
                      <a:pt x="42" y="101"/>
                      <a:pt x="47" y="100"/>
                      <a:pt x="51" y="99"/>
                    </a:cubicBezTo>
                    <a:cubicBezTo>
                      <a:pt x="57" y="99"/>
                      <a:pt x="63" y="104"/>
                      <a:pt x="63" y="110"/>
                    </a:cubicBezTo>
                    <a:cubicBezTo>
                      <a:pt x="65" y="116"/>
                      <a:pt x="60" y="122"/>
                      <a:pt x="53" y="123"/>
                    </a:cubicBezTo>
                    <a:cubicBezTo>
                      <a:pt x="47" y="124"/>
                      <a:pt x="40" y="125"/>
                      <a:pt x="33" y="125"/>
                    </a:cubicBezTo>
                    <a:cubicBezTo>
                      <a:pt x="28" y="125"/>
                      <a:pt x="24" y="124"/>
                      <a:pt x="19" y="1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" name="Google Shape;321;p3"/>
              <p:cNvSpPr/>
              <p:nvPr/>
            </p:nvSpPr>
            <p:spPr>
              <a:xfrm>
                <a:off x="806040" y="1030680"/>
                <a:ext cx="65880" cy="104040"/>
              </a:xfrm>
              <a:custGeom>
                <a:avLst/>
                <a:gdLst/>
                <a:ahLst/>
                <a:cxnLst/>
                <a:rect l="l" t="t" r="r" b="b"/>
                <a:pathLst>
                  <a:path w="183" h="289" extrusionOk="0">
                    <a:moveTo>
                      <a:pt x="32" y="253"/>
                    </a:moveTo>
                    <a:lnTo>
                      <a:pt x="33" y="253"/>
                    </a:lnTo>
                    <a:lnTo>
                      <a:pt x="34" y="253"/>
                    </a:lnTo>
                    <a:cubicBezTo>
                      <a:pt x="36" y="252"/>
                      <a:pt x="38" y="251"/>
                      <a:pt x="40" y="250"/>
                    </a:cubicBezTo>
                    <a:cubicBezTo>
                      <a:pt x="41" y="250"/>
                      <a:pt x="43" y="249"/>
                      <a:pt x="44" y="248"/>
                    </a:cubicBezTo>
                    <a:cubicBezTo>
                      <a:pt x="46" y="246"/>
                      <a:pt x="49" y="244"/>
                      <a:pt x="51" y="243"/>
                    </a:cubicBezTo>
                    <a:cubicBezTo>
                      <a:pt x="53" y="241"/>
                      <a:pt x="55" y="239"/>
                      <a:pt x="56" y="238"/>
                    </a:cubicBezTo>
                    <a:cubicBezTo>
                      <a:pt x="62" y="230"/>
                      <a:pt x="68" y="223"/>
                      <a:pt x="74" y="215"/>
                    </a:cubicBezTo>
                    <a:cubicBezTo>
                      <a:pt x="77" y="211"/>
                      <a:pt x="80" y="207"/>
                      <a:pt x="82" y="203"/>
                    </a:cubicBezTo>
                    <a:cubicBezTo>
                      <a:pt x="83" y="201"/>
                      <a:pt x="85" y="199"/>
                      <a:pt x="86" y="197"/>
                    </a:cubicBezTo>
                    <a:cubicBezTo>
                      <a:pt x="86" y="197"/>
                      <a:pt x="86" y="196"/>
                      <a:pt x="87" y="195"/>
                    </a:cubicBezTo>
                    <a:cubicBezTo>
                      <a:pt x="87" y="192"/>
                      <a:pt x="88" y="189"/>
                      <a:pt x="89" y="186"/>
                    </a:cubicBezTo>
                    <a:cubicBezTo>
                      <a:pt x="89" y="183"/>
                      <a:pt x="90" y="180"/>
                      <a:pt x="90" y="178"/>
                    </a:cubicBezTo>
                    <a:cubicBezTo>
                      <a:pt x="90" y="177"/>
                      <a:pt x="90" y="177"/>
                      <a:pt x="91" y="177"/>
                    </a:cubicBezTo>
                    <a:cubicBezTo>
                      <a:pt x="91" y="176"/>
                      <a:pt x="91" y="175"/>
                      <a:pt x="91" y="174"/>
                    </a:cubicBezTo>
                    <a:cubicBezTo>
                      <a:pt x="91" y="173"/>
                      <a:pt x="91" y="172"/>
                      <a:pt x="91" y="170"/>
                    </a:cubicBezTo>
                    <a:cubicBezTo>
                      <a:pt x="91" y="168"/>
                      <a:pt x="91" y="166"/>
                      <a:pt x="91" y="164"/>
                    </a:cubicBezTo>
                    <a:cubicBezTo>
                      <a:pt x="91" y="163"/>
                      <a:pt x="90" y="163"/>
                      <a:pt x="90" y="163"/>
                    </a:cubicBezTo>
                    <a:lnTo>
                      <a:pt x="90" y="162"/>
                    </a:lnTo>
                    <a:lnTo>
                      <a:pt x="89" y="161"/>
                    </a:lnTo>
                    <a:cubicBezTo>
                      <a:pt x="89" y="160"/>
                      <a:pt x="87" y="159"/>
                      <a:pt x="87" y="159"/>
                    </a:cubicBezTo>
                    <a:cubicBezTo>
                      <a:pt x="87" y="159"/>
                      <a:pt x="88" y="159"/>
                      <a:pt x="88" y="160"/>
                    </a:cubicBezTo>
                    <a:cubicBezTo>
                      <a:pt x="87" y="159"/>
                      <a:pt x="87" y="159"/>
                      <a:pt x="86" y="158"/>
                    </a:cubicBezTo>
                    <a:cubicBezTo>
                      <a:pt x="85" y="158"/>
                      <a:pt x="85" y="158"/>
                      <a:pt x="85" y="158"/>
                    </a:cubicBezTo>
                    <a:cubicBezTo>
                      <a:pt x="84" y="158"/>
                      <a:pt x="84" y="158"/>
                      <a:pt x="83" y="158"/>
                    </a:cubicBezTo>
                    <a:cubicBezTo>
                      <a:pt x="83" y="158"/>
                      <a:pt x="82" y="158"/>
                      <a:pt x="81" y="158"/>
                    </a:cubicBezTo>
                    <a:cubicBezTo>
                      <a:pt x="80" y="158"/>
                      <a:pt x="79" y="159"/>
                      <a:pt x="77" y="159"/>
                    </a:cubicBezTo>
                    <a:cubicBezTo>
                      <a:pt x="75" y="160"/>
                      <a:pt x="73" y="161"/>
                      <a:pt x="72" y="161"/>
                    </a:cubicBezTo>
                    <a:lnTo>
                      <a:pt x="73" y="161"/>
                    </a:lnTo>
                    <a:cubicBezTo>
                      <a:pt x="72" y="162"/>
                      <a:pt x="70" y="162"/>
                      <a:pt x="68" y="163"/>
                    </a:cubicBezTo>
                    <a:cubicBezTo>
                      <a:pt x="66" y="165"/>
                      <a:pt x="64" y="167"/>
                      <a:pt x="61" y="169"/>
                    </a:cubicBezTo>
                    <a:cubicBezTo>
                      <a:pt x="58" y="171"/>
                      <a:pt x="56" y="173"/>
                      <a:pt x="54" y="176"/>
                    </a:cubicBezTo>
                    <a:cubicBezTo>
                      <a:pt x="50" y="180"/>
                      <a:pt x="47" y="184"/>
                      <a:pt x="44" y="188"/>
                    </a:cubicBezTo>
                    <a:cubicBezTo>
                      <a:pt x="41" y="193"/>
                      <a:pt x="37" y="198"/>
                      <a:pt x="34" y="204"/>
                    </a:cubicBezTo>
                    <a:cubicBezTo>
                      <a:pt x="31" y="210"/>
                      <a:pt x="29" y="215"/>
                      <a:pt x="27" y="220"/>
                    </a:cubicBezTo>
                    <a:cubicBezTo>
                      <a:pt x="26" y="222"/>
                      <a:pt x="26" y="224"/>
                      <a:pt x="25" y="226"/>
                    </a:cubicBezTo>
                    <a:cubicBezTo>
                      <a:pt x="24" y="228"/>
                      <a:pt x="24" y="230"/>
                      <a:pt x="24" y="232"/>
                    </a:cubicBezTo>
                    <a:cubicBezTo>
                      <a:pt x="24" y="234"/>
                      <a:pt x="24" y="236"/>
                      <a:pt x="24" y="237"/>
                    </a:cubicBezTo>
                    <a:cubicBezTo>
                      <a:pt x="24" y="239"/>
                      <a:pt x="24" y="241"/>
                      <a:pt x="25" y="243"/>
                    </a:cubicBezTo>
                    <a:cubicBezTo>
                      <a:pt x="25" y="243"/>
                      <a:pt x="25" y="244"/>
                      <a:pt x="26" y="245"/>
                    </a:cubicBezTo>
                    <a:cubicBezTo>
                      <a:pt x="26" y="246"/>
                      <a:pt x="26" y="247"/>
                      <a:pt x="27" y="249"/>
                    </a:cubicBezTo>
                    <a:lnTo>
                      <a:pt x="27" y="250"/>
                    </a:lnTo>
                    <a:cubicBezTo>
                      <a:pt x="28" y="250"/>
                      <a:pt x="28" y="251"/>
                      <a:pt x="29" y="251"/>
                    </a:cubicBezTo>
                    <a:cubicBezTo>
                      <a:pt x="28" y="251"/>
                      <a:pt x="28" y="251"/>
                      <a:pt x="28" y="251"/>
                    </a:cubicBezTo>
                    <a:cubicBezTo>
                      <a:pt x="28" y="250"/>
                      <a:pt x="27" y="250"/>
                      <a:pt x="27" y="250"/>
                    </a:cubicBezTo>
                    <a:cubicBezTo>
                      <a:pt x="27" y="250"/>
                      <a:pt x="28" y="250"/>
                      <a:pt x="28" y="251"/>
                    </a:cubicBezTo>
                    <a:cubicBezTo>
                      <a:pt x="29" y="251"/>
                      <a:pt x="29" y="251"/>
                      <a:pt x="29" y="252"/>
                    </a:cubicBezTo>
                    <a:lnTo>
                      <a:pt x="30" y="253"/>
                    </a:lnTo>
                    <a:lnTo>
                      <a:pt x="31" y="253"/>
                    </a:lnTo>
                    <a:lnTo>
                      <a:pt x="32" y="253"/>
                    </a:lnTo>
                    <a:moveTo>
                      <a:pt x="129" y="288"/>
                    </a:moveTo>
                    <a:cubicBezTo>
                      <a:pt x="122" y="286"/>
                      <a:pt x="117" y="280"/>
                      <a:pt x="118" y="273"/>
                    </a:cubicBezTo>
                    <a:cubicBezTo>
                      <a:pt x="120" y="264"/>
                      <a:pt x="121" y="254"/>
                      <a:pt x="122" y="244"/>
                    </a:cubicBezTo>
                    <a:lnTo>
                      <a:pt x="122" y="245"/>
                    </a:lnTo>
                    <a:cubicBezTo>
                      <a:pt x="123" y="232"/>
                      <a:pt x="124" y="218"/>
                      <a:pt x="125" y="205"/>
                    </a:cubicBezTo>
                    <a:cubicBezTo>
                      <a:pt x="125" y="194"/>
                      <a:pt x="125" y="182"/>
                      <a:pt x="125" y="171"/>
                    </a:cubicBezTo>
                    <a:cubicBezTo>
                      <a:pt x="123" y="176"/>
                      <a:pt x="120" y="182"/>
                      <a:pt x="117" y="187"/>
                    </a:cubicBezTo>
                    <a:cubicBezTo>
                      <a:pt x="115" y="190"/>
                      <a:pt x="114" y="193"/>
                      <a:pt x="112" y="196"/>
                    </a:cubicBezTo>
                    <a:cubicBezTo>
                      <a:pt x="112" y="198"/>
                      <a:pt x="111" y="200"/>
                      <a:pt x="110" y="203"/>
                    </a:cubicBezTo>
                    <a:cubicBezTo>
                      <a:pt x="110" y="204"/>
                      <a:pt x="108" y="205"/>
                      <a:pt x="107" y="206"/>
                    </a:cubicBezTo>
                    <a:cubicBezTo>
                      <a:pt x="104" y="210"/>
                      <a:pt x="102" y="215"/>
                      <a:pt x="99" y="219"/>
                    </a:cubicBezTo>
                    <a:cubicBezTo>
                      <a:pt x="93" y="229"/>
                      <a:pt x="86" y="239"/>
                      <a:pt x="78" y="249"/>
                    </a:cubicBezTo>
                    <a:cubicBezTo>
                      <a:pt x="69" y="260"/>
                      <a:pt x="58" y="269"/>
                      <a:pt x="44" y="275"/>
                    </a:cubicBezTo>
                    <a:cubicBezTo>
                      <a:pt x="40" y="276"/>
                      <a:pt x="37" y="277"/>
                      <a:pt x="33" y="277"/>
                    </a:cubicBezTo>
                    <a:cubicBezTo>
                      <a:pt x="30" y="278"/>
                      <a:pt x="27" y="277"/>
                      <a:pt x="24" y="276"/>
                    </a:cubicBezTo>
                    <a:cubicBezTo>
                      <a:pt x="17" y="274"/>
                      <a:pt x="12" y="269"/>
                      <a:pt x="8" y="264"/>
                    </a:cubicBezTo>
                    <a:cubicBezTo>
                      <a:pt x="5" y="259"/>
                      <a:pt x="2" y="252"/>
                      <a:pt x="1" y="246"/>
                    </a:cubicBezTo>
                    <a:cubicBezTo>
                      <a:pt x="0" y="238"/>
                      <a:pt x="1" y="230"/>
                      <a:pt x="2" y="222"/>
                    </a:cubicBezTo>
                    <a:cubicBezTo>
                      <a:pt x="4" y="214"/>
                      <a:pt x="7" y="207"/>
                      <a:pt x="11" y="200"/>
                    </a:cubicBezTo>
                    <a:cubicBezTo>
                      <a:pt x="14" y="192"/>
                      <a:pt x="18" y="185"/>
                      <a:pt x="22" y="178"/>
                    </a:cubicBezTo>
                    <a:cubicBezTo>
                      <a:pt x="30" y="165"/>
                      <a:pt x="41" y="154"/>
                      <a:pt x="53" y="145"/>
                    </a:cubicBezTo>
                    <a:cubicBezTo>
                      <a:pt x="65" y="136"/>
                      <a:pt x="81" y="130"/>
                      <a:pt x="95" y="135"/>
                    </a:cubicBezTo>
                    <a:cubicBezTo>
                      <a:pt x="101" y="138"/>
                      <a:pt x="107" y="143"/>
                      <a:pt x="111" y="148"/>
                    </a:cubicBezTo>
                    <a:cubicBezTo>
                      <a:pt x="111" y="149"/>
                      <a:pt x="111" y="149"/>
                      <a:pt x="111" y="150"/>
                    </a:cubicBezTo>
                    <a:cubicBezTo>
                      <a:pt x="112" y="147"/>
                      <a:pt x="114" y="144"/>
                      <a:pt x="115" y="141"/>
                    </a:cubicBezTo>
                    <a:cubicBezTo>
                      <a:pt x="118" y="136"/>
                      <a:pt x="119" y="131"/>
                      <a:pt x="122" y="125"/>
                    </a:cubicBezTo>
                    <a:cubicBezTo>
                      <a:pt x="124" y="122"/>
                      <a:pt x="125" y="117"/>
                      <a:pt x="127" y="113"/>
                    </a:cubicBezTo>
                    <a:cubicBezTo>
                      <a:pt x="127" y="112"/>
                      <a:pt x="127" y="111"/>
                      <a:pt x="127" y="110"/>
                    </a:cubicBezTo>
                    <a:cubicBezTo>
                      <a:pt x="128" y="103"/>
                      <a:pt x="128" y="98"/>
                      <a:pt x="129" y="92"/>
                    </a:cubicBezTo>
                    <a:cubicBezTo>
                      <a:pt x="131" y="75"/>
                      <a:pt x="133" y="59"/>
                      <a:pt x="139" y="42"/>
                    </a:cubicBezTo>
                    <a:cubicBezTo>
                      <a:pt x="142" y="34"/>
                      <a:pt x="145" y="26"/>
                      <a:pt x="148" y="18"/>
                    </a:cubicBezTo>
                    <a:cubicBezTo>
                      <a:pt x="151" y="12"/>
                      <a:pt x="155" y="5"/>
                      <a:pt x="161" y="2"/>
                    </a:cubicBezTo>
                    <a:cubicBezTo>
                      <a:pt x="167" y="0"/>
                      <a:pt x="174" y="2"/>
                      <a:pt x="178" y="7"/>
                    </a:cubicBezTo>
                    <a:cubicBezTo>
                      <a:pt x="182" y="12"/>
                      <a:pt x="180" y="19"/>
                      <a:pt x="179" y="25"/>
                    </a:cubicBezTo>
                    <a:cubicBezTo>
                      <a:pt x="176" y="37"/>
                      <a:pt x="172" y="49"/>
                      <a:pt x="168" y="60"/>
                    </a:cubicBezTo>
                    <a:cubicBezTo>
                      <a:pt x="165" y="72"/>
                      <a:pt x="161" y="84"/>
                      <a:pt x="157" y="96"/>
                    </a:cubicBezTo>
                    <a:cubicBezTo>
                      <a:pt x="154" y="103"/>
                      <a:pt x="152" y="110"/>
                      <a:pt x="149" y="116"/>
                    </a:cubicBezTo>
                    <a:cubicBezTo>
                      <a:pt x="148" y="139"/>
                      <a:pt x="147" y="162"/>
                      <a:pt x="147" y="184"/>
                    </a:cubicBezTo>
                    <a:cubicBezTo>
                      <a:pt x="147" y="197"/>
                      <a:pt x="147" y="209"/>
                      <a:pt x="146" y="222"/>
                    </a:cubicBezTo>
                    <a:cubicBezTo>
                      <a:pt x="146" y="235"/>
                      <a:pt x="145" y="247"/>
                      <a:pt x="145" y="260"/>
                    </a:cubicBezTo>
                    <a:cubicBezTo>
                      <a:pt x="144" y="265"/>
                      <a:pt x="144" y="271"/>
                      <a:pt x="143" y="277"/>
                    </a:cubicBezTo>
                    <a:cubicBezTo>
                      <a:pt x="142" y="283"/>
                      <a:pt x="136" y="288"/>
                      <a:pt x="131" y="288"/>
                    </a:cubicBezTo>
                    <a:cubicBezTo>
                      <a:pt x="130" y="288"/>
                      <a:pt x="129" y="288"/>
                      <a:pt x="129" y="2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" name="Google Shape;322;p3"/>
              <p:cNvSpPr/>
              <p:nvPr/>
            </p:nvSpPr>
            <p:spPr>
              <a:xfrm>
                <a:off x="884880" y="1072800"/>
                <a:ext cx="48960" cy="62640"/>
              </a:xfrm>
              <a:custGeom>
                <a:avLst/>
                <a:gdLst/>
                <a:ahLst/>
                <a:cxnLst/>
                <a:rect l="l" t="t" r="r" b="b"/>
                <a:pathLst>
                  <a:path w="136" h="174" extrusionOk="0">
                    <a:moveTo>
                      <a:pt x="7" y="158"/>
                    </a:moveTo>
                    <a:cubicBezTo>
                      <a:pt x="4" y="155"/>
                      <a:pt x="3" y="152"/>
                      <a:pt x="2" y="149"/>
                    </a:cubicBezTo>
                    <a:cubicBezTo>
                      <a:pt x="1" y="145"/>
                      <a:pt x="0" y="141"/>
                      <a:pt x="1" y="138"/>
                    </a:cubicBezTo>
                    <a:cubicBezTo>
                      <a:pt x="1" y="134"/>
                      <a:pt x="2" y="132"/>
                      <a:pt x="4" y="129"/>
                    </a:cubicBezTo>
                    <a:cubicBezTo>
                      <a:pt x="6" y="125"/>
                      <a:pt x="9" y="122"/>
                      <a:pt x="12" y="119"/>
                    </a:cubicBezTo>
                    <a:cubicBezTo>
                      <a:pt x="31" y="99"/>
                      <a:pt x="52" y="82"/>
                      <a:pt x="74" y="65"/>
                    </a:cubicBezTo>
                    <a:cubicBezTo>
                      <a:pt x="77" y="63"/>
                      <a:pt x="80" y="60"/>
                      <a:pt x="82" y="58"/>
                    </a:cubicBezTo>
                    <a:cubicBezTo>
                      <a:pt x="89" y="52"/>
                      <a:pt x="96" y="46"/>
                      <a:pt x="102" y="40"/>
                    </a:cubicBezTo>
                    <a:cubicBezTo>
                      <a:pt x="103" y="38"/>
                      <a:pt x="104" y="38"/>
                      <a:pt x="105" y="37"/>
                    </a:cubicBezTo>
                    <a:cubicBezTo>
                      <a:pt x="106" y="35"/>
                      <a:pt x="106" y="34"/>
                      <a:pt x="107" y="33"/>
                    </a:cubicBezTo>
                    <a:cubicBezTo>
                      <a:pt x="108" y="31"/>
                      <a:pt x="109" y="30"/>
                      <a:pt x="109" y="28"/>
                    </a:cubicBezTo>
                    <a:lnTo>
                      <a:pt x="110" y="27"/>
                    </a:lnTo>
                    <a:cubicBezTo>
                      <a:pt x="105" y="26"/>
                      <a:pt x="100" y="25"/>
                      <a:pt x="96" y="25"/>
                    </a:cubicBezTo>
                    <a:lnTo>
                      <a:pt x="97" y="25"/>
                    </a:lnTo>
                    <a:cubicBezTo>
                      <a:pt x="92" y="24"/>
                      <a:pt x="87" y="24"/>
                      <a:pt x="82" y="24"/>
                    </a:cubicBezTo>
                    <a:cubicBezTo>
                      <a:pt x="76" y="25"/>
                      <a:pt x="71" y="26"/>
                      <a:pt x="65" y="27"/>
                    </a:cubicBezTo>
                    <a:cubicBezTo>
                      <a:pt x="66" y="27"/>
                      <a:pt x="66" y="27"/>
                      <a:pt x="66" y="27"/>
                    </a:cubicBezTo>
                    <a:lnTo>
                      <a:pt x="65" y="27"/>
                    </a:lnTo>
                    <a:cubicBezTo>
                      <a:pt x="64" y="27"/>
                      <a:pt x="64" y="27"/>
                      <a:pt x="64" y="27"/>
                    </a:cubicBezTo>
                    <a:cubicBezTo>
                      <a:pt x="61" y="28"/>
                      <a:pt x="57" y="28"/>
                      <a:pt x="53" y="30"/>
                    </a:cubicBezTo>
                    <a:cubicBezTo>
                      <a:pt x="52" y="30"/>
                      <a:pt x="49" y="31"/>
                      <a:pt x="47" y="32"/>
                    </a:cubicBezTo>
                    <a:cubicBezTo>
                      <a:pt x="46" y="33"/>
                      <a:pt x="44" y="34"/>
                      <a:pt x="42" y="35"/>
                    </a:cubicBezTo>
                    <a:cubicBezTo>
                      <a:pt x="42" y="35"/>
                      <a:pt x="41" y="35"/>
                      <a:pt x="40" y="36"/>
                    </a:cubicBezTo>
                    <a:cubicBezTo>
                      <a:pt x="40" y="37"/>
                      <a:pt x="39" y="37"/>
                      <a:pt x="39" y="38"/>
                    </a:cubicBezTo>
                    <a:cubicBezTo>
                      <a:pt x="39" y="38"/>
                      <a:pt x="38" y="38"/>
                      <a:pt x="38" y="39"/>
                    </a:cubicBezTo>
                    <a:lnTo>
                      <a:pt x="38" y="40"/>
                    </a:lnTo>
                    <a:cubicBezTo>
                      <a:pt x="38" y="41"/>
                      <a:pt x="38" y="41"/>
                      <a:pt x="38" y="41"/>
                    </a:cubicBezTo>
                    <a:cubicBezTo>
                      <a:pt x="39" y="42"/>
                      <a:pt x="40" y="43"/>
                      <a:pt x="42" y="44"/>
                    </a:cubicBezTo>
                    <a:cubicBezTo>
                      <a:pt x="43" y="45"/>
                      <a:pt x="45" y="46"/>
                      <a:pt x="46" y="47"/>
                    </a:cubicBezTo>
                    <a:cubicBezTo>
                      <a:pt x="52" y="51"/>
                      <a:pt x="54" y="58"/>
                      <a:pt x="50" y="65"/>
                    </a:cubicBezTo>
                    <a:cubicBezTo>
                      <a:pt x="46" y="71"/>
                      <a:pt x="38" y="72"/>
                      <a:pt x="32" y="67"/>
                    </a:cubicBezTo>
                    <a:cubicBezTo>
                      <a:pt x="24" y="62"/>
                      <a:pt x="15" y="55"/>
                      <a:pt x="13" y="44"/>
                    </a:cubicBezTo>
                    <a:cubicBezTo>
                      <a:pt x="11" y="28"/>
                      <a:pt x="23" y="17"/>
                      <a:pt x="36" y="10"/>
                    </a:cubicBezTo>
                    <a:cubicBezTo>
                      <a:pt x="43" y="7"/>
                      <a:pt x="52" y="5"/>
                      <a:pt x="60" y="3"/>
                    </a:cubicBezTo>
                    <a:cubicBezTo>
                      <a:pt x="68" y="2"/>
                      <a:pt x="77" y="0"/>
                      <a:pt x="86" y="0"/>
                    </a:cubicBezTo>
                    <a:cubicBezTo>
                      <a:pt x="93" y="0"/>
                      <a:pt x="100" y="1"/>
                      <a:pt x="107" y="2"/>
                    </a:cubicBezTo>
                    <a:cubicBezTo>
                      <a:pt x="114" y="2"/>
                      <a:pt x="120" y="3"/>
                      <a:pt x="125" y="7"/>
                    </a:cubicBezTo>
                    <a:cubicBezTo>
                      <a:pt x="131" y="11"/>
                      <a:pt x="135" y="18"/>
                      <a:pt x="134" y="25"/>
                    </a:cubicBezTo>
                    <a:cubicBezTo>
                      <a:pt x="134" y="33"/>
                      <a:pt x="131" y="40"/>
                      <a:pt x="127" y="46"/>
                    </a:cubicBezTo>
                    <a:cubicBezTo>
                      <a:pt x="123" y="53"/>
                      <a:pt x="117" y="59"/>
                      <a:pt x="110" y="65"/>
                    </a:cubicBezTo>
                    <a:cubicBezTo>
                      <a:pt x="99" y="75"/>
                      <a:pt x="88" y="84"/>
                      <a:pt x="76" y="93"/>
                    </a:cubicBezTo>
                    <a:cubicBezTo>
                      <a:pt x="68" y="99"/>
                      <a:pt x="61" y="105"/>
                      <a:pt x="53" y="112"/>
                    </a:cubicBezTo>
                    <a:cubicBezTo>
                      <a:pt x="47" y="117"/>
                      <a:pt x="41" y="122"/>
                      <a:pt x="35" y="128"/>
                    </a:cubicBezTo>
                    <a:cubicBezTo>
                      <a:pt x="32" y="132"/>
                      <a:pt x="29" y="136"/>
                      <a:pt x="26" y="140"/>
                    </a:cubicBezTo>
                    <a:lnTo>
                      <a:pt x="25" y="140"/>
                    </a:lnTo>
                    <a:lnTo>
                      <a:pt x="25" y="141"/>
                    </a:lnTo>
                    <a:lnTo>
                      <a:pt x="25" y="142"/>
                    </a:lnTo>
                    <a:cubicBezTo>
                      <a:pt x="26" y="143"/>
                      <a:pt x="26" y="143"/>
                      <a:pt x="26" y="143"/>
                    </a:cubicBezTo>
                    <a:lnTo>
                      <a:pt x="25" y="142"/>
                    </a:lnTo>
                    <a:cubicBezTo>
                      <a:pt x="26" y="143"/>
                      <a:pt x="26" y="143"/>
                      <a:pt x="26" y="143"/>
                    </a:cubicBezTo>
                    <a:lnTo>
                      <a:pt x="27" y="143"/>
                    </a:lnTo>
                    <a:cubicBezTo>
                      <a:pt x="28" y="144"/>
                      <a:pt x="29" y="144"/>
                      <a:pt x="30" y="145"/>
                    </a:cubicBezTo>
                    <a:cubicBezTo>
                      <a:pt x="31" y="145"/>
                      <a:pt x="31" y="146"/>
                      <a:pt x="32" y="146"/>
                    </a:cubicBezTo>
                    <a:cubicBezTo>
                      <a:pt x="33" y="147"/>
                      <a:pt x="35" y="147"/>
                      <a:pt x="36" y="147"/>
                    </a:cubicBezTo>
                    <a:cubicBezTo>
                      <a:pt x="38" y="148"/>
                      <a:pt x="40" y="148"/>
                      <a:pt x="42" y="148"/>
                    </a:cubicBezTo>
                    <a:cubicBezTo>
                      <a:pt x="44" y="148"/>
                      <a:pt x="46" y="148"/>
                      <a:pt x="48" y="148"/>
                    </a:cubicBezTo>
                    <a:cubicBezTo>
                      <a:pt x="50" y="148"/>
                      <a:pt x="53" y="148"/>
                      <a:pt x="55" y="147"/>
                    </a:cubicBezTo>
                    <a:cubicBezTo>
                      <a:pt x="60" y="146"/>
                      <a:pt x="66" y="145"/>
                      <a:pt x="70" y="143"/>
                    </a:cubicBezTo>
                    <a:cubicBezTo>
                      <a:pt x="77" y="141"/>
                      <a:pt x="83" y="138"/>
                      <a:pt x="89" y="136"/>
                    </a:cubicBezTo>
                    <a:cubicBezTo>
                      <a:pt x="95" y="133"/>
                      <a:pt x="103" y="136"/>
                      <a:pt x="105" y="143"/>
                    </a:cubicBezTo>
                    <a:cubicBezTo>
                      <a:pt x="106" y="145"/>
                      <a:pt x="106" y="149"/>
                      <a:pt x="105" y="152"/>
                    </a:cubicBezTo>
                    <a:cubicBezTo>
                      <a:pt x="103" y="155"/>
                      <a:pt x="101" y="157"/>
                      <a:pt x="98" y="158"/>
                    </a:cubicBezTo>
                    <a:cubicBezTo>
                      <a:pt x="91" y="162"/>
                      <a:pt x="85" y="165"/>
                      <a:pt x="77" y="167"/>
                    </a:cubicBezTo>
                    <a:cubicBezTo>
                      <a:pt x="68" y="170"/>
                      <a:pt x="59" y="172"/>
                      <a:pt x="49" y="173"/>
                    </a:cubicBezTo>
                    <a:cubicBezTo>
                      <a:pt x="47" y="173"/>
                      <a:pt x="46" y="173"/>
                      <a:pt x="45" y="173"/>
                    </a:cubicBezTo>
                    <a:cubicBezTo>
                      <a:pt x="31" y="173"/>
                      <a:pt x="15" y="169"/>
                      <a:pt x="7" y="15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" name="Google Shape;323;p3"/>
              <p:cNvSpPr/>
              <p:nvPr/>
            </p:nvSpPr>
            <p:spPr>
              <a:xfrm>
                <a:off x="878040" y="1095480"/>
                <a:ext cx="75240" cy="25560"/>
              </a:xfrm>
              <a:custGeom>
                <a:avLst/>
                <a:gdLst/>
                <a:ahLst/>
                <a:cxnLst/>
                <a:rect l="l" t="t" r="r" b="b"/>
                <a:pathLst>
                  <a:path w="209" h="71" extrusionOk="0">
                    <a:moveTo>
                      <a:pt x="10" y="69"/>
                    </a:moveTo>
                    <a:cubicBezTo>
                      <a:pt x="5" y="68"/>
                      <a:pt x="2" y="63"/>
                      <a:pt x="1" y="59"/>
                    </a:cubicBezTo>
                    <a:cubicBezTo>
                      <a:pt x="0" y="51"/>
                      <a:pt x="5" y="45"/>
                      <a:pt x="11" y="42"/>
                    </a:cubicBezTo>
                    <a:cubicBezTo>
                      <a:pt x="19" y="37"/>
                      <a:pt x="27" y="34"/>
                      <a:pt x="34" y="32"/>
                    </a:cubicBezTo>
                    <a:cubicBezTo>
                      <a:pt x="38" y="30"/>
                      <a:pt x="42" y="29"/>
                      <a:pt x="46" y="28"/>
                    </a:cubicBezTo>
                    <a:cubicBezTo>
                      <a:pt x="59" y="24"/>
                      <a:pt x="72" y="20"/>
                      <a:pt x="84" y="17"/>
                    </a:cubicBezTo>
                    <a:cubicBezTo>
                      <a:pt x="98" y="13"/>
                      <a:pt x="111" y="10"/>
                      <a:pt x="125" y="8"/>
                    </a:cubicBezTo>
                    <a:cubicBezTo>
                      <a:pt x="132" y="7"/>
                      <a:pt x="138" y="6"/>
                      <a:pt x="144" y="5"/>
                    </a:cubicBezTo>
                    <a:cubicBezTo>
                      <a:pt x="151" y="4"/>
                      <a:pt x="157" y="4"/>
                      <a:pt x="164" y="3"/>
                    </a:cubicBezTo>
                    <a:cubicBezTo>
                      <a:pt x="174" y="2"/>
                      <a:pt x="185" y="2"/>
                      <a:pt x="195" y="0"/>
                    </a:cubicBezTo>
                    <a:cubicBezTo>
                      <a:pt x="201" y="0"/>
                      <a:pt x="207" y="4"/>
                      <a:pt x="207" y="10"/>
                    </a:cubicBezTo>
                    <a:cubicBezTo>
                      <a:pt x="208" y="16"/>
                      <a:pt x="204" y="22"/>
                      <a:pt x="197" y="23"/>
                    </a:cubicBezTo>
                    <a:cubicBezTo>
                      <a:pt x="186" y="24"/>
                      <a:pt x="175" y="25"/>
                      <a:pt x="164" y="26"/>
                    </a:cubicBezTo>
                    <a:cubicBezTo>
                      <a:pt x="153" y="27"/>
                      <a:pt x="141" y="28"/>
                      <a:pt x="130" y="30"/>
                    </a:cubicBezTo>
                    <a:cubicBezTo>
                      <a:pt x="125" y="31"/>
                      <a:pt x="120" y="32"/>
                      <a:pt x="115" y="33"/>
                    </a:cubicBezTo>
                    <a:cubicBezTo>
                      <a:pt x="109" y="34"/>
                      <a:pt x="104" y="35"/>
                      <a:pt x="98" y="37"/>
                    </a:cubicBezTo>
                    <a:cubicBezTo>
                      <a:pt x="94" y="38"/>
                      <a:pt x="89" y="39"/>
                      <a:pt x="84" y="41"/>
                    </a:cubicBezTo>
                    <a:cubicBezTo>
                      <a:pt x="79" y="43"/>
                      <a:pt x="73" y="45"/>
                      <a:pt x="67" y="46"/>
                    </a:cubicBezTo>
                    <a:cubicBezTo>
                      <a:pt x="53" y="51"/>
                      <a:pt x="41" y="55"/>
                      <a:pt x="28" y="61"/>
                    </a:cubicBezTo>
                    <a:cubicBezTo>
                      <a:pt x="27" y="61"/>
                      <a:pt x="26" y="62"/>
                      <a:pt x="26" y="62"/>
                    </a:cubicBezTo>
                    <a:cubicBezTo>
                      <a:pt x="23" y="67"/>
                      <a:pt x="19" y="70"/>
                      <a:pt x="13" y="70"/>
                    </a:cubicBezTo>
                    <a:cubicBezTo>
                      <a:pt x="12" y="70"/>
                      <a:pt x="12" y="70"/>
                      <a:pt x="10" y="6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" name="Google Shape;324;p3"/>
              <p:cNvSpPr/>
              <p:nvPr/>
            </p:nvSpPr>
            <p:spPr>
              <a:xfrm>
                <a:off x="552960" y="966240"/>
                <a:ext cx="36720" cy="64800"/>
              </a:xfrm>
              <a:custGeom>
                <a:avLst/>
                <a:gdLst/>
                <a:ahLst/>
                <a:cxnLst/>
                <a:rect l="l" t="t" r="r" b="b"/>
                <a:pathLst>
                  <a:path w="102" h="180" extrusionOk="0">
                    <a:moveTo>
                      <a:pt x="36" y="175"/>
                    </a:moveTo>
                    <a:cubicBezTo>
                      <a:pt x="34" y="172"/>
                      <a:pt x="32" y="170"/>
                      <a:pt x="32" y="167"/>
                    </a:cubicBezTo>
                    <a:cubicBezTo>
                      <a:pt x="32" y="165"/>
                      <a:pt x="31" y="164"/>
                      <a:pt x="32" y="162"/>
                    </a:cubicBezTo>
                    <a:cubicBezTo>
                      <a:pt x="32" y="160"/>
                      <a:pt x="32" y="159"/>
                      <a:pt x="32" y="157"/>
                    </a:cubicBezTo>
                    <a:cubicBezTo>
                      <a:pt x="33" y="154"/>
                      <a:pt x="34" y="152"/>
                      <a:pt x="35" y="149"/>
                    </a:cubicBezTo>
                    <a:cubicBezTo>
                      <a:pt x="36" y="143"/>
                      <a:pt x="38" y="136"/>
                      <a:pt x="39" y="130"/>
                    </a:cubicBezTo>
                    <a:cubicBezTo>
                      <a:pt x="42" y="118"/>
                      <a:pt x="45" y="105"/>
                      <a:pt x="49" y="94"/>
                    </a:cubicBezTo>
                    <a:cubicBezTo>
                      <a:pt x="50" y="90"/>
                      <a:pt x="50" y="86"/>
                      <a:pt x="52" y="83"/>
                    </a:cubicBezTo>
                    <a:cubicBezTo>
                      <a:pt x="48" y="87"/>
                      <a:pt x="44" y="92"/>
                      <a:pt x="41" y="96"/>
                    </a:cubicBezTo>
                    <a:cubicBezTo>
                      <a:pt x="36" y="101"/>
                      <a:pt x="31" y="106"/>
                      <a:pt x="27" y="111"/>
                    </a:cubicBezTo>
                    <a:cubicBezTo>
                      <a:pt x="26" y="117"/>
                      <a:pt x="21" y="122"/>
                      <a:pt x="15" y="122"/>
                    </a:cubicBezTo>
                    <a:cubicBezTo>
                      <a:pt x="14" y="122"/>
                      <a:pt x="14" y="121"/>
                      <a:pt x="13" y="121"/>
                    </a:cubicBezTo>
                    <a:cubicBezTo>
                      <a:pt x="8" y="121"/>
                      <a:pt x="4" y="117"/>
                      <a:pt x="3" y="112"/>
                    </a:cubicBezTo>
                    <a:cubicBezTo>
                      <a:pt x="0" y="104"/>
                      <a:pt x="6" y="97"/>
                      <a:pt x="11" y="91"/>
                    </a:cubicBezTo>
                    <a:cubicBezTo>
                      <a:pt x="14" y="88"/>
                      <a:pt x="17" y="86"/>
                      <a:pt x="20" y="83"/>
                    </a:cubicBezTo>
                    <a:cubicBezTo>
                      <a:pt x="25" y="76"/>
                      <a:pt x="31" y="70"/>
                      <a:pt x="36" y="63"/>
                    </a:cubicBezTo>
                    <a:cubicBezTo>
                      <a:pt x="42" y="58"/>
                      <a:pt x="46" y="52"/>
                      <a:pt x="51" y="46"/>
                    </a:cubicBezTo>
                    <a:cubicBezTo>
                      <a:pt x="56" y="40"/>
                      <a:pt x="60" y="34"/>
                      <a:pt x="65" y="27"/>
                    </a:cubicBezTo>
                    <a:cubicBezTo>
                      <a:pt x="64" y="28"/>
                      <a:pt x="64" y="28"/>
                      <a:pt x="64" y="29"/>
                    </a:cubicBezTo>
                    <a:cubicBezTo>
                      <a:pt x="67" y="24"/>
                      <a:pt x="70" y="19"/>
                      <a:pt x="73" y="14"/>
                    </a:cubicBezTo>
                    <a:cubicBezTo>
                      <a:pt x="74" y="13"/>
                      <a:pt x="75" y="11"/>
                      <a:pt x="76" y="9"/>
                    </a:cubicBezTo>
                    <a:cubicBezTo>
                      <a:pt x="78" y="3"/>
                      <a:pt x="85" y="0"/>
                      <a:pt x="92" y="3"/>
                    </a:cubicBezTo>
                    <a:cubicBezTo>
                      <a:pt x="98" y="6"/>
                      <a:pt x="101" y="13"/>
                      <a:pt x="98" y="19"/>
                    </a:cubicBezTo>
                    <a:cubicBezTo>
                      <a:pt x="95" y="27"/>
                      <a:pt x="91" y="35"/>
                      <a:pt x="88" y="43"/>
                    </a:cubicBezTo>
                    <a:cubicBezTo>
                      <a:pt x="77" y="76"/>
                      <a:pt x="67" y="109"/>
                      <a:pt x="60" y="143"/>
                    </a:cubicBezTo>
                    <a:cubicBezTo>
                      <a:pt x="59" y="150"/>
                      <a:pt x="57" y="156"/>
                      <a:pt x="56" y="162"/>
                    </a:cubicBezTo>
                    <a:cubicBezTo>
                      <a:pt x="58" y="167"/>
                      <a:pt x="57" y="172"/>
                      <a:pt x="53" y="175"/>
                    </a:cubicBezTo>
                    <a:cubicBezTo>
                      <a:pt x="51" y="178"/>
                      <a:pt x="48" y="179"/>
                      <a:pt x="45" y="179"/>
                    </a:cubicBezTo>
                    <a:cubicBezTo>
                      <a:pt x="42" y="179"/>
                      <a:pt x="38" y="178"/>
                      <a:pt x="36" y="17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" name="Google Shape;325;p3"/>
              <p:cNvSpPr/>
              <p:nvPr/>
            </p:nvSpPr>
            <p:spPr>
              <a:xfrm>
                <a:off x="583560" y="976320"/>
                <a:ext cx="46800" cy="56880"/>
              </a:xfrm>
              <a:custGeom>
                <a:avLst/>
                <a:gdLst/>
                <a:ahLst/>
                <a:cxnLst/>
                <a:rect l="l" t="t" r="r" b="b"/>
                <a:pathLst>
                  <a:path w="130" h="158" extrusionOk="0">
                    <a:moveTo>
                      <a:pt x="40" y="133"/>
                    </a:moveTo>
                    <a:cubicBezTo>
                      <a:pt x="39" y="133"/>
                      <a:pt x="39" y="133"/>
                      <a:pt x="38" y="133"/>
                    </a:cubicBezTo>
                    <a:cubicBezTo>
                      <a:pt x="39" y="133"/>
                      <a:pt x="40" y="133"/>
                      <a:pt x="41" y="133"/>
                    </a:cubicBezTo>
                    <a:cubicBezTo>
                      <a:pt x="42" y="133"/>
                      <a:pt x="42" y="133"/>
                      <a:pt x="43" y="133"/>
                    </a:cubicBezTo>
                    <a:cubicBezTo>
                      <a:pt x="42" y="133"/>
                      <a:pt x="42" y="133"/>
                      <a:pt x="42" y="133"/>
                    </a:cubicBezTo>
                    <a:lnTo>
                      <a:pt x="41" y="133"/>
                    </a:lnTo>
                    <a:lnTo>
                      <a:pt x="42" y="133"/>
                    </a:lnTo>
                    <a:lnTo>
                      <a:pt x="41" y="133"/>
                    </a:lnTo>
                    <a:lnTo>
                      <a:pt x="42" y="133"/>
                    </a:lnTo>
                    <a:cubicBezTo>
                      <a:pt x="43" y="133"/>
                      <a:pt x="44" y="133"/>
                      <a:pt x="45" y="132"/>
                    </a:cubicBezTo>
                    <a:cubicBezTo>
                      <a:pt x="46" y="132"/>
                      <a:pt x="48" y="131"/>
                      <a:pt x="49" y="130"/>
                    </a:cubicBezTo>
                    <a:cubicBezTo>
                      <a:pt x="52" y="130"/>
                      <a:pt x="53" y="129"/>
                      <a:pt x="55" y="127"/>
                    </a:cubicBezTo>
                    <a:cubicBezTo>
                      <a:pt x="59" y="125"/>
                      <a:pt x="63" y="122"/>
                      <a:pt x="66" y="119"/>
                    </a:cubicBezTo>
                    <a:lnTo>
                      <a:pt x="65" y="120"/>
                    </a:lnTo>
                    <a:cubicBezTo>
                      <a:pt x="69" y="116"/>
                      <a:pt x="73" y="113"/>
                      <a:pt x="77" y="109"/>
                    </a:cubicBezTo>
                    <a:cubicBezTo>
                      <a:pt x="80" y="106"/>
                      <a:pt x="82" y="103"/>
                      <a:pt x="84" y="99"/>
                    </a:cubicBezTo>
                    <a:cubicBezTo>
                      <a:pt x="88" y="94"/>
                      <a:pt x="92" y="87"/>
                      <a:pt x="96" y="80"/>
                    </a:cubicBezTo>
                    <a:cubicBezTo>
                      <a:pt x="98" y="76"/>
                      <a:pt x="101" y="71"/>
                      <a:pt x="102" y="66"/>
                    </a:cubicBezTo>
                    <a:cubicBezTo>
                      <a:pt x="103" y="64"/>
                      <a:pt x="104" y="61"/>
                      <a:pt x="105" y="58"/>
                    </a:cubicBezTo>
                    <a:lnTo>
                      <a:pt x="105" y="59"/>
                    </a:lnTo>
                    <a:cubicBezTo>
                      <a:pt x="105" y="58"/>
                      <a:pt x="105" y="56"/>
                      <a:pt x="105" y="55"/>
                    </a:cubicBezTo>
                    <a:cubicBezTo>
                      <a:pt x="105" y="53"/>
                      <a:pt x="105" y="52"/>
                      <a:pt x="105" y="51"/>
                    </a:cubicBezTo>
                    <a:cubicBezTo>
                      <a:pt x="105" y="49"/>
                      <a:pt x="105" y="49"/>
                      <a:pt x="105" y="48"/>
                    </a:cubicBezTo>
                    <a:cubicBezTo>
                      <a:pt x="105" y="47"/>
                      <a:pt x="105" y="46"/>
                      <a:pt x="104" y="45"/>
                    </a:cubicBezTo>
                    <a:cubicBezTo>
                      <a:pt x="104" y="44"/>
                      <a:pt x="103" y="42"/>
                      <a:pt x="102" y="41"/>
                    </a:cubicBezTo>
                    <a:cubicBezTo>
                      <a:pt x="102" y="40"/>
                      <a:pt x="102" y="39"/>
                      <a:pt x="101" y="38"/>
                    </a:cubicBezTo>
                    <a:cubicBezTo>
                      <a:pt x="101" y="38"/>
                      <a:pt x="101" y="39"/>
                      <a:pt x="102" y="39"/>
                    </a:cubicBezTo>
                    <a:cubicBezTo>
                      <a:pt x="101" y="38"/>
                      <a:pt x="99" y="36"/>
                      <a:pt x="98" y="35"/>
                    </a:cubicBezTo>
                    <a:cubicBezTo>
                      <a:pt x="98" y="34"/>
                      <a:pt x="97" y="33"/>
                      <a:pt x="95" y="32"/>
                    </a:cubicBezTo>
                    <a:cubicBezTo>
                      <a:pt x="95" y="31"/>
                      <a:pt x="94" y="31"/>
                      <a:pt x="94" y="31"/>
                    </a:cubicBezTo>
                    <a:cubicBezTo>
                      <a:pt x="92" y="30"/>
                      <a:pt x="91" y="29"/>
                      <a:pt x="90" y="28"/>
                    </a:cubicBezTo>
                    <a:cubicBezTo>
                      <a:pt x="89" y="28"/>
                      <a:pt x="88" y="27"/>
                      <a:pt x="88" y="27"/>
                    </a:cubicBezTo>
                    <a:cubicBezTo>
                      <a:pt x="87" y="27"/>
                      <a:pt x="86" y="27"/>
                      <a:pt x="85" y="27"/>
                    </a:cubicBezTo>
                    <a:cubicBezTo>
                      <a:pt x="84" y="26"/>
                      <a:pt x="84" y="26"/>
                      <a:pt x="83" y="26"/>
                    </a:cubicBezTo>
                    <a:cubicBezTo>
                      <a:pt x="81" y="26"/>
                      <a:pt x="80" y="26"/>
                      <a:pt x="79" y="26"/>
                    </a:cubicBezTo>
                    <a:cubicBezTo>
                      <a:pt x="78" y="26"/>
                      <a:pt x="77" y="26"/>
                      <a:pt x="77" y="26"/>
                    </a:cubicBezTo>
                    <a:cubicBezTo>
                      <a:pt x="75" y="27"/>
                      <a:pt x="74" y="27"/>
                      <a:pt x="72" y="27"/>
                    </a:cubicBezTo>
                    <a:cubicBezTo>
                      <a:pt x="71" y="28"/>
                      <a:pt x="70" y="28"/>
                      <a:pt x="68" y="29"/>
                    </a:cubicBezTo>
                    <a:cubicBezTo>
                      <a:pt x="67" y="30"/>
                      <a:pt x="67" y="30"/>
                      <a:pt x="66" y="30"/>
                    </a:cubicBezTo>
                    <a:cubicBezTo>
                      <a:pt x="64" y="31"/>
                      <a:pt x="62" y="33"/>
                      <a:pt x="60" y="34"/>
                    </a:cubicBezTo>
                    <a:cubicBezTo>
                      <a:pt x="59" y="35"/>
                      <a:pt x="58" y="37"/>
                      <a:pt x="56" y="38"/>
                    </a:cubicBezTo>
                    <a:cubicBezTo>
                      <a:pt x="54" y="41"/>
                      <a:pt x="52" y="44"/>
                      <a:pt x="50" y="46"/>
                    </a:cubicBezTo>
                    <a:cubicBezTo>
                      <a:pt x="48" y="49"/>
                      <a:pt x="46" y="52"/>
                      <a:pt x="45" y="55"/>
                    </a:cubicBezTo>
                    <a:cubicBezTo>
                      <a:pt x="43" y="59"/>
                      <a:pt x="41" y="63"/>
                      <a:pt x="39" y="68"/>
                    </a:cubicBezTo>
                    <a:cubicBezTo>
                      <a:pt x="38" y="72"/>
                      <a:pt x="33" y="74"/>
                      <a:pt x="28" y="74"/>
                    </a:cubicBezTo>
                    <a:cubicBezTo>
                      <a:pt x="28" y="77"/>
                      <a:pt x="27" y="79"/>
                      <a:pt x="27" y="81"/>
                    </a:cubicBezTo>
                    <a:cubicBezTo>
                      <a:pt x="25" y="88"/>
                      <a:pt x="25" y="94"/>
                      <a:pt x="24" y="100"/>
                    </a:cubicBezTo>
                    <a:lnTo>
                      <a:pt x="24" y="99"/>
                    </a:lnTo>
                    <a:cubicBezTo>
                      <a:pt x="24" y="102"/>
                      <a:pt x="24" y="104"/>
                      <a:pt x="24" y="106"/>
                    </a:cubicBezTo>
                    <a:cubicBezTo>
                      <a:pt x="24" y="108"/>
                      <a:pt x="24" y="109"/>
                      <a:pt x="25" y="111"/>
                    </a:cubicBezTo>
                    <a:cubicBezTo>
                      <a:pt x="25" y="113"/>
                      <a:pt x="25" y="114"/>
                      <a:pt x="26" y="115"/>
                    </a:cubicBezTo>
                    <a:cubicBezTo>
                      <a:pt x="27" y="118"/>
                      <a:pt x="27" y="120"/>
                      <a:pt x="28" y="122"/>
                    </a:cubicBezTo>
                    <a:cubicBezTo>
                      <a:pt x="30" y="124"/>
                      <a:pt x="31" y="127"/>
                      <a:pt x="32" y="129"/>
                    </a:cubicBezTo>
                    <a:cubicBezTo>
                      <a:pt x="32" y="130"/>
                      <a:pt x="33" y="130"/>
                      <a:pt x="34" y="131"/>
                    </a:cubicBezTo>
                    <a:lnTo>
                      <a:pt x="34" y="132"/>
                    </a:lnTo>
                    <a:lnTo>
                      <a:pt x="35" y="132"/>
                    </a:lnTo>
                    <a:lnTo>
                      <a:pt x="34" y="132"/>
                    </a:lnTo>
                    <a:cubicBezTo>
                      <a:pt x="35" y="132"/>
                      <a:pt x="35" y="132"/>
                      <a:pt x="36" y="133"/>
                    </a:cubicBezTo>
                    <a:cubicBezTo>
                      <a:pt x="37" y="133"/>
                      <a:pt x="37" y="133"/>
                      <a:pt x="38" y="133"/>
                    </a:cubicBezTo>
                    <a:cubicBezTo>
                      <a:pt x="38" y="133"/>
                      <a:pt x="39" y="133"/>
                      <a:pt x="40" y="133"/>
                    </a:cubicBezTo>
                    <a:moveTo>
                      <a:pt x="23" y="153"/>
                    </a:moveTo>
                    <a:cubicBezTo>
                      <a:pt x="16" y="149"/>
                      <a:pt x="12" y="141"/>
                      <a:pt x="8" y="134"/>
                    </a:cubicBezTo>
                    <a:cubicBezTo>
                      <a:pt x="4" y="125"/>
                      <a:pt x="1" y="116"/>
                      <a:pt x="0" y="106"/>
                    </a:cubicBezTo>
                    <a:cubicBezTo>
                      <a:pt x="0" y="101"/>
                      <a:pt x="1" y="96"/>
                      <a:pt x="2" y="91"/>
                    </a:cubicBezTo>
                    <a:cubicBezTo>
                      <a:pt x="2" y="85"/>
                      <a:pt x="3" y="80"/>
                      <a:pt x="4" y="74"/>
                    </a:cubicBezTo>
                    <a:cubicBezTo>
                      <a:pt x="6" y="63"/>
                      <a:pt x="10" y="53"/>
                      <a:pt x="16" y="43"/>
                    </a:cubicBezTo>
                    <a:cubicBezTo>
                      <a:pt x="18" y="39"/>
                      <a:pt x="21" y="34"/>
                      <a:pt x="24" y="31"/>
                    </a:cubicBezTo>
                    <a:cubicBezTo>
                      <a:pt x="26" y="28"/>
                      <a:pt x="29" y="27"/>
                      <a:pt x="31" y="25"/>
                    </a:cubicBezTo>
                    <a:cubicBezTo>
                      <a:pt x="34" y="24"/>
                      <a:pt x="36" y="23"/>
                      <a:pt x="38" y="24"/>
                    </a:cubicBezTo>
                    <a:cubicBezTo>
                      <a:pt x="39" y="22"/>
                      <a:pt x="41" y="20"/>
                      <a:pt x="43" y="19"/>
                    </a:cubicBezTo>
                    <a:cubicBezTo>
                      <a:pt x="54" y="7"/>
                      <a:pt x="70" y="0"/>
                      <a:pt x="86" y="3"/>
                    </a:cubicBezTo>
                    <a:cubicBezTo>
                      <a:pt x="94" y="3"/>
                      <a:pt x="101" y="6"/>
                      <a:pt x="107" y="11"/>
                    </a:cubicBezTo>
                    <a:cubicBezTo>
                      <a:pt x="113" y="15"/>
                      <a:pt x="119" y="21"/>
                      <a:pt x="123" y="28"/>
                    </a:cubicBezTo>
                    <a:cubicBezTo>
                      <a:pt x="126" y="34"/>
                      <a:pt x="129" y="42"/>
                      <a:pt x="129" y="50"/>
                    </a:cubicBezTo>
                    <a:cubicBezTo>
                      <a:pt x="129" y="59"/>
                      <a:pt x="127" y="67"/>
                      <a:pt x="124" y="74"/>
                    </a:cubicBezTo>
                    <a:cubicBezTo>
                      <a:pt x="121" y="83"/>
                      <a:pt x="117" y="90"/>
                      <a:pt x="113" y="98"/>
                    </a:cubicBezTo>
                    <a:cubicBezTo>
                      <a:pt x="109" y="104"/>
                      <a:pt x="106" y="109"/>
                      <a:pt x="102" y="114"/>
                    </a:cubicBezTo>
                    <a:cubicBezTo>
                      <a:pt x="98" y="121"/>
                      <a:pt x="92" y="127"/>
                      <a:pt x="86" y="133"/>
                    </a:cubicBezTo>
                    <a:cubicBezTo>
                      <a:pt x="74" y="144"/>
                      <a:pt x="60" y="155"/>
                      <a:pt x="44" y="157"/>
                    </a:cubicBezTo>
                    <a:cubicBezTo>
                      <a:pt x="42" y="157"/>
                      <a:pt x="41" y="157"/>
                      <a:pt x="40" y="157"/>
                    </a:cubicBezTo>
                    <a:cubicBezTo>
                      <a:pt x="34" y="157"/>
                      <a:pt x="28" y="155"/>
                      <a:pt x="23" y="15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" name="Google Shape;326;p3"/>
              <p:cNvSpPr/>
              <p:nvPr/>
            </p:nvSpPr>
            <p:spPr>
              <a:xfrm>
                <a:off x="643320" y="956520"/>
                <a:ext cx="33120" cy="73800"/>
              </a:xfrm>
              <a:custGeom>
                <a:avLst/>
                <a:gdLst/>
                <a:ahLst/>
                <a:cxnLst/>
                <a:rect l="l" t="t" r="r" b="b"/>
                <a:pathLst>
                  <a:path w="92" h="205" extrusionOk="0">
                    <a:moveTo>
                      <a:pt x="3" y="194"/>
                    </a:moveTo>
                    <a:cubicBezTo>
                      <a:pt x="1" y="180"/>
                      <a:pt x="0" y="166"/>
                      <a:pt x="2" y="152"/>
                    </a:cubicBezTo>
                    <a:cubicBezTo>
                      <a:pt x="2" y="145"/>
                      <a:pt x="3" y="138"/>
                      <a:pt x="3" y="131"/>
                    </a:cubicBezTo>
                    <a:cubicBezTo>
                      <a:pt x="4" y="125"/>
                      <a:pt x="5" y="119"/>
                      <a:pt x="6" y="113"/>
                    </a:cubicBezTo>
                    <a:cubicBezTo>
                      <a:pt x="7" y="106"/>
                      <a:pt x="9" y="100"/>
                      <a:pt x="10" y="93"/>
                    </a:cubicBezTo>
                    <a:cubicBezTo>
                      <a:pt x="13" y="79"/>
                      <a:pt x="19" y="65"/>
                      <a:pt x="24" y="51"/>
                    </a:cubicBezTo>
                    <a:cubicBezTo>
                      <a:pt x="31" y="36"/>
                      <a:pt x="40" y="22"/>
                      <a:pt x="51" y="11"/>
                    </a:cubicBezTo>
                    <a:cubicBezTo>
                      <a:pt x="56" y="6"/>
                      <a:pt x="63" y="2"/>
                      <a:pt x="70" y="1"/>
                    </a:cubicBezTo>
                    <a:cubicBezTo>
                      <a:pt x="74" y="0"/>
                      <a:pt x="78" y="2"/>
                      <a:pt x="81" y="3"/>
                    </a:cubicBezTo>
                    <a:cubicBezTo>
                      <a:pt x="88" y="5"/>
                      <a:pt x="91" y="13"/>
                      <a:pt x="88" y="19"/>
                    </a:cubicBezTo>
                    <a:cubicBezTo>
                      <a:pt x="86" y="26"/>
                      <a:pt x="78" y="28"/>
                      <a:pt x="72" y="26"/>
                    </a:cubicBezTo>
                    <a:cubicBezTo>
                      <a:pt x="70" y="27"/>
                      <a:pt x="70" y="27"/>
                      <a:pt x="69" y="28"/>
                    </a:cubicBezTo>
                    <a:cubicBezTo>
                      <a:pt x="68" y="30"/>
                      <a:pt x="66" y="32"/>
                      <a:pt x="64" y="33"/>
                    </a:cubicBezTo>
                    <a:cubicBezTo>
                      <a:pt x="62" y="36"/>
                      <a:pt x="60" y="38"/>
                      <a:pt x="58" y="41"/>
                    </a:cubicBezTo>
                    <a:cubicBezTo>
                      <a:pt x="55" y="46"/>
                      <a:pt x="51" y="51"/>
                      <a:pt x="49" y="56"/>
                    </a:cubicBezTo>
                    <a:lnTo>
                      <a:pt x="49" y="55"/>
                    </a:lnTo>
                    <a:cubicBezTo>
                      <a:pt x="45" y="62"/>
                      <a:pt x="42" y="70"/>
                      <a:pt x="40" y="77"/>
                    </a:cubicBezTo>
                    <a:cubicBezTo>
                      <a:pt x="37" y="85"/>
                      <a:pt x="34" y="93"/>
                      <a:pt x="33" y="101"/>
                    </a:cubicBezTo>
                    <a:cubicBezTo>
                      <a:pt x="31" y="106"/>
                      <a:pt x="30" y="110"/>
                      <a:pt x="30" y="114"/>
                    </a:cubicBezTo>
                    <a:cubicBezTo>
                      <a:pt x="28" y="120"/>
                      <a:pt x="27" y="125"/>
                      <a:pt x="27" y="130"/>
                    </a:cubicBezTo>
                    <a:cubicBezTo>
                      <a:pt x="26" y="135"/>
                      <a:pt x="26" y="141"/>
                      <a:pt x="25" y="146"/>
                    </a:cubicBezTo>
                    <a:cubicBezTo>
                      <a:pt x="25" y="150"/>
                      <a:pt x="24" y="156"/>
                      <a:pt x="24" y="160"/>
                    </a:cubicBezTo>
                    <a:cubicBezTo>
                      <a:pt x="24" y="166"/>
                      <a:pt x="24" y="172"/>
                      <a:pt x="25" y="178"/>
                    </a:cubicBezTo>
                    <a:lnTo>
                      <a:pt x="25" y="177"/>
                    </a:lnTo>
                    <a:cubicBezTo>
                      <a:pt x="25" y="181"/>
                      <a:pt x="26" y="186"/>
                      <a:pt x="27" y="191"/>
                    </a:cubicBezTo>
                    <a:cubicBezTo>
                      <a:pt x="28" y="197"/>
                      <a:pt x="23" y="203"/>
                      <a:pt x="16" y="204"/>
                    </a:cubicBezTo>
                    <a:lnTo>
                      <a:pt x="15" y="204"/>
                    </a:lnTo>
                    <a:cubicBezTo>
                      <a:pt x="9" y="204"/>
                      <a:pt x="4" y="200"/>
                      <a:pt x="3" y="1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" name="Google Shape;327;p3"/>
              <p:cNvSpPr/>
              <p:nvPr/>
            </p:nvSpPr>
            <p:spPr>
              <a:xfrm>
                <a:off x="680040" y="967320"/>
                <a:ext cx="25200" cy="53280"/>
              </a:xfrm>
              <a:custGeom>
                <a:avLst/>
                <a:gdLst/>
                <a:ahLst/>
                <a:cxnLst/>
                <a:rect l="l" t="t" r="r" b="b"/>
                <a:pathLst>
                  <a:path w="70" h="148" extrusionOk="0">
                    <a:moveTo>
                      <a:pt x="47" y="143"/>
                    </a:moveTo>
                    <a:cubicBezTo>
                      <a:pt x="41" y="136"/>
                      <a:pt x="35" y="129"/>
                      <a:pt x="30" y="121"/>
                    </a:cubicBezTo>
                    <a:cubicBezTo>
                      <a:pt x="26" y="114"/>
                      <a:pt x="22" y="108"/>
                      <a:pt x="19" y="101"/>
                    </a:cubicBezTo>
                    <a:cubicBezTo>
                      <a:pt x="12" y="86"/>
                      <a:pt x="6" y="72"/>
                      <a:pt x="3" y="57"/>
                    </a:cubicBezTo>
                    <a:cubicBezTo>
                      <a:pt x="0" y="46"/>
                      <a:pt x="0" y="36"/>
                      <a:pt x="2" y="26"/>
                    </a:cubicBezTo>
                    <a:cubicBezTo>
                      <a:pt x="3" y="18"/>
                      <a:pt x="6" y="9"/>
                      <a:pt x="13" y="4"/>
                    </a:cubicBezTo>
                    <a:cubicBezTo>
                      <a:pt x="19" y="0"/>
                      <a:pt x="27" y="2"/>
                      <a:pt x="31" y="9"/>
                    </a:cubicBezTo>
                    <a:cubicBezTo>
                      <a:pt x="34" y="14"/>
                      <a:pt x="33" y="21"/>
                      <a:pt x="28" y="24"/>
                    </a:cubicBezTo>
                    <a:cubicBezTo>
                      <a:pt x="28" y="25"/>
                      <a:pt x="28" y="25"/>
                      <a:pt x="27" y="25"/>
                    </a:cubicBezTo>
                    <a:cubicBezTo>
                      <a:pt x="27" y="25"/>
                      <a:pt x="27" y="26"/>
                      <a:pt x="27" y="27"/>
                    </a:cubicBezTo>
                    <a:cubicBezTo>
                      <a:pt x="27" y="28"/>
                      <a:pt x="26" y="29"/>
                      <a:pt x="26" y="30"/>
                    </a:cubicBezTo>
                    <a:cubicBezTo>
                      <a:pt x="26" y="32"/>
                      <a:pt x="26" y="34"/>
                      <a:pt x="25" y="35"/>
                    </a:cubicBezTo>
                    <a:cubicBezTo>
                      <a:pt x="25" y="37"/>
                      <a:pt x="25" y="40"/>
                      <a:pt x="25" y="42"/>
                    </a:cubicBezTo>
                    <a:cubicBezTo>
                      <a:pt x="26" y="45"/>
                      <a:pt x="26" y="48"/>
                      <a:pt x="26" y="51"/>
                    </a:cubicBezTo>
                    <a:cubicBezTo>
                      <a:pt x="27" y="56"/>
                      <a:pt x="28" y="61"/>
                      <a:pt x="30" y="66"/>
                    </a:cubicBezTo>
                    <a:cubicBezTo>
                      <a:pt x="33" y="75"/>
                      <a:pt x="37" y="84"/>
                      <a:pt x="41" y="92"/>
                    </a:cubicBezTo>
                    <a:cubicBezTo>
                      <a:pt x="42" y="95"/>
                      <a:pt x="44" y="98"/>
                      <a:pt x="46" y="102"/>
                    </a:cubicBezTo>
                    <a:cubicBezTo>
                      <a:pt x="46" y="101"/>
                      <a:pt x="45" y="101"/>
                      <a:pt x="45" y="101"/>
                    </a:cubicBezTo>
                    <a:cubicBezTo>
                      <a:pt x="47" y="104"/>
                      <a:pt x="49" y="107"/>
                      <a:pt x="51" y="110"/>
                    </a:cubicBezTo>
                    <a:cubicBezTo>
                      <a:pt x="53" y="113"/>
                      <a:pt x="56" y="116"/>
                      <a:pt x="59" y="119"/>
                    </a:cubicBezTo>
                    <a:cubicBezTo>
                      <a:pt x="60" y="122"/>
                      <a:pt x="63" y="124"/>
                      <a:pt x="65" y="126"/>
                    </a:cubicBezTo>
                    <a:cubicBezTo>
                      <a:pt x="69" y="131"/>
                      <a:pt x="69" y="138"/>
                      <a:pt x="65" y="143"/>
                    </a:cubicBezTo>
                    <a:cubicBezTo>
                      <a:pt x="62" y="145"/>
                      <a:pt x="59" y="147"/>
                      <a:pt x="56" y="147"/>
                    </a:cubicBezTo>
                    <a:cubicBezTo>
                      <a:pt x="53" y="147"/>
                      <a:pt x="49" y="145"/>
                      <a:pt x="47" y="14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" name="Google Shape;328;p3"/>
              <p:cNvSpPr/>
              <p:nvPr/>
            </p:nvSpPr>
            <p:spPr>
              <a:xfrm>
                <a:off x="671040" y="983520"/>
                <a:ext cx="47520" cy="3960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10" extrusionOk="0">
                    <a:moveTo>
                      <a:pt x="10" y="109"/>
                    </a:moveTo>
                    <a:cubicBezTo>
                      <a:pt x="3" y="107"/>
                      <a:pt x="0" y="101"/>
                      <a:pt x="2" y="94"/>
                    </a:cubicBezTo>
                    <a:cubicBezTo>
                      <a:pt x="3" y="87"/>
                      <a:pt x="6" y="80"/>
                      <a:pt x="9" y="74"/>
                    </a:cubicBezTo>
                    <a:cubicBezTo>
                      <a:pt x="13" y="67"/>
                      <a:pt x="18" y="60"/>
                      <a:pt x="24" y="55"/>
                    </a:cubicBezTo>
                    <a:cubicBezTo>
                      <a:pt x="29" y="49"/>
                      <a:pt x="35" y="44"/>
                      <a:pt x="42" y="38"/>
                    </a:cubicBezTo>
                    <a:cubicBezTo>
                      <a:pt x="41" y="39"/>
                      <a:pt x="41" y="39"/>
                      <a:pt x="41" y="39"/>
                    </a:cubicBezTo>
                    <a:lnTo>
                      <a:pt x="42" y="38"/>
                    </a:lnTo>
                    <a:lnTo>
                      <a:pt x="41" y="38"/>
                    </a:lnTo>
                    <a:cubicBezTo>
                      <a:pt x="42" y="38"/>
                      <a:pt x="44" y="37"/>
                      <a:pt x="45" y="36"/>
                    </a:cubicBezTo>
                    <a:cubicBezTo>
                      <a:pt x="45" y="35"/>
                      <a:pt x="45" y="35"/>
                      <a:pt x="46" y="35"/>
                    </a:cubicBezTo>
                    <a:lnTo>
                      <a:pt x="46" y="34"/>
                    </a:lnTo>
                    <a:cubicBezTo>
                      <a:pt x="47" y="34"/>
                      <a:pt x="47" y="34"/>
                      <a:pt x="48" y="33"/>
                    </a:cubicBezTo>
                    <a:cubicBezTo>
                      <a:pt x="48" y="34"/>
                      <a:pt x="47" y="34"/>
                      <a:pt x="47" y="34"/>
                    </a:cubicBezTo>
                    <a:cubicBezTo>
                      <a:pt x="48" y="33"/>
                      <a:pt x="49" y="32"/>
                      <a:pt x="50" y="31"/>
                    </a:cubicBezTo>
                    <a:lnTo>
                      <a:pt x="49" y="32"/>
                    </a:lnTo>
                    <a:cubicBezTo>
                      <a:pt x="49" y="31"/>
                      <a:pt x="50" y="31"/>
                      <a:pt x="50" y="31"/>
                    </a:cubicBezTo>
                    <a:lnTo>
                      <a:pt x="51" y="31"/>
                    </a:lnTo>
                    <a:cubicBezTo>
                      <a:pt x="51" y="30"/>
                      <a:pt x="51" y="30"/>
                      <a:pt x="52" y="30"/>
                    </a:cubicBezTo>
                    <a:cubicBezTo>
                      <a:pt x="51" y="30"/>
                      <a:pt x="51" y="31"/>
                      <a:pt x="51" y="31"/>
                    </a:cubicBezTo>
                    <a:cubicBezTo>
                      <a:pt x="57" y="25"/>
                      <a:pt x="65" y="20"/>
                      <a:pt x="72" y="15"/>
                    </a:cubicBezTo>
                    <a:cubicBezTo>
                      <a:pt x="80" y="10"/>
                      <a:pt x="87" y="6"/>
                      <a:pt x="96" y="3"/>
                    </a:cubicBezTo>
                    <a:cubicBezTo>
                      <a:pt x="99" y="2"/>
                      <a:pt x="102" y="2"/>
                      <a:pt x="106" y="1"/>
                    </a:cubicBezTo>
                    <a:cubicBezTo>
                      <a:pt x="111" y="0"/>
                      <a:pt x="115" y="1"/>
                      <a:pt x="119" y="2"/>
                    </a:cubicBezTo>
                    <a:cubicBezTo>
                      <a:pt x="126" y="2"/>
                      <a:pt x="131" y="9"/>
                      <a:pt x="130" y="16"/>
                    </a:cubicBezTo>
                    <a:cubicBezTo>
                      <a:pt x="129" y="23"/>
                      <a:pt x="122" y="27"/>
                      <a:pt x="116" y="27"/>
                    </a:cubicBezTo>
                    <a:cubicBezTo>
                      <a:pt x="114" y="26"/>
                      <a:pt x="112" y="26"/>
                      <a:pt x="111" y="26"/>
                    </a:cubicBezTo>
                    <a:cubicBezTo>
                      <a:pt x="110" y="26"/>
                      <a:pt x="109" y="26"/>
                      <a:pt x="108" y="26"/>
                    </a:cubicBezTo>
                    <a:cubicBezTo>
                      <a:pt x="108" y="26"/>
                      <a:pt x="107" y="26"/>
                      <a:pt x="106" y="26"/>
                    </a:cubicBezTo>
                    <a:cubicBezTo>
                      <a:pt x="105" y="27"/>
                      <a:pt x="104" y="27"/>
                      <a:pt x="103" y="27"/>
                    </a:cubicBezTo>
                    <a:cubicBezTo>
                      <a:pt x="100" y="28"/>
                      <a:pt x="97" y="30"/>
                      <a:pt x="94" y="31"/>
                    </a:cubicBezTo>
                    <a:cubicBezTo>
                      <a:pt x="90" y="32"/>
                      <a:pt x="86" y="35"/>
                      <a:pt x="82" y="38"/>
                    </a:cubicBezTo>
                    <a:cubicBezTo>
                      <a:pt x="83" y="37"/>
                      <a:pt x="83" y="37"/>
                      <a:pt x="83" y="37"/>
                    </a:cubicBezTo>
                    <a:cubicBezTo>
                      <a:pt x="74" y="43"/>
                      <a:pt x="65" y="50"/>
                      <a:pt x="56" y="58"/>
                    </a:cubicBezTo>
                    <a:cubicBezTo>
                      <a:pt x="51" y="62"/>
                      <a:pt x="45" y="67"/>
                      <a:pt x="39" y="73"/>
                    </a:cubicBezTo>
                    <a:lnTo>
                      <a:pt x="38" y="74"/>
                    </a:lnTo>
                    <a:cubicBezTo>
                      <a:pt x="39" y="73"/>
                      <a:pt x="39" y="73"/>
                      <a:pt x="39" y="73"/>
                    </a:cubicBezTo>
                    <a:cubicBezTo>
                      <a:pt x="37" y="76"/>
                      <a:pt x="35" y="78"/>
                      <a:pt x="33" y="80"/>
                    </a:cubicBezTo>
                    <a:cubicBezTo>
                      <a:pt x="32" y="82"/>
                      <a:pt x="31" y="84"/>
                      <a:pt x="30" y="85"/>
                    </a:cubicBezTo>
                    <a:cubicBezTo>
                      <a:pt x="29" y="87"/>
                      <a:pt x="28" y="88"/>
                      <a:pt x="28" y="90"/>
                    </a:cubicBezTo>
                    <a:cubicBezTo>
                      <a:pt x="27" y="94"/>
                      <a:pt x="25" y="97"/>
                      <a:pt x="25" y="101"/>
                    </a:cubicBezTo>
                    <a:cubicBezTo>
                      <a:pt x="24" y="106"/>
                      <a:pt x="18" y="109"/>
                      <a:pt x="13" y="109"/>
                    </a:cubicBezTo>
                    <a:cubicBezTo>
                      <a:pt x="12" y="109"/>
                      <a:pt x="11" y="109"/>
                      <a:pt x="10" y="10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" name="Google Shape;329;p3"/>
              <p:cNvSpPr/>
              <p:nvPr/>
            </p:nvSpPr>
            <p:spPr>
              <a:xfrm>
                <a:off x="720360" y="991440"/>
                <a:ext cx="3636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101" h="35" extrusionOk="0">
                    <a:moveTo>
                      <a:pt x="53" y="33"/>
                    </a:moveTo>
                    <a:cubicBezTo>
                      <a:pt x="46" y="33"/>
                      <a:pt x="40" y="33"/>
                      <a:pt x="34" y="32"/>
                    </a:cubicBezTo>
                    <a:cubicBezTo>
                      <a:pt x="29" y="32"/>
                      <a:pt x="25" y="32"/>
                      <a:pt x="20" y="31"/>
                    </a:cubicBezTo>
                    <a:cubicBezTo>
                      <a:pt x="17" y="31"/>
                      <a:pt x="14" y="30"/>
                      <a:pt x="11" y="29"/>
                    </a:cubicBezTo>
                    <a:cubicBezTo>
                      <a:pt x="8" y="28"/>
                      <a:pt x="6" y="26"/>
                      <a:pt x="4" y="24"/>
                    </a:cubicBezTo>
                    <a:cubicBezTo>
                      <a:pt x="0" y="20"/>
                      <a:pt x="0" y="14"/>
                      <a:pt x="3" y="9"/>
                    </a:cubicBezTo>
                    <a:cubicBezTo>
                      <a:pt x="4" y="7"/>
                      <a:pt x="5" y="6"/>
                      <a:pt x="7" y="4"/>
                    </a:cubicBezTo>
                    <a:cubicBezTo>
                      <a:pt x="12" y="0"/>
                      <a:pt x="19" y="2"/>
                      <a:pt x="23" y="6"/>
                    </a:cubicBezTo>
                    <a:cubicBezTo>
                      <a:pt x="30" y="7"/>
                      <a:pt x="38" y="8"/>
                      <a:pt x="45" y="9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56" y="9"/>
                      <a:pt x="69" y="9"/>
                      <a:pt x="81" y="9"/>
                    </a:cubicBezTo>
                    <a:cubicBezTo>
                      <a:pt x="82" y="9"/>
                      <a:pt x="84" y="9"/>
                      <a:pt x="86" y="8"/>
                    </a:cubicBezTo>
                    <a:cubicBezTo>
                      <a:pt x="92" y="7"/>
                      <a:pt x="98" y="12"/>
                      <a:pt x="99" y="19"/>
                    </a:cubicBezTo>
                    <a:cubicBezTo>
                      <a:pt x="100" y="25"/>
                      <a:pt x="95" y="32"/>
                      <a:pt x="89" y="32"/>
                    </a:cubicBezTo>
                    <a:cubicBezTo>
                      <a:pt x="81" y="33"/>
                      <a:pt x="72" y="34"/>
                      <a:pt x="64" y="34"/>
                    </a:cubicBezTo>
                    <a:cubicBezTo>
                      <a:pt x="60" y="34"/>
                      <a:pt x="56" y="33"/>
                      <a:pt x="53" y="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" name="Google Shape;330;p3"/>
              <p:cNvSpPr/>
              <p:nvPr/>
            </p:nvSpPr>
            <p:spPr>
              <a:xfrm>
                <a:off x="731880" y="976320"/>
                <a:ext cx="13680" cy="37080"/>
              </a:xfrm>
              <a:custGeom>
                <a:avLst/>
                <a:gdLst/>
                <a:ahLst/>
                <a:cxnLst/>
                <a:rect l="l" t="t" r="r" b="b"/>
                <a:pathLst>
                  <a:path w="38" h="103" extrusionOk="0">
                    <a:moveTo>
                      <a:pt x="2" y="91"/>
                    </a:moveTo>
                    <a:cubicBezTo>
                      <a:pt x="0" y="76"/>
                      <a:pt x="1" y="62"/>
                      <a:pt x="3" y="46"/>
                    </a:cubicBezTo>
                    <a:cubicBezTo>
                      <a:pt x="3" y="40"/>
                      <a:pt x="4" y="34"/>
                      <a:pt x="6" y="27"/>
                    </a:cubicBezTo>
                    <a:cubicBezTo>
                      <a:pt x="7" y="21"/>
                      <a:pt x="9" y="16"/>
                      <a:pt x="10" y="10"/>
                    </a:cubicBezTo>
                    <a:cubicBezTo>
                      <a:pt x="12" y="3"/>
                      <a:pt x="20" y="0"/>
                      <a:pt x="26" y="2"/>
                    </a:cubicBezTo>
                    <a:cubicBezTo>
                      <a:pt x="32" y="3"/>
                      <a:pt x="37" y="10"/>
                      <a:pt x="35" y="17"/>
                    </a:cubicBezTo>
                    <a:cubicBezTo>
                      <a:pt x="32" y="23"/>
                      <a:pt x="31" y="30"/>
                      <a:pt x="30" y="36"/>
                    </a:cubicBezTo>
                    <a:cubicBezTo>
                      <a:pt x="29" y="39"/>
                      <a:pt x="28" y="42"/>
                      <a:pt x="28" y="46"/>
                    </a:cubicBezTo>
                    <a:cubicBezTo>
                      <a:pt x="27" y="50"/>
                      <a:pt x="27" y="54"/>
                      <a:pt x="26" y="58"/>
                    </a:cubicBezTo>
                    <a:cubicBezTo>
                      <a:pt x="26" y="58"/>
                      <a:pt x="26" y="57"/>
                      <a:pt x="26" y="56"/>
                    </a:cubicBezTo>
                    <a:cubicBezTo>
                      <a:pt x="25" y="67"/>
                      <a:pt x="25" y="79"/>
                      <a:pt x="25" y="90"/>
                    </a:cubicBezTo>
                    <a:cubicBezTo>
                      <a:pt x="25" y="95"/>
                      <a:pt x="21" y="101"/>
                      <a:pt x="15" y="101"/>
                    </a:cubicBezTo>
                    <a:cubicBezTo>
                      <a:pt x="14" y="102"/>
                      <a:pt x="14" y="102"/>
                      <a:pt x="14" y="102"/>
                    </a:cubicBezTo>
                    <a:cubicBezTo>
                      <a:pt x="8" y="102"/>
                      <a:pt x="2" y="97"/>
                      <a:pt x="2" y="9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" name="Google Shape;331;p3"/>
              <p:cNvSpPr/>
              <p:nvPr/>
            </p:nvSpPr>
            <p:spPr>
              <a:xfrm>
                <a:off x="774720" y="960840"/>
                <a:ext cx="37080" cy="6840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90" extrusionOk="0">
                    <a:moveTo>
                      <a:pt x="49" y="180"/>
                    </a:moveTo>
                    <a:cubicBezTo>
                      <a:pt x="46" y="174"/>
                      <a:pt x="50" y="167"/>
                      <a:pt x="56" y="164"/>
                    </a:cubicBezTo>
                    <a:cubicBezTo>
                      <a:pt x="57" y="164"/>
                      <a:pt x="57" y="163"/>
                      <a:pt x="57" y="163"/>
                    </a:cubicBezTo>
                    <a:cubicBezTo>
                      <a:pt x="58" y="163"/>
                      <a:pt x="58" y="162"/>
                      <a:pt x="60" y="162"/>
                    </a:cubicBezTo>
                    <a:cubicBezTo>
                      <a:pt x="61" y="161"/>
                      <a:pt x="62" y="159"/>
                      <a:pt x="63" y="158"/>
                    </a:cubicBezTo>
                    <a:cubicBezTo>
                      <a:pt x="64" y="157"/>
                      <a:pt x="65" y="155"/>
                      <a:pt x="67" y="154"/>
                    </a:cubicBezTo>
                    <a:cubicBezTo>
                      <a:pt x="69" y="151"/>
                      <a:pt x="71" y="148"/>
                      <a:pt x="72" y="145"/>
                    </a:cubicBezTo>
                    <a:cubicBezTo>
                      <a:pt x="73" y="142"/>
                      <a:pt x="74" y="141"/>
                      <a:pt x="75" y="138"/>
                    </a:cubicBezTo>
                    <a:cubicBezTo>
                      <a:pt x="75" y="137"/>
                      <a:pt x="76" y="135"/>
                      <a:pt x="77" y="134"/>
                    </a:cubicBezTo>
                    <a:cubicBezTo>
                      <a:pt x="77" y="131"/>
                      <a:pt x="77" y="130"/>
                      <a:pt x="77" y="127"/>
                    </a:cubicBezTo>
                    <a:cubicBezTo>
                      <a:pt x="77" y="126"/>
                      <a:pt x="77" y="124"/>
                      <a:pt x="77" y="122"/>
                    </a:cubicBezTo>
                    <a:cubicBezTo>
                      <a:pt x="77" y="121"/>
                      <a:pt x="77" y="119"/>
                      <a:pt x="77" y="118"/>
                    </a:cubicBezTo>
                    <a:cubicBezTo>
                      <a:pt x="76" y="116"/>
                      <a:pt x="76" y="115"/>
                      <a:pt x="75" y="113"/>
                    </a:cubicBezTo>
                    <a:cubicBezTo>
                      <a:pt x="75" y="113"/>
                      <a:pt x="75" y="112"/>
                      <a:pt x="74" y="111"/>
                    </a:cubicBezTo>
                    <a:cubicBezTo>
                      <a:pt x="74" y="110"/>
                      <a:pt x="73" y="109"/>
                      <a:pt x="72" y="107"/>
                    </a:cubicBezTo>
                    <a:cubicBezTo>
                      <a:pt x="71" y="106"/>
                      <a:pt x="71" y="105"/>
                      <a:pt x="70" y="104"/>
                    </a:cubicBezTo>
                    <a:cubicBezTo>
                      <a:pt x="69" y="103"/>
                      <a:pt x="68" y="102"/>
                      <a:pt x="67" y="101"/>
                    </a:cubicBezTo>
                    <a:cubicBezTo>
                      <a:pt x="66" y="100"/>
                      <a:pt x="65" y="99"/>
                      <a:pt x="64" y="98"/>
                    </a:cubicBezTo>
                    <a:cubicBezTo>
                      <a:pt x="63" y="98"/>
                      <a:pt x="62" y="97"/>
                      <a:pt x="61" y="96"/>
                    </a:cubicBezTo>
                    <a:cubicBezTo>
                      <a:pt x="59" y="95"/>
                      <a:pt x="58" y="95"/>
                      <a:pt x="56" y="94"/>
                    </a:cubicBezTo>
                    <a:cubicBezTo>
                      <a:pt x="48" y="92"/>
                      <a:pt x="36" y="89"/>
                      <a:pt x="35" y="79"/>
                    </a:cubicBezTo>
                    <a:cubicBezTo>
                      <a:pt x="35" y="75"/>
                      <a:pt x="36" y="71"/>
                      <a:pt x="38" y="67"/>
                    </a:cubicBezTo>
                    <a:cubicBezTo>
                      <a:pt x="40" y="66"/>
                      <a:pt x="42" y="63"/>
                      <a:pt x="44" y="62"/>
                    </a:cubicBezTo>
                    <a:cubicBezTo>
                      <a:pt x="47" y="58"/>
                      <a:pt x="49" y="55"/>
                      <a:pt x="51" y="52"/>
                    </a:cubicBezTo>
                    <a:cubicBezTo>
                      <a:pt x="53" y="49"/>
                      <a:pt x="55" y="46"/>
                      <a:pt x="57" y="44"/>
                    </a:cubicBezTo>
                    <a:cubicBezTo>
                      <a:pt x="57" y="42"/>
                      <a:pt x="58" y="40"/>
                      <a:pt x="59" y="38"/>
                    </a:cubicBezTo>
                    <a:cubicBezTo>
                      <a:pt x="60" y="36"/>
                      <a:pt x="60" y="35"/>
                      <a:pt x="60" y="34"/>
                    </a:cubicBezTo>
                    <a:cubicBezTo>
                      <a:pt x="60" y="33"/>
                      <a:pt x="61" y="32"/>
                      <a:pt x="61" y="31"/>
                    </a:cubicBezTo>
                    <a:cubicBezTo>
                      <a:pt x="61" y="30"/>
                      <a:pt x="61" y="29"/>
                      <a:pt x="61" y="28"/>
                    </a:cubicBezTo>
                    <a:lnTo>
                      <a:pt x="61" y="29"/>
                    </a:lnTo>
                    <a:cubicBezTo>
                      <a:pt x="61" y="28"/>
                      <a:pt x="61" y="28"/>
                      <a:pt x="61" y="28"/>
                    </a:cubicBezTo>
                    <a:cubicBezTo>
                      <a:pt x="61" y="28"/>
                      <a:pt x="60" y="28"/>
                      <a:pt x="60" y="27"/>
                    </a:cubicBezTo>
                    <a:lnTo>
                      <a:pt x="60" y="26"/>
                    </a:lnTo>
                    <a:cubicBezTo>
                      <a:pt x="59" y="26"/>
                      <a:pt x="59" y="26"/>
                      <a:pt x="58" y="25"/>
                    </a:cubicBezTo>
                    <a:lnTo>
                      <a:pt x="57" y="25"/>
                    </a:lnTo>
                    <a:cubicBezTo>
                      <a:pt x="56" y="25"/>
                      <a:pt x="54" y="25"/>
                      <a:pt x="53" y="25"/>
                    </a:cubicBezTo>
                    <a:cubicBezTo>
                      <a:pt x="51" y="25"/>
                      <a:pt x="50" y="25"/>
                      <a:pt x="48" y="26"/>
                    </a:cubicBezTo>
                    <a:cubicBezTo>
                      <a:pt x="46" y="27"/>
                      <a:pt x="43" y="27"/>
                      <a:pt x="41" y="28"/>
                    </a:cubicBezTo>
                    <a:cubicBezTo>
                      <a:pt x="39" y="28"/>
                      <a:pt x="37" y="29"/>
                      <a:pt x="35" y="30"/>
                    </a:cubicBezTo>
                    <a:lnTo>
                      <a:pt x="35" y="31"/>
                    </a:lnTo>
                    <a:cubicBezTo>
                      <a:pt x="36" y="38"/>
                      <a:pt x="31" y="44"/>
                      <a:pt x="25" y="45"/>
                    </a:cubicBezTo>
                    <a:cubicBezTo>
                      <a:pt x="23" y="45"/>
                      <a:pt x="21" y="45"/>
                      <a:pt x="19" y="45"/>
                    </a:cubicBezTo>
                    <a:cubicBezTo>
                      <a:pt x="15" y="46"/>
                      <a:pt x="12" y="46"/>
                      <a:pt x="8" y="44"/>
                    </a:cubicBezTo>
                    <a:cubicBezTo>
                      <a:pt x="4" y="43"/>
                      <a:pt x="2" y="39"/>
                      <a:pt x="1" y="35"/>
                    </a:cubicBezTo>
                    <a:cubicBezTo>
                      <a:pt x="0" y="34"/>
                      <a:pt x="0" y="31"/>
                      <a:pt x="1" y="29"/>
                    </a:cubicBezTo>
                    <a:cubicBezTo>
                      <a:pt x="1" y="27"/>
                      <a:pt x="2" y="24"/>
                      <a:pt x="4" y="22"/>
                    </a:cubicBezTo>
                    <a:cubicBezTo>
                      <a:pt x="11" y="14"/>
                      <a:pt x="20" y="10"/>
                      <a:pt x="29" y="6"/>
                    </a:cubicBezTo>
                    <a:cubicBezTo>
                      <a:pt x="39" y="2"/>
                      <a:pt x="50" y="0"/>
                      <a:pt x="61" y="1"/>
                    </a:cubicBezTo>
                    <a:cubicBezTo>
                      <a:pt x="65" y="1"/>
                      <a:pt x="70" y="3"/>
                      <a:pt x="74" y="6"/>
                    </a:cubicBezTo>
                    <a:cubicBezTo>
                      <a:pt x="78" y="8"/>
                      <a:pt x="81" y="13"/>
                      <a:pt x="83" y="18"/>
                    </a:cubicBezTo>
                    <a:cubicBezTo>
                      <a:pt x="88" y="28"/>
                      <a:pt x="85" y="39"/>
                      <a:pt x="81" y="49"/>
                    </a:cubicBezTo>
                    <a:cubicBezTo>
                      <a:pt x="77" y="57"/>
                      <a:pt x="72" y="64"/>
                      <a:pt x="67" y="72"/>
                    </a:cubicBezTo>
                    <a:cubicBezTo>
                      <a:pt x="68" y="73"/>
                      <a:pt x="71" y="74"/>
                      <a:pt x="72" y="75"/>
                    </a:cubicBezTo>
                    <a:cubicBezTo>
                      <a:pt x="78" y="78"/>
                      <a:pt x="82" y="82"/>
                      <a:pt x="86" y="87"/>
                    </a:cubicBezTo>
                    <a:cubicBezTo>
                      <a:pt x="96" y="96"/>
                      <a:pt x="100" y="109"/>
                      <a:pt x="101" y="122"/>
                    </a:cubicBezTo>
                    <a:cubicBezTo>
                      <a:pt x="102" y="129"/>
                      <a:pt x="100" y="135"/>
                      <a:pt x="99" y="142"/>
                    </a:cubicBezTo>
                    <a:cubicBezTo>
                      <a:pt x="97" y="149"/>
                      <a:pt x="93" y="156"/>
                      <a:pt x="90" y="162"/>
                    </a:cubicBezTo>
                    <a:cubicBezTo>
                      <a:pt x="87" y="167"/>
                      <a:pt x="84" y="172"/>
                      <a:pt x="79" y="176"/>
                    </a:cubicBezTo>
                    <a:cubicBezTo>
                      <a:pt x="77" y="179"/>
                      <a:pt x="75" y="181"/>
                      <a:pt x="73" y="183"/>
                    </a:cubicBezTo>
                    <a:cubicBezTo>
                      <a:pt x="70" y="184"/>
                      <a:pt x="68" y="186"/>
                      <a:pt x="65" y="187"/>
                    </a:cubicBezTo>
                    <a:cubicBezTo>
                      <a:pt x="64" y="188"/>
                      <a:pt x="62" y="189"/>
                      <a:pt x="60" y="189"/>
                    </a:cubicBezTo>
                    <a:cubicBezTo>
                      <a:pt x="56" y="189"/>
                      <a:pt x="50" y="185"/>
                      <a:pt x="49" y="1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" name="Google Shape;332;p3"/>
              <p:cNvSpPr/>
              <p:nvPr/>
            </p:nvSpPr>
            <p:spPr>
              <a:xfrm>
                <a:off x="832320" y="957600"/>
                <a:ext cx="38520" cy="89280"/>
              </a:xfrm>
              <a:custGeom>
                <a:avLst/>
                <a:gdLst/>
                <a:ahLst/>
                <a:cxnLst/>
                <a:rect l="l" t="t" r="r" b="b"/>
                <a:pathLst>
                  <a:path w="107" h="248" extrusionOk="0">
                    <a:moveTo>
                      <a:pt x="39" y="223"/>
                    </a:moveTo>
                    <a:cubicBezTo>
                      <a:pt x="40" y="223"/>
                      <a:pt x="41" y="223"/>
                      <a:pt x="42" y="223"/>
                    </a:cubicBezTo>
                    <a:lnTo>
                      <a:pt x="43" y="223"/>
                    </a:lnTo>
                    <a:lnTo>
                      <a:pt x="44" y="223"/>
                    </a:lnTo>
                    <a:lnTo>
                      <a:pt x="44" y="222"/>
                    </a:lnTo>
                    <a:cubicBezTo>
                      <a:pt x="44" y="223"/>
                      <a:pt x="44" y="223"/>
                      <a:pt x="43" y="223"/>
                    </a:cubicBezTo>
                    <a:cubicBezTo>
                      <a:pt x="44" y="223"/>
                      <a:pt x="45" y="222"/>
                      <a:pt x="46" y="221"/>
                    </a:cubicBezTo>
                    <a:cubicBezTo>
                      <a:pt x="46" y="222"/>
                      <a:pt x="45" y="222"/>
                      <a:pt x="45" y="222"/>
                    </a:cubicBezTo>
                    <a:lnTo>
                      <a:pt x="46" y="221"/>
                    </a:lnTo>
                    <a:lnTo>
                      <a:pt x="46" y="220"/>
                    </a:lnTo>
                    <a:lnTo>
                      <a:pt x="47" y="219"/>
                    </a:lnTo>
                    <a:cubicBezTo>
                      <a:pt x="48" y="217"/>
                      <a:pt x="49" y="216"/>
                      <a:pt x="49" y="215"/>
                    </a:cubicBezTo>
                    <a:cubicBezTo>
                      <a:pt x="50" y="212"/>
                      <a:pt x="51" y="209"/>
                      <a:pt x="52" y="206"/>
                    </a:cubicBezTo>
                    <a:cubicBezTo>
                      <a:pt x="53" y="196"/>
                      <a:pt x="55" y="185"/>
                      <a:pt x="57" y="175"/>
                    </a:cubicBezTo>
                    <a:cubicBezTo>
                      <a:pt x="58" y="170"/>
                      <a:pt x="58" y="166"/>
                      <a:pt x="59" y="161"/>
                    </a:cubicBezTo>
                    <a:cubicBezTo>
                      <a:pt x="53" y="166"/>
                      <a:pt x="48" y="171"/>
                      <a:pt x="42" y="177"/>
                    </a:cubicBezTo>
                    <a:cubicBezTo>
                      <a:pt x="39" y="180"/>
                      <a:pt x="37" y="183"/>
                      <a:pt x="34" y="187"/>
                    </a:cubicBezTo>
                    <a:cubicBezTo>
                      <a:pt x="32" y="189"/>
                      <a:pt x="31" y="191"/>
                      <a:pt x="30" y="194"/>
                    </a:cubicBezTo>
                    <a:cubicBezTo>
                      <a:pt x="29" y="196"/>
                      <a:pt x="28" y="198"/>
                      <a:pt x="27" y="199"/>
                    </a:cubicBezTo>
                    <a:cubicBezTo>
                      <a:pt x="27" y="201"/>
                      <a:pt x="27" y="202"/>
                      <a:pt x="26" y="204"/>
                    </a:cubicBezTo>
                    <a:cubicBezTo>
                      <a:pt x="26" y="205"/>
                      <a:pt x="26" y="206"/>
                      <a:pt x="25" y="207"/>
                    </a:cubicBezTo>
                    <a:cubicBezTo>
                      <a:pt x="25" y="208"/>
                      <a:pt x="25" y="208"/>
                      <a:pt x="25" y="209"/>
                    </a:cubicBezTo>
                    <a:cubicBezTo>
                      <a:pt x="25" y="209"/>
                      <a:pt x="26" y="210"/>
                      <a:pt x="26" y="211"/>
                    </a:cubicBezTo>
                    <a:cubicBezTo>
                      <a:pt x="26" y="211"/>
                      <a:pt x="26" y="212"/>
                      <a:pt x="27" y="213"/>
                    </a:cubicBezTo>
                    <a:cubicBezTo>
                      <a:pt x="27" y="213"/>
                      <a:pt x="27" y="214"/>
                      <a:pt x="27" y="215"/>
                    </a:cubicBezTo>
                    <a:lnTo>
                      <a:pt x="28" y="216"/>
                    </a:lnTo>
                    <a:cubicBezTo>
                      <a:pt x="29" y="217"/>
                      <a:pt x="30" y="219"/>
                      <a:pt x="31" y="220"/>
                    </a:cubicBezTo>
                    <a:lnTo>
                      <a:pt x="32" y="221"/>
                    </a:lnTo>
                    <a:lnTo>
                      <a:pt x="32" y="222"/>
                    </a:lnTo>
                    <a:cubicBezTo>
                      <a:pt x="32" y="222"/>
                      <a:pt x="33" y="222"/>
                      <a:pt x="34" y="222"/>
                    </a:cubicBezTo>
                    <a:cubicBezTo>
                      <a:pt x="34" y="223"/>
                      <a:pt x="35" y="223"/>
                      <a:pt x="35" y="223"/>
                    </a:cubicBezTo>
                    <a:lnTo>
                      <a:pt x="36" y="223"/>
                    </a:lnTo>
                    <a:cubicBezTo>
                      <a:pt x="37" y="223"/>
                      <a:pt x="37" y="223"/>
                      <a:pt x="38" y="223"/>
                    </a:cubicBezTo>
                    <a:cubicBezTo>
                      <a:pt x="39" y="223"/>
                      <a:pt x="39" y="223"/>
                      <a:pt x="41" y="223"/>
                    </a:cubicBezTo>
                    <a:cubicBezTo>
                      <a:pt x="40" y="223"/>
                      <a:pt x="39" y="223"/>
                      <a:pt x="39" y="223"/>
                    </a:cubicBezTo>
                    <a:moveTo>
                      <a:pt x="25" y="245"/>
                    </a:moveTo>
                    <a:cubicBezTo>
                      <a:pt x="17" y="242"/>
                      <a:pt x="12" y="236"/>
                      <a:pt x="8" y="229"/>
                    </a:cubicBezTo>
                    <a:cubicBezTo>
                      <a:pt x="4" y="222"/>
                      <a:pt x="2" y="215"/>
                      <a:pt x="2" y="207"/>
                    </a:cubicBezTo>
                    <a:cubicBezTo>
                      <a:pt x="2" y="199"/>
                      <a:pt x="5" y="191"/>
                      <a:pt x="9" y="184"/>
                    </a:cubicBezTo>
                    <a:cubicBezTo>
                      <a:pt x="16" y="169"/>
                      <a:pt x="28" y="157"/>
                      <a:pt x="41" y="146"/>
                    </a:cubicBezTo>
                    <a:cubicBezTo>
                      <a:pt x="47" y="140"/>
                      <a:pt x="54" y="134"/>
                      <a:pt x="61" y="128"/>
                    </a:cubicBezTo>
                    <a:cubicBezTo>
                      <a:pt x="62" y="127"/>
                      <a:pt x="62" y="127"/>
                      <a:pt x="62" y="125"/>
                    </a:cubicBezTo>
                    <a:cubicBezTo>
                      <a:pt x="59" y="128"/>
                      <a:pt x="56" y="131"/>
                      <a:pt x="52" y="132"/>
                    </a:cubicBezTo>
                    <a:cubicBezTo>
                      <a:pt x="48" y="135"/>
                      <a:pt x="42" y="137"/>
                      <a:pt x="36" y="137"/>
                    </a:cubicBezTo>
                    <a:cubicBezTo>
                      <a:pt x="30" y="138"/>
                      <a:pt x="24" y="136"/>
                      <a:pt x="18" y="132"/>
                    </a:cubicBezTo>
                    <a:cubicBezTo>
                      <a:pt x="7" y="127"/>
                      <a:pt x="5" y="114"/>
                      <a:pt x="2" y="103"/>
                    </a:cubicBezTo>
                    <a:cubicBezTo>
                      <a:pt x="0" y="89"/>
                      <a:pt x="0" y="74"/>
                      <a:pt x="3" y="60"/>
                    </a:cubicBezTo>
                    <a:cubicBezTo>
                      <a:pt x="5" y="47"/>
                      <a:pt x="12" y="35"/>
                      <a:pt x="19" y="24"/>
                    </a:cubicBezTo>
                    <a:cubicBezTo>
                      <a:pt x="23" y="19"/>
                      <a:pt x="27" y="14"/>
                      <a:pt x="32" y="10"/>
                    </a:cubicBezTo>
                    <a:cubicBezTo>
                      <a:pt x="37" y="6"/>
                      <a:pt x="44" y="4"/>
                      <a:pt x="50" y="2"/>
                    </a:cubicBezTo>
                    <a:cubicBezTo>
                      <a:pt x="56" y="0"/>
                      <a:pt x="63" y="5"/>
                      <a:pt x="65" y="11"/>
                    </a:cubicBezTo>
                    <a:cubicBezTo>
                      <a:pt x="67" y="18"/>
                      <a:pt x="63" y="24"/>
                      <a:pt x="56" y="26"/>
                    </a:cubicBezTo>
                    <a:cubicBezTo>
                      <a:pt x="55" y="26"/>
                      <a:pt x="54" y="27"/>
                      <a:pt x="53" y="28"/>
                    </a:cubicBezTo>
                    <a:cubicBezTo>
                      <a:pt x="51" y="28"/>
                      <a:pt x="50" y="28"/>
                      <a:pt x="49" y="29"/>
                    </a:cubicBezTo>
                    <a:lnTo>
                      <a:pt x="48" y="29"/>
                    </a:lnTo>
                    <a:cubicBezTo>
                      <a:pt x="47" y="30"/>
                      <a:pt x="46" y="30"/>
                      <a:pt x="46" y="31"/>
                    </a:cubicBezTo>
                    <a:cubicBezTo>
                      <a:pt x="45" y="32"/>
                      <a:pt x="44" y="33"/>
                      <a:pt x="43" y="34"/>
                    </a:cubicBezTo>
                    <a:cubicBezTo>
                      <a:pt x="41" y="36"/>
                      <a:pt x="40" y="37"/>
                      <a:pt x="39" y="39"/>
                    </a:cubicBezTo>
                    <a:cubicBezTo>
                      <a:pt x="35" y="43"/>
                      <a:pt x="32" y="49"/>
                      <a:pt x="30" y="53"/>
                    </a:cubicBezTo>
                    <a:cubicBezTo>
                      <a:pt x="29" y="56"/>
                      <a:pt x="28" y="57"/>
                      <a:pt x="27" y="60"/>
                    </a:cubicBezTo>
                    <a:cubicBezTo>
                      <a:pt x="27" y="61"/>
                      <a:pt x="26" y="64"/>
                      <a:pt x="25" y="66"/>
                    </a:cubicBezTo>
                    <a:cubicBezTo>
                      <a:pt x="25" y="69"/>
                      <a:pt x="24" y="72"/>
                      <a:pt x="24" y="76"/>
                    </a:cubicBezTo>
                    <a:cubicBezTo>
                      <a:pt x="24" y="79"/>
                      <a:pt x="24" y="83"/>
                      <a:pt x="24" y="88"/>
                    </a:cubicBezTo>
                    <a:cubicBezTo>
                      <a:pt x="24" y="87"/>
                      <a:pt x="24" y="86"/>
                      <a:pt x="24" y="86"/>
                    </a:cubicBezTo>
                    <a:cubicBezTo>
                      <a:pt x="24" y="90"/>
                      <a:pt x="25" y="95"/>
                      <a:pt x="25" y="99"/>
                    </a:cubicBezTo>
                    <a:cubicBezTo>
                      <a:pt x="26" y="101"/>
                      <a:pt x="27" y="104"/>
                      <a:pt x="27" y="106"/>
                    </a:cubicBezTo>
                    <a:cubicBezTo>
                      <a:pt x="28" y="107"/>
                      <a:pt x="28" y="109"/>
                      <a:pt x="28" y="109"/>
                    </a:cubicBezTo>
                    <a:cubicBezTo>
                      <a:pt x="29" y="110"/>
                      <a:pt x="29" y="110"/>
                      <a:pt x="30" y="111"/>
                    </a:cubicBezTo>
                    <a:cubicBezTo>
                      <a:pt x="30" y="112"/>
                      <a:pt x="31" y="112"/>
                      <a:pt x="31" y="112"/>
                    </a:cubicBezTo>
                    <a:lnTo>
                      <a:pt x="32" y="113"/>
                    </a:lnTo>
                    <a:cubicBezTo>
                      <a:pt x="34" y="113"/>
                      <a:pt x="34" y="113"/>
                      <a:pt x="35" y="113"/>
                    </a:cubicBezTo>
                    <a:lnTo>
                      <a:pt x="34" y="113"/>
                    </a:lnTo>
                    <a:cubicBezTo>
                      <a:pt x="35" y="113"/>
                      <a:pt x="35" y="113"/>
                      <a:pt x="36" y="113"/>
                    </a:cubicBezTo>
                    <a:lnTo>
                      <a:pt x="37" y="113"/>
                    </a:lnTo>
                    <a:lnTo>
                      <a:pt x="38" y="113"/>
                    </a:lnTo>
                    <a:cubicBezTo>
                      <a:pt x="39" y="112"/>
                      <a:pt x="39" y="112"/>
                      <a:pt x="40" y="112"/>
                    </a:cubicBezTo>
                    <a:cubicBezTo>
                      <a:pt x="41" y="111"/>
                      <a:pt x="41" y="111"/>
                      <a:pt x="41" y="111"/>
                    </a:cubicBezTo>
                    <a:cubicBezTo>
                      <a:pt x="42" y="110"/>
                      <a:pt x="43" y="110"/>
                      <a:pt x="44" y="109"/>
                    </a:cubicBezTo>
                    <a:cubicBezTo>
                      <a:pt x="47" y="106"/>
                      <a:pt x="51" y="103"/>
                      <a:pt x="53" y="100"/>
                    </a:cubicBezTo>
                    <a:cubicBezTo>
                      <a:pt x="56" y="96"/>
                      <a:pt x="59" y="93"/>
                      <a:pt x="62" y="89"/>
                    </a:cubicBezTo>
                    <a:cubicBezTo>
                      <a:pt x="65" y="85"/>
                      <a:pt x="68" y="79"/>
                      <a:pt x="71" y="75"/>
                    </a:cubicBezTo>
                    <a:cubicBezTo>
                      <a:pt x="72" y="73"/>
                      <a:pt x="73" y="71"/>
                      <a:pt x="73" y="70"/>
                    </a:cubicBezTo>
                    <a:cubicBezTo>
                      <a:pt x="74" y="69"/>
                      <a:pt x="74" y="69"/>
                      <a:pt x="74" y="68"/>
                    </a:cubicBezTo>
                    <a:cubicBezTo>
                      <a:pt x="77" y="61"/>
                      <a:pt x="79" y="53"/>
                      <a:pt x="83" y="47"/>
                    </a:cubicBezTo>
                    <a:cubicBezTo>
                      <a:pt x="86" y="43"/>
                      <a:pt x="90" y="40"/>
                      <a:pt x="94" y="41"/>
                    </a:cubicBezTo>
                    <a:cubicBezTo>
                      <a:pt x="98" y="41"/>
                      <a:pt x="104" y="44"/>
                      <a:pt x="105" y="49"/>
                    </a:cubicBezTo>
                    <a:cubicBezTo>
                      <a:pt x="106" y="51"/>
                      <a:pt x="106" y="54"/>
                      <a:pt x="105" y="57"/>
                    </a:cubicBezTo>
                    <a:cubicBezTo>
                      <a:pt x="105" y="59"/>
                      <a:pt x="104" y="61"/>
                      <a:pt x="103" y="63"/>
                    </a:cubicBezTo>
                    <a:cubicBezTo>
                      <a:pt x="102" y="66"/>
                      <a:pt x="101" y="68"/>
                      <a:pt x="99" y="71"/>
                    </a:cubicBezTo>
                    <a:cubicBezTo>
                      <a:pt x="98" y="72"/>
                      <a:pt x="98" y="74"/>
                      <a:pt x="97" y="76"/>
                    </a:cubicBezTo>
                    <a:cubicBezTo>
                      <a:pt x="96" y="78"/>
                      <a:pt x="95" y="81"/>
                      <a:pt x="94" y="83"/>
                    </a:cubicBezTo>
                    <a:cubicBezTo>
                      <a:pt x="94" y="82"/>
                      <a:pt x="94" y="82"/>
                      <a:pt x="94" y="82"/>
                    </a:cubicBezTo>
                    <a:cubicBezTo>
                      <a:pt x="92" y="89"/>
                      <a:pt x="90" y="96"/>
                      <a:pt x="88" y="103"/>
                    </a:cubicBezTo>
                    <a:cubicBezTo>
                      <a:pt x="85" y="120"/>
                      <a:pt x="84" y="138"/>
                      <a:pt x="82" y="155"/>
                    </a:cubicBezTo>
                    <a:cubicBezTo>
                      <a:pt x="81" y="167"/>
                      <a:pt x="80" y="180"/>
                      <a:pt x="77" y="191"/>
                    </a:cubicBezTo>
                    <a:cubicBezTo>
                      <a:pt x="76" y="199"/>
                      <a:pt x="76" y="206"/>
                      <a:pt x="74" y="213"/>
                    </a:cubicBezTo>
                    <a:cubicBezTo>
                      <a:pt x="72" y="221"/>
                      <a:pt x="70" y="229"/>
                      <a:pt x="65" y="235"/>
                    </a:cubicBezTo>
                    <a:cubicBezTo>
                      <a:pt x="60" y="241"/>
                      <a:pt x="53" y="246"/>
                      <a:pt x="46" y="247"/>
                    </a:cubicBezTo>
                    <a:cubicBezTo>
                      <a:pt x="44" y="247"/>
                      <a:pt x="42" y="247"/>
                      <a:pt x="39" y="247"/>
                    </a:cubicBezTo>
                    <a:cubicBezTo>
                      <a:pt x="35" y="247"/>
                      <a:pt x="30" y="247"/>
                      <a:pt x="25" y="2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" name="Google Shape;333;p3"/>
              <p:cNvSpPr/>
              <p:nvPr/>
            </p:nvSpPr>
            <p:spPr>
              <a:xfrm>
                <a:off x="879120" y="924840"/>
                <a:ext cx="29880" cy="112680"/>
              </a:xfrm>
              <a:custGeom>
                <a:avLst/>
                <a:gdLst/>
                <a:ahLst/>
                <a:cxnLst/>
                <a:rect l="l" t="t" r="r" b="b"/>
                <a:pathLst>
                  <a:path w="83" h="313" extrusionOk="0">
                    <a:moveTo>
                      <a:pt x="5" y="309"/>
                    </a:moveTo>
                    <a:cubicBezTo>
                      <a:pt x="0" y="304"/>
                      <a:pt x="1" y="296"/>
                      <a:pt x="6" y="291"/>
                    </a:cubicBezTo>
                    <a:cubicBezTo>
                      <a:pt x="8" y="290"/>
                      <a:pt x="9" y="289"/>
                      <a:pt x="11" y="287"/>
                    </a:cubicBezTo>
                    <a:cubicBezTo>
                      <a:pt x="17" y="282"/>
                      <a:pt x="24" y="276"/>
                      <a:pt x="30" y="270"/>
                    </a:cubicBezTo>
                    <a:cubicBezTo>
                      <a:pt x="32" y="266"/>
                      <a:pt x="35" y="263"/>
                      <a:pt x="38" y="259"/>
                    </a:cubicBezTo>
                    <a:cubicBezTo>
                      <a:pt x="37" y="259"/>
                      <a:pt x="37" y="260"/>
                      <a:pt x="36" y="261"/>
                    </a:cubicBezTo>
                    <a:cubicBezTo>
                      <a:pt x="39" y="258"/>
                      <a:pt x="40" y="255"/>
                      <a:pt x="42" y="252"/>
                    </a:cubicBezTo>
                    <a:cubicBezTo>
                      <a:pt x="44" y="248"/>
                      <a:pt x="46" y="244"/>
                      <a:pt x="48" y="240"/>
                    </a:cubicBezTo>
                    <a:cubicBezTo>
                      <a:pt x="50" y="232"/>
                      <a:pt x="52" y="224"/>
                      <a:pt x="53" y="217"/>
                    </a:cubicBezTo>
                    <a:cubicBezTo>
                      <a:pt x="56" y="205"/>
                      <a:pt x="58" y="192"/>
                      <a:pt x="59" y="180"/>
                    </a:cubicBezTo>
                    <a:cubicBezTo>
                      <a:pt x="60" y="170"/>
                      <a:pt x="60" y="161"/>
                      <a:pt x="59" y="151"/>
                    </a:cubicBezTo>
                    <a:cubicBezTo>
                      <a:pt x="59" y="143"/>
                      <a:pt x="58" y="134"/>
                      <a:pt x="56" y="125"/>
                    </a:cubicBezTo>
                    <a:cubicBezTo>
                      <a:pt x="56" y="120"/>
                      <a:pt x="55" y="115"/>
                      <a:pt x="54" y="110"/>
                    </a:cubicBezTo>
                    <a:lnTo>
                      <a:pt x="54" y="111"/>
                    </a:lnTo>
                    <a:cubicBezTo>
                      <a:pt x="51" y="93"/>
                      <a:pt x="48" y="76"/>
                      <a:pt x="44" y="59"/>
                    </a:cubicBezTo>
                    <a:cubicBezTo>
                      <a:pt x="42" y="51"/>
                      <a:pt x="41" y="43"/>
                      <a:pt x="39" y="35"/>
                    </a:cubicBezTo>
                    <a:cubicBezTo>
                      <a:pt x="39" y="30"/>
                      <a:pt x="38" y="25"/>
                      <a:pt x="38" y="20"/>
                    </a:cubicBezTo>
                    <a:cubicBezTo>
                      <a:pt x="38" y="15"/>
                      <a:pt x="38" y="11"/>
                      <a:pt x="41" y="7"/>
                    </a:cubicBezTo>
                    <a:cubicBezTo>
                      <a:pt x="45" y="0"/>
                      <a:pt x="54" y="0"/>
                      <a:pt x="60" y="4"/>
                    </a:cubicBezTo>
                    <a:cubicBezTo>
                      <a:pt x="65" y="8"/>
                      <a:pt x="66" y="16"/>
                      <a:pt x="63" y="21"/>
                    </a:cubicBezTo>
                    <a:cubicBezTo>
                      <a:pt x="63" y="30"/>
                      <a:pt x="65" y="40"/>
                      <a:pt x="66" y="49"/>
                    </a:cubicBezTo>
                    <a:cubicBezTo>
                      <a:pt x="67" y="55"/>
                      <a:pt x="69" y="60"/>
                      <a:pt x="70" y="66"/>
                    </a:cubicBezTo>
                    <a:cubicBezTo>
                      <a:pt x="72" y="79"/>
                      <a:pt x="74" y="93"/>
                      <a:pt x="77" y="106"/>
                    </a:cubicBezTo>
                    <a:cubicBezTo>
                      <a:pt x="78" y="113"/>
                      <a:pt x="78" y="120"/>
                      <a:pt x="80" y="126"/>
                    </a:cubicBezTo>
                    <a:cubicBezTo>
                      <a:pt x="81" y="139"/>
                      <a:pt x="82" y="152"/>
                      <a:pt x="82" y="166"/>
                    </a:cubicBezTo>
                    <a:cubicBezTo>
                      <a:pt x="81" y="184"/>
                      <a:pt x="79" y="202"/>
                      <a:pt x="76" y="220"/>
                    </a:cubicBezTo>
                    <a:cubicBezTo>
                      <a:pt x="72" y="237"/>
                      <a:pt x="67" y="254"/>
                      <a:pt x="58" y="269"/>
                    </a:cubicBezTo>
                    <a:cubicBezTo>
                      <a:pt x="52" y="279"/>
                      <a:pt x="45" y="287"/>
                      <a:pt x="36" y="296"/>
                    </a:cubicBezTo>
                    <a:cubicBezTo>
                      <a:pt x="32" y="300"/>
                      <a:pt x="27" y="305"/>
                      <a:pt x="21" y="309"/>
                    </a:cubicBezTo>
                    <a:cubicBezTo>
                      <a:pt x="19" y="311"/>
                      <a:pt x="16" y="312"/>
                      <a:pt x="13" y="312"/>
                    </a:cubicBezTo>
                    <a:cubicBezTo>
                      <a:pt x="10" y="312"/>
                      <a:pt x="7" y="311"/>
                      <a:pt x="5" y="30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" name="Google Shape;334;p3"/>
              <p:cNvSpPr/>
              <p:nvPr/>
            </p:nvSpPr>
            <p:spPr>
              <a:xfrm>
                <a:off x="992520" y="1085400"/>
                <a:ext cx="73440" cy="15840"/>
              </a:xfrm>
              <a:custGeom>
                <a:avLst/>
                <a:gdLst/>
                <a:ahLst/>
                <a:cxnLst/>
                <a:rect l="l" t="t" r="r" b="b"/>
                <a:pathLst>
                  <a:path w="204" h="44" extrusionOk="0">
                    <a:moveTo>
                      <a:pt x="1" y="32"/>
                    </a:moveTo>
                    <a:cubicBezTo>
                      <a:pt x="0" y="25"/>
                      <a:pt x="5" y="19"/>
                      <a:pt x="12" y="18"/>
                    </a:cubicBezTo>
                    <a:cubicBezTo>
                      <a:pt x="38" y="14"/>
                      <a:pt x="66" y="10"/>
                      <a:pt x="93" y="6"/>
                    </a:cubicBezTo>
                    <a:cubicBezTo>
                      <a:pt x="118" y="3"/>
                      <a:pt x="143" y="2"/>
                      <a:pt x="169" y="0"/>
                    </a:cubicBezTo>
                    <a:cubicBezTo>
                      <a:pt x="176" y="0"/>
                      <a:pt x="184" y="0"/>
                      <a:pt x="191" y="0"/>
                    </a:cubicBezTo>
                    <a:cubicBezTo>
                      <a:pt x="197" y="0"/>
                      <a:pt x="203" y="6"/>
                      <a:pt x="202" y="12"/>
                    </a:cubicBezTo>
                    <a:cubicBezTo>
                      <a:pt x="202" y="18"/>
                      <a:pt x="197" y="24"/>
                      <a:pt x="191" y="24"/>
                    </a:cubicBezTo>
                    <a:cubicBezTo>
                      <a:pt x="172" y="23"/>
                      <a:pt x="155" y="24"/>
                      <a:pt x="137" y="25"/>
                    </a:cubicBezTo>
                    <a:cubicBezTo>
                      <a:pt x="125" y="26"/>
                      <a:pt x="113" y="27"/>
                      <a:pt x="101" y="28"/>
                    </a:cubicBezTo>
                    <a:cubicBezTo>
                      <a:pt x="89" y="30"/>
                      <a:pt x="76" y="32"/>
                      <a:pt x="64" y="34"/>
                    </a:cubicBezTo>
                    <a:cubicBezTo>
                      <a:pt x="48" y="37"/>
                      <a:pt x="31" y="40"/>
                      <a:pt x="15" y="43"/>
                    </a:cubicBezTo>
                    <a:cubicBezTo>
                      <a:pt x="14" y="43"/>
                      <a:pt x="13" y="43"/>
                      <a:pt x="13" y="43"/>
                    </a:cubicBezTo>
                    <a:cubicBezTo>
                      <a:pt x="7" y="43"/>
                      <a:pt x="2" y="38"/>
                      <a:pt x="1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" name="Google Shape;335;p3"/>
              <p:cNvSpPr/>
              <p:nvPr/>
            </p:nvSpPr>
            <p:spPr>
              <a:xfrm>
                <a:off x="1021320" y="1105920"/>
                <a:ext cx="39240" cy="1548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43" extrusionOk="0">
                    <a:moveTo>
                      <a:pt x="9" y="39"/>
                    </a:moveTo>
                    <a:cubicBezTo>
                      <a:pt x="3" y="36"/>
                      <a:pt x="0" y="28"/>
                      <a:pt x="3" y="22"/>
                    </a:cubicBezTo>
                    <a:cubicBezTo>
                      <a:pt x="6" y="16"/>
                      <a:pt x="13" y="13"/>
                      <a:pt x="20" y="16"/>
                    </a:cubicBezTo>
                    <a:lnTo>
                      <a:pt x="21" y="16"/>
                    </a:lnTo>
                    <a:lnTo>
                      <a:pt x="22" y="16"/>
                    </a:lnTo>
                    <a:cubicBezTo>
                      <a:pt x="23" y="17"/>
                      <a:pt x="24" y="17"/>
                      <a:pt x="25" y="17"/>
                    </a:cubicBezTo>
                    <a:cubicBezTo>
                      <a:pt x="24" y="17"/>
                      <a:pt x="24" y="17"/>
                      <a:pt x="23" y="17"/>
                    </a:cubicBezTo>
                    <a:cubicBezTo>
                      <a:pt x="25" y="17"/>
                      <a:pt x="27" y="17"/>
                      <a:pt x="28" y="17"/>
                    </a:cubicBezTo>
                    <a:cubicBezTo>
                      <a:pt x="32" y="16"/>
                      <a:pt x="36" y="16"/>
                      <a:pt x="39" y="15"/>
                    </a:cubicBezTo>
                    <a:cubicBezTo>
                      <a:pt x="58" y="12"/>
                      <a:pt x="75" y="6"/>
                      <a:pt x="93" y="2"/>
                    </a:cubicBezTo>
                    <a:cubicBezTo>
                      <a:pt x="98" y="0"/>
                      <a:pt x="104" y="3"/>
                      <a:pt x="106" y="8"/>
                    </a:cubicBezTo>
                    <a:cubicBezTo>
                      <a:pt x="108" y="14"/>
                      <a:pt x="106" y="21"/>
                      <a:pt x="100" y="23"/>
                    </a:cubicBezTo>
                    <a:cubicBezTo>
                      <a:pt x="88" y="27"/>
                      <a:pt x="75" y="31"/>
                      <a:pt x="63" y="34"/>
                    </a:cubicBezTo>
                    <a:cubicBezTo>
                      <a:pt x="58" y="36"/>
                      <a:pt x="52" y="37"/>
                      <a:pt x="47" y="38"/>
                    </a:cubicBezTo>
                    <a:cubicBezTo>
                      <a:pt x="41" y="40"/>
                      <a:pt x="35" y="41"/>
                      <a:pt x="28" y="42"/>
                    </a:cubicBezTo>
                    <a:cubicBezTo>
                      <a:pt x="27" y="42"/>
                      <a:pt x="26" y="42"/>
                      <a:pt x="25" y="42"/>
                    </a:cubicBezTo>
                    <a:cubicBezTo>
                      <a:pt x="20" y="42"/>
                      <a:pt x="14" y="41"/>
                      <a:pt x="9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36" name="Google Shape;336;p3"/>
            <p:cNvGrpSpPr/>
            <p:nvPr/>
          </p:nvGrpSpPr>
          <p:grpSpPr>
            <a:xfrm>
              <a:off x="8764927" y="2373800"/>
              <a:ext cx="2779566" cy="570008"/>
              <a:chOff x="3240" y="1231560"/>
              <a:chExt cx="1292040" cy="264960"/>
            </a:xfrm>
          </p:grpSpPr>
          <p:sp>
            <p:nvSpPr>
              <p:cNvPr id="337" name="Google Shape;337;p3"/>
              <p:cNvSpPr/>
              <p:nvPr/>
            </p:nvSpPr>
            <p:spPr>
              <a:xfrm>
                <a:off x="3600" y="1383840"/>
                <a:ext cx="35280" cy="12240"/>
              </a:xfrm>
              <a:custGeom>
                <a:avLst/>
                <a:gdLst/>
                <a:ahLst/>
                <a:cxnLst/>
                <a:rect l="l" t="t" r="r" b="b"/>
                <a:pathLst>
                  <a:path w="98" h="34" extrusionOk="0">
                    <a:moveTo>
                      <a:pt x="37" y="32"/>
                    </a:moveTo>
                    <a:cubicBezTo>
                      <a:pt x="32" y="31"/>
                      <a:pt x="28" y="31"/>
                      <a:pt x="24" y="31"/>
                    </a:cubicBezTo>
                    <a:cubicBezTo>
                      <a:pt x="19" y="30"/>
                      <a:pt x="14" y="29"/>
                      <a:pt x="9" y="27"/>
                    </a:cubicBezTo>
                    <a:cubicBezTo>
                      <a:pt x="3" y="24"/>
                      <a:pt x="0" y="17"/>
                      <a:pt x="3" y="10"/>
                    </a:cubicBezTo>
                    <a:cubicBezTo>
                      <a:pt x="6" y="3"/>
                      <a:pt x="14" y="0"/>
                      <a:pt x="20" y="4"/>
                    </a:cubicBezTo>
                    <a:cubicBezTo>
                      <a:pt x="21" y="5"/>
                      <a:pt x="21" y="5"/>
                      <a:pt x="22" y="5"/>
                    </a:cubicBezTo>
                    <a:cubicBezTo>
                      <a:pt x="23" y="5"/>
                      <a:pt x="25" y="6"/>
                      <a:pt x="27" y="6"/>
                    </a:cubicBezTo>
                    <a:cubicBezTo>
                      <a:pt x="31" y="7"/>
                      <a:pt x="37" y="7"/>
                      <a:pt x="42" y="8"/>
                    </a:cubicBezTo>
                    <a:cubicBezTo>
                      <a:pt x="51" y="8"/>
                      <a:pt x="59" y="8"/>
                      <a:pt x="68" y="8"/>
                    </a:cubicBezTo>
                    <a:cubicBezTo>
                      <a:pt x="74" y="8"/>
                      <a:pt x="80" y="8"/>
                      <a:pt x="86" y="8"/>
                    </a:cubicBezTo>
                    <a:cubicBezTo>
                      <a:pt x="92" y="8"/>
                      <a:pt x="97" y="14"/>
                      <a:pt x="97" y="20"/>
                    </a:cubicBezTo>
                    <a:cubicBezTo>
                      <a:pt x="97" y="27"/>
                      <a:pt x="91" y="32"/>
                      <a:pt x="85" y="32"/>
                    </a:cubicBezTo>
                    <a:cubicBezTo>
                      <a:pt x="74" y="32"/>
                      <a:pt x="62" y="32"/>
                      <a:pt x="51" y="33"/>
                    </a:cubicBezTo>
                    <a:cubicBezTo>
                      <a:pt x="50" y="33"/>
                      <a:pt x="49" y="33"/>
                      <a:pt x="48" y="33"/>
                    </a:cubicBezTo>
                    <a:cubicBezTo>
                      <a:pt x="45" y="33"/>
                      <a:pt x="41" y="32"/>
                      <a:pt x="37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" name="Google Shape;338;p3"/>
              <p:cNvSpPr/>
              <p:nvPr/>
            </p:nvSpPr>
            <p:spPr>
              <a:xfrm>
                <a:off x="3240" y="1405080"/>
                <a:ext cx="59400" cy="19440"/>
              </a:xfrm>
              <a:custGeom>
                <a:avLst/>
                <a:gdLst/>
                <a:ahLst/>
                <a:cxnLst/>
                <a:rect l="l" t="t" r="r" b="b"/>
                <a:pathLst>
                  <a:path w="165" h="54" extrusionOk="0">
                    <a:moveTo>
                      <a:pt x="7" y="52"/>
                    </a:moveTo>
                    <a:cubicBezTo>
                      <a:pt x="2" y="48"/>
                      <a:pt x="0" y="40"/>
                      <a:pt x="2" y="34"/>
                    </a:cubicBezTo>
                    <a:cubicBezTo>
                      <a:pt x="5" y="28"/>
                      <a:pt x="13" y="25"/>
                      <a:pt x="19" y="28"/>
                    </a:cubicBezTo>
                    <a:cubicBezTo>
                      <a:pt x="26" y="27"/>
                      <a:pt x="34" y="25"/>
                      <a:pt x="41" y="23"/>
                    </a:cubicBezTo>
                    <a:cubicBezTo>
                      <a:pt x="49" y="21"/>
                      <a:pt x="56" y="20"/>
                      <a:pt x="63" y="18"/>
                    </a:cubicBezTo>
                    <a:cubicBezTo>
                      <a:pt x="77" y="15"/>
                      <a:pt x="91" y="13"/>
                      <a:pt x="105" y="10"/>
                    </a:cubicBezTo>
                    <a:lnTo>
                      <a:pt x="104" y="10"/>
                    </a:lnTo>
                    <a:cubicBezTo>
                      <a:pt x="107" y="10"/>
                      <a:pt x="110" y="9"/>
                      <a:pt x="113" y="8"/>
                    </a:cubicBezTo>
                    <a:cubicBezTo>
                      <a:pt x="116" y="8"/>
                      <a:pt x="119" y="7"/>
                      <a:pt x="122" y="7"/>
                    </a:cubicBezTo>
                    <a:cubicBezTo>
                      <a:pt x="123" y="7"/>
                      <a:pt x="123" y="7"/>
                      <a:pt x="124" y="7"/>
                    </a:cubicBezTo>
                    <a:cubicBezTo>
                      <a:pt x="123" y="7"/>
                      <a:pt x="123" y="7"/>
                      <a:pt x="123" y="7"/>
                    </a:cubicBezTo>
                    <a:cubicBezTo>
                      <a:pt x="133" y="5"/>
                      <a:pt x="142" y="3"/>
                      <a:pt x="152" y="2"/>
                    </a:cubicBezTo>
                    <a:cubicBezTo>
                      <a:pt x="156" y="0"/>
                      <a:pt x="162" y="4"/>
                      <a:pt x="163" y="9"/>
                    </a:cubicBezTo>
                    <a:cubicBezTo>
                      <a:pt x="164" y="14"/>
                      <a:pt x="161" y="20"/>
                      <a:pt x="155" y="21"/>
                    </a:cubicBezTo>
                    <a:cubicBezTo>
                      <a:pt x="131" y="27"/>
                      <a:pt x="106" y="32"/>
                      <a:pt x="82" y="38"/>
                    </a:cubicBezTo>
                    <a:cubicBezTo>
                      <a:pt x="70" y="40"/>
                      <a:pt x="57" y="43"/>
                      <a:pt x="45" y="46"/>
                    </a:cubicBezTo>
                    <a:cubicBezTo>
                      <a:pt x="39" y="48"/>
                      <a:pt x="33" y="50"/>
                      <a:pt x="27" y="52"/>
                    </a:cubicBezTo>
                    <a:cubicBezTo>
                      <a:pt x="24" y="53"/>
                      <a:pt x="19" y="53"/>
                      <a:pt x="16" y="53"/>
                    </a:cubicBezTo>
                    <a:cubicBezTo>
                      <a:pt x="13" y="53"/>
                      <a:pt x="10" y="53"/>
                      <a:pt x="7" y="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9" name="Google Shape;339;p3"/>
              <p:cNvSpPr/>
              <p:nvPr/>
            </p:nvSpPr>
            <p:spPr>
              <a:xfrm>
                <a:off x="129240" y="1321560"/>
                <a:ext cx="47160" cy="110880"/>
              </a:xfrm>
              <a:custGeom>
                <a:avLst/>
                <a:gdLst/>
                <a:ahLst/>
                <a:cxnLst/>
                <a:rect l="l" t="t" r="r" b="b"/>
                <a:pathLst>
                  <a:path w="131" h="308" extrusionOk="0">
                    <a:moveTo>
                      <a:pt x="51" y="307"/>
                    </a:moveTo>
                    <a:cubicBezTo>
                      <a:pt x="43" y="307"/>
                      <a:pt x="35" y="303"/>
                      <a:pt x="28" y="299"/>
                    </a:cubicBezTo>
                    <a:cubicBezTo>
                      <a:pt x="21" y="295"/>
                      <a:pt x="16" y="289"/>
                      <a:pt x="11" y="284"/>
                    </a:cubicBezTo>
                    <a:cubicBezTo>
                      <a:pt x="9" y="280"/>
                      <a:pt x="7" y="277"/>
                      <a:pt x="5" y="274"/>
                    </a:cubicBezTo>
                    <a:cubicBezTo>
                      <a:pt x="3" y="270"/>
                      <a:pt x="2" y="266"/>
                      <a:pt x="1" y="263"/>
                    </a:cubicBezTo>
                    <a:cubicBezTo>
                      <a:pt x="0" y="260"/>
                      <a:pt x="1" y="258"/>
                      <a:pt x="1" y="256"/>
                    </a:cubicBezTo>
                    <a:cubicBezTo>
                      <a:pt x="2" y="249"/>
                      <a:pt x="6" y="243"/>
                      <a:pt x="13" y="243"/>
                    </a:cubicBezTo>
                    <a:cubicBezTo>
                      <a:pt x="20" y="243"/>
                      <a:pt x="26" y="249"/>
                      <a:pt x="26" y="256"/>
                    </a:cubicBezTo>
                    <a:cubicBezTo>
                      <a:pt x="26" y="257"/>
                      <a:pt x="26" y="258"/>
                      <a:pt x="26" y="259"/>
                    </a:cubicBezTo>
                    <a:cubicBezTo>
                      <a:pt x="26" y="260"/>
                      <a:pt x="26" y="261"/>
                      <a:pt x="27" y="262"/>
                    </a:cubicBezTo>
                    <a:cubicBezTo>
                      <a:pt x="27" y="264"/>
                      <a:pt x="28" y="265"/>
                      <a:pt x="29" y="267"/>
                    </a:cubicBezTo>
                    <a:cubicBezTo>
                      <a:pt x="30" y="268"/>
                      <a:pt x="31" y="270"/>
                      <a:pt x="33" y="271"/>
                    </a:cubicBezTo>
                    <a:cubicBezTo>
                      <a:pt x="34" y="272"/>
                      <a:pt x="35" y="274"/>
                      <a:pt x="36" y="275"/>
                    </a:cubicBezTo>
                    <a:cubicBezTo>
                      <a:pt x="38" y="276"/>
                      <a:pt x="39" y="277"/>
                      <a:pt x="40" y="278"/>
                    </a:cubicBezTo>
                    <a:cubicBezTo>
                      <a:pt x="42" y="279"/>
                      <a:pt x="43" y="280"/>
                      <a:pt x="45" y="281"/>
                    </a:cubicBezTo>
                    <a:cubicBezTo>
                      <a:pt x="46" y="281"/>
                      <a:pt x="46" y="282"/>
                      <a:pt x="48" y="282"/>
                    </a:cubicBezTo>
                    <a:cubicBezTo>
                      <a:pt x="49" y="282"/>
                      <a:pt x="49" y="283"/>
                      <a:pt x="50" y="283"/>
                    </a:cubicBezTo>
                    <a:lnTo>
                      <a:pt x="49" y="282"/>
                    </a:lnTo>
                    <a:cubicBezTo>
                      <a:pt x="50" y="283"/>
                      <a:pt x="51" y="283"/>
                      <a:pt x="52" y="283"/>
                    </a:cubicBezTo>
                    <a:lnTo>
                      <a:pt x="53" y="283"/>
                    </a:lnTo>
                    <a:lnTo>
                      <a:pt x="54" y="283"/>
                    </a:lnTo>
                    <a:lnTo>
                      <a:pt x="55" y="283"/>
                    </a:lnTo>
                    <a:cubicBezTo>
                      <a:pt x="55" y="282"/>
                      <a:pt x="56" y="281"/>
                      <a:pt x="58" y="281"/>
                    </a:cubicBezTo>
                    <a:cubicBezTo>
                      <a:pt x="58" y="280"/>
                      <a:pt x="58" y="279"/>
                      <a:pt x="59" y="279"/>
                    </a:cubicBezTo>
                    <a:cubicBezTo>
                      <a:pt x="59" y="279"/>
                      <a:pt x="60" y="278"/>
                      <a:pt x="60" y="277"/>
                    </a:cubicBezTo>
                    <a:cubicBezTo>
                      <a:pt x="60" y="277"/>
                      <a:pt x="61" y="277"/>
                      <a:pt x="61" y="276"/>
                    </a:cubicBezTo>
                    <a:lnTo>
                      <a:pt x="62" y="275"/>
                    </a:lnTo>
                    <a:cubicBezTo>
                      <a:pt x="62" y="274"/>
                      <a:pt x="62" y="272"/>
                      <a:pt x="63" y="271"/>
                    </a:cubicBezTo>
                    <a:cubicBezTo>
                      <a:pt x="63" y="269"/>
                      <a:pt x="63" y="267"/>
                      <a:pt x="63" y="264"/>
                    </a:cubicBezTo>
                    <a:cubicBezTo>
                      <a:pt x="63" y="265"/>
                      <a:pt x="63" y="265"/>
                      <a:pt x="63" y="265"/>
                    </a:cubicBezTo>
                    <a:cubicBezTo>
                      <a:pt x="63" y="261"/>
                      <a:pt x="63" y="256"/>
                      <a:pt x="63" y="252"/>
                    </a:cubicBezTo>
                    <a:cubicBezTo>
                      <a:pt x="63" y="246"/>
                      <a:pt x="62" y="240"/>
                      <a:pt x="61" y="235"/>
                    </a:cubicBezTo>
                    <a:cubicBezTo>
                      <a:pt x="60" y="228"/>
                      <a:pt x="58" y="221"/>
                      <a:pt x="56" y="214"/>
                    </a:cubicBezTo>
                    <a:cubicBezTo>
                      <a:pt x="46" y="186"/>
                      <a:pt x="32" y="160"/>
                      <a:pt x="23" y="132"/>
                    </a:cubicBezTo>
                    <a:cubicBezTo>
                      <a:pt x="17" y="115"/>
                      <a:pt x="15" y="98"/>
                      <a:pt x="17" y="81"/>
                    </a:cubicBezTo>
                    <a:cubicBezTo>
                      <a:pt x="18" y="64"/>
                      <a:pt x="25" y="48"/>
                      <a:pt x="35" y="35"/>
                    </a:cubicBezTo>
                    <a:cubicBezTo>
                      <a:pt x="40" y="29"/>
                      <a:pt x="46" y="24"/>
                      <a:pt x="52" y="19"/>
                    </a:cubicBezTo>
                    <a:cubicBezTo>
                      <a:pt x="59" y="14"/>
                      <a:pt x="67" y="9"/>
                      <a:pt x="74" y="6"/>
                    </a:cubicBezTo>
                    <a:cubicBezTo>
                      <a:pt x="90" y="0"/>
                      <a:pt x="107" y="1"/>
                      <a:pt x="119" y="12"/>
                    </a:cubicBezTo>
                    <a:cubicBezTo>
                      <a:pt x="123" y="16"/>
                      <a:pt x="127" y="20"/>
                      <a:pt x="128" y="25"/>
                    </a:cubicBezTo>
                    <a:cubicBezTo>
                      <a:pt x="130" y="31"/>
                      <a:pt x="130" y="37"/>
                      <a:pt x="128" y="44"/>
                    </a:cubicBezTo>
                    <a:cubicBezTo>
                      <a:pt x="126" y="50"/>
                      <a:pt x="124" y="56"/>
                      <a:pt x="122" y="63"/>
                    </a:cubicBezTo>
                    <a:cubicBezTo>
                      <a:pt x="120" y="67"/>
                      <a:pt x="119" y="72"/>
                      <a:pt x="117" y="76"/>
                    </a:cubicBezTo>
                    <a:cubicBezTo>
                      <a:pt x="116" y="79"/>
                      <a:pt x="116" y="81"/>
                      <a:pt x="115" y="84"/>
                    </a:cubicBezTo>
                    <a:cubicBezTo>
                      <a:pt x="114" y="86"/>
                      <a:pt x="114" y="88"/>
                      <a:pt x="113" y="90"/>
                    </a:cubicBezTo>
                    <a:cubicBezTo>
                      <a:pt x="112" y="96"/>
                      <a:pt x="105" y="100"/>
                      <a:pt x="100" y="99"/>
                    </a:cubicBezTo>
                    <a:cubicBezTo>
                      <a:pt x="92" y="98"/>
                      <a:pt x="87" y="91"/>
                      <a:pt x="89" y="83"/>
                    </a:cubicBezTo>
                    <a:cubicBezTo>
                      <a:pt x="90" y="80"/>
                      <a:pt x="91" y="77"/>
                      <a:pt x="93" y="74"/>
                    </a:cubicBezTo>
                    <a:cubicBezTo>
                      <a:pt x="94" y="70"/>
                      <a:pt x="95" y="66"/>
                      <a:pt x="96" y="63"/>
                    </a:cubicBezTo>
                    <a:cubicBezTo>
                      <a:pt x="99" y="55"/>
                      <a:pt x="102" y="46"/>
                      <a:pt x="105" y="37"/>
                    </a:cubicBezTo>
                    <a:cubicBezTo>
                      <a:pt x="105" y="37"/>
                      <a:pt x="105" y="36"/>
                      <a:pt x="105" y="35"/>
                    </a:cubicBezTo>
                    <a:lnTo>
                      <a:pt x="105" y="34"/>
                    </a:lnTo>
                    <a:lnTo>
                      <a:pt x="105" y="35"/>
                    </a:lnTo>
                    <a:lnTo>
                      <a:pt x="105" y="34"/>
                    </a:lnTo>
                    <a:lnTo>
                      <a:pt x="105" y="33"/>
                    </a:lnTo>
                    <a:cubicBezTo>
                      <a:pt x="105" y="32"/>
                      <a:pt x="105" y="32"/>
                      <a:pt x="105" y="32"/>
                    </a:cubicBezTo>
                    <a:cubicBezTo>
                      <a:pt x="104" y="31"/>
                      <a:pt x="104" y="31"/>
                      <a:pt x="104" y="31"/>
                    </a:cubicBezTo>
                    <a:cubicBezTo>
                      <a:pt x="104" y="30"/>
                      <a:pt x="103" y="30"/>
                      <a:pt x="103" y="30"/>
                    </a:cubicBezTo>
                    <a:lnTo>
                      <a:pt x="104" y="30"/>
                    </a:lnTo>
                    <a:cubicBezTo>
                      <a:pt x="103" y="30"/>
                      <a:pt x="102" y="30"/>
                      <a:pt x="102" y="29"/>
                    </a:cubicBezTo>
                    <a:lnTo>
                      <a:pt x="101" y="28"/>
                    </a:lnTo>
                    <a:lnTo>
                      <a:pt x="100" y="28"/>
                    </a:lnTo>
                    <a:cubicBezTo>
                      <a:pt x="99" y="27"/>
                      <a:pt x="98" y="27"/>
                      <a:pt x="97" y="27"/>
                    </a:cubicBezTo>
                    <a:cubicBezTo>
                      <a:pt x="97" y="27"/>
                      <a:pt x="96" y="27"/>
                      <a:pt x="95" y="27"/>
                    </a:cubicBezTo>
                    <a:cubicBezTo>
                      <a:pt x="94" y="27"/>
                      <a:pt x="93" y="27"/>
                      <a:pt x="93" y="27"/>
                    </a:cubicBezTo>
                    <a:cubicBezTo>
                      <a:pt x="91" y="27"/>
                      <a:pt x="91" y="27"/>
                      <a:pt x="90" y="27"/>
                    </a:cubicBezTo>
                    <a:cubicBezTo>
                      <a:pt x="88" y="27"/>
                      <a:pt x="87" y="28"/>
                      <a:pt x="85" y="28"/>
                    </a:cubicBezTo>
                    <a:cubicBezTo>
                      <a:pt x="83" y="29"/>
                      <a:pt x="81" y="30"/>
                      <a:pt x="79" y="30"/>
                    </a:cubicBezTo>
                    <a:cubicBezTo>
                      <a:pt x="77" y="32"/>
                      <a:pt x="74" y="33"/>
                      <a:pt x="72" y="34"/>
                    </a:cubicBezTo>
                    <a:cubicBezTo>
                      <a:pt x="73" y="34"/>
                      <a:pt x="73" y="34"/>
                      <a:pt x="73" y="34"/>
                    </a:cubicBezTo>
                    <a:cubicBezTo>
                      <a:pt x="70" y="36"/>
                      <a:pt x="67" y="38"/>
                      <a:pt x="63" y="41"/>
                    </a:cubicBezTo>
                    <a:cubicBezTo>
                      <a:pt x="60" y="44"/>
                      <a:pt x="58" y="46"/>
                      <a:pt x="55" y="49"/>
                    </a:cubicBezTo>
                    <a:cubicBezTo>
                      <a:pt x="53" y="51"/>
                      <a:pt x="52" y="52"/>
                      <a:pt x="51" y="54"/>
                    </a:cubicBezTo>
                    <a:cubicBezTo>
                      <a:pt x="49" y="56"/>
                      <a:pt x="48" y="58"/>
                      <a:pt x="47" y="60"/>
                    </a:cubicBezTo>
                    <a:cubicBezTo>
                      <a:pt x="46" y="62"/>
                      <a:pt x="45" y="65"/>
                      <a:pt x="44" y="68"/>
                    </a:cubicBezTo>
                    <a:cubicBezTo>
                      <a:pt x="42" y="71"/>
                      <a:pt x="42" y="74"/>
                      <a:pt x="41" y="76"/>
                    </a:cubicBezTo>
                    <a:cubicBezTo>
                      <a:pt x="41" y="80"/>
                      <a:pt x="40" y="83"/>
                      <a:pt x="39" y="86"/>
                    </a:cubicBezTo>
                    <a:cubicBezTo>
                      <a:pt x="39" y="90"/>
                      <a:pt x="39" y="93"/>
                      <a:pt x="39" y="96"/>
                    </a:cubicBezTo>
                    <a:cubicBezTo>
                      <a:pt x="40" y="101"/>
                      <a:pt x="41" y="105"/>
                      <a:pt x="41" y="110"/>
                    </a:cubicBezTo>
                    <a:cubicBezTo>
                      <a:pt x="42" y="116"/>
                      <a:pt x="44" y="122"/>
                      <a:pt x="46" y="128"/>
                    </a:cubicBezTo>
                    <a:cubicBezTo>
                      <a:pt x="51" y="141"/>
                      <a:pt x="56" y="155"/>
                      <a:pt x="62" y="168"/>
                    </a:cubicBezTo>
                    <a:cubicBezTo>
                      <a:pt x="68" y="182"/>
                      <a:pt x="74" y="196"/>
                      <a:pt x="79" y="210"/>
                    </a:cubicBezTo>
                    <a:cubicBezTo>
                      <a:pt x="84" y="227"/>
                      <a:pt x="87" y="244"/>
                      <a:pt x="87" y="261"/>
                    </a:cubicBezTo>
                    <a:cubicBezTo>
                      <a:pt x="87" y="269"/>
                      <a:pt x="86" y="277"/>
                      <a:pt x="84" y="284"/>
                    </a:cubicBezTo>
                    <a:cubicBezTo>
                      <a:pt x="81" y="291"/>
                      <a:pt x="76" y="296"/>
                      <a:pt x="70" y="301"/>
                    </a:cubicBezTo>
                    <a:cubicBezTo>
                      <a:pt x="65" y="306"/>
                      <a:pt x="59" y="307"/>
                      <a:pt x="52" y="307"/>
                    </a:cubicBezTo>
                    <a:lnTo>
                      <a:pt x="51" y="30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0" name="Google Shape;340;p3"/>
              <p:cNvSpPr/>
              <p:nvPr/>
            </p:nvSpPr>
            <p:spPr>
              <a:xfrm>
                <a:off x="132840" y="1456200"/>
                <a:ext cx="32400" cy="40320"/>
              </a:xfrm>
              <a:custGeom>
                <a:avLst/>
                <a:gdLst/>
                <a:ahLst/>
                <a:cxnLst/>
                <a:rect l="l" t="t" r="r" b="b"/>
                <a:pathLst>
                  <a:path w="90" h="112" extrusionOk="0">
                    <a:moveTo>
                      <a:pt x="23" y="107"/>
                    </a:moveTo>
                    <a:cubicBezTo>
                      <a:pt x="12" y="101"/>
                      <a:pt x="7" y="90"/>
                      <a:pt x="3" y="79"/>
                    </a:cubicBezTo>
                    <a:cubicBezTo>
                      <a:pt x="2" y="72"/>
                      <a:pt x="0" y="66"/>
                      <a:pt x="0" y="59"/>
                    </a:cubicBezTo>
                    <a:cubicBezTo>
                      <a:pt x="0" y="53"/>
                      <a:pt x="2" y="47"/>
                      <a:pt x="6" y="42"/>
                    </a:cubicBezTo>
                    <a:cubicBezTo>
                      <a:pt x="9" y="38"/>
                      <a:pt x="13" y="35"/>
                      <a:pt x="19" y="35"/>
                    </a:cubicBezTo>
                    <a:cubicBezTo>
                      <a:pt x="22" y="35"/>
                      <a:pt x="24" y="36"/>
                      <a:pt x="27" y="38"/>
                    </a:cubicBezTo>
                    <a:cubicBezTo>
                      <a:pt x="27" y="38"/>
                      <a:pt x="28" y="38"/>
                      <a:pt x="29" y="39"/>
                    </a:cubicBezTo>
                    <a:cubicBezTo>
                      <a:pt x="35" y="42"/>
                      <a:pt x="36" y="51"/>
                      <a:pt x="33" y="56"/>
                    </a:cubicBezTo>
                    <a:cubicBezTo>
                      <a:pt x="31" y="59"/>
                      <a:pt x="28" y="61"/>
                      <a:pt x="25" y="62"/>
                    </a:cubicBezTo>
                    <a:cubicBezTo>
                      <a:pt x="25" y="64"/>
                      <a:pt x="25" y="66"/>
                      <a:pt x="25" y="67"/>
                    </a:cubicBezTo>
                    <a:cubicBezTo>
                      <a:pt x="26" y="70"/>
                      <a:pt x="27" y="72"/>
                      <a:pt x="28" y="74"/>
                    </a:cubicBezTo>
                    <a:cubicBezTo>
                      <a:pt x="28" y="75"/>
                      <a:pt x="28" y="76"/>
                      <a:pt x="28" y="76"/>
                    </a:cubicBezTo>
                    <a:lnTo>
                      <a:pt x="28" y="75"/>
                    </a:lnTo>
                    <a:cubicBezTo>
                      <a:pt x="28" y="77"/>
                      <a:pt x="29" y="78"/>
                      <a:pt x="29" y="80"/>
                    </a:cubicBezTo>
                    <a:cubicBezTo>
                      <a:pt x="30" y="80"/>
                      <a:pt x="30" y="81"/>
                      <a:pt x="31" y="81"/>
                    </a:cubicBezTo>
                    <a:cubicBezTo>
                      <a:pt x="31" y="83"/>
                      <a:pt x="32" y="83"/>
                      <a:pt x="32" y="84"/>
                    </a:cubicBezTo>
                    <a:cubicBezTo>
                      <a:pt x="32" y="83"/>
                      <a:pt x="31" y="83"/>
                      <a:pt x="31" y="83"/>
                    </a:cubicBezTo>
                    <a:cubicBezTo>
                      <a:pt x="32" y="83"/>
                      <a:pt x="32" y="84"/>
                      <a:pt x="33" y="84"/>
                    </a:cubicBezTo>
                    <a:cubicBezTo>
                      <a:pt x="34" y="85"/>
                      <a:pt x="34" y="86"/>
                      <a:pt x="34" y="86"/>
                    </a:cubicBezTo>
                    <a:lnTo>
                      <a:pt x="35" y="86"/>
                    </a:lnTo>
                    <a:cubicBezTo>
                      <a:pt x="36" y="86"/>
                      <a:pt x="36" y="86"/>
                      <a:pt x="36" y="86"/>
                    </a:cubicBezTo>
                    <a:lnTo>
                      <a:pt x="35" y="86"/>
                    </a:lnTo>
                    <a:cubicBezTo>
                      <a:pt x="36" y="86"/>
                      <a:pt x="38" y="86"/>
                      <a:pt x="38" y="86"/>
                    </a:cubicBezTo>
                    <a:cubicBezTo>
                      <a:pt x="38" y="86"/>
                      <a:pt x="39" y="86"/>
                      <a:pt x="39" y="85"/>
                    </a:cubicBezTo>
                    <a:lnTo>
                      <a:pt x="40" y="85"/>
                    </a:lnTo>
                    <a:cubicBezTo>
                      <a:pt x="41" y="84"/>
                      <a:pt x="41" y="84"/>
                      <a:pt x="42" y="83"/>
                    </a:cubicBezTo>
                    <a:cubicBezTo>
                      <a:pt x="44" y="81"/>
                      <a:pt x="46" y="80"/>
                      <a:pt x="48" y="78"/>
                    </a:cubicBezTo>
                    <a:cubicBezTo>
                      <a:pt x="47" y="79"/>
                      <a:pt x="47" y="79"/>
                      <a:pt x="46" y="79"/>
                    </a:cubicBezTo>
                    <a:cubicBezTo>
                      <a:pt x="49" y="76"/>
                      <a:pt x="52" y="73"/>
                      <a:pt x="54" y="70"/>
                    </a:cubicBezTo>
                    <a:cubicBezTo>
                      <a:pt x="55" y="69"/>
                      <a:pt x="56" y="67"/>
                      <a:pt x="57" y="65"/>
                    </a:cubicBezTo>
                    <a:cubicBezTo>
                      <a:pt x="59" y="63"/>
                      <a:pt x="60" y="60"/>
                      <a:pt x="60" y="57"/>
                    </a:cubicBezTo>
                    <a:cubicBezTo>
                      <a:pt x="62" y="55"/>
                      <a:pt x="62" y="53"/>
                      <a:pt x="63" y="51"/>
                    </a:cubicBezTo>
                    <a:cubicBezTo>
                      <a:pt x="63" y="49"/>
                      <a:pt x="63" y="48"/>
                      <a:pt x="63" y="46"/>
                    </a:cubicBezTo>
                    <a:cubicBezTo>
                      <a:pt x="63" y="45"/>
                      <a:pt x="63" y="44"/>
                      <a:pt x="63" y="42"/>
                    </a:cubicBezTo>
                    <a:lnTo>
                      <a:pt x="63" y="41"/>
                    </a:lnTo>
                    <a:cubicBezTo>
                      <a:pt x="63" y="39"/>
                      <a:pt x="62" y="38"/>
                      <a:pt x="62" y="38"/>
                    </a:cubicBezTo>
                    <a:lnTo>
                      <a:pt x="63" y="39"/>
                    </a:lnTo>
                    <a:cubicBezTo>
                      <a:pt x="62" y="38"/>
                      <a:pt x="62" y="37"/>
                      <a:pt x="62" y="36"/>
                    </a:cubicBezTo>
                    <a:cubicBezTo>
                      <a:pt x="61" y="35"/>
                      <a:pt x="61" y="35"/>
                      <a:pt x="60" y="34"/>
                    </a:cubicBezTo>
                    <a:cubicBezTo>
                      <a:pt x="60" y="34"/>
                      <a:pt x="60" y="33"/>
                      <a:pt x="59" y="32"/>
                    </a:cubicBezTo>
                    <a:cubicBezTo>
                      <a:pt x="59" y="32"/>
                      <a:pt x="58" y="31"/>
                      <a:pt x="57" y="31"/>
                    </a:cubicBezTo>
                    <a:cubicBezTo>
                      <a:pt x="57" y="30"/>
                      <a:pt x="56" y="30"/>
                      <a:pt x="56" y="30"/>
                    </a:cubicBezTo>
                    <a:cubicBezTo>
                      <a:pt x="55" y="29"/>
                      <a:pt x="55" y="28"/>
                      <a:pt x="54" y="28"/>
                    </a:cubicBezTo>
                    <a:cubicBezTo>
                      <a:pt x="53" y="28"/>
                      <a:pt x="52" y="27"/>
                      <a:pt x="50" y="27"/>
                    </a:cubicBezTo>
                    <a:cubicBezTo>
                      <a:pt x="49" y="26"/>
                      <a:pt x="48" y="26"/>
                      <a:pt x="46" y="26"/>
                    </a:cubicBezTo>
                    <a:cubicBezTo>
                      <a:pt x="43" y="25"/>
                      <a:pt x="41" y="24"/>
                      <a:pt x="38" y="24"/>
                    </a:cubicBezTo>
                    <a:cubicBezTo>
                      <a:pt x="36" y="24"/>
                      <a:pt x="35" y="24"/>
                      <a:pt x="33" y="24"/>
                    </a:cubicBezTo>
                    <a:cubicBezTo>
                      <a:pt x="32" y="24"/>
                      <a:pt x="31" y="24"/>
                      <a:pt x="30" y="24"/>
                    </a:cubicBezTo>
                    <a:cubicBezTo>
                      <a:pt x="24" y="25"/>
                      <a:pt x="18" y="21"/>
                      <a:pt x="17" y="14"/>
                    </a:cubicBezTo>
                    <a:cubicBezTo>
                      <a:pt x="16" y="8"/>
                      <a:pt x="21" y="2"/>
                      <a:pt x="27" y="1"/>
                    </a:cubicBezTo>
                    <a:cubicBezTo>
                      <a:pt x="34" y="0"/>
                      <a:pt x="40" y="0"/>
                      <a:pt x="46" y="1"/>
                    </a:cubicBezTo>
                    <a:cubicBezTo>
                      <a:pt x="53" y="2"/>
                      <a:pt x="59" y="4"/>
                      <a:pt x="64" y="7"/>
                    </a:cubicBezTo>
                    <a:cubicBezTo>
                      <a:pt x="70" y="10"/>
                      <a:pt x="74" y="13"/>
                      <a:pt x="78" y="18"/>
                    </a:cubicBezTo>
                    <a:cubicBezTo>
                      <a:pt x="81" y="23"/>
                      <a:pt x="84" y="28"/>
                      <a:pt x="85" y="34"/>
                    </a:cubicBezTo>
                    <a:cubicBezTo>
                      <a:pt x="89" y="46"/>
                      <a:pt x="85" y="60"/>
                      <a:pt x="80" y="72"/>
                    </a:cubicBezTo>
                    <a:cubicBezTo>
                      <a:pt x="75" y="84"/>
                      <a:pt x="66" y="95"/>
                      <a:pt x="56" y="103"/>
                    </a:cubicBezTo>
                    <a:cubicBezTo>
                      <a:pt x="50" y="108"/>
                      <a:pt x="43" y="111"/>
                      <a:pt x="35" y="111"/>
                    </a:cubicBezTo>
                    <a:cubicBezTo>
                      <a:pt x="31" y="111"/>
                      <a:pt x="27" y="109"/>
                      <a:pt x="23" y="10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" name="Google Shape;341;p3"/>
              <p:cNvSpPr/>
              <p:nvPr/>
            </p:nvSpPr>
            <p:spPr>
              <a:xfrm>
                <a:off x="134640" y="1271520"/>
                <a:ext cx="29880" cy="39960"/>
              </a:xfrm>
              <a:custGeom>
                <a:avLst/>
                <a:gdLst/>
                <a:ahLst/>
                <a:cxnLst/>
                <a:rect l="l" t="t" r="r" b="b"/>
                <a:pathLst>
                  <a:path w="83" h="111" extrusionOk="0">
                    <a:moveTo>
                      <a:pt x="38" y="99"/>
                    </a:moveTo>
                    <a:cubicBezTo>
                      <a:pt x="37" y="91"/>
                      <a:pt x="38" y="83"/>
                      <a:pt x="38" y="75"/>
                    </a:cubicBezTo>
                    <a:cubicBezTo>
                      <a:pt x="34" y="79"/>
                      <a:pt x="29" y="85"/>
                      <a:pt x="25" y="90"/>
                    </a:cubicBezTo>
                    <a:lnTo>
                      <a:pt x="25" y="91"/>
                    </a:lnTo>
                    <a:cubicBezTo>
                      <a:pt x="25" y="90"/>
                      <a:pt x="25" y="90"/>
                      <a:pt x="25" y="90"/>
                    </a:cubicBezTo>
                    <a:cubicBezTo>
                      <a:pt x="23" y="95"/>
                      <a:pt x="17" y="98"/>
                      <a:pt x="11" y="96"/>
                    </a:cubicBezTo>
                    <a:cubicBezTo>
                      <a:pt x="3" y="95"/>
                      <a:pt x="0" y="86"/>
                      <a:pt x="3" y="79"/>
                    </a:cubicBezTo>
                    <a:cubicBezTo>
                      <a:pt x="4" y="77"/>
                      <a:pt x="5" y="75"/>
                      <a:pt x="7" y="74"/>
                    </a:cubicBezTo>
                    <a:cubicBezTo>
                      <a:pt x="8" y="72"/>
                      <a:pt x="9" y="71"/>
                      <a:pt x="11" y="69"/>
                    </a:cubicBezTo>
                    <a:cubicBezTo>
                      <a:pt x="11" y="70"/>
                      <a:pt x="11" y="70"/>
                      <a:pt x="11" y="70"/>
                    </a:cubicBezTo>
                    <a:cubicBezTo>
                      <a:pt x="15" y="65"/>
                      <a:pt x="19" y="61"/>
                      <a:pt x="23" y="56"/>
                    </a:cubicBezTo>
                    <a:cubicBezTo>
                      <a:pt x="30" y="47"/>
                      <a:pt x="38" y="39"/>
                      <a:pt x="45" y="30"/>
                    </a:cubicBezTo>
                    <a:cubicBezTo>
                      <a:pt x="47" y="28"/>
                      <a:pt x="48" y="25"/>
                      <a:pt x="50" y="22"/>
                    </a:cubicBezTo>
                    <a:cubicBezTo>
                      <a:pt x="52" y="17"/>
                      <a:pt x="54" y="11"/>
                      <a:pt x="58" y="5"/>
                    </a:cubicBezTo>
                    <a:cubicBezTo>
                      <a:pt x="60" y="2"/>
                      <a:pt x="65" y="0"/>
                      <a:pt x="69" y="1"/>
                    </a:cubicBezTo>
                    <a:cubicBezTo>
                      <a:pt x="73" y="2"/>
                      <a:pt x="78" y="5"/>
                      <a:pt x="79" y="9"/>
                    </a:cubicBezTo>
                    <a:cubicBezTo>
                      <a:pt x="82" y="15"/>
                      <a:pt x="79" y="21"/>
                      <a:pt x="76" y="26"/>
                    </a:cubicBezTo>
                    <a:cubicBezTo>
                      <a:pt x="75" y="29"/>
                      <a:pt x="73" y="31"/>
                      <a:pt x="72" y="33"/>
                    </a:cubicBezTo>
                    <a:cubicBezTo>
                      <a:pt x="71" y="35"/>
                      <a:pt x="70" y="37"/>
                      <a:pt x="69" y="39"/>
                    </a:cubicBezTo>
                    <a:cubicBezTo>
                      <a:pt x="69" y="42"/>
                      <a:pt x="68" y="44"/>
                      <a:pt x="67" y="47"/>
                    </a:cubicBezTo>
                    <a:cubicBezTo>
                      <a:pt x="66" y="50"/>
                      <a:pt x="66" y="53"/>
                      <a:pt x="65" y="56"/>
                    </a:cubicBezTo>
                    <a:cubicBezTo>
                      <a:pt x="64" y="62"/>
                      <a:pt x="63" y="68"/>
                      <a:pt x="62" y="74"/>
                    </a:cubicBezTo>
                    <a:cubicBezTo>
                      <a:pt x="62" y="81"/>
                      <a:pt x="62" y="86"/>
                      <a:pt x="62" y="92"/>
                    </a:cubicBezTo>
                    <a:cubicBezTo>
                      <a:pt x="62" y="93"/>
                      <a:pt x="62" y="95"/>
                      <a:pt x="62" y="96"/>
                    </a:cubicBezTo>
                    <a:cubicBezTo>
                      <a:pt x="63" y="103"/>
                      <a:pt x="58" y="109"/>
                      <a:pt x="51" y="110"/>
                    </a:cubicBezTo>
                    <a:lnTo>
                      <a:pt x="50" y="110"/>
                    </a:lnTo>
                    <a:cubicBezTo>
                      <a:pt x="44" y="110"/>
                      <a:pt x="38" y="105"/>
                      <a:pt x="38" y="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" name="Google Shape;342;p3"/>
              <p:cNvSpPr/>
              <p:nvPr/>
            </p:nvSpPr>
            <p:spPr>
              <a:xfrm>
                <a:off x="196200" y="1319040"/>
                <a:ext cx="62280" cy="93600"/>
              </a:xfrm>
              <a:custGeom>
                <a:avLst/>
                <a:gdLst/>
                <a:ahLst/>
                <a:cxnLst/>
                <a:rect l="l" t="t" r="r" b="b"/>
                <a:pathLst>
                  <a:path w="173" h="260" extrusionOk="0">
                    <a:moveTo>
                      <a:pt x="39" y="235"/>
                    </a:moveTo>
                    <a:cubicBezTo>
                      <a:pt x="40" y="235"/>
                      <a:pt x="40" y="235"/>
                      <a:pt x="40" y="235"/>
                    </a:cubicBezTo>
                    <a:lnTo>
                      <a:pt x="41" y="235"/>
                    </a:lnTo>
                    <a:cubicBezTo>
                      <a:pt x="42" y="235"/>
                      <a:pt x="42" y="235"/>
                      <a:pt x="43" y="234"/>
                    </a:cubicBezTo>
                    <a:cubicBezTo>
                      <a:pt x="44" y="234"/>
                      <a:pt x="45" y="234"/>
                      <a:pt x="46" y="233"/>
                    </a:cubicBezTo>
                    <a:lnTo>
                      <a:pt x="45" y="234"/>
                    </a:lnTo>
                    <a:cubicBezTo>
                      <a:pt x="46" y="233"/>
                      <a:pt x="48" y="232"/>
                      <a:pt x="50" y="231"/>
                    </a:cubicBezTo>
                    <a:cubicBezTo>
                      <a:pt x="51" y="230"/>
                      <a:pt x="52" y="229"/>
                      <a:pt x="53" y="228"/>
                    </a:cubicBezTo>
                    <a:cubicBezTo>
                      <a:pt x="56" y="226"/>
                      <a:pt x="59" y="223"/>
                      <a:pt x="61" y="221"/>
                    </a:cubicBezTo>
                    <a:cubicBezTo>
                      <a:pt x="65" y="217"/>
                      <a:pt x="68" y="212"/>
                      <a:pt x="71" y="207"/>
                    </a:cubicBezTo>
                    <a:cubicBezTo>
                      <a:pt x="74" y="204"/>
                      <a:pt x="75" y="201"/>
                      <a:pt x="78" y="198"/>
                    </a:cubicBezTo>
                    <a:cubicBezTo>
                      <a:pt x="78" y="195"/>
                      <a:pt x="78" y="192"/>
                      <a:pt x="79" y="189"/>
                    </a:cubicBezTo>
                    <a:cubicBezTo>
                      <a:pt x="80" y="187"/>
                      <a:pt x="80" y="185"/>
                      <a:pt x="81" y="182"/>
                    </a:cubicBezTo>
                    <a:cubicBezTo>
                      <a:pt x="82" y="176"/>
                      <a:pt x="84" y="171"/>
                      <a:pt x="85" y="165"/>
                    </a:cubicBezTo>
                    <a:cubicBezTo>
                      <a:pt x="85" y="161"/>
                      <a:pt x="86" y="158"/>
                      <a:pt x="87" y="154"/>
                    </a:cubicBezTo>
                    <a:cubicBezTo>
                      <a:pt x="87" y="153"/>
                      <a:pt x="87" y="152"/>
                      <a:pt x="87" y="151"/>
                    </a:cubicBezTo>
                    <a:lnTo>
                      <a:pt x="87" y="150"/>
                    </a:lnTo>
                    <a:cubicBezTo>
                      <a:pt x="87" y="149"/>
                      <a:pt x="87" y="148"/>
                      <a:pt x="86" y="148"/>
                    </a:cubicBezTo>
                    <a:cubicBezTo>
                      <a:pt x="86" y="147"/>
                      <a:pt x="85" y="146"/>
                      <a:pt x="85" y="146"/>
                    </a:cubicBezTo>
                    <a:cubicBezTo>
                      <a:pt x="85" y="145"/>
                      <a:pt x="85" y="145"/>
                      <a:pt x="85" y="145"/>
                    </a:cubicBezTo>
                    <a:lnTo>
                      <a:pt x="85" y="146"/>
                    </a:lnTo>
                    <a:cubicBezTo>
                      <a:pt x="84" y="144"/>
                      <a:pt x="84" y="144"/>
                      <a:pt x="83" y="143"/>
                    </a:cubicBezTo>
                    <a:lnTo>
                      <a:pt x="84" y="143"/>
                    </a:lnTo>
                    <a:cubicBezTo>
                      <a:pt x="82" y="142"/>
                      <a:pt x="82" y="141"/>
                      <a:pt x="81" y="141"/>
                    </a:cubicBezTo>
                    <a:cubicBezTo>
                      <a:pt x="81" y="140"/>
                      <a:pt x="80" y="140"/>
                      <a:pt x="80" y="140"/>
                    </a:cubicBezTo>
                    <a:cubicBezTo>
                      <a:pt x="79" y="139"/>
                      <a:pt x="78" y="139"/>
                      <a:pt x="77" y="138"/>
                    </a:cubicBezTo>
                    <a:cubicBezTo>
                      <a:pt x="78" y="139"/>
                      <a:pt x="78" y="139"/>
                      <a:pt x="79" y="139"/>
                    </a:cubicBezTo>
                    <a:cubicBezTo>
                      <a:pt x="78" y="139"/>
                      <a:pt x="77" y="138"/>
                      <a:pt x="76" y="137"/>
                    </a:cubicBezTo>
                    <a:cubicBezTo>
                      <a:pt x="75" y="137"/>
                      <a:pt x="74" y="137"/>
                      <a:pt x="73" y="137"/>
                    </a:cubicBezTo>
                    <a:cubicBezTo>
                      <a:pt x="72" y="136"/>
                      <a:pt x="71" y="136"/>
                      <a:pt x="71" y="136"/>
                    </a:cubicBezTo>
                    <a:cubicBezTo>
                      <a:pt x="70" y="136"/>
                      <a:pt x="69" y="136"/>
                      <a:pt x="68" y="136"/>
                    </a:cubicBezTo>
                    <a:cubicBezTo>
                      <a:pt x="67" y="136"/>
                      <a:pt x="67" y="136"/>
                      <a:pt x="66" y="137"/>
                    </a:cubicBezTo>
                    <a:cubicBezTo>
                      <a:pt x="64" y="137"/>
                      <a:pt x="62" y="137"/>
                      <a:pt x="60" y="138"/>
                    </a:cubicBezTo>
                    <a:cubicBezTo>
                      <a:pt x="60" y="138"/>
                      <a:pt x="59" y="139"/>
                      <a:pt x="58" y="139"/>
                    </a:cubicBezTo>
                    <a:cubicBezTo>
                      <a:pt x="56" y="140"/>
                      <a:pt x="54" y="141"/>
                      <a:pt x="53" y="142"/>
                    </a:cubicBezTo>
                    <a:cubicBezTo>
                      <a:pt x="52" y="143"/>
                      <a:pt x="50" y="144"/>
                      <a:pt x="49" y="144"/>
                    </a:cubicBezTo>
                    <a:cubicBezTo>
                      <a:pt x="47" y="146"/>
                      <a:pt x="46" y="147"/>
                      <a:pt x="45" y="149"/>
                    </a:cubicBezTo>
                    <a:cubicBezTo>
                      <a:pt x="43" y="151"/>
                      <a:pt x="41" y="153"/>
                      <a:pt x="39" y="155"/>
                    </a:cubicBezTo>
                    <a:cubicBezTo>
                      <a:pt x="37" y="158"/>
                      <a:pt x="35" y="162"/>
                      <a:pt x="33" y="165"/>
                    </a:cubicBezTo>
                    <a:cubicBezTo>
                      <a:pt x="32" y="168"/>
                      <a:pt x="31" y="171"/>
                      <a:pt x="29" y="175"/>
                    </a:cubicBezTo>
                    <a:cubicBezTo>
                      <a:pt x="28" y="178"/>
                      <a:pt x="28" y="180"/>
                      <a:pt x="27" y="183"/>
                    </a:cubicBezTo>
                    <a:cubicBezTo>
                      <a:pt x="27" y="186"/>
                      <a:pt x="26" y="189"/>
                      <a:pt x="25" y="193"/>
                    </a:cubicBezTo>
                    <a:cubicBezTo>
                      <a:pt x="25" y="195"/>
                      <a:pt x="25" y="198"/>
                      <a:pt x="25" y="201"/>
                    </a:cubicBezTo>
                    <a:cubicBezTo>
                      <a:pt x="25" y="203"/>
                      <a:pt x="26" y="206"/>
                      <a:pt x="26" y="208"/>
                    </a:cubicBezTo>
                    <a:cubicBezTo>
                      <a:pt x="27" y="211"/>
                      <a:pt x="28" y="215"/>
                      <a:pt x="29" y="218"/>
                    </a:cubicBezTo>
                    <a:cubicBezTo>
                      <a:pt x="30" y="222"/>
                      <a:pt x="32" y="225"/>
                      <a:pt x="33" y="229"/>
                    </a:cubicBezTo>
                    <a:cubicBezTo>
                      <a:pt x="34" y="230"/>
                      <a:pt x="35" y="231"/>
                      <a:pt x="35" y="232"/>
                    </a:cubicBezTo>
                    <a:cubicBezTo>
                      <a:pt x="35" y="232"/>
                      <a:pt x="35" y="233"/>
                      <a:pt x="36" y="233"/>
                    </a:cubicBezTo>
                    <a:lnTo>
                      <a:pt x="36" y="234"/>
                    </a:lnTo>
                    <a:lnTo>
                      <a:pt x="37" y="234"/>
                    </a:lnTo>
                    <a:lnTo>
                      <a:pt x="38" y="235"/>
                    </a:lnTo>
                    <a:cubicBezTo>
                      <a:pt x="39" y="235"/>
                      <a:pt x="39" y="235"/>
                      <a:pt x="39" y="235"/>
                    </a:cubicBezTo>
                    <a:moveTo>
                      <a:pt x="35" y="259"/>
                    </a:moveTo>
                    <a:cubicBezTo>
                      <a:pt x="29" y="258"/>
                      <a:pt x="22" y="254"/>
                      <a:pt x="18" y="249"/>
                    </a:cubicBezTo>
                    <a:cubicBezTo>
                      <a:pt x="13" y="243"/>
                      <a:pt x="10" y="235"/>
                      <a:pt x="7" y="228"/>
                    </a:cubicBezTo>
                    <a:cubicBezTo>
                      <a:pt x="1" y="211"/>
                      <a:pt x="0" y="194"/>
                      <a:pt x="4" y="178"/>
                    </a:cubicBezTo>
                    <a:cubicBezTo>
                      <a:pt x="7" y="161"/>
                      <a:pt x="15" y="146"/>
                      <a:pt x="27" y="133"/>
                    </a:cubicBezTo>
                    <a:cubicBezTo>
                      <a:pt x="37" y="122"/>
                      <a:pt x="52" y="112"/>
                      <a:pt x="67" y="112"/>
                    </a:cubicBezTo>
                    <a:cubicBezTo>
                      <a:pt x="83" y="111"/>
                      <a:pt x="99" y="119"/>
                      <a:pt x="106" y="133"/>
                    </a:cubicBezTo>
                    <a:cubicBezTo>
                      <a:pt x="107" y="134"/>
                      <a:pt x="107" y="136"/>
                      <a:pt x="108" y="137"/>
                    </a:cubicBezTo>
                    <a:cubicBezTo>
                      <a:pt x="114" y="123"/>
                      <a:pt x="119" y="110"/>
                      <a:pt x="124" y="97"/>
                    </a:cubicBezTo>
                    <a:lnTo>
                      <a:pt x="124" y="96"/>
                    </a:lnTo>
                    <a:cubicBezTo>
                      <a:pt x="125" y="94"/>
                      <a:pt x="126" y="93"/>
                      <a:pt x="127" y="90"/>
                    </a:cubicBezTo>
                    <a:cubicBezTo>
                      <a:pt x="127" y="86"/>
                      <a:pt x="128" y="81"/>
                      <a:pt x="128" y="77"/>
                    </a:cubicBezTo>
                    <a:cubicBezTo>
                      <a:pt x="129" y="73"/>
                      <a:pt x="130" y="68"/>
                      <a:pt x="131" y="64"/>
                    </a:cubicBezTo>
                    <a:cubicBezTo>
                      <a:pt x="133" y="58"/>
                      <a:pt x="134" y="51"/>
                      <a:pt x="135" y="45"/>
                    </a:cubicBezTo>
                    <a:cubicBezTo>
                      <a:pt x="137" y="40"/>
                      <a:pt x="138" y="35"/>
                      <a:pt x="140" y="30"/>
                    </a:cubicBezTo>
                    <a:cubicBezTo>
                      <a:pt x="141" y="27"/>
                      <a:pt x="142" y="24"/>
                      <a:pt x="143" y="20"/>
                    </a:cubicBezTo>
                    <a:cubicBezTo>
                      <a:pt x="144" y="18"/>
                      <a:pt x="145" y="15"/>
                      <a:pt x="147" y="12"/>
                    </a:cubicBezTo>
                    <a:cubicBezTo>
                      <a:pt x="148" y="9"/>
                      <a:pt x="149" y="7"/>
                      <a:pt x="152" y="6"/>
                    </a:cubicBezTo>
                    <a:cubicBezTo>
                      <a:pt x="159" y="0"/>
                      <a:pt x="169" y="4"/>
                      <a:pt x="171" y="12"/>
                    </a:cubicBezTo>
                    <a:cubicBezTo>
                      <a:pt x="172" y="16"/>
                      <a:pt x="172" y="19"/>
                      <a:pt x="171" y="22"/>
                    </a:cubicBezTo>
                    <a:cubicBezTo>
                      <a:pt x="170" y="24"/>
                      <a:pt x="170" y="27"/>
                      <a:pt x="169" y="30"/>
                    </a:cubicBezTo>
                    <a:cubicBezTo>
                      <a:pt x="168" y="32"/>
                      <a:pt x="168" y="35"/>
                      <a:pt x="166" y="39"/>
                    </a:cubicBezTo>
                    <a:cubicBezTo>
                      <a:pt x="165" y="45"/>
                      <a:pt x="162" y="52"/>
                      <a:pt x="161" y="59"/>
                    </a:cubicBezTo>
                    <a:cubicBezTo>
                      <a:pt x="156" y="70"/>
                      <a:pt x="153" y="82"/>
                      <a:pt x="149" y="93"/>
                    </a:cubicBezTo>
                    <a:cubicBezTo>
                      <a:pt x="149" y="94"/>
                      <a:pt x="149" y="94"/>
                      <a:pt x="149" y="95"/>
                    </a:cubicBezTo>
                    <a:cubicBezTo>
                      <a:pt x="148" y="98"/>
                      <a:pt x="148" y="101"/>
                      <a:pt x="148" y="104"/>
                    </a:cubicBezTo>
                    <a:cubicBezTo>
                      <a:pt x="147" y="109"/>
                      <a:pt x="147" y="113"/>
                      <a:pt x="146" y="119"/>
                    </a:cubicBezTo>
                    <a:cubicBezTo>
                      <a:pt x="145" y="126"/>
                      <a:pt x="145" y="133"/>
                      <a:pt x="144" y="141"/>
                    </a:cubicBezTo>
                    <a:cubicBezTo>
                      <a:pt x="143" y="148"/>
                      <a:pt x="143" y="155"/>
                      <a:pt x="142" y="162"/>
                    </a:cubicBezTo>
                    <a:lnTo>
                      <a:pt x="142" y="161"/>
                    </a:lnTo>
                    <a:cubicBezTo>
                      <a:pt x="141" y="175"/>
                      <a:pt x="140" y="190"/>
                      <a:pt x="138" y="204"/>
                    </a:cubicBezTo>
                    <a:cubicBezTo>
                      <a:pt x="137" y="218"/>
                      <a:pt x="135" y="232"/>
                      <a:pt x="132" y="246"/>
                    </a:cubicBezTo>
                    <a:cubicBezTo>
                      <a:pt x="131" y="253"/>
                      <a:pt x="125" y="258"/>
                      <a:pt x="118" y="257"/>
                    </a:cubicBezTo>
                    <a:cubicBezTo>
                      <a:pt x="110" y="256"/>
                      <a:pt x="106" y="248"/>
                      <a:pt x="108" y="241"/>
                    </a:cubicBezTo>
                    <a:cubicBezTo>
                      <a:pt x="109" y="237"/>
                      <a:pt x="110" y="233"/>
                      <a:pt x="111" y="229"/>
                    </a:cubicBezTo>
                    <a:cubicBezTo>
                      <a:pt x="115" y="209"/>
                      <a:pt x="117" y="189"/>
                      <a:pt x="119" y="168"/>
                    </a:cubicBezTo>
                    <a:cubicBezTo>
                      <a:pt x="116" y="176"/>
                      <a:pt x="112" y="185"/>
                      <a:pt x="107" y="193"/>
                    </a:cubicBezTo>
                    <a:cubicBezTo>
                      <a:pt x="106" y="196"/>
                      <a:pt x="105" y="198"/>
                      <a:pt x="103" y="200"/>
                    </a:cubicBezTo>
                    <a:cubicBezTo>
                      <a:pt x="103" y="202"/>
                      <a:pt x="103" y="204"/>
                      <a:pt x="102" y="206"/>
                    </a:cubicBezTo>
                    <a:cubicBezTo>
                      <a:pt x="101" y="207"/>
                      <a:pt x="99" y="208"/>
                      <a:pt x="98" y="210"/>
                    </a:cubicBezTo>
                    <a:cubicBezTo>
                      <a:pt x="96" y="212"/>
                      <a:pt x="95" y="214"/>
                      <a:pt x="94" y="217"/>
                    </a:cubicBezTo>
                    <a:cubicBezTo>
                      <a:pt x="89" y="224"/>
                      <a:pt x="83" y="232"/>
                      <a:pt x="77" y="238"/>
                    </a:cubicBezTo>
                    <a:cubicBezTo>
                      <a:pt x="71" y="244"/>
                      <a:pt x="66" y="249"/>
                      <a:pt x="59" y="253"/>
                    </a:cubicBezTo>
                    <a:cubicBezTo>
                      <a:pt x="55" y="255"/>
                      <a:pt x="52" y="257"/>
                      <a:pt x="48" y="258"/>
                    </a:cubicBezTo>
                    <a:cubicBezTo>
                      <a:pt x="46" y="259"/>
                      <a:pt x="43" y="259"/>
                      <a:pt x="40" y="259"/>
                    </a:cubicBezTo>
                    <a:cubicBezTo>
                      <a:pt x="39" y="259"/>
                      <a:pt x="37" y="259"/>
                      <a:pt x="35" y="25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" name="Google Shape;343;p3"/>
              <p:cNvSpPr/>
              <p:nvPr/>
            </p:nvSpPr>
            <p:spPr>
              <a:xfrm>
                <a:off x="269640" y="1362240"/>
                <a:ext cx="33120" cy="33480"/>
              </a:xfrm>
              <a:custGeom>
                <a:avLst/>
                <a:gdLst/>
                <a:ahLst/>
                <a:cxnLst/>
                <a:rect l="l" t="t" r="r" b="b"/>
                <a:pathLst>
                  <a:path w="92" h="93" extrusionOk="0">
                    <a:moveTo>
                      <a:pt x="70" y="89"/>
                    </a:moveTo>
                    <a:cubicBezTo>
                      <a:pt x="60" y="81"/>
                      <a:pt x="51" y="73"/>
                      <a:pt x="42" y="64"/>
                    </a:cubicBezTo>
                    <a:cubicBezTo>
                      <a:pt x="28" y="52"/>
                      <a:pt x="14" y="40"/>
                      <a:pt x="4" y="24"/>
                    </a:cubicBezTo>
                    <a:cubicBezTo>
                      <a:pt x="5" y="24"/>
                      <a:pt x="5" y="25"/>
                      <a:pt x="5" y="25"/>
                    </a:cubicBezTo>
                    <a:cubicBezTo>
                      <a:pt x="3" y="22"/>
                      <a:pt x="1" y="19"/>
                      <a:pt x="1" y="15"/>
                    </a:cubicBezTo>
                    <a:cubicBezTo>
                      <a:pt x="0" y="12"/>
                      <a:pt x="1" y="7"/>
                      <a:pt x="4" y="5"/>
                    </a:cubicBezTo>
                    <a:cubicBezTo>
                      <a:pt x="6" y="2"/>
                      <a:pt x="9" y="0"/>
                      <a:pt x="12" y="0"/>
                    </a:cubicBezTo>
                    <a:cubicBezTo>
                      <a:pt x="15" y="0"/>
                      <a:pt x="17" y="0"/>
                      <a:pt x="19" y="1"/>
                    </a:cubicBezTo>
                    <a:cubicBezTo>
                      <a:pt x="25" y="3"/>
                      <a:pt x="29" y="9"/>
                      <a:pt x="28" y="15"/>
                    </a:cubicBezTo>
                    <a:cubicBezTo>
                      <a:pt x="31" y="18"/>
                      <a:pt x="33" y="21"/>
                      <a:pt x="35" y="23"/>
                    </a:cubicBezTo>
                    <a:cubicBezTo>
                      <a:pt x="43" y="32"/>
                      <a:pt x="51" y="40"/>
                      <a:pt x="60" y="48"/>
                    </a:cubicBezTo>
                    <a:cubicBezTo>
                      <a:pt x="68" y="56"/>
                      <a:pt x="77" y="63"/>
                      <a:pt x="85" y="70"/>
                    </a:cubicBezTo>
                    <a:cubicBezTo>
                      <a:pt x="90" y="74"/>
                      <a:pt x="91" y="82"/>
                      <a:pt x="86" y="87"/>
                    </a:cubicBezTo>
                    <a:cubicBezTo>
                      <a:pt x="84" y="90"/>
                      <a:pt x="81" y="92"/>
                      <a:pt x="77" y="92"/>
                    </a:cubicBezTo>
                    <a:cubicBezTo>
                      <a:pt x="74" y="92"/>
                      <a:pt x="72" y="91"/>
                      <a:pt x="70" y="8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" name="Google Shape;344;p3"/>
              <p:cNvSpPr/>
              <p:nvPr/>
            </p:nvSpPr>
            <p:spPr>
              <a:xfrm>
                <a:off x="271440" y="1362240"/>
                <a:ext cx="4032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35" extrusionOk="0">
                    <a:moveTo>
                      <a:pt x="12" y="134"/>
                    </a:moveTo>
                    <a:cubicBezTo>
                      <a:pt x="6" y="134"/>
                      <a:pt x="0" y="129"/>
                      <a:pt x="0" y="122"/>
                    </a:cubicBezTo>
                    <a:cubicBezTo>
                      <a:pt x="0" y="118"/>
                      <a:pt x="1" y="114"/>
                      <a:pt x="2" y="109"/>
                    </a:cubicBezTo>
                    <a:cubicBezTo>
                      <a:pt x="3" y="105"/>
                      <a:pt x="4" y="100"/>
                      <a:pt x="6" y="95"/>
                    </a:cubicBezTo>
                    <a:cubicBezTo>
                      <a:pt x="9" y="87"/>
                      <a:pt x="13" y="79"/>
                      <a:pt x="17" y="71"/>
                    </a:cubicBezTo>
                    <a:cubicBezTo>
                      <a:pt x="21" y="62"/>
                      <a:pt x="27" y="55"/>
                      <a:pt x="32" y="47"/>
                    </a:cubicBezTo>
                    <a:cubicBezTo>
                      <a:pt x="40" y="34"/>
                      <a:pt x="50" y="21"/>
                      <a:pt x="62" y="11"/>
                    </a:cubicBezTo>
                    <a:cubicBezTo>
                      <a:pt x="68" y="6"/>
                      <a:pt x="75" y="2"/>
                      <a:pt x="83" y="1"/>
                    </a:cubicBezTo>
                    <a:cubicBezTo>
                      <a:pt x="89" y="0"/>
                      <a:pt x="95" y="2"/>
                      <a:pt x="100" y="3"/>
                    </a:cubicBezTo>
                    <a:cubicBezTo>
                      <a:pt x="107" y="5"/>
                      <a:pt x="111" y="13"/>
                      <a:pt x="109" y="19"/>
                    </a:cubicBezTo>
                    <a:cubicBezTo>
                      <a:pt x="107" y="26"/>
                      <a:pt x="100" y="30"/>
                      <a:pt x="93" y="28"/>
                    </a:cubicBezTo>
                    <a:cubicBezTo>
                      <a:pt x="91" y="27"/>
                      <a:pt x="88" y="26"/>
                      <a:pt x="86" y="26"/>
                    </a:cubicBezTo>
                    <a:cubicBezTo>
                      <a:pt x="85" y="26"/>
                      <a:pt x="85" y="26"/>
                      <a:pt x="84" y="26"/>
                    </a:cubicBezTo>
                    <a:cubicBezTo>
                      <a:pt x="84" y="26"/>
                      <a:pt x="83" y="27"/>
                      <a:pt x="82" y="27"/>
                    </a:cubicBezTo>
                    <a:cubicBezTo>
                      <a:pt x="82" y="27"/>
                      <a:pt x="83" y="27"/>
                      <a:pt x="83" y="26"/>
                    </a:cubicBezTo>
                    <a:cubicBezTo>
                      <a:pt x="83" y="27"/>
                      <a:pt x="81" y="27"/>
                      <a:pt x="81" y="28"/>
                    </a:cubicBezTo>
                    <a:cubicBezTo>
                      <a:pt x="79" y="29"/>
                      <a:pt x="78" y="30"/>
                      <a:pt x="77" y="31"/>
                    </a:cubicBezTo>
                    <a:cubicBezTo>
                      <a:pt x="74" y="33"/>
                      <a:pt x="71" y="36"/>
                      <a:pt x="69" y="38"/>
                    </a:cubicBezTo>
                    <a:cubicBezTo>
                      <a:pt x="63" y="45"/>
                      <a:pt x="58" y="52"/>
                      <a:pt x="53" y="59"/>
                    </a:cubicBezTo>
                    <a:cubicBezTo>
                      <a:pt x="46" y="68"/>
                      <a:pt x="41" y="77"/>
                      <a:pt x="35" y="87"/>
                    </a:cubicBezTo>
                    <a:cubicBezTo>
                      <a:pt x="33" y="92"/>
                      <a:pt x="30" y="97"/>
                      <a:pt x="28" y="102"/>
                    </a:cubicBezTo>
                    <a:cubicBezTo>
                      <a:pt x="27" y="106"/>
                      <a:pt x="26" y="109"/>
                      <a:pt x="25" y="113"/>
                    </a:cubicBezTo>
                    <a:cubicBezTo>
                      <a:pt x="24" y="117"/>
                      <a:pt x="24" y="121"/>
                      <a:pt x="24" y="124"/>
                    </a:cubicBezTo>
                    <a:cubicBezTo>
                      <a:pt x="23" y="130"/>
                      <a:pt x="17" y="134"/>
                      <a:pt x="12" y="1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" name="Google Shape;345;p3"/>
              <p:cNvSpPr/>
              <p:nvPr/>
            </p:nvSpPr>
            <p:spPr>
              <a:xfrm>
                <a:off x="346320" y="1306080"/>
                <a:ext cx="50400" cy="133920"/>
              </a:xfrm>
              <a:custGeom>
                <a:avLst/>
                <a:gdLst/>
                <a:ahLst/>
                <a:cxnLst/>
                <a:rect l="l" t="t" r="r" b="b"/>
                <a:pathLst>
                  <a:path w="140" h="372" extrusionOk="0">
                    <a:moveTo>
                      <a:pt x="27" y="366"/>
                    </a:moveTo>
                    <a:cubicBezTo>
                      <a:pt x="21" y="364"/>
                      <a:pt x="16" y="362"/>
                      <a:pt x="11" y="359"/>
                    </a:cubicBezTo>
                    <a:cubicBezTo>
                      <a:pt x="9" y="357"/>
                      <a:pt x="7" y="354"/>
                      <a:pt x="5" y="352"/>
                    </a:cubicBezTo>
                    <a:cubicBezTo>
                      <a:pt x="3" y="349"/>
                      <a:pt x="2" y="346"/>
                      <a:pt x="2" y="343"/>
                    </a:cubicBezTo>
                    <a:cubicBezTo>
                      <a:pt x="0" y="336"/>
                      <a:pt x="4" y="329"/>
                      <a:pt x="10" y="328"/>
                    </a:cubicBezTo>
                    <a:cubicBezTo>
                      <a:pt x="17" y="327"/>
                      <a:pt x="23" y="331"/>
                      <a:pt x="26" y="337"/>
                    </a:cubicBezTo>
                    <a:cubicBezTo>
                      <a:pt x="26" y="338"/>
                      <a:pt x="26" y="338"/>
                      <a:pt x="26" y="339"/>
                    </a:cubicBezTo>
                    <a:lnTo>
                      <a:pt x="27" y="339"/>
                    </a:lnTo>
                    <a:lnTo>
                      <a:pt x="27" y="340"/>
                    </a:lnTo>
                    <a:lnTo>
                      <a:pt x="28" y="341"/>
                    </a:lnTo>
                    <a:cubicBezTo>
                      <a:pt x="30" y="342"/>
                      <a:pt x="33" y="343"/>
                      <a:pt x="35" y="343"/>
                    </a:cubicBezTo>
                    <a:cubicBezTo>
                      <a:pt x="38" y="345"/>
                      <a:pt x="41" y="345"/>
                      <a:pt x="44" y="346"/>
                    </a:cubicBezTo>
                    <a:cubicBezTo>
                      <a:pt x="47" y="346"/>
                      <a:pt x="49" y="347"/>
                      <a:pt x="51" y="347"/>
                    </a:cubicBezTo>
                    <a:cubicBezTo>
                      <a:pt x="53" y="348"/>
                      <a:pt x="55" y="348"/>
                      <a:pt x="58" y="348"/>
                    </a:cubicBezTo>
                    <a:cubicBezTo>
                      <a:pt x="59" y="347"/>
                      <a:pt x="62" y="347"/>
                      <a:pt x="63" y="347"/>
                    </a:cubicBezTo>
                    <a:cubicBezTo>
                      <a:pt x="65" y="346"/>
                      <a:pt x="66" y="346"/>
                      <a:pt x="68" y="346"/>
                    </a:cubicBezTo>
                    <a:cubicBezTo>
                      <a:pt x="69" y="345"/>
                      <a:pt x="70" y="345"/>
                      <a:pt x="70" y="345"/>
                    </a:cubicBezTo>
                    <a:cubicBezTo>
                      <a:pt x="71" y="345"/>
                      <a:pt x="71" y="344"/>
                      <a:pt x="72" y="344"/>
                    </a:cubicBezTo>
                    <a:cubicBezTo>
                      <a:pt x="72" y="343"/>
                      <a:pt x="73" y="343"/>
                      <a:pt x="73" y="343"/>
                    </a:cubicBezTo>
                    <a:cubicBezTo>
                      <a:pt x="74" y="342"/>
                      <a:pt x="74" y="342"/>
                      <a:pt x="75" y="341"/>
                    </a:cubicBezTo>
                    <a:cubicBezTo>
                      <a:pt x="76" y="341"/>
                      <a:pt x="76" y="340"/>
                      <a:pt x="76" y="339"/>
                    </a:cubicBezTo>
                    <a:lnTo>
                      <a:pt x="77" y="339"/>
                    </a:lnTo>
                    <a:lnTo>
                      <a:pt x="77" y="338"/>
                    </a:lnTo>
                    <a:cubicBezTo>
                      <a:pt x="77" y="339"/>
                      <a:pt x="77" y="339"/>
                      <a:pt x="77" y="339"/>
                    </a:cubicBezTo>
                    <a:cubicBezTo>
                      <a:pt x="77" y="338"/>
                      <a:pt x="77" y="337"/>
                      <a:pt x="78" y="336"/>
                    </a:cubicBezTo>
                    <a:cubicBezTo>
                      <a:pt x="79" y="335"/>
                      <a:pt x="79" y="334"/>
                      <a:pt x="79" y="332"/>
                    </a:cubicBezTo>
                    <a:cubicBezTo>
                      <a:pt x="80" y="329"/>
                      <a:pt x="80" y="327"/>
                      <a:pt x="80" y="325"/>
                    </a:cubicBezTo>
                    <a:cubicBezTo>
                      <a:pt x="80" y="321"/>
                      <a:pt x="80" y="317"/>
                      <a:pt x="80" y="312"/>
                    </a:cubicBezTo>
                    <a:cubicBezTo>
                      <a:pt x="80" y="306"/>
                      <a:pt x="79" y="300"/>
                      <a:pt x="78" y="294"/>
                    </a:cubicBezTo>
                    <a:cubicBezTo>
                      <a:pt x="77" y="289"/>
                      <a:pt x="76" y="283"/>
                      <a:pt x="74" y="278"/>
                    </a:cubicBezTo>
                    <a:cubicBezTo>
                      <a:pt x="72" y="271"/>
                      <a:pt x="70" y="265"/>
                      <a:pt x="69" y="259"/>
                    </a:cubicBezTo>
                    <a:cubicBezTo>
                      <a:pt x="65" y="247"/>
                      <a:pt x="61" y="235"/>
                      <a:pt x="57" y="223"/>
                    </a:cubicBezTo>
                    <a:cubicBezTo>
                      <a:pt x="56" y="219"/>
                      <a:pt x="55" y="215"/>
                      <a:pt x="54" y="211"/>
                    </a:cubicBezTo>
                    <a:cubicBezTo>
                      <a:pt x="53" y="208"/>
                      <a:pt x="52" y="205"/>
                      <a:pt x="51" y="203"/>
                    </a:cubicBezTo>
                    <a:cubicBezTo>
                      <a:pt x="49" y="196"/>
                      <a:pt x="48" y="189"/>
                      <a:pt x="46" y="181"/>
                    </a:cubicBezTo>
                    <a:cubicBezTo>
                      <a:pt x="42" y="167"/>
                      <a:pt x="41" y="152"/>
                      <a:pt x="40" y="138"/>
                    </a:cubicBezTo>
                    <a:cubicBezTo>
                      <a:pt x="40" y="130"/>
                      <a:pt x="40" y="122"/>
                      <a:pt x="41" y="113"/>
                    </a:cubicBezTo>
                    <a:cubicBezTo>
                      <a:pt x="42" y="103"/>
                      <a:pt x="44" y="95"/>
                      <a:pt x="47" y="85"/>
                    </a:cubicBezTo>
                    <a:cubicBezTo>
                      <a:pt x="50" y="73"/>
                      <a:pt x="55" y="59"/>
                      <a:pt x="61" y="47"/>
                    </a:cubicBezTo>
                    <a:cubicBezTo>
                      <a:pt x="67" y="35"/>
                      <a:pt x="74" y="23"/>
                      <a:pt x="85" y="14"/>
                    </a:cubicBezTo>
                    <a:cubicBezTo>
                      <a:pt x="94" y="6"/>
                      <a:pt x="107" y="0"/>
                      <a:pt x="119" y="4"/>
                    </a:cubicBezTo>
                    <a:cubicBezTo>
                      <a:pt x="131" y="7"/>
                      <a:pt x="136" y="20"/>
                      <a:pt x="138" y="31"/>
                    </a:cubicBezTo>
                    <a:cubicBezTo>
                      <a:pt x="139" y="34"/>
                      <a:pt x="139" y="36"/>
                      <a:pt x="139" y="39"/>
                    </a:cubicBezTo>
                    <a:cubicBezTo>
                      <a:pt x="139" y="43"/>
                      <a:pt x="138" y="46"/>
                      <a:pt x="137" y="50"/>
                    </a:cubicBezTo>
                    <a:cubicBezTo>
                      <a:pt x="136" y="57"/>
                      <a:pt x="134" y="64"/>
                      <a:pt x="131" y="70"/>
                    </a:cubicBezTo>
                    <a:cubicBezTo>
                      <a:pt x="127" y="80"/>
                      <a:pt x="120" y="92"/>
                      <a:pt x="108" y="92"/>
                    </a:cubicBezTo>
                    <a:cubicBezTo>
                      <a:pt x="103" y="92"/>
                      <a:pt x="99" y="89"/>
                      <a:pt x="95" y="86"/>
                    </a:cubicBezTo>
                    <a:cubicBezTo>
                      <a:pt x="91" y="82"/>
                      <a:pt x="90" y="76"/>
                      <a:pt x="90" y="70"/>
                    </a:cubicBezTo>
                    <a:cubicBezTo>
                      <a:pt x="89" y="64"/>
                      <a:pt x="90" y="57"/>
                      <a:pt x="91" y="51"/>
                    </a:cubicBezTo>
                    <a:cubicBezTo>
                      <a:pt x="92" y="44"/>
                      <a:pt x="98" y="39"/>
                      <a:pt x="105" y="40"/>
                    </a:cubicBezTo>
                    <a:cubicBezTo>
                      <a:pt x="109" y="41"/>
                      <a:pt x="112" y="43"/>
                      <a:pt x="114" y="46"/>
                    </a:cubicBezTo>
                    <a:cubicBezTo>
                      <a:pt x="114" y="45"/>
                      <a:pt x="114" y="43"/>
                      <a:pt x="114" y="42"/>
                    </a:cubicBezTo>
                    <a:cubicBezTo>
                      <a:pt x="115" y="40"/>
                      <a:pt x="115" y="37"/>
                      <a:pt x="115" y="35"/>
                    </a:cubicBezTo>
                    <a:cubicBezTo>
                      <a:pt x="115" y="34"/>
                      <a:pt x="114" y="34"/>
                      <a:pt x="114" y="34"/>
                    </a:cubicBezTo>
                    <a:cubicBezTo>
                      <a:pt x="114" y="33"/>
                      <a:pt x="114" y="32"/>
                      <a:pt x="114" y="32"/>
                    </a:cubicBezTo>
                    <a:cubicBezTo>
                      <a:pt x="114" y="31"/>
                      <a:pt x="113" y="29"/>
                      <a:pt x="112" y="28"/>
                    </a:cubicBezTo>
                    <a:cubicBezTo>
                      <a:pt x="112" y="27"/>
                      <a:pt x="112" y="27"/>
                      <a:pt x="112" y="27"/>
                    </a:cubicBezTo>
                    <a:lnTo>
                      <a:pt x="111" y="27"/>
                    </a:lnTo>
                    <a:lnTo>
                      <a:pt x="110" y="27"/>
                    </a:lnTo>
                    <a:lnTo>
                      <a:pt x="109" y="27"/>
                    </a:lnTo>
                    <a:lnTo>
                      <a:pt x="108" y="28"/>
                    </a:lnTo>
                    <a:lnTo>
                      <a:pt x="109" y="27"/>
                    </a:lnTo>
                    <a:cubicBezTo>
                      <a:pt x="108" y="28"/>
                      <a:pt x="108" y="28"/>
                      <a:pt x="107" y="28"/>
                    </a:cubicBezTo>
                    <a:cubicBezTo>
                      <a:pt x="106" y="28"/>
                      <a:pt x="105" y="29"/>
                      <a:pt x="104" y="29"/>
                    </a:cubicBezTo>
                    <a:cubicBezTo>
                      <a:pt x="103" y="30"/>
                      <a:pt x="102" y="31"/>
                      <a:pt x="101" y="32"/>
                    </a:cubicBezTo>
                    <a:cubicBezTo>
                      <a:pt x="100" y="33"/>
                      <a:pt x="98" y="34"/>
                      <a:pt x="97" y="36"/>
                    </a:cubicBezTo>
                    <a:cubicBezTo>
                      <a:pt x="95" y="38"/>
                      <a:pt x="93" y="41"/>
                      <a:pt x="90" y="44"/>
                    </a:cubicBezTo>
                    <a:cubicBezTo>
                      <a:pt x="87" y="49"/>
                      <a:pt x="84" y="53"/>
                      <a:pt x="81" y="59"/>
                    </a:cubicBezTo>
                    <a:cubicBezTo>
                      <a:pt x="79" y="65"/>
                      <a:pt x="76" y="71"/>
                      <a:pt x="73" y="78"/>
                    </a:cubicBezTo>
                    <a:cubicBezTo>
                      <a:pt x="70" y="86"/>
                      <a:pt x="68" y="94"/>
                      <a:pt x="66" y="102"/>
                    </a:cubicBezTo>
                    <a:cubicBezTo>
                      <a:pt x="65" y="110"/>
                      <a:pt x="63" y="119"/>
                      <a:pt x="62" y="128"/>
                    </a:cubicBezTo>
                    <a:cubicBezTo>
                      <a:pt x="62" y="132"/>
                      <a:pt x="62" y="136"/>
                      <a:pt x="62" y="140"/>
                    </a:cubicBezTo>
                    <a:cubicBezTo>
                      <a:pt x="63" y="150"/>
                      <a:pt x="64" y="159"/>
                      <a:pt x="66" y="169"/>
                    </a:cubicBezTo>
                    <a:cubicBezTo>
                      <a:pt x="66" y="170"/>
                      <a:pt x="66" y="170"/>
                      <a:pt x="66" y="170"/>
                    </a:cubicBezTo>
                    <a:cubicBezTo>
                      <a:pt x="68" y="179"/>
                      <a:pt x="70" y="188"/>
                      <a:pt x="73" y="197"/>
                    </a:cubicBezTo>
                    <a:cubicBezTo>
                      <a:pt x="73" y="201"/>
                      <a:pt x="74" y="204"/>
                      <a:pt x="76" y="208"/>
                    </a:cubicBezTo>
                    <a:cubicBezTo>
                      <a:pt x="77" y="211"/>
                      <a:pt x="78" y="215"/>
                      <a:pt x="79" y="219"/>
                    </a:cubicBezTo>
                    <a:lnTo>
                      <a:pt x="79" y="220"/>
                    </a:lnTo>
                    <a:cubicBezTo>
                      <a:pt x="79" y="219"/>
                      <a:pt x="79" y="219"/>
                      <a:pt x="79" y="219"/>
                    </a:cubicBezTo>
                    <a:cubicBezTo>
                      <a:pt x="81" y="226"/>
                      <a:pt x="83" y="233"/>
                      <a:pt x="86" y="240"/>
                    </a:cubicBezTo>
                    <a:cubicBezTo>
                      <a:pt x="86" y="239"/>
                      <a:pt x="86" y="239"/>
                      <a:pt x="86" y="239"/>
                    </a:cubicBezTo>
                    <a:cubicBezTo>
                      <a:pt x="94" y="263"/>
                      <a:pt x="102" y="288"/>
                      <a:pt x="103" y="314"/>
                    </a:cubicBezTo>
                    <a:cubicBezTo>
                      <a:pt x="104" y="321"/>
                      <a:pt x="104" y="327"/>
                      <a:pt x="103" y="334"/>
                    </a:cubicBezTo>
                    <a:cubicBezTo>
                      <a:pt x="102" y="341"/>
                      <a:pt x="100" y="346"/>
                      <a:pt x="97" y="352"/>
                    </a:cubicBezTo>
                    <a:cubicBezTo>
                      <a:pt x="94" y="357"/>
                      <a:pt x="89" y="362"/>
                      <a:pt x="84" y="364"/>
                    </a:cubicBezTo>
                    <a:cubicBezTo>
                      <a:pt x="78" y="368"/>
                      <a:pt x="72" y="370"/>
                      <a:pt x="66" y="371"/>
                    </a:cubicBezTo>
                    <a:cubicBezTo>
                      <a:pt x="62" y="371"/>
                      <a:pt x="59" y="371"/>
                      <a:pt x="56" y="371"/>
                    </a:cubicBezTo>
                    <a:cubicBezTo>
                      <a:pt x="46" y="371"/>
                      <a:pt x="36" y="369"/>
                      <a:pt x="27" y="3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" name="Google Shape;346;p3"/>
              <p:cNvSpPr/>
              <p:nvPr/>
            </p:nvSpPr>
            <p:spPr>
              <a:xfrm>
                <a:off x="358560" y="1446840"/>
                <a:ext cx="32760" cy="35280"/>
              </a:xfrm>
              <a:custGeom>
                <a:avLst/>
                <a:gdLst/>
                <a:ahLst/>
                <a:cxnLst/>
                <a:rect l="l" t="t" r="r" b="b"/>
                <a:pathLst>
                  <a:path w="91" h="98" extrusionOk="0">
                    <a:moveTo>
                      <a:pt x="21" y="93"/>
                    </a:moveTo>
                    <a:cubicBezTo>
                      <a:pt x="15" y="91"/>
                      <a:pt x="12" y="86"/>
                      <a:pt x="9" y="82"/>
                    </a:cubicBezTo>
                    <a:cubicBezTo>
                      <a:pt x="3" y="72"/>
                      <a:pt x="0" y="61"/>
                      <a:pt x="2" y="50"/>
                    </a:cubicBezTo>
                    <a:cubicBezTo>
                      <a:pt x="3" y="44"/>
                      <a:pt x="4" y="39"/>
                      <a:pt x="7" y="35"/>
                    </a:cubicBezTo>
                    <a:cubicBezTo>
                      <a:pt x="11" y="31"/>
                      <a:pt x="15" y="29"/>
                      <a:pt x="21" y="30"/>
                    </a:cubicBezTo>
                    <a:cubicBezTo>
                      <a:pt x="28" y="31"/>
                      <a:pt x="31" y="38"/>
                      <a:pt x="33" y="45"/>
                    </a:cubicBezTo>
                    <a:cubicBezTo>
                      <a:pt x="36" y="51"/>
                      <a:pt x="33" y="58"/>
                      <a:pt x="26" y="61"/>
                    </a:cubicBezTo>
                    <a:cubicBezTo>
                      <a:pt x="27" y="61"/>
                      <a:pt x="27" y="62"/>
                      <a:pt x="27" y="63"/>
                    </a:cubicBezTo>
                    <a:cubicBezTo>
                      <a:pt x="28" y="64"/>
                      <a:pt x="28" y="65"/>
                      <a:pt x="29" y="67"/>
                    </a:cubicBezTo>
                    <a:cubicBezTo>
                      <a:pt x="29" y="68"/>
                      <a:pt x="30" y="69"/>
                      <a:pt x="31" y="70"/>
                    </a:cubicBezTo>
                    <a:cubicBezTo>
                      <a:pt x="31" y="71"/>
                      <a:pt x="31" y="71"/>
                      <a:pt x="31" y="71"/>
                    </a:cubicBezTo>
                    <a:lnTo>
                      <a:pt x="32" y="71"/>
                    </a:lnTo>
                    <a:lnTo>
                      <a:pt x="32" y="72"/>
                    </a:lnTo>
                    <a:cubicBezTo>
                      <a:pt x="33" y="72"/>
                      <a:pt x="33" y="72"/>
                      <a:pt x="33" y="72"/>
                    </a:cubicBezTo>
                    <a:lnTo>
                      <a:pt x="34" y="72"/>
                    </a:lnTo>
                    <a:lnTo>
                      <a:pt x="35" y="72"/>
                    </a:lnTo>
                    <a:lnTo>
                      <a:pt x="36" y="72"/>
                    </a:lnTo>
                    <a:cubicBezTo>
                      <a:pt x="37" y="71"/>
                      <a:pt x="37" y="71"/>
                      <a:pt x="38" y="71"/>
                    </a:cubicBezTo>
                    <a:lnTo>
                      <a:pt x="39" y="70"/>
                    </a:lnTo>
                    <a:cubicBezTo>
                      <a:pt x="41" y="69"/>
                      <a:pt x="42" y="68"/>
                      <a:pt x="44" y="67"/>
                    </a:cubicBezTo>
                    <a:cubicBezTo>
                      <a:pt x="45" y="65"/>
                      <a:pt x="47" y="64"/>
                      <a:pt x="49" y="63"/>
                    </a:cubicBezTo>
                    <a:cubicBezTo>
                      <a:pt x="50" y="61"/>
                      <a:pt x="52" y="59"/>
                      <a:pt x="53" y="57"/>
                    </a:cubicBezTo>
                    <a:cubicBezTo>
                      <a:pt x="55" y="54"/>
                      <a:pt x="57" y="50"/>
                      <a:pt x="59" y="47"/>
                    </a:cubicBezTo>
                    <a:cubicBezTo>
                      <a:pt x="60" y="44"/>
                      <a:pt x="62" y="42"/>
                      <a:pt x="63" y="39"/>
                    </a:cubicBezTo>
                    <a:cubicBezTo>
                      <a:pt x="63" y="37"/>
                      <a:pt x="64" y="35"/>
                      <a:pt x="64" y="33"/>
                    </a:cubicBezTo>
                    <a:cubicBezTo>
                      <a:pt x="64" y="34"/>
                      <a:pt x="64" y="35"/>
                      <a:pt x="64" y="35"/>
                    </a:cubicBezTo>
                    <a:cubicBezTo>
                      <a:pt x="64" y="33"/>
                      <a:pt x="64" y="32"/>
                      <a:pt x="65" y="31"/>
                    </a:cubicBezTo>
                    <a:lnTo>
                      <a:pt x="65" y="32"/>
                    </a:lnTo>
                    <a:cubicBezTo>
                      <a:pt x="65" y="31"/>
                      <a:pt x="65" y="29"/>
                      <a:pt x="65" y="28"/>
                    </a:cubicBezTo>
                    <a:cubicBezTo>
                      <a:pt x="65" y="29"/>
                      <a:pt x="65" y="29"/>
                      <a:pt x="65" y="30"/>
                    </a:cubicBezTo>
                    <a:cubicBezTo>
                      <a:pt x="65" y="29"/>
                      <a:pt x="65" y="28"/>
                      <a:pt x="65" y="27"/>
                    </a:cubicBezTo>
                    <a:lnTo>
                      <a:pt x="64" y="26"/>
                    </a:lnTo>
                    <a:lnTo>
                      <a:pt x="64" y="25"/>
                    </a:lnTo>
                    <a:lnTo>
                      <a:pt x="63" y="25"/>
                    </a:lnTo>
                    <a:lnTo>
                      <a:pt x="63" y="24"/>
                    </a:lnTo>
                    <a:cubicBezTo>
                      <a:pt x="62" y="24"/>
                      <a:pt x="61" y="24"/>
                      <a:pt x="60" y="24"/>
                    </a:cubicBezTo>
                    <a:cubicBezTo>
                      <a:pt x="61" y="24"/>
                      <a:pt x="61" y="24"/>
                      <a:pt x="62" y="24"/>
                    </a:cubicBezTo>
                    <a:cubicBezTo>
                      <a:pt x="61" y="24"/>
                      <a:pt x="61" y="24"/>
                      <a:pt x="61" y="24"/>
                    </a:cubicBezTo>
                    <a:cubicBezTo>
                      <a:pt x="60" y="24"/>
                      <a:pt x="60" y="24"/>
                      <a:pt x="59" y="24"/>
                    </a:cubicBezTo>
                    <a:cubicBezTo>
                      <a:pt x="57" y="24"/>
                      <a:pt x="55" y="25"/>
                      <a:pt x="53" y="25"/>
                    </a:cubicBezTo>
                    <a:cubicBezTo>
                      <a:pt x="47" y="26"/>
                      <a:pt x="40" y="21"/>
                      <a:pt x="40" y="14"/>
                    </a:cubicBezTo>
                    <a:cubicBezTo>
                      <a:pt x="39" y="8"/>
                      <a:pt x="44" y="2"/>
                      <a:pt x="50" y="1"/>
                    </a:cubicBezTo>
                    <a:cubicBezTo>
                      <a:pt x="56" y="0"/>
                      <a:pt x="61" y="0"/>
                      <a:pt x="67" y="1"/>
                    </a:cubicBezTo>
                    <a:cubicBezTo>
                      <a:pt x="73" y="2"/>
                      <a:pt x="78" y="5"/>
                      <a:pt x="82" y="10"/>
                    </a:cubicBezTo>
                    <a:cubicBezTo>
                      <a:pt x="90" y="19"/>
                      <a:pt x="89" y="33"/>
                      <a:pt x="86" y="44"/>
                    </a:cubicBezTo>
                    <a:cubicBezTo>
                      <a:pt x="84" y="50"/>
                      <a:pt x="82" y="55"/>
                      <a:pt x="79" y="60"/>
                    </a:cubicBezTo>
                    <a:cubicBezTo>
                      <a:pt x="75" y="66"/>
                      <a:pt x="72" y="72"/>
                      <a:pt x="68" y="77"/>
                    </a:cubicBezTo>
                    <a:cubicBezTo>
                      <a:pt x="64" y="82"/>
                      <a:pt x="59" y="86"/>
                      <a:pt x="53" y="90"/>
                    </a:cubicBezTo>
                    <a:cubicBezTo>
                      <a:pt x="48" y="93"/>
                      <a:pt x="42" y="96"/>
                      <a:pt x="36" y="96"/>
                    </a:cubicBezTo>
                    <a:cubicBezTo>
                      <a:pt x="35" y="97"/>
                      <a:pt x="34" y="97"/>
                      <a:pt x="33" y="97"/>
                    </a:cubicBezTo>
                    <a:cubicBezTo>
                      <a:pt x="29" y="97"/>
                      <a:pt x="25" y="96"/>
                      <a:pt x="21" y="9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" name="Google Shape;347;p3"/>
              <p:cNvSpPr/>
              <p:nvPr/>
            </p:nvSpPr>
            <p:spPr>
              <a:xfrm>
                <a:off x="344880" y="1253880"/>
                <a:ext cx="24480" cy="52920"/>
              </a:xfrm>
              <a:custGeom>
                <a:avLst/>
                <a:gdLst/>
                <a:ahLst/>
                <a:cxnLst/>
                <a:rect l="l" t="t" r="r" b="b"/>
                <a:pathLst>
                  <a:path w="68" h="147" extrusionOk="0">
                    <a:moveTo>
                      <a:pt x="17" y="135"/>
                    </a:moveTo>
                    <a:cubicBezTo>
                      <a:pt x="17" y="128"/>
                      <a:pt x="17" y="121"/>
                      <a:pt x="17" y="114"/>
                    </a:cubicBezTo>
                    <a:cubicBezTo>
                      <a:pt x="17" y="112"/>
                      <a:pt x="17" y="109"/>
                      <a:pt x="18" y="107"/>
                    </a:cubicBezTo>
                    <a:cubicBezTo>
                      <a:pt x="18" y="105"/>
                      <a:pt x="18" y="103"/>
                      <a:pt x="18" y="101"/>
                    </a:cubicBezTo>
                    <a:cubicBezTo>
                      <a:pt x="18" y="98"/>
                      <a:pt x="18" y="95"/>
                      <a:pt x="19" y="92"/>
                    </a:cubicBezTo>
                    <a:cubicBezTo>
                      <a:pt x="16" y="93"/>
                      <a:pt x="14" y="93"/>
                      <a:pt x="11" y="92"/>
                    </a:cubicBezTo>
                    <a:cubicBezTo>
                      <a:pt x="4" y="90"/>
                      <a:pt x="0" y="82"/>
                      <a:pt x="3" y="75"/>
                    </a:cubicBezTo>
                    <a:cubicBezTo>
                      <a:pt x="6" y="69"/>
                      <a:pt x="10" y="63"/>
                      <a:pt x="14" y="57"/>
                    </a:cubicBezTo>
                    <a:cubicBezTo>
                      <a:pt x="17" y="53"/>
                      <a:pt x="20" y="49"/>
                      <a:pt x="23" y="45"/>
                    </a:cubicBezTo>
                    <a:cubicBezTo>
                      <a:pt x="27" y="39"/>
                      <a:pt x="31" y="33"/>
                      <a:pt x="34" y="27"/>
                    </a:cubicBezTo>
                    <a:cubicBezTo>
                      <a:pt x="35" y="26"/>
                      <a:pt x="35" y="25"/>
                      <a:pt x="35" y="24"/>
                    </a:cubicBezTo>
                    <a:cubicBezTo>
                      <a:pt x="37" y="19"/>
                      <a:pt x="39" y="14"/>
                      <a:pt x="41" y="10"/>
                    </a:cubicBezTo>
                    <a:cubicBezTo>
                      <a:pt x="42" y="9"/>
                      <a:pt x="44" y="7"/>
                      <a:pt x="44" y="6"/>
                    </a:cubicBezTo>
                    <a:cubicBezTo>
                      <a:pt x="48" y="1"/>
                      <a:pt x="54" y="0"/>
                      <a:pt x="59" y="3"/>
                    </a:cubicBezTo>
                    <a:cubicBezTo>
                      <a:pt x="64" y="5"/>
                      <a:pt x="67" y="11"/>
                      <a:pt x="66" y="17"/>
                    </a:cubicBezTo>
                    <a:cubicBezTo>
                      <a:pt x="64" y="23"/>
                      <a:pt x="61" y="29"/>
                      <a:pt x="58" y="34"/>
                    </a:cubicBezTo>
                    <a:cubicBezTo>
                      <a:pt x="58" y="35"/>
                      <a:pt x="57" y="36"/>
                      <a:pt x="56" y="37"/>
                    </a:cubicBezTo>
                    <a:cubicBezTo>
                      <a:pt x="55" y="40"/>
                      <a:pt x="53" y="44"/>
                      <a:pt x="52" y="47"/>
                    </a:cubicBezTo>
                    <a:cubicBezTo>
                      <a:pt x="51" y="52"/>
                      <a:pt x="50" y="56"/>
                      <a:pt x="48" y="60"/>
                    </a:cubicBezTo>
                    <a:cubicBezTo>
                      <a:pt x="47" y="64"/>
                      <a:pt x="46" y="68"/>
                      <a:pt x="45" y="71"/>
                    </a:cubicBezTo>
                    <a:cubicBezTo>
                      <a:pt x="45" y="75"/>
                      <a:pt x="44" y="79"/>
                      <a:pt x="44" y="83"/>
                    </a:cubicBezTo>
                    <a:cubicBezTo>
                      <a:pt x="43" y="86"/>
                      <a:pt x="43" y="89"/>
                      <a:pt x="42" y="92"/>
                    </a:cubicBezTo>
                    <a:cubicBezTo>
                      <a:pt x="42" y="105"/>
                      <a:pt x="41" y="118"/>
                      <a:pt x="42" y="131"/>
                    </a:cubicBezTo>
                    <a:cubicBezTo>
                      <a:pt x="42" y="131"/>
                      <a:pt x="42" y="132"/>
                      <a:pt x="42" y="133"/>
                    </a:cubicBezTo>
                    <a:cubicBezTo>
                      <a:pt x="42" y="139"/>
                      <a:pt x="38" y="145"/>
                      <a:pt x="31" y="146"/>
                    </a:cubicBezTo>
                    <a:cubicBezTo>
                      <a:pt x="30" y="146"/>
                      <a:pt x="30" y="146"/>
                      <a:pt x="30" y="146"/>
                    </a:cubicBezTo>
                    <a:cubicBezTo>
                      <a:pt x="23" y="146"/>
                      <a:pt x="17" y="142"/>
                      <a:pt x="17" y="1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" name="Google Shape;348;p3"/>
              <p:cNvSpPr/>
              <p:nvPr/>
            </p:nvSpPr>
            <p:spPr>
              <a:xfrm>
                <a:off x="384120" y="1273680"/>
                <a:ext cx="3240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90" h="35" extrusionOk="0">
                    <a:moveTo>
                      <a:pt x="11" y="33"/>
                    </a:moveTo>
                    <a:cubicBezTo>
                      <a:pt x="6" y="33"/>
                      <a:pt x="0" y="28"/>
                      <a:pt x="0" y="23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16"/>
                      <a:pt x="3" y="12"/>
                      <a:pt x="8" y="9"/>
                    </a:cubicBezTo>
                    <a:cubicBezTo>
                      <a:pt x="9" y="8"/>
                      <a:pt x="11" y="8"/>
                      <a:pt x="13" y="8"/>
                    </a:cubicBezTo>
                    <a:cubicBezTo>
                      <a:pt x="12" y="8"/>
                      <a:pt x="11" y="8"/>
                      <a:pt x="11" y="8"/>
                    </a:cubicBezTo>
                    <a:cubicBezTo>
                      <a:pt x="21" y="5"/>
                      <a:pt x="31" y="4"/>
                      <a:pt x="41" y="2"/>
                    </a:cubicBezTo>
                    <a:cubicBezTo>
                      <a:pt x="53" y="1"/>
                      <a:pt x="64" y="1"/>
                      <a:pt x="77" y="0"/>
                    </a:cubicBezTo>
                    <a:cubicBezTo>
                      <a:pt x="83" y="0"/>
                      <a:pt x="89" y="6"/>
                      <a:pt x="88" y="12"/>
                    </a:cubicBezTo>
                    <a:cubicBezTo>
                      <a:pt x="88" y="19"/>
                      <a:pt x="83" y="24"/>
                      <a:pt x="77" y="24"/>
                    </a:cubicBezTo>
                    <a:cubicBezTo>
                      <a:pt x="74" y="24"/>
                      <a:pt x="73" y="24"/>
                      <a:pt x="71" y="24"/>
                    </a:cubicBezTo>
                    <a:lnTo>
                      <a:pt x="70" y="24"/>
                    </a:lnTo>
                    <a:lnTo>
                      <a:pt x="69" y="24"/>
                    </a:lnTo>
                    <a:lnTo>
                      <a:pt x="70" y="24"/>
                    </a:lnTo>
                    <a:cubicBezTo>
                      <a:pt x="64" y="24"/>
                      <a:pt x="60" y="25"/>
                      <a:pt x="55" y="26"/>
                    </a:cubicBezTo>
                    <a:cubicBezTo>
                      <a:pt x="49" y="26"/>
                      <a:pt x="45" y="27"/>
                      <a:pt x="39" y="27"/>
                    </a:cubicBezTo>
                    <a:lnTo>
                      <a:pt x="38" y="27"/>
                    </a:lnTo>
                    <a:cubicBezTo>
                      <a:pt x="39" y="27"/>
                      <a:pt x="39" y="27"/>
                      <a:pt x="39" y="27"/>
                    </a:cubicBezTo>
                    <a:cubicBezTo>
                      <a:pt x="38" y="27"/>
                      <a:pt x="38" y="27"/>
                      <a:pt x="37" y="28"/>
                    </a:cubicBezTo>
                    <a:cubicBezTo>
                      <a:pt x="36" y="28"/>
                      <a:pt x="35" y="28"/>
                      <a:pt x="34" y="29"/>
                    </a:cubicBezTo>
                    <a:lnTo>
                      <a:pt x="34" y="28"/>
                    </a:lnTo>
                    <a:cubicBezTo>
                      <a:pt x="34" y="29"/>
                      <a:pt x="34" y="29"/>
                      <a:pt x="34" y="29"/>
                    </a:cubicBezTo>
                    <a:cubicBezTo>
                      <a:pt x="33" y="29"/>
                      <a:pt x="32" y="29"/>
                      <a:pt x="32" y="29"/>
                    </a:cubicBezTo>
                    <a:cubicBezTo>
                      <a:pt x="31" y="29"/>
                      <a:pt x="31" y="29"/>
                      <a:pt x="31" y="29"/>
                    </a:cubicBezTo>
                    <a:cubicBezTo>
                      <a:pt x="27" y="30"/>
                      <a:pt x="23" y="31"/>
                      <a:pt x="19" y="32"/>
                    </a:cubicBezTo>
                    <a:cubicBezTo>
                      <a:pt x="17" y="33"/>
                      <a:pt x="15" y="34"/>
                      <a:pt x="13" y="34"/>
                    </a:cubicBezTo>
                    <a:cubicBezTo>
                      <a:pt x="12" y="34"/>
                      <a:pt x="11" y="34"/>
                      <a:pt x="11" y="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" name="Google Shape;349;p3"/>
              <p:cNvSpPr/>
              <p:nvPr/>
            </p:nvSpPr>
            <p:spPr>
              <a:xfrm>
                <a:off x="426600" y="1253880"/>
                <a:ext cx="31680" cy="33840"/>
              </a:xfrm>
              <a:custGeom>
                <a:avLst/>
                <a:gdLst/>
                <a:ahLst/>
                <a:cxnLst/>
                <a:rect l="l" t="t" r="r" b="b"/>
                <a:pathLst>
                  <a:path w="88" h="94" extrusionOk="0">
                    <a:moveTo>
                      <a:pt x="65" y="89"/>
                    </a:moveTo>
                    <a:cubicBezTo>
                      <a:pt x="55" y="78"/>
                      <a:pt x="46" y="67"/>
                      <a:pt x="36" y="56"/>
                    </a:cubicBezTo>
                    <a:cubicBezTo>
                      <a:pt x="30" y="51"/>
                      <a:pt x="26" y="46"/>
                      <a:pt x="21" y="41"/>
                    </a:cubicBezTo>
                    <a:cubicBezTo>
                      <a:pt x="18" y="37"/>
                      <a:pt x="14" y="32"/>
                      <a:pt x="10" y="28"/>
                    </a:cubicBezTo>
                    <a:cubicBezTo>
                      <a:pt x="6" y="27"/>
                      <a:pt x="3" y="24"/>
                      <a:pt x="2" y="20"/>
                    </a:cubicBezTo>
                    <a:cubicBezTo>
                      <a:pt x="1" y="18"/>
                      <a:pt x="1" y="17"/>
                      <a:pt x="1" y="16"/>
                    </a:cubicBezTo>
                    <a:cubicBezTo>
                      <a:pt x="0" y="7"/>
                      <a:pt x="8" y="0"/>
                      <a:pt x="17" y="2"/>
                    </a:cubicBezTo>
                    <a:cubicBezTo>
                      <a:pt x="22" y="3"/>
                      <a:pt x="25" y="7"/>
                      <a:pt x="28" y="11"/>
                    </a:cubicBezTo>
                    <a:cubicBezTo>
                      <a:pt x="29" y="13"/>
                      <a:pt x="30" y="14"/>
                      <a:pt x="32" y="16"/>
                    </a:cubicBezTo>
                    <a:cubicBezTo>
                      <a:pt x="48" y="35"/>
                      <a:pt x="65" y="53"/>
                      <a:pt x="83" y="72"/>
                    </a:cubicBezTo>
                    <a:cubicBezTo>
                      <a:pt x="87" y="77"/>
                      <a:pt x="87" y="85"/>
                      <a:pt x="82" y="90"/>
                    </a:cubicBezTo>
                    <a:cubicBezTo>
                      <a:pt x="80" y="92"/>
                      <a:pt x="77" y="93"/>
                      <a:pt x="73" y="93"/>
                    </a:cubicBezTo>
                    <a:cubicBezTo>
                      <a:pt x="71" y="93"/>
                      <a:pt x="67" y="91"/>
                      <a:pt x="65" y="8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" name="Google Shape;350;p3"/>
              <p:cNvSpPr/>
              <p:nvPr/>
            </p:nvSpPr>
            <p:spPr>
              <a:xfrm>
                <a:off x="426240" y="1253520"/>
                <a:ext cx="45720" cy="54360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51" extrusionOk="0">
                    <a:moveTo>
                      <a:pt x="8" y="149"/>
                    </a:moveTo>
                    <a:cubicBezTo>
                      <a:pt x="2" y="146"/>
                      <a:pt x="0" y="139"/>
                      <a:pt x="2" y="134"/>
                    </a:cubicBezTo>
                    <a:cubicBezTo>
                      <a:pt x="6" y="123"/>
                      <a:pt x="10" y="113"/>
                      <a:pt x="15" y="103"/>
                    </a:cubicBezTo>
                    <a:cubicBezTo>
                      <a:pt x="20" y="93"/>
                      <a:pt x="25" y="83"/>
                      <a:pt x="30" y="73"/>
                    </a:cubicBezTo>
                    <a:cubicBezTo>
                      <a:pt x="33" y="68"/>
                      <a:pt x="37" y="63"/>
                      <a:pt x="40" y="58"/>
                    </a:cubicBezTo>
                    <a:cubicBezTo>
                      <a:pt x="45" y="49"/>
                      <a:pt x="51" y="40"/>
                      <a:pt x="58" y="31"/>
                    </a:cubicBezTo>
                    <a:cubicBezTo>
                      <a:pt x="62" y="26"/>
                      <a:pt x="67" y="21"/>
                      <a:pt x="72" y="15"/>
                    </a:cubicBezTo>
                    <a:cubicBezTo>
                      <a:pt x="77" y="11"/>
                      <a:pt x="82" y="7"/>
                      <a:pt x="88" y="4"/>
                    </a:cubicBezTo>
                    <a:cubicBezTo>
                      <a:pt x="94" y="1"/>
                      <a:pt x="100" y="0"/>
                      <a:pt x="106" y="1"/>
                    </a:cubicBezTo>
                    <a:cubicBezTo>
                      <a:pt x="110" y="3"/>
                      <a:pt x="114" y="4"/>
                      <a:pt x="117" y="5"/>
                    </a:cubicBezTo>
                    <a:cubicBezTo>
                      <a:pt x="123" y="8"/>
                      <a:pt x="126" y="16"/>
                      <a:pt x="123" y="22"/>
                    </a:cubicBezTo>
                    <a:cubicBezTo>
                      <a:pt x="121" y="28"/>
                      <a:pt x="113" y="32"/>
                      <a:pt x="107" y="29"/>
                    </a:cubicBezTo>
                    <a:cubicBezTo>
                      <a:pt x="105" y="28"/>
                      <a:pt x="102" y="26"/>
                      <a:pt x="101" y="26"/>
                    </a:cubicBezTo>
                    <a:cubicBezTo>
                      <a:pt x="100" y="26"/>
                      <a:pt x="100" y="26"/>
                      <a:pt x="100" y="26"/>
                    </a:cubicBezTo>
                    <a:lnTo>
                      <a:pt x="101" y="26"/>
                    </a:lnTo>
                    <a:lnTo>
                      <a:pt x="100" y="26"/>
                    </a:lnTo>
                    <a:cubicBezTo>
                      <a:pt x="99" y="26"/>
                      <a:pt x="99" y="26"/>
                      <a:pt x="98" y="26"/>
                    </a:cubicBezTo>
                    <a:lnTo>
                      <a:pt x="99" y="26"/>
                    </a:lnTo>
                    <a:cubicBezTo>
                      <a:pt x="98" y="26"/>
                      <a:pt x="98" y="26"/>
                      <a:pt x="97" y="27"/>
                    </a:cubicBezTo>
                    <a:cubicBezTo>
                      <a:pt x="97" y="27"/>
                      <a:pt x="96" y="28"/>
                      <a:pt x="95" y="28"/>
                    </a:cubicBezTo>
                    <a:cubicBezTo>
                      <a:pt x="94" y="29"/>
                      <a:pt x="93" y="30"/>
                      <a:pt x="91" y="31"/>
                    </a:cubicBezTo>
                    <a:cubicBezTo>
                      <a:pt x="88" y="33"/>
                      <a:pt x="86" y="36"/>
                      <a:pt x="83" y="39"/>
                    </a:cubicBezTo>
                    <a:cubicBezTo>
                      <a:pt x="77" y="46"/>
                      <a:pt x="72" y="53"/>
                      <a:pt x="66" y="60"/>
                    </a:cubicBezTo>
                    <a:cubicBezTo>
                      <a:pt x="67" y="60"/>
                      <a:pt x="67" y="59"/>
                      <a:pt x="67" y="59"/>
                    </a:cubicBezTo>
                    <a:cubicBezTo>
                      <a:pt x="62" y="67"/>
                      <a:pt x="56" y="76"/>
                      <a:pt x="51" y="84"/>
                    </a:cubicBezTo>
                    <a:cubicBezTo>
                      <a:pt x="47" y="90"/>
                      <a:pt x="44" y="96"/>
                      <a:pt x="41" y="102"/>
                    </a:cubicBezTo>
                    <a:cubicBezTo>
                      <a:pt x="38" y="107"/>
                      <a:pt x="36" y="113"/>
                      <a:pt x="33" y="118"/>
                    </a:cubicBezTo>
                    <a:cubicBezTo>
                      <a:pt x="30" y="125"/>
                      <a:pt x="27" y="133"/>
                      <a:pt x="25" y="139"/>
                    </a:cubicBezTo>
                    <a:lnTo>
                      <a:pt x="26" y="138"/>
                    </a:lnTo>
                    <a:cubicBezTo>
                      <a:pt x="25" y="139"/>
                      <a:pt x="24" y="141"/>
                      <a:pt x="24" y="143"/>
                    </a:cubicBezTo>
                    <a:cubicBezTo>
                      <a:pt x="22" y="148"/>
                      <a:pt x="17" y="150"/>
                      <a:pt x="13" y="150"/>
                    </a:cubicBezTo>
                    <a:cubicBezTo>
                      <a:pt x="11" y="150"/>
                      <a:pt x="10" y="150"/>
                      <a:pt x="8" y="1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" name="Google Shape;351;p3"/>
              <p:cNvSpPr/>
              <p:nvPr/>
            </p:nvSpPr>
            <p:spPr>
              <a:xfrm>
                <a:off x="479160" y="1333080"/>
                <a:ext cx="34560" cy="68760"/>
              </a:xfrm>
              <a:custGeom>
                <a:avLst/>
                <a:gdLst/>
                <a:ahLst/>
                <a:cxnLst/>
                <a:rect l="l" t="t" r="r" b="b"/>
                <a:pathLst>
                  <a:path w="96" h="191" extrusionOk="0">
                    <a:moveTo>
                      <a:pt x="71" y="184"/>
                    </a:moveTo>
                    <a:cubicBezTo>
                      <a:pt x="67" y="177"/>
                      <a:pt x="64" y="170"/>
                      <a:pt x="61" y="162"/>
                    </a:cubicBezTo>
                    <a:cubicBezTo>
                      <a:pt x="61" y="163"/>
                      <a:pt x="61" y="163"/>
                      <a:pt x="61" y="163"/>
                    </a:cubicBezTo>
                    <a:lnTo>
                      <a:pt x="61" y="162"/>
                    </a:lnTo>
                    <a:cubicBezTo>
                      <a:pt x="61" y="162"/>
                      <a:pt x="60" y="162"/>
                      <a:pt x="60" y="161"/>
                    </a:cubicBezTo>
                    <a:cubicBezTo>
                      <a:pt x="60" y="162"/>
                      <a:pt x="61" y="162"/>
                      <a:pt x="61" y="162"/>
                    </a:cubicBezTo>
                    <a:cubicBezTo>
                      <a:pt x="56" y="153"/>
                      <a:pt x="51" y="143"/>
                      <a:pt x="46" y="133"/>
                    </a:cubicBezTo>
                    <a:cubicBezTo>
                      <a:pt x="39" y="122"/>
                      <a:pt x="33" y="111"/>
                      <a:pt x="26" y="100"/>
                    </a:cubicBezTo>
                    <a:cubicBezTo>
                      <a:pt x="21" y="90"/>
                      <a:pt x="15" y="79"/>
                      <a:pt x="11" y="68"/>
                    </a:cubicBezTo>
                    <a:cubicBezTo>
                      <a:pt x="5" y="54"/>
                      <a:pt x="0" y="38"/>
                      <a:pt x="1" y="23"/>
                    </a:cubicBezTo>
                    <a:cubicBezTo>
                      <a:pt x="1" y="17"/>
                      <a:pt x="3" y="10"/>
                      <a:pt x="6" y="6"/>
                    </a:cubicBezTo>
                    <a:cubicBezTo>
                      <a:pt x="10" y="2"/>
                      <a:pt x="16" y="0"/>
                      <a:pt x="21" y="2"/>
                    </a:cubicBezTo>
                    <a:cubicBezTo>
                      <a:pt x="28" y="5"/>
                      <a:pt x="31" y="13"/>
                      <a:pt x="28" y="19"/>
                    </a:cubicBezTo>
                    <a:cubicBezTo>
                      <a:pt x="28" y="20"/>
                      <a:pt x="26" y="21"/>
                      <a:pt x="26" y="22"/>
                    </a:cubicBezTo>
                    <a:cubicBezTo>
                      <a:pt x="26" y="23"/>
                      <a:pt x="25" y="24"/>
                      <a:pt x="25" y="26"/>
                    </a:cubicBezTo>
                    <a:cubicBezTo>
                      <a:pt x="25" y="27"/>
                      <a:pt x="25" y="30"/>
                      <a:pt x="25" y="32"/>
                    </a:cubicBezTo>
                    <a:cubicBezTo>
                      <a:pt x="25" y="34"/>
                      <a:pt x="26" y="35"/>
                      <a:pt x="26" y="37"/>
                    </a:cubicBezTo>
                    <a:cubicBezTo>
                      <a:pt x="27" y="42"/>
                      <a:pt x="29" y="47"/>
                      <a:pt x="30" y="52"/>
                    </a:cubicBezTo>
                    <a:cubicBezTo>
                      <a:pt x="33" y="59"/>
                      <a:pt x="36" y="67"/>
                      <a:pt x="39" y="74"/>
                    </a:cubicBezTo>
                    <a:cubicBezTo>
                      <a:pt x="43" y="82"/>
                      <a:pt x="47" y="90"/>
                      <a:pt x="51" y="97"/>
                    </a:cubicBezTo>
                    <a:cubicBezTo>
                      <a:pt x="56" y="105"/>
                      <a:pt x="60" y="114"/>
                      <a:pt x="65" y="122"/>
                    </a:cubicBezTo>
                    <a:cubicBezTo>
                      <a:pt x="74" y="139"/>
                      <a:pt x="82" y="156"/>
                      <a:pt x="92" y="172"/>
                    </a:cubicBezTo>
                    <a:cubicBezTo>
                      <a:pt x="95" y="178"/>
                      <a:pt x="93" y="185"/>
                      <a:pt x="87" y="189"/>
                    </a:cubicBezTo>
                    <a:cubicBezTo>
                      <a:pt x="85" y="190"/>
                      <a:pt x="84" y="190"/>
                      <a:pt x="81" y="190"/>
                    </a:cubicBezTo>
                    <a:cubicBezTo>
                      <a:pt x="77" y="190"/>
                      <a:pt x="73" y="188"/>
                      <a:pt x="71" y="18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" name="Google Shape;352;p3"/>
              <p:cNvSpPr/>
              <p:nvPr/>
            </p:nvSpPr>
            <p:spPr>
              <a:xfrm>
                <a:off x="475200" y="1350720"/>
                <a:ext cx="55440" cy="56160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56" extrusionOk="0">
                    <a:moveTo>
                      <a:pt x="8" y="154"/>
                    </a:moveTo>
                    <a:cubicBezTo>
                      <a:pt x="3" y="150"/>
                      <a:pt x="0" y="143"/>
                      <a:pt x="4" y="137"/>
                    </a:cubicBezTo>
                    <a:cubicBezTo>
                      <a:pt x="11" y="126"/>
                      <a:pt x="19" y="115"/>
                      <a:pt x="27" y="105"/>
                    </a:cubicBezTo>
                    <a:cubicBezTo>
                      <a:pt x="35" y="95"/>
                      <a:pt x="43" y="85"/>
                      <a:pt x="51" y="75"/>
                    </a:cubicBezTo>
                    <a:cubicBezTo>
                      <a:pt x="60" y="65"/>
                      <a:pt x="68" y="55"/>
                      <a:pt x="78" y="45"/>
                    </a:cubicBezTo>
                    <a:cubicBezTo>
                      <a:pt x="86" y="35"/>
                      <a:pt x="95" y="26"/>
                      <a:pt x="105" y="18"/>
                    </a:cubicBezTo>
                    <a:cubicBezTo>
                      <a:pt x="114" y="12"/>
                      <a:pt x="124" y="7"/>
                      <a:pt x="134" y="3"/>
                    </a:cubicBezTo>
                    <a:cubicBezTo>
                      <a:pt x="141" y="0"/>
                      <a:pt x="148" y="4"/>
                      <a:pt x="151" y="10"/>
                    </a:cubicBezTo>
                    <a:cubicBezTo>
                      <a:pt x="153" y="17"/>
                      <a:pt x="150" y="24"/>
                      <a:pt x="144" y="27"/>
                    </a:cubicBezTo>
                    <a:cubicBezTo>
                      <a:pt x="138" y="29"/>
                      <a:pt x="132" y="31"/>
                      <a:pt x="127" y="34"/>
                    </a:cubicBezTo>
                    <a:cubicBezTo>
                      <a:pt x="125" y="35"/>
                      <a:pt x="123" y="36"/>
                      <a:pt x="121" y="37"/>
                    </a:cubicBezTo>
                    <a:cubicBezTo>
                      <a:pt x="119" y="39"/>
                      <a:pt x="117" y="40"/>
                      <a:pt x="115" y="42"/>
                    </a:cubicBezTo>
                    <a:cubicBezTo>
                      <a:pt x="104" y="52"/>
                      <a:pt x="94" y="62"/>
                      <a:pt x="84" y="73"/>
                    </a:cubicBezTo>
                    <a:cubicBezTo>
                      <a:pt x="75" y="84"/>
                      <a:pt x="65" y="95"/>
                      <a:pt x="56" y="106"/>
                    </a:cubicBezTo>
                    <a:cubicBezTo>
                      <a:pt x="47" y="116"/>
                      <a:pt x="39" y="127"/>
                      <a:pt x="31" y="139"/>
                    </a:cubicBezTo>
                    <a:cubicBezTo>
                      <a:pt x="29" y="142"/>
                      <a:pt x="26" y="146"/>
                      <a:pt x="25" y="150"/>
                    </a:cubicBezTo>
                    <a:cubicBezTo>
                      <a:pt x="22" y="153"/>
                      <a:pt x="18" y="155"/>
                      <a:pt x="14" y="155"/>
                    </a:cubicBezTo>
                    <a:cubicBezTo>
                      <a:pt x="12" y="155"/>
                      <a:pt x="10" y="154"/>
                      <a:pt x="8" y="1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" name="Google Shape;353;p3"/>
              <p:cNvSpPr/>
              <p:nvPr/>
            </p:nvSpPr>
            <p:spPr>
              <a:xfrm>
                <a:off x="540360" y="1310040"/>
                <a:ext cx="34560" cy="57240"/>
              </a:xfrm>
              <a:custGeom>
                <a:avLst/>
                <a:gdLst/>
                <a:ahLst/>
                <a:cxnLst/>
                <a:rect l="l" t="t" r="r" b="b"/>
                <a:pathLst>
                  <a:path w="96" h="159" extrusionOk="0">
                    <a:moveTo>
                      <a:pt x="13" y="157"/>
                    </a:moveTo>
                    <a:cubicBezTo>
                      <a:pt x="8" y="154"/>
                      <a:pt x="3" y="151"/>
                      <a:pt x="2" y="145"/>
                    </a:cubicBezTo>
                    <a:cubicBezTo>
                      <a:pt x="0" y="140"/>
                      <a:pt x="2" y="134"/>
                      <a:pt x="5" y="130"/>
                    </a:cubicBezTo>
                    <a:cubicBezTo>
                      <a:pt x="8" y="125"/>
                      <a:pt x="11" y="120"/>
                      <a:pt x="16" y="116"/>
                    </a:cubicBezTo>
                    <a:cubicBezTo>
                      <a:pt x="19" y="111"/>
                      <a:pt x="22" y="106"/>
                      <a:pt x="25" y="102"/>
                    </a:cubicBezTo>
                    <a:cubicBezTo>
                      <a:pt x="32" y="94"/>
                      <a:pt x="38" y="85"/>
                      <a:pt x="44" y="77"/>
                    </a:cubicBezTo>
                    <a:cubicBezTo>
                      <a:pt x="44" y="78"/>
                      <a:pt x="43" y="78"/>
                      <a:pt x="43" y="78"/>
                    </a:cubicBezTo>
                    <a:cubicBezTo>
                      <a:pt x="48" y="71"/>
                      <a:pt x="53" y="63"/>
                      <a:pt x="58" y="56"/>
                    </a:cubicBezTo>
                    <a:cubicBezTo>
                      <a:pt x="59" y="53"/>
                      <a:pt x="60" y="50"/>
                      <a:pt x="61" y="47"/>
                    </a:cubicBezTo>
                    <a:cubicBezTo>
                      <a:pt x="61" y="46"/>
                      <a:pt x="60" y="46"/>
                      <a:pt x="60" y="46"/>
                    </a:cubicBezTo>
                    <a:cubicBezTo>
                      <a:pt x="59" y="46"/>
                      <a:pt x="57" y="45"/>
                      <a:pt x="55" y="45"/>
                    </a:cubicBezTo>
                    <a:cubicBezTo>
                      <a:pt x="50" y="44"/>
                      <a:pt x="44" y="44"/>
                      <a:pt x="39" y="42"/>
                    </a:cubicBezTo>
                    <a:cubicBezTo>
                      <a:pt x="33" y="41"/>
                      <a:pt x="28" y="35"/>
                      <a:pt x="28" y="29"/>
                    </a:cubicBezTo>
                    <a:cubicBezTo>
                      <a:pt x="28" y="26"/>
                      <a:pt x="29" y="23"/>
                      <a:pt x="30" y="20"/>
                    </a:cubicBezTo>
                    <a:cubicBezTo>
                      <a:pt x="32" y="17"/>
                      <a:pt x="34" y="15"/>
                      <a:pt x="37" y="13"/>
                    </a:cubicBezTo>
                    <a:cubicBezTo>
                      <a:pt x="46" y="4"/>
                      <a:pt x="60" y="0"/>
                      <a:pt x="72" y="6"/>
                    </a:cubicBezTo>
                    <a:cubicBezTo>
                      <a:pt x="85" y="13"/>
                      <a:pt x="90" y="28"/>
                      <a:pt x="88" y="41"/>
                    </a:cubicBezTo>
                    <a:cubicBezTo>
                      <a:pt x="86" y="56"/>
                      <a:pt x="78" y="69"/>
                      <a:pt x="70" y="82"/>
                    </a:cubicBezTo>
                    <a:cubicBezTo>
                      <a:pt x="64" y="90"/>
                      <a:pt x="59" y="97"/>
                      <a:pt x="54" y="104"/>
                    </a:cubicBezTo>
                    <a:cubicBezTo>
                      <a:pt x="48" y="113"/>
                      <a:pt x="41" y="122"/>
                      <a:pt x="34" y="131"/>
                    </a:cubicBezTo>
                    <a:cubicBezTo>
                      <a:pt x="42" y="129"/>
                      <a:pt x="50" y="127"/>
                      <a:pt x="58" y="125"/>
                    </a:cubicBezTo>
                    <a:cubicBezTo>
                      <a:pt x="65" y="123"/>
                      <a:pt x="72" y="120"/>
                      <a:pt x="79" y="119"/>
                    </a:cubicBezTo>
                    <a:cubicBezTo>
                      <a:pt x="85" y="117"/>
                      <a:pt x="92" y="121"/>
                      <a:pt x="94" y="127"/>
                    </a:cubicBezTo>
                    <a:cubicBezTo>
                      <a:pt x="95" y="133"/>
                      <a:pt x="91" y="139"/>
                      <a:pt x="85" y="141"/>
                    </a:cubicBezTo>
                    <a:cubicBezTo>
                      <a:pt x="73" y="145"/>
                      <a:pt x="61" y="148"/>
                      <a:pt x="49" y="152"/>
                    </a:cubicBezTo>
                    <a:cubicBezTo>
                      <a:pt x="43" y="154"/>
                      <a:pt x="37" y="156"/>
                      <a:pt x="31" y="157"/>
                    </a:cubicBezTo>
                    <a:cubicBezTo>
                      <a:pt x="28" y="158"/>
                      <a:pt x="25" y="158"/>
                      <a:pt x="21" y="158"/>
                    </a:cubicBezTo>
                    <a:cubicBezTo>
                      <a:pt x="18" y="158"/>
                      <a:pt x="16" y="158"/>
                      <a:pt x="13" y="1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" name="Google Shape;354;p3"/>
              <p:cNvSpPr/>
              <p:nvPr/>
            </p:nvSpPr>
            <p:spPr>
              <a:xfrm>
                <a:off x="582480" y="1342800"/>
                <a:ext cx="56880" cy="74880"/>
              </a:xfrm>
              <a:custGeom>
                <a:avLst/>
                <a:gdLst/>
                <a:ahLst/>
                <a:cxnLst/>
                <a:rect l="l" t="t" r="r" b="b"/>
                <a:pathLst>
                  <a:path w="158" h="208" extrusionOk="0">
                    <a:moveTo>
                      <a:pt x="39" y="207"/>
                    </a:moveTo>
                    <a:cubicBezTo>
                      <a:pt x="31" y="207"/>
                      <a:pt x="24" y="206"/>
                      <a:pt x="17" y="203"/>
                    </a:cubicBezTo>
                    <a:cubicBezTo>
                      <a:pt x="10" y="201"/>
                      <a:pt x="4" y="197"/>
                      <a:pt x="2" y="189"/>
                    </a:cubicBezTo>
                    <a:cubicBezTo>
                      <a:pt x="0" y="183"/>
                      <a:pt x="1" y="176"/>
                      <a:pt x="5" y="171"/>
                    </a:cubicBezTo>
                    <a:cubicBezTo>
                      <a:pt x="9" y="166"/>
                      <a:pt x="14" y="163"/>
                      <a:pt x="19" y="160"/>
                    </a:cubicBezTo>
                    <a:cubicBezTo>
                      <a:pt x="28" y="152"/>
                      <a:pt x="38" y="145"/>
                      <a:pt x="48" y="138"/>
                    </a:cubicBezTo>
                    <a:cubicBezTo>
                      <a:pt x="52" y="134"/>
                      <a:pt x="57" y="130"/>
                      <a:pt x="61" y="127"/>
                    </a:cubicBezTo>
                    <a:cubicBezTo>
                      <a:pt x="78" y="113"/>
                      <a:pt x="94" y="99"/>
                      <a:pt x="109" y="83"/>
                    </a:cubicBezTo>
                    <a:cubicBezTo>
                      <a:pt x="114" y="78"/>
                      <a:pt x="118" y="73"/>
                      <a:pt x="122" y="67"/>
                    </a:cubicBezTo>
                    <a:cubicBezTo>
                      <a:pt x="124" y="64"/>
                      <a:pt x="126" y="61"/>
                      <a:pt x="128" y="58"/>
                    </a:cubicBezTo>
                    <a:cubicBezTo>
                      <a:pt x="128" y="56"/>
                      <a:pt x="129" y="54"/>
                      <a:pt x="130" y="53"/>
                    </a:cubicBezTo>
                    <a:cubicBezTo>
                      <a:pt x="130" y="52"/>
                      <a:pt x="130" y="50"/>
                      <a:pt x="131" y="49"/>
                    </a:cubicBezTo>
                    <a:cubicBezTo>
                      <a:pt x="131" y="47"/>
                      <a:pt x="132" y="45"/>
                      <a:pt x="132" y="43"/>
                    </a:cubicBezTo>
                    <a:cubicBezTo>
                      <a:pt x="132" y="43"/>
                      <a:pt x="132" y="42"/>
                      <a:pt x="132" y="41"/>
                    </a:cubicBezTo>
                    <a:cubicBezTo>
                      <a:pt x="132" y="40"/>
                      <a:pt x="132" y="39"/>
                      <a:pt x="132" y="38"/>
                    </a:cubicBezTo>
                    <a:cubicBezTo>
                      <a:pt x="131" y="38"/>
                      <a:pt x="131" y="38"/>
                      <a:pt x="131" y="37"/>
                    </a:cubicBezTo>
                    <a:cubicBezTo>
                      <a:pt x="131" y="36"/>
                      <a:pt x="131" y="36"/>
                      <a:pt x="131" y="36"/>
                    </a:cubicBezTo>
                    <a:cubicBezTo>
                      <a:pt x="130" y="36"/>
                      <a:pt x="130" y="36"/>
                      <a:pt x="130" y="36"/>
                    </a:cubicBezTo>
                    <a:cubicBezTo>
                      <a:pt x="130" y="35"/>
                      <a:pt x="130" y="35"/>
                      <a:pt x="130" y="35"/>
                    </a:cubicBezTo>
                    <a:cubicBezTo>
                      <a:pt x="129" y="34"/>
                      <a:pt x="128" y="34"/>
                      <a:pt x="127" y="32"/>
                    </a:cubicBezTo>
                    <a:cubicBezTo>
                      <a:pt x="126" y="32"/>
                      <a:pt x="125" y="32"/>
                      <a:pt x="125" y="31"/>
                    </a:cubicBezTo>
                    <a:cubicBezTo>
                      <a:pt x="124" y="31"/>
                      <a:pt x="123" y="31"/>
                      <a:pt x="123" y="31"/>
                    </a:cubicBezTo>
                    <a:cubicBezTo>
                      <a:pt x="119" y="29"/>
                      <a:pt x="116" y="29"/>
                      <a:pt x="112" y="28"/>
                    </a:cubicBezTo>
                    <a:cubicBezTo>
                      <a:pt x="108" y="27"/>
                      <a:pt x="104" y="27"/>
                      <a:pt x="100" y="26"/>
                    </a:cubicBezTo>
                    <a:cubicBezTo>
                      <a:pt x="96" y="26"/>
                      <a:pt x="92" y="26"/>
                      <a:pt x="88" y="26"/>
                    </a:cubicBezTo>
                    <a:lnTo>
                      <a:pt x="87" y="26"/>
                    </a:lnTo>
                    <a:cubicBezTo>
                      <a:pt x="89" y="29"/>
                      <a:pt x="89" y="32"/>
                      <a:pt x="88" y="35"/>
                    </a:cubicBezTo>
                    <a:cubicBezTo>
                      <a:pt x="86" y="42"/>
                      <a:pt x="79" y="46"/>
                      <a:pt x="72" y="44"/>
                    </a:cubicBezTo>
                    <a:cubicBezTo>
                      <a:pt x="69" y="43"/>
                      <a:pt x="66" y="42"/>
                      <a:pt x="62" y="40"/>
                    </a:cubicBezTo>
                    <a:cubicBezTo>
                      <a:pt x="59" y="39"/>
                      <a:pt x="56" y="38"/>
                      <a:pt x="53" y="35"/>
                    </a:cubicBezTo>
                    <a:cubicBezTo>
                      <a:pt x="51" y="33"/>
                      <a:pt x="49" y="28"/>
                      <a:pt x="49" y="25"/>
                    </a:cubicBezTo>
                    <a:cubicBezTo>
                      <a:pt x="49" y="21"/>
                      <a:pt x="49" y="18"/>
                      <a:pt x="51" y="15"/>
                    </a:cubicBezTo>
                    <a:cubicBezTo>
                      <a:pt x="53" y="13"/>
                      <a:pt x="55" y="11"/>
                      <a:pt x="58" y="10"/>
                    </a:cubicBezTo>
                    <a:cubicBezTo>
                      <a:pt x="65" y="6"/>
                      <a:pt x="72" y="4"/>
                      <a:pt x="80" y="3"/>
                    </a:cubicBezTo>
                    <a:cubicBezTo>
                      <a:pt x="94" y="0"/>
                      <a:pt x="109" y="3"/>
                      <a:pt x="123" y="6"/>
                    </a:cubicBezTo>
                    <a:cubicBezTo>
                      <a:pt x="129" y="7"/>
                      <a:pt x="135" y="9"/>
                      <a:pt x="140" y="13"/>
                    </a:cubicBezTo>
                    <a:cubicBezTo>
                      <a:pt x="147" y="17"/>
                      <a:pt x="152" y="22"/>
                      <a:pt x="154" y="29"/>
                    </a:cubicBezTo>
                    <a:cubicBezTo>
                      <a:pt x="157" y="36"/>
                      <a:pt x="157" y="45"/>
                      <a:pt x="155" y="53"/>
                    </a:cubicBezTo>
                    <a:cubicBezTo>
                      <a:pt x="153" y="61"/>
                      <a:pt x="149" y="69"/>
                      <a:pt x="144" y="77"/>
                    </a:cubicBezTo>
                    <a:cubicBezTo>
                      <a:pt x="140" y="84"/>
                      <a:pt x="135" y="90"/>
                      <a:pt x="129" y="96"/>
                    </a:cubicBezTo>
                    <a:cubicBezTo>
                      <a:pt x="125" y="101"/>
                      <a:pt x="122" y="104"/>
                      <a:pt x="118" y="108"/>
                    </a:cubicBezTo>
                    <a:cubicBezTo>
                      <a:pt x="108" y="117"/>
                      <a:pt x="98" y="127"/>
                      <a:pt x="87" y="135"/>
                    </a:cubicBezTo>
                    <a:cubicBezTo>
                      <a:pt x="83" y="138"/>
                      <a:pt x="79" y="142"/>
                      <a:pt x="76" y="145"/>
                    </a:cubicBezTo>
                    <a:lnTo>
                      <a:pt x="76" y="144"/>
                    </a:lnTo>
                    <a:cubicBezTo>
                      <a:pt x="63" y="156"/>
                      <a:pt x="48" y="166"/>
                      <a:pt x="35" y="177"/>
                    </a:cubicBezTo>
                    <a:cubicBezTo>
                      <a:pt x="33" y="179"/>
                      <a:pt x="32" y="180"/>
                      <a:pt x="30" y="181"/>
                    </a:cubicBezTo>
                    <a:cubicBezTo>
                      <a:pt x="31" y="181"/>
                      <a:pt x="31" y="181"/>
                      <a:pt x="31" y="181"/>
                    </a:cubicBezTo>
                    <a:cubicBezTo>
                      <a:pt x="34" y="182"/>
                      <a:pt x="37" y="182"/>
                      <a:pt x="40" y="183"/>
                    </a:cubicBezTo>
                    <a:cubicBezTo>
                      <a:pt x="44" y="183"/>
                      <a:pt x="48" y="183"/>
                      <a:pt x="52" y="183"/>
                    </a:cubicBezTo>
                    <a:cubicBezTo>
                      <a:pt x="59" y="182"/>
                      <a:pt x="66" y="181"/>
                      <a:pt x="73" y="181"/>
                    </a:cubicBezTo>
                    <a:cubicBezTo>
                      <a:pt x="79" y="180"/>
                      <a:pt x="86" y="179"/>
                      <a:pt x="93" y="179"/>
                    </a:cubicBezTo>
                    <a:cubicBezTo>
                      <a:pt x="107" y="177"/>
                      <a:pt x="122" y="175"/>
                      <a:pt x="136" y="175"/>
                    </a:cubicBezTo>
                    <a:cubicBezTo>
                      <a:pt x="143" y="175"/>
                      <a:pt x="149" y="180"/>
                      <a:pt x="149" y="187"/>
                    </a:cubicBezTo>
                    <a:cubicBezTo>
                      <a:pt x="149" y="194"/>
                      <a:pt x="143" y="199"/>
                      <a:pt x="136" y="199"/>
                    </a:cubicBezTo>
                    <a:cubicBezTo>
                      <a:pt x="132" y="199"/>
                      <a:pt x="128" y="200"/>
                      <a:pt x="124" y="200"/>
                    </a:cubicBezTo>
                    <a:cubicBezTo>
                      <a:pt x="112" y="201"/>
                      <a:pt x="100" y="202"/>
                      <a:pt x="87" y="204"/>
                    </a:cubicBezTo>
                    <a:cubicBezTo>
                      <a:pt x="73" y="205"/>
                      <a:pt x="59" y="207"/>
                      <a:pt x="44" y="207"/>
                    </a:cubicBezTo>
                    <a:cubicBezTo>
                      <a:pt x="42" y="207"/>
                      <a:pt x="41" y="207"/>
                      <a:pt x="39" y="20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" name="Google Shape;355;p3"/>
              <p:cNvSpPr/>
              <p:nvPr/>
            </p:nvSpPr>
            <p:spPr>
              <a:xfrm>
                <a:off x="578520" y="1377720"/>
                <a:ext cx="7632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212" h="31" extrusionOk="0">
                    <a:moveTo>
                      <a:pt x="15" y="30"/>
                    </a:moveTo>
                    <a:cubicBezTo>
                      <a:pt x="14" y="29"/>
                      <a:pt x="13" y="29"/>
                      <a:pt x="12" y="29"/>
                    </a:cubicBezTo>
                    <a:cubicBezTo>
                      <a:pt x="9" y="27"/>
                      <a:pt x="7" y="25"/>
                      <a:pt x="5" y="22"/>
                    </a:cubicBezTo>
                    <a:cubicBezTo>
                      <a:pt x="0" y="15"/>
                      <a:pt x="6" y="6"/>
                      <a:pt x="13" y="4"/>
                    </a:cubicBezTo>
                    <a:cubicBezTo>
                      <a:pt x="19" y="2"/>
                      <a:pt x="25" y="2"/>
                      <a:pt x="31" y="2"/>
                    </a:cubicBezTo>
                    <a:cubicBezTo>
                      <a:pt x="30" y="2"/>
                      <a:pt x="30" y="2"/>
                      <a:pt x="29" y="2"/>
                    </a:cubicBezTo>
                    <a:cubicBezTo>
                      <a:pt x="44" y="1"/>
                      <a:pt x="58" y="1"/>
                      <a:pt x="72" y="0"/>
                    </a:cubicBezTo>
                    <a:cubicBezTo>
                      <a:pt x="84" y="0"/>
                      <a:pt x="96" y="0"/>
                      <a:pt x="108" y="1"/>
                    </a:cubicBezTo>
                    <a:cubicBezTo>
                      <a:pt x="134" y="1"/>
                      <a:pt x="159" y="2"/>
                      <a:pt x="185" y="3"/>
                    </a:cubicBezTo>
                    <a:cubicBezTo>
                      <a:pt x="190" y="3"/>
                      <a:pt x="194" y="3"/>
                      <a:pt x="200" y="4"/>
                    </a:cubicBezTo>
                    <a:cubicBezTo>
                      <a:pt x="206" y="4"/>
                      <a:pt x="211" y="8"/>
                      <a:pt x="210" y="15"/>
                    </a:cubicBezTo>
                    <a:cubicBezTo>
                      <a:pt x="210" y="20"/>
                      <a:pt x="206" y="26"/>
                      <a:pt x="199" y="26"/>
                    </a:cubicBezTo>
                    <a:cubicBezTo>
                      <a:pt x="174" y="24"/>
                      <a:pt x="147" y="24"/>
                      <a:pt x="122" y="23"/>
                    </a:cubicBezTo>
                    <a:cubicBezTo>
                      <a:pt x="111" y="23"/>
                      <a:pt x="100" y="23"/>
                      <a:pt x="88" y="24"/>
                    </a:cubicBezTo>
                    <a:cubicBezTo>
                      <a:pt x="83" y="24"/>
                      <a:pt x="77" y="24"/>
                      <a:pt x="72" y="24"/>
                    </a:cubicBezTo>
                    <a:cubicBezTo>
                      <a:pt x="65" y="24"/>
                      <a:pt x="58" y="24"/>
                      <a:pt x="52" y="25"/>
                    </a:cubicBezTo>
                    <a:cubicBezTo>
                      <a:pt x="44" y="26"/>
                      <a:pt x="35" y="26"/>
                      <a:pt x="27" y="27"/>
                    </a:cubicBezTo>
                    <a:cubicBezTo>
                      <a:pt x="25" y="29"/>
                      <a:pt x="22" y="30"/>
                      <a:pt x="19" y="30"/>
                    </a:cubicBezTo>
                    <a:cubicBezTo>
                      <a:pt x="17" y="30"/>
                      <a:pt x="16" y="30"/>
                      <a:pt x="15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" name="Google Shape;356;p3"/>
              <p:cNvSpPr/>
              <p:nvPr/>
            </p:nvSpPr>
            <p:spPr>
              <a:xfrm>
                <a:off x="669960" y="1291320"/>
                <a:ext cx="27000" cy="173160"/>
              </a:xfrm>
              <a:custGeom>
                <a:avLst/>
                <a:gdLst/>
                <a:ahLst/>
                <a:cxnLst/>
                <a:rect l="l" t="t" r="r" b="b"/>
                <a:pathLst>
                  <a:path w="75" h="481" extrusionOk="0">
                    <a:moveTo>
                      <a:pt x="13" y="480"/>
                    </a:moveTo>
                    <a:cubicBezTo>
                      <a:pt x="7" y="480"/>
                      <a:pt x="0" y="475"/>
                      <a:pt x="1" y="468"/>
                    </a:cubicBezTo>
                    <a:cubicBezTo>
                      <a:pt x="2" y="461"/>
                      <a:pt x="3" y="455"/>
                      <a:pt x="3" y="449"/>
                    </a:cubicBezTo>
                    <a:cubicBezTo>
                      <a:pt x="5" y="443"/>
                      <a:pt x="5" y="437"/>
                      <a:pt x="6" y="432"/>
                    </a:cubicBezTo>
                    <a:cubicBezTo>
                      <a:pt x="7" y="419"/>
                      <a:pt x="9" y="407"/>
                      <a:pt x="11" y="395"/>
                    </a:cubicBezTo>
                    <a:cubicBezTo>
                      <a:pt x="14" y="371"/>
                      <a:pt x="17" y="347"/>
                      <a:pt x="20" y="323"/>
                    </a:cubicBezTo>
                    <a:cubicBezTo>
                      <a:pt x="24" y="291"/>
                      <a:pt x="26" y="260"/>
                      <a:pt x="29" y="228"/>
                    </a:cubicBezTo>
                    <a:cubicBezTo>
                      <a:pt x="33" y="178"/>
                      <a:pt x="34" y="128"/>
                      <a:pt x="36" y="77"/>
                    </a:cubicBezTo>
                    <a:cubicBezTo>
                      <a:pt x="37" y="73"/>
                      <a:pt x="37" y="69"/>
                      <a:pt x="37" y="64"/>
                    </a:cubicBezTo>
                    <a:cubicBezTo>
                      <a:pt x="38" y="59"/>
                      <a:pt x="38" y="54"/>
                      <a:pt x="38" y="49"/>
                    </a:cubicBezTo>
                    <a:cubicBezTo>
                      <a:pt x="40" y="37"/>
                      <a:pt x="42" y="24"/>
                      <a:pt x="45" y="13"/>
                    </a:cubicBezTo>
                    <a:cubicBezTo>
                      <a:pt x="47" y="9"/>
                      <a:pt x="49" y="4"/>
                      <a:pt x="54" y="2"/>
                    </a:cubicBezTo>
                    <a:cubicBezTo>
                      <a:pt x="56" y="0"/>
                      <a:pt x="61" y="0"/>
                      <a:pt x="64" y="1"/>
                    </a:cubicBezTo>
                    <a:cubicBezTo>
                      <a:pt x="70" y="2"/>
                      <a:pt x="74" y="10"/>
                      <a:pt x="72" y="16"/>
                    </a:cubicBezTo>
                    <a:cubicBezTo>
                      <a:pt x="72" y="19"/>
                      <a:pt x="70" y="20"/>
                      <a:pt x="69" y="22"/>
                    </a:cubicBezTo>
                    <a:cubicBezTo>
                      <a:pt x="67" y="26"/>
                      <a:pt x="66" y="30"/>
                      <a:pt x="65" y="34"/>
                    </a:cubicBezTo>
                    <a:cubicBezTo>
                      <a:pt x="62" y="48"/>
                      <a:pt x="61" y="63"/>
                      <a:pt x="59" y="79"/>
                    </a:cubicBezTo>
                    <a:cubicBezTo>
                      <a:pt x="58" y="102"/>
                      <a:pt x="56" y="126"/>
                      <a:pt x="55" y="149"/>
                    </a:cubicBezTo>
                    <a:cubicBezTo>
                      <a:pt x="54" y="176"/>
                      <a:pt x="52" y="203"/>
                      <a:pt x="49" y="229"/>
                    </a:cubicBezTo>
                    <a:cubicBezTo>
                      <a:pt x="45" y="278"/>
                      <a:pt x="40" y="328"/>
                      <a:pt x="34" y="377"/>
                    </a:cubicBezTo>
                    <a:cubicBezTo>
                      <a:pt x="31" y="404"/>
                      <a:pt x="28" y="431"/>
                      <a:pt x="26" y="458"/>
                    </a:cubicBezTo>
                    <a:cubicBezTo>
                      <a:pt x="26" y="457"/>
                      <a:pt x="26" y="457"/>
                      <a:pt x="26" y="456"/>
                    </a:cubicBezTo>
                    <a:cubicBezTo>
                      <a:pt x="26" y="460"/>
                      <a:pt x="26" y="464"/>
                      <a:pt x="26" y="468"/>
                    </a:cubicBezTo>
                    <a:cubicBezTo>
                      <a:pt x="26" y="475"/>
                      <a:pt x="20" y="480"/>
                      <a:pt x="13" y="4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" name="Google Shape;357;p3"/>
              <p:cNvSpPr/>
              <p:nvPr/>
            </p:nvSpPr>
            <p:spPr>
              <a:xfrm>
                <a:off x="704160" y="1251000"/>
                <a:ext cx="28800" cy="83160"/>
              </a:xfrm>
              <a:custGeom>
                <a:avLst/>
                <a:gdLst/>
                <a:ahLst/>
                <a:cxnLst/>
                <a:rect l="l" t="t" r="r" b="b"/>
                <a:pathLst>
                  <a:path w="80" h="231" extrusionOk="0">
                    <a:moveTo>
                      <a:pt x="27" y="230"/>
                    </a:moveTo>
                    <a:cubicBezTo>
                      <a:pt x="19" y="230"/>
                      <a:pt x="14" y="223"/>
                      <a:pt x="14" y="216"/>
                    </a:cubicBezTo>
                    <a:cubicBezTo>
                      <a:pt x="15" y="210"/>
                      <a:pt x="16" y="203"/>
                      <a:pt x="17" y="198"/>
                    </a:cubicBezTo>
                    <a:cubicBezTo>
                      <a:pt x="19" y="191"/>
                      <a:pt x="19" y="185"/>
                      <a:pt x="20" y="180"/>
                    </a:cubicBezTo>
                    <a:cubicBezTo>
                      <a:pt x="22" y="167"/>
                      <a:pt x="23" y="154"/>
                      <a:pt x="25" y="142"/>
                    </a:cubicBezTo>
                    <a:cubicBezTo>
                      <a:pt x="26" y="135"/>
                      <a:pt x="26" y="128"/>
                      <a:pt x="27" y="120"/>
                    </a:cubicBezTo>
                    <a:cubicBezTo>
                      <a:pt x="27" y="121"/>
                      <a:pt x="26" y="122"/>
                      <a:pt x="26" y="124"/>
                    </a:cubicBezTo>
                    <a:cubicBezTo>
                      <a:pt x="24" y="131"/>
                      <a:pt x="17" y="135"/>
                      <a:pt x="10" y="132"/>
                    </a:cubicBezTo>
                    <a:cubicBezTo>
                      <a:pt x="7" y="132"/>
                      <a:pt x="5" y="129"/>
                      <a:pt x="3" y="127"/>
                    </a:cubicBezTo>
                    <a:cubicBezTo>
                      <a:pt x="0" y="123"/>
                      <a:pt x="1" y="120"/>
                      <a:pt x="2" y="115"/>
                    </a:cubicBezTo>
                    <a:cubicBezTo>
                      <a:pt x="4" y="110"/>
                      <a:pt x="7" y="106"/>
                      <a:pt x="10" y="100"/>
                    </a:cubicBezTo>
                    <a:cubicBezTo>
                      <a:pt x="13" y="96"/>
                      <a:pt x="16" y="91"/>
                      <a:pt x="19" y="86"/>
                    </a:cubicBezTo>
                    <a:cubicBezTo>
                      <a:pt x="24" y="76"/>
                      <a:pt x="30" y="67"/>
                      <a:pt x="35" y="57"/>
                    </a:cubicBezTo>
                    <a:cubicBezTo>
                      <a:pt x="40" y="46"/>
                      <a:pt x="45" y="34"/>
                      <a:pt x="49" y="23"/>
                    </a:cubicBezTo>
                    <a:cubicBezTo>
                      <a:pt x="51" y="18"/>
                      <a:pt x="52" y="13"/>
                      <a:pt x="54" y="8"/>
                    </a:cubicBezTo>
                    <a:cubicBezTo>
                      <a:pt x="56" y="3"/>
                      <a:pt x="63" y="0"/>
                      <a:pt x="68" y="2"/>
                    </a:cubicBezTo>
                    <a:cubicBezTo>
                      <a:pt x="74" y="4"/>
                      <a:pt x="79" y="11"/>
                      <a:pt x="77" y="17"/>
                    </a:cubicBezTo>
                    <a:cubicBezTo>
                      <a:pt x="75" y="22"/>
                      <a:pt x="73" y="27"/>
                      <a:pt x="71" y="33"/>
                    </a:cubicBezTo>
                    <a:cubicBezTo>
                      <a:pt x="65" y="50"/>
                      <a:pt x="60" y="67"/>
                      <a:pt x="56" y="83"/>
                    </a:cubicBezTo>
                    <a:cubicBezTo>
                      <a:pt x="53" y="94"/>
                      <a:pt x="52" y="105"/>
                      <a:pt x="50" y="116"/>
                    </a:cubicBezTo>
                    <a:cubicBezTo>
                      <a:pt x="49" y="127"/>
                      <a:pt x="48" y="138"/>
                      <a:pt x="47" y="149"/>
                    </a:cubicBezTo>
                    <a:cubicBezTo>
                      <a:pt x="44" y="171"/>
                      <a:pt x="41" y="194"/>
                      <a:pt x="39" y="216"/>
                    </a:cubicBezTo>
                    <a:cubicBezTo>
                      <a:pt x="39" y="216"/>
                      <a:pt x="39" y="217"/>
                      <a:pt x="39" y="218"/>
                    </a:cubicBezTo>
                    <a:cubicBezTo>
                      <a:pt x="38" y="224"/>
                      <a:pt x="33" y="230"/>
                      <a:pt x="27" y="2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" name="Google Shape;358;p3"/>
              <p:cNvSpPr/>
              <p:nvPr/>
            </p:nvSpPr>
            <p:spPr>
              <a:xfrm>
                <a:off x="739440" y="1254600"/>
                <a:ext cx="43920" cy="6588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183" extrusionOk="0">
                    <a:moveTo>
                      <a:pt x="39" y="158"/>
                    </a:moveTo>
                    <a:cubicBezTo>
                      <a:pt x="39" y="157"/>
                      <a:pt x="39" y="157"/>
                      <a:pt x="39" y="157"/>
                    </a:cubicBezTo>
                    <a:cubicBezTo>
                      <a:pt x="40" y="157"/>
                      <a:pt x="41" y="157"/>
                      <a:pt x="42" y="157"/>
                    </a:cubicBezTo>
                    <a:cubicBezTo>
                      <a:pt x="43" y="155"/>
                      <a:pt x="45" y="153"/>
                      <a:pt x="48" y="151"/>
                    </a:cubicBezTo>
                    <a:cubicBezTo>
                      <a:pt x="47" y="152"/>
                      <a:pt x="46" y="153"/>
                      <a:pt x="46" y="153"/>
                    </a:cubicBezTo>
                    <a:cubicBezTo>
                      <a:pt x="49" y="150"/>
                      <a:pt x="52" y="147"/>
                      <a:pt x="55" y="144"/>
                    </a:cubicBezTo>
                    <a:lnTo>
                      <a:pt x="54" y="145"/>
                    </a:lnTo>
                    <a:cubicBezTo>
                      <a:pt x="56" y="143"/>
                      <a:pt x="59" y="140"/>
                      <a:pt x="60" y="137"/>
                    </a:cubicBezTo>
                    <a:cubicBezTo>
                      <a:pt x="64" y="132"/>
                      <a:pt x="67" y="127"/>
                      <a:pt x="70" y="122"/>
                    </a:cubicBezTo>
                    <a:lnTo>
                      <a:pt x="69" y="122"/>
                    </a:lnTo>
                    <a:cubicBezTo>
                      <a:pt x="70" y="122"/>
                      <a:pt x="70" y="122"/>
                      <a:pt x="70" y="122"/>
                    </a:cubicBezTo>
                    <a:lnTo>
                      <a:pt x="70" y="121"/>
                    </a:lnTo>
                    <a:lnTo>
                      <a:pt x="70" y="122"/>
                    </a:lnTo>
                    <a:cubicBezTo>
                      <a:pt x="77" y="108"/>
                      <a:pt x="82" y="95"/>
                      <a:pt x="87" y="81"/>
                    </a:cubicBezTo>
                    <a:cubicBezTo>
                      <a:pt x="90" y="73"/>
                      <a:pt x="92" y="65"/>
                      <a:pt x="95" y="57"/>
                    </a:cubicBezTo>
                    <a:cubicBezTo>
                      <a:pt x="95" y="51"/>
                      <a:pt x="97" y="46"/>
                      <a:pt x="97" y="41"/>
                    </a:cubicBezTo>
                    <a:cubicBezTo>
                      <a:pt x="97" y="40"/>
                      <a:pt x="97" y="40"/>
                      <a:pt x="97" y="38"/>
                    </a:cubicBezTo>
                    <a:cubicBezTo>
                      <a:pt x="97" y="38"/>
                      <a:pt x="97" y="37"/>
                      <a:pt x="97" y="36"/>
                    </a:cubicBezTo>
                    <a:cubicBezTo>
                      <a:pt x="97" y="34"/>
                      <a:pt x="96" y="34"/>
                      <a:pt x="96" y="33"/>
                    </a:cubicBezTo>
                    <a:cubicBezTo>
                      <a:pt x="95" y="31"/>
                      <a:pt x="95" y="30"/>
                      <a:pt x="94" y="29"/>
                    </a:cubicBezTo>
                    <a:cubicBezTo>
                      <a:pt x="94" y="28"/>
                      <a:pt x="94" y="27"/>
                      <a:pt x="94" y="27"/>
                    </a:cubicBezTo>
                    <a:cubicBezTo>
                      <a:pt x="93" y="27"/>
                      <a:pt x="93" y="27"/>
                      <a:pt x="93" y="27"/>
                    </a:cubicBezTo>
                    <a:lnTo>
                      <a:pt x="92" y="27"/>
                    </a:lnTo>
                    <a:cubicBezTo>
                      <a:pt x="91" y="27"/>
                      <a:pt x="91" y="27"/>
                      <a:pt x="90" y="27"/>
                    </a:cubicBezTo>
                    <a:cubicBezTo>
                      <a:pt x="90" y="27"/>
                      <a:pt x="88" y="28"/>
                      <a:pt x="87" y="29"/>
                    </a:cubicBezTo>
                    <a:cubicBezTo>
                      <a:pt x="86" y="29"/>
                      <a:pt x="85" y="30"/>
                      <a:pt x="84" y="30"/>
                    </a:cubicBezTo>
                    <a:cubicBezTo>
                      <a:pt x="82" y="31"/>
                      <a:pt x="80" y="33"/>
                      <a:pt x="78" y="34"/>
                    </a:cubicBezTo>
                    <a:cubicBezTo>
                      <a:pt x="76" y="36"/>
                      <a:pt x="74" y="38"/>
                      <a:pt x="72" y="41"/>
                    </a:cubicBezTo>
                    <a:cubicBezTo>
                      <a:pt x="72" y="40"/>
                      <a:pt x="72" y="40"/>
                      <a:pt x="72" y="40"/>
                    </a:cubicBezTo>
                    <a:cubicBezTo>
                      <a:pt x="67" y="45"/>
                      <a:pt x="63" y="51"/>
                      <a:pt x="60" y="56"/>
                    </a:cubicBezTo>
                    <a:cubicBezTo>
                      <a:pt x="56" y="61"/>
                      <a:pt x="53" y="67"/>
                      <a:pt x="49" y="73"/>
                    </a:cubicBezTo>
                    <a:cubicBezTo>
                      <a:pt x="45" y="83"/>
                      <a:pt x="40" y="93"/>
                      <a:pt x="35" y="103"/>
                    </a:cubicBezTo>
                    <a:cubicBezTo>
                      <a:pt x="33" y="107"/>
                      <a:pt x="29" y="110"/>
                      <a:pt x="24" y="109"/>
                    </a:cubicBezTo>
                    <a:cubicBezTo>
                      <a:pt x="25" y="114"/>
                      <a:pt x="25" y="120"/>
                      <a:pt x="27" y="125"/>
                    </a:cubicBezTo>
                    <a:cubicBezTo>
                      <a:pt x="28" y="129"/>
                      <a:pt x="28" y="133"/>
                      <a:pt x="29" y="137"/>
                    </a:cubicBezTo>
                    <a:cubicBezTo>
                      <a:pt x="32" y="143"/>
                      <a:pt x="34" y="148"/>
                      <a:pt x="36" y="154"/>
                    </a:cubicBezTo>
                    <a:cubicBezTo>
                      <a:pt x="37" y="154"/>
                      <a:pt x="38" y="156"/>
                      <a:pt x="38" y="156"/>
                    </a:cubicBezTo>
                    <a:cubicBezTo>
                      <a:pt x="38" y="157"/>
                      <a:pt x="39" y="157"/>
                      <a:pt x="39" y="157"/>
                    </a:cubicBezTo>
                    <a:lnTo>
                      <a:pt x="40" y="157"/>
                    </a:lnTo>
                    <a:cubicBezTo>
                      <a:pt x="39" y="157"/>
                      <a:pt x="39" y="157"/>
                      <a:pt x="39" y="158"/>
                    </a:cubicBezTo>
                    <a:moveTo>
                      <a:pt x="27" y="178"/>
                    </a:moveTo>
                    <a:cubicBezTo>
                      <a:pt x="19" y="173"/>
                      <a:pt x="16" y="164"/>
                      <a:pt x="13" y="156"/>
                    </a:cubicBezTo>
                    <a:cubicBezTo>
                      <a:pt x="11" y="152"/>
                      <a:pt x="9" y="148"/>
                      <a:pt x="8" y="143"/>
                    </a:cubicBezTo>
                    <a:cubicBezTo>
                      <a:pt x="4" y="132"/>
                      <a:pt x="2" y="120"/>
                      <a:pt x="1" y="108"/>
                    </a:cubicBezTo>
                    <a:cubicBezTo>
                      <a:pt x="0" y="96"/>
                      <a:pt x="0" y="84"/>
                      <a:pt x="3" y="73"/>
                    </a:cubicBezTo>
                    <a:cubicBezTo>
                      <a:pt x="6" y="62"/>
                      <a:pt x="10" y="51"/>
                      <a:pt x="17" y="42"/>
                    </a:cubicBezTo>
                    <a:cubicBezTo>
                      <a:pt x="21" y="37"/>
                      <a:pt x="29" y="36"/>
                      <a:pt x="35" y="40"/>
                    </a:cubicBezTo>
                    <a:cubicBezTo>
                      <a:pt x="36" y="41"/>
                      <a:pt x="38" y="43"/>
                      <a:pt x="39" y="45"/>
                    </a:cubicBezTo>
                    <a:cubicBezTo>
                      <a:pt x="39" y="44"/>
                      <a:pt x="40" y="43"/>
                      <a:pt x="41" y="42"/>
                    </a:cubicBezTo>
                    <a:cubicBezTo>
                      <a:pt x="50" y="29"/>
                      <a:pt x="61" y="16"/>
                      <a:pt x="74" y="8"/>
                    </a:cubicBezTo>
                    <a:cubicBezTo>
                      <a:pt x="86" y="1"/>
                      <a:pt x="102" y="0"/>
                      <a:pt x="111" y="12"/>
                    </a:cubicBezTo>
                    <a:cubicBezTo>
                      <a:pt x="115" y="17"/>
                      <a:pt x="117" y="23"/>
                      <a:pt x="119" y="30"/>
                    </a:cubicBezTo>
                    <a:cubicBezTo>
                      <a:pt x="121" y="38"/>
                      <a:pt x="120" y="46"/>
                      <a:pt x="118" y="54"/>
                    </a:cubicBezTo>
                    <a:cubicBezTo>
                      <a:pt x="116" y="65"/>
                      <a:pt x="113" y="76"/>
                      <a:pt x="109" y="87"/>
                    </a:cubicBezTo>
                    <a:cubicBezTo>
                      <a:pt x="105" y="99"/>
                      <a:pt x="100" y="111"/>
                      <a:pt x="95" y="122"/>
                    </a:cubicBezTo>
                    <a:cubicBezTo>
                      <a:pt x="90" y="133"/>
                      <a:pt x="85" y="144"/>
                      <a:pt x="78" y="153"/>
                    </a:cubicBezTo>
                    <a:cubicBezTo>
                      <a:pt x="74" y="158"/>
                      <a:pt x="71" y="162"/>
                      <a:pt x="67" y="165"/>
                    </a:cubicBezTo>
                    <a:cubicBezTo>
                      <a:pt x="63" y="170"/>
                      <a:pt x="59" y="174"/>
                      <a:pt x="54" y="177"/>
                    </a:cubicBezTo>
                    <a:cubicBezTo>
                      <a:pt x="50" y="179"/>
                      <a:pt x="45" y="181"/>
                      <a:pt x="40" y="182"/>
                    </a:cubicBezTo>
                    <a:cubicBezTo>
                      <a:pt x="39" y="182"/>
                      <a:pt x="39" y="182"/>
                      <a:pt x="38" y="182"/>
                    </a:cubicBezTo>
                    <a:cubicBezTo>
                      <a:pt x="34" y="182"/>
                      <a:pt x="30" y="180"/>
                      <a:pt x="27" y="1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" name="Google Shape;359;p3"/>
              <p:cNvSpPr/>
              <p:nvPr/>
            </p:nvSpPr>
            <p:spPr>
              <a:xfrm>
                <a:off x="703080" y="1424520"/>
                <a:ext cx="43920" cy="5868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163" extrusionOk="0">
                    <a:moveTo>
                      <a:pt x="45" y="139"/>
                    </a:moveTo>
                    <a:cubicBezTo>
                      <a:pt x="46" y="139"/>
                      <a:pt x="47" y="139"/>
                      <a:pt x="47" y="138"/>
                    </a:cubicBezTo>
                    <a:lnTo>
                      <a:pt x="48" y="138"/>
                    </a:lnTo>
                    <a:cubicBezTo>
                      <a:pt x="48" y="138"/>
                      <a:pt x="49" y="137"/>
                      <a:pt x="50" y="137"/>
                    </a:cubicBezTo>
                    <a:cubicBezTo>
                      <a:pt x="50" y="137"/>
                      <a:pt x="51" y="137"/>
                      <a:pt x="51" y="136"/>
                    </a:cubicBezTo>
                    <a:cubicBezTo>
                      <a:pt x="53" y="135"/>
                      <a:pt x="55" y="134"/>
                      <a:pt x="56" y="133"/>
                    </a:cubicBezTo>
                    <a:cubicBezTo>
                      <a:pt x="58" y="132"/>
                      <a:pt x="59" y="130"/>
                      <a:pt x="61" y="129"/>
                    </a:cubicBezTo>
                    <a:cubicBezTo>
                      <a:pt x="63" y="125"/>
                      <a:pt x="66" y="122"/>
                      <a:pt x="69" y="118"/>
                    </a:cubicBezTo>
                    <a:cubicBezTo>
                      <a:pt x="73" y="111"/>
                      <a:pt x="77" y="105"/>
                      <a:pt x="81" y="98"/>
                    </a:cubicBezTo>
                    <a:cubicBezTo>
                      <a:pt x="81" y="98"/>
                      <a:pt x="80" y="99"/>
                      <a:pt x="80" y="100"/>
                    </a:cubicBezTo>
                    <a:cubicBezTo>
                      <a:pt x="86" y="90"/>
                      <a:pt x="90" y="79"/>
                      <a:pt x="94" y="69"/>
                    </a:cubicBezTo>
                    <a:cubicBezTo>
                      <a:pt x="95" y="67"/>
                      <a:pt x="96" y="65"/>
                      <a:pt x="96" y="63"/>
                    </a:cubicBezTo>
                    <a:cubicBezTo>
                      <a:pt x="97" y="60"/>
                      <a:pt x="97" y="57"/>
                      <a:pt x="97" y="54"/>
                    </a:cubicBezTo>
                    <a:cubicBezTo>
                      <a:pt x="97" y="55"/>
                      <a:pt x="97" y="55"/>
                      <a:pt x="97" y="56"/>
                    </a:cubicBezTo>
                    <a:cubicBezTo>
                      <a:pt x="97" y="54"/>
                      <a:pt x="97" y="52"/>
                      <a:pt x="97" y="50"/>
                    </a:cubicBezTo>
                    <a:cubicBezTo>
                      <a:pt x="97" y="48"/>
                      <a:pt x="97" y="47"/>
                      <a:pt x="97" y="45"/>
                    </a:cubicBezTo>
                    <a:lnTo>
                      <a:pt x="96" y="45"/>
                    </a:lnTo>
                    <a:cubicBezTo>
                      <a:pt x="96" y="44"/>
                      <a:pt x="96" y="44"/>
                      <a:pt x="96" y="43"/>
                    </a:cubicBezTo>
                    <a:lnTo>
                      <a:pt x="96" y="44"/>
                    </a:lnTo>
                    <a:cubicBezTo>
                      <a:pt x="96" y="43"/>
                      <a:pt x="96" y="42"/>
                      <a:pt x="95" y="41"/>
                    </a:cubicBezTo>
                    <a:cubicBezTo>
                      <a:pt x="94" y="40"/>
                      <a:pt x="93" y="39"/>
                      <a:pt x="92" y="38"/>
                    </a:cubicBezTo>
                    <a:cubicBezTo>
                      <a:pt x="91" y="36"/>
                      <a:pt x="90" y="35"/>
                      <a:pt x="88" y="34"/>
                    </a:cubicBezTo>
                    <a:cubicBezTo>
                      <a:pt x="87" y="32"/>
                      <a:pt x="85" y="31"/>
                      <a:pt x="83" y="30"/>
                    </a:cubicBezTo>
                    <a:cubicBezTo>
                      <a:pt x="82" y="28"/>
                      <a:pt x="80" y="28"/>
                      <a:pt x="79" y="27"/>
                    </a:cubicBezTo>
                    <a:cubicBezTo>
                      <a:pt x="77" y="26"/>
                      <a:pt x="76" y="26"/>
                      <a:pt x="75" y="26"/>
                    </a:cubicBezTo>
                    <a:cubicBezTo>
                      <a:pt x="74" y="25"/>
                      <a:pt x="73" y="25"/>
                      <a:pt x="72" y="24"/>
                    </a:cubicBezTo>
                    <a:cubicBezTo>
                      <a:pt x="72" y="24"/>
                      <a:pt x="71" y="24"/>
                      <a:pt x="70" y="24"/>
                    </a:cubicBezTo>
                    <a:lnTo>
                      <a:pt x="71" y="24"/>
                    </a:lnTo>
                    <a:cubicBezTo>
                      <a:pt x="70" y="24"/>
                      <a:pt x="70" y="24"/>
                      <a:pt x="69" y="24"/>
                    </a:cubicBezTo>
                    <a:cubicBezTo>
                      <a:pt x="68" y="24"/>
                      <a:pt x="68" y="24"/>
                      <a:pt x="67" y="25"/>
                    </a:cubicBezTo>
                    <a:cubicBezTo>
                      <a:pt x="66" y="26"/>
                      <a:pt x="64" y="26"/>
                      <a:pt x="63" y="26"/>
                    </a:cubicBezTo>
                    <a:cubicBezTo>
                      <a:pt x="61" y="27"/>
                      <a:pt x="60" y="28"/>
                      <a:pt x="58" y="29"/>
                    </a:cubicBezTo>
                    <a:cubicBezTo>
                      <a:pt x="56" y="30"/>
                      <a:pt x="55" y="32"/>
                      <a:pt x="53" y="33"/>
                    </a:cubicBezTo>
                    <a:cubicBezTo>
                      <a:pt x="49" y="35"/>
                      <a:pt x="45" y="36"/>
                      <a:pt x="41" y="34"/>
                    </a:cubicBezTo>
                    <a:cubicBezTo>
                      <a:pt x="41" y="38"/>
                      <a:pt x="41" y="42"/>
                      <a:pt x="38" y="45"/>
                    </a:cubicBezTo>
                    <a:cubicBezTo>
                      <a:pt x="38" y="45"/>
                      <a:pt x="38" y="44"/>
                      <a:pt x="39" y="44"/>
                    </a:cubicBezTo>
                    <a:cubicBezTo>
                      <a:pt x="37" y="46"/>
                      <a:pt x="36" y="48"/>
                      <a:pt x="35" y="51"/>
                    </a:cubicBezTo>
                    <a:cubicBezTo>
                      <a:pt x="33" y="54"/>
                      <a:pt x="31" y="58"/>
                      <a:pt x="30" y="62"/>
                    </a:cubicBezTo>
                    <a:cubicBezTo>
                      <a:pt x="29" y="66"/>
                      <a:pt x="27" y="70"/>
                      <a:pt x="26" y="74"/>
                    </a:cubicBezTo>
                    <a:lnTo>
                      <a:pt x="27" y="73"/>
                    </a:lnTo>
                    <a:cubicBezTo>
                      <a:pt x="26" y="77"/>
                      <a:pt x="25" y="80"/>
                      <a:pt x="25" y="84"/>
                    </a:cubicBezTo>
                    <a:cubicBezTo>
                      <a:pt x="24" y="88"/>
                      <a:pt x="24" y="91"/>
                      <a:pt x="25" y="95"/>
                    </a:cubicBezTo>
                    <a:cubicBezTo>
                      <a:pt x="25" y="97"/>
                      <a:pt x="25" y="100"/>
                      <a:pt x="26" y="102"/>
                    </a:cubicBezTo>
                    <a:cubicBezTo>
                      <a:pt x="26" y="106"/>
                      <a:pt x="27" y="109"/>
                      <a:pt x="29" y="113"/>
                    </a:cubicBezTo>
                    <a:cubicBezTo>
                      <a:pt x="30" y="118"/>
                      <a:pt x="32" y="122"/>
                      <a:pt x="34" y="126"/>
                    </a:cubicBezTo>
                    <a:cubicBezTo>
                      <a:pt x="34" y="127"/>
                      <a:pt x="35" y="128"/>
                      <a:pt x="35" y="129"/>
                    </a:cubicBezTo>
                    <a:cubicBezTo>
                      <a:pt x="36" y="130"/>
                      <a:pt x="37" y="131"/>
                      <a:pt x="38" y="132"/>
                    </a:cubicBezTo>
                    <a:cubicBezTo>
                      <a:pt x="39" y="134"/>
                      <a:pt x="41" y="135"/>
                      <a:pt x="43" y="137"/>
                    </a:cubicBezTo>
                    <a:lnTo>
                      <a:pt x="44" y="138"/>
                    </a:lnTo>
                    <a:lnTo>
                      <a:pt x="45" y="139"/>
                    </a:lnTo>
                    <a:moveTo>
                      <a:pt x="34" y="160"/>
                    </a:moveTo>
                    <a:cubicBezTo>
                      <a:pt x="31" y="158"/>
                      <a:pt x="29" y="156"/>
                      <a:pt x="26" y="154"/>
                    </a:cubicBezTo>
                    <a:cubicBezTo>
                      <a:pt x="23" y="151"/>
                      <a:pt x="21" y="148"/>
                      <a:pt x="19" y="145"/>
                    </a:cubicBezTo>
                    <a:cubicBezTo>
                      <a:pt x="13" y="139"/>
                      <a:pt x="10" y="130"/>
                      <a:pt x="8" y="123"/>
                    </a:cubicBezTo>
                    <a:cubicBezTo>
                      <a:pt x="1" y="107"/>
                      <a:pt x="0" y="89"/>
                      <a:pt x="2" y="72"/>
                    </a:cubicBezTo>
                    <a:cubicBezTo>
                      <a:pt x="4" y="64"/>
                      <a:pt x="6" y="56"/>
                      <a:pt x="9" y="49"/>
                    </a:cubicBezTo>
                    <a:cubicBezTo>
                      <a:pt x="11" y="42"/>
                      <a:pt x="14" y="36"/>
                      <a:pt x="18" y="30"/>
                    </a:cubicBezTo>
                    <a:cubicBezTo>
                      <a:pt x="22" y="25"/>
                      <a:pt x="29" y="23"/>
                      <a:pt x="34" y="26"/>
                    </a:cubicBezTo>
                    <a:cubicBezTo>
                      <a:pt x="33" y="21"/>
                      <a:pt x="35" y="17"/>
                      <a:pt x="38" y="14"/>
                    </a:cubicBezTo>
                    <a:cubicBezTo>
                      <a:pt x="45" y="9"/>
                      <a:pt x="51" y="5"/>
                      <a:pt x="59" y="2"/>
                    </a:cubicBezTo>
                    <a:cubicBezTo>
                      <a:pt x="62" y="1"/>
                      <a:pt x="66" y="0"/>
                      <a:pt x="69" y="0"/>
                    </a:cubicBezTo>
                    <a:cubicBezTo>
                      <a:pt x="73" y="0"/>
                      <a:pt x="77" y="1"/>
                      <a:pt x="82" y="2"/>
                    </a:cubicBezTo>
                    <a:cubicBezTo>
                      <a:pt x="90" y="5"/>
                      <a:pt x="96" y="9"/>
                      <a:pt x="102" y="14"/>
                    </a:cubicBezTo>
                    <a:cubicBezTo>
                      <a:pt x="108" y="20"/>
                      <a:pt x="115" y="27"/>
                      <a:pt x="118" y="34"/>
                    </a:cubicBezTo>
                    <a:cubicBezTo>
                      <a:pt x="120" y="41"/>
                      <a:pt x="121" y="49"/>
                      <a:pt x="120" y="56"/>
                    </a:cubicBezTo>
                    <a:cubicBezTo>
                      <a:pt x="120" y="60"/>
                      <a:pt x="119" y="63"/>
                      <a:pt x="119" y="67"/>
                    </a:cubicBezTo>
                    <a:cubicBezTo>
                      <a:pt x="118" y="71"/>
                      <a:pt x="117" y="75"/>
                      <a:pt x="115" y="79"/>
                    </a:cubicBezTo>
                    <a:cubicBezTo>
                      <a:pt x="111" y="88"/>
                      <a:pt x="107" y="96"/>
                      <a:pt x="104" y="104"/>
                    </a:cubicBezTo>
                    <a:cubicBezTo>
                      <a:pt x="96" y="120"/>
                      <a:pt x="87" y="136"/>
                      <a:pt x="75" y="148"/>
                    </a:cubicBezTo>
                    <a:cubicBezTo>
                      <a:pt x="69" y="153"/>
                      <a:pt x="62" y="158"/>
                      <a:pt x="55" y="161"/>
                    </a:cubicBezTo>
                    <a:cubicBezTo>
                      <a:pt x="52" y="161"/>
                      <a:pt x="49" y="162"/>
                      <a:pt x="45" y="162"/>
                    </a:cubicBezTo>
                    <a:lnTo>
                      <a:pt x="44" y="162"/>
                    </a:lnTo>
                    <a:cubicBezTo>
                      <a:pt x="41" y="162"/>
                      <a:pt x="37" y="161"/>
                      <a:pt x="34" y="1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" name="Google Shape;360;p3"/>
              <p:cNvSpPr/>
              <p:nvPr/>
            </p:nvSpPr>
            <p:spPr>
              <a:xfrm>
                <a:off x="792720" y="1238400"/>
                <a:ext cx="36720" cy="106920"/>
              </a:xfrm>
              <a:custGeom>
                <a:avLst/>
                <a:gdLst/>
                <a:ahLst/>
                <a:cxnLst/>
                <a:rect l="l" t="t" r="r" b="b"/>
                <a:pathLst>
                  <a:path w="102" h="297" extrusionOk="0">
                    <a:moveTo>
                      <a:pt x="63" y="293"/>
                    </a:moveTo>
                    <a:cubicBezTo>
                      <a:pt x="57" y="289"/>
                      <a:pt x="51" y="284"/>
                      <a:pt x="46" y="279"/>
                    </a:cubicBezTo>
                    <a:cubicBezTo>
                      <a:pt x="40" y="273"/>
                      <a:pt x="35" y="266"/>
                      <a:pt x="29" y="260"/>
                    </a:cubicBezTo>
                    <a:cubicBezTo>
                      <a:pt x="20" y="246"/>
                      <a:pt x="12" y="229"/>
                      <a:pt x="7" y="213"/>
                    </a:cubicBezTo>
                    <a:cubicBezTo>
                      <a:pt x="1" y="196"/>
                      <a:pt x="0" y="179"/>
                      <a:pt x="1" y="161"/>
                    </a:cubicBezTo>
                    <a:cubicBezTo>
                      <a:pt x="1" y="152"/>
                      <a:pt x="3" y="144"/>
                      <a:pt x="4" y="135"/>
                    </a:cubicBezTo>
                    <a:cubicBezTo>
                      <a:pt x="6" y="128"/>
                      <a:pt x="8" y="121"/>
                      <a:pt x="11" y="114"/>
                    </a:cubicBezTo>
                    <a:lnTo>
                      <a:pt x="11" y="113"/>
                    </a:lnTo>
                    <a:lnTo>
                      <a:pt x="11" y="112"/>
                    </a:lnTo>
                    <a:cubicBezTo>
                      <a:pt x="14" y="106"/>
                      <a:pt x="15" y="101"/>
                      <a:pt x="18" y="95"/>
                    </a:cubicBezTo>
                    <a:lnTo>
                      <a:pt x="17" y="96"/>
                    </a:lnTo>
                    <a:cubicBezTo>
                      <a:pt x="24" y="78"/>
                      <a:pt x="32" y="60"/>
                      <a:pt x="42" y="44"/>
                    </a:cubicBezTo>
                    <a:cubicBezTo>
                      <a:pt x="52" y="28"/>
                      <a:pt x="64" y="14"/>
                      <a:pt x="80" y="4"/>
                    </a:cubicBezTo>
                    <a:cubicBezTo>
                      <a:pt x="85" y="0"/>
                      <a:pt x="93" y="1"/>
                      <a:pt x="97" y="7"/>
                    </a:cubicBezTo>
                    <a:cubicBezTo>
                      <a:pt x="101" y="12"/>
                      <a:pt x="100" y="21"/>
                      <a:pt x="94" y="24"/>
                    </a:cubicBezTo>
                    <a:cubicBezTo>
                      <a:pt x="91" y="26"/>
                      <a:pt x="88" y="28"/>
                      <a:pt x="85" y="31"/>
                    </a:cubicBezTo>
                    <a:cubicBezTo>
                      <a:pt x="81" y="34"/>
                      <a:pt x="78" y="37"/>
                      <a:pt x="75" y="40"/>
                    </a:cubicBezTo>
                    <a:cubicBezTo>
                      <a:pt x="71" y="44"/>
                      <a:pt x="68" y="49"/>
                      <a:pt x="65" y="53"/>
                    </a:cubicBezTo>
                    <a:cubicBezTo>
                      <a:pt x="60" y="60"/>
                      <a:pt x="55" y="68"/>
                      <a:pt x="51" y="75"/>
                    </a:cubicBezTo>
                    <a:cubicBezTo>
                      <a:pt x="43" y="91"/>
                      <a:pt x="38" y="107"/>
                      <a:pt x="31" y="123"/>
                    </a:cubicBezTo>
                    <a:cubicBezTo>
                      <a:pt x="31" y="123"/>
                      <a:pt x="32" y="122"/>
                      <a:pt x="32" y="121"/>
                    </a:cubicBezTo>
                    <a:cubicBezTo>
                      <a:pt x="31" y="123"/>
                      <a:pt x="31" y="124"/>
                      <a:pt x="31" y="126"/>
                    </a:cubicBezTo>
                    <a:cubicBezTo>
                      <a:pt x="29" y="131"/>
                      <a:pt x="27" y="135"/>
                      <a:pt x="26" y="140"/>
                    </a:cubicBezTo>
                    <a:cubicBezTo>
                      <a:pt x="25" y="147"/>
                      <a:pt x="24" y="153"/>
                      <a:pt x="23" y="160"/>
                    </a:cubicBezTo>
                    <a:cubicBezTo>
                      <a:pt x="22" y="167"/>
                      <a:pt x="22" y="174"/>
                      <a:pt x="23" y="181"/>
                    </a:cubicBezTo>
                    <a:cubicBezTo>
                      <a:pt x="23" y="186"/>
                      <a:pt x="24" y="191"/>
                      <a:pt x="25" y="196"/>
                    </a:cubicBezTo>
                    <a:cubicBezTo>
                      <a:pt x="25" y="201"/>
                      <a:pt x="27" y="205"/>
                      <a:pt x="28" y="209"/>
                    </a:cubicBezTo>
                    <a:cubicBezTo>
                      <a:pt x="30" y="215"/>
                      <a:pt x="32" y="220"/>
                      <a:pt x="35" y="225"/>
                    </a:cubicBezTo>
                    <a:cubicBezTo>
                      <a:pt x="37" y="231"/>
                      <a:pt x="40" y="236"/>
                      <a:pt x="43" y="241"/>
                    </a:cubicBezTo>
                    <a:cubicBezTo>
                      <a:pt x="46" y="246"/>
                      <a:pt x="49" y="250"/>
                      <a:pt x="53" y="254"/>
                    </a:cubicBezTo>
                    <a:cubicBezTo>
                      <a:pt x="56" y="258"/>
                      <a:pt x="60" y="262"/>
                      <a:pt x="64" y="266"/>
                    </a:cubicBezTo>
                    <a:cubicBezTo>
                      <a:pt x="68" y="270"/>
                      <a:pt x="73" y="273"/>
                      <a:pt x="77" y="276"/>
                    </a:cubicBezTo>
                    <a:cubicBezTo>
                      <a:pt x="82" y="279"/>
                      <a:pt x="82" y="288"/>
                      <a:pt x="78" y="292"/>
                    </a:cubicBezTo>
                    <a:cubicBezTo>
                      <a:pt x="76" y="295"/>
                      <a:pt x="73" y="296"/>
                      <a:pt x="70" y="296"/>
                    </a:cubicBezTo>
                    <a:cubicBezTo>
                      <a:pt x="67" y="296"/>
                      <a:pt x="65" y="295"/>
                      <a:pt x="63" y="29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" name="Google Shape;361;p3"/>
              <p:cNvSpPr/>
              <p:nvPr/>
            </p:nvSpPr>
            <p:spPr>
              <a:xfrm>
                <a:off x="834480" y="1267920"/>
                <a:ext cx="33480" cy="46080"/>
              </a:xfrm>
              <a:custGeom>
                <a:avLst/>
                <a:gdLst/>
                <a:ahLst/>
                <a:cxnLst/>
                <a:rect l="l" t="t" r="r" b="b"/>
                <a:pathLst>
                  <a:path w="93" h="128" extrusionOk="0">
                    <a:moveTo>
                      <a:pt x="71" y="125"/>
                    </a:moveTo>
                    <a:cubicBezTo>
                      <a:pt x="64" y="118"/>
                      <a:pt x="56" y="111"/>
                      <a:pt x="49" y="103"/>
                    </a:cubicBezTo>
                    <a:cubicBezTo>
                      <a:pt x="46" y="100"/>
                      <a:pt x="42" y="96"/>
                      <a:pt x="39" y="93"/>
                    </a:cubicBezTo>
                    <a:cubicBezTo>
                      <a:pt x="36" y="89"/>
                      <a:pt x="33" y="85"/>
                      <a:pt x="31" y="82"/>
                    </a:cubicBezTo>
                    <a:cubicBezTo>
                      <a:pt x="28" y="78"/>
                      <a:pt x="25" y="74"/>
                      <a:pt x="22" y="70"/>
                    </a:cubicBezTo>
                    <a:cubicBezTo>
                      <a:pt x="17" y="61"/>
                      <a:pt x="11" y="51"/>
                      <a:pt x="7" y="41"/>
                    </a:cubicBezTo>
                    <a:cubicBezTo>
                      <a:pt x="3" y="31"/>
                      <a:pt x="0" y="19"/>
                      <a:pt x="5" y="9"/>
                    </a:cubicBezTo>
                    <a:cubicBezTo>
                      <a:pt x="7" y="5"/>
                      <a:pt x="11" y="1"/>
                      <a:pt x="15" y="0"/>
                    </a:cubicBezTo>
                    <a:cubicBezTo>
                      <a:pt x="19" y="0"/>
                      <a:pt x="22" y="0"/>
                      <a:pt x="26" y="1"/>
                    </a:cubicBezTo>
                    <a:cubicBezTo>
                      <a:pt x="33" y="2"/>
                      <a:pt x="38" y="8"/>
                      <a:pt x="37" y="15"/>
                    </a:cubicBezTo>
                    <a:cubicBezTo>
                      <a:pt x="36" y="20"/>
                      <a:pt x="32" y="24"/>
                      <a:pt x="28" y="25"/>
                    </a:cubicBezTo>
                    <a:cubicBezTo>
                      <a:pt x="28" y="27"/>
                      <a:pt x="29" y="29"/>
                      <a:pt x="29" y="31"/>
                    </a:cubicBezTo>
                    <a:cubicBezTo>
                      <a:pt x="31" y="35"/>
                      <a:pt x="32" y="38"/>
                      <a:pt x="33" y="42"/>
                    </a:cubicBezTo>
                    <a:cubicBezTo>
                      <a:pt x="36" y="46"/>
                      <a:pt x="39" y="51"/>
                      <a:pt x="42" y="56"/>
                    </a:cubicBezTo>
                    <a:cubicBezTo>
                      <a:pt x="46" y="63"/>
                      <a:pt x="51" y="70"/>
                      <a:pt x="56" y="77"/>
                    </a:cubicBezTo>
                    <a:cubicBezTo>
                      <a:pt x="59" y="81"/>
                      <a:pt x="62" y="84"/>
                      <a:pt x="66" y="87"/>
                    </a:cubicBezTo>
                    <a:cubicBezTo>
                      <a:pt x="69" y="91"/>
                      <a:pt x="73" y="95"/>
                      <a:pt x="77" y="98"/>
                    </a:cubicBezTo>
                    <a:cubicBezTo>
                      <a:pt x="80" y="101"/>
                      <a:pt x="83" y="104"/>
                      <a:pt x="86" y="107"/>
                    </a:cubicBezTo>
                    <a:cubicBezTo>
                      <a:pt x="91" y="111"/>
                      <a:pt x="92" y="118"/>
                      <a:pt x="88" y="123"/>
                    </a:cubicBezTo>
                    <a:cubicBezTo>
                      <a:pt x="86" y="126"/>
                      <a:pt x="82" y="127"/>
                      <a:pt x="78" y="127"/>
                    </a:cubicBezTo>
                    <a:cubicBezTo>
                      <a:pt x="76" y="127"/>
                      <a:pt x="74" y="127"/>
                      <a:pt x="71" y="1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" name="Google Shape;362;p3"/>
              <p:cNvSpPr/>
              <p:nvPr/>
            </p:nvSpPr>
            <p:spPr>
              <a:xfrm>
                <a:off x="825840" y="1260000"/>
                <a:ext cx="55080" cy="6840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90" extrusionOk="0">
                    <a:moveTo>
                      <a:pt x="7" y="187"/>
                    </a:moveTo>
                    <a:cubicBezTo>
                      <a:pt x="2" y="184"/>
                      <a:pt x="0" y="176"/>
                      <a:pt x="3" y="171"/>
                    </a:cubicBezTo>
                    <a:cubicBezTo>
                      <a:pt x="18" y="148"/>
                      <a:pt x="35" y="126"/>
                      <a:pt x="50" y="103"/>
                    </a:cubicBezTo>
                    <a:cubicBezTo>
                      <a:pt x="56" y="94"/>
                      <a:pt x="63" y="84"/>
                      <a:pt x="69" y="74"/>
                    </a:cubicBezTo>
                    <a:cubicBezTo>
                      <a:pt x="76" y="63"/>
                      <a:pt x="83" y="51"/>
                      <a:pt x="91" y="40"/>
                    </a:cubicBezTo>
                    <a:cubicBezTo>
                      <a:pt x="95" y="34"/>
                      <a:pt x="100" y="28"/>
                      <a:pt x="105" y="22"/>
                    </a:cubicBezTo>
                    <a:cubicBezTo>
                      <a:pt x="110" y="15"/>
                      <a:pt x="116" y="9"/>
                      <a:pt x="123" y="4"/>
                    </a:cubicBezTo>
                    <a:cubicBezTo>
                      <a:pt x="128" y="1"/>
                      <a:pt x="133" y="0"/>
                      <a:pt x="140" y="1"/>
                    </a:cubicBezTo>
                    <a:cubicBezTo>
                      <a:pt x="147" y="2"/>
                      <a:pt x="152" y="9"/>
                      <a:pt x="150" y="17"/>
                    </a:cubicBezTo>
                    <a:cubicBezTo>
                      <a:pt x="148" y="23"/>
                      <a:pt x="142" y="27"/>
                      <a:pt x="136" y="25"/>
                    </a:cubicBezTo>
                    <a:cubicBezTo>
                      <a:pt x="136" y="26"/>
                      <a:pt x="135" y="27"/>
                      <a:pt x="134" y="27"/>
                    </a:cubicBezTo>
                    <a:cubicBezTo>
                      <a:pt x="133" y="28"/>
                      <a:pt x="131" y="29"/>
                      <a:pt x="130" y="30"/>
                    </a:cubicBezTo>
                    <a:cubicBezTo>
                      <a:pt x="129" y="31"/>
                      <a:pt x="127" y="32"/>
                      <a:pt x="126" y="34"/>
                    </a:cubicBezTo>
                    <a:cubicBezTo>
                      <a:pt x="119" y="41"/>
                      <a:pt x="113" y="49"/>
                      <a:pt x="108" y="56"/>
                    </a:cubicBezTo>
                    <a:cubicBezTo>
                      <a:pt x="94" y="77"/>
                      <a:pt x="81" y="97"/>
                      <a:pt x="67" y="117"/>
                    </a:cubicBezTo>
                    <a:cubicBezTo>
                      <a:pt x="52" y="140"/>
                      <a:pt x="36" y="161"/>
                      <a:pt x="23" y="183"/>
                    </a:cubicBezTo>
                    <a:cubicBezTo>
                      <a:pt x="21" y="187"/>
                      <a:pt x="17" y="189"/>
                      <a:pt x="13" y="189"/>
                    </a:cubicBezTo>
                    <a:cubicBezTo>
                      <a:pt x="11" y="189"/>
                      <a:pt x="9" y="189"/>
                      <a:pt x="7" y="1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" name="Google Shape;363;p3"/>
              <p:cNvSpPr/>
              <p:nvPr/>
            </p:nvSpPr>
            <p:spPr>
              <a:xfrm>
                <a:off x="882720" y="1287000"/>
                <a:ext cx="48600" cy="17280"/>
              </a:xfrm>
              <a:custGeom>
                <a:avLst/>
                <a:gdLst/>
                <a:ahLst/>
                <a:cxnLst/>
                <a:rect l="l" t="t" r="r" b="b"/>
                <a:pathLst>
                  <a:path w="135" h="48" extrusionOk="0">
                    <a:moveTo>
                      <a:pt x="13" y="46"/>
                    </a:moveTo>
                    <a:cubicBezTo>
                      <a:pt x="5" y="45"/>
                      <a:pt x="0" y="38"/>
                      <a:pt x="2" y="31"/>
                    </a:cubicBezTo>
                    <a:cubicBezTo>
                      <a:pt x="5" y="24"/>
                      <a:pt x="12" y="20"/>
                      <a:pt x="19" y="22"/>
                    </a:cubicBezTo>
                    <a:lnTo>
                      <a:pt x="20" y="22"/>
                    </a:lnTo>
                    <a:cubicBezTo>
                      <a:pt x="32" y="21"/>
                      <a:pt x="45" y="18"/>
                      <a:pt x="58" y="17"/>
                    </a:cubicBezTo>
                    <a:cubicBezTo>
                      <a:pt x="67" y="14"/>
                      <a:pt x="77" y="13"/>
                      <a:pt x="86" y="10"/>
                    </a:cubicBezTo>
                    <a:cubicBezTo>
                      <a:pt x="97" y="8"/>
                      <a:pt x="108" y="5"/>
                      <a:pt x="118" y="1"/>
                    </a:cubicBezTo>
                    <a:cubicBezTo>
                      <a:pt x="124" y="0"/>
                      <a:pt x="130" y="4"/>
                      <a:pt x="132" y="10"/>
                    </a:cubicBezTo>
                    <a:cubicBezTo>
                      <a:pt x="134" y="17"/>
                      <a:pt x="130" y="22"/>
                      <a:pt x="124" y="24"/>
                    </a:cubicBezTo>
                    <a:cubicBezTo>
                      <a:pt x="106" y="29"/>
                      <a:pt x="88" y="34"/>
                      <a:pt x="70" y="38"/>
                    </a:cubicBezTo>
                    <a:cubicBezTo>
                      <a:pt x="62" y="39"/>
                      <a:pt x="54" y="41"/>
                      <a:pt x="45" y="43"/>
                    </a:cubicBezTo>
                    <a:cubicBezTo>
                      <a:pt x="41" y="43"/>
                      <a:pt x="36" y="45"/>
                      <a:pt x="32" y="45"/>
                    </a:cubicBezTo>
                    <a:cubicBezTo>
                      <a:pt x="27" y="46"/>
                      <a:pt x="23" y="47"/>
                      <a:pt x="18" y="47"/>
                    </a:cubicBezTo>
                    <a:cubicBezTo>
                      <a:pt x="16" y="47"/>
                      <a:pt x="14" y="47"/>
                      <a:pt x="13" y="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" name="Google Shape;364;p3"/>
              <p:cNvSpPr/>
              <p:nvPr/>
            </p:nvSpPr>
            <p:spPr>
              <a:xfrm>
                <a:off x="907920" y="1267560"/>
                <a:ext cx="12600" cy="45720"/>
              </a:xfrm>
              <a:custGeom>
                <a:avLst/>
                <a:gdLst/>
                <a:ahLst/>
                <a:cxnLst/>
                <a:rect l="l" t="t" r="r" b="b"/>
                <a:pathLst>
                  <a:path w="35" h="127" extrusionOk="0">
                    <a:moveTo>
                      <a:pt x="10" y="117"/>
                    </a:moveTo>
                    <a:cubicBezTo>
                      <a:pt x="7" y="106"/>
                      <a:pt x="5" y="95"/>
                      <a:pt x="3" y="84"/>
                    </a:cubicBezTo>
                    <a:cubicBezTo>
                      <a:pt x="0" y="72"/>
                      <a:pt x="0" y="59"/>
                      <a:pt x="1" y="47"/>
                    </a:cubicBezTo>
                    <a:cubicBezTo>
                      <a:pt x="2" y="34"/>
                      <a:pt x="5" y="22"/>
                      <a:pt x="8" y="10"/>
                    </a:cubicBezTo>
                    <a:cubicBezTo>
                      <a:pt x="10" y="4"/>
                      <a:pt x="17" y="0"/>
                      <a:pt x="24" y="1"/>
                    </a:cubicBezTo>
                    <a:cubicBezTo>
                      <a:pt x="30" y="3"/>
                      <a:pt x="34" y="11"/>
                      <a:pt x="32" y="17"/>
                    </a:cubicBezTo>
                    <a:cubicBezTo>
                      <a:pt x="30" y="23"/>
                      <a:pt x="29" y="29"/>
                      <a:pt x="28" y="36"/>
                    </a:cubicBezTo>
                    <a:cubicBezTo>
                      <a:pt x="26" y="41"/>
                      <a:pt x="26" y="47"/>
                      <a:pt x="25" y="53"/>
                    </a:cubicBezTo>
                    <a:cubicBezTo>
                      <a:pt x="25" y="53"/>
                      <a:pt x="25" y="52"/>
                      <a:pt x="25" y="51"/>
                    </a:cubicBezTo>
                    <a:cubicBezTo>
                      <a:pt x="25" y="57"/>
                      <a:pt x="25" y="64"/>
                      <a:pt x="25" y="69"/>
                    </a:cubicBezTo>
                    <a:cubicBezTo>
                      <a:pt x="26" y="82"/>
                      <a:pt x="28" y="93"/>
                      <a:pt x="30" y="106"/>
                    </a:cubicBezTo>
                    <a:cubicBezTo>
                      <a:pt x="30" y="107"/>
                      <a:pt x="31" y="110"/>
                      <a:pt x="32" y="111"/>
                    </a:cubicBezTo>
                    <a:cubicBezTo>
                      <a:pt x="33" y="118"/>
                      <a:pt x="29" y="124"/>
                      <a:pt x="24" y="125"/>
                    </a:cubicBezTo>
                    <a:cubicBezTo>
                      <a:pt x="22" y="125"/>
                      <a:pt x="21" y="126"/>
                      <a:pt x="21" y="126"/>
                    </a:cubicBezTo>
                    <a:cubicBezTo>
                      <a:pt x="15" y="126"/>
                      <a:pt x="11" y="122"/>
                      <a:pt x="10" y="1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" name="Google Shape;365;p3"/>
              <p:cNvSpPr/>
              <p:nvPr/>
            </p:nvSpPr>
            <p:spPr>
              <a:xfrm>
                <a:off x="940680" y="1257480"/>
                <a:ext cx="41040" cy="6876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91" extrusionOk="0">
                    <a:moveTo>
                      <a:pt x="14" y="178"/>
                    </a:moveTo>
                    <a:cubicBezTo>
                      <a:pt x="13" y="171"/>
                      <a:pt x="19" y="165"/>
                      <a:pt x="25" y="164"/>
                    </a:cubicBezTo>
                    <a:cubicBezTo>
                      <a:pt x="28" y="164"/>
                      <a:pt x="30" y="164"/>
                      <a:pt x="33" y="163"/>
                    </a:cubicBezTo>
                    <a:cubicBezTo>
                      <a:pt x="40" y="162"/>
                      <a:pt x="47" y="160"/>
                      <a:pt x="54" y="158"/>
                    </a:cubicBezTo>
                    <a:cubicBezTo>
                      <a:pt x="58" y="157"/>
                      <a:pt x="62" y="155"/>
                      <a:pt x="67" y="153"/>
                    </a:cubicBezTo>
                    <a:cubicBezTo>
                      <a:pt x="69" y="152"/>
                      <a:pt x="72" y="150"/>
                      <a:pt x="75" y="149"/>
                    </a:cubicBezTo>
                    <a:cubicBezTo>
                      <a:pt x="78" y="147"/>
                      <a:pt x="81" y="145"/>
                      <a:pt x="83" y="142"/>
                    </a:cubicBezTo>
                    <a:cubicBezTo>
                      <a:pt x="85" y="142"/>
                      <a:pt x="86" y="141"/>
                      <a:pt x="87" y="139"/>
                    </a:cubicBezTo>
                    <a:lnTo>
                      <a:pt x="87" y="138"/>
                    </a:lnTo>
                    <a:cubicBezTo>
                      <a:pt x="87" y="139"/>
                      <a:pt x="87" y="139"/>
                      <a:pt x="87" y="139"/>
                    </a:cubicBezTo>
                    <a:lnTo>
                      <a:pt x="86" y="140"/>
                    </a:lnTo>
                    <a:cubicBezTo>
                      <a:pt x="87" y="139"/>
                      <a:pt x="87" y="138"/>
                      <a:pt x="88" y="138"/>
                    </a:cubicBezTo>
                    <a:cubicBezTo>
                      <a:pt x="88" y="137"/>
                      <a:pt x="89" y="136"/>
                      <a:pt x="89" y="136"/>
                    </a:cubicBezTo>
                    <a:cubicBezTo>
                      <a:pt x="89" y="135"/>
                      <a:pt x="89" y="135"/>
                      <a:pt x="89" y="135"/>
                    </a:cubicBezTo>
                    <a:lnTo>
                      <a:pt x="89" y="134"/>
                    </a:lnTo>
                    <a:cubicBezTo>
                      <a:pt x="89" y="134"/>
                      <a:pt x="89" y="133"/>
                      <a:pt x="89" y="132"/>
                    </a:cubicBezTo>
                    <a:lnTo>
                      <a:pt x="89" y="131"/>
                    </a:lnTo>
                    <a:cubicBezTo>
                      <a:pt x="89" y="130"/>
                      <a:pt x="89" y="129"/>
                      <a:pt x="89" y="129"/>
                    </a:cubicBezTo>
                    <a:lnTo>
                      <a:pt x="88" y="128"/>
                    </a:lnTo>
                    <a:cubicBezTo>
                      <a:pt x="87" y="127"/>
                      <a:pt x="87" y="125"/>
                      <a:pt x="86" y="124"/>
                    </a:cubicBezTo>
                    <a:cubicBezTo>
                      <a:pt x="86" y="125"/>
                      <a:pt x="87" y="125"/>
                      <a:pt x="87" y="126"/>
                    </a:cubicBezTo>
                    <a:cubicBezTo>
                      <a:pt x="86" y="124"/>
                      <a:pt x="84" y="122"/>
                      <a:pt x="83" y="120"/>
                    </a:cubicBezTo>
                    <a:cubicBezTo>
                      <a:pt x="81" y="118"/>
                      <a:pt x="79" y="116"/>
                      <a:pt x="77" y="114"/>
                    </a:cubicBezTo>
                    <a:cubicBezTo>
                      <a:pt x="76" y="113"/>
                      <a:pt x="74" y="112"/>
                      <a:pt x="73" y="111"/>
                    </a:cubicBezTo>
                    <a:cubicBezTo>
                      <a:pt x="70" y="109"/>
                      <a:pt x="68" y="107"/>
                      <a:pt x="65" y="106"/>
                    </a:cubicBezTo>
                    <a:cubicBezTo>
                      <a:pt x="58" y="102"/>
                      <a:pt x="51" y="100"/>
                      <a:pt x="44" y="97"/>
                    </a:cubicBezTo>
                    <a:cubicBezTo>
                      <a:pt x="37" y="95"/>
                      <a:pt x="30" y="92"/>
                      <a:pt x="27" y="86"/>
                    </a:cubicBezTo>
                    <a:cubicBezTo>
                      <a:pt x="26" y="83"/>
                      <a:pt x="25" y="81"/>
                      <a:pt x="25" y="78"/>
                    </a:cubicBezTo>
                    <a:cubicBezTo>
                      <a:pt x="25" y="74"/>
                      <a:pt x="26" y="71"/>
                      <a:pt x="27" y="69"/>
                    </a:cubicBezTo>
                    <a:cubicBezTo>
                      <a:pt x="29" y="66"/>
                      <a:pt x="32" y="64"/>
                      <a:pt x="34" y="62"/>
                    </a:cubicBezTo>
                    <a:cubicBezTo>
                      <a:pt x="35" y="61"/>
                      <a:pt x="36" y="61"/>
                      <a:pt x="37" y="60"/>
                    </a:cubicBezTo>
                    <a:cubicBezTo>
                      <a:pt x="39" y="58"/>
                      <a:pt x="41" y="56"/>
                      <a:pt x="42" y="54"/>
                    </a:cubicBezTo>
                    <a:cubicBezTo>
                      <a:pt x="44" y="53"/>
                      <a:pt x="46" y="50"/>
                      <a:pt x="48" y="48"/>
                    </a:cubicBezTo>
                    <a:cubicBezTo>
                      <a:pt x="49" y="46"/>
                      <a:pt x="50" y="44"/>
                      <a:pt x="51" y="42"/>
                    </a:cubicBezTo>
                    <a:cubicBezTo>
                      <a:pt x="51" y="41"/>
                      <a:pt x="52" y="40"/>
                      <a:pt x="53" y="39"/>
                    </a:cubicBezTo>
                    <a:cubicBezTo>
                      <a:pt x="53" y="38"/>
                      <a:pt x="53" y="37"/>
                      <a:pt x="54" y="36"/>
                    </a:cubicBezTo>
                    <a:lnTo>
                      <a:pt x="54" y="35"/>
                    </a:lnTo>
                    <a:lnTo>
                      <a:pt x="54" y="34"/>
                    </a:lnTo>
                    <a:cubicBezTo>
                      <a:pt x="53" y="33"/>
                      <a:pt x="53" y="32"/>
                      <a:pt x="53" y="31"/>
                    </a:cubicBezTo>
                    <a:cubicBezTo>
                      <a:pt x="53" y="30"/>
                      <a:pt x="53" y="30"/>
                      <a:pt x="52" y="29"/>
                    </a:cubicBezTo>
                    <a:lnTo>
                      <a:pt x="51" y="28"/>
                    </a:lnTo>
                    <a:lnTo>
                      <a:pt x="51" y="27"/>
                    </a:lnTo>
                    <a:cubicBezTo>
                      <a:pt x="50" y="27"/>
                      <a:pt x="50" y="26"/>
                      <a:pt x="50" y="26"/>
                    </a:cubicBezTo>
                    <a:cubicBezTo>
                      <a:pt x="49" y="26"/>
                      <a:pt x="49" y="26"/>
                      <a:pt x="48" y="26"/>
                    </a:cubicBezTo>
                    <a:lnTo>
                      <a:pt x="49" y="26"/>
                    </a:lnTo>
                    <a:cubicBezTo>
                      <a:pt x="48" y="26"/>
                      <a:pt x="48" y="26"/>
                      <a:pt x="48" y="26"/>
                    </a:cubicBezTo>
                    <a:cubicBezTo>
                      <a:pt x="47" y="26"/>
                      <a:pt x="47" y="26"/>
                      <a:pt x="46" y="25"/>
                    </a:cubicBezTo>
                    <a:lnTo>
                      <a:pt x="44" y="25"/>
                    </a:lnTo>
                    <a:cubicBezTo>
                      <a:pt x="43" y="26"/>
                      <a:pt x="42" y="26"/>
                      <a:pt x="41" y="26"/>
                    </a:cubicBezTo>
                    <a:cubicBezTo>
                      <a:pt x="41" y="26"/>
                      <a:pt x="40" y="26"/>
                      <a:pt x="39" y="26"/>
                    </a:cubicBezTo>
                    <a:cubicBezTo>
                      <a:pt x="37" y="27"/>
                      <a:pt x="36" y="28"/>
                      <a:pt x="34" y="28"/>
                    </a:cubicBezTo>
                    <a:cubicBezTo>
                      <a:pt x="34" y="29"/>
                      <a:pt x="33" y="29"/>
                      <a:pt x="33" y="29"/>
                    </a:cubicBezTo>
                    <a:cubicBezTo>
                      <a:pt x="30" y="31"/>
                      <a:pt x="28" y="32"/>
                      <a:pt x="26" y="35"/>
                    </a:cubicBezTo>
                    <a:cubicBezTo>
                      <a:pt x="25" y="35"/>
                      <a:pt x="25" y="35"/>
                      <a:pt x="25" y="35"/>
                    </a:cubicBezTo>
                    <a:cubicBezTo>
                      <a:pt x="22" y="40"/>
                      <a:pt x="16" y="44"/>
                      <a:pt x="9" y="42"/>
                    </a:cubicBezTo>
                    <a:cubicBezTo>
                      <a:pt x="3" y="40"/>
                      <a:pt x="0" y="33"/>
                      <a:pt x="1" y="26"/>
                    </a:cubicBezTo>
                    <a:cubicBezTo>
                      <a:pt x="2" y="21"/>
                      <a:pt x="7" y="17"/>
                      <a:pt x="12" y="14"/>
                    </a:cubicBezTo>
                    <a:cubicBezTo>
                      <a:pt x="18" y="8"/>
                      <a:pt x="26" y="5"/>
                      <a:pt x="34" y="2"/>
                    </a:cubicBezTo>
                    <a:cubicBezTo>
                      <a:pt x="41" y="0"/>
                      <a:pt x="50" y="1"/>
                      <a:pt x="57" y="3"/>
                    </a:cubicBezTo>
                    <a:cubicBezTo>
                      <a:pt x="65" y="6"/>
                      <a:pt x="71" y="12"/>
                      <a:pt x="75" y="20"/>
                    </a:cubicBezTo>
                    <a:cubicBezTo>
                      <a:pt x="76" y="23"/>
                      <a:pt x="77" y="26"/>
                      <a:pt x="78" y="30"/>
                    </a:cubicBezTo>
                    <a:cubicBezTo>
                      <a:pt x="78" y="35"/>
                      <a:pt x="78" y="38"/>
                      <a:pt x="76" y="42"/>
                    </a:cubicBezTo>
                    <a:cubicBezTo>
                      <a:pt x="75" y="51"/>
                      <a:pt x="69" y="59"/>
                      <a:pt x="64" y="66"/>
                    </a:cubicBezTo>
                    <a:cubicBezTo>
                      <a:pt x="62" y="69"/>
                      <a:pt x="60" y="72"/>
                      <a:pt x="57" y="75"/>
                    </a:cubicBezTo>
                    <a:cubicBezTo>
                      <a:pt x="56" y="75"/>
                      <a:pt x="56" y="75"/>
                      <a:pt x="55" y="76"/>
                    </a:cubicBezTo>
                    <a:cubicBezTo>
                      <a:pt x="58" y="77"/>
                      <a:pt x="61" y="78"/>
                      <a:pt x="64" y="79"/>
                    </a:cubicBezTo>
                    <a:cubicBezTo>
                      <a:pt x="69" y="81"/>
                      <a:pt x="74" y="83"/>
                      <a:pt x="78" y="86"/>
                    </a:cubicBezTo>
                    <a:cubicBezTo>
                      <a:pt x="87" y="92"/>
                      <a:pt x="96" y="99"/>
                      <a:pt x="102" y="107"/>
                    </a:cubicBezTo>
                    <a:cubicBezTo>
                      <a:pt x="108" y="114"/>
                      <a:pt x="113" y="123"/>
                      <a:pt x="113" y="132"/>
                    </a:cubicBezTo>
                    <a:cubicBezTo>
                      <a:pt x="113" y="141"/>
                      <a:pt x="110" y="150"/>
                      <a:pt x="104" y="156"/>
                    </a:cubicBezTo>
                    <a:cubicBezTo>
                      <a:pt x="96" y="164"/>
                      <a:pt x="87" y="170"/>
                      <a:pt x="78" y="174"/>
                    </a:cubicBezTo>
                    <a:cubicBezTo>
                      <a:pt x="71" y="178"/>
                      <a:pt x="64" y="180"/>
                      <a:pt x="55" y="183"/>
                    </a:cubicBezTo>
                    <a:cubicBezTo>
                      <a:pt x="47" y="185"/>
                      <a:pt x="37" y="188"/>
                      <a:pt x="29" y="189"/>
                    </a:cubicBezTo>
                    <a:cubicBezTo>
                      <a:pt x="28" y="190"/>
                      <a:pt x="27" y="190"/>
                      <a:pt x="27" y="190"/>
                    </a:cubicBezTo>
                    <a:cubicBezTo>
                      <a:pt x="20" y="190"/>
                      <a:pt x="15" y="184"/>
                      <a:pt x="14" y="1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" name="Google Shape;366;p3"/>
              <p:cNvSpPr/>
              <p:nvPr/>
            </p:nvSpPr>
            <p:spPr>
              <a:xfrm>
                <a:off x="985320" y="1270800"/>
                <a:ext cx="43560" cy="10332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287" extrusionOk="0">
                    <a:moveTo>
                      <a:pt x="26" y="284"/>
                    </a:moveTo>
                    <a:cubicBezTo>
                      <a:pt x="18" y="281"/>
                      <a:pt x="12" y="275"/>
                      <a:pt x="7" y="268"/>
                    </a:cubicBezTo>
                    <a:cubicBezTo>
                      <a:pt x="3" y="262"/>
                      <a:pt x="0" y="254"/>
                      <a:pt x="0" y="246"/>
                    </a:cubicBezTo>
                    <a:cubicBezTo>
                      <a:pt x="0" y="236"/>
                      <a:pt x="3" y="227"/>
                      <a:pt x="7" y="218"/>
                    </a:cubicBezTo>
                    <a:cubicBezTo>
                      <a:pt x="12" y="206"/>
                      <a:pt x="21" y="195"/>
                      <a:pt x="29" y="185"/>
                    </a:cubicBezTo>
                    <a:cubicBezTo>
                      <a:pt x="35" y="178"/>
                      <a:pt x="40" y="172"/>
                      <a:pt x="46" y="165"/>
                    </a:cubicBezTo>
                    <a:cubicBezTo>
                      <a:pt x="50" y="161"/>
                      <a:pt x="57" y="160"/>
                      <a:pt x="61" y="164"/>
                    </a:cubicBezTo>
                    <a:cubicBezTo>
                      <a:pt x="66" y="168"/>
                      <a:pt x="67" y="175"/>
                      <a:pt x="63" y="180"/>
                    </a:cubicBezTo>
                    <a:cubicBezTo>
                      <a:pt x="54" y="190"/>
                      <a:pt x="44" y="201"/>
                      <a:pt x="36" y="213"/>
                    </a:cubicBezTo>
                    <a:cubicBezTo>
                      <a:pt x="34" y="216"/>
                      <a:pt x="32" y="220"/>
                      <a:pt x="31" y="222"/>
                    </a:cubicBezTo>
                    <a:cubicBezTo>
                      <a:pt x="29" y="225"/>
                      <a:pt x="28" y="228"/>
                      <a:pt x="27" y="231"/>
                    </a:cubicBezTo>
                    <a:cubicBezTo>
                      <a:pt x="26" y="234"/>
                      <a:pt x="25" y="236"/>
                      <a:pt x="25" y="238"/>
                    </a:cubicBezTo>
                    <a:cubicBezTo>
                      <a:pt x="25" y="240"/>
                      <a:pt x="24" y="242"/>
                      <a:pt x="24" y="243"/>
                    </a:cubicBezTo>
                    <a:cubicBezTo>
                      <a:pt x="24" y="244"/>
                      <a:pt x="24" y="245"/>
                      <a:pt x="24" y="246"/>
                    </a:cubicBezTo>
                    <a:lnTo>
                      <a:pt x="24" y="245"/>
                    </a:lnTo>
                    <a:cubicBezTo>
                      <a:pt x="24" y="246"/>
                      <a:pt x="24" y="247"/>
                      <a:pt x="25" y="247"/>
                    </a:cubicBezTo>
                    <a:cubicBezTo>
                      <a:pt x="25" y="249"/>
                      <a:pt x="25" y="250"/>
                      <a:pt x="25" y="251"/>
                    </a:cubicBezTo>
                    <a:cubicBezTo>
                      <a:pt x="25" y="252"/>
                      <a:pt x="26" y="252"/>
                      <a:pt x="26" y="253"/>
                    </a:cubicBezTo>
                    <a:cubicBezTo>
                      <a:pt x="26" y="254"/>
                      <a:pt x="27" y="255"/>
                      <a:pt x="28" y="256"/>
                    </a:cubicBezTo>
                    <a:cubicBezTo>
                      <a:pt x="28" y="256"/>
                      <a:pt x="28" y="257"/>
                      <a:pt x="29" y="257"/>
                    </a:cubicBezTo>
                    <a:cubicBezTo>
                      <a:pt x="29" y="258"/>
                      <a:pt x="29" y="258"/>
                      <a:pt x="30" y="259"/>
                    </a:cubicBezTo>
                    <a:lnTo>
                      <a:pt x="29" y="258"/>
                    </a:lnTo>
                    <a:lnTo>
                      <a:pt x="29" y="257"/>
                    </a:lnTo>
                    <a:lnTo>
                      <a:pt x="29" y="258"/>
                    </a:lnTo>
                    <a:lnTo>
                      <a:pt x="29" y="257"/>
                    </a:lnTo>
                    <a:lnTo>
                      <a:pt x="29" y="258"/>
                    </a:lnTo>
                    <a:lnTo>
                      <a:pt x="29" y="259"/>
                    </a:lnTo>
                    <a:cubicBezTo>
                      <a:pt x="29" y="258"/>
                      <a:pt x="29" y="258"/>
                      <a:pt x="29" y="258"/>
                    </a:cubicBezTo>
                    <a:cubicBezTo>
                      <a:pt x="30" y="259"/>
                      <a:pt x="31" y="259"/>
                      <a:pt x="32" y="260"/>
                    </a:cubicBezTo>
                    <a:cubicBezTo>
                      <a:pt x="31" y="260"/>
                      <a:pt x="31" y="259"/>
                      <a:pt x="31" y="259"/>
                    </a:cubicBezTo>
                    <a:cubicBezTo>
                      <a:pt x="31" y="260"/>
                      <a:pt x="32" y="260"/>
                      <a:pt x="33" y="261"/>
                    </a:cubicBezTo>
                    <a:cubicBezTo>
                      <a:pt x="34" y="261"/>
                      <a:pt x="34" y="261"/>
                      <a:pt x="35" y="261"/>
                    </a:cubicBezTo>
                    <a:lnTo>
                      <a:pt x="36" y="262"/>
                    </a:lnTo>
                    <a:lnTo>
                      <a:pt x="37" y="262"/>
                    </a:lnTo>
                    <a:cubicBezTo>
                      <a:pt x="36" y="262"/>
                      <a:pt x="36" y="262"/>
                      <a:pt x="36" y="262"/>
                    </a:cubicBezTo>
                    <a:cubicBezTo>
                      <a:pt x="37" y="262"/>
                      <a:pt x="37" y="262"/>
                      <a:pt x="37" y="262"/>
                    </a:cubicBezTo>
                    <a:cubicBezTo>
                      <a:pt x="38" y="262"/>
                      <a:pt x="38" y="262"/>
                      <a:pt x="38" y="262"/>
                    </a:cubicBezTo>
                    <a:cubicBezTo>
                      <a:pt x="39" y="262"/>
                      <a:pt x="39" y="261"/>
                      <a:pt x="40" y="261"/>
                    </a:cubicBezTo>
                    <a:cubicBezTo>
                      <a:pt x="39" y="261"/>
                      <a:pt x="39" y="261"/>
                      <a:pt x="39" y="261"/>
                    </a:cubicBezTo>
                    <a:lnTo>
                      <a:pt x="40" y="261"/>
                    </a:lnTo>
                    <a:lnTo>
                      <a:pt x="41" y="261"/>
                    </a:lnTo>
                    <a:cubicBezTo>
                      <a:pt x="40" y="261"/>
                      <a:pt x="40" y="261"/>
                      <a:pt x="40" y="261"/>
                    </a:cubicBezTo>
                    <a:cubicBezTo>
                      <a:pt x="41" y="261"/>
                      <a:pt x="42" y="261"/>
                      <a:pt x="43" y="260"/>
                    </a:cubicBezTo>
                    <a:cubicBezTo>
                      <a:pt x="42" y="260"/>
                      <a:pt x="42" y="261"/>
                      <a:pt x="42" y="261"/>
                    </a:cubicBezTo>
                    <a:cubicBezTo>
                      <a:pt x="43" y="260"/>
                      <a:pt x="44" y="260"/>
                      <a:pt x="45" y="259"/>
                    </a:cubicBezTo>
                    <a:lnTo>
                      <a:pt x="46" y="259"/>
                    </a:lnTo>
                    <a:lnTo>
                      <a:pt x="46" y="258"/>
                    </a:lnTo>
                    <a:cubicBezTo>
                      <a:pt x="48" y="256"/>
                      <a:pt x="49" y="254"/>
                      <a:pt x="51" y="253"/>
                    </a:cubicBezTo>
                    <a:cubicBezTo>
                      <a:pt x="52" y="250"/>
                      <a:pt x="53" y="248"/>
                      <a:pt x="55" y="246"/>
                    </a:cubicBezTo>
                    <a:cubicBezTo>
                      <a:pt x="56" y="243"/>
                      <a:pt x="57" y="240"/>
                      <a:pt x="58" y="238"/>
                    </a:cubicBezTo>
                    <a:lnTo>
                      <a:pt x="58" y="239"/>
                    </a:lnTo>
                    <a:cubicBezTo>
                      <a:pt x="60" y="233"/>
                      <a:pt x="61" y="228"/>
                      <a:pt x="63" y="222"/>
                    </a:cubicBezTo>
                    <a:cubicBezTo>
                      <a:pt x="65" y="210"/>
                      <a:pt x="67" y="199"/>
                      <a:pt x="68" y="187"/>
                    </a:cubicBezTo>
                    <a:cubicBezTo>
                      <a:pt x="70" y="173"/>
                      <a:pt x="71" y="160"/>
                      <a:pt x="72" y="147"/>
                    </a:cubicBezTo>
                    <a:cubicBezTo>
                      <a:pt x="72" y="143"/>
                      <a:pt x="73" y="139"/>
                      <a:pt x="73" y="134"/>
                    </a:cubicBezTo>
                    <a:cubicBezTo>
                      <a:pt x="71" y="137"/>
                      <a:pt x="69" y="139"/>
                      <a:pt x="67" y="140"/>
                    </a:cubicBezTo>
                    <a:cubicBezTo>
                      <a:pt x="61" y="145"/>
                      <a:pt x="53" y="150"/>
                      <a:pt x="44" y="148"/>
                    </a:cubicBezTo>
                    <a:cubicBezTo>
                      <a:pt x="38" y="148"/>
                      <a:pt x="32" y="144"/>
                      <a:pt x="29" y="139"/>
                    </a:cubicBezTo>
                    <a:cubicBezTo>
                      <a:pt x="26" y="132"/>
                      <a:pt x="26" y="126"/>
                      <a:pt x="25" y="119"/>
                    </a:cubicBezTo>
                    <a:cubicBezTo>
                      <a:pt x="23" y="106"/>
                      <a:pt x="22" y="93"/>
                      <a:pt x="22" y="80"/>
                    </a:cubicBezTo>
                    <a:cubicBezTo>
                      <a:pt x="22" y="71"/>
                      <a:pt x="22" y="62"/>
                      <a:pt x="23" y="53"/>
                    </a:cubicBezTo>
                    <a:cubicBezTo>
                      <a:pt x="24" y="39"/>
                      <a:pt x="27" y="26"/>
                      <a:pt x="33" y="14"/>
                    </a:cubicBezTo>
                    <a:cubicBezTo>
                      <a:pt x="35" y="9"/>
                      <a:pt x="39" y="5"/>
                      <a:pt x="44" y="3"/>
                    </a:cubicBezTo>
                    <a:cubicBezTo>
                      <a:pt x="49" y="0"/>
                      <a:pt x="54" y="0"/>
                      <a:pt x="60" y="3"/>
                    </a:cubicBezTo>
                    <a:cubicBezTo>
                      <a:pt x="63" y="4"/>
                      <a:pt x="65" y="7"/>
                      <a:pt x="68" y="10"/>
                    </a:cubicBezTo>
                    <a:cubicBezTo>
                      <a:pt x="70" y="12"/>
                      <a:pt x="71" y="13"/>
                      <a:pt x="73" y="15"/>
                    </a:cubicBezTo>
                    <a:cubicBezTo>
                      <a:pt x="78" y="20"/>
                      <a:pt x="78" y="28"/>
                      <a:pt x="72" y="33"/>
                    </a:cubicBezTo>
                    <a:cubicBezTo>
                      <a:pt x="67" y="38"/>
                      <a:pt x="58" y="37"/>
                      <a:pt x="54" y="31"/>
                    </a:cubicBezTo>
                    <a:cubicBezTo>
                      <a:pt x="53" y="31"/>
                      <a:pt x="53" y="30"/>
                      <a:pt x="52" y="30"/>
                    </a:cubicBezTo>
                    <a:cubicBezTo>
                      <a:pt x="52" y="30"/>
                      <a:pt x="51" y="31"/>
                      <a:pt x="51" y="32"/>
                    </a:cubicBezTo>
                    <a:cubicBezTo>
                      <a:pt x="50" y="37"/>
                      <a:pt x="49" y="42"/>
                      <a:pt x="47" y="46"/>
                    </a:cubicBezTo>
                    <a:cubicBezTo>
                      <a:pt x="46" y="51"/>
                      <a:pt x="46" y="56"/>
                      <a:pt x="45" y="60"/>
                    </a:cubicBezTo>
                    <a:lnTo>
                      <a:pt x="45" y="59"/>
                    </a:lnTo>
                    <a:cubicBezTo>
                      <a:pt x="44" y="72"/>
                      <a:pt x="44" y="85"/>
                      <a:pt x="45" y="98"/>
                    </a:cubicBezTo>
                    <a:lnTo>
                      <a:pt x="45" y="97"/>
                    </a:lnTo>
                    <a:cubicBezTo>
                      <a:pt x="46" y="104"/>
                      <a:pt x="47" y="110"/>
                      <a:pt x="47" y="116"/>
                    </a:cubicBezTo>
                    <a:cubicBezTo>
                      <a:pt x="48" y="119"/>
                      <a:pt x="49" y="121"/>
                      <a:pt x="49" y="123"/>
                    </a:cubicBezTo>
                    <a:lnTo>
                      <a:pt x="50" y="123"/>
                    </a:lnTo>
                    <a:lnTo>
                      <a:pt x="51" y="122"/>
                    </a:lnTo>
                    <a:cubicBezTo>
                      <a:pt x="52" y="122"/>
                      <a:pt x="53" y="121"/>
                      <a:pt x="53" y="121"/>
                    </a:cubicBezTo>
                    <a:cubicBezTo>
                      <a:pt x="55" y="119"/>
                      <a:pt x="56" y="118"/>
                      <a:pt x="58" y="116"/>
                    </a:cubicBezTo>
                    <a:cubicBezTo>
                      <a:pt x="60" y="115"/>
                      <a:pt x="61" y="113"/>
                      <a:pt x="62" y="111"/>
                    </a:cubicBezTo>
                    <a:cubicBezTo>
                      <a:pt x="67" y="104"/>
                      <a:pt x="72" y="96"/>
                      <a:pt x="77" y="88"/>
                    </a:cubicBezTo>
                    <a:cubicBezTo>
                      <a:pt x="81" y="80"/>
                      <a:pt x="85" y="71"/>
                      <a:pt x="88" y="62"/>
                    </a:cubicBezTo>
                    <a:cubicBezTo>
                      <a:pt x="89" y="61"/>
                      <a:pt x="89" y="60"/>
                      <a:pt x="89" y="59"/>
                    </a:cubicBezTo>
                    <a:cubicBezTo>
                      <a:pt x="91" y="53"/>
                      <a:pt x="93" y="47"/>
                      <a:pt x="96" y="41"/>
                    </a:cubicBezTo>
                    <a:cubicBezTo>
                      <a:pt x="98" y="36"/>
                      <a:pt x="104" y="33"/>
                      <a:pt x="110" y="35"/>
                    </a:cubicBezTo>
                    <a:cubicBezTo>
                      <a:pt x="116" y="37"/>
                      <a:pt x="120" y="44"/>
                      <a:pt x="118" y="49"/>
                    </a:cubicBezTo>
                    <a:cubicBezTo>
                      <a:pt x="116" y="55"/>
                      <a:pt x="114" y="60"/>
                      <a:pt x="112" y="65"/>
                    </a:cubicBezTo>
                    <a:cubicBezTo>
                      <a:pt x="111" y="67"/>
                      <a:pt x="111" y="69"/>
                      <a:pt x="110" y="70"/>
                    </a:cubicBezTo>
                    <a:cubicBezTo>
                      <a:pt x="110" y="70"/>
                      <a:pt x="110" y="69"/>
                      <a:pt x="111" y="69"/>
                    </a:cubicBezTo>
                    <a:cubicBezTo>
                      <a:pt x="109" y="74"/>
                      <a:pt x="107" y="79"/>
                      <a:pt x="106" y="84"/>
                    </a:cubicBezTo>
                    <a:cubicBezTo>
                      <a:pt x="105" y="90"/>
                      <a:pt x="103" y="96"/>
                      <a:pt x="102" y="102"/>
                    </a:cubicBezTo>
                    <a:cubicBezTo>
                      <a:pt x="99" y="114"/>
                      <a:pt x="97" y="126"/>
                      <a:pt x="96" y="138"/>
                    </a:cubicBezTo>
                    <a:cubicBezTo>
                      <a:pt x="95" y="151"/>
                      <a:pt x="93" y="164"/>
                      <a:pt x="92" y="176"/>
                    </a:cubicBezTo>
                    <a:cubicBezTo>
                      <a:pt x="91" y="189"/>
                      <a:pt x="89" y="203"/>
                      <a:pt x="86" y="215"/>
                    </a:cubicBezTo>
                    <a:cubicBezTo>
                      <a:pt x="84" y="227"/>
                      <a:pt x="82" y="239"/>
                      <a:pt x="78" y="250"/>
                    </a:cubicBezTo>
                    <a:cubicBezTo>
                      <a:pt x="75" y="257"/>
                      <a:pt x="71" y="264"/>
                      <a:pt x="67" y="270"/>
                    </a:cubicBezTo>
                    <a:cubicBezTo>
                      <a:pt x="65" y="273"/>
                      <a:pt x="63" y="276"/>
                      <a:pt x="59" y="278"/>
                    </a:cubicBezTo>
                    <a:cubicBezTo>
                      <a:pt x="56" y="281"/>
                      <a:pt x="52" y="282"/>
                      <a:pt x="49" y="284"/>
                    </a:cubicBezTo>
                    <a:cubicBezTo>
                      <a:pt x="45" y="285"/>
                      <a:pt x="42" y="286"/>
                      <a:pt x="39" y="286"/>
                    </a:cubicBezTo>
                    <a:cubicBezTo>
                      <a:pt x="38" y="286"/>
                      <a:pt x="37" y="286"/>
                      <a:pt x="37" y="286"/>
                    </a:cubicBezTo>
                    <a:cubicBezTo>
                      <a:pt x="33" y="286"/>
                      <a:pt x="30" y="285"/>
                      <a:pt x="26" y="28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" name="Google Shape;367;p3"/>
              <p:cNvSpPr/>
              <p:nvPr/>
            </p:nvSpPr>
            <p:spPr>
              <a:xfrm>
                <a:off x="1029240" y="1231560"/>
                <a:ext cx="25920" cy="125640"/>
              </a:xfrm>
              <a:custGeom>
                <a:avLst/>
                <a:gdLst/>
                <a:ahLst/>
                <a:cxnLst/>
                <a:rect l="l" t="t" r="r" b="b"/>
                <a:pathLst>
                  <a:path w="72" h="349" extrusionOk="0">
                    <a:moveTo>
                      <a:pt x="5" y="344"/>
                    </a:moveTo>
                    <a:cubicBezTo>
                      <a:pt x="0" y="340"/>
                      <a:pt x="1" y="332"/>
                      <a:pt x="5" y="328"/>
                    </a:cubicBezTo>
                    <a:cubicBezTo>
                      <a:pt x="6" y="326"/>
                      <a:pt x="8" y="325"/>
                      <a:pt x="9" y="324"/>
                    </a:cubicBezTo>
                    <a:cubicBezTo>
                      <a:pt x="10" y="322"/>
                      <a:pt x="12" y="320"/>
                      <a:pt x="13" y="318"/>
                    </a:cubicBezTo>
                    <a:cubicBezTo>
                      <a:pt x="16" y="316"/>
                      <a:pt x="17" y="313"/>
                      <a:pt x="19" y="310"/>
                    </a:cubicBezTo>
                    <a:cubicBezTo>
                      <a:pt x="24" y="304"/>
                      <a:pt x="28" y="297"/>
                      <a:pt x="31" y="291"/>
                    </a:cubicBezTo>
                    <a:cubicBezTo>
                      <a:pt x="33" y="287"/>
                      <a:pt x="36" y="282"/>
                      <a:pt x="37" y="278"/>
                    </a:cubicBezTo>
                    <a:cubicBezTo>
                      <a:pt x="40" y="270"/>
                      <a:pt x="42" y="262"/>
                      <a:pt x="44" y="253"/>
                    </a:cubicBezTo>
                    <a:cubicBezTo>
                      <a:pt x="46" y="242"/>
                      <a:pt x="48" y="231"/>
                      <a:pt x="49" y="219"/>
                    </a:cubicBezTo>
                    <a:cubicBezTo>
                      <a:pt x="50" y="206"/>
                      <a:pt x="50" y="193"/>
                      <a:pt x="49" y="180"/>
                    </a:cubicBezTo>
                    <a:cubicBezTo>
                      <a:pt x="48" y="174"/>
                      <a:pt x="48" y="168"/>
                      <a:pt x="47" y="161"/>
                    </a:cubicBezTo>
                    <a:cubicBezTo>
                      <a:pt x="47" y="157"/>
                      <a:pt x="45" y="151"/>
                      <a:pt x="45" y="147"/>
                    </a:cubicBezTo>
                    <a:cubicBezTo>
                      <a:pt x="44" y="141"/>
                      <a:pt x="43" y="137"/>
                      <a:pt x="41" y="132"/>
                    </a:cubicBezTo>
                    <a:cubicBezTo>
                      <a:pt x="40" y="126"/>
                      <a:pt x="39" y="122"/>
                      <a:pt x="37" y="117"/>
                    </a:cubicBezTo>
                    <a:cubicBezTo>
                      <a:pt x="36" y="108"/>
                      <a:pt x="33" y="100"/>
                      <a:pt x="30" y="91"/>
                    </a:cubicBezTo>
                    <a:cubicBezTo>
                      <a:pt x="26" y="80"/>
                      <a:pt x="22" y="69"/>
                      <a:pt x="19" y="58"/>
                    </a:cubicBezTo>
                    <a:cubicBezTo>
                      <a:pt x="17" y="54"/>
                      <a:pt x="16" y="50"/>
                      <a:pt x="15" y="46"/>
                    </a:cubicBezTo>
                    <a:cubicBezTo>
                      <a:pt x="12" y="38"/>
                      <a:pt x="10" y="30"/>
                      <a:pt x="9" y="22"/>
                    </a:cubicBezTo>
                    <a:cubicBezTo>
                      <a:pt x="9" y="16"/>
                      <a:pt x="9" y="10"/>
                      <a:pt x="13" y="6"/>
                    </a:cubicBezTo>
                    <a:cubicBezTo>
                      <a:pt x="16" y="2"/>
                      <a:pt x="22" y="0"/>
                      <a:pt x="27" y="2"/>
                    </a:cubicBezTo>
                    <a:cubicBezTo>
                      <a:pt x="33" y="3"/>
                      <a:pt x="37" y="11"/>
                      <a:pt x="36" y="17"/>
                    </a:cubicBezTo>
                    <a:cubicBezTo>
                      <a:pt x="35" y="19"/>
                      <a:pt x="34" y="20"/>
                      <a:pt x="34" y="21"/>
                    </a:cubicBezTo>
                    <a:cubicBezTo>
                      <a:pt x="34" y="23"/>
                      <a:pt x="34" y="24"/>
                      <a:pt x="34" y="26"/>
                    </a:cubicBezTo>
                    <a:cubicBezTo>
                      <a:pt x="41" y="55"/>
                      <a:pt x="52" y="82"/>
                      <a:pt x="58" y="111"/>
                    </a:cubicBezTo>
                    <a:cubicBezTo>
                      <a:pt x="62" y="123"/>
                      <a:pt x="65" y="136"/>
                      <a:pt x="67" y="150"/>
                    </a:cubicBezTo>
                    <a:cubicBezTo>
                      <a:pt x="70" y="168"/>
                      <a:pt x="71" y="186"/>
                      <a:pt x="70" y="204"/>
                    </a:cubicBezTo>
                    <a:cubicBezTo>
                      <a:pt x="70" y="220"/>
                      <a:pt x="69" y="236"/>
                      <a:pt x="66" y="251"/>
                    </a:cubicBezTo>
                    <a:cubicBezTo>
                      <a:pt x="63" y="267"/>
                      <a:pt x="59" y="281"/>
                      <a:pt x="53" y="296"/>
                    </a:cubicBezTo>
                    <a:cubicBezTo>
                      <a:pt x="48" y="307"/>
                      <a:pt x="42" y="317"/>
                      <a:pt x="35" y="327"/>
                    </a:cubicBezTo>
                    <a:cubicBezTo>
                      <a:pt x="31" y="333"/>
                      <a:pt x="26" y="339"/>
                      <a:pt x="21" y="344"/>
                    </a:cubicBezTo>
                    <a:cubicBezTo>
                      <a:pt x="19" y="347"/>
                      <a:pt x="16" y="348"/>
                      <a:pt x="13" y="348"/>
                    </a:cubicBezTo>
                    <a:cubicBezTo>
                      <a:pt x="10" y="348"/>
                      <a:pt x="7" y="347"/>
                      <a:pt x="5" y="3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" name="Google Shape;368;p3"/>
              <p:cNvSpPr/>
              <p:nvPr/>
            </p:nvSpPr>
            <p:spPr>
              <a:xfrm>
                <a:off x="1071360" y="1296000"/>
                <a:ext cx="84960" cy="120600"/>
              </a:xfrm>
              <a:custGeom>
                <a:avLst/>
                <a:gdLst/>
                <a:ahLst/>
                <a:cxnLst/>
                <a:rect l="l" t="t" r="r" b="b"/>
                <a:pathLst>
                  <a:path w="236" h="335" extrusionOk="0">
                    <a:moveTo>
                      <a:pt x="52" y="311"/>
                    </a:moveTo>
                    <a:lnTo>
                      <a:pt x="51" y="311"/>
                    </a:lnTo>
                    <a:cubicBezTo>
                      <a:pt x="52" y="311"/>
                      <a:pt x="53" y="311"/>
                      <a:pt x="54" y="310"/>
                    </a:cubicBezTo>
                    <a:cubicBezTo>
                      <a:pt x="56" y="310"/>
                      <a:pt x="57" y="310"/>
                      <a:pt x="58" y="310"/>
                    </a:cubicBezTo>
                    <a:cubicBezTo>
                      <a:pt x="60" y="309"/>
                      <a:pt x="61" y="308"/>
                      <a:pt x="63" y="307"/>
                    </a:cubicBezTo>
                    <a:cubicBezTo>
                      <a:pt x="64" y="307"/>
                      <a:pt x="65" y="306"/>
                      <a:pt x="66" y="306"/>
                    </a:cubicBezTo>
                    <a:cubicBezTo>
                      <a:pt x="71" y="303"/>
                      <a:pt x="74" y="300"/>
                      <a:pt x="78" y="297"/>
                    </a:cubicBezTo>
                    <a:cubicBezTo>
                      <a:pt x="78" y="298"/>
                      <a:pt x="77" y="298"/>
                      <a:pt x="76" y="298"/>
                    </a:cubicBezTo>
                    <a:cubicBezTo>
                      <a:pt x="81" y="294"/>
                      <a:pt x="85" y="290"/>
                      <a:pt x="89" y="286"/>
                    </a:cubicBezTo>
                    <a:cubicBezTo>
                      <a:pt x="98" y="275"/>
                      <a:pt x="106" y="264"/>
                      <a:pt x="114" y="254"/>
                    </a:cubicBezTo>
                    <a:cubicBezTo>
                      <a:pt x="113" y="254"/>
                      <a:pt x="113" y="254"/>
                      <a:pt x="113" y="255"/>
                    </a:cubicBezTo>
                    <a:cubicBezTo>
                      <a:pt x="114" y="253"/>
                      <a:pt x="115" y="250"/>
                      <a:pt x="117" y="248"/>
                    </a:cubicBezTo>
                    <a:cubicBezTo>
                      <a:pt x="113" y="249"/>
                      <a:pt x="109" y="247"/>
                      <a:pt x="106" y="244"/>
                    </a:cubicBezTo>
                    <a:cubicBezTo>
                      <a:pt x="101" y="240"/>
                      <a:pt x="102" y="234"/>
                      <a:pt x="104" y="229"/>
                    </a:cubicBezTo>
                    <a:cubicBezTo>
                      <a:pt x="104" y="229"/>
                      <a:pt x="103" y="230"/>
                      <a:pt x="103" y="231"/>
                    </a:cubicBezTo>
                    <a:cubicBezTo>
                      <a:pt x="104" y="229"/>
                      <a:pt x="104" y="226"/>
                      <a:pt x="104" y="225"/>
                    </a:cubicBezTo>
                    <a:cubicBezTo>
                      <a:pt x="105" y="223"/>
                      <a:pt x="105" y="222"/>
                      <a:pt x="105" y="220"/>
                    </a:cubicBezTo>
                    <a:lnTo>
                      <a:pt x="105" y="219"/>
                    </a:lnTo>
                    <a:cubicBezTo>
                      <a:pt x="105" y="218"/>
                      <a:pt x="105" y="218"/>
                      <a:pt x="105" y="217"/>
                    </a:cubicBezTo>
                    <a:cubicBezTo>
                      <a:pt x="105" y="217"/>
                      <a:pt x="104" y="216"/>
                      <a:pt x="104" y="215"/>
                    </a:cubicBezTo>
                    <a:lnTo>
                      <a:pt x="104" y="216"/>
                    </a:lnTo>
                    <a:cubicBezTo>
                      <a:pt x="104" y="215"/>
                      <a:pt x="104" y="215"/>
                      <a:pt x="104" y="215"/>
                    </a:cubicBezTo>
                    <a:cubicBezTo>
                      <a:pt x="104" y="214"/>
                      <a:pt x="103" y="214"/>
                      <a:pt x="103" y="214"/>
                    </a:cubicBezTo>
                    <a:cubicBezTo>
                      <a:pt x="103" y="213"/>
                      <a:pt x="102" y="212"/>
                      <a:pt x="101" y="212"/>
                    </a:cubicBezTo>
                    <a:lnTo>
                      <a:pt x="102" y="212"/>
                    </a:lnTo>
                    <a:lnTo>
                      <a:pt x="101" y="212"/>
                    </a:lnTo>
                    <a:cubicBezTo>
                      <a:pt x="102" y="212"/>
                      <a:pt x="102" y="212"/>
                      <a:pt x="102" y="212"/>
                    </a:cubicBezTo>
                    <a:lnTo>
                      <a:pt x="101" y="212"/>
                    </a:lnTo>
                    <a:cubicBezTo>
                      <a:pt x="100" y="211"/>
                      <a:pt x="100" y="211"/>
                      <a:pt x="100" y="211"/>
                    </a:cubicBezTo>
                    <a:cubicBezTo>
                      <a:pt x="99" y="211"/>
                      <a:pt x="99" y="210"/>
                      <a:pt x="98" y="210"/>
                    </a:cubicBezTo>
                    <a:cubicBezTo>
                      <a:pt x="97" y="210"/>
                      <a:pt x="97" y="210"/>
                      <a:pt x="96" y="210"/>
                    </a:cubicBezTo>
                    <a:cubicBezTo>
                      <a:pt x="94" y="209"/>
                      <a:pt x="92" y="209"/>
                      <a:pt x="90" y="209"/>
                    </a:cubicBezTo>
                    <a:cubicBezTo>
                      <a:pt x="89" y="208"/>
                      <a:pt x="87" y="208"/>
                      <a:pt x="85" y="209"/>
                    </a:cubicBezTo>
                    <a:cubicBezTo>
                      <a:pt x="82" y="209"/>
                      <a:pt x="79" y="209"/>
                      <a:pt x="76" y="210"/>
                    </a:cubicBezTo>
                    <a:cubicBezTo>
                      <a:pt x="76" y="210"/>
                      <a:pt x="77" y="210"/>
                      <a:pt x="78" y="210"/>
                    </a:cubicBezTo>
                    <a:cubicBezTo>
                      <a:pt x="76" y="210"/>
                      <a:pt x="75" y="210"/>
                      <a:pt x="74" y="210"/>
                    </a:cubicBezTo>
                    <a:cubicBezTo>
                      <a:pt x="72" y="211"/>
                      <a:pt x="70" y="212"/>
                      <a:pt x="68" y="212"/>
                    </a:cubicBezTo>
                    <a:cubicBezTo>
                      <a:pt x="65" y="214"/>
                      <a:pt x="63" y="215"/>
                      <a:pt x="61" y="217"/>
                    </a:cubicBezTo>
                    <a:cubicBezTo>
                      <a:pt x="57" y="219"/>
                      <a:pt x="53" y="222"/>
                      <a:pt x="50" y="225"/>
                    </a:cubicBezTo>
                    <a:lnTo>
                      <a:pt x="50" y="224"/>
                    </a:lnTo>
                    <a:cubicBezTo>
                      <a:pt x="50" y="225"/>
                      <a:pt x="50" y="225"/>
                      <a:pt x="50" y="225"/>
                    </a:cubicBezTo>
                    <a:lnTo>
                      <a:pt x="49" y="225"/>
                    </a:lnTo>
                    <a:lnTo>
                      <a:pt x="50" y="225"/>
                    </a:lnTo>
                    <a:cubicBezTo>
                      <a:pt x="47" y="226"/>
                      <a:pt x="45" y="229"/>
                      <a:pt x="44" y="231"/>
                    </a:cubicBezTo>
                    <a:cubicBezTo>
                      <a:pt x="41" y="233"/>
                      <a:pt x="39" y="236"/>
                      <a:pt x="37" y="239"/>
                    </a:cubicBezTo>
                    <a:cubicBezTo>
                      <a:pt x="36" y="241"/>
                      <a:pt x="34" y="243"/>
                      <a:pt x="33" y="246"/>
                    </a:cubicBezTo>
                    <a:cubicBezTo>
                      <a:pt x="31" y="249"/>
                      <a:pt x="29" y="253"/>
                      <a:pt x="28" y="257"/>
                    </a:cubicBezTo>
                    <a:cubicBezTo>
                      <a:pt x="27" y="260"/>
                      <a:pt x="26" y="263"/>
                      <a:pt x="25" y="267"/>
                    </a:cubicBezTo>
                    <a:cubicBezTo>
                      <a:pt x="25" y="269"/>
                      <a:pt x="25" y="271"/>
                      <a:pt x="24" y="273"/>
                    </a:cubicBezTo>
                    <a:cubicBezTo>
                      <a:pt x="24" y="275"/>
                      <a:pt x="24" y="277"/>
                      <a:pt x="24" y="279"/>
                    </a:cubicBezTo>
                    <a:cubicBezTo>
                      <a:pt x="25" y="281"/>
                      <a:pt x="25" y="283"/>
                      <a:pt x="25" y="285"/>
                    </a:cubicBezTo>
                    <a:cubicBezTo>
                      <a:pt x="25" y="286"/>
                      <a:pt x="26" y="288"/>
                      <a:pt x="26" y="289"/>
                    </a:cubicBezTo>
                    <a:cubicBezTo>
                      <a:pt x="26" y="291"/>
                      <a:pt x="27" y="292"/>
                      <a:pt x="27" y="293"/>
                    </a:cubicBezTo>
                    <a:cubicBezTo>
                      <a:pt x="29" y="295"/>
                      <a:pt x="29" y="296"/>
                      <a:pt x="30" y="298"/>
                    </a:cubicBezTo>
                    <a:cubicBezTo>
                      <a:pt x="31" y="299"/>
                      <a:pt x="32" y="300"/>
                      <a:pt x="33" y="302"/>
                    </a:cubicBezTo>
                    <a:cubicBezTo>
                      <a:pt x="33" y="302"/>
                      <a:pt x="34" y="303"/>
                      <a:pt x="35" y="304"/>
                    </a:cubicBezTo>
                    <a:cubicBezTo>
                      <a:pt x="36" y="305"/>
                      <a:pt x="37" y="305"/>
                      <a:pt x="37" y="306"/>
                    </a:cubicBezTo>
                    <a:cubicBezTo>
                      <a:pt x="39" y="307"/>
                      <a:pt x="40" y="307"/>
                      <a:pt x="41" y="309"/>
                    </a:cubicBezTo>
                    <a:cubicBezTo>
                      <a:pt x="43" y="309"/>
                      <a:pt x="44" y="310"/>
                      <a:pt x="45" y="310"/>
                    </a:cubicBezTo>
                    <a:cubicBezTo>
                      <a:pt x="46" y="310"/>
                      <a:pt x="47" y="310"/>
                      <a:pt x="47" y="311"/>
                    </a:cubicBezTo>
                    <a:cubicBezTo>
                      <a:pt x="48" y="311"/>
                      <a:pt x="48" y="311"/>
                      <a:pt x="49" y="311"/>
                    </a:cubicBezTo>
                    <a:cubicBezTo>
                      <a:pt x="50" y="311"/>
                      <a:pt x="51" y="311"/>
                      <a:pt x="52" y="311"/>
                    </a:cubicBezTo>
                    <a:moveTo>
                      <a:pt x="47" y="334"/>
                    </a:moveTo>
                    <a:cubicBezTo>
                      <a:pt x="43" y="334"/>
                      <a:pt x="39" y="332"/>
                      <a:pt x="35" y="331"/>
                    </a:cubicBezTo>
                    <a:cubicBezTo>
                      <a:pt x="29" y="328"/>
                      <a:pt x="23" y="324"/>
                      <a:pt x="18" y="320"/>
                    </a:cubicBezTo>
                    <a:cubicBezTo>
                      <a:pt x="12" y="314"/>
                      <a:pt x="9" y="307"/>
                      <a:pt x="6" y="301"/>
                    </a:cubicBezTo>
                    <a:cubicBezTo>
                      <a:pt x="0" y="286"/>
                      <a:pt x="1" y="269"/>
                      <a:pt x="5" y="254"/>
                    </a:cubicBezTo>
                    <a:cubicBezTo>
                      <a:pt x="10" y="237"/>
                      <a:pt x="19" y="222"/>
                      <a:pt x="32" y="210"/>
                    </a:cubicBezTo>
                    <a:cubicBezTo>
                      <a:pt x="37" y="204"/>
                      <a:pt x="45" y="199"/>
                      <a:pt x="52" y="195"/>
                    </a:cubicBezTo>
                    <a:cubicBezTo>
                      <a:pt x="56" y="192"/>
                      <a:pt x="60" y="190"/>
                      <a:pt x="65" y="189"/>
                    </a:cubicBezTo>
                    <a:cubicBezTo>
                      <a:pt x="69" y="187"/>
                      <a:pt x="73" y="186"/>
                      <a:pt x="77" y="186"/>
                    </a:cubicBezTo>
                    <a:cubicBezTo>
                      <a:pt x="93" y="183"/>
                      <a:pt x="112" y="185"/>
                      <a:pt x="122" y="199"/>
                    </a:cubicBezTo>
                    <a:cubicBezTo>
                      <a:pt x="125" y="202"/>
                      <a:pt x="127" y="205"/>
                      <a:pt x="128" y="210"/>
                    </a:cubicBezTo>
                    <a:cubicBezTo>
                      <a:pt x="129" y="212"/>
                      <a:pt x="129" y="215"/>
                      <a:pt x="129" y="218"/>
                    </a:cubicBezTo>
                    <a:cubicBezTo>
                      <a:pt x="131" y="219"/>
                      <a:pt x="131" y="221"/>
                      <a:pt x="132" y="223"/>
                    </a:cubicBezTo>
                    <a:cubicBezTo>
                      <a:pt x="134" y="218"/>
                      <a:pt x="137" y="213"/>
                      <a:pt x="140" y="208"/>
                    </a:cubicBezTo>
                    <a:cubicBezTo>
                      <a:pt x="144" y="200"/>
                      <a:pt x="149" y="192"/>
                      <a:pt x="152" y="184"/>
                    </a:cubicBezTo>
                    <a:cubicBezTo>
                      <a:pt x="157" y="175"/>
                      <a:pt x="161" y="165"/>
                      <a:pt x="166" y="155"/>
                    </a:cubicBezTo>
                    <a:cubicBezTo>
                      <a:pt x="168" y="151"/>
                      <a:pt x="170" y="146"/>
                      <a:pt x="172" y="141"/>
                    </a:cubicBezTo>
                    <a:cubicBezTo>
                      <a:pt x="173" y="133"/>
                      <a:pt x="174" y="123"/>
                      <a:pt x="175" y="114"/>
                    </a:cubicBezTo>
                    <a:cubicBezTo>
                      <a:pt x="176" y="102"/>
                      <a:pt x="178" y="90"/>
                      <a:pt x="180" y="78"/>
                    </a:cubicBezTo>
                    <a:cubicBezTo>
                      <a:pt x="181" y="69"/>
                      <a:pt x="183" y="61"/>
                      <a:pt x="185" y="53"/>
                    </a:cubicBezTo>
                    <a:cubicBezTo>
                      <a:pt x="188" y="44"/>
                      <a:pt x="191" y="36"/>
                      <a:pt x="194" y="28"/>
                    </a:cubicBezTo>
                    <a:cubicBezTo>
                      <a:pt x="197" y="21"/>
                      <a:pt x="200" y="14"/>
                      <a:pt x="205" y="8"/>
                    </a:cubicBezTo>
                    <a:cubicBezTo>
                      <a:pt x="207" y="6"/>
                      <a:pt x="210" y="3"/>
                      <a:pt x="212" y="2"/>
                    </a:cubicBezTo>
                    <a:cubicBezTo>
                      <a:pt x="216" y="0"/>
                      <a:pt x="219" y="0"/>
                      <a:pt x="222" y="1"/>
                    </a:cubicBezTo>
                    <a:cubicBezTo>
                      <a:pt x="228" y="2"/>
                      <a:pt x="232" y="6"/>
                      <a:pt x="233" y="12"/>
                    </a:cubicBezTo>
                    <a:cubicBezTo>
                      <a:pt x="235" y="18"/>
                      <a:pt x="234" y="25"/>
                      <a:pt x="233" y="31"/>
                    </a:cubicBezTo>
                    <a:cubicBezTo>
                      <a:pt x="231" y="38"/>
                      <a:pt x="229" y="44"/>
                      <a:pt x="227" y="50"/>
                    </a:cubicBezTo>
                    <a:cubicBezTo>
                      <a:pt x="224" y="62"/>
                      <a:pt x="220" y="73"/>
                      <a:pt x="216" y="85"/>
                    </a:cubicBezTo>
                    <a:cubicBezTo>
                      <a:pt x="210" y="105"/>
                      <a:pt x="202" y="124"/>
                      <a:pt x="194" y="144"/>
                    </a:cubicBezTo>
                    <a:cubicBezTo>
                      <a:pt x="193" y="148"/>
                      <a:pt x="193" y="152"/>
                      <a:pt x="193" y="155"/>
                    </a:cubicBezTo>
                    <a:cubicBezTo>
                      <a:pt x="190" y="180"/>
                      <a:pt x="188" y="204"/>
                      <a:pt x="185" y="229"/>
                    </a:cubicBezTo>
                    <a:cubicBezTo>
                      <a:pt x="184" y="240"/>
                      <a:pt x="181" y="252"/>
                      <a:pt x="180" y="264"/>
                    </a:cubicBezTo>
                    <a:cubicBezTo>
                      <a:pt x="178" y="275"/>
                      <a:pt x="176" y="286"/>
                      <a:pt x="174" y="298"/>
                    </a:cubicBezTo>
                    <a:cubicBezTo>
                      <a:pt x="173" y="305"/>
                      <a:pt x="167" y="309"/>
                      <a:pt x="160" y="309"/>
                    </a:cubicBezTo>
                    <a:cubicBezTo>
                      <a:pt x="152" y="307"/>
                      <a:pt x="148" y="300"/>
                      <a:pt x="150" y="293"/>
                    </a:cubicBezTo>
                    <a:cubicBezTo>
                      <a:pt x="151" y="288"/>
                      <a:pt x="153" y="282"/>
                      <a:pt x="154" y="277"/>
                    </a:cubicBezTo>
                    <a:cubicBezTo>
                      <a:pt x="155" y="272"/>
                      <a:pt x="156" y="267"/>
                      <a:pt x="157" y="261"/>
                    </a:cubicBezTo>
                    <a:cubicBezTo>
                      <a:pt x="157" y="262"/>
                      <a:pt x="157" y="263"/>
                      <a:pt x="157" y="263"/>
                    </a:cubicBezTo>
                    <a:cubicBezTo>
                      <a:pt x="161" y="244"/>
                      <a:pt x="163" y="225"/>
                      <a:pt x="166" y="205"/>
                    </a:cubicBezTo>
                    <a:cubicBezTo>
                      <a:pt x="163" y="211"/>
                      <a:pt x="160" y="215"/>
                      <a:pt x="158" y="221"/>
                    </a:cubicBezTo>
                    <a:cubicBezTo>
                      <a:pt x="154" y="228"/>
                      <a:pt x="150" y="235"/>
                      <a:pt x="146" y="242"/>
                    </a:cubicBezTo>
                    <a:cubicBezTo>
                      <a:pt x="143" y="247"/>
                      <a:pt x="141" y="251"/>
                      <a:pt x="138" y="256"/>
                    </a:cubicBezTo>
                    <a:cubicBezTo>
                      <a:pt x="135" y="260"/>
                      <a:pt x="132" y="265"/>
                      <a:pt x="129" y="270"/>
                    </a:cubicBezTo>
                    <a:cubicBezTo>
                      <a:pt x="125" y="277"/>
                      <a:pt x="119" y="284"/>
                      <a:pt x="115" y="291"/>
                    </a:cubicBezTo>
                    <a:cubicBezTo>
                      <a:pt x="110" y="297"/>
                      <a:pt x="104" y="303"/>
                      <a:pt x="99" y="309"/>
                    </a:cubicBezTo>
                    <a:cubicBezTo>
                      <a:pt x="93" y="315"/>
                      <a:pt x="86" y="321"/>
                      <a:pt x="79" y="325"/>
                    </a:cubicBezTo>
                    <a:cubicBezTo>
                      <a:pt x="72" y="330"/>
                      <a:pt x="65" y="332"/>
                      <a:pt x="57" y="334"/>
                    </a:cubicBezTo>
                    <a:cubicBezTo>
                      <a:pt x="55" y="334"/>
                      <a:pt x="52" y="334"/>
                      <a:pt x="50" y="334"/>
                    </a:cubicBezTo>
                    <a:cubicBezTo>
                      <a:pt x="49" y="334"/>
                      <a:pt x="48" y="334"/>
                      <a:pt x="47" y="3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" name="Google Shape;369;p3"/>
              <p:cNvSpPr/>
              <p:nvPr/>
            </p:nvSpPr>
            <p:spPr>
              <a:xfrm>
                <a:off x="1152720" y="1359720"/>
                <a:ext cx="56880" cy="131760"/>
              </a:xfrm>
              <a:custGeom>
                <a:avLst/>
                <a:gdLst/>
                <a:ahLst/>
                <a:cxnLst/>
                <a:rect l="l" t="t" r="r" b="b"/>
                <a:pathLst>
                  <a:path w="158" h="366" extrusionOk="0">
                    <a:moveTo>
                      <a:pt x="63" y="340"/>
                    </a:moveTo>
                    <a:lnTo>
                      <a:pt x="64" y="340"/>
                    </a:lnTo>
                    <a:lnTo>
                      <a:pt x="65" y="340"/>
                    </a:lnTo>
                    <a:lnTo>
                      <a:pt x="65" y="339"/>
                    </a:lnTo>
                    <a:cubicBezTo>
                      <a:pt x="66" y="338"/>
                      <a:pt x="67" y="338"/>
                      <a:pt x="67" y="338"/>
                    </a:cubicBezTo>
                    <a:cubicBezTo>
                      <a:pt x="67" y="337"/>
                      <a:pt x="68" y="336"/>
                      <a:pt x="68" y="335"/>
                    </a:cubicBezTo>
                    <a:cubicBezTo>
                      <a:pt x="69" y="334"/>
                      <a:pt x="69" y="333"/>
                      <a:pt x="69" y="331"/>
                    </a:cubicBezTo>
                    <a:cubicBezTo>
                      <a:pt x="74" y="319"/>
                      <a:pt x="77" y="305"/>
                      <a:pt x="80" y="292"/>
                    </a:cubicBezTo>
                    <a:lnTo>
                      <a:pt x="80" y="291"/>
                    </a:lnTo>
                    <a:cubicBezTo>
                      <a:pt x="80" y="292"/>
                      <a:pt x="80" y="292"/>
                      <a:pt x="80" y="292"/>
                    </a:cubicBezTo>
                    <a:cubicBezTo>
                      <a:pt x="81" y="289"/>
                      <a:pt x="81" y="285"/>
                      <a:pt x="82" y="282"/>
                    </a:cubicBezTo>
                    <a:cubicBezTo>
                      <a:pt x="82" y="278"/>
                      <a:pt x="83" y="275"/>
                      <a:pt x="83" y="271"/>
                    </a:cubicBezTo>
                    <a:cubicBezTo>
                      <a:pt x="84" y="264"/>
                      <a:pt x="86" y="256"/>
                      <a:pt x="86" y="249"/>
                    </a:cubicBezTo>
                    <a:cubicBezTo>
                      <a:pt x="86" y="242"/>
                      <a:pt x="87" y="236"/>
                      <a:pt x="88" y="229"/>
                    </a:cubicBezTo>
                    <a:cubicBezTo>
                      <a:pt x="88" y="224"/>
                      <a:pt x="88" y="219"/>
                      <a:pt x="88" y="214"/>
                    </a:cubicBezTo>
                    <a:cubicBezTo>
                      <a:pt x="86" y="215"/>
                      <a:pt x="84" y="217"/>
                      <a:pt x="82" y="219"/>
                    </a:cubicBezTo>
                    <a:cubicBezTo>
                      <a:pt x="78" y="223"/>
                      <a:pt x="72" y="227"/>
                      <a:pt x="68" y="232"/>
                    </a:cubicBezTo>
                    <a:cubicBezTo>
                      <a:pt x="64" y="236"/>
                      <a:pt x="61" y="240"/>
                      <a:pt x="57" y="245"/>
                    </a:cubicBezTo>
                    <a:cubicBezTo>
                      <a:pt x="54" y="251"/>
                      <a:pt x="50" y="257"/>
                      <a:pt x="47" y="263"/>
                    </a:cubicBezTo>
                    <a:cubicBezTo>
                      <a:pt x="44" y="267"/>
                      <a:pt x="43" y="273"/>
                      <a:pt x="40" y="278"/>
                    </a:cubicBezTo>
                    <a:cubicBezTo>
                      <a:pt x="39" y="282"/>
                      <a:pt x="37" y="287"/>
                      <a:pt x="37" y="291"/>
                    </a:cubicBezTo>
                    <a:cubicBezTo>
                      <a:pt x="36" y="294"/>
                      <a:pt x="36" y="298"/>
                      <a:pt x="35" y="301"/>
                    </a:cubicBezTo>
                    <a:cubicBezTo>
                      <a:pt x="35" y="305"/>
                      <a:pt x="35" y="309"/>
                      <a:pt x="35" y="312"/>
                    </a:cubicBezTo>
                    <a:lnTo>
                      <a:pt x="35" y="311"/>
                    </a:lnTo>
                    <a:cubicBezTo>
                      <a:pt x="35" y="314"/>
                      <a:pt x="36" y="316"/>
                      <a:pt x="36" y="319"/>
                    </a:cubicBezTo>
                    <a:cubicBezTo>
                      <a:pt x="36" y="320"/>
                      <a:pt x="37" y="321"/>
                      <a:pt x="37" y="323"/>
                    </a:cubicBezTo>
                    <a:cubicBezTo>
                      <a:pt x="37" y="324"/>
                      <a:pt x="38" y="325"/>
                      <a:pt x="38" y="326"/>
                    </a:cubicBezTo>
                    <a:cubicBezTo>
                      <a:pt x="39" y="327"/>
                      <a:pt x="39" y="328"/>
                      <a:pt x="40" y="329"/>
                    </a:cubicBezTo>
                    <a:cubicBezTo>
                      <a:pt x="40" y="330"/>
                      <a:pt x="41" y="330"/>
                      <a:pt x="41" y="331"/>
                    </a:cubicBezTo>
                    <a:cubicBezTo>
                      <a:pt x="42" y="332"/>
                      <a:pt x="43" y="333"/>
                      <a:pt x="44" y="334"/>
                    </a:cubicBezTo>
                    <a:cubicBezTo>
                      <a:pt x="46" y="335"/>
                      <a:pt x="47" y="336"/>
                      <a:pt x="48" y="337"/>
                    </a:cubicBezTo>
                    <a:cubicBezTo>
                      <a:pt x="48" y="337"/>
                      <a:pt x="49" y="338"/>
                      <a:pt x="50" y="338"/>
                    </a:cubicBezTo>
                    <a:cubicBezTo>
                      <a:pt x="52" y="339"/>
                      <a:pt x="54" y="339"/>
                      <a:pt x="55" y="340"/>
                    </a:cubicBezTo>
                    <a:cubicBezTo>
                      <a:pt x="57" y="340"/>
                      <a:pt x="58" y="340"/>
                      <a:pt x="60" y="340"/>
                    </a:cubicBezTo>
                    <a:cubicBezTo>
                      <a:pt x="61" y="340"/>
                      <a:pt x="62" y="340"/>
                      <a:pt x="63" y="340"/>
                    </a:cubicBezTo>
                    <a:moveTo>
                      <a:pt x="44" y="362"/>
                    </a:moveTo>
                    <a:cubicBezTo>
                      <a:pt x="37" y="360"/>
                      <a:pt x="32" y="356"/>
                      <a:pt x="27" y="351"/>
                    </a:cubicBezTo>
                    <a:cubicBezTo>
                      <a:pt x="21" y="345"/>
                      <a:pt x="17" y="339"/>
                      <a:pt x="14" y="331"/>
                    </a:cubicBezTo>
                    <a:cubicBezTo>
                      <a:pt x="12" y="324"/>
                      <a:pt x="11" y="316"/>
                      <a:pt x="11" y="309"/>
                    </a:cubicBezTo>
                    <a:cubicBezTo>
                      <a:pt x="11" y="300"/>
                      <a:pt x="12" y="291"/>
                      <a:pt x="14" y="283"/>
                    </a:cubicBezTo>
                    <a:cubicBezTo>
                      <a:pt x="16" y="274"/>
                      <a:pt x="19" y="267"/>
                      <a:pt x="23" y="259"/>
                    </a:cubicBezTo>
                    <a:cubicBezTo>
                      <a:pt x="27" y="250"/>
                      <a:pt x="32" y="242"/>
                      <a:pt x="37" y="235"/>
                    </a:cubicBezTo>
                    <a:cubicBezTo>
                      <a:pt x="41" y="228"/>
                      <a:pt x="47" y="222"/>
                      <a:pt x="52" y="216"/>
                    </a:cubicBezTo>
                    <a:cubicBezTo>
                      <a:pt x="58" y="210"/>
                      <a:pt x="65" y="204"/>
                      <a:pt x="72" y="199"/>
                    </a:cubicBezTo>
                    <a:cubicBezTo>
                      <a:pt x="78" y="194"/>
                      <a:pt x="83" y="190"/>
                      <a:pt x="89" y="185"/>
                    </a:cubicBezTo>
                    <a:cubicBezTo>
                      <a:pt x="89" y="182"/>
                      <a:pt x="89" y="178"/>
                      <a:pt x="90" y="174"/>
                    </a:cubicBezTo>
                    <a:cubicBezTo>
                      <a:pt x="90" y="166"/>
                      <a:pt x="90" y="159"/>
                      <a:pt x="90" y="151"/>
                    </a:cubicBezTo>
                    <a:cubicBezTo>
                      <a:pt x="90" y="146"/>
                      <a:pt x="91" y="141"/>
                      <a:pt x="92" y="136"/>
                    </a:cubicBezTo>
                    <a:cubicBezTo>
                      <a:pt x="88" y="140"/>
                      <a:pt x="83" y="144"/>
                      <a:pt x="79" y="147"/>
                    </a:cubicBezTo>
                    <a:cubicBezTo>
                      <a:pt x="74" y="152"/>
                      <a:pt x="67" y="156"/>
                      <a:pt x="60" y="159"/>
                    </a:cubicBezTo>
                    <a:cubicBezTo>
                      <a:pt x="57" y="161"/>
                      <a:pt x="53" y="162"/>
                      <a:pt x="49" y="162"/>
                    </a:cubicBezTo>
                    <a:cubicBezTo>
                      <a:pt x="45" y="162"/>
                      <a:pt x="40" y="162"/>
                      <a:pt x="36" y="160"/>
                    </a:cubicBezTo>
                    <a:cubicBezTo>
                      <a:pt x="30" y="158"/>
                      <a:pt x="24" y="154"/>
                      <a:pt x="20" y="148"/>
                    </a:cubicBezTo>
                    <a:cubicBezTo>
                      <a:pt x="15" y="142"/>
                      <a:pt x="11" y="134"/>
                      <a:pt x="8" y="126"/>
                    </a:cubicBezTo>
                    <a:cubicBezTo>
                      <a:pt x="5" y="122"/>
                      <a:pt x="4" y="116"/>
                      <a:pt x="3" y="111"/>
                    </a:cubicBezTo>
                    <a:cubicBezTo>
                      <a:pt x="2" y="104"/>
                      <a:pt x="1" y="97"/>
                      <a:pt x="1" y="91"/>
                    </a:cubicBezTo>
                    <a:cubicBezTo>
                      <a:pt x="0" y="77"/>
                      <a:pt x="0" y="63"/>
                      <a:pt x="3" y="50"/>
                    </a:cubicBezTo>
                    <a:cubicBezTo>
                      <a:pt x="5" y="41"/>
                      <a:pt x="9" y="33"/>
                      <a:pt x="13" y="26"/>
                    </a:cubicBezTo>
                    <a:cubicBezTo>
                      <a:pt x="16" y="20"/>
                      <a:pt x="19" y="16"/>
                      <a:pt x="24" y="12"/>
                    </a:cubicBezTo>
                    <a:cubicBezTo>
                      <a:pt x="28" y="10"/>
                      <a:pt x="32" y="9"/>
                      <a:pt x="36" y="9"/>
                    </a:cubicBezTo>
                    <a:cubicBezTo>
                      <a:pt x="43" y="10"/>
                      <a:pt x="47" y="17"/>
                      <a:pt x="46" y="24"/>
                    </a:cubicBezTo>
                    <a:cubicBezTo>
                      <a:pt x="46" y="29"/>
                      <a:pt x="41" y="33"/>
                      <a:pt x="37" y="34"/>
                    </a:cubicBezTo>
                    <a:cubicBezTo>
                      <a:pt x="36" y="35"/>
                      <a:pt x="36" y="35"/>
                      <a:pt x="35" y="37"/>
                    </a:cubicBezTo>
                    <a:cubicBezTo>
                      <a:pt x="36" y="36"/>
                      <a:pt x="36" y="35"/>
                      <a:pt x="36" y="35"/>
                    </a:cubicBezTo>
                    <a:cubicBezTo>
                      <a:pt x="34" y="38"/>
                      <a:pt x="32" y="42"/>
                      <a:pt x="30" y="45"/>
                    </a:cubicBezTo>
                    <a:cubicBezTo>
                      <a:pt x="29" y="47"/>
                      <a:pt x="28" y="49"/>
                      <a:pt x="28" y="51"/>
                    </a:cubicBezTo>
                    <a:cubicBezTo>
                      <a:pt x="26" y="54"/>
                      <a:pt x="26" y="57"/>
                      <a:pt x="25" y="60"/>
                    </a:cubicBezTo>
                    <a:cubicBezTo>
                      <a:pt x="25" y="63"/>
                      <a:pt x="24" y="66"/>
                      <a:pt x="23" y="70"/>
                    </a:cubicBezTo>
                    <a:cubicBezTo>
                      <a:pt x="23" y="76"/>
                      <a:pt x="23" y="81"/>
                      <a:pt x="23" y="87"/>
                    </a:cubicBezTo>
                    <a:cubicBezTo>
                      <a:pt x="23" y="86"/>
                      <a:pt x="23" y="86"/>
                      <a:pt x="23" y="86"/>
                    </a:cubicBezTo>
                    <a:cubicBezTo>
                      <a:pt x="24" y="93"/>
                      <a:pt x="25" y="100"/>
                      <a:pt x="26" y="108"/>
                    </a:cubicBezTo>
                    <a:cubicBezTo>
                      <a:pt x="26" y="109"/>
                      <a:pt x="27" y="111"/>
                      <a:pt x="28" y="113"/>
                    </a:cubicBezTo>
                    <a:cubicBezTo>
                      <a:pt x="28" y="115"/>
                      <a:pt x="29" y="116"/>
                      <a:pt x="30" y="118"/>
                    </a:cubicBezTo>
                    <a:cubicBezTo>
                      <a:pt x="32" y="122"/>
                      <a:pt x="33" y="126"/>
                      <a:pt x="36" y="129"/>
                    </a:cubicBezTo>
                    <a:cubicBezTo>
                      <a:pt x="37" y="131"/>
                      <a:pt x="38" y="133"/>
                      <a:pt x="40" y="134"/>
                    </a:cubicBezTo>
                    <a:lnTo>
                      <a:pt x="40" y="135"/>
                    </a:lnTo>
                    <a:lnTo>
                      <a:pt x="41" y="136"/>
                    </a:lnTo>
                    <a:lnTo>
                      <a:pt x="42" y="136"/>
                    </a:lnTo>
                    <a:cubicBezTo>
                      <a:pt x="43" y="137"/>
                      <a:pt x="43" y="137"/>
                      <a:pt x="43" y="137"/>
                    </a:cubicBezTo>
                    <a:cubicBezTo>
                      <a:pt x="44" y="137"/>
                      <a:pt x="45" y="137"/>
                      <a:pt x="46" y="137"/>
                    </a:cubicBezTo>
                    <a:lnTo>
                      <a:pt x="47" y="137"/>
                    </a:lnTo>
                    <a:lnTo>
                      <a:pt x="48" y="137"/>
                    </a:lnTo>
                    <a:cubicBezTo>
                      <a:pt x="48" y="137"/>
                      <a:pt x="49" y="137"/>
                      <a:pt x="50" y="137"/>
                    </a:cubicBezTo>
                    <a:cubicBezTo>
                      <a:pt x="51" y="137"/>
                      <a:pt x="52" y="136"/>
                      <a:pt x="53" y="136"/>
                    </a:cubicBezTo>
                    <a:cubicBezTo>
                      <a:pt x="55" y="135"/>
                      <a:pt x="56" y="134"/>
                      <a:pt x="58" y="133"/>
                    </a:cubicBezTo>
                    <a:cubicBezTo>
                      <a:pt x="61" y="131"/>
                      <a:pt x="64" y="129"/>
                      <a:pt x="67" y="127"/>
                    </a:cubicBezTo>
                    <a:cubicBezTo>
                      <a:pt x="72" y="122"/>
                      <a:pt x="78" y="116"/>
                      <a:pt x="83" y="111"/>
                    </a:cubicBezTo>
                    <a:cubicBezTo>
                      <a:pt x="88" y="105"/>
                      <a:pt x="93" y="99"/>
                      <a:pt x="97" y="93"/>
                    </a:cubicBezTo>
                    <a:cubicBezTo>
                      <a:pt x="100" y="77"/>
                      <a:pt x="105" y="63"/>
                      <a:pt x="110" y="48"/>
                    </a:cubicBezTo>
                    <a:cubicBezTo>
                      <a:pt x="113" y="40"/>
                      <a:pt x="115" y="33"/>
                      <a:pt x="120" y="25"/>
                    </a:cubicBezTo>
                    <a:cubicBezTo>
                      <a:pt x="121" y="21"/>
                      <a:pt x="123" y="18"/>
                      <a:pt x="125" y="15"/>
                    </a:cubicBezTo>
                    <a:cubicBezTo>
                      <a:pt x="127" y="12"/>
                      <a:pt x="129" y="8"/>
                      <a:pt x="133" y="6"/>
                    </a:cubicBezTo>
                    <a:cubicBezTo>
                      <a:pt x="134" y="5"/>
                      <a:pt x="135" y="4"/>
                      <a:pt x="136" y="3"/>
                    </a:cubicBezTo>
                    <a:cubicBezTo>
                      <a:pt x="141" y="0"/>
                      <a:pt x="148" y="0"/>
                      <a:pt x="152" y="5"/>
                    </a:cubicBezTo>
                    <a:cubicBezTo>
                      <a:pt x="153" y="6"/>
                      <a:pt x="155" y="7"/>
                      <a:pt x="155" y="8"/>
                    </a:cubicBezTo>
                    <a:cubicBezTo>
                      <a:pt x="156" y="10"/>
                      <a:pt x="156" y="11"/>
                      <a:pt x="157" y="13"/>
                    </a:cubicBezTo>
                    <a:cubicBezTo>
                      <a:pt x="157" y="16"/>
                      <a:pt x="157" y="20"/>
                      <a:pt x="156" y="23"/>
                    </a:cubicBezTo>
                    <a:cubicBezTo>
                      <a:pt x="155" y="28"/>
                      <a:pt x="153" y="33"/>
                      <a:pt x="152" y="38"/>
                    </a:cubicBezTo>
                    <a:cubicBezTo>
                      <a:pt x="149" y="44"/>
                      <a:pt x="147" y="49"/>
                      <a:pt x="145" y="55"/>
                    </a:cubicBezTo>
                    <a:cubicBezTo>
                      <a:pt x="142" y="61"/>
                      <a:pt x="140" y="66"/>
                      <a:pt x="137" y="72"/>
                    </a:cubicBezTo>
                    <a:cubicBezTo>
                      <a:pt x="134" y="77"/>
                      <a:pt x="131" y="83"/>
                      <a:pt x="128" y="88"/>
                    </a:cubicBezTo>
                    <a:cubicBezTo>
                      <a:pt x="125" y="93"/>
                      <a:pt x="122" y="97"/>
                      <a:pt x="119" y="102"/>
                    </a:cubicBezTo>
                    <a:cubicBezTo>
                      <a:pt x="116" y="117"/>
                      <a:pt x="114" y="133"/>
                      <a:pt x="113" y="148"/>
                    </a:cubicBezTo>
                    <a:cubicBezTo>
                      <a:pt x="113" y="154"/>
                      <a:pt x="112" y="161"/>
                      <a:pt x="112" y="168"/>
                    </a:cubicBezTo>
                    <a:lnTo>
                      <a:pt x="113" y="168"/>
                    </a:lnTo>
                    <a:cubicBezTo>
                      <a:pt x="120" y="162"/>
                      <a:pt x="128" y="156"/>
                      <a:pt x="135" y="151"/>
                    </a:cubicBezTo>
                    <a:cubicBezTo>
                      <a:pt x="140" y="147"/>
                      <a:pt x="147" y="148"/>
                      <a:pt x="150" y="153"/>
                    </a:cubicBezTo>
                    <a:cubicBezTo>
                      <a:pt x="154" y="158"/>
                      <a:pt x="153" y="164"/>
                      <a:pt x="148" y="168"/>
                    </a:cubicBezTo>
                    <a:cubicBezTo>
                      <a:pt x="136" y="177"/>
                      <a:pt x="125" y="186"/>
                      <a:pt x="113" y="194"/>
                    </a:cubicBezTo>
                    <a:cubicBezTo>
                      <a:pt x="112" y="195"/>
                      <a:pt x="111" y="196"/>
                      <a:pt x="111" y="196"/>
                    </a:cubicBezTo>
                    <a:cubicBezTo>
                      <a:pt x="111" y="201"/>
                      <a:pt x="110" y="206"/>
                      <a:pt x="110" y="210"/>
                    </a:cubicBezTo>
                    <a:cubicBezTo>
                      <a:pt x="110" y="217"/>
                      <a:pt x="110" y="224"/>
                      <a:pt x="109" y="231"/>
                    </a:cubicBezTo>
                    <a:cubicBezTo>
                      <a:pt x="109" y="231"/>
                      <a:pt x="109" y="230"/>
                      <a:pt x="109" y="229"/>
                    </a:cubicBezTo>
                    <a:cubicBezTo>
                      <a:pt x="109" y="233"/>
                      <a:pt x="109" y="237"/>
                      <a:pt x="109" y="240"/>
                    </a:cubicBezTo>
                    <a:lnTo>
                      <a:pt x="109" y="239"/>
                    </a:lnTo>
                    <a:cubicBezTo>
                      <a:pt x="108" y="243"/>
                      <a:pt x="108" y="246"/>
                      <a:pt x="108" y="250"/>
                    </a:cubicBezTo>
                    <a:cubicBezTo>
                      <a:pt x="107" y="257"/>
                      <a:pt x="106" y="264"/>
                      <a:pt x="105" y="271"/>
                    </a:cubicBezTo>
                    <a:cubicBezTo>
                      <a:pt x="104" y="278"/>
                      <a:pt x="103" y="284"/>
                      <a:pt x="102" y="289"/>
                    </a:cubicBezTo>
                    <a:cubicBezTo>
                      <a:pt x="100" y="302"/>
                      <a:pt x="97" y="314"/>
                      <a:pt x="95" y="327"/>
                    </a:cubicBezTo>
                    <a:lnTo>
                      <a:pt x="95" y="326"/>
                    </a:lnTo>
                    <a:cubicBezTo>
                      <a:pt x="94" y="329"/>
                      <a:pt x="93" y="332"/>
                      <a:pt x="93" y="335"/>
                    </a:cubicBezTo>
                    <a:cubicBezTo>
                      <a:pt x="91" y="342"/>
                      <a:pt x="89" y="348"/>
                      <a:pt x="85" y="354"/>
                    </a:cubicBezTo>
                    <a:cubicBezTo>
                      <a:pt x="81" y="359"/>
                      <a:pt x="75" y="363"/>
                      <a:pt x="68" y="364"/>
                    </a:cubicBezTo>
                    <a:cubicBezTo>
                      <a:pt x="65" y="365"/>
                      <a:pt x="63" y="365"/>
                      <a:pt x="61" y="365"/>
                    </a:cubicBezTo>
                    <a:cubicBezTo>
                      <a:pt x="55" y="365"/>
                      <a:pt x="50" y="363"/>
                      <a:pt x="44" y="3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" name="Google Shape;370;p3"/>
              <p:cNvSpPr/>
              <p:nvPr/>
            </p:nvSpPr>
            <p:spPr>
              <a:xfrm>
                <a:off x="1241640" y="1371600"/>
                <a:ext cx="33840" cy="13320"/>
              </a:xfrm>
              <a:custGeom>
                <a:avLst/>
                <a:gdLst/>
                <a:ahLst/>
                <a:cxnLst/>
                <a:rect l="l" t="t" r="r" b="b"/>
                <a:pathLst>
                  <a:path w="94" h="37" extrusionOk="0">
                    <a:moveTo>
                      <a:pt x="3" y="31"/>
                    </a:moveTo>
                    <a:cubicBezTo>
                      <a:pt x="0" y="27"/>
                      <a:pt x="0" y="23"/>
                      <a:pt x="2" y="19"/>
                    </a:cubicBezTo>
                    <a:cubicBezTo>
                      <a:pt x="2" y="17"/>
                      <a:pt x="3" y="15"/>
                      <a:pt x="4" y="14"/>
                    </a:cubicBezTo>
                    <a:cubicBezTo>
                      <a:pt x="7" y="12"/>
                      <a:pt x="11" y="11"/>
                      <a:pt x="14" y="11"/>
                    </a:cubicBezTo>
                    <a:cubicBezTo>
                      <a:pt x="24" y="9"/>
                      <a:pt x="35" y="7"/>
                      <a:pt x="45" y="4"/>
                    </a:cubicBezTo>
                    <a:cubicBezTo>
                      <a:pt x="57" y="2"/>
                      <a:pt x="69" y="1"/>
                      <a:pt x="80" y="0"/>
                    </a:cubicBezTo>
                    <a:cubicBezTo>
                      <a:pt x="87" y="0"/>
                      <a:pt x="92" y="5"/>
                      <a:pt x="92" y="11"/>
                    </a:cubicBezTo>
                    <a:cubicBezTo>
                      <a:pt x="93" y="17"/>
                      <a:pt x="88" y="24"/>
                      <a:pt x="82" y="24"/>
                    </a:cubicBezTo>
                    <a:cubicBezTo>
                      <a:pt x="72" y="25"/>
                      <a:pt x="63" y="26"/>
                      <a:pt x="54" y="27"/>
                    </a:cubicBezTo>
                    <a:cubicBezTo>
                      <a:pt x="48" y="29"/>
                      <a:pt x="42" y="30"/>
                      <a:pt x="36" y="32"/>
                    </a:cubicBezTo>
                    <a:cubicBezTo>
                      <a:pt x="34" y="32"/>
                      <a:pt x="30" y="33"/>
                      <a:pt x="27" y="33"/>
                    </a:cubicBezTo>
                    <a:cubicBezTo>
                      <a:pt x="23" y="34"/>
                      <a:pt x="19" y="36"/>
                      <a:pt x="14" y="36"/>
                    </a:cubicBezTo>
                    <a:cubicBezTo>
                      <a:pt x="10" y="36"/>
                      <a:pt x="6" y="34"/>
                      <a:pt x="3" y="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" name="Google Shape;371;p3"/>
              <p:cNvSpPr/>
              <p:nvPr/>
            </p:nvSpPr>
            <p:spPr>
              <a:xfrm>
                <a:off x="1246680" y="1393200"/>
                <a:ext cx="48600" cy="18720"/>
              </a:xfrm>
              <a:custGeom>
                <a:avLst/>
                <a:gdLst/>
                <a:ahLst/>
                <a:cxnLst/>
                <a:rect l="l" t="t" r="r" b="b"/>
                <a:pathLst>
                  <a:path w="135" h="52" extrusionOk="0">
                    <a:moveTo>
                      <a:pt x="11" y="51"/>
                    </a:moveTo>
                    <a:cubicBezTo>
                      <a:pt x="7" y="50"/>
                      <a:pt x="3" y="47"/>
                      <a:pt x="1" y="43"/>
                    </a:cubicBezTo>
                    <a:cubicBezTo>
                      <a:pt x="0" y="39"/>
                      <a:pt x="0" y="34"/>
                      <a:pt x="3" y="30"/>
                    </a:cubicBezTo>
                    <a:cubicBezTo>
                      <a:pt x="4" y="30"/>
                      <a:pt x="4" y="29"/>
                      <a:pt x="4" y="29"/>
                    </a:cubicBezTo>
                    <a:cubicBezTo>
                      <a:pt x="8" y="24"/>
                      <a:pt x="14" y="23"/>
                      <a:pt x="20" y="26"/>
                    </a:cubicBezTo>
                    <a:lnTo>
                      <a:pt x="20" y="25"/>
                    </a:lnTo>
                    <a:cubicBezTo>
                      <a:pt x="25" y="24"/>
                      <a:pt x="30" y="22"/>
                      <a:pt x="36" y="21"/>
                    </a:cubicBezTo>
                    <a:cubicBezTo>
                      <a:pt x="41" y="19"/>
                      <a:pt x="46" y="18"/>
                      <a:pt x="51" y="17"/>
                    </a:cubicBezTo>
                    <a:cubicBezTo>
                      <a:pt x="58" y="15"/>
                      <a:pt x="65" y="13"/>
                      <a:pt x="72" y="11"/>
                    </a:cubicBezTo>
                    <a:cubicBezTo>
                      <a:pt x="88" y="7"/>
                      <a:pt x="104" y="4"/>
                      <a:pt x="120" y="1"/>
                    </a:cubicBezTo>
                    <a:cubicBezTo>
                      <a:pt x="125" y="0"/>
                      <a:pt x="131" y="2"/>
                      <a:pt x="132" y="8"/>
                    </a:cubicBezTo>
                    <a:cubicBezTo>
                      <a:pt x="134" y="14"/>
                      <a:pt x="131" y="20"/>
                      <a:pt x="125" y="22"/>
                    </a:cubicBezTo>
                    <a:cubicBezTo>
                      <a:pt x="108" y="26"/>
                      <a:pt x="92" y="31"/>
                      <a:pt x="75" y="36"/>
                    </a:cubicBezTo>
                    <a:cubicBezTo>
                      <a:pt x="67" y="38"/>
                      <a:pt x="60" y="40"/>
                      <a:pt x="52" y="43"/>
                    </a:cubicBezTo>
                    <a:cubicBezTo>
                      <a:pt x="47" y="44"/>
                      <a:pt x="43" y="45"/>
                      <a:pt x="39" y="47"/>
                    </a:cubicBezTo>
                    <a:cubicBezTo>
                      <a:pt x="35" y="48"/>
                      <a:pt x="30" y="49"/>
                      <a:pt x="26" y="50"/>
                    </a:cubicBezTo>
                    <a:cubicBezTo>
                      <a:pt x="23" y="51"/>
                      <a:pt x="21" y="51"/>
                      <a:pt x="18" y="51"/>
                    </a:cubicBezTo>
                    <a:cubicBezTo>
                      <a:pt x="15" y="51"/>
                      <a:pt x="14" y="51"/>
                      <a:pt x="11" y="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72" name="Google Shape;372;p3"/>
            <p:cNvGrpSpPr/>
            <p:nvPr/>
          </p:nvGrpSpPr>
          <p:grpSpPr>
            <a:xfrm>
              <a:off x="-762626" y="1263023"/>
              <a:ext cx="1352996" cy="945625"/>
              <a:chOff x="2379960" y="470880"/>
              <a:chExt cx="628920" cy="439560"/>
            </a:xfrm>
          </p:grpSpPr>
          <p:sp>
            <p:nvSpPr>
              <p:cNvPr id="373" name="Google Shape;373;p3"/>
              <p:cNvSpPr/>
              <p:nvPr/>
            </p:nvSpPr>
            <p:spPr>
              <a:xfrm>
                <a:off x="2415600" y="493920"/>
                <a:ext cx="28800" cy="68400"/>
              </a:xfrm>
              <a:custGeom>
                <a:avLst/>
                <a:gdLst/>
                <a:ahLst/>
                <a:cxnLst/>
                <a:rect l="l" t="t" r="r" b="b"/>
                <a:pathLst>
                  <a:path w="80" h="190" extrusionOk="0">
                    <a:moveTo>
                      <a:pt x="58" y="181"/>
                    </a:moveTo>
                    <a:cubicBezTo>
                      <a:pt x="55" y="171"/>
                      <a:pt x="52" y="161"/>
                      <a:pt x="49" y="150"/>
                    </a:cubicBezTo>
                    <a:cubicBezTo>
                      <a:pt x="47" y="142"/>
                      <a:pt x="44" y="133"/>
                      <a:pt x="41" y="125"/>
                    </a:cubicBezTo>
                    <a:cubicBezTo>
                      <a:pt x="38" y="117"/>
                      <a:pt x="35" y="109"/>
                      <a:pt x="32" y="101"/>
                    </a:cubicBezTo>
                    <a:cubicBezTo>
                      <a:pt x="28" y="92"/>
                      <a:pt x="24" y="83"/>
                      <a:pt x="21" y="74"/>
                    </a:cubicBezTo>
                    <a:cubicBezTo>
                      <a:pt x="17" y="65"/>
                      <a:pt x="13" y="56"/>
                      <a:pt x="10" y="46"/>
                    </a:cubicBezTo>
                    <a:cubicBezTo>
                      <a:pt x="8" y="42"/>
                      <a:pt x="7" y="37"/>
                      <a:pt x="5" y="32"/>
                    </a:cubicBezTo>
                    <a:cubicBezTo>
                      <a:pt x="4" y="27"/>
                      <a:pt x="3" y="23"/>
                      <a:pt x="1" y="17"/>
                    </a:cubicBezTo>
                    <a:cubicBezTo>
                      <a:pt x="0" y="13"/>
                      <a:pt x="2" y="7"/>
                      <a:pt x="5" y="4"/>
                    </a:cubicBezTo>
                    <a:cubicBezTo>
                      <a:pt x="9" y="0"/>
                      <a:pt x="14" y="0"/>
                      <a:pt x="19" y="2"/>
                    </a:cubicBezTo>
                    <a:cubicBezTo>
                      <a:pt x="21" y="3"/>
                      <a:pt x="23" y="5"/>
                      <a:pt x="24" y="6"/>
                    </a:cubicBezTo>
                    <a:cubicBezTo>
                      <a:pt x="26" y="9"/>
                      <a:pt x="28" y="11"/>
                      <a:pt x="29" y="14"/>
                    </a:cubicBezTo>
                    <a:cubicBezTo>
                      <a:pt x="31" y="16"/>
                      <a:pt x="32" y="19"/>
                      <a:pt x="33" y="21"/>
                    </a:cubicBezTo>
                    <a:cubicBezTo>
                      <a:pt x="35" y="25"/>
                      <a:pt x="38" y="30"/>
                      <a:pt x="40" y="35"/>
                    </a:cubicBezTo>
                    <a:cubicBezTo>
                      <a:pt x="45" y="44"/>
                      <a:pt x="50" y="52"/>
                      <a:pt x="55" y="61"/>
                    </a:cubicBezTo>
                    <a:cubicBezTo>
                      <a:pt x="56" y="64"/>
                      <a:pt x="57" y="66"/>
                      <a:pt x="56" y="69"/>
                    </a:cubicBezTo>
                    <a:cubicBezTo>
                      <a:pt x="56" y="72"/>
                      <a:pt x="54" y="74"/>
                      <a:pt x="51" y="76"/>
                    </a:cubicBezTo>
                    <a:cubicBezTo>
                      <a:pt x="49" y="77"/>
                      <a:pt x="46" y="78"/>
                      <a:pt x="43" y="77"/>
                    </a:cubicBezTo>
                    <a:cubicBezTo>
                      <a:pt x="48" y="89"/>
                      <a:pt x="53" y="100"/>
                      <a:pt x="57" y="112"/>
                    </a:cubicBezTo>
                    <a:cubicBezTo>
                      <a:pt x="65" y="133"/>
                      <a:pt x="71" y="154"/>
                      <a:pt x="78" y="175"/>
                    </a:cubicBezTo>
                    <a:cubicBezTo>
                      <a:pt x="79" y="180"/>
                      <a:pt x="77" y="186"/>
                      <a:pt x="71" y="188"/>
                    </a:cubicBezTo>
                    <a:cubicBezTo>
                      <a:pt x="70" y="188"/>
                      <a:pt x="69" y="189"/>
                      <a:pt x="68" y="189"/>
                    </a:cubicBezTo>
                    <a:cubicBezTo>
                      <a:pt x="64" y="189"/>
                      <a:pt x="59" y="185"/>
                      <a:pt x="58" y="1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" name="Google Shape;374;p3"/>
              <p:cNvSpPr/>
              <p:nvPr/>
            </p:nvSpPr>
            <p:spPr>
              <a:xfrm>
                <a:off x="2414520" y="490680"/>
                <a:ext cx="60840" cy="6804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89" extrusionOk="0">
                    <a:moveTo>
                      <a:pt x="4" y="185"/>
                    </a:moveTo>
                    <a:cubicBezTo>
                      <a:pt x="0" y="181"/>
                      <a:pt x="0" y="174"/>
                      <a:pt x="4" y="170"/>
                    </a:cubicBezTo>
                    <a:cubicBezTo>
                      <a:pt x="11" y="163"/>
                      <a:pt x="18" y="154"/>
                      <a:pt x="25" y="147"/>
                    </a:cubicBezTo>
                    <a:cubicBezTo>
                      <a:pt x="39" y="129"/>
                      <a:pt x="54" y="111"/>
                      <a:pt x="68" y="92"/>
                    </a:cubicBezTo>
                    <a:cubicBezTo>
                      <a:pt x="74" y="83"/>
                      <a:pt x="81" y="74"/>
                      <a:pt x="88" y="65"/>
                    </a:cubicBezTo>
                    <a:cubicBezTo>
                      <a:pt x="92" y="61"/>
                      <a:pt x="95" y="56"/>
                      <a:pt x="98" y="52"/>
                    </a:cubicBezTo>
                    <a:cubicBezTo>
                      <a:pt x="102" y="47"/>
                      <a:pt x="106" y="43"/>
                      <a:pt x="110" y="38"/>
                    </a:cubicBezTo>
                    <a:cubicBezTo>
                      <a:pt x="114" y="33"/>
                      <a:pt x="119" y="28"/>
                      <a:pt x="123" y="23"/>
                    </a:cubicBezTo>
                    <a:cubicBezTo>
                      <a:pt x="131" y="15"/>
                      <a:pt x="140" y="7"/>
                      <a:pt x="151" y="2"/>
                    </a:cubicBezTo>
                    <a:cubicBezTo>
                      <a:pt x="156" y="0"/>
                      <a:pt x="163" y="2"/>
                      <a:pt x="165" y="8"/>
                    </a:cubicBezTo>
                    <a:cubicBezTo>
                      <a:pt x="168" y="13"/>
                      <a:pt x="165" y="20"/>
                      <a:pt x="159" y="22"/>
                    </a:cubicBezTo>
                    <a:cubicBezTo>
                      <a:pt x="158" y="22"/>
                      <a:pt x="157" y="23"/>
                      <a:pt x="156" y="23"/>
                    </a:cubicBezTo>
                    <a:cubicBezTo>
                      <a:pt x="155" y="24"/>
                      <a:pt x="154" y="25"/>
                      <a:pt x="152" y="26"/>
                    </a:cubicBezTo>
                    <a:cubicBezTo>
                      <a:pt x="149" y="28"/>
                      <a:pt x="147" y="30"/>
                      <a:pt x="145" y="32"/>
                    </a:cubicBezTo>
                    <a:cubicBezTo>
                      <a:pt x="137" y="39"/>
                      <a:pt x="131" y="46"/>
                      <a:pt x="124" y="53"/>
                    </a:cubicBezTo>
                    <a:cubicBezTo>
                      <a:pt x="117" y="62"/>
                      <a:pt x="109" y="72"/>
                      <a:pt x="102" y="81"/>
                    </a:cubicBezTo>
                    <a:cubicBezTo>
                      <a:pt x="96" y="89"/>
                      <a:pt x="89" y="97"/>
                      <a:pt x="83" y="106"/>
                    </a:cubicBezTo>
                    <a:cubicBezTo>
                      <a:pt x="68" y="125"/>
                      <a:pt x="54" y="143"/>
                      <a:pt x="39" y="161"/>
                    </a:cubicBezTo>
                    <a:cubicBezTo>
                      <a:pt x="34" y="168"/>
                      <a:pt x="29" y="174"/>
                      <a:pt x="24" y="180"/>
                    </a:cubicBezTo>
                    <a:cubicBezTo>
                      <a:pt x="22" y="181"/>
                      <a:pt x="21" y="183"/>
                      <a:pt x="20" y="185"/>
                    </a:cubicBezTo>
                    <a:cubicBezTo>
                      <a:pt x="18" y="187"/>
                      <a:pt x="15" y="188"/>
                      <a:pt x="12" y="188"/>
                    </a:cubicBezTo>
                    <a:cubicBezTo>
                      <a:pt x="9" y="188"/>
                      <a:pt x="6" y="187"/>
                      <a:pt x="4" y="18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" name="Google Shape;375;p3"/>
              <p:cNvSpPr/>
              <p:nvPr/>
            </p:nvSpPr>
            <p:spPr>
              <a:xfrm>
                <a:off x="2472120" y="523080"/>
                <a:ext cx="2772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77" h="31" extrusionOk="0">
                    <a:moveTo>
                      <a:pt x="7" y="27"/>
                    </a:moveTo>
                    <a:cubicBezTo>
                      <a:pt x="5" y="25"/>
                      <a:pt x="2" y="23"/>
                      <a:pt x="1" y="21"/>
                    </a:cubicBezTo>
                    <a:cubicBezTo>
                      <a:pt x="0" y="18"/>
                      <a:pt x="0" y="14"/>
                      <a:pt x="1" y="11"/>
                    </a:cubicBezTo>
                    <a:cubicBezTo>
                      <a:pt x="5" y="2"/>
                      <a:pt x="16" y="3"/>
                      <a:pt x="24" y="4"/>
                    </a:cubicBezTo>
                    <a:cubicBezTo>
                      <a:pt x="27" y="4"/>
                      <a:pt x="30" y="5"/>
                      <a:pt x="31" y="7"/>
                    </a:cubicBezTo>
                    <a:cubicBezTo>
                      <a:pt x="32" y="7"/>
                      <a:pt x="33" y="7"/>
                      <a:pt x="33" y="7"/>
                    </a:cubicBezTo>
                    <a:cubicBezTo>
                      <a:pt x="41" y="6"/>
                      <a:pt x="49" y="4"/>
                      <a:pt x="57" y="2"/>
                    </a:cubicBezTo>
                    <a:cubicBezTo>
                      <a:pt x="59" y="2"/>
                      <a:pt x="61" y="2"/>
                      <a:pt x="62" y="1"/>
                    </a:cubicBezTo>
                    <a:cubicBezTo>
                      <a:pt x="68" y="0"/>
                      <a:pt x="73" y="3"/>
                      <a:pt x="75" y="9"/>
                    </a:cubicBezTo>
                    <a:cubicBezTo>
                      <a:pt x="76" y="11"/>
                      <a:pt x="76" y="14"/>
                      <a:pt x="75" y="17"/>
                    </a:cubicBezTo>
                    <a:cubicBezTo>
                      <a:pt x="73" y="20"/>
                      <a:pt x="70" y="21"/>
                      <a:pt x="67" y="22"/>
                    </a:cubicBezTo>
                    <a:cubicBezTo>
                      <a:pt x="59" y="23"/>
                      <a:pt x="52" y="25"/>
                      <a:pt x="45" y="26"/>
                    </a:cubicBezTo>
                    <a:cubicBezTo>
                      <a:pt x="39" y="27"/>
                      <a:pt x="33" y="28"/>
                      <a:pt x="27" y="29"/>
                    </a:cubicBezTo>
                    <a:cubicBezTo>
                      <a:pt x="25" y="29"/>
                      <a:pt x="22" y="30"/>
                      <a:pt x="20" y="30"/>
                    </a:cubicBezTo>
                    <a:cubicBezTo>
                      <a:pt x="15" y="30"/>
                      <a:pt x="10" y="28"/>
                      <a:pt x="7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" name="Google Shape;376;p3"/>
              <p:cNvSpPr/>
              <p:nvPr/>
            </p:nvSpPr>
            <p:spPr>
              <a:xfrm>
                <a:off x="2459520" y="536760"/>
                <a:ext cx="36360" cy="22320"/>
              </a:xfrm>
              <a:custGeom>
                <a:avLst/>
                <a:gdLst/>
                <a:ahLst/>
                <a:cxnLst/>
                <a:rect l="l" t="t" r="r" b="b"/>
                <a:pathLst>
                  <a:path w="101" h="62" extrusionOk="0">
                    <a:moveTo>
                      <a:pt x="9" y="61"/>
                    </a:moveTo>
                    <a:cubicBezTo>
                      <a:pt x="3" y="59"/>
                      <a:pt x="0" y="53"/>
                      <a:pt x="2" y="47"/>
                    </a:cubicBezTo>
                    <a:cubicBezTo>
                      <a:pt x="3" y="42"/>
                      <a:pt x="8" y="39"/>
                      <a:pt x="13" y="39"/>
                    </a:cubicBezTo>
                    <a:lnTo>
                      <a:pt x="14" y="39"/>
                    </a:lnTo>
                    <a:cubicBezTo>
                      <a:pt x="13" y="39"/>
                      <a:pt x="13" y="39"/>
                      <a:pt x="13" y="39"/>
                    </a:cubicBezTo>
                    <a:cubicBezTo>
                      <a:pt x="17" y="37"/>
                      <a:pt x="21" y="35"/>
                      <a:pt x="24" y="33"/>
                    </a:cubicBezTo>
                    <a:cubicBezTo>
                      <a:pt x="44" y="23"/>
                      <a:pt x="64" y="12"/>
                      <a:pt x="83" y="2"/>
                    </a:cubicBezTo>
                    <a:cubicBezTo>
                      <a:pt x="88" y="0"/>
                      <a:pt x="94" y="0"/>
                      <a:pt x="97" y="5"/>
                    </a:cubicBezTo>
                    <a:cubicBezTo>
                      <a:pt x="100" y="10"/>
                      <a:pt x="98" y="17"/>
                      <a:pt x="94" y="19"/>
                    </a:cubicBezTo>
                    <a:cubicBezTo>
                      <a:pt x="82" y="26"/>
                      <a:pt x="69" y="33"/>
                      <a:pt x="57" y="40"/>
                    </a:cubicBezTo>
                    <a:cubicBezTo>
                      <a:pt x="52" y="43"/>
                      <a:pt x="46" y="46"/>
                      <a:pt x="41" y="49"/>
                    </a:cubicBezTo>
                    <a:cubicBezTo>
                      <a:pt x="37" y="52"/>
                      <a:pt x="32" y="54"/>
                      <a:pt x="28" y="56"/>
                    </a:cubicBezTo>
                    <a:cubicBezTo>
                      <a:pt x="23" y="58"/>
                      <a:pt x="18" y="61"/>
                      <a:pt x="13" y="61"/>
                    </a:cubicBezTo>
                    <a:cubicBezTo>
                      <a:pt x="12" y="61"/>
                      <a:pt x="10" y="61"/>
                      <a:pt x="9" y="6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" name="Google Shape;377;p3"/>
              <p:cNvSpPr/>
              <p:nvPr/>
            </p:nvSpPr>
            <p:spPr>
              <a:xfrm>
                <a:off x="2504520" y="489600"/>
                <a:ext cx="55440" cy="85680"/>
              </a:xfrm>
              <a:custGeom>
                <a:avLst/>
                <a:gdLst/>
                <a:ahLst/>
                <a:cxnLst/>
                <a:rect l="l" t="t" r="r" b="b"/>
                <a:pathLst>
                  <a:path w="154" h="238" extrusionOk="0">
                    <a:moveTo>
                      <a:pt x="2" y="229"/>
                    </a:moveTo>
                    <a:cubicBezTo>
                      <a:pt x="2" y="227"/>
                      <a:pt x="1" y="226"/>
                      <a:pt x="1" y="224"/>
                    </a:cubicBezTo>
                    <a:cubicBezTo>
                      <a:pt x="0" y="222"/>
                      <a:pt x="1" y="220"/>
                      <a:pt x="2" y="218"/>
                    </a:cubicBezTo>
                    <a:cubicBezTo>
                      <a:pt x="2" y="214"/>
                      <a:pt x="5" y="210"/>
                      <a:pt x="6" y="207"/>
                    </a:cubicBezTo>
                    <a:cubicBezTo>
                      <a:pt x="9" y="204"/>
                      <a:pt x="11" y="201"/>
                      <a:pt x="13" y="198"/>
                    </a:cubicBezTo>
                    <a:cubicBezTo>
                      <a:pt x="16" y="195"/>
                      <a:pt x="18" y="192"/>
                      <a:pt x="21" y="189"/>
                    </a:cubicBezTo>
                    <a:cubicBezTo>
                      <a:pt x="27" y="183"/>
                      <a:pt x="33" y="177"/>
                      <a:pt x="39" y="171"/>
                    </a:cubicBezTo>
                    <a:cubicBezTo>
                      <a:pt x="45" y="165"/>
                      <a:pt x="53" y="161"/>
                      <a:pt x="60" y="157"/>
                    </a:cubicBezTo>
                    <a:cubicBezTo>
                      <a:pt x="61" y="157"/>
                      <a:pt x="62" y="156"/>
                      <a:pt x="62" y="156"/>
                    </a:cubicBezTo>
                    <a:cubicBezTo>
                      <a:pt x="65" y="153"/>
                      <a:pt x="67" y="150"/>
                      <a:pt x="69" y="147"/>
                    </a:cubicBezTo>
                    <a:cubicBezTo>
                      <a:pt x="72" y="143"/>
                      <a:pt x="74" y="139"/>
                      <a:pt x="77" y="136"/>
                    </a:cubicBezTo>
                    <a:cubicBezTo>
                      <a:pt x="79" y="133"/>
                      <a:pt x="81" y="131"/>
                      <a:pt x="83" y="128"/>
                    </a:cubicBezTo>
                    <a:cubicBezTo>
                      <a:pt x="87" y="121"/>
                      <a:pt x="91" y="116"/>
                      <a:pt x="95" y="109"/>
                    </a:cubicBezTo>
                    <a:cubicBezTo>
                      <a:pt x="105" y="94"/>
                      <a:pt x="114" y="79"/>
                      <a:pt x="122" y="63"/>
                    </a:cubicBezTo>
                    <a:cubicBezTo>
                      <a:pt x="122" y="63"/>
                      <a:pt x="122" y="64"/>
                      <a:pt x="121" y="64"/>
                    </a:cubicBezTo>
                    <a:cubicBezTo>
                      <a:pt x="122" y="64"/>
                      <a:pt x="122" y="63"/>
                      <a:pt x="122" y="63"/>
                    </a:cubicBezTo>
                    <a:cubicBezTo>
                      <a:pt x="124" y="58"/>
                      <a:pt x="126" y="53"/>
                      <a:pt x="128" y="47"/>
                    </a:cubicBezTo>
                    <a:cubicBezTo>
                      <a:pt x="129" y="43"/>
                      <a:pt x="130" y="40"/>
                      <a:pt x="131" y="36"/>
                    </a:cubicBezTo>
                    <a:cubicBezTo>
                      <a:pt x="132" y="33"/>
                      <a:pt x="132" y="30"/>
                      <a:pt x="132" y="26"/>
                    </a:cubicBezTo>
                    <a:cubicBezTo>
                      <a:pt x="132" y="26"/>
                      <a:pt x="132" y="25"/>
                      <a:pt x="132" y="24"/>
                    </a:cubicBezTo>
                    <a:cubicBezTo>
                      <a:pt x="132" y="24"/>
                      <a:pt x="132" y="23"/>
                      <a:pt x="132" y="22"/>
                    </a:cubicBezTo>
                    <a:cubicBezTo>
                      <a:pt x="131" y="23"/>
                      <a:pt x="131" y="24"/>
                      <a:pt x="130" y="24"/>
                    </a:cubicBezTo>
                    <a:cubicBezTo>
                      <a:pt x="129" y="25"/>
                      <a:pt x="128" y="26"/>
                      <a:pt x="127" y="28"/>
                    </a:cubicBezTo>
                    <a:cubicBezTo>
                      <a:pt x="125" y="30"/>
                      <a:pt x="123" y="32"/>
                      <a:pt x="121" y="35"/>
                    </a:cubicBezTo>
                    <a:cubicBezTo>
                      <a:pt x="119" y="37"/>
                      <a:pt x="118" y="39"/>
                      <a:pt x="117" y="42"/>
                    </a:cubicBezTo>
                    <a:cubicBezTo>
                      <a:pt x="119" y="43"/>
                      <a:pt x="120" y="46"/>
                      <a:pt x="121" y="48"/>
                    </a:cubicBezTo>
                    <a:cubicBezTo>
                      <a:pt x="122" y="54"/>
                      <a:pt x="118" y="60"/>
                      <a:pt x="112" y="61"/>
                    </a:cubicBezTo>
                    <a:cubicBezTo>
                      <a:pt x="108" y="61"/>
                      <a:pt x="104" y="61"/>
                      <a:pt x="101" y="58"/>
                    </a:cubicBezTo>
                    <a:cubicBezTo>
                      <a:pt x="99" y="57"/>
                      <a:pt x="97" y="55"/>
                      <a:pt x="96" y="53"/>
                    </a:cubicBezTo>
                    <a:cubicBezTo>
                      <a:pt x="95" y="50"/>
                      <a:pt x="95" y="47"/>
                      <a:pt x="95" y="43"/>
                    </a:cubicBezTo>
                    <a:cubicBezTo>
                      <a:pt x="95" y="39"/>
                      <a:pt x="98" y="33"/>
                      <a:pt x="100" y="29"/>
                    </a:cubicBezTo>
                    <a:cubicBezTo>
                      <a:pt x="101" y="27"/>
                      <a:pt x="103" y="25"/>
                      <a:pt x="104" y="22"/>
                    </a:cubicBezTo>
                    <a:cubicBezTo>
                      <a:pt x="108" y="17"/>
                      <a:pt x="112" y="12"/>
                      <a:pt x="116" y="7"/>
                    </a:cubicBezTo>
                    <a:cubicBezTo>
                      <a:pt x="120" y="4"/>
                      <a:pt x="126" y="0"/>
                      <a:pt x="132" y="0"/>
                    </a:cubicBezTo>
                    <a:cubicBezTo>
                      <a:pt x="139" y="0"/>
                      <a:pt x="145" y="3"/>
                      <a:pt x="148" y="8"/>
                    </a:cubicBezTo>
                    <a:cubicBezTo>
                      <a:pt x="152" y="14"/>
                      <a:pt x="153" y="20"/>
                      <a:pt x="153" y="26"/>
                    </a:cubicBezTo>
                    <a:cubicBezTo>
                      <a:pt x="153" y="34"/>
                      <a:pt x="151" y="42"/>
                      <a:pt x="149" y="49"/>
                    </a:cubicBezTo>
                    <a:cubicBezTo>
                      <a:pt x="145" y="64"/>
                      <a:pt x="137" y="77"/>
                      <a:pt x="130" y="91"/>
                    </a:cubicBezTo>
                    <a:cubicBezTo>
                      <a:pt x="126" y="97"/>
                      <a:pt x="122" y="103"/>
                      <a:pt x="119" y="109"/>
                    </a:cubicBezTo>
                    <a:cubicBezTo>
                      <a:pt x="116" y="113"/>
                      <a:pt x="113" y="117"/>
                      <a:pt x="111" y="121"/>
                    </a:cubicBezTo>
                    <a:cubicBezTo>
                      <a:pt x="107" y="127"/>
                      <a:pt x="103" y="133"/>
                      <a:pt x="99" y="139"/>
                    </a:cubicBezTo>
                    <a:cubicBezTo>
                      <a:pt x="96" y="143"/>
                      <a:pt x="93" y="147"/>
                      <a:pt x="90" y="152"/>
                    </a:cubicBezTo>
                    <a:cubicBezTo>
                      <a:pt x="95" y="152"/>
                      <a:pt x="101" y="155"/>
                      <a:pt x="106" y="157"/>
                    </a:cubicBezTo>
                    <a:cubicBezTo>
                      <a:pt x="113" y="160"/>
                      <a:pt x="119" y="165"/>
                      <a:pt x="125" y="170"/>
                    </a:cubicBezTo>
                    <a:cubicBezTo>
                      <a:pt x="129" y="174"/>
                      <a:pt x="132" y="179"/>
                      <a:pt x="134" y="184"/>
                    </a:cubicBezTo>
                    <a:cubicBezTo>
                      <a:pt x="135" y="185"/>
                      <a:pt x="136" y="186"/>
                      <a:pt x="137" y="187"/>
                    </a:cubicBezTo>
                    <a:cubicBezTo>
                      <a:pt x="141" y="192"/>
                      <a:pt x="140" y="199"/>
                      <a:pt x="135" y="202"/>
                    </a:cubicBezTo>
                    <a:cubicBezTo>
                      <a:pt x="130" y="206"/>
                      <a:pt x="124" y="205"/>
                      <a:pt x="120" y="201"/>
                    </a:cubicBezTo>
                    <a:cubicBezTo>
                      <a:pt x="118" y="198"/>
                      <a:pt x="116" y="196"/>
                      <a:pt x="115" y="194"/>
                    </a:cubicBezTo>
                    <a:cubicBezTo>
                      <a:pt x="114" y="192"/>
                      <a:pt x="113" y="191"/>
                      <a:pt x="112" y="190"/>
                    </a:cubicBezTo>
                    <a:cubicBezTo>
                      <a:pt x="111" y="188"/>
                      <a:pt x="110" y="187"/>
                      <a:pt x="109" y="185"/>
                    </a:cubicBezTo>
                    <a:cubicBezTo>
                      <a:pt x="108" y="184"/>
                      <a:pt x="107" y="184"/>
                      <a:pt x="106" y="183"/>
                    </a:cubicBezTo>
                    <a:cubicBezTo>
                      <a:pt x="104" y="181"/>
                      <a:pt x="103" y="180"/>
                      <a:pt x="101" y="179"/>
                    </a:cubicBezTo>
                    <a:cubicBezTo>
                      <a:pt x="99" y="178"/>
                      <a:pt x="97" y="176"/>
                      <a:pt x="94" y="175"/>
                    </a:cubicBezTo>
                    <a:cubicBezTo>
                      <a:pt x="92" y="174"/>
                      <a:pt x="91" y="174"/>
                      <a:pt x="89" y="173"/>
                    </a:cubicBezTo>
                    <a:cubicBezTo>
                      <a:pt x="88" y="173"/>
                      <a:pt x="87" y="173"/>
                      <a:pt x="86" y="172"/>
                    </a:cubicBezTo>
                    <a:cubicBezTo>
                      <a:pt x="85" y="172"/>
                      <a:pt x="84" y="172"/>
                      <a:pt x="84" y="172"/>
                    </a:cubicBezTo>
                    <a:cubicBezTo>
                      <a:pt x="83" y="172"/>
                      <a:pt x="81" y="172"/>
                      <a:pt x="81" y="172"/>
                    </a:cubicBezTo>
                    <a:cubicBezTo>
                      <a:pt x="80" y="172"/>
                      <a:pt x="79" y="172"/>
                      <a:pt x="79" y="173"/>
                    </a:cubicBezTo>
                    <a:cubicBezTo>
                      <a:pt x="77" y="173"/>
                      <a:pt x="76" y="173"/>
                      <a:pt x="74" y="174"/>
                    </a:cubicBezTo>
                    <a:cubicBezTo>
                      <a:pt x="74" y="174"/>
                      <a:pt x="73" y="174"/>
                      <a:pt x="72" y="174"/>
                    </a:cubicBezTo>
                    <a:cubicBezTo>
                      <a:pt x="72" y="176"/>
                      <a:pt x="70" y="177"/>
                      <a:pt x="70" y="178"/>
                    </a:cubicBezTo>
                    <a:cubicBezTo>
                      <a:pt x="62" y="187"/>
                      <a:pt x="55" y="195"/>
                      <a:pt x="48" y="204"/>
                    </a:cubicBezTo>
                    <a:cubicBezTo>
                      <a:pt x="44" y="209"/>
                      <a:pt x="41" y="213"/>
                      <a:pt x="37" y="218"/>
                    </a:cubicBezTo>
                    <a:cubicBezTo>
                      <a:pt x="35" y="220"/>
                      <a:pt x="33" y="222"/>
                      <a:pt x="31" y="224"/>
                    </a:cubicBezTo>
                    <a:cubicBezTo>
                      <a:pt x="30" y="226"/>
                      <a:pt x="28" y="227"/>
                      <a:pt x="27" y="229"/>
                    </a:cubicBezTo>
                    <a:cubicBezTo>
                      <a:pt x="25" y="231"/>
                      <a:pt x="23" y="234"/>
                      <a:pt x="20" y="235"/>
                    </a:cubicBezTo>
                    <a:cubicBezTo>
                      <a:pt x="18" y="236"/>
                      <a:pt x="16" y="236"/>
                      <a:pt x="14" y="237"/>
                    </a:cubicBezTo>
                    <a:lnTo>
                      <a:pt x="13" y="237"/>
                    </a:lnTo>
                    <a:cubicBezTo>
                      <a:pt x="8" y="237"/>
                      <a:pt x="3" y="233"/>
                      <a:pt x="2" y="2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" name="Google Shape;378;p3"/>
              <p:cNvSpPr/>
              <p:nvPr/>
            </p:nvSpPr>
            <p:spPr>
              <a:xfrm>
                <a:off x="2565360" y="516240"/>
                <a:ext cx="41040" cy="10368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288" extrusionOk="0">
                    <a:moveTo>
                      <a:pt x="29" y="286"/>
                    </a:moveTo>
                    <a:cubicBezTo>
                      <a:pt x="24" y="286"/>
                      <a:pt x="18" y="284"/>
                      <a:pt x="14" y="281"/>
                    </a:cubicBezTo>
                    <a:cubicBezTo>
                      <a:pt x="10" y="278"/>
                      <a:pt x="7" y="275"/>
                      <a:pt x="5" y="270"/>
                    </a:cubicBezTo>
                    <a:cubicBezTo>
                      <a:pt x="3" y="265"/>
                      <a:pt x="1" y="260"/>
                      <a:pt x="1" y="254"/>
                    </a:cubicBezTo>
                    <a:cubicBezTo>
                      <a:pt x="0" y="243"/>
                      <a:pt x="3" y="232"/>
                      <a:pt x="7" y="221"/>
                    </a:cubicBezTo>
                    <a:cubicBezTo>
                      <a:pt x="8" y="216"/>
                      <a:pt x="15" y="213"/>
                      <a:pt x="19" y="215"/>
                    </a:cubicBezTo>
                    <a:cubicBezTo>
                      <a:pt x="22" y="216"/>
                      <a:pt x="24" y="218"/>
                      <a:pt x="25" y="221"/>
                    </a:cubicBezTo>
                    <a:cubicBezTo>
                      <a:pt x="26" y="223"/>
                      <a:pt x="26" y="226"/>
                      <a:pt x="25" y="229"/>
                    </a:cubicBezTo>
                    <a:cubicBezTo>
                      <a:pt x="25" y="230"/>
                      <a:pt x="25" y="231"/>
                      <a:pt x="24" y="231"/>
                    </a:cubicBezTo>
                    <a:cubicBezTo>
                      <a:pt x="25" y="231"/>
                      <a:pt x="25" y="231"/>
                      <a:pt x="25" y="230"/>
                    </a:cubicBezTo>
                    <a:cubicBezTo>
                      <a:pt x="24" y="233"/>
                      <a:pt x="23" y="236"/>
                      <a:pt x="22" y="239"/>
                    </a:cubicBezTo>
                    <a:cubicBezTo>
                      <a:pt x="22" y="241"/>
                      <a:pt x="22" y="244"/>
                      <a:pt x="22" y="247"/>
                    </a:cubicBezTo>
                    <a:cubicBezTo>
                      <a:pt x="22" y="249"/>
                      <a:pt x="22" y="251"/>
                      <a:pt x="22" y="254"/>
                    </a:cubicBezTo>
                    <a:cubicBezTo>
                      <a:pt x="22" y="255"/>
                      <a:pt x="22" y="256"/>
                      <a:pt x="22" y="257"/>
                    </a:cubicBezTo>
                    <a:cubicBezTo>
                      <a:pt x="22" y="258"/>
                      <a:pt x="23" y="259"/>
                      <a:pt x="23" y="260"/>
                    </a:cubicBezTo>
                    <a:cubicBezTo>
                      <a:pt x="23" y="259"/>
                      <a:pt x="23" y="259"/>
                      <a:pt x="23" y="258"/>
                    </a:cubicBezTo>
                    <a:cubicBezTo>
                      <a:pt x="23" y="259"/>
                      <a:pt x="24" y="261"/>
                      <a:pt x="24" y="261"/>
                    </a:cubicBezTo>
                    <a:cubicBezTo>
                      <a:pt x="24" y="262"/>
                      <a:pt x="24" y="262"/>
                      <a:pt x="24" y="262"/>
                    </a:cubicBezTo>
                    <a:lnTo>
                      <a:pt x="24" y="261"/>
                    </a:lnTo>
                    <a:cubicBezTo>
                      <a:pt x="24" y="262"/>
                      <a:pt x="24" y="262"/>
                      <a:pt x="25" y="262"/>
                    </a:cubicBezTo>
                    <a:lnTo>
                      <a:pt x="25" y="263"/>
                    </a:lnTo>
                    <a:cubicBezTo>
                      <a:pt x="25" y="264"/>
                      <a:pt x="26" y="264"/>
                      <a:pt x="26" y="264"/>
                    </a:cubicBezTo>
                    <a:lnTo>
                      <a:pt x="27" y="264"/>
                    </a:lnTo>
                    <a:cubicBezTo>
                      <a:pt x="28" y="265"/>
                      <a:pt x="28" y="265"/>
                      <a:pt x="28" y="265"/>
                    </a:cubicBezTo>
                    <a:cubicBezTo>
                      <a:pt x="29" y="265"/>
                      <a:pt x="30" y="265"/>
                      <a:pt x="31" y="265"/>
                    </a:cubicBezTo>
                    <a:cubicBezTo>
                      <a:pt x="35" y="266"/>
                      <a:pt x="38" y="266"/>
                      <a:pt x="42" y="266"/>
                    </a:cubicBezTo>
                    <a:cubicBezTo>
                      <a:pt x="41" y="266"/>
                      <a:pt x="40" y="266"/>
                      <a:pt x="40" y="266"/>
                    </a:cubicBezTo>
                    <a:cubicBezTo>
                      <a:pt x="42" y="266"/>
                      <a:pt x="44" y="266"/>
                      <a:pt x="46" y="266"/>
                    </a:cubicBezTo>
                    <a:cubicBezTo>
                      <a:pt x="48" y="266"/>
                      <a:pt x="49" y="265"/>
                      <a:pt x="51" y="265"/>
                    </a:cubicBezTo>
                    <a:cubicBezTo>
                      <a:pt x="52" y="265"/>
                      <a:pt x="53" y="264"/>
                      <a:pt x="54" y="264"/>
                    </a:cubicBezTo>
                    <a:cubicBezTo>
                      <a:pt x="55" y="264"/>
                      <a:pt x="56" y="264"/>
                      <a:pt x="57" y="263"/>
                    </a:cubicBezTo>
                    <a:cubicBezTo>
                      <a:pt x="57" y="262"/>
                      <a:pt x="58" y="262"/>
                      <a:pt x="59" y="262"/>
                    </a:cubicBezTo>
                    <a:cubicBezTo>
                      <a:pt x="59" y="261"/>
                      <a:pt x="60" y="261"/>
                      <a:pt x="60" y="261"/>
                    </a:cubicBezTo>
                    <a:cubicBezTo>
                      <a:pt x="60" y="260"/>
                      <a:pt x="61" y="260"/>
                      <a:pt x="61" y="260"/>
                    </a:cubicBezTo>
                    <a:cubicBezTo>
                      <a:pt x="62" y="257"/>
                      <a:pt x="63" y="254"/>
                      <a:pt x="64" y="251"/>
                    </a:cubicBezTo>
                    <a:cubicBezTo>
                      <a:pt x="65" y="249"/>
                      <a:pt x="66" y="246"/>
                      <a:pt x="66" y="243"/>
                    </a:cubicBezTo>
                    <a:cubicBezTo>
                      <a:pt x="67" y="240"/>
                      <a:pt x="68" y="237"/>
                      <a:pt x="68" y="234"/>
                    </a:cubicBezTo>
                    <a:cubicBezTo>
                      <a:pt x="70" y="223"/>
                      <a:pt x="71" y="213"/>
                      <a:pt x="73" y="202"/>
                    </a:cubicBezTo>
                    <a:cubicBezTo>
                      <a:pt x="74" y="190"/>
                      <a:pt x="76" y="177"/>
                      <a:pt x="77" y="164"/>
                    </a:cubicBezTo>
                    <a:cubicBezTo>
                      <a:pt x="78" y="154"/>
                      <a:pt x="79" y="143"/>
                      <a:pt x="80" y="134"/>
                    </a:cubicBezTo>
                    <a:cubicBezTo>
                      <a:pt x="82" y="121"/>
                      <a:pt x="83" y="109"/>
                      <a:pt x="85" y="96"/>
                    </a:cubicBezTo>
                    <a:cubicBezTo>
                      <a:pt x="85" y="91"/>
                      <a:pt x="86" y="86"/>
                      <a:pt x="87" y="81"/>
                    </a:cubicBezTo>
                    <a:cubicBezTo>
                      <a:pt x="83" y="86"/>
                      <a:pt x="78" y="92"/>
                      <a:pt x="74" y="97"/>
                    </a:cubicBezTo>
                    <a:cubicBezTo>
                      <a:pt x="67" y="105"/>
                      <a:pt x="59" y="112"/>
                      <a:pt x="49" y="116"/>
                    </a:cubicBezTo>
                    <a:cubicBezTo>
                      <a:pt x="45" y="117"/>
                      <a:pt x="40" y="118"/>
                      <a:pt x="36" y="118"/>
                    </a:cubicBezTo>
                    <a:cubicBezTo>
                      <a:pt x="31" y="117"/>
                      <a:pt x="26" y="114"/>
                      <a:pt x="23" y="111"/>
                    </a:cubicBezTo>
                    <a:cubicBezTo>
                      <a:pt x="20" y="108"/>
                      <a:pt x="18" y="104"/>
                      <a:pt x="17" y="100"/>
                    </a:cubicBezTo>
                    <a:cubicBezTo>
                      <a:pt x="15" y="95"/>
                      <a:pt x="15" y="90"/>
                      <a:pt x="14" y="86"/>
                    </a:cubicBezTo>
                    <a:cubicBezTo>
                      <a:pt x="14" y="82"/>
                      <a:pt x="14" y="78"/>
                      <a:pt x="14" y="74"/>
                    </a:cubicBezTo>
                    <a:cubicBezTo>
                      <a:pt x="14" y="64"/>
                      <a:pt x="15" y="54"/>
                      <a:pt x="17" y="44"/>
                    </a:cubicBezTo>
                    <a:cubicBezTo>
                      <a:pt x="18" y="35"/>
                      <a:pt x="21" y="25"/>
                      <a:pt x="24" y="16"/>
                    </a:cubicBezTo>
                    <a:cubicBezTo>
                      <a:pt x="25" y="12"/>
                      <a:pt x="27" y="8"/>
                      <a:pt x="31" y="4"/>
                    </a:cubicBezTo>
                    <a:cubicBezTo>
                      <a:pt x="33" y="1"/>
                      <a:pt x="38" y="0"/>
                      <a:pt x="42" y="1"/>
                    </a:cubicBezTo>
                    <a:cubicBezTo>
                      <a:pt x="46" y="2"/>
                      <a:pt x="49" y="6"/>
                      <a:pt x="51" y="10"/>
                    </a:cubicBezTo>
                    <a:cubicBezTo>
                      <a:pt x="54" y="15"/>
                      <a:pt x="53" y="22"/>
                      <a:pt x="47" y="25"/>
                    </a:cubicBezTo>
                    <a:cubicBezTo>
                      <a:pt x="46" y="25"/>
                      <a:pt x="45" y="26"/>
                      <a:pt x="43" y="26"/>
                    </a:cubicBezTo>
                    <a:cubicBezTo>
                      <a:pt x="42" y="29"/>
                      <a:pt x="42" y="32"/>
                      <a:pt x="40" y="35"/>
                    </a:cubicBezTo>
                    <a:cubicBezTo>
                      <a:pt x="40" y="37"/>
                      <a:pt x="39" y="39"/>
                      <a:pt x="39" y="42"/>
                    </a:cubicBezTo>
                    <a:cubicBezTo>
                      <a:pt x="38" y="44"/>
                      <a:pt x="38" y="46"/>
                      <a:pt x="38" y="48"/>
                    </a:cubicBezTo>
                    <a:cubicBezTo>
                      <a:pt x="36" y="55"/>
                      <a:pt x="36" y="61"/>
                      <a:pt x="35" y="68"/>
                    </a:cubicBezTo>
                    <a:cubicBezTo>
                      <a:pt x="35" y="70"/>
                      <a:pt x="35" y="72"/>
                      <a:pt x="35" y="74"/>
                    </a:cubicBezTo>
                    <a:cubicBezTo>
                      <a:pt x="35" y="76"/>
                      <a:pt x="35" y="78"/>
                      <a:pt x="35" y="80"/>
                    </a:cubicBezTo>
                    <a:cubicBezTo>
                      <a:pt x="36" y="83"/>
                      <a:pt x="36" y="87"/>
                      <a:pt x="36" y="90"/>
                    </a:cubicBezTo>
                    <a:cubicBezTo>
                      <a:pt x="37" y="91"/>
                      <a:pt x="37" y="92"/>
                      <a:pt x="38" y="93"/>
                    </a:cubicBezTo>
                    <a:cubicBezTo>
                      <a:pt x="38" y="94"/>
                      <a:pt x="38" y="95"/>
                      <a:pt x="39" y="96"/>
                    </a:cubicBezTo>
                    <a:cubicBezTo>
                      <a:pt x="40" y="96"/>
                      <a:pt x="40" y="96"/>
                      <a:pt x="41" y="96"/>
                    </a:cubicBezTo>
                    <a:lnTo>
                      <a:pt x="42" y="96"/>
                    </a:lnTo>
                    <a:cubicBezTo>
                      <a:pt x="43" y="95"/>
                      <a:pt x="44" y="95"/>
                      <a:pt x="45" y="95"/>
                    </a:cubicBezTo>
                    <a:cubicBezTo>
                      <a:pt x="46" y="94"/>
                      <a:pt x="47" y="93"/>
                      <a:pt x="49" y="92"/>
                    </a:cubicBezTo>
                    <a:cubicBezTo>
                      <a:pt x="50" y="90"/>
                      <a:pt x="53" y="89"/>
                      <a:pt x="54" y="88"/>
                    </a:cubicBezTo>
                    <a:cubicBezTo>
                      <a:pt x="57" y="85"/>
                      <a:pt x="60" y="82"/>
                      <a:pt x="63" y="79"/>
                    </a:cubicBezTo>
                    <a:cubicBezTo>
                      <a:pt x="71" y="69"/>
                      <a:pt x="79" y="58"/>
                      <a:pt x="86" y="47"/>
                    </a:cubicBezTo>
                    <a:cubicBezTo>
                      <a:pt x="86" y="46"/>
                      <a:pt x="88" y="44"/>
                      <a:pt x="88" y="43"/>
                    </a:cubicBezTo>
                    <a:cubicBezTo>
                      <a:pt x="90" y="41"/>
                      <a:pt x="91" y="39"/>
                      <a:pt x="92" y="37"/>
                    </a:cubicBezTo>
                    <a:cubicBezTo>
                      <a:pt x="94" y="36"/>
                      <a:pt x="96" y="35"/>
                      <a:pt x="97" y="33"/>
                    </a:cubicBezTo>
                    <a:cubicBezTo>
                      <a:pt x="104" y="30"/>
                      <a:pt x="111" y="35"/>
                      <a:pt x="113" y="42"/>
                    </a:cubicBezTo>
                    <a:cubicBezTo>
                      <a:pt x="113" y="44"/>
                      <a:pt x="113" y="47"/>
                      <a:pt x="113" y="50"/>
                    </a:cubicBezTo>
                    <a:cubicBezTo>
                      <a:pt x="113" y="52"/>
                      <a:pt x="112" y="54"/>
                      <a:pt x="112" y="57"/>
                    </a:cubicBezTo>
                    <a:cubicBezTo>
                      <a:pt x="112" y="56"/>
                      <a:pt x="112" y="56"/>
                      <a:pt x="112" y="55"/>
                    </a:cubicBezTo>
                    <a:cubicBezTo>
                      <a:pt x="112" y="57"/>
                      <a:pt x="111" y="58"/>
                      <a:pt x="111" y="59"/>
                    </a:cubicBezTo>
                    <a:lnTo>
                      <a:pt x="111" y="58"/>
                    </a:lnTo>
                    <a:cubicBezTo>
                      <a:pt x="111" y="60"/>
                      <a:pt x="111" y="62"/>
                      <a:pt x="111" y="64"/>
                    </a:cubicBezTo>
                    <a:cubicBezTo>
                      <a:pt x="111" y="64"/>
                      <a:pt x="111" y="63"/>
                      <a:pt x="111" y="62"/>
                    </a:cubicBezTo>
                    <a:cubicBezTo>
                      <a:pt x="111" y="63"/>
                      <a:pt x="111" y="64"/>
                      <a:pt x="110" y="65"/>
                    </a:cubicBezTo>
                    <a:lnTo>
                      <a:pt x="110" y="64"/>
                    </a:lnTo>
                    <a:cubicBezTo>
                      <a:pt x="110" y="65"/>
                      <a:pt x="110" y="65"/>
                      <a:pt x="110" y="65"/>
                    </a:cubicBezTo>
                    <a:lnTo>
                      <a:pt x="110" y="66"/>
                    </a:lnTo>
                    <a:lnTo>
                      <a:pt x="110" y="65"/>
                    </a:lnTo>
                    <a:cubicBezTo>
                      <a:pt x="110" y="66"/>
                      <a:pt x="110" y="66"/>
                      <a:pt x="110" y="66"/>
                    </a:cubicBezTo>
                    <a:lnTo>
                      <a:pt x="110" y="65"/>
                    </a:lnTo>
                    <a:cubicBezTo>
                      <a:pt x="109" y="71"/>
                      <a:pt x="109" y="76"/>
                      <a:pt x="107" y="82"/>
                    </a:cubicBezTo>
                    <a:cubicBezTo>
                      <a:pt x="107" y="81"/>
                      <a:pt x="107" y="81"/>
                      <a:pt x="107" y="81"/>
                    </a:cubicBezTo>
                    <a:cubicBezTo>
                      <a:pt x="104" y="103"/>
                      <a:pt x="101" y="125"/>
                      <a:pt x="99" y="147"/>
                    </a:cubicBezTo>
                    <a:cubicBezTo>
                      <a:pt x="96" y="171"/>
                      <a:pt x="94" y="195"/>
                      <a:pt x="91" y="219"/>
                    </a:cubicBezTo>
                    <a:cubicBezTo>
                      <a:pt x="90" y="227"/>
                      <a:pt x="89" y="235"/>
                      <a:pt x="88" y="243"/>
                    </a:cubicBezTo>
                    <a:cubicBezTo>
                      <a:pt x="86" y="247"/>
                      <a:pt x="85" y="252"/>
                      <a:pt x="84" y="256"/>
                    </a:cubicBezTo>
                    <a:cubicBezTo>
                      <a:pt x="84" y="259"/>
                      <a:pt x="82" y="263"/>
                      <a:pt x="81" y="267"/>
                    </a:cubicBezTo>
                    <a:cubicBezTo>
                      <a:pt x="79" y="269"/>
                      <a:pt x="78" y="271"/>
                      <a:pt x="77" y="273"/>
                    </a:cubicBezTo>
                    <a:cubicBezTo>
                      <a:pt x="76" y="275"/>
                      <a:pt x="74" y="277"/>
                      <a:pt x="72" y="279"/>
                    </a:cubicBezTo>
                    <a:cubicBezTo>
                      <a:pt x="64" y="284"/>
                      <a:pt x="54" y="287"/>
                      <a:pt x="44" y="287"/>
                    </a:cubicBezTo>
                    <a:cubicBezTo>
                      <a:pt x="43" y="287"/>
                      <a:pt x="42" y="287"/>
                      <a:pt x="41" y="287"/>
                    </a:cubicBezTo>
                    <a:cubicBezTo>
                      <a:pt x="37" y="287"/>
                      <a:pt x="32" y="287"/>
                      <a:pt x="29" y="2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" name="Google Shape;379;p3"/>
              <p:cNvSpPr/>
              <p:nvPr/>
            </p:nvSpPr>
            <p:spPr>
              <a:xfrm>
                <a:off x="2627640" y="482400"/>
                <a:ext cx="38160" cy="45000"/>
              </a:xfrm>
              <a:custGeom>
                <a:avLst/>
                <a:gdLst/>
                <a:ahLst/>
                <a:cxnLst/>
                <a:rect l="l" t="t" r="r" b="b"/>
                <a:pathLst>
                  <a:path w="106" h="125" extrusionOk="0">
                    <a:moveTo>
                      <a:pt x="39" y="58"/>
                    </a:moveTo>
                    <a:cubicBezTo>
                      <a:pt x="41" y="56"/>
                      <a:pt x="42" y="53"/>
                      <a:pt x="44" y="50"/>
                    </a:cubicBezTo>
                    <a:cubicBezTo>
                      <a:pt x="44" y="48"/>
                      <a:pt x="45" y="46"/>
                      <a:pt x="45" y="45"/>
                    </a:cubicBezTo>
                    <a:cubicBezTo>
                      <a:pt x="46" y="42"/>
                      <a:pt x="47" y="39"/>
                      <a:pt x="48" y="37"/>
                    </a:cubicBezTo>
                    <a:cubicBezTo>
                      <a:pt x="48" y="34"/>
                      <a:pt x="48" y="32"/>
                      <a:pt x="48" y="29"/>
                    </a:cubicBezTo>
                    <a:cubicBezTo>
                      <a:pt x="48" y="28"/>
                      <a:pt x="48" y="26"/>
                      <a:pt x="48" y="24"/>
                    </a:cubicBezTo>
                    <a:cubicBezTo>
                      <a:pt x="48" y="25"/>
                      <a:pt x="48" y="25"/>
                      <a:pt x="48" y="26"/>
                    </a:cubicBezTo>
                    <a:cubicBezTo>
                      <a:pt x="48" y="25"/>
                      <a:pt x="48" y="24"/>
                      <a:pt x="48" y="24"/>
                    </a:cubicBezTo>
                    <a:cubicBezTo>
                      <a:pt x="48" y="23"/>
                      <a:pt x="48" y="23"/>
                      <a:pt x="48" y="23"/>
                    </a:cubicBezTo>
                    <a:cubicBezTo>
                      <a:pt x="48" y="23"/>
                      <a:pt x="47" y="23"/>
                      <a:pt x="46" y="23"/>
                    </a:cubicBezTo>
                    <a:cubicBezTo>
                      <a:pt x="45" y="24"/>
                      <a:pt x="42" y="26"/>
                      <a:pt x="40" y="27"/>
                    </a:cubicBezTo>
                    <a:cubicBezTo>
                      <a:pt x="38" y="29"/>
                      <a:pt x="36" y="30"/>
                      <a:pt x="34" y="32"/>
                    </a:cubicBezTo>
                    <a:cubicBezTo>
                      <a:pt x="33" y="33"/>
                      <a:pt x="32" y="34"/>
                      <a:pt x="31" y="35"/>
                    </a:cubicBezTo>
                    <a:cubicBezTo>
                      <a:pt x="30" y="37"/>
                      <a:pt x="28" y="39"/>
                      <a:pt x="27" y="41"/>
                    </a:cubicBezTo>
                    <a:cubicBezTo>
                      <a:pt x="26" y="42"/>
                      <a:pt x="25" y="44"/>
                      <a:pt x="25" y="45"/>
                    </a:cubicBezTo>
                    <a:cubicBezTo>
                      <a:pt x="24" y="46"/>
                      <a:pt x="24" y="47"/>
                      <a:pt x="23" y="49"/>
                    </a:cubicBezTo>
                    <a:cubicBezTo>
                      <a:pt x="23" y="50"/>
                      <a:pt x="23" y="51"/>
                      <a:pt x="23" y="52"/>
                    </a:cubicBezTo>
                    <a:cubicBezTo>
                      <a:pt x="23" y="53"/>
                      <a:pt x="22" y="54"/>
                      <a:pt x="22" y="55"/>
                    </a:cubicBezTo>
                    <a:lnTo>
                      <a:pt x="22" y="56"/>
                    </a:lnTo>
                    <a:cubicBezTo>
                      <a:pt x="23" y="56"/>
                      <a:pt x="23" y="56"/>
                      <a:pt x="24" y="56"/>
                    </a:cubicBezTo>
                    <a:cubicBezTo>
                      <a:pt x="27" y="56"/>
                      <a:pt x="30" y="56"/>
                      <a:pt x="33" y="56"/>
                    </a:cubicBezTo>
                    <a:cubicBezTo>
                      <a:pt x="35" y="56"/>
                      <a:pt x="37" y="57"/>
                      <a:pt x="39" y="58"/>
                    </a:cubicBezTo>
                    <a:moveTo>
                      <a:pt x="39" y="123"/>
                    </a:moveTo>
                    <a:cubicBezTo>
                      <a:pt x="34" y="123"/>
                      <a:pt x="29" y="123"/>
                      <a:pt x="24" y="121"/>
                    </a:cubicBezTo>
                    <a:cubicBezTo>
                      <a:pt x="20" y="120"/>
                      <a:pt x="16" y="117"/>
                      <a:pt x="14" y="113"/>
                    </a:cubicBezTo>
                    <a:cubicBezTo>
                      <a:pt x="13" y="112"/>
                      <a:pt x="12" y="111"/>
                      <a:pt x="11" y="109"/>
                    </a:cubicBezTo>
                    <a:cubicBezTo>
                      <a:pt x="11" y="106"/>
                      <a:pt x="11" y="104"/>
                      <a:pt x="11" y="101"/>
                    </a:cubicBezTo>
                    <a:cubicBezTo>
                      <a:pt x="11" y="96"/>
                      <a:pt x="15" y="92"/>
                      <a:pt x="18" y="88"/>
                    </a:cubicBezTo>
                    <a:cubicBezTo>
                      <a:pt x="21" y="85"/>
                      <a:pt x="24" y="81"/>
                      <a:pt x="27" y="78"/>
                    </a:cubicBezTo>
                    <a:lnTo>
                      <a:pt x="26" y="78"/>
                    </a:lnTo>
                    <a:cubicBezTo>
                      <a:pt x="22" y="78"/>
                      <a:pt x="18" y="78"/>
                      <a:pt x="14" y="77"/>
                    </a:cubicBezTo>
                    <a:cubicBezTo>
                      <a:pt x="9" y="75"/>
                      <a:pt x="5" y="71"/>
                      <a:pt x="3" y="66"/>
                    </a:cubicBezTo>
                    <a:cubicBezTo>
                      <a:pt x="2" y="64"/>
                      <a:pt x="1" y="61"/>
                      <a:pt x="1" y="58"/>
                    </a:cubicBezTo>
                    <a:cubicBezTo>
                      <a:pt x="0" y="55"/>
                      <a:pt x="1" y="51"/>
                      <a:pt x="2" y="48"/>
                    </a:cubicBezTo>
                    <a:cubicBezTo>
                      <a:pt x="3" y="42"/>
                      <a:pt x="5" y="36"/>
                      <a:pt x="8" y="31"/>
                    </a:cubicBezTo>
                    <a:cubicBezTo>
                      <a:pt x="12" y="25"/>
                      <a:pt x="16" y="19"/>
                      <a:pt x="21" y="14"/>
                    </a:cubicBezTo>
                    <a:cubicBezTo>
                      <a:pt x="27" y="10"/>
                      <a:pt x="32" y="6"/>
                      <a:pt x="38" y="3"/>
                    </a:cubicBezTo>
                    <a:cubicBezTo>
                      <a:pt x="44" y="0"/>
                      <a:pt x="52" y="0"/>
                      <a:pt x="58" y="3"/>
                    </a:cubicBezTo>
                    <a:cubicBezTo>
                      <a:pt x="63" y="5"/>
                      <a:pt x="67" y="10"/>
                      <a:pt x="68" y="16"/>
                    </a:cubicBezTo>
                    <a:cubicBezTo>
                      <a:pt x="70" y="23"/>
                      <a:pt x="70" y="30"/>
                      <a:pt x="69" y="38"/>
                    </a:cubicBezTo>
                    <a:cubicBezTo>
                      <a:pt x="67" y="45"/>
                      <a:pt x="66" y="52"/>
                      <a:pt x="63" y="58"/>
                    </a:cubicBezTo>
                    <a:cubicBezTo>
                      <a:pt x="61" y="62"/>
                      <a:pt x="59" y="66"/>
                      <a:pt x="57" y="70"/>
                    </a:cubicBezTo>
                    <a:cubicBezTo>
                      <a:pt x="51" y="80"/>
                      <a:pt x="45" y="89"/>
                      <a:pt x="38" y="98"/>
                    </a:cubicBezTo>
                    <a:cubicBezTo>
                      <a:pt x="37" y="99"/>
                      <a:pt x="37" y="101"/>
                      <a:pt x="35" y="102"/>
                    </a:cubicBezTo>
                    <a:cubicBezTo>
                      <a:pt x="39" y="102"/>
                      <a:pt x="42" y="102"/>
                      <a:pt x="46" y="102"/>
                    </a:cubicBezTo>
                    <a:cubicBezTo>
                      <a:pt x="50" y="102"/>
                      <a:pt x="54" y="102"/>
                      <a:pt x="58" y="102"/>
                    </a:cubicBezTo>
                    <a:cubicBezTo>
                      <a:pt x="62" y="102"/>
                      <a:pt x="66" y="102"/>
                      <a:pt x="70" y="101"/>
                    </a:cubicBezTo>
                    <a:cubicBezTo>
                      <a:pt x="78" y="101"/>
                      <a:pt x="85" y="99"/>
                      <a:pt x="93" y="99"/>
                    </a:cubicBezTo>
                    <a:cubicBezTo>
                      <a:pt x="98" y="98"/>
                      <a:pt x="104" y="101"/>
                      <a:pt x="105" y="107"/>
                    </a:cubicBezTo>
                    <a:cubicBezTo>
                      <a:pt x="105" y="112"/>
                      <a:pt x="102" y="118"/>
                      <a:pt x="96" y="119"/>
                    </a:cubicBezTo>
                    <a:cubicBezTo>
                      <a:pt x="79" y="121"/>
                      <a:pt x="63" y="124"/>
                      <a:pt x="45" y="124"/>
                    </a:cubicBezTo>
                    <a:cubicBezTo>
                      <a:pt x="44" y="124"/>
                      <a:pt x="41" y="124"/>
                      <a:pt x="39" y="1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" name="Google Shape;380;p3"/>
              <p:cNvSpPr/>
              <p:nvPr/>
            </p:nvSpPr>
            <p:spPr>
              <a:xfrm>
                <a:off x="2673720" y="530280"/>
                <a:ext cx="32760" cy="9360"/>
              </a:xfrm>
              <a:custGeom>
                <a:avLst/>
                <a:gdLst/>
                <a:ahLst/>
                <a:cxnLst/>
                <a:rect l="l" t="t" r="r" b="b"/>
                <a:pathLst>
                  <a:path w="91" h="26" extrusionOk="0">
                    <a:moveTo>
                      <a:pt x="44" y="25"/>
                    </a:moveTo>
                    <a:cubicBezTo>
                      <a:pt x="37" y="25"/>
                      <a:pt x="31" y="25"/>
                      <a:pt x="25" y="25"/>
                    </a:cubicBezTo>
                    <a:cubicBezTo>
                      <a:pt x="23" y="25"/>
                      <a:pt x="20" y="24"/>
                      <a:pt x="18" y="24"/>
                    </a:cubicBezTo>
                    <a:cubicBezTo>
                      <a:pt x="15" y="23"/>
                      <a:pt x="12" y="23"/>
                      <a:pt x="9" y="22"/>
                    </a:cubicBezTo>
                    <a:cubicBezTo>
                      <a:pt x="3" y="19"/>
                      <a:pt x="0" y="12"/>
                      <a:pt x="4" y="7"/>
                    </a:cubicBezTo>
                    <a:cubicBezTo>
                      <a:pt x="6" y="1"/>
                      <a:pt x="13" y="0"/>
                      <a:pt x="18" y="2"/>
                    </a:cubicBezTo>
                    <a:cubicBezTo>
                      <a:pt x="20" y="3"/>
                      <a:pt x="21" y="3"/>
                      <a:pt x="23" y="3"/>
                    </a:cubicBezTo>
                    <a:cubicBezTo>
                      <a:pt x="28" y="4"/>
                      <a:pt x="33" y="4"/>
                      <a:pt x="38" y="4"/>
                    </a:cubicBezTo>
                    <a:cubicBezTo>
                      <a:pt x="52" y="4"/>
                      <a:pt x="65" y="4"/>
                      <a:pt x="79" y="4"/>
                    </a:cubicBezTo>
                    <a:cubicBezTo>
                      <a:pt x="84" y="4"/>
                      <a:pt x="90" y="8"/>
                      <a:pt x="90" y="14"/>
                    </a:cubicBezTo>
                    <a:cubicBezTo>
                      <a:pt x="90" y="20"/>
                      <a:pt x="85" y="25"/>
                      <a:pt x="79" y="25"/>
                    </a:cubicBezTo>
                    <a:cubicBezTo>
                      <a:pt x="72" y="25"/>
                      <a:pt x="64" y="25"/>
                      <a:pt x="56" y="25"/>
                    </a:cubicBezTo>
                    <a:cubicBezTo>
                      <a:pt x="52" y="25"/>
                      <a:pt x="48" y="25"/>
                      <a:pt x="44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" name="Google Shape;381;p3"/>
              <p:cNvSpPr/>
              <p:nvPr/>
            </p:nvSpPr>
            <p:spPr>
              <a:xfrm>
                <a:off x="2691360" y="510480"/>
                <a:ext cx="24480" cy="34200"/>
              </a:xfrm>
              <a:custGeom>
                <a:avLst/>
                <a:gdLst/>
                <a:ahLst/>
                <a:cxnLst/>
                <a:rect l="l" t="t" r="r" b="b"/>
                <a:pathLst>
                  <a:path w="68" h="95" extrusionOk="0">
                    <a:moveTo>
                      <a:pt x="9" y="94"/>
                    </a:moveTo>
                    <a:cubicBezTo>
                      <a:pt x="4" y="92"/>
                      <a:pt x="0" y="86"/>
                      <a:pt x="2" y="81"/>
                    </a:cubicBezTo>
                    <a:cubicBezTo>
                      <a:pt x="5" y="68"/>
                      <a:pt x="10" y="56"/>
                      <a:pt x="16" y="44"/>
                    </a:cubicBezTo>
                    <a:cubicBezTo>
                      <a:pt x="17" y="41"/>
                      <a:pt x="19" y="38"/>
                      <a:pt x="21" y="34"/>
                    </a:cubicBezTo>
                    <a:cubicBezTo>
                      <a:pt x="23" y="29"/>
                      <a:pt x="27" y="24"/>
                      <a:pt x="31" y="19"/>
                    </a:cubicBezTo>
                    <a:cubicBezTo>
                      <a:pt x="35" y="12"/>
                      <a:pt x="41" y="7"/>
                      <a:pt x="48" y="3"/>
                    </a:cubicBezTo>
                    <a:cubicBezTo>
                      <a:pt x="53" y="0"/>
                      <a:pt x="60" y="2"/>
                      <a:pt x="63" y="7"/>
                    </a:cubicBezTo>
                    <a:cubicBezTo>
                      <a:pt x="67" y="13"/>
                      <a:pt x="64" y="20"/>
                      <a:pt x="58" y="23"/>
                    </a:cubicBezTo>
                    <a:cubicBezTo>
                      <a:pt x="57" y="23"/>
                      <a:pt x="57" y="24"/>
                      <a:pt x="56" y="24"/>
                    </a:cubicBezTo>
                    <a:cubicBezTo>
                      <a:pt x="56" y="24"/>
                      <a:pt x="55" y="24"/>
                      <a:pt x="55" y="25"/>
                    </a:cubicBezTo>
                    <a:cubicBezTo>
                      <a:pt x="53" y="26"/>
                      <a:pt x="52" y="27"/>
                      <a:pt x="51" y="27"/>
                    </a:cubicBezTo>
                    <a:cubicBezTo>
                      <a:pt x="51" y="28"/>
                      <a:pt x="50" y="28"/>
                      <a:pt x="50" y="29"/>
                    </a:cubicBezTo>
                    <a:cubicBezTo>
                      <a:pt x="48" y="31"/>
                      <a:pt x="46" y="34"/>
                      <a:pt x="43" y="37"/>
                    </a:cubicBezTo>
                    <a:cubicBezTo>
                      <a:pt x="40" y="43"/>
                      <a:pt x="37" y="49"/>
                      <a:pt x="34" y="55"/>
                    </a:cubicBezTo>
                    <a:cubicBezTo>
                      <a:pt x="32" y="59"/>
                      <a:pt x="30" y="64"/>
                      <a:pt x="28" y="69"/>
                    </a:cubicBezTo>
                    <a:cubicBezTo>
                      <a:pt x="25" y="74"/>
                      <a:pt x="23" y="81"/>
                      <a:pt x="21" y="87"/>
                    </a:cubicBezTo>
                    <a:cubicBezTo>
                      <a:pt x="20" y="91"/>
                      <a:pt x="16" y="94"/>
                      <a:pt x="11" y="94"/>
                    </a:cubicBezTo>
                    <a:cubicBezTo>
                      <a:pt x="10" y="94"/>
                      <a:pt x="10" y="94"/>
                      <a:pt x="9" y="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2" name="Google Shape;382;p3"/>
              <p:cNvSpPr/>
              <p:nvPr/>
            </p:nvSpPr>
            <p:spPr>
              <a:xfrm>
                <a:off x="2721240" y="491760"/>
                <a:ext cx="39960" cy="84960"/>
              </a:xfrm>
              <a:custGeom>
                <a:avLst/>
                <a:gdLst/>
                <a:ahLst/>
                <a:cxnLst/>
                <a:rect l="l" t="t" r="r" b="b"/>
                <a:pathLst>
                  <a:path w="111" h="236" extrusionOk="0">
                    <a:moveTo>
                      <a:pt x="47" y="226"/>
                    </a:moveTo>
                    <a:cubicBezTo>
                      <a:pt x="46" y="220"/>
                      <a:pt x="50" y="214"/>
                      <a:pt x="57" y="213"/>
                    </a:cubicBezTo>
                    <a:cubicBezTo>
                      <a:pt x="58" y="213"/>
                      <a:pt x="59" y="213"/>
                      <a:pt x="60" y="213"/>
                    </a:cubicBezTo>
                    <a:cubicBezTo>
                      <a:pt x="61" y="212"/>
                      <a:pt x="62" y="212"/>
                      <a:pt x="64" y="211"/>
                    </a:cubicBezTo>
                    <a:cubicBezTo>
                      <a:pt x="65" y="210"/>
                      <a:pt x="68" y="209"/>
                      <a:pt x="70" y="207"/>
                    </a:cubicBezTo>
                    <a:cubicBezTo>
                      <a:pt x="72" y="206"/>
                      <a:pt x="74" y="204"/>
                      <a:pt x="76" y="203"/>
                    </a:cubicBezTo>
                    <a:cubicBezTo>
                      <a:pt x="77" y="202"/>
                      <a:pt x="78" y="200"/>
                      <a:pt x="79" y="199"/>
                    </a:cubicBezTo>
                    <a:cubicBezTo>
                      <a:pt x="81" y="197"/>
                      <a:pt x="81" y="196"/>
                      <a:pt x="82" y="195"/>
                    </a:cubicBezTo>
                    <a:cubicBezTo>
                      <a:pt x="83" y="194"/>
                      <a:pt x="83" y="193"/>
                      <a:pt x="84" y="192"/>
                    </a:cubicBezTo>
                    <a:cubicBezTo>
                      <a:pt x="85" y="191"/>
                      <a:pt x="85" y="189"/>
                      <a:pt x="86" y="188"/>
                    </a:cubicBezTo>
                    <a:cubicBezTo>
                      <a:pt x="86" y="186"/>
                      <a:pt x="87" y="183"/>
                      <a:pt x="88" y="181"/>
                    </a:cubicBezTo>
                    <a:cubicBezTo>
                      <a:pt x="88" y="178"/>
                      <a:pt x="88" y="174"/>
                      <a:pt x="89" y="171"/>
                    </a:cubicBezTo>
                    <a:cubicBezTo>
                      <a:pt x="89" y="169"/>
                      <a:pt x="89" y="167"/>
                      <a:pt x="88" y="164"/>
                    </a:cubicBezTo>
                    <a:cubicBezTo>
                      <a:pt x="88" y="162"/>
                      <a:pt x="88" y="160"/>
                      <a:pt x="87" y="157"/>
                    </a:cubicBezTo>
                    <a:cubicBezTo>
                      <a:pt x="86" y="154"/>
                      <a:pt x="86" y="152"/>
                      <a:pt x="85" y="149"/>
                    </a:cubicBezTo>
                    <a:cubicBezTo>
                      <a:pt x="83" y="146"/>
                      <a:pt x="82" y="143"/>
                      <a:pt x="81" y="140"/>
                    </a:cubicBezTo>
                    <a:cubicBezTo>
                      <a:pt x="79" y="138"/>
                      <a:pt x="78" y="136"/>
                      <a:pt x="77" y="134"/>
                    </a:cubicBezTo>
                    <a:cubicBezTo>
                      <a:pt x="75" y="132"/>
                      <a:pt x="74" y="130"/>
                      <a:pt x="72" y="128"/>
                    </a:cubicBezTo>
                    <a:cubicBezTo>
                      <a:pt x="71" y="127"/>
                      <a:pt x="70" y="126"/>
                      <a:pt x="69" y="125"/>
                    </a:cubicBezTo>
                    <a:cubicBezTo>
                      <a:pt x="67" y="123"/>
                      <a:pt x="65" y="122"/>
                      <a:pt x="63" y="121"/>
                    </a:cubicBezTo>
                    <a:cubicBezTo>
                      <a:pt x="61" y="119"/>
                      <a:pt x="59" y="118"/>
                      <a:pt x="57" y="117"/>
                    </a:cubicBezTo>
                    <a:cubicBezTo>
                      <a:pt x="55" y="117"/>
                      <a:pt x="54" y="116"/>
                      <a:pt x="52" y="115"/>
                    </a:cubicBezTo>
                    <a:cubicBezTo>
                      <a:pt x="48" y="114"/>
                      <a:pt x="46" y="114"/>
                      <a:pt x="43" y="112"/>
                    </a:cubicBezTo>
                    <a:cubicBezTo>
                      <a:pt x="39" y="109"/>
                      <a:pt x="36" y="104"/>
                      <a:pt x="38" y="98"/>
                    </a:cubicBezTo>
                    <a:cubicBezTo>
                      <a:pt x="40" y="94"/>
                      <a:pt x="44" y="89"/>
                      <a:pt x="47" y="85"/>
                    </a:cubicBezTo>
                    <a:cubicBezTo>
                      <a:pt x="49" y="81"/>
                      <a:pt x="51" y="76"/>
                      <a:pt x="54" y="72"/>
                    </a:cubicBezTo>
                    <a:cubicBezTo>
                      <a:pt x="56" y="67"/>
                      <a:pt x="58" y="62"/>
                      <a:pt x="60" y="57"/>
                    </a:cubicBezTo>
                    <a:cubicBezTo>
                      <a:pt x="61" y="52"/>
                      <a:pt x="62" y="48"/>
                      <a:pt x="62" y="43"/>
                    </a:cubicBezTo>
                    <a:cubicBezTo>
                      <a:pt x="63" y="41"/>
                      <a:pt x="64" y="38"/>
                      <a:pt x="64" y="36"/>
                    </a:cubicBezTo>
                    <a:cubicBezTo>
                      <a:pt x="64" y="34"/>
                      <a:pt x="64" y="31"/>
                      <a:pt x="64" y="30"/>
                    </a:cubicBezTo>
                    <a:cubicBezTo>
                      <a:pt x="64" y="29"/>
                      <a:pt x="63" y="28"/>
                      <a:pt x="63" y="27"/>
                    </a:cubicBezTo>
                    <a:lnTo>
                      <a:pt x="63" y="26"/>
                    </a:lnTo>
                    <a:cubicBezTo>
                      <a:pt x="62" y="26"/>
                      <a:pt x="62" y="26"/>
                      <a:pt x="62" y="25"/>
                    </a:cubicBezTo>
                    <a:cubicBezTo>
                      <a:pt x="61" y="24"/>
                      <a:pt x="61" y="24"/>
                      <a:pt x="61" y="24"/>
                    </a:cubicBezTo>
                    <a:lnTo>
                      <a:pt x="61" y="23"/>
                    </a:lnTo>
                    <a:lnTo>
                      <a:pt x="60" y="23"/>
                    </a:lnTo>
                    <a:lnTo>
                      <a:pt x="59" y="23"/>
                    </a:lnTo>
                    <a:lnTo>
                      <a:pt x="58" y="23"/>
                    </a:lnTo>
                    <a:lnTo>
                      <a:pt x="57" y="23"/>
                    </a:lnTo>
                    <a:cubicBezTo>
                      <a:pt x="56" y="23"/>
                      <a:pt x="55" y="23"/>
                      <a:pt x="55" y="23"/>
                    </a:cubicBezTo>
                    <a:cubicBezTo>
                      <a:pt x="53" y="25"/>
                      <a:pt x="51" y="26"/>
                      <a:pt x="49" y="27"/>
                    </a:cubicBezTo>
                    <a:cubicBezTo>
                      <a:pt x="44" y="30"/>
                      <a:pt x="40" y="34"/>
                      <a:pt x="36" y="37"/>
                    </a:cubicBezTo>
                    <a:cubicBezTo>
                      <a:pt x="34" y="40"/>
                      <a:pt x="32" y="42"/>
                      <a:pt x="29" y="45"/>
                    </a:cubicBezTo>
                    <a:cubicBezTo>
                      <a:pt x="28" y="47"/>
                      <a:pt x="26" y="48"/>
                      <a:pt x="25" y="50"/>
                    </a:cubicBezTo>
                    <a:cubicBezTo>
                      <a:pt x="25" y="51"/>
                      <a:pt x="25" y="51"/>
                      <a:pt x="24" y="52"/>
                    </a:cubicBezTo>
                    <a:cubicBezTo>
                      <a:pt x="25" y="54"/>
                      <a:pt x="26" y="55"/>
                      <a:pt x="26" y="57"/>
                    </a:cubicBezTo>
                    <a:cubicBezTo>
                      <a:pt x="26" y="64"/>
                      <a:pt x="21" y="68"/>
                      <a:pt x="15" y="68"/>
                    </a:cubicBezTo>
                    <a:cubicBezTo>
                      <a:pt x="14" y="68"/>
                      <a:pt x="14" y="68"/>
                      <a:pt x="14" y="68"/>
                    </a:cubicBezTo>
                    <a:lnTo>
                      <a:pt x="15" y="68"/>
                    </a:lnTo>
                    <a:cubicBezTo>
                      <a:pt x="14" y="68"/>
                      <a:pt x="14" y="68"/>
                      <a:pt x="14" y="68"/>
                    </a:cubicBezTo>
                    <a:cubicBezTo>
                      <a:pt x="11" y="68"/>
                      <a:pt x="8" y="68"/>
                      <a:pt x="5" y="66"/>
                    </a:cubicBezTo>
                    <a:cubicBezTo>
                      <a:pt x="3" y="65"/>
                      <a:pt x="2" y="62"/>
                      <a:pt x="1" y="60"/>
                    </a:cubicBezTo>
                    <a:cubicBezTo>
                      <a:pt x="0" y="57"/>
                      <a:pt x="0" y="54"/>
                      <a:pt x="1" y="50"/>
                    </a:cubicBezTo>
                    <a:cubicBezTo>
                      <a:pt x="2" y="47"/>
                      <a:pt x="4" y="44"/>
                      <a:pt x="5" y="41"/>
                    </a:cubicBezTo>
                    <a:cubicBezTo>
                      <a:pt x="7" y="38"/>
                      <a:pt x="9" y="36"/>
                      <a:pt x="11" y="33"/>
                    </a:cubicBezTo>
                    <a:cubicBezTo>
                      <a:pt x="15" y="28"/>
                      <a:pt x="20" y="23"/>
                      <a:pt x="25" y="19"/>
                    </a:cubicBezTo>
                    <a:cubicBezTo>
                      <a:pt x="30" y="15"/>
                      <a:pt x="35" y="11"/>
                      <a:pt x="41" y="7"/>
                    </a:cubicBezTo>
                    <a:cubicBezTo>
                      <a:pt x="46" y="4"/>
                      <a:pt x="50" y="2"/>
                      <a:pt x="55" y="1"/>
                    </a:cubicBezTo>
                    <a:cubicBezTo>
                      <a:pt x="62" y="0"/>
                      <a:pt x="69" y="2"/>
                      <a:pt x="74" y="6"/>
                    </a:cubicBezTo>
                    <a:cubicBezTo>
                      <a:pt x="79" y="10"/>
                      <a:pt x="82" y="16"/>
                      <a:pt x="84" y="22"/>
                    </a:cubicBezTo>
                    <a:cubicBezTo>
                      <a:pt x="86" y="29"/>
                      <a:pt x="85" y="37"/>
                      <a:pt x="84" y="44"/>
                    </a:cubicBezTo>
                    <a:cubicBezTo>
                      <a:pt x="82" y="54"/>
                      <a:pt x="79" y="64"/>
                      <a:pt x="76" y="73"/>
                    </a:cubicBezTo>
                    <a:cubicBezTo>
                      <a:pt x="75" y="78"/>
                      <a:pt x="72" y="83"/>
                      <a:pt x="69" y="89"/>
                    </a:cubicBezTo>
                    <a:cubicBezTo>
                      <a:pt x="68" y="92"/>
                      <a:pt x="67" y="94"/>
                      <a:pt x="65" y="97"/>
                    </a:cubicBezTo>
                    <a:cubicBezTo>
                      <a:pt x="76" y="103"/>
                      <a:pt x="85" y="110"/>
                      <a:pt x="92" y="119"/>
                    </a:cubicBezTo>
                    <a:cubicBezTo>
                      <a:pt x="102" y="133"/>
                      <a:pt x="108" y="149"/>
                      <a:pt x="110" y="165"/>
                    </a:cubicBezTo>
                    <a:cubicBezTo>
                      <a:pt x="110" y="172"/>
                      <a:pt x="109" y="181"/>
                      <a:pt x="107" y="188"/>
                    </a:cubicBezTo>
                    <a:cubicBezTo>
                      <a:pt x="106" y="197"/>
                      <a:pt x="102" y="204"/>
                      <a:pt x="97" y="211"/>
                    </a:cubicBezTo>
                    <a:cubicBezTo>
                      <a:pt x="93" y="217"/>
                      <a:pt x="87" y="223"/>
                      <a:pt x="81" y="227"/>
                    </a:cubicBezTo>
                    <a:cubicBezTo>
                      <a:pt x="77" y="229"/>
                      <a:pt x="74" y="231"/>
                      <a:pt x="70" y="232"/>
                    </a:cubicBezTo>
                    <a:cubicBezTo>
                      <a:pt x="67" y="234"/>
                      <a:pt x="64" y="235"/>
                      <a:pt x="60" y="235"/>
                    </a:cubicBezTo>
                    <a:cubicBezTo>
                      <a:pt x="60" y="235"/>
                      <a:pt x="59" y="235"/>
                      <a:pt x="58" y="235"/>
                    </a:cubicBezTo>
                    <a:cubicBezTo>
                      <a:pt x="53" y="235"/>
                      <a:pt x="48" y="232"/>
                      <a:pt x="47" y="2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" name="Google Shape;383;p3"/>
              <p:cNvSpPr/>
              <p:nvPr/>
            </p:nvSpPr>
            <p:spPr>
              <a:xfrm>
                <a:off x="2768760" y="549720"/>
                <a:ext cx="30960" cy="41400"/>
              </a:xfrm>
              <a:custGeom>
                <a:avLst/>
                <a:gdLst/>
                <a:ahLst/>
                <a:cxnLst/>
                <a:rect l="l" t="t" r="r" b="b"/>
                <a:pathLst>
                  <a:path w="86" h="115" extrusionOk="0">
                    <a:moveTo>
                      <a:pt x="7" y="113"/>
                    </a:moveTo>
                    <a:cubicBezTo>
                      <a:pt x="2" y="110"/>
                      <a:pt x="0" y="104"/>
                      <a:pt x="3" y="99"/>
                    </a:cubicBezTo>
                    <a:cubicBezTo>
                      <a:pt x="11" y="82"/>
                      <a:pt x="20" y="65"/>
                      <a:pt x="30" y="49"/>
                    </a:cubicBezTo>
                    <a:cubicBezTo>
                      <a:pt x="30" y="50"/>
                      <a:pt x="30" y="50"/>
                      <a:pt x="29" y="50"/>
                    </a:cubicBezTo>
                    <a:cubicBezTo>
                      <a:pt x="30" y="49"/>
                      <a:pt x="30" y="49"/>
                      <a:pt x="31" y="48"/>
                    </a:cubicBezTo>
                    <a:cubicBezTo>
                      <a:pt x="33" y="45"/>
                      <a:pt x="35" y="42"/>
                      <a:pt x="37" y="38"/>
                    </a:cubicBezTo>
                    <a:cubicBezTo>
                      <a:pt x="40" y="34"/>
                      <a:pt x="44" y="28"/>
                      <a:pt x="47" y="24"/>
                    </a:cubicBezTo>
                    <a:cubicBezTo>
                      <a:pt x="53" y="16"/>
                      <a:pt x="59" y="8"/>
                      <a:pt x="68" y="3"/>
                    </a:cubicBezTo>
                    <a:cubicBezTo>
                      <a:pt x="72" y="0"/>
                      <a:pt x="79" y="2"/>
                      <a:pt x="82" y="7"/>
                    </a:cubicBezTo>
                    <a:cubicBezTo>
                      <a:pt x="85" y="12"/>
                      <a:pt x="84" y="19"/>
                      <a:pt x="79" y="22"/>
                    </a:cubicBezTo>
                    <a:cubicBezTo>
                      <a:pt x="78" y="23"/>
                      <a:pt x="77" y="23"/>
                      <a:pt x="76" y="24"/>
                    </a:cubicBezTo>
                    <a:cubicBezTo>
                      <a:pt x="76" y="24"/>
                      <a:pt x="75" y="24"/>
                      <a:pt x="75" y="25"/>
                    </a:cubicBezTo>
                    <a:cubicBezTo>
                      <a:pt x="75" y="24"/>
                      <a:pt x="75" y="24"/>
                      <a:pt x="76" y="24"/>
                    </a:cubicBezTo>
                    <a:cubicBezTo>
                      <a:pt x="73" y="26"/>
                      <a:pt x="72" y="28"/>
                      <a:pt x="69" y="30"/>
                    </a:cubicBezTo>
                    <a:cubicBezTo>
                      <a:pt x="68" y="33"/>
                      <a:pt x="65" y="35"/>
                      <a:pt x="63" y="38"/>
                    </a:cubicBezTo>
                    <a:cubicBezTo>
                      <a:pt x="61" y="41"/>
                      <a:pt x="59" y="43"/>
                      <a:pt x="58" y="46"/>
                    </a:cubicBezTo>
                    <a:cubicBezTo>
                      <a:pt x="54" y="51"/>
                      <a:pt x="51" y="56"/>
                      <a:pt x="47" y="62"/>
                    </a:cubicBezTo>
                    <a:cubicBezTo>
                      <a:pt x="38" y="77"/>
                      <a:pt x="29" y="92"/>
                      <a:pt x="21" y="109"/>
                    </a:cubicBezTo>
                    <a:cubicBezTo>
                      <a:pt x="19" y="112"/>
                      <a:pt x="16" y="114"/>
                      <a:pt x="12" y="114"/>
                    </a:cubicBezTo>
                    <a:cubicBezTo>
                      <a:pt x="10" y="114"/>
                      <a:pt x="8" y="114"/>
                      <a:pt x="7" y="1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" name="Google Shape;384;p3"/>
              <p:cNvSpPr/>
              <p:nvPr/>
            </p:nvSpPr>
            <p:spPr>
              <a:xfrm>
                <a:off x="2819880" y="498960"/>
                <a:ext cx="27720" cy="53280"/>
              </a:xfrm>
              <a:custGeom>
                <a:avLst/>
                <a:gdLst/>
                <a:ahLst/>
                <a:cxnLst/>
                <a:rect l="l" t="t" r="r" b="b"/>
                <a:pathLst>
                  <a:path w="77" h="148" extrusionOk="0">
                    <a:moveTo>
                      <a:pt x="54" y="140"/>
                    </a:moveTo>
                    <a:cubicBezTo>
                      <a:pt x="46" y="119"/>
                      <a:pt x="38" y="98"/>
                      <a:pt x="29" y="77"/>
                    </a:cubicBezTo>
                    <a:cubicBezTo>
                      <a:pt x="26" y="67"/>
                      <a:pt x="22" y="58"/>
                      <a:pt x="18" y="48"/>
                    </a:cubicBezTo>
                    <a:cubicBezTo>
                      <a:pt x="14" y="40"/>
                      <a:pt x="10" y="32"/>
                      <a:pt x="6" y="24"/>
                    </a:cubicBezTo>
                    <a:cubicBezTo>
                      <a:pt x="2" y="21"/>
                      <a:pt x="0" y="17"/>
                      <a:pt x="1" y="13"/>
                    </a:cubicBezTo>
                    <a:cubicBezTo>
                      <a:pt x="1" y="12"/>
                      <a:pt x="1" y="11"/>
                      <a:pt x="1" y="11"/>
                    </a:cubicBezTo>
                    <a:cubicBezTo>
                      <a:pt x="1" y="5"/>
                      <a:pt x="7" y="0"/>
                      <a:pt x="13" y="1"/>
                    </a:cubicBezTo>
                    <a:cubicBezTo>
                      <a:pt x="15" y="1"/>
                      <a:pt x="18" y="2"/>
                      <a:pt x="20" y="4"/>
                    </a:cubicBezTo>
                    <a:cubicBezTo>
                      <a:pt x="22" y="6"/>
                      <a:pt x="23" y="9"/>
                      <a:pt x="24" y="11"/>
                    </a:cubicBezTo>
                    <a:cubicBezTo>
                      <a:pt x="26" y="14"/>
                      <a:pt x="27" y="18"/>
                      <a:pt x="29" y="21"/>
                    </a:cubicBezTo>
                    <a:cubicBezTo>
                      <a:pt x="30" y="26"/>
                      <a:pt x="33" y="31"/>
                      <a:pt x="35" y="37"/>
                    </a:cubicBezTo>
                    <a:cubicBezTo>
                      <a:pt x="39" y="46"/>
                      <a:pt x="43" y="57"/>
                      <a:pt x="47" y="67"/>
                    </a:cubicBezTo>
                    <a:cubicBezTo>
                      <a:pt x="57" y="88"/>
                      <a:pt x="65" y="110"/>
                      <a:pt x="74" y="131"/>
                    </a:cubicBezTo>
                    <a:cubicBezTo>
                      <a:pt x="76" y="137"/>
                      <a:pt x="74" y="143"/>
                      <a:pt x="68" y="145"/>
                    </a:cubicBezTo>
                    <a:cubicBezTo>
                      <a:pt x="67" y="146"/>
                      <a:pt x="65" y="147"/>
                      <a:pt x="64" y="147"/>
                    </a:cubicBezTo>
                    <a:cubicBezTo>
                      <a:pt x="60" y="147"/>
                      <a:pt x="55" y="144"/>
                      <a:pt x="54" y="1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" name="Google Shape;385;p3"/>
              <p:cNvSpPr/>
              <p:nvPr/>
            </p:nvSpPr>
            <p:spPr>
              <a:xfrm>
                <a:off x="2815200" y="502560"/>
                <a:ext cx="56520" cy="55080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53" extrusionOk="0">
                    <a:moveTo>
                      <a:pt x="7" y="151"/>
                    </a:moveTo>
                    <a:cubicBezTo>
                      <a:pt x="1" y="148"/>
                      <a:pt x="0" y="141"/>
                      <a:pt x="2" y="137"/>
                    </a:cubicBezTo>
                    <a:cubicBezTo>
                      <a:pt x="8" y="125"/>
                      <a:pt x="15" y="114"/>
                      <a:pt x="23" y="104"/>
                    </a:cubicBezTo>
                    <a:cubicBezTo>
                      <a:pt x="29" y="95"/>
                      <a:pt x="36" y="86"/>
                      <a:pt x="44" y="77"/>
                    </a:cubicBezTo>
                    <a:cubicBezTo>
                      <a:pt x="52" y="67"/>
                      <a:pt x="61" y="57"/>
                      <a:pt x="69" y="48"/>
                    </a:cubicBezTo>
                    <a:cubicBezTo>
                      <a:pt x="78" y="38"/>
                      <a:pt x="88" y="29"/>
                      <a:pt x="98" y="21"/>
                    </a:cubicBezTo>
                    <a:cubicBezTo>
                      <a:pt x="110" y="12"/>
                      <a:pt x="123" y="4"/>
                      <a:pt x="137" y="1"/>
                    </a:cubicBezTo>
                    <a:cubicBezTo>
                      <a:pt x="139" y="1"/>
                      <a:pt x="141" y="1"/>
                      <a:pt x="142" y="1"/>
                    </a:cubicBezTo>
                    <a:cubicBezTo>
                      <a:pt x="148" y="0"/>
                      <a:pt x="154" y="4"/>
                      <a:pt x="155" y="10"/>
                    </a:cubicBezTo>
                    <a:cubicBezTo>
                      <a:pt x="156" y="17"/>
                      <a:pt x="151" y="22"/>
                      <a:pt x="145" y="22"/>
                    </a:cubicBezTo>
                    <a:cubicBezTo>
                      <a:pt x="143" y="23"/>
                      <a:pt x="142" y="23"/>
                      <a:pt x="141" y="23"/>
                    </a:cubicBezTo>
                    <a:cubicBezTo>
                      <a:pt x="140" y="23"/>
                      <a:pt x="139" y="23"/>
                      <a:pt x="139" y="23"/>
                    </a:cubicBezTo>
                    <a:cubicBezTo>
                      <a:pt x="137" y="24"/>
                      <a:pt x="134" y="25"/>
                      <a:pt x="132" y="25"/>
                    </a:cubicBezTo>
                    <a:cubicBezTo>
                      <a:pt x="129" y="27"/>
                      <a:pt x="127" y="28"/>
                      <a:pt x="124" y="29"/>
                    </a:cubicBezTo>
                    <a:cubicBezTo>
                      <a:pt x="120" y="31"/>
                      <a:pt x="116" y="34"/>
                      <a:pt x="113" y="36"/>
                    </a:cubicBezTo>
                    <a:cubicBezTo>
                      <a:pt x="108" y="39"/>
                      <a:pt x="104" y="43"/>
                      <a:pt x="99" y="46"/>
                    </a:cubicBezTo>
                    <a:cubicBezTo>
                      <a:pt x="93" y="53"/>
                      <a:pt x="86" y="59"/>
                      <a:pt x="80" y="66"/>
                    </a:cubicBezTo>
                    <a:cubicBezTo>
                      <a:pt x="76" y="70"/>
                      <a:pt x="72" y="75"/>
                      <a:pt x="68" y="80"/>
                    </a:cubicBezTo>
                    <a:cubicBezTo>
                      <a:pt x="61" y="88"/>
                      <a:pt x="55" y="95"/>
                      <a:pt x="49" y="103"/>
                    </a:cubicBezTo>
                    <a:cubicBezTo>
                      <a:pt x="43" y="111"/>
                      <a:pt x="37" y="119"/>
                      <a:pt x="32" y="127"/>
                    </a:cubicBezTo>
                    <a:cubicBezTo>
                      <a:pt x="28" y="134"/>
                      <a:pt x="24" y="140"/>
                      <a:pt x="21" y="147"/>
                    </a:cubicBezTo>
                    <a:cubicBezTo>
                      <a:pt x="19" y="150"/>
                      <a:pt x="15" y="152"/>
                      <a:pt x="12" y="152"/>
                    </a:cubicBezTo>
                    <a:cubicBezTo>
                      <a:pt x="10" y="152"/>
                      <a:pt x="8" y="152"/>
                      <a:pt x="7" y="1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" name="Google Shape;386;p3"/>
              <p:cNvSpPr/>
              <p:nvPr/>
            </p:nvSpPr>
            <p:spPr>
              <a:xfrm>
                <a:off x="2885760" y="520560"/>
                <a:ext cx="1908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53" h="27" extrusionOk="0">
                    <a:moveTo>
                      <a:pt x="22" y="25"/>
                    </a:moveTo>
                    <a:cubicBezTo>
                      <a:pt x="19" y="25"/>
                      <a:pt x="17" y="24"/>
                      <a:pt x="14" y="24"/>
                    </a:cubicBezTo>
                    <a:cubicBezTo>
                      <a:pt x="13" y="24"/>
                      <a:pt x="12" y="23"/>
                      <a:pt x="11" y="23"/>
                    </a:cubicBezTo>
                    <a:cubicBezTo>
                      <a:pt x="8" y="22"/>
                      <a:pt x="5" y="21"/>
                      <a:pt x="3" y="18"/>
                    </a:cubicBezTo>
                    <a:cubicBezTo>
                      <a:pt x="0" y="16"/>
                      <a:pt x="0" y="10"/>
                      <a:pt x="2" y="6"/>
                    </a:cubicBezTo>
                    <a:cubicBezTo>
                      <a:pt x="4" y="2"/>
                      <a:pt x="9" y="0"/>
                      <a:pt x="14" y="1"/>
                    </a:cubicBezTo>
                    <a:cubicBezTo>
                      <a:pt x="15" y="1"/>
                      <a:pt x="15" y="2"/>
                      <a:pt x="16" y="2"/>
                    </a:cubicBezTo>
                    <a:cubicBezTo>
                      <a:pt x="25" y="3"/>
                      <a:pt x="33" y="3"/>
                      <a:pt x="41" y="4"/>
                    </a:cubicBezTo>
                    <a:cubicBezTo>
                      <a:pt x="47" y="5"/>
                      <a:pt x="52" y="10"/>
                      <a:pt x="51" y="16"/>
                    </a:cubicBezTo>
                    <a:cubicBezTo>
                      <a:pt x="51" y="21"/>
                      <a:pt x="45" y="25"/>
                      <a:pt x="40" y="25"/>
                    </a:cubicBezTo>
                    <a:cubicBezTo>
                      <a:pt x="36" y="25"/>
                      <a:pt x="33" y="25"/>
                      <a:pt x="30" y="24"/>
                    </a:cubicBezTo>
                    <a:cubicBezTo>
                      <a:pt x="28" y="25"/>
                      <a:pt x="26" y="26"/>
                      <a:pt x="24" y="26"/>
                    </a:cubicBezTo>
                    <a:cubicBezTo>
                      <a:pt x="23" y="26"/>
                      <a:pt x="22" y="26"/>
                      <a:pt x="22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" name="Google Shape;387;p3"/>
              <p:cNvSpPr/>
              <p:nvPr/>
            </p:nvSpPr>
            <p:spPr>
              <a:xfrm>
                <a:off x="2870280" y="533160"/>
                <a:ext cx="3600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100" h="36" extrusionOk="0">
                    <a:moveTo>
                      <a:pt x="8" y="34"/>
                    </a:moveTo>
                    <a:cubicBezTo>
                      <a:pt x="3" y="32"/>
                      <a:pt x="0" y="26"/>
                      <a:pt x="1" y="21"/>
                    </a:cubicBezTo>
                    <a:cubicBezTo>
                      <a:pt x="2" y="19"/>
                      <a:pt x="2" y="18"/>
                      <a:pt x="3" y="17"/>
                    </a:cubicBezTo>
                    <a:cubicBezTo>
                      <a:pt x="6" y="12"/>
                      <a:pt x="12" y="11"/>
                      <a:pt x="17" y="13"/>
                    </a:cubicBezTo>
                    <a:cubicBezTo>
                      <a:pt x="18" y="13"/>
                      <a:pt x="19" y="13"/>
                      <a:pt x="20" y="13"/>
                    </a:cubicBezTo>
                    <a:cubicBezTo>
                      <a:pt x="31" y="12"/>
                      <a:pt x="42" y="10"/>
                      <a:pt x="52" y="8"/>
                    </a:cubicBezTo>
                    <a:cubicBezTo>
                      <a:pt x="64" y="6"/>
                      <a:pt x="75" y="3"/>
                      <a:pt x="87" y="2"/>
                    </a:cubicBezTo>
                    <a:cubicBezTo>
                      <a:pt x="92" y="0"/>
                      <a:pt x="97" y="4"/>
                      <a:pt x="98" y="10"/>
                    </a:cubicBezTo>
                    <a:cubicBezTo>
                      <a:pt x="99" y="15"/>
                      <a:pt x="95" y="20"/>
                      <a:pt x="89" y="21"/>
                    </a:cubicBezTo>
                    <a:cubicBezTo>
                      <a:pt x="77" y="24"/>
                      <a:pt x="64" y="26"/>
                      <a:pt x="52" y="29"/>
                    </a:cubicBezTo>
                    <a:cubicBezTo>
                      <a:pt x="47" y="30"/>
                      <a:pt x="42" y="31"/>
                      <a:pt x="37" y="32"/>
                    </a:cubicBezTo>
                    <a:cubicBezTo>
                      <a:pt x="34" y="32"/>
                      <a:pt x="31" y="33"/>
                      <a:pt x="28" y="34"/>
                    </a:cubicBezTo>
                    <a:cubicBezTo>
                      <a:pt x="24" y="34"/>
                      <a:pt x="20" y="35"/>
                      <a:pt x="16" y="35"/>
                    </a:cubicBezTo>
                    <a:cubicBezTo>
                      <a:pt x="13" y="35"/>
                      <a:pt x="10" y="35"/>
                      <a:pt x="8" y="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" name="Google Shape;388;p3"/>
              <p:cNvSpPr/>
              <p:nvPr/>
            </p:nvSpPr>
            <p:spPr>
              <a:xfrm>
                <a:off x="2928240" y="496440"/>
                <a:ext cx="34920" cy="80280"/>
              </a:xfrm>
              <a:custGeom>
                <a:avLst/>
                <a:gdLst/>
                <a:ahLst/>
                <a:cxnLst/>
                <a:rect l="l" t="t" r="r" b="b"/>
                <a:pathLst>
                  <a:path w="97" h="223" extrusionOk="0">
                    <a:moveTo>
                      <a:pt x="9" y="221"/>
                    </a:moveTo>
                    <a:cubicBezTo>
                      <a:pt x="4" y="220"/>
                      <a:pt x="0" y="214"/>
                      <a:pt x="1" y="208"/>
                    </a:cubicBezTo>
                    <a:cubicBezTo>
                      <a:pt x="3" y="202"/>
                      <a:pt x="9" y="198"/>
                      <a:pt x="15" y="200"/>
                    </a:cubicBezTo>
                    <a:cubicBezTo>
                      <a:pt x="16" y="200"/>
                      <a:pt x="16" y="200"/>
                      <a:pt x="18" y="200"/>
                    </a:cubicBezTo>
                    <a:cubicBezTo>
                      <a:pt x="18" y="200"/>
                      <a:pt x="19" y="200"/>
                      <a:pt x="20" y="200"/>
                    </a:cubicBezTo>
                    <a:cubicBezTo>
                      <a:pt x="19" y="200"/>
                      <a:pt x="19" y="200"/>
                      <a:pt x="18" y="200"/>
                    </a:cubicBezTo>
                    <a:cubicBezTo>
                      <a:pt x="20" y="200"/>
                      <a:pt x="22" y="200"/>
                      <a:pt x="23" y="200"/>
                    </a:cubicBezTo>
                    <a:cubicBezTo>
                      <a:pt x="26" y="200"/>
                      <a:pt x="29" y="199"/>
                      <a:pt x="32" y="198"/>
                    </a:cubicBezTo>
                    <a:cubicBezTo>
                      <a:pt x="32" y="198"/>
                      <a:pt x="31" y="198"/>
                      <a:pt x="30" y="199"/>
                    </a:cubicBezTo>
                    <a:cubicBezTo>
                      <a:pt x="35" y="198"/>
                      <a:pt x="39" y="197"/>
                      <a:pt x="42" y="196"/>
                    </a:cubicBezTo>
                    <a:cubicBezTo>
                      <a:pt x="44" y="194"/>
                      <a:pt x="46" y="194"/>
                      <a:pt x="48" y="193"/>
                    </a:cubicBezTo>
                    <a:cubicBezTo>
                      <a:pt x="49" y="192"/>
                      <a:pt x="51" y="191"/>
                      <a:pt x="52" y="190"/>
                    </a:cubicBezTo>
                    <a:cubicBezTo>
                      <a:pt x="53" y="189"/>
                      <a:pt x="54" y="189"/>
                      <a:pt x="56" y="187"/>
                    </a:cubicBezTo>
                    <a:cubicBezTo>
                      <a:pt x="57" y="186"/>
                      <a:pt x="57" y="186"/>
                      <a:pt x="58" y="184"/>
                    </a:cubicBezTo>
                    <a:cubicBezTo>
                      <a:pt x="59" y="183"/>
                      <a:pt x="60" y="182"/>
                      <a:pt x="61" y="181"/>
                    </a:cubicBezTo>
                    <a:cubicBezTo>
                      <a:pt x="62" y="179"/>
                      <a:pt x="63" y="178"/>
                      <a:pt x="64" y="176"/>
                    </a:cubicBezTo>
                    <a:cubicBezTo>
                      <a:pt x="65" y="172"/>
                      <a:pt x="67" y="169"/>
                      <a:pt x="68" y="165"/>
                    </a:cubicBezTo>
                    <a:cubicBezTo>
                      <a:pt x="68" y="166"/>
                      <a:pt x="67" y="166"/>
                      <a:pt x="67" y="166"/>
                    </a:cubicBezTo>
                    <a:cubicBezTo>
                      <a:pt x="70" y="160"/>
                      <a:pt x="71" y="153"/>
                      <a:pt x="72" y="146"/>
                    </a:cubicBezTo>
                    <a:cubicBezTo>
                      <a:pt x="73" y="141"/>
                      <a:pt x="74" y="136"/>
                      <a:pt x="74" y="130"/>
                    </a:cubicBezTo>
                    <a:cubicBezTo>
                      <a:pt x="74" y="125"/>
                      <a:pt x="74" y="120"/>
                      <a:pt x="74" y="115"/>
                    </a:cubicBezTo>
                    <a:cubicBezTo>
                      <a:pt x="74" y="112"/>
                      <a:pt x="73" y="109"/>
                      <a:pt x="72" y="105"/>
                    </a:cubicBezTo>
                    <a:cubicBezTo>
                      <a:pt x="72" y="102"/>
                      <a:pt x="71" y="100"/>
                      <a:pt x="70" y="98"/>
                    </a:cubicBezTo>
                    <a:lnTo>
                      <a:pt x="70" y="97"/>
                    </a:lnTo>
                    <a:lnTo>
                      <a:pt x="70" y="98"/>
                    </a:lnTo>
                    <a:cubicBezTo>
                      <a:pt x="70" y="97"/>
                      <a:pt x="70" y="97"/>
                      <a:pt x="70" y="96"/>
                    </a:cubicBezTo>
                    <a:cubicBezTo>
                      <a:pt x="69" y="95"/>
                      <a:pt x="68" y="94"/>
                      <a:pt x="67" y="93"/>
                    </a:cubicBezTo>
                    <a:cubicBezTo>
                      <a:pt x="67" y="92"/>
                      <a:pt x="66" y="91"/>
                      <a:pt x="65" y="90"/>
                    </a:cubicBezTo>
                    <a:cubicBezTo>
                      <a:pt x="64" y="89"/>
                      <a:pt x="64" y="88"/>
                      <a:pt x="63" y="88"/>
                    </a:cubicBezTo>
                    <a:cubicBezTo>
                      <a:pt x="63" y="87"/>
                      <a:pt x="62" y="87"/>
                      <a:pt x="61" y="87"/>
                    </a:cubicBezTo>
                    <a:cubicBezTo>
                      <a:pt x="61" y="87"/>
                      <a:pt x="60" y="86"/>
                      <a:pt x="60" y="85"/>
                    </a:cubicBezTo>
                    <a:cubicBezTo>
                      <a:pt x="58" y="85"/>
                      <a:pt x="56" y="84"/>
                      <a:pt x="54" y="83"/>
                    </a:cubicBezTo>
                    <a:cubicBezTo>
                      <a:pt x="53" y="83"/>
                      <a:pt x="53" y="83"/>
                      <a:pt x="52" y="83"/>
                    </a:cubicBezTo>
                    <a:lnTo>
                      <a:pt x="53" y="83"/>
                    </a:lnTo>
                    <a:cubicBezTo>
                      <a:pt x="52" y="83"/>
                      <a:pt x="51" y="83"/>
                      <a:pt x="51" y="83"/>
                    </a:cubicBezTo>
                    <a:cubicBezTo>
                      <a:pt x="50" y="83"/>
                      <a:pt x="50" y="83"/>
                      <a:pt x="50" y="83"/>
                    </a:cubicBezTo>
                    <a:cubicBezTo>
                      <a:pt x="49" y="83"/>
                      <a:pt x="49" y="83"/>
                      <a:pt x="49" y="84"/>
                    </a:cubicBezTo>
                    <a:cubicBezTo>
                      <a:pt x="45" y="85"/>
                      <a:pt x="41" y="88"/>
                      <a:pt x="37" y="90"/>
                    </a:cubicBezTo>
                    <a:cubicBezTo>
                      <a:pt x="35" y="91"/>
                      <a:pt x="33" y="93"/>
                      <a:pt x="31" y="94"/>
                    </a:cubicBezTo>
                    <a:lnTo>
                      <a:pt x="32" y="94"/>
                    </a:lnTo>
                    <a:cubicBezTo>
                      <a:pt x="30" y="95"/>
                      <a:pt x="28" y="97"/>
                      <a:pt x="26" y="98"/>
                    </a:cubicBezTo>
                    <a:cubicBezTo>
                      <a:pt x="25" y="99"/>
                      <a:pt x="25" y="99"/>
                      <a:pt x="24" y="101"/>
                    </a:cubicBezTo>
                    <a:cubicBezTo>
                      <a:pt x="23" y="101"/>
                      <a:pt x="22" y="102"/>
                      <a:pt x="21" y="102"/>
                    </a:cubicBezTo>
                    <a:cubicBezTo>
                      <a:pt x="17" y="104"/>
                      <a:pt x="14" y="104"/>
                      <a:pt x="11" y="102"/>
                    </a:cubicBezTo>
                    <a:cubicBezTo>
                      <a:pt x="5" y="101"/>
                      <a:pt x="3" y="94"/>
                      <a:pt x="5" y="88"/>
                    </a:cubicBezTo>
                    <a:cubicBezTo>
                      <a:pt x="7" y="83"/>
                      <a:pt x="9" y="77"/>
                      <a:pt x="11" y="71"/>
                    </a:cubicBezTo>
                    <a:cubicBezTo>
                      <a:pt x="16" y="54"/>
                      <a:pt x="20" y="37"/>
                      <a:pt x="23" y="19"/>
                    </a:cubicBezTo>
                    <a:cubicBezTo>
                      <a:pt x="23" y="17"/>
                      <a:pt x="24" y="16"/>
                      <a:pt x="24" y="14"/>
                    </a:cubicBezTo>
                    <a:cubicBezTo>
                      <a:pt x="23" y="12"/>
                      <a:pt x="24" y="10"/>
                      <a:pt x="25" y="7"/>
                    </a:cubicBezTo>
                    <a:cubicBezTo>
                      <a:pt x="28" y="2"/>
                      <a:pt x="36" y="0"/>
                      <a:pt x="42" y="4"/>
                    </a:cubicBezTo>
                    <a:cubicBezTo>
                      <a:pt x="44" y="6"/>
                      <a:pt x="45" y="8"/>
                      <a:pt x="46" y="11"/>
                    </a:cubicBezTo>
                    <a:cubicBezTo>
                      <a:pt x="46" y="13"/>
                      <a:pt x="46" y="16"/>
                      <a:pt x="45" y="18"/>
                    </a:cubicBezTo>
                    <a:cubicBezTo>
                      <a:pt x="44" y="22"/>
                      <a:pt x="44" y="25"/>
                      <a:pt x="43" y="28"/>
                    </a:cubicBezTo>
                    <a:cubicBezTo>
                      <a:pt x="42" y="37"/>
                      <a:pt x="40" y="44"/>
                      <a:pt x="38" y="52"/>
                    </a:cubicBezTo>
                    <a:cubicBezTo>
                      <a:pt x="37" y="57"/>
                      <a:pt x="36" y="62"/>
                      <a:pt x="35" y="67"/>
                    </a:cubicBezTo>
                    <a:cubicBezTo>
                      <a:pt x="36" y="66"/>
                      <a:pt x="39" y="65"/>
                      <a:pt x="41" y="64"/>
                    </a:cubicBezTo>
                    <a:cubicBezTo>
                      <a:pt x="46" y="61"/>
                      <a:pt x="53" y="62"/>
                      <a:pt x="58" y="63"/>
                    </a:cubicBezTo>
                    <a:cubicBezTo>
                      <a:pt x="61" y="63"/>
                      <a:pt x="65" y="65"/>
                      <a:pt x="68" y="66"/>
                    </a:cubicBezTo>
                    <a:cubicBezTo>
                      <a:pt x="71" y="67"/>
                      <a:pt x="74" y="69"/>
                      <a:pt x="76" y="71"/>
                    </a:cubicBezTo>
                    <a:cubicBezTo>
                      <a:pt x="81" y="75"/>
                      <a:pt x="85" y="80"/>
                      <a:pt x="88" y="85"/>
                    </a:cubicBezTo>
                    <a:cubicBezTo>
                      <a:pt x="90" y="91"/>
                      <a:pt x="92" y="98"/>
                      <a:pt x="93" y="105"/>
                    </a:cubicBezTo>
                    <a:cubicBezTo>
                      <a:pt x="96" y="119"/>
                      <a:pt x="96" y="134"/>
                      <a:pt x="93" y="148"/>
                    </a:cubicBezTo>
                    <a:cubicBezTo>
                      <a:pt x="92" y="155"/>
                      <a:pt x="90" y="162"/>
                      <a:pt x="88" y="170"/>
                    </a:cubicBezTo>
                    <a:cubicBezTo>
                      <a:pt x="86" y="177"/>
                      <a:pt x="83" y="184"/>
                      <a:pt x="80" y="190"/>
                    </a:cubicBezTo>
                    <a:cubicBezTo>
                      <a:pt x="74" y="203"/>
                      <a:pt x="63" y="211"/>
                      <a:pt x="50" y="216"/>
                    </a:cubicBezTo>
                    <a:cubicBezTo>
                      <a:pt x="43" y="218"/>
                      <a:pt x="36" y="220"/>
                      <a:pt x="29" y="221"/>
                    </a:cubicBezTo>
                    <a:cubicBezTo>
                      <a:pt x="26" y="222"/>
                      <a:pt x="22" y="222"/>
                      <a:pt x="19" y="222"/>
                    </a:cubicBezTo>
                    <a:lnTo>
                      <a:pt x="18" y="222"/>
                    </a:lnTo>
                    <a:cubicBezTo>
                      <a:pt x="15" y="222"/>
                      <a:pt x="12" y="222"/>
                      <a:pt x="9" y="2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" name="Google Shape;389;p3"/>
              <p:cNvSpPr/>
              <p:nvPr/>
            </p:nvSpPr>
            <p:spPr>
              <a:xfrm>
                <a:off x="2932560" y="470880"/>
                <a:ext cx="76320" cy="38160"/>
              </a:xfrm>
              <a:custGeom>
                <a:avLst/>
                <a:gdLst/>
                <a:ahLst/>
                <a:cxnLst/>
                <a:rect l="l" t="t" r="r" b="b"/>
                <a:pathLst>
                  <a:path w="212" h="106" extrusionOk="0">
                    <a:moveTo>
                      <a:pt x="2" y="97"/>
                    </a:moveTo>
                    <a:cubicBezTo>
                      <a:pt x="0" y="94"/>
                      <a:pt x="1" y="90"/>
                      <a:pt x="3" y="87"/>
                    </a:cubicBezTo>
                    <a:cubicBezTo>
                      <a:pt x="4" y="85"/>
                      <a:pt x="6" y="84"/>
                      <a:pt x="7" y="84"/>
                    </a:cubicBezTo>
                    <a:cubicBezTo>
                      <a:pt x="27" y="71"/>
                      <a:pt x="49" y="62"/>
                      <a:pt x="71" y="53"/>
                    </a:cubicBezTo>
                    <a:cubicBezTo>
                      <a:pt x="90" y="45"/>
                      <a:pt x="111" y="37"/>
                      <a:pt x="130" y="29"/>
                    </a:cubicBezTo>
                    <a:cubicBezTo>
                      <a:pt x="152" y="20"/>
                      <a:pt x="174" y="11"/>
                      <a:pt x="196" y="2"/>
                    </a:cubicBezTo>
                    <a:cubicBezTo>
                      <a:pt x="201" y="0"/>
                      <a:pt x="207" y="2"/>
                      <a:pt x="209" y="7"/>
                    </a:cubicBezTo>
                    <a:cubicBezTo>
                      <a:pt x="211" y="11"/>
                      <a:pt x="209" y="17"/>
                      <a:pt x="204" y="20"/>
                    </a:cubicBezTo>
                    <a:cubicBezTo>
                      <a:pt x="181" y="29"/>
                      <a:pt x="158" y="39"/>
                      <a:pt x="135" y="48"/>
                    </a:cubicBezTo>
                    <a:cubicBezTo>
                      <a:pt x="115" y="57"/>
                      <a:pt x="95" y="65"/>
                      <a:pt x="76" y="73"/>
                    </a:cubicBezTo>
                    <a:cubicBezTo>
                      <a:pt x="64" y="78"/>
                      <a:pt x="53" y="83"/>
                      <a:pt x="42" y="88"/>
                    </a:cubicBezTo>
                    <a:cubicBezTo>
                      <a:pt x="39" y="91"/>
                      <a:pt x="35" y="92"/>
                      <a:pt x="32" y="94"/>
                    </a:cubicBezTo>
                    <a:cubicBezTo>
                      <a:pt x="30" y="95"/>
                      <a:pt x="27" y="97"/>
                      <a:pt x="24" y="99"/>
                    </a:cubicBezTo>
                    <a:cubicBezTo>
                      <a:pt x="22" y="101"/>
                      <a:pt x="20" y="102"/>
                      <a:pt x="18" y="103"/>
                    </a:cubicBezTo>
                    <a:cubicBezTo>
                      <a:pt x="16" y="105"/>
                      <a:pt x="14" y="105"/>
                      <a:pt x="12" y="105"/>
                    </a:cubicBezTo>
                    <a:cubicBezTo>
                      <a:pt x="7" y="105"/>
                      <a:pt x="3" y="102"/>
                      <a:pt x="2" y="9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" name="Google Shape;390;p3"/>
              <p:cNvSpPr/>
              <p:nvPr/>
            </p:nvSpPr>
            <p:spPr>
              <a:xfrm>
                <a:off x="2385720" y="642960"/>
                <a:ext cx="55440" cy="72000"/>
              </a:xfrm>
              <a:custGeom>
                <a:avLst/>
                <a:gdLst/>
                <a:ahLst/>
                <a:cxnLst/>
                <a:rect l="l" t="t" r="r" b="b"/>
                <a:pathLst>
                  <a:path w="154" h="200" extrusionOk="0">
                    <a:moveTo>
                      <a:pt x="62" y="199"/>
                    </a:moveTo>
                    <a:lnTo>
                      <a:pt x="63" y="199"/>
                    </a:lnTo>
                    <a:cubicBezTo>
                      <a:pt x="56" y="199"/>
                      <a:pt x="50" y="199"/>
                      <a:pt x="44" y="198"/>
                    </a:cubicBezTo>
                    <a:cubicBezTo>
                      <a:pt x="37" y="198"/>
                      <a:pt x="30" y="196"/>
                      <a:pt x="23" y="195"/>
                    </a:cubicBezTo>
                    <a:cubicBezTo>
                      <a:pt x="17" y="194"/>
                      <a:pt x="11" y="191"/>
                      <a:pt x="6" y="187"/>
                    </a:cubicBezTo>
                    <a:cubicBezTo>
                      <a:pt x="2" y="183"/>
                      <a:pt x="0" y="177"/>
                      <a:pt x="2" y="172"/>
                    </a:cubicBezTo>
                    <a:cubicBezTo>
                      <a:pt x="2" y="169"/>
                      <a:pt x="4" y="166"/>
                      <a:pt x="6" y="164"/>
                    </a:cubicBezTo>
                    <a:cubicBezTo>
                      <a:pt x="8" y="162"/>
                      <a:pt x="10" y="160"/>
                      <a:pt x="13" y="159"/>
                    </a:cubicBezTo>
                    <a:cubicBezTo>
                      <a:pt x="17" y="156"/>
                      <a:pt x="23" y="152"/>
                      <a:pt x="28" y="149"/>
                    </a:cubicBezTo>
                    <a:cubicBezTo>
                      <a:pt x="37" y="142"/>
                      <a:pt x="47" y="136"/>
                      <a:pt x="55" y="129"/>
                    </a:cubicBezTo>
                    <a:cubicBezTo>
                      <a:pt x="59" y="125"/>
                      <a:pt x="64" y="121"/>
                      <a:pt x="68" y="118"/>
                    </a:cubicBezTo>
                    <a:cubicBezTo>
                      <a:pt x="73" y="113"/>
                      <a:pt x="78" y="109"/>
                      <a:pt x="83" y="104"/>
                    </a:cubicBezTo>
                    <a:cubicBezTo>
                      <a:pt x="83" y="105"/>
                      <a:pt x="83" y="105"/>
                      <a:pt x="82" y="105"/>
                    </a:cubicBezTo>
                    <a:cubicBezTo>
                      <a:pt x="92" y="96"/>
                      <a:pt x="101" y="87"/>
                      <a:pt x="109" y="78"/>
                    </a:cubicBezTo>
                    <a:cubicBezTo>
                      <a:pt x="112" y="74"/>
                      <a:pt x="115" y="71"/>
                      <a:pt x="118" y="67"/>
                    </a:cubicBezTo>
                    <a:cubicBezTo>
                      <a:pt x="119" y="65"/>
                      <a:pt x="121" y="62"/>
                      <a:pt x="122" y="60"/>
                    </a:cubicBezTo>
                    <a:cubicBezTo>
                      <a:pt x="123" y="57"/>
                      <a:pt x="124" y="54"/>
                      <a:pt x="125" y="51"/>
                    </a:cubicBezTo>
                    <a:cubicBezTo>
                      <a:pt x="126" y="48"/>
                      <a:pt x="126" y="46"/>
                      <a:pt x="127" y="43"/>
                    </a:cubicBezTo>
                    <a:cubicBezTo>
                      <a:pt x="127" y="41"/>
                      <a:pt x="127" y="39"/>
                      <a:pt x="127" y="37"/>
                    </a:cubicBezTo>
                    <a:cubicBezTo>
                      <a:pt x="127" y="36"/>
                      <a:pt x="127" y="34"/>
                      <a:pt x="127" y="33"/>
                    </a:cubicBezTo>
                    <a:cubicBezTo>
                      <a:pt x="127" y="32"/>
                      <a:pt x="127" y="32"/>
                      <a:pt x="127" y="32"/>
                    </a:cubicBezTo>
                    <a:cubicBezTo>
                      <a:pt x="127" y="31"/>
                      <a:pt x="127" y="30"/>
                      <a:pt x="127" y="30"/>
                    </a:cubicBezTo>
                    <a:cubicBezTo>
                      <a:pt x="126" y="29"/>
                      <a:pt x="126" y="28"/>
                      <a:pt x="126" y="27"/>
                    </a:cubicBezTo>
                    <a:cubicBezTo>
                      <a:pt x="126" y="28"/>
                      <a:pt x="126" y="29"/>
                      <a:pt x="127" y="29"/>
                    </a:cubicBezTo>
                    <a:cubicBezTo>
                      <a:pt x="126" y="28"/>
                      <a:pt x="126" y="27"/>
                      <a:pt x="125" y="26"/>
                    </a:cubicBezTo>
                    <a:cubicBezTo>
                      <a:pt x="125" y="26"/>
                      <a:pt x="125" y="25"/>
                      <a:pt x="124" y="25"/>
                    </a:cubicBezTo>
                    <a:cubicBezTo>
                      <a:pt x="124" y="25"/>
                      <a:pt x="123" y="25"/>
                      <a:pt x="123" y="24"/>
                    </a:cubicBezTo>
                    <a:cubicBezTo>
                      <a:pt x="123" y="24"/>
                      <a:pt x="123" y="23"/>
                      <a:pt x="122" y="23"/>
                    </a:cubicBezTo>
                    <a:cubicBezTo>
                      <a:pt x="122" y="23"/>
                      <a:pt x="121" y="23"/>
                      <a:pt x="121" y="22"/>
                    </a:cubicBezTo>
                    <a:cubicBezTo>
                      <a:pt x="121" y="22"/>
                      <a:pt x="121" y="23"/>
                      <a:pt x="122" y="23"/>
                    </a:cubicBezTo>
                    <a:cubicBezTo>
                      <a:pt x="121" y="23"/>
                      <a:pt x="121" y="22"/>
                      <a:pt x="120" y="22"/>
                    </a:cubicBezTo>
                    <a:cubicBezTo>
                      <a:pt x="119" y="22"/>
                      <a:pt x="119" y="22"/>
                      <a:pt x="119" y="22"/>
                    </a:cubicBezTo>
                    <a:cubicBezTo>
                      <a:pt x="117" y="22"/>
                      <a:pt x="115" y="21"/>
                      <a:pt x="113" y="21"/>
                    </a:cubicBezTo>
                    <a:cubicBezTo>
                      <a:pt x="108" y="21"/>
                      <a:pt x="102" y="22"/>
                      <a:pt x="98" y="22"/>
                    </a:cubicBezTo>
                    <a:cubicBezTo>
                      <a:pt x="90" y="23"/>
                      <a:pt x="81" y="23"/>
                      <a:pt x="74" y="25"/>
                    </a:cubicBezTo>
                    <a:cubicBezTo>
                      <a:pt x="65" y="26"/>
                      <a:pt x="56" y="29"/>
                      <a:pt x="47" y="30"/>
                    </a:cubicBezTo>
                    <a:lnTo>
                      <a:pt x="48" y="30"/>
                    </a:lnTo>
                    <a:cubicBezTo>
                      <a:pt x="43" y="32"/>
                      <a:pt x="38" y="33"/>
                      <a:pt x="33" y="34"/>
                    </a:cubicBezTo>
                    <a:cubicBezTo>
                      <a:pt x="30" y="36"/>
                      <a:pt x="27" y="37"/>
                      <a:pt x="24" y="37"/>
                    </a:cubicBezTo>
                    <a:cubicBezTo>
                      <a:pt x="20" y="36"/>
                      <a:pt x="17" y="34"/>
                      <a:pt x="16" y="31"/>
                    </a:cubicBezTo>
                    <a:cubicBezTo>
                      <a:pt x="12" y="26"/>
                      <a:pt x="14" y="18"/>
                      <a:pt x="20" y="15"/>
                    </a:cubicBezTo>
                    <a:cubicBezTo>
                      <a:pt x="28" y="13"/>
                      <a:pt x="36" y="11"/>
                      <a:pt x="44" y="9"/>
                    </a:cubicBezTo>
                    <a:cubicBezTo>
                      <a:pt x="48" y="8"/>
                      <a:pt x="53" y="7"/>
                      <a:pt x="59" y="6"/>
                    </a:cubicBezTo>
                    <a:cubicBezTo>
                      <a:pt x="70" y="4"/>
                      <a:pt x="82" y="2"/>
                      <a:pt x="94" y="1"/>
                    </a:cubicBezTo>
                    <a:cubicBezTo>
                      <a:pt x="101" y="1"/>
                      <a:pt x="108" y="0"/>
                      <a:pt x="115" y="0"/>
                    </a:cubicBezTo>
                    <a:cubicBezTo>
                      <a:pt x="119" y="1"/>
                      <a:pt x="122" y="1"/>
                      <a:pt x="125" y="2"/>
                    </a:cubicBezTo>
                    <a:cubicBezTo>
                      <a:pt x="128" y="2"/>
                      <a:pt x="131" y="4"/>
                      <a:pt x="133" y="5"/>
                    </a:cubicBezTo>
                    <a:cubicBezTo>
                      <a:pt x="139" y="9"/>
                      <a:pt x="143" y="15"/>
                      <a:pt x="146" y="20"/>
                    </a:cubicBezTo>
                    <a:cubicBezTo>
                      <a:pt x="148" y="27"/>
                      <a:pt x="149" y="33"/>
                      <a:pt x="148" y="40"/>
                    </a:cubicBezTo>
                    <a:cubicBezTo>
                      <a:pt x="148" y="48"/>
                      <a:pt x="146" y="56"/>
                      <a:pt x="143" y="63"/>
                    </a:cubicBezTo>
                    <a:cubicBezTo>
                      <a:pt x="137" y="77"/>
                      <a:pt x="127" y="89"/>
                      <a:pt x="116" y="100"/>
                    </a:cubicBezTo>
                    <a:cubicBezTo>
                      <a:pt x="106" y="111"/>
                      <a:pt x="95" y="121"/>
                      <a:pt x="83" y="131"/>
                    </a:cubicBezTo>
                    <a:cubicBezTo>
                      <a:pt x="77" y="135"/>
                      <a:pt x="72" y="140"/>
                      <a:pt x="66" y="145"/>
                    </a:cubicBezTo>
                    <a:cubicBezTo>
                      <a:pt x="59" y="150"/>
                      <a:pt x="53" y="155"/>
                      <a:pt x="47" y="160"/>
                    </a:cubicBezTo>
                    <a:cubicBezTo>
                      <a:pt x="43" y="163"/>
                      <a:pt x="39" y="166"/>
                      <a:pt x="35" y="168"/>
                    </a:cubicBezTo>
                    <a:cubicBezTo>
                      <a:pt x="33" y="170"/>
                      <a:pt x="30" y="172"/>
                      <a:pt x="27" y="174"/>
                    </a:cubicBezTo>
                    <a:lnTo>
                      <a:pt x="28" y="174"/>
                    </a:lnTo>
                    <a:cubicBezTo>
                      <a:pt x="30" y="175"/>
                      <a:pt x="33" y="175"/>
                      <a:pt x="35" y="176"/>
                    </a:cubicBezTo>
                    <a:cubicBezTo>
                      <a:pt x="45" y="178"/>
                      <a:pt x="54" y="178"/>
                      <a:pt x="64" y="178"/>
                    </a:cubicBezTo>
                    <a:cubicBezTo>
                      <a:pt x="63" y="178"/>
                      <a:pt x="63" y="178"/>
                      <a:pt x="63" y="178"/>
                    </a:cubicBezTo>
                    <a:cubicBezTo>
                      <a:pt x="68" y="178"/>
                      <a:pt x="73" y="178"/>
                      <a:pt x="79" y="178"/>
                    </a:cubicBezTo>
                    <a:cubicBezTo>
                      <a:pt x="86" y="178"/>
                      <a:pt x="93" y="178"/>
                      <a:pt x="100" y="177"/>
                    </a:cubicBezTo>
                    <a:cubicBezTo>
                      <a:pt x="106" y="177"/>
                      <a:pt x="112" y="177"/>
                      <a:pt x="118" y="177"/>
                    </a:cubicBezTo>
                    <a:cubicBezTo>
                      <a:pt x="124" y="176"/>
                      <a:pt x="131" y="176"/>
                      <a:pt x="137" y="176"/>
                    </a:cubicBezTo>
                    <a:cubicBezTo>
                      <a:pt x="138" y="175"/>
                      <a:pt x="139" y="175"/>
                      <a:pt x="140" y="175"/>
                    </a:cubicBezTo>
                    <a:cubicBezTo>
                      <a:pt x="146" y="174"/>
                      <a:pt x="151" y="178"/>
                      <a:pt x="152" y="184"/>
                    </a:cubicBezTo>
                    <a:cubicBezTo>
                      <a:pt x="153" y="190"/>
                      <a:pt x="149" y="195"/>
                      <a:pt x="143" y="196"/>
                    </a:cubicBezTo>
                    <a:cubicBezTo>
                      <a:pt x="136" y="198"/>
                      <a:pt x="127" y="198"/>
                      <a:pt x="119" y="198"/>
                    </a:cubicBezTo>
                    <a:cubicBezTo>
                      <a:pt x="114" y="198"/>
                      <a:pt x="107" y="198"/>
                      <a:pt x="101" y="199"/>
                    </a:cubicBezTo>
                    <a:cubicBezTo>
                      <a:pt x="95" y="199"/>
                      <a:pt x="88" y="199"/>
                      <a:pt x="81" y="199"/>
                    </a:cubicBezTo>
                    <a:cubicBezTo>
                      <a:pt x="77" y="199"/>
                      <a:pt x="73" y="199"/>
                      <a:pt x="69" y="199"/>
                    </a:cubicBezTo>
                    <a:cubicBezTo>
                      <a:pt x="67" y="199"/>
                      <a:pt x="65" y="199"/>
                      <a:pt x="62" y="1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1" name="Google Shape;391;p3"/>
              <p:cNvSpPr/>
              <p:nvPr/>
            </p:nvSpPr>
            <p:spPr>
              <a:xfrm>
                <a:off x="2390400" y="675360"/>
                <a:ext cx="52200" cy="15840"/>
              </a:xfrm>
              <a:custGeom>
                <a:avLst/>
                <a:gdLst/>
                <a:ahLst/>
                <a:cxnLst/>
                <a:rect l="l" t="t" r="r" b="b"/>
                <a:pathLst>
                  <a:path w="145" h="44" extrusionOk="0">
                    <a:moveTo>
                      <a:pt x="17" y="43"/>
                    </a:moveTo>
                    <a:cubicBezTo>
                      <a:pt x="14" y="42"/>
                      <a:pt x="10" y="42"/>
                      <a:pt x="7" y="41"/>
                    </a:cubicBezTo>
                    <a:cubicBezTo>
                      <a:pt x="4" y="39"/>
                      <a:pt x="1" y="36"/>
                      <a:pt x="1" y="32"/>
                    </a:cubicBezTo>
                    <a:cubicBezTo>
                      <a:pt x="0" y="28"/>
                      <a:pt x="2" y="23"/>
                      <a:pt x="6" y="21"/>
                    </a:cubicBezTo>
                    <a:cubicBezTo>
                      <a:pt x="8" y="20"/>
                      <a:pt x="10" y="19"/>
                      <a:pt x="13" y="18"/>
                    </a:cubicBezTo>
                    <a:cubicBezTo>
                      <a:pt x="14" y="18"/>
                      <a:pt x="16" y="18"/>
                      <a:pt x="18" y="18"/>
                    </a:cubicBezTo>
                    <a:cubicBezTo>
                      <a:pt x="21" y="17"/>
                      <a:pt x="24" y="17"/>
                      <a:pt x="27" y="16"/>
                    </a:cubicBezTo>
                    <a:cubicBezTo>
                      <a:pt x="31" y="16"/>
                      <a:pt x="36" y="15"/>
                      <a:pt x="40" y="14"/>
                    </a:cubicBezTo>
                    <a:cubicBezTo>
                      <a:pt x="50" y="13"/>
                      <a:pt x="60" y="11"/>
                      <a:pt x="70" y="10"/>
                    </a:cubicBezTo>
                    <a:cubicBezTo>
                      <a:pt x="91" y="6"/>
                      <a:pt x="112" y="3"/>
                      <a:pt x="133" y="0"/>
                    </a:cubicBezTo>
                    <a:cubicBezTo>
                      <a:pt x="138" y="0"/>
                      <a:pt x="142" y="3"/>
                      <a:pt x="144" y="9"/>
                    </a:cubicBezTo>
                    <a:cubicBezTo>
                      <a:pt x="144" y="14"/>
                      <a:pt x="141" y="19"/>
                      <a:pt x="135" y="20"/>
                    </a:cubicBezTo>
                    <a:cubicBezTo>
                      <a:pt x="115" y="23"/>
                      <a:pt x="95" y="25"/>
                      <a:pt x="75" y="29"/>
                    </a:cubicBezTo>
                    <a:cubicBezTo>
                      <a:pt x="66" y="31"/>
                      <a:pt x="56" y="33"/>
                      <a:pt x="46" y="34"/>
                    </a:cubicBezTo>
                    <a:cubicBezTo>
                      <a:pt x="41" y="35"/>
                      <a:pt x="36" y="36"/>
                      <a:pt x="32" y="37"/>
                    </a:cubicBezTo>
                    <a:cubicBezTo>
                      <a:pt x="31" y="37"/>
                      <a:pt x="29" y="37"/>
                      <a:pt x="28" y="38"/>
                    </a:cubicBezTo>
                    <a:cubicBezTo>
                      <a:pt x="27" y="41"/>
                      <a:pt x="23" y="43"/>
                      <a:pt x="19" y="43"/>
                    </a:cubicBezTo>
                    <a:cubicBezTo>
                      <a:pt x="18" y="43"/>
                      <a:pt x="17" y="43"/>
                      <a:pt x="17" y="4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" name="Google Shape;392;p3"/>
              <p:cNvSpPr/>
              <p:nvPr/>
            </p:nvSpPr>
            <p:spPr>
              <a:xfrm>
                <a:off x="2461320" y="661320"/>
                <a:ext cx="30600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85" h="30" extrusionOk="0">
                    <a:moveTo>
                      <a:pt x="11" y="29"/>
                    </a:moveTo>
                    <a:cubicBezTo>
                      <a:pt x="10" y="29"/>
                      <a:pt x="10" y="29"/>
                      <a:pt x="10" y="29"/>
                    </a:cubicBezTo>
                    <a:cubicBezTo>
                      <a:pt x="4" y="28"/>
                      <a:pt x="0" y="24"/>
                      <a:pt x="0" y="18"/>
                    </a:cubicBezTo>
                    <a:cubicBezTo>
                      <a:pt x="0" y="13"/>
                      <a:pt x="5" y="7"/>
                      <a:pt x="11" y="7"/>
                    </a:cubicBezTo>
                    <a:cubicBezTo>
                      <a:pt x="14" y="7"/>
                      <a:pt x="18" y="7"/>
                      <a:pt x="21" y="7"/>
                    </a:cubicBezTo>
                    <a:cubicBezTo>
                      <a:pt x="39" y="5"/>
                      <a:pt x="56" y="3"/>
                      <a:pt x="73" y="1"/>
                    </a:cubicBezTo>
                    <a:cubicBezTo>
                      <a:pt x="79" y="0"/>
                      <a:pt x="84" y="6"/>
                      <a:pt x="84" y="11"/>
                    </a:cubicBezTo>
                    <a:cubicBezTo>
                      <a:pt x="84" y="17"/>
                      <a:pt x="79" y="22"/>
                      <a:pt x="74" y="22"/>
                    </a:cubicBezTo>
                    <a:cubicBezTo>
                      <a:pt x="72" y="22"/>
                      <a:pt x="70" y="22"/>
                      <a:pt x="69" y="22"/>
                    </a:cubicBezTo>
                    <a:cubicBezTo>
                      <a:pt x="60" y="24"/>
                      <a:pt x="51" y="25"/>
                      <a:pt x="42" y="26"/>
                    </a:cubicBezTo>
                    <a:cubicBezTo>
                      <a:pt x="36" y="27"/>
                      <a:pt x="31" y="27"/>
                      <a:pt x="26" y="28"/>
                    </a:cubicBezTo>
                    <a:cubicBezTo>
                      <a:pt x="23" y="28"/>
                      <a:pt x="20" y="28"/>
                      <a:pt x="17" y="28"/>
                    </a:cubicBezTo>
                    <a:cubicBezTo>
                      <a:pt x="16" y="29"/>
                      <a:pt x="15" y="29"/>
                      <a:pt x="13" y="29"/>
                    </a:cubicBezTo>
                    <a:cubicBezTo>
                      <a:pt x="12" y="29"/>
                      <a:pt x="11" y="29"/>
                      <a:pt x="11" y="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" name="Google Shape;393;p3"/>
              <p:cNvSpPr/>
              <p:nvPr/>
            </p:nvSpPr>
            <p:spPr>
              <a:xfrm>
                <a:off x="2453760" y="678600"/>
                <a:ext cx="3888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108" h="33" extrusionOk="0">
                    <a:moveTo>
                      <a:pt x="11" y="32"/>
                    </a:moveTo>
                    <a:cubicBezTo>
                      <a:pt x="6" y="32"/>
                      <a:pt x="0" y="27"/>
                      <a:pt x="0" y="21"/>
                    </a:cubicBezTo>
                    <a:cubicBezTo>
                      <a:pt x="0" y="15"/>
                      <a:pt x="4" y="10"/>
                      <a:pt x="11" y="10"/>
                    </a:cubicBezTo>
                    <a:cubicBezTo>
                      <a:pt x="12" y="9"/>
                      <a:pt x="14" y="10"/>
                      <a:pt x="15" y="11"/>
                    </a:cubicBezTo>
                    <a:cubicBezTo>
                      <a:pt x="18" y="11"/>
                      <a:pt x="20" y="11"/>
                      <a:pt x="22" y="11"/>
                    </a:cubicBezTo>
                    <a:cubicBezTo>
                      <a:pt x="47" y="8"/>
                      <a:pt x="71" y="4"/>
                      <a:pt x="95" y="1"/>
                    </a:cubicBezTo>
                    <a:cubicBezTo>
                      <a:pt x="100" y="0"/>
                      <a:pt x="106" y="4"/>
                      <a:pt x="106" y="9"/>
                    </a:cubicBezTo>
                    <a:cubicBezTo>
                      <a:pt x="107" y="14"/>
                      <a:pt x="104" y="19"/>
                      <a:pt x="98" y="21"/>
                    </a:cubicBezTo>
                    <a:cubicBezTo>
                      <a:pt x="83" y="23"/>
                      <a:pt x="67" y="26"/>
                      <a:pt x="52" y="28"/>
                    </a:cubicBezTo>
                    <a:cubicBezTo>
                      <a:pt x="44" y="29"/>
                      <a:pt x="36" y="30"/>
                      <a:pt x="29" y="31"/>
                    </a:cubicBezTo>
                    <a:cubicBezTo>
                      <a:pt x="24" y="32"/>
                      <a:pt x="19" y="32"/>
                      <a:pt x="15" y="32"/>
                    </a:cubicBezTo>
                    <a:cubicBezTo>
                      <a:pt x="14" y="32"/>
                      <a:pt x="12" y="32"/>
                      <a:pt x="11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" name="Google Shape;394;p3"/>
              <p:cNvSpPr/>
              <p:nvPr/>
            </p:nvSpPr>
            <p:spPr>
              <a:xfrm>
                <a:off x="2511000" y="630360"/>
                <a:ext cx="39240" cy="9432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262" extrusionOk="0">
                    <a:moveTo>
                      <a:pt x="33" y="261"/>
                    </a:moveTo>
                    <a:cubicBezTo>
                      <a:pt x="27" y="261"/>
                      <a:pt x="22" y="254"/>
                      <a:pt x="24" y="248"/>
                    </a:cubicBezTo>
                    <a:cubicBezTo>
                      <a:pt x="27" y="234"/>
                      <a:pt x="29" y="220"/>
                      <a:pt x="32" y="206"/>
                    </a:cubicBezTo>
                    <a:lnTo>
                      <a:pt x="32" y="207"/>
                    </a:lnTo>
                    <a:cubicBezTo>
                      <a:pt x="34" y="195"/>
                      <a:pt x="36" y="182"/>
                      <a:pt x="39" y="170"/>
                    </a:cubicBezTo>
                    <a:cubicBezTo>
                      <a:pt x="41" y="160"/>
                      <a:pt x="42" y="150"/>
                      <a:pt x="44" y="141"/>
                    </a:cubicBezTo>
                    <a:cubicBezTo>
                      <a:pt x="47" y="128"/>
                      <a:pt x="49" y="116"/>
                      <a:pt x="52" y="104"/>
                    </a:cubicBezTo>
                    <a:cubicBezTo>
                      <a:pt x="53" y="100"/>
                      <a:pt x="54" y="97"/>
                      <a:pt x="55" y="93"/>
                    </a:cubicBezTo>
                    <a:cubicBezTo>
                      <a:pt x="48" y="102"/>
                      <a:pt x="42" y="111"/>
                      <a:pt x="36" y="120"/>
                    </a:cubicBezTo>
                    <a:cubicBezTo>
                      <a:pt x="33" y="125"/>
                      <a:pt x="30" y="129"/>
                      <a:pt x="27" y="135"/>
                    </a:cubicBezTo>
                    <a:cubicBezTo>
                      <a:pt x="27" y="134"/>
                      <a:pt x="27" y="134"/>
                      <a:pt x="27" y="134"/>
                    </a:cubicBezTo>
                    <a:cubicBezTo>
                      <a:pt x="26" y="136"/>
                      <a:pt x="24" y="138"/>
                      <a:pt x="23" y="141"/>
                    </a:cubicBezTo>
                    <a:cubicBezTo>
                      <a:pt x="23" y="142"/>
                      <a:pt x="23" y="142"/>
                      <a:pt x="22" y="142"/>
                    </a:cubicBezTo>
                    <a:cubicBezTo>
                      <a:pt x="22" y="148"/>
                      <a:pt x="15" y="152"/>
                      <a:pt x="10" y="150"/>
                    </a:cubicBezTo>
                    <a:cubicBezTo>
                      <a:pt x="4" y="149"/>
                      <a:pt x="0" y="143"/>
                      <a:pt x="1" y="137"/>
                    </a:cubicBezTo>
                    <a:cubicBezTo>
                      <a:pt x="3" y="130"/>
                      <a:pt x="8" y="124"/>
                      <a:pt x="12" y="118"/>
                    </a:cubicBezTo>
                    <a:cubicBezTo>
                      <a:pt x="15" y="114"/>
                      <a:pt x="17" y="110"/>
                      <a:pt x="20" y="106"/>
                    </a:cubicBezTo>
                    <a:cubicBezTo>
                      <a:pt x="26" y="98"/>
                      <a:pt x="32" y="89"/>
                      <a:pt x="39" y="81"/>
                    </a:cubicBezTo>
                    <a:cubicBezTo>
                      <a:pt x="50" y="66"/>
                      <a:pt x="61" y="51"/>
                      <a:pt x="71" y="35"/>
                    </a:cubicBezTo>
                    <a:lnTo>
                      <a:pt x="71" y="36"/>
                    </a:lnTo>
                    <a:cubicBezTo>
                      <a:pt x="72" y="34"/>
                      <a:pt x="73" y="32"/>
                      <a:pt x="74" y="30"/>
                    </a:cubicBezTo>
                    <a:cubicBezTo>
                      <a:pt x="75" y="26"/>
                      <a:pt x="77" y="22"/>
                      <a:pt x="79" y="19"/>
                    </a:cubicBezTo>
                    <a:cubicBezTo>
                      <a:pt x="81" y="14"/>
                      <a:pt x="84" y="9"/>
                      <a:pt x="87" y="5"/>
                    </a:cubicBezTo>
                    <a:cubicBezTo>
                      <a:pt x="89" y="2"/>
                      <a:pt x="93" y="0"/>
                      <a:pt x="97" y="1"/>
                    </a:cubicBezTo>
                    <a:cubicBezTo>
                      <a:pt x="101" y="1"/>
                      <a:pt x="105" y="4"/>
                      <a:pt x="106" y="8"/>
                    </a:cubicBezTo>
                    <a:cubicBezTo>
                      <a:pt x="107" y="11"/>
                      <a:pt x="108" y="12"/>
                      <a:pt x="107" y="15"/>
                    </a:cubicBezTo>
                    <a:cubicBezTo>
                      <a:pt x="106" y="18"/>
                      <a:pt x="104" y="21"/>
                      <a:pt x="103" y="24"/>
                    </a:cubicBezTo>
                    <a:cubicBezTo>
                      <a:pt x="102" y="26"/>
                      <a:pt x="100" y="28"/>
                      <a:pt x="99" y="30"/>
                    </a:cubicBezTo>
                    <a:cubicBezTo>
                      <a:pt x="97" y="33"/>
                      <a:pt x="95" y="36"/>
                      <a:pt x="94" y="39"/>
                    </a:cubicBezTo>
                    <a:cubicBezTo>
                      <a:pt x="91" y="44"/>
                      <a:pt x="89" y="50"/>
                      <a:pt x="87" y="55"/>
                    </a:cubicBezTo>
                    <a:cubicBezTo>
                      <a:pt x="85" y="62"/>
                      <a:pt x="82" y="68"/>
                      <a:pt x="81" y="75"/>
                    </a:cubicBezTo>
                    <a:cubicBezTo>
                      <a:pt x="78" y="84"/>
                      <a:pt x="75" y="92"/>
                      <a:pt x="73" y="101"/>
                    </a:cubicBezTo>
                    <a:cubicBezTo>
                      <a:pt x="71" y="111"/>
                      <a:pt x="69" y="121"/>
                      <a:pt x="66" y="132"/>
                    </a:cubicBezTo>
                    <a:cubicBezTo>
                      <a:pt x="64" y="142"/>
                      <a:pt x="62" y="153"/>
                      <a:pt x="60" y="163"/>
                    </a:cubicBezTo>
                    <a:cubicBezTo>
                      <a:pt x="58" y="173"/>
                      <a:pt x="57" y="182"/>
                      <a:pt x="55" y="192"/>
                    </a:cubicBezTo>
                    <a:lnTo>
                      <a:pt x="55" y="191"/>
                    </a:lnTo>
                    <a:cubicBezTo>
                      <a:pt x="54" y="197"/>
                      <a:pt x="53" y="203"/>
                      <a:pt x="52" y="210"/>
                    </a:cubicBezTo>
                    <a:lnTo>
                      <a:pt x="52" y="209"/>
                    </a:lnTo>
                    <a:lnTo>
                      <a:pt x="52" y="210"/>
                    </a:lnTo>
                    <a:cubicBezTo>
                      <a:pt x="52" y="209"/>
                      <a:pt x="52" y="209"/>
                      <a:pt x="52" y="209"/>
                    </a:cubicBezTo>
                    <a:lnTo>
                      <a:pt x="52" y="210"/>
                    </a:lnTo>
                    <a:cubicBezTo>
                      <a:pt x="51" y="215"/>
                      <a:pt x="50" y="220"/>
                      <a:pt x="49" y="225"/>
                    </a:cubicBezTo>
                    <a:cubicBezTo>
                      <a:pt x="49" y="224"/>
                      <a:pt x="49" y="224"/>
                      <a:pt x="49" y="224"/>
                    </a:cubicBezTo>
                    <a:cubicBezTo>
                      <a:pt x="48" y="233"/>
                      <a:pt x="46" y="242"/>
                      <a:pt x="45" y="251"/>
                    </a:cubicBezTo>
                    <a:cubicBezTo>
                      <a:pt x="44" y="257"/>
                      <a:pt x="40" y="261"/>
                      <a:pt x="34" y="261"/>
                    </a:cubicBezTo>
                    <a:lnTo>
                      <a:pt x="33" y="26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" name="Google Shape;395;p3"/>
              <p:cNvSpPr/>
              <p:nvPr/>
            </p:nvSpPr>
            <p:spPr>
              <a:xfrm>
                <a:off x="2558880" y="672480"/>
                <a:ext cx="3204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89" h="31" extrusionOk="0">
                    <a:moveTo>
                      <a:pt x="11" y="30"/>
                    </a:moveTo>
                    <a:cubicBezTo>
                      <a:pt x="5" y="29"/>
                      <a:pt x="0" y="23"/>
                      <a:pt x="2" y="17"/>
                    </a:cubicBezTo>
                    <a:lnTo>
                      <a:pt x="2" y="16"/>
                    </a:lnTo>
                    <a:cubicBezTo>
                      <a:pt x="3" y="12"/>
                      <a:pt x="7" y="8"/>
                      <a:pt x="11" y="8"/>
                    </a:cubicBezTo>
                    <a:cubicBezTo>
                      <a:pt x="14" y="7"/>
                      <a:pt x="16" y="7"/>
                      <a:pt x="18" y="8"/>
                    </a:cubicBezTo>
                    <a:cubicBezTo>
                      <a:pt x="23" y="8"/>
                      <a:pt x="28" y="8"/>
                      <a:pt x="32" y="8"/>
                    </a:cubicBezTo>
                    <a:cubicBezTo>
                      <a:pt x="46" y="6"/>
                      <a:pt x="60" y="4"/>
                      <a:pt x="75" y="1"/>
                    </a:cubicBezTo>
                    <a:cubicBezTo>
                      <a:pt x="80" y="0"/>
                      <a:pt x="86" y="4"/>
                      <a:pt x="87" y="10"/>
                    </a:cubicBezTo>
                    <a:cubicBezTo>
                      <a:pt x="88" y="15"/>
                      <a:pt x="84" y="21"/>
                      <a:pt x="78" y="22"/>
                    </a:cubicBezTo>
                    <a:cubicBezTo>
                      <a:pt x="67" y="24"/>
                      <a:pt x="56" y="25"/>
                      <a:pt x="46" y="27"/>
                    </a:cubicBezTo>
                    <a:cubicBezTo>
                      <a:pt x="41" y="28"/>
                      <a:pt x="36" y="29"/>
                      <a:pt x="32" y="29"/>
                    </a:cubicBezTo>
                    <a:cubicBezTo>
                      <a:pt x="27" y="29"/>
                      <a:pt x="22" y="30"/>
                      <a:pt x="17" y="30"/>
                    </a:cubicBezTo>
                    <a:cubicBezTo>
                      <a:pt x="15" y="30"/>
                      <a:pt x="13" y="30"/>
                      <a:pt x="11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" name="Google Shape;396;p3"/>
              <p:cNvSpPr/>
              <p:nvPr/>
            </p:nvSpPr>
            <p:spPr>
              <a:xfrm>
                <a:off x="2573280" y="651240"/>
                <a:ext cx="1836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51" h="135" extrusionOk="0">
                    <a:moveTo>
                      <a:pt x="2" y="124"/>
                    </a:moveTo>
                    <a:cubicBezTo>
                      <a:pt x="2" y="116"/>
                      <a:pt x="1" y="108"/>
                      <a:pt x="0" y="99"/>
                    </a:cubicBezTo>
                    <a:cubicBezTo>
                      <a:pt x="0" y="92"/>
                      <a:pt x="0" y="86"/>
                      <a:pt x="1" y="80"/>
                    </a:cubicBezTo>
                    <a:cubicBezTo>
                      <a:pt x="1" y="76"/>
                      <a:pt x="2" y="71"/>
                      <a:pt x="2" y="67"/>
                    </a:cubicBezTo>
                    <a:cubicBezTo>
                      <a:pt x="3" y="59"/>
                      <a:pt x="4" y="50"/>
                      <a:pt x="6" y="42"/>
                    </a:cubicBezTo>
                    <a:cubicBezTo>
                      <a:pt x="9" y="34"/>
                      <a:pt x="12" y="25"/>
                      <a:pt x="17" y="18"/>
                    </a:cubicBezTo>
                    <a:cubicBezTo>
                      <a:pt x="19" y="14"/>
                      <a:pt x="21" y="11"/>
                      <a:pt x="25" y="8"/>
                    </a:cubicBezTo>
                    <a:cubicBezTo>
                      <a:pt x="27" y="6"/>
                      <a:pt x="29" y="4"/>
                      <a:pt x="32" y="3"/>
                    </a:cubicBezTo>
                    <a:cubicBezTo>
                      <a:pt x="36" y="0"/>
                      <a:pt x="44" y="2"/>
                      <a:pt x="46" y="7"/>
                    </a:cubicBezTo>
                    <a:cubicBezTo>
                      <a:pt x="50" y="12"/>
                      <a:pt x="48" y="19"/>
                      <a:pt x="43" y="22"/>
                    </a:cubicBezTo>
                    <a:cubicBezTo>
                      <a:pt x="42" y="23"/>
                      <a:pt x="41" y="23"/>
                      <a:pt x="39" y="24"/>
                    </a:cubicBezTo>
                    <a:cubicBezTo>
                      <a:pt x="38" y="25"/>
                      <a:pt x="38" y="25"/>
                      <a:pt x="38" y="25"/>
                    </a:cubicBezTo>
                    <a:cubicBezTo>
                      <a:pt x="36" y="27"/>
                      <a:pt x="35" y="29"/>
                      <a:pt x="34" y="31"/>
                    </a:cubicBezTo>
                    <a:cubicBezTo>
                      <a:pt x="33" y="32"/>
                      <a:pt x="32" y="34"/>
                      <a:pt x="31" y="36"/>
                    </a:cubicBezTo>
                    <a:cubicBezTo>
                      <a:pt x="29" y="39"/>
                      <a:pt x="28" y="43"/>
                      <a:pt x="27" y="46"/>
                    </a:cubicBezTo>
                    <a:cubicBezTo>
                      <a:pt x="26" y="50"/>
                      <a:pt x="25" y="55"/>
                      <a:pt x="24" y="59"/>
                    </a:cubicBezTo>
                    <a:cubicBezTo>
                      <a:pt x="23" y="67"/>
                      <a:pt x="22" y="75"/>
                      <a:pt x="21" y="84"/>
                    </a:cubicBezTo>
                    <a:cubicBezTo>
                      <a:pt x="21" y="89"/>
                      <a:pt x="21" y="95"/>
                      <a:pt x="21" y="100"/>
                    </a:cubicBezTo>
                    <a:cubicBezTo>
                      <a:pt x="22" y="108"/>
                      <a:pt x="22" y="116"/>
                      <a:pt x="23" y="124"/>
                    </a:cubicBezTo>
                    <a:cubicBezTo>
                      <a:pt x="23" y="130"/>
                      <a:pt x="18" y="134"/>
                      <a:pt x="13" y="134"/>
                    </a:cubicBezTo>
                    <a:cubicBezTo>
                      <a:pt x="7" y="134"/>
                      <a:pt x="3" y="130"/>
                      <a:pt x="2" y="1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" name="Google Shape;397;p3"/>
              <p:cNvSpPr/>
              <p:nvPr/>
            </p:nvSpPr>
            <p:spPr>
              <a:xfrm>
                <a:off x="2609640" y="599040"/>
                <a:ext cx="375480" cy="133560"/>
              </a:xfrm>
              <a:custGeom>
                <a:avLst/>
                <a:gdLst/>
                <a:ahLst/>
                <a:cxnLst/>
                <a:rect l="l" t="t" r="r" b="b"/>
                <a:pathLst>
                  <a:path w="1043" h="371" extrusionOk="0">
                    <a:moveTo>
                      <a:pt x="14" y="363"/>
                    </a:moveTo>
                    <a:cubicBezTo>
                      <a:pt x="13" y="361"/>
                      <a:pt x="12" y="358"/>
                      <a:pt x="12" y="355"/>
                    </a:cubicBezTo>
                    <a:cubicBezTo>
                      <a:pt x="13" y="352"/>
                      <a:pt x="14" y="348"/>
                      <a:pt x="14" y="345"/>
                    </a:cubicBezTo>
                    <a:cubicBezTo>
                      <a:pt x="14" y="344"/>
                      <a:pt x="14" y="344"/>
                      <a:pt x="14" y="343"/>
                    </a:cubicBezTo>
                    <a:cubicBezTo>
                      <a:pt x="15" y="327"/>
                      <a:pt x="15" y="311"/>
                      <a:pt x="14" y="295"/>
                    </a:cubicBezTo>
                    <a:cubicBezTo>
                      <a:pt x="14" y="285"/>
                      <a:pt x="14" y="274"/>
                      <a:pt x="13" y="264"/>
                    </a:cubicBezTo>
                    <a:cubicBezTo>
                      <a:pt x="12" y="255"/>
                      <a:pt x="11" y="246"/>
                      <a:pt x="11" y="237"/>
                    </a:cubicBezTo>
                    <a:cubicBezTo>
                      <a:pt x="9" y="219"/>
                      <a:pt x="7" y="201"/>
                      <a:pt x="4" y="183"/>
                    </a:cubicBezTo>
                    <a:cubicBezTo>
                      <a:pt x="3" y="173"/>
                      <a:pt x="2" y="164"/>
                      <a:pt x="1" y="154"/>
                    </a:cubicBezTo>
                    <a:cubicBezTo>
                      <a:pt x="1" y="148"/>
                      <a:pt x="0" y="142"/>
                      <a:pt x="0" y="137"/>
                    </a:cubicBezTo>
                    <a:cubicBezTo>
                      <a:pt x="1" y="133"/>
                      <a:pt x="1" y="127"/>
                      <a:pt x="5" y="124"/>
                    </a:cubicBezTo>
                    <a:cubicBezTo>
                      <a:pt x="8" y="121"/>
                      <a:pt x="12" y="120"/>
                      <a:pt x="16" y="122"/>
                    </a:cubicBezTo>
                    <a:cubicBezTo>
                      <a:pt x="19" y="123"/>
                      <a:pt x="22" y="126"/>
                      <a:pt x="23" y="128"/>
                    </a:cubicBezTo>
                    <a:cubicBezTo>
                      <a:pt x="26" y="133"/>
                      <a:pt x="25" y="138"/>
                      <a:pt x="22" y="142"/>
                    </a:cubicBezTo>
                    <a:cubicBezTo>
                      <a:pt x="22" y="146"/>
                      <a:pt x="22" y="150"/>
                      <a:pt x="22" y="154"/>
                    </a:cubicBezTo>
                    <a:cubicBezTo>
                      <a:pt x="22" y="159"/>
                      <a:pt x="23" y="165"/>
                      <a:pt x="23" y="170"/>
                    </a:cubicBezTo>
                    <a:cubicBezTo>
                      <a:pt x="25" y="184"/>
                      <a:pt x="27" y="199"/>
                      <a:pt x="28" y="214"/>
                    </a:cubicBezTo>
                    <a:cubicBezTo>
                      <a:pt x="28" y="215"/>
                      <a:pt x="28" y="215"/>
                      <a:pt x="29" y="215"/>
                    </a:cubicBezTo>
                    <a:cubicBezTo>
                      <a:pt x="29" y="219"/>
                      <a:pt x="29" y="224"/>
                      <a:pt x="30" y="228"/>
                    </a:cubicBezTo>
                    <a:lnTo>
                      <a:pt x="30" y="229"/>
                    </a:lnTo>
                    <a:cubicBezTo>
                      <a:pt x="30" y="231"/>
                      <a:pt x="30" y="233"/>
                      <a:pt x="30" y="235"/>
                    </a:cubicBezTo>
                    <a:lnTo>
                      <a:pt x="30" y="236"/>
                    </a:lnTo>
                    <a:lnTo>
                      <a:pt x="30" y="235"/>
                    </a:lnTo>
                    <a:cubicBezTo>
                      <a:pt x="32" y="250"/>
                      <a:pt x="33" y="265"/>
                      <a:pt x="33" y="279"/>
                    </a:cubicBezTo>
                    <a:cubicBezTo>
                      <a:pt x="33" y="279"/>
                      <a:pt x="34" y="279"/>
                      <a:pt x="34" y="278"/>
                    </a:cubicBezTo>
                    <a:cubicBezTo>
                      <a:pt x="36" y="272"/>
                      <a:pt x="39" y="265"/>
                      <a:pt x="42" y="260"/>
                    </a:cubicBezTo>
                    <a:cubicBezTo>
                      <a:pt x="46" y="249"/>
                      <a:pt x="50" y="239"/>
                      <a:pt x="55" y="229"/>
                    </a:cubicBezTo>
                    <a:cubicBezTo>
                      <a:pt x="57" y="225"/>
                      <a:pt x="59" y="220"/>
                      <a:pt x="61" y="215"/>
                    </a:cubicBezTo>
                    <a:cubicBezTo>
                      <a:pt x="63" y="209"/>
                      <a:pt x="65" y="204"/>
                      <a:pt x="67" y="198"/>
                    </a:cubicBezTo>
                    <a:cubicBezTo>
                      <a:pt x="69" y="191"/>
                      <a:pt x="72" y="184"/>
                      <a:pt x="75" y="178"/>
                    </a:cubicBezTo>
                    <a:cubicBezTo>
                      <a:pt x="76" y="172"/>
                      <a:pt x="79" y="165"/>
                      <a:pt x="81" y="159"/>
                    </a:cubicBezTo>
                    <a:cubicBezTo>
                      <a:pt x="82" y="155"/>
                      <a:pt x="83" y="150"/>
                      <a:pt x="85" y="145"/>
                    </a:cubicBezTo>
                    <a:cubicBezTo>
                      <a:pt x="86" y="141"/>
                      <a:pt x="87" y="137"/>
                      <a:pt x="88" y="133"/>
                    </a:cubicBezTo>
                    <a:cubicBezTo>
                      <a:pt x="90" y="125"/>
                      <a:pt x="92" y="117"/>
                      <a:pt x="93" y="109"/>
                    </a:cubicBezTo>
                    <a:cubicBezTo>
                      <a:pt x="94" y="102"/>
                      <a:pt x="95" y="96"/>
                      <a:pt x="95" y="89"/>
                    </a:cubicBezTo>
                    <a:cubicBezTo>
                      <a:pt x="95" y="85"/>
                      <a:pt x="95" y="80"/>
                      <a:pt x="95" y="75"/>
                    </a:cubicBezTo>
                    <a:cubicBezTo>
                      <a:pt x="95" y="74"/>
                      <a:pt x="95" y="71"/>
                      <a:pt x="96" y="70"/>
                    </a:cubicBezTo>
                    <a:cubicBezTo>
                      <a:pt x="96" y="67"/>
                      <a:pt x="97" y="65"/>
                      <a:pt x="99" y="63"/>
                    </a:cubicBezTo>
                    <a:cubicBezTo>
                      <a:pt x="102" y="59"/>
                      <a:pt x="106" y="57"/>
                      <a:pt x="111" y="56"/>
                    </a:cubicBezTo>
                    <a:cubicBezTo>
                      <a:pt x="120" y="53"/>
                      <a:pt x="128" y="55"/>
                      <a:pt x="137" y="56"/>
                    </a:cubicBezTo>
                    <a:cubicBezTo>
                      <a:pt x="142" y="56"/>
                      <a:pt x="146" y="56"/>
                      <a:pt x="151" y="57"/>
                    </a:cubicBezTo>
                    <a:cubicBezTo>
                      <a:pt x="156" y="57"/>
                      <a:pt x="162" y="57"/>
                      <a:pt x="168" y="57"/>
                    </a:cubicBezTo>
                    <a:cubicBezTo>
                      <a:pt x="174" y="57"/>
                      <a:pt x="180" y="57"/>
                      <a:pt x="186" y="57"/>
                    </a:cubicBezTo>
                    <a:cubicBezTo>
                      <a:pt x="196" y="57"/>
                      <a:pt x="207" y="56"/>
                      <a:pt x="217" y="56"/>
                    </a:cubicBezTo>
                    <a:cubicBezTo>
                      <a:pt x="241" y="54"/>
                      <a:pt x="264" y="52"/>
                      <a:pt x="288" y="50"/>
                    </a:cubicBezTo>
                    <a:cubicBezTo>
                      <a:pt x="333" y="46"/>
                      <a:pt x="378" y="43"/>
                      <a:pt x="423" y="39"/>
                    </a:cubicBezTo>
                    <a:cubicBezTo>
                      <a:pt x="467" y="35"/>
                      <a:pt x="511" y="31"/>
                      <a:pt x="556" y="31"/>
                    </a:cubicBezTo>
                    <a:cubicBezTo>
                      <a:pt x="562" y="31"/>
                      <a:pt x="568" y="31"/>
                      <a:pt x="573" y="31"/>
                    </a:cubicBezTo>
                    <a:cubicBezTo>
                      <a:pt x="590" y="31"/>
                      <a:pt x="607" y="31"/>
                      <a:pt x="624" y="30"/>
                    </a:cubicBezTo>
                    <a:cubicBezTo>
                      <a:pt x="646" y="29"/>
                      <a:pt x="669" y="28"/>
                      <a:pt x="692" y="27"/>
                    </a:cubicBezTo>
                    <a:cubicBezTo>
                      <a:pt x="714" y="25"/>
                      <a:pt x="737" y="24"/>
                      <a:pt x="760" y="22"/>
                    </a:cubicBezTo>
                    <a:cubicBezTo>
                      <a:pt x="782" y="21"/>
                      <a:pt x="805" y="20"/>
                      <a:pt x="827" y="18"/>
                    </a:cubicBezTo>
                    <a:cubicBezTo>
                      <a:pt x="839" y="17"/>
                      <a:pt x="850" y="16"/>
                      <a:pt x="861" y="15"/>
                    </a:cubicBezTo>
                    <a:cubicBezTo>
                      <a:pt x="872" y="14"/>
                      <a:pt x="883" y="13"/>
                      <a:pt x="894" y="12"/>
                    </a:cubicBezTo>
                    <a:cubicBezTo>
                      <a:pt x="917" y="11"/>
                      <a:pt x="940" y="10"/>
                      <a:pt x="963" y="8"/>
                    </a:cubicBezTo>
                    <a:cubicBezTo>
                      <a:pt x="964" y="8"/>
                      <a:pt x="966" y="8"/>
                      <a:pt x="968" y="7"/>
                    </a:cubicBezTo>
                    <a:lnTo>
                      <a:pt x="967" y="7"/>
                    </a:lnTo>
                    <a:lnTo>
                      <a:pt x="968" y="7"/>
                    </a:lnTo>
                    <a:cubicBezTo>
                      <a:pt x="977" y="7"/>
                      <a:pt x="985" y="6"/>
                      <a:pt x="994" y="4"/>
                    </a:cubicBezTo>
                    <a:cubicBezTo>
                      <a:pt x="997" y="4"/>
                      <a:pt x="1001" y="3"/>
                      <a:pt x="1005" y="3"/>
                    </a:cubicBezTo>
                    <a:cubicBezTo>
                      <a:pt x="1006" y="2"/>
                      <a:pt x="1009" y="2"/>
                      <a:pt x="1010" y="1"/>
                    </a:cubicBezTo>
                    <a:cubicBezTo>
                      <a:pt x="1013" y="1"/>
                      <a:pt x="1017" y="0"/>
                      <a:pt x="1020" y="0"/>
                    </a:cubicBezTo>
                    <a:cubicBezTo>
                      <a:pt x="1024" y="0"/>
                      <a:pt x="1029" y="0"/>
                      <a:pt x="1033" y="2"/>
                    </a:cubicBezTo>
                    <a:cubicBezTo>
                      <a:pt x="1037" y="4"/>
                      <a:pt x="1040" y="8"/>
                      <a:pt x="1041" y="13"/>
                    </a:cubicBezTo>
                    <a:cubicBezTo>
                      <a:pt x="1042" y="17"/>
                      <a:pt x="1042" y="22"/>
                      <a:pt x="1042" y="27"/>
                    </a:cubicBezTo>
                    <a:cubicBezTo>
                      <a:pt x="1042" y="30"/>
                      <a:pt x="1041" y="33"/>
                      <a:pt x="1041" y="36"/>
                    </a:cubicBezTo>
                    <a:cubicBezTo>
                      <a:pt x="1041" y="39"/>
                      <a:pt x="1040" y="42"/>
                      <a:pt x="1039" y="46"/>
                    </a:cubicBezTo>
                    <a:cubicBezTo>
                      <a:pt x="1036" y="57"/>
                      <a:pt x="1032" y="68"/>
                      <a:pt x="1029" y="80"/>
                    </a:cubicBezTo>
                    <a:cubicBezTo>
                      <a:pt x="1027" y="86"/>
                      <a:pt x="1024" y="92"/>
                      <a:pt x="1022" y="98"/>
                    </a:cubicBezTo>
                    <a:cubicBezTo>
                      <a:pt x="1023" y="98"/>
                      <a:pt x="1023" y="98"/>
                      <a:pt x="1023" y="97"/>
                    </a:cubicBezTo>
                    <a:cubicBezTo>
                      <a:pt x="1020" y="105"/>
                      <a:pt x="1017" y="113"/>
                      <a:pt x="1015" y="121"/>
                    </a:cubicBezTo>
                    <a:cubicBezTo>
                      <a:pt x="1012" y="130"/>
                      <a:pt x="1009" y="138"/>
                      <a:pt x="1006" y="147"/>
                    </a:cubicBezTo>
                    <a:cubicBezTo>
                      <a:pt x="1004" y="152"/>
                      <a:pt x="998" y="155"/>
                      <a:pt x="992" y="153"/>
                    </a:cubicBezTo>
                    <a:cubicBezTo>
                      <a:pt x="987" y="151"/>
                      <a:pt x="984" y="145"/>
                      <a:pt x="986" y="139"/>
                    </a:cubicBezTo>
                    <a:cubicBezTo>
                      <a:pt x="994" y="117"/>
                      <a:pt x="1001" y="96"/>
                      <a:pt x="1008" y="74"/>
                    </a:cubicBezTo>
                    <a:cubicBezTo>
                      <a:pt x="1008" y="74"/>
                      <a:pt x="1009" y="74"/>
                      <a:pt x="1009" y="73"/>
                    </a:cubicBezTo>
                    <a:lnTo>
                      <a:pt x="1009" y="74"/>
                    </a:lnTo>
                    <a:lnTo>
                      <a:pt x="1009" y="73"/>
                    </a:lnTo>
                    <a:cubicBezTo>
                      <a:pt x="1009" y="74"/>
                      <a:pt x="1009" y="74"/>
                      <a:pt x="1008" y="74"/>
                    </a:cubicBezTo>
                    <a:cubicBezTo>
                      <a:pt x="1013" y="60"/>
                      <a:pt x="1017" y="46"/>
                      <a:pt x="1020" y="32"/>
                    </a:cubicBezTo>
                    <a:cubicBezTo>
                      <a:pt x="1020" y="30"/>
                      <a:pt x="1021" y="28"/>
                      <a:pt x="1021" y="25"/>
                    </a:cubicBezTo>
                    <a:cubicBezTo>
                      <a:pt x="1021" y="24"/>
                      <a:pt x="1021" y="23"/>
                      <a:pt x="1021" y="22"/>
                    </a:cubicBezTo>
                    <a:cubicBezTo>
                      <a:pt x="999" y="25"/>
                      <a:pt x="977" y="28"/>
                      <a:pt x="955" y="29"/>
                    </a:cubicBezTo>
                    <a:cubicBezTo>
                      <a:pt x="931" y="31"/>
                      <a:pt x="908" y="32"/>
                      <a:pt x="886" y="34"/>
                    </a:cubicBezTo>
                    <a:cubicBezTo>
                      <a:pt x="864" y="36"/>
                      <a:pt x="841" y="38"/>
                      <a:pt x="819" y="39"/>
                    </a:cubicBezTo>
                    <a:cubicBezTo>
                      <a:pt x="797" y="41"/>
                      <a:pt x="774" y="43"/>
                      <a:pt x="751" y="44"/>
                    </a:cubicBezTo>
                    <a:cubicBezTo>
                      <a:pt x="728" y="46"/>
                      <a:pt x="705" y="47"/>
                      <a:pt x="682" y="48"/>
                    </a:cubicBezTo>
                    <a:cubicBezTo>
                      <a:pt x="660" y="49"/>
                      <a:pt x="638" y="50"/>
                      <a:pt x="615" y="51"/>
                    </a:cubicBezTo>
                    <a:cubicBezTo>
                      <a:pt x="593" y="52"/>
                      <a:pt x="571" y="52"/>
                      <a:pt x="548" y="52"/>
                    </a:cubicBezTo>
                    <a:cubicBezTo>
                      <a:pt x="525" y="52"/>
                      <a:pt x="503" y="53"/>
                      <a:pt x="481" y="54"/>
                    </a:cubicBezTo>
                    <a:cubicBezTo>
                      <a:pt x="458" y="56"/>
                      <a:pt x="434" y="59"/>
                      <a:pt x="410" y="60"/>
                    </a:cubicBezTo>
                    <a:cubicBezTo>
                      <a:pt x="389" y="62"/>
                      <a:pt x="367" y="64"/>
                      <a:pt x="346" y="66"/>
                    </a:cubicBezTo>
                    <a:cubicBezTo>
                      <a:pt x="323" y="68"/>
                      <a:pt x="300" y="70"/>
                      <a:pt x="276" y="72"/>
                    </a:cubicBezTo>
                    <a:cubicBezTo>
                      <a:pt x="265" y="73"/>
                      <a:pt x="254" y="74"/>
                      <a:pt x="243" y="75"/>
                    </a:cubicBezTo>
                    <a:cubicBezTo>
                      <a:pt x="231" y="75"/>
                      <a:pt x="221" y="77"/>
                      <a:pt x="210" y="77"/>
                    </a:cubicBezTo>
                    <a:cubicBezTo>
                      <a:pt x="203" y="77"/>
                      <a:pt x="196" y="78"/>
                      <a:pt x="188" y="78"/>
                    </a:cubicBezTo>
                    <a:cubicBezTo>
                      <a:pt x="182" y="78"/>
                      <a:pt x="176" y="78"/>
                      <a:pt x="169" y="78"/>
                    </a:cubicBezTo>
                    <a:cubicBezTo>
                      <a:pt x="154" y="78"/>
                      <a:pt x="139" y="77"/>
                      <a:pt x="124" y="77"/>
                    </a:cubicBezTo>
                    <a:cubicBezTo>
                      <a:pt x="122" y="76"/>
                      <a:pt x="120" y="76"/>
                      <a:pt x="117" y="77"/>
                    </a:cubicBezTo>
                    <a:cubicBezTo>
                      <a:pt x="117" y="100"/>
                      <a:pt x="111" y="123"/>
                      <a:pt x="106" y="146"/>
                    </a:cubicBezTo>
                    <a:cubicBezTo>
                      <a:pt x="102" y="157"/>
                      <a:pt x="99" y="168"/>
                      <a:pt x="95" y="179"/>
                    </a:cubicBezTo>
                    <a:cubicBezTo>
                      <a:pt x="92" y="189"/>
                      <a:pt x="88" y="199"/>
                      <a:pt x="85" y="208"/>
                    </a:cubicBezTo>
                    <a:cubicBezTo>
                      <a:pt x="78" y="226"/>
                      <a:pt x="70" y="244"/>
                      <a:pt x="62" y="262"/>
                    </a:cubicBezTo>
                    <a:cubicBezTo>
                      <a:pt x="55" y="279"/>
                      <a:pt x="48" y="296"/>
                      <a:pt x="43" y="314"/>
                    </a:cubicBezTo>
                    <a:cubicBezTo>
                      <a:pt x="40" y="323"/>
                      <a:pt x="37" y="332"/>
                      <a:pt x="36" y="341"/>
                    </a:cubicBezTo>
                    <a:cubicBezTo>
                      <a:pt x="36" y="342"/>
                      <a:pt x="35" y="343"/>
                      <a:pt x="35" y="345"/>
                    </a:cubicBezTo>
                    <a:cubicBezTo>
                      <a:pt x="35" y="350"/>
                      <a:pt x="35" y="355"/>
                      <a:pt x="35" y="360"/>
                    </a:cubicBezTo>
                    <a:cubicBezTo>
                      <a:pt x="33" y="364"/>
                      <a:pt x="30" y="369"/>
                      <a:pt x="25" y="370"/>
                    </a:cubicBezTo>
                    <a:cubicBezTo>
                      <a:pt x="25" y="370"/>
                      <a:pt x="24" y="370"/>
                      <a:pt x="23" y="370"/>
                    </a:cubicBezTo>
                    <a:cubicBezTo>
                      <a:pt x="19" y="370"/>
                      <a:pt x="16" y="367"/>
                      <a:pt x="14" y="3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" name="Google Shape;398;p3"/>
              <p:cNvSpPr/>
              <p:nvPr/>
            </p:nvSpPr>
            <p:spPr>
              <a:xfrm>
                <a:off x="2647080" y="637920"/>
                <a:ext cx="48600" cy="76680"/>
              </a:xfrm>
              <a:custGeom>
                <a:avLst/>
                <a:gdLst/>
                <a:ahLst/>
                <a:cxnLst/>
                <a:rect l="l" t="t" r="r" b="b"/>
                <a:pathLst>
                  <a:path w="135" h="213" extrusionOk="0">
                    <a:moveTo>
                      <a:pt x="24" y="205"/>
                    </a:moveTo>
                    <a:cubicBezTo>
                      <a:pt x="23" y="202"/>
                      <a:pt x="23" y="199"/>
                      <a:pt x="23" y="195"/>
                    </a:cubicBezTo>
                    <a:cubicBezTo>
                      <a:pt x="24" y="190"/>
                      <a:pt x="30" y="187"/>
                      <a:pt x="35" y="187"/>
                    </a:cubicBezTo>
                    <a:cubicBezTo>
                      <a:pt x="37" y="187"/>
                      <a:pt x="38" y="188"/>
                      <a:pt x="39" y="188"/>
                    </a:cubicBezTo>
                    <a:cubicBezTo>
                      <a:pt x="41" y="187"/>
                      <a:pt x="44" y="187"/>
                      <a:pt x="46" y="185"/>
                    </a:cubicBezTo>
                    <a:cubicBezTo>
                      <a:pt x="48" y="184"/>
                      <a:pt x="51" y="182"/>
                      <a:pt x="54" y="180"/>
                    </a:cubicBezTo>
                    <a:cubicBezTo>
                      <a:pt x="57" y="178"/>
                      <a:pt x="60" y="175"/>
                      <a:pt x="63" y="173"/>
                    </a:cubicBezTo>
                    <a:cubicBezTo>
                      <a:pt x="65" y="171"/>
                      <a:pt x="68" y="168"/>
                      <a:pt x="70" y="166"/>
                    </a:cubicBezTo>
                    <a:cubicBezTo>
                      <a:pt x="72" y="164"/>
                      <a:pt x="73" y="163"/>
                      <a:pt x="74" y="161"/>
                    </a:cubicBezTo>
                    <a:cubicBezTo>
                      <a:pt x="74" y="160"/>
                      <a:pt x="75" y="159"/>
                      <a:pt x="76" y="157"/>
                    </a:cubicBezTo>
                    <a:cubicBezTo>
                      <a:pt x="77" y="154"/>
                      <a:pt x="79" y="150"/>
                      <a:pt x="80" y="147"/>
                    </a:cubicBezTo>
                    <a:cubicBezTo>
                      <a:pt x="83" y="136"/>
                      <a:pt x="86" y="127"/>
                      <a:pt x="88" y="116"/>
                    </a:cubicBezTo>
                    <a:cubicBezTo>
                      <a:pt x="89" y="108"/>
                      <a:pt x="91" y="101"/>
                      <a:pt x="92" y="93"/>
                    </a:cubicBezTo>
                    <a:cubicBezTo>
                      <a:pt x="92" y="94"/>
                      <a:pt x="92" y="94"/>
                      <a:pt x="92" y="94"/>
                    </a:cubicBezTo>
                    <a:cubicBezTo>
                      <a:pt x="82" y="103"/>
                      <a:pt x="72" y="111"/>
                      <a:pt x="61" y="118"/>
                    </a:cubicBezTo>
                    <a:cubicBezTo>
                      <a:pt x="45" y="128"/>
                      <a:pt x="18" y="138"/>
                      <a:pt x="5" y="117"/>
                    </a:cubicBezTo>
                    <a:cubicBezTo>
                      <a:pt x="3" y="113"/>
                      <a:pt x="1" y="108"/>
                      <a:pt x="0" y="104"/>
                    </a:cubicBezTo>
                    <a:cubicBezTo>
                      <a:pt x="0" y="98"/>
                      <a:pt x="2" y="93"/>
                      <a:pt x="4" y="88"/>
                    </a:cubicBezTo>
                    <a:cubicBezTo>
                      <a:pt x="7" y="81"/>
                      <a:pt x="11" y="75"/>
                      <a:pt x="14" y="69"/>
                    </a:cubicBezTo>
                    <a:cubicBezTo>
                      <a:pt x="19" y="62"/>
                      <a:pt x="24" y="56"/>
                      <a:pt x="30" y="50"/>
                    </a:cubicBezTo>
                    <a:cubicBezTo>
                      <a:pt x="35" y="43"/>
                      <a:pt x="42" y="36"/>
                      <a:pt x="48" y="30"/>
                    </a:cubicBezTo>
                    <a:cubicBezTo>
                      <a:pt x="56" y="23"/>
                      <a:pt x="65" y="16"/>
                      <a:pt x="74" y="11"/>
                    </a:cubicBezTo>
                    <a:cubicBezTo>
                      <a:pt x="83" y="5"/>
                      <a:pt x="92" y="1"/>
                      <a:pt x="103" y="1"/>
                    </a:cubicBezTo>
                    <a:cubicBezTo>
                      <a:pt x="112" y="0"/>
                      <a:pt x="122" y="1"/>
                      <a:pt x="128" y="9"/>
                    </a:cubicBezTo>
                    <a:cubicBezTo>
                      <a:pt x="130" y="12"/>
                      <a:pt x="133" y="15"/>
                      <a:pt x="133" y="19"/>
                    </a:cubicBezTo>
                    <a:cubicBezTo>
                      <a:pt x="134" y="25"/>
                      <a:pt x="133" y="29"/>
                      <a:pt x="132" y="34"/>
                    </a:cubicBezTo>
                    <a:cubicBezTo>
                      <a:pt x="130" y="40"/>
                      <a:pt x="129" y="45"/>
                      <a:pt x="126" y="50"/>
                    </a:cubicBezTo>
                    <a:cubicBezTo>
                      <a:pt x="124" y="54"/>
                      <a:pt x="119" y="56"/>
                      <a:pt x="115" y="55"/>
                    </a:cubicBezTo>
                    <a:cubicBezTo>
                      <a:pt x="111" y="55"/>
                      <a:pt x="106" y="51"/>
                      <a:pt x="105" y="47"/>
                    </a:cubicBezTo>
                    <a:cubicBezTo>
                      <a:pt x="105" y="43"/>
                      <a:pt x="106" y="40"/>
                      <a:pt x="107" y="36"/>
                    </a:cubicBezTo>
                    <a:cubicBezTo>
                      <a:pt x="107" y="33"/>
                      <a:pt x="109" y="30"/>
                      <a:pt x="111" y="29"/>
                    </a:cubicBezTo>
                    <a:cubicBezTo>
                      <a:pt x="111" y="27"/>
                      <a:pt x="112" y="26"/>
                      <a:pt x="112" y="25"/>
                    </a:cubicBezTo>
                    <a:lnTo>
                      <a:pt x="112" y="24"/>
                    </a:lnTo>
                    <a:lnTo>
                      <a:pt x="112" y="23"/>
                    </a:lnTo>
                    <a:cubicBezTo>
                      <a:pt x="111" y="23"/>
                      <a:pt x="111" y="22"/>
                      <a:pt x="111" y="22"/>
                    </a:cubicBezTo>
                    <a:cubicBezTo>
                      <a:pt x="111" y="22"/>
                      <a:pt x="111" y="23"/>
                      <a:pt x="112" y="23"/>
                    </a:cubicBezTo>
                    <a:cubicBezTo>
                      <a:pt x="111" y="23"/>
                      <a:pt x="111" y="22"/>
                      <a:pt x="111" y="22"/>
                    </a:cubicBezTo>
                    <a:lnTo>
                      <a:pt x="110" y="22"/>
                    </a:lnTo>
                    <a:cubicBezTo>
                      <a:pt x="109" y="22"/>
                      <a:pt x="109" y="22"/>
                      <a:pt x="109" y="22"/>
                    </a:cubicBezTo>
                    <a:cubicBezTo>
                      <a:pt x="108" y="22"/>
                      <a:pt x="108" y="22"/>
                      <a:pt x="108" y="22"/>
                    </a:cubicBezTo>
                    <a:cubicBezTo>
                      <a:pt x="106" y="22"/>
                      <a:pt x="105" y="22"/>
                      <a:pt x="104" y="22"/>
                    </a:cubicBezTo>
                    <a:cubicBezTo>
                      <a:pt x="102" y="22"/>
                      <a:pt x="102" y="22"/>
                      <a:pt x="101" y="22"/>
                    </a:cubicBezTo>
                    <a:cubicBezTo>
                      <a:pt x="98" y="23"/>
                      <a:pt x="97" y="23"/>
                      <a:pt x="94" y="24"/>
                    </a:cubicBezTo>
                    <a:cubicBezTo>
                      <a:pt x="91" y="25"/>
                      <a:pt x="88" y="26"/>
                      <a:pt x="86" y="28"/>
                    </a:cubicBezTo>
                    <a:cubicBezTo>
                      <a:pt x="83" y="30"/>
                      <a:pt x="80" y="32"/>
                      <a:pt x="77" y="33"/>
                    </a:cubicBezTo>
                    <a:cubicBezTo>
                      <a:pt x="72" y="37"/>
                      <a:pt x="67" y="40"/>
                      <a:pt x="63" y="44"/>
                    </a:cubicBezTo>
                    <a:cubicBezTo>
                      <a:pt x="58" y="50"/>
                      <a:pt x="52" y="55"/>
                      <a:pt x="46" y="61"/>
                    </a:cubicBezTo>
                    <a:cubicBezTo>
                      <a:pt x="44" y="65"/>
                      <a:pt x="41" y="68"/>
                      <a:pt x="39" y="71"/>
                    </a:cubicBezTo>
                    <a:cubicBezTo>
                      <a:pt x="37" y="74"/>
                      <a:pt x="34" y="78"/>
                      <a:pt x="32" y="80"/>
                    </a:cubicBezTo>
                    <a:cubicBezTo>
                      <a:pt x="30" y="85"/>
                      <a:pt x="27" y="89"/>
                      <a:pt x="25" y="93"/>
                    </a:cubicBezTo>
                    <a:cubicBezTo>
                      <a:pt x="24" y="95"/>
                      <a:pt x="23" y="97"/>
                      <a:pt x="23" y="100"/>
                    </a:cubicBezTo>
                    <a:cubicBezTo>
                      <a:pt x="22" y="100"/>
                      <a:pt x="22" y="100"/>
                      <a:pt x="22" y="101"/>
                    </a:cubicBezTo>
                    <a:cubicBezTo>
                      <a:pt x="22" y="102"/>
                      <a:pt x="22" y="102"/>
                      <a:pt x="22" y="102"/>
                    </a:cubicBezTo>
                    <a:lnTo>
                      <a:pt x="22" y="103"/>
                    </a:lnTo>
                    <a:lnTo>
                      <a:pt x="23" y="103"/>
                    </a:lnTo>
                    <a:cubicBezTo>
                      <a:pt x="23" y="104"/>
                      <a:pt x="23" y="104"/>
                      <a:pt x="23" y="104"/>
                    </a:cubicBezTo>
                    <a:cubicBezTo>
                      <a:pt x="23" y="105"/>
                      <a:pt x="23" y="105"/>
                      <a:pt x="24" y="106"/>
                    </a:cubicBezTo>
                    <a:cubicBezTo>
                      <a:pt x="24" y="106"/>
                      <a:pt x="24" y="107"/>
                      <a:pt x="25" y="107"/>
                    </a:cubicBezTo>
                    <a:cubicBezTo>
                      <a:pt x="25" y="108"/>
                      <a:pt x="25" y="108"/>
                      <a:pt x="26" y="108"/>
                    </a:cubicBezTo>
                    <a:cubicBezTo>
                      <a:pt x="27" y="108"/>
                      <a:pt x="27" y="108"/>
                      <a:pt x="27" y="108"/>
                    </a:cubicBezTo>
                    <a:cubicBezTo>
                      <a:pt x="28" y="108"/>
                      <a:pt x="28" y="108"/>
                      <a:pt x="29" y="108"/>
                    </a:cubicBezTo>
                    <a:cubicBezTo>
                      <a:pt x="31" y="108"/>
                      <a:pt x="32" y="107"/>
                      <a:pt x="34" y="107"/>
                    </a:cubicBezTo>
                    <a:cubicBezTo>
                      <a:pt x="35" y="107"/>
                      <a:pt x="37" y="106"/>
                      <a:pt x="38" y="106"/>
                    </a:cubicBezTo>
                    <a:cubicBezTo>
                      <a:pt x="40" y="105"/>
                      <a:pt x="43" y="104"/>
                      <a:pt x="45" y="103"/>
                    </a:cubicBezTo>
                    <a:cubicBezTo>
                      <a:pt x="50" y="100"/>
                      <a:pt x="54" y="97"/>
                      <a:pt x="58" y="94"/>
                    </a:cubicBezTo>
                    <a:cubicBezTo>
                      <a:pt x="65" y="89"/>
                      <a:pt x="72" y="83"/>
                      <a:pt x="79" y="78"/>
                    </a:cubicBezTo>
                    <a:cubicBezTo>
                      <a:pt x="84" y="73"/>
                      <a:pt x="88" y="68"/>
                      <a:pt x="92" y="64"/>
                    </a:cubicBezTo>
                    <a:cubicBezTo>
                      <a:pt x="93" y="62"/>
                      <a:pt x="94" y="61"/>
                      <a:pt x="95" y="60"/>
                    </a:cubicBezTo>
                    <a:cubicBezTo>
                      <a:pt x="97" y="58"/>
                      <a:pt x="99" y="57"/>
                      <a:pt x="100" y="56"/>
                    </a:cubicBezTo>
                    <a:cubicBezTo>
                      <a:pt x="106" y="52"/>
                      <a:pt x="114" y="55"/>
                      <a:pt x="116" y="62"/>
                    </a:cubicBezTo>
                    <a:cubicBezTo>
                      <a:pt x="117" y="65"/>
                      <a:pt x="118" y="68"/>
                      <a:pt x="118" y="71"/>
                    </a:cubicBezTo>
                    <a:cubicBezTo>
                      <a:pt x="117" y="75"/>
                      <a:pt x="116" y="78"/>
                      <a:pt x="116" y="82"/>
                    </a:cubicBezTo>
                    <a:cubicBezTo>
                      <a:pt x="115" y="86"/>
                      <a:pt x="115" y="89"/>
                      <a:pt x="113" y="93"/>
                    </a:cubicBezTo>
                    <a:cubicBezTo>
                      <a:pt x="112" y="99"/>
                      <a:pt x="112" y="104"/>
                      <a:pt x="110" y="109"/>
                    </a:cubicBezTo>
                    <a:cubicBezTo>
                      <a:pt x="108" y="121"/>
                      <a:pt x="105" y="132"/>
                      <a:pt x="102" y="144"/>
                    </a:cubicBezTo>
                    <a:cubicBezTo>
                      <a:pt x="99" y="153"/>
                      <a:pt x="97" y="163"/>
                      <a:pt x="92" y="172"/>
                    </a:cubicBezTo>
                    <a:cubicBezTo>
                      <a:pt x="86" y="182"/>
                      <a:pt x="76" y="190"/>
                      <a:pt x="67" y="198"/>
                    </a:cubicBezTo>
                    <a:cubicBezTo>
                      <a:pt x="62" y="201"/>
                      <a:pt x="57" y="204"/>
                      <a:pt x="52" y="207"/>
                    </a:cubicBezTo>
                    <a:cubicBezTo>
                      <a:pt x="49" y="209"/>
                      <a:pt x="45" y="210"/>
                      <a:pt x="41" y="211"/>
                    </a:cubicBezTo>
                    <a:cubicBezTo>
                      <a:pt x="39" y="211"/>
                      <a:pt x="38" y="212"/>
                      <a:pt x="37" y="212"/>
                    </a:cubicBezTo>
                    <a:cubicBezTo>
                      <a:pt x="32" y="212"/>
                      <a:pt x="27" y="209"/>
                      <a:pt x="24" y="2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" name="Google Shape;399;p3"/>
              <p:cNvSpPr/>
              <p:nvPr/>
            </p:nvSpPr>
            <p:spPr>
              <a:xfrm>
                <a:off x="2704680" y="662760"/>
                <a:ext cx="16560" cy="40320"/>
              </a:xfrm>
              <a:custGeom>
                <a:avLst/>
                <a:gdLst/>
                <a:ahLst/>
                <a:cxnLst/>
                <a:rect l="l" t="t" r="r" b="b"/>
                <a:pathLst>
                  <a:path w="46" h="112" extrusionOk="0">
                    <a:moveTo>
                      <a:pt x="23" y="105"/>
                    </a:moveTo>
                    <a:cubicBezTo>
                      <a:pt x="21" y="101"/>
                      <a:pt x="19" y="96"/>
                      <a:pt x="18" y="92"/>
                    </a:cubicBezTo>
                    <a:cubicBezTo>
                      <a:pt x="13" y="78"/>
                      <a:pt x="8" y="65"/>
                      <a:pt x="5" y="51"/>
                    </a:cubicBezTo>
                    <a:lnTo>
                      <a:pt x="5" y="52"/>
                    </a:lnTo>
                    <a:cubicBezTo>
                      <a:pt x="4" y="49"/>
                      <a:pt x="3" y="46"/>
                      <a:pt x="2" y="43"/>
                    </a:cubicBezTo>
                    <a:cubicBezTo>
                      <a:pt x="3" y="44"/>
                      <a:pt x="3" y="44"/>
                      <a:pt x="3" y="45"/>
                    </a:cubicBezTo>
                    <a:cubicBezTo>
                      <a:pt x="2" y="39"/>
                      <a:pt x="1" y="32"/>
                      <a:pt x="0" y="27"/>
                    </a:cubicBezTo>
                    <a:cubicBezTo>
                      <a:pt x="0" y="23"/>
                      <a:pt x="0" y="20"/>
                      <a:pt x="1" y="16"/>
                    </a:cubicBezTo>
                    <a:cubicBezTo>
                      <a:pt x="1" y="12"/>
                      <a:pt x="2" y="9"/>
                      <a:pt x="4" y="6"/>
                    </a:cubicBezTo>
                    <a:cubicBezTo>
                      <a:pt x="5" y="4"/>
                      <a:pt x="8" y="2"/>
                      <a:pt x="11" y="2"/>
                    </a:cubicBezTo>
                    <a:cubicBezTo>
                      <a:pt x="13" y="0"/>
                      <a:pt x="17" y="1"/>
                      <a:pt x="20" y="3"/>
                    </a:cubicBezTo>
                    <a:cubicBezTo>
                      <a:pt x="23" y="5"/>
                      <a:pt x="26" y="10"/>
                      <a:pt x="26" y="15"/>
                    </a:cubicBezTo>
                    <a:cubicBezTo>
                      <a:pt x="26" y="18"/>
                      <a:pt x="24" y="21"/>
                      <a:pt x="22" y="23"/>
                    </a:cubicBezTo>
                    <a:cubicBezTo>
                      <a:pt x="22" y="25"/>
                      <a:pt x="22" y="27"/>
                      <a:pt x="22" y="30"/>
                    </a:cubicBezTo>
                    <a:cubicBezTo>
                      <a:pt x="23" y="35"/>
                      <a:pt x="24" y="42"/>
                      <a:pt x="26" y="48"/>
                    </a:cubicBezTo>
                    <a:cubicBezTo>
                      <a:pt x="27" y="52"/>
                      <a:pt x="28" y="57"/>
                      <a:pt x="29" y="62"/>
                    </a:cubicBezTo>
                    <a:cubicBezTo>
                      <a:pt x="31" y="67"/>
                      <a:pt x="33" y="72"/>
                      <a:pt x="34" y="77"/>
                    </a:cubicBezTo>
                    <a:cubicBezTo>
                      <a:pt x="37" y="83"/>
                      <a:pt x="40" y="90"/>
                      <a:pt x="43" y="96"/>
                    </a:cubicBezTo>
                    <a:cubicBezTo>
                      <a:pt x="45" y="102"/>
                      <a:pt x="43" y="108"/>
                      <a:pt x="37" y="111"/>
                    </a:cubicBezTo>
                    <a:cubicBezTo>
                      <a:pt x="36" y="111"/>
                      <a:pt x="34" y="111"/>
                      <a:pt x="33" y="111"/>
                    </a:cubicBezTo>
                    <a:cubicBezTo>
                      <a:pt x="29" y="111"/>
                      <a:pt x="25" y="109"/>
                      <a:pt x="23" y="1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0" name="Google Shape;400;p3"/>
              <p:cNvSpPr/>
              <p:nvPr/>
            </p:nvSpPr>
            <p:spPr>
              <a:xfrm>
                <a:off x="2687040" y="675360"/>
                <a:ext cx="45720" cy="50760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41" extrusionOk="0">
                    <a:moveTo>
                      <a:pt x="7" y="138"/>
                    </a:moveTo>
                    <a:cubicBezTo>
                      <a:pt x="2" y="136"/>
                      <a:pt x="0" y="129"/>
                      <a:pt x="3" y="124"/>
                    </a:cubicBezTo>
                    <a:cubicBezTo>
                      <a:pt x="9" y="113"/>
                      <a:pt x="15" y="102"/>
                      <a:pt x="22" y="92"/>
                    </a:cubicBezTo>
                    <a:cubicBezTo>
                      <a:pt x="25" y="87"/>
                      <a:pt x="28" y="83"/>
                      <a:pt x="31" y="78"/>
                    </a:cubicBezTo>
                    <a:cubicBezTo>
                      <a:pt x="34" y="73"/>
                      <a:pt x="37" y="68"/>
                      <a:pt x="41" y="63"/>
                    </a:cubicBezTo>
                    <a:cubicBezTo>
                      <a:pt x="44" y="59"/>
                      <a:pt x="47" y="54"/>
                      <a:pt x="51" y="49"/>
                    </a:cubicBezTo>
                    <a:cubicBezTo>
                      <a:pt x="54" y="45"/>
                      <a:pt x="59" y="40"/>
                      <a:pt x="62" y="35"/>
                    </a:cubicBezTo>
                    <a:cubicBezTo>
                      <a:pt x="67" y="30"/>
                      <a:pt x="71" y="25"/>
                      <a:pt x="76" y="20"/>
                    </a:cubicBezTo>
                    <a:cubicBezTo>
                      <a:pt x="81" y="14"/>
                      <a:pt x="87" y="9"/>
                      <a:pt x="94" y="5"/>
                    </a:cubicBezTo>
                    <a:cubicBezTo>
                      <a:pt x="99" y="2"/>
                      <a:pt x="105" y="0"/>
                      <a:pt x="112" y="0"/>
                    </a:cubicBezTo>
                    <a:cubicBezTo>
                      <a:pt x="114" y="1"/>
                      <a:pt x="117" y="2"/>
                      <a:pt x="119" y="3"/>
                    </a:cubicBezTo>
                    <a:cubicBezTo>
                      <a:pt x="125" y="6"/>
                      <a:pt x="126" y="14"/>
                      <a:pt x="123" y="20"/>
                    </a:cubicBezTo>
                    <a:cubicBezTo>
                      <a:pt x="119" y="24"/>
                      <a:pt x="113" y="25"/>
                      <a:pt x="108" y="23"/>
                    </a:cubicBezTo>
                    <a:lnTo>
                      <a:pt x="107" y="23"/>
                    </a:lnTo>
                    <a:lnTo>
                      <a:pt x="108" y="23"/>
                    </a:lnTo>
                    <a:lnTo>
                      <a:pt x="107" y="23"/>
                    </a:lnTo>
                    <a:lnTo>
                      <a:pt x="106" y="23"/>
                    </a:lnTo>
                    <a:lnTo>
                      <a:pt x="107" y="23"/>
                    </a:lnTo>
                    <a:lnTo>
                      <a:pt x="108" y="23"/>
                    </a:lnTo>
                    <a:cubicBezTo>
                      <a:pt x="107" y="23"/>
                      <a:pt x="107" y="23"/>
                      <a:pt x="106" y="23"/>
                    </a:cubicBezTo>
                    <a:cubicBezTo>
                      <a:pt x="106" y="23"/>
                      <a:pt x="105" y="23"/>
                      <a:pt x="105" y="24"/>
                    </a:cubicBezTo>
                    <a:cubicBezTo>
                      <a:pt x="103" y="24"/>
                      <a:pt x="102" y="25"/>
                      <a:pt x="101" y="26"/>
                    </a:cubicBezTo>
                    <a:lnTo>
                      <a:pt x="102" y="25"/>
                    </a:lnTo>
                    <a:cubicBezTo>
                      <a:pt x="100" y="27"/>
                      <a:pt x="98" y="28"/>
                      <a:pt x="97" y="30"/>
                    </a:cubicBezTo>
                    <a:cubicBezTo>
                      <a:pt x="91" y="35"/>
                      <a:pt x="85" y="42"/>
                      <a:pt x="79" y="48"/>
                    </a:cubicBezTo>
                    <a:cubicBezTo>
                      <a:pt x="74" y="55"/>
                      <a:pt x="68" y="61"/>
                      <a:pt x="63" y="67"/>
                    </a:cubicBezTo>
                    <a:cubicBezTo>
                      <a:pt x="61" y="71"/>
                      <a:pt x="59" y="74"/>
                      <a:pt x="56" y="77"/>
                    </a:cubicBezTo>
                    <a:cubicBezTo>
                      <a:pt x="53" y="82"/>
                      <a:pt x="50" y="86"/>
                      <a:pt x="48" y="90"/>
                    </a:cubicBezTo>
                    <a:cubicBezTo>
                      <a:pt x="38" y="105"/>
                      <a:pt x="29" y="119"/>
                      <a:pt x="22" y="134"/>
                    </a:cubicBezTo>
                    <a:cubicBezTo>
                      <a:pt x="20" y="138"/>
                      <a:pt x="16" y="140"/>
                      <a:pt x="13" y="140"/>
                    </a:cubicBezTo>
                    <a:cubicBezTo>
                      <a:pt x="11" y="140"/>
                      <a:pt x="9" y="139"/>
                      <a:pt x="7" y="1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1" name="Google Shape;401;p3"/>
              <p:cNvSpPr/>
              <p:nvPr/>
            </p:nvSpPr>
            <p:spPr>
              <a:xfrm>
                <a:off x="2740320" y="641160"/>
                <a:ext cx="40320" cy="3816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06" extrusionOk="0">
                    <a:moveTo>
                      <a:pt x="42" y="27"/>
                    </a:moveTo>
                    <a:cubicBezTo>
                      <a:pt x="42" y="26"/>
                      <a:pt x="42" y="26"/>
                      <a:pt x="42" y="25"/>
                    </a:cubicBezTo>
                    <a:lnTo>
                      <a:pt x="41" y="24"/>
                    </a:lnTo>
                    <a:cubicBezTo>
                      <a:pt x="41" y="24"/>
                      <a:pt x="41" y="23"/>
                      <a:pt x="40" y="23"/>
                    </a:cubicBezTo>
                    <a:cubicBezTo>
                      <a:pt x="40" y="22"/>
                      <a:pt x="40" y="22"/>
                      <a:pt x="39" y="22"/>
                    </a:cubicBezTo>
                    <a:cubicBezTo>
                      <a:pt x="40" y="22"/>
                      <a:pt x="40" y="22"/>
                      <a:pt x="40" y="22"/>
                    </a:cubicBezTo>
                    <a:lnTo>
                      <a:pt x="39" y="22"/>
                    </a:lnTo>
                    <a:lnTo>
                      <a:pt x="38" y="22"/>
                    </a:lnTo>
                    <a:cubicBezTo>
                      <a:pt x="37" y="22"/>
                      <a:pt x="37" y="22"/>
                      <a:pt x="37" y="22"/>
                    </a:cubicBezTo>
                    <a:cubicBezTo>
                      <a:pt x="36" y="22"/>
                      <a:pt x="36" y="22"/>
                      <a:pt x="36" y="22"/>
                    </a:cubicBezTo>
                    <a:cubicBezTo>
                      <a:pt x="35" y="22"/>
                      <a:pt x="34" y="22"/>
                      <a:pt x="33" y="23"/>
                    </a:cubicBezTo>
                    <a:cubicBezTo>
                      <a:pt x="32" y="23"/>
                      <a:pt x="30" y="24"/>
                      <a:pt x="29" y="24"/>
                    </a:cubicBezTo>
                    <a:lnTo>
                      <a:pt x="28" y="25"/>
                    </a:lnTo>
                    <a:cubicBezTo>
                      <a:pt x="27" y="26"/>
                      <a:pt x="26" y="26"/>
                      <a:pt x="26" y="26"/>
                    </a:cubicBezTo>
                    <a:cubicBezTo>
                      <a:pt x="28" y="26"/>
                      <a:pt x="29" y="26"/>
                      <a:pt x="30" y="27"/>
                    </a:cubicBezTo>
                    <a:cubicBezTo>
                      <a:pt x="34" y="27"/>
                      <a:pt x="38" y="27"/>
                      <a:pt x="42" y="27"/>
                    </a:cubicBezTo>
                    <a:moveTo>
                      <a:pt x="54" y="105"/>
                    </a:moveTo>
                    <a:cubicBezTo>
                      <a:pt x="47" y="105"/>
                      <a:pt x="39" y="104"/>
                      <a:pt x="33" y="102"/>
                    </a:cubicBezTo>
                    <a:cubicBezTo>
                      <a:pt x="27" y="100"/>
                      <a:pt x="21" y="94"/>
                      <a:pt x="20" y="88"/>
                    </a:cubicBezTo>
                    <a:cubicBezTo>
                      <a:pt x="19" y="84"/>
                      <a:pt x="19" y="81"/>
                      <a:pt x="21" y="77"/>
                    </a:cubicBezTo>
                    <a:cubicBezTo>
                      <a:pt x="22" y="75"/>
                      <a:pt x="23" y="72"/>
                      <a:pt x="26" y="70"/>
                    </a:cubicBezTo>
                    <a:cubicBezTo>
                      <a:pt x="28" y="68"/>
                      <a:pt x="29" y="65"/>
                      <a:pt x="32" y="62"/>
                    </a:cubicBezTo>
                    <a:cubicBezTo>
                      <a:pt x="33" y="60"/>
                      <a:pt x="34" y="58"/>
                      <a:pt x="35" y="55"/>
                    </a:cubicBezTo>
                    <a:cubicBezTo>
                      <a:pt x="36" y="53"/>
                      <a:pt x="37" y="51"/>
                      <a:pt x="38" y="48"/>
                    </a:cubicBezTo>
                    <a:cubicBezTo>
                      <a:pt x="35" y="48"/>
                      <a:pt x="32" y="48"/>
                      <a:pt x="28" y="48"/>
                    </a:cubicBezTo>
                    <a:cubicBezTo>
                      <a:pt x="25" y="48"/>
                      <a:pt x="21" y="48"/>
                      <a:pt x="17" y="47"/>
                    </a:cubicBezTo>
                    <a:cubicBezTo>
                      <a:pt x="12" y="46"/>
                      <a:pt x="7" y="43"/>
                      <a:pt x="4" y="38"/>
                    </a:cubicBezTo>
                    <a:cubicBezTo>
                      <a:pt x="1" y="34"/>
                      <a:pt x="0" y="28"/>
                      <a:pt x="2" y="23"/>
                    </a:cubicBezTo>
                    <a:cubicBezTo>
                      <a:pt x="5" y="17"/>
                      <a:pt x="8" y="13"/>
                      <a:pt x="12" y="9"/>
                    </a:cubicBezTo>
                    <a:cubicBezTo>
                      <a:pt x="16" y="6"/>
                      <a:pt x="22" y="3"/>
                      <a:pt x="27" y="1"/>
                    </a:cubicBezTo>
                    <a:cubicBezTo>
                      <a:pt x="33" y="0"/>
                      <a:pt x="39" y="0"/>
                      <a:pt x="46" y="1"/>
                    </a:cubicBezTo>
                    <a:cubicBezTo>
                      <a:pt x="51" y="2"/>
                      <a:pt x="55" y="6"/>
                      <a:pt x="58" y="11"/>
                    </a:cubicBezTo>
                    <a:cubicBezTo>
                      <a:pt x="62" y="16"/>
                      <a:pt x="64" y="22"/>
                      <a:pt x="64" y="27"/>
                    </a:cubicBezTo>
                    <a:cubicBezTo>
                      <a:pt x="65" y="38"/>
                      <a:pt x="61" y="48"/>
                      <a:pt x="57" y="59"/>
                    </a:cubicBezTo>
                    <a:cubicBezTo>
                      <a:pt x="56" y="64"/>
                      <a:pt x="54" y="68"/>
                      <a:pt x="51" y="72"/>
                    </a:cubicBezTo>
                    <a:cubicBezTo>
                      <a:pt x="50" y="74"/>
                      <a:pt x="49" y="76"/>
                      <a:pt x="47" y="79"/>
                    </a:cubicBezTo>
                    <a:cubicBezTo>
                      <a:pt x="46" y="80"/>
                      <a:pt x="45" y="82"/>
                      <a:pt x="44" y="83"/>
                    </a:cubicBezTo>
                    <a:cubicBezTo>
                      <a:pt x="49" y="83"/>
                      <a:pt x="52" y="84"/>
                      <a:pt x="56" y="84"/>
                    </a:cubicBezTo>
                    <a:lnTo>
                      <a:pt x="55" y="84"/>
                    </a:lnTo>
                    <a:cubicBezTo>
                      <a:pt x="70" y="84"/>
                      <a:pt x="85" y="84"/>
                      <a:pt x="100" y="83"/>
                    </a:cubicBezTo>
                    <a:cubicBezTo>
                      <a:pt x="106" y="82"/>
                      <a:pt x="111" y="87"/>
                      <a:pt x="111" y="93"/>
                    </a:cubicBezTo>
                    <a:cubicBezTo>
                      <a:pt x="111" y="98"/>
                      <a:pt x="107" y="103"/>
                      <a:pt x="101" y="103"/>
                    </a:cubicBezTo>
                    <a:cubicBezTo>
                      <a:pt x="87" y="104"/>
                      <a:pt x="73" y="105"/>
                      <a:pt x="59" y="105"/>
                    </a:cubicBezTo>
                    <a:cubicBezTo>
                      <a:pt x="57" y="105"/>
                      <a:pt x="55" y="105"/>
                      <a:pt x="54" y="1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" name="Google Shape;402;p3"/>
              <p:cNvSpPr/>
              <p:nvPr/>
            </p:nvSpPr>
            <p:spPr>
              <a:xfrm>
                <a:off x="2778840" y="667440"/>
                <a:ext cx="2520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70" h="33" extrusionOk="0">
                    <a:moveTo>
                      <a:pt x="41" y="32"/>
                    </a:moveTo>
                    <a:cubicBezTo>
                      <a:pt x="35" y="32"/>
                      <a:pt x="30" y="31"/>
                      <a:pt x="25" y="30"/>
                    </a:cubicBezTo>
                    <a:cubicBezTo>
                      <a:pt x="20" y="29"/>
                      <a:pt x="16" y="28"/>
                      <a:pt x="11" y="26"/>
                    </a:cubicBezTo>
                    <a:cubicBezTo>
                      <a:pt x="8" y="25"/>
                      <a:pt x="6" y="24"/>
                      <a:pt x="4" y="22"/>
                    </a:cubicBezTo>
                    <a:cubicBezTo>
                      <a:pt x="2" y="19"/>
                      <a:pt x="1" y="17"/>
                      <a:pt x="1" y="15"/>
                    </a:cubicBezTo>
                    <a:cubicBezTo>
                      <a:pt x="0" y="11"/>
                      <a:pt x="2" y="7"/>
                      <a:pt x="5" y="4"/>
                    </a:cubicBezTo>
                    <a:cubicBezTo>
                      <a:pt x="6" y="3"/>
                      <a:pt x="8" y="3"/>
                      <a:pt x="10" y="2"/>
                    </a:cubicBezTo>
                    <a:cubicBezTo>
                      <a:pt x="15" y="0"/>
                      <a:pt x="20" y="3"/>
                      <a:pt x="23" y="7"/>
                    </a:cubicBezTo>
                    <a:cubicBezTo>
                      <a:pt x="27" y="8"/>
                      <a:pt x="30" y="9"/>
                      <a:pt x="34" y="10"/>
                    </a:cubicBezTo>
                    <a:cubicBezTo>
                      <a:pt x="37" y="10"/>
                      <a:pt x="40" y="11"/>
                      <a:pt x="42" y="11"/>
                    </a:cubicBezTo>
                    <a:cubicBezTo>
                      <a:pt x="46" y="11"/>
                      <a:pt x="49" y="11"/>
                      <a:pt x="53" y="11"/>
                    </a:cubicBezTo>
                    <a:cubicBezTo>
                      <a:pt x="54" y="10"/>
                      <a:pt x="55" y="10"/>
                      <a:pt x="56" y="10"/>
                    </a:cubicBezTo>
                    <a:cubicBezTo>
                      <a:pt x="62" y="10"/>
                      <a:pt x="67" y="13"/>
                      <a:pt x="68" y="19"/>
                    </a:cubicBezTo>
                    <a:cubicBezTo>
                      <a:pt x="69" y="24"/>
                      <a:pt x="65" y="31"/>
                      <a:pt x="59" y="31"/>
                    </a:cubicBezTo>
                    <a:cubicBezTo>
                      <a:pt x="54" y="32"/>
                      <a:pt x="49" y="32"/>
                      <a:pt x="44" y="32"/>
                    </a:cubicBezTo>
                    <a:cubicBezTo>
                      <a:pt x="42" y="32"/>
                      <a:pt x="41" y="32"/>
                      <a:pt x="41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3" name="Google Shape;403;p3"/>
              <p:cNvSpPr/>
              <p:nvPr/>
            </p:nvSpPr>
            <p:spPr>
              <a:xfrm>
                <a:off x="2785320" y="643320"/>
                <a:ext cx="32760" cy="56520"/>
              </a:xfrm>
              <a:custGeom>
                <a:avLst/>
                <a:gdLst/>
                <a:ahLst/>
                <a:cxnLst/>
                <a:rect l="l" t="t" r="r" b="b"/>
                <a:pathLst>
                  <a:path w="91" h="157" extrusionOk="0">
                    <a:moveTo>
                      <a:pt x="10" y="155"/>
                    </a:moveTo>
                    <a:cubicBezTo>
                      <a:pt x="4" y="154"/>
                      <a:pt x="0" y="148"/>
                      <a:pt x="2" y="143"/>
                    </a:cubicBezTo>
                    <a:cubicBezTo>
                      <a:pt x="8" y="121"/>
                      <a:pt x="16" y="101"/>
                      <a:pt x="24" y="81"/>
                    </a:cubicBezTo>
                    <a:cubicBezTo>
                      <a:pt x="27" y="75"/>
                      <a:pt x="29" y="70"/>
                      <a:pt x="31" y="65"/>
                    </a:cubicBezTo>
                    <a:cubicBezTo>
                      <a:pt x="33" y="60"/>
                      <a:pt x="35" y="56"/>
                      <a:pt x="38" y="51"/>
                    </a:cubicBezTo>
                    <a:cubicBezTo>
                      <a:pt x="42" y="42"/>
                      <a:pt x="48" y="33"/>
                      <a:pt x="53" y="25"/>
                    </a:cubicBezTo>
                    <a:cubicBezTo>
                      <a:pt x="58" y="18"/>
                      <a:pt x="64" y="11"/>
                      <a:pt x="70" y="4"/>
                    </a:cubicBezTo>
                    <a:cubicBezTo>
                      <a:pt x="74" y="0"/>
                      <a:pt x="81" y="0"/>
                      <a:pt x="86" y="4"/>
                    </a:cubicBezTo>
                    <a:cubicBezTo>
                      <a:pt x="90" y="8"/>
                      <a:pt x="90" y="15"/>
                      <a:pt x="86" y="19"/>
                    </a:cubicBezTo>
                    <a:cubicBezTo>
                      <a:pt x="83" y="23"/>
                      <a:pt x="79" y="27"/>
                      <a:pt x="76" y="31"/>
                    </a:cubicBezTo>
                    <a:cubicBezTo>
                      <a:pt x="73" y="35"/>
                      <a:pt x="70" y="39"/>
                      <a:pt x="67" y="43"/>
                    </a:cubicBezTo>
                    <a:cubicBezTo>
                      <a:pt x="60" y="53"/>
                      <a:pt x="56" y="63"/>
                      <a:pt x="51" y="72"/>
                    </a:cubicBezTo>
                    <a:cubicBezTo>
                      <a:pt x="48" y="78"/>
                      <a:pt x="46" y="83"/>
                      <a:pt x="44" y="88"/>
                    </a:cubicBezTo>
                    <a:cubicBezTo>
                      <a:pt x="41" y="93"/>
                      <a:pt x="39" y="98"/>
                      <a:pt x="38" y="103"/>
                    </a:cubicBezTo>
                    <a:cubicBezTo>
                      <a:pt x="33" y="114"/>
                      <a:pt x="30" y="125"/>
                      <a:pt x="25" y="136"/>
                    </a:cubicBezTo>
                    <a:cubicBezTo>
                      <a:pt x="24" y="139"/>
                      <a:pt x="23" y="144"/>
                      <a:pt x="22" y="148"/>
                    </a:cubicBezTo>
                    <a:cubicBezTo>
                      <a:pt x="21" y="152"/>
                      <a:pt x="17" y="156"/>
                      <a:pt x="12" y="156"/>
                    </a:cubicBezTo>
                    <a:cubicBezTo>
                      <a:pt x="11" y="156"/>
                      <a:pt x="10" y="156"/>
                      <a:pt x="10" y="15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" name="Google Shape;404;p3"/>
              <p:cNvSpPr/>
              <p:nvPr/>
            </p:nvSpPr>
            <p:spPr>
              <a:xfrm>
                <a:off x="2828520" y="642240"/>
                <a:ext cx="41760" cy="6264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174" extrusionOk="0">
                    <a:moveTo>
                      <a:pt x="62" y="172"/>
                    </a:moveTo>
                    <a:cubicBezTo>
                      <a:pt x="56" y="170"/>
                      <a:pt x="53" y="163"/>
                      <a:pt x="55" y="158"/>
                    </a:cubicBezTo>
                    <a:cubicBezTo>
                      <a:pt x="61" y="141"/>
                      <a:pt x="66" y="124"/>
                      <a:pt x="72" y="108"/>
                    </a:cubicBezTo>
                    <a:cubicBezTo>
                      <a:pt x="73" y="105"/>
                      <a:pt x="75" y="101"/>
                      <a:pt x="76" y="98"/>
                    </a:cubicBezTo>
                    <a:cubicBezTo>
                      <a:pt x="70" y="104"/>
                      <a:pt x="64" y="110"/>
                      <a:pt x="57" y="116"/>
                    </a:cubicBezTo>
                    <a:cubicBezTo>
                      <a:pt x="54" y="119"/>
                      <a:pt x="51" y="121"/>
                      <a:pt x="48" y="123"/>
                    </a:cubicBezTo>
                    <a:cubicBezTo>
                      <a:pt x="46" y="124"/>
                      <a:pt x="43" y="127"/>
                      <a:pt x="40" y="128"/>
                    </a:cubicBezTo>
                    <a:cubicBezTo>
                      <a:pt x="34" y="131"/>
                      <a:pt x="27" y="133"/>
                      <a:pt x="20" y="131"/>
                    </a:cubicBezTo>
                    <a:cubicBezTo>
                      <a:pt x="15" y="131"/>
                      <a:pt x="9" y="128"/>
                      <a:pt x="5" y="123"/>
                    </a:cubicBezTo>
                    <a:cubicBezTo>
                      <a:pt x="1" y="119"/>
                      <a:pt x="0" y="112"/>
                      <a:pt x="1" y="105"/>
                    </a:cubicBezTo>
                    <a:cubicBezTo>
                      <a:pt x="1" y="98"/>
                      <a:pt x="3" y="91"/>
                      <a:pt x="5" y="85"/>
                    </a:cubicBezTo>
                    <a:cubicBezTo>
                      <a:pt x="7" y="80"/>
                      <a:pt x="9" y="74"/>
                      <a:pt x="11" y="69"/>
                    </a:cubicBezTo>
                    <a:cubicBezTo>
                      <a:pt x="13" y="63"/>
                      <a:pt x="16" y="57"/>
                      <a:pt x="18" y="52"/>
                    </a:cubicBezTo>
                    <a:cubicBezTo>
                      <a:pt x="18" y="53"/>
                      <a:pt x="18" y="53"/>
                      <a:pt x="18" y="53"/>
                    </a:cubicBezTo>
                    <a:cubicBezTo>
                      <a:pt x="24" y="41"/>
                      <a:pt x="30" y="27"/>
                      <a:pt x="38" y="16"/>
                    </a:cubicBezTo>
                    <a:cubicBezTo>
                      <a:pt x="44" y="10"/>
                      <a:pt x="50" y="2"/>
                      <a:pt x="59" y="1"/>
                    </a:cubicBezTo>
                    <a:cubicBezTo>
                      <a:pt x="65" y="0"/>
                      <a:pt x="72" y="3"/>
                      <a:pt x="74" y="8"/>
                    </a:cubicBezTo>
                    <a:cubicBezTo>
                      <a:pt x="77" y="14"/>
                      <a:pt x="73" y="22"/>
                      <a:pt x="67" y="24"/>
                    </a:cubicBezTo>
                    <a:cubicBezTo>
                      <a:pt x="65" y="24"/>
                      <a:pt x="63" y="24"/>
                      <a:pt x="61" y="24"/>
                    </a:cubicBezTo>
                    <a:cubicBezTo>
                      <a:pt x="59" y="25"/>
                      <a:pt x="57" y="27"/>
                      <a:pt x="55" y="29"/>
                    </a:cubicBezTo>
                    <a:cubicBezTo>
                      <a:pt x="53" y="32"/>
                      <a:pt x="51" y="35"/>
                      <a:pt x="50" y="37"/>
                    </a:cubicBezTo>
                    <a:cubicBezTo>
                      <a:pt x="47" y="42"/>
                      <a:pt x="44" y="46"/>
                      <a:pt x="42" y="51"/>
                    </a:cubicBezTo>
                    <a:cubicBezTo>
                      <a:pt x="42" y="51"/>
                      <a:pt x="42" y="50"/>
                      <a:pt x="43" y="50"/>
                    </a:cubicBezTo>
                    <a:cubicBezTo>
                      <a:pt x="42" y="52"/>
                      <a:pt x="41" y="53"/>
                      <a:pt x="40" y="54"/>
                    </a:cubicBezTo>
                    <a:cubicBezTo>
                      <a:pt x="40" y="56"/>
                      <a:pt x="38" y="58"/>
                      <a:pt x="38" y="60"/>
                    </a:cubicBezTo>
                    <a:lnTo>
                      <a:pt x="38" y="59"/>
                    </a:lnTo>
                    <a:cubicBezTo>
                      <a:pt x="37" y="60"/>
                      <a:pt x="37" y="62"/>
                      <a:pt x="37" y="63"/>
                    </a:cubicBezTo>
                    <a:cubicBezTo>
                      <a:pt x="37" y="62"/>
                      <a:pt x="37" y="62"/>
                      <a:pt x="37" y="62"/>
                    </a:cubicBezTo>
                    <a:cubicBezTo>
                      <a:pt x="33" y="70"/>
                      <a:pt x="30" y="78"/>
                      <a:pt x="27" y="87"/>
                    </a:cubicBezTo>
                    <a:cubicBezTo>
                      <a:pt x="27" y="87"/>
                      <a:pt x="27" y="86"/>
                      <a:pt x="27" y="85"/>
                    </a:cubicBezTo>
                    <a:cubicBezTo>
                      <a:pt x="27" y="87"/>
                      <a:pt x="26" y="88"/>
                      <a:pt x="26" y="89"/>
                    </a:cubicBezTo>
                    <a:cubicBezTo>
                      <a:pt x="26" y="88"/>
                      <a:pt x="26" y="88"/>
                      <a:pt x="26" y="88"/>
                    </a:cubicBezTo>
                    <a:cubicBezTo>
                      <a:pt x="26" y="89"/>
                      <a:pt x="26" y="90"/>
                      <a:pt x="26" y="91"/>
                    </a:cubicBezTo>
                    <a:cubicBezTo>
                      <a:pt x="25" y="91"/>
                      <a:pt x="25" y="92"/>
                      <a:pt x="25" y="92"/>
                    </a:cubicBezTo>
                    <a:cubicBezTo>
                      <a:pt x="24" y="95"/>
                      <a:pt x="23" y="98"/>
                      <a:pt x="23" y="102"/>
                    </a:cubicBezTo>
                    <a:cubicBezTo>
                      <a:pt x="23" y="103"/>
                      <a:pt x="22" y="105"/>
                      <a:pt x="22" y="106"/>
                    </a:cubicBezTo>
                    <a:cubicBezTo>
                      <a:pt x="22" y="107"/>
                      <a:pt x="22" y="108"/>
                      <a:pt x="22" y="109"/>
                    </a:cubicBezTo>
                    <a:cubicBezTo>
                      <a:pt x="22" y="109"/>
                      <a:pt x="23" y="109"/>
                      <a:pt x="23" y="110"/>
                    </a:cubicBezTo>
                    <a:lnTo>
                      <a:pt x="24" y="110"/>
                    </a:lnTo>
                    <a:lnTo>
                      <a:pt x="25" y="110"/>
                    </a:lnTo>
                    <a:lnTo>
                      <a:pt x="26" y="110"/>
                    </a:lnTo>
                    <a:cubicBezTo>
                      <a:pt x="27" y="110"/>
                      <a:pt x="27" y="110"/>
                      <a:pt x="28" y="110"/>
                    </a:cubicBezTo>
                    <a:cubicBezTo>
                      <a:pt x="29" y="110"/>
                      <a:pt x="29" y="109"/>
                      <a:pt x="30" y="109"/>
                    </a:cubicBezTo>
                    <a:lnTo>
                      <a:pt x="31" y="109"/>
                    </a:lnTo>
                    <a:cubicBezTo>
                      <a:pt x="33" y="108"/>
                      <a:pt x="34" y="107"/>
                      <a:pt x="36" y="106"/>
                    </a:cubicBezTo>
                    <a:cubicBezTo>
                      <a:pt x="41" y="102"/>
                      <a:pt x="47" y="97"/>
                      <a:pt x="52" y="92"/>
                    </a:cubicBezTo>
                    <a:lnTo>
                      <a:pt x="51" y="93"/>
                    </a:lnTo>
                    <a:cubicBezTo>
                      <a:pt x="55" y="89"/>
                      <a:pt x="60" y="85"/>
                      <a:pt x="64" y="80"/>
                    </a:cubicBezTo>
                    <a:cubicBezTo>
                      <a:pt x="69" y="75"/>
                      <a:pt x="73" y="70"/>
                      <a:pt x="78" y="65"/>
                    </a:cubicBezTo>
                    <a:cubicBezTo>
                      <a:pt x="81" y="62"/>
                      <a:pt x="85" y="58"/>
                      <a:pt x="87" y="54"/>
                    </a:cubicBezTo>
                    <a:cubicBezTo>
                      <a:pt x="89" y="52"/>
                      <a:pt x="90" y="50"/>
                      <a:pt x="91" y="49"/>
                    </a:cubicBezTo>
                    <a:cubicBezTo>
                      <a:pt x="93" y="46"/>
                      <a:pt x="94" y="45"/>
                      <a:pt x="97" y="43"/>
                    </a:cubicBezTo>
                    <a:cubicBezTo>
                      <a:pt x="99" y="42"/>
                      <a:pt x="102" y="41"/>
                      <a:pt x="105" y="42"/>
                    </a:cubicBezTo>
                    <a:cubicBezTo>
                      <a:pt x="108" y="42"/>
                      <a:pt x="110" y="43"/>
                      <a:pt x="112" y="45"/>
                    </a:cubicBezTo>
                    <a:cubicBezTo>
                      <a:pt x="114" y="48"/>
                      <a:pt x="115" y="52"/>
                      <a:pt x="114" y="55"/>
                    </a:cubicBezTo>
                    <a:cubicBezTo>
                      <a:pt x="111" y="66"/>
                      <a:pt x="107" y="75"/>
                      <a:pt x="103" y="86"/>
                    </a:cubicBezTo>
                    <a:cubicBezTo>
                      <a:pt x="99" y="95"/>
                      <a:pt x="96" y="105"/>
                      <a:pt x="93" y="113"/>
                    </a:cubicBezTo>
                    <a:cubicBezTo>
                      <a:pt x="87" y="129"/>
                      <a:pt x="82" y="144"/>
                      <a:pt x="78" y="159"/>
                    </a:cubicBezTo>
                    <a:lnTo>
                      <a:pt x="77" y="160"/>
                    </a:lnTo>
                    <a:lnTo>
                      <a:pt x="77" y="161"/>
                    </a:lnTo>
                    <a:cubicBezTo>
                      <a:pt x="76" y="162"/>
                      <a:pt x="76" y="163"/>
                      <a:pt x="76" y="164"/>
                    </a:cubicBezTo>
                    <a:cubicBezTo>
                      <a:pt x="74" y="169"/>
                      <a:pt x="70" y="173"/>
                      <a:pt x="65" y="173"/>
                    </a:cubicBezTo>
                    <a:cubicBezTo>
                      <a:pt x="64" y="173"/>
                      <a:pt x="64" y="172"/>
                      <a:pt x="62" y="17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5" name="Google Shape;405;p3"/>
              <p:cNvSpPr/>
              <p:nvPr/>
            </p:nvSpPr>
            <p:spPr>
              <a:xfrm>
                <a:off x="2873160" y="647640"/>
                <a:ext cx="51480" cy="92880"/>
              </a:xfrm>
              <a:custGeom>
                <a:avLst/>
                <a:gdLst/>
                <a:ahLst/>
                <a:cxnLst/>
                <a:rect l="l" t="t" r="r" b="b"/>
                <a:pathLst>
                  <a:path w="143" h="258" extrusionOk="0">
                    <a:moveTo>
                      <a:pt x="36" y="235"/>
                    </a:moveTo>
                    <a:cubicBezTo>
                      <a:pt x="37" y="235"/>
                      <a:pt x="38" y="235"/>
                      <a:pt x="38" y="235"/>
                    </a:cubicBezTo>
                    <a:cubicBezTo>
                      <a:pt x="39" y="235"/>
                      <a:pt x="40" y="235"/>
                      <a:pt x="41" y="235"/>
                    </a:cubicBezTo>
                    <a:lnTo>
                      <a:pt x="40" y="235"/>
                    </a:lnTo>
                    <a:cubicBezTo>
                      <a:pt x="41" y="235"/>
                      <a:pt x="42" y="235"/>
                      <a:pt x="43" y="234"/>
                    </a:cubicBezTo>
                    <a:lnTo>
                      <a:pt x="44" y="234"/>
                    </a:lnTo>
                    <a:cubicBezTo>
                      <a:pt x="45" y="233"/>
                      <a:pt x="45" y="233"/>
                      <a:pt x="47" y="232"/>
                    </a:cubicBezTo>
                    <a:lnTo>
                      <a:pt x="48" y="231"/>
                    </a:lnTo>
                    <a:cubicBezTo>
                      <a:pt x="49" y="230"/>
                      <a:pt x="49" y="230"/>
                      <a:pt x="50" y="229"/>
                    </a:cubicBezTo>
                    <a:cubicBezTo>
                      <a:pt x="50" y="228"/>
                      <a:pt x="51" y="227"/>
                      <a:pt x="52" y="226"/>
                    </a:cubicBezTo>
                    <a:cubicBezTo>
                      <a:pt x="53" y="224"/>
                      <a:pt x="54" y="222"/>
                      <a:pt x="55" y="221"/>
                    </a:cubicBezTo>
                    <a:cubicBezTo>
                      <a:pt x="57" y="215"/>
                      <a:pt x="59" y="210"/>
                      <a:pt x="61" y="204"/>
                    </a:cubicBezTo>
                    <a:cubicBezTo>
                      <a:pt x="66" y="188"/>
                      <a:pt x="70" y="171"/>
                      <a:pt x="75" y="154"/>
                    </a:cubicBezTo>
                    <a:cubicBezTo>
                      <a:pt x="66" y="160"/>
                      <a:pt x="58" y="167"/>
                      <a:pt x="50" y="174"/>
                    </a:cubicBezTo>
                    <a:cubicBezTo>
                      <a:pt x="45" y="179"/>
                      <a:pt x="40" y="183"/>
                      <a:pt x="36" y="188"/>
                    </a:cubicBezTo>
                    <a:cubicBezTo>
                      <a:pt x="34" y="190"/>
                      <a:pt x="31" y="193"/>
                      <a:pt x="30" y="196"/>
                    </a:cubicBezTo>
                    <a:cubicBezTo>
                      <a:pt x="28" y="199"/>
                      <a:pt x="27" y="201"/>
                      <a:pt x="26" y="203"/>
                    </a:cubicBezTo>
                    <a:cubicBezTo>
                      <a:pt x="25" y="205"/>
                      <a:pt x="24" y="207"/>
                      <a:pt x="24" y="208"/>
                    </a:cubicBezTo>
                    <a:cubicBezTo>
                      <a:pt x="23" y="210"/>
                      <a:pt x="23" y="211"/>
                      <a:pt x="23" y="213"/>
                    </a:cubicBezTo>
                    <a:cubicBezTo>
                      <a:pt x="23" y="214"/>
                      <a:pt x="22" y="215"/>
                      <a:pt x="22" y="217"/>
                    </a:cubicBezTo>
                    <a:cubicBezTo>
                      <a:pt x="22" y="218"/>
                      <a:pt x="22" y="220"/>
                      <a:pt x="22" y="221"/>
                    </a:cubicBezTo>
                    <a:cubicBezTo>
                      <a:pt x="23" y="222"/>
                      <a:pt x="23" y="222"/>
                      <a:pt x="23" y="224"/>
                    </a:cubicBezTo>
                    <a:cubicBezTo>
                      <a:pt x="23" y="224"/>
                      <a:pt x="23" y="225"/>
                      <a:pt x="24" y="227"/>
                    </a:cubicBezTo>
                    <a:lnTo>
                      <a:pt x="24" y="228"/>
                    </a:lnTo>
                    <a:cubicBezTo>
                      <a:pt x="24" y="229"/>
                      <a:pt x="25" y="229"/>
                      <a:pt x="25" y="229"/>
                    </a:cubicBezTo>
                    <a:cubicBezTo>
                      <a:pt x="26" y="230"/>
                      <a:pt x="26" y="231"/>
                      <a:pt x="26" y="231"/>
                    </a:cubicBezTo>
                    <a:cubicBezTo>
                      <a:pt x="27" y="231"/>
                      <a:pt x="27" y="232"/>
                      <a:pt x="28" y="232"/>
                    </a:cubicBezTo>
                    <a:cubicBezTo>
                      <a:pt x="29" y="233"/>
                      <a:pt x="29" y="233"/>
                      <a:pt x="29" y="234"/>
                    </a:cubicBezTo>
                    <a:cubicBezTo>
                      <a:pt x="30" y="234"/>
                      <a:pt x="30" y="234"/>
                      <a:pt x="31" y="234"/>
                    </a:cubicBezTo>
                    <a:cubicBezTo>
                      <a:pt x="31" y="234"/>
                      <a:pt x="31" y="235"/>
                      <a:pt x="32" y="235"/>
                    </a:cubicBezTo>
                    <a:cubicBezTo>
                      <a:pt x="33" y="235"/>
                      <a:pt x="33" y="235"/>
                      <a:pt x="34" y="235"/>
                    </a:cubicBezTo>
                    <a:cubicBezTo>
                      <a:pt x="35" y="235"/>
                      <a:pt x="36" y="235"/>
                      <a:pt x="36" y="235"/>
                    </a:cubicBezTo>
                    <a:moveTo>
                      <a:pt x="26" y="256"/>
                    </a:moveTo>
                    <a:cubicBezTo>
                      <a:pt x="21" y="255"/>
                      <a:pt x="16" y="251"/>
                      <a:pt x="12" y="248"/>
                    </a:cubicBezTo>
                    <a:cubicBezTo>
                      <a:pt x="3" y="240"/>
                      <a:pt x="0" y="228"/>
                      <a:pt x="1" y="217"/>
                    </a:cubicBezTo>
                    <a:cubicBezTo>
                      <a:pt x="1" y="210"/>
                      <a:pt x="2" y="204"/>
                      <a:pt x="5" y="198"/>
                    </a:cubicBezTo>
                    <a:cubicBezTo>
                      <a:pt x="7" y="192"/>
                      <a:pt x="11" y="186"/>
                      <a:pt x="15" y="181"/>
                    </a:cubicBezTo>
                    <a:cubicBezTo>
                      <a:pt x="26" y="165"/>
                      <a:pt x="42" y="153"/>
                      <a:pt x="57" y="141"/>
                    </a:cubicBezTo>
                    <a:cubicBezTo>
                      <a:pt x="65" y="136"/>
                      <a:pt x="74" y="130"/>
                      <a:pt x="82" y="125"/>
                    </a:cubicBezTo>
                    <a:cubicBezTo>
                      <a:pt x="83" y="122"/>
                      <a:pt x="83" y="120"/>
                      <a:pt x="84" y="118"/>
                    </a:cubicBezTo>
                    <a:cubicBezTo>
                      <a:pt x="87" y="108"/>
                      <a:pt x="89" y="100"/>
                      <a:pt x="92" y="90"/>
                    </a:cubicBezTo>
                    <a:lnTo>
                      <a:pt x="93" y="89"/>
                    </a:lnTo>
                    <a:cubicBezTo>
                      <a:pt x="92" y="89"/>
                      <a:pt x="92" y="90"/>
                      <a:pt x="92" y="90"/>
                    </a:cubicBezTo>
                    <a:cubicBezTo>
                      <a:pt x="93" y="88"/>
                      <a:pt x="93" y="87"/>
                      <a:pt x="94" y="85"/>
                    </a:cubicBezTo>
                    <a:cubicBezTo>
                      <a:pt x="94" y="84"/>
                      <a:pt x="94" y="83"/>
                      <a:pt x="94" y="83"/>
                    </a:cubicBezTo>
                    <a:cubicBezTo>
                      <a:pt x="94" y="81"/>
                      <a:pt x="95" y="81"/>
                      <a:pt x="95" y="80"/>
                    </a:cubicBezTo>
                    <a:cubicBezTo>
                      <a:pt x="90" y="86"/>
                      <a:pt x="85" y="90"/>
                      <a:pt x="79" y="95"/>
                    </a:cubicBezTo>
                    <a:cubicBezTo>
                      <a:pt x="74" y="100"/>
                      <a:pt x="68" y="104"/>
                      <a:pt x="62" y="107"/>
                    </a:cubicBezTo>
                    <a:cubicBezTo>
                      <a:pt x="55" y="110"/>
                      <a:pt x="49" y="113"/>
                      <a:pt x="41" y="114"/>
                    </a:cubicBezTo>
                    <a:cubicBezTo>
                      <a:pt x="35" y="115"/>
                      <a:pt x="30" y="113"/>
                      <a:pt x="24" y="109"/>
                    </a:cubicBezTo>
                    <a:cubicBezTo>
                      <a:pt x="20" y="106"/>
                      <a:pt x="17" y="100"/>
                      <a:pt x="16" y="94"/>
                    </a:cubicBezTo>
                    <a:cubicBezTo>
                      <a:pt x="16" y="88"/>
                      <a:pt x="17" y="82"/>
                      <a:pt x="19" y="77"/>
                    </a:cubicBezTo>
                    <a:cubicBezTo>
                      <a:pt x="19" y="74"/>
                      <a:pt x="20" y="71"/>
                      <a:pt x="21" y="68"/>
                    </a:cubicBezTo>
                    <a:cubicBezTo>
                      <a:pt x="23" y="62"/>
                      <a:pt x="24" y="56"/>
                      <a:pt x="27" y="50"/>
                    </a:cubicBezTo>
                    <a:cubicBezTo>
                      <a:pt x="29" y="44"/>
                      <a:pt x="31" y="37"/>
                      <a:pt x="34" y="31"/>
                    </a:cubicBezTo>
                    <a:cubicBezTo>
                      <a:pt x="40" y="19"/>
                      <a:pt x="47" y="6"/>
                      <a:pt x="61" y="2"/>
                    </a:cubicBezTo>
                    <a:cubicBezTo>
                      <a:pt x="66" y="0"/>
                      <a:pt x="73" y="4"/>
                      <a:pt x="75" y="10"/>
                    </a:cubicBezTo>
                    <a:cubicBezTo>
                      <a:pt x="75" y="13"/>
                      <a:pt x="75" y="16"/>
                      <a:pt x="73" y="19"/>
                    </a:cubicBezTo>
                    <a:cubicBezTo>
                      <a:pt x="72" y="21"/>
                      <a:pt x="69" y="23"/>
                      <a:pt x="66" y="24"/>
                    </a:cubicBezTo>
                    <a:lnTo>
                      <a:pt x="65" y="24"/>
                    </a:lnTo>
                    <a:lnTo>
                      <a:pt x="64" y="25"/>
                    </a:lnTo>
                    <a:cubicBezTo>
                      <a:pt x="63" y="25"/>
                      <a:pt x="63" y="26"/>
                      <a:pt x="63" y="26"/>
                    </a:cubicBezTo>
                    <a:cubicBezTo>
                      <a:pt x="62" y="26"/>
                      <a:pt x="62" y="27"/>
                      <a:pt x="62" y="27"/>
                    </a:cubicBezTo>
                    <a:cubicBezTo>
                      <a:pt x="61" y="28"/>
                      <a:pt x="59" y="30"/>
                      <a:pt x="59" y="31"/>
                    </a:cubicBezTo>
                    <a:cubicBezTo>
                      <a:pt x="56" y="35"/>
                      <a:pt x="55" y="38"/>
                      <a:pt x="53" y="42"/>
                    </a:cubicBezTo>
                    <a:cubicBezTo>
                      <a:pt x="50" y="49"/>
                      <a:pt x="47" y="57"/>
                      <a:pt x="44" y="65"/>
                    </a:cubicBezTo>
                    <a:cubicBezTo>
                      <a:pt x="42" y="72"/>
                      <a:pt x="40" y="79"/>
                      <a:pt x="38" y="86"/>
                    </a:cubicBezTo>
                    <a:cubicBezTo>
                      <a:pt x="38" y="88"/>
                      <a:pt x="38" y="89"/>
                      <a:pt x="38" y="90"/>
                    </a:cubicBezTo>
                    <a:cubicBezTo>
                      <a:pt x="38" y="91"/>
                      <a:pt x="38" y="91"/>
                      <a:pt x="38" y="91"/>
                    </a:cubicBezTo>
                    <a:cubicBezTo>
                      <a:pt x="38" y="92"/>
                      <a:pt x="38" y="92"/>
                      <a:pt x="38" y="93"/>
                    </a:cubicBezTo>
                    <a:cubicBezTo>
                      <a:pt x="40" y="93"/>
                      <a:pt x="40" y="93"/>
                      <a:pt x="41" y="93"/>
                    </a:cubicBezTo>
                    <a:cubicBezTo>
                      <a:pt x="40" y="93"/>
                      <a:pt x="40" y="93"/>
                      <a:pt x="40" y="93"/>
                    </a:cubicBezTo>
                    <a:cubicBezTo>
                      <a:pt x="41" y="93"/>
                      <a:pt x="42" y="92"/>
                      <a:pt x="44" y="92"/>
                    </a:cubicBezTo>
                    <a:cubicBezTo>
                      <a:pt x="44" y="91"/>
                      <a:pt x="45" y="91"/>
                      <a:pt x="46" y="91"/>
                    </a:cubicBezTo>
                    <a:cubicBezTo>
                      <a:pt x="49" y="90"/>
                      <a:pt x="51" y="88"/>
                      <a:pt x="54" y="87"/>
                    </a:cubicBezTo>
                    <a:cubicBezTo>
                      <a:pt x="56" y="86"/>
                      <a:pt x="59" y="85"/>
                      <a:pt x="61" y="83"/>
                    </a:cubicBezTo>
                    <a:cubicBezTo>
                      <a:pt x="65" y="81"/>
                      <a:pt x="69" y="77"/>
                      <a:pt x="72" y="74"/>
                    </a:cubicBezTo>
                    <a:cubicBezTo>
                      <a:pt x="87" y="61"/>
                      <a:pt x="100" y="47"/>
                      <a:pt x="113" y="32"/>
                    </a:cubicBezTo>
                    <a:cubicBezTo>
                      <a:pt x="115" y="30"/>
                      <a:pt x="116" y="27"/>
                      <a:pt x="118" y="26"/>
                    </a:cubicBezTo>
                    <a:cubicBezTo>
                      <a:pt x="119" y="23"/>
                      <a:pt x="120" y="21"/>
                      <a:pt x="122" y="20"/>
                    </a:cubicBezTo>
                    <a:cubicBezTo>
                      <a:pt x="125" y="16"/>
                      <a:pt x="132" y="14"/>
                      <a:pt x="136" y="18"/>
                    </a:cubicBezTo>
                    <a:cubicBezTo>
                      <a:pt x="142" y="21"/>
                      <a:pt x="142" y="28"/>
                      <a:pt x="139" y="33"/>
                    </a:cubicBezTo>
                    <a:cubicBezTo>
                      <a:pt x="138" y="34"/>
                      <a:pt x="137" y="35"/>
                      <a:pt x="136" y="36"/>
                    </a:cubicBezTo>
                    <a:cubicBezTo>
                      <a:pt x="134" y="40"/>
                      <a:pt x="132" y="44"/>
                      <a:pt x="130" y="48"/>
                    </a:cubicBezTo>
                    <a:lnTo>
                      <a:pt x="130" y="47"/>
                    </a:lnTo>
                    <a:cubicBezTo>
                      <a:pt x="127" y="55"/>
                      <a:pt x="123" y="64"/>
                      <a:pt x="120" y="73"/>
                    </a:cubicBezTo>
                    <a:cubicBezTo>
                      <a:pt x="116" y="81"/>
                      <a:pt x="114" y="90"/>
                      <a:pt x="111" y="98"/>
                    </a:cubicBezTo>
                    <a:lnTo>
                      <a:pt x="111" y="97"/>
                    </a:lnTo>
                    <a:cubicBezTo>
                      <a:pt x="105" y="118"/>
                      <a:pt x="100" y="140"/>
                      <a:pt x="94" y="161"/>
                    </a:cubicBezTo>
                    <a:cubicBezTo>
                      <a:pt x="91" y="172"/>
                      <a:pt x="88" y="184"/>
                      <a:pt x="85" y="196"/>
                    </a:cubicBezTo>
                    <a:cubicBezTo>
                      <a:pt x="83" y="201"/>
                      <a:pt x="82" y="206"/>
                      <a:pt x="81" y="211"/>
                    </a:cubicBezTo>
                    <a:cubicBezTo>
                      <a:pt x="77" y="220"/>
                      <a:pt x="75" y="230"/>
                      <a:pt x="69" y="238"/>
                    </a:cubicBezTo>
                    <a:cubicBezTo>
                      <a:pt x="66" y="243"/>
                      <a:pt x="63" y="247"/>
                      <a:pt x="59" y="250"/>
                    </a:cubicBezTo>
                    <a:cubicBezTo>
                      <a:pt x="54" y="253"/>
                      <a:pt x="49" y="256"/>
                      <a:pt x="44" y="257"/>
                    </a:cubicBezTo>
                    <a:cubicBezTo>
                      <a:pt x="41" y="257"/>
                      <a:pt x="40" y="257"/>
                      <a:pt x="37" y="257"/>
                    </a:cubicBezTo>
                    <a:cubicBezTo>
                      <a:pt x="33" y="257"/>
                      <a:pt x="30" y="257"/>
                      <a:pt x="26" y="25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6" name="Google Shape;406;p3"/>
              <p:cNvSpPr/>
              <p:nvPr/>
            </p:nvSpPr>
            <p:spPr>
              <a:xfrm>
                <a:off x="2932920" y="643680"/>
                <a:ext cx="25920" cy="35280"/>
              </a:xfrm>
              <a:custGeom>
                <a:avLst/>
                <a:gdLst/>
                <a:ahLst/>
                <a:cxnLst/>
                <a:rect l="l" t="t" r="r" b="b"/>
                <a:pathLst>
                  <a:path w="72" h="98" extrusionOk="0">
                    <a:moveTo>
                      <a:pt x="31" y="97"/>
                    </a:moveTo>
                    <a:cubicBezTo>
                      <a:pt x="23" y="97"/>
                      <a:pt x="14" y="92"/>
                      <a:pt x="12" y="84"/>
                    </a:cubicBezTo>
                    <a:cubicBezTo>
                      <a:pt x="9" y="74"/>
                      <a:pt x="13" y="66"/>
                      <a:pt x="17" y="59"/>
                    </a:cubicBezTo>
                    <a:cubicBezTo>
                      <a:pt x="19" y="55"/>
                      <a:pt x="21" y="51"/>
                      <a:pt x="23" y="48"/>
                    </a:cubicBezTo>
                    <a:cubicBezTo>
                      <a:pt x="24" y="45"/>
                      <a:pt x="25" y="43"/>
                      <a:pt x="26" y="41"/>
                    </a:cubicBezTo>
                    <a:cubicBezTo>
                      <a:pt x="26" y="39"/>
                      <a:pt x="27" y="37"/>
                      <a:pt x="27" y="35"/>
                    </a:cubicBezTo>
                    <a:cubicBezTo>
                      <a:pt x="27" y="34"/>
                      <a:pt x="27" y="33"/>
                      <a:pt x="27" y="32"/>
                    </a:cubicBezTo>
                    <a:lnTo>
                      <a:pt x="27" y="31"/>
                    </a:lnTo>
                    <a:lnTo>
                      <a:pt x="27" y="30"/>
                    </a:lnTo>
                    <a:cubicBezTo>
                      <a:pt x="26" y="29"/>
                      <a:pt x="26" y="28"/>
                      <a:pt x="26" y="28"/>
                    </a:cubicBezTo>
                    <a:cubicBezTo>
                      <a:pt x="25" y="28"/>
                      <a:pt x="25" y="28"/>
                      <a:pt x="25" y="28"/>
                    </a:cubicBezTo>
                    <a:cubicBezTo>
                      <a:pt x="24" y="27"/>
                      <a:pt x="24" y="27"/>
                      <a:pt x="24" y="27"/>
                    </a:cubicBezTo>
                    <a:lnTo>
                      <a:pt x="23" y="27"/>
                    </a:lnTo>
                    <a:cubicBezTo>
                      <a:pt x="16" y="29"/>
                      <a:pt x="7" y="30"/>
                      <a:pt x="3" y="22"/>
                    </a:cubicBezTo>
                    <a:cubicBezTo>
                      <a:pt x="0" y="17"/>
                      <a:pt x="1" y="11"/>
                      <a:pt x="4" y="8"/>
                    </a:cubicBezTo>
                    <a:cubicBezTo>
                      <a:pt x="5" y="7"/>
                      <a:pt x="6" y="6"/>
                      <a:pt x="8" y="5"/>
                    </a:cubicBezTo>
                    <a:cubicBezTo>
                      <a:pt x="10" y="4"/>
                      <a:pt x="13" y="4"/>
                      <a:pt x="15" y="3"/>
                    </a:cubicBezTo>
                    <a:cubicBezTo>
                      <a:pt x="17" y="3"/>
                      <a:pt x="20" y="3"/>
                      <a:pt x="23" y="4"/>
                    </a:cubicBezTo>
                    <a:cubicBezTo>
                      <a:pt x="23" y="3"/>
                      <a:pt x="24" y="3"/>
                      <a:pt x="24" y="3"/>
                    </a:cubicBezTo>
                    <a:cubicBezTo>
                      <a:pt x="30" y="0"/>
                      <a:pt x="36" y="3"/>
                      <a:pt x="38" y="9"/>
                    </a:cubicBezTo>
                    <a:cubicBezTo>
                      <a:pt x="39" y="10"/>
                      <a:pt x="39" y="10"/>
                      <a:pt x="40" y="11"/>
                    </a:cubicBezTo>
                    <a:cubicBezTo>
                      <a:pt x="44" y="14"/>
                      <a:pt x="47" y="20"/>
                      <a:pt x="48" y="25"/>
                    </a:cubicBezTo>
                    <a:cubicBezTo>
                      <a:pt x="50" y="30"/>
                      <a:pt x="50" y="35"/>
                      <a:pt x="48" y="39"/>
                    </a:cubicBezTo>
                    <a:cubicBezTo>
                      <a:pt x="47" y="46"/>
                      <a:pt x="45" y="52"/>
                      <a:pt x="42" y="58"/>
                    </a:cubicBezTo>
                    <a:cubicBezTo>
                      <a:pt x="40" y="63"/>
                      <a:pt x="37" y="68"/>
                      <a:pt x="34" y="73"/>
                    </a:cubicBezTo>
                    <a:lnTo>
                      <a:pt x="34" y="72"/>
                    </a:lnTo>
                    <a:cubicBezTo>
                      <a:pt x="34" y="73"/>
                      <a:pt x="34" y="74"/>
                      <a:pt x="33" y="76"/>
                    </a:cubicBezTo>
                    <a:cubicBezTo>
                      <a:pt x="34" y="76"/>
                      <a:pt x="36" y="76"/>
                      <a:pt x="37" y="76"/>
                    </a:cubicBezTo>
                    <a:cubicBezTo>
                      <a:pt x="40" y="75"/>
                      <a:pt x="43" y="74"/>
                      <a:pt x="46" y="74"/>
                    </a:cubicBezTo>
                    <a:cubicBezTo>
                      <a:pt x="50" y="73"/>
                      <a:pt x="53" y="72"/>
                      <a:pt x="57" y="71"/>
                    </a:cubicBezTo>
                    <a:cubicBezTo>
                      <a:pt x="62" y="69"/>
                      <a:pt x="68" y="73"/>
                      <a:pt x="69" y="78"/>
                    </a:cubicBezTo>
                    <a:cubicBezTo>
                      <a:pt x="71" y="84"/>
                      <a:pt x="68" y="89"/>
                      <a:pt x="62" y="91"/>
                    </a:cubicBezTo>
                    <a:cubicBezTo>
                      <a:pt x="53" y="94"/>
                      <a:pt x="43" y="97"/>
                      <a:pt x="33" y="97"/>
                    </a:cubicBezTo>
                    <a:cubicBezTo>
                      <a:pt x="33" y="97"/>
                      <a:pt x="32" y="97"/>
                      <a:pt x="31" y="9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7" name="Google Shape;407;p3"/>
              <p:cNvSpPr/>
              <p:nvPr/>
            </p:nvSpPr>
            <p:spPr>
              <a:xfrm>
                <a:off x="2383200" y="781920"/>
                <a:ext cx="57960" cy="80640"/>
              </a:xfrm>
              <a:custGeom>
                <a:avLst/>
                <a:gdLst/>
                <a:ahLst/>
                <a:cxnLst/>
                <a:rect l="l" t="t" r="r" b="b"/>
                <a:pathLst>
                  <a:path w="161" h="224" extrusionOk="0">
                    <a:moveTo>
                      <a:pt x="118" y="223"/>
                    </a:moveTo>
                    <a:cubicBezTo>
                      <a:pt x="104" y="222"/>
                      <a:pt x="91" y="222"/>
                      <a:pt x="78" y="221"/>
                    </a:cubicBezTo>
                    <a:cubicBezTo>
                      <a:pt x="66" y="220"/>
                      <a:pt x="54" y="219"/>
                      <a:pt x="42" y="218"/>
                    </a:cubicBezTo>
                    <a:cubicBezTo>
                      <a:pt x="34" y="216"/>
                      <a:pt x="27" y="215"/>
                      <a:pt x="20" y="212"/>
                    </a:cubicBezTo>
                    <a:cubicBezTo>
                      <a:pt x="14" y="210"/>
                      <a:pt x="8" y="206"/>
                      <a:pt x="4" y="200"/>
                    </a:cubicBezTo>
                    <a:cubicBezTo>
                      <a:pt x="2" y="198"/>
                      <a:pt x="1" y="195"/>
                      <a:pt x="1" y="192"/>
                    </a:cubicBezTo>
                    <a:cubicBezTo>
                      <a:pt x="0" y="189"/>
                      <a:pt x="1" y="186"/>
                      <a:pt x="2" y="183"/>
                    </a:cubicBezTo>
                    <a:cubicBezTo>
                      <a:pt x="4" y="177"/>
                      <a:pt x="8" y="173"/>
                      <a:pt x="12" y="169"/>
                    </a:cubicBezTo>
                    <a:cubicBezTo>
                      <a:pt x="20" y="161"/>
                      <a:pt x="28" y="153"/>
                      <a:pt x="36" y="145"/>
                    </a:cubicBezTo>
                    <a:cubicBezTo>
                      <a:pt x="48" y="133"/>
                      <a:pt x="60" y="122"/>
                      <a:pt x="73" y="110"/>
                    </a:cubicBezTo>
                    <a:cubicBezTo>
                      <a:pt x="79" y="105"/>
                      <a:pt x="85" y="99"/>
                      <a:pt x="92" y="93"/>
                    </a:cubicBezTo>
                    <a:cubicBezTo>
                      <a:pt x="103" y="83"/>
                      <a:pt x="115" y="71"/>
                      <a:pt x="126" y="59"/>
                    </a:cubicBezTo>
                    <a:cubicBezTo>
                      <a:pt x="128" y="56"/>
                      <a:pt x="131" y="53"/>
                      <a:pt x="133" y="50"/>
                    </a:cubicBezTo>
                    <a:cubicBezTo>
                      <a:pt x="134" y="48"/>
                      <a:pt x="135" y="46"/>
                      <a:pt x="136" y="45"/>
                    </a:cubicBezTo>
                    <a:cubicBezTo>
                      <a:pt x="136" y="43"/>
                      <a:pt x="137" y="41"/>
                      <a:pt x="138" y="39"/>
                    </a:cubicBezTo>
                    <a:cubicBezTo>
                      <a:pt x="138" y="38"/>
                      <a:pt x="139" y="36"/>
                      <a:pt x="139" y="35"/>
                    </a:cubicBezTo>
                    <a:cubicBezTo>
                      <a:pt x="139" y="34"/>
                      <a:pt x="139" y="33"/>
                      <a:pt x="139" y="32"/>
                    </a:cubicBezTo>
                    <a:cubicBezTo>
                      <a:pt x="139" y="33"/>
                      <a:pt x="139" y="33"/>
                      <a:pt x="139" y="34"/>
                    </a:cubicBezTo>
                    <a:cubicBezTo>
                      <a:pt x="139" y="32"/>
                      <a:pt x="139" y="32"/>
                      <a:pt x="139" y="31"/>
                    </a:cubicBezTo>
                    <a:cubicBezTo>
                      <a:pt x="139" y="30"/>
                      <a:pt x="139" y="30"/>
                      <a:pt x="139" y="30"/>
                    </a:cubicBezTo>
                    <a:lnTo>
                      <a:pt x="139" y="31"/>
                    </a:lnTo>
                    <a:cubicBezTo>
                      <a:pt x="139" y="30"/>
                      <a:pt x="139" y="30"/>
                      <a:pt x="139" y="30"/>
                    </a:cubicBezTo>
                    <a:lnTo>
                      <a:pt x="139" y="31"/>
                    </a:lnTo>
                    <a:lnTo>
                      <a:pt x="139" y="30"/>
                    </a:lnTo>
                    <a:cubicBezTo>
                      <a:pt x="139" y="30"/>
                      <a:pt x="139" y="29"/>
                      <a:pt x="138" y="29"/>
                    </a:cubicBezTo>
                    <a:cubicBezTo>
                      <a:pt x="138" y="28"/>
                      <a:pt x="138" y="28"/>
                      <a:pt x="138" y="28"/>
                    </a:cubicBezTo>
                    <a:cubicBezTo>
                      <a:pt x="138" y="27"/>
                      <a:pt x="137" y="27"/>
                      <a:pt x="137" y="27"/>
                    </a:cubicBezTo>
                    <a:lnTo>
                      <a:pt x="136" y="26"/>
                    </a:lnTo>
                    <a:cubicBezTo>
                      <a:pt x="136" y="25"/>
                      <a:pt x="136" y="25"/>
                      <a:pt x="135" y="25"/>
                    </a:cubicBezTo>
                    <a:lnTo>
                      <a:pt x="134" y="25"/>
                    </a:lnTo>
                    <a:cubicBezTo>
                      <a:pt x="133" y="24"/>
                      <a:pt x="132" y="24"/>
                      <a:pt x="132" y="24"/>
                    </a:cubicBezTo>
                    <a:cubicBezTo>
                      <a:pt x="130" y="23"/>
                      <a:pt x="129" y="23"/>
                      <a:pt x="128" y="23"/>
                    </a:cubicBezTo>
                    <a:cubicBezTo>
                      <a:pt x="125" y="22"/>
                      <a:pt x="122" y="22"/>
                      <a:pt x="120" y="22"/>
                    </a:cubicBezTo>
                    <a:cubicBezTo>
                      <a:pt x="108" y="21"/>
                      <a:pt x="97" y="22"/>
                      <a:pt x="86" y="23"/>
                    </a:cubicBezTo>
                    <a:cubicBezTo>
                      <a:pt x="78" y="24"/>
                      <a:pt x="70" y="25"/>
                      <a:pt x="62" y="26"/>
                    </a:cubicBezTo>
                    <a:cubicBezTo>
                      <a:pt x="54" y="28"/>
                      <a:pt x="46" y="30"/>
                      <a:pt x="37" y="31"/>
                    </a:cubicBezTo>
                    <a:cubicBezTo>
                      <a:pt x="32" y="32"/>
                      <a:pt x="27" y="34"/>
                      <a:pt x="22" y="35"/>
                    </a:cubicBezTo>
                    <a:cubicBezTo>
                      <a:pt x="19" y="36"/>
                      <a:pt x="16" y="36"/>
                      <a:pt x="13" y="35"/>
                    </a:cubicBezTo>
                    <a:cubicBezTo>
                      <a:pt x="11" y="34"/>
                      <a:pt x="8" y="32"/>
                      <a:pt x="7" y="29"/>
                    </a:cubicBezTo>
                    <a:cubicBezTo>
                      <a:pt x="6" y="27"/>
                      <a:pt x="6" y="24"/>
                      <a:pt x="7" y="21"/>
                    </a:cubicBezTo>
                    <a:cubicBezTo>
                      <a:pt x="8" y="18"/>
                      <a:pt x="9" y="16"/>
                      <a:pt x="12" y="15"/>
                    </a:cubicBezTo>
                    <a:cubicBezTo>
                      <a:pt x="13" y="14"/>
                      <a:pt x="15" y="14"/>
                      <a:pt x="18" y="13"/>
                    </a:cubicBezTo>
                    <a:cubicBezTo>
                      <a:pt x="20" y="13"/>
                      <a:pt x="23" y="12"/>
                      <a:pt x="26" y="11"/>
                    </a:cubicBezTo>
                    <a:cubicBezTo>
                      <a:pt x="32" y="10"/>
                      <a:pt x="38" y="9"/>
                      <a:pt x="44" y="8"/>
                    </a:cubicBezTo>
                    <a:cubicBezTo>
                      <a:pt x="56" y="6"/>
                      <a:pt x="68" y="4"/>
                      <a:pt x="79" y="3"/>
                    </a:cubicBezTo>
                    <a:cubicBezTo>
                      <a:pt x="91" y="2"/>
                      <a:pt x="102" y="1"/>
                      <a:pt x="114" y="1"/>
                    </a:cubicBezTo>
                    <a:cubicBezTo>
                      <a:pt x="127" y="0"/>
                      <a:pt x="143" y="2"/>
                      <a:pt x="153" y="13"/>
                    </a:cubicBezTo>
                    <a:cubicBezTo>
                      <a:pt x="157" y="17"/>
                      <a:pt x="159" y="23"/>
                      <a:pt x="160" y="30"/>
                    </a:cubicBezTo>
                    <a:cubicBezTo>
                      <a:pt x="160" y="37"/>
                      <a:pt x="159" y="45"/>
                      <a:pt x="156" y="52"/>
                    </a:cubicBezTo>
                    <a:cubicBezTo>
                      <a:pt x="152" y="60"/>
                      <a:pt x="145" y="69"/>
                      <a:pt x="139" y="76"/>
                    </a:cubicBezTo>
                    <a:cubicBezTo>
                      <a:pt x="132" y="84"/>
                      <a:pt x="124" y="91"/>
                      <a:pt x="117" y="98"/>
                    </a:cubicBezTo>
                    <a:lnTo>
                      <a:pt x="117" y="97"/>
                    </a:lnTo>
                    <a:cubicBezTo>
                      <a:pt x="117" y="98"/>
                      <a:pt x="116" y="98"/>
                      <a:pt x="115" y="99"/>
                    </a:cubicBezTo>
                    <a:cubicBezTo>
                      <a:pt x="114" y="99"/>
                      <a:pt x="114" y="101"/>
                      <a:pt x="113" y="101"/>
                    </a:cubicBezTo>
                    <a:cubicBezTo>
                      <a:pt x="111" y="103"/>
                      <a:pt x="108" y="105"/>
                      <a:pt x="106" y="108"/>
                    </a:cubicBezTo>
                    <a:cubicBezTo>
                      <a:pt x="106" y="108"/>
                      <a:pt x="106" y="107"/>
                      <a:pt x="107" y="107"/>
                    </a:cubicBezTo>
                    <a:cubicBezTo>
                      <a:pt x="106" y="108"/>
                      <a:pt x="106" y="108"/>
                      <a:pt x="104" y="109"/>
                    </a:cubicBezTo>
                    <a:cubicBezTo>
                      <a:pt x="105" y="109"/>
                      <a:pt x="105" y="109"/>
                      <a:pt x="105" y="108"/>
                    </a:cubicBezTo>
                    <a:cubicBezTo>
                      <a:pt x="104" y="109"/>
                      <a:pt x="103" y="110"/>
                      <a:pt x="103" y="110"/>
                    </a:cubicBezTo>
                    <a:cubicBezTo>
                      <a:pt x="89" y="123"/>
                      <a:pt x="76" y="135"/>
                      <a:pt x="62" y="148"/>
                    </a:cubicBezTo>
                    <a:cubicBezTo>
                      <a:pt x="50" y="161"/>
                      <a:pt x="37" y="173"/>
                      <a:pt x="25" y="187"/>
                    </a:cubicBezTo>
                    <a:cubicBezTo>
                      <a:pt x="24" y="187"/>
                      <a:pt x="23" y="189"/>
                      <a:pt x="23" y="189"/>
                    </a:cubicBezTo>
                    <a:cubicBezTo>
                      <a:pt x="23" y="190"/>
                      <a:pt x="24" y="190"/>
                      <a:pt x="24" y="190"/>
                    </a:cubicBezTo>
                    <a:cubicBezTo>
                      <a:pt x="25" y="191"/>
                      <a:pt x="26" y="191"/>
                      <a:pt x="27" y="191"/>
                    </a:cubicBezTo>
                    <a:cubicBezTo>
                      <a:pt x="29" y="192"/>
                      <a:pt x="30" y="193"/>
                      <a:pt x="32" y="193"/>
                    </a:cubicBezTo>
                    <a:cubicBezTo>
                      <a:pt x="36" y="194"/>
                      <a:pt x="40" y="196"/>
                      <a:pt x="44" y="196"/>
                    </a:cubicBezTo>
                    <a:cubicBezTo>
                      <a:pt x="43" y="196"/>
                      <a:pt x="43" y="196"/>
                      <a:pt x="43" y="196"/>
                    </a:cubicBezTo>
                    <a:cubicBezTo>
                      <a:pt x="65" y="200"/>
                      <a:pt x="88" y="200"/>
                      <a:pt x="111" y="201"/>
                    </a:cubicBezTo>
                    <a:cubicBezTo>
                      <a:pt x="113" y="201"/>
                      <a:pt x="115" y="201"/>
                      <a:pt x="117" y="201"/>
                    </a:cubicBezTo>
                    <a:cubicBezTo>
                      <a:pt x="123" y="201"/>
                      <a:pt x="128" y="205"/>
                      <a:pt x="128" y="212"/>
                    </a:cubicBezTo>
                    <a:cubicBezTo>
                      <a:pt x="128" y="217"/>
                      <a:pt x="124" y="223"/>
                      <a:pt x="118" y="2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" name="Google Shape;408;p3"/>
              <p:cNvSpPr/>
              <p:nvPr/>
            </p:nvSpPr>
            <p:spPr>
              <a:xfrm>
                <a:off x="2379960" y="825840"/>
                <a:ext cx="68040" cy="15840"/>
              </a:xfrm>
              <a:custGeom>
                <a:avLst/>
                <a:gdLst/>
                <a:ahLst/>
                <a:cxnLst/>
                <a:rect l="l" t="t" r="r" b="b"/>
                <a:pathLst>
                  <a:path w="189" h="44" extrusionOk="0">
                    <a:moveTo>
                      <a:pt x="10" y="43"/>
                    </a:moveTo>
                    <a:cubicBezTo>
                      <a:pt x="5" y="43"/>
                      <a:pt x="1" y="38"/>
                      <a:pt x="0" y="33"/>
                    </a:cubicBezTo>
                    <a:lnTo>
                      <a:pt x="0" y="32"/>
                    </a:lnTo>
                    <a:cubicBezTo>
                      <a:pt x="0" y="29"/>
                      <a:pt x="2" y="25"/>
                      <a:pt x="6" y="23"/>
                    </a:cubicBezTo>
                    <a:cubicBezTo>
                      <a:pt x="9" y="21"/>
                      <a:pt x="12" y="20"/>
                      <a:pt x="15" y="22"/>
                    </a:cubicBezTo>
                    <a:lnTo>
                      <a:pt x="16" y="22"/>
                    </a:lnTo>
                    <a:cubicBezTo>
                      <a:pt x="28" y="20"/>
                      <a:pt x="39" y="18"/>
                      <a:pt x="50" y="16"/>
                    </a:cubicBezTo>
                    <a:cubicBezTo>
                      <a:pt x="62" y="15"/>
                      <a:pt x="75" y="12"/>
                      <a:pt x="87" y="11"/>
                    </a:cubicBezTo>
                    <a:cubicBezTo>
                      <a:pt x="109" y="8"/>
                      <a:pt x="130" y="5"/>
                      <a:pt x="152" y="3"/>
                    </a:cubicBezTo>
                    <a:cubicBezTo>
                      <a:pt x="160" y="2"/>
                      <a:pt x="168" y="1"/>
                      <a:pt x="176" y="1"/>
                    </a:cubicBezTo>
                    <a:cubicBezTo>
                      <a:pt x="181" y="0"/>
                      <a:pt x="187" y="3"/>
                      <a:pt x="187" y="9"/>
                    </a:cubicBezTo>
                    <a:cubicBezTo>
                      <a:pt x="188" y="13"/>
                      <a:pt x="184" y="19"/>
                      <a:pt x="179" y="20"/>
                    </a:cubicBezTo>
                    <a:cubicBezTo>
                      <a:pt x="156" y="22"/>
                      <a:pt x="132" y="25"/>
                      <a:pt x="109" y="28"/>
                    </a:cubicBezTo>
                    <a:cubicBezTo>
                      <a:pt x="86" y="32"/>
                      <a:pt x="63" y="35"/>
                      <a:pt x="39" y="40"/>
                    </a:cubicBezTo>
                    <a:cubicBezTo>
                      <a:pt x="36" y="40"/>
                      <a:pt x="32" y="41"/>
                      <a:pt x="29" y="41"/>
                    </a:cubicBezTo>
                    <a:cubicBezTo>
                      <a:pt x="24" y="42"/>
                      <a:pt x="18" y="43"/>
                      <a:pt x="13" y="43"/>
                    </a:cubicBezTo>
                    <a:cubicBezTo>
                      <a:pt x="12" y="43"/>
                      <a:pt x="11" y="43"/>
                      <a:pt x="10" y="4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9" name="Google Shape;409;p3"/>
              <p:cNvSpPr/>
              <p:nvPr/>
            </p:nvSpPr>
            <p:spPr>
              <a:xfrm>
                <a:off x="2457720" y="811440"/>
                <a:ext cx="900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25" h="25" extrusionOk="0">
                    <a:moveTo>
                      <a:pt x="0" y="12"/>
                    </a:moveTo>
                    <a:cubicBezTo>
                      <a:pt x="0" y="6"/>
                      <a:pt x="5" y="0"/>
                      <a:pt x="11" y="0"/>
                    </a:cubicBezTo>
                    <a:cubicBezTo>
                      <a:pt x="18" y="0"/>
                      <a:pt x="24" y="5"/>
                      <a:pt x="24" y="12"/>
                    </a:cubicBezTo>
                    <a:cubicBezTo>
                      <a:pt x="24" y="17"/>
                      <a:pt x="19" y="24"/>
                      <a:pt x="13" y="24"/>
                    </a:cubicBezTo>
                    <a:cubicBezTo>
                      <a:pt x="6" y="24"/>
                      <a:pt x="0" y="19"/>
                      <a:pt x="0" y="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0" name="Google Shape;410;p3"/>
              <p:cNvSpPr/>
              <p:nvPr/>
            </p:nvSpPr>
            <p:spPr>
              <a:xfrm>
                <a:off x="2447280" y="824040"/>
                <a:ext cx="43920" cy="1764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49" extrusionOk="0">
                    <a:moveTo>
                      <a:pt x="1" y="35"/>
                    </a:moveTo>
                    <a:cubicBezTo>
                      <a:pt x="0" y="31"/>
                      <a:pt x="2" y="27"/>
                      <a:pt x="4" y="25"/>
                    </a:cubicBezTo>
                    <a:cubicBezTo>
                      <a:pt x="6" y="23"/>
                      <a:pt x="9" y="21"/>
                      <a:pt x="11" y="20"/>
                    </a:cubicBezTo>
                    <a:cubicBezTo>
                      <a:pt x="16" y="17"/>
                      <a:pt x="23" y="18"/>
                      <a:pt x="26" y="24"/>
                    </a:cubicBezTo>
                    <a:cubicBezTo>
                      <a:pt x="27" y="24"/>
                      <a:pt x="27" y="25"/>
                      <a:pt x="27" y="25"/>
                    </a:cubicBezTo>
                    <a:cubicBezTo>
                      <a:pt x="33" y="25"/>
                      <a:pt x="39" y="24"/>
                      <a:pt x="44" y="23"/>
                    </a:cubicBezTo>
                    <a:cubicBezTo>
                      <a:pt x="50" y="21"/>
                      <a:pt x="57" y="20"/>
                      <a:pt x="63" y="18"/>
                    </a:cubicBezTo>
                    <a:cubicBezTo>
                      <a:pt x="70" y="16"/>
                      <a:pt x="77" y="13"/>
                      <a:pt x="85" y="10"/>
                    </a:cubicBezTo>
                    <a:cubicBezTo>
                      <a:pt x="84" y="10"/>
                      <a:pt x="84" y="11"/>
                      <a:pt x="84" y="11"/>
                    </a:cubicBezTo>
                    <a:cubicBezTo>
                      <a:pt x="91" y="8"/>
                      <a:pt x="99" y="5"/>
                      <a:pt x="106" y="2"/>
                    </a:cubicBezTo>
                    <a:cubicBezTo>
                      <a:pt x="111" y="0"/>
                      <a:pt x="117" y="2"/>
                      <a:pt x="119" y="7"/>
                    </a:cubicBezTo>
                    <a:cubicBezTo>
                      <a:pt x="121" y="12"/>
                      <a:pt x="119" y="18"/>
                      <a:pt x="114" y="20"/>
                    </a:cubicBezTo>
                    <a:cubicBezTo>
                      <a:pt x="105" y="24"/>
                      <a:pt x="97" y="27"/>
                      <a:pt x="88" y="31"/>
                    </a:cubicBezTo>
                    <a:cubicBezTo>
                      <a:pt x="84" y="32"/>
                      <a:pt x="81" y="34"/>
                      <a:pt x="77" y="35"/>
                    </a:cubicBezTo>
                    <a:cubicBezTo>
                      <a:pt x="73" y="36"/>
                      <a:pt x="69" y="38"/>
                      <a:pt x="64" y="39"/>
                    </a:cubicBezTo>
                    <a:cubicBezTo>
                      <a:pt x="50" y="43"/>
                      <a:pt x="36" y="47"/>
                      <a:pt x="21" y="48"/>
                    </a:cubicBezTo>
                    <a:cubicBezTo>
                      <a:pt x="13" y="48"/>
                      <a:pt x="2" y="45"/>
                      <a:pt x="1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1" name="Google Shape;411;p3"/>
              <p:cNvSpPr/>
              <p:nvPr/>
            </p:nvSpPr>
            <p:spPr>
              <a:xfrm>
                <a:off x="2499840" y="763560"/>
                <a:ext cx="44640" cy="10152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282" extrusionOk="0">
                    <a:moveTo>
                      <a:pt x="68" y="270"/>
                    </a:moveTo>
                    <a:cubicBezTo>
                      <a:pt x="67" y="264"/>
                      <a:pt x="69" y="257"/>
                      <a:pt x="69" y="250"/>
                    </a:cubicBezTo>
                    <a:cubicBezTo>
                      <a:pt x="69" y="245"/>
                      <a:pt x="70" y="239"/>
                      <a:pt x="70" y="234"/>
                    </a:cubicBezTo>
                    <a:cubicBezTo>
                      <a:pt x="71" y="221"/>
                      <a:pt x="72" y="210"/>
                      <a:pt x="73" y="198"/>
                    </a:cubicBezTo>
                    <a:cubicBezTo>
                      <a:pt x="73" y="186"/>
                      <a:pt x="74" y="176"/>
                      <a:pt x="76" y="165"/>
                    </a:cubicBezTo>
                    <a:cubicBezTo>
                      <a:pt x="76" y="159"/>
                      <a:pt x="77" y="153"/>
                      <a:pt x="78" y="147"/>
                    </a:cubicBezTo>
                    <a:cubicBezTo>
                      <a:pt x="79" y="141"/>
                      <a:pt x="80" y="135"/>
                      <a:pt x="81" y="129"/>
                    </a:cubicBezTo>
                    <a:cubicBezTo>
                      <a:pt x="82" y="127"/>
                      <a:pt x="83" y="124"/>
                      <a:pt x="83" y="121"/>
                    </a:cubicBezTo>
                    <a:cubicBezTo>
                      <a:pt x="77" y="127"/>
                      <a:pt x="70" y="132"/>
                      <a:pt x="63" y="136"/>
                    </a:cubicBezTo>
                    <a:cubicBezTo>
                      <a:pt x="51" y="143"/>
                      <a:pt x="37" y="148"/>
                      <a:pt x="23" y="143"/>
                    </a:cubicBezTo>
                    <a:cubicBezTo>
                      <a:pt x="17" y="142"/>
                      <a:pt x="12" y="138"/>
                      <a:pt x="8" y="134"/>
                    </a:cubicBezTo>
                    <a:cubicBezTo>
                      <a:pt x="3" y="128"/>
                      <a:pt x="2" y="121"/>
                      <a:pt x="2" y="114"/>
                    </a:cubicBezTo>
                    <a:cubicBezTo>
                      <a:pt x="0" y="103"/>
                      <a:pt x="3" y="92"/>
                      <a:pt x="6" y="81"/>
                    </a:cubicBezTo>
                    <a:cubicBezTo>
                      <a:pt x="9" y="70"/>
                      <a:pt x="12" y="58"/>
                      <a:pt x="16" y="47"/>
                    </a:cubicBezTo>
                    <a:cubicBezTo>
                      <a:pt x="18" y="39"/>
                      <a:pt x="21" y="31"/>
                      <a:pt x="24" y="23"/>
                    </a:cubicBezTo>
                    <a:cubicBezTo>
                      <a:pt x="25" y="20"/>
                      <a:pt x="26" y="18"/>
                      <a:pt x="27" y="16"/>
                    </a:cubicBezTo>
                    <a:cubicBezTo>
                      <a:pt x="28" y="12"/>
                      <a:pt x="30" y="7"/>
                      <a:pt x="34" y="4"/>
                    </a:cubicBezTo>
                    <a:cubicBezTo>
                      <a:pt x="38" y="1"/>
                      <a:pt x="42" y="0"/>
                      <a:pt x="46" y="1"/>
                    </a:cubicBezTo>
                    <a:cubicBezTo>
                      <a:pt x="48" y="2"/>
                      <a:pt x="51" y="4"/>
                      <a:pt x="52" y="7"/>
                    </a:cubicBezTo>
                    <a:cubicBezTo>
                      <a:pt x="53" y="9"/>
                      <a:pt x="54" y="12"/>
                      <a:pt x="53" y="15"/>
                    </a:cubicBezTo>
                    <a:cubicBezTo>
                      <a:pt x="52" y="18"/>
                      <a:pt x="51" y="20"/>
                      <a:pt x="48" y="22"/>
                    </a:cubicBezTo>
                    <a:lnTo>
                      <a:pt x="47" y="23"/>
                    </a:lnTo>
                    <a:cubicBezTo>
                      <a:pt x="43" y="32"/>
                      <a:pt x="39" y="43"/>
                      <a:pt x="36" y="53"/>
                    </a:cubicBezTo>
                    <a:lnTo>
                      <a:pt x="36" y="52"/>
                    </a:lnTo>
                    <a:cubicBezTo>
                      <a:pt x="36" y="53"/>
                      <a:pt x="36" y="53"/>
                      <a:pt x="36" y="53"/>
                    </a:cubicBezTo>
                    <a:cubicBezTo>
                      <a:pt x="35" y="55"/>
                      <a:pt x="34" y="58"/>
                      <a:pt x="34" y="61"/>
                    </a:cubicBezTo>
                    <a:cubicBezTo>
                      <a:pt x="34" y="60"/>
                      <a:pt x="34" y="60"/>
                      <a:pt x="34" y="59"/>
                    </a:cubicBezTo>
                    <a:cubicBezTo>
                      <a:pt x="33" y="61"/>
                      <a:pt x="32" y="64"/>
                      <a:pt x="32" y="67"/>
                    </a:cubicBezTo>
                    <a:lnTo>
                      <a:pt x="32" y="66"/>
                    </a:lnTo>
                    <a:cubicBezTo>
                      <a:pt x="31" y="67"/>
                      <a:pt x="31" y="67"/>
                      <a:pt x="31" y="67"/>
                    </a:cubicBezTo>
                    <a:lnTo>
                      <a:pt x="31" y="68"/>
                    </a:lnTo>
                    <a:cubicBezTo>
                      <a:pt x="28" y="78"/>
                      <a:pt x="26" y="88"/>
                      <a:pt x="24" y="99"/>
                    </a:cubicBezTo>
                    <a:cubicBezTo>
                      <a:pt x="23" y="102"/>
                      <a:pt x="23" y="105"/>
                      <a:pt x="23" y="108"/>
                    </a:cubicBezTo>
                    <a:cubicBezTo>
                      <a:pt x="23" y="110"/>
                      <a:pt x="23" y="112"/>
                      <a:pt x="23" y="114"/>
                    </a:cubicBezTo>
                    <a:cubicBezTo>
                      <a:pt x="23" y="115"/>
                      <a:pt x="23" y="116"/>
                      <a:pt x="23" y="117"/>
                    </a:cubicBezTo>
                    <a:cubicBezTo>
                      <a:pt x="23" y="117"/>
                      <a:pt x="23" y="116"/>
                      <a:pt x="23" y="115"/>
                    </a:cubicBezTo>
                    <a:cubicBezTo>
                      <a:pt x="23" y="117"/>
                      <a:pt x="23" y="117"/>
                      <a:pt x="24" y="118"/>
                    </a:cubicBezTo>
                    <a:cubicBezTo>
                      <a:pt x="24" y="118"/>
                      <a:pt x="24" y="119"/>
                      <a:pt x="24" y="120"/>
                    </a:cubicBezTo>
                    <a:cubicBezTo>
                      <a:pt x="24" y="119"/>
                      <a:pt x="24" y="119"/>
                      <a:pt x="24" y="119"/>
                    </a:cubicBezTo>
                    <a:cubicBezTo>
                      <a:pt x="24" y="120"/>
                      <a:pt x="24" y="120"/>
                      <a:pt x="24" y="120"/>
                    </a:cubicBezTo>
                    <a:cubicBezTo>
                      <a:pt x="25" y="120"/>
                      <a:pt x="25" y="121"/>
                      <a:pt x="26" y="121"/>
                    </a:cubicBezTo>
                    <a:lnTo>
                      <a:pt x="26" y="122"/>
                    </a:lnTo>
                    <a:cubicBezTo>
                      <a:pt x="27" y="122"/>
                      <a:pt x="27" y="122"/>
                      <a:pt x="27" y="122"/>
                    </a:cubicBezTo>
                    <a:lnTo>
                      <a:pt x="28" y="123"/>
                    </a:lnTo>
                    <a:lnTo>
                      <a:pt x="29" y="124"/>
                    </a:lnTo>
                    <a:cubicBezTo>
                      <a:pt x="30" y="124"/>
                      <a:pt x="31" y="124"/>
                      <a:pt x="31" y="124"/>
                    </a:cubicBezTo>
                    <a:cubicBezTo>
                      <a:pt x="32" y="124"/>
                      <a:pt x="32" y="124"/>
                      <a:pt x="34" y="124"/>
                    </a:cubicBezTo>
                    <a:lnTo>
                      <a:pt x="35" y="124"/>
                    </a:lnTo>
                    <a:cubicBezTo>
                      <a:pt x="37" y="124"/>
                      <a:pt x="38" y="124"/>
                      <a:pt x="40" y="123"/>
                    </a:cubicBezTo>
                    <a:cubicBezTo>
                      <a:pt x="41" y="123"/>
                      <a:pt x="43" y="122"/>
                      <a:pt x="44" y="122"/>
                    </a:cubicBezTo>
                    <a:cubicBezTo>
                      <a:pt x="46" y="121"/>
                      <a:pt x="48" y="120"/>
                      <a:pt x="51" y="119"/>
                    </a:cubicBezTo>
                    <a:cubicBezTo>
                      <a:pt x="54" y="117"/>
                      <a:pt x="57" y="115"/>
                      <a:pt x="60" y="113"/>
                    </a:cubicBezTo>
                    <a:cubicBezTo>
                      <a:pt x="65" y="110"/>
                      <a:pt x="70" y="106"/>
                      <a:pt x="74" y="102"/>
                    </a:cubicBezTo>
                    <a:cubicBezTo>
                      <a:pt x="80" y="97"/>
                      <a:pt x="85" y="92"/>
                      <a:pt x="90" y="86"/>
                    </a:cubicBezTo>
                    <a:cubicBezTo>
                      <a:pt x="93" y="82"/>
                      <a:pt x="95" y="79"/>
                      <a:pt x="98" y="76"/>
                    </a:cubicBezTo>
                    <a:cubicBezTo>
                      <a:pt x="99" y="72"/>
                      <a:pt x="101" y="69"/>
                      <a:pt x="103" y="66"/>
                    </a:cubicBezTo>
                    <a:cubicBezTo>
                      <a:pt x="106" y="61"/>
                      <a:pt x="112" y="60"/>
                      <a:pt x="117" y="63"/>
                    </a:cubicBezTo>
                    <a:cubicBezTo>
                      <a:pt x="122" y="65"/>
                      <a:pt x="123" y="71"/>
                      <a:pt x="122" y="76"/>
                    </a:cubicBezTo>
                    <a:cubicBezTo>
                      <a:pt x="120" y="80"/>
                      <a:pt x="118" y="83"/>
                      <a:pt x="116" y="86"/>
                    </a:cubicBezTo>
                    <a:cubicBezTo>
                      <a:pt x="114" y="92"/>
                      <a:pt x="112" y="97"/>
                      <a:pt x="110" y="103"/>
                    </a:cubicBezTo>
                    <a:lnTo>
                      <a:pt x="110" y="102"/>
                    </a:lnTo>
                    <a:cubicBezTo>
                      <a:pt x="108" y="107"/>
                      <a:pt x="107" y="112"/>
                      <a:pt x="105" y="118"/>
                    </a:cubicBezTo>
                    <a:cubicBezTo>
                      <a:pt x="104" y="122"/>
                      <a:pt x="103" y="127"/>
                      <a:pt x="101" y="132"/>
                    </a:cubicBezTo>
                    <a:cubicBezTo>
                      <a:pt x="100" y="137"/>
                      <a:pt x="100" y="142"/>
                      <a:pt x="98" y="146"/>
                    </a:cubicBezTo>
                    <a:cubicBezTo>
                      <a:pt x="97" y="154"/>
                      <a:pt x="96" y="161"/>
                      <a:pt x="95" y="168"/>
                    </a:cubicBezTo>
                    <a:cubicBezTo>
                      <a:pt x="94" y="175"/>
                      <a:pt x="94" y="182"/>
                      <a:pt x="93" y="189"/>
                    </a:cubicBezTo>
                    <a:cubicBezTo>
                      <a:pt x="92" y="204"/>
                      <a:pt x="91" y="219"/>
                      <a:pt x="91" y="234"/>
                    </a:cubicBezTo>
                    <a:cubicBezTo>
                      <a:pt x="91" y="235"/>
                      <a:pt x="91" y="235"/>
                      <a:pt x="91" y="235"/>
                    </a:cubicBezTo>
                    <a:cubicBezTo>
                      <a:pt x="91" y="237"/>
                      <a:pt x="91" y="238"/>
                      <a:pt x="91" y="240"/>
                    </a:cubicBezTo>
                    <a:cubicBezTo>
                      <a:pt x="91" y="239"/>
                      <a:pt x="91" y="238"/>
                      <a:pt x="91" y="238"/>
                    </a:cubicBezTo>
                    <a:cubicBezTo>
                      <a:pt x="91" y="239"/>
                      <a:pt x="90" y="240"/>
                      <a:pt x="90" y="241"/>
                    </a:cubicBezTo>
                    <a:cubicBezTo>
                      <a:pt x="90" y="242"/>
                      <a:pt x="90" y="242"/>
                      <a:pt x="90" y="244"/>
                    </a:cubicBezTo>
                    <a:lnTo>
                      <a:pt x="90" y="243"/>
                    </a:lnTo>
                    <a:lnTo>
                      <a:pt x="90" y="244"/>
                    </a:lnTo>
                    <a:cubicBezTo>
                      <a:pt x="90" y="247"/>
                      <a:pt x="90" y="250"/>
                      <a:pt x="90" y="253"/>
                    </a:cubicBezTo>
                    <a:cubicBezTo>
                      <a:pt x="90" y="252"/>
                      <a:pt x="90" y="252"/>
                      <a:pt x="90" y="252"/>
                    </a:cubicBezTo>
                    <a:cubicBezTo>
                      <a:pt x="90" y="253"/>
                      <a:pt x="90" y="255"/>
                      <a:pt x="90" y="256"/>
                    </a:cubicBezTo>
                    <a:cubicBezTo>
                      <a:pt x="90" y="259"/>
                      <a:pt x="90" y="262"/>
                      <a:pt x="90" y="265"/>
                    </a:cubicBezTo>
                    <a:lnTo>
                      <a:pt x="90" y="264"/>
                    </a:lnTo>
                    <a:cubicBezTo>
                      <a:pt x="90" y="266"/>
                      <a:pt x="90" y="268"/>
                      <a:pt x="90" y="270"/>
                    </a:cubicBezTo>
                    <a:cubicBezTo>
                      <a:pt x="90" y="276"/>
                      <a:pt x="85" y="281"/>
                      <a:pt x="79" y="281"/>
                    </a:cubicBezTo>
                    <a:cubicBezTo>
                      <a:pt x="73" y="281"/>
                      <a:pt x="69" y="276"/>
                      <a:pt x="68" y="27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2" name="Google Shape;412;p3"/>
              <p:cNvSpPr/>
              <p:nvPr/>
            </p:nvSpPr>
            <p:spPr>
              <a:xfrm>
                <a:off x="2561400" y="794160"/>
                <a:ext cx="27720" cy="15840"/>
              </a:xfrm>
              <a:custGeom>
                <a:avLst/>
                <a:gdLst/>
                <a:ahLst/>
                <a:cxnLst/>
                <a:rect l="l" t="t" r="r" b="b"/>
                <a:pathLst>
                  <a:path w="77" h="44" extrusionOk="0">
                    <a:moveTo>
                      <a:pt x="16" y="39"/>
                    </a:moveTo>
                    <a:cubicBezTo>
                      <a:pt x="11" y="37"/>
                      <a:pt x="7" y="35"/>
                      <a:pt x="4" y="30"/>
                    </a:cubicBezTo>
                    <a:cubicBezTo>
                      <a:pt x="0" y="26"/>
                      <a:pt x="0" y="21"/>
                      <a:pt x="1" y="16"/>
                    </a:cubicBezTo>
                    <a:cubicBezTo>
                      <a:pt x="4" y="9"/>
                      <a:pt x="10" y="7"/>
                      <a:pt x="15" y="4"/>
                    </a:cubicBezTo>
                    <a:cubicBezTo>
                      <a:pt x="20" y="0"/>
                      <a:pt x="27" y="2"/>
                      <a:pt x="30" y="7"/>
                    </a:cubicBezTo>
                    <a:cubicBezTo>
                      <a:pt x="33" y="11"/>
                      <a:pt x="32" y="17"/>
                      <a:pt x="29" y="21"/>
                    </a:cubicBezTo>
                    <a:cubicBezTo>
                      <a:pt x="30" y="21"/>
                      <a:pt x="30" y="21"/>
                      <a:pt x="31" y="21"/>
                    </a:cubicBezTo>
                    <a:cubicBezTo>
                      <a:pt x="35" y="22"/>
                      <a:pt x="38" y="22"/>
                      <a:pt x="42" y="22"/>
                    </a:cubicBezTo>
                    <a:cubicBezTo>
                      <a:pt x="47" y="22"/>
                      <a:pt x="53" y="22"/>
                      <a:pt x="58" y="22"/>
                    </a:cubicBezTo>
                    <a:cubicBezTo>
                      <a:pt x="60" y="21"/>
                      <a:pt x="61" y="21"/>
                      <a:pt x="63" y="21"/>
                    </a:cubicBezTo>
                    <a:cubicBezTo>
                      <a:pt x="69" y="21"/>
                      <a:pt x="74" y="24"/>
                      <a:pt x="75" y="30"/>
                    </a:cubicBezTo>
                    <a:cubicBezTo>
                      <a:pt x="76" y="35"/>
                      <a:pt x="72" y="42"/>
                      <a:pt x="67" y="42"/>
                    </a:cubicBezTo>
                    <a:cubicBezTo>
                      <a:pt x="59" y="43"/>
                      <a:pt x="52" y="43"/>
                      <a:pt x="44" y="43"/>
                    </a:cubicBezTo>
                    <a:cubicBezTo>
                      <a:pt x="35" y="43"/>
                      <a:pt x="26" y="42"/>
                      <a:pt x="16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3" name="Google Shape;413;p3"/>
              <p:cNvSpPr/>
              <p:nvPr/>
            </p:nvSpPr>
            <p:spPr>
              <a:xfrm>
                <a:off x="2569680" y="773640"/>
                <a:ext cx="19800" cy="68400"/>
              </a:xfrm>
              <a:custGeom>
                <a:avLst/>
                <a:gdLst/>
                <a:ahLst/>
                <a:cxnLst/>
                <a:rect l="l" t="t" r="r" b="b"/>
                <a:pathLst>
                  <a:path w="55" h="190" extrusionOk="0">
                    <a:moveTo>
                      <a:pt x="10" y="189"/>
                    </a:moveTo>
                    <a:cubicBezTo>
                      <a:pt x="5" y="189"/>
                      <a:pt x="0" y="184"/>
                      <a:pt x="1" y="178"/>
                    </a:cubicBezTo>
                    <a:cubicBezTo>
                      <a:pt x="3" y="153"/>
                      <a:pt x="5" y="129"/>
                      <a:pt x="9" y="105"/>
                    </a:cubicBezTo>
                    <a:cubicBezTo>
                      <a:pt x="9" y="99"/>
                      <a:pt x="10" y="93"/>
                      <a:pt x="12" y="88"/>
                    </a:cubicBezTo>
                    <a:cubicBezTo>
                      <a:pt x="12" y="83"/>
                      <a:pt x="13" y="78"/>
                      <a:pt x="14" y="73"/>
                    </a:cubicBezTo>
                    <a:cubicBezTo>
                      <a:pt x="17" y="61"/>
                      <a:pt x="19" y="50"/>
                      <a:pt x="23" y="39"/>
                    </a:cubicBezTo>
                    <a:cubicBezTo>
                      <a:pt x="24" y="31"/>
                      <a:pt x="27" y="24"/>
                      <a:pt x="29" y="16"/>
                    </a:cubicBezTo>
                    <a:cubicBezTo>
                      <a:pt x="30" y="14"/>
                      <a:pt x="31" y="12"/>
                      <a:pt x="31" y="10"/>
                    </a:cubicBezTo>
                    <a:cubicBezTo>
                      <a:pt x="32" y="4"/>
                      <a:pt x="39" y="0"/>
                      <a:pt x="44" y="2"/>
                    </a:cubicBezTo>
                    <a:cubicBezTo>
                      <a:pt x="50" y="3"/>
                      <a:pt x="54" y="9"/>
                      <a:pt x="52" y="15"/>
                    </a:cubicBezTo>
                    <a:cubicBezTo>
                      <a:pt x="51" y="20"/>
                      <a:pt x="49" y="26"/>
                      <a:pt x="47" y="31"/>
                    </a:cubicBezTo>
                    <a:cubicBezTo>
                      <a:pt x="45" y="36"/>
                      <a:pt x="44" y="41"/>
                      <a:pt x="42" y="46"/>
                    </a:cubicBezTo>
                    <a:cubicBezTo>
                      <a:pt x="42" y="45"/>
                      <a:pt x="42" y="45"/>
                      <a:pt x="43" y="44"/>
                    </a:cubicBezTo>
                    <a:cubicBezTo>
                      <a:pt x="41" y="50"/>
                      <a:pt x="39" y="56"/>
                      <a:pt x="38" y="62"/>
                    </a:cubicBezTo>
                    <a:cubicBezTo>
                      <a:pt x="36" y="69"/>
                      <a:pt x="35" y="76"/>
                      <a:pt x="33" y="83"/>
                    </a:cubicBezTo>
                    <a:cubicBezTo>
                      <a:pt x="33" y="84"/>
                      <a:pt x="33" y="86"/>
                      <a:pt x="33" y="87"/>
                    </a:cubicBezTo>
                    <a:cubicBezTo>
                      <a:pt x="33" y="86"/>
                      <a:pt x="33" y="86"/>
                      <a:pt x="33" y="86"/>
                    </a:cubicBezTo>
                    <a:cubicBezTo>
                      <a:pt x="32" y="88"/>
                      <a:pt x="32" y="91"/>
                      <a:pt x="31" y="93"/>
                    </a:cubicBezTo>
                    <a:cubicBezTo>
                      <a:pt x="31" y="95"/>
                      <a:pt x="31" y="97"/>
                      <a:pt x="30" y="99"/>
                    </a:cubicBezTo>
                    <a:cubicBezTo>
                      <a:pt x="30" y="98"/>
                      <a:pt x="31" y="97"/>
                      <a:pt x="31" y="97"/>
                    </a:cubicBezTo>
                    <a:cubicBezTo>
                      <a:pt x="30" y="98"/>
                      <a:pt x="30" y="99"/>
                      <a:pt x="30" y="100"/>
                    </a:cubicBezTo>
                    <a:lnTo>
                      <a:pt x="30" y="99"/>
                    </a:lnTo>
                    <a:cubicBezTo>
                      <a:pt x="30" y="101"/>
                      <a:pt x="30" y="104"/>
                      <a:pt x="29" y="106"/>
                    </a:cubicBezTo>
                    <a:cubicBezTo>
                      <a:pt x="29" y="106"/>
                      <a:pt x="29" y="105"/>
                      <a:pt x="30" y="104"/>
                    </a:cubicBezTo>
                    <a:cubicBezTo>
                      <a:pt x="29" y="105"/>
                      <a:pt x="29" y="106"/>
                      <a:pt x="29" y="106"/>
                    </a:cubicBezTo>
                    <a:cubicBezTo>
                      <a:pt x="27" y="118"/>
                      <a:pt x="26" y="130"/>
                      <a:pt x="25" y="142"/>
                    </a:cubicBezTo>
                    <a:cubicBezTo>
                      <a:pt x="23" y="154"/>
                      <a:pt x="22" y="167"/>
                      <a:pt x="21" y="180"/>
                    </a:cubicBezTo>
                    <a:cubicBezTo>
                      <a:pt x="21" y="185"/>
                      <a:pt x="16" y="189"/>
                      <a:pt x="11" y="189"/>
                    </a:cubicBezTo>
                    <a:lnTo>
                      <a:pt x="10" y="18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4" name="Google Shape;414;p3"/>
              <p:cNvSpPr/>
              <p:nvPr/>
            </p:nvSpPr>
            <p:spPr>
              <a:xfrm>
                <a:off x="2612520" y="734400"/>
                <a:ext cx="382680" cy="123840"/>
              </a:xfrm>
              <a:custGeom>
                <a:avLst/>
                <a:gdLst/>
                <a:ahLst/>
                <a:cxnLst/>
                <a:rect l="l" t="t" r="r" b="b"/>
                <a:pathLst>
                  <a:path w="1063" h="344" extrusionOk="0">
                    <a:moveTo>
                      <a:pt x="49" y="342"/>
                    </a:moveTo>
                    <a:cubicBezTo>
                      <a:pt x="47" y="341"/>
                      <a:pt x="46" y="340"/>
                      <a:pt x="45" y="339"/>
                    </a:cubicBezTo>
                    <a:cubicBezTo>
                      <a:pt x="43" y="337"/>
                      <a:pt x="42" y="335"/>
                      <a:pt x="42" y="333"/>
                    </a:cubicBezTo>
                    <a:cubicBezTo>
                      <a:pt x="42" y="330"/>
                      <a:pt x="42" y="328"/>
                      <a:pt x="41" y="325"/>
                    </a:cubicBezTo>
                    <a:cubicBezTo>
                      <a:pt x="40" y="321"/>
                      <a:pt x="40" y="317"/>
                      <a:pt x="39" y="313"/>
                    </a:cubicBezTo>
                    <a:cubicBezTo>
                      <a:pt x="38" y="306"/>
                      <a:pt x="36" y="298"/>
                      <a:pt x="34" y="291"/>
                    </a:cubicBezTo>
                    <a:cubicBezTo>
                      <a:pt x="33" y="286"/>
                      <a:pt x="32" y="281"/>
                      <a:pt x="31" y="276"/>
                    </a:cubicBezTo>
                    <a:lnTo>
                      <a:pt x="31" y="277"/>
                    </a:lnTo>
                    <a:cubicBezTo>
                      <a:pt x="26" y="256"/>
                      <a:pt x="20" y="235"/>
                      <a:pt x="14" y="213"/>
                    </a:cubicBezTo>
                    <a:cubicBezTo>
                      <a:pt x="13" y="207"/>
                      <a:pt x="11" y="201"/>
                      <a:pt x="10" y="195"/>
                    </a:cubicBezTo>
                    <a:cubicBezTo>
                      <a:pt x="8" y="188"/>
                      <a:pt x="7" y="181"/>
                      <a:pt x="6" y="175"/>
                    </a:cubicBezTo>
                    <a:cubicBezTo>
                      <a:pt x="4" y="170"/>
                      <a:pt x="4" y="165"/>
                      <a:pt x="3" y="160"/>
                    </a:cubicBezTo>
                    <a:cubicBezTo>
                      <a:pt x="1" y="150"/>
                      <a:pt x="0" y="141"/>
                      <a:pt x="0" y="132"/>
                    </a:cubicBezTo>
                    <a:cubicBezTo>
                      <a:pt x="0" y="126"/>
                      <a:pt x="0" y="120"/>
                      <a:pt x="0" y="114"/>
                    </a:cubicBezTo>
                    <a:cubicBezTo>
                      <a:pt x="1" y="108"/>
                      <a:pt x="7" y="104"/>
                      <a:pt x="13" y="104"/>
                    </a:cubicBezTo>
                    <a:cubicBezTo>
                      <a:pt x="18" y="105"/>
                      <a:pt x="23" y="111"/>
                      <a:pt x="22" y="117"/>
                    </a:cubicBezTo>
                    <a:cubicBezTo>
                      <a:pt x="22" y="120"/>
                      <a:pt x="21" y="124"/>
                      <a:pt x="21" y="127"/>
                    </a:cubicBezTo>
                    <a:cubicBezTo>
                      <a:pt x="21" y="134"/>
                      <a:pt x="21" y="140"/>
                      <a:pt x="22" y="146"/>
                    </a:cubicBezTo>
                    <a:cubicBezTo>
                      <a:pt x="22" y="150"/>
                      <a:pt x="23" y="153"/>
                      <a:pt x="23" y="157"/>
                    </a:cubicBezTo>
                    <a:cubicBezTo>
                      <a:pt x="24" y="160"/>
                      <a:pt x="24" y="164"/>
                      <a:pt x="25" y="167"/>
                    </a:cubicBezTo>
                    <a:cubicBezTo>
                      <a:pt x="26" y="175"/>
                      <a:pt x="28" y="182"/>
                      <a:pt x="29" y="190"/>
                    </a:cubicBezTo>
                    <a:cubicBezTo>
                      <a:pt x="29" y="189"/>
                      <a:pt x="29" y="189"/>
                      <a:pt x="29" y="189"/>
                    </a:cubicBezTo>
                    <a:cubicBezTo>
                      <a:pt x="31" y="198"/>
                      <a:pt x="34" y="208"/>
                      <a:pt x="36" y="217"/>
                    </a:cubicBezTo>
                    <a:cubicBezTo>
                      <a:pt x="39" y="229"/>
                      <a:pt x="42" y="240"/>
                      <a:pt x="45" y="251"/>
                    </a:cubicBezTo>
                    <a:cubicBezTo>
                      <a:pt x="47" y="261"/>
                      <a:pt x="50" y="272"/>
                      <a:pt x="53" y="281"/>
                    </a:cubicBezTo>
                    <a:cubicBezTo>
                      <a:pt x="54" y="274"/>
                      <a:pt x="56" y="266"/>
                      <a:pt x="58" y="259"/>
                    </a:cubicBezTo>
                    <a:cubicBezTo>
                      <a:pt x="62" y="244"/>
                      <a:pt x="67" y="229"/>
                      <a:pt x="71" y="215"/>
                    </a:cubicBezTo>
                    <a:cubicBezTo>
                      <a:pt x="71" y="214"/>
                      <a:pt x="71" y="213"/>
                      <a:pt x="71" y="213"/>
                    </a:cubicBezTo>
                    <a:cubicBezTo>
                      <a:pt x="72" y="212"/>
                      <a:pt x="73" y="210"/>
                      <a:pt x="73" y="209"/>
                    </a:cubicBezTo>
                    <a:cubicBezTo>
                      <a:pt x="74" y="205"/>
                      <a:pt x="75" y="202"/>
                      <a:pt x="76" y="198"/>
                    </a:cubicBezTo>
                    <a:cubicBezTo>
                      <a:pt x="77" y="198"/>
                      <a:pt x="77" y="198"/>
                      <a:pt x="77" y="197"/>
                    </a:cubicBezTo>
                    <a:lnTo>
                      <a:pt x="77" y="198"/>
                    </a:lnTo>
                    <a:cubicBezTo>
                      <a:pt x="77" y="197"/>
                      <a:pt x="77" y="196"/>
                      <a:pt x="77" y="196"/>
                    </a:cubicBezTo>
                    <a:lnTo>
                      <a:pt x="77" y="195"/>
                    </a:lnTo>
                    <a:lnTo>
                      <a:pt x="77" y="196"/>
                    </a:lnTo>
                    <a:cubicBezTo>
                      <a:pt x="77" y="195"/>
                      <a:pt x="77" y="195"/>
                      <a:pt x="77" y="195"/>
                    </a:cubicBezTo>
                    <a:lnTo>
                      <a:pt x="77" y="196"/>
                    </a:lnTo>
                    <a:cubicBezTo>
                      <a:pt x="79" y="190"/>
                      <a:pt x="81" y="184"/>
                      <a:pt x="82" y="178"/>
                    </a:cubicBezTo>
                    <a:cubicBezTo>
                      <a:pt x="89" y="157"/>
                      <a:pt x="96" y="135"/>
                      <a:pt x="101" y="113"/>
                    </a:cubicBezTo>
                    <a:cubicBezTo>
                      <a:pt x="102" y="107"/>
                      <a:pt x="105" y="101"/>
                      <a:pt x="110" y="97"/>
                    </a:cubicBezTo>
                    <a:cubicBezTo>
                      <a:pt x="115" y="92"/>
                      <a:pt x="121" y="89"/>
                      <a:pt x="128" y="86"/>
                    </a:cubicBezTo>
                    <a:cubicBezTo>
                      <a:pt x="143" y="80"/>
                      <a:pt x="159" y="78"/>
                      <a:pt x="175" y="76"/>
                    </a:cubicBezTo>
                    <a:cubicBezTo>
                      <a:pt x="181" y="75"/>
                      <a:pt x="187" y="75"/>
                      <a:pt x="194" y="75"/>
                    </a:cubicBezTo>
                    <a:cubicBezTo>
                      <a:pt x="199" y="74"/>
                      <a:pt x="204" y="74"/>
                      <a:pt x="208" y="74"/>
                    </a:cubicBezTo>
                    <a:cubicBezTo>
                      <a:pt x="232" y="73"/>
                      <a:pt x="254" y="72"/>
                      <a:pt x="278" y="72"/>
                    </a:cubicBezTo>
                    <a:cubicBezTo>
                      <a:pt x="290" y="72"/>
                      <a:pt x="303" y="71"/>
                      <a:pt x="316" y="71"/>
                    </a:cubicBezTo>
                    <a:cubicBezTo>
                      <a:pt x="327" y="71"/>
                      <a:pt x="337" y="71"/>
                      <a:pt x="348" y="69"/>
                    </a:cubicBezTo>
                    <a:cubicBezTo>
                      <a:pt x="353" y="69"/>
                      <a:pt x="359" y="69"/>
                      <a:pt x="365" y="68"/>
                    </a:cubicBezTo>
                    <a:cubicBezTo>
                      <a:pt x="376" y="67"/>
                      <a:pt x="386" y="67"/>
                      <a:pt x="396" y="65"/>
                    </a:cubicBezTo>
                    <a:cubicBezTo>
                      <a:pt x="409" y="62"/>
                      <a:pt x="421" y="60"/>
                      <a:pt x="434" y="58"/>
                    </a:cubicBezTo>
                    <a:cubicBezTo>
                      <a:pt x="444" y="57"/>
                      <a:pt x="454" y="55"/>
                      <a:pt x="464" y="54"/>
                    </a:cubicBezTo>
                    <a:cubicBezTo>
                      <a:pt x="476" y="53"/>
                      <a:pt x="487" y="51"/>
                      <a:pt x="499" y="50"/>
                    </a:cubicBezTo>
                    <a:cubicBezTo>
                      <a:pt x="510" y="49"/>
                      <a:pt x="522" y="48"/>
                      <a:pt x="533" y="48"/>
                    </a:cubicBezTo>
                    <a:cubicBezTo>
                      <a:pt x="545" y="48"/>
                      <a:pt x="557" y="48"/>
                      <a:pt x="570" y="48"/>
                    </a:cubicBezTo>
                    <a:cubicBezTo>
                      <a:pt x="592" y="47"/>
                      <a:pt x="616" y="47"/>
                      <a:pt x="638" y="47"/>
                    </a:cubicBezTo>
                    <a:cubicBezTo>
                      <a:pt x="685" y="46"/>
                      <a:pt x="731" y="41"/>
                      <a:pt x="777" y="39"/>
                    </a:cubicBezTo>
                    <a:cubicBezTo>
                      <a:pt x="799" y="37"/>
                      <a:pt x="820" y="37"/>
                      <a:pt x="842" y="37"/>
                    </a:cubicBezTo>
                    <a:cubicBezTo>
                      <a:pt x="852" y="37"/>
                      <a:pt x="862" y="37"/>
                      <a:pt x="873" y="37"/>
                    </a:cubicBezTo>
                    <a:cubicBezTo>
                      <a:pt x="882" y="36"/>
                      <a:pt x="893" y="36"/>
                      <a:pt x="903" y="35"/>
                    </a:cubicBezTo>
                    <a:cubicBezTo>
                      <a:pt x="914" y="34"/>
                      <a:pt x="925" y="33"/>
                      <a:pt x="936" y="31"/>
                    </a:cubicBezTo>
                    <a:cubicBezTo>
                      <a:pt x="948" y="29"/>
                      <a:pt x="960" y="26"/>
                      <a:pt x="973" y="23"/>
                    </a:cubicBezTo>
                    <a:cubicBezTo>
                      <a:pt x="972" y="23"/>
                      <a:pt x="972" y="23"/>
                      <a:pt x="972" y="24"/>
                    </a:cubicBezTo>
                    <a:lnTo>
                      <a:pt x="973" y="23"/>
                    </a:lnTo>
                    <a:lnTo>
                      <a:pt x="974" y="23"/>
                    </a:lnTo>
                    <a:cubicBezTo>
                      <a:pt x="974" y="23"/>
                      <a:pt x="975" y="23"/>
                      <a:pt x="976" y="23"/>
                    </a:cubicBezTo>
                    <a:lnTo>
                      <a:pt x="975" y="23"/>
                    </a:lnTo>
                    <a:cubicBezTo>
                      <a:pt x="976" y="23"/>
                      <a:pt x="977" y="22"/>
                      <a:pt x="978" y="22"/>
                    </a:cubicBezTo>
                    <a:cubicBezTo>
                      <a:pt x="979" y="22"/>
                      <a:pt x="979" y="22"/>
                      <a:pt x="980" y="22"/>
                    </a:cubicBezTo>
                    <a:lnTo>
                      <a:pt x="981" y="22"/>
                    </a:lnTo>
                    <a:cubicBezTo>
                      <a:pt x="981" y="22"/>
                      <a:pt x="982" y="22"/>
                      <a:pt x="982" y="21"/>
                    </a:cubicBezTo>
                    <a:cubicBezTo>
                      <a:pt x="983" y="21"/>
                      <a:pt x="983" y="21"/>
                      <a:pt x="983" y="21"/>
                    </a:cubicBezTo>
                    <a:lnTo>
                      <a:pt x="984" y="21"/>
                    </a:lnTo>
                    <a:cubicBezTo>
                      <a:pt x="984" y="21"/>
                      <a:pt x="985" y="21"/>
                      <a:pt x="986" y="21"/>
                    </a:cubicBezTo>
                    <a:cubicBezTo>
                      <a:pt x="986" y="21"/>
                      <a:pt x="987" y="21"/>
                      <a:pt x="988" y="20"/>
                    </a:cubicBezTo>
                    <a:cubicBezTo>
                      <a:pt x="987" y="20"/>
                      <a:pt x="987" y="21"/>
                      <a:pt x="987" y="21"/>
                    </a:cubicBezTo>
                    <a:cubicBezTo>
                      <a:pt x="1003" y="16"/>
                      <a:pt x="1019" y="12"/>
                      <a:pt x="1034" y="7"/>
                    </a:cubicBezTo>
                    <a:cubicBezTo>
                      <a:pt x="1037" y="6"/>
                      <a:pt x="1039" y="5"/>
                      <a:pt x="1041" y="4"/>
                    </a:cubicBezTo>
                    <a:cubicBezTo>
                      <a:pt x="1042" y="4"/>
                      <a:pt x="1043" y="4"/>
                      <a:pt x="1043" y="3"/>
                    </a:cubicBezTo>
                    <a:cubicBezTo>
                      <a:pt x="1045" y="2"/>
                      <a:pt x="1047" y="1"/>
                      <a:pt x="1050" y="1"/>
                    </a:cubicBezTo>
                    <a:cubicBezTo>
                      <a:pt x="1055" y="0"/>
                      <a:pt x="1061" y="4"/>
                      <a:pt x="1062" y="10"/>
                    </a:cubicBezTo>
                    <a:cubicBezTo>
                      <a:pt x="1062" y="12"/>
                      <a:pt x="1062" y="15"/>
                      <a:pt x="1062" y="17"/>
                    </a:cubicBezTo>
                    <a:cubicBezTo>
                      <a:pt x="1062" y="20"/>
                      <a:pt x="1061" y="22"/>
                      <a:pt x="1060" y="25"/>
                    </a:cubicBezTo>
                    <a:cubicBezTo>
                      <a:pt x="1059" y="27"/>
                      <a:pt x="1058" y="30"/>
                      <a:pt x="1057" y="33"/>
                    </a:cubicBezTo>
                    <a:cubicBezTo>
                      <a:pt x="1056" y="37"/>
                      <a:pt x="1054" y="43"/>
                      <a:pt x="1052" y="47"/>
                    </a:cubicBezTo>
                    <a:cubicBezTo>
                      <a:pt x="1048" y="58"/>
                      <a:pt x="1044" y="69"/>
                      <a:pt x="1040" y="79"/>
                    </a:cubicBezTo>
                    <a:cubicBezTo>
                      <a:pt x="1038" y="85"/>
                      <a:pt x="1032" y="88"/>
                      <a:pt x="1026" y="86"/>
                    </a:cubicBezTo>
                    <a:cubicBezTo>
                      <a:pt x="1021" y="83"/>
                      <a:pt x="1018" y="77"/>
                      <a:pt x="1020" y="71"/>
                    </a:cubicBezTo>
                    <a:cubicBezTo>
                      <a:pt x="1023" y="63"/>
                      <a:pt x="1026" y="55"/>
                      <a:pt x="1029" y="46"/>
                    </a:cubicBezTo>
                    <a:cubicBezTo>
                      <a:pt x="1032" y="41"/>
                      <a:pt x="1033" y="36"/>
                      <a:pt x="1036" y="30"/>
                    </a:cubicBezTo>
                    <a:cubicBezTo>
                      <a:pt x="1033" y="30"/>
                      <a:pt x="1031" y="31"/>
                      <a:pt x="1029" y="32"/>
                    </a:cubicBezTo>
                    <a:cubicBezTo>
                      <a:pt x="1021" y="34"/>
                      <a:pt x="1012" y="36"/>
                      <a:pt x="1003" y="38"/>
                    </a:cubicBezTo>
                    <a:cubicBezTo>
                      <a:pt x="999" y="39"/>
                      <a:pt x="995" y="40"/>
                      <a:pt x="991" y="41"/>
                    </a:cubicBezTo>
                    <a:lnTo>
                      <a:pt x="990" y="41"/>
                    </a:lnTo>
                    <a:cubicBezTo>
                      <a:pt x="987" y="41"/>
                      <a:pt x="985" y="42"/>
                      <a:pt x="983" y="43"/>
                    </a:cubicBezTo>
                    <a:cubicBezTo>
                      <a:pt x="983" y="43"/>
                      <a:pt x="982" y="43"/>
                      <a:pt x="981" y="43"/>
                    </a:cubicBezTo>
                    <a:cubicBezTo>
                      <a:pt x="978" y="44"/>
                      <a:pt x="974" y="44"/>
                      <a:pt x="971" y="46"/>
                    </a:cubicBezTo>
                    <a:cubicBezTo>
                      <a:pt x="965" y="47"/>
                      <a:pt x="960" y="48"/>
                      <a:pt x="955" y="49"/>
                    </a:cubicBezTo>
                    <a:cubicBezTo>
                      <a:pt x="949" y="50"/>
                      <a:pt x="944" y="51"/>
                      <a:pt x="938" y="52"/>
                    </a:cubicBezTo>
                    <a:cubicBezTo>
                      <a:pt x="932" y="53"/>
                      <a:pt x="927" y="54"/>
                      <a:pt x="921" y="54"/>
                    </a:cubicBezTo>
                    <a:cubicBezTo>
                      <a:pt x="915" y="55"/>
                      <a:pt x="909" y="56"/>
                      <a:pt x="903" y="56"/>
                    </a:cubicBezTo>
                    <a:cubicBezTo>
                      <a:pt x="898" y="57"/>
                      <a:pt x="892" y="57"/>
                      <a:pt x="886" y="57"/>
                    </a:cubicBezTo>
                    <a:cubicBezTo>
                      <a:pt x="879" y="57"/>
                      <a:pt x="873" y="57"/>
                      <a:pt x="867" y="57"/>
                    </a:cubicBezTo>
                    <a:cubicBezTo>
                      <a:pt x="856" y="57"/>
                      <a:pt x="845" y="57"/>
                      <a:pt x="833" y="57"/>
                    </a:cubicBezTo>
                    <a:cubicBezTo>
                      <a:pt x="823" y="57"/>
                      <a:pt x="812" y="57"/>
                      <a:pt x="801" y="58"/>
                    </a:cubicBezTo>
                    <a:cubicBezTo>
                      <a:pt x="789" y="58"/>
                      <a:pt x="776" y="59"/>
                      <a:pt x="763" y="60"/>
                    </a:cubicBezTo>
                    <a:cubicBezTo>
                      <a:pt x="753" y="60"/>
                      <a:pt x="741" y="61"/>
                      <a:pt x="731" y="62"/>
                    </a:cubicBezTo>
                    <a:cubicBezTo>
                      <a:pt x="708" y="64"/>
                      <a:pt x="686" y="65"/>
                      <a:pt x="664" y="66"/>
                    </a:cubicBezTo>
                    <a:cubicBezTo>
                      <a:pt x="652" y="67"/>
                      <a:pt x="640" y="67"/>
                      <a:pt x="628" y="67"/>
                    </a:cubicBezTo>
                    <a:cubicBezTo>
                      <a:pt x="616" y="68"/>
                      <a:pt x="605" y="68"/>
                      <a:pt x="593" y="68"/>
                    </a:cubicBezTo>
                    <a:cubicBezTo>
                      <a:pt x="578" y="68"/>
                      <a:pt x="563" y="68"/>
                      <a:pt x="547" y="68"/>
                    </a:cubicBezTo>
                    <a:cubicBezTo>
                      <a:pt x="539" y="68"/>
                      <a:pt x="531" y="68"/>
                      <a:pt x="522" y="68"/>
                    </a:cubicBezTo>
                    <a:cubicBezTo>
                      <a:pt x="514" y="69"/>
                      <a:pt x="506" y="69"/>
                      <a:pt x="498" y="70"/>
                    </a:cubicBezTo>
                    <a:cubicBezTo>
                      <a:pt x="476" y="72"/>
                      <a:pt x="454" y="75"/>
                      <a:pt x="433" y="79"/>
                    </a:cubicBezTo>
                    <a:cubicBezTo>
                      <a:pt x="410" y="83"/>
                      <a:pt x="387" y="87"/>
                      <a:pt x="364" y="89"/>
                    </a:cubicBezTo>
                    <a:cubicBezTo>
                      <a:pt x="342" y="90"/>
                      <a:pt x="318" y="91"/>
                      <a:pt x="296" y="92"/>
                    </a:cubicBezTo>
                    <a:cubicBezTo>
                      <a:pt x="273" y="92"/>
                      <a:pt x="250" y="92"/>
                      <a:pt x="227" y="93"/>
                    </a:cubicBezTo>
                    <a:cubicBezTo>
                      <a:pt x="211" y="94"/>
                      <a:pt x="195" y="96"/>
                      <a:pt x="179" y="97"/>
                    </a:cubicBezTo>
                    <a:cubicBezTo>
                      <a:pt x="170" y="98"/>
                      <a:pt x="162" y="99"/>
                      <a:pt x="153" y="100"/>
                    </a:cubicBezTo>
                    <a:cubicBezTo>
                      <a:pt x="149" y="101"/>
                      <a:pt x="144" y="103"/>
                      <a:pt x="140" y="104"/>
                    </a:cubicBezTo>
                    <a:cubicBezTo>
                      <a:pt x="138" y="106"/>
                      <a:pt x="135" y="107"/>
                      <a:pt x="133" y="108"/>
                    </a:cubicBezTo>
                    <a:cubicBezTo>
                      <a:pt x="131" y="108"/>
                      <a:pt x="130" y="110"/>
                      <a:pt x="128" y="111"/>
                    </a:cubicBezTo>
                    <a:cubicBezTo>
                      <a:pt x="127" y="111"/>
                      <a:pt x="126" y="112"/>
                      <a:pt x="125" y="113"/>
                    </a:cubicBezTo>
                    <a:cubicBezTo>
                      <a:pt x="124" y="113"/>
                      <a:pt x="124" y="114"/>
                      <a:pt x="124" y="114"/>
                    </a:cubicBezTo>
                    <a:lnTo>
                      <a:pt x="123" y="115"/>
                    </a:lnTo>
                    <a:lnTo>
                      <a:pt x="124" y="114"/>
                    </a:lnTo>
                    <a:lnTo>
                      <a:pt x="123" y="115"/>
                    </a:lnTo>
                    <a:lnTo>
                      <a:pt x="124" y="114"/>
                    </a:lnTo>
                    <a:cubicBezTo>
                      <a:pt x="124" y="114"/>
                      <a:pt x="124" y="115"/>
                      <a:pt x="123" y="115"/>
                    </a:cubicBezTo>
                    <a:cubicBezTo>
                      <a:pt x="123" y="117"/>
                      <a:pt x="122" y="118"/>
                      <a:pt x="121" y="119"/>
                    </a:cubicBezTo>
                    <a:cubicBezTo>
                      <a:pt x="115" y="141"/>
                      <a:pt x="109" y="162"/>
                      <a:pt x="102" y="183"/>
                    </a:cubicBezTo>
                    <a:cubicBezTo>
                      <a:pt x="100" y="189"/>
                      <a:pt x="98" y="196"/>
                      <a:pt x="96" y="202"/>
                    </a:cubicBezTo>
                    <a:lnTo>
                      <a:pt x="96" y="203"/>
                    </a:lnTo>
                    <a:lnTo>
                      <a:pt x="96" y="202"/>
                    </a:lnTo>
                    <a:cubicBezTo>
                      <a:pt x="96" y="203"/>
                      <a:pt x="96" y="203"/>
                      <a:pt x="96" y="203"/>
                    </a:cubicBezTo>
                    <a:lnTo>
                      <a:pt x="96" y="204"/>
                    </a:lnTo>
                    <a:cubicBezTo>
                      <a:pt x="95" y="205"/>
                      <a:pt x="95" y="205"/>
                      <a:pt x="95" y="206"/>
                    </a:cubicBezTo>
                    <a:lnTo>
                      <a:pt x="95" y="207"/>
                    </a:lnTo>
                    <a:lnTo>
                      <a:pt x="95" y="208"/>
                    </a:lnTo>
                    <a:cubicBezTo>
                      <a:pt x="94" y="208"/>
                      <a:pt x="94" y="209"/>
                      <a:pt x="94" y="210"/>
                    </a:cubicBezTo>
                    <a:cubicBezTo>
                      <a:pt x="94" y="209"/>
                      <a:pt x="94" y="209"/>
                      <a:pt x="94" y="209"/>
                    </a:cubicBezTo>
                    <a:cubicBezTo>
                      <a:pt x="94" y="210"/>
                      <a:pt x="94" y="210"/>
                      <a:pt x="94" y="210"/>
                    </a:cubicBezTo>
                    <a:cubicBezTo>
                      <a:pt x="94" y="211"/>
                      <a:pt x="93" y="212"/>
                      <a:pt x="93" y="213"/>
                    </a:cubicBezTo>
                    <a:cubicBezTo>
                      <a:pt x="93" y="212"/>
                      <a:pt x="93" y="212"/>
                      <a:pt x="93" y="212"/>
                    </a:cubicBezTo>
                    <a:cubicBezTo>
                      <a:pt x="93" y="213"/>
                      <a:pt x="93" y="213"/>
                      <a:pt x="93" y="213"/>
                    </a:cubicBezTo>
                    <a:cubicBezTo>
                      <a:pt x="92" y="213"/>
                      <a:pt x="92" y="213"/>
                      <a:pt x="92" y="213"/>
                    </a:cubicBezTo>
                    <a:cubicBezTo>
                      <a:pt x="92" y="215"/>
                      <a:pt x="92" y="216"/>
                      <a:pt x="91" y="218"/>
                    </a:cubicBezTo>
                    <a:lnTo>
                      <a:pt x="91" y="217"/>
                    </a:lnTo>
                    <a:lnTo>
                      <a:pt x="91" y="218"/>
                    </a:lnTo>
                    <a:cubicBezTo>
                      <a:pt x="91" y="219"/>
                      <a:pt x="91" y="219"/>
                      <a:pt x="91" y="219"/>
                    </a:cubicBezTo>
                    <a:lnTo>
                      <a:pt x="91" y="220"/>
                    </a:lnTo>
                    <a:cubicBezTo>
                      <a:pt x="91" y="219"/>
                      <a:pt x="91" y="219"/>
                      <a:pt x="91" y="219"/>
                    </a:cubicBezTo>
                    <a:lnTo>
                      <a:pt x="91" y="220"/>
                    </a:lnTo>
                    <a:cubicBezTo>
                      <a:pt x="91" y="221"/>
                      <a:pt x="90" y="221"/>
                      <a:pt x="90" y="221"/>
                    </a:cubicBezTo>
                    <a:cubicBezTo>
                      <a:pt x="89" y="226"/>
                      <a:pt x="87" y="232"/>
                      <a:pt x="85" y="238"/>
                    </a:cubicBezTo>
                    <a:cubicBezTo>
                      <a:pt x="83" y="244"/>
                      <a:pt x="82" y="250"/>
                      <a:pt x="80" y="256"/>
                    </a:cubicBezTo>
                    <a:cubicBezTo>
                      <a:pt x="78" y="262"/>
                      <a:pt x="77" y="268"/>
                      <a:pt x="75" y="274"/>
                    </a:cubicBezTo>
                    <a:cubicBezTo>
                      <a:pt x="74" y="280"/>
                      <a:pt x="73" y="287"/>
                      <a:pt x="71" y="293"/>
                    </a:cubicBezTo>
                    <a:cubicBezTo>
                      <a:pt x="71" y="292"/>
                      <a:pt x="72" y="291"/>
                      <a:pt x="72" y="291"/>
                    </a:cubicBezTo>
                    <a:cubicBezTo>
                      <a:pt x="71" y="297"/>
                      <a:pt x="70" y="303"/>
                      <a:pt x="68" y="309"/>
                    </a:cubicBezTo>
                    <a:cubicBezTo>
                      <a:pt x="69" y="308"/>
                      <a:pt x="69" y="308"/>
                      <a:pt x="69" y="307"/>
                    </a:cubicBezTo>
                    <a:cubicBezTo>
                      <a:pt x="67" y="316"/>
                      <a:pt x="67" y="326"/>
                      <a:pt x="64" y="335"/>
                    </a:cubicBezTo>
                    <a:cubicBezTo>
                      <a:pt x="64" y="340"/>
                      <a:pt x="59" y="343"/>
                      <a:pt x="54" y="343"/>
                    </a:cubicBezTo>
                    <a:cubicBezTo>
                      <a:pt x="52" y="343"/>
                      <a:pt x="50" y="343"/>
                      <a:pt x="49" y="3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5" name="Google Shape;415;p3"/>
              <p:cNvSpPr/>
              <p:nvPr/>
            </p:nvSpPr>
            <p:spPr>
              <a:xfrm>
                <a:off x="2665800" y="782280"/>
                <a:ext cx="40680" cy="7452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207" extrusionOk="0">
                    <a:moveTo>
                      <a:pt x="33" y="86"/>
                    </a:moveTo>
                    <a:cubicBezTo>
                      <a:pt x="34" y="86"/>
                      <a:pt x="34" y="86"/>
                      <a:pt x="35" y="86"/>
                    </a:cubicBezTo>
                    <a:cubicBezTo>
                      <a:pt x="36" y="85"/>
                      <a:pt x="37" y="85"/>
                      <a:pt x="38" y="85"/>
                    </a:cubicBezTo>
                    <a:cubicBezTo>
                      <a:pt x="39" y="84"/>
                      <a:pt x="41" y="83"/>
                      <a:pt x="43" y="82"/>
                    </a:cubicBezTo>
                    <a:cubicBezTo>
                      <a:pt x="45" y="82"/>
                      <a:pt x="46" y="80"/>
                      <a:pt x="48" y="79"/>
                    </a:cubicBezTo>
                    <a:cubicBezTo>
                      <a:pt x="50" y="77"/>
                      <a:pt x="53" y="76"/>
                      <a:pt x="56" y="73"/>
                    </a:cubicBezTo>
                    <a:cubicBezTo>
                      <a:pt x="59" y="70"/>
                      <a:pt x="63" y="66"/>
                      <a:pt x="66" y="63"/>
                    </a:cubicBezTo>
                    <a:cubicBezTo>
                      <a:pt x="71" y="57"/>
                      <a:pt x="75" y="51"/>
                      <a:pt x="79" y="45"/>
                    </a:cubicBezTo>
                    <a:cubicBezTo>
                      <a:pt x="81" y="42"/>
                      <a:pt x="82" y="39"/>
                      <a:pt x="85" y="36"/>
                    </a:cubicBezTo>
                    <a:cubicBezTo>
                      <a:pt x="86" y="34"/>
                      <a:pt x="87" y="34"/>
                      <a:pt x="88" y="33"/>
                    </a:cubicBezTo>
                    <a:cubicBezTo>
                      <a:pt x="88" y="33"/>
                      <a:pt x="87" y="33"/>
                      <a:pt x="85" y="33"/>
                    </a:cubicBezTo>
                    <a:cubicBezTo>
                      <a:pt x="81" y="31"/>
                      <a:pt x="76" y="31"/>
                      <a:pt x="71" y="31"/>
                    </a:cubicBezTo>
                    <a:cubicBezTo>
                      <a:pt x="68" y="31"/>
                      <a:pt x="64" y="31"/>
                      <a:pt x="61" y="31"/>
                    </a:cubicBezTo>
                    <a:cubicBezTo>
                      <a:pt x="59" y="31"/>
                      <a:pt x="57" y="31"/>
                      <a:pt x="55" y="32"/>
                    </a:cubicBezTo>
                    <a:cubicBezTo>
                      <a:pt x="54" y="32"/>
                      <a:pt x="52" y="33"/>
                      <a:pt x="51" y="33"/>
                    </a:cubicBezTo>
                    <a:cubicBezTo>
                      <a:pt x="50" y="34"/>
                      <a:pt x="48" y="34"/>
                      <a:pt x="47" y="35"/>
                    </a:cubicBezTo>
                    <a:cubicBezTo>
                      <a:pt x="45" y="35"/>
                      <a:pt x="44" y="37"/>
                      <a:pt x="42" y="38"/>
                    </a:cubicBezTo>
                    <a:cubicBezTo>
                      <a:pt x="40" y="39"/>
                      <a:pt x="39" y="40"/>
                      <a:pt x="37" y="42"/>
                    </a:cubicBezTo>
                    <a:cubicBezTo>
                      <a:pt x="36" y="43"/>
                      <a:pt x="34" y="45"/>
                      <a:pt x="33" y="46"/>
                    </a:cubicBezTo>
                    <a:cubicBezTo>
                      <a:pt x="32" y="48"/>
                      <a:pt x="30" y="49"/>
                      <a:pt x="29" y="52"/>
                    </a:cubicBezTo>
                    <a:cubicBezTo>
                      <a:pt x="28" y="54"/>
                      <a:pt x="27" y="56"/>
                      <a:pt x="25" y="58"/>
                    </a:cubicBezTo>
                    <a:cubicBezTo>
                      <a:pt x="24" y="60"/>
                      <a:pt x="24" y="62"/>
                      <a:pt x="23" y="63"/>
                    </a:cubicBezTo>
                    <a:cubicBezTo>
                      <a:pt x="22" y="65"/>
                      <a:pt x="22" y="67"/>
                      <a:pt x="22" y="69"/>
                    </a:cubicBezTo>
                    <a:cubicBezTo>
                      <a:pt x="22" y="70"/>
                      <a:pt x="21" y="72"/>
                      <a:pt x="21" y="73"/>
                    </a:cubicBezTo>
                    <a:cubicBezTo>
                      <a:pt x="21" y="74"/>
                      <a:pt x="21" y="75"/>
                      <a:pt x="21" y="76"/>
                    </a:cubicBezTo>
                    <a:cubicBezTo>
                      <a:pt x="22" y="77"/>
                      <a:pt x="22" y="78"/>
                      <a:pt x="22" y="79"/>
                    </a:cubicBezTo>
                    <a:cubicBezTo>
                      <a:pt x="22" y="80"/>
                      <a:pt x="22" y="80"/>
                      <a:pt x="22" y="80"/>
                    </a:cubicBezTo>
                    <a:cubicBezTo>
                      <a:pt x="22" y="81"/>
                      <a:pt x="23" y="82"/>
                      <a:pt x="23" y="82"/>
                    </a:cubicBezTo>
                    <a:lnTo>
                      <a:pt x="24" y="83"/>
                    </a:lnTo>
                    <a:lnTo>
                      <a:pt x="24" y="84"/>
                    </a:lnTo>
                    <a:cubicBezTo>
                      <a:pt x="24" y="83"/>
                      <a:pt x="24" y="83"/>
                      <a:pt x="24" y="83"/>
                    </a:cubicBezTo>
                    <a:cubicBezTo>
                      <a:pt x="24" y="84"/>
                      <a:pt x="24" y="84"/>
                      <a:pt x="25" y="84"/>
                    </a:cubicBezTo>
                    <a:cubicBezTo>
                      <a:pt x="25" y="85"/>
                      <a:pt x="26" y="85"/>
                      <a:pt x="26" y="85"/>
                    </a:cubicBezTo>
                    <a:cubicBezTo>
                      <a:pt x="27" y="85"/>
                      <a:pt x="27" y="86"/>
                      <a:pt x="27" y="86"/>
                    </a:cubicBezTo>
                    <a:cubicBezTo>
                      <a:pt x="28" y="86"/>
                      <a:pt x="29" y="86"/>
                      <a:pt x="29" y="86"/>
                    </a:cubicBezTo>
                    <a:cubicBezTo>
                      <a:pt x="29" y="86"/>
                      <a:pt x="30" y="86"/>
                      <a:pt x="31" y="86"/>
                    </a:cubicBezTo>
                    <a:cubicBezTo>
                      <a:pt x="31" y="86"/>
                      <a:pt x="32" y="86"/>
                      <a:pt x="33" y="86"/>
                    </a:cubicBezTo>
                    <a:moveTo>
                      <a:pt x="20" y="204"/>
                    </a:moveTo>
                    <a:cubicBezTo>
                      <a:pt x="17" y="203"/>
                      <a:pt x="15" y="201"/>
                      <a:pt x="14" y="199"/>
                    </a:cubicBezTo>
                    <a:cubicBezTo>
                      <a:pt x="10" y="194"/>
                      <a:pt x="11" y="187"/>
                      <a:pt x="15" y="183"/>
                    </a:cubicBezTo>
                    <a:cubicBezTo>
                      <a:pt x="19" y="181"/>
                      <a:pt x="24" y="181"/>
                      <a:pt x="28" y="183"/>
                    </a:cubicBezTo>
                    <a:cubicBezTo>
                      <a:pt x="29" y="182"/>
                      <a:pt x="31" y="181"/>
                      <a:pt x="33" y="179"/>
                    </a:cubicBezTo>
                    <a:cubicBezTo>
                      <a:pt x="36" y="177"/>
                      <a:pt x="39" y="175"/>
                      <a:pt x="41" y="173"/>
                    </a:cubicBezTo>
                    <a:lnTo>
                      <a:pt x="40" y="174"/>
                    </a:lnTo>
                    <a:cubicBezTo>
                      <a:pt x="43" y="171"/>
                      <a:pt x="46" y="168"/>
                      <a:pt x="48" y="165"/>
                    </a:cubicBezTo>
                    <a:cubicBezTo>
                      <a:pt x="50" y="163"/>
                      <a:pt x="52" y="161"/>
                      <a:pt x="54" y="158"/>
                    </a:cubicBezTo>
                    <a:cubicBezTo>
                      <a:pt x="56" y="155"/>
                      <a:pt x="57" y="153"/>
                      <a:pt x="59" y="150"/>
                    </a:cubicBezTo>
                    <a:cubicBezTo>
                      <a:pt x="60" y="146"/>
                      <a:pt x="61" y="142"/>
                      <a:pt x="63" y="138"/>
                    </a:cubicBezTo>
                    <a:cubicBezTo>
                      <a:pt x="68" y="122"/>
                      <a:pt x="71" y="106"/>
                      <a:pt x="74" y="90"/>
                    </a:cubicBezTo>
                    <a:cubicBezTo>
                      <a:pt x="75" y="88"/>
                      <a:pt x="75" y="85"/>
                      <a:pt x="76" y="83"/>
                    </a:cubicBezTo>
                    <a:cubicBezTo>
                      <a:pt x="71" y="87"/>
                      <a:pt x="67" y="91"/>
                      <a:pt x="62" y="95"/>
                    </a:cubicBezTo>
                    <a:cubicBezTo>
                      <a:pt x="57" y="99"/>
                      <a:pt x="50" y="103"/>
                      <a:pt x="44" y="105"/>
                    </a:cubicBezTo>
                    <a:cubicBezTo>
                      <a:pt x="41" y="106"/>
                      <a:pt x="38" y="107"/>
                      <a:pt x="34" y="107"/>
                    </a:cubicBezTo>
                    <a:cubicBezTo>
                      <a:pt x="31" y="107"/>
                      <a:pt x="27" y="107"/>
                      <a:pt x="24" y="107"/>
                    </a:cubicBezTo>
                    <a:cubicBezTo>
                      <a:pt x="17" y="105"/>
                      <a:pt x="11" y="102"/>
                      <a:pt x="8" y="97"/>
                    </a:cubicBezTo>
                    <a:cubicBezTo>
                      <a:pt x="6" y="94"/>
                      <a:pt x="4" y="92"/>
                      <a:pt x="3" y="89"/>
                    </a:cubicBezTo>
                    <a:cubicBezTo>
                      <a:pt x="1" y="86"/>
                      <a:pt x="1" y="83"/>
                      <a:pt x="1" y="80"/>
                    </a:cubicBezTo>
                    <a:cubicBezTo>
                      <a:pt x="0" y="73"/>
                      <a:pt x="0" y="66"/>
                      <a:pt x="2" y="60"/>
                    </a:cubicBezTo>
                    <a:cubicBezTo>
                      <a:pt x="6" y="46"/>
                      <a:pt x="14" y="34"/>
                      <a:pt x="25" y="24"/>
                    </a:cubicBezTo>
                    <a:cubicBezTo>
                      <a:pt x="30" y="19"/>
                      <a:pt x="36" y="16"/>
                      <a:pt x="43" y="13"/>
                    </a:cubicBezTo>
                    <a:cubicBezTo>
                      <a:pt x="50" y="11"/>
                      <a:pt x="56" y="10"/>
                      <a:pt x="63" y="9"/>
                    </a:cubicBezTo>
                    <a:cubicBezTo>
                      <a:pt x="70" y="9"/>
                      <a:pt x="77" y="9"/>
                      <a:pt x="83" y="10"/>
                    </a:cubicBezTo>
                    <a:cubicBezTo>
                      <a:pt x="85" y="10"/>
                      <a:pt x="87" y="11"/>
                      <a:pt x="89" y="11"/>
                    </a:cubicBezTo>
                    <a:cubicBezTo>
                      <a:pt x="89" y="5"/>
                      <a:pt x="96" y="0"/>
                      <a:pt x="102" y="1"/>
                    </a:cubicBezTo>
                    <a:cubicBezTo>
                      <a:pt x="109" y="3"/>
                      <a:pt x="112" y="10"/>
                      <a:pt x="110" y="16"/>
                    </a:cubicBezTo>
                    <a:cubicBezTo>
                      <a:pt x="110" y="19"/>
                      <a:pt x="110" y="22"/>
                      <a:pt x="109" y="24"/>
                    </a:cubicBezTo>
                    <a:cubicBezTo>
                      <a:pt x="109" y="27"/>
                      <a:pt x="108" y="29"/>
                      <a:pt x="105" y="30"/>
                    </a:cubicBezTo>
                    <a:cubicBezTo>
                      <a:pt x="103" y="32"/>
                      <a:pt x="101" y="33"/>
                      <a:pt x="99" y="33"/>
                    </a:cubicBezTo>
                    <a:cubicBezTo>
                      <a:pt x="101" y="34"/>
                      <a:pt x="103" y="37"/>
                      <a:pt x="104" y="39"/>
                    </a:cubicBezTo>
                    <a:cubicBezTo>
                      <a:pt x="104" y="41"/>
                      <a:pt x="105" y="42"/>
                      <a:pt x="105" y="44"/>
                    </a:cubicBezTo>
                    <a:cubicBezTo>
                      <a:pt x="105" y="45"/>
                      <a:pt x="105" y="47"/>
                      <a:pt x="105" y="49"/>
                    </a:cubicBezTo>
                    <a:cubicBezTo>
                      <a:pt x="104" y="51"/>
                      <a:pt x="103" y="53"/>
                      <a:pt x="103" y="55"/>
                    </a:cubicBezTo>
                    <a:cubicBezTo>
                      <a:pt x="102" y="59"/>
                      <a:pt x="102" y="62"/>
                      <a:pt x="101" y="65"/>
                    </a:cubicBezTo>
                    <a:cubicBezTo>
                      <a:pt x="100" y="70"/>
                      <a:pt x="99" y="75"/>
                      <a:pt x="98" y="80"/>
                    </a:cubicBezTo>
                    <a:cubicBezTo>
                      <a:pt x="95" y="91"/>
                      <a:pt x="93" y="103"/>
                      <a:pt x="91" y="114"/>
                    </a:cubicBezTo>
                    <a:cubicBezTo>
                      <a:pt x="87" y="132"/>
                      <a:pt x="82" y="150"/>
                      <a:pt x="74" y="166"/>
                    </a:cubicBezTo>
                    <a:cubicBezTo>
                      <a:pt x="67" y="178"/>
                      <a:pt x="57" y="188"/>
                      <a:pt x="46" y="197"/>
                    </a:cubicBezTo>
                    <a:cubicBezTo>
                      <a:pt x="43" y="199"/>
                      <a:pt x="40" y="200"/>
                      <a:pt x="38" y="202"/>
                    </a:cubicBezTo>
                    <a:cubicBezTo>
                      <a:pt x="35" y="204"/>
                      <a:pt x="32" y="204"/>
                      <a:pt x="29" y="205"/>
                    </a:cubicBezTo>
                    <a:cubicBezTo>
                      <a:pt x="28" y="206"/>
                      <a:pt x="27" y="206"/>
                      <a:pt x="26" y="206"/>
                    </a:cubicBezTo>
                    <a:cubicBezTo>
                      <a:pt x="24" y="206"/>
                      <a:pt x="22" y="205"/>
                      <a:pt x="20" y="20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6" name="Google Shape;416;p3"/>
              <p:cNvSpPr/>
              <p:nvPr/>
            </p:nvSpPr>
            <p:spPr>
              <a:xfrm>
                <a:off x="2721960" y="807120"/>
                <a:ext cx="14400" cy="30600"/>
              </a:xfrm>
              <a:custGeom>
                <a:avLst/>
                <a:gdLst/>
                <a:ahLst/>
                <a:cxnLst/>
                <a:rect l="l" t="t" r="r" b="b"/>
                <a:pathLst>
                  <a:path w="40" h="85" extrusionOk="0">
                    <a:moveTo>
                      <a:pt x="16" y="77"/>
                    </a:moveTo>
                    <a:cubicBezTo>
                      <a:pt x="12" y="65"/>
                      <a:pt x="9" y="53"/>
                      <a:pt x="5" y="41"/>
                    </a:cubicBezTo>
                    <a:cubicBezTo>
                      <a:pt x="3" y="34"/>
                      <a:pt x="2" y="25"/>
                      <a:pt x="0" y="18"/>
                    </a:cubicBezTo>
                    <a:cubicBezTo>
                      <a:pt x="0" y="12"/>
                      <a:pt x="1" y="6"/>
                      <a:pt x="6" y="2"/>
                    </a:cubicBezTo>
                    <a:cubicBezTo>
                      <a:pt x="7" y="0"/>
                      <a:pt x="10" y="0"/>
                      <a:pt x="13" y="0"/>
                    </a:cubicBezTo>
                    <a:cubicBezTo>
                      <a:pt x="16" y="0"/>
                      <a:pt x="19" y="1"/>
                      <a:pt x="21" y="2"/>
                    </a:cubicBezTo>
                    <a:cubicBezTo>
                      <a:pt x="25" y="6"/>
                      <a:pt x="26" y="12"/>
                      <a:pt x="24" y="17"/>
                    </a:cubicBezTo>
                    <a:cubicBezTo>
                      <a:pt x="23" y="17"/>
                      <a:pt x="23" y="18"/>
                      <a:pt x="23" y="18"/>
                    </a:cubicBezTo>
                    <a:cubicBezTo>
                      <a:pt x="23" y="22"/>
                      <a:pt x="24" y="26"/>
                      <a:pt x="25" y="30"/>
                    </a:cubicBezTo>
                    <a:cubicBezTo>
                      <a:pt x="28" y="43"/>
                      <a:pt x="32" y="57"/>
                      <a:pt x="37" y="70"/>
                    </a:cubicBezTo>
                    <a:cubicBezTo>
                      <a:pt x="39" y="76"/>
                      <a:pt x="35" y="82"/>
                      <a:pt x="30" y="84"/>
                    </a:cubicBezTo>
                    <a:cubicBezTo>
                      <a:pt x="29" y="84"/>
                      <a:pt x="28" y="84"/>
                      <a:pt x="27" y="84"/>
                    </a:cubicBezTo>
                    <a:cubicBezTo>
                      <a:pt x="22" y="84"/>
                      <a:pt x="18" y="81"/>
                      <a:pt x="16" y="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" name="Google Shape;417;p3"/>
              <p:cNvSpPr/>
              <p:nvPr/>
            </p:nvSpPr>
            <p:spPr>
              <a:xfrm>
                <a:off x="2707560" y="809280"/>
                <a:ext cx="4284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135" extrusionOk="0">
                    <a:moveTo>
                      <a:pt x="7" y="132"/>
                    </a:moveTo>
                    <a:cubicBezTo>
                      <a:pt x="2" y="130"/>
                      <a:pt x="0" y="123"/>
                      <a:pt x="3" y="118"/>
                    </a:cubicBezTo>
                    <a:cubicBezTo>
                      <a:pt x="10" y="107"/>
                      <a:pt x="17" y="96"/>
                      <a:pt x="24" y="85"/>
                    </a:cubicBezTo>
                    <a:cubicBezTo>
                      <a:pt x="30" y="76"/>
                      <a:pt x="37" y="67"/>
                      <a:pt x="43" y="58"/>
                    </a:cubicBezTo>
                    <a:cubicBezTo>
                      <a:pt x="46" y="53"/>
                      <a:pt x="50" y="48"/>
                      <a:pt x="53" y="44"/>
                    </a:cubicBezTo>
                    <a:cubicBezTo>
                      <a:pt x="55" y="41"/>
                      <a:pt x="57" y="39"/>
                      <a:pt x="59" y="37"/>
                    </a:cubicBezTo>
                    <a:cubicBezTo>
                      <a:pt x="60" y="34"/>
                      <a:pt x="62" y="33"/>
                      <a:pt x="64" y="30"/>
                    </a:cubicBezTo>
                    <a:cubicBezTo>
                      <a:pt x="69" y="25"/>
                      <a:pt x="74" y="19"/>
                      <a:pt x="80" y="14"/>
                    </a:cubicBezTo>
                    <a:cubicBezTo>
                      <a:pt x="84" y="9"/>
                      <a:pt x="90" y="5"/>
                      <a:pt x="96" y="2"/>
                    </a:cubicBezTo>
                    <a:cubicBezTo>
                      <a:pt x="99" y="0"/>
                      <a:pt x="104" y="0"/>
                      <a:pt x="108" y="1"/>
                    </a:cubicBezTo>
                    <a:cubicBezTo>
                      <a:pt x="114" y="2"/>
                      <a:pt x="118" y="9"/>
                      <a:pt x="116" y="14"/>
                    </a:cubicBezTo>
                    <a:cubicBezTo>
                      <a:pt x="115" y="20"/>
                      <a:pt x="108" y="24"/>
                      <a:pt x="103" y="22"/>
                    </a:cubicBezTo>
                    <a:cubicBezTo>
                      <a:pt x="102" y="23"/>
                      <a:pt x="101" y="23"/>
                      <a:pt x="100" y="24"/>
                    </a:cubicBezTo>
                    <a:cubicBezTo>
                      <a:pt x="98" y="26"/>
                      <a:pt x="96" y="28"/>
                      <a:pt x="94" y="29"/>
                    </a:cubicBezTo>
                    <a:cubicBezTo>
                      <a:pt x="88" y="34"/>
                      <a:pt x="84" y="40"/>
                      <a:pt x="78" y="45"/>
                    </a:cubicBezTo>
                    <a:cubicBezTo>
                      <a:pt x="79" y="45"/>
                      <a:pt x="79" y="44"/>
                      <a:pt x="80" y="44"/>
                    </a:cubicBezTo>
                    <a:cubicBezTo>
                      <a:pt x="76" y="48"/>
                      <a:pt x="73" y="52"/>
                      <a:pt x="70" y="56"/>
                    </a:cubicBezTo>
                    <a:cubicBezTo>
                      <a:pt x="66" y="61"/>
                      <a:pt x="63" y="66"/>
                      <a:pt x="59" y="71"/>
                    </a:cubicBezTo>
                    <a:cubicBezTo>
                      <a:pt x="53" y="79"/>
                      <a:pt x="47" y="89"/>
                      <a:pt x="41" y="98"/>
                    </a:cubicBezTo>
                    <a:cubicBezTo>
                      <a:pt x="41" y="97"/>
                      <a:pt x="41" y="97"/>
                      <a:pt x="41" y="97"/>
                    </a:cubicBezTo>
                    <a:cubicBezTo>
                      <a:pt x="39" y="101"/>
                      <a:pt x="37" y="104"/>
                      <a:pt x="34" y="108"/>
                    </a:cubicBezTo>
                    <a:cubicBezTo>
                      <a:pt x="30" y="115"/>
                      <a:pt x="25" y="121"/>
                      <a:pt x="21" y="128"/>
                    </a:cubicBezTo>
                    <a:cubicBezTo>
                      <a:pt x="20" y="132"/>
                      <a:pt x="16" y="134"/>
                      <a:pt x="12" y="134"/>
                    </a:cubicBezTo>
                    <a:cubicBezTo>
                      <a:pt x="10" y="134"/>
                      <a:pt x="9" y="133"/>
                      <a:pt x="7" y="1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" name="Google Shape;418;p3"/>
              <p:cNvSpPr/>
              <p:nvPr/>
            </p:nvSpPr>
            <p:spPr>
              <a:xfrm>
                <a:off x="2751840" y="781920"/>
                <a:ext cx="17280" cy="35640"/>
              </a:xfrm>
              <a:custGeom>
                <a:avLst/>
                <a:gdLst/>
                <a:ahLst/>
                <a:cxnLst/>
                <a:rect l="l" t="t" r="r" b="b"/>
                <a:pathLst>
                  <a:path w="48" h="99" extrusionOk="0">
                    <a:moveTo>
                      <a:pt x="14" y="95"/>
                    </a:moveTo>
                    <a:cubicBezTo>
                      <a:pt x="12" y="94"/>
                      <a:pt x="10" y="92"/>
                      <a:pt x="9" y="90"/>
                    </a:cubicBezTo>
                    <a:cubicBezTo>
                      <a:pt x="7" y="87"/>
                      <a:pt x="6" y="84"/>
                      <a:pt x="5" y="81"/>
                    </a:cubicBezTo>
                    <a:cubicBezTo>
                      <a:pt x="4" y="75"/>
                      <a:pt x="6" y="69"/>
                      <a:pt x="9" y="64"/>
                    </a:cubicBezTo>
                    <a:cubicBezTo>
                      <a:pt x="11" y="59"/>
                      <a:pt x="14" y="54"/>
                      <a:pt x="17" y="49"/>
                    </a:cubicBezTo>
                    <a:cubicBezTo>
                      <a:pt x="18" y="46"/>
                      <a:pt x="19" y="43"/>
                      <a:pt x="21" y="40"/>
                    </a:cubicBezTo>
                    <a:cubicBezTo>
                      <a:pt x="20" y="40"/>
                      <a:pt x="19" y="39"/>
                      <a:pt x="19" y="39"/>
                    </a:cubicBezTo>
                    <a:cubicBezTo>
                      <a:pt x="17" y="39"/>
                      <a:pt x="15" y="38"/>
                      <a:pt x="14" y="37"/>
                    </a:cubicBezTo>
                    <a:cubicBezTo>
                      <a:pt x="11" y="35"/>
                      <a:pt x="8" y="34"/>
                      <a:pt x="6" y="32"/>
                    </a:cubicBezTo>
                    <a:cubicBezTo>
                      <a:pt x="3" y="30"/>
                      <a:pt x="1" y="26"/>
                      <a:pt x="0" y="22"/>
                    </a:cubicBezTo>
                    <a:cubicBezTo>
                      <a:pt x="0" y="18"/>
                      <a:pt x="1" y="14"/>
                      <a:pt x="4" y="11"/>
                    </a:cubicBezTo>
                    <a:cubicBezTo>
                      <a:pt x="8" y="4"/>
                      <a:pt x="17" y="0"/>
                      <a:pt x="25" y="1"/>
                    </a:cubicBezTo>
                    <a:cubicBezTo>
                      <a:pt x="35" y="2"/>
                      <a:pt x="42" y="10"/>
                      <a:pt x="44" y="19"/>
                    </a:cubicBezTo>
                    <a:cubicBezTo>
                      <a:pt x="47" y="28"/>
                      <a:pt x="44" y="39"/>
                      <a:pt x="40" y="49"/>
                    </a:cubicBezTo>
                    <a:cubicBezTo>
                      <a:pt x="37" y="57"/>
                      <a:pt x="33" y="65"/>
                      <a:pt x="29" y="73"/>
                    </a:cubicBezTo>
                    <a:cubicBezTo>
                      <a:pt x="28" y="74"/>
                      <a:pt x="28" y="76"/>
                      <a:pt x="28" y="77"/>
                    </a:cubicBezTo>
                    <a:lnTo>
                      <a:pt x="28" y="78"/>
                    </a:lnTo>
                    <a:cubicBezTo>
                      <a:pt x="28" y="80"/>
                      <a:pt x="29" y="80"/>
                      <a:pt x="29" y="81"/>
                    </a:cubicBezTo>
                    <a:cubicBezTo>
                      <a:pt x="33" y="85"/>
                      <a:pt x="33" y="91"/>
                      <a:pt x="29" y="95"/>
                    </a:cubicBezTo>
                    <a:cubicBezTo>
                      <a:pt x="27" y="97"/>
                      <a:pt x="24" y="98"/>
                      <a:pt x="21" y="98"/>
                    </a:cubicBezTo>
                    <a:cubicBezTo>
                      <a:pt x="18" y="98"/>
                      <a:pt x="15" y="97"/>
                      <a:pt x="14" y="9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" name="Google Shape;419;p3"/>
              <p:cNvSpPr/>
              <p:nvPr/>
            </p:nvSpPr>
            <p:spPr>
              <a:xfrm>
                <a:off x="2781360" y="815400"/>
                <a:ext cx="24840" cy="13680"/>
              </a:xfrm>
              <a:custGeom>
                <a:avLst/>
                <a:gdLst/>
                <a:ahLst/>
                <a:cxnLst/>
                <a:rect l="l" t="t" r="r" b="b"/>
                <a:pathLst>
                  <a:path w="69" h="38" extrusionOk="0">
                    <a:moveTo>
                      <a:pt x="31" y="34"/>
                    </a:moveTo>
                    <a:cubicBezTo>
                      <a:pt x="25" y="32"/>
                      <a:pt x="18" y="30"/>
                      <a:pt x="13" y="27"/>
                    </a:cubicBezTo>
                    <a:cubicBezTo>
                      <a:pt x="7" y="24"/>
                      <a:pt x="0" y="20"/>
                      <a:pt x="1" y="12"/>
                    </a:cubicBezTo>
                    <a:cubicBezTo>
                      <a:pt x="2" y="7"/>
                      <a:pt x="5" y="3"/>
                      <a:pt x="10" y="2"/>
                    </a:cubicBezTo>
                    <a:cubicBezTo>
                      <a:pt x="15" y="0"/>
                      <a:pt x="21" y="3"/>
                      <a:pt x="24" y="8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7" y="10"/>
                      <a:pt x="29" y="11"/>
                      <a:pt x="31" y="12"/>
                    </a:cubicBezTo>
                    <a:cubicBezTo>
                      <a:pt x="35" y="13"/>
                      <a:pt x="39" y="14"/>
                      <a:pt x="43" y="15"/>
                    </a:cubicBezTo>
                    <a:cubicBezTo>
                      <a:pt x="45" y="15"/>
                      <a:pt x="47" y="15"/>
                      <a:pt x="49" y="15"/>
                    </a:cubicBezTo>
                    <a:cubicBezTo>
                      <a:pt x="52" y="15"/>
                      <a:pt x="54" y="15"/>
                      <a:pt x="57" y="15"/>
                    </a:cubicBezTo>
                    <a:cubicBezTo>
                      <a:pt x="63" y="15"/>
                      <a:pt x="68" y="20"/>
                      <a:pt x="68" y="26"/>
                    </a:cubicBezTo>
                    <a:cubicBezTo>
                      <a:pt x="68" y="31"/>
                      <a:pt x="63" y="37"/>
                      <a:pt x="57" y="37"/>
                    </a:cubicBezTo>
                    <a:cubicBezTo>
                      <a:pt x="55" y="37"/>
                      <a:pt x="53" y="37"/>
                      <a:pt x="51" y="37"/>
                    </a:cubicBezTo>
                    <a:cubicBezTo>
                      <a:pt x="44" y="37"/>
                      <a:pt x="38" y="36"/>
                      <a:pt x="31" y="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" name="Google Shape;420;p3"/>
              <p:cNvSpPr/>
              <p:nvPr/>
            </p:nvSpPr>
            <p:spPr>
              <a:xfrm>
                <a:off x="2786760" y="793080"/>
                <a:ext cx="12600" cy="47160"/>
              </a:xfrm>
              <a:custGeom>
                <a:avLst/>
                <a:gdLst/>
                <a:ahLst/>
                <a:cxnLst/>
                <a:rect l="l" t="t" r="r" b="b"/>
                <a:pathLst>
                  <a:path w="35" h="131" extrusionOk="0">
                    <a:moveTo>
                      <a:pt x="3" y="120"/>
                    </a:moveTo>
                    <a:cubicBezTo>
                      <a:pt x="2" y="104"/>
                      <a:pt x="2" y="89"/>
                      <a:pt x="2" y="74"/>
                    </a:cubicBezTo>
                    <a:cubicBezTo>
                      <a:pt x="1" y="52"/>
                      <a:pt x="0" y="27"/>
                      <a:pt x="12" y="7"/>
                    </a:cubicBezTo>
                    <a:cubicBezTo>
                      <a:pt x="15" y="2"/>
                      <a:pt x="21" y="0"/>
                      <a:pt x="27" y="3"/>
                    </a:cubicBezTo>
                    <a:cubicBezTo>
                      <a:pt x="32" y="6"/>
                      <a:pt x="34" y="13"/>
                      <a:pt x="31" y="18"/>
                    </a:cubicBezTo>
                    <a:cubicBezTo>
                      <a:pt x="30" y="20"/>
                      <a:pt x="28" y="22"/>
                      <a:pt x="27" y="25"/>
                    </a:cubicBezTo>
                    <a:cubicBezTo>
                      <a:pt x="27" y="26"/>
                      <a:pt x="26" y="27"/>
                      <a:pt x="26" y="28"/>
                    </a:cubicBezTo>
                    <a:cubicBezTo>
                      <a:pt x="25" y="30"/>
                      <a:pt x="24" y="33"/>
                      <a:pt x="24" y="35"/>
                    </a:cubicBezTo>
                    <a:cubicBezTo>
                      <a:pt x="23" y="40"/>
                      <a:pt x="23" y="46"/>
                      <a:pt x="23" y="52"/>
                    </a:cubicBezTo>
                    <a:cubicBezTo>
                      <a:pt x="22" y="74"/>
                      <a:pt x="23" y="97"/>
                      <a:pt x="23" y="120"/>
                    </a:cubicBezTo>
                    <a:cubicBezTo>
                      <a:pt x="24" y="125"/>
                      <a:pt x="19" y="130"/>
                      <a:pt x="13" y="130"/>
                    </a:cubicBezTo>
                    <a:cubicBezTo>
                      <a:pt x="7" y="130"/>
                      <a:pt x="3" y="125"/>
                      <a:pt x="3" y="1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" name="Google Shape;421;p3"/>
              <p:cNvSpPr/>
              <p:nvPr/>
            </p:nvSpPr>
            <p:spPr>
              <a:xfrm>
                <a:off x="2837160" y="770760"/>
                <a:ext cx="48240" cy="7020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195" extrusionOk="0">
                    <a:moveTo>
                      <a:pt x="70" y="194"/>
                    </a:moveTo>
                    <a:cubicBezTo>
                      <a:pt x="65" y="193"/>
                      <a:pt x="61" y="187"/>
                      <a:pt x="62" y="181"/>
                    </a:cubicBezTo>
                    <a:cubicBezTo>
                      <a:pt x="68" y="159"/>
                      <a:pt x="75" y="137"/>
                      <a:pt x="81" y="115"/>
                    </a:cubicBezTo>
                    <a:cubicBezTo>
                      <a:pt x="80" y="116"/>
                      <a:pt x="79" y="118"/>
                      <a:pt x="77" y="119"/>
                    </a:cubicBezTo>
                    <a:cubicBezTo>
                      <a:pt x="72" y="124"/>
                      <a:pt x="66" y="128"/>
                      <a:pt x="60" y="132"/>
                    </a:cubicBezTo>
                    <a:cubicBezTo>
                      <a:pt x="54" y="136"/>
                      <a:pt x="47" y="138"/>
                      <a:pt x="39" y="140"/>
                    </a:cubicBezTo>
                    <a:cubicBezTo>
                      <a:pt x="33" y="141"/>
                      <a:pt x="26" y="140"/>
                      <a:pt x="19" y="138"/>
                    </a:cubicBezTo>
                    <a:cubicBezTo>
                      <a:pt x="13" y="136"/>
                      <a:pt x="8" y="130"/>
                      <a:pt x="5" y="125"/>
                    </a:cubicBezTo>
                    <a:cubicBezTo>
                      <a:pt x="2" y="120"/>
                      <a:pt x="1" y="113"/>
                      <a:pt x="1" y="107"/>
                    </a:cubicBezTo>
                    <a:cubicBezTo>
                      <a:pt x="0" y="98"/>
                      <a:pt x="1" y="91"/>
                      <a:pt x="3" y="83"/>
                    </a:cubicBezTo>
                    <a:cubicBezTo>
                      <a:pt x="5" y="72"/>
                      <a:pt x="7" y="61"/>
                      <a:pt x="11" y="49"/>
                    </a:cubicBezTo>
                    <a:cubicBezTo>
                      <a:pt x="13" y="43"/>
                      <a:pt x="16" y="36"/>
                      <a:pt x="18" y="30"/>
                    </a:cubicBezTo>
                    <a:cubicBezTo>
                      <a:pt x="20" y="22"/>
                      <a:pt x="23" y="14"/>
                      <a:pt x="27" y="8"/>
                    </a:cubicBezTo>
                    <a:cubicBezTo>
                      <a:pt x="31" y="3"/>
                      <a:pt x="37" y="0"/>
                      <a:pt x="42" y="3"/>
                    </a:cubicBezTo>
                    <a:cubicBezTo>
                      <a:pt x="45" y="5"/>
                      <a:pt x="47" y="7"/>
                      <a:pt x="48" y="10"/>
                    </a:cubicBezTo>
                    <a:cubicBezTo>
                      <a:pt x="48" y="13"/>
                      <a:pt x="48" y="17"/>
                      <a:pt x="46" y="20"/>
                    </a:cubicBezTo>
                    <a:cubicBezTo>
                      <a:pt x="45" y="21"/>
                      <a:pt x="44" y="23"/>
                      <a:pt x="43" y="25"/>
                    </a:cubicBezTo>
                    <a:cubicBezTo>
                      <a:pt x="40" y="31"/>
                      <a:pt x="38" y="37"/>
                      <a:pt x="35" y="43"/>
                    </a:cubicBezTo>
                    <a:cubicBezTo>
                      <a:pt x="34" y="48"/>
                      <a:pt x="32" y="54"/>
                      <a:pt x="30" y="59"/>
                    </a:cubicBezTo>
                    <a:cubicBezTo>
                      <a:pt x="28" y="63"/>
                      <a:pt x="27" y="68"/>
                      <a:pt x="26" y="73"/>
                    </a:cubicBezTo>
                    <a:cubicBezTo>
                      <a:pt x="25" y="77"/>
                      <a:pt x="24" y="81"/>
                      <a:pt x="23" y="86"/>
                    </a:cubicBezTo>
                    <a:cubicBezTo>
                      <a:pt x="23" y="90"/>
                      <a:pt x="22" y="95"/>
                      <a:pt x="21" y="101"/>
                    </a:cubicBezTo>
                    <a:cubicBezTo>
                      <a:pt x="21" y="103"/>
                      <a:pt x="21" y="105"/>
                      <a:pt x="21" y="108"/>
                    </a:cubicBezTo>
                    <a:cubicBezTo>
                      <a:pt x="22" y="109"/>
                      <a:pt x="22" y="109"/>
                      <a:pt x="22" y="111"/>
                    </a:cubicBezTo>
                    <a:cubicBezTo>
                      <a:pt x="23" y="112"/>
                      <a:pt x="23" y="112"/>
                      <a:pt x="23" y="114"/>
                    </a:cubicBezTo>
                    <a:lnTo>
                      <a:pt x="23" y="115"/>
                    </a:ln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6"/>
                      <a:pt x="24" y="116"/>
                      <a:pt x="25" y="116"/>
                    </a:cubicBezTo>
                    <a:cubicBezTo>
                      <a:pt x="25" y="117"/>
                      <a:pt x="26" y="117"/>
                      <a:pt x="26" y="118"/>
                    </a:cubicBezTo>
                    <a:lnTo>
                      <a:pt x="27" y="118"/>
                    </a:lnTo>
                    <a:lnTo>
                      <a:pt x="28" y="119"/>
                    </a:lnTo>
                    <a:cubicBezTo>
                      <a:pt x="29" y="119"/>
                      <a:pt x="29" y="119"/>
                      <a:pt x="30" y="119"/>
                    </a:cubicBezTo>
                    <a:lnTo>
                      <a:pt x="31" y="119"/>
                    </a:lnTo>
                    <a:cubicBezTo>
                      <a:pt x="33" y="119"/>
                      <a:pt x="34" y="119"/>
                      <a:pt x="35" y="119"/>
                    </a:cubicBezTo>
                    <a:lnTo>
                      <a:pt x="34" y="119"/>
                    </a:lnTo>
                    <a:cubicBezTo>
                      <a:pt x="35" y="119"/>
                      <a:pt x="36" y="119"/>
                      <a:pt x="37" y="119"/>
                    </a:cubicBezTo>
                    <a:cubicBezTo>
                      <a:pt x="39" y="118"/>
                      <a:pt x="41" y="118"/>
                      <a:pt x="42" y="117"/>
                    </a:cubicBezTo>
                    <a:cubicBezTo>
                      <a:pt x="44" y="116"/>
                      <a:pt x="46" y="115"/>
                      <a:pt x="48" y="115"/>
                    </a:cubicBezTo>
                    <a:cubicBezTo>
                      <a:pt x="51" y="113"/>
                      <a:pt x="54" y="111"/>
                      <a:pt x="56" y="109"/>
                    </a:cubicBezTo>
                    <a:cubicBezTo>
                      <a:pt x="61" y="107"/>
                      <a:pt x="64" y="103"/>
                      <a:pt x="68" y="100"/>
                    </a:cubicBezTo>
                    <a:cubicBezTo>
                      <a:pt x="73" y="95"/>
                      <a:pt x="79" y="89"/>
                      <a:pt x="84" y="83"/>
                    </a:cubicBezTo>
                    <a:cubicBezTo>
                      <a:pt x="83" y="83"/>
                      <a:pt x="83" y="84"/>
                      <a:pt x="83" y="84"/>
                    </a:cubicBezTo>
                    <a:cubicBezTo>
                      <a:pt x="89" y="77"/>
                      <a:pt x="95" y="69"/>
                      <a:pt x="100" y="61"/>
                    </a:cubicBezTo>
                    <a:cubicBezTo>
                      <a:pt x="101" y="58"/>
                      <a:pt x="103" y="54"/>
                      <a:pt x="105" y="51"/>
                    </a:cubicBezTo>
                    <a:cubicBezTo>
                      <a:pt x="106" y="48"/>
                      <a:pt x="108" y="45"/>
                      <a:pt x="109" y="42"/>
                    </a:cubicBezTo>
                    <a:cubicBezTo>
                      <a:pt x="111" y="39"/>
                      <a:pt x="113" y="37"/>
                      <a:pt x="116" y="35"/>
                    </a:cubicBezTo>
                    <a:cubicBezTo>
                      <a:pt x="123" y="31"/>
                      <a:pt x="133" y="38"/>
                      <a:pt x="131" y="47"/>
                    </a:cubicBezTo>
                    <a:cubicBezTo>
                      <a:pt x="130" y="49"/>
                      <a:pt x="129" y="52"/>
                      <a:pt x="128" y="55"/>
                    </a:cubicBezTo>
                    <a:cubicBezTo>
                      <a:pt x="126" y="58"/>
                      <a:pt x="125" y="61"/>
                      <a:pt x="123" y="64"/>
                    </a:cubicBezTo>
                    <a:cubicBezTo>
                      <a:pt x="122" y="66"/>
                      <a:pt x="120" y="67"/>
                      <a:pt x="119" y="69"/>
                    </a:cubicBezTo>
                    <a:cubicBezTo>
                      <a:pt x="113" y="84"/>
                      <a:pt x="108" y="100"/>
                      <a:pt x="103" y="115"/>
                    </a:cubicBezTo>
                    <a:cubicBezTo>
                      <a:pt x="100" y="126"/>
                      <a:pt x="97" y="137"/>
                      <a:pt x="94" y="148"/>
                    </a:cubicBezTo>
                    <a:cubicBezTo>
                      <a:pt x="90" y="161"/>
                      <a:pt x="87" y="173"/>
                      <a:pt x="84" y="186"/>
                    </a:cubicBezTo>
                    <a:cubicBezTo>
                      <a:pt x="82" y="191"/>
                      <a:pt x="78" y="194"/>
                      <a:pt x="73" y="194"/>
                    </a:cubicBezTo>
                    <a:cubicBezTo>
                      <a:pt x="72" y="194"/>
                      <a:pt x="71" y="194"/>
                      <a:pt x="70" y="1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" name="Google Shape;422;p3"/>
              <p:cNvSpPr/>
              <p:nvPr/>
            </p:nvSpPr>
            <p:spPr>
              <a:xfrm>
                <a:off x="2889000" y="784800"/>
                <a:ext cx="61200" cy="12564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349" extrusionOk="0">
                    <a:moveTo>
                      <a:pt x="43" y="327"/>
                    </a:moveTo>
                    <a:lnTo>
                      <a:pt x="44" y="327"/>
                    </a:lnTo>
                    <a:cubicBezTo>
                      <a:pt x="45" y="327"/>
                      <a:pt x="45" y="327"/>
                      <a:pt x="45" y="327"/>
                    </a:cubicBezTo>
                    <a:cubicBezTo>
                      <a:pt x="45" y="326"/>
                      <a:pt x="45" y="326"/>
                      <a:pt x="45" y="326"/>
                    </a:cubicBezTo>
                    <a:cubicBezTo>
                      <a:pt x="45" y="326"/>
                      <a:pt x="46" y="325"/>
                      <a:pt x="46" y="324"/>
                    </a:cubicBezTo>
                    <a:cubicBezTo>
                      <a:pt x="47" y="323"/>
                      <a:pt x="48" y="322"/>
                      <a:pt x="48" y="321"/>
                    </a:cubicBezTo>
                    <a:cubicBezTo>
                      <a:pt x="49" y="317"/>
                      <a:pt x="51" y="313"/>
                      <a:pt x="52" y="309"/>
                    </a:cubicBezTo>
                    <a:cubicBezTo>
                      <a:pt x="59" y="285"/>
                      <a:pt x="66" y="261"/>
                      <a:pt x="72" y="236"/>
                    </a:cubicBezTo>
                    <a:cubicBezTo>
                      <a:pt x="77" y="214"/>
                      <a:pt x="83" y="193"/>
                      <a:pt x="90" y="171"/>
                    </a:cubicBezTo>
                    <a:cubicBezTo>
                      <a:pt x="92" y="160"/>
                      <a:pt x="95" y="150"/>
                      <a:pt x="98" y="140"/>
                    </a:cubicBezTo>
                    <a:cubicBezTo>
                      <a:pt x="98" y="139"/>
                      <a:pt x="99" y="138"/>
                      <a:pt x="99" y="137"/>
                    </a:cubicBezTo>
                    <a:cubicBezTo>
                      <a:pt x="93" y="144"/>
                      <a:pt x="87" y="152"/>
                      <a:pt x="80" y="160"/>
                    </a:cubicBezTo>
                    <a:cubicBezTo>
                      <a:pt x="67" y="176"/>
                      <a:pt x="54" y="192"/>
                      <a:pt x="42" y="210"/>
                    </a:cubicBezTo>
                    <a:cubicBezTo>
                      <a:pt x="39" y="215"/>
                      <a:pt x="36" y="220"/>
                      <a:pt x="34" y="225"/>
                    </a:cubicBezTo>
                    <a:cubicBezTo>
                      <a:pt x="31" y="230"/>
                      <a:pt x="30" y="236"/>
                      <a:pt x="28" y="241"/>
                    </a:cubicBezTo>
                    <a:cubicBezTo>
                      <a:pt x="26" y="247"/>
                      <a:pt x="24" y="252"/>
                      <a:pt x="24" y="257"/>
                    </a:cubicBezTo>
                    <a:cubicBezTo>
                      <a:pt x="23" y="262"/>
                      <a:pt x="23" y="266"/>
                      <a:pt x="22" y="270"/>
                    </a:cubicBezTo>
                    <a:cubicBezTo>
                      <a:pt x="22" y="275"/>
                      <a:pt x="22" y="280"/>
                      <a:pt x="23" y="284"/>
                    </a:cubicBezTo>
                    <a:cubicBezTo>
                      <a:pt x="23" y="288"/>
                      <a:pt x="24" y="291"/>
                      <a:pt x="24" y="295"/>
                    </a:cubicBezTo>
                    <a:cubicBezTo>
                      <a:pt x="25" y="299"/>
                      <a:pt x="26" y="302"/>
                      <a:pt x="27" y="305"/>
                    </a:cubicBezTo>
                    <a:cubicBezTo>
                      <a:pt x="28" y="308"/>
                      <a:pt x="30" y="310"/>
                      <a:pt x="31" y="313"/>
                    </a:cubicBezTo>
                    <a:cubicBezTo>
                      <a:pt x="32" y="315"/>
                      <a:pt x="33" y="317"/>
                      <a:pt x="34" y="319"/>
                    </a:cubicBezTo>
                    <a:cubicBezTo>
                      <a:pt x="35" y="320"/>
                      <a:pt x="36" y="322"/>
                      <a:pt x="37" y="323"/>
                    </a:cubicBezTo>
                    <a:cubicBezTo>
                      <a:pt x="38" y="323"/>
                      <a:pt x="38" y="324"/>
                      <a:pt x="39" y="324"/>
                    </a:cubicBezTo>
                    <a:cubicBezTo>
                      <a:pt x="39" y="325"/>
                      <a:pt x="40" y="325"/>
                      <a:pt x="41" y="326"/>
                    </a:cubicBezTo>
                    <a:lnTo>
                      <a:pt x="42" y="326"/>
                    </a:lnTo>
                    <a:cubicBezTo>
                      <a:pt x="42" y="327"/>
                      <a:pt x="43" y="327"/>
                      <a:pt x="43" y="327"/>
                    </a:cubicBezTo>
                    <a:moveTo>
                      <a:pt x="25" y="341"/>
                    </a:moveTo>
                    <a:cubicBezTo>
                      <a:pt x="20" y="337"/>
                      <a:pt x="16" y="331"/>
                      <a:pt x="13" y="324"/>
                    </a:cubicBezTo>
                    <a:cubicBezTo>
                      <a:pt x="5" y="312"/>
                      <a:pt x="2" y="296"/>
                      <a:pt x="2" y="281"/>
                    </a:cubicBezTo>
                    <a:cubicBezTo>
                      <a:pt x="0" y="250"/>
                      <a:pt x="11" y="219"/>
                      <a:pt x="30" y="194"/>
                    </a:cubicBezTo>
                    <a:cubicBezTo>
                      <a:pt x="36" y="184"/>
                      <a:pt x="43" y="175"/>
                      <a:pt x="51" y="166"/>
                    </a:cubicBezTo>
                    <a:cubicBezTo>
                      <a:pt x="56" y="160"/>
                      <a:pt x="60" y="154"/>
                      <a:pt x="65" y="148"/>
                    </a:cubicBezTo>
                    <a:cubicBezTo>
                      <a:pt x="67" y="145"/>
                      <a:pt x="70" y="143"/>
                      <a:pt x="72" y="140"/>
                    </a:cubicBezTo>
                    <a:cubicBezTo>
                      <a:pt x="68" y="141"/>
                      <a:pt x="63" y="143"/>
                      <a:pt x="58" y="143"/>
                    </a:cubicBezTo>
                    <a:cubicBezTo>
                      <a:pt x="55" y="143"/>
                      <a:pt x="52" y="143"/>
                      <a:pt x="49" y="141"/>
                    </a:cubicBezTo>
                    <a:cubicBezTo>
                      <a:pt x="46" y="141"/>
                      <a:pt x="44" y="139"/>
                      <a:pt x="42" y="137"/>
                    </a:cubicBezTo>
                    <a:cubicBezTo>
                      <a:pt x="40" y="135"/>
                      <a:pt x="38" y="133"/>
                      <a:pt x="37" y="130"/>
                    </a:cubicBezTo>
                    <a:cubicBezTo>
                      <a:pt x="35" y="127"/>
                      <a:pt x="35" y="123"/>
                      <a:pt x="34" y="120"/>
                    </a:cubicBezTo>
                    <a:cubicBezTo>
                      <a:pt x="34" y="115"/>
                      <a:pt x="34" y="111"/>
                      <a:pt x="35" y="107"/>
                    </a:cubicBezTo>
                    <a:cubicBezTo>
                      <a:pt x="35" y="104"/>
                      <a:pt x="35" y="101"/>
                      <a:pt x="36" y="98"/>
                    </a:cubicBezTo>
                    <a:cubicBezTo>
                      <a:pt x="36" y="92"/>
                      <a:pt x="38" y="86"/>
                      <a:pt x="39" y="80"/>
                    </a:cubicBezTo>
                    <a:cubicBezTo>
                      <a:pt x="41" y="70"/>
                      <a:pt x="44" y="60"/>
                      <a:pt x="48" y="50"/>
                    </a:cubicBezTo>
                    <a:cubicBezTo>
                      <a:pt x="50" y="43"/>
                      <a:pt x="53" y="37"/>
                      <a:pt x="56" y="30"/>
                    </a:cubicBezTo>
                    <a:cubicBezTo>
                      <a:pt x="59" y="23"/>
                      <a:pt x="63" y="17"/>
                      <a:pt x="68" y="12"/>
                    </a:cubicBezTo>
                    <a:cubicBezTo>
                      <a:pt x="73" y="6"/>
                      <a:pt x="80" y="2"/>
                      <a:pt x="87" y="1"/>
                    </a:cubicBezTo>
                    <a:cubicBezTo>
                      <a:pt x="93" y="0"/>
                      <a:pt x="98" y="4"/>
                      <a:pt x="99" y="10"/>
                    </a:cubicBezTo>
                    <a:cubicBezTo>
                      <a:pt x="101" y="17"/>
                      <a:pt x="95" y="23"/>
                      <a:pt x="89" y="23"/>
                    </a:cubicBezTo>
                    <a:cubicBezTo>
                      <a:pt x="88" y="23"/>
                      <a:pt x="88" y="23"/>
                      <a:pt x="88" y="23"/>
                    </a:cubicBezTo>
                    <a:cubicBezTo>
                      <a:pt x="87" y="24"/>
                      <a:pt x="87" y="24"/>
                      <a:pt x="86" y="24"/>
                    </a:cubicBezTo>
                    <a:cubicBezTo>
                      <a:pt x="87" y="24"/>
                      <a:pt x="87" y="24"/>
                      <a:pt x="87" y="24"/>
                    </a:cubicBezTo>
                    <a:cubicBezTo>
                      <a:pt x="87" y="24"/>
                      <a:pt x="86" y="25"/>
                      <a:pt x="85" y="25"/>
                    </a:cubicBezTo>
                    <a:cubicBezTo>
                      <a:pt x="85" y="26"/>
                      <a:pt x="84" y="27"/>
                      <a:pt x="83" y="27"/>
                    </a:cubicBezTo>
                    <a:cubicBezTo>
                      <a:pt x="82" y="30"/>
                      <a:pt x="80" y="31"/>
                      <a:pt x="79" y="33"/>
                    </a:cubicBezTo>
                    <a:cubicBezTo>
                      <a:pt x="77" y="37"/>
                      <a:pt x="74" y="42"/>
                      <a:pt x="72" y="46"/>
                    </a:cubicBezTo>
                    <a:cubicBezTo>
                      <a:pt x="72" y="47"/>
                      <a:pt x="72" y="47"/>
                      <a:pt x="71" y="47"/>
                    </a:cubicBezTo>
                    <a:lnTo>
                      <a:pt x="72" y="47"/>
                    </a:lnTo>
                    <a:cubicBezTo>
                      <a:pt x="69" y="53"/>
                      <a:pt x="67" y="59"/>
                      <a:pt x="64" y="66"/>
                    </a:cubicBezTo>
                    <a:cubicBezTo>
                      <a:pt x="63" y="70"/>
                      <a:pt x="62" y="76"/>
                      <a:pt x="60" y="80"/>
                    </a:cubicBezTo>
                    <a:cubicBezTo>
                      <a:pt x="60" y="84"/>
                      <a:pt x="59" y="87"/>
                      <a:pt x="58" y="90"/>
                    </a:cubicBezTo>
                    <a:cubicBezTo>
                      <a:pt x="57" y="98"/>
                      <a:pt x="56" y="106"/>
                      <a:pt x="56" y="114"/>
                    </a:cubicBezTo>
                    <a:cubicBezTo>
                      <a:pt x="56" y="115"/>
                      <a:pt x="56" y="116"/>
                      <a:pt x="56" y="117"/>
                    </a:cubicBezTo>
                    <a:cubicBezTo>
                      <a:pt x="56" y="118"/>
                      <a:pt x="56" y="119"/>
                      <a:pt x="56" y="120"/>
                    </a:cubicBezTo>
                    <a:lnTo>
                      <a:pt x="56" y="121"/>
                    </a:lnTo>
                    <a:cubicBezTo>
                      <a:pt x="57" y="121"/>
                      <a:pt x="57" y="121"/>
                      <a:pt x="57" y="122"/>
                    </a:cubicBezTo>
                    <a:cubicBezTo>
                      <a:pt x="58" y="122"/>
                      <a:pt x="59" y="122"/>
                      <a:pt x="59" y="122"/>
                    </a:cubicBezTo>
                    <a:lnTo>
                      <a:pt x="60" y="122"/>
                    </a:lnTo>
                    <a:cubicBezTo>
                      <a:pt x="60" y="121"/>
                      <a:pt x="61" y="121"/>
                      <a:pt x="62" y="121"/>
                    </a:cubicBezTo>
                    <a:cubicBezTo>
                      <a:pt x="62" y="121"/>
                      <a:pt x="63" y="120"/>
                      <a:pt x="64" y="120"/>
                    </a:cubicBezTo>
                    <a:cubicBezTo>
                      <a:pt x="66" y="119"/>
                      <a:pt x="68" y="118"/>
                      <a:pt x="70" y="116"/>
                    </a:cubicBezTo>
                    <a:cubicBezTo>
                      <a:pt x="74" y="113"/>
                      <a:pt x="78" y="109"/>
                      <a:pt x="83" y="105"/>
                    </a:cubicBezTo>
                    <a:cubicBezTo>
                      <a:pt x="94" y="95"/>
                      <a:pt x="104" y="83"/>
                      <a:pt x="113" y="72"/>
                    </a:cubicBezTo>
                    <a:cubicBezTo>
                      <a:pt x="120" y="64"/>
                      <a:pt x="126" y="56"/>
                      <a:pt x="132" y="48"/>
                    </a:cubicBezTo>
                    <a:cubicBezTo>
                      <a:pt x="134" y="45"/>
                      <a:pt x="136" y="41"/>
                      <a:pt x="137" y="38"/>
                    </a:cubicBezTo>
                    <a:cubicBezTo>
                      <a:pt x="139" y="34"/>
                      <a:pt x="141" y="31"/>
                      <a:pt x="143" y="27"/>
                    </a:cubicBezTo>
                    <a:cubicBezTo>
                      <a:pt x="145" y="24"/>
                      <a:pt x="147" y="22"/>
                      <a:pt x="150" y="18"/>
                    </a:cubicBezTo>
                    <a:cubicBezTo>
                      <a:pt x="153" y="14"/>
                      <a:pt x="159" y="13"/>
                      <a:pt x="164" y="16"/>
                    </a:cubicBezTo>
                    <a:cubicBezTo>
                      <a:pt x="167" y="18"/>
                      <a:pt x="169" y="22"/>
                      <a:pt x="169" y="25"/>
                    </a:cubicBezTo>
                    <a:cubicBezTo>
                      <a:pt x="169" y="29"/>
                      <a:pt x="167" y="32"/>
                      <a:pt x="165" y="35"/>
                    </a:cubicBezTo>
                    <a:lnTo>
                      <a:pt x="166" y="34"/>
                    </a:lnTo>
                    <a:cubicBezTo>
                      <a:pt x="161" y="42"/>
                      <a:pt x="156" y="49"/>
                      <a:pt x="151" y="56"/>
                    </a:cubicBezTo>
                    <a:cubicBezTo>
                      <a:pt x="150" y="58"/>
                      <a:pt x="149" y="59"/>
                      <a:pt x="148" y="61"/>
                    </a:cubicBezTo>
                    <a:lnTo>
                      <a:pt x="148" y="60"/>
                    </a:lnTo>
                    <a:cubicBezTo>
                      <a:pt x="143" y="73"/>
                      <a:pt x="137" y="87"/>
                      <a:pt x="131" y="101"/>
                    </a:cubicBezTo>
                    <a:cubicBezTo>
                      <a:pt x="130" y="106"/>
                      <a:pt x="128" y="111"/>
                      <a:pt x="126" y="116"/>
                    </a:cubicBezTo>
                    <a:cubicBezTo>
                      <a:pt x="124" y="122"/>
                      <a:pt x="123" y="127"/>
                      <a:pt x="121" y="133"/>
                    </a:cubicBezTo>
                    <a:cubicBezTo>
                      <a:pt x="117" y="144"/>
                      <a:pt x="114" y="155"/>
                      <a:pt x="110" y="167"/>
                    </a:cubicBezTo>
                    <a:cubicBezTo>
                      <a:pt x="107" y="178"/>
                      <a:pt x="104" y="189"/>
                      <a:pt x="101" y="200"/>
                    </a:cubicBezTo>
                    <a:cubicBezTo>
                      <a:pt x="95" y="222"/>
                      <a:pt x="90" y="244"/>
                      <a:pt x="84" y="266"/>
                    </a:cubicBezTo>
                    <a:cubicBezTo>
                      <a:pt x="82" y="275"/>
                      <a:pt x="79" y="285"/>
                      <a:pt x="77" y="295"/>
                    </a:cubicBezTo>
                    <a:cubicBezTo>
                      <a:pt x="74" y="305"/>
                      <a:pt x="72" y="315"/>
                      <a:pt x="69" y="324"/>
                    </a:cubicBezTo>
                    <a:cubicBezTo>
                      <a:pt x="67" y="330"/>
                      <a:pt x="64" y="336"/>
                      <a:pt x="60" y="341"/>
                    </a:cubicBezTo>
                    <a:cubicBezTo>
                      <a:pt x="56" y="345"/>
                      <a:pt x="49" y="348"/>
                      <a:pt x="43" y="348"/>
                    </a:cubicBezTo>
                    <a:lnTo>
                      <a:pt x="42" y="348"/>
                    </a:lnTo>
                    <a:cubicBezTo>
                      <a:pt x="36" y="348"/>
                      <a:pt x="30" y="345"/>
                      <a:pt x="25" y="3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" name="Google Shape;423;p3"/>
              <p:cNvSpPr/>
              <p:nvPr/>
            </p:nvSpPr>
            <p:spPr>
              <a:xfrm>
                <a:off x="2965320" y="777240"/>
                <a:ext cx="41400" cy="3420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95" extrusionOk="0">
                    <a:moveTo>
                      <a:pt x="39" y="92"/>
                    </a:moveTo>
                    <a:cubicBezTo>
                      <a:pt x="34" y="89"/>
                      <a:pt x="31" y="83"/>
                      <a:pt x="31" y="77"/>
                    </a:cubicBezTo>
                    <a:cubicBezTo>
                      <a:pt x="31" y="72"/>
                      <a:pt x="32" y="66"/>
                      <a:pt x="34" y="61"/>
                    </a:cubicBezTo>
                    <a:cubicBezTo>
                      <a:pt x="35" y="59"/>
                      <a:pt x="35" y="56"/>
                      <a:pt x="35" y="54"/>
                    </a:cubicBezTo>
                    <a:cubicBezTo>
                      <a:pt x="36" y="49"/>
                      <a:pt x="36" y="45"/>
                      <a:pt x="37" y="41"/>
                    </a:cubicBezTo>
                    <a:cubicBezTo>
                      <a:pt x="37" y="39"/>
                      <a:pt x="37" y="37"/>
                      <a:pt x="36" y="34"/>
                    </a:cubicBezTo>
                    <a:cubicBezTo>
                      <a:pt x="35" y="35"/>
                      <a:pt x="34" y="35"/>
                      <a:pt x="33" y="35"/>
                    </a:cubicBezTo>
                    <a:cubicBezTo>
                      <a:pt x="30" y="36"/>
                      <a:pt x="27" y="36"/>
                      <a:pt x="24" y="36"/>
                    </a:cubicBezTo>
                    <a:cubicBezTo>
                      <a:pt x="18" y="36"/>
                      <a:pt x="13" y="35"/>
                      <a:pt x="8" y="32"/>
                    </a:cubicBezTo>
                    <a:cubicBezTo>
                      <a:pt x="3" y="29"/>
                      <a:pt x="0" y="22"/>
                      <a:pt x="2" y="15"/>
                    </a:cubicBezTo>
                    <a:cubicBezTo>
                      <a:pt x="4" y="12"/>
                      <a:pt x="6" y="9"/>
                      <a:pt x="8" y="7"/>
                    </a:cubicBezTo>
                    <a:cubicBezTo>
                      <a:pt x="11" y="5"/>
                      <a:pt x="15" y="3"/>
                      <a:pt x="19" y="2"/>
                    </a:cubicBezTo>
                    <a:cubicBezTo>
                      <a:pt x="25" y="0"/>
                      <a:pt x="33" y="0"/>
                      <a:pt x="40" y="3"/>
                    </a:cubicBezTo>
                    <a:cubicBezTo>
                      <a:pt x="47" y="6"/>
                      <a:pt x="53" y="12"/>
                      <a:pt x="56" y="20"/>
                    </a:cubicBezTo>
                    <a:cubicBezTo>
                      <a:pt x="59" y="28"/>
                      <a:pt x="59" y="37"/>
                      <a:pt x="58" y="45"/>
                    </a:cubicBezTo>
                    <a:cubicBezTo>
                      <a:pt x="58" y="50"/>
                      <a:pt x="57" y="54"/>
                      <a:pt x="56" y="58"/>
                    </a:cubicBezTo>
                    <a:cubicBezTo>
                      <a:pt x="56" y="60"/>
                      <a:pt x="56" y="62"/>
                      <a:pt x="55" y="65"/>
                    </a:cubicBezTo>
                    <a:cubicBezTo>
                      <a:pt x="55" y="67"/>
                      <a:pt x="54" y="70"/>
                      <a:pt x="53" y="72"/>
                    </a:cubicBezTo>
                    <a:cubicBezTo>
                      <a:pt x="54" y="72"/>
                      <a:pt x="55" y="72"/>
                      <a:pt x="56" y="72"/>
                    </a:cubicBezTo>
                    <a:lnTo>
                      <a:pt x="55" y="72"/>
                    </a:lnTo>
                    <a:cubicBezTo>
                      <a:pt x="59" y="71"/>
                      <a:pt x="62" y="70"/>
                      <a:pt x="65" y="69"/>
                    </a:cubicBezTo>
                    <a:cubicBezTo>
                      <a:pt x="77" y="65"/>
                      <a:pt x="87" y="59"/>
                      <a:pt x="98" y="54"/>
                    </a:cubicBezTo>
                    <a:cubicBezTo>
                      <a:pt x="103" y="52"/>
                      <a:pt x="110" y="55"/>
                      <a:pt x="112" y="59"/>
                    </a:cubicBezTo>
                    <a:cubicBezTo>
                      <a:pt x="114" y="65"/>
                      <a:pt x="112" y="70"/>
                      <a:pt x="106" y="73"/>
                    </a:cubicBezTo>
                    <a:cubicBezTo>
                      <a:pt x="101" y="76"/>
                      <a:pt x="95" y="79"/>
                      <a:pt x="89" y="82"/>
                    </a:cubicBezTo>
                    <a:cubicBezTo>
                      <a:pt x="87" y="83"/>
                      <a:pt x="84" y="84"/>
                      <a:pt x="81" y="86"/>
                    </a:cubicBezTo>
                    <a:cubicBezTo>
                      <a:pt x="77" y="87"/>
                      <a:pt x="74" y="89"/>
                      <a:pt x="70" y="90"/>
                    </a:cubicBezTo>
                    <a:cubicBezTo>
                      <a:pt x="66" y="91"/>
                      <a:pt x="62" y="93"/>
                      <a:pt x="58" y="94"/>
                    </a:cubicBezTo>
                    <a:cubicBezTo>
                      <a:pt x="56" y="94"/>
                      <a:pt x="53" y="94"/>
                      <a:pt x="50" y="94"/>
                    </a:cubicBezTo>
                    <a:cubicBezTo>
                      <a:pt x="46" y="94"/>
                      <a:pt x="43" y="94"/>
                      <a:pt x="39" y="9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_AND_TWO_COLUMNS">
    <p:spTree>
      <p:nvGrpSpPr>
        <p:cNvPr id="1" name="Shape 4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3" name="Google Shape;473;p5"/>
          <p:cNvSpPr/>
          <p:nvPr/>
        </p:nvSpPr>
        <p:spPr>
          <a:xfrm>
            <a:off x="-302011" y="-169892"/>
            <a:ext cx="9748023" cy="5483284"/>
          </a:xfrm>
          <a:custGeom>
            <a:avLst/>
            <a:gdLst/>
            <a:ahLst/>
            <a:cxnLst/>
            <a:rect l="l" t="t" r="r" b="b"/>
            <a:pathLst>
              <a:path w="24222" h="15750" extrusionOk="0">
                <a:moveTo>
                  <a:pt x="19" y="15749"/>
                </a:moveTo>
                <a:lnTo>
                  <a:pt x="19" y="15748"/>
                </a:lnTo>
                <a:lnTo>
                  <a:pt x="1079" y="15748"/>
                </a:lnTo>
                <a:lnTo>
                  <a:pt x="1079" y="15749"/>
                </a:lnTo>
                <a:lnTo>
                  <a:pt x="1147" y="15749"/>
                </a:lnTo>
                <a:lnTo>
                  <a:pt x="1147" y="15748"/>
                </a:lnTo>
                <a:lnTo>
                  <a:pt x="2046" y="15748"/>
                </a:lnTo>
                <a:lnTo>
                  <a:pt x="2046" y="15749"/>
                </a:lnTo>
                <a:lnTo>
                  <a:pt x="2115" y="15749"/>
                </a:lnTo>
                <a:lnTo>
                  <a:pt x="2115" y="15748"/>
                </a:lnTo>
                <a:lnTo>
                  <a:pt x="3174" y="15748"/>
                </a:lnTo>
                <a:lnTo>
                  <a:pt x="3174" y="15749"/>
                </a:lnTo>
                <a:lnTo>
                  <a:pt x="3244" y="15749"/>
                </a:lnTo>
                <a:lnTo>
                  <a:pt x="3244" y="15748"/>
                </a:lnTo>
                <a:lnTo>
                  <a:pt x="4143" y="15748"/>
                </a:lnTo>
                <a:lnTo>
                  <a:pt x="4143" y="15749"/>
                </a:lnTo>
                <a:lnTo>
                  <a:pt x="4211" y="15749"/>
                </a:lnTo>
                <a:lnTo>
                  <a:pt x="4211" y="15748"/>
                </a:lnTo>
                <a:lnTo>
                  <a:pt x="5271" y="15748"/>
                </a:lnTo>
                <a:lnTo>
                  <a:pt x="5271" y="15749"/>
                </a:lnTo>
                <a:lnTo>
                  <a:pt x="5339" y="15749"/>
                </a:lnTo>
                <a:lnTo>
                  <a:pt x="5339" y="15748"/>
                </a:lnTo>
                <a:lnTo>
                  <a:pt x="6238" y="15748"/>
                </a:lnTo>
                <a:lnTo>
                  <a:pt x="6238" y="15749"/>
                </a:lnTo>
                <a:lnTo>
                  <a:pt x="6308" y="15749"/>
                </a:lnTo>
                <a:lnTo>
                  <a:pt x="6308" y="15748"/>
                </a:lnTo>
                <a:lnTo>
                  <a:pt x="7366" y="15748"/>
                </a:lnTo>
                <a:lnTo>
                  <a:pt x="7366" y="15749"/>
                </a:lnTo>
                <a:lnTo>
                  <a:pt x="7436" y="15749"/>
                </a:lnTo>
                <a:lnTo>
                  <a:pt x="7436" y="15748"/>
                </a:lnTo>
                <a:lnTo>
                  <a:pt x="8335" y="15748"/>
                </a:lnTo>
                <a:lnTo>
                  <a:pt x="8335" y="15749"/>
                </a:lnTo>
                <a:lnTo>
                  <a:pt x="8403" y="15749"/>
                </a:lnTo>
                <a:lnTo>
                  <a:pt x="8403" y="15748"/>
                </a:lnTo>
                <a:lnTo>
                  <a:pt x="9463" y="15748"/>
                </a:lnTo>
                <a:lnTo>
                  <a:pt x="9463" y="15749"/>
                </a:lnTo>
                <a:lnTo>
                  <a:pt x="9531" y="15749"/>
                </a:lnTo>
                <a:lnTo>
                  <a:pt x="9531" y="15748"/>
                </a:lnTo>
                <a:lnTo>
                  <a:pt x="10430" y="15748"/>
                </a:lnTo>
                <a:lnTo>
                  <a:pt x="10430" y="15749"/>
                </a:lnTo>
                <a:lnTo>
                  <a:pt x="10500" y="15749"/>
                </a:lnTo>
                <a:lnTo>
                  <a:pt x="10500" y="15748"/>
                </a:lnTo>
                <a:lnTo>
                  <a:pt x="11559" y="15748"/>
                </a:lnTo>
                <a:lnTo>
                  <a:pt x="11559" y="15749"/>
                </a:lnTo>
                <a:lnTo>
                  <a:pt x="11628" y="15749"/>
                </a:lnTo>
                <a:lnTo>
                  <a:pt x="11628" y="15748"/>
                </a:lnTo>
                <a:lnTo>
                  <a:pt x="12526" y="15748"/>
                </a:lnTo>
                <a:lnTo>
                  <a:pt x="12526" y="15749"/>
                </a:lnTo>
                <a:lnTo>
                  <a:pt x="12594" y="15749"/>
                </a:lnTo>
                <a:lnTo>
                  <a:pt x="12594" y="15748"/>
                </a:lnTo>
                <a:lnTo>
                  <a:pt x="13654" y="15748"/>
                </a:lnTo>
                <a:lnTo>
                  <a:pt x="13654" y="15749"/>
                </a:lnTo>
                <a:lnTo>
                  <a:pt x="13722" y="15749"/>
                </a:lnTo>
                <a:lnTo>
                  <a:pt x="13722" y="15748"/>
                </a:lnTo>
                <a:lnTo>
                  <a:pt x="14622" y="15748"/>
                </a:lnTo>
                <a:lnTo>
                  <a:pt x="14622" y="15749"/>
                </a:lnTo>
                <a:lnTo>
                  <a:pt x="14691" y="15749"/>
                </a:lnTo>
                <a:lnTo>
                  <a:pt x="14691" y="15748"/>
                </a:lnTo>
                <a:lnTo>
                  <a:pt x="15750" y="15748"/>
                </a:lnTo>
                <a:lnTo>
                  <a:pt x="15750" y="15749"/>
                </a:lnTo>
                <a:lnTo>
                  <a:pt x="15819" y="15749"/>
                </a:lnTo>
                <a:lnTo>
                  <a:pt x="15819" y="15748"/>
                </a:lnTo>
                <a:lnTo>
                  <a:pt x="16718" y="15748"/>
                </a:lnTo>
                <a:lnTo>
                  <a:pt x="16718" y="15749"/>
                </a:lnTo>
                <a:lnTo>
                  <a:pt x="16786" y="15749"/>
                </a:lnTo>
                <a:lnTo>
                  <a:pt x="16786" y="15748"/>
                </a:lnTo>
                <a:lnTo>
                  <a:pt x="17846" y="15748"/>
                </a:lnTo>
                <a:lnTo>
                  <a:pt x="17846" y="15749"/>
                </a:lnTo>
                <a:lnTo>
                  <a:pt x="17914" y="15749"/>
                </a:lnTo>
                <a:lnTo>
                  <a:pt x="17914" y="15748"/>
                </a:lnTo>
                <a:lnTo>
                  <a:pt x="18814" y="15748"/>
                </a:lnTo>
                <a:lnTo>
                  <a:pt x="18814" y="15749"/>
                </a:lnTo>
                <a:lnTo>
                  <a:pt x="18883" y="15749"/>
                </a:lnTo>
                <a:lnTo>
                  <a:pt x="18883" y="15748"/>
                </a:lnTo>
                <a:lnTo>
                  <a:pt x="19942" y="15748"/>
                </a:lnTo>
                <a:lnTo>
                  <a:pt x="19942" y="15749"/>
                </a:lnTo>
                <a:lnTo>
                  <a:pt x="20011" y="15749"/>
                </a:lnTo>
                <a:lnTo>
                  <a:pt x="20011" y="15748"/>
                </a:lnTo>
                <a:lnTo>
                  <a:pt x="20910" y="15748"/>
                </a:lnTo>
                <a:lnTo>
                  <a:pt x="20910" y="15749"/>
                </a:lnTo>
                <a:lnTo>
                  <a:pt x="20978" y="15749"/>
                </a:lnTo>
                <a:lnTo>
                  <a:pt x="20978" y="15748"/>
                </a:lnTo>
                <a:lnTo>
                  <a:pt x="22038" y="15748"/>
                </a:lnTo>
                <a:lnTo>
                  <a:pt x="22038" y="15749"/>
                </a:lnTo>
                <a:lnTo>
                  <a:pt x="22106" y="15749"/>
                </a:lnTo>
                <a:lnTo>
                  <a:pt x="22106" y="15748"/>
                </a:lnTo>
                <a:lnTo>
                  <a:pt x="23006" y="15748"/>
                </a:lnTo>
                <a:lnTo>
                  <a:pt x="23006" y="15749"/>
                </a:lnTo>
                <a:lnTo>
                  <a:pt x="23075" y="15749"/>
                </a:lnTo>
                <a:lnTo>
                  <a:pt x="23075" y="15748"/>
                </a:lnTo>
                <a:lnTo>
                  <a:pt x="24134" y="15748"/>
                </a:lnTo>
                <a:lnTo>
                  <a:pt x="24134" y="15749"/>
                </a:lnTo>
                <a:lnTo>
                  <a:pt x="24203" y="15749"/>
                </a:lnTo>
                <a:lnTo>
                  <a:pt x="24203" y="15748"/>
                </a:lnTo>
                <a:lnTo>
                  <a:pt x="24221" y="15748"/>
                </a:lnTo>
                <a:lnTo>
                  <a:pt x="24221" y="15680"/>
                </a:lnTo>
                <a:lnTo>
                  <a:pt x="24203" y="15680"/>
                </a:lnTo>
                <a:lnTo>
                  <a:pt x="24203" y="14726"/>
                </a:lnTo>
                <a:lnTo>
                  <a:pt x="24221" y="14726"/>
                </a:lnTo>
                <a:lnTo>
                  <a:pt x="24221" y="14657"/>
                </a:lnTo>
                <a:lnTo>
                  <a:pt x="24203" y="14657"/>
                </a:lnTo>
                <a:lnTo>
                  <a:pt x="24203" y="13651"/>
                </a:lnTo>
                <a:lnTo>
                  <a:pt x="24221" y="13651"/>
                </a:lnTo>
                <a:lnTo>
                  <a:pt x="24221" y="13583"/>
                </a:lnTo>
                <a:lnTo>
                  <a:pt x="24203" y="13583"/>
                </a:lnTo>
                <a:lnTo>
                  <a:pt x="24203" y="12630"/>
                </a:lnTo>
                <a:lnTo>
                  <a:pt x="24221" y="12630"/>
                </a:lnTo>
                <a:lnTo>
                  <a:pt x="24221" y="12561"/>
                </a:lnTo>
                <a:lnTo>
                  <a:pt x="24203" y="12561"/>
                </a:lnTo>
                <a:lnTo>
                  <a:pt x="24203" y="11556"/>
                </a:lnTo>
                <a:lnTo>
                  <a:pt x="24221" y="11556"/>
                </a:lnTo>
                <a:lnTo>
                  <a:pt x="24221" y="11487"/>
                </a:lnTo>
                <a:lnTo>
                  <a:pt x="24203" y="11487"/>
                </a:lnTo>
                <a:lnTo>
                  <a:pt x="24203" y="10533"/>
                </a:lnTo>
                <a:lnTo>
                  <a:pt x="24221" y="10533"/>
                </a:lnTo>
                <a:lnTo>
                  <a:pt x="24221" y="10465"/>
                </a:lnTo>
                <a:lnTo>
                  <a:pt x="24203" y="10465"/>
                </a:lnTo>
                <a:lnTo>
                  <a:pt x="24203" y="9459"/>
                </a:lnTo>
                <a:lnTo>
                  <a:pt x="24221" y="9459"/>
                </a:lnTo>
                <a:lnTo>
                  <a:pt x="24221" y="9391"/>
                </a:lnTo>
                <a:lnTo>
                  <a:pt x="24203" y="9391"/>
                </a:lnTo>
                <a:lnTo>
                  <a:pt x="24203" y="8438"/>
                </a:lnTo>
                <a:lnTo>
                  <a:pt x="24221" y="8438"/>
                </a:lnTo>
                <a:lnTo>
                  <a:pt x="24221" y="8369"/>
                </a:lnTo>
                <a:lnTo>
                  <a:pt x="24203" y="8369"/>
                </a:lnTo>
                <a:lnTo>
                  <a:pt x="24203" y="7364"/>
                </a:lnTo>
                <a:lnTo>
                  <a:pt x="24221" y="7364"/>
                </a:lnTo>
                <a:lnTo>
                  <a:pt x="24221" y="7296"/>
                </a:lnTo>
                <a:lnTo>
                  <a:pt x="24203" y="7296"/>
                </a:lnTo>
                <a:lnTo>
                  <a:pt x="24203" y="6342"/>
                </a:lnTo>
                <a:lnTo>
                  <a:pt x="24221" y="6342"/>
                </a:lnTo>
                <a:lnTo>
                  <a:pt x="24221" y="6274"/>
                </a:lnTo>
                <a:lnTo>
                  <a:pt x="24203" y="6274"/>
                </a:lnTo>
                <a:lnTo>
                  <a:pt x="24203" y="5268"/>
                </a:lnTo>
                <a:lnTo>
                  <a:pt x="24221" y="5268"/>
                </a:lnTo>
                <a:lnTo>
                  <a:pt x="24221" y="5200"/>
                </a:lnTo>
                <a:lnTo>
                  <a:pt x="24203" y="5200"/>
                </a:lnTo>
                <a:lnTo>
                  <a:pt x="24203" y="4247"/>
                </a:lnTo>
                <a:lnTo>
                  <a:pt x="24221" y="4247"/>
                </a:lnTo>
                <a:lnTo>
                  <a:pt x="24221" y="4178"/>
                </a:lnTo>
                <a:lnTo>
                  <a:pt x="24203" y="4178"/>
                </a:lnTo>
                <a:lnTo>
                  <a:pt x="24203" y="3172"/>
                </a:lnTo>
                <a:lnTo>
                  <a:pt x="24221" y="3172"/>
                </a:lnTo>
                <a:lnTo>
                  <a:pt x="24221" y="3104"/>
                </a:lnTo>
                <a:lnTo>
                  <a:pt x="24203" y="3104"/>
                </a:lnTo>
                <a:lnTo>
                  <a:pt x="24203" y="2150"/>
                </a:lnTo>
                <a:lnTo>
                  <a:pt x="24221" y="2150"/>
                </a:lnTo>
                <a:lnTo>
                  <a:pt x="24221" y="2082"/>
                </a:lnTo>
                <a:lnTo>
                  <a:pt x="24203" y="2082"/>
                </a:lnTo>
                <a:lnTo>
                  <a:pt x="24203" y="1076"/>
                </a:lnTo>
                <a:lnTo>
                  <a:pt x="24221" y="1076"/>
                </a:lnTo>
                <a:lnTo>
                  <a:pt x="24221" y="1007"/>
                </a:lnTo>
                <a:lnTo>
                  <a:pt x="24203" y="1007"/>
                </a:lnTo>
                <a:lnTo>
                  <a:pt x="24203" y="55"/>
                </a:lnTo>
                <a:lnTo>
                  <a:pt x="24221" y="55"/>
                </a:lnTo>
                <a:lnTo>
                  <a:pt x="24221" y="0"/>
                </a:lnTo>
                <a:lnTo>
                  <a:pt x="0" y="0"/>
                </a:lnTo>
                <a:lnTo>
                  <a:pt x="0" y="15749"/>
                </a:lnTo>
                <a:lnTo>
                  <a:pt x="19" y="15749"/>
                </a:lnTo>
                <a:moveTo>
                  <a:pt x="23075" y="55"/>
                </a:moveTo>
                <a:lnTo>
                  <a:pt x="24134" y="55"/>
                </a:lnTo>
                <a:lnTo>
                  <a:pt x="24134" y="1007"/>
                </a:lnTo>
                <a:lnTo>
                  <a:pt x="23075" y="1007"/>
                </a:lnTo>
                <a:lnTo>
                  <a:pt x="23075" y="55"/>
                </a:lnTo>
                <a:moveTo>
                  <a:pt x="23075" y="1076"/>
                </a:moveTo>
                <a:lnTo>
                  <a:pt x="24134" y="1076"/>
                </a:lnTo>
                <a:lnTo>
                  <a:pt x="24134" y="2082"/>
                </a:lnTo>
                <a:lnTo>
                  <a:pt x="23075" y="2082"/>
                </a:lnTo>
                <a:lnTo>
                  <a:pt x="23075" y="1076"/>
                </a:lnTo>
                <a:moveTo>
                  <a:pt x="23075" y="2150"/>
                </a:moveTo>
                <a:lnTo>
                  <a:pt x="24134" y="2150"/>
                </a:lnTo>
                <a:lnTo>
                  <a:pt x="24134" y="3104"/>
                </a:lnTo>
                <a:lnTo>
                  <a:pt x="23075" y="3104"/>
                </a:lnTo>
                <a:lnTo>
                  <a:pt x="23075" y="2150"/>
                </a:lnTo>
                <a:moveTo>
                  <a:pt x="23075" y="3172"/>
                </a:moveTo>
                <a:lnTo>
                  <a:pt x="24134" y="3172"/>
                </a:lnTo>
                <a:lnTo>
                  <a:pt x="24134" y="4178"/>
                </a:lnTo>
                <a:lnTo>
                  <a:pt x="23075" y="4178"/>
                </a:lnTo>
                <a:lnTo>
                  <a:pt x="23075" y="3172"/>
                </a:lnTo>
                <a:moveTo>
                  <a:pt x="23075" y="4247"/>
                </a:moveTo>
                <a:lnTo>
                  <a:pt x="24134" y="4247"/>
                </a:lnTo>
                <a:lnTo>
                  <a:pt x="24134" y="5200"/>
                </a:lnTo>
                <a:lnTo>
                  <a:pt x="23075" y="5200"/>
                </a:lnTo>
                <a:lnTo>
                  <a:pt x="23075" y="4247"/>
                </a:lnTo>
                <a:moveTo>
                  <a:pt x="23075" y="5268"/>
                </a:moveTo>
                <a:lnTo>
                  <a:pt x="24134" y="5268"/>
                </a:lnTo>
                <a:lnTo>
                  <a:pt x="24134" y="6274"/>
                </a:lnTo>
                <a:lnTo>
                  <a:pt x="23075" y="6274"/>
                </a:lnTo>
                <a:lnTo>
                  <a:pt x="23075" y="5268"/>
                </a:lnTo>
                <a:moveTo>
                  <a:pt x="23075" y="6342"/>
                </a:moveTo>
                <a:lnTo>
                  <a:pt x="24134" y="6342"/>
                </a:lnTo>
                <a:lnTo>
                  <a:pt x="24134" y="7296"/>
                </a:lnTo>
                <a:lnTo>
                  <a:pt x="23075" y="7296"/>
                </a:lnTo>
                <a:lnTo>
                  <a:pt x="23075" y="6342"/>
                </a:lnTo>
                <a:moveTo>
                  <a:pt x="23075" y="7364"/>
                </a:moveTo>
                <a:lnTo>
                  <a:pt x="24134" y="7364"/>
                </a:lnTo>
                <a:lnTo>
                  <a:pt x="24134" y="8369"/>
                </a:lnTo>
                <a:lnTo>
                  <a:pt x="23075" y="8369"/>
                </a:lnTo>
                <a:lnTo>
                  <a:pt x="23075" y="7364"/>
                </a:lnTo>
                <a:moveTo>
                  <a:pt x="23075" y="8438"/>
                </a:moveTo>
                <a:lnTo>
                  <a:pt x="24134" y="8438"/>
                </a:lnTo>
                <a:lnTo>
                  <a:pt x="24134" y="9391"/>
                </a:lnTo>
                <a:lnTo>
                  <a:pt x="23075" y="9391"/>
                </a:lnTo>
                <a:lnTo>
                  <a:pt x="23075" y="8438"/>
                </a:lnTo>
                <a:moveTo>
                  <a:pt x="23075" y="9459"/>
                </a:moveTo>
                <a:lnTo>
                  <a:pt x="24134" y="9459"/>
                </a:lnTo>
                <a:lnTo>
                  <a:pt x="24134" y="10465"/>
                </a:lnTo>
                <a:lnTo>
                  <a:pt x="23075" y="10465"/>
                </a:lnTo>
                <a:lnTo>
                  <a:pt x="23075" y="9459"/>
                </a:lnTo>
                <a:moveTo>
                  <a:pt x="23075" y="10533"/>
                </a:moveTo>
                <a:lnTo>
                  <a:pt x="24134" y="10533"/>
                </a:lnTo>
                <a:lnTo>
                  <a:pt x="24134" y="11487"/>
                </a:lnTo>
                <a:lnTo>
                  <a:pt x="23075" y="11487"/>
                </a:lnTo>
                <a:lnTo>
                  <a:pt x="23075" y="10533"/>
                </a:lnTo>
                <a:moveTo>
                  <a:pt x="23075" y="11556"/>
                </a:moveTo>
                <a:lnTo>
                  <a:pt x="24134" y="11556"/>
                </a:lnTo>
                <a:lnTo>
                  <a:pt x="24134" y="12561"/>
                </a:lnTo>
                <a:lnTo>
                  <a:pt x="23075" y="12561"/>
                </a:lnTo>
                <a:lnTo>
                  <a:pt x="23075" y="11556"/>
                </a:lnTo>
                <a:moveTo>
                  <a:pt x="23075" y="12630"/>
                </a:moveTo>
                <a:lnTo>
                  <a:pt x="24134" y="12630"/>
                </a:lnTo>
                <a:lnTo>
                  <a:pt x="24134" y="13583"/>
                </a:lnTo>
                <a:lnTo>
                  <a:pt x="23075" y="13583"/>
                </a:lnTo>
                <a:lnTo>
                  <a:pt x="23075" y="12630"/>
                </a:lnTo>
                <a:moveTo>
                  <a:pt x="23075" y="13651"/>
                </a:moveTo>
                <a:lnTo>
                  <a:pt x="24134" y="13651"/>
                </a:lnTo>
                <a:lnTo>
                  <a:pt x="24134" y="14657"/>
                </a:lnTo>
                <a:lnTo>
                  <a:pt x="23075" y="14657"/>
                </a:lnTo>
                <a:lnTo>
                  <a:pt x="23075" y="13651"/>
                </a:lnTo>
                <a:moveTo>
                  <a:pt x="23075" y="14726"/>
                </a:moveTo>
                <a:lnTo>
                  <a:pt x="24134" y="14726"/>
                </a:lnTo>
                <a:lnTo>
                  <a:pt x="24134" y="15680"/>
                </a:lnTo>
                <a:lnTo>
                  <a:pt x="23075" y="15680"/>
                </a:lnTo>
                <a:lnTo>
                  <a:pt x="23075" y="14726"/>
                </a:lnTo>
                <a:moveTo>
                  <a:pt x="22106" y="55"/>
                </a:moveTo>
                <a:lnTo>
                  <a:pt x="23006" y="55"/>
                </a:lnTo>
                <a:lnTo>
                  <a:pt x="23006" y="1007"/>
                </a:lnTo>
                <a:lnTo>
                  <a:pt x="22106" y="1007"/>
                </a:lnTo>
                <a:lnTo>
                  <a:pt x="22106" y="55"/>
                </a:lnTo>
                <a:moveTo>
                  <a:pt x="22106" y="1076"/>
                </a:moveTo>
                <a:lnTo>
                  <a:pt x="23006" y="1076"/>
                </a:lnTo>
                <a:lnTo>
                  <a:pt x="23006" y="2082"/>
                </a:lnTo>
                <a:lnTo>
                  <a:pt x="22106" y="2082"/>
                </a:lnTo>
                <a:lnTo>
                  <a:pt x="22106" y="1076"/>
                </a:lnTo>
                <a:moveTo>
                  <a:pt x="22106" y="2150"/>
                </a:moveTo>
                <a:lnTo>
                  <a:pt x="23006" y="2150"/>
                </a:lnTo>
                <a:lnTo>
                  <a:pt x="23006" y="3104"/>
                </a:lnTo>
                <a:lnTo>
                  <a:pt x="22106" y="3104"/>
                </a:lnTo>
                <a:lnTo>
                  <a:pt x="22106" y="2150"/>
                </a:lnTo>
                <a:moveTo>
                  <a:pt x="22106" y="3172"/>
                </a:moveTo>
                <a:lnTo>
                  <a:pt x="23006" y="3172"/>
                </a:lnTo>
                <a:lnTo>
                  <a:pt x="23006" y="4178"/>
                </a:lnTo>
                <a:lnTo>
                  <a:pt x="22106" y="4178"/>
                </a:lnTo>
                <a:lnTo>
                  <a:pt x="22106" y="3172"/>
                </a:lnTo>
                <a:moveTo>
                  <a:pt x="22106" y="4247"/>
                </a:moveTo>
                <a:lnTo>
                  <a:pt x="23006" y="4247"/>
                </a:lnTo>
                <a:lnTo>
                  <a:pt x="23006" y="5200"/>
                </a:lnTo>
                <a:lnTo>
                  <a:pt x="22106" y="5200"/>
                </a:lnTo>
                <a:lnTo>
                  <a:pt x="22106" y="4247"/>
                </a:lnTo>
                <a:moveTo>
                  <a:pt x="22106" y="5268"/>
                </a:moveTo>
                <a:lnTo>
                  <a:pt x="23006" y="5268"/>
                </a:lnTo>
                <a:lnTo>
                  <a:pt x="23006" y="6274"/>
                </a:lnTo>
                <a:lnTo>
                  <a:pt x="22106" y="6274"/>
                </a:lnTo>
                <a:lnTo>
                  <a:pt x="22106" y="5268"/>
                </a:lnTo>
                <a:moveTo>
                  <a:pt x="22106" y="6342"/>
                </a:moveTo>
                <a:lnTo>
                  <a:pt x="23006" y="6342"/>
                </a:lnTo>
                <a:lnTo>
                  <a:pt x="23006" y="7296"/>
                </a:lnTo>
                <a:lnTo>
                  <a:pt x="22106" y="7296"/>
                </a:lnTo>
                <a:lnTo>
                  <a:pt x="22106" y="6342"/>
                </a:lnTo>
                <a:moveTo>
                  <a:pt x="22106" y="7364"/>
                </a:moveTo>
                <a:lnTo>
                  <a:pt x="23006" y="7364"/>
                </a:lnTo>
                <a:lnTo>
                  <a:pt x="23006" y="8369"/>
                </a:lnTo>
                <a:lnTo>
                  <a:pt x="22106" y="8369"/>
                </a:lnTo>
                <a:lnTo>
                  <a:pt x="22106" y="7364"/>
                </a:lnTo>
                <a:moveTo>
                  <a:pt x="22106" y="8438"/>
                </a:moveTo>
                <a:lnTo>
                  <a:pt x="23006" y="8438"/>
                </a:lnTo>
                <a:lnTo>
                  <a:pt x="23006" y="9391"/>
                </a:lnTo>
                <a:lnTo>
                  <a:pt x="22106" y="9391"/>
                </a:lnTo>
                <a:lnTo>
                  <a:pt x="22106" y="8438"/>
                </a:lnTo>
                <a:moveTo>
                  <a:pt x="22106" y="9459"/>
                </a:moveTo>
                <a:lnTo>
                  <a:pt x="23006" y="9459"/>
                </a:lnTo>
                <a:lnTo>
                  <a:pt x="23006" y="10465"/>
                </a:lnTo>
                <a:lnTo>
                  <a:pt x="22106" y="10465"/>
                </a:lnTo>
                <a:lnTo>
                  <a:pt x="22106" y="9459"/>
                </a:lnTo>
                <a:moveTo>
                  <a:pt x="22106" y="10533"/>
                </a:moveTo>
                <a:lnTo>
                  <a:pt x="23006" y="10533"/>
                </a:lnTo>
                <a:lnTo>
                  <a:pt x="23006" y="11487"/>
                </a:lnTo>
                <a:lnTo>
                  <a:pt x="22106" y="11487"/>
                </a:lnTo>
                <a:lnTo>
                  <a:pt x="22106" y="10533"/>
                </a:lnTo>
                <a:moveTo>
                  <a:pt x="22106" y="11556"/>
                </a:moveTo>
                <a:lnTo>
                  <a:pt x="23006" y="11556"/>
                </a:lnTo>
                <a:lnTo>
                  <a:pt x="23006" y="12561"/>
                </a:lnTo>
                <a:lnTo>
                  <a:pt x="22106" y="12561"/>
                </a:lnTo>
                <a:lnTo>
                  <a:pt x="22106" y="11556"/>
                </a:lnTo>
                <a:moveTo>
                  <a:pt x="22106" y="12630"/>
                </a:moveTo>
                <a:lnTo>
                  <a:pt x="23006" y="12630"/>
                </a:lnTo>
                <a:lnTo>
                  <a:pt x="23006" y="13583"/>
                </a:lnTo>
                <a:lnTo>
                  <a:pt x="22106" y="13583"/>
                </a:lnTo>
                <a:lnTo>
                  <a:pt x="22106" y="12630"/>
                </a:lnTo>
                <a:moveTo>
                  <a:pt x="22106" y="13651"/>
                </a:moveTo>
                <a:lnTo>
                  <a:pt x="23006" y="13651"/>
                </a:lnTo>
                <a:lnTo>
                  <a:pt x="23006" y="14657"/>
                </a:lnTo>
                <a:lnTo>
                  <a:pt x="22106" y="14657"/>
                </a:lnTo>
                <a:lnTo>
                  <a:pt x="22106" y="13651"/>
                </a:lnTo>
                <a:moveTo>
                  <a:pt x="22106" y="14726"/>
                </a:moveTo>
                <a:lnTo>
                  <a:pt x="23006" y="14726"/>
                </a:lnTo>
                <a:lnTo>
                  <a:pt x="23006" y="15680"/>
                </a:lnTo>
                <a:lnTo>
                  <a:pt x="22106" y="15680"/>
                </a:lnTo>
                <a:lnTo>
                  <a:pt x="22106" y="14726"/>
                </a:lnTo>
                <a:moveTo>
                  <a:pt x="20978" y="55"/>
                </a:moveTo>
                <a:lnTo>
                  <a:pt x="22038" y="55"/>
                </a:lnTo>
                <a:lnTo>
                  <a:pt x="22038" y="1007"/>
                </a:lnTo>
                <a:lnTo>
                  <a:pt x="20978" y="1007"/>
                </a:lnTo>
                <a:lnTo>
                  <a:pt x="20978" y="55"/>
                </a:lnTo>
                <a:moveTo>
                  <a:pt x="20978" y="1076"/>
                </a:moveTo>
                <a:lnTo>
                  <a:pt x="22038" y="1076"/>
                </a:lnTo>
                <a:lnTo>
                  <a:pt x="22038" y="2082"/>
                </a:lnTo>
                <a:lnTo>
                  <a:pt x="20978" y="2082"/>
                </a:lnTo>
                <a:lnTo>
                  <a:pt x="20978" y="1076"/>
                </a:lnTo>
                <a:moveTo>
                  <a:pt x="20978" y="2150"/>
                </a:moveTo>
                <a:lnTo>
                  <a:pt x="22038" y="2150"/>
                </a:lnTo>
                <a:lnTo>
                  <a:pt x="22038" y="3104"/>
                </a:lnTo>
                <a:lnTo>
                  <a:pt x="20978" y="3104"/>
                </a:lnTo>
                <a:lnTo>
                  <a:pt x="20978" y="2150"/>
                </a:lnTo>
                <a:moveTo>
                  <a:pt x="20978" y="3172"/>
                </a:moveTo>
                <a:lnTo>
                  <a:pt x="22038" y="3172"/>
                </a:lnTo>
                <a:lnTo>
                  <a:pt x="22038" y="4178"/>
                </a:lnTo>
                <a:lnTo>
                  <a:pt x="20978" y="4178"/>
                </a:lnTo>
                <a:lnTo>
                  <a:pt x="20978" y="3172"/>
                </a:lnTo>
                <a:moveTo>
                  <a:pt x="20978" y="4247"/>
                </a:moveTo>
                <a:lnTo>
                  <a:pt x="22038" y="4247"/>
                </a:lnTo>
                <a:lnTo>
                  <a:pt x="22038" y="5200"/>
                </a:lnTo>
                <a:lnTo>
                  <a:pt x="20978" y="5200"/>
                </a:lnTo>
                <a:lnTo>
                  <a:pt x="20978" y="4247"/>
                </a:lnTo>
                <a:moveTo>
                  <a:pt x="20978" y="5268"/>
                </a:moveTo>
                <a:lnTo>
                  <a:pt x="22038" y="5268"/>
                </a:lnTo>
                <a:lnTo>
                  <a:pt x="22038" y="6274"/>
                </a:lnTo>
                <a:lnTo>
                  <a:pt x="20978" y="6274"/>
                </a:lnTo>
                <a:lnTo>
                  <a:pt x="20978" y="5268"/>
                </a:lnTo>
                <a:moveTo>
                  <a:pt x="20978" y="6342"/>
                </a:moveTo>
                <a:lnTo>
                  <a:pt x="22038" y="6342"/>
                </a:lnTo>
                <a:lnTo>
                  <a:pt x="22038" y="7296"/>
                </a:lnTo>
                <a:lnTo>
                  <a:pt x="20978" y="7296"/>
                </a:lnTo>
                <a:lnTo>
                  <a:pt x="20978" y="6342"/>
                </a:lnTo>
                <a:moveTo>
                  <a:pt x="20978" y="7364"/>
                </a:moveTo>
                <a:lnTo>
                  <a:pt x="22038" y="7364"/>
                </a:lnTo>
                <a:lnTo>
                  <a:pt x="22038" y="8369"/>
                </a:lnTo>
                <a:lnTo>
                  <a:pt x="20978" y="8369"/>
                </a:lnTo>
                <a:lnTo>
                  <a:pt x="20978" y="7364"/>
                </a:lnTo>
                <a:moveTo>
                  <a:pt x="20978" y="8438"/>
                </a:moveTo>
                <a:lnTo>
                  <a:pt x="22038" y="8438"/>
                </a:lnTo>
                <a:lnTo>
                  <a:pt x="22038" y="9391"/>
                </a:lnTo>
                <a:lnTo>
                  <a:pt x="20978" y="9391"/>
                </a:lnTo>
                <a:lnTo>
                  <a:pt x="20978" y="8438"/>
                </a:lnTo>
                <a:moveTo>
                  <a:pt x="20978" y="9459"/>
                </a:moveTo>
                <a:lnTo>
                  <a:pt x="22038" y="9459"/>
                </a:lnTo>
                <a:lnTo>
                  <a:pt x="22038" y="10465"/>
                </a:lnTo>
                <a:lnTo>
                  <a:pt x="20978" y="10465"/>
                </a:lnTo>
                <a:lnTo>
                  <a:pt x="20978" y="9459"/>
                </a:lnTo>
                <a:moveTo>
                  <a:pt x="20978" y="10533"/>
                </a:moveTo>
                <a:lnTo>
                  <a:pt x="22038" y="10533"/>
                </a:lnTo>
                <a:lnTo>
                  <a:pt x="22038" y="11487"/>
                </a:lnTo>
                <a:lnTo>
                  <a:pt x="20978" y="11487"/>
                </a:lnTo>
                <a:lnTo>
                  <a:pt x="20978" y="10533"/>
                </a:lnTo>
                <a:moveTo>
                  <a:pt x="20978" y="11556"/>
                </a:moveTo>
                <a:lnTo>
                  <a:pt x="22038" y="11556"/>
                </a:lnTo>
                <a:lnTo>
                  <a:pt x="22038" y="12561"/>
                </a:lnTo>
                <a:lnTo>
                  <a:pt x="20978" y="12561"/>
                </a:lnTo>
                <a:lnTo>
                  <a:pt x="20978" y="11556"/>
                </a:lnTo>
                <a:moveTo>
                  <a:pt x="20978" y="12630"/>
                </a:moveTo>
                <a:lnTo>
                  <a:pt x="22038" y="12630"/>
                </a:lnTo>
                <a:lnTo>
                  <a:pt x="22038" y="13583"/>
                </a:lnTo>
                <a:lnTo>
                  <a:pt x="20978" y="13583"/>
                </a:lnTo>
                <a:lnTo>
                  <a:pt x="20978" y="12630"/>
                </a:lnTo>
                <a:moveTo>
                  <a:pt x="20978" y="13651"/>
                </a:moveTo>
                <a:lnTo>
                  <a:pt x="22038" y="13651"/>
                </a:lnTo>
                <a:lnTo>
                  <a:pt x="22038" y="14657"/>
                </a:lnTo>
                <a:lnTo>
                  <a:pt x="20978" y="14657"/>
                </a:lnTo>
                <a:lnTo>
                  <a:pt x="20978" y="13651"/>
                </a:lnTo>
                <a:moveTo>
                  <a:pt x="20978" y="14726"/>
                </a:moveTo>
                <a:lnTo>
                  <a:pt x="22038" y="14726"/>
                </a:lnTo>
                <a:lnTo>
                  <a:pt x="22038" y="15680"/>
                </a:lnTo>
                <a:lnTo>
                  <a:pt x="20978" y="15680"/>
                </a:lnTo>
                <a:lnTo>
                  <a:pt x="20978" y="14726"/>
                </a:lnTo>
                <a:moveTo>
                  <a:pt x="20011" y="55"/>
                </a:moveTo>
                <a:lnTo>
                  <a:pt x="20910" y="55"/>
                </a:lnTo>
                <a:lnTo>
                  <a:pt x="20910" y="1007"/>
                </a:lnTo>
                <a:lnTo>
                  <a:pt x="20011" y="1007"/>
                </a:lnTo>
                <a:lnTo>
                  <a:pt x="20011" y="55"/>
                </a:lnTo>
                <a:moveTo>
                  <a:pt x="20011" y="1076"/>
                </a:moveTo>
                <a:lnTo>
                  <a:pt x="20910" y="1076"/>
                </a:lnTo>
                <a:lnTo>
                  <a:pt x="20910" y="2082"/>
                </a:lnTo>
                <a:lnTo>
                  <a:pt x="20011" y="2082"/>
                </a:lnTo>
                <a:lnTo>
                  <a:pt x="20011" y="1076"/>
                </a:lnTo>
                <a:moveTo>
                  <a:pt x="20011" y="2150"/>
                </a:moveTo>
                <a:lnTo>
                  <a:pt x="20910" y="2150"/>
                </a:lnTo>
                <a:lnTo>
                  <a:pt x="20910" y="3104"/>
                </a:lnTo>
                <a:lnTo>
                  <a:pt x="20011" y="3104"/>
                </a:lnTo>
                <a:lnTo>
                  <a:pt x="20011" y="2150"/>
                </a:lnTo>
                <a:moveTo>
                  <a:pt x="20011" y="3172"/>
                </a:moveTo>
                <a:lnTo>
                  <a:pt x="20910" y="3172"/>
                </a:lnTo>
                <a:lnTo>
                  <a:pt x="20910" y="4178"/>
                </a:lnTo>
                <a:lnTo>
                  <a:pt x="20011" y="4178"/>
                </a:lnTo>
                <a:lnTo>
                  <a:pt x="20011" y="3172"/>
                </a:lnTo>
                <a:moveTo>
                  <a:pt x="20011" y="4247"/>
                </a:moveTo>
                <a:lnTo>
                  <a:pt x="20910" y="4247"/>
                </a:lnTo>
                <a:lnTo>
                  <a:pt x="20910" y="5200"/>
                </a:lnTo>
                <a:lnTo>
                  <a:pt x="20011" y="5200"/>
                </a:lnTo>
                <a:lnTo>
                  <a:pt x="20011" y="4247"/>
                </a:lnTo>
                <a:moveTo>
                  <a:pt x="20011" y="5268"/>
                </a:moveTo>
                <a:lnTo>
                  <a:pt x="20910" y="5268"/>
                </a:lnTo>
                <a:lnTo>
                  <a:pt x="20910" y="6274"/>
                </a:lnTo>
                <a:lnTo>
                  <a:pt x="20011" y="6274"/>
                </a:lnTo>
                <a:lnTo>
                  <a:pt x="20011" y="5268"/>
                </a:lnTo>
                <a:moveTo>
                  <a:pt x="20011" y="6342"/>
                </a:moveTo>
                <a:lnTo>
                  <a:pt x="20910" y="6342"/>
                </a:lnTo>
                <a:lnTo>
                  <a:pt x="20910" y="7296"/>
                </a:lnTo>
                <a:lnTo>
                  <a:pt x="20011" y="7296"/>
                </a:lnTo>
                <a:lnTo>
                  <a:pt x="20011" y="6342"/>
                </a:lnTo>
                <a:moveTo>
                  <a:pt x="20011" y="7364"/>
                </a:moveTo>
                <a:lnTo>
                  <a:pt x="20910" y="7364"/>
                </a:lnTo>
                <a:lnTo>
                  <a:pt x="20910" y="8369"/>
                </a:lnTo>
                <a:lnTo>
                  <a:pt x="20011" y="8369"/>
                </a:lnTo>
                <a:lnTo>
                  <a:pt x="20011" y="7364"/>
                </a:lnTo>
                <a:moveTo>
                  <a:pt x="20011" y="8438"/>
                </a:moveTo>
                <a:lnTo>
                  <a:pt x="20910" y="8438"/>
                </a:lnTo>
                <a:lnTo>
                  <a:pt x="20910" y="9391"/>
                </a:lnTo>
                <a:lnTo>
                  <a:pt x="20011" y="9391"/>
                </a:lnTo>
                <a:lnTo>
                  <a:pt x="20011" y="8438"/>
                </a:lnTo>
                <a:moveTo>
                  <a:pt x="20011" y="9459"/>
                </a:moveTo>
                <a:lnTo>
                  <a:pt x="20910" y="9459"/>
                </a:lnTo>
                <a:lnTo>
                  <a:pt x="20910" y="10465"/>
                </a:lnTo>
                <a:lnTo>
                  <a:pt x="20011" y="10465"/>
                </a:lnTo>
                <a:lnTo>
                  <a:pt x="20011" y="9459"/>
                </a:lnTo>
                <a:moveTo>
                  <a:pt x="20011" y="10533"/>
                </a:moveTo>
                <a:lnTo>
                  <a:pt x="20910" y="10533"/>
                </a:lnTo>
                <a:lnTo>
                  <a:pt x="20910" y="11487"/>
                </a:lnTo>
                <a:lnTo>
                  <a:pt x="20011" y="11487"/>
                </a:lnTo>
                <a:lnTo>
                  <a:pt x="20011" y="10533"/>
                </a:lnTo>
                <a:moveTo>
                  <a:pt x="20011" y="11556"/>
                </a:moveTo>
                <a:lnTo>
                  <a:pt x="20910" y="11556"/>
                </a:lnTo>
                <a:lnTo>
                  <a:pt x="20910" y="12561"/>
                </a:lnTo>
                <a:lnTo>
                  <a:pt x="20011" y="12561"/>
                </a:lnTo>
                <a:lnTo>
                  <a:pt x="20011" y="11556"/>
                </a:lnTo>
                <a:moveTo>
                  <a:pt x="20011" y="12630"/>
                </a:moveTo>
                <a:lnTo>
                  <a:pt x="20910" y="12630"/>
                </a:lnTo>
                <a:lnTo>
                  <a:pt x="20910" y="13583"/>
                </a:lnTo>
                <a:lnTo>
                  <a:pt x="20011" y="13583"/>
                </a:lnTo>
                <a:lnTo>
                  <a:pt x="20011" y="12630"/>
                </a:lnTo>
                <a:moveTo>
                  <a:pt x="20011" y="13651"/>
                </a:moveTo>
                <a:lnTo>
                  <a:pt x="20910" y="13651"/>
                </a:lnTo>
                <a:lnTo>
                  <a:pt x="20910" y="14657"/>
                </a:lnTo>
                <a:lnTo>
                  <a:pt x="20011" y="14657"/>
                </a:lnTo>
                <a:lnTo>
                  <a:pt x="20011" y="13651"/>
                </a:lnTo>
                <a:moveTo>
                  <a:pt x="20011" y="14726"/>
                </a:moveTo>
                <a:lnTo>
                  <a:pt x="20910" y="14726"/>
                </a:lnTo>
                <a:lnTo>
                  <a:pt x="20910" y="15680"/>
                </a:lnTo>
                <a:lnTo>
                  <a:pt x="20011" y="15680"/>
                </a:lnTo>
                <a:lnTo>
                  <a:pt x="20011" y="14726"/>
                </a:lnTo>
                <a:moveTo>
                  <a:pt x="18883" y="55"/>
                </a:moveTo>
                <a:lnTo>
                  <a:pt x="19942" y="55"/>
                </a:lnTo>
                <a:lnTo>
                  <a:pt x="19942" y="1007"/>
                </a:lnTo>
                <a:lnTo>
                  <a:pt x="18883" y="1007"/>
                </a:lnTo>
                <a:lnTo>
                  <a:pt x="18883" y="55"/>
                </a:lnTo>
                <a:moveTo>
                  <a:pt x="18883" y="1076"/>
                </a:moveTo>
                <a:lnTo>
                  <a:pt x="19942" y="1076"/>
                </a:lnTo>
                <a:lnTo>
                  <a:pt x="19942" y="2082"/>
                </a:lnTo>
                <a:lnTo>
                  <a:pt x="18883" y="2082"/>
                </a:lnTo>
                <a:lnTo>
                  <a:pt x="18883" y="1076"/>
                </a:lnTo>
                <a:moveTo>
                  <a:pt x="18883" y="2150"/>
                </a:moveTo>
                <a:lnTo>
                  <a:pt x="19942" y="2150"/>
                </a:lnTo>
                <a:lnTo>
                  <a:pt x="19942" y="3104"/>
                </a:lnTo>
                <a:lnTo>
                  <a:pt x="18883" y="3104"/>
                </a:lnTo>
                <a:lnTo>
                  <a:pt x="18883" y="2150"/>
                </a:lnTo>
                <a:moveTo>
                  <a:pt x="18883" y="3172"/>
                </a:moveTo>
                <a:lnTo>
                  <a:pt x="19942" y="3172"/>
                </a:lnTo>
                <a:lnTo>
                  <a:pt x="19942" y="4178"/>
                </a:lnTo>
                <a:lnTo>
                  <a:pt x="18883" y="4178"/>
                </a:lnTo>
                <a:lnTo>
                  <a:pt x="18883" y="3172"/>
                </a:lnTo>
                <a:moveTo>
                  <a:pt x="18883" y="4247"/>
                </a:moveTo>
                <a:lnTo>
                  <a:pt x="19942" y="4247"/>
                </a:lnTo>
                <a:lnTo>
                  <a:pt x="19942" y="5200"/>
                </a:lnTo>
                <a:lnTo>
                  <a:pt x="18883" y="5200"/>
                </a:lnTo>
                <a:lnTo>
                  <a:pt x="18883" y="4247"/>
                </a:lnTo>
                <a:moveTo>
                  <a:pt x="18883" y="5268"/>
                </a:moveTo>
                <a:lnTo>
                  <a:pt x="19942" y="5268"/>
                </a:lnTo>
                <a:lnTo>
                  <a:pt x="19942" y="6274"/>
                </a:lnTo>
                <a:lnTo>
                  <a:pt x="18883" y="6274"/>
                </a:lnTo>
                <a:lnTo>
                  <a:pt x="18883" y="5268"/>
                </a:lnTo>
                <a:moveTo>
                  <a:pt x="18883" y="6342"/>
                </a:moveTo>
                <a:lnTo>
                  <a:pt x="19942" y="6342"/>
                </a:lnTo>
                <a:lnTo>
                  <a:pt x="19942" y="7296"/>
                </a:lnTo>
                <a:lnTo>
                  <a:pt x="18883" y="7296"/>
                </a:lnTo>
                <a:lnTo>
                  <a:pt x="18883" y="6342"/>
                </a:lnTo>
                <a:moveTo>
                  <a:pt x="18883" y="7364"/>
                </a:moveTo>
                <a:lnTo>
                  <a:pt x="19942" y="7364"/>
                </a:lnTo>
                <a:lnTo>
                  <a:pt x="19942" y="8369"/>
                </a:lnTo>
                <a:lnTo>
                  <a:pt x="18883" y="8369"/>
                </a:lnTo>
                <a:lnTo>
                  <a:pt x="18883" y="7364"/>
                </a:lnTo>
                <a:moveTo>
                  <a:pt x="18883" y="8438"/>
                </a:moveTo>
                <a:lnTo>
                  <a:pt x="19942" y="8438"/>
                </a:lnTo>
                <a:lnTo>
                  <a:pt x="19942" y="9391"/>
                </a:lnTo>
                <a:lnTo>
                  <a:pt x="18883" y="9391"/>
                </a:lnTo>
                <a:lnTo>
                  <a:pt x="18883" y="8438"/>
                </a:lnTo>
                <a:moveTo>
                  <a:pt x="18883" y="9459"/>
                </a:moveTo>
                <a:lnTo>
                  <a:pt x="19942" y="9459"/>
                </a:lnTo>
                <a:lnTo>
                  <a:pt x="19942" y="10465"/>
                </a:lnTo>
                <a:lnTo>
                  <a:pt x="18883" y="10465"/>
                </a:lnTo>
                <a:lnTo>
                  <a:pt x="18883" y="9459"/>
                </a:lnTo>
                <a:moveTo>
                  <a:pt x="18883" y="10533"/>
                </a:moveTo>
                <a:lnTo>
                  <a:pt x="19942" y="10533"/>
                </a:lnTo>
                <a:lnTo>
                  <a:pt x="19942" y="11487"/>
                </a:lnTo>
                <a:lnTo>
                  <a:pt x="18883" y="11487"/>
                </a:lnTo>
                <a:lnTo>
                  <a:pt x="18883" y="10533"/>
                </a:lnTo>
                <a:moveTo>
                  <a:pt x="18883" y="11556"/>
                </a:moveTo>
                <a:lnTo>
                  <a:pt x="19942" y="11556"/>
                </a:lnTo>
                <a:lnTo>
                  <a:pt x="19942" y="12561"/>
                </a:lnTo>
                <a:lnTo>
                  <a:pt x="18883" y="12561"/>
                </a:lnTo>
                <a:lnTo>
                  <a:pt x="18883" y="11556"/>
                </a:lnTo>
                <a:moveTo>
                  <a:pt x="18883" y="12630"/>
                </a:moveTo>
                <a:lnTo>
                  <a:pt x="19942" y="12630"/>
                </a:lnTo>
                <a:lnTo>
                  <a:pt x="19942" y="13583"/>
                </a:lnTo>
                <a:lnTo>
                  <a:pt x="18883" y="13583"/>
                </a:lnTo>
                <a:lnTo>
                  <a:pt x="18883" y="12630"/>
                </a:lnTo>
                <a:moveTo>
                  <a:pt x="18883" y="13651"/>
                </a:moveTo>
                <a:lnTo>
                  <a:pt x="19942" y="13651"/>
                </a:lnTo>
                <a:lnTo>
                  <a:pt x="19942" y="14657"/>
                </a:lnTo>
                <a:lnTo>
                  <a:pt x="18883" y="14657"/>
                </a:lnTo>
                <a:lnTo>
                  <a:pt x="18883" y="13651"/>
                </a:lnTo>
                <a:moveTo>
                  <a:pt x="18883" y="14726"/>
                </a:moveTo>
                <a:lnTo>
                  <a:pt x="19942" y="14726"/>
                </a:lnTo>
                <a:lnTo>
                  <a:pt x="19942" y="15680"/>
                </a:lnTo>
                <a:lnTo>
                  <a:pt x="18883" y="15680"/>
                </a:lnTo>
                <a:lnTo>
                  <a:pt x="18883" y="14726"/>
                </a:lnTo>
                <a:moveTo>
                  <a:pt x="17914" y="55"/>
                </a:moveTo>
                <a:lnTo>
                  <a:pt x="18814" y="55"/>
                </a:lnTo>
                <a:lnTo>
                  <a:pt x="18814" y="1007"/>
                </a:lnTo>
                <a:lnTo>
                  <a:pt x="17914" y="1007"/>
                </a:lnTo>
                <a:lnTo>
                  <a:pt x="17914" y="55"/>
                </a:lnTo>
                <a:moveTo>
                  <a:pt x="17914" y="1076"/>
                </a:moveTo>
                <a:lnTo>
                  <a:pt x="18814" y="1076"/>
                </a:lnTo>
                <a:lnTo>
                  <a:pt x="18814" y="2082"/>
                </a:lnTo>
                <a:lnTo>
                  <a:pt x="17914" y="2082"/>
                </a:lnTo>
                <a:lnTo>
                  <a:pt x="17914" y="1076"/>
                </a:lnTo>
                <a:moveTo>
                  <a:pt x="17914" y="2150"/>
                </a:moveTo>
                <a:lnTo>
                  <a:pt x="18814" y="2150"/>
                </a:lnTo>
                <a:lnTo>
                  <a:pt x="18814" y="3104"/>
                </a:lnTo>
                <a:lnTo>
                  <a:pt x="17914" y="3104"/>
                </a:lnTo>
                <a:lnTo>
                  <a:pt x="17914" y="2150"/>
                </a:lnTo>
                <a:moveTo>
                  <a:pt x="17914" y="3172"/>
                </a:moveTo>
                <a:lnTo>
                  <a:pt x="18814" y="3172"/>
                </a:lnTo>
                <a:lnTo>
                  <a:pt x="18814" y="4178"/>
                </a:lnTo>
                <a:lnTo>
                  <a:pt x="17914" y="4178"/>
                </a:lnTo>
                <a:lnTo>
                  <a:pt x="17914" y="3172"/>
                </a:lnTo>
                <a:moveTo>
                  <a:pt x="17914" y="4247"/>
                </a:moveTo>
                <a:lnTo>
                  <a:pt x="18814" y="4247"/>
                </a:lnTo>
                <a:lnTo>
                  <a:pt x="18814" y="5200"/>
                </a:lnTo>
                <a:lnTo>
                  <a:pt x="17914" y="5200"/>
                </a:lnTo>
                <a:lnTo>
                  <a:pt x="17914" y="4247"/>
                </a:lnTo>
                <a:moveTo>
                  <a:pt x="17914" y="5268"/>
                </a:moveTo>
                <a:lnTo>
                  <a:pt x="18814" y="5268"/>
                </a:lnTo>
                <a:lnTo>
                  <a:pt x="18814" y="6274"/>
                </a:lnTo>
                <a:lnTo>
                  <a:pt x="17914" y="6274"/>
                </a:lnTo>
                <a:lnTo>
                  <a:pt x="17914" y="5268"/>
                </a:lnTo>
                <a:moveTo>
                  <a:pt x="17914" y="6342"/>
                </a:moveTo>
                <a:lnTo>
                  <a:pt x="18814" y="6342"/>
                </a:lnTo>
                <a:lnTo>
                  <a:pt x="18814" y="7296"/>
                </a:lnTo>
                <a:lnTo>
                  <a:pt x="17914" y="7296"/>
                </a:lnTo>
                <a:lnTo>
                  <a:pt x="17914" y="6342"/>
                </a:lnTo>
                <a:moveTo>
                  <a:pt x="17914" y="7364"/>
                </a:moveTo>
                <a:lnTo>
                  <a:pt x="18814" y="7364"/>
                </a:lnTo>
                <a:lnTo>
                  <a:pt x="18814" y="8369"/>
                </a:lnTo>
                <a:lnTo>
                  <a:pt x="17914" y="8369"/>
                </a:lnTo>
                <a:lnTo>
                  <a:pt x="17914" y="7364"/>
                </a:lnTo>
                <a:moveTo>
                  <a:pt x="17914" y="8438"/>
                </a:moveTo>
                <a:lnTo>
                  <a:pt x="18814" y="8438"/>
                </a:lnTo>
                <a:lnTo>
                  <a:pt x="18814" y="9391"/>
                </a:lnTo>
                <a:lnTo>
                  <a:pt x="17914" y="9391"/>
                </a:lnTo>
                <a:lnTo>
                  <a:pt x="17914" y="8438"/>
                </a:lnTo>
                <a:moveTo>
                  <a:pt x="17914" y="9459"/>
                </a:moveTo>
                <a:lnTo>
                  <a:pt x="18814" y="9459"/>
                </a:lnTo>
                <a:lnTo>
                  <a:pt x="18814" y="10465"/>
                </a:lnTo>
                <a:lnTo>
                  <a:pt x="17914" y="10465"/>
                </a:lnTo>
                <a:lnTo>
                  <a:pt x="17914" y="9459"/>
                </a:lnTo>
                <a:moveTo>
                  <a:pt x="17914" y="10533"/>
                </a:moveTo>
                <a:lnTo>
                  <a:pt x="18814" y="10533"/>
                </a:lnTo>
                <a:lnTo>
                  <a:pt x="18814" y="11487"/>
                </a:lnTo>
                <a:lnTo>
                  <a:pt x="17914" y="11487"/>
                </a:lnTo>
                <a:lnTo>
                  <a:pt x="17914" y="10533"/>
                </a:lnTo>
                <a:moveTo>
                  <a:pt x="17914" y="11556"/>
                </a:moveTo>
                <a:lnTo>
                  <a:pt x="18814" y="11556"/>
                </a:lnTo>
                <a:lnTo>
                  <a:pt x="18814" y="12561"/>
                </a:lnTo>
                <a:lnTo>
                  <a:pt x="17914" y="12561"/>
                </a:lnTo>
                <a:lnTo>
                  <a:pt x="17914" y="11556"/>
                </a:lnTo>
                <a:moveTo>
                  <a:pt x="17914" y="12630"/>
                </a:moveTo>
                <a:lnTo>
                  <a:pt x="18814" y="12630"/>
                </a:lnTo>
                <a:lnTo>
                  <a:pt x="18814" y="13583"/>
                </a:lnTo>
                <a:lnTo>
                  <a:pt x="17914" y="13583"/>
                </a:lnTo>
                <a:lnTo>
                  <a:pt x="17914" y="12630"/>
                </a:lnTo>
                <a:moveTo>
                  <a:pt x="17914" y="13651"/>
                </a:moveTo>
                <a:lnTo>
                  <a:pt x="18814" y="13651"/>
                </a:lnTo>
                <a:lnTo>
                  <a:pt x="18814" y="14657"/>
                </a:lnTo>
                <a:lnTo>
                  <a:pt x="17914" y="14657"/>
                </a:lnTo>
                <a:lnTo>
                  <a:pt x="17914" y="13651"/>
                </a:lnTo>
                <a:moveTo>
                  <a:pt x="17914" y="14726"/>
                </a:moveTo>
                <a:lnTo>
                  <a:pt x="18814" y="14726"/>
                </a:lnTo>
                <a:lnTo>
                  <a:pt x="18814" y="15680"/>
                </a:lnTo>
                <a:lnTo>
                  <a:pt x="17914" y="15680"/>
                </a:lnTo>
                <a:lnTo>
                  <a:pt x="17914" y="14726"/>
                </a:lnTo>
                <a:moveTo>
                  <a:pt x="16786" y="55"/>
                </a:moveTo>
                <a:lnTo>
                  <a:pt x="17846" y="55"/>
                </a:lnTo>
                <a:lnTo>
                  <a:pt x="17846" y="1007"/>
                </a:lnTo>
                <a:lnTo>
                  <a:pt x="16786" y="1007"/>
                </a:lnTo>
                <a:lnTo>
                  <a:pt x="16786" y="55"/>
                </a:lnTo>
                <a:moveTo>
                  <a:pt x="16786" y="1076"/>
                </a:moveTo>
                <a:lnTo>
                  <a:pt x="17846" y="1076"/>
                </a:lnTo>
                <a:lnTo>
                  <a:pt x="17846" y="2082"/>
                </a:lnTo>
                <a:lnTo>
                  <a:pt x="16786" y="2082"/>
                </a:lnTo>
                <a:lnTo>
                  <a:pt x="16786" y="1076"/>
                </a:lnTo>
                <a:moveTo>
                  <a:pt x="16786" y="2150"/>
                </a:moveTo>
                <a:lnTo>
                  <a:pt x="17846" y="2150"/>
                </a:lnTo>
                <a:lnTo>
                  <a:pt x="17846" y="3104"/>
                </a:lnTo>
                <a:lnTo>
                  <a:pt x="16786" y="3104"/>
                </a:lnTo>
                <a:lnTo>
                  <a:pt x="16786" y="2150"/>
                </a:lnTo>
                <a:moveTo>
                  <a:pt x="16786" y="3172"/>
                </a:moveTo>
                <a:lnTo>
                  <a:pt x="17846" y="3172"/>
                </a:lnTo>
                <a:lnTo>
                  <a:pt x="17846" y="4178"/>
                </a:lnTo>
                <a:lnTo>
                  <a:pt x="16786" y="4178"/>
                </a:lnTo>
                <a:lnTo>
                  <a:pt x="16786" y="3172"/>
                </a:lnTo>
                <a:moveTo>
                  <a:pt x="16786" y="4247"/>
                </a:moveTo>
                <a:lnTo>
                  <a:pt x="17846" y="4247"/>
                </a:lnTo>
                <a:lnTo>
                  <a:pt x="17846" y="5200"/>
                </a:lnTo>
                <a:lnTo>
                  <a:pt x="16786" y="5200"/>
                </a:lnTo>
                <a:lnTo>
                  <a:pt x="16786" y="4247"/>
                </a:lnTo>
                <a:moveTo>
                  <a:pt x="16786" y="5268"/>
                </a:moveTo>
                <a:lnTo>
                  <a:pt x="17846" y="5268"/>
                </a:lnTo>
                <a:lnTo>
                  <a:pt x="17846" y="6274"/>
                </a:lnTo>
                <a:lnTo>
                  <a:pt x="16786" y="6274"/>
                </a:lnTo>
                <a:lnTo>
                  <a:pt x="16786" y="5268"/>
                </a:lnTo>
                <a:moveTo>
                  <a:pt x="16786" y="6342"/>
                </a:moveTo>
                <a:lnTo>
                  <a:pt x="17846" y="6342"/>
                </a:lnTo>
                <a:lnTo>
                  <a:pt x="17846" y="7296"/>
                </a:lnTo>
                <a:lnTo>
                  <a:pt x="16786" y="7296"/>
                </a:lnTo>
                <a:lnTo>
                  <a:pt x="16786" y="6342"/>
                </a:lnTo>
                <a:moveTo>
                  <a:pt x="16786" y="7364"/>
                </a:moveTo>
                <a:lnTo>
                  <a:pt x="17846" y="7364"/>
                </a:lnTo>
                <a:lnTo>
                  <a:pt x="17846" y="8369"/>
                </a:lnTo>
                <a:lnTo>
                  <a:pt x="16786" y="8369"/>
                </a:lnTo>
                <a:lnTo>
                  <a:pt x="16786" y="7364"/>
                </a:lnTo>
                <a:moveTo>
                  <a:pt x="16786" y="8438"/>
                </a:moveTo>
                <a:lnTo>
                  <a:pt x="17846" y="8438"/>
                </a:lnTo>
                <a:lnTo>
                  <a:pt x="17846" y="9391"/>
                </a:lnTo>
                <a:lnTo>
                  <a:pt x="16786" y="9391"/>
                </a:lnTo>
                <a:lnTo>
                  <a:pt x="16786" y="8438"/>
                </a:lnTo>
                <a:moveTo>
                  <a:pt x="16786" y="9459"/>
                </a:moveTo>
                <a:lnTo>
                  <a:pt x="17846" y="9459"/>
                </a:lnTo>
                <a:lnTo>
                  <a:pt x="17846" y="10465"/>
                </a:lnTo>
                <a:lnTo>
                  <a:pt x="16786" y="10465"/>
                </a:lnTo>
                <a:lnTo>
                  <a:pt x="16786" y="9459"/>
                </a:lnTo>
                <a:moveTo>
                  <a:pt x="16786" y="10533"/>
                </a:moveTo>
                <a:lnTo>
                  <a:pt x="17846" y="10533"/>
                </a:lnTo>
                <a:lnTo>
                  <a:pt x="17846" y="11487"/>
                </a:lnTo>
                <a:lnTo>
                  <a:pt x="16786" y="11487"/>
                </a:lnTo>
                <a:lnTo>
                  <a:pt x="16786" y="10533"/>
                </a:lnTo>
                <a:moveTo>
                  <a:pt x="16786" y="11556"/>
                </a:moveTo>
                <a:lnTo>
                  <a:pt x="17846" y="11556"/>
                </a:lnTo>
                <a:lnTo>
                  <a:pt x="17846" y="12561"/>
                </a:lnTo>
                <a:lnTo>
                  <a:pt x="16786" y="12561"/>
                </a:lnTo>
                <a:lnTo>
                  <a:pt x="16786" y="11556"/>
                </a:lnTo>
                <a:moveTo>
                  <a:pt x="16786" y="12630"/>
                </a:moveTo>
                <a:lnTo>
                  <a:pt x="17846" y="12630"/>
                </a:lnTo>
                <a:lnTo>
                  <a:pt x="17846" y="13583"/>
                </a:lnTo>
                <a:lnTo>
                  <a:pt x="16786" y="13583"/>
                </a:lnTo>
                <a:lnTo>
                  <a:pt x="16786" y="12630"/>
                </a:lnTo>
                <a:moveTo>
                  <a:pt x="16786" y="13651"/>
                </a:moveTo>
                <a:lnTo>
                  <a:pt x="17846" y="13651"/>
                </a:lnTo>
                <a:lnTo>
                  <a:pt x="17846" y="14657"/>
                </a:lnTo>
                <a:lnTo>
                  <a:pt x="16786" y="14657"/>
                </a:lnTo>
                <a:lnTo>
                  <a:pt x="16786" y="13651"/>
                </a:lnTo>
                <a:moveTo>
                  <a:pt x="16786" y="14726"/>
                </a:moveTo>
                <a:lnTo>
                  <a:pt x="17846" y="14726"/>
                </a:lnTo>
                <a:lnTo>
                  <a:pt x="17846" y="15680"/>
                </a:lnTo>
                <a:lnTo>
                  <a:pt x="16786" y="15680"/>
                </a:lnTo>
                <a:lnTo>
                  <a:pt x="16786" y="14726"/>
                </a:lnTo>
                <a:moveTo>
                  <a:pt x="15819" y="55"/>
                </a:moveTo>
                <a:lnTo>
                  <a:pt x="16718" y="55"/>
                </a:lnTo>
                <a:lnTo>
                  <a:pt x="16718" y="1007"/>
                </a:lnTo>
                <a:lnTo>
                  <a:pt x="15819" y="1007"/>
                </a:lnTo>
                <a:lnTo>
                  <a:pt x="15819" y="55"/>
                </a:lnTo>
                <a:moveTo>
                  <a:pt x="15819" y="1076"/>
                </a:moveTo>
                <a:lnTo>
                  <a:pt x="16718" y="1076"/>
                </a:lnTo>
                <a:lnTo>
                  <a:pt x="16718" y="2082"/>
                </a:lnTo>
                <a:lnTo>
                  <a:pt x="15819" y="2082"/>
                </a:lnTo>
                <a:lnTo>
                  <a:pt x="15819" y="1076"/>
                </a:lnTo>
                <a:moveTo>
                  <a:pt x="15819" y="2150"/>
                </a:moveTo>
                <a:lnTo>
                  <a:pt x="16718" y="2150"/>
                </a:lnTo>
                <a:lnTo>
                  <a:pt x="16718" y="3104"/>
                </a:lnTo>
                <a:lnTo>
                  <a:pt x="15819" y="3104"/>
                </a:lnTo>
                <a:lnTo>
                  <a:pt x="15819" y="2150"/>
                </a:lnTo>
                <a:moveTo>
                  <a:pt x="15819" y="3172"/>
                </a:moveTo>
                <a:lnTo>
                  <a:pt x="16718" y="3172"/>
                </a:lnTo>
                <a:lnTo>
                  <a:pt x="16718" y="4178"/>
                </a:lnTo>
                <a:lnTo>
                  <a:pt x="15819" y="4178"/>
                </a:lnTo>
                <a:lnTo>
                  <a:pt x="15819" y="3172"/>
                </a:lnTo>
                <a:moveTo>
                  <a:pt x="15819" y="4247"/>
                </a:moveTo>
                <a:lnTo>
                  <a:pt x="16718" y="4247"/>
                </a:lnTo>
                <a:lnTo>
                  <a:pt x="16718" y="5200"/>
                </a:lnTo>
                <a:lnTo>
                  <a:pt x="15819" y="5200"/>
                </a:lnTo>
                <a:lnTo>
                  <a:pt x="15819" y="4247"/>
                </a:lnTo>
                <a:moveTo>
                  <a:pt x="15819" y="5268"/>
                </a:moveTo>
                <a:lnTo>
                  <a:pt x="16718" y="5268"/>
                </a:lnTo>
                <a:lnTo>
                  <a:pt x="16718" y="6274"/>
                </a:lnTo>
                <a:lnTo>
                  <a:pt x="15819" y="6274"/>
                </a:lnTo>
                <a:lnTo>
                  <a:pt x="15819" y="5268"/>
                </a:lnTo>
                <a:moveTo>
                  <a:pt x="15819" y="6342"/>
                </a:moveTo>
                <a:lnTo>
                  <a:pt x="16718" y="6342"/>
                </a:lnTo>
                <a:lnTo>
                  <a:pt x="16718" y="7296"/>
                </a:lnTo>
                <a:lnTo>
                  <a:pt x="15819" y="7296"/>
                </a:lnTo>
                <a:lnTo>
                  <a:pt x="15819" y="6342"/>
                </a:lnTo>
                <a:moveTo>
                  <a:pt x="15819" y="7364"/>
                </a:moveTo>
                <a:lnTo>
                  <a:pt x="16718" y="7364"/>
                </a:lnTo>
                <a:lnTo>
                  <a:pt x="16718" y="8369"/>
                </a:lnTo>
                <a:lnTo>
                  <a:pt x="15819" y="8369"/>
                </a:lnTo>
                <a:lnTo>
                  <a:pt x="15819" y="7364"/>
                </a:lnTo>
                <a:moveTo>
                  <a:pt x="15819" y="8438"/>
                </a:moveTo>
                <a:lnTo>
                  <a:pt x="16718" y="8438"/>
                </a:lnTo>
                <a:lnTo>
                  <a:pt x="16718" y="9391"/>
                </a:lnTo>
                <a:lnTo>
                  <a:pt x="15819" y="9391"/>
                </a:lnTo>
                <a:lnTo>
                  <a:pt x="15819" y="8438"/>
                </a:lnTo>
                <a:moveTo>
                  <a:pt x="15819" y="9459"/>
                </a:moveTo>
                <a:lnTo>
                  <a:pt x="16718" y="9459"/>
                </a:lnTo>
                <a:lnTo>
                  <a:pt x="16718" y="10465"/>
                </a:lnTo>
                <a:lnTo>
                  <a:pt x="15819" y="10465"/>
                </a:lnTo>
                <a:lnTo>
                  <a:pt x="15819" y="9459"/>
                </a:lnTo>
                <a:moveTo>
                  <a:pt x="15819" y="10533"/>
                </a:moveTo>
                <a:lnTo>
                  <a:pt x="16718" y="10533"/>
                </a:lnTo>
                <a:lnTo>
                  <a:pt x="16718" y="11487"/>
                </a:lnTo>
                <a:lnTo>
                  <a:pt x="15819" y="11487"/>
                </a:lnTo>
                <a:lnTo>
                  <a:pt x="15819" y="10533"/>
                </a:lnTo>
                <a:moveTo>
                  <a:pt x="15819" y="11556"/>
                </a:moveTo>
                <a:lnTo>
                  <a:pt x="16718" y="11556"/>
                </a:lnTo>
                <a:lnTo>
                  <a:pt x="16718" y="12561"/>
                </a:lnTo>
                <a:lnTo>
                  <a:pt x="15819" y="12561"/>
                </a:lnTo>
                <a:lnTo>
                  <a:pt x="15819" y="11556"/>
                </a:lnTo>
                <a:moveTo>
                  <a:pt x="15819" y="12630"/>
                </a:moveTo>
                <a:lnTo>
                  <a:pt x="16718" y="12630"/>
                </a:lnTo>
                <a:lnTo>
                  <a:pt x="16718" y="13583"/>
                </a:lnTo>
                <a:lnTo>
                  <a:pt x="15819" y="13583"/>
                </a:lnTo>
                <a:lnTo>
                  <a:pt x="15819" y="12630"/>
                </a:lnTo>
                <a:moveTo>
                  <a:pt x="15819" y="13651"/>
                </a:moveTo>
                <a:lnTo>
                  <a:pt x="16718" y="13651"/>
                </a:lnTo>
                <a:lnTo>
                  <a:pt x="16718" y="14657"/>
                </a:lnTo>
                <a:lnTo>
                  <a:pt x="15819" y="14657"/>
                </a:lnTo>
                <a:lnTo>
                  <a:pt x="15819" y="13651"/>
                </a:lnTo>
                <a:moveTo>
                  <a:pt x="15819" y="14726"/>
                </a:moveTo>
                <a:lnTo>
                  <a:pt x="16718" y="14726"/>
                </a:lnTo>
                <a:lnTo>
                  <a:pt x="16718" y="15680"/>
                </a:lnTo>
                <a:lnTo>
                  <a:pt x="15819" y="15680"/>
                </a:lnTo>
                <a:lnTo>
                  <a:pt x="15819" y="14726"/>
                </a:lnTo>
                <a:moveTo>
                  <a:pt x="14691" y="55"/>
                </a:moveTo>
                <a:lnTo>
                  <a:pt x="15750" y="55"/>
                </a:lnTo>
                <a:lnTo>
                  <a:pt x="15750" y="1007"/>
                </a:lnTo>
                <a:lnTo>
                  <a:pt x="14691" y="1007"/>
                </a:lnTo>
                <a:lnTo>
                  <a:pt x="14691" y="55"/>
                </a:lnTo>
                <a:moveTo>
                  <a:pt x="14691" y="1076"/>
                </a:moveTo>
                <a:lnTo>
                  <a:pt x="15750" y="1076"/>
                </a:lnTo>
                <a:lnTo>
                  <a:pt x="15750" y="2082"/>
                </a:lnTo>
                <a:lnTo>
                  <a:pt x="14691" y="2082"/>
                </a:lnTo>
                <a:lnTo>
                  <a:pt x="14691" y="1076"/>
                </a:lnTo>
                <a:moveTo>
                  <a:pt x="14691" y="2150"/>
                </a:moveTo>
                <a:lnTo>
                  <a:pt x="15750" y="2150"/>
                </a:lnTo>
                <a:lnTo>
                  <a:pt x="15750" y="3104"/>
                </a:lnTo>
                <a:lnTo>
                  <a:pt x="14691" y="3104"/>
                </a:lnTo>
                <a:lnTo>
                  <a:pt x="14691" y="2150"/>
                </a:lnTo>
                <a:moveTo>
                  <a:pt x="14691" y="3172"/>
                </a:moveTo>
                <a:lnTo>
                  <a:pt x="15750" y="3172"/>
                </a:lnTo>
                <a:lnTo>
                  <a:pt x="15750" y="4178"/>
                </a:lnTo>
                <a:lnTo>
                  <a:pt x="14691" y="4178"/>
                </a:lnTo>
                <a:lnTo>
                  <a:pt x="14691" y="3172"/>
                </a:lnTo>
                <a:moveTo>
                  <a:pt x="14691" y="4247"/>
                </a:moveTo>
                <a:lnTo>
                  <a:pt x="15750" y="4247"/>
                </a:lnTo>
                <a:lnTo>
                  <a:pt x="15750" y="5200"/>
                </a:lnTo>
                <a:lnTo>
                  <a:pt x="14691" y="5200"/>
                </a:lnTo>
                <a:lnTo>
                  <a:pt x="14691" y="4247"/>
                </a:lnTo>
                <a:moveTo>
                  <a:pt x="14691" y="5268"/>
                </a:moveTo>
                <a:lnTo>
                  <a:pt x="15750" y="5268"/>
                </a:lnTo>
                <a:lnTo>
                  <a:pt x="15750" y="6274"/>
                </a:lnTo>
                <a:lnTo>
                  <a:pt x="14691" y="6274"/>
                </a:lnTo>
                <a:lnTo>
                  <a:pt x="14691" y="5268"/>
                </a:lnTo>
                <a:moveTo>
                  <a:pt x="14691" y="6342"/>
                </a:moveTo>
                <a:lnTo>
                  <a:pt x="15750" y="6342"/>
                </a:lnTo>
                <a:lnTo>
                  <a:pt x="15750" y="7296"/>
                </a:lnTo>
                <a:lnTo>
                  <a:pt x="14691" y="7296"/>
                </a:lnTo>
                <a:lnTo>
                  <a:pt x="14691" y="6342"/>
                </a:lnTo>
                <a:moveTo>
                  <a:pt x="14691" y="7364"/>
                </a:moveTo>
                <a:lnTo>
                  <a:pt x="15750" y="7364"/>
                </a:lnTo>
                <a:lnTo>
                  <a:pt x="15750" y="8369"/>
                </a:lnTo>
                <a:lnTo>
                  <a:pt x="14691" y="8369"/>
                </a:lnTo>
                <a:lnTo>
                  <a:pt x="14691" y="7364"/>
                </a:lnTo>
                <a:moveTo>
                  <a:pt x="14691" y="8438"/>
                </a:moveTo>
                <a:lnTo>
                  <a:pt x="15750" y="8438"/>
                </a:lnTo>
                <a:lnTo>
                  <a:pt x="15750" y="9391"/>
                </a:lnTo>
                <a:lnTo>
                  <a:pt x="14691" y="9391"/>
                </a:lnTo>
                <a:lnTo>
                  <a:pt x="14691" y="8438"/>
                </a:lnTo>
                <a:moveTo>
                  <a:pt x="14691" y="9459"/>
                </a:moveTo>
                <a:lnTo>
                  <a:pt x="15750" y="9459"/>
                </a:lnTo>
                <a:lnTo>
                  <a:pt x="15750" y="10465"/>
                </a:lnTo>
                <a:lnTo>
                  <a:pt x="14691" y="10465"/>
                </a:lnTo>
                <a:lnTo>
                  <a:pt x="14691" y="9459"/>
                </a:lnTo>
                <a:moveTo>
                  <a:pt x="14691" y="10533"/>
                </a:moveTo>
                <a:lnTo>
                  <a:pt x="15750" y="10533"/>
                </a:lnTo>
                <a:lnTo>
                  <a:pt x="15750" y="11487"/>
                </a:lnTo>
                <a:lnTo>
                  <a:pt x="14691" y="11487"/>
                </a:lnTo>
                <a:lnTo>
                  <a:pt x="14691" y="10533"/>
                </a:lnTo>
                <a:moveTo>
                  <a:pt x="14691" y="11556"/>
                </a:moveTo>
                <a:lnTo>
                  <a:pt x="15750" y="11556"/>
                </a:lnTo>
                <a:lnTo>
                  <a:pt x="15750" y="12561"/>
                </a:lnTo>
                <a:lnTo>
                  <a:pt x="14691" y="12561"/>
                </a:lnTo>
                <a:lnTo>
                  <a:pt x="14691" y="11556"/>
                </a:lnTo>
                <a:moveTo>
                  <a:pt x="14691" y="12630"/>
                </a:moveTo>
                <a:lnTo>
                  <a:pt x="15750" y="12630"/>
                </a:lnTo>
                <a:lnTo>
                  <a:pt x="15750" y="13583"/>
                </a:lnTo>
                <a:lnTo>
                  <a:pt x="14691" y="13583"/>
                </a:lnTo>
                <a:lnTo>
                  <a:pt x="14691" y="12630"/>
                </a:lnTo>
                <a:moveTo>
                  <a:pt x="14691" y="13651"/>
                </a:moveTo>
                <a:lnTo>
                  <a:pt x="15750" y="13651"/>
                </a:lnTo>
                <a:lnTo>
                  <a:pt x="15750" y="14657"/>
                </a:lnTo>
                <a:lnTo>
                  <a:pt x="14691" y="14657"/>
                </a:lnTo>
                <a:lnTo>
                  <a:pt x="14691" y="13651"/>
                </a:lnTo>
                <a:moveTo>
                  <a:pt x="14691" y="14726"/>
                </a:moveTo>
                <a:lnTo>
                  <a:pt x="15750" y="14726"/>
                </a:lnTo>
                <a:lnTo>
                  <a:pt x="15750" y="15680"/>
                </a:lnTo>
                <a:lnTo>
                  <a:pt x="14691" y="15680"/>
                </a:lnTo>
                <a:lnTo>
                  <a:pt x="14691" y="14726"/>
                </a:lnTo>
                <a:moveTo>
                  <a:pt x="13722" y="55"/>
                </a:moveTo>
                <a:lnTo>
                  <a:pt x="14622" y="55"/>
                </a:lnTo>
                <a:lnTo>
                  <a:pt x="14622" y="1007"/>
                </a:lnTo>
                <a:lnTo>
                  <a:pt x="13722" y="1007"/>
                </a:lnTo>
                <a:lnTo>
                  <a:pt x="13722" y="55"/>
                </a:lnTo>
                <a:moveTo>
                  <a:pt x="13722" y="1076"/>
                </a:moveTo>
                <a:lnTo>
                  <a:pt x="14622" y="1076"/>
                </a:lnTo>
                <a:lnTo>
                  <a:pt x="14622" y="2082"/>
                </a:lnTo>
                <a:lnTo>
                  <a:pt x="13722" y="2082"/>
                </a:lnTo>
                <a:lnTo>
                  <a:pt x="13722" y="1076"/>
                </a:lnTo>
                <a:moveTo>
                  <a:pt x="13722" y="2150"/>
                </a:moveTo>
                <a:lnTo>
                  <a:pt x="14622" y="2150"/>
                </a:lnTo>
                <a:lnTo>
                  <a:pt x="14622" y="3104"/>
                </a:lnTo>
                <a:lnTo>
                  <a:pt x="13722" y="3104"/>
                </a:lnTo>
                <a:lnTo>
                  <a:pt x="13722" y="2150"/>
                </a:lnTo>
                <a:moveTo>
                  <a:pt x="13722" y="3172"/>
                </a:moveTo>
                <a:lnTo>
                  <a:pt x="14622" y="3172"/>
                </a:lnTo>
                <a:lnTo>
                  <a:pt x="14622" y="4178"/>
                </a:lnTo>
                <a:lnTo>
                  <a:pt x="13722" y="4178"/>
                </a:lnTo>
                <a:lnTo>
                  <a:pt x="13722" y="3172"/>
                </a:lnTo>
                <a:moveTo>
                  <a:pt x="13722" y="4247"/>
                </a:moveTo>
                <a:lnTo>
                  <a:pt x="14622" y="4247"/>
                </a:lnTo>
                <a:lnTo>
                  <a:pt x="14622" y="5200"/>
                </a:lnTo>
                <a:lnTo>
                  <a:pt x="13722" y="5200"/>
                </a:lnTo>
                <a:lnTo>
                  <a:pt x="13722" y="4247"/>
                </a:lnTo>
                <a:moveTo>
                  <a:pt x="13722" y="5268"/>
                </a:moveTo>
                <a:lnTo>
                  <a:pt x="14622" y="5268"/>
                </a:lnTo>
                <a:lnTo>
                  <a:pt x="14622" y="6274"/>
                </a:lnTo>
                <a:lnTo>
                  <a:pt x="13722" y="6274"/>
                </a:lnTo>
                <a:lnTo>
                  <a:pt x="13722" y="5268"/>
                </a:lnTo>
                <a:moveTo>
                  <a:pt x="13722" y="6342"/>
                </a:moveTo>
                <a:lnTo>
                  <a:pt x="14622" y="6342"/>
                </a:lnTo>
                <a:lnTo>
                  <a:pt x="14622" y="7296"/>
                </a:lnTo>
                <a:lnTo>
                  <a:pt x="13722" y="7296"/>
                </a:lnTo>
                <a:lnTo>
                  <a:pt x="13722" y="6342"/>
                </a:lnTo>
                <a:moveTo>
                  <a:pt x="13722" y="7364"/>
                </a:moveTo>
                <a:lnTo>
                  <a:pt x="14622" y="7364"/>
                </a:lnTo>
                <a:lnTo>
                  <a:pt x="14622" y="8369"/>
                </a:lnTo>
                <a:lnTo>
                  <a:pt x="13722" y="8369"/>
                </a:lnTo>
                <a:lnTo>
                  <a:pt x="13722" y="7364"/>
                </a:lnTo>
                <a:moveTo>
                  <a:pt x="13722" y="8438"/>
                </a:moveTo>
                <a:lnTo>
                  <a:pt x="14622" y="8438"/>
                </a:lnTo>
                <a:lnTo>
                  <a:pt x="14622" y="9391"/>
                </a:lnTo>
                <a:lnTo>
                  <a:pt x="13722" y="9391"/>
                </a:lnTo>
                <a:lnTo>
                  <a:pt x="13722" y="8438"/>
                </a:lnTo>
                <a:moveTo>
                  <a:pt x="13722" y="9459"/>
                </a:moveTo>
                <a:lnTo>
                  <a:pt x="14622" y="9459"/>
                </a:lnTo>
                <a:lnTo>
                  <a:pt x="14622" y="10465"/>
                </a:lnTo>
                <a:lnTo>
                  <a:pt x="13722" y="10465"/>
                </a:lnTo>
                <a:lnTo>
                  <a:pt x="13722" y="9459"/>
                </a:lnTo>
                <a:moveTo>
                  <a:pt x="13722" y="10533"/>
                </a:moveTo>
                <a:lnTo>
                  <a:pt x="14622" y="10533"/>
                </a:lnTo>
                <a:lnTo>
                  <a:pt x="14622" y="11487"/>
                </a:lnTo>
                <a:lnTo>
                  <a:pt x="13722" y="11487"/>
                </a:lnTo>
                <a:lnTo>
                  <a:pt x="13722" y="10533"/>
                </a:lnTo>
                <a:moveTo>
                  <a:pt x="13722" y="11556"/>
                </a:moveTo>
                <a:lnTo>
                  <a:pt x="14622" y="11556"/>
                </a:lnTo>
                <a:lnTo>
                  <a:pt x="14622" y="12561"/>
                </a:lnTo>
                <a:lnTo>
                  <a:pt x="13722" y="12561"/>
                </a:lnTo>
                <a:lnTo>
                  <a:pt x="13722" y="11556"/>
                </a:lnTo>
                <a:moveTo>
                  <a:pt x="13722" y="12630"/>
                </a:moveTo>
                <a:lnTo>
                  <a:pt x="14622" y="12630"/>
                </a:lnTo>
                <a:lnTo>
                  <a:pt x="14622" y="13583"/>
                </a:lnTo>
                <a:lnTo>
                  <a:pt x="13722" y="13583"/>
                </a:lnTo>
                <a:lnTo>
                  <a:pt x="13722" y="12630"/>
                </a:lnTo>
                <a:moveTo>
                  <a:pt x="13722" y="13651"/>
                </a:moveTo>
                <a:lnTo>
                  <a:pt x="14622" y="13651"/>
                </a:lnTo>
                <a:lnTo>
                  <a:pt x="14622" y="14657"/>
                </a:lnTo>
                <a:lnTo>
                  <a:pt x="13722" y="14657"/>
                </a:lnTo>
                <a:lnTo>
                  <a:pt x="13722" y="13651"/>
                </a:lnTo>
                <a:moveTo>
                  <a:pt x="13722" y="14726"/>
                </a:moveTo>
                <a:lnTo>
                  <a:pt x="14622" y="14726"/>
                </a:lnTo>
                <a:lnTo>
                  <a:pt x="14622" y="15680"/>
                </a:lnTo>
                <a:lnTo>
                  <a:pt x="13722" y="15680"/>
                </a:lnTo>
                <a:lnTo>
                  <a:pt x="13722" y="14726"/>
                </a:lnTo>
                <a:moveTo>
                  <a:pt x="12594" y="55"/>
                </a:moveTo>
                <a:lnTo>
                  <a:pt x="13654" y="55"/>
                </a:lnTo>
                <a:lnTo>
                  <a:pt x="13654" y="1007"/>
                </a:lnTo>
                <a:lnTo>
                  <a:pt x="12594" y="1007"/>
                </a:lnTo>
                <a:lnTo>
                  <a:pt x="12594" y="55"/>
                </a:lnTo>
                <a:moveTo>
                  <a:pt x="12594" y="1076"/>
                </a:moveTo>
                <a:lnTo>
                  <a:pt x="13654" y="1076"/>
                </a:lnTo>
                <a:lnTo>
                  <a:pt x="13654" y="2082"/>
                </a:lnTo>
                <a:lnTo>
                  <a:pt x="12594" y="2082"/>
                </a:lnTo>
                <a:lnTo>
                  <a:pt x="12594" y="1076"/>
                </a:lnTo>
                <a:moveTo>
                  <a:pt x="12594" y="2150"/>
                </a:moveTo>
                <a:lnTo>
                  <a:pt x="13654" y="2150"/>
                </a:lnTo>
                <a:lnTo>
                  <a:pt x="13654" y="3104"/>
                </a:lnTo>
                <a:lnTo>
                  <a:pt x="12594" y="3104"/>
                </a:lnTo>
                <a:lnTo>
                  <a:pt x="12594" y="2150"/>
                </a:lnTo>
                <a:moveTo>
                  <a:pt x="12594" y="3172"/>
                </a:moveTo>
                <a:lnTo>
                  <a:pt x="13654" y="3172"/>
                </a:lnTo>
                <a:lnTo>
                  <a:pt x="13654" y="4178"/>
                </a:lnTo>
                <a:lnTo>
                  <a:pt x="12594" y="4178"/>
                </a:lnTo>
                <a:lnTo>
                  <a:pt x="12594" y="3172"/>
                </a:lnTo>
                <a:moveTo>
                  <a:pt x="12594" y="4247"/>
                </a:moveTo>
                <a:lnTo>
                  <a:pt x="13654" y="4247"/>
                </a:lnTo>
                <a:lnTo>
                  <a:pt x="13654" y="5200"/>
                </a:lnTo>
                <a:lnTo>
                  <a:pt x="12594" y="5200"/>
                </a:lnTo>
                <a:lnTo>
                  <a:pt x="12594" y="4247"/>
                </a:lnTo>
                <a:moveTo>
                  <a:pt x="12594" y="5268"/>
                </a:moveTo>
                <a:lnTo>
                  <a:pt x="13654" y="5268"/>
                </a:lnTo>
                <a:lnTo>
                  <a:pt x="13654" y="6274"/>
                </a:lnTo>
                <a:lnTo>
                  <a:pt x="12594" y="6274"/>
                </a:lnTo>
                <a:lnTo>
                  <a:pt x="12594" y="5268"/>
                </a:lnTo>
                <a:moveTo>
                  <a:pt x="12594" y="6342"/>
                </a:moveTo>
                <a:lnTo>
                  <a:pt x="13654" y="6342"/>
                </a:lnTo>
                <a:lnTo>
                  <a:pt x="13654" y="7296"/>
                </a:lnTo>
                <a:lnTo>
                  <a:pt x="12594" y="7296"/>
                </a:lnTo>
                <a:lnTo>
                  <a:pt x="12594" y="6342"/>
                </a:lnTo>
                <a:moveTo>
                  <a:pt x="12594" y="7364"/>
                </a:moveTo>
                <a:lnTo>
                  <a:pt x="13654" y="7364"/>
                </a:lnTo>
                <a:lnTo>
                  <a:pt x="13654" y="8369"/>
                </a:lnTo>
                <a:lnTo>
                  <a:pt x="12594" y="8369"/>
                </a:lnTo>
                <a:lnTo>
                  <a:pt x="12594" y="7364"/>
                </a:lnTo>
                <a:moveTo>
                  <a:pt x="12594" y="8438"/>
                </a:moveTo>
                <a:lnTo>
                  <a:pt x="13654" y="8438"/>
                </a:lnTo>
                <a:lnTo>
                  <a:pt x="13654" y="9391"/>
                </a:lnTo>
                <a:lnTo>
                  <a:pt x="12594" y="9391"/>
                </a:lnTo>
                <a:lnTo>
                  <a:pt x="12594" y="8438"/>
                </a:lnTo>
                <a:moveTo>
                  <a:pt x="12594" y="9459"/>
                </a:moveTo>
                <a:lnTo>
                  <a:pt x="13654" y="9459"/>
                </a:lnTo>
                <a:lnTo>
                  <a:pt x="13654" y="10465"/>
                </a:lnTo>
                <a:lnTo>
                  <a:pt x="12594" y="10465"/>
                </a:lnTo>
                <a:lnTo>
                  <a:pt x="12594" y="9459"/>
                </a:lnTo>
                <a:moveTo>
                  <a:pt x="12594" y="10533"/>
                </a:moveTo>
                <a:lnTo>
                  <a:pt x="13654" y="10533"/>
                </a:lnTo>
                <a:lnTo>
                  <a:pt x="13654" y="11487"/>
                </a:lnTo>
                <a:lnTo>
                  <a:pt x="12594" y="11487"/>
                </a:lnTo>
                <a:lnTo>
                  <a:pt x="12594" y="10533"/>
                </a:lnTo>
                <a:moveTo>
                  <a:pt x="12594" y="11556"/>
                </a:moveTo>
                <a:lnTo>
                  <a:pt x="13654" y="11556"/>
                </a:lnTo>
                <a:lnTo>
                  <a:pt x="13654" y="12561"/>
                </a:lnTo>
                <a:lnTo>
                  <a:pt x="12594" y="12561"/>
                </a:lnTo>
                <a:lnTo>
                  <a:pt x="12594" y="11556"/>
                </a:lnTo>
                <a:moveTo>
                  <a:pt x="12594" y="12630"/>
                </a:moveTo>
                <a:lnTo>
                  <a:pt x="13654" y="12630"/>
                </a:lnTo>
                <a:lnTo>
                  <a:pt x="13654" y="13583"/>
                </a:lnTo>
                <a:lnTo>
                  <a:pt x="12594" y="13583"/>
                </a:lnTo>
                <a:lnTo>
                  <a:pt x="12594" y="12630"/>
                </a:lnTo>
                <a:moveTo>
                  <a:pt x="12594" y="13651"/>
                </a:moveTo>
                <a:lnTo>
                  <a:pt x="13654" y="13651"/>
                </a:lnTo>
                <a:lnTo>
                  <a:pt x="13654" y="14657"/>
                </a:lnTo>
                <a:lnTo>
                  <a:pt x="12594" y="14657"/>
                </a:lnTo>
                <a:lnTo>
                  <a:pt x="12594" y="13651"/>
                </a:lnTo>
                <a:moveTo>
                  <a:pt x="12594" y="14726"/>
                </a:moveTo>
                <a:lnTo>
                  <a:pt x="13654" y="14726"/>
                </a:lnTo>
                <a:lnTo>
                  <a:pt x="13654" y="15680"/>
                </a:lnTo>
                <a:lnTo>
                  <a:pt x="12594" y="15680"/>
                </a:lnTo>
                <a:lnTo>
                  <a:pt x="12594" y="14726"/>
                </a:lnTo>
                <a:moveTo>
                  <a:pt x="11628" y="55"/>
                </a:moveTo>
                <a:lnTo>
                  <a:pt x="12526" y="55"/>
                </a:lnTo>
                <a:lnTo>
                  <a:pt x="12526" y="1007"/>
                </a:lnTo>
                <a:lnTo>
                  <a:pt x="11628" y="1007"/>
                </a:lnTo>
                <a:lnTo>
                  <a:pt x="11628" y="55"/>
                </a:lnTo>
                <a:moveTo>
                  <a:pt x="11628" y="1076"/>
                </a:moveTo>
                <a:lnTo>
                  <a:pt x="12526" y="1076"/>
                </a:lnTo>
                <a:lnTo>
                  <a:pt x="12526" y="2082"/>
                </a:lnTo>
                <a:lnTo>
                  <a:pt x="11628" y="2082"/>
                </a:lnTo>
                <a:lnTo>
                  <a:pt x="11628" y="1076"/>
                </a:lnTo>
                <a:moveTo>
                  <a:pt x="11628" y="2150"/>
                </a:moveTo>
                <a:lnTo>
                  <a:pt x="12526" y="2150"/>
                </a:lnTo>
                <a:lnTo>
                  <a:pt x="12526" y="3104"/>
                </a:lnTo>
                <a:lnTo>
                  <a:pt x="11628" y="3104"/>
                </a:lnTo>
                <a:lnTo>
                  <a:pt x="11628" y="2150"/>
                </a:lnTo>
                <a:moveTo>
                  <a:pt x="11628" y="3172"/>
                </a:moveTo>
                <a:lnTo>
                  <a:pt x="12526" y="3172"/>
                </a:lnTo>
                <a:lnTo>
                  <a:pt x="12526" y="4178"/>
                </a:lnTo>
                <a:lnTo>
                  <a:pt x="11628" y="4178"/>
                </a:lnTo>
                <a:lnTo>
                  <a:pt x="11628" y="3172"/>
                </a:lnTo>
                <a:moveTo>
                  <a:pt x="11628" y="4247"/>
                </a:moveTo>
                <a:lnTo>
                  <a:pt x="12526" y="4247"/>
                </a:lnTo>
                <a:lnTo>
                  <a:pt x="12526" y="5200"/>
                </a:lnTo>
                <a:lnTo>
                  <a:pt x="11628" y="5200"/>
                </a:lnTo>
                <a:lnTo>
                  <a:pt x="11628" y="4247"/>
                </a:lnTo>
                <a:moveTo>
                  <a:pt x="11628" y="5268"/>
                </a:moveTo>
                <a:lnTo>
                  <a:pt x="12526" y="5268"/>
                </a:lnTo>
                <a:lnTo>
                  <a:pt x="12526" y="6274"/>
                </a:lnTo>
                <a:lnTo>
                  <a:pt x="11628" y="6274"/>
                </a:lnTo>
                <a:lnTo>
                  <a:pt x="11628" y="5268"/>
                </a:lnTo>
                <a:moveTo>
                  <a:pt x="11628" y="6342"/>
                </a:moveTo>
                <a:lnTo>
                  <a:pt x="12526" y="6342"/>
                </a:lnTo>
                <a:lnTo>
                  <a:pt x="12526" y="7296"/>
                </a:lnTo>
                <a:lnTo>
                  <a:pt x="11628" y="7296"/>
                </a:lnTo>
                <a:lnTo>
                  <a:pt x="11628" y="6342"/>
                </a:lnTo>
                <a:moveTo>
                  <a:pt x="11628" y="7364"/>
                </a:moveTo>
                <a:lnTo>
                  <a:pt x="12526" y="7364"/>
                </a:lnTo>
                <a:lnTo>
                  <a:pt x="12526" y="8369"/>
                </a:lnTo>
                <a:lnTo>
                  <a:pt x="11628" y="8369"/>
                </a:lnTo>
                <a:lnTo>
                  <a:pt x="11628" y="7364"/>
                </a:lnTo>
                <a:moveTo>
                  <a:pt x="11628" y="8438"/>
                </a:moveTo>
                <a:lnTo>
                  <a:pt x="12526" y="8438"/>
                </a:lnTo>
                <a:lnTo>
                  <a:pt x="12526" y="9391"/>
                </a:lnTo>
                <a:lnTo>
                  <a:pt x="11628" y="9391"/>
                </a:lnTo>
                <a:lnTo>
                  <a:pt x="11628" y="8438"/>
                </a:lnTo>
                <a:moveTo>
                  <a:pt x="11628" y="9459"/>
                </a:moveTo>
                <a:lnTo>
                  <a:pt x="12526" y="9459"/>
                </a:lnTo>
                <a:lnTo>
                  <a:pt x="12526" y="10465"/>
                </a:lnTo>
                <a:lnTo>
                  <a:pt x="11628" y="10465"/>
                </a:lnTo>
                <a:lnTo>
                  <a:pt x="11628" y="9459"/>
                </a:lnTo>
                <a:moveTo>
                  <a:pt x="11628" y="10533"/>
                </a:moveTo>
                <a:lnTo>
                  <a:pt x="12526" y="10533"/>
                </a:lnTo>
                <a:lnTo>
                  <a:pt x="12526" y="11487"/>
                </a:lnTo>
                <a:lnTo>
                  <a:pt x="11628" y="11487"/>
                </a:lnTo>
                <a:lnTo>
                  <a:pt x="11628" y="10533"/>
                </a:lnTo>
                <a:moveTo>
                  <a:pt x="11628" y="11556"/>
                </a:moveTo>
                <a:lnTo>
                  <a:pt x="12526" y="11556"/>
                </a:lnTo>
                <a:lnTo>
                  <a:pt x="12526" y="12561"/>
                </a:lnTo>
                <a:lnTo>
                  <a:pt x="11628" y="12561"/>
                </a:lnTo>
                <a:lnTo>
                  <a:pt x="11628" y="11556"/>
                </a:lnTo>
                <a:moveTo>
                  <a:pt x="11628" y="12630"/>
                </a:moveTo>
                <a:lnTo>
                  <a:pt x="12526" y="12630"/>
                </a:lnTo>
                <a:lnTo>
                  <a:pt x="12526" y="13583"/>
                </a:lnTo>
                <a:lnTo>
                  <a:pt x="11628" y="13583"/>
                </a:lnTo>
                <a:lnTo>
                  <a:pt x="11628" y="12630"/>
                </a:lnTo>
                <a:moveTo>
                  <a:pt x="11628" y="13651"/>
                </a:moveTo>
                <a:lnTo>
                  <a:pt x="12526" y="13651"/>
                </a:lnTo>
                <a:lnTo>
                  <a:pt x="12526" y="14657"/>
                </a:lnTo>
                <a:lnTo>
                  <a:pt x="11628" y="14657"/>
                </a:lnTo>
                <a:lnTo>
                  <a:pt x="11628" y="13651"/>
                </a:lnTo>
                <a:moveTo>
                  <a:pt x="11628" y="14726"/>
                </a:moveTo>
                <a:lnTo>
                  <a:pt x="12526" y="14726"/>
                </a:lnTo>
                <a:lnTo>
                  <a:pt x="12526" y="15680"/>
                </a:lnTo>
                <a:lnTo>
                  <a:pt x="11628" y="15680"/>
                </a:lnTo>
                <a:lnTo>
                  <a:pt x="11628" y="14726"/>
                </a:lnTo>
                <a:moveTo>
                  <a:pt x="10500" y="55"/>
                </a:moveTo>
                <a:lnTo>
                  <a:pt x="11559" y="55"/>
                </a:lnTo>
                <a:lnTo>
                  <a:pt x="11559" y="1007"/>
                </a:lnTo>
                <a:lnTo>
                  <a:pt x="10500" y="1007"/>
                </a:lnTo>
                <a:lnTo>
                  <a:pt x="10500" y="55"/>
                </a:lnTo>
                <a:moveTo>
                  <a:pt x="10500" y="1076"/>
                </a:moveTo>
                <a:lnTo>
                  <a:pt x="11559" y="1076"/>
                </a:lnTo>
                <a:lnTo>
                  <a:pt x="11559" y="2082"/>
                </a:lnTo>
                <a:lnTo>
                  <a:pt x="10500" y="2082"/>
                </a:lnTo>
                <a:lnTo>
                  <a:pt x="10500" y="1076"/>
                </a:lnTo>
                <a:moveTo>
                  <a:pt x="10500" y="2150"/>
                </a:moveTo>
                <a:lnTo>
                  <a:pt x="11559" y="2150"/>
                </a:lnTo>
                <a:lnTo>
                  <a:pt x="11559" y="3104"/>
                </a:lnTo>
                <a:lnTo>
                  <a:pt x="10500" y="3104"/>
                </a:lnTo>
                <a:lnTo>
                  <a:pt x="10500" y="2150"/>
                </a:lnTo>
                <a:moveTo>
                  <a:pt x="10500" y="3172"/>
                </a:moveTo>
                <a:lnTo>
                  <a:pt x="11559" y="3172"/>
                </a:lnTo>
                <a:lnTo>
                  <a:pt x="11559" y="4178"/>
                </a:lnTo>
                <a:lnTo>
                  <a:pt x="10500" y="4178"/>
                </a:lnTo>
                <a:lnTo>
                  <a:pt x="10500" y="3172"/>
                </a:lnTo>
                <a:moveTo>
                  <a:pt x="10500" y="4247"/>
                </a:moveTo>
                <a:lnTo>
                  <a:pt x="11559" y="4247"/>
                </a:lnTo>
                <a:lnTo>
                  <a:pt x="11559" y="5200"/>
                </a:lnTo>
                <a:lnTo>
                  <a:pt x="10500" y="5200"/>
                </a:lnTo>
                <a:lnTo>
                  <a:pt x="10500" y="4247"/>
                </a:lnTo>
                <a:moveTo>
                  <a:pt x="10500" y="5268"/>
                </a:moveTo>
                <a:lnTo>
                  <a:pt x="11559" y="5268"/>
                </a:lnTo>
                <a:lnTo>
                  <a:pt x="11559" y="6274"/>
                </a:lnTo>
                <a:lnTo>
                  <a:pt x="10500" y="6274"/>
                </a:lnTo>
                <a:lnTo>
                  <a:pt x="10500" y="5268"/>
                </a:lnTo>
                <a:moveTo>
                  <a:pt x="10500" y="6342"/>
                </a:moveTo>
                <a:lnTo>
                  <a:pt x="11559" y="6342"/>
                </a:lnTo>
                <a:lnTo>
                  <a:pt x="11559" y="7296"/>
                </a:lnTo>
                <a:lnTo>
                  <a:pt x="10500" y="7296"/>
                </a:lnTo>
                <a:lnTo>
                  <a:pt x="10500" y="6342"/>
                </a:lnTo>
                <a:moveTo>
                  <a:pt x="10500" y="7364"/>
                </a:moveTo>
                <a:lnTo>
                  <a:pt x="11559" y="7364"/>
                </a:lnTo>
                <a:lnTo>
                  <a:pt x="11559" y="8369"/>
                </a:lnTo>
                <a:lnTo>
                  <a:pt x="10500" y="8369"/>
                </a:lnTo>
                <a:lnTo>
                  <a:pt x="10500" y="7364"/>
                </a:lnTo>
                <a:moveTo>
                  <a:pt x="10500" y="8438"/>
                </a:moveTo>
                <a:lnTo>
                  <a:pt x="11559" y="8438"/>
                </a:lnTo>
                <a:lnTo>
                  <a:pt x="11559" y="9391"/>
                </a:lnTo>
                <a:lnTo>
                  <a:pt x="10500" y="9391"/>
                </a:lnTo>
                <a:lnTo>
                  <a:pt x="10500" y="8438"/>
                </a:lnTo>
                <a:moveTo>
                  <a:pt x="10500" y="9459"/>
                </a:moveTo>
                <a:lnTo>
                  <a:pt x="11559" y="9459"/>
                </a:lnTo>
                <a:lnTo>
                  <a:pt x="11559" y="10465"/>
                </a:lnTo>
                <a:lnTo>
                  <a:pt x="10500" y="10465"/>
                </a:lnTo>
                <a:lnTo>
                  <a:pt x="10500" y="9459"/>
                </a:lnTo>
                <a:moveTo>
                  <a:pt x="10500" y="10533"/>
                </a:moveTo>
                <a:lnTo>
                  <a:pt x="11559" y="10533"/>
                </a:lnTo>
                <a:lnTo>
                  <a:pt x="11559" y="11487"/>
                </a:lnTo>
                <a:lnTo>
                  <a:pt x="10500" y="11487"/>
                </a:lnTo>
                <a:lnTo>
                  <a:pt x="10500" y="10533"/>
                </a:lnTo>
                <a:moveTo>
                  <a:pt x="10500" y="11556"/>
                </a:moveTo>
                <a:lnTo>
                  <a:pt x="11559" y="11556"/>
                </a:lnTo>
                <a:lnTo>
                  <a:pt x="11559" y="12561"/>
                </a:lnTo>
                <a:lnTo>
                  <a:pt x="10500" y="12561"/>
                </a:lnTo>
                <a:lnTo>
                  <a:pt x="10500" y="11556"/>
                </a:lnTo>
                <a:moveTo>
                  <a:pt x="10500" y="12630"/>
                </a:moveTo>
                <a:lnTo>
                  <a:pt x="11559" y="12630"/>
                </a:lnTo>
                <a:lnTo>
                  <a:pt x="11559" y="13583"/>
                </a:lnTo>
                <a:lnTo>
                  <a:pt x="10500" y="13583"/>
                </a:lnTo>
                <a:lnTo>
                  <a:pt x="10500" y="12630"/>
                </a:lnTo>
                <a:moveTo>
                  <a:pt x="10500" y="13651"/>
                </a:moveTo>
                <a:lnTo>
                  <a:pt x="11559" y="13651"/>
                </a:lnTo>
                <a:lnTo>
                  <a:pt x="11559" y="14657"/>
                </a:lnTo>
                <a:lnTo>
                  <a:pt x="10500" y="14657"/>
                </a:lnTo>
                <a:lnTo>
                  <a:pt x="10500" y="13651"/>
                </a:lnTo>
                <a:moveTo>
                  <a:pt x="10500" y="14726"/>
                </a:moveTo>
                <a:lnTo>
                  <a:pt x="11559" y="14726"/>
                </a:lnTo>
                <a:lnTo>
                  <a:pt x="11559" y="15680"/>
                </a:lnTo>
                <a:lnTo>
                  <a:pt x="10500" y="15680"/>
                </a:lnTo>
                <a:lnTo>
                  <a:pt x="10500" y="14726"/>
                </a:lnTo>
                <a:moveTo>
                  <a:pt x="9531" y="55"/>
                </a:moveTo>
                <a:lnTo>
                  <a:pt x="10430" y="55"/>
                </a:lnTo>
                <a:lnTo>
                  <a:pt x="10430" y="1007"/>
                </a:lnTo>
                <a:lnTo>
                  <a:pt x="9531" y="1007"/>
                </a:lnTo>
                <a:lnTo>
                  <a:pt x="9531" y="55"/>
                </a:lnTo>
                <a:moveTo>
                  <a:pt x="9531" y="1076"/>
                </a:moveTo>
                <a:lnTo>
                  <a:pt x="10430" y="1076"/>
                </a:lnTo>
                <a:lnTo>
                  <a:pt x="10430" y="2082"/>
                </a:lnTo>
                <a:lnTo>
                  <a:pt x="9531" y="2082"/>
                </a:lnTo>
                <a:lnTo>
                  <a:pt x="9531" y="1076"/>
                </a:lnTo>
                <a:moveTo>
                  <a:pt x="9531" y="2150"/>
                </a:moveTo>
                <a:lnTo>
                  <a:pt x="10430" y="2150"/>
                </a:lnTo>
                <a:lnTo>
                  <a:pt x="10430" y="3104"/>
                </a:lnTo>
                <a:lnTo>
                  <a:pt x="9531" y="3104"/>
                </a:lnTo>
                <a:lnTo>
                  <a:pt x="9531" y="2150"/>
                </a:lnTo>
                <a:moveTo>
                  <a:pt x="9531" y="3172"/>
                </a:moveTo>
                <a:lnTo>
                  <a:pt x="10430" y="3172"/>
                </a:lnTo>
                <a:lnTo>
                  <a:pt x="10430" y="4178"/>
                </a:lnTo>
                <a:lnTo>
                  <a:pt x="9531" y="4178"/>
                </a:lnTo>
                <a:lnTo>
                  <a:pt x="9531" y="3172"/>
                </a:lnTo>
                <a:moveTo>
                  <a:pt x="9531" y="4247"/>
                </a:moveTo>
                <a:lnTo>
                  <a:pt x="10430" y="4247"/>
                </a:lnTo>
                <a:lnTo>
                  <a:pt x="10430" y="5200"/>
                </a:lnTo>
                <a:lnTo>
                  <a:pt x="9531" y="5200"/>
                </a:lnTo>
                <a:lnTo>
                  <a:pt x="9531" y="4247"/>
                </a:lnTo>
                <a:moveTo>
                  <a:pt x="9531" y="5268"/>
                </a:moveTo>
                <a:lnTo>
                  <a:pt x="10430" y="5268"/>
                </a:lnTo>
                <a:lnTo>
                  <a:pt x="10430" y="6274"/>
                </a:lnTo>
                <a:lnTo>
                  <a:pt x="9531" y="6274"/>
                </a:lnTo>
                <a:lnTo>
                  <a:pt x="9531" y="5268"/>
                </a:lnTo>
                <a:moveTo>
                  <a:pt x="9531" y="6342"/>
                </a:moveTo>
                <a:lnTo>
                  <a:pt x="10430" y="6342"/>
                </a:lnTo>
                <a:lnTo>
                  <a:pt x="10430" y="7296"/>
                </a:lnTo>
                <a:lnTo>
                  <a:pt x="9531" y="7296"/>
                </a:lnTo>
                <a:lnTo>
                  <a:pt x="9531" y="6342"/>
                </a:lnTo>
                <a:moveTo>
                  <a:pt x="9531" y="7364"/>
                </a:moveTo>
                <a:lnTo>
                  <a:pt x="10430" y="7364"/>
                </a:lnTo>
                <a:lnTo>
                  <a:pt x="10430" y="8369"/>
                </a:lnTo>
                <a:lnTo>
                  <a:pt x="9531" y="8369"/>
                </a:lnTo>
                <a:lnTo>
                  <a:pt x="9531" y="7364"/>
                </a:lnTo>
                <a:moveTo>
                  <a:pt x="9531" y="8438"/>
                </a:moveTo>
                <a:lnTo>
                  <a:pt x="10430" y="8438"/>
                </a:lnTo>
                <a:lnTo>
                  <a:pt x="10430" y="9391"/>
                </a:lnTo>
                <a:lnTo>
                  <a:pt x="9531" y="9391"/>
                </a:lnTo>
                <a:lnTo>
                  <a:pt x="9531" y="8438"/>
                </a:lnTo>
                <a:moveTo>
                  <a:pt x="9531" y="9459"/>
                </a:moveTo>
                <a:lnTo>
                  <a:pt x="10430" y="9459"/>
                </a:lnTo>
                <a:lnTo>
                  <a:pt x="10430" y="10465"/>
                </a:lnTo>
                <a:lnTo>
                  <a:pt x="9531" y="10465"/>
                </a:lnTo>
                <a:lnTo>
                  <a:pt x="9531" y="9459"/>
                </a:lnTo>
                <a:moveTo>
                  <a:pt x="9531" y="10533"/>
                </a:moveTo>
                <a:lnTo>
                  <a:pt x="10430" y="10533"/>
                </a:lnTo>
                <a:lnTo>
                  <a:pt x="10430" y="11487"/>
                </a:lnTo>
                <a:lnTo>
                  <a:pt x="9531" y="11487"/>
                </a:lnTo>
                <a:lnTo>
                  <a:pt x="9531" y="10533"/>
                </a:lnTo>
                <a:moveTo>
                  <a:pt x="9531" y="11556"/>
                </a:moveTo>
                <a:lnTo>
                  <a:pt x="10430" y="11556"/>
                </a:lnTo>
                <a:lnTo>
                  <a:pt x="10430" y="12561"/>
                </a:lnTo>
                <a:lnTo>
                  <a:pt x="9531" y="12561"/>
                </a:lnTo>
                <a:lnTo>
                  <a:pt x="9531" y="11556"/>
                </a:lnTo>
                <a:moveTo>
                  <a:pt x="9531" y="12630"/>
                </a:moveTo>
                <a:lnTo>
                  <a:pt x="10430" y="12630"/>
                </a:lnTo>
                <a:lnTo>
                  <a:pt x="10430" y="13583"/>
                </a:lnTo>
                <a:lnTo>
                  <a:pt x="9531" y="13583"/>
                </a:lnTo>
                <a:lnTo>
                  <a:pt x="9531" y="12630"/>
                </a:lnTo>
                <a:moveTo>
                  <a:pt x="9531" y="13651"/>
                </a:moveTo>
                <a:lnTo>
                  <a:pt x="10430" y="13651"/>
                </a:lnTo>
                <a:lnTo>
                  <a:pt x="10430" y="14657"/>
                </a:lnTo>
                <a:lnTo>
                  <a:pt x="9531" y="14657"/>
                </a:lnTo>
                <a:lnTo>
                  <a:pt x="9531" y="13651"/>
                </a:lnTo>
                <a:moveTo>
                  <a:pt x="9531" y="14726"/>
                </a:moveTo>
                <a:lnTo>
                  <a:pt x="10430" y="14726"/>
                </a:lnTo>
                <a:lnTo>
                  <a:pt x="10430" y="15680"/>
                </a:lnTo>
                <a:lnTo>
                  <a:pt x="9531" y="15680"/>
                </a:lnTo>
                <a:lnTo>
                  <a:pt x="9531" y="14726"/>
                </a:lnTo>
                <a:moveTo>
                  <a:pt x="8403" y="55"/>
                </a:moveTo>
                <a:lnTo>
                  <a:pt x="9463" y="55"/>
                </a:lnTo>
                <a:lnTo>
                  <a:pt x="9463" y="1007"/>
                </a:lnTo>
                <a:lnTo>
                  <a:pt x="8403" y="1007"/>
                </a:lnTo>
                <a:lnTo>
                  <a:pt x="8403" y="55"/>
                </a:lnTo>
                <a:moveTo>
                  <a:pt x="8403" y="1076"/>
                </a:moveTo>
                <a:lnTo>
                  <a:pt x="9463" y="1076"/>
                </a:lnTo>
                <a:lnTo>
                  <a:pt x="9463" y="2082"/>
                </a:lnTo>
                <a:lnTo>
                  <a:pt x="8403" y="2082"/>
                </a:lnTo>
                <a:lnTo>
                  <a:pt x="8403" y="1076"/>
                </a:lnTo>
                <a:moveTo>
                  <a:pt x="8403" y="2150"/>
                </a:moveTo>
                <a:lnTo>
                  <a:pt x="9463" y="2150"/>
                </a:lnTo>
                <a:lnTo>
                  <a:pt x="9463" y="3104"/>
                </a:lnTo>
                <a:lnTo>
                  <a:pt x="8403" y="3104"/>
                </a:lnTo>
                <a:lnTo>
                  <a:pt x="8403" y="2150"/>
                </a:lnTo>
                <a:moveTo>
                  <a:pt x="8403" y="3172"/>
                </a:moveTo>
                <a:lnTo>
                  <a:pt x="9463" y="3172"/>
                </a:lnTo>
                <a:lnTo>
                  <a:pt x="9463" y="4178"/>
                </a:lnTo>
                <a:lnTo>
                  <a:pt x="8403" y="4178"/>
                </a:lnTo>
                <a:lnTo>
                  <a:pt x="8403" y="3172"/>
                </a:lnTo>
                <a:moveTo>
                  <a:pt x="8403" y="4247"/>
                </a:moveTo>
                <a:lnTo>
                  <a:pt x="9463" y="4247"/>
                </a:lnTo>
                <a:lnTo>
                  <a:pt x="9463" y="5200"/>
                </a:lnTo>
                <a:lnTo>
                  <a:pt x="8403" y="5200"/>
                </a:lnTo>
                <a:lnTo>
                  <a:pt x="8403" y="4247"/>
                </a:lnTo>
                <a:moveTo>
                  <a:pt x="8403" y="5268"/>
                </a:moveTo>
                <a:lnTo>
                  <a:pt x="9463" y="5268"/>
                </a:lnTo>
                <a:lnTo>
                  <a:pt x="9463" y="6274"/>
                </a:lnTo>
                <a:lnTo>
                  <a:pt x="8403" y="6274"/>
                </a:lnTo>
                <a:lnTo>
                  <a:pt x="8403" y="5268"/>
                </a:lnTo>
                <a:moveTo>
                  <a:pt x="8403" y="6342"/>
                </a:moveTo>
                <a:lnTo>
                  <a:pt x="9463" y="6342"/>
                </a:lnTo>
                <a:lnTo>
                  <a:pt x="9463" y="7296"/>
                </a:lnTo>
                <a:lnTo>
                  <a:pt x="8403" y="7296"/>
                </a:lnTo>
                <a:lnTo>
                  <a:pt x="8403" y="6342"/>
                </a:lnTo>
                <a:moveTo>
                  <a:pt x="8403" y="7364"/>
                </a:moveTo>
                <a:lnTo>
                  <a:pt x="9463" y="7364"/>
                </a:lnTo>
                <a:lnTo>
                  <a:pt x="9463" y="8369"/>
                </a:lnTo>
                <a:lnTo>
                  <a:pt x="8403" y="8369"/>
                </a:lnTo>
                <a:lnTo>
                  <a:pt x="8403" y="7364"/>
                </a:lnTo>
                <a:moveTo>
                  <a:pt x="8403" y="8438"/>
                </a:moveTo>
                <a:lnTo>
                  <a:pt x="9463" y="8438"/>
                </a:lnTo>
                <a:lnTo>
                  <a:pt x="9463" y="9391"/>
                </a:lnTo>
                <a:lnTo>
                  <a:pt x="8403" y="9391"/>
                </a:lnTo>
                <a:lnTo>
                  <a:pt x="8403" y="8438"/>
                </a:lnTo>
                <a:moveTo>
                  <a:pt x="8403" y="9459"/>
                </a:moveTo>
                <a:lnTo>
                  <a:pt x="9463" y="9459"/>
                </a:lnTo>
                <a:lnTo>
                  <a:pt x="9463" y="10465"/>
                </a:lnTo>
                <a:lnTo>
                  <a:pt x="8403" y="10465"/>
                </a:lnTo>
                <a:lnTo>
                  <a:pt x="8403" y="9459"/>
                </a:lnTo>
                <a:moveTo>
                  <a:pt x="8403" y="10533"/>
                </a:moveTo>
                <a:lnTo>
                  <a:pt x="9463" y="10533"/>
                </a:lnTo>
                <a:lnTo>
                  <a:pt x="9463" y="11487"/>
                </a:lnTo>
                <a:lnTo>
                  <a:pt x="8403" y="11487"/>
                </a:lnTo>
                <a:lnTo>
                  <a:pt x="8403" y="10533"/>
                </a:lnTo>
                <a:moveTo>
                  <a:pt x="8403" y="11556"/>
                </a:moveTo>
                <a:lnTo>
                  <a:pt x="9463" y="11556"/>
                </a:lnTo>
                <a:lnTo>
                  <a:pt x="9463" y="12561"/>
                </a:lnTo>
                <a:lnTo>
                  <a:pt x="8403" y="12561"/>
                </a:lnTo>
                <a:lnTo>
                  <a:pt x="8403" y="11556"/>
                </a:lnTo>
                <a:moveTo>
                  <a:pt x="8403" y="12630"/>
                </a:moveTo>
                <a:lnTo>
                  <a:pt x="9463" y="12630"/>
                </a:lnTo>
                <a:lnTo>
                  <a:pt x="9463" y="13583"/>
                </a:lnTo>
                <a:lnTo>
                  <a:pt x="8403" y="13583"/>
                </a:lnTo>
                <a:lnTo>
                  <a:pt x="8403" y="12630"/>
                </a:lnTo>
                <a:moveTo>
                  <a:pt x="8403" y="13651"/>
                </a:moveTo>
                <a:lnTo>
                  <a:pt x="9463" y="13651"/>
                </a:lnTo>
                <a:lnTo>
                  <a:pt x="9463" y="14657"/>
                </a:lnTo>
                <a:lnTo>
                  <a:pt x="8403" y="14657"/>
                </a:lnTo>
                <a:lnTo>
                  <a:pt x="8403" y="13651"/>
                </a:lnTo>
                <a:moveTo>
                  <a:pt x="8403" y="14726"/>
                </a:moveTo>
                <a:lnTo>
                  <a:pt x="9463" y="14726"/>
                </a:lnTo>
                <a:lnTo>
                  <a:pt x="9463" y="15680"/>
                </a:lnTo>
                <a:lnTo>
                  <a:pt x="8403" y="15680"/>
                </a:lnTo>
                <a:lnTo>
                  <a:pt x="8403" y="14726"/>
                </a:lnTo>
                <a:moveTo>
                  <a:pt x="7436" y="55"/>
                </a:moveTo>
                <a:lnTo>
                  <a:pt x="8335" y="55"/>
                </a:lnTo>
                <a:lnTo>
                  <a:pt x="8335" y="1007"/>
                </a:lnTo>
                <a:lnTo>
                  <a:pt x="7436" y="1007"/>
                </a:lnTo>
                <a:lnTo>
                  <a:pt x="7436" y="55"/>
                </a:lnTo>
                <a:moveTo>
                  <a:pt x="7436" y="1076"/>
                </a:moveTo>
                <a:lnTo>
                  <a:pt x="8335" y="1076"/>
                </a:lnTo>
                <a:lnTo>
                  <a:pt x="8335" y="2082"/>
                </a:lnTo>
                <a:lnTo>
                  <a:pt x="7436" y="2082"/>
                </a:lnTo>
                <a:lnTo>
                  <a:pt x="7436" y="1076"/>
                </a:lnTo>
                <a:moveTo>
                  <a:pt x="7436" y="2150"/>
                </a:moveTo>
                <a:lnTo>
                  <a:pt x="8335" y="2150"/>
                </a:lnTo>
                <a:lnTo>
                  <a:pt x="8335" y="3104"/>
                </a:lnTo>
                <a:lnTo>
                  <a:pt x="7436" y="3104"/>
                </a:lnTo>
                <a:lnTo>
                  <a:pt x="7436" y="2150"/>
                </a:lnTo>
                <a:moveTo>
                  <a:pt x="7436" y="3172"/>
                </a:moveTo>
                <a:lnTo>
                  <a:pt x="8335" y="3172"/>
                </a:lnTo>
                <a:lnTo>
                  <a:pt x="8335" y="4178"/>
                </a:lnTo>
                <a:lnTo>
                  <a:pt x="7436" y="4178"/>
                </a:lnTo>
                <a:lnTo>
                  <a:pt x="7436" y="3172"/>
                </a:lnTo>
                <a:moveTo>
                  <a:pt x="7436" y="4247"/>
                </a:moveTo>
                <a:lnTo>
                  <a:pt x="8335" y="4247"/>
                </a:lnTo>
                <a:lnTo>
                  <a:pt x="8335" y="5200"/>
                </a:lnTo>
                <a:lnTo>
                  <a:pt x="7436" y="5200"/>
                </a:lnTo>
                <a:lnTo>
                  <a:pt x="7436" y="4247"/>
                </a:lnTo>
                <a:moveTo>
                  <a:pt x="7436" y="5268"/>
                </a:moveTo>
                <a:lnTo>
                  <a:pt x="8335" y="5268"/>
                </a:lnTo>
                <a:lnTo>
                  <a:pt x="8335" y="6274"/>
                </a:lnTo>
                <a:lnTo>
                  <a:pt x="7436" y="6274"/>
                </a:lnTo>
                <a:lnTo>
                  <a:pt x="7436" y="5268"/>
                </a:lnTo>
                <a:moveTo>
                  <a:pt x="7436" y="6342"/>
                </a:moveTo>
                <a:lnTo>
                  <a:pt x="8335" y="6342"/>
                </a:lnTo>
                <a:lnTo>
                  <a:pt x="8335" y="7296"/>
                </a:lnTo>
                <a:lnTo>
                  <a:pt x="7436" y="7296"/>
                </a:lnTo>
                <a:lnTo>
                  <a:pt x="7436" y="6342"/>
                </a:lnTo>
                <a:moveTo>
                  <a:pt x="7436" y="7364"/>
                </a:moveTo>
                <a:lnTo>
                  <a:pt x="8335" y="7364"/>
                </a:lnTo>
                <a:lnTo>
                  <a:pt x="8335" y="8369"/>
                </a:lnTo>
                <a:lnTo>
                  <a:pt x="7436" y="8369"/>
                </a:lnTo>
                <a:lnTo>
                  <a:pt x="7436" y="7364"/>
                </a:lnTo>
                <a:moveTo>
                  <a:pt x="7436" y="8438"/>
                </a:moveTo>
                <a:lnTo>
                  <a:pt x="8335" y="8438"/>
                </a:lnTo>
                <a:lnTo>
                  <a:pt x="8335" y="9391"/>
                </a:lnTo>
                <a:lnTo>
                  <a:pt x="7436" y="9391"/>
                </a:lnTo>
                <a:lnTo>
                  <a:pt x="7436" y="8438"/>
                </a:lnTo>
                <a:moveTo>
                  <a:pt x="7436" y="9459"/>
                </a:moveTo>
                <a:lnTo>
                  <a:pt x="8335" y="9459"/>
                </a:lnTo>
                <a:lnTo>
                  <a:pt x="8335" y="10465"/>
                </a:lnTo>
                <a:lnTo>
                  <a:pt x="7436" y="10465"/>
                </a:lnTo>
                <a:lnTo>
                  <a:pt x="7436" y="9459"/>
                </a:lnTo>
                <a:moveTo>
                  <a:pt x="7436" y="10533"/>
                </a:moveTo>
                <a:lnTo>
                  <a:pt x="8335" y="10533"/>
                </a:lnTo>
                <a:lnTo>
                  <a:pt x="8335" y="11487"/>
                </a:lnTo>
                <a:lnTo>
                  <a:pt x="7436" y="11487"/>
                </a:lnTo>
                <a:lnTo>
                  <a:pt x="7436" y="10533"/>
                </a:lnTo>
                <a:moveTo>
                  <a:pt x="7436" y="11556"/>
                </a:moveTo>
                <a:lnTo>
                  <a:pt x="8335" y="11556"/>
                </a:lnTo>
                <a:lnTo>
                  <a:pt x="8335" y="12561"/>
                </a:lnTo>
                <a:lnTo>
                  <a:pt x="7436" y="12561"/>
                </a:lnTo>
                <a:lnTo>
                  <a:pt x="7436" y="11556"/>
                </a:lnTo>
                <a:moveTo>
                  <a:pt x="7436" y="12630"/>
                </a:moveTo>
                <a:lnTo>
                  <a:pt x="8335" y="12630"/>
                </a:lnTo>
                <a:lnTo>
                  <a:pt x="8335" y="13583"/>
                </a:lnTo>
                <a:lnTo>
                  <a:pt x="7436" y="13583"/>
                </a:lnTo>
                <a:lnTo>
                  <a:pt x="7436" y="12630"/>
                </a:lnTo>
                <a:moveTo>
                  <a:pt x="7436" y="13651"/>
                </a:moveTo>
                <a:lnTo>
                  <a:pt x="8335" y="13651"/>
                </a:lnTo>
                <a:lnTo>
                  <a:pt x="8335" y="14657"/>
                </a:lnTo>
                <a:lnTo>
                  <a:pt x="7436" y="14657"/>
                </a:lnTo>
                <a:lnTo>
                  <a:pt x="7436" y="13651"/>
                </a:lnTo>
                <a:moveTo>
                  <a:pt x="7436" y="14726"/>
                </a:moveTo>
                <a:lnTo>
                  <a:pt x="8335" y="14726"/>
                </a:lnTo>
                <a:lnTo>
                  <a:pt x="8335" y="15680"/>
                </a:lnTo>
                <a:lnTo>
                  <a:pt x="7436" y="15680"/>
                </a:lnTo>
                <a:lnTo>
                  <a:pt x="7436" y="14726"/>
                </a:lnTo>
                <a:moveTo>
                  <a:pt x="6308" y="55"/>
                </a:moveTo>
                <a:lnTo>
                  <a:pt x="7366" y="55"/>
                </a:lnTo>
                <a:lnTo>
                  <a:pt x="7366" y="1007"/>
                </a:lnTo>
                <a:lnTo>
                  <a:pt x="6308" y="1007"/>
                </a:lnTo>
                <a:lnTo>
                  <a:pt x="6308" y="55"/>
                </a:lnTo>
                <a:moveTo>
                  <a:pt x="6308" y="1076"/>
                </a:moveTo>
                <a:lnTo>
                  <a:pt x="7366" y="1076"/>
                </a:lnTo>
                <a:lnTo>
                  <a:pt x="7366" y="2082"/>
                </a:lnTo>
                <a:lnTo>
                  <a:pt x="6308" y="2082"/>
                </a:lnTo>
                <a:lnTo>
                  <a:pt x="6308" y="1076"/>
                </a:lnTo>
                <a:moveTo>
                  <a:pt x="6308" y="2150"/>
                </a:moveTo>
                <a:lnTo>
                  <a:pt x="7366" y="2150"/>
                </a:lnTo>
                <a:lnTo>
                  <a:pt x="7366" y="3104"/>
                </a:lnTo>
                <a:lnTo>
                  <a:pt x="6308" y="3104"/>
                </a:lnTo>
                <a:lnTo>
                  <a:pt x="6308" y="2150"/>
                </a:lnTo>
                <a:moveTo>
                  <a:pt x="6308" y="3172"/>
                </a:moveTo>
                <a:lnTo>
                  <a:pt x="7366" y="3172"/>
                </a:lnTo>
                <a:lnTo>
                  <a:pt x="7366" y="4178"/>
                </a:lnTo>
                <a:lnTo>
                  <a:pt x="6308" y="4178"/>
                </a:lnTo>
                <a:lnTo>
                  <a:pt x="6308" y="3172"/>
                </a:lnTo>
                <a:moveTo>
                  <a:pt x="6308" y="4247"/>
                </a:moveTo>
                <a:lnTo>
                  <a:pt x="7366" y="4247"/>
                </a:lnTo>
                <a:lnTo>
                  <a:pt x="7366" y="5200"/>
                </a:lnTo>
                <a:lnTo>
                  <a:pt x="6308" y="5200"/>
                </a:lnTo>
                <a:lnTo>
                  <a:pt x="6308" y="4247"/>
                </a:lnTo>
                <a:moveTo>
                  <a:pt x="6308" y="5268"/>
                </a:moveTo>
                <a:lnTo>
                  <a:pt x="7366" y="5268"/>
                </a:lnTo>
                <a:lnTo>
                  <a:pt x="7366" y="6274"/>
                </a:lnTo>
                <a:lnTo>
                  <a:pt x="6308" y="6274"/>
                </a:lnTo>
                <a:lnTo>
                  <a:pt x="6308" y="5268"/>
                </a:lnTo>
                <a:moveTo>
                  <a:pt x="6308" y="6342"/>
                </a:moveTo>
                <a:lnTo>
                  <a:pt x="7366" y="6342"/>
                </a:lnTo>
                <a:lnTo>
                  <a:pt x="7366" y="7296"/>
                </a:lnTo>
                <a:lnTo>
                  <a:pt x="6308" y="7296"/>
                </a:lnTo>
                <a:lnTo>
                  <a:pt x="6308" y="6342"/>
                </a:lnTo>
                <a:moveTo>
                  <a:pt x="6308" y="7364"/>
                </a:moveTo>
                <a:lnTo>
                  <a:pt x="7366" y="7364"/>
                </a:lnTo>
                <a:lnTo>
                  <a:pt x="7366" y="8369"/>
                </a:lnTo>
                <a:lnTo>
                  <a:pt x="6308" y="8369"/>
                </a:lnTo>
                <a:lnTo>
                  <a:pt x="6308" y="7364"/>
                </a:lnTo>
                <a:moveTo>
                  <a:pt x="6308" y="8438"/>
                </a:moveTo>
                <a:lnTo>
                  <a:pt x="7366" y="8438"/>
                </a:lnTo>
                <a:lnTo>
                  <a:pt x="7366" y="9391"/>
                </a:lnTo>
                <a:lnTo>
                  <a:pt x="6308" y="9391"/>
                </a:lnTo>
                <a:lnTo>
                  <a:pt x="6308" y="8438"/>
                </a:lnTo>
                <a:moveTo>
                  <a:pt x="6308" y="9459"/>
                </a:moveTo>
                <a:lnTo>
                  <a:pt x="7366" y="9459"/>
                </a:lnTo>
                <a:lnTo>
                  <a:pt x="7366" y="10465"/>
                </a:lnTo>
                <a:lnTo>
                  <a:pt x="6308" y="10465"/>
                </a:lnTo>
                <a:lnTo>
                  <a:pt x="6308" y="9459"/>
                </a:lnTo>
                <a:moveTo>
                  <a:pt x="6308" y="10533"/>
                </a:moveTo>
                <a:lnTo>
                  <a:pt x="7366" y="10533"/>
                </a:lnTo>
                <a:lnTo>
                  <a:pt x="7366" y="11487"/>
                </a:lnTo>
                <a:lnTo>
                  <a:pt x="6308" y="11487"/>
                </a:lnTo>
                <a:lnTo>
                  <a:pt x="6308" y="10533"/>
                </a:lnTo>
                <a:moveTo>
                  <a:pt x="6308" y="11556"/>
                </a:moveTo>
                <a:lnTo>
                  <a:pt x="7366" y="11556"/>
                </a:lnTo>
                <a:lnTo>
                  <a:pt x="7366" y="12561"/>
                </a:lnTo>
                <a:lnTo>
                  <a:pt x="6308" y="12561"/>
                </a:lnTo>
                <a:lnTo>
                  <a:pt x="6308" y="11556"/>
                </a:lnTo>
                <a:moveTo>
                  <a:pt x="6308" y="12630"/>
                </a:moveTo>
                <a:lnTo>
                  <a:pt x="7366" y="12630"/>
                </a:lnTo>
                <a:lnTo>
                  <a:pt x="7366" y="13583"/>
                </a:lnTo>
                <a:lnTo>
                  <a:pt x="6308" y="13583"/>
                </a:lnTo>
                <a:lnTo>
                  <a:pt x="6308" y="12630"/>
                </a:lnTo>
                <a:moveTo>
                  <a:pt x="6308" y="13651"/>
                </a:moveTo>
                <a:lnTo>
                  <a:pt x="7366" y="13651"/>
                </a:lnTo>
                <a:lnTo>
                  <a:pt x="7366" y="14657"/>
                </a:lnTo>
                <a:lnTo>
                  <a:pt x="6308" y="14657"/>
                </a:lnTo>
                <a:lnTo>
                  <a:pt x="6308" y="13651"/>
                </a:lnTo>
                <a:moveTo>
                  <a:pt x="6308" y="14726"/>
                </a:moveTo>
                <a:lnTo>
                  <a:pt x="7366" y="14726"/>
                </a:lnTo>
                <a:lnTo>
                  <a:pt x="7366" y="15680"/>
                </a:lnTo>
                <a:lnTo>
                  <a:pt x="6308" y="15680"/>
                </a:lnTo>
                <a:lnTo>
                  <a:pt x="6308" y="14726"/>
                </a:lnTo>
                <a:moveTo>
                  <a:pt x="5339" y="55"/>
                </a:moveTo>
                <a:lnTo>
                  <a:pt x="6238" y="55"/>
                </a:lnTo>
                <a:lnTo>
                  <a:pt x="6238" y="1007"/>
                </a:lnTo>
                <a:lnTo>
                  <a:pt x="5339" y="1007"/>
                </a:lnTo>
                <a:lnTo>
                  <a:pt x="5339" y="55"/>
                </a:lnTo>
                <a:moveTo>
                  <a:pt x="5339" y="1076"/>
                </a:moveTo>
                <a:lnTo>
                  <a:pt x="6238" y="1076"/>
                </a:lnTo>
                <a:lnTo>
                  <a:pt x="6238" y="2082"/>
                </a:lnTo>
                <a:lnTo>
                  <a:pt x="5339" y="2082"/>
                </a:lnTo>
                <a:lnTo>
                  <a:pt x="5339" y="1076"/>
                </a:lnTo>
                <a:moveTo>
                  <a:pt x="5339" y="2150"/>
                </a:moveTo>
                <a:lnTo>
                  <a:pt x="6238" y="2150"/>
                </a:lnTo>
                <a:lnTo>
                  <a:pt x="6238" y="3104"/>
                </a:lnTo>
                <a:lnTo>
                  <a:pt x="5339" y="3104"/>
                </a:lnTo>
                <a:lnTo>
                  <a:pt x="5339" y="2150"/>
                </a:lnTo>
                <a:moveTo>
                  <a:pt x="5339" y="3172"/>
                </a:moveTo>
                <a:lnTo>
                  <a:pt x="6238" y="3172"/>
                </a:lnTo>
                <a:lnTo>
                  <a:pt x="6238" y="4178"/>
                </a:lnTo>
                <a:lnTo>
                  <a:pt x="5339" y="4178"/>
                </a:lnTo>
                <a:lnTo>
                  <a:pt x="5339" y="3172"/>
                </a:lnTo>
                <a:moveTo>
                  <a:pt x="5339" y="4247"/>
                </a:moveTo>
                <a:lnTo>
                  <a:pt x="6238" y="4247"/>
                </a:lnTo>
                <a:lnTo>
                  <a:pt x="6238" y="5200"/>
                </a:lnTo>
                <a:lnTo>
                  <a:pt x="5339" y="5200"/>
                </a:lnTo>
                <a:lnTo>
                  <a:pt x="5339" y="4247"/>
                </a:lnTo>
                <a:moveTo>
                  <a:pt x="5339" y="5268"/>
                </a:moveTo>
                <a:lnTo>
                  <a:pt x="6238" y="5268"/>
                </a:lnTo>
                <a:lnTo>
                  <a:pt x="6238" y="6274"/>
                </a:lnTo>
                <a:lnTo>
                  <a:pt x="5339" y="6274"/>
                </a:lnTo>
                <a:lnTo>
                  <a:pt x="5339" y="5268"/>
                </a:lnTo>
                <a:moveTo>
                  <a:pt x="5339" y="6342"/>
                </a:moveTo>
                <a:lnTo>
                  <a:pt x="6238" y="6342"/>
                </a:lnTo>
                <a:lnTo>
                  <a:pt x="6238" y="7296"/>
                </a:lnTo>
                <a:lnTo>
                  <a:pt x="5339" y="7296"/>
                </a:lnTo>
                <a:lnTo>
                  <a:pt x="5339" y="6342"/>
                </a:lnTo>
                <a:moveTo>
                  <a:pt x="5339" y="7364"/>
                </a:moveTo>
                <a:lnTo>
                  <a:pt x="6238" y="7364"/>
                </a:lnTo>
                <a:lnTo>
                  <a:pt x="6238" y="8369"/>
                </a:lnTo>
                <a:lnTo>
                  <a:pt x="5339" y="8369"/>
                </a:lnTo>
                <a:lnTo>
                  <a:pt x="5339" y="7364"/>
                </a:lnTo>
                <a:moveTo>
                  <a:pt x="5339" y="8438"/>
                </a:moveTo>
                <a:lnTo>
                  <a:pt x="6238" y="8438"/>
                </a:lnTo>
                <a:lnTo>
                  <a:pt x="6238" y="9391"/>
                </a:lnTo>
                <a:lnTo>
                  <a:pt x="5339" y="9391"/>
                </a:lnTo>
                <a:lnTo>
                  <a:pt x="5339" y="8438"/>
                </a:lnTo>
                <a:moveTo>
                  <a:pt x="5339" y="9459"/>
                </a:moveTo>
                <a:lnTo>
                  <a:pt x="6238" y="9459"/>
                </a:lnTo>
                <a:lnTo>
                  <a:pt x="6238" y="10465"/>
                </a:lnTo>
                <a:lnTo>
                  <a:pt x="5339" y="10465"/>
                </a:lnTo>
                <a:lnTo>
                  <a:pt x="5339" y="9459"/>
                </a:lnTo>
                <a:moveTo>
                  <a:pt x="5339" y="10533"/>
                </a:moveTo>
                <a:lnTo>
                  <a:pt x="6238" y="10533"/>
                </a:lnTo>
                <a:lnTo>
                  <a:pt x="6238" y="11487"/>
                </a:lnTo>
                <a:lnTo>
                  <a:pt x="5339" y="11487"/>
                </a:lnTo>
                <a:lnTo>
                  <a:pt x="5339" y="10533"/>
                </a:lnTo>
                <a:moveTo>
                  <a:pt x="5339" y="11556"/>
                </a:moveTo>
                <a:lnTo>
                  <a:pt x="6238" y="11556"/>
                </a:lnTo>
                <a:lnTo>
                  <a:pt x="6238" y="12561"/>
                </a:lnTo>
                <a:lnTo>
                  <a:pt x="5339" y="12561"/>
                </a:lnTo>
                <a:lnTo>
                  <a:pt x="5339" y="11556"/>
                </a:lnTo>
                <a:moveTo>
                  <a:pt x="5339" y="12630"/>
                </a:moveTo>
                <a:lnTo>
                  <a:pt x="6238" y="12630"/>
                </a:lnTo>
                <a:lnTo>
                  <a:pt x="6238" y="13583"/>
                </a:lnTo>
                <a:lnTo>
                  <a:pt x="5339" y="13583"/>
                </a:lnTo>
                <a:lnTo>
                  <a:pt x="5339" y="12630"/>
                </a:lnTo>
                <a:moveTo>
                  <a:pt x="5339" y="13651"/>
                </a:moveTo>
                <a:lnTo>
                  <a:pt x="6238" y="13651"/>
                </a:lnTo>
                <a:lnTo>
                  <a:pt x="6238" y="14657"/>
                </a:lnTo>
                <a:lnTo>
                  <a:pt x="5339" y="14657"/>
                </a:lnTo>
                <a:lnTo>
                  <a:pt x="5339" y="13651"/>
                </a:lnTo>
                <a:moveTo>
                  <a:pt x="5339" y="14726"/>
                </a:moveTo>
                <a:lnTo>
                  <a:pt x="6238" y="14726"/>
                </a:lnTo>
                <a:lnTo>
                  <a:pt x="6238" y="15680"/>
                </a:lnTo>
                <a:lnTo>
                  <a:pt x="5339" y="15680"/>
                </a:lnTo>
                <a:lnTo>
                  <a:pt x="5339" y="14726"/>
                </a:lnTo>
                <a:moveTo>
                  <a:pt x="4211" y="55"/>
                </a:moveTo>
                <a:lnTo>
                  <a:pt x="5271" y="55"/>
                </a:lnTo>
                <a:lnTo>
                  <a:pt x="5271" y="1007"/>
                </a:lnTo>
                <a:lnTo>
                  <a:pt x="4211" y="1007"/>
                </a:lnTo>
                <a:lnTo>
                  <a:pt x="4211" y="55"/>
                </a:lnTo>
                <a:moveTo>
                  <a:pt x="4211" y="1076"/>
                </a:moveTo>
                <a:lnTo>
                  <a:pt x="5271" y="1076"/>
                </a:lnTo>
                <a:lnTo>
                  <a:pt x="5271" y="2082"/>
                </a:lnTo>
                <a:lnTo>
                  <a:pt x="4211" y="2082"/>
                </a:lnTo>
                <a:lnTo>
                  <a:pt x="4211" y="1076"/>
                </a:lnTo>
                <a:moveTo>
                  <a:pt x="4211" y="2150"/>
                </a:moveTo>
                <a:lnTo>
                  <a:pt x="5271" y="2150"/>
                </a:lnTo>
                <a:lnTo>
                  <a:pt x="5271" y="3104"/>
                </a:lnTo>
                <a:lnTo>
                  <a:pt x="4211" y="3104"/>
                </a:lnTo>
                <a:lnTo>
                  <a:pt x="4211" y="2150"/>
                </a:lnTo>
                <a:moveTo>
                  <a:pt x="4211" y="3172"/>
                </a:moveTo>
                <a:lnTo>
                  <a:pt x="5271" y="3172"/>
                </a:lnTo>
                <a:lnTo>
                  <a:pt x="5271" y="4178"/>
                </a:lnTo>
                <a:lnTo>
                  <a:pt x="4211" y="4178"/>
                </a:lnTo>
                <a:lnTo>
                  <a:pt x="4211" y="3172"/>
                </a:lnTo>
                <a:moveTo>
                  <a:pt x="4211" y="4247"/>
                </a:moveTo>
                <a:lnTo>
                  <a:pt x="5271" y="4247"/>
                </a:lnTo>
                <a:lnTo>
                  <a:pt x="5271" y="5200"/>
                </a:lnTo>
                <a:lnTo>
                  <a:pt x="4211" y="5200"/>
                </a:lnTo>
                <a:lnTo>
                  <a:pt x="4211" y="4247"/>
                </a:lnTo>
                <a:moveTo>
                  <a:pt x="4211" y="5268"/>
                </a:moveTo>
                <a:lnTo>
                  <a:pt x="5271" y="5268"/>
                </a:lnTo>
                <a:lnTo>
                  <a:pt x="5271" y="6274"/>
                </a:lnTo>
                <a:lnTo>
                  <a:pt x="4211" y="6274"/>
                </a:lnTo>
                <a:lnTo>
                  <a:pt x="4211" y="5268"/>
                </a:lnTo>
                <a:moveTo>
                  <a:pt x="4211" y="6342"/>
                </a:moveTo>
                <a:lnTo>
                  <a:pt x="5271" y="6342"/>
                </a:lnTo>
                <a:lnTo>
                  <a:pt x="5271" y="7296"/>
                </a:lnTo>
                <a:lnTo>
                  <a:pt x="4211" y="7296"/>
                </a:lnTo>
                <a:lnTo>
                  <a:pt x="4211" y="6342"/>
                </a:lnTo>
                <a:moveTo>
                  <a:pt x="4211" y="7364"/>
                </a:moveTo>
                <a:lnTo>
                  <a:pt x="5271" y="7364"/>
                </a:lnTo>
                <a:lnTo>
                  <a:pt x="5271" y="8369"/>
                </a:lnTo>
                <a:lnTo>
                  <a:pt x="4211" y="8369"/>
                </a:lnTo>
                <a:lnTo>
                  <a:pt x="4211" y="7364"/>
                </a:lnTo>
                <a:moveTo>
                  <a:pt x="4211" y="8438"/>
                </a:moveTo>
                <a:lnTo>
                  <a:pt x="5271" y="8438"/>
                </a:lnTo>
                <a:lnTo>
                  <a:pt x="5271" y="9391"/>
                </a:lnTo>
                <a:lnTo>
                  <a:pt x="4211" y="9391"/>
                </a:lnTo>
                <a:lnTo>
                  <a:pt x="4211" y="8438"/>
                </a:lnTo>
                <a:moveTo>
                  <a:pt x="4211" y="9459"/>
                </a:moveTo>
                <a:lnTo>
                  <a:pt x="5271" y="9459"/>
                </a:lnTo>
                <a:lnTo>
                  <a:pt x="5271" y="10465"/>
                </a:lnTo>
                <a:lnTo>
                  <a:pt x="4211" y="10465"/>
                </a:lnTo>
                <a:lnTo>
                  <a:pt x="4211" y="9459"/>
                </a:lnTo>
                <a:moveTo>
                  <a:pt x="4211" y="10533"/>
                </a:moveTo>
                <a:lnTo>
                  <a:pt x="5271" y="10533"/>
                </a:lnTo>
                <a:lnTo>
                  <a:pt x="5271" y="11487"/>
                </a:lnTo>
                <a:lnTo>
                  <a:pt x="4211" y="11487"/>
                </a:lnTo>
                <a:lnTo>
                  <a:pt x="4211" y="10533"/>
                </a:lnTo>
                <a:moveTo>
                  <a:pt x="4211" y="11556"/>
                </a:moveTo>
                <a:lnTo>
                  <a:pt x="5271" y="11556"/>
                </a:lnTo>
                <a:lnTo>
                  <a:pt x="5271" y="12561"/>
                </a:lnTo>
                <a:lnTo>
                  <a:pt x="4211" y="12561"/>
                </a:lnTo>
                <a:lnTo>
                  <a:pt x="4211" y="11556"/>
                </a:lnTo>
                <a:moveTo>
                  <a:pt x="4211" y="12630"/>
                </a:moveTo>
                <a:lnTo>
                  <a:pt x="5271" y="12630"/>
                </a:lnTo>
                <a:lnTo>
                  <a:pt x="5271" y="13583"/>
                </a:lnTo>
                <a:lnTo>
                  <a:pt x="4211" y="13583"/>
                </a:lnTo>
                <a:lnTo>
                  <a:pt x="4211" y="12630"/>
                </a:lnTo>
                <a:moveTo>
                  <a:pt x="4211" y="13651"/>
                </a:moveTo>
                <a:lnTo>
                  <a:pt x="5271" y="13651"/>
                </a:lnTo>
                <a:lnTo>
                  <a:pt x="5271" y="14657"/>
                </a:lnTo>
                <a:lnTo>
                  <a:pt x="4211" y="14657"/>
                </a:lnTo>
                <a:lnTo>
                  <a:pt x="4211" y="13651"/>
                </a:lnTo>
                <a:moveTo>
                  <a:pt x="4211" y="14726"/>
                </a:moveTo>
                <a:lnTo>
                  <a:pt x="5271" y="14726"/>
                </a:lnTo>
                <a:lnTo>
                  <a:pt x="5271" y="15680"/>
                </a:lnTo>
                <a:lnTo>
                  <a:pt x="4211" y="15680"/>
                </a:lnTo>
                <a:lnTo>
                  <a:pt x="4211" y="14726"/>
                </a:lnTo>
                <a:moveTo>
                  <a:pt x="3244" y="55"/>
                </a:moveTo>
                <a:lnTo>
                  <a:pt x="4143" y="55"/>
                </a:lnTo>
                <a:lnTo>
                  <a:pt x="4143" y="1007"/>
                </a:lnTo>
                <a:lnTo>
                  <a:pt x="3244" y="1007"/>
                </a:lnTo>
                <a:lnTo>
                  <a:pt x="3244" y="55"/>
                </a:lnTo>
                <a:moveTo>
                  <a:pt x="3244" y="1076"/>
                </a:moveTo>
                <a:lnTo>
                  <a:pt x="4143" y="1076"/>
                </a:lnTo>
                <a:lnTo>
                  <a:pt x="4143" y="2082"/>
                </a:lnTo>
                <a:lnTo>
                  <a:pt x="3244" y="2082"/>
                </a:lnTo>
                <a:lnTo>
                  <a:pt x="3244" y="1076"/>
                </a:lnTo>
                <a:moveTo>
                  <a:pt x="3244" y="2150"/>
                </a:moveTo>
                <a:lnTo>
                  <a:pt x="4143" y="2150"/>
                </a:lnTo>
                <a:lnTo>
                  <a:pt x="4143" y="3104"/>
                </a:lnTo>
                <a:lnTo>
                  <a:pt x="3244" y="3104"/>
                </a:lnTo>
                <a:lnTo>
                  <a:pt x="3244" y="2150"/>
                </a:lnTo>
                <a:moveTo>
                  <a:pt x="3244" y="3172"/>
                </a:moveTo>
                <a:lnTo>
                  <a:pt x="4143" y="3172"/>
                </a:lnTo>
                <a:lnTo>
                  <a:pt x="4143" y="4178"/>
                </a:lnTo>
                <a:lnTo>
                  <a:pt x="3244" y="4178"/>
                </a:lnTo>
                <a:lnTo>
                  <a:pt x="3244" y="3172"/>
                </a:lnTo>
                <a:moveTo>
                  <a:pt x="3244" y="4247"/>
                </a:moveTo>
                <a:lnTo>
                  <a:pt x="4143" y="4247"/>
                </a:lnTo>
                <a:lnTo>
                  <a:pt x="4143" y="5200"/>
                </a:lnTo>
                <a:lnTo>
                  <a:pt x="3244" y="5200"/>
                </a:lnTo>
                <a:lnTo>
                  <a:pt x="3244" y="4247"/>
                </a:lnTo>
                <a:moveTo>
                  <a:pt x="3244" y="5268"/>
                </a:moveTo>
                <a:lnTo>
                  <a:pt x="4143" y="5268"/>
                </a:lnTo>
                <a:lnTo>
                  <a:pt x="4143" y="6274"/>
                </a:lnTo>
                <a:lnTo>
                  <a:pt x="3244" y="6274"/>
                </a:lnTo>
                <a:lnTo>
                  <a:pt x="3244" y="5268"/>
                </a:lnTo>
                <a:moveTo>
                  <a:pt x="3244" y="6342"/>
                </a:moveTo>
                <a:lnTo>
                  <a:pt x="4143" y="6342"/>
                </a:lnTo>
                <a:lnTo>
                  <a:pt x="4143" y="7296"/>
                </a:lnTo>
                <a:lnTo>
                  <a:pt x="3244" y="7296"/>
                </a:lnTo>
                <a:lnTo>
                  <a:pt x="3244" y="6342"/>
                </a:lnTo>
                <a:moveTo>
                  <a:pt x="3244" y="7364"/>
                </a:moveTo>
                <a:lnTo>
                  <a:pt x="4143" y="7364"/>
                </a:lnTo>
                <a:lnTo>
                  <a:pt x="4143" y="8369"/>
                </a:lnTo>
                <a:lnTo>
                  <a:pt x="3244" y="8369"/>
                </a:lnTo>
                <a:lnTo>
                  <a:pt x="3244" y="7364"/>
                </a:lnTo>
                <a:moveTo>
                  <a:pt x="3244" y="8438"/>
                </a:moveTo>
                <a:lnTo>
                  <a:pt x="4143" y="8438"/>
                </a:lnTo>
                <a:lnTo>
                  <a:pt x="4143" y="9391"/>
                </a:lnTo>
                <a:lnTo>
                  <a:pt x="3244" y="9391"/>
                </a:lnTo>
                <a:lnTo>
                  <a:pt x="3244" y="8438"/>
                </a:lnTo>
                <a:moveTo>
                  <a:pt x="3244" y="9459"/>
                </a:moveTo>
                <a:lnTo>
                  <a:pt x="4143" y="9459"/>
                </a:lnTo>
                <a:lnTo>
                  <a:pt x="4143" y="10465"/>
                </a:lnTo>
                <a:lnTo>
                  <a:pt x="3244" y="10465"/>
                </a:lnTo>
                <a:lnTo>
                  <a:pt x="3244" y="9459"/>
                </a:lnTo>
                <a:moveTo>
                  <a:pt x="3244" y="10533"/>
                </a:moveTo>
                <a:lnTo>
                  <a:pt x="4143" y="10533"/>
                </a:lnTo>
                <a:lnTo>
                  <a:pt x="4143" y="11487"/>
                </a:lnTo>
                <a:lnTo>
                  <a:pt x="3244" y="11487"/>
                </a:lnTo>
                <a:lnTo>
                  <a:pt x="3244" y="10533"/>
                </a:lnTo>
                <a:moveTo>
                  <a:pt x="3244" y="11556"/>
                </a:moveTo>
                <a:lnTo>
                  <a:pt x="4143" y="11556"/>
                </a:lnTo>
                <a:lnTo>
                  <a:pt x="4143" y="12561"/>
                </a:lnTo>
                <a:lnTo>
                  <a:pt x="3244" y="12561"/>
                </a:lnTo>
                <a:lnTo>
                  <a:pt x="3244" y="11556"/>
                </a:lnTo>
                <a:moveTo>
                  <a:pt x="3244" y="12630"/>
                </a:moveTo>
                <a:lnTo>
                  <a:pt x="4143" y="12630"/>
                </a:lnTo>
                <a:lnTo>
                  <a:pt x="4143" y="13583"/>
                </a:lnTo>
                <a:lnTo>
                  <a:pt x="3244" y="13583"/>
                </a:lnTo>
                <a:lnTo>
                  <a:pt x="3244" y="12630"/>
                </a:lnTo>
                <a:moveTo>
                  <a:pt x="3244" y="13651"/>
                </a:moveTo>
                <a:lnTo>
                  <a:pt x="4143" y="13651"/>
                </a:lnTo>
                <a:lnTo>
                  <a:pt x="4143" y="14657"/>
                </a:lnTo>
                <a:lnTo>
                  <a:pt x="3244" y="14657"/>
                </a:lnTo>
                <a:lnTo>
                  <a:pt x="3244" y="13651"/>
                </a:lnTo>
                <a:moveTo>
                  <a:pt x="3244" y="14726"/>
                </a:moveTo>
                <a:lnTo>
                  <a:pt x="4143" y="14726"/>
                </a:lnTo>
                <a:lnTo>
                  <a:pt x="4143" y="15680"/>
                </a:lnTo>
                <a:lnTo>
                  <a:pt x="3244" y="15680"/>
                </a:lnTo>
                <a:lnTo>
                  <a:pt x="3244" y="14726"/>
                </a:lnTo>
                <a:moveTo>
                  <a:pt x="2115" y="55"/>
                </a:moveTo>
                <a:lnTo>
                  <a:pt x="3174" y="55"/>
                </a:lnTo>
                <a:lnTo>
                  <a:pt x="3174" y="1007"/>
                </a:lnTo>
                <a:lnTo>
                  <a:pt x="2115" y="1007"/>
                </a:lnTo>
                <a:lnTo>
                  <a:pt x="2115" y="55"/>
                </a:lnTo>
                <a:moveTo>
                  <a:pt x="2115" y="1076"/>
                </a:moveTo>
                <a:lnTo>
                  <a:pt x="3174" y="1076"/>
                </a:lnTo>
                <a:lnTo>
                  <a:pt x="3174" y="2082"/>
                </a:lnTo>
                <a:lnTo>
                  <a:pt x="2115" y="2082"/>
                </a:lnTo>
                <a:lnTo>
                  <a:pt x="2115" y="1076"/>
                </a:lnTo>
                <a:moveTo>
                  <a:pt x="2115" y="2150"/>
                </a:moveTo>
                <a:lnTo>
                  <a:pt x="3174" y="2150"/>
                </a:lnTo>
                <a:lnTo>
                  <a:pt x="3174" y="3104"/>
                </a:lnTo>
                <a:lnTo>
                  <a:pt x="2115" y="3104"/>
                </a:lnTo>
                <a:lnTo>
                  <a:pt x="2115" y="2150"/>
                </a:lnTo>
                <a:moveTo>
                  <a:pt x="2115" y="3172"/>
                </a:moveTo>
                <a:lnTo>
                  <a:pt x="3174" y="3172"/>
                </a:lnTo>
                <a:lnTo>
                  <a:pt x="3174" y="4178"/>
                </a:lnTo>
                <a:lnTo>
                  <a:pt x="2115" y="4178"/>
                </a:lnTo>
                <a:lnTo>
                  <a:pt x="2115" y="3172"/>
                </a:lnTo>
                <a:moveTo>
                  <a:pt x="2115" y="4247"/>
                </a:moveTo>
                <a:lnTo>
                  <a:pt x="3174" y="4247"/>
                </a:lnTo>
                <a:lnTo>
                  <a:pt x="3174" y="5200"/>
                </a:lnTo>
                <a:lnTo>
                  <a:pt x="2115" y="5200"/>
                </a:lnTo>
                <a:lnTo>
                  <a:pt x="2115" y="4247"/>
                </a:lnTo>
                <a:moveTo>
                  <a:pt x="2115" y="5268"/>
                </a:moveTo>
                <a:lnTo>
                  <a:pt x="3174" y="5268"/>
                </a:lnTo>
                <a:lnTo>
                  <a:pt x="3174" y="6274"/>
                </a:lnTo>
                <a:lnTo>
                  <a:pt x="2115" y="6274"/>
                </a:lnTo>
                <a:lnTo>
                  <a:pt x="2115" y="5268"/>
                </a:lnTo>
                <a:moveTo>
                  <a:pt x="2115" y="6342"/>
                </a:moveTo>
                <a:lnTo>
                  <a:pt x="3174" y="6342"/>
                </a:lnTo>
                <a:lnTo>
                  <a:pt x="3174" y="7296"/>
                </a:lnTo>
                <a:lnTo>
                  <a:pt x="2115" y="7296"/>
                </a:lnTo>
                <a:lnTo>
                  <a:pt x="2115" y="6342"/>
                </a:lnTo>
                <a:moveTo>
                  <a:pt x="2115" y="7364"/>
                </a:moveTo>
                <a:lnTo>
                  <a:pt x="3174" y="7364"/>
                </a:lnTo>
                <a:lnTo>
                  <a:pt x="3174" y="8369"/>
                </a:lnTo>
                <a:lnTo>
                  <a:pt x="2115" y="8369"/>
                </a:lnTo>
                <a:lnTo>
                  <a:pt x="2115" y="7364"/>
                </a:lnTo>
                <a:moveTo>
                  <a:pt x="2115" y="8438"/>
                </a:moveTo>
                <a:lnTo>
                  <a:pt x="3174" y="8438"/>
                </a:lnTo>
                <a:lnTo>
                  <a:pt x="3174" y="9391"/>
                </a:lnTo>
                <a:lnTo>
                  <a:pt x="2115" y="9391"/>
                </a:lnTo>
                <a:lnTo>
                  <a:pt x="2115" y="8438"/>
                </a:lnTo>
                <a:moveTo>
                  <a:pt x="2115" y="9459"/>
                </a:moveTo>
                <a:lnTo>
                  <a:pt x="3174" y="9459"/>
                </a:lnTo>
                <a:lnTo>
                  <a:pt x="3174" y="10465"/>
                </a:lnTo>
                <a:lnTo>
                  <a:pt x="2115" y="10465"/>
                </a:lnTo>
                <a:lnTo>
                  <a:pt x="2115" y="9459"/>
                </a:lnTo>
                <a:moveTo>
                  <a:pt x="2115" y="10533"/>
                </a:moveTo>
                <a:lnTo>
                  <a:pt x="3174" y="10533"/>
                </a:lnTo>
                <a:lnTo>
                  <a:pt x="3174" y="11487"/>
                </a:lnTo>
                <a:lnTo>
                  <a:pt x="2115" y="11487"/>
                </a:lnTo>
                <a:lnTo>
                  <a:pt x="2115" y="10533"/>
                </a:lnTo>
                <a:moveTo>
                  <a:pt x="2115" y="11556"/>
                </a:moveTo>
                <a:lnTo>
                  <a:pt x="3174" y="11556"/>
                </a:lnTo>
                <a:lnTo>
                  <a:pt x="3174" y="12561"/>
                </a:lnTo>
                <a:lnTo>
                  <a:pt x="2115" y="12561"/>
                </a:lnTo>
                <a:lnTo>
                  <a:pt x="2115" y="11556"/>
                </a:lnTo>
                <a:moveTo>
                  <a:pt x="2115" y="12630"/>
                </a:moveTo>
                <a:lnTo>
                  <a:pt x="3174" y="12630"/>
                </a:lnTo>
                <a:lnTo>
                  <a:pt x="3174" y="13583"/>
                </a:lnTo>
                <a:lnTo>
                  <a:pt x="2115" y="13583"/>
                </a:lnTo>
                <a:lnTo>
                  <a:pt x="2115" y="12630"/>
                </a:lnTo>
                <a:moveTo>
                  <a:pt x="2115" y="13651"/>
                </a:moveTo>
                <a:lnTo>
                  <a:pt x="3174" y="13651"/>
                </a:lnTo>
                <a:lnTo>
                  <a:pt x="3174" y="14657"/>
                </a:lnTo>
                <a:lnTo>
                  <a:pt x="2115" y="14657"/>
                </a:lnTo>
                <a:lnTo>
                  <a:pt x="2115" y="13651"/>
                </a:lnTo>
                <a:moveTo>
                  <a:pt x="2115" y="14726"/>
                </a:moveTo>
                <a:lnTo>
                  <a:pt x="3174" y="14726"/>
                </a:lnTo>
                <a:lnTo>
                  <a:pt x="3174" y="15680"/>
                </a:lnTo>
                <a:lnTo>
                  <a:pt x="2115" y="15680"/>
                </a:lnTo>
                <a:lnTo>
                  <a:pt x="2115" y="14726"/>
                </a:lnTo>
                <a:moveTo>
                  <a:pt x="1147" y="55"/>
                </a:moveTo>
                <a:lnTo>
                  <a:pt x="2046" y="55"/>
                </a:lnTo>
                <a:lnTo>
                  <a:pt x="2046" y="1007"/>
                </a:lnTo>
                <a:lnTo>
                  <a:pt x="1147" y="1007"/>
                </a:lnTo>
                <a:lnTo>
                  <a:pt x="1147" y="55"/>
                </a:lnTo>
                <a:moveTo>
                  <a:pt x="1147" y="1076"/>
                </a:moveTo>
                <a:lnTo>
                  <a:pt x="2046" y="1076"/>
                </a:lnTo>
                <a:lnTo>
                  <a:pt x="2046" y="2082"/>
                </a:lnTo>
                <a:lnTo>
                  <a:pt x="1147" y="2082"/>
                </a:lnTo>
                <a:lnTo>
                  <a:pt x="1147" y="1076"/>
                </a:lnTo>
                <a:moveTo>
                  <a:pt x="1147" y="2150"/>
                </a:moveTo>
                <a:lnTo>
                  <a:pt x="2046" y="2150"/>
                </a:lnTo>
                <a:lnTo>
                  <a:pt x="2046" y="3104"/>
                </a:lnTo>
                <a:lnTo>
                  <a:pt x="1147" y="3104"/>
                </a:lnTo>
                <a:lnTo>
                  <a:pt x="1147" y="2150"/>
                </a:lnTo>
                <a:moveTo>
                  <a:pt x="1147" y="3172"/>
                </a:moveTo>
                <a:lnTo>
                  <a:pt x="2046" y="3172"/>
                </a:lnTo>
                <a:lnTo>
                  <a:pt x="2046" y="4178"/>
                </a:lnTo>
                <a:lnTo>
                  <a:pt x="1147" y="4178"/>
                </a:lnTo>
                <a:lnTo>
                  <a:pt x="1147" y="3172"/>
                </a:lnTo>
                <a:moveTo>
                  <a:pt x="1147" y="4247"/>
                </a:moveTo>
                <a:lnTo>
                  <a:pt x="2046" y="4247"/>
                </a:lnTo>
                <a:lnTo>
                  <a:pt x="2046" y="5200"/>
                </a:lnTo>
                <a:lnTo>
                  <a:pt x="1147" y="5200"/>
                </a:lnTo>
                <a:lnTo>
                  <a:pt x="1147" y="4247"/>
                </a:lnTo>
                <a:moveTo>
                  <a:pt x="1147" y="5268"/>
                </a:moveTo>
                <a:lnTo>
                  <a:pt x="2046" y="5268"/>
                </a:lnTo>
                <a:lnTo>
                  <a:pt x="2046" y="6274"/>
                </a:lnTo>
                <a:lnTo>
                  <a:pt x="1147" y="6274"/>
                </a:lnTo>
                <a:lnTo>
                  <a:pt x="1147" y="5268"/>
                </a:lnTo>
                <a:moveTo>
                  <a:pt x="1147" y="6342"/>
                </a:moveTo>
                <a:lnTo>
                  <a:pt x="2046" y="6342"/>
                </a:lnTo>
                <a:lnTo>
                  <a:pt x="2046" y="7296"/>
                </a:lnTo>
                <a:lnTo>
                  <a:pt x="1147" y="7296"/>
                </a:lnTo>
                <a:lnTo>
                  <a:pt x="1147" y="6342"/>
                </a:lnTo>
                <a:moveTo>
                  <a:pt x="1147" y="7364"/>
                </a:moveTo>
                <a:lnTo>
                  <a:pt x="2046" y="7364"/>
                </a:lnTo>
                <a:lnTo>
                  <a:pt x="2046" y="8369"/>
                </a:lnTo>
                <a:lnTo>
                  <a:pt x="1147" y="8369"/>
                </a:lnTo>
                <a:lnTo>
                  <a:pt x="1147" y="7364"/>
                </a:lnTo>
                <a:moveTo>
                  <a:pt x="1147" y="8438"/>
                </a:moveTo>
                <a:lnTo>
                  <a:pt x="2046" y="8438"/>
                </a:lnTo>
                <a:lnTo>
                  <a:pt x="2046" y="9391"/>
                </a:lnTo>
                <a:lnTo>
                  <a:pt x="1147" y="9391"/>
                </a:lnTo>
                <a:lnTo>
                  <a:pt x="1147" y="8438"/>
                </a:lnTo>
                <a:moveTo>
                  <a:pt x="1147" y="9459"/>
                </a:moveTo>
                <a:lnTo>
                  <a:pt x="2046" y="9459"/>
                </a:lnTo>
                <a:lnTo>
                  <a:pt x="2046" y="10465"/>
                </a:lnTo>
                <a:lnTo>
                  <a:pt x="1147" y="10465"/>
                </a:lnTo>
                <a:lnTo>
                  <a:pt x="1147" y="9459"/>
                </a:lnTo>
                <a:moveTo>
                  <a:pt x="1147" y="10533"/>
                </a:moveTo>
                <a:lnTo>
                  <a:pt x="2046" y="10533"/>
                </a:lnTo>
                <a:lnTo>
                  <a:pt x="2046" y="11487"/>
                </a:lnTo>
                <a:lnTo>
                  <a:pt x="1147" y="11487"/>
                </a:lnTo>
                <a:lnTo>
                  <a:pt x="1147" y="10533"/>
                </a:lnTo>
                <a:moveTo>
                  <a:pt x="1147" y="11556"/>
                </a:moveTo>
                <a:lnTo>
                  <a:pt x="2046" y="11556"/>
                </a:lnTo>
                <a:lnTo>
                  <a:pt x="2046" y="12561"/>
                </a:lnTo>
                <a:lnTo>
                  <a:pt x="1147" y="12561"/>
                </a:lnTo>
                <a:lnTo>
                  <a:pt x="1147" y="11556"/>
                </a:lnTo>
                <a:moveTo>
                  <a:pt x="1147" y="12630"/>
                </a:moveTo>
                <a:lnTo>
                  <a:pt x="2046" y="12630"/>
                </a:lnTo>
                <a:lnTo>
                  <a:pt x="2046" y="13583"/>
                </a:lnTo>
                <a:lnTo>
                  <a:pt x="1147" y="13583"/>
                </a:lnTo>
                <a:lnTo>
                  <a:pt x="1147" y="12630"/>
                </a:lnTo>
                <a:moveTo>
                  <a:pt x="1147" y="13651"/>
                </a:moveTo>
                <a:lnTo>
                  <a:pt x="2046" y="13651"/>
                </a:lnTo>
                <a:lnTo>
                  <a:pt x="2046" y="14657"/>
                </a:lnTo>
                <a:lnTo>
                  <a:pt x="1147" y="14657"/>
                </a:lnTo>
                <a:lnTo>
                  <a:pt x="1147" y="13651"/>
                </a:lnTo>
                <a:moveTo>
                  <a:pt x="1147" y="14726"/>
                </a:moveTo>
                <a:lnTo>
                  <a:pt x="2046" y="14726"/>
                </a:lnTo>
                <a:lnTo>
                  <a:pt x="2046" y="15680"/>
                </a:lnTo>
                <a:lnTo>
                  <a:pt x="1147" y="15680"/>
                </a:lnTo>
                <a:lnTo>
                  <a:pt x="1147" y="14726"/>
                </a:lnTo>
                <a:moveTo>
                  <a:pt x="19" y="55"/>
                </a:moveTo>
                <a:lnTo>
                  <a:pt x="1079" y="55"/>
                </a:lnTo>
                <a:lnTo>
                  <a:pt x="1079" y="1007"/>
                </a:lnTo>
                <a:lnTo>
                  <a:pt x="19" y="1007"/>
                </a:lnTo>
                <a:lnTo>
                  <a:pt x="19" y="55"/>
                </a:lnTo>
                <a:moveTo>
                  <a:pt x="19" y="1076"/>
                </a:moveTo>
                <a:lnTo>
                  <a:pt x="1079" y="1076"/>
                </a:lnTo>
                <a:lnTo>
                  <a:pt x="1079" y="2082"/>
                </a:lnTo>
                <a:lnTo>
                  <a:pt x="19" y="2082"/>
                </a:lnTo>
                <a:lnTo>
                  <a:pt x="19" y="1076"/>
                </a:lnTo>
                <a:moveTo>
                  <a:pt x="19" y="2150"/>
                </a:moveTo>
                <a:lnTo>
                  <a:pt x="1079" y="2150"/>
                </a:lnTo>
                <a:lnTo>
                  <a:pt x="1079" y="3104"/>
                </a:lnTo>
                <a:lnTo>
                  <a:pt x="19" y="3104"/>
                </a:lnTo>
                <a:lnTo>
                  <a:pt x="19" y="2150"/>
                </a:lnTo>
                <a:moveTo>
                  <a:pt x="19" y="3172"/>
                </a:moveTo>
                <a:lnTo>
                  <a:pt x="1079" y="3172"/>
                </a:lnTo>
                <a:lnTo>
                  <a:pt x="1079" y="4178"/>
                </a:lnTo>
                <a:lnTo>
                  <a:pt x="19" y="4178"/>
                </a:lnTo>
                <a:lnTo>
                  <a:pt x="19" y="3172"/>
                </a:lnTo>
                <a:moveTo>
                  <a:pt x="19" y="4247"/>
                </a:moveTo>
                <a:lnTo>
                  <a:pt x="1079" y="4247"/>
                </a:lnTo>
                <a:lnTo>
                  <a:pt x="1079" y="5200"/>
                </a:lnTo>
                <a:lnTo>
                  <a:pt x="19" y="5200"/>
                </a:lnTo>
                <a:lnTo>
                  <a:pt x="19" y="4247"/>
                </a:lnTo>
                <a:moveTo>
                  <a:pt x="19" y="5268"/>
                </a:moveTo>
                <a:lnTo>
                  <a:pt x="1079" y="5268"/>
                </a:lnTo>
                <a:lnTo>
                  <a:pt x="1079" y="6274"/>
                </a:lnTo>
                <a:lnTo>
                  <a:pt x="19" y="6274"/>
                </a:lnTo>
                <a:lnTo>
                  <a:pt x="19" y="5268"/>
                </a:lnTo>
                <a:moveTo>
                  <a:pt x="19" y="6342"/>
                </a:moveTo>
                <a:lnTo>
                  <a:pt x="1079" y="6342"/>
                </a:lnTo>
                <a:lnTo>
                  <a:pt x="1079" y="7296"/>
                </a:lnTo>
                <a:lnTo>
                  <a:pt x="19" y="7296"/>
                </a:lnTo>
                <a:lnTo>
                  <a:pt x="19" y="6342"/>
                </a:lnTo>
                <a:moveTo>
                  <a:pt x="19" y="7364"/>
                </a:moveTo>
                <a:lnTo>
                  <a:pt x="1079" y="7364"/>
                </a:lnTo>
                <a:lnTo>
                  <a:pt x="1079" y="8369"/>
                </a:lnTo>
                <a:lnTo>
                  <a:pt x="19" y="8369"/>
                </a:lnTo>
                <a:lnTo>
                  <a:pt x="19" y="7364"/>
                </a:lnTo>
                <a:moveTo>
                  <a:pt x="19" y="8438"/>
                </a:moveTo>
                <a:lnTo>
                  <a:pt x="1079" y="8438"/>
                </a:lnTo>
                <a:lnTo>
                  <a:pt x="1079" y="9391"/>
                </a:lnTo>
                <a:lnTo>
                  <a:pt x="19" y="9391"/>
                </a:lnTo>
                <a:lnTo>
                  <a:pt x="19" y="8438"/>
                </a:lnTo>
                <a:moveTo>
                  <a:pt x="19" y="9459"/>
                </a:moveTo>
                <a:lnTo>
                  <a:pt x="1079" y="9459"/>
                </a:lnTo>
                <a:lnTo>
                  <a:pt x="1079" y="10465"/>
                </a:lnTo>
                <a:lnTo>
                  <a:pt x="19" y="10465"/>
                </a:lnTo>
                <a:lnTo>
                  <a:pt x="19" y="9459"/>
                </a:lnTo>
                <a:moveTo>
                  <a:pt x="19" y="10533"/>
                </a:moveTo>
                <a:lnTo>
                  <a:pt x="1079" y="10533"/>
                </a:lnTo>
                <a:lnTo>
                  <a:pt x="1079" y="11487"/>
                </a:lnTo>
                <a:lnTo>
                  <a:pt x="19" y="11487"/>
                </a:lnTo>
                <a:lnTo>
                  <a:pt x="19" y="10533"/>
                </a:lnTo>
                <a:moveTo>
                  <a:pt x="19" y="11556"/>
                </a:moveTo>
                <a:lnTo>
                  <a:pt x="1079" y="11556"/>
                </a:lnTo>
                <a:lnTo>
                  <a:pt x="1079" y="12561"/>
                </a:lnTo>
                <a:lnTo>
                  <a:pt x="19" y="12561"/>
                </a:lnTo>
                <a:lnTo>
                  <a:pt x="19" y="11556"/>
                </a:lnTo>
                <a:moveTo>
                  <a:pt x="19" y="12630"/>
                </a:moveTo>
                <a:lnTo>
                  <a:pt x="1079" y="12630"/>
                </a:lnTo>
                <a:lnTo>
                  <a:pt x="1079" y="13583"/>
                </a:lnTo>
                <a:lnTo>
                  <a:pt x="19" y="13583"/>
                </a:lnTo>
                <a:lnTo>
                  <a:pt x="19" y="12630"/>
                </a:lnTo>
                <a:moveTo>
                  <a:pt x="19" y="13651"/>
                </a:moveTo>
                <a:lnTo>
                  <a:pt x="1079" y="13651"/>
                </a:lnTo>
                <a:lnTo>
                  <a:pt x="1079" y="14657"/>
                </a:lnTo>
                <a:lnTo>
                  <a:pt x="19" y="14657"/>
                </a:lnTo>
                <a:lnTo>
                  <a:pt x="19" y="13651"/>
                </a:lnTo>
                <a:moveTo>
                  <a:pt x="19" y="14726"/>
                </a:moveTo>
                <a:lnTo>
                  <a:pt x="1079" y="14726"/>
                </a:lnTo>
                <a:lnTo>
                  <a:pt x="1079" y="15680"/>
                </a:lnTo>
                <a:lnTo>
                  <a:pt x="19" y="15680"/>
                </a:lnTo>
                <a:lnTo>
                  <a:pt x="19" y="14726"/>
                </a:lnTo>
              </a:path>
            </a:pathLst>
          </a:custGeom>
          <a:solidFill>
            <a:schemeClr val="dk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474" name="Google Shape;474;p5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9pPr>
          </a:lstStyle>
          <a:p>
            <a:endParaRPr/>
          </a:p>
        </p:txBody>
      </p:sp>
      <p:sp>
        <p:nvSpPr>
          <p:cNvPr id="475" name="Google Shape;475;p5"/>
          <p:cNvSpPr txBox="1">
            <a:spLocks noGrp="1"/>
          </p:cNvSpPr>
          <p:nvPr>
            <p:ph type="subTitle" idx="1"/>
          </p:nvPr>
        </p:nvSpPr>
        <p:spPr>
          <a:xfrm>
            <a:off x="4938836" y="3704709"/>
            <a:ext cx="25056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1400"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476" name="Google Shape;476;p5"/>
          <p:cNvSpPr txBox="1">
            <a:spLocks noGrp="1"/>
          </p:cNvSpPr>
          <p:nvPr>
            <p:ph type="subTitle" idx="2"/>
          </p:nvPr>
        </p:nvSpPr>
        <p:spPr>
          <a:xfrm>
            <a:off x="1699564" y="3704709"/>
            <a:ext cx="25056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1400"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477" name="Google Shape;477;p5"/>
          <p:cNvSpPr txBox="1">
            <a:spLocks noGrp="1"/>
          </p:cNvSpPr>
          <p:nvPr>
            <p:ph type="subTitle" idx="3"/>
          </p:nvPr>
        </p:nvSpPr>
        <p:spPr>
          <a:xfrm>
            <a:off x="4938836" y="3370566"/>
            <a:ext cx="2505600" cy="469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000">
                <a:solidFill>
                  <a:schemeClr val="lt2"/>
                </a:solidFill>
                <a:latin typeface="Asap SemiBold"/>
                <a:ea typeface="Asap SemiBold"/>
                <a:cs typeface="Asap SemiBold"/>
                <a:sym typeface="Asap SemiBold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400" b="1">
                <a:latin typeface="Asap"/>
                <a:ea typeface="Asap"/>
                <a:cs typeface="Asap"/>
                <a:sym typeface="Asap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400" b="1">
                <a:latin typeface="Asap"/>
                <a:ea typeface="Asap"/>
                <a:cs typeface="Asap"/>
                <a:sym typeface="Asap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400" b="1">
                <a:latin typeface="Asap"/>
                <a:ea typeface="Asap"/>
                <a:cs typeface="Asap"/>
                <a:sym typeface="Asap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400" b="1">
                <a:latin typeface="Asap"/>
                <a:ea typeface="Asap"/>
                <a:cs typeface="Asap"/>
                <a:sym typeface="Asap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400" b="1">
                <a:latin typeface="Asap"/>
                <a:ea typeface="Asap"/>
                <a:cs typeface="Asap"/>
                <a:sym typeface="Asap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400" b="1">
                <a:latin typeface="Asap"/>
                <a:ea typeface="Asap"/>
                <a:cs typeface="Asap"/>
                <a:sym typeface="Asap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400" b="1">
                <a:latin typeface="Asap"/>
                <a:ea typeface="Asap"/>
                <a:cs typeface="Asap"/>
                <a:sym typeface="Asap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400" b="1">
                <a:latin typeface="Asap"/>
                <a:ea typeface="Asap"/>
                <a:cs typeface="Asap"/>
                <a:sym typeface="Asap"/>
              </a:defRPr>
            </a:lvl9pPr>
          </a:lstStyle>
          <a:p>
            <a:endParaRPr/>
          </a:p>
        </p:txBody>
      </p:sp>
      <p:sp>
        <p:nvSpPr>
          <p:cNvPr id="478" name="Google Shape;478;p5"/>
          <p:cNvSpPr txBox="1">
            <a:spLocks noGrp="1"/>
          </p:cNvSpPr>
          <p:nvPr>
            <p:ph type="subTitle" idx="4"/>
          </p:nvPr>
        </p:nvSpPr>
        <p:spPr>
          <a:xfrm>
            <a:off x="1699564" y="3370566"/>
            <a:ext cx="2505600" cy="469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000">
                <a:solidFill>
                  <a:schemeClr val="lt2"/>
                </a:solidFill>
                <a:latin typeface="Asap SemiBold"/>
                <a:ea typeface="Asap SemiBold"/>
                <a:cs typeface="Asap SemiBold"/>
                <a:sym typeface="Asap SemiBold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400" b="1">
                <a:latin typeface="Asap"/>
                <a:ea typeface="Asap"/>
                <a:cs typeface="Asap"/>
                <a:sym typeface="Asap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400" b="1">
                <a:latin typeface="Asap"/>
                <a:ea typeface="Asap"/>
                <a:cs typeface="Asap"/>
                <a:sym typeface="Asap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400" b="1">
                <a:latin typeface="Asap"/>
                <a:ea typeface="Asap"/>
                <a:cs typeface="Asap"/>
                <a:sym typeface="Asap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400" b="1">
                <a:latin typeface="Asap"/>
                <a:ea typeface="Asap"/>
                <a:cs typeface="Asap"/>
                <a:sym typeface="Asap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400" b="1">
                <a:latin typeface="Asap"/>
                <a:ea typeface="Asap"/>
                <a:cs typeface="Asap"/>
                <a:sym typeface="Asap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400" b="1">
                <a:latin typeface="Asap"/>
                <a:ea typeface="Asap"/>
                <a:cs typeface="Asap"/>
                <a:sym typeface="Asap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400" b="1">
                <a:latin typeface="Asap"/>
                <a:ea typeface="Asap"/>
                <a:cs typeface="Asap"/>
                <a:sym typeface="Asap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400" b="1">
                <a:latin typeface="Asap"/>
                <a:ea typeface="Asap"/>
                <a:cs typeface="Asap"/>
                <a:sym typeface="Asap"/>
              </a:defRPr>
            </a:lvl9pPr>
          </a:lstStyle>
          <a:p>
            <a:endParaRPr/>
          </a:p>
        </p:txBody>
      </p:sp>
      <p:grpSp>
        <p:nvGrpSpPr>
          <p:cNvPr id="479" name="Google Shape;479;p5"/>
          <p:cNvGrpSpPr/>
          <p:nvPr/>
        </p:nvGrpSpPr>
        <p:grpSpPr>
          <a:xfrm>
            <a:off x="-1327435" y="-186938"/>
            <a:ext cx="11361223" cy="5505196"/>
            <a:chOff x="-1327435" y="-186938"/>
            <a:chExt cx="11361223" cy="5505196"/>
          </a:xfrm>
        </p:grpSpPr>
        <p:grpSp>
          <p:nvGrpSpPr>
            <p:cNvPr id="480" name="Google Shape;480;p5"/>
            <p:cNvGrpSpPr/>
            <p:nvPr/>
          </p:nvGrpSpPr>
          <p:grpSpPr>
            <a:xfrm>
              <a:off x="7532255" y="-186938"/>
              <a:ext cx="2501532" cy="631966"/>
              <a:chOff x="720" y="669960"/>
              <a:chExt cx="1162800" cy="293760"/>
            </a:xfrm>
          </p:grpSpPr>
          <p:sp>
            <p:nvSpPr>
              <p:cNvPr id="481" name="Google Shape;481;p5"/>
              <p:cNvSpPr/>
              <p:nvPr/>
            </p:nvSpPr>
            <p:spPr>
              <a:xfrm>
                <a:off x="720" y="703080"/>
                <a:ext cx="84960" cy="101520"/>
              </a:xfrm>
              <a:custGeom>
                <a:avLst/>
                <a:gdLst/>
                <a:ahLst/>
                <a:cxnLst/>
                <a:rect l="l" t="t" r="r" b="b"/>
                <a:pathLst>
                  <a:path w="236" h="282" extrusionOk="0">
                    <a:moveTo>
                      <a:pt x="109" y="276"/>
                    </a:moveTo>
                    <a:cubicBezTo>
                      <a:pt x="106" y="273"/>
                      <a:pt x="105" y="270"/>
                      <a:pt x="104" y="266"/>
                    </a:cubicBezTo>
                    <a:cubicBezTo>
                      <a:pt x="104" y="263"/>
                      <a:pt x="103" y="260"/>
                      <a:pt x="103" y="258"/>
                    </a:cubicBezTo>
                    <a:cubicBezTo>
                      <a:pt x="102" y="254"/>
                      <a:pt x="102" y="251"/>
                      <a:pt x="101" y="247"/>
                    </a:cubicBezTo>
                    <a:cubicBezTo>
                      <a:pt x="99" y="237"/>
                      <a:pt x="97" y="228"/>
                      <a:pt x="95" y="218"/>
                    </a:cubicBezTo>
                    <a:cubicBezTo>
                      <a:pt x="94" y="214"/>
                      <a:pt x="92" y="209"/>
                      <a:pt x="91" y="204"/>
                    </a:cubicBezTo>
                    <a:cubicBezTo>
                      <a:pt x="89" y="198"/>
                      <a:pt x="88" y="193"/>
                      <a:pt x="86" y="187"/>
                    </a:cubicBezTo>
                    <a:cubicBezTo>
                      <a:pt x="84" y="181"/>
                      <a:pt x="82" y="176"/>
                      <a:pt x="80" y="170"/>
                    </a:cubicBezTo>
                    <a:cubicBezTo>
                      <a:pt x="78" y="165"/>
                      <a:pt x="76" y="160"/>
                      <a:pt x="74" y="155"/>
                    </a:cubicBezTo>
                    <a:cubicBezTo>
                      <a:pt x="73" y="151"/>
                      <a:pt x="71" y="146"/>
                      <a:pt x="68" y="141"/>
                    </a:cubicBezTo>
                    <a:cubicBezTo>
                      <a:pt x="66" y="135"/>
                      <a:pt x="63" y="130"/>
                      <a:pt x="60" y="124"/>
                    </a:cubicBezTo>
                    <a:cubicBezTo>
                      <a:pt x="56" y="116"/>
                      <a:pt x="52" y="108"/>
                      <a:pt x="47" y="100"/>
                    </a:cubicBezTo>
                    <a:cubicBezTo>
                      <a:pt x="42" y="91"/>
                      <a:pt x="37" y="81"/>
                      <a:pt x="32" y="73"/>
                    </a:cubicBezTo>
                    <a:cubicBezTo>
                      <a:pt x="26" y="64"/>
                      <a:pt x="22" y="57"/>
                      <a:pt x="17" y="49"/>
                    </a:cubicBezTo>
                    <a:cubicBezTo>
                      <a:pt x="13" y="39"/>
                      <a:pt x="7" y="29"/>
                      <a:pt x="3" y="20"/>
                    </a:cubicBezTo>
                    <a:cubicBezTo>
                      <a:pt x="0" y="13"/>
                      <a:pt x="4" y="6"/>
                      <a:pt x="10" y="3"/>
                    </a:cubicBezTo>
                    <a:cubicBezTo>
                      <a:pt x="16" y="0"/>
                      <a:pt x="23" y="4"/>
                      <a:pt x="26" y="10"/>
                    </a:cubicBezTo>
                    <a:cubicBezTo>
                      <a:pt x="28" y="15"/>
                      <a:pt x="30" y="21"/>
                      <a:pt x="32" y="25"/>
                    </a:cubicBezTo>
                    <a:cubicBezTo>
                      <a:pt x="35" y="31"/>
                      <a:pt x="38" y="35"/>
                      <a:pt x="40" y="40"/>
                    </a:cubicBezTo>
                    <a:cubicBezTo>
                      <a:pt x="43" y="46"/>
                      <a:pt x="46" y="52"/>
                      <a:pt x="49" y="57"/>
                    </a:cubicBezTo>
                    <a:cubicBezTo>
                      <a:pt x="56" y="68"/>
                      <a:pt x="62" y="80"/>
                      <a:pt x="68" y="91"/>
                    </a:cubicBezTo>
                    <a:cubicBezTo>
                      <a:pt x="72" y="98"/>
                      <a:pt x="75" y="104"/>
                      <a:pt x="78" y="110"/>
                    </a:cubicBezTo>
                    <a:cubicBezTo>
                      <a:pt x="81" y="115"/>
                      <a:pt x="83" y="120"/>
                      <a:pt x="85" y="126"/>
                    </a:cubicBezTo>
                    <a:cubicBezTo>
                      <a:pt x="88" y="131"/>
                      <a:pt x="90" y="136"/>
                      <a:pt x="92" y="141"/>
                    </a:cubicBezTo>
                    <a:cubicBezTo>
                      <a:pt x="95" y="147"/>
                      <a:pt x="97" y="153"/>
                      <a:pt x="99" y="159"/>
                    </a:cubicBezTo>
                    <a:cubicBezTo>
                      <a:pt x="102" y="168"/>
                      <a:pt x="105" y="176"/>
                      <a:pt x="107" y="184"/>
                    </a:cubicBezTo>
                    <a:cubicBezTo>
                      <a:pt x="110" y="193"/>
                      <a:pt x="113" y="202"/>
                      <a:pt x="116" y="211"/>
                    </a:cubicBezTo>
                    <a:cubicBezTo>
                      <a:pt x="117" y="216"/>
                      <a:pt x="119" y="222"/>
                      <a:pt x="120" y="227"/>
                    </a:cubicBezTo>
                    <a:cubicBezTo>
                      <a:pt x="123" y="213"/>
                      <a:pt x="127" y="199"/>
                      <a:pt x="131" y="185"/>
                    </a:cubicBezTo>
                    <a:cubicBezTo>
                      <a:pt x="134" y="177"/>
                      <a:pt x="136" y="170"/>
                      <a:pt x="139" y="163"/>
                    </a:cubicBezTo>
                    <a:cubicBezTo>
                      <a:pt x="141" y="157"/>
                      <a:pt x="143" y="151"/>
                      <a:pt x="145" y="145"/>
                    </a:cubicBezTo>
                    <a:cubicBezTo>
                      <a:pt x="147" y="141"/>
                      <a:pt x="149" y="135"/>
                      <a:pt x="151" y="131"/>
                    </a:cubicBezTo>
                    <a:cubicBezTo>
                      <a:pt x="154" y="124"/>
                      <a:pt x="158" y="117"/>
                      <a:pt x="161" y="110"/>
                    </a:cubicBezTo>
                    <a:cubicBezTo>
                      <a:pt x="162" y="108"/>
                      <a:pt x="163" y="105"/>
                      <a:pt x="164" y="102"/>
                    </a:cubicBezTo>
                    <a:cubicBezTo>
                      <a:pt x="166" y="98"/>
                      <a:pt x="168" y="95"/>
                      <a:pt x="170" y="91"/>
                    </a:cubicBezTo>
                    <a:cubicBezTo>
                      <a:pt x="173" y="84"/>
                      <a:pt x="177" y="78"/>
                      <a:pt x="181" y="72"/>
                    </a:cubicBezTo>
                    <a:cubicBezTo>
                      <a:pt x="184" y="67"/>
                      <a:pt x="188" y="61"/>
                      <a:pt x="191" y="56"/>
                    </a:cubicBezTo>
                    <a:cubicBezTo>
                      <a:pt x="195" y="50"/>
                      <a:pt x="200" y="43"/>
                      <a:pt x="204" y="37"/>
                    </a:cubicBezTo>
                    <a:cubicBezTo>
                      <a:pt x="204" y="37"/>
                      <a:pt x="204" y="36"/>
                      <a:pt x="205" y="36"/>
                    </a:cubicBezTo>
                    <a:lnTo>
                      <a:pt x="205" y="35"/>
                    </a:lnTo>
                    <a:cubicBezTo>
                      <a:pt x="208" y="32"/>
                      <a:pt x="211" y="28"/>
                      <a:pt x="213" y="25"/>
                    </a:cubicBezTo>
                    <a:cubicBezTo>
                      <a:pt x="217" y="20"/>
                      <a:pt x="225" y="19"/>
                      <a:pt x="229" y="23"/>
                    </a:cubicBezTo>
                    <a:cubicBezTo>
                      <a:pt x="235" y="27"/>
                      <a:pt x="235" y="35"/>
                      <a:pt x="231" y="39"/>
                    </a:cubicBezTo>
                    <a:cubicBezTo>
                      <a:pt x="223" y="49"/>
                      <a:pt x="215" y="60"/>
                      <a:pt x="207" y="71"/>
                    </a:cubicBezTo>
                    <a:cubicBezTo>
                      <a:pt x="208" y="70"/>
                      <a:pt x="208" y="70"/>
                      <a:pt x="208" y="70"/>
                    </a:cubicBezTo>
                    <a:cubicBezTo>
                      <a:pt x="205" y="74"/>
                      <a:pt x="202" y="78"/>
                      <a:pt x="199" y="84"/>
                    </a:cubicBezTo>
                    <a:cubicBezTo>
                      <a:pt x="196" y="89"/>
                      <a:pt x="193" y="94"/>
                      <a:pt x="189" y="100"/>
                    </a:cubicBezTo>
                    <a:cubicBezTo>
                      <a:pt x="186" y="106"/>
                      <a:pt x="183" y="111"/>
                      <a:pt x="180" y="117"/>
                    </a:cubicBezTo>
                    <a:cubicBezTo>
                      <a:pt x="177" y="123"/>
                      <a:pt x="175" y="129"/>
                      <a:pt x="172" y="135"/>
                    </a:cubicBezTo>
                    <a:cubicBezTo>
                      <a:pt x="168" y="146"/>
                      <a:pt x="163" y="158"/>
                      <a:pt x="159" y="169"/>
                    </a:cubicBezTo>
                    <a:cubicBezTo>
                      <a:pt x="157" y="177"/>
                      <a:pt x="154" y="186"/>
                      <a:pt x="151" y="195"/>
                    </a:cubicBezTo>
                    <a:cubicBezTo>
                      <a:pt x="149" y="203"/>
                      <a:pt x="147" y="212"/>
                      <a:pt x="145" y="220"/>
                    </a:cubicBezTo>
                    <a:cubicBezTo>
                      <a:pt x="142" y="228"/>
                      <a:pt x="141" y="236"/>
                      <a:pt x="139" y="244"/>
                    </a:cubicBezTo>
                    <a:cubicBezTo>
                      <a:pt x="138" y="248"/>
                      <a:pt x="137" y="252"/>
                      <a:pt x="136" y="255"/>
                    </a:cubicBezTo>
                    <a:cubicBezTo>
                      <a:pt x="135" y="257"/>
                      <a:pt x="135" y="259"/>
                      <a:pt x="135" y="261"/>
                    </a:cubicBezTo>
                    <a:cubicBezTo>
                      <a:pt x="134" y="263"/>
                      <a:pt x="134" y="266"/>
                      <a:pt x="133" y="268"/>
                    </a:cubicBezTo>
                    <a:cubicBezTo>
                      <a:pt x="131" y="271"/>
                      <a:pt x="130" y="273"/>
                      <a:pt x="128" y="275"/>
                    </a:cubicBezTo>
                    <a:cubicBezTo>
                      <a:pt x="127" y="278"/>
                      <a:pt x="124" y="280"/>
                      <a:pt x="120" y="281"/>
                    </a:cubicBezTo>
                    <a:cubicBezTo>
                      <a:pt x="119" y="281"/>
                      <a:pt x="119" y="281"/>
                      <a:pt x="119" y="281"/>
                    </a:cubicBezTo>
                    <a:cubicBezTo>
                      <a:pt x="114" y="281"/>
                      <a:pt x="111" y="279"/>
                      <a:pt x="109" y="2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" name="Google Shape;482;p5"/>
              <p:cNvSpPr/>
              <p:nvPr/>
            </p:nvSpPr>
            <p:spPr>
              <a:xfrm>
                <a:off x="104400" y="728280"/>
                <a:ext cx="1008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28" h="28" extrusionOk="0">
                    <a:moveTo>
                      <a:pt x="0" y="13"/>
                    </a:moveTo>
                    <a:cubicBezTo>
                      <a:pt x="0" y="5"/>
                      <a:pt x="6" y="0"/>
                      <a:pt x="14" y="0"/>
                    </a:cubicBezTo>
                    <a:cubicBezTo>
                      <a:pt x="21" y="0"/>
                      <a:pt x="27" y="6"/>
                      <a:pt x="27" y="14"/>
                    </a:cubicBezTo>
                    <a:cubicBezTo>
                      <a:pt x="27" y="21"/>
                      <a:pt x="21" y="27"/>
                      <a:pt x="13" y="27"/>
                    </a:cubicBezTo>
                    <a:cubicBezTo>
                      <a:pt x="5" y="27"/>
                      <a:pt x="0" y="21"/>
                      <a:pt x="0" y="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" name="Google Shape;483;p5"/>
              <p:cNvSpPr/>
              <p:nvPr/>
            </p:nvSpPr>
            <p:spPr>
              <a:xfrm>
                <a:off x="101880" y="763200"/>
                <a:ext cx="1008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28" h="28" extrusionOk="0">
                    <a:moveTo>
                      <a:pt x="0" y="13"/>
                    </a:moveTo>
                    <a:cubicBezTo>
                      <a:pt x="0" y="6"/>
                      <a:pt x="6" y="0"/>
                      <a:pt x="14" y="0"/>
                    </a:cubicBezTo>
                    <a:cubicBezTo>
                      <a:pt x="21" y="0"/>
                      <a:pt x="27" y="6"/>
                      <a:pt x="27" y="13"/>
                    </a:cubicBezTo>
                    <a:cubicBezTo>
                      <a:pt x="27" y="21"/>
                      <a:pt x="21" y="27"/>
                      <a:pt x="13" y="27"/>
                    </a:cubicBezTo>
                    <a:cubicBezTo>
                      <a:pt x="6" y="27"/>
                      <a:pt x="0" y="21"/>
                      <a:pt x="0" y="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" name="Google Shape;484;p5"/>
              <p:cNvSpPr/>
              <p:nvPr/>
            </p:nvSpPr>
            <p:spPr>
              <a:xfrm>
                <a:off x="187200" y="725040"/>
                <a:ext cx="57600" cy="70920"/>
              </a:xfrm>
              <a:custGeom>
                <a:avLst/>
                <a:gdLst/>
                <a:ahLst/>
                <a:cxnLst/>
                <a:rect l="l" t="t" r="r" b="b"/>
                <a:pathLst>
                  <a:path w="160" h="197" extrusionOk="0">
                    <a:moveTo>
                      <a:pt x="22" y="196"/>
                    </a:moveTo>
                    <a:cubicBezTo>
                      <a:pt x="15" y="195"/>
                      <a:pt x="7" y="192"/>
                      <a:pt x="3" y="185"/>
                    </a:cubicBezTo>
                    <a:cubicBezTo>
                      <a:pt x="1" y="183"/>
                      <a:pt x="0" y="181"/>
                      <a:pt x="0" y="178"/>
                    </a:cubicBezTo>
                    <a:cubicBezTo>
                      <a:pt x="0" y="174"/>
                      <a:pt x="1" y="171"/>
                      <a:pt x="2" y="168"/>
                    </a:cubicBezTo>
                    <a:cubicBezTo>
                      <a:pt x="3" y="165"/>
                      <a:pt x="5" y="162"/>
                      <a:pt x="7" y="160"/>
                    </a:cubicBezTo>
                    <a:cubicBezTo>
                      <a:pt x="8" y="159"/>
                      <a:pt x="10" y="158"/>
                      <a:pt x="11" y="156"/>
                    </a:cubicBezTo>
                    <a:cubicBezTo>
                      <a:pt x="20" y="147"/>
                      <a:pt x="29" y="139"/>
                      <a:pt x="38" y="130"/>
                    </a:cubicBezTo>
                    <a:cubicBezTo>
                      <a:pt x="47" y="120"/>
                      <a:pt x="57" y="112"/>
                      <a:pt x="67" y="102"/>
                    </a:cubicBezTo>
                    <a:cubicBezTo>
                      <a:pt x="79" y="91"/>
                      <a:pt x="91" y="80"/>
                      <a:pt x="102" y="67"/>
                    </a:cubicBezTo>
                    <a:cubicBezTo>
                      <a:pt x="102" y="67"/>
                      <a:pt x="102" y="68"/>
                      <a:pt x="102" y="69"/>
                    </a:cubicBezTo>
                    <a:cubicBezTo>
                      <a:pt x="106" y="63"/>
                      <a:pt x="111" y="58"/>
                      <a:pt x="115" y="52"/>
                    </a:cubicBezTo>
                    <a:cubicBezTo>
                      <a:pt x="117" y="49"/>
                      <a:pt x="119" y="47"/>
                      <a:pt x="120" y="44"/>
                    </a:cubicBezTo>
                    <a:cubicBezTo>
                      <a:pt x="121" y="42"/>
                      <a:pt x="121" y="41"/>
                      <a:pt x="122" y="40"/>
                    </a:cubicBezTo>
                    <a:cubicBezTo>
                      <a:pt x="122" y="39"/>
                      <a:pt x="123" y="38"/>
                      <a:pt x="123" y="37"/>
                    </a:cubicBezTo>
                    <a:lnTo>
                      <a:pt x="123" y="36"/>
                    </a:lnTo>
                    <a:cubicBezTo>
                      <a:pt x="123" y="35"/>
                      <a:pt x="123" y="35"/>
                      <a:pt x="123" y="35"/>
                    </a:cubicBezTo>
                    <a:cubicBezTo>
                      <a:pt x="123" y="34"/>
                      <a:pt x="123" y="34"/>
                      <a:pt x="123" y="34"/>
                    </a:cubicBezTo>
                    <a:lnTo>
                      <a:pt x="123" y="33"/>
                    </a:lnTo>
                    <a:lnTo>
                      <a:pt x="122" y="33"/>
                    </a:lnTo>
                    <a:lnTo>
                      <a:pt x="121" y="33"/>
                    </a:lnTo>
                    <a:cubicBezTo>
                      <a:pt x="121" y="32"/>
                      <a:pt x="120" y="31"/>
                      <a:pt x="120" y="31"/>
                    </a:cubicBezTo>
                    <a:lnTo>
                      <a:pt x="121" y="31"/>
                    </a:lnTo>
                    <a:cubicBezTo>
                      <a:pt x="120" y="31"/>
                      <a:pt x="120" y="31"/>
                      <a:pt x="119" y="31"/>
                    </a:cubicBezTo>
                    <a:cubicBezTo>
                      <a:pt x="117" y="30"/>
                      <a:pt x="116" y="30"/>
                      <a:pt x="114" y="30"/>
                    </a:cubicBezTo>
                    <a:cubicBezTo>
                      <a:pt x="100" y="27"/>
                      <a:pt x="86" y="26"/>
                      <a:pt x="73" y="24"/>
                    </a:cubicBezTo>
                    <a:cubicBezTo>
                      <a:pt x="65" y="24"/>
                      <a:pt x="57" y="24"/>
                      <a:pt x="50" y="24"/>
                    </a:cubicBezTo>
                    <a:cubicBezTo>
                      <a:pt x="47" y="29"/>
                      <a:pt x="41" y="33"/>
                      <a:pt x="35" y="30"/>
                    </a:cubicBezTo>
                    <a:cubicBezTo>
                      <a:pt x="32" y="29"/>
                      <a:pt x="28" y="28"/>
                      <a:pt x="24" y="26"/>
                    </a:cubicBezTo>
                    <a:cubicBezTo>
                      <a:pt x="19" y="23"/>
                      <a:pt x="17" y="16"/>
                      <a:pt x="19" y="10"/>
                    </a:cubicBezTo>
                    <a:cubicBezTo>
                      <a:pt x="22" y="4"/>
                      <a:pt x="28" y="2"/>
                      <a:pt x="34" y="1"/>
                    </a:cubicBezTo>
                    <a:cubicBezTo>
                      <a:pt x="40" y="0"/>
                      <a:pt x="47" y="0"/>
                      <a:pt x="53" y="0"/>
                    </a:cubicBezTo>
                    <a:cubicBezTo>
                      <a:pt x="67" y="0"/>
                      <a:pt x="81" y="1"/>
                      <a:pt x="94" y="3"/>
                    </a:cubicBezTo>
                    <a:cubicBezTo>
                      <a:pt x="100" y="3"/>
                      <a:pt x="107" y="5"/>
                      <a:pt x="113" y="5"/>
                    </a:cubicBezTo>
                    <a:cubicBezTo>
                      <a:pt x="120" y="6"/>
                      <a:pt x="126" y="7"/>
                      <a:pt x="132" y="10"/>
                    </a:cubicBezTo>
                    <a:cubicBezTo>
                      <a:pt x="135" y="12"/>
                      <a:pt x="138" y="14"/>
                      <a:pt x="140" y="17"/>
                    </a:cubicBezTo>
                    <a:cubicBezTo>
                      <a:pt x="143" y="20"/>
                      <a:pt x="145" y="24"/>
                      <a:pt x="146" y="27"/>
                    </a:cubicBezTo>
                    <a:cubicBezTo>
                      <a:pt x="148" y="34"/>
                      <a:pt x="146" y="42"/>
                      <a:pt x="144" y="49"/>
                    </a:cubicBezTo>
                    <a:cubicBezTo>
                      <a:pt x="141" y="56"/>
                      <a:pt x="136" y="64"/>
                      <a:pt x="130" y="70"/>
                    </a:cubicBezTo>
                    <a:cubicBezTo>
                      <a:pt x="123" y="80"/>
                      <a:pt x="114" y="88"/>
                      <a:pt x="105" y="97"/>
                    </a:cubicBezTo>
                    <a:cubicBezTo>
                      <a:pt x="84" y="118"/>
                      <a:pt x="60" y="139"/>
                      <a:pt x="39" y="161"/>
                    </a:cubicBezTo>
                    <a:cubicBezTo>
                      <a:pt x="40" y="161"/>
                      <a:pt x="40" y="160"/>
                      <a:pt x="40" y="160"/>
                    </a:cubicBezTo>
                    <a:cubicBezTo>
                      <a:pt x="37" y="164"/>
                      <a:pt x="33" y="168"/>
                      <a:pt x="30" y="172"/>
                    </a:cubicBezTo>
                    <a:cubicBezTo>
                      <a:pt x="36" y="172"/>
                      <a:pt x="43" y="172"/>
                      <a:pt x="49" y="172"/>
                    </a:cubicBezTo>
                    <a:cubicBezTo>
                      <a:pt x="65" y="171"/>
                      <a:pt x="81" y="169"/>
                      <a:pt x="96" y="168"/>
                    </a:cubicBezTo>
                    <a:cubicBezTo>
                      <a:pt x="113" y="167"/>
                      <a:pt x="130" y="164"/>
                      <a:pt x="147" y="164"/>
                    </a:cubicBezTo>
                    <a:cubicBezTo>
                      <a:pt x="153" y="165"/>
                      <a:pt x="159" y="170"/>
                      <a:pt x="159" y="177"/>
                    </a:cubicBezTo>
                    <a:cubicBezTo>
                      <a:pt x="159" y="183"/>
                      <a:pt x="153" y="189"/>
                      <a:pt x="147" y="189"/>
                    </a:cubicBezTo>
                    <a:cubicBezTo>
                      <a:pt x="139" y="189"/>
                      <a:pt x="131" y="189"/>
                      <a:pt x="124" y="189"/>
                    </a:cubicBezTo>
                    <a:cubicBezTo>
                      <a:pt x="123" y="189"/>
                      <a:pt x="123" y="189"/>
                      <a:pt x="122" y="189"/>
                    </a:cubicBezTo>
                    <a:cubicBezTo>
                      <a:pt x="121" y="189"/>
                      <a:pt x="121" y="189"/>
                      <a:pt x="120" y="189"/>
                    </a:cubicBezTo>
                    <a:cubicBezTo>
                      <a:pt x="119" y="189"/>
                      <a:pt x="117" y="189"/>
                      <a:pt x="116" y="189"/>
                    </a:cubicBezTo>
                    <a:lnTo>
                      <a:pt x="117" y="189"/>
                    </a:lnTo>
                    <a:cubicBezTo>
                      <a:pt x="105" y="190"/>
                      <a:pt x="92" y="192"/>
                      <a:pt x="79" y="193"/>
                    </a:cubicBezTo>
                    <a:cubicBezTo>
                      <a:pt x="66" y="194"/>
                      <a:pt x="52" y="195"/>
                      <a:pt x="38" y="196"/>
                    </a:cubicBezTo>
                    <a:cubicBezTo>
                      <a:pt x="36" y="196"/>
                      <a:pt x="34" y="196"/>
                      <a:pt x="32" y="196"/>
                    </a:cubicBezTo>
                    <a:cubicBezTo>
                      <a:pt x="28" y="196"/>
                      <a:pt x="25" y="196"/>
                      <a:pt x="22" y="1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" name="Google Shape;485;p5"/>
              <p:cNvSpPr/>
              <p:nvPr/>
            </p:nvSpPr>
            <p:spPr>
              <a:xfrm>
                <a:off x="191880" y="747360"/>
                <a:ext cx="60120" cy="1548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43" extrusionOk="0">
                    <a:moveTo>
                      <a:pt x="1" y="36"/>
                    </a:moveTo>
                    <a:cubicBezTo>
                      <a:pt x="0" y="32"/>
                      <a:pt x="0" y="26"/>
                      <a:pt x="1" y="22"/>
                    </a:cubicBezTo>
                    <a:cubicBezTo>
                      <a:pt x="5" y="17"/>
                      <a:pt x="11" y="15"/>
                      <a:pt x="17" y="14"/>
                    </a:cubicBezTo>
                    <a:cubicBezTo>
                      <a:pt x="26" y="12"/>
                      <a:pt x="36" y="11"/>
                      <a:pt x="46" y="10"/>
                    </a:cubicBezTo>
                    <a:cubicBezTo>
                      <a:pt x="57" y="8"/>
                      <a:pt x="69" y="7"/>
                      <a:pt x="81" y="6"/>
                    </a:cubicBezTo>
                    <a:cubicBezTo>
                      <a:pt x="105" y="4"/>
                      <a:pt x="129" y="3"/>
                      <a:pt x="153" y="1"/>
                    </a:cubicBezTo>
                    <a:cubicBezTo>
                      <a:pt x="159" y="0"/>
                      <a:pt x="165" y="4"/>
                      <a:pt x="165" y="10"/>
                    </a:cubicBezTo>
                    <a:cubicBezTo>
                      <a:pt x="166" y="15"/>
                      <a:pt x="162" y="21"/>
                      <a:pt x="156" y="22"/>
                    </a:cubicBezTo>
                    <a:cubicBezTo>
                      <a:pt x="135" y="24"/>
                      <a:pt x="114" y="26"/>
                      <a:pt x="94" y="28"/>
                    </a:cubicBezTo>
                    <a:cubicBezTo>
                      <a:pt x="73" y="30"/>
                      <a:pt x="52" y="32"/>
                      <a:pt x="32" y="36"/>
                    </a:cubicBezTo>
                    <a:cubicBezTo>
                      <a:pt x="31" y="36"/>
                      <a:pt x="31" y="36"/>
                      <a:pt x="31" y="36"/>
                    </a:cubicBezTo>
                    <a:cubicBezTo>
                      <a:pt x="28" y="36"/>
                      <a:pt x="25" y="37"/>
                      <a:pt x="22" y="38"/>
                    </a:cubicBezTo>
                    <a:cubicBezTo>
                      <a:pt x="21" y="39"/>
                      <a:pt x="21" y="39"/>
                      <a:pt x="20" y="40"/>
                    </a:cubicBezTo>
                    <a:cubicBezTo>
                      <a:pt x="18" y="42"/>
                      <a:pt x="15" y="42"/>
                      <a:pt x="12" y="42"/>
                    </a:cubicBezTo>
                    <a:cubicBezTo>
                      <a:pt x="8" y="42"/>
                      <a:pt x="4" y="40"/>
                      <a:pt x="1" y="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" name="Google Shape;486;p5"/>
              <p:cNvSpPr/>
              <p:nvPr/>
            </p:nvSpPr>
            <p:spPr>
              <a:xfrm>
                <a:off x="271800" y="745200"/>
                <a:ext cx="29880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83" h="40" extrusionOk="0">
                    <a:moveTo>
                      <a:pt x="66" y="39"/>
                    </a:moveTo>
                    <a:cubicBezTo>
                      <a:pt x="56" y="37"/>
                      <a:pt x="45" y="34"/>
                      <a:pt x="35" y="31"/>
                    </a:cubicBezTo>
                    <a:cubicBezTo>
                      <a:pt x="30" y="30"/>
                      <a:pt x="26" y="29"/>
                      <a:pt x="20" y="28"/>
                    </a:cubicBezTo>
                    <a:cubicBezTo>
                      <a:pt x="18" y="27"/>
                      <a:pt x="16" y="26"/>
                      <a:pt x="13" y="25"/>
                    </a:cubicBezTo>
                    <a:cubicBezTo>
                      <a:pt x="10" y="24"/>
                      <a:pt x="6" y="23"/>
                      <a:pt x="5" y="19"/>
                    </a:cubicBezTo>
                    <a:cubicBezTo>
                      <a:pt x="0" y="12"/>
                      <a:pt x="5" y="3"/>
                      <a:pt x="12" y="1"/>
                    </a:cubicBezTo>
                    <a:cubicBezTo>
                      <a:pt x="16" y="0"/>
                      <a:pt x="19" y="0"/>
                      <a:pt x="22" y="2"/>
                    </a:cubicBezTo>
                    <a:lnTo>
                      <a:pt x="23" y="3"/>
                    </a:lnTo>
                    <a:cubicBezTo>
                      <a:pt x="40" y="9"/>
                      <a:pt x="56" y="13"/>
                      <a:pt x="73" y="17"/>
                    </a:cubicBezTo>
                    <a:cubicBezTo>
                      <a:pt x="79" y="18"/>
                      <a:pt x="82" y="25"/>
                      <a:pt x="81" y="31"/>
                    </a:cubicBezTo>
                    <a:cubicBezTo>
                      <a:pt x="80" y="34"/>
                      <a:pt x="78" y="37"/>
                      <a:pt x="75" y="38"/>
                    </a:cubicBezTo>
                    <a:cubicBezTo>
                      <a:pt x="73" y="39"/>
                      <a:pt x="72" y="39"/>
                      <a:pt x="70" y="39"/>
                    </a:cubicBezTo>
                    <a:cubicBezTo>
                      <a:pt x="69" y="39"/>
                      <a:pt x="68" y="39"/>
                      <a:pt x="66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" name="Google Shape;487;p5"/>
              <p:cNvSpPr/>
              <p:nvPr/>
            </p:nvSpPr>
            <p:spPr>
              <a:xfrm>
                <a:off x="274680" y="758880"/>
                <a:ext cx="44640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40" extrusionOk="0">
                    <a:moveTo>
                      <a:pt x="12" y="39"/>
                    </a:moveTo>
                    <a:cubicBezTo>
                      <a:pt x="5" y="38"/>
                      <a:pt x="0" y="32"/>
                      <a:pt x="1" y="24"/>
                    </a:cubicBezTo>
                    <a:cubicBezTo>
                      <a:pt x="2" y="17"/>
                      <a:pt x="10" y="12"/>
                      <a:pt x="17" y="14"/>
                    </a:cubicBezTo>
                    <a:cubicBezTo>
                      <a:pt x="17" y="14"/>
                      <a:pt x="18" y="14"/>
                      <a:pt x="19" y="15"/>
                    </a:cubicBezTo>
                    <a:cubicBezTo>
                      <a:pt x="20" y="15"/>
                      <a:pt x="21" y="15"/>
                      <a:pt x="22" y="15"/>
                    </a:cubicBezTo>
                    <a:cubicBezTo>
                      <a:pt x="39" y="14"/>
                      <a:pt x="55" y="11"/>
                      <a:pt x="71" y="8"/>
                    </a:cubicBezTo>
                    <a:cubicBezTo>
                      <a:pt x="84" y="6"/>
                      <a:pt x="98" y="3"/>
                      <a:pt x="110" y="1"/>
                    </a:cubicBezTo>
                    <a:cubicBezTo>
                      <a:pt x="116" y="0"/>
                      <a:pt x="121" y="4"/>
                      <a:pt x="122" y="9"/>
                    </a:cubicBezTo>
                    <a:cubicBezTo>
                      <a:pt x="123" y="14"/>
                      <a:pt x="120" y="20"/>
                      <a:pt x="114" y="22"/>
                    </a:cubicBezTo>
                    <a:cubicBezTo>
                      <a:pt x="100" y="25"/>
                      <a:pt x="85" y="28"/>
                      <a:pt x="70" y="31"/>
                    </a:cubicBezTo>
                    <a:cubicBezTo>
                      <a:pt x="60" y="33"/>
                      <a:pt x="49" y="35"/>
                      <a:pt x="39" y="37"/>
                    </a:cubicBezTo>
                    <a:cubicBezTo>
                      <a:pt x="32" y="38"/>
                      <a:pt x="25" y="39"/>
                      <a:pt x="18" y="39"/>
                    </a:cubicBezTo>
                    <a:cubicBezTo>
                      <a:pt x="17" y="39"/>
                      <a:pt x="15" y="39"/>
                      <a:pt x="12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" name="Google Shape;488;p5"/>
              <p:cNvSpPr/>
              <p:nvPr/>
            </p:nvSpPr>
            <p:spPr>
              <a:xfrm>
                <a:off x="342720" y="707760"/>
                <a:ext cx="34920" cy="81720"/>
              </a:xfrm>
              <a:custGeom>
                <a:avLst/>
                <a:gdLst/>
                <a:ahLst/>
                <a:cxnLst/>
                <a:rect l="l" t="t" r="r" b="b"/>
                <a:pathLst>
                  <a:path w="97" h="227" extrusionOk="0">
                    <a:moveTo>
                      <a:pt x="38" y="226"/>
                    </a:moveTo>
                    <a:cubicBezTo>
                      <a:pt x="32" y="226"/>
                      <a:pt x="27" y="220"/>
                      <a:pt x="26" y="214"/>
                    </a:cubicBezTo>
                    <a:cubicBezTo>
                      <a:pt x="26" y="206"/>
                      <a:pt x="29" y="198"/>
                      <a:pt x="31" y="191"/>
                    </a:cubicBezTo>
                    <a:cubicBezTo>
                      <a:pt x="32" y="185"/>
                      <a:pt x="33" y="180"/>
                      <a:pt x="34" y="174"/>
                    </a:cubicBezTo>
                    <a:cubicBezTo>
                      <a:pt x="38" y="158"/>
                      <a:pt x="41" y="142"/>
                      <a:pt x="44" y="127"/>
                    </a:cubicBezTo>
                    <a:cubicBezTo>
                      <a:pt x="46" y="114"/>
                      <a:pt x="48" y="100"/>
                      <a:pt x="51" y="87"/>
                    </a:cubicBezTo>
                    <a:cubicBezTo>
                      <a:pt x="48" y="92"/>
                      <a:pt x="45" y="96"/>
                      <a:pt x="42" y="101"/>
                    </a:cubicBezTo>
                    <a:cubicBezTo>
                      <a:pt x="39" y="104"/>
                      <a:pt x="36" y="108"/>
                      <a:pt x="33" y="112"/>
                    </a:cubicBezTo>
                    <a:cubicBezTo>
                      <a:pt x="29" y="117"/>
                      <a:pt x="25" y="122"/>
                      <a:pt x="20" y="125"/>
                    </a:cubicBezTo>
                    <a:cubicBezTo>
                      <a:pt x="16" y="129"/>
                      <a:pt x="10" y="129"/>
                      <a:pt x="6" y="126"/>
                    </a:cubicBezTo>
                    <a:cubicBezTo>
                      <a:pt x="2" y="124"/>
                      <a:pt x="0" y="120"/>
                      <a:pt x="1" y="115"/>
                    </a:cubicBezTo>
                    <a:cubicBezTo>
                      <a:pt x="1" y="111"/>
                      <a:pt x="3" y="107"/>
                      <a:pt x="7" y="104"/>
                    </a:cubicBezTo>
                    <a:cubicBezTo>
                      <a:pt x="9" y="103"/>
                      <a:pt x="10" y="101"/>
                      <a:pt x="12" y="99"/>
                    </a:cubicBezTo>
                    <a:cubicBezTo>
                      <a:pt x="15" y="96"/>
                      <a:pt x="17" y="93"/>
                      <a:pt x="20" y="90"/>
                    </a:cubicBezTo>
                    <a:cubicBezTo>
                      <a:pt x="23" y="86"/>
                      <a:pt x="26" y="82"/>
                      <a:pt x="29" y="79"/>
                    </a:cubicBezTo>
                    <a:cubicBezTo>
                      <a:pt x="35" y="70"/>
                      <a:pt x="41" y="61"/>
                      <a:pt x="47" y="52"/>
                    </a:cubicBezTo>
                    <a:cubicBezTo>
                      <a:pt x="52" y="43"/>
                      <a:pt x="57" y="34"/>
                      <a:pt x="62" y="25"/>
                    </a:cubicBezTo>
                    <a:cubicBezTo>
                      <a:pt x="64" y="22"/>
                      <a:pt x="65" y="19"/>
                      <a:pt x="67" y="15"/>
                    </a:cubicBezTo>
                    <a:cubicBezTo>
                      <a:pt x="68" y="13"/>
                      <a:pt x="69" y="11"/>
                      <a:pt x="70" y="9"/>
                    </a:cubicBezTo>
                    <a:cubicBezTo>
                      <a:pt x="72" y="5"/>
                      <a:pt x="75" y="3"/>
                      <a:pt x="79" y="2"/>
                    </a:cubicBezTo>
                    <a:cubicBezTo>
                      <a:pt x="87" y="0"/>
                      <a:pt x="96" y="8"/>
                      <a:pt x="93" y="17"/>
                    </a:cubicBezTo>
                    <a:cubicBezTo>
                      <a:pt x="89" y="28"/>
                      <a:pt x="86" y="39"/>
                      <a:pt x="83" y="50"/>
                    </a:cubicBezTo>
                    <a:cubicBezTo>
                      <a:pt x="80" y="61"/>
                      <a:pt x="77" y="73"/>
                      <a:pt x="75" y="84"/>
                    </a:cubicBezTo>
                    <a:cubicBezTo>
                      <a:pt x="70" y="106"/>
                      <a:pt x="66" y="127"/>
                      <a:pt x="62" y="149"/>
                    </a:cubicBezTo>
                    <a:cubicBezTo>
                      <a:pt x="60" y="159"/>
                      <a:pt x="58" y="168"/>
                      <a:pt x="57" y="178"/>
                    </a:cubicBezTo>
                    <a:cubicBezTo>
                      <a:pt x="55" y="184"/>
                      <a:pt x="54" y="189"/>
                      <a:pt x="54" y="195"/>
                    </a:cubicBezTo>
                    <a:cubicBezTo>
                      <a:pt x="52" y="201"/>
                      <a:pt x="51" y="206"/>
                      <a:pt x="51" y="212"/>
                    </a:cubicBezTo>
                    <a:cubicBezTo>
                      <a:pt x="51" y="212"/>
                      <a:pt x="51" y="213"/>
                      <a:pt x="51" y="214"/>
                    </a:cubicBezTo>
                    <a:cubicBezTo>
                      <a:pt x="51" y="221"/>
                      <a:pt x="45" y="226"/>
                      <a:pt x="38" y="2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" name="Google Shape;489;p5"/>
              <p:cNvSpPr/>
              <p:nvPr/>
            </p:nvSpPr>
            <p:spPr>
              <a:xfrm>
                <a:off x="386280" y="703800"/>
                <a:ext cx="55080" cy="7560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210" extrusionOk="0">
                    <a:moveTo>
                      <a:pt x="23" y="154"/>
                    </a:moveTo>
                    <a:cubicBezTo>
                      <a:pt x="23" y="156"/>
                      <a:pt x="23" y="158"/>
                      <a:pt x="23" y="160"/>
                    </a:cubicBezTo>
                    <a:cubicBezTo>
                      <a:pt x="24" y="150"/>
                      <a:pt x="25" y="141"/>
                      <a:pt x="26" y="132"/>
                    </a:cubicBezTo>
                    <a:cubicBezTo>
                      <a:pt x="28" y="126"/>
                      <a:pt x="28" y="121"/>
                      <a:pt x="29" y="115"/>
                    </a:cubicBezTo>
                    <a:cubicBezTo>
                      <a:pt x="28" y="117"/>
                      <a:pt x="28" y="119"/>
                      <a:pt x="27" y="121"/>
                    </a:cubicBezTo>
                    <a:cubicBezTo>
                      <a:pt x="25" y="129"/>
                      <a:pt x="25" y="136"/>
                      <a:pt x="23" y="143"/>
                    </a:cubicBezTo>
                    <a:cubicBezTo>
                      <a:pt x="23" y="147"/>
                      <a:pt x="23" y="150"/>
                      <a:pt x="23" y="154"/>
                    </a:cubicBezTo>
                    <a:moveTo>
                      <a:pt x="49" y="125"/>
                    </a:moveTo>
                    <a:cubicBezTo>
                      <a:pt x="49" y="131"/>
                      <a:pt x="47" y="138"/>
                      <a:pt x="47" y="145"/>
                    </a:cubicBezTo>
                    <a:cubicBezTo>
                      <a:pt x="45" y="157"/>
                      <a:pt x="44" y="169"/>
                      <a:pt x="42" y="182"/>
                    </a:cubicBezTo>
                    <a:cubicBezTo>
                      <a:pt x="42" y="182"/>
                      <a:pt x="42" y="183"/>
                      <a:pt x="42" y="184"/>
                    </a:cubicBezTo>
                    <a:cubicBezTo>
                      <a:pt x="42" y="184"/>
                      <a:pt x="43" y="184"/>
                      <a:pt x="44" y="183"/>
                    </a:cubicBezTo>
                    <a:cubicBezTo>
                      <a:pt x="46" y="182"/>
                      <a:pt x="47" y="182"/>
                      <a:pt x="49" y="181"/>
                    </a:cubicBezTo>
                    <a:cubicBezTo>
                      <a:pt x="51" y="179"/>
                      <a:pt x="53" y="177"/>
                      <a:pt x="56" y="175"/>
                    </a:cubicBezTo>
                    <a:cubicBezTo>
                      <a:pt x="61" y="171"/>
                      <a:pt x="65" y="166"/>
                      <a:pt x="71" y="161"/>
                    </a:cubicBezTo>
                    <a:cubicBezTo>
                      <a:pt x="78" y="152"/>
                      <a:pt x="85" y="143"/>
                      <a:pt x="92" y="134"/>
                    </a:cubicBezTo>
                    <a:cubicBezTo>
                      <a:pt x="96" y="128"/>
                      <a:pt x="100" y="122"/>
                      <a:pt x="104" y="117"/>
                    </a:cubicBezTo>
                    <a:cubicBezTo>
                      <a:pt x="106" y="114"/>
                      <a:pt x="107" y="111"/>
                      <a:pt x="109" y="108"/>
                    </a:cubicBezTo>
                    <a:cubicBezTo>
                      <a:pt x="111" y="104"/>
                      <a:pt x="113" y="101"/>
                      <a:pt x="114" y="98"/>
                    </a:cubicBezTo>
                    <a:cubicBezTo>
                      <a:pt x="118" y="90"/>
                      <a:pt x="122" y="83"/>
                      <a:pt x="125" y="75"/>
                    </a:cubicBezTo>
                    <a:cubicBezTo>
                      <a:pt x="126" y="71"/>
                      <a:pt x="127" y="68"/>
                      <a:pt x="128" y="64"/>
                    </a:cubicBezTo>
                    <a:cubicBezTo>
                      <a:pt x="128" y="61"/>
                      <a:pt x="129" y="58"/>
                      <a:pt x="129" y="55"/>
                    </a:cubicBezTo>
                    <a:cubicBezTo>
                      <a:pt x="129" y="53"/>
                      <a:pt x="130" y="51"/>
                      <a:pt x="129" y="49"/>
                    </a:cubicBezTo>
                    <a:cubicBezTo>
                      <a:pt x="129" y="47"/>
                      <a:pt x="129" y="45"/>
                      <a:pt x="128" y="44"/>
                    </a:cubicBezTo>
                    <a:cubicBezTo>
                      <a:pt x="128" y="43"/>
                      <a:pt x="128" y="43"/>
                      <a:pt x="128" y="41"/>
                    </a:cubicBezTo>
                    <a:cubicBezTo>
                      <a:pt x="127" y="40"/>
                      <a:pt x="127" y="38"/>
                      <a:pt x="126" y="37"/>
                    </a:cubicBezTo>
                    <a:cubicBezTo>
                      <a:pt x="125" y="36"/>
                      <a:pt x="125" y="34"/>
                      <a:pt x="124" y="33"/>
                    </a:cubicBezTo>
                    <a:cubicBezTo>
                      <a:pt x="123" y="32"/>
                      <a:pt x="123" y="31"/>
                      <a:pt x="122" y="30"/>
                    </a:cubicBezTo>
                    <a:cubicBezTo>
                      <a:pt x="122" y="30"/>
                      <a:pt x="121" y="30"/>
                      <a:pt x="121" y="29"/>
                    </a:cubicBezTo>
                    <a:cubicBezTo>
                      <a:pt x="121" y="29"/>
                      <a:pt x="120" y="29"/>
                      <a:pt x="120" y="28"/>
                    </a:cubicBezTo>
                    <a:cubicBezTo>
                      <a:pt x="119" y="27"/>
                      <a:pt x="118" y="27"/>
                      <a:pt x="118" y="27"/>
                    </a:cubicBezTo>
                    <a:cubicBezTo>
                      <a:pt x="117" y="27"/>
                      <a:pt x="117" y="27"/>
                      <a:pt x="117" y="26"/>
                    </a:cubicBezTo>
                    <a:lnTo>
                      <a:pt x="117" y="27"/>
                    </a:lnTo>
                    <a:lnTo>
                      <a:pt x="118" y="27"/>
                    </a:lnTo>
                    <a:lnTo>
                      <a:pt x="117" y="27"/>
                    </a:lnTo>
                    <a:cubicBezTo>
                      <a:pt x="117" y="26"/>
                      <a:pt x="117" y="26"/>
                      <a:pt x="117" y="26"/>
                    </a:cubicBezTo>
                    <a:lnTo>
                      <a:pt x="117" y="27"/>
                    </a:lnTo>
                    <a:cubicBezTo>
                      <a:pt x="117" y="26"/>
                      <a:pt x="116" y="26"/>
                      <a:pt x="116" y="26"/>
                    </a:cubicBezTo>
                    <a:cubicBezTo>
                      <a:pt x="114" y="26"/>
                      <a:pt x="114" y="26"/>
                      <a:pt x="113" y="26"/>
                    </a:cubicBezTo>
                    <a:cubicBezTo>
                      <a:pt x="112" y="26"/>
                      <a:pt x="111" y="26"/>
                      <a:pt x="110" y="26"/>
                    </a:cubicBezTo>
                    <a:cubicBezTo>
                      <a:pt x="109" y="26"/>
                      <a:pt x="108" y="26"/>
                      <a:pt x="107" y="26"/>
                    </a:cubicBezTo>
                    <a:cubicBezTo>
                      <a:pt x="106" y="26"/>
                      <a:pt x="104" y="27"/>
                      <a:pt x="103" y="27"/>
                    </a:cubicBezTo>
                    <a:cubicBezTo>
                      <a:pt x="101" y="28"/>
                      <a:pt x="99" y="29"/>
                      <a:pt x="96" y="30"/>
                    </a:cubicBezTo>
                    <a:cubicBezTo>
                      <a:pt x="94" y="31"/>
                      <a:pt x="92" y="32"/>
                      <a:pt x="90" y="33"/>
                    </a:cubicBezTo>
                    <a:cubicBezTo>
                      <a:pt x="87" y="36"/>
                      <a:pt x="84" y="37"/>
                      <a:pt x="81" y="40"/>
                    </a:cubicBezTo>
                    <a:cubicBezTo>
                      <a:pt x="79" y="41"/>
                      <a:pt x="77" y="43"/>
                      <a:pt x="75" y="45"/>
                    </a:cubicBezTo>
                    <a:cubicBezTo>
                      <a:pt x="72" y="49"/>
                      <a:pt x="68" y="54"/>
                      <a:pt x="65" y="58"/>
                    </a:cubicBezTo>
                    <a:cubicBezTo>
                      <a:pt x="64" y="59"/>
                      <a:pt x="63" y="61"/>
                      <a:pt x="62" y="63"/>
                    </a:cubicBezTo>
                    <a:cubicBezTo>
                      <a:pt x="61" y="65"/>
                      <a:pt x="60" y="67"/>
                      <a:pt x="60" y="69"/>
                    </a:cubicBezTo>
                    <a:cubicBezTo>
                      <a:pt x="57" y="76"/>
                      <a:pt x="56" y="83"/>
                      <a:pt x="54" y="89"/>
                    </a:cubicBezTo>
                    <a:lnTo>
                      <a:pt x="54" y="88"/>
                    </a:lnTo>
                    <a:cubicBezTo>
                      <a:pt x="52" y="100"/>
                      <a:pt x="51" y="112"/>
                      <a:pt x="49" y="125"/>
                    </a:cubicBezTo>
                    <a:moveTo>
                      <a:pt x="18" y="206"/>
                    </a:moveTo>
                    <a:cubicBezTo>
                      <a:pt x="4" y="199"/>
                      <a:pt x="1" y="182"/>
                      <a:pt x="0" y="168"/>
                    </a:cubicBezTo>
                    <a:cubicBezTo>
                      <a:pt x="0" y="161"/>
                      <a:pt x="0" y="154"/>
                      <a:pt x="0" y="147"/>
                    </a:cubicBezTo>
                    <a:cubicBezTo>
                      <a:pt x="1" y="135"/>
                      <a:pt x="3" y="123"/>
                      <a:pt x="5" y="111"/>
                    </a:cubicBezTo>
                    <a:cubicBezTo>
                      <a:pt x="8" y="100"/>
                      <a:pt x="12" y="89"/>
                      <a:pt x="18" y="78"/>
                    </a:cubicBezTo>
                    <a:cubicBezTo>
                      <a:pt x="23" y="68"/>
                      <a:pt x="30" y="58"/>
                      <a:pt x="39" y="51"/>
                    </a:cubicBezTo>
                    <a:cubicBezTo>
                      <a:pt x="41" y="49"/>
                      <a:pt x="43" y="48"/>
                      <a:pt x="46" y="47"/>
                    </a:cubicBezTo>
                    <a:cubicBezTo>
                      <a:pt x="47" y="45"/>
                      <a:pt x="49" y="43"/>
                      <a:pt x="50" y="41"/>
                    </a:cubicBezTo>
                    <a:cubicBezTo>
                      <a:pt x="53" y="37"/>
                      <a:pt x="56" y="34"/>
                      <a:pt x="58" y="31"/>
                    </a:cubicBezTo>
                    <a:cubicBezTo>
                      <a:pt x="64" y="25"/>
                      <a:pt x="70" y="19"/>
                      <a:pt x="77" y="15"/>
                    </a:cubicBezTo>
                    <a:cubicBezTo>
                      <a:pt x="89" y="6"/>
                      <a:pt x="105" y="0"/>
                      <a:pt x="120" y="4"/>
                    </a:cubicBezTo>
                    <a:cubicBezTo>
                      <a:pt x="128" y="5"/>
                      <a:pt x="134" y="9"/>
                      <a:pt x="139" y="15"/>
                    </a:cubicBezTo>
                    <a:cubicBezTo>
                      <a:pt x="144" y="20"/>
                      <a:pt x="148" y="28"/>
                      <a:pt x="150" y="35"/>
                    </a:cubicBezTo>
                    <a:cubicBezTo>
                      <a:pt x="152" y="42"/>
                      <a:pt x="152" y="50"/>
                      <a:pt x="151" y="57"/>
                    </a:cubicBezTo>
                    <a:cubicBezTo>
                      <a:pt x="151" y="66"/>
                      <a:pt x="148" y="75"/>
                      <a:pt x="145" y="83"/>
                    </a:cubicBezTo>
                    <a:cubicBezTo>
                      <a:pt x="141" y="94"/>
                      <a:pt x="135" y="105"/>
                      <a:pt x="130" y="115"/>
                    </a:cubicBezTo>
                    <a:cubicBezTo>
                      <a:pt x="127" y="121"/>
                      <a:pt x="124" y="126"/>
                      <a:pt x="121" y="131"/>
                    </a:cubicBezTo>
                    <a:cubicBezTo>
                      <a:pt x="117" y="137"/>
                      <a:pt x="113" y="143"/>
                      <a:pt x="109" y="148"/>
                    </a:cubicBezTo>
                    <a:cubicBezTo>
                      <a:pt x="105" y="154"/>
                      <a:pt x="100" y="160"/>
                      <a:pt x="96" y="165"/>
                    </a:cubicBezTo>
                    <a:cubicBezTo>
                      <a:pt x="92" y="171"/>
                      <a:pt x="86" y="177"/>
                      <a:pt x="81" y="182"/>
                    </a:cubicBezTo>
                    <a:cubicBezTo>
                      <a:pt x="75" y="189"/>
                      <a:pt x="68" y="195"/>
                      <a:pt x="61" y="199"/>
                    </a:cubicBezTo>
                    <a:cubicBezTo>
                      <a:pt x="54" y="205"/>
                      <a:pt x="43" y="209"/>
                      <a:pt x="33" y="209"/>
                    </a:cubicBezTo>
                    <a:cubicBezTo>
                      <a:pt x="28" y="209"/>
                      <a:pt x="23" y="209"/>
                      <a:pt x="18" y="20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" name="Google Shape;490;p5"/>
              <p:cNvSpPr/>
              <p:nvPr/>
            </p:nvSpPr>
            <p:spPr>
              <a:xfrm>
                <a:off x="461520" y="687600"/>
                <a:ext cx="39960" cy="115560"/>
              </a:xfrm>
              <a:custGeom>
                <a:avLst/>
                <a:gdLst/>
                <a:ahLst/>
                <a:cxnLst/>
                <a:rect l="l" t="t" r="r" b="b"/>
                <a:pathLst>
                  <a:path w="111" h="321" extrusionOk="0">
                    <a:moveTo>
                      <a:pt x="32" y="314"/>
                    </a:moveTo>
                    <a:cubicBezTo>
                      <a:pt x="28" y="307"/>
                      <a:pt x="24" y="301"/>
                      <a:pt x="21" y="294"/>
                    </a:cubicBezTo>
                    <a:cubicBezTo>
                      <a:pt x="17" y="286"/>
                      <a:pt x="13" y="277"/>
                      <a:pt x="10" y="269"/>
                    </a:cubicBezTo>
                    <a:cubicBezTo>
                      <a:pt x="4" y="252"/>
                      <a:pt x="2" y="235"/>
                      <a:pt x="1" y="218"/>
                    </a:cubicBezTo>
                    <a:cubicBezTo>
                      <a:pt x="0" y="200"/>
                      <a:pt x="0" y="181"/>
                      <a:pt x="3" y="164"/>
                    </a:cubicBezTo>
                    <a:cubicBezTo>
                      <a:pt x="5" y="146"/>
                      <a:pt x="10" y="129"/>
                      <a:pt x="16" y="112"/>
                    </a:cubicBezTo>
                    <a:cubicBezTo>
                      <a:pt x="22" y="96"/>
                      <a:pt x="30" y="80"/>
                      <a:pt x="38" y="65"/>
                    </a:cubicBezTo>
                    <a:cubicBezTo>
                      <a:pt x="48" y="49"/>
                      <a:pt x="59" y="33"/>
                      <a:pt x="72" y="19"/>
                    </a:cubicBezTo>
                    <a:cubicBezTo>
                      <a:pt x="77" y="14"/>
                      <a:pt x="82" y="9"/>
                      <a:pt x="87" y="4"/>
                    </a:cubicBezTo>
                    <a:cubicBezTo>
                      <a:pt x="92" y="0"/>
                      <a:pt x="100" y="0"/>
                      <a:pt x="105" y="4"/>
                    </a:cubicBezTo>
                    <a:cubicBezTo>
                      <a:pt x="110" y="10"/>
                      <a:pt x="109" y="19"/>
                      <a:pt x="103" y="23"/>
                    </a:cubicBezTo>
                    <a:cubicBezTo>
                      <a:pt x="102" y="24"/>
                      <a:pt x="101" y="25"/>
                      <a:pt x="99" y="26"/>
                    </a:cubicBezTo>
                    <a:cubicBezTo>
                      <a:pt x="93" y="32"/>
                      <a:pt x="87" y="38"/>
                      <a:pt x="81" y="44"/>
                    </a:cubicBezTo>
                    <a:lnTo>
                      <a:pt x="82" y="44"/>
                    </a:lnTo>
                    <a:cubicBezTo>
                      <a:pt x="77" y="50"/>
                      <a:pt x="72" y="56"/>
                      <a:pt x="67" y="62"/>
                    </a:cubicBezTo>
                    <a:cubicBezTo>
                      <a:pt x="60" y="72"/>
                      <a:pt x="54" y="83"/>
                      <a:pt x="48" y="95"/>
                    </a:cubicBezTo>
                    <a:cubicBezTo>
                      <a:pt x="43" y="105"/>
                      <a:pt x="38" y="116"/>
                      <a:pt x="34" y="127"/>
                    </a:cubicBezTo>
                    <a:cubicBezTo>
                      <a:pt x="31" y="136"/>
                      <a:pt x="28" y="145"/>
                      <a:pt x="26" y="155"/>
                    </a:cubicBezTo>
                    <a:cubicBezTo>
                      <a:pt x="24" y="164"/>
                      <a:pt x="23" y="173"/>
                      <a:pt x="22" y="182"/>
                    </a:cubicBezTo>
                    <a:cubicBezTo>
                      <a:pt x="21" y="192"/>
                      <a:pt x="21" y="203"/>
                      <a:pt x="22" y="213"/>
                    </a:cubicBezTo>
                    <a:cubicBezTo>
                      <a:pt x="22" y="214"/>
                      <a:pt x="22" y="214"/>
                      <a:pt x="22" y="215"/>
                    </a:cubicBezTo>
                    <a:lnTo>
                      <a:pt x="22" y="214"/>
                    </a:lnTo>
                    <a:cubicBezTo>
                      <a:pt x="23" y="224"/>
                      <a:pt x="24" y="233"/>
                      <a:pt x="25" y="243"/>
                    </a:cubicBezTo>
                    <a:cubicBezTo>
                      <a:pt x="26" y="248"/>
                      <a:pt x="27" y="252"/>
                      <a:pt x="29" y="257"/>
                    </a:cubicBezTo>
                    <a:cubicBezTo>
                      <a:pt x="32" y="266"/>
                      <a:pt x="36" y="275"/>
                      <a:pt x="41" y="284"/>
                    </a:cubicBezTo>
                    <a:cubicBezTo>
                      <a:pt x="40" y="283"/>
                      <a:pt x="40" y="283"/>
                      <a:pt x="40" y="283"/>
                    </a:cubicBezTo>
                    <a:cubicBezTo>
                      <a:pt x="43" y="290"/>
                      <a:pt x="47" y="297"/>
                      <a:pt x="51" y="304"/>
                    </a:cubicBezTo>
                    <a:cubicBezTo>
                      <a:pt x="54" y="309"/>
                      <a:pt x="52" y="315"/>
                      <a:pt x="46" y="318"/>
                    </a:cubicBezTo>
                    <a:cubicBezTo>
                      <a:pt x="45" y="319"/>
                      <a:pt x="43" y="320"/>
                      <a:pt x="41" y="320"/>
                    </a:cubicBezTo>
                    <a:cubicBezTo>
                      <a:pt x="38" y="320"/>
                      <a:pt x="34" y="318"/>
                      <a:pt x="32" y="3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" name="Google Shape;491;p5"/>
              <p:cNvSpPr/>
              <p:nvPr/>
            </p:nvSpPr>
            <p:spPr>
              <a:xfrm>
                <a:off x="502920" y="718560"/>
                <a:ext cx="29520" cy="51840"/>
              </a:xfrm>
              <a:custGeom>
                <a:avLst/>
                <a:gdLst/>
                <a:ahLst/>
                <a:cxnLst/>
                <a:rect l="l" t="t" r="r" b="b"/>
                <a:pathLst>
                  <a:path w="82" h="144" extrusionOk="0">
                    <a:moveTo>
                      <a:pt x="60" y="140"/>
                    </a:moveTo>
                    <a:cubicBezTo>
                      <a:pt x="53" y="132"/>
                      <a:pt x="46" y="123"/>
                      <a:pt x="39" y="114"/>
                    </a:cubicBezTo>
                    <a:cubicBezTo>
                      <a:pt x="34" y="106"/>
                      <a:pt x="29" y="98"/>
                      <a:pt x="24" y="90"/>
                    </a:cubicBezTo>
                    <a:cubicBezTo>
                      <a:pt x="19" y="83"/>
                      <a:pt x="15" y="75"/>
                      <a:pt x="11" y="67"/>
                    </a:cubicBezTo>
                    <a:cubicBezTo>
                      <a:pt x="5" y="56"/>
                      <a:pt x="1" y="45"/>
                      <a:pt x="0" y="32"/>
                    </a:cubicBezTo>
                    <a:cubicBezTo>
                      <a:pt x="0" y="27"/>
                      <a:pt x="0" y="21"/>
                      <a:pt x="2" y="16"/>
                    </a:cubicBezTo>
                    <a:cubicBezTo>
                      <a:pt x="3" y="13"/>
                      <a:pt x="4" y="10"/>
                      <a:pt x="6" y="8"/>
                    </a:cubicBezTo>
                    <a:cubicBezTo>
                      <a:pt x="9" y="2"/>
                      <a:pt x="17" y="0"/>
                      <a:pt x="23" y="3"/>
                    </a:cubicBezTo>
                    <a:cubicBezTo>
                      <a:pt x="29" y="7"/>
                      <a:pt x="31" y="15"/>
                      <a:pt x="27" y="21"/>
                    </a:cubicBezTo>
                    <a:cubicBezTo>
                      <a:pt x="26" y="22"/>
                      <a:pt x="26" y="23"/>
                      <a:pt x="25" y="25"/>
                    </a:cubicBezTo>
                    <a:lnTo>
                      <a:pt x="25" y="26"/>
                    </a:lnTo>
                    <a:cubicBezTo>
                      <a:pt x="25" y="28"/>
                      <a:pt x="25" y="30"/>
                      <a:pt x="25" y="32"/>
                    </a:cubicBezTo>
                    <a:cubicBezTo>
                      <a:pt x="25" y="34"/>
                      <a:pt x="25" y="36"/>
                      <a:pt x="25" y="38"/>
                    </a:cubicBezTo>
                    <a:cubicBezTo>
                      <a:pt x="26" y="41"/>
                      <a:pt x="26" y="44"/>
                      <a:pt x="27" y="46"/>
                    </a:cubicBezTo>
                    <a:cubicBezTo>
                      <a:pt x="29" y="50"/>
                      <a:pt x="30" y="53"/>
                      <a:pt x="32" y="56"/>
                    </a:cubicBezTo>
                    <a:cubicBezTo>
                      <a:pt x="35" y="63"/>
                      <a:pt x="39" y="70"/>
                      <a:pt x="42" y="76"/>
                    </a:cubicBezTo>
                    <a:cubicBezTo>
                      <a:pt x="46" y="82"/>
                      <a:pt x="49" y="88"/>
                      <a:pt x="53" y="94"/>
                    </a:cubicBezTo>
                    <a:cubicBezTo>
                      <a:pt x="57" y="100"/>
                      <a:pt x="61" y="106"/>
                      <a:pt x="67" y="112"/>
                    </a:cubicBezTo>
                    <a:cubicBezTo>
                      <a:pt x="70" y="116"/>
                      <a:pt x="73" y="120"/>
                      <a:pt x="76" y="123"/>
                    </a:cubicBezTo>
                    <a:cubicBezTo>
                      <a:pt x="81" y="128"/>
                      <a:pt x="81" y="136"/>
                      <a:pt x="76" y="140"/>
                    </a:cubicBezTo>
                    <a:cubicBezTo>
                      <a:pt x="74" y="142"/>
                      <a:pt x="71" y="143"/>
                      <a:pt x="68" y="143"/>
                    </a:cubicBezTo>
                    <a:cubicBezTo>
                      <a:pt x="65" y="143"/>
                      <a:pt x="62" y="142"/>
                      <a:pt x="60" y="1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" name="Google Shape;492;p5"/>
              <p:cNvSpPr/>
              <p:nvPr/>
            </p:nvSpPr>
            <p:spPr>
              <a:xfrm>
                <a:off x="501840" y="724680"/>
                <a:ext cx="57600" cy="55440"/>
              </a:xfrm>
              <a:custGeom>
                <a:avLst/>
                <a:gdLst/>
                <a:ahLst/>
                <a:cxnLst/>
                <a:rect l="l" t="t" r="r" b="b"/>
                <a:pathLst>
                  <a:path w="160" h="154" extrusionOk="0">
                    <a:moveTo>
                      <a:pt x="8" y="151"/>
                    </a:moveTo>
                    <a:cubicBezTo>
                      <a:pt x="2" y="148"/>
                      <a:pt x="0" y="140"/>
                      <a:pt x="4" y="135"/>
                    </a:cubicBezTo>
                    <a:cubicBezTo>
                      <a:pt x="11" y="124"/>
                      <a:pt x="18" y="113"/>
                      <a:pt x="26" y="103"/>
                    </a:cubicBezTo>
                    <a:cubicBezTo>
                      <a:pt x="33" y="93"/>
                      <a:pt x="40" y="83"/>
                      <a:pt x="47" y="74"/>
                    </a:cubicBezTo>
                    <a:cubicBezTo>
                      <a:pt x="55" y="64"/>
                      <a:pt x="63" y="54"/>
                      <a:pt x="71" y="44"/>
                    </a:cubicBezTo>
                    <a:cubicBezTo>
                      <a:pt x="82" y="32"/>
                      <a:pt x="93" y="21"/>
                      <a:pt x="106" y="12"/>
                    </a:cubicBezTo>
                    <a:cubicBezTo>
                      <a:pt x="113" y="8"/>
                      <a:pt x="119" y="4"/>
                      <a:pt x="126" y="3"/>
                    </a:cubicBezTo>
                    <a:cubicBezTo>
                      <a:pt x="133" y="1"/>
                      <a:pt x="140" y="0"/>
                      <a:pt x="147" y="1"/>
                    </a:cubicBezTo>
                    <a:cubicBezTo>
                      <a:pt x="154" y="2"/>
                      <a:pt x="159" y="8"/>
                      <a:pt x="158" y="15"/>
                    </a:cubicBezTo>
                    <a:cubicBezTo>
                      <a:pt x="157" y="22"/>
                      <a:pt x="151" y="27"/>
                      <a:pt x="144" y="26"/>
                    </a:cubicBezTo>
                    <a:cubicBezTo>
                      <a:pt x="142" y="26"/>
                      <a:pt x="141" y="25"/>
                      <a:pt x="139" y="25"/>
                    </a:cubicBezTo>
                    <a:cubicBezTo>
                      <a:pt x="138" y="25"/>
                      <a:pt x="138" y="25"/>
                      <a:pt x="137" y="25"/>
                    </a:cubicBezTo>
                    <a:cubicBezTo>
                      <a:pt x="135" y="25"/>
                      <a:pt x="133" y="26"/>
                      <a:pt x="131" y="26"/>
                    </a:cubicBezTo>
                    <a:lnTo>
                      <a:pt x="130" y="27"/>
                    </a:lnTo>
                    <a:cubicBezTo>
                      <a:pt x="128" y="27"/>
                      <a:pt x="127" y="27"/>
                      <a:pt x="126" y="28"/>
                    </a:cubicBezTo>
                    <a:cubicBezTo>
                      <a:pt x="125" y="28"/>
                      <a:pt x="124" y="29"/>
                      <a:pt x="122" y="30"/>
                    </a:cubicBezTo>
                    <a:cubicBezTo>
                      <a:pt x="117" y="34"/>
                      <a:pt x="113" y="37"/>
                      <a:pt x="108" y="41"/>
                    </a:cubicBezTo>
                    <a:cubicBezTo>
                      <a:pt x="101" y="47"/>
                      <a:pt x="94" y="53"/>
                      <a:pt x="88" y="60"/>
                    </a:cubicBezTo>
                    <a:cubicBezTo>
                      <a:pt x="81" y="68"/>
                      <a:pt x="74" y="75"/>
                      <a:pt x="68" y="83"/>
                    </a:cubicBezTo>
                    <a:cubicBezTo>
                      <a:pt x="61" y="92"/>
                      <a:pt x="55" y="101"/>
                      <a:pt x="49" y="109"/>
                    </a:cubicBezTo>
                    <a:cubicBezTo>
                      <a:pt x="40" y="121"/>
                      <a:pt x="32" y="134"/>
                      <a:pt x="24" y="147"/>
                    </a:cubicBezTo>
                    <a:cubicBezTo>
                      <a:pt x="22" y="151"/>
                      <a:pt x="18" y="153"/>
                      <a:pt x="14" y="153"/>
                    </a:cubicBezTo>
                    <a:cubicBezTo>
                      <a:pt x="11" y="153"/>
                      <a:pt x="10" y="152"/>
                      <a:pt x="8" y="1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" name="Google Shape;493;p5"/>
              <p:cNvSpPr/>
              <p:nvPr/>
            </p:nvSpPr>
            <p:spPr>
              <a:xfrm>
                <a:off x="563400" y="737640"/>
                <a:ext cx="43560" cy="1476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41" extrusionOk="0">
                    <a:moveTo>
                      <a:pt x="105" y="40"/>
                    </a:moveTo>
                    <a:cubicBezTo>
                      <a:pt x="89" y="38"/>
                      <a:pt x="73" y="37"/>
                      <a:pt x="56" y="34"/>
                    </a:cubicBezTo>
                    <a:cubicBezTo>
                      <a:pt x="49" y="33"/>
                      <a:pt x="42" y="32"/>
                      <a:pt x="34" y="31"/>
                    </a:cubicBezTo>
                    <a:cubicBezTo>
                      <a:pt x="27" y="29"/>
                      <a:pt x="19" y="28"/>
                      <a:pt x="12" y="27"/>
                    </a:cubicBezTo>
                    <a:cubicBezTo>
                      <a:pt x="5" y="25"/>
                      <a:pt x="0" y="20"/>
                      <a:pt x="0" y="14"/>
                    </a:cubicBezTo>
                    <a:cubicBezTo>
                      <a:pt x="0" y="7"/>
                      <a:pt x="7" y="0"/>
                      <a:pt x="15" y="2"/>
                    </a:cubicBezTo>
                    <a:cubicBezTo>
                      <a:pt x="21" y="3"/>
                      <a:pt x="27" y="4"/>
                      <a:pt x="33" y="6"/>
                    </a:cubicBezTo>
                    <a:cubicBezTo>
                      <a:pt x="58" y="10"/>
                      <a:pt x="83" y="14"/>
                      <a:pt x="109" y="16"/>
                    </a:cubicBezTo>
                    <a:cubicBezTo>
                      <a:pt x="115" y="17"/>
                      <a:pt x="120" y="24"/>
                      <a:pt x="119" y="30"/>
                    </a:cubicBezTo>
                    <a:cubicBezTo>
                      <a:pt x="118" y="36"/>
                      <a:pt x="112" y="40"/>
                      <a:pt x="107" y="40"/>
                    </a:cubicBezTo>
                    <a:cubicBezTo>
                      <a:pt x="106" y="40"/>
                      <a:pt x="106" y="40"/>
                      <a:pt x="105" y="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" name="Google Shape;494;p5"/>
              <p:cNvSpPr/>
              <p:nvPr/>
            </p:nvSpPr>
            <p:spPr>
              <a:xfrm>
                <a:off x="583560" y="721080"/>
                <a:ext cx="19080" cy="39240"/>
              </a:xfrm>
              <a:custGeom>
                <a:avLst/>
                <a:gdLst/>
                <a:ahLst/>
                <a:cxnLst/>
                <a:rect l="l" t="t" r="r" b="b"/>
                <a:pathLst>
                  <a:path w="53" h="109" extrusionOk="0">
                    <a:moveTo>
                      <a:pt x="12" y="108"/>
                    </a:moveTo>
                    <a:cubicBezTo>
                      <a:pt x="6" y="108"/>
                      <a:pt x="0" y="103"/>
                      <a:pt x="1" y="97"/>
                    </a:cubicBezTo>
                    <a:cubicBezTo>
                      <a:pt x="2" y="81"/>
                      <a:pt x="3" y="66"/>
                      <a:pt x="6" y="51"/>
                    </a:cubicBezTo>
                    <a:cubicBezTo>
                      <a:pt x="8" y="39"/>
                      <a:pt x="13" y="27"/>
                      <a:pt x="18" y="17"/>
                    </a:cubicBezTo>
                    <a:cubicBezTo>
                      <a:pt x="23" y="9"/>
                      <a:pt x="30" y="0"/>
                      <a:pt x="39" y="2"/>
                    </a:cubicBezTo>
                    <a:cubicBezTo>
                      <a:pt x="47" y="3"/>
                      <a:pt x="52" y="11"/>
                      <a:pt x="50" y="18"/>
                    </a:cubicBezTo>
                    <a:cubicBezTo>
                      <a:pt x="49" y="23"/>
                      <a:pt x="45" y="25"/>
                      <a:pt x="41" y="27"/>
                    </a:cubicBezTo>
                    <a:cubicBezTo>
                      <a:pt x="41" y="27"/>
                      <a:pt x="40" y="28"/>
                      <a:pt x="39" y="29"/>
                    </a:cubicBezTo>
                    <a:cubicBezTo>
                      <a:pt x="40" y="28"/>
                      <a:pt x="40" y="28"/>
                      <a:pt x="41" y="27"/>
                    </a:cubicBezTo>
                    <a:cubicBezTo>
                      <a:pt x="39" y="30"/>
                      <a:pt x="38" y="31"/>
                      <a:pt x="37" y="33"/>
                    </a:cubicBezTo>
                    <a:cubicBezTo>
                      <a:pt x="35" y="37"/>
                      <a:pt x="34" y="41"/>
                      <a:pt x="32" y="44"/>
                    </a:cubicBezTo>
                    <a:cubicBezTo>
                      <a:pt x="31" y="49"/>
                      <a:pt x="30" y="53"/>
                      <a:pt x="28" y="58"/>
                    </a:cubicBezTo>
                    <a:cubicBezTo>
                      <a:pt x="26" y="69"/>
                      <a:pt x="25" y="80"/>
                      <a:pt x="24" y="91"/>
                    </a:cubicBezTo>
                    <a:lnTo>
                      <a:pt x="24" y="90"/>
                    </a:lnTo>
                    <a:cubicBezTo>
                      <a:pt x="24" y="92"/>
                      <a:pt x="24" y="95"/>
                      <a:pt x="24" y="97"/>
                    </a:cubicBezTo>
                    <a:cubicBezTo>
                      <a:pt x="23" y="103"/>
                      <a:pt x="19" y="108"/>
                      <a:pt x="12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" name="Google Shape;495;p5"/>
              <p:cNvSpPr/>
              <p:nvPr/>
            </p:nvSpPr>
            <p:spPr>
              <a:xfrm>
                <a:off x="636120" y="708480"/>
                <a:ext cx="38160" cy="76320"/>
              </a:xfrm>
              <a:custGeom>
                <a:avLst/>
                <a:gdLst/>
                <a:ahLst/>
                <a:cxnLst/>
                <a:rect l="l" t="t" r="r" b="b"/>
                <a:pathLst>
                  <a:path w="106" h="212" extrusionOk="0">
                    <a:moveTo>
                      <a:pt x="16" y="202"/>
                    </a:moveTo>
                    <a:cubicBezTo>
                      <a:pt x="14" y="195"/>
                      <a:pt x="18" y="188"/>
                      <a:pt x="25" y="186"/>
                    </a:cubicBezTo>
                    <a:cubicBezTo>
                      <a:pt x="26" y="186"/>
                      <a:pt x="27" y="186"/>
                      <a:pt x="28" y="186"/>
                    </a:cubicBezTo>
                    <a:cubicBezTo>
                      <a:pt x="29" y="185"/>
                      <a:pt x="30" y="185"/>
                      <a:pt x="31" y="185"/>
                    </a:cubicBezTo>
                    <a:cubicBezTo>
                      <a:pt x="34" y="183"/>
                      <a:pt x="37" y="182"/>
                      <a:pt x="40" y="181"/>
                    </a:cubicBezTo>
                    <a:cubicBezTo>
                      <a:pt x="46" y="178"/>
                      <a:pt x="51" y="175"/>
                      <a:pt x="57" y="172"/>
                    </a:cubicBezTo>
                    <a:cubicBezTo>
                      <a:pt x="60" y="170"/>
                      <a:pt x="61" y="169"/>
                      <a:pt x="63" y="168"/>
                    </a:cubicBezTo>
                    <a:cubicBezTo>
                      <a:pt x="64" y="166"/>
                      <a:pt x="65" y="165"/>
                      <a:pt x="67" y="164"/>
                    </a:cubicBezTo>
                    <a:cubicBezTo>
                      <a:pt x="68" y="163"/>
                      <a:pt x="69" y="161"/>
                      <a:pt x="70" y="160"/>
                    </a:cubicBezTo>
                    <a:cubicBezTo>
                      <a:pt x="72" y="157"/>
                      <a:pt x="74" y="153"/>
                      <a:pt x="76" y="150"/>
                    </a:cubicBezTo>
                    <a:cubicBezTo>
                      <a:pt x="77" y="148"/>
                      <a:pt x="78" y="146"/>
                      <a:pt x="79" y="144"/>
                    </a:cubicBezTo>
                    <a:cubicBezTo>
                      <a:pt x="79" y="142"/>
                      <a:pt x="80" y="140"/>
                      <a:pt x="81" y="139"/>
                    </a:cubicBezTo>
                    <a:cubicBezTo>
                      <a:pt x="81" y="137"/>
                      <a:pt x="81" y="136"/>
                      <a:pt x="81" y="134"/>
                    </a:cubicBezTo>
                    <a:cubicBezTo>
                      <a:pt x="81" y="133"/>
                      <a:pt x="81" y="132"/>
                      <a:pt x="81" y="130"/>
                    </a:cubicBezTo>
                    <a:cubicBezTo>
                      <a:pt x="81" y="130"/>
                      <a:pt x="81" y="131"/>
                      <a:pt x="81" y="132"/>
                    </a:cubicBezTo>
                    <a:cubicBezTo>
                      <a:pt x="81" y="127"/>
                      <a:pt x="80" y="122"/>
                      <a:pt x="79" y="118"/>
                    </a:cubicBezTo>
                    <a:cubicBezTo>
                      <a:pt x="79" y="115"/>
                      <a:pt x="78" y="112"/>
                      <a:pt x="77" y="109"/>
                    </a:cubicBezTo>
                    <a:cubicBezTo>
                      <a:pt x="76" y="108"/>
                      <a:pt x="76" y="106"/>
                      <a:pt x="75" y="105"/>
                    </a:cubicBezTo>
                    <a:cubicBezTo>
                      <a:pt x="75" y="104"/>
                      <a:pt x="74" y="102"/>
                      <a:pt x="73" y="101"/>
                    </a:cubicBezTo>
                    <a:cubicBezTo>
                      <a:pt x="73" y="100"/>
                      <a:pt x="72" y="99"/>
                      <a:pt x="72" y="99"/>
                    </a:cubicBezTo>
                    <a:cubicBezTo>
                      <a:pt x="71" y="98"/>
                      <a:pt x="71" y="98"/>
                      <a:pt x="70" y="97"/>
                    </a:cubicBezTo>
                    <a:cubicBezTo>
                      <a:pt x="70" y="97"/>
                      <a:pt x="69" y="97"/>
                      <a:pt x="69" y="96"/>
                    </a:cubicBezTo>
                    <a:cubicBezTo>
                      <a:pt x="69" y="97"/>
                      <a:pt x="69" y="97"/>
                      <a:pt x="69" y="97"/>
                    </a:cubicBezTo>
                    <a:lnTo>
                      <a:pt x="70" y="97"/>
                    </a:lnTo>
                    <a:lnTo>
                      <a:pt x="69" y="97"/>
                    </a:lnTo>
                    <a:cubicBezTo>
                      <a:pt x="70" y="97"/>
                      <a:pt x="70" y="97"/>
                      <a:pt x="71" y="97"/>
                    </a:cubicBezTo>
                    <a:cubicBezTo>
                      <a:pt x="70" y="97"/>
                      <a:pt x="70" y="97"/>
                      <a:pt x="69" y="97"/>
                    </a:cubicBezTo>
                    <a:cubicBezTo>
                      <a:pt x="69" y="96"/>
                      <a:pt x="68" y="95"/>
                      <a:pt x="68" y="95"/>
                    </a:cubicBezTo>
                    <a:cubicBezTo>
                      <a:pt x="66" y="94"/>
                      <a:pt x="64" y="94"/>
                      <a:pt x="63" y="93"/>
                    </a:cubicBezTo>
                    <a:cubicBezTo>
                      <a:pt x="61" y="93"/>
                      <a:pt x="60" y="92"/>
                      <a:pt x="58" y="92"/>
                    </a:cubicBezTo>
                    <a:cubicBezTo>
                      <a:pt x="56" y="91"/>
                      <a:pt x="54" y="91"/>
                      <a:pt x="52" y="91"/>
                    </a:cubicBezTo>
                    <a:cubicBezTo>
                      <a:pt x="51" y="91"/>
                      <a:pt x="50" y="91"/>
                      <a:pt x="49" y="91"/>
                    </a:cubicBezTo>
                    <a:cubicBezTo>
                      <a:pt x="48" y="91"/>
                      <a:pt x="47" y="91"/>
                      <a:pt x="46" y="91"/>
                    </a:cubicBezTo>
                    <a:cubicBezTo>
                      <a:pt x="45" y="91"/>
                      <a:pt x="44" y="91"/>
                      <a:pt x="44" y="92"/>
                    </a:cubicBezTo>
                    <a:cubicBezTo>
                      <a:pt x="43" y="92"/>
                      <a:pt x="43" y="92"/>
                      <a:pt x="43" y="92"/>
                    </a:cubicBezTo>
                    <a:cubicBezTo>
                      <a:pt x="41" y="94"/>
                      <a:pt x="40" y="95"/>
                      <a:pt x="39" y="97"/>
                    </a:cubicBezTo>
                    <a:cubicBezTo>
                      <a:pt x="36" y="99"/>
                      <a:pt x="34" y="102"/>
                      <a:pt x="30" y="105"/>
                    </a:cubicBezTo>
                    <a:cubicBezTo>
                      <a:pt x="26" y="108"/>
                      <a:pt x="20" y="109"/>
                      <a:pt x="15" y="106"/>
                    </a:cubicBezTo>
                    <a:cubicBezTo>
                      <a:pt x="9" y="103"/>
                      <a:pt x="7" y="96"/>
                      <a:pt x="9" y="90"/>
                    </a:cubicBezTo>
                    <a:cubicBezTo>
                      <a:pt x="11" y="84"/>
                      <a:pt x="15" y="81"/>
                      <a:pt x="19" y="77"/>
                    </a:cubicBezTo>
                    <a:cubicBezTo>
                      <a:pt x="21" y="76"/>
                      <a:pt x="24" y="74"/>
                      <a:pt x="27" y="73"/>
                    </a:cubicBezTo>
                    <a:cubicBezTo>
                      <a:pt x="31" y="69"/>
                      <a:pt x="34" y="64"/>
                      <a:pt x="37" y="59"/>
                    </a:cubicBezTo>
                    <a:lnTo>
                      <a:pt x="37" y="60"/>
                    </a:lnTo>
                    <a:cubicBezTo>
                      <a:pt x="38" y="58"/>
                      <a:pt x="39" y="56"/>
                      <a:pt x="40" y="54"/>
                    </a:cubicBezTo>
                    <a:cubicBezTo>
                      <a:pt x="44" y="48"/>
                      <a:pt x="47" y="42"/>
                      <a:pt x="49" y="35"/>
                    </a:cubicBezTo>
                    <a:cubicBezTo>
                      <a:pt x="50" y="34"/>
                      <a:pt x="50" y="31"/>
                      <a:pt x="51" y="30"/>
                    </a:cubicBezTo>
                    <a:cubicBezTo>
                      <a:pt x="51" y="29"/>
                      <a:pt x="51" y="28"/>
                      <a:pt x="51" y="27"/>
                    </a:cubicBezTo>
                    <a:cubicBezTo>
                      <a:pt x="47" y="30"/>
                      <a:pt x="43" y="34"/>
                      <a:pt x="40" y="38"/>
                    </a:cubicBezTo>
                    <a:cubicBezTo>
                      <a:pt x="36" y="42"/>
                      <a:pt x="32" y="47"/>
                      <a:pt x="29" y="52"/>
                    </a:cubicBezTo>
                    <a:cubicBezTo>
                      <a:pt x="27" y="53"/>
                      <a:pt x="27" y="55"/>
                      <a:pt x="26" y="57"/>
                    </a:cubicBezTo>
                    <a:cubicBezTo>
                      <a:pt x="26" y="56"/>
                      <a:pt x="26" y="56"/>
                      <a:pt x="26" y="55"/>
                    </a:cubicBezTo>
                    <a:cubicBezTo>
                      <a:pt x="26" y="56"/>
                      <a:pt x="26" y="57"/>
                      <a:pt x="25" y="58"/>
                    </a:cubicBezTo>
                    <a:cubicBezTo>
                      <a:pt x="26" y="64"/>
                      <a:pt x="20" y="70"/>
                      <a:pt x="14" y="70"/>
                    </a:cubicBezTo>
                    <a:cubicBezTo>
                      <a:pt x="14" y="70"/>
                      <a:pt x="13" y="70"/>
                      <a:pt x="12" y="70"/>
                    </a:cubicBezTo>
                    <a:cubicBezTo>
                      <a:pt x="8" y="70"/>
                      <a:pt x="4" y="69"/>
                      <a:pt x="2" y="64"/>
                    </a:cubicBezTo>
                    <a:cubicBezTo>
                      <a:pt x="0" y="60"/>
                      <a:pt x="0" y="56"/>
                      <a:pt x="1" y="52"/>
                    </a:cubicBezTo>
                    <a:cubicBezTo>
                      <a:pt x="2" y="47"/>
                      <a:pt x="7" y="42"/>
                      <a:pt x="9" y="37"/>
                    </a:cubicBezTo>
                    <a:cubicBezTo>
                      <a:pt x="12" y="34"/>
                      <a:pt x="16" y="30"/>
                      <a:pt x="19" y="26"/>
                    </a:cubicBezTo>
                    <a:cubicBezTo>
                      <a:pt x="22" y="22"/>
                      <a:pt x="26" y="18"/>
                      <a:pt x="29" y="14"/>
                    </a:cubicBezTo>
                    <a:cubicBezTo>
                      <a:pt x="32" y="12"/>
                      <a:pt x="34" y="9"/>
                      <a:pt x="37" y="6"/>
                    </a:cubicBezTo>
                    <a:cubicBezTo>
                      <a:pt x="40" y="5"/>
                      <a:pt x="42" y="3"/>
                      <a:pt x="44" y="2"/>
                    </a:cubicBezTo>
                    <a:cubicBezTo>
                      <a:pt x="46" y="2"/>
                      <a:pt x="47" y="1"/>
                      <a:pt x="48" y="1"/>
                    </a:cubicBezTo>
                    <a:cubicBezTo>
                      <a:pt x="50" y="0"/>
                      <a:pt x="51" y="0"/>
                      <a:pt x="53" y="0"/>
                    </a:cubicBezTo>
                    <a:cubicBezTo>
                      <a:pt x="58" y="0"/>
                      <a:pt x="64" y="3"/>
                      <a:pt x="68" y="7"/>
                    </a:cubicBezTo>
                    <a:cubicBezTo>
                      <a:pt x="69" y="9"/>
                      <a:pt x="71" y="11"/>
                      <a:pt x="72" y="14"/>
                    </a:cubicBezTo>
                    <a:cubicBezTo>
                      <a:pt x="74" y="17"/>
                      <a:pt x="74" y="19"/>
                      <a:pt x="75" y="23"/>
                    </a:cubicBezTo>
                    <a:cubicBezTo>
                      <a:pt x="76" y="28"/>
                      <a:pt x="74" y="35"/>
                      <a:pt x="72" y="41"/>
                    </a:cubicBezTo>
                    <a:cubicBezTo>
                      <a:pt x="70" y="46"/>
                      <a:pt x="68" y="52"/>
                      <a:pt x="65" y="57"/>
                    </a:cubicBezTo>
                    <a:cubicBezTo>
                      <a:pt x="63" y="60"/>
                      <a:pt x="61" y="65"/>
                      <a:pt x="60" y="68"/>
                    </a:cubicBezTo>
                    <a:cubicBezTo>
                      <a:pt x="65" y="69"/>
                      <a:pt x="71" y="71"/>
                      <a:pt x="76" y="73"/>
                    </a:cubicBezTo>
                    <a:cubicBezTo>
                      <a:pt x="81" y="76"/>
                      <a:pt x="86" y="80"/>
                      <a:pt x="90" y="84"/>
                    </a:cubicBezTo>
                    <a:cubicBezTo>
                      <a:pt x="94" y="90"/>
                      <a:pt x="97" y="95"/>
                      <a:pt x="99" y="101"/>
                    </a:cubicBezTo>
                    <a:cubicBezTo>
                      <a:pt x="101" y="107"/>
                      <a:pt x="102" y="113"/>
                      <a:pt x="103" y="120"/>
                    </a:cubicBezTo>
                    <a:cubicBezTo>
                      <a:pt x="104" y="127"/>
                      <a:pt x="105" y="135"/>
                      <a:pt x="104" y="143"/>
                    </a:cubicBezTo>
                    <a:cubicBezTo>
                      <a:pt x="101" y="155"/>
                      <a:pt x="94" y="166"/>
                      <a:pt x="87" y="177"/>
                    </a:cubicBezTo>
                    <a:cubicBezTo>
                      <a:pt x="81" y="186"/>
                      <a:pt x="72" y="191"/>
                      <a:pt x="63" y="196"/>
                    </a:cubicBezTo>
                    <a:cubicBezTo>
                      <a:pt x="53" y="203"/>
                      <a:pt x="42" y="208"/>
                      <a:pt x="31" y="211"/>
                    </a:cubicBezTo>
                    <a:cubicBezTo>
                      <a:pt x="30" y="211"/>
                      <a:pt x="29" y="211"/>
                      <a:pt x="28" y="211"/>
                    </a:cubicBezTo>
                    <a:cubicBezTo>
                      <a:pt x="22" y="211"/>
                      <a:pt x="17" y="207"/>
                      <a:pt x="16" y="20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" name="Google Shape;496;p5"/>
              <p:cNvSpPr/>
              <p:nvPr/>
            </p:nvSpPr>
            <p:spPr>
              <a:xfrm>
                <a:off x="694440" y="717480"/>
                <a:ext cx="54720" cy="12348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343" extrusionOk="0">
                    <a:moveTo>
                      <a:pt x="52" y="319"/>
                    </a:moveTo>
                    <a:cubicBezTo>
                      <a:pt x="53" y="319"/>
                      <a:pt x="53" y="319"/>
                      <a:pt x="54" y="319"/>
                    </a:cubicBezTo>
                    <a:cubicBezTo>
                      <a:pt x="54" y="318"/>
                      <a:pt x="55" y="318"/>
                      <a:pt x="55" y="318"/>
                    </a:cubicBezTo>
                    <a:cubicBezTo>
                      <a:pt x="55" y="317"/>
                      <a:pt x="56" y="317"/>
                      <a:pt x="57" y="317"/>
                    </a:cubicBezTo>
                    <a:cubicBezTo>
                      <a:pt x="57" y="317"/>
                      <a:pt x="58" y="317"/>
                      <a:pt x="58" y="316"/>
                    </a:cubicBezTo>
                    <a:cubicBezTo>
                      <a:pt x="59" y="316"/>
                      <a:pt x="60" y="316"/>
                      <a:pt x="60" y="315"/>
                    </a:cubicBezTo>
                    <a:cubicBezTo>
                      <a:pt x="61" y="314"/>
                      <a:pt x="61" y="314"/>
                      <a:pt x="62" y="313"/>
                    </a:cubicBezTo>
                    <a:cubicBezTo>
                      <a:pt x="62" y="313"/>
                      <a:pt x="63" y="312"/>
                      <a:pt x="64" y="312"/>
                    </a:cubicBezTo>
                    <a:cubicBezTo>
                      <a:pt x="64" y="310"/>
                      <a:pt x="65" y="309"/>
                      <a:pt x="66" y="308"/>
                    </a:cubicBezTo>
                    <a:cubicBezTo>
                      <a:pt x="67" y="306"/>
                      <a:pt x="68" y="303"/>
                      <a:pt x="68" y="302"/>
                    </a:cubicBezTo>
                    <a:cubicBezTo>
                      <a:pt x="72" y="292"/>
                      <a:pt x="74" y="282"/>
                      <a:pt x="77" y="272"/>
                    </a:cubicBezTo>
                    <a:cubicBezTo>
                      <a:pt x="79" y="260"/>
                      <a:pt x="81" y="249"/>
                      <a:pt x="82" y="237"/>
                    </a:cubicBezTo>
                    <a:cubicBezTo>
                      <a:pt x="84" y="223"/>
                      <a:pt x="86" y="209"/>
                      <a:pt x="87" y="195"/>
                    </a:cubicBezTo>
                    <a:cubicBezTo>
                      <a:pt x="88" y="183"/>
                      <a:pt x="89" y="170"/>
                      <a:pt x="90" y="158"/>
                    </a:cubicBezTo>
                    <a:cubicBezTo>
                      <a:pt x="83" y="165"/>
                      <a:pt x="77" y="172"/>
                      <a:pt x="71" y="181"/>
                    </a:cubicBezTo>
                    <a:cubicBezTo>
                      <a:pt x="67" y="184"/>
                      <a:pt x="64" y="188"/>
                      <a:pt x="61" y="192"/>
                    </a:cubicBezTo>
                    <a:cubicBezTo>
                      <a:pt x="57" y="198"/>
                      <a:pt x="53" y="203"/>
                      <a:pt x="49" y="209"/>
                    </a:cubicBezTo>
                    <a:cubicBezTo>
                      <a:pt x="49" y="208"/>
                      <a:pt x="50" y="208"/>
                      <a:pt x="50" y="207"/>
                    </a:cubicBezTo>
                    <a:cubicBezTo>
                      <a:pt x="46" y="213"/>
                      <a:pt x="43" y="218"/>
                      <a:pt x="40" y="224"/>
                    </a:cubicBezTo>
                    <a:cubicBezTo>
                      <a:pt x="36" y="231"/>
                      <a:pt x="33" y="238"/>
                      <a:pt x="31" y="245"/>
                    </a:cubicBezTo>
                    <a:cubicBezTo>
                      <a:pt x="29" y="251"/>
                      <a:pt x="27" y="257"/>
                      <a:pt x="26" y="264"/>
                    </a:cubicBezTo>
                    <a:cubicBezTo>
                      <a:pt x="25" y="267"/>
                      <a:pt x="24" y="271"/>
                      <a:pt x="24" y="274"/>
                    </a:cubicBezTo>
                    <a:cubicBezTo>
                      <a:pt x="24" y="277"/>
                      <a:pt x="24" y="279"/>
                      <a:pt x="24" y="281"/>
                    </a:cubicBezTo>
                    <a:cubicBezTo>
                      <a:pt x="24" y="284"/>
                      <a:pt x="25" y="287"/>
                      <a:pt x="25" y="289"/>
                    </a:cubicBezTo>
                    <a:cubicBezTo>
                      <a:pt x="25" y="292"/>
                      <a:pt x="26" y="294"/>
                      <a:pt x="26" y="295"/>
                    </a:cubicBezTo>
                    <a:cubicBezTo>
                      <a:pt x="27" y="298"/>
                      <a:pt x="27" y="299"/>
                      <a:pt x="29" y="301"/>
                    </a:cubicBezTo>
                    <a:cubicBezTo>
                      <a:pt x="29" y="302"/>
                      <a:pt x="30" y="303"/>
                      <a:pt x="30" y="305"/>
                    </a:cubicBezTo>
                    <a:cubicBezTo>
                      <a:pt x="32" y="306"/>
                      <a:pt x="32" y="308"/>
                      <a:pt x="33" y="309"/>
                    </a:cubicBezTo>
                    <a:cubicBezTo>
                      <a:pt x="34" y="310"/>
                      <a:pt x="35" y="310"/>
                      <a:pt x="36" y="312"/>
                    </a:cubicBezTo>
                    <a:cubicBezTo>
                      <a:pt x="37" y="312"/>
                      <a:pt x="38" y="313"/>
                      <a:pt x="39" y="314"/>
                    </a:cubicBezTo>
                    <a:cubicBezTo>
                      <a:pt x="40" y="314"/>
                      <a:pt x="41" y="315"/>
                      <a:pt x="41" y="316"/>
                    </a:cubicBezTo>
                    <a:cubicBezTo>
                      <a:pt x="43" y="316"/>
                      <a:pt x="44" y="317"/>
                      <a:pt x="45" y="317"/>
                    </a:cubicBezTo>
                    <a:cubicBezTo>
                      <a:pt x="46" y="317"/>
                      <a:pt x="47" y="318"/>
                      <a:pt x="48" y="318"/>
                    </a:cubicBezTo>
                    <a:cubicBezTo>
                      <a:pt x="49" y="318"/>
                      <a:pt x="50" y="319"/>
                      <a:pt x="50" y="319"/>
                    </a:cubicBezTo>
                    <a:cubicBezTo>
                      <a:pt x="51" y="319"/>
                      <a:pt x="51" y="319"/>
                      <a:pt x="52" y="319"/>
                    </a:cubicBezTo>
                    <a:moveTo>
                      <a:pt x="34" y="338"/>
                    </a:moveTo>
                    <a:cubicBezTo>
                      <a:pt x="27" y="335"/>
                      <a:pt x="20" y="330"/>
                      <a:pt x="16" y="324"/>
                    </a:cubicBezTo>
                    <a:cubicBezTo>
                      <a:pt x="5" y="312"/>
                      <a:pt x="1" y="297"/>
                      <a:pt x="1" y="281"/>
                    </a:cubicBezTo>
                    <a:cubicBezTo>
                      <a:pt x="0" y="274"/>
                      <a:pt x="1" y="266"/>
                      <a:pt x="3" y="258"/>
                    </a:cubicBezTo>
                    <a:cubicBezTo>
                      <a:pt x="5" y="249"/>
                      <a:pt x="8" y="240"/>
                      <a:pt x="11" y="232"/>
                    </a:cubicBezTo>
                    <a:cubicBezTo>
                      <a:pt x="17" y="218"/>
                      <a:pt x="24" y="206"/>
                      <a:pt x="33" y="194"/>
                    </a:cubicBezTo>
                    <a:cubicBezTo>
                      <a:pt x="36" y="189"/>
                      <a:pt x="40" y="183"/>
                      <a:pt x="44" y="178"/>
                    </a:cubicBezTo>
                    <a:cubicBezTo>
                      <a:pt x="45" y="176"/>
                      <a:pt x="46" y="175"/>
                      <a:pt x="47" y="174"/>
                    </a:cubicBezTo>
                    <a:cubicBezTo>
                      <a:pt x="50" y="171"/>
                      <a:pt x="53" y="168"/>
                      <a:pt x="55" y="165"/>
                    </a:cubicBezTo>
                    <a:cubicBezTo>
                      <a:pt x="59" y="160"/>
                      <a:pt x="63" y="155"/>
                      <a:pt x="67" y="151"/>
                    </a:cubicBezTo>
                    <a:cubicBezTo>
                      <a:pt x="67" y="152"/>
                      <a:pt x="65" y="153"/>
                      <a:pt x="64" y="153"/>
                    </a:cubicBezTo>
                    <a:cubicBezTo>
                      <a:pt x="58" y="157"/>
                      <a:pt x="53" y="160"/>
                      <a:pt x="45" y="161"/>
                    </a:cubicBezTo>
                    <a:cubicBezTo>
                      <a:pt x="37" y="161"/>
                      <a:pt x="31" y="158"/>
                      <a:pt x="26" y="153"/>
                    </a:cubicBezTo>
                    <a:cubicBezTo>
                      <a:pt x="23" y="150"/>
                      <a:pt x="22" y="147"/>
                      <a:pt x="20" y="144"/>
                    </a:cubicBezTo>
                    <a:cubicBezTo>
                      <a:pt x="19" y="140"/>
                      <a:pt x="19" y="137"/>
                      <a:pt x="19" y="133"/>
                    </a:cubicBezTo>
                    <a:cubicBezTo>
                      <a:pt x="18" y="128"/>
                      <a:pt x="18" y="122"/>
                      <a:pt x="19" y="116"/>
                    </a:cubicBezTo>
                    <a:cubicBezTo>
                      <a:pt x="19" y="109"/>
                      <a:pt x="20" y="101"/>
                      <a:pt x="20" y="94"/>
                    </a:cubicBezTo>
                    <a:cubicBezTo>
                      <a:pt x="21" y="88"/>
                      <a:pt x="22" y="82"/>
                      <a:pt x="23" y="76"/>
                    </a:cubicBezTo>
                    <a:cubicBezTo>
                      <a:pt x="23" y="72"/>
                      <a:pt x="24" y="69"/>
                      <a:pt x="25" y="65"/>
                    </a:cubicBezTo>
                    <a:cubicBezTo>
                      <a:pt x="26" y="59"/>
                      <a:pt x="27" y="53"/>
                      <a:pt x="28" y="47"/>
                    </a:cubicBezTo>
                    <a:cubicBezTo>
                      <a:pt x="31" y="36"/>
                      <a:pt x="34" y="25"/>
                      <a:pt x="40" y="15"/>
                    </a:cubicBezTo>
                    <a:cubicBezTo>
                      <a:pt x="42" y="10"/>
                      <a:pt x="45" y="7"/>
                      <a:pt x="48" y="3"/>
                    </a:cubicBezTo>
                    <a:cubicBezTo>
                      <a:pt x="52" y="1"/>
                      <a:pt x="56" y="0"/>
                      <a:pt x="60" y="0"/>
                    </a:cubicBezTo>
                    <a:cubicBezTo>
                      <a:pt x="67" y="0"/>
                      <a:pt x="73" y="6"/>
                      <a:pt x="73" y="13"/>
                    </a:cubicBezTo>
                    <a:cubicBezTo>
                      <a:pt x="73" y="20"/>
                      <a:pt x="68" y="24"/>
                      <a:pt x="62" y="26"/>
                    </a:cubicBezTo>
                    <a:cubicBezTo>
                      <a:pt x="61" y="26"/>
                      <a:pt x="61" y="27"/>
                      <a:pt x="60" y="28"/>
                    </a:cubicBezTo>
                    <a:cubicBezTo>
                      <a:pt x="58" y="33"/>
                      <a:pt x="56" y="37"/>
                      <a:pt x="54" y="41"/>
                    </a:cubicBezTo>
                    <a:cubicBezTo>
                      <a:pt x="55" y="41"/>
                      <a:pt x="55" y="40"/>
                      <a:pt x="55" y="40"/>
                    </a:cubicBezTo>
                    <a:cubicBezTo>
                      <a:pt x="53" y="46"/>
                      <a:pt x="51" y="52"/>
                      <a:pt x="50" y="59"/>
                    </a:cubicBezTo>
                    <a:cubicBezTo>
                      <a:pt x="48" y="66"/>
                      <a:pt x="46" y="74"/>
                      <a:pt x="45" y="83"/>
                    </a:cubicBezTo>
                    <a:cubicBezTo>
                      <a:pt x="44" y="87"/>
                      <a:pt x="44" y="91"/>
                      <a:pt x="43" y="95"/>
                    </a:cubicBezTo>
                    <a:cubicBezTo>
                      <a:pt x="43" y="100"/>
                      <a:pt x="43" y="104"/>
                      <a:pt x="42" y="109"/>
                    </a:cubicBezTo>
                    <a:cubicBezTo>
                      <a:pt x="42" y="108"/>
                      <a:pt x="42" y="108"/>
                      <a:pt x="42" y="108"/>
                    </a:cubicBezTo>
                    <a:cubicBezTo>
                      <a:pt x="42" y="114"/>
                      <a:pt x="41" y="121"/>
                      <a:pt x="41" y="128"/>
                    </a:cubicBezTo>
                    <a:cubicBezTo>
                      <a:pt x="41" y="129"/>
                      <a:pt x="42" y="132"/>
                      <a:pt x="42" y="133"/>
                    </a:cubicBezTo>
                    <a:cubicBezTo>
                      <a:pt x="43" y="135"/>
                      <a:pt x="43" y="135"/>
                      <a:pt x="43" y="136"/>
                    </a:cubicBezTo>
                    <a:lnTo>
                      <a:pt x="43" y="135"/>
                    </a:lnTo>
                    <a:cubicBezTo>
                      <a:pt x="43" y="136"/>
                      <a:pt x="43" y="136"/>
                      <a:pt x="43" y="136"/>
                    </a:cubicBezTo>
                    <a:cubicBezTo>
                      <a:pt x="43" y="137"/>
                      <a:pt x="43" y="137"/>
                      <a:pt x="43" y="137"/>
                    </a:cubicBezTo>
                    <a:lnTo>
                      <a:pt x="44" y="137"/>
                    </a:lnTo>
                    <a:cubicBezTo>
                      <a:pt x="45" y="137"/>
                      <a:pt x="46" y="136"/>
                      <a:pt x="46" y="136"/>
                    </a:cubicBezTo>
                    <a:lnTo>
                      <a:pt x="46" y="137"/>
                    </a:lnTo>
                    <a:cubicBezTo>
                      <a:pt x="45" y="137"/>
                      <a:pt x="45" y="137"/>
                      <a:pt x="45" y="137"/>
                    </a:cubicBezTo>
                    <a:lnTo>
                      <a:pt x="46" y="137"/>
                    </a:lnTo>
                    <a:cubicBezTo>
                      <a:pt x="45" y="137"/>
                      <a:pt x="45" y="137"/>
                      <a:pt x="45" y="137"/>
                    </a:cubicBezTo>
                    <a:lnTo>
                      <a:pt x="46" y="137"/>
                    </a:lnTo>
                    <a:lnTo>
                      <a:pt x="46" y="136"/>
                    </a:lnTo>
                    <a:lnTo>
                      <a:pt x="46" y="137"/>
                    </a:lnTo>
                    <a:cubicBezTo>
                      <a:pt x="46" y="136"/>
                      <a:pt x="47" y="136"/>
                      <a:pt x="47" y="136"/>
                    </a:cubicBezTo>
                    <a:cubicBezTo>
                      <a:pt x="48" y="135"/>
                      <a:pt x="50" y="135"/>
                      <a:pt x="51" y="134"/>
                    </a:cubicBezTo>
                    <a:cubicBezTo>
                      <a:pt x="53" y="132"/>
                      <a:pt x="55" y="130"/>
                      <a:pt x="58" y="129"/>
                    </a:cubicBezTo>
                    <a:cubicBezTo>
                      <a:pt x="61" y="126"/>
                      <a:pt x="65" y="122"/>
                      <a:pt x="68" y="119"/>
                    </a:cubicBezTo>
                    <a:cubicBezTo>
                      <a:pt x="74" y="112"/>
                      <a:pt x="80" y="104"/>
                      <a:pt x="86" y="97"/>
                    </a:cubicBezTo>
                    <a:cubicBezTo>
                      <a:pt x="89" y="92"/>
                      <a:pt x="92" y="87"/>
                      <a:pt x="95" y="82"/>
                    </a:cubicBezTo>
                    <a:cubicBezTo>
                      <a:pt x="99" y="76"/>
                      <a:pt x="102" y="70"/>
                      <a:pt x="105" y="65"/>
                    </a:cubicBezTo>
                    <a:cubicBezTo>
                      <a:pt x="106" y="64"/>
                      <a:pt x="106" y="63"/>
                      <a:pt x="107" y="62"/>
                    </a:cubicBezTo>
                    <a:cubicBezTo>
                      <a:pt x="108" y="58"/>
                      <a:pt x="110" y="53"/>
                      <a:pt x="113" y="48"/>
                    </a:cubicBezTo>
                    <a:cubicBezTo>
                      <a:pt x="115" y="43"/>
                      <a:pt x="122" y="41"/>
                      <a:pt x="127" y="44"/>
                    </a:cubicBezTo>
                    <a:cubicBezTo>
                      <a:pt x="133" y="46"/>
                      <a:pt x="136" y="52"/>
                      <a:pt x="134" y="58"/>
                    </a:cubicBezTo>
                    <a:cubicBezTo>
                      <a:pt x="133" y="62"/>
                      <a:pt x="131" y="66"/>
                      <a:pt x="128" y="70"/>
                    </a:cubicBezTo>
                    <a:lnTo>
                      <a:pt x="128" y="71"/>
                    </a:lnTo>
                    <a:cubicBezTo>
                      <a:pt x="126" y="77"/>
                      <a:pt x="124" y="83"/>
                      <a:pt x="122" y="90"/>
                    </a:cubicBezTo>
                    <a:cubicBezTo>
                      <a:pt x="125" y="86"/>
                      <a:pt x="128" y="83"/>
                      <a:pt x="131" y="80"/>
                    </a:cubicBezTo>
                    <a:cubicBezTo>
                      <a:pt x="135" y="76"/>
                      <a:pt x="141" y="74"/>
                      <a:pt x="146" y="79"/>
                    </a:cubicBezTo>
                    <a:cubicBezTo>
                      <a:pt x="150" y="81"/>
                      <a:pt x="151" y="88"/>
                      <a:pt x="148" y="93"/>
                    </a:cubicBezTo>
                    <a:cubicBezTo>
                      <a:pt x="136" y="105"/>
                      <a:pt x="126" y="117"/>
                      <a:pt x="115" y="129"/>
                    </a:cubicBezTo>
                    <a:cubicBezTo>
                      <a:pt x="115" y="132"/>
                      <a:pt x="114" y="136"/>
                      <a:pt x="114" y="139"/>
                    </a:cubicBezTo>
                    <a:cubicBezTo>
                      <a:pt x="113" y="151"/>
                      <a:pt x="111" y="164"/>
                      <a:pt x="110" y="176"/>
                    </a:cubicBezTo>
                    <a:cubicBezTo>
                      <a:pt x="108" y="202"/>
                      <a:pt x="106" y="228"/>
                      <a:pt x="102" y="253"/>
                    </a:cubicBezTo>
                    <a:cubicBezTo>
                      <a:pt x="101" y="260"/>
                      <a:pt x="100" y="266"/>
                      <a:pt x="99" y="273"/>
                    </a:cubicBezTo>
                    <a:cubicBezTo>
                      <a:pt x="98" y="278"/>
                      <a:pt x="96" y="284"/>
                      <a:pt x="95" y="290"/>
                    </a:cubicBezTo>
                    <a:cubicBezTo>
                      <a:pt x="94" y="293"/>
                      <a:pt x="93" y="296"/>
                      <a:pt x="93" y="299"/>
                    </a:cubicBezTo>
                    <a:cubicBezTo>
                      <a:pt x="91" y="306"/>
                      <a:pt x="89" y="312"/>
                      <a:pt x="87" y="317"/>
                    </a:cubicBezTo>
                    <a:cubicBezTo>
                      <a:pt x="81" y="331"/>
                      <a:pt x="69" y="341"/>
                      <a:pt x="55" y="342"/>
                    </a:cubicBezTo>
                    <a:cubicBezTo>
                      <a:pt x="54" y="342"/>
                      <a:pt x="53" y="342"/>
                      <a:pt x="51" y="342"/>
                    </a:cubicBezTo>
                    <a:cubicBezTo>
                      <a:pt x="46" y="342"/>
                      <a:pt x="40" y="341"/>
                      <a:pt x="34" y="3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" name="Google Shape;497;p5"/>
              <p:cNvSpPr/>
              <p:nvPr/>
            </p:nvSpPr>
            <p:spPr>
              <a:xfrm>
                <a:off x="749880" y="669960"/>
                <a:ext cx="2628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73" h="350" extrusionOk="0">
                    <a:moveTo>
                      <a:pt x="23" y="347"/>
                    </a:moveTo>
                    <a:cubicBezTo>
                      <a:pt x="17" y="343"/>
                      <a:pt x="16" y="335"/>
                      <a:pt x="20" y="329"/>
                    </a:cubicBezTo>
                    <a:cubicBezTo>
                      <a:pt x="21" y="328"/>
                      <a:pt x="23" y="327"/>
                      <a:pt x="24" y="325"/>
                    </a:cubicBezTo>
                    <a:cubicBezTo>
                      <a:pt x="27" y="320"/>
                      <a:pt x="31" y="314"/>
                      <a:pt x="34" y="308"/>
                    </a:cubicBezTo>
                    <a:lnTo>
                      <a:pt x="34" y="309"/>
                    </a:lnTo>
                    <a:lnTo>
                      <a:pt x="34" y="308"/>
                    </a:lnTo>
                    <a:cubicBezTo>
                      <a:pt x="35" y="305"/>
                      <a:pt x="37" y="301"/>
                      <a:pt x="38" y="298"/>
                    </a:cubicBezTo>
                    <a:cubicBezTo>
                      <a:pt x="41" y="289"/>
                      <a:pt x="44" y="279"/>
                      <a:pt x="45" y="270"/>
                    </a:cubicBezTo>
                    <a:cubicBezTo>
                      <a:pt x="47" y="263"/>
                      <a:pt x="48" y="255"/>
                      <a:pt x="49" y="248"/>
                    </a:cubicBezTo>
                    <a:cubicBezTo>
                      <a:pt x="50" y="230"/>
                      <a:pt x="50" y="213"/>
                      <a:pt x="49" y="195"/>
                    </a:cubicBezTo>
                    <a:cubicBezTo>
                      <a:pt x="49" y="183"/>
                      <a:pt x="47" y="170"/>
                      <a:pt x="45" y="158"/>
                    </a:cubicBezTo>
                    <a:cubicBezTo>
                      <a:pt x="43" y="149"/>
                      <a:pt x="41" y="139"/>
                      <a:pt x="39" y="130"/>
                    </a:cubicBezTo>
                    <a:cubicBezTo>
                      <a:pt x="38" y="125"/>
                      <a:pt x="37" y="120"/>
                      <a:pt x="35" y="116"/>
                    </a:cubicBezTo>
                    <a:cubicBezTo>
                      <a:pt x="34" y="111"/>
                      <a:pt x="33" y="106"/>
                      <a:pt x="31" y="101"/>
                    </a:cubicBezTo>
                    <a:cubicBezTo>
                      <a:pt x="27" y="90"/>
                      <a:pt x="24" y="78"/>
                      <a:pt x="19" y="67"/>
                    </a:cubicBezTo>
                    <a:cubicBezTo>
                      <a:pt x="17" y="61"/>
                      <a:pt x="15" y="56"/>
                      <a:pt x="13" y="50"/>
                    </a:cubicBezTo>
                    <a:cubicBezTo>
                      <a:pt x="9" y="41"/>
                      <a:pt x="5" y="32"/>
                      <a:pt x="2" y="22"/>
                    </a:cubicBezTo>
                    <a:cubicBezTo>
                      <a:pt x="2" y="23"/>
                      <a:pt x="2" y="23"/>
                      <a:pt x="2" y="24"/>
                    </a:cubicBezTo>
                    <a:cubicBezTo>
                      <a:pt x="1" y="19"/>
                      <a:pt x="0" y="15"/>
                      <a:pt x="1" y="10"/>
                    </a:cubicBezTo>
                    <a:cubicBezTo>
                      <a:pt x="2" y="5"/>
                      <a:pt x="6" y="3"/>
                      <a:pt x="10" y="1"/>
                    </a:cubicBezTo>
                    <a:cubicBezTo>
                      <a:pt x="15" y="0"/>
                      <a:pt x="19" y="1"/>
                      <a:pt x="23" y="4"/>
                    </a:cubicBezTo>
                    <a:cubicBezTo>
                      <a:pt x="25" y="5"/>
                      <a:pt x="27" y="8"/>
                      <a:pt x="28" y="10"/>
                    </a:cubicBezTo>
                    <a:cubicBezTo>
                      <a:pt x="30" y="11"/>
                      <a:pt x="31" y="12"/>
                      <a:pt x="32" y="14"/>
                    </a:cubicBezTo>
                    <a:cubicBezTo>
                      <a:pt x="37" y="19"/>
                      <a:pt x="37" y="27"/>
                      <a:pt x="31" y="32"/>
                    </a:cubicBezTo>
                    <a:cubicBezTo>
                      <a:pt x="35" y="42"/>
                      <a:pt x="38" y="53"/>
                      <a:pt x="42" y="63"/>
                    </a:cubicBezTo>
                    <a:cubicBezTo>
                      <a:pt x="44" y="68"/>
                      <a:pt x="45" y="73"/>
                      <a:pt x="47" y="78"/>
                    </a:cubicBezTo>
                    <a:cubicBezTo>
                      <a:pt x="49" y="84"/>
                      <a:pt x="51" y="90"/>
                      <a:pt x="53" y="96"/>
                    </a:cubicBezTo>
                    <a:cubicBezTo>
                      <a:pt x="56" y="108"/>
                      <a:pt x="59" y="120"/>
                      <a:pt x="62" y="132"/>
                    </a:cubicBezTo>
                    <a:cubicBezTo>
                      <a:pt x="63" y="139"/>
                      <a:pt x="65" y="146"/>
                      <a:pt x="66" y="153"/>
                    </a:cubicBezTo>
                    <a:cubicBezTo>
                      <a:pt x="68" y="162"/>
                      <a:pt x="69" y="170"/>
                      <a:pt x="69" y="178"/>
                    </a:cubicBezTo>
                    <a:cubicBezTo>
                      <a:pt x="70" y="187"/>
                      <a:pt x="71" y="197"/>
                      <a:pt x="71" y="205"/>
                    </a:cubicBezTo>
                    <a:cubicBezTo>
                      <a:pt x="72" y="216"/>
                      <a:pt x="71" y="226"/>
                      <a:pt x="71" y="236"/>
                    </a:cubicBezTo>
                    <a:cubicBezTo>
                      <a:pt x="70" y="250"/>
                      <a:pt x="69" y="264"/>
                      <a:pt x="66" y="278"/>
                    </a:cubicBezTo>
                    <a:cubicBezTo>
                      <a:pt x="63" y="291"/>
                      <a:pt x="61" y="304"/>
                      <a:pt x="55" y="316"/>
                    </a:cubicBezTo>
                    <a:cubicBezTo>
                      <a:pt x="51" y="325"/>
                      <a:pt x="45" y="335"/>
                      <a:pt x="40" y="343"/>
                    </a:cubicBezTo>
                    <a:cubicBezTo>
                      <a:pt x="37" y="347"/>
                      <a:pt x="34" y="349"/>
                      <a:pt x="30" y="349"/>
                    </a:cubicBezTo>
                    <a:cubicBezTo>
                      <a:pt x="27" y="349"/>
                      <a:pt x="26" y="348"/>
                      <a:pt x="23" y="34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" name="Google Shape;498;p5"/>
              <p:cNvSpPr/>
              <p:nvPr/>
            </p:nvSpPr>
            <p:spPr>
              <a:xfrm>
                <a:off x="783720" y="761760"/>
                <a:ext cx="18000" cy="4824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4" extrusionOk="0">
                    <a:moveTo>
                      <a:pt x="10" y="133"/>
                    </a:moveTo>
                    <a:cubicBezTo>
                      <a:pt x="4" y="131"/>
                      <a:pt x="0" y="125"/>
                      <a:pt x="2" y="119"/>
                    </a:cubicBezTo>
                    <a:cubicBezTo>
                      <a:pt x="5" y="102"/>
                      <a:pt x="10" y="86"/>
                      <a:pt x="13" y="70"/>
                    </a:cubicBezTo>
                    <a:cubicBezTo>
                      <a:pt x="15" y="60"/>
                      <a:pt x="17" y="51"/>
                      <a:pt x="18" y="42"/>
                    </a:cubicBezTo>
                    <a:cubicBezTo>
                      <a:pt x="19" y="36"/>
                      <a:pt x="21" y="31"/>
                      <a:pt x="21" y="25"/>
                    </a:cubicBezTo>
                    <a:cubicBezTo>
                      <a:pt x="22" y="23"/>
                      <a:pt x="22" y="20"/>
                      <a:pt x="22" y="17"/>
                    </a:cubicBezTo>
                    <a:cubicBezTo>
                      <a:pt x="22" y="15"/>
                      <a:pt x="22" y="13"/>
                      <a:pt x="23" y="10"/>
                    </a:cubicBezTo>
                    <a:cubicBezTo>
                      <a:pt x="25" y="4"/>
                      <a:pt x="32" y="0"/>
                      <a:pt x="39" y="2"/>
                    </a:cubicBezTo>
                    <a:cubicBezTo>
                      <a:pt x="46" y="4"/>
                      <a:pt x="49" y="11"/>
                      <a:pt x="47" y="17"/>
                    </a:cubicBezTo>
                    <a:lnTo>
                      <a:pt x="47" y="18"/>
                    </a:lnTo>
                    <a:cubicBezTo>
                      <a:pt x="46" y="26"/>
                      <a:pt x="45" y="34"/>
                      <a:pt x="43" y="42"/>
                    </a:cubicBezTo>
                    <a:cubicBezTo>
                      <a:pt x="42" y="51"/>
                      <a:pt x="39" y="59"/>
                      <a:pt x="38" y="68"/>
                    </a:cubicBezTo>
                    <a:cubicBezTo>
                      <a:pt x="33" y="87"/>
                      <a:pt x="29" y="106"/>
                      <a:pt x="24" y="125"/>
                    </a:cubicBezTo>
                    <a:cubicBezTo>
                      <a:pt x="23" y="130"/>
                      <a:pt x="18" y="133"/>
                      <a:pt x="13" y="133"/>
                    </a:cubicBezTo>
                    <a:cubicBezTo>
                      <a:pt x="12" y="133"/>
                      <a:pt x="11" y="133"/>
                      <a:pt x="10" y="1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" name="Google Shape;499;p5"/>
              <p:cNvSpPr/>
              <p:nvPr/>
            </p:nvSpPr>
            <p:spPr>
              <a:xfrm>
                <a:off x="840960" y="730080"/>
                <a:ext cx="33120" cy="39240"/>
              </a:xfrm>
              <a:custGeom>
                <a:avLst/>
                <a:gdLst/>
                <a:ahLst/>
                <a:cxnLst/>
                <a:rect l="l" t="t" r="r" b="b"/>
                <a:pathLst>
                  <a:path w="92" h="109" extrusionOk="0">
                    <a:moveTo>
                      <a:pt x="67" y="102"/>
                    </a:moveTo>
                    <a:cubicBezTo>
                      <a:pt x="62" y="91"/>
                      <a:pt x="55" y="80"/>
                      <a:pt x="49" y="70"/>
                    </a:cubicBezTo>
                    <a:cubicBezTo>
                      <a:pt x="46" y="66"/>
                      <a:pt x="43" y="61"/>
                      <a:pt x="40" y="57"/>
                    </a:cubicBezTo>
                    <a:cubicBezTo>
                      <a:pt x="36" y="52"/>
                      <a:pt x="33" y="48"/>
                      <a:pt x="29" y="43"/>
                    </a:cubicBezTo>
                    <a:cubicBezTo>
                      <a:pt x="26" y="40"/>
                      <a:pt x="23" y="37"/>
                      <a:pt x="20" y="33"/>
                    </a:cubicBezTo>
                    <a:cubicBezTo>
                      <a:pt x="19" y="33"/>
                      <a:pt x="18" y="32"/>
                      <a:pt x="17" y="31"/>
                    </a:cubicBezTo>
                    <a:cubicBezTo>
                      <a:pt x="16" y="32"/>
                      <a:pt x="15" y="32"/>
                      <a:pt x="13" y="31"/>
                    </a:cubicBezTo>
                    <a:cubicBezTo>
                      <a:pt x="9" y="31"/>
                      <a:pt x="6" y="28"/>
                      <a:pt x="4" y="25"/>
                    </a:cubicBezTo>
                    <a:cubicBezTo>
                      <a:pt x="4" y="25"/>
                      <a:pt x="4" y="24"/>
                      <a:pt x="3" y="24"/>
                    </a:cubicBezTo>
                    <a:cubicBezTo>
                      <a:pt x="3" y="23"/>
                      <a:pt x="1" y="21"/>
                      <a:pt x="1" y="20"/>
                    </a:cubicBezTo>
                    <a:cubicBezTo>
                      <a:pt x="0" y="17"/>
                      <a:pt x="0" y="14"/>
                      <a:pt x="1" y="11"/>
                    </a:cubicBezTo>
                    <a:cubicBezTo>
                      <a:pt x="3" y="4"/>
                      <a:pt x="10" y="0"/>
                      <a:pt x="17" y="2"/>
                    </a:cubicBezTo>
                    <a:cubicBezTo>
                      <a:pt x="18" y="3"/>
                      <a:pt x="20" y="3"/>
                      <a:pt x="21" y="4"/>
                    </a:cubicBezTo>
                    <a:cubicBezTo>
                      <a:pt x="24" y="5"/>
                      <a:pt x="25" y="6"/>
                      <a:pt x="27" y="7"/>
                    </a:cubicBezTo>
                    <a:cubicBezTo>
                      <a:pt x="29" y="10"/>
                      <a:pt x="32" y="12"/>
                      <a:pt x="34" y="14"/>
                    </a:cubicBezTo>
                    <a:cubicBezTo>
                      <a:pt x="37" y="17"/>
                      <a:pt x="40" y="20"/>
                      <a:pt x="42" y="23"/>
                    </a:cubicBezTo>
                    <a:cubicBezTo>
                      <a:pt x="49" y="30"/>
                      <a:pt x="54" y="37"/>
                      <a:pt x="59" y="44"/>
                    </a:cubicBezTo>
                    <a:cubicBezTo>
                      <a:pt x="70" y="59"/>
                      <a:pt x="79" y="74"/>
                      <a:pt x="88" y="90"/>
                    </a:cubicBezTo>
                    <a:cubicBezTo>
                      <a:pt x="91" y="95"/>
                      <a:pt x="89" y="103"/>
                      <a:pt x="83" y="106"/>
                    </a:cubicBezTo>
                    <a:cubicBezTo>
                      <a:pt x="81" y="107"/>
                      <a:pt x="80" y="108"/>
                      <a:pt x="77" y="108"/>
                    </a:cubicBezTo>
                    <a:cubicBezTo>
                      <a:pt x="73" y="108"/>
                      <a:pt x="69" y="105"/>
                      <a:pt x="67" y="10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" name="Google Shape;500;p5"/>
              <p:cNvSpPr/>
              <p:nvPr/>
            </p:nvSpPr>
            <p:spPr>
              <a:xfrm>
                <a:off x="850680" y="720360"/>
                <a:ext cx="47160" cy="47880"/>
              </a:xfrm>
              <a:custGeom>
                <a:avLst/>
                <a:gdLst/>
                <a:ahLst/>
                <a:cxnLst/>
                <a:rect l="l" t="t" r="r" b="b"/>
                <a:pathLst>
                  <a:path w="131" h="133" extrusionOk="0">
                    <a:moveTo>
                      <a:pt x="6" y="129"/>
                    </a:moveTo>
                    <a:cubicBezTo>
                      <a:pt x="1" y="125"/>
                      <a:pt x="0" y="117"/>
                      <a:pt x="4" y="113"/>
                    </a:cubicBezTo>
                    <a:cubicBezTo>
                      <a:pt x="18" y="94"/>
                      <a:pt x="33" y="78"/>
                      <a:pt x="48" y="60"/>
                    </a:cubicBezTo>
                    <a:cubicBezTo>
                      <a:pt x="54" y="53"/>
                      <a:pt x="61" y="45"/>
                      <a:pt x="68" y="37"/>
                    </a:cubicBezTo>
                    <a:cubicBezTo>
                      <a:pt x="75" y="30"/>
                      <a:pt x="81" y="24"/>
                      <a:pt x="88" y="18"/>
                    </a:cubicBezTo>
                    <a:cubicBezTo>
                      <a:pt x="95" y="12"/>
                      <a:pt x="102" y="8"/>
                      <a:pt x="110" y="4"/>
                    </a:cubicBezTo>
                    <a:cubicBezTo>
                      <a:pt x="116" y="0"/>
                      <a:pt x="123" y="2"/>
                      <a:pt x="127" y="8"/>
                    </a:cubicBezTo>
                    <a:cubicBezTo>
                      <a:pt x="130" y="14"/>
                      <a:pt x="128" y="22"/>
                      <a:pt x="122" y="26"/>
                    </a:cubicBezTo>
                    <a:cubicBezTo>
                      <a:pt x="117" y="28"/>
                      <a:pt x="113" y="30"/>
                      <a:pt x="109" y="33"/>
                    </a:cubicBezTo>
                    <a:lnTo>
                      <a:pt x="110" y="32"/>
                    </a:lnTo>
                    <a:cubicBezTo>
                      <a:pt x="107" y="34"/>
                      <a:pt x="104" y="37"/>
                      <a:pt x="101" y="39"/>
                    </a:cubicBezTo>
                    <a:cubicBezTo>
                      <a:pt x="94" y="46"/>
                      <a:pt x="87" y="53"/>
                      <a:pt x="80" y="60"/>
                    </a:cubicBezTo>
                    <a:lnTo>
                      <a:pt x="81" y="59"/>
                    </a:lnTo>
                    <a:cubicBezTo>
                      <a:pt x="61" y="81"/>
                      <a:pt x="41" y="103"/>
                      <a:pt x="23" y="127"/>
                    </a:cubicBezTo>
                    <a:cubicBezTo>
                      <a:pt x="21" y="130"/>
                      <a:pt x="17" y="132"/>
                      <a:pt x="14" y="132"/>
                    </a:cubicBezTo>
                    <a:cubicBezTo>
                      <a:pt x="11" y="132"/>
                      <a:pt x="8" y="131"/>
                      <a:pt x="6" y="1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" name="Google Shape;501;p5"/>
              <p:cNvSpPr/>
              <p:nvPr/>
            </p:nvSpPr>
            <p:spPr>
              <a:xfrm>
                <a:off x="920520" y="738720"/>
                <a:ext cx="26280" cy="14040"/>
              </a:xfrm>
              <a:custGeom>
                <a:avLst/>
                <a:gdLst/>
                <a:ahLst/>
                <a:cxnLst/>
                <a:rect l="l" t="t" r="r" b="b"/>
                <a:pathLst>
                  <a:path w="73" h="39" extrusionOk="0">
                    <a:moveTo>
                      <a:pt x="12" y="37"/>
                    </a:moveTo>
                    <a:cubicBezTo>
                      <a:pt x="4" y="35"/>
                      <a:pt x="0" y="24"/>
                      <a:pt x="5" y="17"/>
                    </a:cubicBezTo>
                    <a:cubicBezTo>
                      <a:pt x="7" y="16"/>
                      <a:pt x="7" y="15"/>
                      <a:pt x="8" y="14"/>
                    </a:cubicBezTo>
                    <a:cubicBezTo>
                      <a:pt x="11" y="12"/>
                      <a:pt x="15" y="10"/>
                      <a:pt x="18" y="9"/>
                    </a:cubicBezTo>
                    <a:cubicBezTo>
                      <a:pt x="22" y="7"/>
                      <a:pt x="27" y="6"/>
                      <a:pt x="32" y="6"/>
                    </a:cubicBezTo>
                    <a:cubicBezTo>
                      <a:pt x="40" y="4"/>
                      <a:pt x="49" y="3"/>
                      <a:pt x="58" y="1"/>
                    </a:cubicBezTo>
                    <a:cubicBezTo>
                      <a:pt x="64" y="0"/>
                      <a:pt x="71" y="5"/>
                      <a:pt x="71" y="11"/>
                    </a:cubicBezTo>
                    <a:cubicBezTo>
                      <a:pt x="72" y="18"/>
                      <a:pt x="67" y="24"/>
                      <a:pt x="61" y="25"/>
                    </a:cubicBezTo>
                    <a:cubicBezTo>
                      <a:pt x="55" y="26"/>
                      <a:pt x="49" y="27"/>
                      <a:pt x="43" y="28"/>
                    </a:cubicBezTo>
                    <a:cubicBezTo>
                      <a:pt x="37" y="29"/>
                      <a:pt x="33" y="30"/>
                      <a:pt x="28" y="32"/>
                    </a:cubicBezTo>
                    <a:cubicBezTo>
                      <a:pt x="27" y="32"/>
                      <a:pt x="26" y="32"/>
                      <a:pt x="26" y="32"/>
                    </a:cubicBezTo>
                    <a:cubicBezTo>
                      <a:pt x="23" y="36"/>
                      <a:pt x="20" y="38"/>
                      <a:pt x="16" y="38"/>
                    </a:cubicBezTo>
                    <a:cubicBezTo>
                      <a:pt x="15" y="38"/>
                      <a:pt x="14" y="38"/>
                      <a:pt x="12" y="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" name="Google Shape;502;p5"/>
              <p:cNvSpPr/>
              <p:nvPr/>
            </p:nvSpPr>
            <p:spPr>
              <a:xfrm>
                <a:off x="927360" y="716400"/>
                <a:ext cx="18720" cy="42480"/>
              </a:xfrm>
              <a:custGeom>
                <a:avLst/>
                <a:gdLst/>
                <a:ahLst/>
                <a:cxnLst/>
                <a:rect l="l" t="t" r="r" b="b"/>
                <a:pathLst>
                  <a:path w="52" h="118" extrusionOk="0">
                    <a:moveTo>
                      <a:pt x="12" y="117"/>
                    </a:moveTo>
                    <a:cubicBezTo>
                      <a:pt x="6" y="117"/>
                      <a:pt x="0" y="112"/>
                      <a:pt x="0" y="105"/>
                    </a:cubicBezTo>
                    <a:cubicBezTo>
                      <a:pt x="1" y="97"/>
                      <a:pt x="2" y="88"/>
                      <a:pt x="3" y="79"/>
                    </a:cubicBezTo>
                    <a:cubicBezTo>
                      <a:pt x="5" y="71"/>
                      <a:pt x="6" y="63"/>
                      <a:pt x="9" y="55"/>
                    </a:cubicBezTo>
                    <a:cubicBezTo>
                      <a:pt x="11" y="47"/>
                      <a:pt x="13" y="40"/>
                      <a:pt x="16" y="31"/>
                    </a:cubicBezTo>
                    <a:cubicBezTo>
                      <a:pt x="17" y="28"/>
                      <a:pt x="18" y="24"/>
                      <a:pt x="20" y="20"/>
                    </a:cubicBezTo>
                    <a:cubicBezTo>
                      <a:pt x="22" y="14"/>
                      <a:pt x="25" y="7"/>
                      <a:pt x="31" y="3"/>
                    </a:cubicBezTo>
                    <a:cubicBezTo>
                      <a:pt x="38" y="0"/>
                      <a:pt x="46" y="3"/>
                      <a:pt x="49" y="10"/>
                    </a:cubicBezTo>
                    <a:cubicBezTo>
                      <a:pt x="51" y="15"/>
                      <a:pt x="49" y="22"/>
                      <a:pt x="45" y="24"/>
                    </a:cubicBezTo>
                    <a:cubicBezTo>
                      <a:pt x="45" y="25"/>
                      <a:pt x="45" y="26"/>
                      <a:pt x="44" y="26"/>
                    </a:cubicBezTo>
                    <a:cubicBezTo>
                      <a:pt x="42" y="30"/>
                      <a:pt x="41" y="34"/>
                      <a:pt x="38" y="39"/>
                    </a:cubicBezTo>
                    <a:cubicBezTo>
                      <a:pt x="37" y="44"/>
                      <a:pt x="35" y="50"/>
                      <a:pt x="34" y="55"/>
                    </a:cubicBezTo>
                    <a:cubicBezTo>
                      <a:pt x="32" y="61"/>
                      <a:pt x="30" y="67"/>
                      <a:pt x="28" y="73"/>
                    </a:cubicBezTo>
                    <a:cubicBezTo>
                      <a:pt x="27" y="84"/>
                      <a:pt x="25" y="96"/>
                      <a:pt x="24" y="107"/>
                    </a:cubicBezTo>
                    <a:cubicBezTo>
                      <a:pt x="23" y="113"/>
                      <a:pt x="18" y="117"/>
                      <a:pt x="12" y="1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3" name="Google Shape;503;p5"/>
              <p:cNvSpPr/>
              <p:nvPr/>
            </p:nvSpPr>
            <p:spPr>
              <a:xfrm>
                <a:off x="975600" y="707760"/>
                <a:ext cx="61920" cy="119880"/>
              </a:xfrm>
              <a:custGeom>
                <a:avLst/>
                <a:gdLst/>
                <a:ahLst/>
                <a:cxnLst/>
                <a:rect l="l" t="t" r="r" b="b"/>
                <a:pathLst>
                  <a:path w="172" h="333" extrusionOk="0">
                    <a:moveTo>
                      <a:pt x="66" y="306"/>
                    </a:moveTo>
                    <a:cubicBezTo>
                      <a:pt x="66" y="305"/>
                      <a:pt x="66" y="305"/>
                      <a:pt x="66" y="305"/>
                    </a:cubicBezTo>
                    <a:cubicBezTo>
                      <a:pt x="70" y="295"/>
                      <a:pt x="71" y="285"/>
                      <a:pt x="74" y="275"/>
                    </a:cubicBezTo>
                    <a:lnTo>
                      <a:pt x="74" y="276"/>
                    </a:lnTo>
                    <a:cubicBezTo>
                      <a:pt x="76" y="263"/>
                      <a:pt x="78" y="251"/>
                      <a:pt x="81" y="239"/>
                    </a:cubicBezTo>
                    <a:cubicBezTo>
                      <a:pt x="83" y="226"/>
                      <a:pt x="85" y="214"/>
                      <a:pt x="87" y="202"/>
                    </a:cubicBezTo>
                    <a:cubicBezTo>
                      <a:pt x="88" y="195"/>
                      <a:pt x="89" y="188"/>
                      <a:pt x="90" y="181"/>
                    </a:cubicBezTo>
                    <a:cubicBezTo>
                      <a:pt x="84" y="187"/>
                      <a:pt x="78" y="193"/>
                      <a:pt x="73" y="199"/>
                    </a:cubicBezTo>
                    <a:cubicBezTo>
                      <a:pt x="67" y="205"/>
                      <a:pt x="63" y="210"/>
                      <a:pt x="59" y="216"/>
                    </a:cubicBezTo>
                    <a:cubicBezTo>
                      <a:pt x="56" y="220"/>
                      <a:pt x="53" y="225"/>
                      <a:pt x="51" y="230"/>
                    </a:cubicBezTo>
                    <a:lnTo>
                      <a:pt x="51" y="229"/>
                    </a:lnTo>
                    <a:cubicBezTo>
                      <a:pt x="50" y="231"/>
                      <a:pt x="49" y="233"/>
                      <a:pt x="48" y="236"/>
                    </a:cubicBezTo>
                    <a:cubicBezTo>
                      <a:pt x="47" y="238"/>
                      <a:pt x="46" y="241"/>
                      <a:pt x="45" y="244"/>
                    </a:cubicBezTo>
                    <a:cubicBezTo>
                      <a:pt x="45" y="248"/>
                      <a:pt x="44" y="252"/>
                      <a:pt x="44" y="255"/>
                    </a:cubicBezTo>
                    <a:cubicBezTo>
                      <a:pt x="44" y="258"/>
                      <a:pt x="44" y="261"/>
                      <a:pt x="44" y="264"/>
                    </a:cubicBezTo>
                    <a:cubicBezTo>
                      <a:pt x="44" y="266"/>
                      <a:pt x="44" y="269"/>
                      <a:pt x="45" y="271"/>
                    </a:cubicBezTo>
                    <a:cubicBezTo>
                      <a:pt x="45" y="273"/>
                      <a:pt x="45" y="275"/>
                      <a:pt x="46" y="277"/>
                    </a:cubicBezTo>
                    <a:cubicBezTo>
                      <a:pt x="47" y="280"/>
                      <a:pt x="48" y="283"/>
                      <a:pt x="49" y="286"/>
                    </a:cubicBezTo>
                    <a:cubicBezTo>
                      <a:pt x="51" y="288"/>
                      <a:pt x="52" y="290"/>
                      <a:pt x="53" y="293"/>
                    </a:cubicBezTo>
                    <a:cubicBezTo>
                      <a:pt x="55" y="294"/>
                      <a:pt x="56" y="297"/>
                      <a:pt x="58" y="298"/>
                    </a:cubicBezTo>
                    <a:cubicBezTo>
                      <a:pt x="59" y="300"/>
                      <a:pt x="60" y="301"/>
                      <a:pt x="62" y="303"/>
                    </a:cubicBezTo>
                    <a:cubicBezTo>
                      <a:pt x="63" y="304"/>
                      <a:pt x="63" y="304"/>
                      <a:pt x="64" y="304"/>
                    </a:cubicBezTo>
                    <a:cubicBezTo>
                      <a:pt x="64" y="305"/>
                      <a:pt x="65" y="305"/>
                      <a:pt x="66" y="306"/>
                    </a:cubicBezTo>
                    <a:moveTo>
                      <a:pt x="70" y="332"/>
                    </a:moveTo>
                    <a:cubicBezTo>
                      <a:pt x="62" y="332"/>
                      <a:pt x="55" y="328"/>
                      <a:pt x="49" y="323"/>
                    </a:cubicBezTo>
                    <a:cubicBezTo>
                      <a:pt x="43" y="319"/>
                      <a:pt x="38" y="312"/>
                      <a:pt x="34" y="307"/>
                    </a:cubicBezTo>
                    <a:cubicBezTo>
                      <a:pt x="30" y="300"/>
                      <a:pt x="26" y="293"/>
                      <a:pt x="24" y="285"/>
                    </a:cubicBezTo>
                    <a:cubicBezTo>
                      <a:pt x="18" y="269"/>
                      <a:pt x="20" y="252"/>
                      <a:pt x="24" y="237"/>
                    </a:cubicBezTo>
                    <a:cubicBezTo>
                      <a:pt x="28" y="220"/>
                      <a:pt x="38" y="207"/>
                      <a:pt x="48" y="194"/>
                    </a:cubicBezTo>
                    <a:cubicBezTo>
                      <a:pt x="56" y="184"/>
                      <a:pt x="67" y="174"/>
                      <a:pt x="77" y="164"/>
                    </a:cubicBezTo>
                    <a:cubicBezTo>
                      <a:pt x="83" y="159"/>
                      <a:pt x="88" y="154"/>
                      <a:pt x="94" y="149"/>
                    </a:cubicBezTo>
                    <a:cubicBezTo>
                      <a:pt x="95" y="148"/>
                      <a:pt x="96" y="147"/>
                      <a:pt x="97" y="146"/>
                    </a:cubicBezTo>
                    <a:cubicBezTo>
                      <a:pt x="98" y="141"/>
                      <a:pt x="99" y="134"/>
                      <a:pt x="101" y="128"/>
                    </a:cubicBezTo>
                    <a:cubicBezTo>
                      <a:pt x="102" y="125"/>
                      <a:pt x="103" y="121"/>
                      <a:pt x="104" y="117"/>
                    </a:cubicBezTo>
                    <a:cubicBezTo>
                      <a:pt x="105" y="113"/>
                      <a:pt x="106" y="108"/>
                      <a:pt x="108" y="104"/>
                    </a:cubicBezTo>
                    <a:cubicBezTo>
                      <a:pt x="101" y="113"/>
                      <a:pt x="93" y="121"/>
                      <a:pt x="84" y="128"/>
                    </a:cubicBezTo>
                    <a:cubicBezTo>
                      <a:pt x="78" y="134"/>
                      <a:pt x="73" y="139"/>
                      <a:pt x="66" y="143"/>
                    </a:cubicBezTo>
                    <a:cubicBezTo>
                      <a:pt x="59" y="147"/>
                      <a:pt x="52" y="149"/>
                      <a:pt x="44" y="149"/>
                    </a:cubicBezTo>
                    <a:cubicBezTo>
                      <a:pt x="38" y="150"/>
                      <a:pt x="31" y="149"/>
                      <a:pt x="25" y="146"/>
                    </a:cubicBezTo>
                    <a:cubicBezTo>
                      <a:pt x="18" y="142"/>
                      <a:pt x="14" y="135"/>
                      <a:pt x="11" y="128"/>
                    </a:cubicBezTo>
                    <a:cubicBezTo>
                      <a:pt x="7" y="122"/>
                      <a:pt x="5" y="114"/>
                      <a:pt x="4" y="107"/>
                    </a:cubicBezTo>
                    <a:cubicBezTo>
                      <a:pt x="3" y="101"/>
                      <a:pt x="2" y="96"/>
                      <a:pt x="2" y="90"/>
                    </a:cubicBezTo>
                    <a:cubicBezTo>
                      <a:pt x="1" y="86"/>
                      <a:pt x="1" y="83"/>
                      <a:pt x="0" y="79"/>
                    </a:cubicBezTo>
                    <a:cubicBezTo>
                      <a:pt x="0" y="76"/>
                      <a:pt x="0" y="72"/>
                      <a:pt x="0" y="69"/>
                    </a:cubicBezTo>
                    <a:cubicBezTo>
                      <a:pt x="0" y="56"/>
                      <a:pt x="0" y="43"/>
                      <a:pt x="3" y="30"/>
                    </a:cubicBezTo>
                    <a:cubicBezTo>
                      <a:pt x="4" y="23"/>
                      <a:pt x="7" y="15"/>
                      <a:pt x="10" y="8"/>
                    </a:cubicBezTo>
                    <a:cubicBezTo>
                      <a:pt x="12" y="6"/>
                      <a:pt x="14" y="4"/>
                      <a:pt x="16" y="3"/>
                    </a:cubicBezTo>
                    <a:cubicBezTo>
                      <a:pt x="18" y="2"/>
                      <a:pt x="20" y="1"/>
                      <a:pt x="23" y="1"/>
                    </a:cubicBezTo>
                    <a:cubicBezTo>
                      <a:pt x="22" y="1"/>
                      <a:pt x="22" y="1"/>
                      <a:pt x="21" y="1"/>
                    </a:cubicBezTo>
                    <a:cubicBezTo>
                      <a:pt x="30" y="0"/>
                      <a:pt x="37" y="9"/>
                      <a:pt x="35" y="17"/>
                    </a:cubicBezTo>
                    <a:cubicBezTo>
                      <a:pt x="34" y="20"/>
                      <a:pt x="32" y="22"/>
                      <a:pt x="30" y="24"/>
                    </a:cubicBezTo>
                    <a:lnTo>
                      <a:pt x="30" y="25"/>
                    </a:lnTo>
                    <a:cubicBezTo>
                      <a:pt x="30" y="25"/>
                      <a:pt x="29" y="26"/>
                      <a:pt x="28" y="27"/>
                    </a:cubicBezTo>
                    <a:cubicBezTo>
                      <a:pt x="28" y="30"/>
                      <a:pt x="27" y="33"/>
                      <a:pt x="26" y="35"/>
                    </a:cubicBezTo>
                    <a:cubicBezTo>
                      <a:pt x="27" y="35"/>
                      <a:pt x="27" y="34"/>
                      <a:pt x="27" y="34"/>
                    </a:cubicBezTo>
                    <a:cubicBezTo>
                      <a:pt x="25" y="41"/>
                      <a:pt x="24" y="48"/>
                      <a:pt x="24" y="55"/>
                    </a:cubicBezTo>
                    <a:cubicBezTo>
                      <a:pt x="23" y="62"/>
                      <a:pt x="23" y="70"/>
                      <a:pt x="23" y="77"/>
                    </a:cubicBezTo>
                    <a:cubicBezTo>
                      <a:pt x="24" y="85"/>
                      <a:pt x="24" y="93"/>
                      <a:pt x="26" y="100"/>
                    </a:cubicBezTo>
                    <a:cubicBezTo>
                      <a:pt x="27" y="104"/>
                      <a:pt x="28" y="107"/>
                      <a:pt x="28" y="111"/>
                    </a:cubicBezTo>
                    <a:cubicBezTo>
                      <a:pt x="30" y="113"/>
                      <a:pt x="30" y="114"/>
                      <a:pt x="31" y="116"/>
                    </a:cubicBezTo>
                    <a:cubicBezTo>
                      <a:pt x="31" y="118"/>
                      <a:pt x="32" y="119"/>
                      <a:pt x="33" y="120"/>
                    </a:cubicBezTo>
                    <a:cubicBezTo>
                      <a:pt x="34" y="122"/>
                      <a:pt x="35" y="123"/>
                      <a:pt x="36" y="124"/>
                    </a:cubicBezTo>
                    <a:cubicBezTo>
                      <a:pt x="36" y="125"/>
                      <a:pt x="37" y="125"/>
                      <a:pt x="37" y="125"/>
                    </a:cubicBezTo>
                    <a:lnTo>
                      <a:pt x="38" y="125"/>
                    </a:lnTo>
                    <a:cubicBezTo>
                      <a:pt x="37" y="125"/>
                      <a:pt x="37" y="125"/>
                      <a:pt x="37" y="125"/>
                    </a:cubicBezTo>
                    <a:cubicBezTo>
                      <a:pt x="38" y="125"/>
                      <a:pt x="38" y="125"/>
                      <a:pt x="38" y="126"/>
                    </a:cubicBezTo>
                    <a:cubicBezTo>
                      <a:pt x="38" y="125"/>
                      <a:pt x="38" y="125"/>
                      <a:pt x="38" y="125"/>
                    </a:cubicBezTo>
                    <a:lnTo>
                      <a:pt x="39" y="126"/>
                    </a:lnTo>
                    <a:lnTo>
                      <a:pt x="40" y="126"/>
                    </a:lnTo>
                    <a:cubicBezTo>
                      <a:pt x="41" y="126"/>
                      <a:pt x="42" y="126"/>
                      <a:pt x="42" y="126"/>
                    </a:cubicBezTo>
                    <a:cubicBezTo>
                      <a:pt x="45" y="126"/>
                      <a:pt x="46" y="125"/>
                      <a:pt x="48" y="125"/>
                    </a:cubicBezTo>
                    <a:cubicBezTo>
                      <a:pt x="49" y="125"/>
                      <a:pt x="50" y="125"/>
                      <a:pt x="51" y="125"/>
                    </a:cubicBezTo>
                    <a:cubicBezTo>
                      <a:pt x="51" y="124"/>
                      <a:pt x="52" y="124"/>
                      <a:pt x="52" y="124"/>
                    </a:cubicBezTo>
                    <a:cubicBezTo>
                      <a:pt x="54" y="123"/>
                      <a:pt x="56" y="122"/>
                      <a:pt x="58" y="121"/>
                    </a:cubicBezTo>
                    <a:cubicBezTo>
                      <a:pt x="61" y="119"/>
                      <a:pt x="64" y="117"/>
                      <a:pt x="67" y="114"/>
                    </a:cubicBezTo>
                    <a:cubicBezTo>
                      <a:pt x="73" y="109"/>
                      <a:pt x="78" y="104"/>
                      <a:pt x="83" y="99"/>
                    </a:cubicBezTo>
                    <a:cubicBezTo>
                      <a:pt x="88" y="92"/>
                      <a:pt x="94" y="86"/>
                      <a:pt x="99" y="79"/>
                    </a:cubicBezTo>
                    <a:cubicBezTo>
                      <a:pt x="105" y="72"/>
                      <a:pt x="110" y="64"/>
                      <a:pt x="116" y="57"/>
                    </a:cubicBezTo>
                    <a:cubicBezTo>
                      <a:pt x="122" y="47"/>
                      <a:pt x="129" y="37"/>
                      <a:pt x="134" y="27"/>
                    </a:cubicBezTo>
                    <a:cubicBezTo>
                      <a:pt x="134" y="26"/>
                      <a:pt x="135" y="26"/>
                      <a:pt x="135" y="25"/>
                    </a:cubicBezTo>
                    <a:cubicBezTo>
                      <a:pt x="138" y="19"/>
                      <a:pt x="144" y="16"/>
                      <a:pt x="151" y="19"/>
                    </a:cubicBezTo>
                    <a:cubicBezTo>
                      <a:pt x="154" y="20"/>
                      <a:pt x="156" y="23"/>
                      <a:pt x="157" y="25"/>
                    </a:cubicBezTo>
                    <a:cubicBezTo>
                      <a:pt x="158" y="29"/>
                      <a:pt x="158" y="33"/>
                      <a:pt x="156" y="36"/>
                    </a:cubicBezTo>
                    <a:cubicBezTo>
                      <a:pt x="152" y="44"/>
                      <a:pt x="149" y="52"/>
                      <a:pt x="146" y="60"/>
                    </a:cubicBezTo>
                    <a:cubicBezTo>
                      <a:pt x="141" y="74"/>
                      <a:pt x="136" y="89"/>
                      <a:pt x="131" y="103"/>
                    </a:cubicBezTo>
                    <a:cubicBezTo>
                      <a:pt x="129" y="108"/>
                      <a:pt x="127" y="114"/>
                      <a:pt x="126" y="120"/>
                    </a:cubicBezTo>
                    <a:cubicBezTo>
                      <a:pt x="134" y="112"/>
                      <a:pt x="143" y="104"/>
                      <a:pt x="152" y="96"/>
                    </a:cubicBezTo>
                    <a:cubicBezTo>
                      <a:pt x="157" y="93"/>
                      <a:pt x="163" y="93"/>
                      <a:pt x="167" y="97"/>
                    </a:cubicBezTo>
                    <a:cubicBezTo>
                      <a:pt x="171" y="101"/>
                      <a:pt x="171" y="107"/>
                      <a:pt x="166" y="111"/>
                    </a:cubicBezTo>
                    <a:cubicBezTo>
                      <a:pt x="151" y="125"/>
                      <a:pt x="136" y="139"/>
                      <a:pt x="120" y="154"/>
                    </a:cubicBezTo>
                    <a:cubicBezTo>
                      <a:pt x="119" y="155"/>
                      <a:pt x="118" y="156"/>
                      <a:pt x="117" y="157"/>
                    </a:cubicBezTo>
                    <a:cubicBezTo>
                      <a:pt x="116" y="161"/>
                      <a:pt x="115" y="165"/>
                      <a:pt x="114" y="169"/>
                    </a:cubicBezTo>
                    <a:lnTo>
                      <a:pt x="114" y="168"/>
                    </a:lnTo>
                    <a:cubicBezTo>
                      <a:pt x="109" y="192"/>
                      <a:pt x="106" y="216"/>
                      <a:pt x="102" y="240"/>
                    </a:cubicBezTo>
                    <a:cubicBezTo>
                      <a:pt x="100" y="253"/>
                      <a:pt x="98" y="266"/>
                      <a:pt x="96" y="279"/>
                    </a:cubicBezTo>
                    <a:cubicBezTo>
                      <a:pt x="95" y="284"/>
                      <a:pt x="94" y="290"/>
                      <a:pt x="93" y="296"/>
                    </a:cubicBezTo>
                    <a:cubicBezTo>
                      <a:pt x="91" y="305"/>
                      <a:pt x="90" y="315"/>
                      <a:pt x="85" y="323"/>
                    </a:cubicBezTo>
                    <a:cubicBezTo>
                      <a:pt x="82" y="328"/>
                      <a:pt x="76" y="332"/>
                      <a:pt x="70" y="3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" name="Google Shape;504;p5"/>
              <p:cNvSpPr/>
              <p:nvPr/>
            </p:nvSpPr>
            <p:spPr>
              <a:xfrm>
                <a:off x="1067040" y="726840"/>
                <a:ext cx="1548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43" h="28" extrusionOk="0">
                    <a:moveTo>
                      <a:pt x="13" y="26"/>
                    </a:moveTo>
                    <a:lnTo>
                      <a:pt x="12" y="26"/>
                    </a:lnTo>
                    <a:cubicBezTo>
                      <a:pt x="10" y="26"/>
                      <a:pt x="9" y="26"/>
                      <a:pt x="9" y="25"/>
                    </a:cubicBezTo>
                    <a:cubicBezTo>
                      <a:pt x="3" y="23"/>
                      <a:pt x="0" y="17"/>
                      <a:pt x="1" y="12"/>
                    </a:cubicBezTo>
                    <a:cubicBezTo>
                      <a:pt x="2" y="7"/>
                      <a:pt x="6" y="2"/>
                      <a:pt x="10" y="1"/>
                    </a:cubicBezTo>
                    <a:cubicBezTo>
                      <a:pt x="12" y="1"/>
                      <a:pt x="13" y="1"/>
                      <a:pt x="14" y="1"/>
                    </a:cubicBezTo>
                    <a:cubicBezTo>
                      <a:pt x="20" y="0"/>
                      <a:pt x="25" y="0"/>
                      <a:pt x="30" y="0"/>
                    </a:cubicBezTo>
                    <a:cubicBezTo>
                      <a:pt x="37" y="0"/>
                      <a:pt x="42" y="6"/>
                      <a:pt x="42" y="12"/>
                    </a:cubicBezTo>
                    <a:cubicBezTo>
                      <a:pt x="42" y="19"/>
                      <a:pt x="36" y="25"/>
                      <a:pt x="30" y="25"/>
                    </a:cubicBezTo>
                    <a:cubicBezTo>
                      <a:pt x="27" y="25"/>
                      <a:pt x="26" y="25"/>
                      <a:pt x="24" y="25"/>
                    </a:cubicBezTo>
                    <a:lnTo>
                      <a:pt x="25" y="25"/>
                    </a:lnTo>
                    <a:cubicBezTo>
                      <a:pt x="24" y="25"/>
                      <a:pt x="24" y="25"/>
                      <a:pt x="24" y="25"/>
                    </a:cubicBezTo>
                    <a:cubicBezTo>
                      <a:pt x="21" y="26"/>
                      <a:pt x="19" y="27"/>
                      <a:pt x="17" y="27"/>
                    </a:cubicBezTo>
                    <a:cubicBezTo>
                      <a:pt x="16" y="27"/>
                      <a:pt x="14" y="27"/>
                      <a:pt x="13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" name="Google Shape;505;p5"/>
              <p:cNvSpPr/>
              <p:nvPr/>
            </p:nvSpPr>
            <p:spPr>
              <a:xfrm>
                <a:off x="1059120" y="739080"/>
                <a:ext cx="13320" cy="12240"/>
              </a:xfrm>
              <a:custGeom>
                <a:avLst/>
                <a:gdLst/>
                <a:ahLst/>
                <a:cxnLst/>
                <a:rect l="l" t="t" r="r" b="b"/>
                <a:pathLst>
                  <a:path w="37" h="34" extrusionOk="0">
                    <a:moveTo>
                      <a:pt x="21" y="33"/>
                    </a:moveTo>
                    <a:cubicBezTo>
                      <a:pt x="17" y="33"/>
                      <a:pt x="12" y="32"/>
                      <a:pt x="8" y="30"/>
                    </a:cubicBezTo>
                    <a:cubicBezTo>
                      <a:pt x="4" y="27"/>
                      <a:pt x="1" y="24"/>
                      <a:pt x="1" y="19"/>
                    </a:cubicBezTo>
                    <a:cubicBezTo>
                      <a:pt x="0" y="14"/>
                      <a:pt x="2" y="10"/>
                      <a:pt x="6" y="7"/>
                    </a:cubicBezTo>
                    <a:cubicBezTo>
                      <a:pt x="7" y="5"/>
                      <a:pt x="9" y="4"/>
                      <a:pt x="11" y="3"/>
                    </a:cubicBezTo>
                    <a:cubicBezTo>
                      <a:pt x="14" y="1"/>
                      <a:pt x="17" y="0"/>
                      <a:pt x="21" y="1"/>
                    </a:cubicBezTo>
                    <a:cubicBezTo>
                      <a:pt x="24" y="1"/>
                      <a:pt x="27" y="3"/>
                      <a:pt x="29" y="5"/>
                    </a:cubicBezTo>
                    <a:cubicBezTo>
                      <a:pt x="30" y="8"/>
                      <a:pt x="31" y="10"/>
                      <a:pt x="31" y="12"/>
                    </a:cubicBezTo>
                    <a:cubicBezTo>
                      <a:pt x="34" y="14"/>
                      <a:pt x="36" y="19"/>
                      <a:pt x="35" y="23"/>
                    </a:cubicBezTo>
                    <a:cubicBezTo>
                      <a:pt x="34" y="29"/>
                      <a:pt x="29" y="33"/>
                      <a:pt x="22" y="33"/>
                    </a:cubicBezTo>
                    <a:lnTo>
                      <a:pt x="21" y="3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" name="Google Shape;506;p5"/>
              <p:cNvSpPr/>
              <p:nvPr/>
            </p:nvSpPr>
            <p:spPr>
              <a:xfrm>
                <a:off x="1120680" y="684720"/>
                <a:ext cx="42840" cy="9900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275" extrusionOk="0">
                    <a:moveTo>
                      <a:pt x="39" y="274"/>
                    </a:moveTo>
                    <a:cubicBezTo>
                      <a:pt x="33" y="273"/>
                      <a:pt x="28" y="267"/>
                      <a:pt x="29" y="260"/>
                    </a:cubicBezTo>
                    <a:cubicBezTo>
                      <a:pt x="31" y="246"/>
                      <a:pt x="33" y="233"/>
                      <a:pt x="36" y="220"/>
                    </a:cubicBezTo>
                    <a:cubicBezTo>
                      <a:pt x="38" y="207"/>
                      <a:pt x="40" y="193"/>
                      <a:pt x="43" y="181"/>
                    </a:cubicBezTo>
                    <a:cubicBezTo>
                      <a:pt x="46" y="164"/>
                      <a:pt x="50" y="148"/>
                      <a:pt x="54" y="132"/>
                    </a:cubicBezTo>
                    <a:cubicBezTo>
                      <a:pt x="50" y="137"/>
                      <a:pt x="46" y="142"/>
                      <a:pt x="43" y="147"/>
                    </a:cubicBezTo>
                    <a:cubicBezTo>
                      <a:pt x="39" y="152"/>
                      <a:pt x="36" y="157"/>
                      <a:pt x="32" y="162"/>
                    </a:cubicBezTo>
                    <a:cubicBezTo>
                      <a:pt x="32" y="161"/>
                      <a:pt x="32" y="161"/>
                      <a:pt x="33" y="161"/>
                    </a:cubicBezTo>
                    <a:cubicBezTo>
                      <a:pt x="32" y="161"/>
                      <a:pt x="32" y="163"/>
                      <a:pt x="31" y="164"/>
                    </a:cubicBezTo>
                    <a:cubicBezTo>
                      <a:pt x="31" y="163"/>
                      <a:pt x="31" y="163"/>
                      <a:pt x="31" y="163"/>
                    </a:cubicBezTo>
                    <a:cubicBezTo>
                      <a:pt x="30" y="164"/>
                      <a:pt x="30" y="164"/>
                      <a:pt x="30" y="164"/>
                    </a:cubicBezTo>
                    <a:lnTo>
                      <a:pt x="31" y="164"/>
                    </a:lnTo>
                    <a:cubicBezTo>
                      <a:pt x="29" y="167"/>
                      <a:pt x="26" y="171"/>
                      <a:pt x="23" y="174"/>
                    </a:cubicBezTo>
                    <a:cubicBezTo>
                      <a:pt x="20" y="179"/>
                      <a:pt x="11" y="180"/>
                      <a:pt x="6" y="176"/>
                    </a:cubicBezTo>
                    <a:cubicBezTo>
                      <a:pt x="1" y="171"/>
                      <a:pt x="0" y="164"/>
                      <a:pt x="4" y="158"/>
                    </a:cubicBezTo>
                    <a:cubicBezTo>
                      <a:pt x="12" y="148"/>
                      <a:pt x="20" y="138"/>
                      <a:pt x="28" y="128"/>
                    </a:cubicBezTo>
                    <a:cubicBezTo>
                      <a:pt x="36" y="117"/>
                      <a:pt x="44" y="107"/>
                      <a:pt x="52" y="96"/>
                    </a:cubicBezTo>
                    <a:cubicBezTo>
                      <a:pt x="51" y="97"/>
                      <a:pt x="51" y="97"/>
                      <a:pt x="51" y="97"/>
                    </a:cubicBezTo>
                    <a:cubicBezTo>
                      <a:pt x="55" y="91"/>
                      <a:pt x="60" y="85"/>
                      <a:pt x="64" y="78"/>
                    </a:cubicBezTo>
                    <a:cubicBezTo>
                      <a:pt x="67" y="72"/>
                      <a:pt x="70" y="66"/>
                      <a:pt x="74" y="61"/>
                    </a:cubicBezTo>
                    <a:cubicBezTo>
                      <a:pt x="74" y="59"/>
                      <a:pt x="74" y="59"/>
                      <a:pt x="74" y="58"/>
                    </a:cubicBezTo>
                    <a:cubicBezTo>
                      <a:pt x="76" y="51"/>
                      <a:pt x="79" y="43"/>
                      <a:pt x="82" y="35"/>
                    </a:cubicBezTo>
                    <a:cubicBezTo>
                      <a:pt x="83" y="31"/>
                      <a:pt x="85" y="27"/>
                      <a:pt x="86" y="24"/>
                    </a:cubicBezTo>
                    <a:cubicBezTo>
                      <a:pt x="89" y="17"/>
                      <a:pt x="91" y="11"/>
                      <a:pt x="95" y="5"/>
                    </a:cubicBezTo>
                    <a:cubicBezTo>
                      <a:pt x="99" y="1"/>
                      <a:pt x="104" y="0"/>
                      <a:pt x="110" y="2"/>
                    </a:cubicBezTo>
                    <a:cubicBezTo>
                      <a:pt x="114" y="4"/>
                      <a:pt x="117" y="8"/>
                      <a:pt x="117" y="12"/>
                    </a:cubicBezTo>
                    <a:cubicBezTo>
                      <a:pt x="118" y="20"/>
                      <a:pt x="114" y="28"/>
                      <a:pt x="111" y="35"/>
                    </a:cubicBezTo>
                    <a:cubicBezTo>
                      <a:pt x="109" y="40"/>
                      <a:pt x="106" y="45"/>
                      <a:pt x="104" y="51"/>
                    </a:cubicBezTo>
                    <a:cubicBezTo>
                      <a:pt x="100" y="58"/>
                      <a:pt x="97" y="65"/>
                      <a:pt x="93" y="72"/>
                    </a:cubicBezTo>
                    <a:cubicBezTo>
                      <a:pt x="92" y="76"/>
                      <a:pt x="90" y="81"/>
                      <a:pt x="89" y="85"/>
                    </a:cubicBezTo>
                    <a:cubicBezTo>
                      <a:pt x="86" y="93"/>
                      <a:pt x="84" y="101"/>
                      <a:pt x="82" y="109"/>
                    </a:cubicBezTo>
                    <a:cubicBezTo>
                      <a:pt x="79" y="118"/>
                      <a:pt x="77" y="126"/>
                      <a:pt x="75" y="135"/>
                    </a:cubicBezTo>
                    <a:cubicBezTo>
                      <a:pt x="73" y="143"/>
                      <a:pt x="71" y="152"/>
                      <a:pt x="69" y="160"/>
                    </a:cubicBezTo>
                    <a:cubicBezTo>
                      <a:pt x="66" y="177"/>
                      <a:pt x="62" y="193"/>
                      <a:pt x="60" y="210"/>
                    </a:cubicBezTo>
                    <a:cubicBezTo>
                      <a:pt x="57" y="228"/>
                      <a:pt x="55" y="246"/>
                      <a:pt x="53" y="264"/>
                    </a:cubicBezTo>
                    <a:cubicBezTo>
                      <a:pt x="53" y="270"/>
                      <a:pt x="47" y="274"/>
                      <a:pt x="41" y="274"/>
                    </a:cubicBezTo>
                    <a:cubicBezTo>
                      <a:pt x="40" y="274"/>
                      <a:pt x="40" y="274"/>
                      <a:pt x="39" y="2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" name="Google Shape;507;p5"/>
              <p:cNvSpPr/>
              <p:nvPr/>
            </p:nvSpPr>
            <p:spPr>
              <a:xfrm>
                <a:off x="1058040" y="743040"/>
                <a:ext cx="32040" cy="14760"/>
              </a:xfrm>
              <a:custGeom>
                <a:avLst/>
                <a:gdLst/>
                <a:ahLst/>
                <a:cxnLst/>
                <a:rect l="l" t="t" r="r" b="b"/>
                <a:pathLst>
                  <a:path w="89" h="41" extrusionOk="0">
                    <a:moveTo>
                      <a:pt x="9" y="38"/>
                    </a:moveTo>
                    <a:cubicBezTo>
                      <a:pt x="6" y="36"/>
                      <a:pt x="4" y="33"/>
                      <a:pt x="3" y="30"/>
                    </a:cubicBezTo>
                    <a:cubicBezTo>
                      <a:pt x="1" y="28"/>
                      <a:pt x="0" y="25"/>
                      <a:pt x="0" y="22"/>
                    </a:cubicBezTo>
                    <a:cubicBezTo>
                      <a:pt x="0" y="19"/>
                      <a:pt x="2" y="16"/>
                      <a:pt x="4" y="13"/>
                    </a:cubicBezTo>
                    <a:cubicBezTo>
                      <a:pt x="9" y="8"/>
                      <a:pt x="16" y="8"/>
                      <a:pt x="22" y="7"/>
                    </a:cubicBezTo>
                    <a:cubicBezTo>
                      <a:pt x="25" y="6"/>
                      <a:pt x="28" y="6"/>
                      <a:pt x="31" y="6"/>
                    </a:cubicBezTo>
                    <a:cubicBezTo>
                      <a:pt x="45" y="5"/>
                      <a:pt x="60" y="3"/>
                      <a:pt x="74" y="1"/>
                    </a:cubicBezTo>
                    <a:cubicBezTo>
                      <a:pt x="81" y="0"/>
                      <a:pt x="87" y="5"/>
                      <a:pt x="88" y="11"/>
                    </a:cubicBezTo>
                    <a:cubicBezTo>
                      <a:pt x="88" y="17"/>
                      <a:pt x="84" y="23"/>
                      <a:pt x="77" y="24"/>
                    </a:cubicBezTo>
                    <a:cubicBezTo>
                      <a:pt x="67" y="26"/>
                      <a:pt x="57" y="27"/>
                      <a:pt x="48" y="28"/>
                    </a:cubicBezTo>
                    <a:cubicBezTo>
                      <a:pt x="41" y="29"/>
                      <a:pt x="34" y="30"/>
                      <a:pt x="27" y="31"/>
                    </a:cubicBezTo>
                    <a:cubicBezTo>
                      <a:pt x="25" y="36"/>
                      <a:pt x="20" y="40"/>
                      <a:pt x="15" y="40"/>
                    </a:cubicBezTo>
                    <a:cubicBezTo>
                      <a:pt x="13" y="40"/>
                      <a:pt x="10" y="39"/>
                      <a:pt x="9" y="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" name="Google Shape;508;p5"/>
              <p:cNvSpPr/>
              <p:nvPr/>
            </p:nvSpPr>
            <p:spPr>
              <a:xfrm>
                <a:off x="1062720" y="727560"/>
                <a:ext cx="2196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61" h="27" extrusionOk="0">
                    <a:moveTo>
                      <a:pt x="10" y="24"/>
                    </a:moveTo>
                    <a:cubicBezTo>
                      <a:pt x="0" y="21"/>
                      <a:pt x="0" y="6"/>
                      <a:pt x="8" y="2"/>
                    </a:cubicBezTo>
                    <a:cubicBezTo>
                      <a:pt x="11" y="1"/>
                      <a:pt x="14" y="0"/>
                      <a:pt x="17" y="0"/>
                    </a:cubicBezTo>
                    <a:cubicBezTo>
                      <a:pt x="18" y="0"/>
                      <a:pt x="19" y="1"/>
                      <a:pt x="20" y="2"/>
                    </a:cubicBezTo>
                    <a:cubicBezTo>
                      <a:pt x="21" y="2"/>
                      <a:pt x="21" y="2"/>
                      <a:pt x="22" y="2"/>
                    </a:cubicBezTo>
                    <a:lnTo>
                      <a:pt x="21" y="2"/>
                    </a:lnTo>
                    <a:cubicBezTo>
                      <a:pt x="30" y="2"/>
                      <a:pt x="39" y="2"/>
                      <a:pt x="48" y="1"/>
                    </a:cubicBezTo>
                    <a:cubicBezTo>
                      <a:pt x="54" y="0"/>
                      <a:pt x="59" y="6"/>
                      <a:pt x="60" y="12"/>
                    </a:cubicBezTo>
                    <a:cubicBezTo>
                      <a:pt x="60" y="18"/>
                      <a:pt x="56" y="24"/>
                      <a:pt x="49" y="25"/>
                    </a:cubicBezTo>
                    <a:cubicBezTo>
                      <a:pt x="43" y="25"/>
                      <a:pt x="36" y="26"/>
                      <a:pt x="30" y="26"/>
                    </a:cubicBezTo>
                    <a:cubicBezTo>
                      <a:pt x="28" y="26"/>
                      <a:pt x="25" y="26"/>
                      <a:pt x="22" y="26"/>
                    </a:cubicBezTo>
                    <a:cubicBezTo>
                      <a:pt x="18" y="26"/>
                      <a:pt x="13" y="26"/>
                      <a:pt x="10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" name="Google Shape;509;p5"/>
              <p:cNvSpPr/>
              <p:nvPr/>
            </p:nvSpPr>
            <p:spPr>
              <a:xfrm>
                <a:off x="174600" y="844200"/>
                <a:ext cx="60480" cy="67680"/>
              </a:xfrm>
              <a:custGeom>
                <a:avLst/>
                <a:gdLst/>
                <a:ahLst/>
                <a:cxnLst/>
                <a:rect l="l" t="t" r="r" b="b"/>
                <a:pathLst>
                  <a:path w="168" h="188" extrusionOk="0">
                    <a:moveTo>
                      <a:pt x="145" y="183"/>
                    </a:moveTo>
                    <a:cubicBezTo>
                      <a:pt x="140" y="175"/>
                      <a:pt x="135" y="168"/>
                      <a:pt x="130" y="160"/>
                    </a:cubicBezTo>
                    <a:cubicBezTo>
                      <a:pt x="127" y="157"/>
                      <a:pt x="124" y="153"/>
                      <a:pt x="122" y="150"/>
                    </a:cubicBezTo>
                    <a:cubicBezTo>
                      <a:pt x="119" y="147"/>
                      <a:pt x="117" y="144"/>
                      <a:pt x="114" y="141"/>
                    </a:cubicBezTo>
                    <a:cubicBezTo>
                      <a:pt x="106" y="131"/>
                      <a:pt x="98" y="122"/>
                      <a:pt x="89" y="114"/>
                    </a:cubicBezTo>
                    <a:cubicBezTo>
                      <a:pt x="80" y="103"/>
                      <a:pt x="69" y="94"/>
                      <a:pt x="59" y="83"/>
                    </a:cubicBezTo>
                    <a:cubicBezTo>
                      <a:pt x="54" y="80"/>
                      <a:pt x="51" y="76"/>
                      <a:pt x="47" y="71"/>
                    </a:cubicBezTo>
                    <a:cubicBezTo>
                      <a:pt x="42" y="67"/>
                      <a:pt x="38" y="63"/>
                      <a:pt x="34" y="58"/>
                    </a:cubicBezTo>
                    <a:cubicBezTo>
                      <a:pt x="29" y="53"/>
                      <a:pt x="25" y="48"/>
                      <a:pt x="20" y="43"/>
                    </a:cubicBezTo>
                    <a:cubicBezTo>
                      <a:pt x="15" y="36"/>
                      <a:pt x="10" y="30"/>
                      <a:pt x="6" y="24"/>
                    </a:cubicBezTo>
                    <a:cubicBezTo>
                      <a:pt x="5" y="23"/>
                      <a:pt x="4" y="23"/>
                      <a:pt x="4" y="23"/>
                    </a:cubicBezTo>
                    <a:cubicBezTo>
                      <a:pt x="0" y="17"/>
                      <a:pt x="1" y="9"/>
                      <a:pt x="7" y="4"/>
                    </a:cubicBezTo>
                    <a:cubicBezTo>
                      <a:pt x="13" y="0"/>
                      <a:pt x="21" y="2"/>
                      <a:pt x="25" y="7"/>
                    </a:cubicBezTo>
                    <a:cubicBezTo>
                      <a:pt x="30" y="14"/>
                      <a:pt x="35" y="21"/>
                      <a:pt x="40" y="28"/>
                    </a:cubicBezTo>
                    <a:cubicBezTo>
                      <a:pt x="45" y="34"/>
                      <a:pt x="49" y="38"/>
                      <a:pt x="53" y="43"/>
                    </a:cubicBezTo>
                    <a:cubicBezTo>
                      <a:pt x="58" y="48"/>
                      <a:pt x="63" y="53"/>
                      <a:pt x="67" y="58"/>
                    </a:cubicBezTo>
                    <a:cubicBezTo>
                      <a:pt x="75" y="66"/>
                      <a:pt x="84" y="74"/>
                      <a:pt x="92" y="83"/>
                    </a:cubicBezTo>
                    <a:cubicBezTo>
                      <a:pt x="110" y="102"/>
                      <a:pt x="128" y="122"/>
                      <a:pt x="145" y="143"/>
                    </a:cubicBezTo>
                    <a:cubicBezTo>
                      <a:pt x="151" y="152"/>
                      <a:pt x="158" y="161"/>
                      <a:pt x="163" y="169"/>
                    </a:cubicBezTo>
                    <a:cubicBezTo>
                      <a:pt x="167" y="175"/>
                      <a:pt x="166" y="182"/>
                      <a:pt x="161" y="186"/>
                    </a:cubicBezTo>
                    <a:cubicBezTo>
                      <a:pt x="159" y="187"/>
                      <a:pt x="157" y="187"/>
                      <a:pt x="154" y="187"/>
                    </a:cubicBezTo>
                    <a:cubicBezTo>
                      <a:pt x="151" y="187"/>
                      <a:pt x="147" y="186"/>
                      <a:pt x="145" y="18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0" name="Google Shape;510;p5"/>
              <p:cNvSpPr/>
              <p:nvPr/>
            </p:nvSpPr>
            <p:spPr>
              <a:xfrm>
                <a:off x="180000" y="840600"/>
                <a:ext cx="60480" cy="72720"/>
              </a:xfrm>
              <a:custGeom>
                <a:avLst/>
                <a:gdLst/>
                <a:ahLst/>
                <a:cxnLst/>
                <a:rect l="l" t="t" r="r" b="b"/>
                <a:pathLst>
                  <a:path w="168" h="202" extrusionOk="0">
                    <a:moveTo>
                      <a:pt x="6" y="199"/>
                    </a:moveTo>
                    <a:cubicBezTo>
                      <a:pt x="1" y="194"/>
                      <a:pt x="0" y="187"/>
                      <a:pt x="4" y="182"/>
                    </a:cubicBezTo>
                    <a:cubicBezTo>
                      <a:pt x="19" y="165"/>
                      <a:pt x="34" y="147"/>
                      <a:pt x="49" y="129"/>
                    </a:cubicBezTo>
                    <a:cubicBezTo>
                      <a:pt x="62" y="113"/>
                      <a:pt x="75" y="96"/>
                      <a:pt x="87" y="79"/>
                    </a:cubicBezTo>
                    <a:cubicBezTo>
                      <a:pt x="88" y="78"/>
                      <a:pt x="88" y="78"/>
                      <a:pt x="88" y="78"/>
                    </a:cubicBezTo>
                    <a:cubicBezTo>
                      <a:pt x="97" y="65"/>
                      <a:pt x="105" y="52"/>
                      <a:pt x="115" y="40"/>
                    </a:cubicBezTo>
                    <a:cubicBezTo>
                      <a:pt x="123" y="27"/>
                      <a:pt x="133" y="14"/>
                      <a:pt x="144" y="5"/>
                    </a:cubicBezTo>
                    <a:cubicBezTo>
                      <a:pt x="150" y="0"/>
                      <a:pt x="158" y="0"/>
                      <a:pt x="162" y="5"/>
                    </a:cubicBezTo>
                    <a:cubicBezTo>
                      <a:pt x="167" y="9"/>
                      <a:pt x="167" y="18"/>
                      <a:pt x="162" y="23"/>
                    </a:cubicBezTo>
                    <a:cubicBezTo>
                      <a:pt x="157" y="27"/>
                      <a:pt x="151" y="32"/>
                      <a:pt x="146" y="37"/>
                    </a:cubicBezTo>
                    <a:cubicBezTo>
                      <a:pt x="130" y="56"/>
                      <a:pt x="117" y="77"/>
                      <a:pt x="102" y="97"/>
                    </a:cubicBezTo>
                    <a:cubicBezTo>
                      <a:pt x="87" y="117"/>
                      <a:pt x="71" y="137"/>
                      <a:pt x="55" y="157"/>
                    </a:cubicBezTo>
                    <a:cubicBezTo>
                      <a:pt x="44" y="170"/>
                      <a:pt x="32" y="183"/>
                      <a:pt x="21" y="197"/>
                    </a:cubicBezTo>
                    <a:cubicBezTo>
                      <a:pt x="19" y="200"/>
                      <a:pt x="16" y="201"/>
                      <a:pt x="13" y="201"/>
                    </a:cubicBezTo>
                    <a:cubicBezTo>
                      <a:pt x="10" y="201"/>
                      <a:pt x="7" y="200"/>
                      <a:pt x="6" y="1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1" name="Google Shape;511;p5"/>
              <p:cNvSpPr/>
              <p:nvPr/>
            </p:nvSpPr>
            <p:spPr>
              <a:xfrm>
                <a:off x="261360" y="866880"/>
                <a:ext cx="3348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93" h="35" extrusionOk="0">
                    <a:moveTo>
                      <a:pt x="80" y="34"/>
                    </a:moveTo>
                    <a:cubicBezTo>
                      <a:pt x="69" y="32"/>
                      <a:pt x="57" y="31"/>
                      <a:pt x="45" y="30"/>
                    </a:cubicBezTo>
                    <a:cubicBezTo>
                      <a:pt x="40" y="29"/>
                      <a:pt x="35" y="29"/>
                      <a:pt x="31" y="28"/>
                    </a:cubicBezTo>
                    <a:cubicBezTo>
                      <a:pt x="24" y="28"/>
                      <a:pt x="17" y="28"/>
                      <a:pt x="10" y="25"/>
                    </a:cubicBezTo>
                    <a:cubicBezTo>
                      <a:pt x="6" y="24"/>
                      <a:pt x="2" y="20"/>
                      <a:pt x="1" y="15"/>
                    </a:cubicBezTo>
                    <a:cubicBezTo>
                      <a:pt x="0" y="10"/>
                      <a:pt x="4" y="4"/>
                      <a:pt x="9" y="2"/>
                    </a:cubicBezTo>
                    <a:cubicBezTo>
                      <a:pt x="12" y="1"/>
                      <a:pt x="14" y="1"/>
                      <a:pt x="17" y="1"/>
                    </a:cubicBezTo>
                    <a:cubicBezTo>
                      <a:pt x="19" y="1"/>
                      <a:pt x="20" y="1"/>
                      <a:pt x="22" y="1"/>
                    </a:cubicBezTo>
                    <a:cubicBezTo>
                      <a:pt x="25" y="1"/>
                      <a:pt x="28" y="0"/>
                      <a:pt x="32" y="0"/>
                    </a:cubicBezTo>
                    <a:cubicBezTo>
                      <a:pt x="36" y="0"/>
                      <a:pt x="40" y="3"/>
                      <a:pt x="42" y="6"/>
                    </a:cubicBezTo>
                    <a:cubicBezTo>
                      <a:pt x="44" y="6"/>
                      <a:pt x="46" y="6"/>
                      <a:pt x="48" y="7"/>
                    </a:cubicBezTo>
                    <a:cubicBezTo>
                      <a:pt x="57" y="7"/>
                      <a:pt x="66" y="8"/>
                      <a:pt x="76" y="10"/>
                    </a:cubicBezTo>
                    <a:cubicBezTo>
                      <a:pt x="77" y="10"/>
                      <a:pt x="79" y="10"/>
                      <a:pt x="80" y="10"/>
                    </a:cubicBezTo>
                    <a:cubicBezTo>
                      <a:pt x="87" y="10"/>
                      <a:pt x="92" y="15"/>
                      <a:pt x="92" y="22"/>
                    </a:cubicBezTo>
                    <a:cubicBezTo>
                      <a:pt x="92" y="28"/>
                      <a:pt x="87" y="34"/>
                      <a:pt x="81" y="34"/>
                    </a:cubicBezTo>
                    <a:cubicBezTo>
                      <a:pt x="80" y="34"/>
                      <a:pt x="80" y="34"/>
                      <a:pt x="80" y="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2" name="Google Shape;512;p5"/>
              <p:cNvSpPr/>
              <p:nvPr/>
            </p:nvSpPr>
            <p:spPr>
              <a:xfrm>
                <a:off x="260640" y="876960"/>
                <a:ext cx="52560" cy="18000"/>
              </a:xfrm>
              <a:custGeom>
                <a:avLst/>
                <a:gdLst/>
                <a:ahLst/>
                <a:cxnLst/>
                <a:rect l="l" t="t" r="r" b="b"/>
                <a:pathLst>
                  <a:path w="146" h="50" extrusionOk="0">
                    <a:moveTo>
                      <a:pt x="16" y="49"/>
                    </a:moveTo>
                    <a:cubicBezTo>
                      <a:pt x="12" y="48"/>
                      <a:pt x="8" y="46"/>
                      <a:pt x="4" y="43"/>
                    </a:cubicBezTo>
                    <a:cubicBezTo>
                      <a:pt x="1" y="40"/>
                      <a:pt x="0" y="35"/>
                      <a:pt x="1" y="31"/>
                    </a:cubicBezTo>
                    <a:cubicBezTo>
                      <a:pt x="2" y="29"/>
                      <a:pt x="2" y="27"/>
                      <a:pt x="4" y="25"/>
                    </a:cubicBezTo>
                    <a:cubicBezTo>
                      <a:pt x="5" y="24"/>
                      <a:pt x="7" y="22"/>
                      <a:pt x="8" y="21"/>
                    </a:cubicBezTo>
                    <a:cubicBezTo>
                      <a:pt x="14" y="17"/>
                      <a:pt x="21" y="19"/>
                      <a:pt x="25" y="24"/>
                    </a:cubicBezTo>
                    <a:lnTo>
                      <a:pt x="26" y="25"/>
                    </a:lnTo>
                    <a:cubicBezTo>
                      <a:pt x="27" y="25"/>
                      <a:pt x="28" y="24"/>
                      <a:pt x="29" y="24"/>
                    </a:cubicBezTo>
                    <a:cubicBezTo>
                      <a:pt x="29" y="24"/>
                      <a:pt x="28" y="24"/>
                      <a:pt x="28" y="25"/>
                    </a:cubicBezTo>
                    <a:cubicBezTo>
                      <a:pt x="38" y="24"/>
                      <a:pt x="49" y="22"/>
                      <a:pt x="60" y="20"/>
                    </a:cubicBezTo>
                    <a:cubicBezTo>
                      <a:pt x="65" y="19"/>
                      <a:pt x="71" y="18"/>
                      <a:pt x="76" y="17"/>
                    </a:cubicBezTo>
                    <a:cubicBezTo>
                      <a:pt x="82" y="15"/>
                      <a:pt x="88" y="13"/>
                      <a:pt x="93" y="12"/>
                    </a:cubicBezTo>
                    <a:cubicBezTo>
                      <a:pt x="106" y="8"/>
                      <a:pt x="117" y="5"/>
                      <a:pt x="130" y="1"/>
                    </a:cubicBezTo>
                    <a:cubicBezTo>
                      <a:pt x="135" y="0"/>
                      <a:pt x="141" y="4"/>
                      <a:pt x="143" y="10"/>
                    </a:cubicBezTo>
                    <a:cubicBezTo>
                      <a:pt x="145" y="15"/>
                      <a:pt x="141" y="21"/>
                      <a:pt x="135" y="23"/>
                    </a:cubicBezTo>
                    <a:cubicBezTo>
                      <a:pt x="125" y="26"/>
                      <a:pt x="114" y="29"/>
                      <a:pt x="104" y="32"/>
                    </a:cubicBezTo>
                    <a:cubicBezTo>
                      <a:pt x="97" y="35"/>
                      <a:pt x="89" y="37"/>
                      <a:pt x="82" y="39"/>
                    </a:cubicBezTo>
                    <a:cubicBezTo>
                      <a:pt x="72" y="41"/>
                      <a:pt x="63" y="43"/>
                      <a:pt x="54" y="45"/>
                    </a:cubicBezTo>
                    <a:cubicBezTo>
                      <a:pt x="47" y="46"/>
                      <a:pt x="40" y="47"/>
                      <a:pt x="33" y="48"/>
                    </a:cubicBezTo>
                    <a:cubicBezTo>
                      <a:pt x="29" y="49"/>
                      <a:pt x="26" y="49"/>
                      <a:pt x="23" y="49"/>
                    </a:cubicBezTo>
                    <a:cubicBezTo>
                      <a:pt x="21" y="49"/>
                      <a:pt x="19" y="49"/>
                      <a:pt x="16" y="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3" name="Google Shape;513;p5"/>
              <p:cNvSpPr/>
              <p:nvPr/>
            </p:nvSpPr>
            <p:spPr>
              <a:xfrm>
                <a:off x="330480" y="833760"/>
                <a:ext cx="70200" cy="68400"/>
              </a:xfrm>
              <a:custGeom>
                <a:avLst/>
                <a:gdLst/>
                <a:ahLst/>
                <a:cxnLst/>
                <a:rect l="l" t="t" r="r" b="b"/>
                <a:pathLst>
                  <a:path w="195" h="190" extrusionOk="0">
                    <a:moveTo>
                      <a:pt x="53" y="166"/>
                    </a:moveTo>
                    <a:cubicBezTo>
                      <a:pt x="55" y="166"/>
                      <a:pt x="56" y="166"/>
                      <a:pt x="58" y="165"/>
                    </a:cubicBezTo>
                    <a:cubicBezTo>
                      <a:pt x="60" y="165"/>
                      <a:pt x="62" y="165"/>
                      <a:pt x="64" y="163"/>
                    </a:cubicBezTo>
                    <a:cubicBezTo>
                      <a:pt x="67" y="163"/>
                      <a:pt x="70" y="162"/>
                      <a:pt x="72" y="160"/>
                    </a:cubicBezTo>
                    <a:cubicBezTo>
                      <a:pt x="71" y="161"/>
                      <a:pt x="71" y="161"/>
                      <a:pt x="70" y="161"/>
                    </a:cubicBezTo>
                    <a:cubicBezTo>
                      <a:pt x="75" y="159"/>
                      <a:pt x="79" y="157"/>
                      <a:pt x="83" y="155"/>
                    </a:cubicBezTo>
                    <a:cubicBezTo>
                      <a:pt x="89" y="150"/>
                      <a:pt x="96" y="145"/>
                      <a:pt x="102" y="140"/>
                    </a:cubicBezTo>
                    <a:cubicBezTo>
                      <a:pt x="111" y="132"/>
                      <a:pt x="121" y="123"/>
                      <a:pt x="130" y="114"/>
                    </a:cubicBezTo>
                    <a:lnTo>
                      <a:pt x="129" y="114"/>
                    </a:lnTo>
                    <a:cubicBezTo>
                      <a:pt x="138" y="105"/>
                      <a:pt x="145" y="95"/>
                      <a:pt x="152" y="85"/>
                    </a:cubicBezTo>
                    <a:cubicBezTo>
                      <a:pt x="156" y="78"/>
                      <a:pt x="161" y="71"/>
                      <a:pt x="165" y="64"/>
                    </a:cubicBezTo>
                    <a:cubicBezTo>
                      <a:pt x="166" y="60"/>
                      <a:pt x="168" y="57"/>
                      <a:pt x="169" y="54"/>
                    </a:cubicBezTo>
                    <a:cubicBezTo>
                      <a:pt x="170" y="52"/>
                      <a:pt x="170" y="51"/>
                      <a:pt x="170" y="49"/>
                    </a:cubicBezTo>
                    <a:cubicBezTo>
                      <a:pt x="171" y="48"/>
                      <a:pt x="171" y="46"/>
                      <a:pt x="171" y="45"/>
                    </a:cubicBezTo>
                    <a:cubicBezTo>
                      <a:pt x="171" y="44"/>
                      <a:pt x="171" y="43"/>
                      <a:pt x="171" y="43"/>
                    </a:cubicBezTo>
                    <a:cubicBezTo>
                      <a:pt x="171" y="42"/>
                      <a:pt x="171" y="42"/>
                      <a:pt x="171" y="40"/>
                    </a:cubicBezTo>
                    <a:lnTo>
                      <a:pt x="171" y="41"/>
                    </a:lnTo>
                    <a:lnTo>
                      <a:pt x="171" y="40"/>
                    </a:lnTo>
                    <a:cubicBezTo>
                      <a:pt x="171" y="40"/>
                      <a:pt x="170" y="40"/>
                      <a:pt x="170" y="39"/>
                    </a:cubicBezTo>
                    <a:cubicBezTo>
                      <a:pt x="170" y="40"/>
                      <a:pt x="171" y="40"/>
                      <a:pt x="171" y="40"/>
                    </a:cubicBezTo>
                    <a:cubicBezTo>
                      <a:pt x="171" y="41"/>
                      <a:pt x="171" y="41"/>
                      <a:pt x="171" y="42"/>
                    </a:cubicBezTo>
                    <a:cubicBezTo>
                      <a:pt x="171" y="40"/>
                      <a:pt x="170" y="40"/>
                      <a:pt x="170" y="39"/>
                    </a:cubicBezTo>
                    <a:lnTo>
                      <a:pt x="170" y="38"/>
                    </a:lnTo>
                    <a:cubicBezTo>
                      <a:pt x="169" y="37"/>
                      <a:pt x="169" y="36"/>
                      <a:pt x="169" y="36"/>
                    </a:cubicBezTo>
                    <a:cubicBezTo>
                      <a:pt x="169" y="35"/>
                      <a:pt x="168" y="35"/>
                      <a:pt x="168" y="35"/>
                    </a:cubicBezTo>
                    <a:cubicBezTo>
                      <a:pt x="167" y="34"/>
                      <a:pt x="167" y="33"/>
                      <a:pt x="166" y="33"/>
                    </a:cubicBezTo>
                    <a:cubicBezTo>
                      <a:pt x="165" y="31"/>
                      <a:pt x="163" y="30"/>
                      <a:pt x="161" y="29"/>
                    </a:cubicBezTo>
                    <a:cubicBezTo>
                      <a:pt x="160" y="28"/>
                      <a:pt x="159" y="27"/>
                      <a:pt x="158" y="26"/>
                    </a:cubicBezTo>
                    <a:cubicBezTo>
                      <a:pt x="155" y="25"/>
                      <a:pt x="153" y="25"/>
                      <a:pt x="151" y="24"/>
                    </a:cubicBezTo>
                    <a:cubicBezTo>
                      <a:pt x="151" y="24"/>
                      <a:pt x="149" y="23"/>
                      <a:pt x="148" y="23"/>
                    </a:cubicBezTo>
                    <a:cubicBezTo>
                      <a:pt x="148" y="23"/>
                      <a:pt x="147" y="22"/>
                      <a:pt x="146" y="22"/>
                    </a:cubicBezTo>
                    <a:cubicBezTo>
                      <a:pt x="145" y="22"/>
                      <a:pt x="144" y="22"/>
                      <a:pt x="142" y="22"/>
                    </a:cubicBezTo>
                    <a:cubicBezTo>
                      <a:pt x="139" y="23"/>
                      <a:pt x="136" y="23"/>
                      <a:pt x="133" y="24"/>
                    </a:cubicBezTo>
                    <a:cubicBezTo>
                      <a:pt x="131" y="24"/>
                      <a:pt x="128" y="25"/>
                      <a:pt x="126" y="25"/>
                    </a:cubicBezTo>
                    <a:cubicBezTo>
                      <a:pt x="123" y="26"/>
                      <a:pt x="120" y="28"/>
                      <a:pt x="117" y="29"/>
                    </a:cubicBezTo>
                    <a:cubicBezTo>
                      <a:pt x="113" y="31"/>
                      <a:pt x="109" y="33"/>
                      <a:pt x="105" y="36"/>
                    </a:cubicBezTo>
                    <a:cubicBezTo>
                      <a:pt x="102" y="38"/>
                      <a:pt x="98" y="40"/>
                      <a:pt x="95" y="43"/>
                    </a:cubicBezTo>
                    <a:cubicBezTo>
                      <a:pt x="93" y="45"/>
                      <a:pt x="91" y="47"/>
                      <a:pt x="89" y="49"/>
                    </a:cubicBezTo>
                    <a:cubicBezTo>
                      <a:pt x="86" y="52"/>
                      <a:pt x="84" y="54"/>
                      <a:pt x="82" y="58"/>
                    </a:cubicBezTo>
                    <a:cubicBezTo>
                      <a:pt x="80" y="60"/>
                      <a:pt x="78" y="63"/>
                      <a:pt x="77" y="67"/>
                    </a:cubicBezTo>
                    <a:cubicBezTo>
                      <a:pt x="70" y="78"/>
                      <a:pt x="65" y="91"/>
                      <a:pt x="61" y="104"/>
                    </a:cubicBezTo>
                    <a:cubicBezTo>
                      <a:pt x="60" y="105"/>
                      <a:pt x="60" y="106"/>
                      <a:pt x="60" y="108"/>
                    </a:cubicBezTo>
                    <a:cubicBezTo>
                      <a:pt x="57" y="113"/>
                      <a:pt x="50" y="116"/>
                      <a:pt x="45" y="113"/>
                    </a:cubicBezTo>
                    <a:cubicBezTo>
                      <a:pt x="42" y="112"/>
                      <a:pt x="40" y="110"/>
                      <a:pt x="39" y="107"/>
                    </a:cubicBezTo>
                    <a:cubicBezTo>
                      <a:pt x="38" y="105"/>
                      <a:pt x="38" y="102"/>
                      <a:pt x="39" y="99"/>
                    </a:cubicBezTo>
                    <a:cubicBezTo>
                      <a:pt x="39" y="99"/>
                      <a:pt x="39" y="98"/>
                      <a:pt x="40" y="98"/>
                    </a:cubicBezTo>
                    <a:cubicBezTo>
                      <a:pt x="43" y="88"/>
                      <a:pt x="47" y="78"/>
                      <a:pt x="51" y="68"/>
                    </a:cubicBezTo>
                    <a:cubicBezTo>
                      <a:pt x="54" y="61"/>
                      <a:pt x="57" y="55"/>
                      <a:pt x="61" y="49"/>
                    </a:cubicBezTo>
                    <a:lnTo>
                      <a:pt x="60" y="49"/>
                    </a:lnTo>
                    <a:cubicBezTo>
                      <a:pt x="58" y="51"/>
                      <a:pt x="56" y="53"/>
                      <a:pt x="54" y="54"/>
                    </a:cubicBezTo>
                    <a:cubicBezTo>
                      <a:pt x="54" y="54"/>
                      <a:pt x="55" y="54"/>
                      <a:pt x="56" y="54"/>
                    </a:cubicBezTo>
                    <a:cubicBezTo>
                      <a:pt x="53" y="56"/>
                      <a:pt x="51" y="57"/>
                      <a:pt x="49" y="60"/>
                    </a:cubicBezTo>
                    <a:cubicBezTo>
                      <a:pt x="46" y="63"/>
                      <a:pt x="43" y="67"/>
                      <a:pt x="40" y="70"/>
                    </a:cubicBezTo>
                    <a:cubicBezTo>
                      <a:pt x="38" y="74"/>
                      <a:pt x="36" y="77"/>
                      <a:pt x="34" y="81"/>
                    </a:cubicBezTo>
                    <a:cubicBezTo>
                      <a:pt x="32" y="85"/>
                      <a:pt x="30" y="89"/>
                      <a:pt x="28" y="94"/>
                    </a:cubicBezTo>
                    <a:cubicBezTo>
                      <a:pt x="27" y="97"/>
                      <a:pt x="26" y="100"/>
                      <a:pt x="26" y="103"/>
                    </a:cubicBezTo>
                    <a:cubicBezTo>
                      <a:pt x="25" y="107"/>
                      <a:pt x="24" y="112"/>
                      <a:pt x="24" y="117"/>
                    </a:cubicBezTo>
                    <a:cubicBezTo>
                      <a:pt x="24" y="122"/>
                      <a:pt x="24" y="127"/>
                      <a:pt x="24" y="132"/>
                    </a:cubicBezTo>
                    <a:cubicBezTo>
                      <a:pt x="24" y="134"/>
                      <a:pt x="24" y="136"/>
                      <a:pt x="24" y="138"/>
                    </a:cubicBezTo>
                    <a:cubicBezTo>
                      <a:pt x="25" y="139"/>
                      <a:pt x="25" y="141"/>
                      <a:pt x="25" y="142"/>
                    </a:cubicBezTo>
                    <a:lnTo>
                      <a:pt x="26" y="143"/>
                    </a:lnTo>
                    <a:cubicBezTo>
                      <a:pt x="26" y="143"/>
                      <a:pt x="26" y="142"/>
                      <a:pt x="25" y="142"/>
                    </a:cubicBezTo>
                    <a:cubicBezTo>
                      <a:pt x="26" y="144"/>
                      <a:pt x="27" y="146"/>
                      <a:pt x="28" y="148"/>
                    </a:cubicBezTo>
                    <a:cubicBezTo>
                      <a:pt x="28" y="149"/>
                      <a:pt x="29" y="150"/>
                      <a:pt x="30" y="152"/>
                    </a:cubicBezTo>
                    <a:cubicBezTo>
                      <a:pt x="30" y="153"/>
                      <a:pt x="32" y="154"/>
                      <a:pt x="32" y="155"/>
                    </a:cubicBezTo>
                    <a:cubicBezTo>
                      <a:pt x="33" y="156"/>
                      <a:pt x="34" y="157"/>
                      <a:pt x="35" y="158"/>
                    </a:cubicBezTo>
                    <a:cubicBezTo>
                      <a:pt x="36" y="159"/>
                      <a:pt x="37" y="159"/>
                      <a:pt x="38" y="160"/>
                    </a:cubicBezTo>
                    <a:cubicBezTo>
                      <a:pt x="40" y="162"/>
                      <a:pt x="42" y="163"/>
                      <a:pt x="44" y="164"/>
                    </a:cubicBezTo>
                    <a:cubicBezTo>
                      <a:pt x="44" y="164"/>
                      <a:pt x="45" y="164"/>
                      <a:pt x="45" y="165"/>
                    </a:cubicBezTo>
                    <a:cubicBezTo>
                      <a:pt x="47" y="165"/>
                      <a:pt x="48" y="165"/>
                      <a:pt x="50" y="166"/>
                    </a:cubicBezTo>
                    <a:lnTo>
                      <a:pt x="51" y="166"/>
                    </a:lnTo>
                    <a:cubicBezTo>
                      <a:pt x="52" y="166"/>
                      <a:pt x="53" y="166"/>
                      <a:pt x="53" y="166"/>
                    </a:cubicBezTo>
                    <a:moveTo>
                      <a:pt x="37" y="186"/>
                    </a:moveTo>
                    <a:cubicBezTo>
                      <a:pt x="30" y="184"/>
                      <a:pt x="25" y="180"/>
                      <a:pt x="19" y="175"/>
                    </a:cubicBezTo>
                    <a:cubicBezTo>
                      <a:pt x="10" y="167"/>
                      <a:pt x="5" y="155"/>
                      <a:pt x="2" y="143"/>
                    </a:cubicBezTo>
                    <a:cubicBezTo>
                      <a:pt x="1" y="137"/>
                      <a:pt x="1" y="130"/>
                      <a:pt x="0" y="123"/>
                    </a:cubicBezTo>
                    <a:cubicBezTo>
                      <a:pt x="0" y="116"/>
                      <a:pt x="1" y="108"/>
                      <a:pt x="3" y="101"/>
                    </a:cubicBezTo>
                    <a:cubicBezTo>
                      <a:pt x="5" y="87"/>
                      <a:pt x="10" y="74"/>
                      <a:pt x="17" y="62"/>
                    </a:cubicBezTo>
                    <a:cubicBezTo>
                      <a:pt x="21" y="56"/>
                      <a:pt x="25" y="50"/>
                      <a:pt x="30" y="44"/>
                    </a:cubicBezTo>
                    <a:cubicBezTo>
                      <a:pt x="35" y="38"/>
                      <a:pt x="40" y="34"/>
                      <a:pt x="46" y="29"/>
                    </a:cubicBezTo>
                    <a:cubicBezTo>
                      <a:pt x="51" y="25"/>
                      <a:pt x="59" y="26"/>
                      <a:pt x="63" y="32"/>
                    </a:cubicBezTo>
                    <a:cubicBezTo>
                      <a:pt x="65" y="35"/>
                      <a:pt x="66" y="40"/>
                      <a:pt x="65" y="43"/>
                    </a:cubicBezTo>
                    <a:cubicBezTo>
                      <a:pt x="69" y="38"/>
                      <a:pt x="73" y="33"/>
                      <a:pt x="78" y="28"/>
                    </a:cubicBezTo>
                    <a:cubicBezTo>
                      <a:pt x="84" y="23"/>
                      <a:pt x="90" y="19"/>
                      <a:pt x="96" y="15"/>
                    </a:cubicBezTo>
                    <a:cubicBezTo>
                      <a:pt x="104" y="10"/>
                      <a:pt x="111" y="6"/>
                      <a:pt x="120" y="4"/>
                    </a:cubicBezTo>
                    <a:cubicBezTo>
                      <a:pt x="127" y="1"/>
                      <a:pt x="135" y="0"/>
                      <a:pt x="143" y="0"/>
                    </a:cubicBezTo>
                    <a:cubicBezTo>
                      <a:pt x="147" y="0"/>
                      <a:pt x="151" y="0"/>
                      <a:pt x="154" y="1"/>
                    </a:cubicBezTo>
                    <a:cubicBezTo>
                      <a:pt x="159" y="2"/>
                      <a:pt x="163" y="4"/>
                      <a:pt x="167" y="6"/>
                    </a:cubicBezTo>
                    <a:cubicBezTo>
                      <a:pt x="174" y="9"/>
                      <a:pt x="180" y="14"/>
                      <a:pt x="184" y="19"/>
                    </a:cubicBezTo>
                    <a:cubicBezTo>
                      <a:pt x="190" y="25"/>
                      <a:pt x="192" y="32"/>
                      <a:pt x="193" y="39"/>
                    </a:cubicBezTo>
                    <a:cubicBezTo>
                      <a:pt x="194" y="42"/>
                      <a:pt x="194" y="46"/>
                      <a:pt x="193" y="49"/>
                    </a:cubicBezTo>
                    <a:cubicBezTo>
                      <a:pt x="192" y="53"/>
                      <a:pt x="191" y="57"/>
                      <a:pt x="190" y="60"/>
                    </a:cubicBezTo>
                    <a:cubicBezTo>
                      <a:pt x="187" y="67"/>
                      <a:pt x="184" y="75"/>
                      <a:pt x="180" y="82"/>
                    </a:cubicBezTo>
                    <a:cubicBezTo>
                      <a:pt x="176" y="87"/>
                      <a:pt x="173" y="92"/>
                      <a:pt x="169" y="98"/>
                    </a:cubicBezTo>
                    <a:cubicBezTo>
                      <a:pt x="165" y="103"/>
                      <a:pt x="161" y="109"/>
                      <a:pt x="157" y="115"/>
                    </a:cubicBezTo>
                    <a:cubicBezTo>
                      <a:pt x="148" y="127"/>
                      <a:pt x="138" y="138"/>
                      <a:pt x="127" y="148"/>
                    </a:cubicBezTo>
                    <a:cubicBezTo>
                      <a:pt x="117" y="158"/>
                      <a:pt x="105" y="167"/>
                      <a:pt x="93" y="175"/>
                    </a:cubicBezTo>
                    <a:cubicBezTo>
                      <a:pt x="82" y="183"/>
                      <a:pt x="68" y="189"/>
                      <a:pt x="54" y="189"/>
                    </a:cubicBezTo>
                    <a:lnTo>
                      <a:pt x="53" y="189"/>
                    </a:lnTo>
                    <a:cubicBezTo>
                      <a:pt x="47" y="189"/>
                      <a:pt x="42" y="188"/>
                      <a:pt x="37" y="1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4" name="Google Shape;514;p5"/>
              <p:cNvSpPr/>
              <p:nvPr/>
            </p:nvSpPr>
            <p:spPr>
              <a:xfrm>
                <a:off x="387000" y="889560"/>
                <a:ext cx="21240" cy="44640"/>
              </a:xfrm>
              <a:custGeom>
                <a:avLst/>
                <a:gdLst/>
                <a:ahLst/>
                <a:cxnLst/>
                <a:rect l="l" t="t" r="r" b="b"/>
                <a:pathLst>
                  <a:path w="59" h="124" extrusionOk="0">
                    <a:moveTo>
                      <a:pt x="8" y="121"/>
                    </a:moveTo>
                    <a:cubicBezTo>
                      <a:pt x="2" y="119"/>
                      <a:pt x="0" y="111"/>
                      <a:pt x="3" y="106"/>
                    </a:cubicBezTo>
                    <a:cubicBezTo>
                      <a:pt x="7" y="100"/>
                      <a:pt x="10" y="94"/>
                      <a:pt x="13" y="88"/>
                    </a:cubicBezTo>
                    <a:cubicBezTo>
                      <a:pt x="16" y="82"/>
                      <a:pt x="19" y="75"/>
                      <a:pt x="21" y="69"/>
                    </a:cubicBezTo>
                    <a:cubicBezTo>
                      <a:pt x="24" y="64"/>
                      <a:pt x="25" y="58"/>
                      <a:pt x="26" y="53"/>
                    </a:cubicBezTo>
                    <a:cubicBezTo>
                      <a:pt x="28" y="42"/>
                      <a:pt x="31" y="30"/>
                      <a:pt x="32" y="18"/>
                    </a:cubicBezTo>
                    <a:cubicBezTo>
                      <a:pt x="33" y="16"/>
                      <a:pt x="33" y="14"/>
                      <a:pt x="33" y="12"/>
                    </a:cubicBezTo>
                    <a:cubicBezTo>
                      <a:pt x="33" y="6"/>
                      <a:pt x="38" y="0"/>
                      <a:pt x="45" y="0"/>
                    </a:cubicBezTo>
                    <a:cubicBezTo>
                      <a:pt x="52" y="0"/>
                      <a:pt x="58" y="6"/>
                      <a:pt x="58" y="13"/>
                    </a:cubicBezTo>
                    <a:cubicBezTo>
                      <a:pt x="57" y="21"/>
                      <a:pt x="56" y="28"/>
                      <a:pt x="54" y="35"/>
                    </a:cubicBezTo>
                    <a:cubicBezTo>
                      <a:pt x="53" y="43"/>
                      <a:pt x="51" y="51"/>
                      <a:pt x="49" y="58"/>
                    </a:cubicBezTo>
                    <a:cubicBezTo>
                      <a:pt x="44" y="80"/>
                      <a:pt x="35" y="99"/>
                      <a:pt x="23" y="117"/>
                    </a:cubicBezTo>
                    <a:cubicBezTo>
                      <a:pt x="21" y="121"/>
                      <a:pt x="17" y="123"/>
                      <a:pt x="13" y="123"/>
                    </a:cubicBezTo>
                    <a:cubicBezTo>
                      <a:pt x="11" y="123"/>
                      <a:pt x="9" y="123"/>
                      <a:pt x="8" y="1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5" name="Google Shape;515;p5"/>
              <p:cNvSpPr/>
              <p:nvPr/>
            </p:nvSpPr>
            <p:spPr>
              <a:xfrm>
                <a:off x="461520" y="828000"/>
                <a:ext cx="58680" cy="135720"/>
              </a:xfrm>
              <a:custGeom>
                <a:avLst/>
                <a:gdLst/>
                <a:ahLst/>
                <a:cxnLst/>
                <a:rect l="l" t="t" r="r" b="b"/>
                <a:pathLst>
                  <a:path w="163" h="377" extrusionOk="0">
                    <a:moveTo>
                      <a:pt x="59" y="352"/>
                    </a:moveTo>
                    <a:lnTo>
                      <a:pt x="60" y="352"/>
                    </a:lnTo>
                    <a:cubicBezTo>
                      <a:pt x="60" y="351"/>
                      <a:pt x="61" y="351"/>
                      <a:pt x="61" y="351"/>
                    </a:cubicBezTo>
                    <a:lnTo>
                      <a:pt x="60" y="351"/>
                    </a:lnTo>
                    <a:lnTo>
                      <a:pt x="61" y="351"/>
                    </a:lnTo>
                    <a:cubicBezTo>
                      <a:pt x="61" y="351"/>
                      <a:pt x="62" y="350"/>
                      <a:pt x="63" y="349"/>
                    </a:cubicBezTo>
                    <a:cubicBezTo>
                      <a:pt x="62" y="350"/>
                      <a:pt x="62" y="350"/>
                      <a:pt x="61" y="350"/>
                    </a:cubicBezTo>
                    <a:lnTo>
                      <a:pt x="62" y="350"/>
                    </a:lnTo>
                    <a:cubicBezTo>
                      <a:pt x="62" y="350"/>
                      <a:pt x="63" y="349"/>
                      <a:pt x="63" y="348"/>
                    </a:cubicBezTo>
                    <a:cubicBezTo>
                      <a:pt x="64" y="345"/>
                      <a:pt x="66" y="342"/>
                      <a:pt x="67" y="338"/>
                    </a:cubicBezTo>
                    <a:cubicBezTo>
                      <a:pt x="72" y="322"/>
                      <a:pt x="76" y="305"/>
                      <a:pt x="80" y="289"/>
                    </a:cubicBezTo>
                    <a:cubicBezTo>
                      <a:pt x="82" y="277"/>
                      <a:pt x="85" y="266"/>
                      <a:pt x="87" y="255"/>
                    </a:cubicBezTo>
                    <a:cubicBezTo>
                      <a:pt x="87" y="248"/>
                      <a:pt x="88" y="241"/>
                      <a:pt x="89" y="233"/>
                    </a:cubicBezTo>
                    <a:cubicBezTo>
                      <a:pt x="84" y="237"/>
                      <a:pt x="80" y="241"/>
                      <a:pt x="75" y="245"/>
                    </a:cubicBezTo>
                    <a:cubicBezTo>
                      <a:pt x="66" y="252"/>
                      <a:pt x="58" y="259"/>
                      <a:pt x="50" y="267"/>
                    </a:cubicBezTo>
                    <a:cubicBezTo>
                      <a:pt x="47" y="270"/>
                      <a:pt x="44" y="274"/>
                      <a:pt x="41" y="278"/>
                    </a:cubicBezTo>
                    <a:cubicBezTo>
                      <a:pt x="38" y="283"/>
                      <a:pt x="35" y="288"/>
                      <a:pt x="32" y="294"/>
                    </a:cubicBezTo>
                    <a:cubicBezTo>
                      <a:pt x="31" y="296"/>
                      <a:pt x="29" y="299"/>
                      <a:pt x="28" y="303"/>
                    </a:cubicBezTo>
                    <a:cubicBezTo>
                      <a:pt x="27" y="304"/>
                      <a:pt x="27" y="306"/>
                      <a:pt x="27" y="308"/>
                    </a:cubicBezTo>
                    <a:cubicBezTo>
                      <a:pt x="26" y="310"/>
                      <a:pt x="26" y="312"/>
                      <a:pt x="25" y="314"/>
                    </a:cubicBezTo>
                    <a:cubicBezTo>
                      <a:pt x="25" y="316"/>
                      <a:pt x="25" y="318"/>
                      <a:pt x="25" y="320"/>
                    </a:cubicBezTo>
                    <a:cubicBezTo>
                      <a:pt x="25" y="322"/>
                      <a:pt x="25" y="323"/>
                      <a:pt x="26" y="324"/>
                    </a:cubicBezTo>
                    <a:cubicBezTo>
                      <a:pt x="26" y="327"/>
                      <a:pt x="27" y="329"/>
                      <a:pt x="27" y="330"/>
                    </a:cubicBezTo>
                    <a:cubicBezTo>
                      <a:pt x="28" y="331"/>
                      <a:pt x="28" y="332"/>
                      <a:pt x="28" y="333"/>
                    </a:cubicBezTo>
                    <a:cubicBezTo>
                      <a:pt x="29" y="334"/>
                      <a:pt x="30" y="336"/>
                      <a:pt x="30" y="337"/>
                    </a:cubicBezTo>
                    <a:cubicBezTo>
                      <a:pt x="31" y="337"/>
                      <a:pt x="32" y="338"/>
                      <a:pt x="32" y="340"/>
                    </a:cubicBezTo>
                    <a:cubicBezTo>
                      <a:pt x="34" y="341"/>
                      <a:pt x="34" y="341"/>
                      <a:pt x="35" y="343"/>
                    </a:cubicBezTo>
                    <a:cubicBezTo>
                      <a:pt x="36" y="343"/>
                      <a:pt x="38" y="344"/>
                      <a:pt x="39" y="345"/>
                    </a:cubicBezTo>
                    <a:cubicBezTo>
                      <a:pt x="40" y="346"/>
                      <a:pt x="41" y="347"/>
                      <a:pt x="43" y="348"/>
                    </a:cubicBezTo>
                    <a:cubicBezTo>
                      <a:pt x="45" y="348"/>
                      <a:pt x="46" y="350"/>
                      <a:pt x="48" y="350"/>
                    </a:cubicBezTo>
                    <a:cubicBezTo>
                      <a:pt x="50" y="351"/>
                      <a:pt x="52" y="351"/>
                      <a:pt x="53" y="351"/>
                    </a:cubicBezTo>
                    <a:cubicBezTo>
                      <a:pt x="55" y="352"/>
                      <a:pt x="56" y="352"/>
                      <a:pt x="57" y="352"/>
                    </a:cubicBezTo>
                    <a:cubicBezTo>
                      <a:pt x="57" y="352"/>
                      <a:pt x="58" y="352"/>
                      <a:pt x="59" y="352"/>
                    </a:cubicBezTo>
                    <a:moveTo>
                      <a:pt x="36" y="371"/>
                    </a:moveTo>
                    <a:cubicBezTo>
                      <a:pt x="22" y="365"/>
                      <a:pt x="10" y="353"/>
                      <a:pt x="5" y="338"/>
                    </a:cubicBezTo>
                    <a:cubicBezTo>
                      <a:pt x="0" y="324"/>
                      <a:pt x="1" y="308"/>
                      <a:pt x="7" y="293"/>
                    </a:cubicBezTo>
                    <a:cubicBezTo>
                      <a:pt x="10" y="285"/>
                      <a:pt x="14" y="279"/>
                      <a:pt x="18" y="273"/>
                    </a:cubicBezTo>
                    <a:cubicBezTo>
                      <a:pt x="22" y="266"/>
                      <a:pt x="27" y="259"/>
                      <a:pt x="33" y="253"/>
                    </a:cubicBezTo>
                    <a:cubicBezTo>
                      <a:pt x="39" y="247"/>
                      <a:pt x="45" y="241"/>
                      <a:pt x="51" y="236"/>
                    </a:cubicBezTo>
                    <a:cubicBezTo>
                      <a:pt x="55" y="233"/>
                      <a:pt x="59" y="229"/>
                      <a:pt x="63" y="227"/>
                    </a:cubicBezTo>
                    <a:cubicBezTo>
                      <a:pt x="73" y="218"/>
                      <a:pt x="82" y="211"/>
                      <a:pt x="92" y="203"/>
                    </a:cubicBezTo>
                    <a:cubicBezTo>
                      <a:pt x="94" y="195"/>
                      <a:pt x="94" y="188"/>
                      <a:pt x="95" y="181"/>
                    </a:cubicBezTo>
                    <a:cubicBezTo>
                      <a:pt x="96" y="175"/>
                      <a:pt x="96" y="169"/>
                      <a:pt x="98" y="163"/>
                    </a:cubicBezTo>
                    <a:cubicBezTo>
                      <a:pt x="99" y="155"/>
                      <a:pt x="100" y="148"/>
                      <a:pt x="101" y="142"/>
                    </a:cubicBezTo>
                    <a:cubicBezTo>
                      <a:pt x="102" y="136"/>
                      <a:pt x="102" y="131"/>
                      <a:pt x="104" y="126"/>
                    </a:cubicBezTo>
                    <a:cubicBezTo>
                      <a:pt x="105" y="121"/>
                      <a:pt x="106" y="115"/>
                      <a:pt x="108" y="110"/>
                    </a:cubicBezTo>
                    <a:cubicBezTo>
                      <a:pt x="108" y="108"/>
                      <a:pt x="108" y="107"/>
                      <a:pt x="108" y="105"/>
                    </a:cubicBezTo>
                    <a:cubicBezTo>
                      <a:pt x="105" y="110"/>
                      <a:pt x="102" y="115"/>
                      <a:pt x="98" y="120"/>
                    </a:cubicBezTo>
                    <a:cubicBezTo>
                      <a:pt x="90" y="132"/>
                      <a:pt x="80" y="143"/>
                      <a:pt x="68" y="153"/>
                    </a:cubicBezTo>
                    <a:cubicBezTo>
                      <a:pt x="63" y="158"/>
                      <a:pt x="57" y="162"/>
                      <a:pt x="50" y="165"/>
                    </a:cubicBezTo>
                    <a:cubicBezTo>
                      <a:pt x="43" y="168"/>
                      <a:pt x="35" y="168"/>
                      <a:pt x="28" y="165"/>
                    </a:cubicBezTo>
                    <a:cubicBezTo>
                      <a:pt x="24" y="164"/>
                      <a:pt x="20" y="162"/>
                      <a:pt x="17" y="159"/>
                    </a:cubicBezTo>
                    <a:cubicBezTo>
                      <a:pt x="14" y="155"/>
                      <a:pt x="13" y="151"/>
                      <a:pt x="11" y="146"/>
                    </a:cubicBezTo>
                    <a:cubicBezTo>
                      <a:pt x="10" y="135"/>
                      <a:pt x="11" y="124"/>
                      <a:pt x="12" y="113"/>
                    </a:cubicBezTo>
                    <a:cubicBezTo>
                      <a:pt x="13" y="102"/>
                      <a:pt x="16" y="92"/>
                      <a:pt x="18" y="81"/>
                    </a:cubicBezTo>
                    <a:cubicBezTo>
                      <a:pt x="20" y="74"/>
                      <a:pt x="23" y="66"/>
                      <a:pt x="25" y="58"/>
                    </a:cubicBezTo>
                    <a:cubicBezTo>
                      <a:pt x="27" y="51"/>
                      <a:pt x="30" y="43"/>
                      <a:pt x="32" y="35"/>
                    </a:cubicBezTo>
                    <a:lnTo>
                      <a:pt x="32" y="34"/>
                    </a:lnTo>
                    <a:cubicBezTo>
                      <a:pt x="34" y="27"/>
                      <a:pt x="41" y="23"/>
                      <a:pt x="48" y="25"/>
                    </a:cubicBezTo>
                    <a:cubicBezTo>
                      <a:pt x="55" y="27"/>
                      <a:pt x="57" y="34"/>
                      <a:pt x="56" y="41"/>
                    </a:cubicBezTo>
                    <a:cubicBezTo>
                      <a:pt x="56" y="42"/>
                      <a:pt x="56" y="42"/>
                      <a:pt x="55" y="43"/>
                    </a:cubicBezTo>
                    <a:cubicBezTo>
                      <a:pt x="49" y="61"/>
                      <a:pt x="43" y="79"/>
                      <a:pt x="38" y="97"/>
                    </a:cubicBezTo>
                    <a:cubicBezTo>
                      <a:pt x="38" y="100"/>
                      <a:pt x="37" y="102"/>
                      <a:pt x="36" y="106"/>
                    </a:cubicBezTo>
                    <a:cubicBezTo>
                      <a:pt x="35" y="111"/>
                      <a:pt x="35" y="117"/>
                      <a:pt x="34" y="122"/>
                    </a:cubicBezTo>
                    <a:cubicBezTo>
                      <a:pt x="34" y="127"/>
                      <a:pt x="34" y="131"/>
                      <a:pt x="34" y="135"/>
                    </a:cubicBezTo>
                    <a:cubicBezTo>
                      <a:pt x="34" y="137"/>
                      <a:pt x="34" y="139"/>
                      <a:pt x="35" y="141"/>
                    </a:cubicBezTo>
                    <a:lnTo>
                      <a:pt x="35" y="142"/>
                    </a:lnTo>
                    <a:lnTo>
                      <a:pt x="35" y="143"/>
                    </a:lnTo>
                    <a:cubicBezTo>
                      <a:pt x="36" y="143"/>
                      <a:pt x="36" y="143"/>
                      <a:pt x="36" y="143"/>
                    </a:cubicBezTo>
                    <a:cubicBezTo>
                      <a:pt x="37" y="143"/>
                      <a:pt x="37" y="143"/>
                      <a:pt x="38" y="143"/>
                    </a:cubicBezTo>
                    <a:cubicBezTo>
                      <a:pt x="38" y="143"/>
                      <a:pt x="39" y="143"/>
                      <a:pt x="40" y="143"/>
                    </a:cubicBezTo>
                    <a:cubicBezTo>
                      <a:pt x="41" y="143"/>
                      <a:pt x="41" y="143"/>
                      <a:pt x="42" y="143"/>
                    </a:cubicBezTo>
                    <a:cubicBezTo>
                      <a:pt x="43" y="142"/>
                      <a:pt x="43" y="142"/>
                      <a:pt x="44" y="142"/>
                    </a:cubicBezTo>
                    <a:cubicBezTo>
                      <a:pt x="45" y="142"/>
                      <a:pt x="45" y="141"/>
                      <a:pt x="46" y="140"/>
                    </a:cubicBezTo>
                    <a:cubicBezTo>
                      <a:pt x="49" y="139"/>
                      <a:pt x="52" y="137"/>
                      <a:pt x="55" y="135"/>
                    </a:cubicBezTo>
                    <a:cubicBezTo>
                      <a:pt x="54" y="135"/>
                      <a:pt x="54" y="135"/>
                      <a:pt x="54" y="135"/>
                    </a:cubicBezTo>
                    <a:lnTo>
                      <a:pt x="55" y="135"/>
                    </a:lnTo>
                    <a:cubicBezTo>
                      <a:pt x="55" y="134"/>
                      <a:pt x="55" y="134"/>
                      <a:pt x="55" y="134"/>
                    </a:cubicBezTo>
                    <a:cubicBezTo>
                      <a:pt x="60" y="130"/>
                      <a:pt x="64" y="125"/>
                      <a:pt x="69" y="120"/>
                    </a:cubicBezTo>
                    <a:cubicBezTo>
                      <a:pt x="78" y="111"/>
                      <a:pt x="85" y="100"/>
                      <a:pt x="92" y="89"/>
                    </a:cubicBezTo>
                    <a:cubicBezTo>
                      <a:pt x="98" y="81"/>
                      <a:pt x="103" y="72"/>
                      <a:pt x="109" y="63"/>
                    </a:cubicBezTo>
                    <a:cubicBezTo>
                      <a:pt x="115" y="54"/>
                      <a:pt x="120" y="43"/>
                      <a:pt x="126" y="33"/>
                    </a:cubicBezTo>
                    <a:cubicBezTo>
                      <a:pt x="126" y="33"/>
                      <a:pt x="126" y="34"/>
                      <a:pt x="125" y="34"/>
                    </a:cubicBezTo>
                    <a:cubicBezTo>
                      <a:pt x="126" y="34"/>
                      <a:pt x="126" y="33"/>
                      <a:pt x="126" y="33"/>
                    </a:cubicBezTo>
                    <a:cubicBezTo>
                      <a:pt x="127" y="30"/>
                      <a:pt x="129" y="27"/>
                      <a:pt x="130" y="24"/>
                    </a:cubicBezTo>
                    <a:cubicBezTo>
                      <a:pt x="130" y="24"/>
                      <a:pt x="131" y="24"/>
                      <a:pt x="131" y="23"/>
                    </a:cubicBezTo>
                    <a:lnTo>
                      <a:pt x="131" y="22"/>
                    </a:lnTo>
                    <a:cubicBezTo>
                      <a:pt x="133" y="19"/>
                      <a:pt x="134" y="16"/>
                      <a:pt x="135" y="14"/>
                    </a:cubicBezTo>
                    <a:cubicBezTo>
                      <a:pt x="136" y="12"/>
                      <a:pt x="137" y="10"/>
                      <a:pt x="138" y="9"/>
                    </a:cubicBezTo>
                    <a:cubicBezTo>
                      <a:pt x="140" y="6"/>
                      <a:pt x="141" y="5"/>
                      <a:pt x="144" y="3"/>
                    </a:cubicBezTo>
                    <a:cubicBezTo>
                      <a:pt x="152" y="0"/>
                      <a:pt x="162" y="9"/>
                      <a:pt x="159" y="17"/>
                    </a:cubicBezTo>
                    <a:cubicBezTo>
                      <a:pt x="156" y="27"/>
                      <a:pt x="153" y="36"/>
                      <a:pt x="149" y="45"/>
                    </a:cubicBezTo>
                    <a:cubicBezTo>
                      <a:pt x="147" y="52"/>
                      <a:pt x="144" y="60"/>
                      <a:pt x="142" y="68"/>
                    </a:cubicBezTo>
                    <a:cubicBezTo>
                      <a:pt x="139" y="75"/>
                      <a:pt x="137" y="82"/>
                      <a:pt x="135" y="90"/>
                    </a:cubicBezTo>
                    <a:cubicBezTo>
                      <a:pt x="131" y="103"/>
                      <a:pt x="128" y="117"/>
                      <a:pt x="124" y="131"/>
                    </a:cubicBezTo>
                    <a:cubicBezTo>
                      <a:pt x="123" y="137"/>
                      <a:pt x="123" y="143"/>
                      <a:pt x="122" y="148"/>
                    </a:cubicBezTo>
                    <a:cubicBezTo>
                      <a:pt x="120" y="154"/>
                      <a:pt x="119" y="160"/>
                      <a:pt x="118" y="166"/>
                    </a:cubicBezTo>
                    <a:cubicBezTo>
                      <a:pt x="117" y="172"/>
                      <a:pt x="116" y="179"/>
                      <a:pt x="116" y="185"/>
                    </a:cubicBezTo>
                    <a:cubicBezTo>
                      <a:pt x="118" y="183"/>
                      <a:pt x="120" y="182"/>
                      <a:pt x="122" y="180"/>
                    </a:cubicBezTo>
                    <a:cubicBezTo>
                      <a:pt x="127" y="176"/>
                      <a:pt x="133" y="178"/>
                      <a:pt x="137" y="182"/>
                    </a:cubicBezTo>
                    <a:cubicBezTo>
                      <a:pt x="140" y="187"/>
                      <a:pt x="139" y="193"/>
                      <a:pt x="134" y="197"/>
                    </a:cubicBezTo>
                    <a:cubicBezTo>
                      <a:pt x="127" y="203"/>
                      <a:pt x="119" y="209"/>
                      <a:pt x="112" y="215"/>
                    </a:cubicBezTo>
                    <a:cubicBezTo>
                      <a:pt x="111" y="223"/>
                      <a:pt x="110" y="231"/>
                      <a:pt x="109" y="239"/>
                    </a:cubicBezTo>
                    <a:cubicBezTo>
                      <a:pt x="108" y="252"/>
                      <a:pt x="106" y="264"/>
                      <a:pt x="103" y="277"/>
                    </a:cubicBezTo>
                    <a:cubicBezTo>
                      <a:pt x="102" y="287"/>
                      <a:pt x="99" y="298"/>
                      <a:pt x="97" y="308"/>
                    </a:cubicBezTo>
                    <a:cubicBezTo>
                      <a:pt x="95" y="319"/>
                      <a:pt x="92" y="331"/>
                      <a:pt x="89" y="343"/>
                    </a:cubicBezTo>
                    <a:cubicBezTo>
                      <a:pt x="88" y="345"/>
                      <a:pt x="87" y="348"/>
                      <a:pt x="87" y="351"/>
                    </a:cubicBezTo>
                    <a:cubicBezTo>
                      <a:pt x="86" y="354"/>
                      <a:pt x="85" y="357"/>
                      <a:pt x="84" y="359"/>
                    </a:cubicBezTo>
                    <a:cubicBezTo>
                      <a:pt x="82" y="363"/>
                      <a:pt x="80" y="366"/>
                      <a:pt x="76" y="369"/>
                    </a:cubicBezTo>
                    <a:cubicBezTo>
                      <a:pt x="71" y="374"/>
                      <a:pt x="64" y="376"/>
                      <a:pt x="58" y="376"/>
                    </a:cubicBezTo>
                    <a:cubicBezTo>
                      <a:pt x="50" y="376"/>
                      <a:pt x="42" y="374"/>
                      <a:pt x="36" y="37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6" name="Google Shape;516;p5"/>
              <p:cNvSpPr/>
              <p:nvPr/>
            </p:nvSpPr>
            <p:spPr>
              <a:xfrm>
                <a:off x="538920" y="858960"/>
                <a:ext cx="16920" cy="12240"/>
              </a:xfrm>
              <a:custGeom>
                <a:avLst/>
                <a:gdLst/>
                <a:ahLst/>
                <a:cxnLst/>
                <a:rect l="l" t="t" r="r" b="b"/>
                <a:pathLst>
                  <a:path w="47" h="34" extrusionOk="0">
                    <a:moveTo>
                      <a:pt x="9" y="32"/>
                    </a:moveTo>
                    <a:lnTo>
                      <a:pt x="10" y="32"/>
                    </a:lnTo>
                    <a:cubicBezTo>
                      <a:pt x="10" y="32"/>
                      <a:pt x="9" y="32"/>
                      <a:pt x="8" y="32"/>
                    </a:cubicBezTo>
                    <a:cubicBezTo>
                      <a:pt x="2" y="29"/>
                      <a:pt x="0" y="22"/>
                      <a:pt x="1" y="16"/>
                    </a:cubicBezTo>
                    <a:cubicBezTo>
                      <a:pt x="3" y="9"/>
                      <a:pt x="10" y="7"/>
                      <a:pt x="17" y="5"/>
                    </a:cubicBezTo>
                    <a:cubicBezTo>
                      <a:pt x="21" y="4"/>
                      <a:pt x="26" y="2"/>
                      <a:pt x="31" y="1"/>
                    </a:cubicBezTo>
                    <a:cubicBezTo>
                      <a:pt x="38" y="0"/>
                      <a:pt x="44" y="6"/>
                      <a:pt x="45" y="12"/>
                    </a:cubicBezTo>
                    <a:cubicBezTo>
                      <a:pt x="46" y="19"/>
                      <a:pt x="41" y="25"/>
                      <a:pt x="34" y="26"/>
                    </a:cubicBezTo>
                    <a:lnTo>
                      <a:pt x="33" y="26"/>
                    </a:lnTo>
                    <a:cubicBezTo>
                      <a:pt x="30" y="26"/>
                      <a:pt x="27" y="28"/>
                      <a:pt x="24" y="28"/>
                    </a:cubicBezTo>
                    <a:cubicBezTo>
                      <a:pt x="24" y="28"/>
                      <a:pt x="23" y="29"/>
                      <a:pt x="22" y="29"/>
                    </a:cubicBezTo>
                    <a:cubicBezTo>
                      <a:pt x="21" y="30"/>
                      <a:pt x="21" y="30"/>
                      <a:pt x="20" y="31"/>
                    </a:cubicBezTo>
                    <a:cubicBezTo>
                      <a:pt x="18" y="32"/>
                      <a:pt x="15" y="33"/>
                      <a:pt x="14" y="33"/>
                    </a:cubicBezTo>
                    <a:cubicBezTo>
                      <a:pt x="12" y="33"/>
                      <a:pt x="11" y="32"/>
                      <a:pt x="9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7" name="Google Shape;517;p5"/>
              <p:cNvSpPr/>
              <p:nvPr/>
            </p:nvSpPr>
            <p:spPr>
              <a:xfrm>
                <a:off x="532080" y="874080"/>
                <a:ext cx="42840" cy="1548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43" extrusionOk="0">
                    <a:moveTo>
                      <a:pt x="10" y="40"/>
                    </a:moveTo>
                    <a:cubicBezTo>
                      <a:pt x="7" y="39"/>
                      <a:pt x="4" y="37"/>
                      <a:pt x="2" y="33"/>
                    </a:cubicBezTo>
                    <a:cubicBezTo>
                      <a:pt x="1" y="31"/>
                      <a:pt x="0" y="27"/>
                      <a:pt x="1" y="25"/>
                    </a:cubicBezTo>
                    <a:cubicBezTo>
                      <a:pt x="1" y="18"/>
                      <a:pt x="8" y="13"/>
                      <a:pt x="15" y="14"/>
                    </a:cubicBezTo>
                    <a:cubicBezTo>
                      <a:pt x="17" y="15"/>
                      <a:pt x="19" y="16"/>
                      <a:pt x="21" y="17"/>
                    </a:cubicBezTo>
                    <a:cubicBezTo>
                      <a:pt x="22" y="17"/>
                      <a:pt x="22" y="17"/>
                      <a:pt x="23" y="17"/>
                    </a:cubicBezTo>
                    <a:cubicBezTo>
                      <a:pt x="22" y="17"/>
                      <a:pt x="22" y="17"/>
                      <a:pt x="21" y="17"/>
                    </a:cubicBezTo>
                    <a:cubicBezTo>
                      <a:pt x="29" y="16"/>
                      <a:pt x="37" y="15"/>
                      <a:pt x="45" y="14"/>
                    </a:cubicBezTo>
                    <a:cubicBezTo>
                      <a:pt x="65" y="9"/>
                      <a:pt x="85" y="5"/>
                      <a:pt x="104" y="1"/>
                    </a:cubicBezTo>
                    <a:cubicBezTo>
                      <a:pt x="110" y="0"/>
                      <a:pt x="115" y="3"/>
                      <a:pt x="117" y="9"/>
                    </a:cubicBezTo>
                    <a:cubicBezTo>
                      <a:pt x="118" y="15"/>
                      <a:pt x="115" y="20"/>
                      <a:pt x="110" y="22"/>
                    </a:cubicBezTo>
                    <a:cubicBezTo>
                      <a:pt x="95" y="26"/>
                      <a:pt x="81" y="29"/>
                      <a:pt x="67" y="33"/>
                    </a:cubicBezTo>
                    <a:cubicBezTo>
                      <a:pt x="57" y="35"/>
                      <a:pt x="47" y="38"/>
                      <a:pt x="37" y="40"/>
                    </a:cubicBezTo>
                    <a:cubicBezTo>
                      <a:pt x="32" y="40"/>
                      <a:pt x="27" y="41"/>
                      <a:pt x="22" y="41"/>
                    </a:cubicBezTo>
                    <a:cubicBezTo>
                      <a:pt x="21" y="41"/>
                      <a:pt x="20" y="42"/>
                      <a:pt x="19" y="42"/>
                    </a:cubicBezTo>
                    <a:cubicBezTo>
                      <a:pt x="16" y="42"/>
                      <a:pt x="13" y="41"/>
                      <a:pt x="10" y="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8" name="Google Shape;518;p5"/>
              <p:cNvSpPr/>
              <p:nvPr/>
            </p:nvSpPr>
            <p:spPr>
              <a:xfrm>
                <a:off x="607320" y="825840"/>
                <a:ext cx="55440" cy="72720"/>
              </a:xfrm>
              <a:custGeom>
                <a:avLst/>
                <a:gdLst/>
                <a:ahLst/>
                <a:cxnLst/>
                <a:rect l="l" t="t" r="r" b="b"/>
                <a:pathLst>
                  <a:path w="154" h="202" extrusionOk="0">
                    <a:moveTo>
                      <a:pt x="25" y="178"/>
                    </a:moveTo>
                    <a:lnTo>
                      <a:pt x="26" y="177"/>
                    </a:lnTo>
                    <a:cubicBezTo>
                      <a:pt x="28" y="177"/>
                      <a:pt x="29" y="177"/>
                      <a:pt x="30" y="177"/>
                    </a:cubicBezTo>
                    <a:cubicBezTo>
                      <a:pt x="31" y="176"/>
                      <a:pt x="32" y="175"/>
                      <a:pt x="33" y="175"/>
                    </a:cubicBezTo>
                    <a:cubicBezTo>
                      <a:pt x="36" y="174"/>
                      <a:pt x="38" y="173"/>
                      <a:pt x="39" y="171"/>
                    </a:cubicBezTo>
                    <a:cubicBezTo>
                      <a:pt x="44" y="168"/>
                      <a:pt x="49" y="166"/>
                      <a:pt x="53" y="162"/>
                    </a:cubicBezTo>
                    <a:cubicBezTo>
                      <a:pt x="62" y="154"/>
                      <a:pt x="71" y="145"/>
                      <a:pt x="79" y="136"/>
                    </a:cubicBezTo>
                    <a:cubicBezTo>
                      <a:pt x="79" y="137"/>
                      <a:pt x="78" y="137"/>
                      <a:pt x="78" y="138"/>
                    </a:cubicBezTo>
                    <a:cubicBezTo>
                      <a:pt x="84" y="131"/>
                      <a:pt x="89" y="125"/>
                      <a:pt x="94" y="119"/>
                    </a:cubicBezTo>
                    <a:cubicBezTo>
                      <a:pt x="96" y="117"/>
                      <a:pt x="98" y="114"/>
                      <a:pt x="100" y="111"/>
                    </a:cubicBezTo>
                    <a:cubicBezTo>
                      <a:pt x="102" y="108"/>
                      <a:pt x="105" y="104"/>
                      <a:pt x="107" y="101"/>
                    </a:cubicBezTo>
                    <a:cubicBezTo>
                      <a:pt x="112" y="94"/>
                      <a:pt x="116" y="87"/>
                      <a:pt x="120" y="79"/>
                    </a:cubicBezTo>
                    <a:lnTo>
                      <a:pt x="120" y="80"/>
                    </a:lnTo>
                    <a:cubicBezTo>
                      <a:pt x="122" y="76"/>
                      <a:pt x="124" y="72"/>
                      <a:pt x="125" y="69"/>
                    </a:cubicBezTo>
                    <a:cubicBezTo>
                      <a:pt x="126" y="67"/>
                      <a:pt x="127" y="64"/>
                      <a:pt x="127" y="61"/>
                    </a:cubicBezTo>
                    <a:cubicBezTo>
                      <a:pt x="128" y="59"/>
                      <a:pt x="128" y="56"/>
                      <a:pt x="128" y="54"/>
                    </a:cubicBezTo>
                    <a:cubicBezTo>
                      <a:pt x="128" y="52"/>
                      <a:pt x="128" y="50"/>
                      <a:pt x="128" y="49"/>
                    </a:cubicBezTo>
                    <a:cubicBezTo>
                      <a:pt x="128" y="47"/>
                      <a:pt x="128" y="46"/>
                      <a:pt x="128" y="44"/>
                    </a:cubicBezTo>
                    <a:cubicBezTo>
                      <a:pt x="127" y="43"/>
                      <a:pt x="127" y="42"/>
                      <a:pt x="127" y="41"/>
                    </a:cubicBezTo>
                    <a:cubicBezTo>
                      <a:pt x="127" y="40"/>
                      <a:pt x="126" y="39"/>
                      <a:pt x="126" y="39"/>
                    </a:cubicBezTo>
                    <a:cubicBezTo>
                      <a:pt x="126" y="37"/>
                      <a:pt x="125" y="37"/>
                      <a:pt x="124" y="36"/>
                    </a:cubicBezTo>
                    <a:cubicBezTo>
                      <a:pt x="124" y="35"/>
                      <a:pt x="123" y="34"/>
                      <a:pt x="123" y="33"/>
                    </a:cubicBezTo>
                    <a:cubicBezTo>
                      <a:pt x="122" y="33"/>
                      <a:pt x="121" y="32"/>
                      <a:pt x="120" y="30"/>
                    </a:cubicBezTo>
                    <a:cubicBezTo>
                      <a:pt x="119" y="30"/>
                      <a:pt x="119" y="29"/>
                      <a:pt x="118" y="29"/>
                    </a:cubicBezTo>
                    <a:cubicBezTo>
                      <a:pt x="117" y="28"/>
                      <a:pt x="116" y="27"/>
                      <a:pt x="115" y="27"/>
                    </a:cubicBezTo>
                    <a:cubicBezTo>
                      <a:pt x="114" y="27"/>
                      <a:pt x="114" y="26"/>
                      <a:pt x="113" y="26"/>
                    </a:cubicBezTo>
                    <a:cubicBezTo>
                      <a:pt x="112" y="26"/>
                      <a:pt x="111" y="26"/>
                      <a:pt x="110" y="25"/>
                    </a:cubicBezTo>
                    <a:cubicBezTo>
                      <a:pt x="109" y="25"/>
                      <a:pt x="108" y="25"/>
                      <a:pt x="107" y="25"/>
                    </a:cubicBezTo>
                    <a:cubicBezTo>
                      <a:pt x="106" y="25"/>
                      <a:pt x="105" y="25"/>
                      <a:pt x="104" y="25"/>
                    </a:cubicBezTo>
                    <a:cubicBezTo>
                      <a:pt x="102" y="25"/>
                      <a:pt x="101" y="25"/>
                      <a:pt x="99" y="26"/>
                    </a:cubicBezTo>
                    <a:cubicBezTo>
                      <a:pt x="98" y="26"/>
                      <a:pt x="96" y="26"/>
                      <a:pt x="95" y="27"/>
                    </a:cubicBezTo>
                    <a:cubicBezTo>
                      <a:pt x="93" y="27"/>
                      <a:pt x="91" y="28"/>
                      <a:pt x="89" y="29"/>
                    </a:cubicBezTo>
                    <a:cubicBezTo>
                      <a:pt x="87" y="30"/>
                      <a:pt x="85" y="31"/>
                      <a:pt x="83" y="33"/>
                    </a:cubicBezTo>
                    <a:cubicBezTo>
                      <a:pt x="81" y="34"/>
                      <a:pt x="80" y="35"/>
                      <a:pt x="78" y="36"/>
                    </a:cubicBezTo>
                    <a:cubicBezTo>
                      <a:pt x="75" y="39"/>
                      <a:pt x="73" y="41"/>
                      <a:pt x="71" y="43"/>
                    </a:cubicBezTo>
                    <a:cubicBezTo>
                      <a:pt x="68" y="46"/>
                      <a:pt x="66" y="48"/>
                      <a:pt x="64" y="51"/>
                    </a:cubicBezTo>
                    <a:cubicBezTo>
                      <a:pt x="61" y="55"/>
                      <a:pt x="59" y="60"/>
                      <a:pt x="57" y="64"/>
                    </a:cubicBezTo>
                    <a:cubicBezTo>
                      <a:pt x="54" y="68"/>
                      <a:pt x="53" y="72"/>
                      <a:pt x="51" y="76"/>
                    </a:cubicBezTo>
                    <a:cubicBezTo>
                      <a:pt x="50" y="81"/>
                      <a:pt x="48" y="85"/>
                      <a:pt x="47" y="90"/>
                    </a:cubicBezTo>
                    <a:cubicBezTo>
                      <a:pt x="45" y="96"/>
                      <a:pt x="39" y="99"/>
                      <a:pt x="33" y="97"/>
                    </a:cubicBezTo>
                    <a:cubicBezTo>
                      <a:pt x="32" y="97"/>
                      <a:pt x="32" y="97"/>
                      <a:pt x="31" y="96"/>
                    </a:cubicBezTo>
                    <a:cubicBezTo>
                      <a:pt x="30" y="101"/>
                      <a:pt x="29" y="105"/>
                      <a:pt x="28" y="110"/>
                    </a:cubicBezTo>
                    <a:cubicBezTo>
                      <a:pt x="26" y="119"/>
                      <a:pt x="25" y="128"/>
                      <a:pt x="24" y="137"/>
                    </a:cubicBezTo>
                    <a:cubicBezTo>
                      <a:pt x="23" y="146"/>
                      <a:pt x="22" y="156"/>
                      <a:pt x="23" y="164"/>
                    </a:cubicBezTo>
                    <a:cubicBezTo>
                      <a:pt x="24" y="168"/>
                      <a:pt x="24" y="172"/>
                      <a:pt x="24" y="175"/>
                    </a:cubicBezTo>
                    <a:lnTo>
                      <a:pt x="24" y="176"/>
                    </a:lnTo>
                    <a:cubicBezTo>
                      <a:pt x="25" y="177"/>
                      <a:pt x="25" y="177"/>
                      <a:pt x="25" y="178"/>
                    </a:cubicBezTo>
                    <a:moveTo>
                      <a:pt x="15" y="199"/>
                    </a:moveTo>
                    <a:cubicBezTo>
                      <a:pt x="9" y="196"/>
                      <a:pt x="5" y="191"/>
                      <a:pt x="3" y="185"/>
                    </a:cubicBezTo>
                    <a:cubicBezTo>
                      <a:pt x="0" y="178"/>
                      <a:pt x="0" y="170"/>
                      <a:pt x="0" y="163"/>
                    </a:cubicBezTo>
                    <a:cubicBezTo>
                      <a:pt x="0" y="160"/>
                      <a:pt x="0" y="156"/>
                      <a:pt x="0" y="153"/>
                    </a:cubicBezTo>
                    <a:cubicBezTo>
                      <a:pt x="0" y="148"/>
                      <a:pt x="0" y="142"/>
                      <a:pt x="1" y="136"/>
                    </a:cubicBezTo>
                    <a:cubicBezTo>
                      <a:pt x="1" y="120"/>
                      <a:pt x="4" y="103"/>
                      <a:pt x="8" y="87"/>
                    </a:cubicBezTo>
                    <a:cubicBezTo>
                      <a:pt x="11" y="81"/>
                      <a:pt x="13" y="74"/>
                      <a:pt x="15" y="67"/>
                    </a:cubicBezTo>
                    <a:cubicBezTo>
                      <a:pt x="17" y="63"/>
                      <a:pt x="18" y="60"/>
                      <a:pt x="20" y="56"/>
                    </a:cubicBezTo>
                    <a:cubicBezTo>
                      <a:pt x="21" y="53"/>
                      <a:pt x="23" y="51"/>
                      <a:pt x="25" y="49"/>
                    </a:cubicBezTo>
                    <a:cubicBezTo>
                      <a:pt x="29" y="46"/>
                      <a:pt x="35" y="46"/>
                      <a:pt x="39" y="48"/>
                    </a:cubicBezTo>
                    <a:cubicBezTo>
                      <a:pt x="47" y="35"/>
                      <a:pt x="56" y="23"/>
                      <a:pt x="68" y="15"/>
                    </a:cubicBezTo>
                    <a:cubicBezTo>
                      <a:pt x="81" y="6"/>
                      <a:pt x="97" y="0"/>
                      <a:pt x="112" y="2"/>
                    </a:cubicBezTo>
                    <a:cubicBezTo>
                      <a:pt x="127" y="5"/>
                      <a:pt x="141" y="15"/>
                      <a:pt x="147" y="29"/>
                    </a:cubicBezTo>
                    <a:cubicBezTo>
                      <a:pt x="153" y="45"/>
                      <a:pt x="151" y="61"/>
                      <a:pt x="145" y="77"/>
                    </a:cubicBezTo>
                    <a:cubicBezTo>
                      <a:pt x="142" y="85"/>
                      <a:pt x="138" y="92"/>
                      <a:pt x="134" y="99"/>
                    </a:cubicBezTo>
                    <a:cubicBezTo>
                      <a:pt x="131" y="104"/>
                      <a:pt x="127" y="110"/>
                      <a:pt x="124" y="115"/>
                    </a:cubicBezTo>
                    <a:cubicBezTo>
                      <a:pt x="120" y="121"/>
                      <a:pt x="116" y="127"/>
                      <a:pt x="112" y="132"/>
                    </a:cubicBezTo>
                    <a:cubicBezTo>
                      <a:pt x="110" y="135"/>
                      <a:pt x="108" y="136"/>
                      <a:pt x="106" y="139"/>
                    </a:cubicBezTo>
                    <a:cubicBezTo>
                      <a:pt x="103" y="142"/>
                      <a:pt x="100" y="146"/>
                      <a:pt x="98" y="149"/>
                    </a:cubicBezTo>
                    <a:cubicBezTo>
                      <a:pt x="90" y="159"/>
                      <a:pt x="81" y="167"/>
                      <a:pt x="73" y="175"/>
                    </a:cubicBezTo>
                    <a:cubicBezTo>
                      <a:pt x="67" y="181"/>
                      <a:pt x="60" y="186"/>
                      <a:pt x="53" y="191"/>
                    </a:cubicBezTo>
                    <a:cubicBezTo>
                      <a:pt x="47" y="195"/>
                      <a:pt x="40" y="198"/>
                      <a:pt x="33" y="200"/>
                    </a:cubicBezTo>
                    <a:cubicBezTo>
                      <a:pt x="31" y="201"/>
                      <a:pt x="28" y="201"/>
                      <a:pt x="25" y="201"/>
                    </a:cubicBezTo>
                    <a:cubicBezTo>
                      <a:pt x="22" y="201"/>
                      <a:pt x="18" y="201"/>
                      <a:pt x="15" y="1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9" name="Google Shape;519;p5"/>
              <p:cNvSpPr/>
              <p:nvPr/>
            </p:nvSpPr>
            <p:spPr>
              <a:xfrm>
                <a:off x="659160" y="885600"/>
                <a:ext cx="21960" cy="55080"/>
              </a:xfrm>
              <a:custGeom>
                <a:avLst/>
                <a:gdLst/>
                <a:ahLst/>
                <a:cxnLst/>
                <a:rect l="l" t="t" r="r" b="b"/>
                <a:pathLst>
                  <a:path w="61" h="153" extrusionOk="0">
                    <a:moveTo>
                      <a:pt x="10" y="152"/>
                    </a:moveTo>
                    <a:cubicBezTo>
                      <a:pt x="4" y="150"/>
                      <a:pt x="0" y="143"/>
                      <a:pt x="2" y="137"/>
                    </a:cubicBezTo>
                    <a:cubicBezTo>
                      <a:pt x="7" y="123"/>
                      <a:pt x="12" y="107"/>
                      <a:pt x="16" y="92"/>
                    </a:cubicBezTo>
                    <a:cubicBezTo>
                      <a:pt x="19" y="79"/>
                      <a:pt x="22" y="65"/>
                      <a:pt x="26" y="52"/>
                    </a:cubicBezTo>
                    <a:cubicBezTo>
                      <a:pt x="27" y="45"/>
                      <a:pt x="28" y="38"/>
                      <a:pt x="29" y="32"/>
                    </a:cubicBezTo>
                    <a:cubicBezTo>
                      <a:pt x="30" y="24"/>
                      <a:pt x="32" y="17"/>
                      <a:pt x="33" y="10"/>
                    </a:cubicBezTo>
                    <a:cubicBezTo>
                      <a:pt x="35" y="4"/>
                      <a:pt x="42" y="0"/>
                      <a:pt x="49" y="1"/>
                    </a:cubicBezTo>
                    <a:cubicBezTo>
                      <a:pt x="56" y="3"/>
                      <a:pt x="60" y="11"/>
                      <a:pt x="57" y="18"/>
                    </a:cubicBezTo>
                    <a:cubicBezTo>
                      <a:pt x="56" y="22"/>
                      <a:pt x="56" y="25"/>
                      <a:pt x="54" y="29"/>
                    </a:cubicBezTo>
                    <a:cubicBezTo>
                      <a:pt x="51" y="48"/>
                      <a:pt x="47" y="67"/>
                      <a:pt x="42" y="85"/>
                    </a:cubicBezTo>
                    <a:cubicBezTo>
                      <a:pt x="40" y="94"/>
                      <a:pt x="37" y="103"/>
                      <a:pt x="34" y="113"/>
                    </a:cubicBezTo>
                    <a:cubicBezTo>
                      <a:pt x="31" y="123"/>
                      <a:pt x="28" y="134"/>
                      <a:pt x="24" y="143"/>
                    </a:cubicBezTo>
                    <a:cubicBezTo>
                      <a:pt x="23" y="149"/>
                      <a:pt x="18" y="152"/>
                      <a:pt x="13" y="152"/>
                    </a:cubicBezTo>
                    <a:cubicBezTo>
                      <a:pt x="12" y="152"/>
                      <a:pt x="11" y="152"/>
                      <a:pt x="10" y="1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0" name="Google Shape;520;p5"/>
              <p:cNvSpPr/>
              <p:nvPr/>
            </p:nvSpPr>
            <p:spPr>
              <a:xfrm>
                <a:off x="738360" y="833760"/>
                <a:ext cx="46080" cy="68040"/>
              </a:xfrm>
              <a:custGeom>
                <a:avLst/>
                <a:gdLst/>
                <a:ahLst/>
                <a:cxnLst/>
                <a:rect l="l" t="t" r="r" b="b"/>
                <a:pathLst>
                  <a:path w="128" h="189" extrusionOk="0">
                    <a:moveTo>
                      <a:pt x="37" y="187"/>
                    </a:moveTo>
                    <a:cubicBezTo>
                      <a:pt x="29" y="187"/>
                      <a:pt x="21" y="184"/>
                      <a:pt x="14" y="180"/>
                    </a:cubicBezTo>
                    <a:cubicBezTo>
                      <a:pt x="9" y="176"/>
                      <a:pt x="3" y="170"/>
                      <a:pt x="2" y="163"/>
                    </a:cubicBezTo>
                    <a:cubicBezTo>
                      <a:pt x="0" y="156"/>
                      <a:pt x="1" y="149"/>
                      <a:pt x="5" y="144"/>
                    </a:cubicBezTo>
                    <a:cubicBezTo>
                      <a:pt x="6" y="140"/>
                      <a:pt x="9" y="137"/>
                      <a:pt x="11" y="134"/>
                    </a:cubicBezTo>
                    <a:cubicBezTo>
                      <a:pt x="27" y="112"/>
                      <a:pt x="45" y="93"/>
                      <a:pt x="62" y="73"/>
                    </a:cubicBezTo>
                    <a:cubicBezTo>
                      <a:pt x="66" y="68"/>
                      <a:pt x="70" y="64"/>
                      <a:pt x="74" y="59"/>
                    </a:cubicBezTo>
                    <a:cubicBezTo>
                      <a:pt x="81" y="51"/>
                      <a:pt x="88" y="43"/>
                      <a:pt x="94" y="34"/>
                    </a:cubicBezTo>
                    <a:lnTo>
                      <a:pt x="94" y="35"/>
                    </a:lnTo>
                    <a:cubicBezTo>
                      <a:pt x="94" y="35"/>
                      <a:pt x="94" y="34"/>
                      <a:pt x="95" y="33"/>
                    </a:cubicBezTo>
                    <a:cubicBezTo>
                      <a:pt x="96" y="32"/>
                      <a:pt x="97" y="30"/>
                      <a:pt x="98" y="28"/>
                    </a:cubicBezTo>
                    <a:cubicBezTo>
                      <a:pt x="97" y="28"/>
                      <a:pt x="95" y="29"/>
                      <a:pt x="93" y="29"/>
                    </a:cubicBezTo>
                    <a:lnTo>
                      <a:pt x="94" y="29"/>
                    </a:lnTo>
                    <a:cubicBezTo>
                      <a:pt x="86" y="32"/>
                      <a:pt x="77" y="35"/>
                      <a:pt x="69" y="38"/>
                    </a:cubicBezTo>
                    <a:cubicBezTo>
                      <a:pt x="62" y="40"/>
                      <a:pt x="55" y="42"/>
                      <a:pt x="49" y="45"/>
                    </a:cubicBezTo>
                    <a:cubicBezTo>
                      <a:pt x="46" y="51"/>
                      <a:pt x="39" y="54"/>
                      <a:pt x="34" y="53"/>
                    </a:cubicBezTo>
                    <a:cubicBezTo>
                      <a:pt x="32" y="52"/>
                      <a:pt x="31" y="52"/>
                      <a:pt x="30" y="52"/>
                    </a:cubicBezTo>
                    <a:cubicBezTo>
                      <a:pt x="27" y="50"/>
                      <a:pt x="24" y="48"/>
                      <a:pt x="23" y="45"/>
                    </a:cubicBezTo>
                    <a:cubicBezTo>
                      <a:pt x="20" y="41"/>
                      <a:pt x="21" y="36"/>
                      <a:pt x="23" y="32"/>
                    </a:cubicBezTo>
                    <a:cubicBezTo>
                      <a:pt x="24" y="30"/>
                      <a:pt x="27" y="28"/>
                      <a:pt x="30" y="26"/>
                    </a:cubicBezTo>
                    <a:cubicBezTo>
                      <a:pt x="32" y="25"/>
                      <a:pt x="35" y="24"/>
                      <a:pt x="38" y="22"/>
                    </a:cubicBezTo>
                    <a:cubicBezTo>
                      <a:pt x="42" y="21"/>
                      <a:pt x="45" y="20"/>
                      <a:pt x="48" y="19"/>
                    </a:cubicBezTo>
                    <a:cubicBezTo>
                      <a:pt x="54" y="17"/>
                      <a:pt x="61" y="15"/>
                      <a:pt x="67" y="12"/>
                    </a:cubicBezTo>
                    <a:cubicBezTo>
                      <a:pt x="79" y="8"/>
                      <a:pt x="91" y="4"/>
                      <a:pt x="103" y="1"/>
                    </a:cubicBezTo>
                    <a:cubicBezTo>
                      <a:pt x="109" y="0"/>
                      <a:pt x="116" y="1"/>
                      <a:pt x="120" y="4"/>
                    </a:cubicBezTo>
                    <a:cubicBezTo>
                      <a:pt x="123" y="7"/>
                      <a:pt x="125" y="9"/>
                      <a:pt x="126" y="12"/>
                    </a:cubicBezTo>
                    <a:cubicBezTo>
                      <a:pt x="127" y="15"/>
                      <a:pt x="127" y="19"/>
                      <a:pt x="126" y="24"/>
                    </a:cubicBezTo>
                    <a:cubicBezTo>
                      <a:pt x="125" y="31"/>
                      <a:pt x="121" y="38"/>
                      <a:pt x="117" y="44"/>
                    </a:cubicBezTo>
                    <a:cubicBezTo>
                      <a:pt x="113" y="50"/>
                      <a:pt x="108" y="56"/>
                      <a:pt x="103" y="61"/>
                    </a:cubicBezTo>
                    <a:cubicBezTo>
                      <a:pt x="94" y="71"/>
                      <a:pt x="86" y="82"/>
                      <a:pt x="77" y="91"/>
                    </a:cubicBezTo>
                    <a:cubicBezTo>
                      <a:pt x="69" y="99"/>
                      <a:pt x="62" y="107"/>
                      <a:pt x="55" y="116"/>
                    </a:cubicBezTo>
                    <a:cubicBezTo>
                      <a:pt x="47" y="125"/>
                      <a:pt x="40" y="134"/>
                      <a:pt x="33" y="143"/>
                    </a:cubicBezTo>
                    <a:cubicBezTo>
                      <a:pt x="30" y="146"/>
                      <a:pt x="28" y="151"/>
                      <a:pt x="26" y="155"/>
                    </a:cubicBezTo>
                    <a:cubicBezTo>
                      <a:pt x="26" y="156"/>
                      <a:pt x="26" y="156"/>
                      <a:pt x="25" y="156"/>
                    </a:cubicBezTo>
                    <a:cubicBezTo>
                      <a:pt x="26" y="156"/>
                      <a:pt x="26" y="157"/>
                      <a:pt x="26" y="157"/>
                    </a:cubicBezTo>
                    <a:lnTo>
                      <a:pt x="26" y="158"/>
                    </a:lnTo>
                    <a:cubicBezTo>
                      <a:pt x="26" y="158"/>
                      <a:pt x="27" y="158"/>
                      <a:pt x="27" y="159"/>
                    </a:cubicBezTo>
                    <a:cubicBezTo>
                      <a:pt x="27" y="159"/>
                      <a:pt x="28" y="159"/>
                      <a:pt x="28" y="160"/>
                    </a:cubicBezTo>
                    <a:cubicBezTo>
                      <a:pt x="28" y="159"/>
                      <a:pt x="27" y="159"/>
                      <a:pt x="27" y="159"/>
                    </a:cubicBezTo>
                    <a:cubicBezTo>
                      <a:pt x="28" y="159"/>
                      <a:pt x="28" y="159"/>
                      <a:pt x="28" y="160"/>
                    </a:cubicBezTo>
                    <a:cubicBezTo>
                      <a:pt x="29" y="160"/>
                      <a:pt x="30" y="160"/>
                      <a:pt x="30" y="161"/>
                    </a:cubicBezTo>
                    <a:cubicBezTo>
                      <a:pt x="31" y="161"/>
                      <a:pt x="31" y="162"/>
                      <a:pt x="32" y="162"/>
                    </a:cubicBezTo>
                    <a:cubicBezTo>
                      <a:pt x="34" y="162"/>
                      <a:pt x="35" y="163"/>
                      <a:pt x="37" y="163"/>
                    </a:cubicBezTo>
                    <a:cubicBezTo>
                      <a:pt x="38" y="163"/>
                      <a:pt x="38" y="163"/>
                      <a:pt x="39" y="163"/>
                    </a:cubicBezTo>
                    <a:cubicBezTo>
                      <a:pt x="43" y="163"/>
                      <a:pt x="46" y="163"/>
                      <a:pt x="50" y="163"/>
                    </a:cubicBezTo>
                    <a:cubicBezTo>
                      <a:pt x="56" y="163"/>
                      <a:pt x="61" y="163"/>
                      <a:pt x="66" y="162"/>
                    </a:cubicBezTo>
                    <a:cubicBezTo>
                      <a:pt x="75" y="160"/>
                      <a:pt x="83" y="158"/>
                      <a:pt x="91" y="155"/>
                    </a:cubicBezTo>
                    <a:cubicBezTo>
                      <a:pt x="92" y="155"/>
                      <a:pt x="93" y="155"/>
                      <a:pt x="93" y="155"/>
                    </a:cubicBezTo>
                    <a:lnTo>
                      <a:pt x="92" y="155"/>
                    </a:lnTo>
                    <a:cubicBezTo>
                      <a:pt x="93" y="155"/>
                      <a:pt x="95" y="154"/>
                      <a:pt x="96" y="153"/>
                    </a:cubicBezTo>
                    <a:cubicBezTo>
                      <a:pt x="102" y="151"/>
                      <a:pt x="109" y="153"/>
                      <a:pt x="112" y="160"/>
                    </a:cubicBezTo>
                    <a:cubicBezTo>
                      <a:pt x="113" y="163"/>
                      <a:pt x="113" y="166"/>
                      <a:pt x="111" y="169"/>
                    </a:cubicBezTo>
                    <a:cubicBezTo>
                      <a:pt x="110" y="173"/>
                      <a:pt x="107" y="175"/>
                      <a:pt x="104" y="176"/>
                    </a:cubicBezTo>
                    <a:cubicBezTo>
                      <a:pt x="96" y="179"/>
                      <a:pt x="89" y="180"/>
                      <a:pt x="82" y="183"/>
                    </a:cubicBezTo>
                    <a:cubicBezTo>
                      <a:pt x="76" y="184"/>
                      <a:pt x="69" y="186"/>
                      <a:pt x="63" y="186"/>
                    </a:cubicBezTo>
                    <a:cubicBezTo>
                      <a:pt x="56" y="187"/>
                      <a:pt x="51" y="188"/>
                      <a:pt x="45" y="188"/>
                    </a:cubicBezTo>
                    <a:cubicBezTo>
                      <a:pt x="42" y="188"/>
                      <a:pt x="39" y="188"/>
                      <a:pt x="37" y="1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1" name="Google Shape;521;p5"/>
              <p:cNvSpPr/>
              <p:nvPr/>
            </p:nvSpPr>
            <p:spPr>
              <a:xfrm>
                <a:off x="736560" y="860040"/>
                <a:ext cx="59040" cy="19440"/>
              </a:xfrm>
              <a:custGeom>
                <a:avLst/>
                <a:gdLst/>
                <a:ahLst/>
                <a:cxnLst/>
                <a:rect l="l" t="t" r="r" b="b"/>
                <a:pathLst>
                  <a:path w="164" h="54" extrusionOk="0">
                    <a:moveTo>
                      <a:pt x="12" y="51"/>
                    </a:moveTo>
                    <a:cubicBezTo>
                      <a:pt x="5" y="48"/>
                      <a:pt x="0" y="40"/>
                      <a:pt x="3" y="33"/>
                    </a:cubicBezTo>
                    <a:cubicBezTo>
                      <a:pt x="4" y="29"/>
                      <a:pt x="7" y="25"/>
                      <a:pt x="11" y="22"/>
                    </a:cubicBezTo>
                    <a:cubicBezTo>
                      <a:pt x="16" y="19"/>
                      <a:pt x="22" y="16"/>
                      <a:pt x="28" y="15"/>
                    </a:cubicBezTo>
                    <a:cubicBezTo>
                      <a:pt x="47" y="7"/>
                      <a:pt x="68" y="4"/>
                      <a:pt x="88" y="2"/>
                    </a:cubicBezTo>
                    <a:cubicBezTo>
                      <a:pt x="110" y="0"/>
                      <a:pt x="131" y="1"/>
                      <a:pt x="152" y="1"/>
                    </a:cubicBezTo>
                    <a:cubicBezTo>
                      <a:pt x="159" y="1"/>
                      <a:pt x="163" y="6"/>
                      <a:pt x="163" y="12"/>
                    </a:cubicBezTo>
                    <a:cubicBezTo>
                      <a:pt x="163" y="18"/>
                      <a:pt x="158" y="23"/>
                      <a:pt x="152" y="23"/>
                    </a:cubicBezTo>
                    <a:cubicBezTo>
                      <a:pt x="134" y="23"/>
                      <a:pt x="116" y="23"/>
                      <a:pt x="98" y="25"/>
                    </a:cubicBezTo>
                    <a:cubicBezTo>
                      <a:pt x="88" y="26"/>
                      <a:pt x="77" y="27"/>
                      <a:pt x="67" y="29"/>
                    </a:cubicBezTo>
                    <a:lnTo>
                      <a:pt x="66" y="29"/>
                    </a:lnTo>
                    <a:lnTo>
                      <a:pt x="65" y="29"/>
                    </a:lnTo>
                    <a:lnTo>
                      <a:pt x="66" y="29"/>
                    </a:lnTo>
                    <a:cubicBezTo>
                      <a:pt x="58" y="30"/>
                      <a:pt x="50" y="32"/>
                      <a:pt x="43" y="34"/>
                    </a:cubicBezTo>
                    <a:cubicBezTo>
                      <a:pt x="39" y="36"/>
                      <a:pt x="35" y="38"/>
                      <a:pt x="30" y="40"/>
                    </a:cubicBezTo>
                    <a:cubicBezTo>
                      <a:pt x="30" y="41"/>
                      <a:pt x="30" y="42"/>
                      <a:pt x="29" y="43"/>
                    </a:cubicBezTo>
                    <a:cubicBezTo>
                      <a:pt x="28" y="49"/>
                      <a:pt x="22" y="53"/>
                      <a:pt x="17" y="53"/>
                    </a:cubicBezTo>
                    <a:cubicBezTo>
                      <a:pt x="15" y="53"/>
                      <a:pt x="14" y="52"/>
                      <a:pt x="12" y="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" name="Google Shape;522;p5"/>
              <p:cNvSpPr/>
              <p:nvPr/>
            </p:nvSpPr>
            <p:spPr>
              <a:xfrm>
                <a:off x="815760" y="851040"/>
                <a:ext cx="2412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67" h="31" extrusionOk="0">
                    <a:moveTo>
                      <a:pt x="13" y="30"/>
                    </a:moveTo>
                    <a:cubicBezTo>
                      <a:pt x="6" y="29"/>
                      <a:pt x="0" y="24"/>
                      <a:pt x="0" y="17"/>
                    </a:cubicBezTo>
                    <a:cubicBezTo>
                      <a:pt x="1" y="10"/>
                      <a:pt x="6" y="4"/>
                      <a:pt x="13" y="4"/>
                    </a:cubicBezTo>
                    <a:cubicBezTo>
                      <a:pt x="19" y="4"/>
                      <a:pt x="24" y="3"/>
                      <a:pt x="30" y="2"/>
                    </a:cubicBezTo>
                    <a:cubicBezTo>
                      <a:pt x="37" y="2"/>
                      <a:pt x="44" y="1"/>
                      <a:pt x="52" y="1"/>
                    </a:cubicBezTo>
                    <a:cubicBezTo>
                      <a:pt x="58" y="0"/>
                      <a:pt x="64" y="4"/>
                      <a:pt x="65" y="11"/>
                    </a:cubicBezTo>
                    <a:cubicBezTo>
                      <a:pt x="66" y="17"/>
                      <a:pt x="61" y="23"/>
                      <a:pt x="55" y="24"/>
                    </a:cubicBezTo>
                    <a:cubicBezTo>
                      <a:pt x="47" y="24"/>
                      <a:pt x="39" y="26"/>
                      <a:pt x="32" y="27"/>
                    </a:cubicBezTo>
                    <a:cubicBezTo>
                      <a:pt x="29" y="27"/>
                      <a:pt x="25" y="27"/>
                      <a:pt x="23" y="28"/>
                    </a:cubicBezTo>
                    <a:cubicBezTo>
                      <a:pt x="20" y="29"/>
                      <a:pt x="17" y="30"/>
                      <a:pt x="14" y="30"/>
                    </a:cubicBezTo>
                    <a:lnTo>
                      <a:pt x="13" y="3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3" name="Google Shape;523;p5"/>
              <p:cNvSpPr/>
              <p:nvPr/>
            </p:nvSpPr>
            <p:spPr>
              <a:xfrm>
                <a:off x="808920" y="856440"/>
                <a:ext cx="70920" cy="27000"/>
              </a:xfrm>
              <a:custGeom>
                <a:avLst/>
                <a:gdLst/>
                <a:ahLst/>
                <a:cxnLst/>
                <a:rect l="l" t="t" r="r" b="b"/>
                <a:pathLst>
                  <a:path w="197" h="75" extrusionOk="0">
                    <a:moveTo>
                      <a:pt x="2" y="64"/>
                    </a:moveTo>
                    <a:cubicBezTo>
                      <a:pt x="0" y="57"/>
                      <a:pt x="5" y="51"/>
                      <a:pt x="11" y="49"/>
                    </a:cubicBezTo>
                    <a:lnTo>
                      <a:pt x="12" y="49"/>
                    </a:lnTo>
                    <a:cubicBezTo>
                      <a:pt x="11" y="49"/>
                      <a:pt x="11" y="49"/>
                      <a:pt x="11" y="49"/>
                    </a:cubicBezTo>
                    <a:cubicBezTo>
                      <a:pt x="11" y="49"/>
                      <a:pt x="12" y="49"/>
                      <a:pt x="13" y="49"/>
                    </a:cubicBezTo>
                    <a:cubicBezTo>
                      <a:pt x="17" y="47"/>
                      <a:pt x="22" y="44"/>
                      <a:pt x="28" y="43"/>
                    </a:cubicBezTo>
                    <a:cubicBezTo>
                      <a:pt x="34" y="40"/>
                      <a:pt x="41" y="37"/>
                      <a:pt x="47" y="35"/>
                    </a:cubicBezTo>
                    <a:cubicBezTo>
                      <a:pt x="52" y="33"/>
                      <a:pt x="57" y="32"/>
                      <a:pt x="63" y="29"/>
                    </a:cubicBezTo>
                    <a:cubicBezTo>
                      <a:pt x="69" y="28"/>
                      <a:pt x="74" y="26"/>
                      <a:pt x="80" y="24"/>
                    </a:cubicBezTo>
                    <a:cubicBezTo>
                      <a:pt x="87" y="22"/>
                      <a:pt x="94" y="20"/>
                      <a:pt x="101" y="18"/>
                    </a:cubicBezTo>
                    <a:cubicBezTo>
                      <a:pt x="107" y="16"/>
                      <a:pt x="114" y="15"/>
                      <a:pt x="120" y="14"/>
                    </a:cubicBezTo>
                    <a:cubicBezTo>
                      <a:pt x="132" y="11"/>
                      <a:pt x="143" y="8"/>
                      <a:pt x="155" y="6"/>
                    </a:cubicBezTo>
                    <a:cubicBezTo>
                      <a:pt x="163" y="4"/>
                      <a:pt x="172" y="2"/>
                      <a:pt x="182" y="0"/>
                    </a:cubicBezTo>
                    <a:cubicBezTo>
                      <a:pt x="187" y="0"/>
                      <a:pt x="193" y="2"/>
                      <a:pt x="194" y="8"/>
                    </a:cubicBezTo>
                    <a:cubicBezTo>
                      <a:pt x="196" y="13"/>
                      <a:pt x="192" y="19"/>
                      <a:pt x="187" y="21"/>
                    </a:cubicBezTo>
                    <a:cubicBezTo>
                      <a:pt x="168" y="25"/>
                      <a:pt x="150" y="29"/>
                      <a:pt x="131" y="33"/>
                    </a:cubicBezTo>
                    <a:cubicBezTo>
                      <a:pt x="123" y="36"/>
                      <a:pt x="115" y="38"/>
                      <a:pt x="106" y="40"/>
                    </a:cubicBezTo>
                    <a:cubicBezTo>
                      <a:pt x="99" y="42"/>
                      <a:pt x="92" y="44"/>
                      <a:pt x="84" y="47"/>
                    </a:cubicBezTo>
                    <a:cubicBezTo>
                      <a:pt x="73" y="51"/>
                      <a:pt x="62" y="54"/>
                      <a:pt x="50" y="59"/>
                    </a:cubicBezTo>
                    <a:cubicBezTo>
                      <a:pt x="45" y="61"/>
                      <a:pt x="39" y="64"/>
                      <a:pt x="34" y="66"/>
                    </a:cubicBezTo>
                    <a:cubicBezTo>
                      <a:pt x="29" y="68"/>
                      <a:pt x="24" y="71"/>
                      <a:pt x="19" y="73"/>
                    </a:cubicBezTo>
                    <a:cubicBezTo>
                      <a:pt x="17" y="74"/>
                      <a:pt x="16" y="74"/>
                      <a:pt x="14" y="74"/>
                    </a:cubicBezTo>
                    <a:cubicBezTo>
                      <a:pt x="9" y="74"/>
                      <a:pt x="4" y="70"/>
                      <a:pt x="2" y="6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4" name="Google Shape;524;p5"/>
              <p:cNvSpPr/>
              <p:nvPr/>
            </p:nvSpPr>
            <p:spPr>
              <a:xfrm>
                <a:off x="853920" y="824760"/>
                <a:ext cx="91080" cy="70560"/>
              </a:xfrm>
              <a:custGeom>
                <a:avLst/>
                <a:gdLst/>
                <a:ahLst/>
                <a:cxnLst/>
                <a:rect l="l" t="t" r="r" b="b"/>
                <a:pathLst>
                  <a:path w="253" h="196" extrusionOk="0">
                    <a:moveTo>
                      <a:pt x="108" y="172"/>
                    </a:moveTo>
                    <a:cubicBezTo>
                      <a:pt x="109" y="171"/>
                      <a:pt x="109" y="171"/>
                      <a:pt x="109" y="171"/>
                    </a:cubicBezTo>
                    <a:cubicBezTo>
                      <a:pt x="111" y="171"/>
                      <a:pt x="112" y="171"/>
                      <a:pt x="113" y="171"/>
                    </a:cubicBezTo>
                    <a:cubicBezTo>
                      <a:pt x="115" y="170"/>
                      <a:pt x="118" y="169"/>
                      <a:pt x="120" y="168"/>
                    </a:cubicBezTo>
                    <a:cubicBezTo>
                      <a:pt x="124" y="166"/>
                      <a:pt x="128" y="163"/>
                      <a:pt x="132" y="161"/>
                    </a:cubicBezTo>
                    <a:lnTo>
                      <a:pt x="132" y="162"/>
                    </a:lnTo>
                    <a:cubicBezTo>
                      <a:pt x="132" y="161"/>
                      <a:pt x="132" y="161"/>
                      <a:pt x="133" y="160"/>
                    </a:cubicBezTo>
                    <a:cubicBezTo>
                      <a:pt x="144" y="153"/>
                      <a:pt x="156" y="145"/>
                      <a:pt x="167" y="135"/>
                    </a:cubicBezTo>
                    <a:cubicBezTo>
                      <a:pt x="173" y="131"/>
                      <a:pt x="179" y="126"/>
                      <a:pt x="185" y="121"/>
                    </a:cubicBezTo>
                    <a:cubicBezTo>
                      <a:pt x="193" y="114"/>
                      <a:pt x="201" y="106"/>
                      <a:pt x="209" y="98"/>
                    </a:cubicBezTo>
                    <a:cubicBezTo>
                      <a:pt x="213" y="95"/>
                      <a:pt x="215" y="90"/>
                      <a:pt x="218" y="87"/>
                    </a:cubicBezTo>
                    <a:cubicBezTo>
                      <a:pt x="221" y="84"/>
                      <a:pt x="222" y="80"/>
                      <a:pt x="225" y="77"/>
                    </a:cubicBezTo>
                    <a:cubicBezTo>
                      <a:pt x="226" y="74"/>
                      <a:pt x="227" y="72"/>
                      <a:pt x="228" y="70"/>
                    </a:cubicBezTo>
                    <a:cubicBezTo>
                      <a:pt x="228" y="68"/>
                      <a:pt x="228" y="67"/>
                      <a:pt x="229" y="65"/>
                    </a:cubicBezTo>
                    <a:cubicBezTo>
                      <a:pt x="229" y="65"/>
                      <a:pt x="229" y="64"/>
                      <a:pt x="229" y="63"/>
                    </a:cubicBezTo>
                    <a:cubicBezTo>
                      <a:pt x="229" y="61"/>
                      <a:pt x="229" y="60"/>
                      <a:pt x="229" y="58"/>
                    </a:cubicBezTo>
                    <a:cubicBezTo>
                      <a:pt x="229" y="57"/>
                      <a:pt x="229" y="56"/>
                      <a:pt x="229" y="55"/>
                    </a:cubicBezTo>
                    <a:cubicBezTo>
                      <a:pt x="229" y="56"/>
                      <a:pt x="229" y="56"/>
                      <a:pt x="229" y="57"/>
                    </a:cubicBezTo>
                    <a:cubicBezTo>
                      <a:pt x="229" y="56"/>
                      <a:pt x="229" y="54"/>
                      <a:pt x="228" y="53"/>
                    </a:cubicBezTo>
                    <a:cubicBezTo>
                      <a:pt x="228" y="53"/>
                      <a:pt x="228" y="52"/>
                      <a:pt x="228" y="51"/>
                    </a:cubicBezTo>
                    <a:cubicBezTo>
                      <a:pt x="227" y="50"/>
                      <a:pt x="227" y="49"/>
                      <a:pt x="226" y="48"/>
                    </a:cubicBezTo>
                    <a:cubicBezTo>
                      <a:pt x="225" y="47"/>
                      <a:pt x="224" y="46"/>
                      <a:pt x="223" y="44"/>
                    </a:cubicBezTo>
                    <a:cubicBezTo>
                      <a:pt x="222" y="43"/>
                      <a:pt x="220" y="42"/>
                      <a:pt x="219" y="40"/>
                    </a:cubicBezTo>
                    <a:cubicBezTo>
                      <a:pt x="217" y="39"/>
                      <a:pt x="215" y="37"/>
                      <a:pt x="214" y="36"/>
                    </a:cubicBezTo>
                    <a:cubicBezTo>
                      <a:pt x="211" y="34"/>
                      <a:pt x="208" y="33"/>
                      <a:pt x="206" y="31"/>
                    </a:cubicBezTo>
                    <a:cubicBezTo>
                      <a:pt x="204" y="30"/>
                      <a:pt x="202" y="29"/>
                      <a:pt x="200" y="29"/>
                    </a:cubicBezTo>
                    <a:cubicBezTo>
                      <a:pt x="197" y="28"/>
                      <a:pt x="193" y="26"/>
                      <a:pt x="190" y="26"/>
                    </a:cubicBezTo>
                    <a:cubicBezTo>
                      <a:pt x="187" y="25"/>
                      <a:pt x="183" y="25"/>
                      <a:pt x="180" y="24"/>
                    </a:cubicBezTo>
                    <a:cubicBezTo>
                      <a:pt x="176" y="24"/>
                      <a:pt x="172" y="24"/>
                      <a:pt x="169" y="24"/>
                    </a:cubicBezTo>
                    <a:cubicBezTo>
                      <a:pt x="168" y="24"/>
                      <a:pt x="168" y="24"/>
                      <a:pt x="168" y="24"/>
                    </a:cubicBezTo>
                    <a:cubicBezTo>
                      <a:pt x="161" y="25"/>
                      <a:pt x="154" y="25"/>
                      <a:pt x="147" y="27"/>
                    </a:cubicBezTo>
                    <a:cubicBezTo>
                      <a:pt x="137" y="28"/>
                      <a:pt x="129" y="30"/>
                      <a:pt x="120" y="33"/>
                    </a:cubicBezTo>
                    <a:cubicBezTo>
                      <a:pt x="115" y="35"/>
                      <a:pt x="109" y="37"/>
                      <a:pt x="104" y="40"/>
                    </a:cubicBezTo>
                    <a:cubicBezTo>
                      <a:pt x="102" y="41"/>
                      <a:pt x="100" y="42"/>
                      <a:pt x="98" y="43"/>
                    </a:cubicBezTo>
                    <a:cubicBezTo>
                      <a:pt x="98" y="44"/>
                      <a:pt x="97" y="44"/>
                      <a:pt x="97" y="46"/>
                    </a:cubicBezTo>
                    <a:cubicBezTo>
                      <a:pt x="95" y="47"/>
                      <a:pt x="95" y="48"/>
                      <a:pt x="94" y="49"/>
                    </a:cubicBezTo>
                    <a:cubicBezTo>
                      <a:pt x="93" y="52"/>
                      <a:pt x="92" y="54"/>
                      <a:pt x="91" y="57"/>
                    </a:cubicBezTo>
                    <a:cubicBezTo>
                      <a:pt x="89" y="62"/>
                      <a:pt x="88" y="67"/>
                      <a:pt x="87" y="71"/>
                    </a:cubicBezTo>
                    <a:lnTo>
                      <a:pt x="87" y="70"/>
                    </a:lnTo>
                    <a:cubicBezTo>
                      <a:pt x="86" y="76"/>
                      <a:pt x="85" y="82"/>
                      <a:pt x="84" y="89"/>
                    </a:cubicBezTo>
                    <a:cubicBezTo>
                      <a:pt x="84" y="97"/>
                      <a:pt x="84" y="105"/>
                      <a:pt x="84" y="113"/>
                    </a:cubicBezTo>
                    <a:cubicBezTo>
                      <a:pt x="84" y="114"/>
                      <a:pt x="84" y="114"/>
                      <a:pt x="84" y="114"/>
                    </a:cubicBezTo>
                    <a:cubicBezTo>
                      <a:pt x="85" y="121"/>
                      <a:pt x="86" y="129"/>
                      <a:pt x="87" y="136"/>
                    </a:cubicBezTo>
                    <a:cubicBezTo>
                      <a:pt x="88" y="143"/>
                      <a:pt x="90" y="149"/>
                      <a:pt x="92" y="156"/>
                    </a:cubicBezTo>
                    <a:cubicBezTo>
                      <a:pt x="93" y="158"/>
                      <a:pt x="93" y="159"/>
                      <a:pt x="94" y="161"/>
                    </a:cubicBezTo>
                    <a:cubicBezTo>
                      <a:pt x="94" y="162"/>
                      <a:pt x="95" y="163"/>
                      <a:pt x="96" y="164"/>
                    </a:cubicBezTo>
                    <a:cubicBezTo>
                      <a:pt x="96" y="165"/>
                      <a:pt x="97" y="166"/>
                      <a:pt x="97" y="166"/>
                    </a:cubicBezTo>
                    <a:cubicBezTo>
                      <a:pt x="98" y="167"/>
                      <a:pt x="98" y="168"/>
                      <a:pt x="99" y="169"/>
                    </a:cubicBezTo>
                    <a:cubicBezTo>
                      <a:pt x="100" y="169"/>
                      <a:pt x="101" y="170"/>
                      <a:pt x="101" y="170"/>
                    </a:cubicBezTo>
                    <a:cubicBezTo>
                      <a:pt x="102" y="170"/>
                      <a:pt x="102" y="171"/>
                      <a:pt x="102" y="171"/>
                    </a:cubicBezTo>
                    <a:lnTo>
                      <a:pt x="103" y="171"/>
                    </a:lnTo>
                    <a:cubicBezTo>
                      <a:pt x="104" y="171"/>
                      <a:pt x="104" y="171"/>
                      <a:pt x="105" y="171"/>
                    </a:cubicBezTo>
                    <a:lnTo>
                      <a:pt x="106" y="172"/>
                    </a:lnTo>
                    <a:lnTo>
                      <a:pt x="108" y="172"/>
                    </a:lnTo>
                    <a:moveTo>
                      <a:pt x="98" y="194"/>
                    </a:moveTo>
                    <a:cubicBezTo>
                      <a:pt x="95" y="193"/>
                      <a:pt x="92" y="192"/>
                      <a:pt x="89" y="190"/>
                    </a:cubicBezTo>
                    <a:cubicBezTo>
                      <a:pt x="86" y="188"/>
                      <a:pt x="84" y="186"/>
                      <a:pt x="81" y="184"/>
                    </a:cubicBezTo>
                    <a:cubicBezTo>
                      <a:pt x="77" y="178"/>
                      <a:pt x="73" y="173"/>
                      <a:pt x="71" y="166"/>
                    </a:cubicBezTo>
                    <a:cubicBezTo>
                      <a:pt x="70" y="163"/>
                      <a:pt x="69" y="159"/>
                      <a:pt x="68" y="155"/>
                    </a:cubicBezTo>
                    <a:cubicBezTo>
                      <a:pt x="67" y="151"/>
                      <a:pt x="66" y="147"/>
                      <a:pt x="65" y="142"/>
                    </a:cubicBezTo>
                    <a:cubicBezTo>
                      <a:pt x="62" y="126"/>
                      <a:pt x="60" y="110"/>
                      <a:pt x="61" y="93"/>
                    </a:cubicBezTo>
                    <a:cubicBezTo>
                      <a:pt x="61" y="84"/>
                      <a:pt x="62" y="74"/>
                      <a:pt x="64" y="65"/>
                    </a:cubicBezTo>
                    <a:cubicBezTo>
                      <a:pt x="60" y="68"/>
                      <a:pt x="55" y="71"/>
                      <a:pt x="51" y="74"/>
                    </a:cubicBezTo>
                    <a:cubicBezTo>
                      <a:pt x="40" y="82"/>
                      <a:pt x="30" y="90"/>
                      <a:pt x="19" y="97"/>
                    </a:cubicBezTo>
                    <a:cubicBezTo>
                      <a:pt x="14" y="101"/>
                      <a:pt x="7" y="100"/>
                      <a:pt x="4" y="95"/>
                    </a:cubicBezTo>
                    <a:cubicBezTo>
                      <a:pt x="0" y="90"/>
                      <a:pt x="2" y="84"/>
                      <a:pt x="6" y="81"/>
                    </a:cubicBezTo>
                    <a:cubicBezTo>
                      <a:pt x="18" y="72"/>
                      <a:pt x="30" y="63"/>
                      <a:pt x="42" y="54"/>
                    </a:cubicBezTo>
                    <a:cubicBezTo>
                      <a:pt x="49" y="50"/>
                      <a:pt x="55" y="45"/>
                      <a:pt x="62" y="40"/>
                    </a:cubicBezTo>
                    <a:cubicBezTo>
                      <a:pt x="66" y="37"/>
                      <a:pt x="70" y="35"/>
                      <a:pt x="74" y="32"/>
                    </a:cubicBezTo>
                    <a:cubicBezTo>
                      <a:pt x="75" y="32"/>
                      <a:pt x="76" y="30"/>
                      <a:pt x="77" y="30"/>
                    </a:cubicBezTo>
                    <a:cubicBezTo>
                      <a:pt x="79" y="29"/>
                      <a:pt x="79" y="28"/>
                      <a:pt x="80" y="27"/>
                    </a:cubicBezTo>
                    <a:cubicBezTo>
                      <a:pt x="83" y="23"/>
                      <a:pt x="88" y="19"/>
                      <a:pt x="93" y="18"/>
                    </a:cubicBezTo>
                    <a:cubicBezTo>
                      <a:pt x="94" y="18"/>
                      <a:pt x="95" y="18"/>
                      <a:pt x="97" y="19"/>
                    </a:cubicBezTo>
                    <a:cubicBezTo>
                      <a:pt x="112" y="12"/>
                      <a:pt x="129" y="7"/>
                      <a:pt x="145" y="4"/>
                    </a:cubicBezTo>
                    <a:cubicBezTo>
                      <a:pt x="162" y="1"/>
                      <a:pt x="179" y="0"/>
                      <a:pt x="196" y="4"/>
                    </a:cubicBezTo>
                    <a:cubicBezTo>
                      <a:pt x="211" y="7"/>
                      <a:pt x="226" y="15"/>
                      <a:pt x="238" y="26"/>
                    </a:cubicBezTo>
                    <a:cubicBezTo>
                      <a:pt x="243" y="32"/>
                      <a:pt x="246" y="38"/>
                      <a:pt x="249" y="44"/>
                    </a:cubicBezTo>
                    <a:cubicBezTo>
                      <a:pt x="252" y="52"/>
                      <a:pt x="252" y="60"/>
                      <a:pt x="251" y="68"/>
                    </a:cubicBezTo>
                    <a:cubicBezTo>
                      <a:pt x="250" y="74"/>
                      <a:pt x="247" y="81"/>
                      <a:pt x="244" y="87"/>
                    </a:cubicBezTo>
                    <a:cubicBezTo>
                      <a:pt x="241" y="94"/>
                      <a:pt x="236" y="100"/>
                      <a:pt x="231" y="106"/>
                    </a:cubicBezTo>
                    <a:cubicBezTo>
                      <a:pt x="226" y="112"/>
                      <a:pt x="221" y="117"/>
                      <a:pt x="215" y="123"/>
                    </a:cubicBezTo>
                    <a:cubicBezTo>
                      <a:pt x="210" y="127"/>
                      <a:pt x="205" y="132"/>
                      <a:pt x="200" y="137"/>
                    </a:cubicBezTo>
                    <a:cubicBezTo>
                      <a:pt x="187" y="148"/>
                      <a:pt x="174" y="159"/>
                      <a:pt x="161" y="169"/>
                    </a:cubicBezTo>
                    <a:cubicBezTo>
                      <a:pt x="154" y="174"/>
                      <a:pt x="147" y="178"/>
                      <a:pt x="140" y="183"/>
                    </a:cubicBezTo>
                    <a:cubicBezTo>
                      <a:pt x="134" y="187"/>
                      <a:pt x="127" y="191"/>
                      <a:pt x="119" y="193"/>
                    </a:cubicBezTo>
                    <a:cubicBezTo>
                      <a:pt x="115" y="195"/>
                      <a:pt x="111" y="195"/>
                      <a:pt x="106" y="195"/>
                    </a:cubicBezTo>
                    <a:cubicBezTo>
                      <a:pt x="104" y="195"/>
                      <a:pt x="101" y="195"/>
                      <a:pt x="98" y="1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25" name="Google Shape;525;p5"/>
            <p:cNvGrpSpPr/>
            <p:nvPr/>
          </p:nvGrpSpPr>
          <p:grpSpPr>
            <a:xfrm>
              <a:off x="-1327435" y="4748250"/>
              <a:ext cx="2779566" cy="570008"/>
              <a:chOff x="3240" y="1231560"/>
              <a:chExt cx="1292040" cy="264960"/>
            </a:xfrm>
          </p:grpSpPr>
          <p:sp>
            <p:nvSpPr>
              <p:cNvPr id="526" name="Google Shape;526;p5"/>
              <p:cNvSpPr/>
              <p:nvPr/>
            </p:nvSpPr>
            <p:spPr>
              <a:xfrm>
                <a:off x="3600" y="1383840"/>
                <a:ext cx="35280" cy="12240"/>
              </a:xfrm>
              <a:custGeom>
                <a:avLst/>
                <a:gdLst/>
                <a:ahLst/>
                <a:cxnLst/>
                <a:rect l="l" t="t" r="r" b="b"/>
                <a:pathLst>
                  <a:path w="98" h="34" extrusionOk="0">
                    <a:moveTo>
                      <a:pt x="37" y="32"/>
                    </a:moveTo>
                    <a:cubicBezTo>
                      <a:pt x="32" y="31"/>
                      <a:pt x="28" y="31"/>
                      <a:pt x="24" y="31"/>
                    </a:cubicBezTo>
                    <a:cubicBezTo>
                      <a:pt x="19" y="30"/>
                      <a:pt x="14" y="29"/>
                      <a:pt x="9" y="27"/>
                    </a:cubicBezTo>
                    <a:cubicBezTo>
                      <a:pt x="3" y="24"/>
                      <a:pt x="0" y="17"/>
                      <a:pt x="3" y="10"/>
                    </a:cubicBezTo>
                    <a:cubicBezTo>
                      <a:pt x="6" y="3"/>
                      <a:pt x="14" y="0"/>
                      <a:pt x="20" y="4"/>
                    </a:cubicBezTo>
                    <a:cubicBezTo>
                      <a:pt x="21" y="5"/>
                      <a:pt x="21" y="5"/>
                      <a:pt x="22" y="5"/>
                    </a:cubicBezTo>
                    <a:cubicBezTo>
                      <a:pt x="23" y="5"/>
                      <a:pt x="25" y="6"/>
                      <a:pt x="27" y="6"/>
                    </a:cubicBezTo>
                    <a:cubicBezTo>
                      <a:pt x="31" y="7"/>
                      <a:pt x="37" y="7"/>
                      <a:pt x="42" y="8"/>
                    </a:cubicBezTo>
                    <a:cubicBezTo>
                      <a:pt x="51" y="8"/>
                      <a:pt x="59" y="8"/>
                      <a:pt x="68" y="8"/>
                    </a:cubicBezTo>
                    <a:cubicBezTo>
                      <a:pt x="74" y="8"/>
                      <a:pt x="80" y="8"/>
                      <a:pt x="86" y="8"/>
                    </a:cubicBezTo>
                    <a:cubicBezTo>
                      <a:pt x="92" y="8"/>
                      <a:pt x="97" y="14"/>
                      <a:pt x="97" y="20"/>
                    </a:cubicBezTo>
                    <a:cubicBezTo>
                      <a:pt x="97" y="27"/>
                      <a:pt x="91" y="32"/>
                      <a:pt x="85" y="32"/>
                    </a:cubicBezTo>
                    <a:cubicBezTo>
                      <a:pt x="74" y="32"/>
                      <a:pt x="62" y="32"/>
                      <a:pt x="51" y="33"/>
                    </a:cubicBezTo>
                    <a:cubicBezTo>
                      <a:pt x="50" y="33"/>
                      <a:pt x="49" y="33"/>
                      <a:pt x="48" y="33"/>
                    </a:cubicBezTo>
                    <a:cubicBezTo>
                      <a:pt x="45" y="33"/>
                      <a:pt x="41" y="32"/>
                      <a:pt x="37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7" name="Google Shape;527;p5"/>
              <p:cNvSpPr/>
              <p:nvPr/>
            </p:nvSpPr>
            <p:spPr>
              <a:xfrm>
                <a:off x="3240" y="1405080"/>
                <a:ext cx="59400" cy="19440"/>
              </a:xfrm>
              <a:custGeom>
                <a:avLst/>
                <a:gdLst/>
                <a:ahLst/>
                <a:cxnLst/>
                <a:rect l="l" t="t" r="r" b="b"/>
                <a:pathLst>
                  <a:path w="165" h="54" extrusionOk="0">
                    <a:moveTo>
                      <a:pt x="7" y="52"/>
                    </a:moveTo>
                    <a:cubicBezTo>
                      <a:pt x="2" y="48"/>
                      <a:pt x="0" y="40"/>
                      <a:pt x="2" y="34"/>
                    </a:cubicBezTo>
                    <a:cubicBezTo>
                      <a:pt x="5" y="28"/>
                      <a:pt x="13" y="25"/>
                      <a:pt x="19" y="28"/>
                    </a:cubicBezTo>
                    <a:cubicBezTo>
                      <a:pt x="26" y="27"/>
                      <a:pt x="34" y="25"/>
                      <a:pt x="41" y="23"/>
                    </a:cubicBezTo>
                    <a:cubicBezTo>
                      <a:pt x="49" y="21"/>
                      <a:pt x="56" y="20"/>
                      <a:pt x="63" y="18"/>
                    </a:cubicBezTo>
                    <a:cubicBezTo>
                      <a:pt x="77" y="15"/>
                      <a:pt x="91" y="13"/>
                      <a:pt x="105" y="10"/>
                    </a:cubicBezTo>
                    <a:lnTo>
                      <a:pt x="104" y="10"/>
                    </a:lnTo>
                    <a:cubicBezTo>
                      <a:pt x="107" y="10"/>
                      <a:pt x="110" y="9"/>
                      <a:pt x="113" y="8"/>
                    </a:cubicBezTo>
                    <a:cubicBezTo>
                      <a:pt x="116" y="8"/>
                      <a:pt x="119" y="7"/>
                      <a:pt x="122" y="7"/>
                    </a:cubicBezTo>
                    <a:cubicBezTo>
                      <a:pt x="123" y="7"/>
                      <a:pt x="123" y="7"/>
                      <a:pt x="124" y="7"/>
                    </a:cubicBezTo>
                    <a:cubicBezTo>
                      <a:pt x="123" y="7"/>
                      <a:pt x="123" y="7"/>
                      <a:pt x="123" y="7"/>
                    </a:cubicBezTo>
                    <a:cubicBezTo>
                      <a:pt x="133" y="5"/>
                      <a:pt x="142" y="3"/>
                      <a:pt x="152" y="2"/>
                    </a:cubicBezTo>
                    <a:cubicBezTo>
                      <a:pt x="156" y="0"/>
                      <a:pt x="162" y="4"/>
                      <a:pt x="163" y="9"/>
                    </a:cubicBezTo>
                    <a:cubicBezTo>
                      <a:pt x="164" y="14"/>
                      <a:pt x="161" y="20"/>
                      <a:pt x="155" y="21"/>
                    </a:cubicBezTo>
                    <a:cubicBezTo>
                      <a:pt x="131" y="27"/>
                      <a:pt x="106" y="32"/>
                      <a:pt x="82" y="38"/>
                    </a:cubicBezTo>
                    <a:cubicBezTo>
                      <a:pt x="70" y="40"/>
                      <a:pt x="57" y="43"/>
                      <a:pt x="45" y="46"/>
                    </a:cubicBezTo>
                    <a:cubicBezTo>
                      <a:pt x="39" y="48"/>
                      <a:pt x="33" y="50"/>
                      <a:pt x="27" y="52"/>
                    </a:cubicBezTo>
                    <a:cubicBezTo>
                      <a:pt x="24" y="53"/>
                      <a:pt x="19" y="53"/>
                      <a:pt x="16" y="53"/>
                    </a:cubicBezTo>
                    <a:cubicBezTo>
                      <a:pt x="13" y="53"/>
                      <a:pt x="10" y="53"/>
                      <a:pt x="7" y="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8" name="Google Shape;528;p5"/>
              <p:cNvSpPr/>
              <p:nvPr/>
            </p:nvSpPr>
            <p:spPr>
              <a:xfrm>
                <a:off x="129240" y="1321560"/>
                <a:ext cx="47160" cy="110880"/>
              </a:xfrm>
              <a:custGeom>
                <a:avLst/>
                <a:gdLst/>
                <a:ahLst/>
                <a:cxnLst/>
                <a:rect l="l" t="t" r="r" b="b"/>
                <a:pathLst>
                  <a:path w="131" h="308" extrusionOk="0">
                    <a:moveTo>
                      <a:pt x="51" y="307"/>
                    </a:moveTo>
                    <a:cubicBezTo>
                      <a:pt x="43" y="307"/>
                      <a:pt x="35" y="303"/>
                      <a:pt x="28" y="299"/>
                    </a:cubicBezTo>
                    <a:cubicBezTo>
                      <a:pt x="21" y="295"/>
                      <a:pt x="16" y="289"/>
                      <a:pt x="11" y="284"/>
                    </a:cubicBezTo>
                    <a:cubicBezTo>
                      <a:pt x="9" y="280"/>
                      <a:pt x="7" y="277"/>
                      <a:pt x="5" y="274"/>
                    </a:cubicBezTo>
                    <a:cubicBezTo>
                      <a:pt x="3" y="270"/>
                      <a:pt x="2" y="266"/>
                      <a:pt x="1" y="263"/>
                    </a:cubicBezTo>
                    <a:cubicBezTo>
                      <a:pt x="0" y="260"/>
                      <a:pt x="1" y="258"/>
                      <a:pt x="1" y="256"/>
                    </a:cubicBezTo>
                    <a:cubicBezTo>
                      <a:pt x="2" y="249"/>
                      <a:pt x="6" y="243"/>
                      <a:pt x="13" y="243"/>
                    </a:cubicBezTo>
                    <a:cubicBezTo>
                      <a:pt x="20" y="243"/>
                      <a:pt x="26" y="249"/>
                      <a:pt x="26" y="256"/>
                    </a:cubicBezTo>
                    <a:cubicBezTo>
                      <a:pt x="26" y="257"/>
                      <a:pt x="26" y="258"/>
                      <a:pt x="26" y="259"/>
                    </a:cubicBezTo>
                    <a:cubicBezTo>
                      <a:pt x="26" y="260"/>
                      <a:pt x="26" y="261"/>
                      <a:pt x="27" y="262"/>
                    </a:cubicBezTo>
                    <a:cubicBezTo>
                      <a:pt x="27" y="264"/>
                      <a:pt x="28" y="265"/>
                      <a:pt x="29" y="267"/>
                    </a:cubicBezTo>
                    <a:cubicBezTo>
                      <a:pt x="30" y="268"/>
                      <a:pt x="31" y="270"/>
                      <a:pt x="33" y="271"/>
                    </a:cubicBezTo>
                    <a:cubicBezTo>
                      <a:pt x="34" y="272"/>
                      <a:pt x="35" y="274"/>
                      <a:pt x="36" y="275"/>
                    </a:cubicBezTo>
                    <a:cubicBezTo>
                      <a:pt x="38" y="276"/>
                      <a:pt x="39" y="277"/>
                      <a:pt x="40" y="278"/>
                    </a:cubicBezTo>
                    <a:cubicBezTo>
                      <a:pt x="42" y="279"/>
                      <a:pt x="43" y="280"/>
                      <a:pt x="45" y="281"/>
                    </a:cubicBezTo>
                    <a:cubicBezTo>
                      <a:pt x="46" y="281"/>
                      <a:pt x="46" y="282"/>
                      <a:pt x="48" y="282"/>
                    </a:cubicBezTo>
                    <a:cubicBezTo>
                      <a:pt x="49" y="282"/>
                      <a:pt x="49" y="283"/>
                      <a:pt x="50" y="283"/>
                    </a:cubicBezTo>
                    <a:lnTo>
                      <a:pt x="49" y="282"/>
                    </a:lnTo>
                    <a:cubicBezTo>
                      <a:pt x="50" y="283"/>
                      <a:pt x="51" y="283"/>
                      <a:pt x="52" y="283"/>
                    </a:cubicBezTo>
                    <a:lnTo>
                      <a:pt x="53" y="283"/>
                    </a:lnTo>
                    <a:lnTo>
                      <a:pt x="54" y="283"/>
                    </a:lnTo>
                    <a:lnTo>
                      <a:pt x="55" y="283"/>
                    </a:lnTo>
                    <a:cubicBezTo>
                      <a:pt x="55" y="282"/>
                      <a:pt x="56" y="281"/>
                      <a:pt x="58" y="281"/>
                    </a:cubicBezTo>
                    <a:cubicBezTo>
                      <a:pt x="58" y="280"/>
                      <a:pt x="58" y="279"/>
                      <a:pt x="59" y="279"/>
                    </a:cubicBezTo>
                    <a:cubicBezTo>
                      <a:pt x="59" y="279"/>
                      <a:pt x="60" y="278"/>
                      <a:pt x="60" y="277"/>
                    </a:cubicBezTo>
                    <a:cubicBezTo>
                      <a:pt x="60" y="277"/>
                      <a:pt x="61" y="277"/>
                      <a:pt x="61" y="276"/>
                    </a:cubicBezTo>
                    <a:lnTo>
                      <a:pt x="62" y="275"/>
                    </a:lnTo>
                    <a:cubicBezTo>
                      <a:pt x="62" y="274"/>
                      <a:pt x="62" y="272"/>
                      <a:pt x="63" y="271"/>
                    </a:cubicBezTo>
                    <a:cubicBezTo>
                      <a:pt x="63" y="269"/>
                      <a:pt x="63" y="267"/>
                      <a:pt x="63" y="264"/>
                    </a:cubicBezTo>
                    <a:cubicBezTo>
                      <a:pt x="63" y="265"/>
                      <a:pt x="63" y="265"/>
                      <a:pt x="63" y="265"/>
                    </a:cubicBezTo>
                    <a:cubicBezTo>
                      <a:pt x="63" y="261"/>
                      <a:pt x="63" y="256"/>
                      <a:pt x="63" y="252"/>
                    </a:cubicBezTo>
                    <a:cubicBezTo>
                      <a:pt x="63" y="246"/>
                      <a:pt x="62" y="240"/>
                      <a:pt x="61" y="235"/>
                    </a:cubicBezTo>
                    <a:cubicBezTo>
                      <a:pt x="60" y="228"/>
                      <a:pt x="58" y="221"/>
                      <a:pt x="56" y="214"/>
                    </a:cubicBezTo>
                    <a:cubicBezTo>
                      <a:pt x="46" y="186"/>
                      <a:pt x="32" y="160"/>
                      <a:pt x="23" y="132"/>
                    </a:cubicBezTo>
                    <a:cubicBezTo>
                      <a:pt x="17" y="115"/>
                      <a:pt x="15" y="98"/>
                      <a:pt x="17" y="81"/>
                    </a:cubicBezTo>
                    <a:cubicBezTo>
                      <a:pt x="18" y="64"/>
                      <a:pt x="25" y="48"/>
                      <a:pt x="35" y="35"/>
                    </a:cubicBezTo>
                    <a:cubicBezTo>
                      <a:pt x="40" y="29"/>
                      <a:pt x="46" y="24"/>
                      <a:pt x="52" y="19"/>
                    </a:cubicBezTo>
                    <a:cubicBezTo>
                      <a:pt x="59" y="14"/>
                      <a:pt x="67" y="9"/>
                      <a:pt x="74" y="6"/>
                    </a:cubicBezTo>
                    <a:cubicBezTo>
                      <a:pt x="90" y="0"/>
                      <a:pt x="107" y="1"/>
                      <a:pt x="119" y="12"/>
                    </a:cubicBezTo>
                    <a:cubicBezTo>
                      <a:pt x="123" y="16"/>
                      <a:pt x="127" y="20"/>
                      <a:pt x="128" y="25"/>
                    </a:cubicBezTo>
                    <a:cubicBezTo>
                      <a:pt x="130" y="31"/>
                      <a:pt x="130" y="37"/>
                      <a:pt x="128" y="44"/>
                    </a:cubicBezTo>
                    <a:cubicBezTo>
                      <a:pt x="126" y="50"/>
                      <a:pt x="124" y="56"/>
                      <a:pt x="122" y="63"/>
                    </a:cubicBezTo>
                    <a:cubicBezTo>
                      <a:pt x="120" y="67"/>
                      <a:pt x="119" y="72"/>
                      <a:pt x="117" y="76"/>
                    </a:cubicBezTo>
                    <a:cubicBezTo>
                      <a:pt x="116" y="79"/>
                      <a:pt x="116" y="81"/>
                      <a:pt x="115" y="84"/>
                    </a:cubicBezTo>
                    <a:cubicBezTo>
                      <a:pt x="114" y="86"/>
                      <a:pt x="114" y="88"/>
                      <a:pt x="113" y="90"/>
                    </a:cubicBezTo>
                    <a:cubicBezTo>
                      <a:pt x="112" y="96"/>
                      <a:pt x="105" y="100"/>
                      <a:pt x="100" y="99"/>
                    </a:cubicBezTo>
                    <a:cubicBezTo>
                      <a:pt x="92" y="98"/>
                      <a:pt x="87" y="91"/>
                      <a:pt x="89" y="83"/>
                    </a:cubicBezTo>
                    <a:cubicBezTo>
                      <a:pt x="90" y="80"/>
                      <a:pt x="91" y="77"/>
                      <a:pt x="93" y="74"/>
                    </a:cubicBezTo>
                    <a:cubicBezTo>
                      <a:pt x="94" y="70"/>
                      <a:pt x="95" y="66"/>
                      <a:pt x="96" y="63"/>
                    </a:cubicBezTo>
                    <a:cubicBezTo>
                      <a:pt x="99" y="55"/>
                      <a:pt x="102" y="46"/>
                      <a:pt x="105" y="37"/>
                    </a:cubicBezTo>
                    <a:cubicBezTo>
                      <a:pt x="105" y="37"/>
                      <a:pt x="105" y="36"/>
                      <a:pt x="105" y="35"/>
                    </a:cubicBezTo>
                    <a:lnTo>
                      <a:pt x="105" y="34"/>
                    </a:lnTo>
                    <a:lnTo>
                      <a:pt x="105" y="35"/>
                    </a:lnTo>
                    <a:lnTo>
                      <a:pt x="105" y="34"/>
                    </a:lnTo>
                    <a:lnTo>
                      <a:pt x="105" y="33"/>
                    </a:lnTo>
                    <a:cubicBezTo>
                      <a:pt x="105" y="32"/>
                      <a:pt x="105" y="32"/>
                      <a:pt x="105" y="32"/>
                    </a:cubicBezTo>
                    <a:cubicBezTo>
                      <a:pt x="104" y="31"/>
                      <a:pt x="104" y="31"/>
                      <a:pt x="104" y="31"/>
                    </a:cubicBezTo>
                    <a:cubicBezTo>
                      <a:pt x="104" y="30"/>
                      <a:pt x="103" y="30"/>
                      <a:pt x="103" y="30"/>
                    </a:cubicBezTo>
                    <a:lnTo>
                      <a:pt x="104" y="30"/>
                    </a:lnTo>
                    <a:cubicBezTo>
                      <a:pt x="103" y="30"/>
                      <a:pt x="102" y="30"/>
                      <a:pt x="102" y="29"/>
                    </a:cubicBezTo>
                    <a:lnTo>
                      <a:pt x="101" y="28"/>
                    </a:lnTo>
                    <a:lnTo>
                      <a:pt x="100" y="28"/>
                    </a:lnTo>
                    <a:cubicBezTo>
                      <a:pt x="99" y="27"/>
                      <a:pt x="98" y="27"/>
                      <a:pt x="97" y="27"/>
                    </a:cubicBezTo>
                    <a:cubicBezTo>
                      <a:pt x="97" y="27"/>
                      <a:pt x="96" y="27"/>
                      <a:pt x="95" y="27"/>
                    </a:cubicBezTo>
                    <a:cubicBezTo>
                      <a:pt x="94" y="27"/>
                      <a:pt x="93" y="27"/>
                      <a:pt x="93" y="27"/>
                    </a:cubicBezTo>
                    <a:cubicBezTo>
                      <a:pt x="91" y="27"/>
                      <a:pt x="91" y="27"/>
                      <a:pt x="90" y="27"/>
                    </a:cubicBezTo>
                    <a:cubicBezTo>
                      <a:pt x="88" y="27"/>
                      <a:pt x="87" y="28"/>
                      <a:pt x="85" y="28"/>
                    </a:cubicBezTo>
                    <a:cubicBezTo>
                      <a:pt x="83" y="29"/>
                      <a:pt x="81" y="30"/>
                      <a:pt x="79" y="30"/>
                    </a:cubicBezTo>
                    <a:cubicBezTo>
                      <a:pt x="77" y="32"/>
                      <a:pt x="74" y="33"/>
                      <a:pt x="72" y="34"/>
                    </a:cubicBezTo>
                    <a:cubicBezTo>
                      <a:pt x="73" y="34"/>
                      <a:pt x="73" y="34"/>
                      <a:pt x="73" y="34"/>
                    </a:cubicBezTo>
                    <a:cubicBezTo>
                      <a:pt x="70" y="36"/>
                      <a:pt x="67" y="38"/>
                      <a:pt x="63" y="41"/>
                    </a:cubicBezTo>
                    <a:cubicBezTo>
                      <a:pt x="60" y="44"/>
                      <a:pt x="58" y="46"/>
                      <a:pt x="55" y="49"/>
                    </a:cubicBezTo>
                    <a:cubicBezTo>
                      <a:pt x="53" y="51"/>
                      <a:pt x="52" y="52"/>
                      <a:pt x="51" y="54"/>
                    </a:cubicBezTo>
                    <a:cubicBezTo>
                      <a:pt x="49" y="56"/>
                      <a:pt x="48" y="58"/>
                      <a:pt x="47" y="60"/>
                    </a:cubicBezTo>
                    <a:cubicBezTo>
                      <a:pt x="46" y="62"/>
                      <a:pt x="45" y="65"/>
                      <a:pt x="44" y="68"/>
                    </a:cubicBezTo>
                    <a:cubicBezTo>
                      <a:pt x="42" y="71"/>
                      <a:pt x="42" y="74"/>
                      <a:pt x="41" y="76"/>
                    </a:cubicBezTo>
                    <a:cubicBezTo>
                      <a:pt x="41" y="80"/>
                      <a:pt x="40" y="83"/>
                      <a:pt x="39" y="86"/>
                    </a:cubicBezTo>
                    <a:cubicBezTo>
                      <a:pt x="39" y="90"/>
                      <a:pt x="39" y="93"/>
                      <a:pt x="39" y="96"/>
                    </a:cubicBezTo>
                    <a:cubicBezTo>
                      <a:pt x="40" y="101"/>
                      <a:pt x="41" y="105"/>
                      <a:pt x="41" y="110"/>
                    </a:cubicBezTo>
                    <a:cubicBezTo>
                      <a:pt x="42" y="116"/>
                      <a:pt x="44" y="122"/>
                      <a:pt x="46" y="128"/>
                    </a:cubicBezTo>
                    <a:cubicBezTo>
                      <a:pt x="51" y="141"/>
                      <a:pt x="56" y="155"/>
                      <a:pt x="62" y="168"/>
                    </a:cubicBezTo>
                    <a:cubicBezTo>
                      <a:pt x="68" y="182"/>
                      <a:pt x="74" y="196"/>
                      <a:pt x="79" y="210"/>
                    </a:cubicBezTo>
                    <a:cubicBezTo>
                      <a:pt x="84" y="227"/>
                      <a:pt x="87" y="244"/>
                      <a:pt x="87" y="261"/>
                    </a:cubicBezTo>
                    <a:cubicBezTo>
                      <a:pt x="87" y="269"/>
                      <a:pt x="86" y="277"/>
                      <a:pt x="84" y="284"/>
                    </a:cubicBezTo>
                    <a:cubicBezTo>
                      <a:pt x="81" y="291"/>
                      <a:pt x="76" y="296"/>
                      <a:pt x="70" y="301"/>
                    </a:cubicBezTo>
                    <a:cubicBezTo>
                      <a:pt x="65" y="306"/>
                      <a:pt x="59" y="307"/>
                      <a:pt x="52" y="307"/>
                    </a:cubicBezTo>
                    <a:lnTo>
                      <a:pt x="51" y="30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" name="Google Shape;529;p5"/>
              <p:cNvSpPr/>
              <p:nvPr/>
            </p:nvSpPr>
            <p:spPr>
              <a:xfrm>
                <a:off x="132840" y="1456200"/>
                <a:ext cx="32400" cy="40320"/>
              </a:xfrm>
              <a:custGeom>
                <a:avLst/>
                <a:gdLst/>
                <a:ahLst/>
                <a:cxnLst/>
                <a:rect l="l" t="t" r="r" b="b"/>
                <a:pathLst>
                  <a:path w="90" h="112" extrusionOk="0">
                    <a:moveTo>
                      <a:pt x="23" y="107"/>
                    </a:moveTo>
                    <a:cubicBezTo>
                      <a:pt x="12" y="101"/>
                      <a:pt x="7" y="90"/>
                      <a:pt x="3" y="79"/>
                    </a:cubicBezTo>
                    <a:cubicBezTo>
                      <a:pt x="2" y="72"/>
                      <a:pt x="0" y="66"/>
                      <a:pt x="0" y="59"/>
                    </a:cubicBezTo>
                    <a:cubicBezTo>
                      <a:pt x="0" y="53"/>
                      <a:pt x="2" y="47"/>
                      <a:pt x="6" y="42"/>
                    </a:cubicBezTo>
                    <a:cubicBezTo>
                      <a:pt x="9" y="38"/>
                      <a:pt x="13" y="35"/>
                      <a:pt x="19" y="35"/>
                    </a:cubicBezTo>
                    <a:cubicBezTo>
                      <a:pt x="22" y="35"/>
                      <a:pt x="24" y="36"/>
                      <a:pt x="27" y="38"/>
                    </a:cubicBezTo>
                    <a:cubicBezTo>
                      <a:pt x="27" y="38"/>
                      <a:pt x="28" y="38"/>
                      <a:pt x="29" y="39"/>
                    </a:cubicBezTo>
                    <a:cubicBezTo>
                      <a:pt x="35" y="42"/>
                      <a:pt x="36" y="51"/>
                      <a:pt x="33" y="56"/>
                    </a:cubicBezTo>
                    <a:cubicBezTo>
                      <a:pt x="31" y="59"/>
                      <a:pt x="28" y="61"/>
                      <a:pt x="25" y="62"/>
                    </a:cubicBezTo>
                    <a:cubicBezTo>
                      <a:pt x="25" y="64"/>
                      <a:pt x="25" y="66"/>
                      <a:pt x="25" y="67"/>
                    </a:cubicBezTo>
                    <a:cubicBezTo>
                      <a:pt x="26" y="70"/>
                      <a:pt x="27" y="72"/>
                      <a:pt x="28" y="74"/>
                    </a:cubicBezTo>
                    <a:cubicBezTo>
                      <a:pt x="28" y="75"/>
                      <a:pt x="28" y="76"/>
                      <a:pt x="28" y="76"/>
                    </a:cubicBezTo>
                    <a:lnTo>
                      <a:pt x="28" y="75"/>
                    </a:lnTo>
                    <a:cubicBezTo>
                      <a:pt x="28" y="77"/>
                      <a:pt x="29" y="78"/>
                      <a:pt x="29" y="80"/>
                    </a:cubicBezTo>
                    <a:cubicBezTo>
                      <a:pt x="30" y="80"/>
                      <a:pt x="30" y="81"/>
                      <a:pt x="31" y="81"/>
                    </a:cubicBezTo>
                    <a:cubicBezTo>
                      <a:pt x="31" y="83"/>
                      <a:pt x="32" y="83"/>
                      <a:pt x="32" y="84"/>
                    </a:cubicBezTo>
                    <a:cubicBezTo>
                      <a:pt x="32" y="83"/>
                      <a:pt x="31" y="83"/>
                      <a:pt x="31" y="83"/>
                    </a:cubicBezTo>
                    <a:cubicBezTo>
                      <a:pt x="32" y="83"/>
                      <a:pt x="32" y="84"/>
                      <a:pt x="33" y="84"/>
                    </a:cubicBezTo>
                    <a:cubicBezTo>
                      <a:pt x="34" y="85"/>
                      <a:pt x="34" y="86"/>
                      <a:pt x="34" y="86"/>
                    </a:cubicBezTo>
                    <a:lnTo>
                      <a:pt x="35" y="86"/>
                    </a:lnTo>
                    <a:cubicBezTo>
                      <a:pt x="36" y="86"/>
                      <a:pt x="36" y="86"/>
                      <a:pt x="36" y="86"/>
                    </a:cubicBezTo>
                    <a:lnTo>
                      <a:pt x="35" y="86"/>
                    </a:lnTo>
                    <a:cubicBezTo>
                      <a:pt x="36" y="86"/>
                      <a:pt x="38" y="86"/>
                      <a:pt x="38" y="86"/>
                    </a:cubicBezTo>
                    <a:cubicBezTo>
                      <a:pt x="38" y="86"/>
                      <a:pt x="39" y="86"/>
                      <a:pt x="39" y="85"/>
                    </a:cubicBezTo>
                    <a:lnTo>
                      <a:pt x="40" y="85"/>
                    </a:lnTo>
                    <a:cubicBezTo>
                      <a:pt x="41" y="84"/>
                      <a:pt x="41" y="84"/>
                      <a:pt x="42" y="83"/>
                    </a:cubicBezTo>
                    <a:cubicBezTo>
                      <a:pt x="44" y="81"/>
                      <a:pt x="46" y="80"/>
                      <a:pt x="48" y="78"/>
                    </a:cubicBezTo>
                    <a:cubicBezTo>
                      <a:pt x="47" y="79"/>
                      <a:pt x="47" y="79"/>
                      <a:pt x="46" y="79"/>
                    </a:cubicBezTo>
                    <a:cubicBezTo>
                      <a:pt x="49" y="76"/>
                      <a:pt x="52" y="73"/>
                      <a:pt x="54" y="70"/>
                    </a:cubicBezTo>
                    <a:cubicBezTo>
                      <a:pt x="55" y="69"/>
                      <a:pt x="56" y="67"/>
                      <a:pt x="57" y="65"/>
                    </a:cubicBezTo>
                    <a:cubicBezTo>
                      <a:pt x="59" y="63"/>
                      <a:pt x="60" y="60"/>
                      <a:pt x="60" y="57"/>
                    </a:cubicBezTo>
                    <a:cubicBezTo>
                      <a:pt x="62" y="55"/>
                      <a:pt x="62" y="53"/>
                      <a:pt x="63" y="51"/>
                    </a:cubicBezTo>
                    <a:cubicBezTo>
                      <a:pt x="63" y="49"/>
                      <a:pt x="63" y="48"/>
                      <a:pt x="63" y="46"/>
                    </a:cubicBezTo>
                    <a:cubicBezTo>
                      <a:pt x="63" y="45"/>
                      <a:pt x="63" y="44"/>
                      <a:pt x="63" y="42"/>
                    </a:cubicBezTo>
                    <a:lnTo>
                      <a:pt x="63" y="41"/>
                    </a:lnTo>
                    <a:cubicBezTo>
                      <a:pt x="63" y="39"/>
                      <a:pt x="62" y="38"/>
                      <a:pt x="62" y="38"/>
                    </a:cubicBezTo>
                    <a:lnTo>
                      <a:pt x="63" y="39"/>
                    </a:lnTo>
                    <a:cubicBezTo>
                      <a:pt x="62" y="38"/>
                      <a:pt x="62" y="37"/>
                      <a:pt x="62" y="36"/>
                    </a:cubicBezTo>
                    <a:cubicBezTo>
                      <a:pt x="61" y="35"/>
                      <a:pt x="61" y="35"/>
                      <a:pt x="60" y="34"/>
                    </a:cubicBezTo>
                    <a:cubicBezTo>
                      <a:pt x="60" y="34"/>
                      <a:pt x="60" y="33"/>
                      <a:pt x="59" y="32"/>
                    </a:cubicBezTo>
                    <a:cubicBezTo>
                      <a:pt x="59" y="32"/>
                      <a:pt x="58" y="31"/>
                      <a:pt x="57" y="31"/>
                    </a:cubicBezTo>
                    <a:cubicBezTo>
                      <a:pt x="57" y="30"/>
                      <a:pt x="56" y="30"/>
                      <a:pt x="56" y="30"/>
                    </a:cubicBezTo>
                    <a:cubicBezTo>
                      <a:pt x="55" y="29"/>
                      <a:pt x="55" y="28"/>
                      <a:pt x="54" y="28"/>
                    </a:cubicBezTo>
                    <a:cubicBezTo>
                      <a:pt x="53" y="28"/>
                      <a:pt x="52" y="27"/>
                      <a:pt x="50" y="27"/>
                    </a:cubicBezTo>
                    <a:cubicBezTo>
                      <a:pt x="49" y="26"/>
                      <a:pt x="48" y="26"/>
                      <a:pt x="46" y="26"/>
                    </a:cubicBezTo>
                    <a:cubicBezTo>
                      <a:pt x="43" y="25"/>
                      <a:pt x="41" y="24"/>
                      <a:pt x="38" y="24"/>
                    </a:cubicBezTo>
                    <a:cubicBezTo>
                      <a:pt x="36" y="24"/>
                      <a:pt x="35" y="24"/>
                      <a:pt x="33" y="24"/>
                    </a:cubicBezTo>
                    <a:cubicBezTo>
                      <a:pt x="32" y="24"/>
                      <a:pt x="31" y="24"/>
                      <a:pt x="30" y="24"/>
                    </a:cubicBezTo>
                    <a:cubicBezTo>
                      <a:pt x="24" y="25"/>
                      <a:pt x="18" y="21"/>
                      <a:pt x="17" y="14"/>
                    </a:cubicBezTo>
                    <a:cubicBezTo>
                      <a:pt x="16" y="8"/>
                      <a:pt x="21" y="2"/>
                      <a:pt x="27" y="1"/>
                    </a:cubicBezTo>
                    <a:cubicBezTo>
                      <a:pt x="34" y="0"/>
                      <a:pt x="40" y="0"/>
                      <a:pt x="46" y="1"/>
                    </a:cubicBezTo>
                    <a:cubicBezTo>
                      <a:pt x="53" y="2"/>
                      <a:pt x="59" y="4"/>
                      <a:pt x="64" y="7"/>
                    </a:cubicBezTo>
                    <a:cubicBezTo>
                      <a:pt x="70" y="10"/>
                      <a:pt x="74" y="13"/>
                      <a:pt x="78" y="18"/>
                    </a:cubicBezTo>
                    <a:cubicBezTo>
                      <a:pt x="81" y="23"/>
                      <a:pt x="84" y="28"/>
                      <a:pt x="85" y="34"/>
                    </a:cubicBezTo>
                    <a:cubicBezTo>
                      <a:pt x="89" y="46"/>
                      <a:pt x="85" y="60"/>
                      <a:pt x="80" y="72"/>
                    </a:cubicBezTo>
                    <a:cubicBezTo>
                      <a:pt x="75" y="84"/>
                      <a:pt x="66" y="95"/>
                      <a:pt x="56" y="103"/>
                    </a:cubicBezTo>
                    <a:cubicBezTo>
                      <a:pt x="50" y="108"/>
                      <a:pt x="43" y="111"/>
                      <a:pt x="35" y="111"/>
                    </a:cubicBezTo>
                    <a:cubicBezTo>
                      <a:pt x="31" y="111"/>
                      <a:pt x="27" y="109"/>
                      <a:pt x="23" y="10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0" name="Google Shape;530;p5"/>
              <p:cNvSpPr/>
              <p:nvPr/>
            </p:nvSpPr>
            <p:spPr>
              <a:xfrm>
                <a:off x="134640" y="1271520"/>
                <a:ext cx="29880" cy="39960"/>
              </a:xfrm>
              <a:custGeom>
                <a:avLst/>
                <a:gdLst/>
                <a:ahLst/>
                <a:cxnLst/>
                <a:rect l="l" t="t" r="r" b="b"/>
                <a:pathLst>
                  <a:path w="83" h="111" extrusionOk="0">
                    <a:moveTo>
                      <a:pt x="38" y="99"/>
                    </a:moveTo>
                    <a:cubicBezTo>
                      <a:pt x="37" y="91"/>
                      <a:pt x="38" y="83"/>
                      <a:pt x="38" y="75"/>
                    </a:cubicBezTo>
                    <a:cubicBezTo>
                      <a:pt x="34" y="79"/>
                      <a:pt x="29" y="85"/>
                      <a:pt x="25" y="90"/>
                    </a:cubicBezTo>
                    <a:lnTo>
                      <a:pt x="25" y="91"/>
                    </a:lnTo>
                    <a:cubicBezTo>
                      <a:pt x="25" y="90"/>
                      <a:pt x="25" y="90"/>
                      <a:pt x="25" y="90"/>
                    </a:cubicBezTo>
                    <a:cubicBezTo>
                      <a:pt x="23" y="95"/>
                      <a:pt x="17" y="98"/>
                      <a:pt x="11" y="96"/>
                    </a:cubicBezTo>
                    <a:cubicBezTo>
                      <a:pt x="3" y="95"/>
                      <a:pt x="0" y="86"/>
                      <a:pt x="3" y="79"/>
                    </a:cubicBezTo>
                    <a:cubicBezTo>
                      <a:pt x="4" y="77"/>
                      <a:pt x="5" y="75"/>
                      <a:pt x="7" y="74"/>
                    </a:cubicBezTo>
                    <a:cubicBezTo>
                      <a:pt x="8" y="72"/>
                      <a:pt x="9" y="71"/>
                      <a:pt x="11" y="69"/>
                    </a:cubicBezTo>
                    <a:cubicBezTo>
                      <a:pt x="11" y="70"/>
                      <a:pt x="11" y="70"/>
                      <a:pt x="11" y="70"/>
                    </a:cubicBezTo>
                    <a:cubicBezTo>
                      <a:pt x="15" y="65"/>
                      <a:pt x="19" y="61"/>
                      <a:pt x="23" y="56"/>
                    </a:cubicBezTo>
                    <a:cubicBezTo>
                      <a:pt x="30" y="47"/>
                      <a:pt x="38" y="39"/>
                      <a:pt x="45" y="30"/>
                    </a:cubicBezTo>
                    <a:cubicBezTo>
                      <a:pt x="47" y="28"/>
                      <a:pt x="48" y="25"/>
                      <a:pt x="50" y="22"/>
                    </a:cubicBezTo>
                    <a:cubicBezTo>
                      <a:pt x="52" y="17"/>
                      <a:pt x="54" y="11"/>
                      <a:pt x="58" y="5"/>
                    </a:cubicBezTo>
                    <a:cubicBezTo>
                      <a:pt x="60" y="2"/>
                      <a:pt x="65" y="0"/>
                      <a:pt x="69" y="1"/>
                    </a:cubicBezTo>
                    <a:cubicBezTo>
                      <a:pt x="73" y="2"/>
                      <a:pt x="78" y="5"/>
                      <a:pt x="79" y="9"/>
                    </a:cubicBezTo>
                    <a:cubicBezTo>
                      <a:pt x="82" y="15"/>
                      <a:pt x="79" y="21"/>
                      <a:pt x="76" y="26"/>
                    </a:cubicBezTo>
                    <a:cubicBezTo>
                      <a:pt x="75" y="29"/>
                      <a:pt x="73" y="31"/>
                      <a:pt x="72" y="33"/>
                    </a:cubicBezTo>
                    <a:cubicBezTo>
                      <a:pt x="71" y="35"/>
                      <a:pt x="70" y="37"/>
                      <a:pt x="69" y="39"/>
                    </a:cubicBezTo>
                    <a:cubicBezTo>
                      <a:pt x="69" y="42"/>
                      <a:pt x="68" y="44"/>
                      <a:pt x="67" y="47"/>
                    </a:cubicBezTo>
                    <a:cubicBezTo>
                      <a:pt x="66" y="50"/>
                      <a:pt x="66" y="53"/>
                      <a:pt x="65" y="56"/>
                    </a:cubicBezTo>
                    <a:cubicBezTo>
                      <a:pt x="64" y="62"/>
                      <a:pt x="63" y="68"/>
                      <a:pt x="62" y="74"/>
                    </a:cubicBezTo>
                    <a:cubicBezTo>
                      <a:pt x="62" y="81"/>
                      <a:pt x="62" y="86"/>
                      <a:pt x="62" y="92"/>
                    </a:cubicBezTo>
                    <a:cubicBezTo>
                      <a:pt x="62" y="93"/>
                      <a:pt x="62" y="95"/>
                      <a:pt x="62" y="96"/>
                    </a:cubicBezTo>
                    <a:cubicBezTo>
                      <a:pt x="63" y="103"/>
                      <a:pt x="58" y="109"/>
                      <a:pt x="51" y="110"/>
                    </a:cubicBezTo>
                    <a:lnTo>
                      <a:pt x="50" y="110"/>
                    </a:lnTo>
                    <a:cubicBezTo>
                      <a:pt x="44" y="110"/>
                      <a:pt x="38" y="105"/>
                      <a:pt x="38" y="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1" name="Google Shape;531;p5"/>
              <p:cNvSpPr/>
              <p:nvPr/>
            </p:nvSpPr>
            <p:spPr>
              <a:xfrm>
                <a:off x="196200" y="1319040"/>
                <a:ext cx="62280" cy="93600"/>
              </a:xfrm>
              <a:custGeom>
                <a:avLst/>
                <a:gdLst/>
                <a:ahLst/>
                <a:cxnLst/>
                <a:rect l="l" t="t" r="r" b="b"/>
                <a:pathLst>
                  <a:path w="173" h="260" extrusionOk="0">
                    <a:moveTo>
                      <a:pt x="39" y="235"/>
                    </a:moveTo>
                    <a:cubicBezTo>
                      <a:pt x="40" y="235"/>
                      <a:pt x="40" y="235"/>
                      <a:pt x="40" y="235"/>
                    </a:cubicBezTo>
                    <a:lnTo>
                      <a:pt x="41" y="235"/>
                    </a:lnTo>
                    <a:cubicBezTo>
                      <a:pt x="42" y="235"/>
                      <a:pt x="42" y="235"/>
                      <a:pt x="43" y="234"/>
                    </a:cubicBezTo>
                    <a:cubicBezTo>
                      <a:pt x="44" y="234"/>
                      <a:pt x="45" y="234"/>
                      <a:pt x="46" y="233"/>
                    </a:cubicBezTo>
                    <a:lnTo>
                      <a:pt x="45" y="234"/>
                    </a:lnTo>
                    <a:cubicBezTo>
                      <a:pt x="46" y="233"/>
                      <a:pt x="48" y="232"/>
                      <a:pt x="50" y="231"/>
                    </a:cubicBezTo>
                    <a:cubicBezTo>
                      <a:pt x="51" y="230"/>
                      <a:pt x="52" y="229"/>
                      <a:pt x="53" y="228"/>
                    </a:cubicBezTo>
                    <a:cubicBezTo>
                      <a:pt x="56" y="226"/>
                      <a:pt x="59" y="223"/>
                      <a:pt x="61" y="221"/>
                    </a:cubicBezTo>
                    <a:cubicBezTo>
                      <a:pt x="65" y="217"/>
                      <a:pt x="68" y="212"/>
                      <a:pt x="71" y="207"/>
                    </a:cubicBezTo>
                    <a:cubicBezTo>
                      <a:pt x="74" y="204"/>
                      <a:pt x="75" y="201"/>
                      <a:pt x="78" y="198"/>
                    </a:cubicBezTo>
                    <a:cubicBezTo>
                      <a:pt x="78" y="195"/>
                      <a:pt x="78" y="192"/>
                      <a:pt x="79" y="189"/>
                    </a:cubicBezTo>
                    <a:cubicBezTo>
                      <a:pt x="80" y="187"/>
                      <a:pt x="80" y="185"/>
                      <a:pt x="81" y="182"/>
                    </a:cubicBezTo>
                    <a:cubicBezTo>
                      <a:pt x="82" y="176"/>
                      <a:pt x="84" y="171"/>
                      <a:pt x="85" y="165"/>
                    </a:cubicBezTo>
                    <a:cubicBezTo>
                      <a:pt x="85" y="161"/>
                      <a:pt x="86" y="158"/>
                      <a:pt x="87" y="154"/>
                    </a:cubicBezTo>
                    <a:cubicBezTo>
                      <a:pt x="87" y="153"/>
                      <a:pt x="87" y="152"/>
                      <a:pt x="87" y="151"/>
                    </a:cubicBezTo>
                    <a:lnTo>
                      <a:pt x="87" y="150"/>
                    </a:lnTo>
                    <a:cubicBezTo>
                      <a:pt x="87" y="149"/>
                      <a:pt x="87" y="148"/>
                      <a:pt x="86" y="148"/>
                    </a:cubicBezTo>
                    <a:cubicBezTo>
                      <a:pt x="86" y="147"/>
                      <a:pt x="85" y="146"/>
                      <a:pt x="85" y="146"/>
                    </a:cubicBezTo>
                    <a:cubicBezTo>
                      <a:pt x="85" y="145"/>
                      <a:pt x="85" y="145"/>
                      <a:pt x="85" y="145"/>
                    </a:cubicBezTo>
                    <a:lnTo>
                      <a:pt x="85" y="146"/>
                    </a:lnTo>
                    <a:cubicBezTo>
                      <a:pt x="84" y="144"/>
                      <a:pt x="84" y="144"/>
                      <a:pt x="83" y="143"/>
                    </a:cubicBezTo>
                    <a:lnTo>
                      <a:pt x="84" y="143"/>
                    </a:lnTo>
                    <a:cubicBezTo>
                      <a:pt x="82" y="142"/>
                      <a:pt x="82" y="141"/>
                      <a:pt x="81" y="141"/>
                    </a:cubicBezTo>
                    <a:cubicBezTo>
                      <a:pt x="81" y="140"/>
                      <a:pt x="80" y="140"/>
                      <a:pt x="80" y="140"/>
                    </a:cubicBezTo>
                    <a:cubicBezTo>
                      <a:pt x="79" y="139"/>
                      <a:pt x="78" y="139"/>
                      <a:pt x="77" y="138"/>
                    </a:cubicBezTo>
                    <a:cubicBezTo>
                      <a:pt x="78" y="139"/>
                      <a:pt x="78" y="139"/>
                      <a:pt x="79" y="139"/>
                    </a:cubicBezTo>
                    <a:cubicBezTo>
                      <a:pt x="78" y="139"/>
                      <a:pt x="77" y="138"/>
                      <a:pt x="76" y="137"/>
                    </a:cubicBezTo>
                    <a:cubicBezTo>
                      <a:pt x="75" y="137"/>
                      <a:pt x="74" y="137"/>
                      <a:pt x="73" y="137"/>
                    </a:cubicBezTo>
                    <a:cubicBezTo>
                      <a:pt x="72" y="136"/>
                      <a:pt x="71" y="136"/>
                      <a:pt x="71" y="136"/>
                    </a:cubicBezTo>
                    <a:cubicBezTo>
                      <a:pt x="70" y="136"/>
                      <a:pt x="69" y="136"/>
                      <a:pt x="68" y="136"/>
                    </a:cubicBezTo>
                    <a:cubicBezTo>
                      <a:pt x="67" y="136"/>
                      <a:pt x="67" y="136"/>
                      <a:pt x="66" y="137"/>
                    </a:cubicBezTo>
                    <a:cubicBezTo>
                      <a:pt x="64" y="137"/>
                      <a:pt x="62" y="137"/>
                      <a:pt x="60" y="138"/>
                    </a:cubicBezTo>
                    <a:cubicBezTo>
                      <a:pt x="60" y="138"/>
                      <a:pt x="59" y="139"/>
                      <a:pt x="58" y="139"/>
                    </a:cubicBezTo>
                    <a:cubicBezTo>
                      <a:pt x="56" y="140"/>
                      <a:pt x="54" y="141"/>
                      <a:pt x="53" y="142"/>
                    </a:cubicBezTo>
                    <a:cubicBezTo>
                      <a:pt x="52" y="143"/>
                      <a:pt x="50" y="144"/>
                      <a:pt x="49" y="144"/>
                    </a:cubicBezTo>
                    <a:cubicBezTo>
                      <a:pt x="47" y="146"/>
                      <a:pt x="46" y="147"/>
                      <a:pt x="45" y="149"/>
                    </a:cubicBezTo>
                    <a:cubicBezTo>
                      <a:pt x="43" y="151"/>
                      <a:pt x="41" y="153"/>
                      <a:pt x="39" y="155"/>
                    </a:cubicBezTo>
                    <a:cubicBezTo>
                      <a:pt x="37" y="158"/>
                      <a:pt x="35" y="162"/>
                      <a:pt x="33" y="165"/>
                    </a:cubicBezTo>
                    <a:cubicBezTo>
                      <a:pt x="32" y="168"/>
                      <a:pt x="31" y="171"/>
                      <a:pt x="29" y="175"/>
                    </a:cubicBezTo>
                    <a:cubicBezTo>
                      <a:pt x="28" y="178"/>
                      <a:pt x="28" y="180"/>
                      <a:pt x="27" y="183"/>
                    </a:cubicBezTo>
                    <a:cubicBezTo>
                      <a:pt x="27" y="186"/>
                      <a:pt x="26" y="189"/>
                      <a:pt x="25" y="193"/>
                    </a:cubicBezTo>
                    <a:cubicBezTo>
                      <a:pt x="25" y="195"/>
                      <a:pt x="25" y="198"/>
                      <a:pt x="25" y="201"/>
                    </a:cubicBezTo>
                    <a:cubicBezTo>
                      <a:pt x="25" y="203"/>
                      <a:pt x="26" y="206"/>
                      <a:pt x="26" y="208"/>
                    </a:cubicBezTo>
                    <a:cubicBezTo>
                      <a:pt x="27" y="211"/>
                      <a:pt x="28" y="215"/>
                      <a:pt x="29" y="218"/>
                    </a:cubicBezTo>
                    <a:cubicBezTo>
                      <a:pt x="30" y="222"/>
                      <a:pt x="32" y="225"/>
                      <a:pt x="33" y="229"/>
                    </a:cubicBezTo>
                    <a:cubicBezTo>
                      <a:pt x="34" y="230"/>
                      <a:pt x="35" y="231"/>
                      <a:pt x="35" y="232"/>
                    </a:cubicBezTo>
                    <a:cubicBezTo>
                      <a:pt x="35" y="232"/>
                      <a:pt x="35" y="233"/>
                      <a:pt x="36" y="233"/>
                    </a:cubicBezTo>
                    <a:lnTo>
                      <a:pt x="36" y="234"/>
                    </a:lnTo>
                    <a:lnTo>
                      <a:pt x="37" y="234"/>
                    </a:lnTo>
                    <a:lnTo>
                      <a:pt x="38" y="235"/>
                    </a:lnTo>
                    <a:cubicBezTo>
                      <a:pt x="39" y="235"/>
                      <a:pt x="39" y="235"/>
                      <a:pt x="39" y="235"/>
                    </a:cubicBezTo>
                    <a:moveTo>
                      <a:pt x="35" y="259"/>
                    </a:moveTo>
                    <a:cubicBezTo>
                      <a:pt x="29" y="258"/>
                      <a:pt x="22" y="254"/>
                      <a:pt x="18" y="249"/>
                    </a:cubicBezTo>
                    <a:cubicBezTo>
                      <a:pt x="13" y="243"/>
                      <a:pt x="10" y="235"/>
                      <a:pt x="7" y="228"/>
                    </a:cubicBezTo>
                    <a:cubicBezTo>
                      <a:pt x="1" y="211"/>
                      <a:pt x="0" y="194"/>
                      <a:pt x="4" y="178"/>
                    </a:cubicBezTo>
                    <a:cubicBezTo>
                      <a:pt x="7" y="161"/>
                      <a:pt x="15" y="146"/>
                      <a:pt x="27" y="133"/>
                    </a:cubicBezTo>
                    <a:cubicBezTo>
                      <a:pt x="37" y="122"/>
                      <a:pt x="52" y="112"/>
                      <a:pt x="67" y="112"/>
                    </a:cubicBezTo>
                    <a:cubicBezTo>
                      <a:pt x="83" y="111"/>
                      <a:pt x="99" y="119"/>
                      <a:pt x="106" y="133"/>
                    </a:cubicBezTo>
                    <a:cubicBezTo>
                      <a:pt x="107" y="134"/>
                      <a:pt x="107" y="136"/>
                      <a:pt x="108" y="137"/>
                    </a:cubicBezTo>
                    <a:cubicBezTo>
                      <a:pt x="114" y="123"/>
                      <a:pt x="119" y="110"/>
                      <a:pt x="124" y="97"/>
                    </a:cubicBezTo>
                    <a:lnTo>
                      <a:pt x="124" y="96"/>
                    </a:lnTo>
                    <a:cubicBezTo>
                      <a:pt x="125" y="94"/>
                      <a:pt x="126" y="93"/>
                      <a:pt x="127" y="90"/>
                    </a:cubicBezTo>
                    <a:cubicBezTo>
                      <a:pt x="127" y="86"/>
                      <a:pt x="128" y="81"/>
                      <a:pt x="128" y="77"/>
                    </a:cubicBezTo>
                    <a:cubicBezTo>
                      <a:pt x="129" y="73"/>
                      <a:pt x="130" y="68"/>
                      <a:pt x="131" y="64"/>
                    </a:cubicBezTo>
                    <a:cubicBezTo>
                      <a:pt x="133" y="58"/>
                      <a:pt x="134" y="51"/>
                      <a:pt x="135" y="45"/>
                    </a:cubicBezTo>
                    <a:cubicBezTo>
                      <a:pt x="137" y="40"/>
                      <a:pt x="138" y="35"/>
                      <a:pt x="140" y="30"/>
                    </a:cubicBezTo>
                    <a:cubicBezTo>
                      <a:pt x="141" y="27"/>
                      <a:pt x="142" y="24"/>
                      <a:pt x="143" y="20"/>
                    </a:cubicBezTo>
                    <a:cubicBezTo>
                      <a:pt x="144" y="18"/>
                      <a:pt x="145" y="15"/>
                      <a:pt x="147" y="12"/>
                    </a:cubicBezTo>
                    <a:cubicBezTo>
                      <a:pt x="148" y="9"/>
                      <a:pt x="149" y="7"/>
                      <a:pt x="152" y="6"/>
                    </a:cubicBezTo>
                    <a:cubicBezTo>
                      <a:pt x="159" y="0"/>
                      <a:pt x="169" y="4"/>
                      <a:pt x="171" y="12"/>
                    </a:cubicBezTo>
                    <a:cubicBezTo>
                      <a:pt x="172" y="16"/>
                      <a:pt x="172" y="19"/>
                      <a:pt x="171" y="22"/>
                    </a:cubicBezTo>
                    <a:cubicBezTo>
                      <a:pt x="170" y="24"/>
                      <a:pt x="170" y="27"/>
                      <a:pt x="169" y="30"/>
                    </a:cubicBezTo>
                    <a:cubicBezTo>
                      <a:pt x="168" y="32"/>
                      <a:pt x="168" y="35"/>
                      <a:pt x="166" y="39"/>
                    </a:cubicBezTo>
                    <a:cubicBezTo>
                      <a:pt x="165" y="45"/>
                      <a:pt x="162" y="52"/>
                      <a:pt x="161" y="59"/>
                    </a:cubicBezTo>
                    <a:cubicBezTo>
                      <a:pt x="156" y="70"/>
                      <a:pt x="153" y="82"/>
                      <a:pt x="149" y="93"/>
                    </a:cubicBezTo>
                    <a:cubicBezTo>
                      <a:pt x="149" y="94"/>
                      <a:pt x="149" y="94"/>
                      <a:pt x="149" y="95"/>
                    </a:cubicBezTo>
                    <a:cubicBezTo>
                      <a:pt x="148" y="98"/>
                      <a:pt x="148" y="101"/>
                      <a:pt x="148" y="104"/>
                    </a:cubicBezTo>
                    <a:cubicBezTo>
                      <a:pt x="147" y="109"/>
                      <a:pt x="147" y="113"/>
                      <a:pt x="146" y="119"/>
                    </a:cubicBezTo>
                    <a:cubicBezTo>
                      <a:pt x="145" y="126"/>
                      <a:pt x="145" y="133"/>
                      <a:pt x="144" y="141"/>
                    </a:cubicBezTo>
                    <a:cubicBezTo>
                      <a:pt x="143" y="148"/>
                      <a:pt x="143" y="155"/>
                      <a:pt x="142" y="162"/>
                    </a:cubicBezTo>
                    <a:lnTo>
                      <a:pt x="142" y="161"/>
                    </a:lnTo>
                    <a:cubicBezTo>
                      <a:pt x="141" y="175"/>
                      <a:pt x="140" y="190"/>
                      <a:pt x="138" y="204"/>
                    </a:cubicBezTo>
                    <a:cubicBezTo>
                      <a:pt x="137" y="218"/>
                      <a:pt x="135" y="232"/>
                      <a:pt x="132" y="246"/>
                    </a:cubicBezTo>
                    <a:cubicBezTo>
                      <a:pt x="131" y="253"/>
                      <a:pt x="125" y="258"/>
                      <a:pt x="118" y="257"/>
                    </a:cubicBezTo>
                    <a:cubicBezTo>
                      <a:pt x="110" y="256"/>
                      <a:pt x="106" y="248"/>
                      <a:pt x="108" y="241"/>
                    </a:cubicBezTo>
                    <a:cubicBezTo>
                      <a:pt x="109" y="237"/>
                      <a:pt x="110" y="233"/>
                      <a:pt x="111" y="229"/>
                    </a:cubicBezTo>
                    <a:cubicBezTo>
                      <a:pt x="115" y="209"/>
                      <a:pt x="117" y="189"/>
                      <a:pt x="119" y="168"/>
                    </a:cubicBezTo>
                    <a:cubicBezTo>
                      <a:pt x="116" y="176"/>
                      <a:pt x="112" y="185"/>
                      <a:pt x="107" y="193"/>
                    </a:cubicBezTo>
                    <a:cubicBezTo>
                      <a:pt x="106" y="196"/>
                      <a:pt x="105" y="198"/>
                      <a:pt x="103" y="200"/>
                    </a:cubicBezTo>
                    <a:cubicBezTo>
                      <a:pt x="103" y="202"/>
                      <a:pt x="103" y="204"/>
                      <a:pt x="102" y="206"/>
                    </a:cubicBezTo>
                    <a:cubicBezTo>
                      <a:pt x="101" y="207"/>
                      <a:pt x="99" y="208"/>
                      <a:pt x="98" y="210"/>
                    </a:cubicBezTo>
                    <a:cubicBezTo>
                      <a:pt x="96" y="212"/>
                      <a:pt x="95" y="214"/>
                      <a:pt x="94" y="217"/>
                    </a:cubicBezTo>
                    <a:cubicBezTo>
                      <a:pt x="89" y="224"/>
                      <a:pt x="83" y="232"/>
                      <a:pt x="77" y="238"/>
                    </a:cubicBezTo>
                    <a:cubicBezTo>
                      <a:pt x="71" y="244"/>
                      <a:pt x="66" y="249"/>
                      <a:pt x="59" y="253"/>
                    </a:cubicBezTo>
                    <a:cubicBezTo>
                      <a:pt x="55" y="255"/>
                      <a:pt x="52" y="257"/>
                      <a:pt x="48" y="258"/>
                    </a:cubicBezTo>
                    <a:cubicBezTo>
                      <a:pt x="46" y="259"/>
                      <a:pt x="43" y="259"/>
                      <a:pt x="40" y="259"/>
                    </a:cubicBezTo>
                    <a:cubicBezTo>
                      <a:pt x="39" y="259"/>
                      <a:pt x="37" y="259"/>
                      <a:pt x="35" y="25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2" name="Google Shape;532;p5"/>
              <p:cNvSpPr/>
              <p:nvPr/>
            </p:nvSpPr>
            <p:spPr>
              <a:xfrm>
                <a:off x="269640" y="1362240"/>
                <a:ext cx="33120" cy="33480"/>
              </a:xfrm>
              <a:custGeom>
                <a:avLst/>
                <a:gdLst/>
                <a:ahLst/>
                <a:cxnLst/>
                <a:rect l="l" t="t" r="r" b="b"/>
                <a:pathLst>
                  <a:path w="92" h="93" extrusionOk="0">
                    <a:moveTo>
                      <a:pt x="70" y="89"/>
                    </a:moveTo>
                    <a:cubicBezTo>
                      <a:pt x="60" y="81"/>
                      <a:pt x="51" y="73"/>
                      <a:pt x="42" y="64"/>
                    </a:cubicBezTo>
                    <a:cubicBezTo>
                      <a:pt x="28" y="52"/>
                      <a:pt x="14" y="40"/>
                      <a:pt x="4" y="24"/>
                    </a:cubicBezTo>
                    <a:cubicBezTo>
                      <a:pt x="5" y="24"/>
                      <a:pt x="5" y="25"/>
                      <a:pt x="5" y="25"/>
                    </a:cubicBezTo>
                    <a:cubicBezTo>
                      <a:pt x="3" y="22"/>
                      <a:pt x="1" y="19"/>
                      <a:pt x="1" y="15"/>
                    </a:cubicBezTo>
                    <a:cubicBezTo>
                      <a:pt x="0" y="12"/>
                      <a:pt x="1" y="7"/>
                      <a:pt x="4" y="5"/>
                    </a:cubicBezTo>
                    <a:cubicBezTo>
                      <a:pt x="6" y="2"/>
                      <a:pt x="9" y="0"/>
                      <a:pt x="12" y="0"/>
                    </a:cubicBezTo>
                    <a:cubicBezTo>
                      <a:pt x="15" y="0"/>
                      <a:pt x="17" y="0"/>
                      <a:pt x="19" y="1"/>
                    </a:cubicBezTo>
                    <a:cubicBezTo>
                      <a:pt x="25" y="3"/>
                      <a:pt x="29" y="9"/>
                      <a:pt x="28" y="15"/>
                    </a:cubicBezTo>
                    <a:cubicBezTo>
                      <a:pt x="31" y="18"/>
                      <a:pt x="33" y="21"/>
                      <a:pt x="35" y="23"/>
                    </a:cubicBezTo>
                    <a:cubicBezTo>
                      <a:pt x="43" y="32"/>
                      <a:pt x="51" y="40"/>
                      <a:pt x="60" y="48"/>
                    </a:cubicBezTo>
                    <a:cubicBezTo>
                      <a:pt x="68" y="56"/>
                      <a:pt x="77" y="63"/>
                      <a:pt x="85" y="70"/>
                    </a:cubicBezTo>
                    <a:cubicBezTo>
                      <a:pt x="90" y="74"/>
                      <a:pt x="91" y="82"/>
                      <a:pt x="86" y="87"/>
                    </a:cubicBezTo>
                    <a:cubicBezTo>
                      <a:pt x="84" y="90"/>
                      <a:pt x="81" y="92"/>
                      <a:pt x="77" y="92"/>
                    </a:cubicBezTo>
                    <a:cubicBezTo>
                      <a:pt x="74" y="92"/>
                      <a:pt x="72" y="91"/>
                      <a:pt x="70" y="8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3" name="Google Shape;533;p5"/>
              <p:cNvSpPr/>
              <p:nvPr/>
            </p:nvSpPr>
            <p:spPr>
              <a:xfrm>
                <a:off x="271440" y="1362240"/>
                <a:ext cx="4032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35" extrusionOk="0">
                    <a:moveTo>
                      <a:pt x="12" y="134"/>
                    </a:moveTo>
                    <a:cubicBezTo>
                      <a:pt x="6" y="134"/>
                      <a:pt x="0" y="129"/>
                      <a:pt x="0" y="122"/>
                    </a:cubicBezTo>
                    <a:cubicBezTo>
                      <a:pt x="0" y="118"/>
                      <a:pt x="1" y="114"/>
                      <a:pt x="2" y="109"/>
                    </a:cubicBezTo>
                    <a:cubicBezTo>
                      <a:pt x="3" y="105"/>
                      <a:pt x="4" y="100"/>
                      <a:pt x="6" y="95"/>
                    </a:cubicBezTo>
                    <a:cubicBezTo>
                      <a:pt x="9" y="87"/>
                      <a:pt x="13" y="79"/>
                      <a:pt x="17" y="71"/>
                    </a:cubicBezTo>
                    <a:cubicBezTo>
                      <a:pt x="21" y="62"/>
                      <a:pt x="27" y="55"/>
                      <a:pt x="32" y="47"/>
                    </a:cubicBezTo>
                    <a:cubicBezTo>
                      <a:pt x="40" y="34"/>
                      <a:pt x="50" y="21"/>
                      <a:pt x="62" y="11"/>
                    </a:cubicBezTo>
                    <a:cubicBezTo>
                      <a:pt x="68" y="6"/>
                      <a:pt x="75" y="2"/>
                      <a:pt x="83" y="1"/>
                    </a:cubicBezTo>
                    <a:cubicBezTo>
                      <a:pt x="89" y="0"/>
                      <a:pt x="95" y="2"/>
                      <a:pt x="100" y="3"/>
                    </a:cubicBezTo>
                    <a:cubicBezTo>
                      <a:pt x="107" y="5"/>
                      <a:pt x="111" y="13"/>
                      <a:pt x="109" y="19"/>
                    </a:cubicBezTo>
                    <a:cubicBezTo>
                      <a:pt x="107" y="26"/>
                      <a:pt x="100" y="30"/>
                      <a:pt x="93" y="28"/>
                    </a:cubicBezTo>
                    <a:cubicBezTo>
                      <a:pt x="91" y="27"/>
                      <a:pt x="88" y="26"/>
                      <a:pt x="86" y="26"/>
                    </a:cubicBezTo>
                    <a:cubicBezTo>
                      <a:pt x="85" y="26"/>
                      <a:pt x="85" y="26"/>
                      <a:pt x="84" y="26"/>
                    </a:cubicBezTo>
                    <a:cubicBezTo>
                      <a:pt x="84" y="26"/>
                      <a:pt x="83" y="27"/>
                      <a:pt x="82" y="27"/>
                    </a:cubicBezTo>
                    <a:cubicBezTo>
                      <a:pt x="82" y="27"/>
                      <a:pt x="83" y="27"/>
                      <a:pt x="83" y="26"/>
                    </a:cubicBezTo>
                    <a:cubicBezTo>
                      <a:pt x="83" y="27"/>
                      <a:pt x="81" y="27"/>
                      <a:pt x="81" y="28"/>
                    </a:cubicBezTo>
                    <a:cubicBezTo>
                      <a:pt x="79" y="29"/>
                      <a:pt x="78" y="30"/>
                      <a:pt x="77" y="31"/>
                    </a:cubicBezTo>
                    <a:cubicBezTo>
                      <a:pt x="74" y="33"/>
                      <a:pt x="71" y="36"/>
                      <a:pt x="69" y="38"/>
                    </a:cubicBezTo>
                    <a:cubicBezTo>
                      <a:pt x="63" y="45"/>
                      <a:pt x="58" y="52"/>
                      <a:pt x="53" y="59"/>
                    </a:cubicBezTo>
                    <a:cubicBezTo>
                      <a:pt x="46" y="68"/>
                      <a:pt x="41" y="77"/>
                      <a:pt x="35" y="87"/>
                    </a:cubicBezTo>
                    <a:cubicBezTo>
                      <a:pt x="33" y="92"/>
                      <a:pt x="30" y="97"/>
                      <a:pt x="28" y="102"/>
                    </a:cubicBezTo>
                    <a:cubicBezTo>
                      <a:pt x="27" y="106"/>
                      <a:pt x="26" y="109"/>
                      <a:pt x="25" y="113"/>
                    </a:cubicBezTo>
                    <a:cubicBezTo>
                      <a:pt x="24" y="117"/>
                      <a:pt x="24" y="121"/>
                      <a:pt x="24" y="124"/>
                    </a:cubicBezTo>
                    <a:cubicBezTo>
                      <a:pt x="23" y="130"/>
                      <a:pt x="17" y="134"/>
                      <a:pt x="12" y="1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4" name="Google Shape;534;p5"/>
              <p:cNvSpPr/>
              <p:nvPr/>
            </p:nvSpPr>
            <p:spPr>
              <a:xfrm>
                <a:off x="346320" y="1306080"/>
                <a:ext cx="50400" cy="133920"/>
              </a:xfrm>
              <a:custGeom>
                <a:avLst/>
                <a:gdLst/>
                <a:ahLst/>
                <a:cxnLst/>
                <a:rect l="l" t="t" r="r" b="b"/>
                <a:pathLst>
                  <a:path w="140" h="372" extrusionOk="0">
                    <a:moveTo>
                      <a:pt x="27" y="366"/>
                    </a:moveTo>
                    <a:cubicBezTo>
                      <a:pt x="21" y="364"/>
                      <a:pt x="16" y="362"/>
                      <a:pt x="11" y="359"/>
                    </a:cubicBezTo>
                    <a:cubicBezTo>
                      <a:pt x="9" y="357"/>
                      <a:pt x="7" y="354"/>
                      <a:pt x="5" y="352"/>
                    </a:cubicBezTo>
                    <a:cubicBezTo>
                      <a:pt x="3" y="349"/>
                      <a:pt x="2" y="346"/>
                      <a:pt x="2" y="343"/>
                    </a:cubicBezTo>
                    <a:cubicBezTo>
                      <a:pt x="0" y="336"/>
                      <a:pt x="4" y="329"/>
                      <a:pt x="10" y="328"/>
                    </a:cubicBezTo>
                    <a:cubicBezTo>
                      <a:pt x="17" y="327"/>
                      <a:pt x="23" y="331"/>
                      <a:pt x="26" y="337"/>
                    </a:cubicBezTo>
                    <a:cubicBezTo>
                      <a:pt x="26" y="338"/>
                      <a:pt x="26" y="338"/>
                      <a:pt x="26" y="339"/>
                    </a:cubicBezTo>
                    <a:lnTo>
                      <a:pt x="27" y="339"/>
                    </a:lnTo>
                    <a:lnTo>
                      <a:pt x="27" y="340"/>
                    </a:lnTo>
                    <a:lnTo>
                      <a:pt x="28" y="341"/>
                    </a:lnTo>
                    <a:cubicBezTo>
                      <a:pt x="30" y="342"/>
                      <a:pt x="33" y="343"/>
                      <a:pt x="35" y="343"/>
                    </a:cubicBezTo>
                    <a:cubicBezTo>
                      <a:pt x="38" y="345"/>
                      <a:pt x="41" y="345"/>
                      <a:pt x="44" y="346"/>
                    </a:cubicBezTo>
                    <a:cubicBezTo>
                      <a:pt x="47" y="346"/>
                      <a:pt x="49" y="347"/>
                      <a:pt x="51" y="347"/>
                    </a:cubicBezTo>
                    <a:cubicBezTo>
                      <a:pt x="53" y="348"/>
                      <a:pt x="55" y="348"/>
                      <a:pt x="58" y="348"/>
                    </a:cubicBezTo>
                    <a:cubicBezTo>
                      <a:pt x="59" y="347"/>
                      <a:pt x="62" y="347"/>
                      <a:pt x="63" y="347"/>
                    </a:cubicBezTo>
                    <a:cubicBezTo>
                      <a:pt x="65" y="346"/>
                      <a:pt x="66" y="346"/>
                      <a:pt x="68" y="346"/>
                    </a:cubicBezTo>
                    <a:cubicBezTo>
                      <a:pt x="69" y="345"/>
                      <a:pt x="70" y="345"/>
                      <a:pt x="70" y="345"/>
                    </a:cubicBezTo>
                    <a:cubicBezTo>
                      <a:pt x="71" y="345"/>
                      <a:pt x="71" y="344"/>
                      <a:pt x="72" y="344"/>
                    </a:cubicBezTo>
                    <a:cubicBezTo>
                      <a:pt x="72" y="343"/>
                      <a:pt x="73" y="343"/>
                      <a:pt x="73" y="343"/>
                    </a:cubicBezTo>
                    <a:cubicBezTo>
                      <a:pt x="74" y="342"/>
                      <a:pt x="74" y="342"/>
                      <a:pt x="75" y="341"/>
                    </a:cubicBezTo>
                    <a:cubicBezTo>
                      <a:pt x="76" y="341"/>
                      <a:pt x="76" y="340"/>
                      <a:pt x="76" y="339"/>
                    </a:cubicBezTo>
                    <a:lnTo>
                      <a:pt x="77" y="339"/>
                    </a:lnTo>
                    <a:lnTo>
                      <a:pt x="77" y="338"/>
                    </a:lnTo>
                    <a:cubicBezTo>
                      <a:pt x="77" y="339"/>
                      <a:pt x="77" y="339"/>
                      <a:pt x="77" y="339"/>
                    </a:cubicBezTo>
                    <a:cubicBezTo>
                      <a:pt x="77" y="338"/>
                      <a:pt x="77" y="337"/>
                      <a:pt x="78" y="336"/>
                    </a:cubicBezTo>
                    <a:cubicBezTo>
                      <a:pt x="79" y="335"/>
                      <a:pt x="79" y="334"/>
                      <a:pt x="79" y="332"/>
                    </a:cubicBezTo>
                    <a:cubicBezTo>
                      <a:pt x="80" y="329"/>
                      <a:pt x="80" y="327"/>
                      <a:pt x="80" y="325"/>
                    </a:cubicBezTo>
                    <a:cubicBezTo>
                      <a:pt x="80" y="321"/>
                      <a:pt x="80" y="317"/>
                      <a:pt x="80" y="312"/>
                    </a:cubicBezTo>
                    <a:cubicBezTo>
                      <a:pt x="80" y="306"/>
                      <a:pt x="79" y="300"/>
                      <a:pt x="78" y="294"/>
                    </a:cubicBezTo>
                    <a:cubicBezTo>
                      <a:pt x="77" y="289"/>
                      <a:pt x="76" y="283"/>
                      <a:pt x="74" y="278"/>
                    </a:cubicBezTo>
                    <a:cubicBezTo>
                      <a:pt x="72" y="271"/>
                      <a:pt x="70" y="265"/>
                      <a:pt x="69" y="259"/>
                    </a:cubicBezTo>
                    <a:cubicBezTo>
                      <a:pt x="65" y="247"/>
                      <a:pt x="61" y="235"/>
                      <a:pt x="57" y="223"/>
                    </a:cubicBezTo>
                    <a:cubicBezTo>
                      <a:pt x="56" y="219"/>
                      <a:pt x="55" y="215"/>
                      <a:pt x="54" y="211"/>
                    </a:cubicBezTo>
                    <a:cubicBezTo>
                      <a:pt x="53" y="208"/>
                      <a:pt x="52" y="205"/>
                      <a:pt x="51" y="203"/>
                    </a:cubicBezTo>
                    <a:cubicBezTo>
                      <a:pt x="49" y="196"/>
                      <a:pt x="48" y="189"/>
                      <a:pt x="46" y="181"/>
                    </a:cubicBezTo>
                    <a:cubicBezTo>
                      <a:pt x="42" y="167"/>
                      <a:pt x="41" y="152"/>
                      <a:pt x="40" y="138"/>
                    </a:cubicBezTo>
                    <a:cubicBezTo>
                      <a:pt x="40" y="130"/>
                      <a:pt x="40" y="122"/>
                      <a:pt x="41" y="113"/>
                    </a:cubicBezTo>
                    <a:cubicBezTo>
                      <a:pt x="42" y="103"/>
                      <a:pt x="44" y="95"/>
                      <a:pt x="47" y="85"/>
                    </a:cubicBezTo>
                    <a:cubicBezTo>
                      <a:pt x="50" y="73"/>
                      <a:pt x="55" y="59"/>
                      <a:pt x="61" y="47"/>
                    </a:cubicBezTo>
                    <a:cubicBezTo>
                      <a:pt x="67" y="35"/>
                      <a:pt x="74" y="23"/>
                      <a:pt x="85" y="14"/>
                    </a:cubicBezTo>
                    <a:cubicBezTo>
                      <a:pt x="94" y="6"/>
                      <a:pt x="107" y="0"/>
                      <a:pt x="119" y="4"/>
                    </a:cubicBezTo>
                    <a:cubicBezTo>
                      <a:pt x="131" y="7"/>
                      <a:pt x="136" y="20"/>
                      <a:pt x="138" y="31"/>
                    </a:cubicBezTo>
                    <a:cubicBezTo>
                      <a:pt x="139" y="34"/>
                      <a:pt x="139" y="36"/>
                      <a:pt x="139" y="39"/>
                    </a:cubicBezTo>
                    <a:cubicBezTo>
                      <a:pt x="139" y="43"/>
                      <a:pt x="138" y="46"/>
                      <a:pt x="137" y="50"/>
                    </a:cubicBezTo>
                    <a:cubicBezTo>
                      <a:pt x="136" y="57"/>
                      <a:pt x="134" y="64"/>
                      <a:pt x="131" y="70"/>
                    </a:cubicBezTo>
                    <a:cubicBezTo>
                      <a:pt x="127" y="80"/>
                      <a:pt x="120" y="92"/>
                      <a:pt x="108" y="92"/>
                    </a:cubicBezTo>
                    <a:cubicBezTo>
                      <a:pt x="103" y="92"/>
                      <a:pt x="99" y="89"/>
                      <a:pt x="95" y="86"/>
                    </a:cubicBezTo>
                    <a:cubicBezTo>
                      <a:pt x="91" y="82"/>
                      <a:pt x="90" y="76"/>
                      <a:pt x="90" y="70"/>
                    </a:cubicBezTo>
                    <a:cubicBezTo>
                      <a:pt x="89" y="64"/>
                      <a:pt x="90" y="57"/>
                      <a:pt x="91" y="51"/>
                    </a:cubicBezTo>
                    <a:cubicBezTo>
                      <a:pt x="92" y="44"/>
                      <a:pt x="98" y="39"/>
                      <a:pt x="105" y="40"/>
                    </a:cubicBezTo>
                    <a:cubicBezTo>
                      <a:pt x="109" y="41"/>
                      <a:pt x="112" y="43"/>
                      <a:pt x="114" y="46"/>
                    </a:cubicBezTo>
                    <a:cubicBezTo>
                      <a:pt x="114" y="45"/>
                      <a:pt x="114" y="43"/>
                      <a:pt x="114" y="42"/>
                    </a:cubicBezTo>
                    <a:cubicBezTo>
                      <a:pt x="115" y="40"/>
                      <a:pt x="115" y="37"/>
                      <a:pt x="115" y="35"/>
                    </a:cubicBezTo>
                    <a:cubicBezTo>
                      <a:pt x="115" y="34"/>
                      <a:pt x="114" y="34"/>
                      <a:pt x="114" y="34"/>
                    </a:cubicBezTo>
                    <a:cubicBezTo>
                      <a:pt x="114" y="33"/>
                      <a:pt x="114" y="32"/>
                      <a:pt x="114" y="32"/>
                    </a:cubicBezTo>
                    <a:cubicBezTo>
                      <a:pt x="114" y="31"/>
                      <a:pt x="113" y="29"/>
                      <a:pt x="112" y="28"/>
                    </a:cubicBezTo>
                    <a:cubicBezTo>
                      <a:pt x="112" y="27"/>
                      <a:pt x="112" y="27"/>
                      <a:pt x="112" y="27"/>
                    </a:cubicBezTo>
                    <a:lnTo>
                      <a:pt x="111" y="27"/>
                    </a:lnTo>
                    <a:lnTo>
                      <a:pt x="110" y="27"/>
                    </a:lnTo>
                    <a:lnTo>
                      <a:pt x="109" y="27"/>
                    </a:lnTo>
                    <a:lnTo>
                      <a:pt x="108" y="28"/>
                    </a:lnTo>
                    <a:lnTo>
                      <a:pt x="109" y="27"/>
                    </a:lnTo>
                    <a:cubicBezTo>
                      <a:pt x="108" y="28"/>
                      <a:pt x="108" y="28"/>
                      <a:pt x="107" y="28"/>
                    </a:cubicBezTo>
                    <a:cubicBezTo>
                      <a:pt x="106" y="28"/>
                      <a:pt x="105" y="29"/>
                      <a:pt x="104" y="29"/>
                    </a:cubicBezTo>
                    <a:cubicBezTo>
                      <a:pt x="103" y="30"/>
                      <a:pt x="102" y="31"/>
                      <a:pt x="101" y="32"/>
                    </a:cubicBezTo>
                    <a:cubicBezTo>
                      <a:pt x="100" y="33"/>
                      <a:pt x="98" y="34"/>
                      <a:pt x="97" y="36"/>
                    </a:cubicBezTo>
                    <a:cubicBezTo>
                      <a:pt x="95" y="38"/>
                      <a:pt x="93" y="41"/>
                      <a:pt x="90" y="44"/>
                    </a:cubicBezTo>
                    <a:cubicBezTo>
                      <a:pt x="87" y="49"/>
                      <a:pt x="84" y="53"/>
                      <a:pt x="81" y="59"/>
                    </a:cubicBezTo>
                    <a:cubicBezTo>
                      <a:pt x="79" y="65"/>
                      <a:pt x="76" y="71"/>
                      <a:pt x="73" y="78"/>
                    </a:cubicBezTo>
                    <a:cubicBezTo>
                      <a:pt x="70" y="86"/>
                      <a:pt x="68" y="94"/>
                      <a:pt x="66" y="102"/>
                    </a:cubicBezTo>
                    <a:cubicBezTo>
                      <a:pt x="65" y="110"/>
                      <a:pt x="63" y="119"/>
                      <a:pt x="62" y="128"/>
                    </a:cubicBezTo>
                    <a:cubicBezTo>
                      <a:pt x="62" y="132"/>
                      <a:pt x="62" y="136"/>
                      <a:pt x="62" y="140"/>
                    </a:cubicBezTo>
                    <a:cubicBezTo>
                      <a:pt x="63" y="150"/>
                      <a:pt x="64" y="159"/>
                      <a:pt x="66" y="169"/>
                    </a:cubicBezTo>
                    <a:cubicBezTo>
                      <a:pt x="66" y="170"/>
                      <a:pt x="66" y="170"/>
                      <a:pt x="66" y="170"/>
                    </a:cubicBezTo>
                    <a:cubicBezTo>
                      <a:pt x="68" y="179"/>
                      <a:pt x="70" y="188"/>
                      <a:pt x="73" y="197"/>
                    </a:cubicBezTo>
                    <a:cubicBezTo>
                      <a:pt x="73" y="201"/>
                      <a:pt x="74" y="204"/>
                      <a:pt x="76" y="208"/>
                    </a:cubicBezTo>
                    <a:cubicBezTo>
                      <a:pt x="77" y="211"/>
                      <a:pt x="78" y="215"/>
                      <a:pt x="79" y="219"/>
                    </a:cubicBezTo>
                    <a:lnTo>
                      <a:pt x="79" y="220"/>
                    </a:lnTo>
                    <a:cubicBezTo>
                      <a:pt x="79" y="219"/>
                      <a:pt x="79" y="219"/>
                      <a:pt x="79" y="219"/>
                    </a:cubicBezTo>
                    <a:cubicBezTo>
                      <a:pt x="81" y="226"/>
                      <a:pt x="83" y="233"/>
                      <a:pt x="86" y="240"/>
                    </a:cubicBezTo>
                    <a:cubicBezTo>
                      <a:pt x="86" y="239"/>
                      <a:pt x="86" y="239"/>
                      <a:pt x="86" y="239"/>
                    </a:cubicBezTo>
                    <a:cubicBezTo>
                      <a:pt x="94" y="263"/>
                      <a:pt x="102" y="288"/>
                      <a:pt x="103" y="314"/>
                    </a:cubicBezTo>
                    <a:cubicBezTo>
                      <a:pt x="104" y="321"/>
                      <a:pt x="104" y="327"/>
                      <a:pt x="103" y="334"/>
                    </a:cubicBezTo>
                    <a:cubicBezTo>
                      <a:pt x="102" y="341"/>
                      <a:pt x="100" y="346"/>
                      <a:pt x="97" y="352"/>
                    </a:cubicBezTo>
                    <a:cubicBezTo>
                      <a:pt x="94" y="357"/>
                      <a:pt x="89" y="362"/>
                      <a:pt x="84" y="364"/>
                    </a:cubicBezTo>
                    <a:cubicBezTo>
                      <a:pt x="78" y="368"/>
                      <a:pt x="72" y="370"/>
                      <a:pt x="66" y="371"/>
                    </a:cubicBezTo>
                    <a:cubicBezTo>
                      <a:pt x="62" y="371"/>
                      <a:pt x="59" y="371"/>
                      <a:pt x="56" y="371"/>
                    </a:cubicBezTo>
                    <a:cubicBezTo>
                      <a:pt x="46" y="371"/>
                      <a:pt x="36" y="369"/>
                      <a:pt x="27" y="3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5" name="Google Shape;535;p5"/>
              <p:cNvSpPr/>
              <p:nvPr/>
            </p:nvSpPr>
            <p:spPr>
              <a:xfrm>
                <a:off x="358560" y="1446840"/>
                <a:ext cx="32760" cy="35280"/>
              </a:xfrm>
              <a:custGeom>
                <a:avLst/>
                <a:gdLst/>
                <a:ahLst/>
                <a:cxnLst/>
                <a:rect l="l" t="t" r="r" b="b"/>
                <a:pathLst>
                  <a:path w="91" h="98" extrusionOk="0">
                    <a:moveTo>
                      <a:pt x="21" y="93"/>
                    </a:moveTo>
                    <a:cubicBezTo>
                      <a:pt x="15" y="91"/>
                      <a:pt x="12" y="86"/>
                      <a:pt x="9" y="82"/>
                    </a:cubicBezTo>
                    <a:cubicBezTo>
                      <a:pt x="3" y="72"/>
                      <a:pt x="0" y="61"/>
                      <a:pt x="2" y="50"/>
                    </a:cubicBezTo>
                    <a:cubicBezTo>
                      <a:pt x="3" y="44"/>
                      <a:pt x="4" y="39"/>
                      <a:pt x="7" y="35"/>
                    </a:cubicBezTo>
                    <a:cubicBezTo>
                      <a:pt x="11" y="31"/>
                      <a:pt x="15" y="29"/>
                      <a:pt x="21" y="30"/>
                    </a:cubicBezTo>
                    <a:cubicBezTo>
                      <a:pt x="28" y="31"/>
                      <a:pt x="31" y="38"/>
                      <a:pt x="33" y="45"/>
                    </a:cubicBezTo>
                    <a:cubicBezTo>
                      <a:pt x="36" y="51"/>
                      <a:pt x="33" y="58"/>
                      <a:pt x="26" y="61"/>
                    </a:cubicBezTo>
                    <a:cubicBezTo>
                      <a:pt x="27" y="61"/>
                      <a:pt x="27" y="62"/>
                      <a:pt x="27" y="63"/>
                    </a:cubicBezTo>
                    <a:cubicBezTo>
                      <a:pt x="28" y="64"/>
                      <a:pt x="28" y="65"/>
                      <a:pt x="29" y="67"/>
                    </a:cubicBezTo>
                    <a:cubicBezTo>
                      <a:pt x="29" y="68"/>
                      <a:pt x="30" y="69"/>
                      <a:pt x="31" y="70"/>
                    </a:cubicBezTo>
                    <a:cubicBezTo>
                      <a:pt x="31" y="71"/>
                      <a:pt x="31" y="71"/>
                      <a:pt x="31" y="71"/>
                    </a:cubicBezTo>
                    <a:lnTo>
                      <a:pt x="32" y="71"/>
                    </a:lnTo>
                    <a:lnTo>
                      <a:pt x="32" y="72"/>
                    </a:lnTo>
                    <a:cubicBezTo>
                      <a:pt x="33" y="72"/>
                      <a:pt x="33" y="72"/>
                      <a:pt x="33" y="72"/>
                    </a:cubicBezTo>
                    <a:lnTo>
                      <a:pt x="34" y="72"/>
                    </a:lnTo>
                    <a:lnTo>
                      <a:pt x="35" y="72"/>
                    </a:lnTo>
                    <a:lnTo>
                      <a:pt x="36" y="72"/>
                    </a:lnTo>
                    <a:cubicBezTo>
                      <a:pt x="37" y="71"/>
                      <a:pt x="37" y="71"/>
                      <a:pt x="38" y="71"/>
                    </a:cubicBezTo>
                    <a:lnTo>
                      <a:pt x="39" y="70"/>
                    </a:lnTo>
                    <a:cubicBezTo>
                      <a:pt x="41" y="69"/>
                      <a:pt x="42" y="68"/>
                      <a:pt x="44" y="67"/>
                    </a:cubicBezTo>
                    <a:cubicBezTo>
                      <a:pt x="45" y="65"/>
                      <a:pt x="47" y="64"/>
                      <a:pt x="49" y="63"/>
                    </a:cubicBezTo>
                    <a:cubicBezTo>
                      <a:pt x="50" y="61"/>
                      <a:pt x="52" y="59"/>
                      <a:pt x="53" y="57"/>
                    </a:cubicBezTo>
                    <a:cubicBezTo>
                      <a:pt x="55" y="54"/>
                      <a:pt x="57" y="50"/>
                      <a:pt x="59" y="47"/>
                    </a:cubicBezTo>
                    <a:cubicBezTo>
                      <a:pt x="60" y="44"/>
                      <a:pt x="62" y="42"/>
                      <a:pt x="63" y="39"/>
                    </a:cubicBezTo>
                    <a:cubicBezTo>
                      <a:pt x="63" y="37"/>
                      <a:pt x="64" y="35"/>
                      <a:pt x="64" y="33"/>
                    </a:cubicBezTo>
                    <a:cubicBezTo>
                      <a:pt x="64" y="34"/>
                      <a:pt x="64" y="35"/>
                      <a:pt x="64" y="35"/>
                    </a:cubicBezTo>
                    <a:cubicBezTo>
                      <a:pt x="64" y="33"/>
                      <a:pt x="64" y="32"/>
                      <a:pt x="65" y="31"/>
                    </a:cubicBezTo>
                    <a:lnTo>
                      <a:pt x="65" y="32"/>
                    </a:lnTo>
                    <a:cubicBezTo>
                      <a:pt x="65" y="31"/>
                      <a:pt x="65" y="29"/>
                      <a:pt x="65" y="28"/>
                    </a:cubicBezTo>
                    <a:cubicBezTo>
                      <a:pt x="65" y="29"/>
                      <a:pt x="65" y="29"/>
                      <a:pt x="65" y="30"/>
                    </a:cubicBezTo>
                    <a:cubicBezTo>
                      <a:pt x="65" y="29"/>
                      <a:pt x="65" y="28"/>
                      <a:pt x="65" y="27"/>
                    </a:cubicBezTo>
                    <a:lnTo>
                      <a:pt x="64" y="26"/>
                    </a:lnTo>
                    <a:lnTo>
                      <a:pt x="64" y="25"/>
                    </a:lnTo>
                    <a:lnTo>
                      <a:pt x="63" y="25"/>
                    </a:lnTo>
                    <a:lnTo>
                      <a:pt x="63" y="24"/>
                    </a:lnTo>
                    <a:cubicBezTo>
                      <a:pt x="62" y="24"/>
                      <a:pt x="61" y="24"/>
                      <a:pt x="60" y="24"/>
                    </a:cubicBezTo>
                    <a:cubicBezTo>
                      <a:pt x="61" y="24"/>
                      <a:pt x="61" y="24"/>
                      <a:pt x="62" y="24"/>
                    </a:cubicBezTo>
                    <a:cubicBezTo>
                      <a:pt x="61" y="24"/>
                      <a:pt x="61" y="24"/>
                      <a:pt x="61" y="24"/>
                    </a:cubicBezTo>
                    <a:cubicBezTo>
                      <a:pt x="60" y="24"/>
                      <a:pt x="60" y="24"/>
                      <a:pt x="59" y="24"/>
                    </a:cubicBezTo>
                    <a:cubicBezTo>
                      <a:pt x="57" y="24"/>
                      <a:pt x="55" y="25"/>
                      <a:pt x="53" y="25"/>
                    </a:cubicBezTo>
                    <a:cubicBezTo>
                      <a:pt x="47" y="26"/>
                      <a:pt x="40" y="21"/>
                      <a:pt x="40" y="14"/>
                    </a:cubicBezTo>
                    <a:cubicBezTo>
                      <a:pt x="39" y="8"/>
                      <a:pt x="44" y="2"/>
                      <a:pt x="50" y="1"/>
                    </a:cubicBezTo>
                    <a:cubicBezTo>
                      <a:pt x="56" y="0"/>
                      <a:pt x="61" y="0"/>
                      <a:pt x="67" y="1"/>
                    </a:cubicBezTo>
                    <a:cubicBezTo>
                      <a:pt x="73" y="2"/>
                      <a:pt x="78" y="5"/>
                      <a:pt x="82" y="10"/>
                    </a:cubicBezTo>
                    <a:cubicBezTo>
                      <a:pt x="90" y="19"/>
                      <a:pt x="89" y="33"/>
                      <a:pt x="86" y="44"/>
                    </a:cubicBezTo>
                    <a:cubicBezTo>
                      <a:pt x="84" y="50"/>
                      <a:pt x="82" y="55"/>
                      <a:pt x="79" y="60"/>
                    </a:cubicBezTo>
                    <a:cubicBezTo>
                      <a:pt x="75" y="66"/>
                      <a:pt x="72" y="72"/>
                      <a:pt x="68" y="77"/>
                    </a:cubicBezTo>
                    <a:cubicBezTo>
                      <a:pt x="64" y="82"/>
                      <a:pt x="59" y="86"/>
                      <a:pt x="53" y="90"/>
                    </a:cubicBezTo>
                    <a:cubicBezTo>
                      <a:pt x="48" y="93"/>
                      <a:pt x="42" y="96"/>
                      <a:pt x="36" y="96"/>
                    </a:cubicBezTo>
                    <a:cubicBezTo>
                      <a:pt x="35" y="97"/>
                      <a:pt x="34" y="97"/>
                      <a:pt x="33" y="97"/>
                    </a:cubicBezTo>
                    <a:cubicBezTo>
                      <a:pt x="29" y="97"/>
                      <a:pt x="25" y="96"/>
                      <a:pt x="21" y="9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6" name="Google Shape;536;p5"/>
              <p:cNvSpPr/>
              <p:nvPr/>
            </p:nvSpPr>
            <p:spPr>
              <a:xfrm>
                <a:off x="344880" y="1253880"/>
                <a:ext cx="24480" cy="52920"/>
              </a:xfrm>
              <a:custGeom>
                <a:avLst/>
                <a:gdLst/>
                <a:ahLst/>
                <a:cxnLst/>
                <a:rect l="l" t="t" r="r" b="b"/>
                <a:pathLst>
                  <a:path w="68" h="147" extrusionOk="0">
                    <a:moveTo>
                      <a:pt x="17" y="135"/>
                    </a:moveTo>
                    <a:cubicBezTo>
                      <a:pt x="17" y="128"/>
                      <a:pt x="17" y="121"/>
                      <a:pt x="17" y="114"/>
                    </a:cubicBezTo>
                    <a:cubicBezTo>
                      <a:pt x="17" y="112"/>
                      <a:pt x="17" y="109"/>
                      <a:pt x="18" y="107"/>
                    </a:cubicBezTo>
                    <a:cubicBezTo>
                      <a:pt x="18" y="105"/>
                      <a:pt x="18" y="103"/>
                      <a:pt x="18" y="101"/>
                    </a:cubicBezTo>
                    <a:cubicBezTo>
                      <a:pt x="18" y="98"/>
                      <a:pt x="18" y="95"/>
                      <a:pt x="19" y="92"/>
                    </a:cubicBezTo>
                    <a:cubicBezTo>
                      <a:pt x="16" y="93"/>
                      <a:pt x="14" y="93"/>
                      <a:pt x="11" y="92"/>
                    </a:cubicBezTo>
                    <a:cubicBezTo>
                      <a:pt x="4" y="90"/>
                      <a:pt x="0" y="82"/>
                      <a:pt x="3" y="75"/>
                    </a:cubicBezTo>
                    <a:cubicBezTo>
                      <a:pt x="6" y="69"/>
                      <a:pt x="10" y="63"/>
                      <a:pt x="14" y="57"/>
                    </a:cubicBezTo>
                    <a:cubicBezTo>
                      <a:pt x="17" y="53"/>
                      <a:pt x="20" y="49"/>
                      <a:pt x="23" y="45"/>
                    </a:cubicBezTo>
                    <a:cubicBezTo>
                      <a:pt x="27" y="39"/>
                      <a:pt x="31" y="33"/>
                      <a:pt x="34" y="27"/>
                    </a:cubicBezTo>
                    <a:cubicBezTo>
                      <a:pt x="35" y="26"/>
                      <a:pt x="35" y="25"/>
                      <a:pt x="35" y="24"/>
                    </a:cubicBezTo>
                    <a:cubicBezTo>
                      <a:pt x="37" y="19"/>
                      <a:pt x="39" y="14"/>
                      <a:pt x="41" y="10"/>
                    </a:cubicBezTo>
                    <a:cubicBezTo>
                      <a:pt x="42" y="9"/>
                      <a:pt x="44" y="7"/>
                      <a:pt x="44" y="6"/>
                    </a:cubicBezTo>
                    <a:cubicBezTo>
                      <a:pt x="48" y="1"/>
                      <a:pt x="54" y="0"/>
                      <a:pt x="59" y="3"/>
                    </a:cubicBezTo>
                    <a:cubicBezTo>
                      <a:pt x="64" y="5"/>
                      <a:pt x="67" y="11"/>
                      <a:pt x="66" y="17"/>
                    </a:cubicBezTo>
                    <a:cubicBezTo>
                      <a:pt x="64" y="23"/>
                      <a:pt x="61" y="29"/>
                      <a:pt x="58" y="34"/>
                    </a:cubicBezTo>
                    <a:cubicBezTo>
                      <a:pt x="58" y="35"/>
                      <a:pt x="57" y="36"/>
                      <a:pt x="56" y="37"/>
                    </a:cubicBezTo>
                    <a:cubicBezTo>
                      <a:pt x="55" y="40"/>
                      <a:pt x="53" y="44"/>
                      <a:pt x="52" y="47"/>
                    </a:cubicBezTo>
                    <a:cubicBezTo>
                      <a:pt x="51" y="52"/>
                      <a:pt x="50" y="56"/>
                      <a:pt x="48" y="60"/>
                    </a:cubicBezTo>
                    <a:cubicBezTo>
                      <a:pt x="47" y="64"/>
                      <a:pt x="46" y="68"/>
                      <a:pt x="45" y="71"/>
                    </a:cubicBezTo>
                    <a:cubicBezTo>
                      <a:pt x="45" y="75"/>
                      <a:pt x="44" y="79"/>
                      <a:pt x="44" y="83"/>
                    </a:cubicBezTo>
                    <a:cubicBezTo>
                      <a:pt x="43" y="86"/>
                      <a:pt x="43" y="89"/>
                      <a:pt x="42" y="92"/>
                    </a:cubicBezTo>
                    <a:cubicBezTo>
                      <a:pt x="42" y="105"/>
                      <a:pt x="41" y="118"/>
                      <a:pt x="42" y="131"/>
                    </a:cubicBezTo>
                    <a:cubicBezTo>
                      <a:pt x="42" y="131"/>
                      <a:pt x="42" y="132"/>
                      <a:pt x="42" y="133"/>
                    </a:cubicBezTo>
                    <a:cubicBezTo>
                      <a:pt x="42" y="139"/>
                      <a:pt x="38" y="145"/>
                      <a:pt x="31" y="146"/>
                    </a:cubicBezTo>
                    <a:cubicBezTo>
                      <a:pt x="30" y="146"/>
                      <a:pt x="30" y="146"/>
                      <a:pt x="30" y="146"/>
                    </a:cubicBezTo>
                    <a:cubicBezTo>
                      <a:pt x="23" y="146"/>
                      <a:pt x="17" y="142"/>
                      <a:pt x="17" y="1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7" name="Google Shape;537;p5"/>
              <p:cNvSpPr/>
              <p:nvPr/>
            </p:nvSpPr>
            <p:spPr>
              <a:xfrm>
                <a:off x="384120" y="1273680"/>
                <a:ext cx="3240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90" h="35" extrusionOk="0">
                    <a:moveTo>
                      <a:pt x="11" y="33"/>
                    </a:moveTo>
                    <a:cubicBezTo>
                      <a:pt x="6" y="33"/>
                      <a:pt x="0" y="28"/>
                      <a:pt x="0" y="23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16"/>
                      <a:pt x="3" y="12"/>
                      <a:pt x="8" y="9"/>
                    </a:cubicBezTo>
                    <a:cubicBezTo>
                      <a:pt x="9" y="8"/>
                      <a:pt x="11" y="8"/>
                      <a:pt x="13" y="8"/>
                    </a:cubicBezTo>
                    <a:cubicBezTo>
                      <a:pt x="12" y="8"/>
                      <a:pt x="11" y="8"/>
                      <a:pt x="11" y="8"/>
                    </a:cubicBezTo>
                    <a:cubicBezTo>
                      <a:pt x="21" y="5"/>
                      <a:pt x="31" y="4"/>
                      <a:pt x="41" y="2"/>
                    </a:cubicBezTo>
                    <a:cubicBezTo>
                      <a:pt x="53" y="1"/>
                      <a:pt x="64" y="1"/>
                      <a:pt x="77" y="0"/>
                    </a:cubicBezTo>
                    <a:cubicBezTo>
                      <a:pt x="83" y="0"/>
                      <a:pt x="89" y="6"/>
                      <a:pt x="88" y="12"/>
                    </a:cubicBezTo>
                    <a:cubicBezTo>
                      <a:pt x="88" y="19"/>
                      <a:pt x="83" y="24"/>
                      <a:pt x="77" y="24"/>
                    </a:cubicBezTo>
                    <a:cubicBezTo>
                      <a:pt x="74" y="24"/>
                      <a:pt x="73" y="24"/>
                      <a:pt x="71" y="24"/>
                    </a:cubicBezTo>
                    <a:lnTo>
                      <a:pt x="70" y="24"/>
                    </a:lnTo>
                    <a:lnTo>
                      <a:pt x="69" y="24"/>
                    </a:lnTo>
                    <a:lnTo>
                      <a:pt x="70" y="24"/>
                    </a:lnTo>
                    <a:cubicBezTo>
                      <a:pt x="64" y="24"/>
                      <a:pt x="60" y="25"/>
                      <a:pt x="55" y="26"/>
                    </a:cubicBezTo>
                    <a:cubicBezTo>
                      <a:pt x="49" y="26"/>
                      <a:pt x="45" y="27"/>
                      <a:pt x="39" y="27"/>
                    </a:cubicBezTo>
                    <a:lnTo>
                      <a:pt x="38" y="27"/>
                    </a:lnTo>
                    <a:cubicBezTo>
                      <a:pt x="39" y="27"/>
                      <a:pt x="39" y="27"/>
                      <a:pt x="39" y="27"/>
                    </a:cubicBezTo>
                    <a:cubicBezTo>
                      <a:pt x="38" y="27"/>
                      <a:pt x="38" y="27"/>
                      <a:pt x="37" y="28"/>
                    </a:cubicBezTo>
                    <a:cubicBezTo>
                      <a:pt x="36" y="28"/>
                      <a:pt x="35" y="28"/>
                      <a:pt x="34" y="29"/>
                    </a:cubicBezTo>
                    <a:lnTo>
                      <a:pt x="34" y="28"/>
                    </a:lnTo>
                    <a:cubicBezTo>
                      <a:pt x="34" y="29"/>
                      <a:pt x="34" y="29"/>
                      <a:pt x="34" y="29"/>
                    </a:cubicBezTo>
                    <a:cubicBezTo>
                      <a:pt x="33" y="29"/>
                      <a:pt x="32" y="29"/>
                      <a:pt x="32" y="29"/>
                    </a:cubicBezTo>
                    <a:cubicBezTo>
                      <a:pt x="31" y="29"/>
                      <a:pt x="31" y="29"/>
                      <a:pt x="31" y="29"/>
                    </a:cubicBezTo>
                    <a:cubicBezTo>
                      <a:pt x="27" y="30"/>
                      <a:pt x="23" y="31"/>
                      <a:pt x="19" y="32"/>
                    </a:cubicBezTo>
                    <a:cubicBezTo>
                      <a:pt x="17" y="33"/>
                      <a:pt x="15" y="34"/>
                      <a:pt x="13" y="34"/>
                    </a:cubicBezTo>
                    <a:cubicBezTo>
                      <a:pt x="12" y="34"/>
                      <a:pt x="11" y="34"/>
                      <a:pt x="11" y="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8" name="Google Shape;538;p5"/>
              <p:cNvSpPr/>
              <p:nvPr/>
            </p:nvSpPr>
            <p:spPr>
              <a:xfrm>
                <a:off x="426600" y="1253880"/>
                <a:ext cx="31680" cy="33840"/>
              </a:xfrm>
              <a:custGeom>
                <a:avLst/>
                <a:gdLst/>
                <a:ahLst/>
                <a:cxnLst/>
                <a:rect l="l" t="t" r="r" b="b"/>
                <a:pathLst>
                  <a:path w="88" h="94" extrusionOk="0">
                    <a:moveTo>
                      <a:pt x="65" y="89"/>
                    </a:moveTo>
                    <a:cubicBezTo>
                      <a:pt x="55" y="78"/>
                      <a:pt x="46" y="67"/>
                      <a:pt x="36" y="56"/>
                    </a:cubicBezTo>
                    <a:cubicBezTo>
                      <a:pt x="30" y="51"/>
                      <a:pt x="26" y="46"/>
                      <a:pt x="21" y="41"/>
                    </a:cubicBezTo>
                    <a:cubicBezTo>
                      <a:pt x="18" y="37"/>
                      <a:pt x="14" y="32"/>
                      <a:pt x="10" y="28"/>
                    </a:cubicBezTo>
                    <a:cubicBezTo>
                      <a:pt x="6" y="27"/>
                      <a:pt x="3" y="24"/>
                      <a:pt x="2" y="20"/>
                    </a:cubicBezTo>
                    <a:cubicBezTo>
                      <a:pt x="1" y="18"/>
                      <a:pt x="1" y="17"/>
                      <a:pt x="1" y="16"/>
                    </a:cubicBezTo>
                    <a:cubicBezTo>
                      <a:pt x="0" y="7"/>
                      <a:pt x="8" y="0"/>
                      <a:pt x="17" y="2"/>
                    </a:cubicBezTo>
                    <a:cubicBezTo>
                      <a:pt x="22" y="3"/>
                      <a:pt x="25" y="7"/>
                      <a:pt x="28" y="11"/>
                    </a:cubicBezTo>
                    <a:cubicBezTo>
                      <a:pt x="29" y="13"/>
                      <a:pt x="30" y="14"/>
                      <a:pt x="32" y="16"/>
                    </a:cubicBezTo>
                    <a:cubicBezTo>
                      <a:pt x="48" y="35"/>
                      <a:pt x="65" y="53"/>
                      <a:pt x="83" y="72"/>
                    </a:cubicBezTo>
                    <a:cubicBezTo>
                      <a:pt x="87" y="77"/>
                      <a:pt x="87" y="85"/>
                      <a:pt x="82" y="90"/>
                    </a:cubicBezTo>
                    <a:cubicBezTo>
                      <a:pt x="80" y="92"/>
                      <a:pt x="77" y="93"/>
                      <a:pt x="73" y="93"/>
                    </a:cubicBezTo>
                    <a:cubicBezTo>
                      <a:pt x="71" y="93"/>
                      <a:pt x="67" y="91"/>
                      <a:pt x="65" y="8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" name="Google Shape;539;p5"/>
              <p:cNvSpPr/>
              <p:nvPr/>
            </p:nvSpPr>
            <p:spPr>
              <a:xfrm>
                <a:off x="426240" y="1253520"/>
                <a:ext cx="45720" cy="54360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51" extrusionOk="0">
                    <a:moveTo>
                      <a:pt x="8" y="149"/>
                    </a:moveTo>
                    <a:cubicBezTo>
                      <a:pt x="2" y="146"/>
                      <a:pt x="0" y="139"/>
                      <a:pt x="2" y="134"/>
                    </a:cubicBezTo>
                    <a:cubicBezTo>
                      <a:pt x="6" y="123"/>
                      <a:pt x="10" y="113"/>
                      <a:pt x="15" y="103"/>
                    </a:cubicBezTo>
                    <a:cubicBezTo>
                      <a:pt x="20" y="93"/>
                      <a:pt x="25" y="83"/>
                      <a:pt x="30" y="73"/>
                    </a:cubicBezTo>
                    <a:cubicBezTo>
                      <a:pt x="33" y="68"/>
                      <a:pt x="37" y="63"/>
                      <a:pt x="40" y="58"/>
                    </a:cubicBezTo>
                    <a:cubicBezTo>
                      <a:pt x="45" y="49"/>
                      <a:pt x="51" y="40"/>
                      <a:pt x="58" y="31"/>
                    </a:cubicBezTo>
                    <a:cubicBezTo>
                      <a:pt x="62" y="26"/>
                      <a:pt x="67" y="21"/>
                      <a:pt x="72" y="15"/>
                    </a:cubicBezTo>
                    <a:cubicBezTo>
                      <a:pt x="77" y="11"/>
                      <a:pt x="82" y="7"/>
                      <a:pt x="88" y="4"/>
                    </a:cubicBezTo>
                    <a:cubicBezTo>
                      <a:pt x="94" y="1"/>
                      <a:pt x="100" y="0"/>
                      <a:pt x="106" y="1"/>
                    </a:cubicBezTo>
                    <a:cubicBezTo>
                      <a:pt x="110" y="3"/>
                      <a:pt x="114" y="4"/>
                      <a:pt x="117" y="5"/>
                    </a:cubicBezTo>
                    <a:cubicBezTo>
                      <a:pt x="123" y="8"/>
                      <a:pt x="126" y="16"/>
                      <a:pt x="123" y="22"/>
                    </a:cubicBezTo>
                    <a:cubicBezTo>
                      <a:pt x="121" y="28"/>
                      <a:pt x="113" y="32"/>
                      <a:pt x="107" y="29"/>
                    </a:cubicBezTo>
                    <a:cubicBezTo>
                      <a:pt x="105" y="28"/>
                      <a:pt x="102" y="26"/>
                      <a:pt x="101" y="26"/>
                    </a:cubicBezTo>
                    <a:cubicBezTo>
                      <a:pt x="100" y="26"/>
                      <a:pt x="100" y="26"/>
                      <a:pt x="100" y="26"/>
                    </a:cubicBezTo>
                    <a:lnTo>
                      <a:pt x="101" y="26"/>
                    </a:lnTo>
                    <a:lnTo>
                      <a:pt x="100" y="26"/>
                    </a:lnTo>
                    <a:cubicBezTo>
                      <a:pt x="99" y="26"/>
                      <a:pt x="99" y="26"/>
                      <a:pt x="98" y="26"/>
                    </a:cubicBezTo>
                    <a:lnTo>
                      <a:pt x="99" y="26"/>
                    </a:lnTo>
                    <a:cubicBezTo>
                      <a:pt x="98" y="26"/>
                      <a:pt x="98" y="26"/>
                      <a:pt x="97" y="27"/>
                    </a:cubicBezTo>
                    <a:cubicBezTo>
                      <a:pt x="97" y="27"/>
                      <a:pt x="96" y="28"/>
                      <a:pt x="95" y="28"/>
                    </a:cubicBezTo>
                    <a:cubicBezTo>
                      <a:pt x="94" y="29"/>
                      <a:pt x="93" y="30"/>
                      <a:pt x="91" y="31"/>
                    </a:cubicBezTo>
                    <a:cubicBezTo>
                      <a:pt x="88" y="33"/>
                      <a:pt x="86" y="36"/>
                      <a:pt x="83" y="39"/>
                    </a:cubicBezTo>
                    <a:cubicBezTo>
                      <a:pt x="77" y="46"/>
                      <a:pt x="72" y="53"/>
                      <a:pt x="66" y="60"/>
                    </a:cubicBezTo>
                    <a:cubicBezTo>
                      <a:pt x="67" y="60"/>
                      <a:pt x="67" y="59"/>
                      <a:pt x="67" y="59"/>
                    </a:cubicBezTo>
                    <a:cubicBezTo>
                      <a:pt x="62" y="67"/>
                      <a:pt x="56" y="76"/>
                      <a:pt x="51" y="84"/>
                    </a:cubicBezTo>
                    <a:cubicBezTo>
                      <a:pt x="47" y="90"/>
                      <a:pt x="44" y="96"/>
                      <a:pt x="41" y="102"/>
                    </a:cubicBezTo>
                    <a:cubicBezTo>
                      <a:pt x="38" y="107"/>
                      <a:pt x="36" y="113"/>
                      <a:pt x="33" y="118"/>
                    </a:cubicBezTo>
                    <a:cubicBezTo>
                      <a:pt x="30" y="125"/>
                      <a:pt x="27" y="133"/>
                      <a:pt x="25" y="139"/>
                    </a:cubicBezTo>
                    <a:lnTo>
                      <a:pt x="26" y="138"/>
                    </a:lnTo>
                    <a:cubicBezTo>
                      <a:pt x="25" y="139"/>
                      <a:pt x="24" y="141"/>
                      <a:pt x="24" y="143"/>
                    </a:cubicBezTo>
                    <a:cubicBezTo>
                      <a:pt x="22" y="148"/>
                      <a:pt x="17" y="150"/>
                      <a:pt x="13" y="150"/>
                    </a:cubicBezTo>
                    <a:cubicBezTo>
                      <a:pt x="11" y="150"/>
                      <a:pt x="10" y="150"/>
                      <a:pt x="8" y="1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" name="Google Shape;540;p5"/>
              <p:cNvSpPr/>
              <p:nvPr/>
            </p:nvSpPr>
            <p:spPr>
              <a:xfrm>
                <a:off x="479160" y="1333080"/>
                <a:ext cx="34560" cy="68760"/>
              </a:xfrm>
              <a:custGeom>
                <a:avLst/>
                <a:gdLst/>
                <a:ahLst/>
                <a:cxnLst/>
                <a:rect l="l" t="t" r="r" b="b"/>
                <a:pathLst>
                  <a:path w="96" h="191" extrusionOk="0">
                    <a:moveTo>
                      <a:pt x="71" y="184"/>
                    </a:moveTo>
                    <a:cubicBezTo>
                      <a:pt x="67" y="177"/>
                      <a:pt x="64" y="170"/>
                      <a:pt x="61" y="162"/>
                    </a:cubicBezTo>
                    <a:cubicBezTo>
                      <a:pt x="61" y="163"/>
                      <a:pt x="61" y="163"/>
                      <a:pt x="61" y="163"/>
                    </a:cubicBezTo>
                    <a:lnTo>
                      <a:pt x="61" y="162"/>
                    </a:lnTo>
                    <a:cubicBezTo>
                      <a:pt x="61" y="162"/>
                      <a:pt x="60" y="162"/>
                      <a:pt x="60" y="161"/>
                    </a:cubicBezTo>
                    <a:cubicBezTo>
                      <a:pt x="60" y="162"/>
                      <a:pt x="61" y="162"/>
                      <a:pt x="61" y="162"/>
                    </a:cubicBezTo>
                    <a:cubicBezTo>
                      <a:pt x="56" y="153"/>
                      <a:pt x="51" y="143"/>
                      <a:pt x="46" y="133"/>
                    </a:cubicBezTo>
                    <a:cubicBezTo>
                      <a:pt x="39" y="122"/>
                      <a:pt x="33" y="111"/>
                      <a:pt x="26" y="100"/>
                    </a:cubicBezTo>
                    <a:cubicBezTo>
                      <a:pt x="21" y="90"/>
                      <a:pt x="15" y="79"/>
                      <a:pt x="11" y="68"/>
                    </a:cubicBezTo>
                    <a:cubicBezTo>
                      <a:pt x="5" y="54"/>
                      <a:pt x="0" y="38"/>
                      <a:pt x="1" y="23"/>
                    </a:cubicBezTo>
                    <a:cubicBezTo>
                      <a:pt x="1" y="17"/>
                      <a:pt x="3" y="10"/>
                      <a:pt x="6" y="6"/>
                    </a:cubicBezTo>
                    <a:cubicBezTo>
                      <a:pt x="10" y="2"/>
                      <a:pt x="16" y="0"/>
                      <a:pt x="21" y="2"/>
                    </a:cubicBezTo>
                    <a:cubicBezTo>
                      <a:pt x="28" y="5"/>
                      <a:pt x="31" y="13"/>
                      <a:pt x="28" y="19"/>
                    </a:cubicBezTo>
                    <a:cubicBezTo>
                      <a:pt x="28" y="20"/>
                      <a:pt x="26" y="21"/>
                      <a:pt x="26" y="22"/>
                    </a:cubicBezTo>
                    <a:cubicBezTo>
                      <a:pt x="26" y="23"/>
                      <a:pt x="25" y="24"/>
                      <a:pt x="25" y="26"/>
                    </a:cubicBezTo>
                    <a:cubicBezTo>
                      <a:pt x="25" y="27"/>
                      <a:pt x="25" y="30"/>
                      <a:pt x="25" y="32"/>
                    </a:cubicBezTo>
                    <a:cubicBezTo>
                      <a:pt x="25" y="34"/>
                      <a:pt x="26" y="35"/>
                      <a:pt x="26" y="37"/>
                    </a:cubicBezTo>
                    <a:cubicBezTo>
                      <a:pt x="27" y="42"/>
                      <a:pt x="29" y="47"/>
                      <a:pt x="30" y="52"/>
                    </a:cubicBezTo>
                    <a:cubicBezTo>
                      <a:pt x="33" y="59"/>
                      <a:pt x="36" y="67"/>
                      <a:pt x="39" y="74"/>
                    </a:cubicBezTo>
                    <a:cubicBezTo>
                      <a:pt x="43" y="82"/>
                      <a:pt x="47" y="90"/>
                      <a:pt x="51" y="97"/>
                    </a:cubicBezTo>
                    <a:cubicBezTo>
                      <a:pt x="56" y="105"/>
                      <a:pt x="60" y="114"/>
                      <a:pt x="65" y="122"/>
                    </a:cubicBezTo>
                    <a:cubicBezTo>
                      <a:pt x="74" y="139"/>
                      <a:pt x="82" y="156"/>
                      <a:pt x="92" y="172"/>
                    </a:cubicBezTo>
                    <a:cubicBezTo>
                      <a:pt x="95" y="178"/>
                      <a:pt x="93" y="185"/>
                      <a:pt x="87" y="189"/>
                    </a:cubicBezTo>
                    <a:cubicBezTo>
                      <a:pt x="85" y="190"/>
                      <a:pt x="84" y="190"/>
                      <a:pt x="81" y="190"/>
                    </a:cubicBezTo>
                    <a:cubicBezTo>
                      <a:pt x="77" y="190"/>
                      <a:pt x="73" y="188"/>
                      <a:pt x="71" y="18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" name="Google Shape;541;p5"/>
              <p:cNvSpPr/>
              <p:nvPr/>
            </p:nvSpPr>
            <p:spPr>
              <a:xfrm>
                <a:off x="475200" y="1350720"/>
                <a:ext cx="55440" cy="56160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56" extrusionOk="0">
                    <a:moveTo>
                      <a:pt x="8" y="154"/>
                    </a:moveTo>
                    <a:cubicBezTo>
                      <a:pt x="3" y="150"/>
                      <a:pt x="0" y="143"/>
                      <a:pt x="4" y="137"/>
                    </a:cubicBezTo>
                    <a:cubicBezTo>
                      <a:pt x="11" y="126"/>
                      <a:pt x="19" y="115"/>
                      <a:pt x="27" y="105"/>
                    </a:cubicBezTo>
                    <a:cubicBezTo>
                      <a:pt x="35" y="95"/>
                      <a:pt x="43" y="85"/>
                      <a:pt x="51" y="75"/>
                    </a:cubicBezTo>
                    <a:cubicBezTo>
                      <a:pt x="60" y="65"/>
                      <a:pt x="68" y="55"/>
                      <a:pt x="78" y="45"/>
                    </a:cubicBezTo>
                    <a:cubicBezTo>
                      <a:pt x="86" y="35"/>
                      <a:pt x="95" y="26"/>
                      <a:pt x="105" y="18"/>
                    </a:cubicBezTo>
                    <a:cubicBezTo>
                      <a:pt x="114" y="12"/>
                      <a:pt x="124" y="7"/>
                      <a:pt x="134" y="3"/>
                    </a:cubicBezTo>
                    <a:cubicBezTo>
                      <a:pt x="141" y="0"/>
                      <a:pt x="148" y="4"/>
                      <a:pt x="151" y="10"/>
                    </a:cubicBezTo>
                    <a:cubicBezTo>
                      <a:pt x="153" y="17"/>
                      <a:pt x="150" y="24"/>
                      <a:pt x="144" y="27"/>
                    </a:cubicBezTo>
                    <a:cubicBezTo>
                      <a:pt x="138" y="29"/>
                      <a:pt x="132" y="31"/>
                      <a:pt x="127" y="34"/>
                    </a:cubicBezTo>
                    <a:cubicBezTo>
                      <a:pt x="125" y="35"/>
                      <a:pt x="123" y="36"/>
                      <a:pt x="121" y="37"/>
                    </a:cubicBezTo>
                    <a:cubicBezTo>
                      <a:pt x="119" y="39"/>
                      <a:pt x="117" y="40"/>
                      <a:pt x="115" y="42"/>
                    </a:cubicBezTo>
                    <a:cubicBezTo>
                      <a:pt x="104" y="52"/>
                      <a:pt x="94" y="62"/>
                      <a:pt x="84" y="73"/>
                    </a:cubicBezTo>
                    <a:cubicBezTo>
                      <a:pt x="75" y="84"/>
                      <a:pt x="65" y="95"/>
                      <a:pt x="56" y="106"/>
                    </a:cubicBezTo>
                    <a:cubicBezTo>
                      <a:pt x="47" y="116"/>
                      <a:pt x="39" y="127"/>
                      <a:pt x="31" y="139"/>
                    </a:cubicBezTo>
                    <a:cubicBezTo>
                      <a:pt x="29" y="142"/>
                      <a:pt x="26" y="146"/>
                      <a:pt x="25" y="150"/>
                    </a:cubicBezTo>
                    <a:cubicBezTo>
                      <a:pt x="22" y="153"/>
                      <a:pt x="18" y="155"/>
                      <a:pt x="14" y="155"/>
                    </a:cubicBezTo>
                    <a:cubicBezTo>
                      <a:pt x="12" y="155"/>
                      <a:pt x="10" y="154"/>
                      <a:pt x="8" y="1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" name="Google Shape;542;p5"/>
              <p:cNvSpPr/>
              <p:nvPr/>
            </p:nvSpPr>
            <p:spPr>
              <a:xfrm>
                <a:off x="540360" y="1310040"/>
                <a:ext cx="34560" cy="57240"/>
              </a:xfrm>
              <a:custGeom>
                <a:avLst/>
                <a:gdLst/>
                <a:ahLst/>
                <a:cxnLst/>
                <a:rect l="l" t="t" r="r" b="b"/>
                <a:pathLst>
                  <a:path w="96" h="159" extrusionOk="0">
                    <a:moveTo>
                      <a:pt x="13" y="157"/>
                    </a:moveTo>
                    <a:cubicBezTo>
                      <a:pt x="8" y="154"/>
                      <a:pt x="3" y="151"/>
                      <a:pt x="2" y="145"/>
                    </a:cubicBezTo>
                    <a:cubicBezTo>
                      <a:pt x="0" y="140"/>
                      <a:pt x="2" y="134"/>
                      <a:pt x="5" y="130"/>
                    </a:cubicBezTo>
                    <a:cubicBezTo>
                      <a:pt x="8" y="125"/>
                      <a:pt x="11" y="120"/>
                      <a:pt x="16" y="116"/>
                    </a:cubicBezTo>
                    <a:cubicBezTo>
                      <a:pt x="19" y="111"/>
                      <a:pt x="22" y="106"/>
                      <a:pt x="25" y="102"/>
                    </a:cubicBezTo>
                    <a:cubicBezTo>
                      <a:pt x="32" y="94"/>
                      <a:pt x="38" y="85"/>
                      <a:pt x="44" y="77"/>
                    </a:cubicBezTo>
                    <a:cubicBezTo>
                      <a:pt x="44" y="78"/>
                      <a:pt x="43" y="78"/>
                      <a:pt x="43" y="78"/>
                    </a:cubicBezTo>
                    <a:cubicBezTo>
                      <a:pt x="48" y="71"/>
                      <a:pt x="53" y="63"/>
                      <a:pt x="58" y="56"/>
                    </a:cubicBezTo>
                    <a:cubicBezTo>
                      <a:pt x="59" y="53"/>
                      <a:pt x="60" y="50"/>
                      <a:pt x="61" y="47"/>
                    </a:cubicBezTo>
                    <a:cubicBezTo>
                      <a:pt x="61" y="46"/>
                      <a:pt x="60" y="46"/>
                      <a:pt x="60" y="46"/>
                    </a:cubicBezTo>
                    <a:cubicBezTo>
                      <a:pt x="59" y="46"/>
                      <a:pt x="57" y="45"/>
                      <a:pt x="55" y="45"/>
                    </a:cubicBezTo>
                    <a:cubicBezTo>
                      <a:pt x="50" y="44"/>
                      <a:pt x="44" y="44"/>
                      <a:pt x="39" y="42"/>
                    </a:cubicBezTo>
                    <a:cubicBezTo>
                      <a:pt x="33" y="41"/>
                      <a:pt x="28" y="35"/>
                      <a:pt x="28" y="29"/>
                    </a:cubicBezTo>
                    <a:cubicBezTo>
                      <a:pt x="28" y="26"/>
                      <a:pt x="29" y="23"/>
                      <a:pt x="30" y="20"/>
                    </a:cubicBezTo>
                    <a:cubicBezTo>
                      <a:pt x="32" y="17"/>
                      <a:pt x="34" y="15"/>
                      <a:pt x="37" y="13"/>
                    </a:cubicBezTo>
                    <a:cubicBezTo>
                      <a:pt x="46" y="4"/>
                      <a:pt x="60" y="0"/>
                      <a:pt x="72" y="6"/>
                    </a:cubicBezTo>
                    <a:cubicBezTo>
                      <a:pt x="85" y="13"/>
                      <a:pt x="90" y="28"/>
                      <a:pt x="88" y="41"/>
                    </a:cubicBezTo>
                    <a:cubicBezTo>
                      <a:pt x="86" y="56"/>
                      <a:pt x="78" y="69"/>
                      <a:pt x="70" y="82"/>
                    </a:cubicBezTo>
                    <a:cubicBezTo>
                      <a:pt x="64" y="90"/>
                      <a:pt x="59" y="97"/>
                      <a:pt x="54" y="104"/>
                    </a:cubicBezTo>
                    <a:cubicBezTo>
                      <a:pt x="48" y="113"/>
                      <a:pt x="41" y="122"/>
                      <a:pt x="34" y="131"/>
                    </a:cubicBezTo>
                    <a:cubicBezTo>
                      <a:pt x="42" y="129"/>
                      <a:pt x="50" y="127"/>
                      <a:pt x="58" y="125"/>
                    </a:cubicBezTo>
                    <a:cubicBezTo>
                      <a:pt x="65" y="123"/>
                      <a:pt x="72" y="120"/>
                      <a:pt x="79" y="119"/>
                    </a:cubicBezTo>
                    <a:cubicBezTo>
                      <a:pt x="85" y="117"/>
                      <a:pt x="92" y="121"/>
                      <a:pt x="94" y="127"/>
                    </a:cubicBezTo>
                    <a:cubicBezTo>
                      <a:pt x="95" y="133"/>
                      <a:pt x="91" y="139"/>
                      <a:pt x="85" y="141"/>
                    </a:cubicBezTo>
                    <a:cubicBezTo>
                      <a:pt x="73" y="145"/>
                      <a:pt x="61" y="148"/>
                      <a:pt x="49" y="152"/>
                    </a:cubicBezTo>
                    <a:cubicBezTo>
                      <a:pt x="43" y="154"/>
                      <a:pt x="37" y="156"/>
                      <a:pt x="31" y="157"/>
                    </a:cubicBezTo>
                    <a:cubicBezTo>
                      <a:pt x="28" y="158"/>
                      <a:pt x="25" y="158"/>
                      <a:pt x="21" y="158"/>
                    </a:cubicBezTo>
                    <a:cubicBezTo>
                      <a:pt x="18" y="158"/>
                      <a:pt x="16" y="158"/>
                      <a:pt x="13" y="1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" name="Google Shape;543;p5"/>
              <p:cNvSpPr/>
              <p:nvPr/>
            </p:nvSpPr>
            <p:spPr>
              <a:xfrm>
                <a:off x="582480" y="1342800"/>
                <a:ext cx="56880" cy="74880"/>
              </a:xfrm>
              <a:custGeom>
                <a:avLst/>
                <a:gdLst/>
                <a:ahLst/>
                <a:cxnLst/>
                <a:rect l="l" t="t" r="r" b="b"/>
                <a:pathLst>
                  <a:path w="158" h="208" extrusionOk="0">
                    <a:moveTo>
                      <a:pt x="39" y="207"/>
                    </a:moveTo>
                    <a:cubicBezTo>
                      <a:pt x="31" y="207"/>
                      <a:pt x="24" y="206"/>
                      <a:pt x="17" y="203"/>
                    </a:cubicBezTo>
                    <a:cubicBezTo>
                      <a:pt x="10" y="201"/>
                      <a:pt x="4" y="197"/>
                      <a:pt x="2" y="189"/>
                    </a:cubicBezTo>
                    <a:cubicBezTo>
                      <a:pt x="0" y="183"/>
                      <a:pt x="1" y="176"/>
                      <a:pt x="5" y="171"/>
                    </a:cubicBezTo>
                    <a:cubicBezTo>
                      <a:pt x="9" y="166"/>
                      <a:pt x="14" y="163"/>
                      <a:pt x="19" y="160"/>
                    </a:cubicBezTo>
                    <a:cubicBezTo>
                      <a:pt x="28" y="152"/>
                      <a:pt x="38" y="145"/>
                      <a:pt x="48" y="138"/>
                    </a:cubicBezTo>
                    <a:cubicBezTo>
                      <a:pt x="52" y="134"/>
                      <a:pt x="57" y="130"/>
                      <a:pt x="61" y="127"/>
                    </a:cubicBezTo>
                    <a:cubicBezTo>
                      <a:pt x="78" y="113"/>
                      <a:pt x="94" y="99"/>
                      <a:pt x="109" y="83"/>
                    </a:cubicBezTo>
                    <a:cubicBezTo>
                      <a:pt x="114" y="78"/>
                      <a:pt x="118" y="73"/>
                      <a:pt x="122" y="67"/>
                    </a:cubicBezTo>
                    <a:cubicBezTo>
                      <a:pt x="124" y="64"/>
                      <a:pt x="126" y="61"/>
                      <a:pt x="128" y="58"/>
                    </a:cubicBezTo>
                    <a:cubicBezTo>
                      <a:pt x="128" y="56"/>
                      <a:pt x="129" y="54"/>
                      <a:pt x="130" y="53"/>
                    </a:cubicBezTo>
                    <a:cubicBezTo>
                      <a:pt x="130" y="52"/>
                      <a:pt x="130" y="50"/>
                      <a:pt x="131" y="49"/>
                    </a:cubicBezTo>
                    <a:cubicBezTo>
                      <a:pt x="131" y="47"/>
                      <a:pt x="132" y="45"/>
                      <a:pt x="132" y="43"/>
                    </a:cubicBezTo>
                    <a:cubicBezTo>
                      <a:pt x="132" y="43"/>
                      <a:pt x="132" y="42"/>
                      <a:pt x="132" y="41"/>
                    </a:cubicBezTo>
                    <a:cubicBezTo>
                      <a:pt x="132" y="40"/>
                      <a:pt x="132" y="39"/>
                      <a:pt x="132" y="38"/>
                    </a:cubicBezTo>
                    <a:cubicBezTo>
                      <a:pt x="131" y="38"/>
                      <a:pt x="131" y="38"/>
                      <a:pt x="131" y="37"/>
                    </a:cubicBezTo>
                    <a:cubicBezTo>
                      <a:pt x="131" y="36"/>
                      <a:pt x="131" y="36"/>
                      <a:pt x="131" y="36"/>
                    </a:cubicBezTo>
                    <a:cubicBezTo>
                      <a:pt x="130" y="36"/>
                      <a:pt x="130" y="36"/>
                      <a:pt x="130" y="36"/>
                    </a:cubicBezTo>
                    <a:cubicBezTo>
                      <a:pt x="130" y="35"/>
                      <a:pt x="130" y="35"/>
                      <a:pt x="130" y="35"/>
                    </a:cubicBezTo>
                    <a:cubicBezTo>
                      <a:pt x="129" y="34"/>
                      <a:pt x="128" y="34"/>
                      <a:pt x="127" y="32"/>
                    </a:cubicBezTo>
                    <a:cubicBezTo>
                      <a:pt x="126" y="32"/>
                      <a:pt x="125" y="32"/>
                      <a:pt x="125" y="31"/>
                    </a:cubicBezTo>
                    <a:cubicBezTo>
                      <a:pt x="124" y="31"/>
                      <a:pt x="123" y="31"/>
                      <a:pt x="123" y="31"/>
                    </a:cubicBezTo>
                    <a:cubicBezTo>
                      <a:pt x="119" y="29"/>
                      <a:pt x="116" y="29"/>
                      <a:pt x="112" y="28"/>
                    </a:cubicBezTo>
                    <a:cubicBezTo>
                      <a:pt x="108" y="27"/>
                      <a:pt x="104" y="27"/>
                      <a:pt x="100" y="26"/>
                    </a:cubicBezTo>
                    <a:cubicBezTo>
                      <a:pt x="96" y="26"/>
                      <a:pt x="92" y="26"/>
                      <a:pt x="88" y="26"/>
                    </a:cubicBezTo>
                    <a:lnTo>
                      <a:pt x="87" y="26"/>
                    </a:lnTo>
                    <a:cubicBezTo>
                      <a:pt x="89" y="29"/>
                      <a:pt x="89" y="32"/>
                      <a:pt x="88" y="35"/>
                    </a:cubicBezTo>
                    <a:cubicBezTo>
                      <a:pt x="86" y="42"/>
                      <a:pt x="79" y="46"/>
                      <a:pt x="72" y="44"/>
                    </a:cubicBezTo>
                    <a:cubicBezTo>
                      <a:pt x="69" y="43"/>
                      <a:pt x="66" y="42"/>
                      <a:pt x="62" y="40"/>
                    </a:cubicBezTo>
                    <a:cubicBezTo>
                      <a:pt x="59" y="39"/>
                      <a:pt x="56" y="38"/>
                      <a:pt x="53" y="35"/>
                    </a:cubicBezTo>
                    <a:cubicBezTo>
                      <a:pt x="51" y="33"/>
                      <a:pt x="49" y="28"/>
                      <a:pt x="49" y="25"/>
                    </a:cubicBezTo>
                    <a:cubicBezTo>
                      <a:pt x="49" y="21"/>
                      <a:pt x="49" y="18"/>
                      <a:pt x="51" y="15"/>
                    </a:cubicBezTo>
                    <a:cubicBezTo>
                      <a:pt x="53" y="13"/>
                      <a:pt x="55" y="11"/>
                      <a:pt x="58" y="10"/>
                    </a:cubicBezTo>
                    <a:cubicBezTo>
                      <a:pt x="65" y="6"/>
                      <a:pt x="72" y="4"/>
                      <a:pt x="80" y="3"/>
                    </a:cubicBezTo>
                    <a:cubicBezTo>
                      <a:pt x="94" y="0"/>
                      <a:pt x="109" y="3"/>
                      <a:pt x="123" y="6"/>
                    </a:cubicBezTo>
                    <a:cubicBezTo>
                      <a:pt x="129" y="7"/>
                      <a:pt x="135" y="9"/>
                      <a:pt x="140" y="13"/>
                    </a:cubicBezTo>
                    <a:cubicBezTo>
                      <a:pt x="147" y="17"/>
                      <a:pt x="152" y="22"/>
                      <a:pt x="154" y="29"/>
                    </a:cubicBezTo>
                    <a:cubicBezTo>
                      <a:pt x="157" y="36"/>
                      <a:pt x="157" y="45"/>
                      <a:pt x="155" y="53"/>
                    </a:cubicBezTo>
                    <a:cubicBezTo>
                      <a:pt x="153" y="61"/>
                      <a:pt x="149" y="69"/>
                      <a:pt x="144" y="77"/>
                    </a:cubicBezTo>
                    <a:cubicBezTo>
                      <a:pt x="140" y="84"/>
                      <a:pt x="135" y="90"/>
                      <a:pt x="129" y="96"/>
                    </a:cubicBezTo>
                    <a:cubicBezTo>
                      <a:pt x="125" y="101"/>
                      <a:pt x="122" y="104"/>
                      <a:pt x="118" y="108"/>
                    </a:cubicBezTo>
                    <a:cubicBezTo>
                      <a:pt x="108" y="117"/>
                      <a:pt x="98" y="127"/>
                      <a:pt x="87" y="135"/>
                    </a:cubicBezTo>
                    <a:cubicBezTo>
                      <a:pt x="83" y="138"/>
                      <a:pt x="79" y="142"/>
                      <a:pt x="76" y="145"/>
                    </a:cubicBezTo>
                    <a:lnTo>
                      <a:pt x="76" y="144"/>
                    </a:lnTo>
                    <a:cubicBezTo>
                      <a:pt x="63" y="156"/>
                      <a:pt x="48" y="166"/>
                      <a:pt x="35" y="177"/>
                    </a:cubicBezTo>
                    <a:cubicBezTo>
                      <a:pt x="33" y="179"/>
                      <a:pt x="32" y="180"/>
                      <a:pt x="30" y="181"/>
                    </a:cubicBezTo>
                    <a:cubicBezTo>
                      <a:pt x="31" y="181"/>
                      <a:pt x="31" y="181"/>
                      <a:pt x="31" y="181"/>
                    </a:cubicBezTo>
                    <a:cubicBezTo>
                      <a:pt x="34" y="182"/>
                      <a:pt x="37" y="182"/>
                      <a:pt x="40" y="183"/>
                    </a:cubicBezTo>
                    <a:cubicBezTo>
                      <a:pt x="44" y="183"/>
                      <a:pt x="48" y="183"/>
                      <a:pt x="52" y="183"/>
                    </a:cubicBezTo>
                    <a:cubicBezTo>
                      <a:pt x="59" y="182"/>
                      <a:pt x="66" y="181"/>
                      <a:pt x="73" y="181"/>
                    </a:cubicBezTo>
                    <a:cubicBezTo>
                      <a:pt x="79" y="180"/>
                      <a:pt x="86" y="179"/>
                      <a:pt x="93" y="179"/>
                    </a:cubicBezTo>
                    <a:cubicBezTo>
                      <a:pt x="107" y="177"/>
                      <a:pt x="122" y="175"/>
                      <a:pt x="136" y="175"/>
                    </a:cubicBezTo>
                    <a:cubicBezTo>
                      <a:pt x="143" y="175"/>
                      <a:pt x="149" y="180"/>
                      <a:pt x="149" y="187"/>
                    </a:cubicBezTo>
                    <a:cubicBezTo>
                      <a:pt x="149" y="194"/>
                      <a:pt x="143" y="199"/>
                      <a:pt x="136" y="199"/>
                    </a:cubicBezTo>
                    <a:cubicBezTo>
                      <a:pt x="132" y="199"/>
                      <a:pt x="128" y="200"/>
                      <a:pt x="124" y="200"/>
                    </a:cubicBezTo>
                    <a:cubicBezTo>
                      <a:pt x="112" y="201"/>
                      <a:pt x="100" y="202"/>
                      <a:pt x="87" y="204"/>
                    </a:cubicBezTo>
                    <a:cubicBezTo>
                      <a:pt x="73" y="205"/>
                      <a:pt x="59" y="207"/>
                      <a:pt x="44" y="207"/>
                    </a:cubicBezTo>
                    <a:cubicBezTo>
                      <a:pt x="42" y="207"/>
                      <a:pt x="41" y="207"/>
                      <a:pt x="39" y="20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4" name="Google Shape;544;p5"/>
              <p:cNvSpPr/>
              <p:nvPr/>
            </p:nvSpPr>
            <p:spPr>
              <a:xfrm>
                <a:off x="578520" y="1377720"/>
                <a:ext cx="7632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212" h="31" extrusionOk="0">
                    <a:moveTo>
                      <a:pt x="15" y="30"/>
                    </a:moveTo>
                    <a:cubicBezTo>
                      <a:pt x="14" y="29"/>
                      <a:pt x="13" y="29"/>
                      <a:pt x="12" y="29"/>
                    </a:cubicBezTo>
                    <a:cubicBezTo>
                      <a:pt x="9" y="27"/>
                      <a:pt x="7" y="25"/>
                      <a:pt x="5" y="22"/>
                    </a:cubicBezTo>
                    <a:cubicBezTo>
                      <a:pt x="0" y="15"/>
                      <a:pt x="6" y="6"/>
                      <a:pt x="13" y="4"/>
                    </a:cubicBezTo>
                    <a:cubicBezTo>
                      <a:pt x="19" y="2"/>
                      <a:pt x="25" y="2"/>
                      <a:pt x="31" y="2"/>
                    </a:cubicBezTo>
                    <a:cubicBezTo>
                      <a:pt x="30" y="2"/>
                      <a:pt x="30" y="2"/>
                      <a:pt x="29" y="2"/>
                    </a:cubicBezTo>
                    <a:cubicBezTo>
                      <a:pt x="44" y="1"/>
                      <a:pt x="58" y="1"/>
                      <a:pt x="72" y="0"/>
                    </a:cubicBezTo>
                    <a:cubicBezTo>
                      <a:pt x="84" y="0"/>
                      <a:pt x="96" y="0"/>
                      <a:pt x="108" y="1"/>
                    </a:cubicBezTo>
                    <a:cubicBezTo>
                      <a:pt x="134" y="1"/>
                      <a:pt x="159" y="2"/>
                      <a:pt x="185" y="3"/>
                    </a:cubicBezTo>
                    <a:cubicBezTo>
                      <a:pt x="190" y="3"/>
                      <a:pt x="194" y="3"/>
                      <a:pt x="200" y="4"/>
                    </a:cubicBezTo>
                    <a:cubicBezTo>
                      <a:pt x="206" y="4"/>
                      <a:pt x="211" y="8"/>
                      <a:pt x="210" y="15"/>
                    </a:cubicBezTo>
                    <a:cubicBezTo>
                      <a:pt x="210" y="20"/>
                      <a:pt x="206" y="26"/>
                      <a:pt x="199" y="26"/>
                    </a:cubicBezTo>
                    <a:cubicBezTo>
                      <a:pt x="174" y="24"/>
                      <a:pt x="147" y="24"/>
                      <a:pt x="122" y="23"/>
                    </a:cubicBezTo>
                    <a:cubicBezTo>
                      <a:pt x="111" y="23"/>
                      <a:pt x="100" y="23"/>
                      <a:pt x="88" y="24"/>
                    </a:cubicBezTo>
                    <a:cubicBezTo>
                      <a:pt x="83" y="24"/>
                      <a:pt x="77" y="24"/>
                      <a:pt x="72" y="24"/>
                    </a:cubicBezTo>
                    <a:cubicBezTo>
                      <a:pt x="65" y="24"/>
                      <a:pt x="58" y="24"/>
                      <a:pt x="52" y="25"/>
                    </a:cubicBezTo>
                    <a:cubicBezTo>
                      <a:pt x="44" y="26"/>
                      <a:pt x="35" y="26"/>
                      <a:pt x="27" y="27"/>
                    </a:cubicBezTo>
                    <a:cubicBezTo>
                      <a:pt x="25" y="29"/>
                      <a:pt x="22" y="30"/>
                      <a:pt x="19" y="30"/>
                    </a:cubicBezTo>
                    <a:cubicBezTo>
                      <a:pt x="17" y="30"/>
                      <a:pt x="16" y="30"/>
                      <a:pt x="15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" name="Google Shape;545;p5"/>
              <p:cNvSpPr/>
              <p:nvPr/>
            </p:nvSpPr>
            <p:spPr>
              <a:xfrm>
                <a:off x="669960" y="1291320"/>
                <a:ext cx="27000" cy="173160"/>
              </a:xfrm>
              <a:custGeom>
                <a:avLst/>
                <a:gdLst/>
                <a:ahLst/>
                <a:cxnLst/>
                <a:rect l="l" t="t" r="r" b="b"/>
                <a:pathLst>
                  <a:path w="75" h="481" extrusionOk="0">
                    <a:moveTo>
                      <a:pt x="13" y="480"/>
                    </a:moveTo>
                    <a:cubicBezTo>
                      <a:pt x="7" y="480"/>
                      <a:pt x="0" y="475"/>
                      <a:pt x="1" y="468"/>
                    </a:cubicBezTo>
                    <a:cubicBezTo>
                      <a:pt x="2" y="461"/>
                      <a:pt x="3" y="455"/>
                      <a:pt x="3" y="449"/>
                    </a:cubicBezTo>
                    <a:cubicBezTo>
                      <a:pt x="5" y="443"/>
                      <a:pt x="5" y="437"/>
                      <a:pt x="6" y="432"/>
                    </a:cubicBezTo>
                    <a:cubicBezTo>
                      <a:pt x="7" y="419"/>
                      <a:pt x="9" y="407"/>
                      <a:pt x="11" y="395"/>
                    </a:cubicBezTo>
                    <a:cubicBezTo>
                      <a:pt x="14" y="371"/>
                      <a:pt x="17" y="347"/>
                      <a:pt x="20" y="323"/>
                    </a:cubicBezTo>
                    <a:cubicBezTo>
                      <a:pt x="24" y="291"/>
                      <a:pt x="26" y="260"/>
                      <a:pt x="29" y="228"/>
                    </a:cubicBezTo>
                    <a:cubicBezTo>
                      <a:pt x="33" y="178"/>
                      <a:pt x="34" y="128"/>
                      <a:pt x="36" y="77"/>
                    </a:cubicBezTo>
                    <a:cubicBezTo>
                      <a:pt x="37" y="73"/>
                      <a:pt x="37" y="69"/>
                      <a:pt x="37" y="64"/>
                    </a:cubicBezTo>
                    <a:cubicBezTo>
                      <a:pt x="38" y="59"/>
                      <a:pt x="38" y="54"/>
                      <a:pt x="38" y="49"/>
                    </a:cubicBezTo>
                    <a:cubicBezTo>
                      <a:pt x="40" y="37"/>
                      <a:pt x="42" y="24"/>
                      <a:pt x="45" y="13"/>
                    </a:cubicBezTo>
                    <a:cubicBezTo>
                      <a:pt x="47" y="9"/>
                      <a:pt x="49" y="4"/>
                      <a:pt x="54" y="2"/>
                    </a:cubicBezTo>
                    <a:cubicBezTo>
                      <a:pt x="56" y="0"/>
                      <a:pt x="61" y="0"/>
                      <a:pt x="64" y="1"/>
                    </a:cubicBezTo>
                    <a:cubicBezTo>
                      <a:pt x="70" y="2"/>
                      <a:pt x="74" y="10"/>
                      <a:pt x="72" y="16"/>
                    </a:cubicBezTo>
                    <a:cubicBezTo>
                      <a:pt x="72" y="19"/>
                      <a:pt x="70" y="20"/>
                      <a:pt x="69" y="22"/>
                    </a:cubicBezTo>
                    <a:cubicBezTo>
                      <a:pt x="67" y="26"/>
                      <a:pt x="66" y="30"/>
                      <a:pt x="65" y="34"/>
                    </a:cubicBezTo>
                    <a:cubicBezTo>
                      <a:pt x="62" y="48"/>
                      <a:pt x="61" y="63"/>
                      <a:pt x="59" y="79"/>
                    </a:cubicBezTo>
                    <a:cubicBezTo>
                      <a:pt x="58" y="102"/>
                      <a:pt x="56" y="126"/>
                      <a:pt x="55" y="149"/>
                    </a:cubicBezTo>
                    <a:cubicBezTo>
                      <a:pt x="54" y="176"/>
                      <a:pt x="52" y="203"/>
                      <a:pt x="49" y="229"/>
                    </a:cubicBezTo>
                    <a:cubicBezTo>
                      <a:pt x="45" y="278"/>
                      <a:pt x="40" y="328"/>
                      <a:pt x="34" y="377"/>
                    </a:cubicBezTo>
                    <a:cubicBezTo>
                      <a:pt x="31" y="404"/>
                      <a:pt x="28" y="431"/>
                      <a:pt x="26" y="458"/>
                    </a:cubicBezTo>
                    <a:cubicBezTo>
                      <a:pt x="26" y="457"/>
                      <a:pt x="26" y="457"/>
                      <a:pt x="26" y="456"/>
                    </a:cubicBezTo>
                    <a:cubicBezTo>
                      <a:pt x="26" y="460"/>
                      <a:pt x="26" y="464"/>
                      <a:pt x="26" y="468"/>
                    </a:cubicBezTo>
                    <a:cubicBezTo>
                      <a:pt x="26" y="475"/>
                      <a:pt x="20" y="480"/>
                      <a:pt x="13" y="4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6" name="Google Shape;546;p5"/>
              <p:cNvSpPr/>
              <p:nvPr/>
            </p:nvSpPr>
            <p:spPr>
              <a:xfrm>
                <a:off x="704160" y="1251000"/>
                <a:ext cx="28800" cy="83160"/>
              </a:xfrm>
              <a:custGeom>
                <a:avLst/>
                <a:gdLst/>
                <a:ahLst/>
                <a:cxnLst/>
                <a:rect l="l" t="t" r="r" b="b"/>
                <a:pathLst>
                  <a:path w="80" h="231" extrusionOk="0">
                    <a:moveTo>
                      <a:pt x="27" y="230"/>
                    </a:moveTo>
                    <a:cubicBezTo>
                      <a:pt x="19" y="230"/>
                      <a:pt x="14" y="223"/>
                      <a:pt x="14" y="216"/>
                    </a:cubicBezTo>
                    <a:cubicBezTo>
                      <a:pt x="15" y="210"/>
                      <a:pt x="16" y="203"/>
                      <a:pt x="17" y="198"/>
                    </a:cubicBezTo>
                    <a:cubicBezTo>
                      <a:pt x="19" y="191"/>
                      <a:pt x="19" y="185"/>
                      <a:pt x="20" y="180"/>
                    </a:cubicBezTo>
                    <a:cubicBezTo>
                      <a:pt x="22" y="167"/>
                      <a:pt x="23" y="154"/>
                      <a:pt x="25" y="142"/>
                    </a:cubicBezTo>
                    <a:cubicBezTo>
                      <a:pt x="26" y="135"/>
                      <a:pt x="26" y="128"/>
                      <a:pt x="27" y="120"/>
                    </a:cubicBezTo>
                    <a:cubicBezTo>
                      <a:pt x="27" y="121"/>
                      <a:pt x="26" y="122"/>
                      <a:pt x="26" y="124"/>
                    </a:cubicBezTo>
                    <a:cubicBezTo>
                      <a:pt x="24" y="131"/>
                      <a:pt x="17" y="135"/>
                      <a:pt x="10" y="132"/>
                    </a:cubicBezTo>
                    <a:cubicBezTo>
                      <a:pt x="7" y="132"/>
                      <a:pt x="5" y="129"/>
                      <a:pt x="3" y="127"/>
                    </a:cubicBezTo>
                    <a:cubicBezTo>
                      <a:pt x="0" y="123"/>
                      <a:pt x="1" y="120"/>
                      <a:pt x="2" y="115"/>
                    </a:cubicBezTo>
                    <a:cubicBezTo>
                      <a:pt x="4" y="110"/>
                      <a:pt x="7" y="106"/>
                      <a:pt x="10" y="100"/>
                    </a:cubicBezTo>
                    <a:cubicBezTo>
                      <a:pt x="13" y="96"/>
                      <a:pt x="16" y="91"/>
                      <a:pt x="19" y="86"/>
                    </a:cubicBezTo>
                    <a:cubicBezTo>
                      <a:pt x="24" y="76"/>
                      <a:pt x="30" y="67"/>
                      <a:pt x="35" y="57"/>
                    </a:cubicBezTo>
                    <a:cubicBezTo>
                      <a:pt x="40" y="46"/>
                      <a:pt x="45" y="34"/>
                      <a:pt x="49" y="23"/>
                    </a:cubicBezTo>
                    <a:cubicBezTo>
                      <a:pt x="51" y="18"/>
                      <a:pt x="52" y="13"/>
                      <a:pt x="54" y="8"/>
                    </a:cubicBezTo>
                    <a:cubicBezTo>
                      <a:pt x="56" y="3"/>
                      <a:pt x="63" y="0"/>
                      <a:pt x="68" y="2"/>
                    </a:cubicBezTo>
                    <a:cubicBezTo>
                      <a:pt x="74" y="4"/>
                      <a:pt x="79" y="11"/>
                      <a:pt x="77" y="17"/>
                    </a:cubicBezTo>
                    <a:cubicBezTo>
                      <a:pt x="75" y="22"/>
                      <a:pt x="73" y="27"/>
                      <a:pt x="71" y="33"/>
                    </a:cubicBezTo>
                    <a:cubicBezTo>
                      <a:pt x="65" y="50"/>
                      <a:pt x="60" y="67"/>
                      <a:pt x="56" y="83"/>
                    </a:cubicBezTo>
                    <a:cubicBezTo>
                      <a:pt x="53" y="94"/>
                      <a:pt x="52" y="105"/>
                      <a:pt x="50" y="116"/>
                    </a:cubicBezTo>
                    <a:cubicBezTo>
                      <a:pt x="49" y="127"/>
                      <a:pt x="48" y="138"/>
                      <a:pt x="47" y="149"/>
                    </a:cubicBezTo>
                    <a:cubicBezTo>
                      <a:pt x="44" y="171"/>
                      <a:pt x="41" y="194"/>
                      <a:pt x="39" y="216"/>
                    </a:cubicBezTo>
                    <a:cubicBezTo>
                      <a:pt x="39" y="216"/>
                      <a:pt x="39" y="217"/>
                      <a:pt x="39" y="218"/>
                    </a:cubicBezTo>
                    <a:cubicBezTo>
                      <a:pt x="38" y="224"/>
                      <a:pt x="33" y="230"/>
                      <a:pt x="27" y="2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7" name="Google Shape;547;p5"/>
              <p:cNvSpPr/>
              <p:nvPr/>
            </p:nvSpPr>
            <p:spPr>
              <a:xfrm>
                <a:off x="739440" y="1254600"/>
                <a:ext cx="43920" cy="6588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183" extrusionOk="0">
                    <a:moveTo>
                      <a:pt x="39" y="158"/>
                    </a:moveTo>
                    <a:cubicBezTo>
                      <a:pt x="39" y="157"/>
                      <a:pt x="39" y="157"/>
                      <a:pt x="39" y="157"/>
                    </a:cubicBezTo>
                    <a:cubicBezTo>
                      <a:pt x="40" y="157"/>
                      <a:pt x="41" y="157"/>
                      <a:pt x="42" y="157"/>
                    </a:cubicBezTo>
                    <a:cubicBezTo>
                      <a:pt x="43" y="155"/>
                      <a:pt x="45" y="153"/>
                      <a:pt x="48" y="151"/>
                    </a:cubicBezTo>
                    <a:cubicBezTo>
                      <a:pt x="47" y="152"/>
                      <a:pt x="46" y="153"/>
                      <a:pt x="46" y="153"/>
                    </a:cubicBezTo>
                    <a:cubicBezTo>
                      <a:pt x="49" y="150"/>
                      <a:pt x="52" y="147"/>
                      <a:pt x="55" y="144"/>
                    </a:cubicBezTo>
                    <a:lnTo>
                      <a:pt x="54" y="145"/>
                    </a:lnTo>
                    <a:cubicBezTo>
                      <a:pt x="56" y="143"/>
                      <a:pt x="59" y="140"/>
                      <a:pt x="60" y="137"/>
                    </a:cubicBezTo>
                    <a:cubicBezTo>
                      <a:pt x="64" y="132"/>
                      <a:pt x="67" y="127"/>
                      <a:pt x="70" y="122"/>
                    </a:cubicBezTo>
                    <a:lnTo>
                      <a:pt x="69" y="122"/>
                    </a:lnTo>
                    <a:cubicBezTo>
                      <a:pt x="70" y="122"/>
                      <a:pt x="70" y="122"/>
                      <a:pt x="70" y="122"/>
                    </a:cubicBezTo>
                    <a:lnTo>
                      <a:pt x="70" y="121"/>
                    </a:lnTo>
                    <a:lnTo>
                      <a:pt x="70" y="122"/>
                    </a:lnTo>
                    <a:cubicBezTo>
                      <a:pt x="77" y="108"/>
                      <a:pt x="82" y="95"/>
                      <a:pt x="87" y="81"/>
                    </a:cubicBezTo>
                    <a:cubicBezTo>
                      <a:pt x="90" y="73"/>
                      <a:pt x="92" y="65"/>
                      <a:pt x="95" y="57"/>
                    </a:cubicBezTo>
                    <a:cubicBezTo>
                      <a:pt x="95" y="51"/>
                      <a:pt x="97" y="46"/>
                      <a:pt x="97" y="41"/>
                    </a:cubicBezTo>
                    <a:cubicBezTo>
                      <a:pt x="97" y="40"/>
                      <a:pt x="97" y="40"/>
                      <a:pt x="97" y="38"/>
                    </a:cubicBezTo>
                    <a:cubicBezTo>
                      <a:pt x="97" y="38"/>
                      <a:pt x="97" y="37"/>
                      <a:pt x="97" y="36"/>
                    </a:cubicBezTo>
                    <a:cubicBezTo>
                      <a:pt x="97" y="34"/>
                      <a:pt x="96" y="34"/>
                      <a:pt x="96" y="33"/>
                    </a:cubicBezTo>
                    <a:cubicBezTo>
                      <a:pt x="95" y="31"/>
                      <a:pt x="95" y="30"/>
                      <a:pt x="94" y="29"/>
                    </a:cubicBezTo>
                    <a:cubicBezTo>
                      <a:pt x="94" y="28"/>
                      <a:pt x="94" y="27"/>
                      <a:pt x="94" y="27"/>
                    </a:cubicBezTo>
                    <a:cubicBezTo>
                      <a:pt x="93" y="27"/>
                      <a:pt x="93" y="27"/>
                      <a:pt x="93" y="27"/>
                    </a:cubicBezTo>
                    <a:lnTo>
                      <a:pt x="92" y="27"/>
                    </a:lnTo>
                    <a:cubicBezTo>
                      <a:pt x="91" y="27"/>
                      <a:pt x="91" y="27"/>
                      <a:pt x="90" y="27"/>
                    </a:cubicBezTo>
                    <a:cubicBezTo>
                      <a:pt x="90" y="27"/>
                      <a:pt x="88" y="28"/>
                      <a:pt x="87" y="29"/>
                    </a:cubicBezTo>
                    <a:cubicBezTo>
                      <a:pt x="86" y="29"/>
                      <a:pt x="85" y="30"/>
                      <a:pt x="84" y="30"/>
                    </a:cubicBezTo>
                    <a:cubicBezTo>
                      <a:pt x="82" y="31"/>
                      <a:pt x="80" y="33"/>
                      <a:pt x="78" y="34"/>
                    </a:cubicBezTo>
                    <a:cubicBezTo>
                      <a:pt x="76" y="36"/>
                      <a:pt x="74" y="38"/>
                      <a:pt x="72" y="41"/>
                    </a:cubicBezTo>
                    <a:cubicBezTo>
                      <a:pt x="72" y="40"/>
                      <a:pt x="72" y="40"/>
                      <a:pt x="72" y="40"/>
                    </a:cubicBezTo>
                    <a:cubicBezTo>
                      <a:pt x="67" y="45"/>
                      <a:pt x="63" y="51"/>
                      <a:pt x="60" y="56"/>
                    </a:cubicBezTo>
                    <a:cubicBezTo>
                      <a:pt x="56" y="61"/>
                      <a:pt x="53" y="67"/>
                      <a:pt x="49" y="73"/>
                    </a:cubicBezTo>
                    <a:cubicBezTo>
                      <a:pt x="45" y="83"/>
                      <a:pt x="40" y="93"/>
                      <a:pt x="35" y="103"/>
                    </a:cubicBezTo>
                    <a:cubicBezTo>
                      <a:pt x="33" y="107"/>
                      <a:pt x="29" y="110"/>
                      <a:pt x="24" y="109"/>
                    </a:cubicBezTo>
                    <a:cubicBezTo>
                      <a:pt x="25" y="114"/>
                      <a:pt x="25" y="120"/>
                      <a:pt x="27" y="125"/>
                    </a:cubicBezTo>
                    <a:cubicBezTo>
                      <a:pt x="28" y="129"/>
                      <a:pt x="28" y="133"/>
                      <a:pt x="29" y="137"/>
                    </a:cubicBezTo>
                    <a:cubicBezTo>
                      <a:pt x="32" y="143"/>
                      <a:pt x="34" y="148"/>
                      <a:pt x="36" y="154"/>
                    </a:cubicBezTo>
                    <a:cubicBezTo>
                      <a:pt x="37" y="154"/>
                      <a:pt x="38" y="156"/>
                      <a:pt x="38" y="156"/>
                    </a:cubicBezTo>
                    <a:cubicBezTo>
                      <a:pt x="38" y="157"/>
                      <a:pt x="39" y="157"/>
                      <a:pt x="39" y="157"/>
                    </a:cubicBezTo>
                    <a:lnTo>
                      <a:pt x="40" y="157"/>
                    </a:lnTo>
                    <a:cubicBezTo>
                      <a:pt x="39" y="157"/>
                      <a:pt x="39" y="157"/>
                      <a:pt x="39" y="158"/>
                    </a:cubicBezTo>
                    <a:moveTo>
                      <a:pt x="27" y="178"/>
                    </a:moveTo>
                    <a:cubicBezTo>
                      <a:pt x="19" y="173"/>
                      <a:pt x="16" y="164"/>
                      <a:pt x="13" y="156"/>
                    </a:cubicBezTo>
                    <a:cubicBezTo>
                      <a:pt x="11" y="152"/>
                      <a:pt x="9" y="148"/>
                      <a:pt x="8" y="143"/>
                    </a:cubicBezTo>
                    <a:cubicBezTo>
                      <a:pt x="4" y="132"/>
                      <a:pt x="2" y="120"/>
                      <a:pt x="1" y="108"/>
                    </a:cubicBezTo>
                    <a:cubicBezTo>
                      <a:pt x="0" y="96"/>
                      <a:pt x="0" y="84"/>
                      <a:pt x="3" y="73"/>
                    </a:cubicBezTo>
                    <a:cubicBezTo>
                      <a:pt x="6" y="62"/>
                      <a:pt x="10" y="51"/>
                      <a:pt x="17" y="42"/>
                    </a:cubicBezTo>
                    <a:cubicBezTo>
                      <a:pt x="21" y="37"/>
                      <a:pt x="29" y="36"/>
                      <a:pt x="35" y="40"/>
                    </a:cubicBezTo>
                    <a:cubicBezTo>
                      <a:pt x="36" y="41"/>
                      <a:pt x="38" y="43"/>
                      <a:pt x="39" y="45"/>
                    </a:cubicBezTo>
                    <a:cubicBezTo>
                      <a:pt x="39" y="44"/>
                      <a:pt x="40" y="43"/>
                      <a:pt x="41" y="42"/>
                    </a:cubicBezTo>
                    <a:cubicBezTo>
                      <a:pt x="50" y="29"/>
                      <a:pt x="61" y="16"/>
                      <a:pt x="74" y="8"/>
                    </a:cubicBezTo>
                    <a:cubicBezTo>
                      <a:pt x="86" y="1"/>
                      <a:pt x="102" y="0"/>
                      <a:pt x="111" y="12"/>
                    </a:cubicBezTo>
                    <a:cubicBezTo>
                      <a:pt x="115" y="17"/>
                      <a:pt x="117" y="23"/>
                      <a:pt x="119" y="30"/>
                    </a:cubicBezTo>
                    <a:cubicBezTo>
                      <a:pt x="121" y="38"/>
                      <a:pt x="120" y="46"/>
                      <a:pt x="118" y="54"/>
                    </a:cubicBezTo>
                    <a:cubicBezTo>
                      <a:pt x="116" y="65"/>
                      <a:pt x="113" y="76"/>
                      <a:pt x="109" y="87"/>
                    </a:cubicBezTo>
                    <a:cubicBezTo>
                      <a:pt x="105" y="99"/>
                      <a:pt x="100" y="111"/>
                      <a:pt x="95" y="122"/>
                    </a:cubicBezTo>
                    <a:cubicBezTo>
                      <a:pt x="90" y="133"/>
                      <a:pt x="85" y="144"/>
                      <a:pt x="78" y="153"/>
                    </a:cubicBezTo>
                    <a:cubicBezTo>
                      <a:pt x="74" y="158"/>
                      <a:pt x="71" y="162"/>
                      <a:pt x="67" y="165"/>
                    </a:cubicBezTo>
                    <a:cubicBezTo>
                      <a:pt x="63" y="170"/>
                      <a:pt x="59" y="174"/>
                      <a:pt x="54" y="177"/>
                    </a:cubicBezTo>
                    <a:cubicBezTo>
                      <a:pt x="50" y="179"/>
                      <a:pt x="45" y="181"/>
                      <a:pt x="40" y="182"/>
                    </a:cubicBezTo>
                    <a:cubicBezTo>
                      <a:pt x="39" y="182"/>
                      <a:pt x="39" y="182"/>
                      <a:pt x="38" y="182"/>
                    </a:cubicBezTo>
                    <a:cubicBezTo>
                      <a:pt x="34" y="182"/>
                      <a:pt x="30" y="180"/>
                      <a:pt x="27" y="1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8" name="Google Shape;548;p5"/>
              <p:cNvSpPr/>
              <p:nvPr/>
            </p:nvSpPr>
            <p:spPr>
              <a:xfrm>
                <a:off x="703080" y="1424520"/>
                <a:ext cx="43920" cy="5868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163" extrusionOk="0">
                    <a:moveTo>
                      <a:pt x="45" y="139"/>
                    </a:moveTo>
                    <a:cubicBezTo>
                      <a:pt x="46" y="139"/>
                      <a:pt x="47" y="139"/>
                      <a:pt x="47" y="138"/>
                    </a:cubicBezTo>
                    <a:lnTo>
                      <a:pt x="48" y="138"/>
                    </a:lnTo>
                    <a:cubicBezTo>
                      <a:pt x="48" y="138"/>
                      <a:pt x="49" y="137"/>
                      <a:pt x="50" y="137"/>
                    </a:cubicBezTo>
                    <a:cubicBezTo>
                      <a:pt x="50" y="137"/>
                      <a:pt x="51" y="137"/>
                      <a:pt x="51" y="136"/>
                    </a:cubicBezTo>
                    <a:cubicBezTo>
                      <a:pt x="53" y="135"/>
                      <a:pt x="55" y="134"/>
                      <a:pt x="56" y="133"/>
                    </a:cubicBezTo>
                    <a:cubicBezTo>
                      <a:pt x="58" y="132"/>
                      <a:pt x="59" y="130"/>
                      <a:pt x="61" y="129"/>
                    </a:cubicBezTo>
                    <a:cubicBezTo>
                      <a:pt x="63" y="125"/>
                      <a:pt x="66" y="122"/>
                      <a:pt x="69" y="118"/>
                    </a:cubicBezTo>
                    <a:cubicBezTo>
                      <a:pt x="73" y="111"/>
                      <a:pt x="77" y="105"/>
                      <a:pt x="81" y="98"/>
                    </a:cubicBezTo>
                    <a:cubicBezTo>
                      <a:pt x="81" y="98"/>
                      <a:pt x="80" y="99"/>
                      <a:pt x="80" y="100"/>
                    </a:cubicBezTo>
                    <a:cubicBezTo>
                      <a:pt x="86" y="90"/>
                      <a:pt x="90" y="79"/>
                      <a:pt x="94" y="69"/>
                    </a:cubicBezTo>
                    <a:cubicBezTo>
                      <a:pt x="95" y="67"/>
                      <a:pt x="96" y="65"/>
                      <a:pt x="96" y="63"/>
                    </a:cubicBezTo>
                    <a:cubicBezTo>
                      <a:pt x="97" y="60"/>
                      <a:pt x="97" y="57"/>
                      <a:pt x="97" y="54"/>
                    </a:cubicBezTo>
                    <a:cubicBezTo>
                      <a:pt x="97" y="55"/>
                      <a:pt x="97" y="55"/>
                      <a:pt x="97" y="56"/>
                    </a:cubicBezTo>
                    <a:cubicBezTo>
                      <a:pt x="97" y="54"/>
                      <a:pt x="97" y="52"/>
                      <a:pt x="97" y="50"/>
                    </a:cubicBezTo>
                    <a:cubicBezTo>
                      <a:pt x="97" y="48"/>
                      <a:pt x="97" y="47"/>
                      <a:pt x="97" y="45"/>
                    </a:cubicBezTo>
                    <a:lnTo>
                      <a:pt x="96" y="45"/>
                    </a:lnTo>
                    <a:cubicBezTo>
                      <a:pt x="96" y="44"/>
                      <a:pt x="96" y="44"/>
                      <a:pt x="96" y="43"/>
                    </a:cubicBezTo>
                    <a:lnTo>
                      <a:pt x="96" y="44"/>
                    </a:lnTo>
                    <a:cubicBezTo>
                      <a:pt x="96" y="43"/>
                      <a:pt x="96" y="42"/>
                      <a:pt x="95" y="41"/>
                    </a:cubicBezTo>
                    <a:cubicBezTo>
                      <a:pt x="94" y="40"/>
                      <a:pt x="93" y="39"/>
                      <a:pt x="92" y="38"/>
                    </a:cubicBezTo>
                    <a:cubicBezTo>
                      <a:pt x="91" y="36"/>
                      <a:pt x="90" y="35"/>
                      <a:pt x="88" y="34"/>
                    </a:cubicBezTo>
                    <a:cubicBezTo>
                      <a:pt x="87" y="32"/>
                      <a:pt x="85" y="31"/>
                      <a:pt x="83" y="30"/>
                    </a:cubicBezTo>
                    <a:cubicBezTo>
                      <a:pt x="82" y="28"/>
                      <a:pt x="80" y="28"/>
                      <a:pt x="79" y="27"/>
                    </a:cubicBezTo>
                    <a:cubicBezTo>
                      <a:pt x="77" y="26"/>
                      <a:pt x="76" y="26"/>
                      <a:pt x="75" y="26"/>
                    </a:cubicBezTo>
                    <a:cubicBezTo>
                      <a:pt x="74" y="25"/>
                      <a:pt x="73" y="25"/>
                      <a:pt x="72" y="24"/>
                    </a:cubicBezTo>
                    <a:cubicBezTo>
                      <a:pt x="72" y="24"/>
                      <a:pt x="71" y="24"/>
                      <a:pt x="70" y="24"/>
                    </a:cubicBezTo>
                    <a:lnTo>
                      <a:pt x="71" y="24"/>
                    </a:lnTo>
                    <a:cubicBezTo>
                      <a:pt x="70" y="24"/>
                      <a:pt x="70" y="24"/>
                      <a:pt x="69" y="24"/>
                    </a:cubicBezTo>
                    <a:cubicBezTo>
                      <a:pt x="68" y="24"/>
                      <a:pt x="68" y="24"/>
                      <a:pt x="67" y="25"/>
                    </a:cubicBezTo>
                    <a:cubicBezTo>
                      <a:pt x="66" y="26"/>
                      <a:pt x="64" y="26"/>
                      <a:pt x="63" y="26"/>
                    </a:cubicBezTo>
                    <a:cubicBezTo>
                      <a:pt x="61" y="27"/>
                      <a:pt x="60" y="28"/>
                      <a:pt x="58" y="29"/>
                    </a:cubicBezTo>
                    <a:cubicBezTo>
                      <a:pt x="56" y="30"/>
                      <a:pt x="55" y="32"/>
                      <a:pt x="53" y="33"/>
                    </a:cubicBezTo>
                    <a:cubicBezTo>
                      <a:pt x="49" y="35"/>
                      <a:pt x="45" y="36"/>
                      <a:pt x="41" y="34"/>
                    </a:cubicBezTo>
                    <a:cubicBezTo>
                      <a:pt x="41" y="38"/>
                      <a:pt x="41" y="42"/>
                      <a:pt x="38" y="45"/>
                    </a:cubicBezTo>
                    <a:cubicBezTo>
                      <a:pt x="38" y="45"/>
                      <a:pt x="38" y="44"/>
                      <a:pt x="39" y="44"/>
                    </a:cubicBezTo>
                    <a:cubicBezTo>
                      <a:pt x="37" y="46"/>
                      <a:pt x="36" y="48"/>
                      <a:pt x="35" y="51"/>
                    </a:cubicBezTo>
                    <a:cubicBezTo>
                      <a:pt x="33" y="54"/>
                      <a:pt x="31" y="58"/>
                      <a:pt x="30" y="62"/>
                    </a:cubicBezTo>
                    <a:cubicBezTo>
                      <a:pt x="29" y="66"/>
                      <a:pt x="27" y="70"/>
                      <a:pt x="26" y="74"/>
                    </a:cubicBezTo>
                    <a:lnTo>
                      <a:pt x="27" y="73"/>
                    </a:lnTo>
                    <a:cubicBezTo>
                      <a:pt x="26" y="77"/>
                      <a:pt x="25" y="80"/>
                      <a:pt x="25" y="84"/>
                    </a:cubicBezTo>
                    <a:cubicBezTo>
                      <a:pt x="24" y="88"/>
                      <a:pt x="24" y="91"/>
                      <a:pt x="25" y="95"/>
                    </a:cubicBezTo>
                    <a:cubicBezTo>
                      <a:pt x="25" y="97"/>
                      <a:pt x="25" y="100"/>
                      <a:pt x="26" y="102"/>
                    </a:cubicBezTo>
                    <a:cubicBezTo>
                      <a:pt x="26" y="106"/>
                      <a:pt x="27" y="109"/>
                      <a:pt x="29" y="113"/>
                    </a:cubicBezTo>
                    <a:cubicBezTo>
                      <a:pt x="30" y="118"/>
                      <a:pt x="32" y="122"/>
                      <a:pt x="34" y="126"/>
                    </a:cubicBezTo>
                    <a:cubicBezTo>
                      <a:pt x="34" y="127"/>
                      <a:pt x="35" y="128"/>
                      <a:pt x="35" y="129"/>
                    </a:cubicBezTo>
                    <a:cubicBezTo>
                      <a:pt x="36" y="130"/>
                      <a:pt x="37" y="131"/>
                      <a:pt x="38" y="132"/>
                    </a:cubicBezTo>
                    <a:cubicBezTo>
                      <a:pt x="39" y="134"/>
                      <a:pt x="41" y="135"/>
                      <a:pt x="43" y="137"/>
                    </a:cubicBezTo>
                    <a:lnTo>
                      <a:pt x="44" y="138"/>
                    </a:lnTo>
                    <a:lnTo>
                      <a:pt x="45" y="139"/>
                    </a:lnTo>
                    <a:moveTo>
                      <a:pt x="34" y="160"/>
                    </a:moveTo>
                    <a:cubicBezTo>
                      <a:pt x="31" y="158"/>
                      <a:pt x="29" y="156"/>
                      <a:pt x="26" y="154"/>
                    </a:cubicBezTo>
                    <a:cubicBezTo>
                      <a:pt x="23" y="151"/>
                      <a:pt x="21" y="148"/>
                      <a:pt x="19" y="145"/>
                    </a:cubicBezTo>
                    <a:cubicBezTo>
                      <a:pt x="13" y="139"/>
                      <a:pt x="10" y="130"/>
                      <a:pt x="8" y="123"/>
                    </a:cubicBezTo>
                    <a:cubicBezTo>
                      <a:pt x="1" y="107"/>
                      <a:pt x="0" y="89"/>
                      <a:pt x="2" y="72"/>
                    </a:cubicBezTo>
                    <a:cubicBezTo>
                      <a:pt x="4" y="64"/>
                      <a:pt x="6" y="56"/>
                      <a:pt x="9" y="49"/>
                    </a:cubicBezTo>
                    <a:cubicBezTo>
                      <a:pt x="11" y="42"/>
                      <a:pt x="14" y="36"/>
                      <a:pt x="18" y="30"/>
                    </a:cubicBezTo>
                    <a:cubicBezTo>
                      <a:pt x="22" y="25"/>
                      <a:pt x="29" y="23"/>
                      <a:pt x="34" y="26"/>
                    </a:cubicBezTo>
                    <a:cubicBezTo>
                      <a:pt x="33" y="21"/>
                      <a:pt x="35" y="17"/>
                      <a:pt x="38" y="14"/>
                    </a:cubicBezTo>
                    <a:cubicBezTo>
                      <a:pt x="45" y="9"/>
                      <a:pt x="51" y="5"/>
                      <a:pt x="59" y="2"/>
                    </a:cubicBezTo>
                    <a:cubicBezTo>
                      <a:pt x="62" y="1"/>
                      <a:pt x="66" y="0"/>
                      <a:pt x="69" y="0"/>
                    </a:cubicBezTo>
                    <a:cubicBezTo>
                      <a:pt x="73" y="0"/>
                      <a:pt x="77" y="1"/>
                      <a:pt x="82" y="2"/>
                    </a:cubicBezTo>
                    <a:cubicBezTo>
                      <a:pt x="90" y="5"/>
                      <a:pt x="96" y="9"/>
                      <a:pt x="102" y="14"/>
                    </a:cubicBezTo>
                    <a:cubicBezTo>
                      <a:pt x="108" y="20"/>
                      <a:pt x="115" y="27"/>
                      <a:pt x="118" y="34"/>
                    </a:cubicBezTo>
                    <a:cubicBezTo>
                      <a:pt x="120" y="41"/>
                      <a:pt x="121" y="49"/>
                      <a:pt x="120" y="56"/>
                    </a:cubicBezTo>
                    <a:cubicBezTo>
                      <a:pt x="120" y="60"/>
                      <a:pt x="119" y="63"/>
                      <a:pt x="119" y="67"/>
                    </a:cubicBezTo>
                    <a:cubicBezTo>
                      <a:pt x="118" y="71"/>
                      <a:pt x="117" y="75"/>
                      <a:pt x="115" y="79"/>
                    </a:cubicBezTo>
                    <a:cubicBezTo>
                      <a:pt x="111" y="88"/>
                      <a:pt x="107" y="96"/>
                      <a:pt x="104" y="104"/>
                    </a:cubicBezTo>
                    <a:cubicBezTo>
                      <a:pt x="96" y="120"/>
                      <a:pt x="87" y="136"/>
                      <a:pt x="75" y="148"/>
                    </a:cubicBezTo>
                    <a:cubicBezTo>
                      <a:pt x="69" y="153"/>
                      <a:pt x="62" y="158"/>
                      <a:pt x="55" y="161"/>
                    </a:cubicBezTo>
                    <a:cubicBezTo>
                      <a:pt x="52" y="161"/>
                      <a:pt x="49" y="162"/>
                      <a:pt x="45" y="162"/>
                    </a:cubicBezTo>
                    <a:lnTo>
                      <a:pt x="44" y="162"/>
                    </a:lnTo>
                    <a:cubicBezTo>
                      <a:pt x="41" y="162"/>
                      <a:pt x="37" y="161"/>
                      <a:pt x="34" y="1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" name="Google Shape;549;p5"/>
              <p:cNvSpPr/>
              <p:nvPr/>
            </p:nvSpPr>
            <p:spPr>
              <a:xfrm>
                <a:off x="792720" y="1238400"/>
                <a:ext cx="36720" cy="106920"/>
              </a:xfrm>
              <a:custGeom>
                <a:avLst/>
                <a:gdLst/>
                <a:ahLst/>
                <a:cxnLst/>
                <a:rect l="l" t="t" r="r" b="b"/>
                <a:pathLst>
                  <a:path w="102" h="297" extrusionOk="0">
                    <a:moveTo>
                      <a:pt x="63" y="293"/>
                    </a:moveTo>
                    <a:cubicBezTo>
                      <a:pt x="57" y="289"/>
                      <a:pt x="51" y="284"/>
                      <a:pt x="46" y="279"/>
                    </a:cubicBezTo>
                    <a:cubicBezTo>
                      <a:pt x="40" y="273"/>
                      <a:pt x="35" y="266"/>
                      <a:pt x="29" y="260"/>
                    </a:cubicBezTo>
                    <a:cubicBezTo>
                      <a:pt x="20" y="246"/>
                      <a:pt x="12" y="229"/>
                      <a:pt x="7" y="213"/>
                    </a:cubicBezTo>
                    <a:cubicBezTo>
                      <a:pt x="1" y="196"/>
                      <a:pt x="0" y="179"/>
                      <a:pt x="1" y="161"/>
                    </a:cubicBezTo>
                    <a:cubicBezTo>
                      <a:pt x="1" y="152"/>
                      <a:pt x="3" y="144"/>
                      <a:pt x="4" y="135"/>
                    </a:cubicBezTo>
                    <a:cubicBezTo>
                      <a:pt x="6" y="128"/>
                      <a:pt x="8" y="121"/>
                      <a:pt x="11" y="114"/>
                    </a:cubicBezTo>
                    <a:lnTo>
                      <a:pt x="11" y="113"/>
                    </a:lnTo>
                    <a:lnTo>
                      <a:pt x="11" y="112"/>
                    </a:lnTo>
                    <a:cubicBezTo>
                      <a:pt x="14" y="106"/>
                      <a:pt x="15" y="101"/>
                      <a:pt x="18" y="95"/>
                    </a:cubicBezTo>
                    <a:lnTo>
                      <a:pt x="17" y="96"/>
                    </a:lnTo>
                    <a:cubicBezTo>
                      <a:pt x="24" y="78"/>
                      <a:pt x="32" y="60"/>
                      <a:pt x="42" y="44"/>
                    </a:cubicBezTo>
                    <a:cubicBezTo>
                      <a:pt x="52" y="28"/>
                      <a:pt x="64" y="14"/>
                      <a:pt x="80" y="4"/>
                    </a:cubicBezTo>
                    <a:cubicBezTo>
                      <a:pt x="85" y="0"/>
                      <a:pt x="93" y="1"/>
                      <a:pt x="97" y="7"/>
                    </a:cubicBezTo>
                    <a:cubicBezTo>
                      <a:pt x="101" y="12"/>
                      <a:pt x="100" y="21"/>
                      <a:pt x="94" y="24"/>
                    </a:cubicBezTo>
                    <a:cubicBezTo>
                      <a:pt x="91" y="26"/>
                      <a:pt x="88" y="28"/>
                      <a:pt x="85" y="31"/>
                    </a:cubicBezTo>
                    <a:cubicBezTo>
                      <a:pt x="81" y="34"/>
                      <a:pt x="78" y="37"/>
                      <a:pt x="75" y="40"/>
                    </a:cubicBezTo>
                    <a:cubicBezTo>
                      <a:pt x="71" y="44"/>
                      <a:pt x="68" y="49"/>
                      <a:pt x="65" y="53"/>
                    </a:cubicBezTo>
                    <a:cubicBezTo>
                      <a:pt x="60" y="60"/>
                      <a:pt x="55" y="68"/>
                      <a:pt x="51" y="75"/>
                    </a:cubicBezTo>
                    <a:cubicBezTo>
                      <a:pt x="43" y="91"/>
                      <a:pt x="38" y="107"/>
                      <a:pt x="31" y="123"/>
                    </a:cubicBezTo>
                    <a:cubicBezTo>
                      <a:pt x="31" y="123"/>
                      <a:pt x="32" y="122"/>
                      <a:pt x="32" y="121"/>
                    </a:cubicBezTo>
                    <a:cubicBezTo>
                      <a:pt x="31" y="123"/>
                      <a:pt x="31" y="124"/>
                      <a:pt x="31" y="126"/>
                    </a:cubicBezTo>
                    <a:cubicBezTo>
                      <a:pt x="29" y="131"/>
                      <a:pt x="27" y="135"/>
                      <a:pt x="26" y="140"/>
                    </a:cubicBezTo>
                    <a:cubicBezTo>
                      <a:pt x="25" y="147"/>
                      <a:pt x="24" y="153"/>
                      <a:pt x="23" y="160"/>
                    </a:cubicBezTo>
                    <a:cubicBezTo>
                      <a:pt x="22" y="167"/>
                      <a:pt x="22" y="174"/>
                      <a:pt x="23" y="181"/>
                    </a:cubicBezTo>
                    <a:cubicBezTo>
                      <a:pt x="23" y="186"/>
                      <a:pt x="24" y="191"/>
                      <a:pt x="25" y="196"/>
                    </a:cubicBezTo>
                    <a:cubicBezTo>
                      <a:pt x="25" y="201"/>
                      <a:pt x="27" y="205"/>
                      <a:pt x="28" y="209"/>
                    </a:cubicBezTo>
                    <a:cubicBezTo>
                      <a:pt x="30" y="215"/>
                      <a:pt x="32" y="220"/>
                      <a:pt x="35" y="225"/>
                    </a:cubicBezTo>
                    <a:cubicBezTo>
                      <a:pt x="37" y="231"/>
                      <a:pt x="40" y="236"/>
                      <a:pt x="43" y="241"/>
                    </a:cubicBezTo>
                    <a:cubicBezTo>
                      <a:pt x="46" y="246"/>
                      <a:pt x="49" y="250"/>
                      <a:pt x="53" y="254"/>
                    </a:cubicBezTo>
                    <a:cubicBezTo>
                      <a:pt x="56" y="258"/>
                      <a:pt x="60" y="262"/>
                      <a:pt x="64" y="266"/>
                    </a:cubicBezTo>
                    <a:cubicBezTo>
                      <a:pt x="68" y="270"/>
                      <a:pt x="73" y="273"/>
                      <a:pt x="77" y="276"/>
                    </a:cubicBezTo>
                    <a:cubicBezTo>
                      <a:pt x="82" y="279"/>
                      <a:pt x="82" y="288"/>
                      <a:pt x="78" y="292"/>
                    </a:cubicBezTo>
                    <a:cubicBezTo>
                      <a:pt x="76" y="295"/>
                      <a:pt x="73" y="296"/>
                      <a:pt x="70" y="296"/>
                    </a:cubicBezTo>
                    <a:cubicBezTo>
                      <a:pt x="67" y="296"/>
                      <a:pt x="65" y="295"/>
                      <a:pt x="63" y="29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0" name="Google Shape;550;p5"/>
              <p:cNvSpPr/>
              <p:nvPr/>
            </p:nvSpPr>
            <p:spPr>
              <a:xfrm>
                <a:off x="834480" y="1267920"/>
                <a:ext cx="33480" cy="46080"/>
              </a:xfrm>
              <a:custGeom>
                <a:avLst/>
                <a:gdLst/>
                <a:ahLst/>
                <a:cxnLst/>
                <a:rect l="l" t="t" r="r" b="b"/>
                <a:pathLst>
                  <a:path w="93" h="128" extrusionOk="0">
                    <a:moveTo>
                      <a:pt x="71" y="125"/>
                    </a:moveTo>
                    <a:cubicBezTo>
                      <a:pt x="64" y="118"/>
                      <a:pt x="56" y="111"/>
                      <a:pt x="49" y="103"/>
                    </a:cubicBezTo>
                    <a:cubicBezTo>
                      <a:pt x="46" y="100"/>
                      <a:pt x="42" y="96"/>
                      <a:pt x="39" y="93"/>
                    </a:cubicBezTo>
                    <a:cubicBezTo>
                      <a:pt x="36" y="89"/>
                      <a:pt x="33" y="85"/>
                      <a:pt x="31" y="82"/>
                    </a:cubicBezTo>
                    <a:cubicBezTo>
                      <a:pt x="28" y="78"/>
                      <a:pt x="25" y="74"/>
                      <a:pt x="22" y="70"/>
                    </a:cubicBezTo>
                    <a:cubicBezTo>
                      <a:pt x="17" y="61"/>
                      <a:pt x="11" y="51"/>
                      <a:pt x="7" y="41"/>
                    </a:cubicBezTo>
                    <a:cubicBezTo>
                      <a:pt x="3" y="31"/>
                      <a:pt x="0" y="19"/>
                      <a:pt x="5" y="9"/>
                    </a:cubicBezTo>
                    <a:cubicBezTo>
                      <a:pt x="7" y="5"/>
                      <a:pt x="11" y="1"/>
                      <a:pt x="15" y="0"/>
                    </a:cubicBezTo>
                    <a:cubicBezTo>
                      <a:pt x="19" y="0"/>
                      <a:pt x="22" y="0"/>
                      <a:pt x="26" y="1"/>
                    </a:cubicBezTo>
                    <a:cubicBezTo>
                      <a:pt x="33" y="2"/>
                      <a:pt x="38" y="8"/>
                      <a:pt x="37" y="15"/>
                    </a:cubicBezTo>
                    <a:cubicBezTo>
                      <a:pt x="36" y="20"/>
                      <a:pt x="32" y="24"/>
                      <a:pt x="28" y="25"/>
                    </a:cubicBezTo>
                    <a:cubicBezTo>
                      <a:pt x="28" y="27"/>
                      <a:pt x="29" y="29"/>
                      <a:pt x="29" y="31"/>
                    </a:cubicBezTo>
                    <a:cubicBezTo>
                      <a:pt x="31" y="35"/>
                      <a:pt x="32" y="38"/>
                      <a:pt x="33" y="42"/>
                    </a:cubicBezTo>
                    <a:cubicBezTo>
                      <a:pt x="36" y="46"/>
                      <a:pt x="39" y="51"/>
                      <a:pt x="42" y="56"/>
                    </a:cubicBezTo>
                    <a:cubicBezTo>
                      <a:pt x="46" y="63"/>
                      <a:pt x="51" y="70"/>
                      <a:pt x="56" y="77"/>
                    </a:cubicBezTo>
                    <a:cubicBezTo>
                      <a:pt x="59" y="81"/>
                      <a:pt x="62" y="84"/>
                      <a:pt x="66" y="87"/>
                    </a:cubicBezTo>
                    <a:cubicBezTo>
                      <a:pt x="69" y="91"/>
                      <a:pt x="73" y="95"/>
                      <a:pt x="77" y="98"/>
                    </a:cubicBezTo>
                    <a:cubicBezTo>
                      <a:pt x="80" y="101"/>
                      <a:pt x="83" y="104"/>
                      <a:pt x="86" y="107"/>
                    </a:cubicBezTo>
                    <a:cubicBezTo>
                      <a:pt x="91" y="111"/>
                      <a:pt x="92" y="118"/>
                      <a:pt x="88" y="123"/>
                    </a:cubicBezTo>
                    <a:cubicBezTo>
                      <a:pt x="86" y="126"/>
                      <a:pt x="82" y="127"/>
                      <a:pt x="78" y="127"/>
                    </a:cubicBezTo>
                    <a:cubicBezTo>
                      <a:pt x="76" y="127"/>
                      <a:pt x="74" y="127"/>
                      <a:pt x="71" y="1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1" name="Google Shape;551;p5"/>
              <p:cNvSpPr/>
              <p:nvPr/>
            </p:nvSpPr>
            <p:spPr>
              <a:xfrm>
                <a:off x="825840" y="1260000"/>
                <a:ext cx="55080" cy="6840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90" extrusionOk="0">
                    <a:moveTo>
                      <a:pt x="7" y="187"/>
                    </a:moveTo>
                    <a:cubicBezTo>
                      <a:pt x="2" y="184"/>
                      <a:pt x="0" y="176"/>
                      <a:pt x="3" y="171"/>
                    </a:cubicBezTo>
                    <a:cubicBezTo>
                      <a:pt x="18" y="148"/>
                      <a:pt x="35" y="126"/>
                      <a:pt x="50" y="103"/>
                    </a:cubicBezTo>
                    <a:cubicBezTo>
                      <a:pt x="56" y="94"/>
                      <a:pt x="63" y="84"/>
                      <a:pt x="69" y="74"/>
                    </a:cubicBezTo>
                    <a:cubicBezTo>
                      <a:pt x="76" y="63"/>
                      <a:pt x="83" y="51"/>
                      <a:pt x="91" y="40"/>
                    </a:cubicBezTo>
                    <a:cubicBezTo>
                      <a:pt x="95" y="34"/>
                      <a:pt x="100" y="28"/>
                      <a:pt x="105" y="22"/>
                    </a:cubicBezTo>
                    <a:cubicBezTo>
                      <a:pt x="110" y="15"/>
                      <a:pt x="116" y="9"/>
                      <a:pt x="123" y="4"/>
                    </a:cubicBezTo>
                    <a:cubicBezTo>
                      <a:pt x="128" y="1"/>
                      <a:pt x="133" y="0"/>
                      <a:pt x="140" y="1"/>
                    </a:cubicBezTo>
                    <a:cubicBezTo>
                      <a:pt x="147" y="2"/>
                      <a:pt x="152" y="9"/>
                      <a:pt x="150" y="17"/>
                    </a:cubicBezTo>
                    <a:cubicBezTo>
                      <a:pt x="148" y="23"/>
                      <a:pt x="142" y="27"/>
                      <a:pt x="136" y="25"/>
                    </a:cubicBezTo>
                    <a:cubicBezTo>
                      <a:pt x="136" y="26"/>
                      <a:pt x="135" y="27"/>
                      <a:pt x="134" y="27"/>
                    </a:cubicBezTo>
                    <a:cubicBezTo>
                      <a:pt x="133" y="28"/>
                      <a:pt x="131" y="29"/>
                      <a:pt x="130" y="30"/>
                    </a:cubicBezTo>
                    <a:cubicBezTo>
                      <a:pt x="129" y="31"/>
                      <a:pt x="127" y="32"/>
                      <a:pt x="126" y="34"/>
                    </a:cubicBezTo>
                    <a:cubicBezTo>
                      <a:pt x="119" y="41"/>
                      <a:pt x="113" y="49"/>
                      <a:pt x="108" y="56"/>
                    </a:cubicBezTo>
                    <a:cubicBezTo>
                      <a:pt x="94" y="77"/>
                      <a:pt x="81" y="97"/>
                      <a:pt x="67" y="117"/>
                    </a:cubicBezTo>
                    <a:cubicBezTo>
                      <a:pt x="52" y="140"/>
                      <a:pt x="36" y="161"/>
                      <a:pt x="23" y="183"/>
                    </a:cubicBezTo>
                    <a:cubicBezTo>
                      <a:pt x="21" y="187"/>
                      <a:pt x="17" y="189"/>
                      <a:pt x="13" y="189"/>
                    </a:cubicBezTo>
                    <a:cubicBezTo>
                      <a:pt x="11" y="189"/>
                      <a:pt x="9" y="189"/>
                      <a:pt x="7" y="1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" name="Google Shape;552;p5"/>
              <p:cNvSpPr/>
              <p:nvPr/>
            </p:nvSpPr>
            <p:spPr>
              <a:xfrm>
                <a:off x="882720" y="1287000"/>
                <a:ext cx="48600" cy="17280"/>
              </a:xfrm>
              <a:custGeom>
                <a:avLst/>
                <a:gdLst/>
                <a:ahLst/>
                <a:cxnLst/>
                <a:rect l="l" t="t" r="r" b="b"/>
                <a:pathLst>
                  <a:path w="135" h="48" extrusionOk="0">
                    <a:moveTo>
                      <a:pt x="13" y="46"/>
                    </a:moveTo>
                    <a:cubicBezTo>
                      <a:pt x="5" y="45"/>
                      <a:pt x="0" y="38"/>
                      <a:pt x="2" y="31"/>
                    </a:cubicBezTo>
                    <a:cubicBezTo>
                      <a:pt x="5" y="24"/>
                      <a:pt x="12" y="20"/>
                      <a:pt x="19" y="22"/>
                    </a:cubicBezTo>
                    <a:lnTo>
                      <a:pt x="20" y="22"/>
                    </a:lnTo>
                    <a:cubicBezTo>
                      <a:pt x="32" y="21"/>
                      <a:pt x="45" y="18"/>
                      <a:pt x="58" y="17"/>
                    </a:cubicBezTo>
                    <a:cubicBezTo>
                      <a:pt x="67" y="14"/>
                      <a:pt x="77" y="13"/>
                      <a:pt x="86" y="10"/>
                    </a:cubicBezTo>
                    <a:cubicBezTo>
                      <a:pt x="97" y="8"/>
                      <a:pt x="108" y="5"/>
                      <a:pt x="118" y="1"/>
                    </a:cubicBezTo>
                    <a:cubicBezTo>
                      <a:pt x="124" y="0"/>
                      <a:pt x="130" y="4"/>
                      <a:pt x="132" y="10"/>
                    </a:cubicBezTo>
                    <a:cubicBezTo>
                      <a:pt x="134" y="17"/>
                      <a:pt x="130" y="22"/>
                      <a:pt x="124" y="24"/>
                    </a:cubicBezTo>
                    <a:cubicBezTo>
                      <a:pt x="106" y="29"/>
                      <a:pt x="88" y="34"/>
                      <a:pt x="70" y="38"/>
                    </a:cubicBezTo>
                    <a:cubicBezTo>
                      <a:pt x="62" y="39"/>
                      <a:pt x="54" y="41"/>
                      <a:pt x="45" y="43"/>
                    </a:cubicBezTo>
                    <a:cubicBezTo>
                      <a:pt x="41" y="43"/>
                      <a:pt x="36" y="45"/>
                      <a:pt x="32" y="45"/>
                    </a:cubicBezTo>
                    <a:cubicBezTo>
                      <a:pt x="27" y="46"/>
                      <a:pt x="23" y="47"/>
                      <a:pt x="18" y="47"/>
                    </a:cubicBezTo>
                    <a:cubicBezTo>
                      <a:pt x="16" y="47"/>
                      <a:pt x="14" y="47"/>
                      <a:pt x="13" y="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" name="Google Shape;553;p5"/>
              <p:cNvSpPr/>
              <p:nvPr/>
            </p:nvSpPr>
            <p:spPr>
              <a:xfrm>
                <a:off x="907920" y="1267560"/>
                <a:ext cx="12600" cy="45720"/>
              </a:xfrm>
              <a:custGeom>
                <a:avLst/>
                <a:gdLst/>
                <a:ahLst/>
                <a:cxnLst/>
                <a:rect l="l" t="t" r="r" b="b"/>
                <a:pathLst>
                  <a:path w="35" h="127" extrusionOk="0">
                    <a:moveTo>
                      <a:pt x="10" y="117"/>
                    </a:moveTo>
                    <a:cubicBezTo>
                      <a:pt x="7" y="106"/>
                      <a:pt x="5" y="95"/>
                      <a:pt x="3" y="84"/>
                    </a:cubicBezTo>
                    <a:cubicBezTo>
                      <a:pt x="0" y="72"/>
                      <a:pt x="0" y="59"/>
                      <a:pt x="1" y="47"/>
                    </a:cubicBezTo>
                    <a:cubicBezTo>
                      <a:pt x="2" y="34"/>
                      <a:pt x="5" y="22"/>
                      <a:pt x="8" y="10"/>
                    </a:cubicBezTo>
                    <a:cubicBezTo>
                      <a:pt x="10" y="4"/>
                      <a:pt x="17" y="0"/>
                      <a:pt x="24" y="1"/>
                    </a:cubicBezTo>
                    <a:cubicBezTo>
                      <a:pt x="30" y="3"/>
                      <a:pt x="34" y="11"/>
                      <a:pt x="32" y="17"/>
                    </a:cubicBezTo>
                    <a:cubicBezTo>
                      <a:pt x="30" y="23"/>
                      <a:pt x="29" y="29"/>
                      <a:pt x="28" y="36"/>
                    </a:cubicBezTo>
                    <a:cubicBezTo>
                      <a:pt x="26" y="41"/>
                      <a:pt x="26" y="47"/>
                      <a:pt x="25" y="53"/>
                    </a:cubicBezTo>
                    <a:cubicBezTo>
                      <a:pt x="25" y="53"/>
                      <a:pt x="25" y="52"/>
                      <a:pt x="25" y="51"/>
                    </a:cubicBezTo>
                    <a:cubicBezTo>
                      <a:pt x="25" y="57"/>
                      <a:pt x="25" y="64"/>
                      <a:pt x="25" y="69"/>
                    </a:cubicBezTo>
                    <a:cubicBezTo>
                      <a:pt x="26" y="82"/>
                      <a:pt x="28" y="93"/>
                      <a:pt x="30" y="106"/>
                    </a:cubicBezTo>
                    <a:cubicBezTo>
                      <a:pt x="30" y="107"/>
                      <a:pt x="31" y="110"/>
                      <a:pt x="32" y="111"/>
                    </a:cubicBezTo>
                    <a:cubicBezTo>
                      <a:pt x="33" y="118"/>
                      <a:pt x="29" y="124"/>
                      <a:pt x="24" y="125"/>
                    </a:cubicBezTo>
                    <a:cubicBezTo>
                      <a:pt x="22" y="125"/>
                      <a:pt x="21" y="126"/>
                      <a:pt x="21" y="126"/>
                    </a:cubicBezTo>
                    <a:cubicBezTo>
                      <a:pt x="15" y="126"/>
                      <a:pt x="11" y="122"/>
                      <a:pt x="10" y="1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" name="Google Shape;554;p5"/>
              <p:cNvSpPr/>
              <p:nvPr/>
            </p:nvSpPr>
            <p:spPr>
              <a:xfrm>
                <a:off x="940680" y="1257480"/>
                <a:ext cx="41040" cy="6876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91" extrusionOk="0">
                    <a:moveTo>
                      <a:pt x="14" y="178"/>
                    </a:moveTo>
                    <a:cubicBezTo>
                      <a:pt x="13" y="171"/>
                      <a:pt x="19" y="165"/>
                      <a:pt x="25" y="164"/>
                    </a:cubicBezTo>
                    <a:cubicBezTo>
                      <a:pt x="28" y="164"/>
                      <a:pt x="30" y="164"/>
                      <a:pt x="33" y="163"/>
                    </a:cubicBezTo>
                    <a:cubicBezTo>
                      <a:pt x="40" y="162"/>
                      <a:pt x="47" y="160"/>
                      <a:pt x="54" y="158"/>
                    </a:cubicBezTo>
                    <a:cubicBezTo>
                      <a:pt x="58" y="157"/>
                      <a:pt x="62" y="155"/>
                      <a:pt x="67" y="153"/>
                    </a:cubicBezTo>
                    <a:cubicBezTo>
                      <a:pt x="69" y="152"/>
                      <a:pt x="72" y="150"/>
                      <a:pt x="75" y="149"/>
                    </a:cubicBezTo>
                    <a:cubicBezTo>
                      <a:pt x="78" y="147"/>
                      <a:pt x="81" y="145"/>
                      <a:pt x="83" y="142"/>
                    </a:cubicBezTo>
                    <a:cubicBezTo>
                      <a:pt x="85" y="142"/>
                      <a:pt x="86" y="141"/>
                      <a:pt x="87" y="139"/>
                    </a:cubicBezTo>
                    <a:lnTo>
                      <a:pt x="87" y="138"/>
                    </a:lnTo>
                    <a:cubicBezTo>
                      <a:pt x="87" y="139"/>
                      <a:pt x="87" y="139"/>
                      <a:pt x="87" y="139"/>
                    </a:cubicBezTo>
                    <a:lnTo>
                      <a:pt x="86" y="140"/>
                    </a:lnTo>
                    <a:cubicBezTo>
                      <a:pt x="87" y="139"/>
                      <a:pt x="87" y="138"/>
                      <a:pt x="88" y="138"/>
                    </a:cubicBezTo>
                    <a:cubicBezTo>
                      <a:pt x="88" y="137"/>
                      <a:pt x="89" y="136"/>
                      <a:pt x="89" y="136"/>
                    </a:cubicBezTo>
                    <a:cubicBezTo>
                      <a:pt x="89" y="135"/>
                      <a:pt x="89" y="135"/>
                      <a:pt x="89" y="135"/>
                    </a:cubicBezTo>
                    <a:lnTo>
                      <a:pt x="89" y="134"/>
                    </a:lnTo>
                    <a:cubicBezTo>
                      <a:pt x="89" y="134"/>
                      <a:pt x="89" y="133"/>
                      <a:pt x="89" y="132"/>
                    </a:cubicBezTo>
                    <a:lnTo>
                      <a:pt x="89" y="131"/>
                    </a:lnTo>
                    <a:cubicBezTo>
                      <a:pt x="89" y="130"/>
                      <a:pt x="89" y="129"/>
                      <a:pt x="89" y="129"/>
                    </a:cubicBezTo>
                    <a:lnTo>
                      <a:pt x="88" y="128"/>
                    </a:lnTo>
                    <a:cubicBezTo>
                      <a:pt x="87" y="127"/>
                      <a:pt x="87" y="125"/>
                      <a:pt x="86" y="124"/>
                    </a:cubicBezTo>
                    <a:cubicBezTo>
                      <a:pt x="86" y="125"/>
                      <a:pt x="87" y="125"/>
                      <a:pt x="87" y="126"/>
                    </a:cubicBezTo>
                    <a:cubicBezTo>
                      <a:pt x="86" y="124"/>
                      <a:pt x="84" y="122"/>
                      <a:pt x="83" y="120"/>
                    </a:cubicBezTo>
                    <a:cubicBezTo>
                      <a:pt x="81" y="118"/>
                      <a:pt x="79" y="116"/>
                      <a:pt x="77" y="114"/>
                    </a:cubicBezTo>
                    <a:cubicBezTo>
                      <a:pt x="76" y="113"/>
                      <a:pt x="74" y="112"/>
                      <a:pt x="73" y="111"/>
                    </a:cubicBezTo>
                    <a:cubicBezTo>
                      <a:pt x="70" y="109"/>
                      <a:pt x="68" y="107"/>
                      <a:pt x="65" y="106"/>
                    </a:cubicBezTo>
                    <a:cubicBezTo>
                      <a:pt x="58" y="102"/>
                      <a:pt x="51" y="100"/>
                      <a:pt x="44" y="97"/>
                    </a:cubicBezTo>
                    <a:cubicBezTo>
                      <a:pt x="37" y="95"/>
                      <a:pt x="30" y="92"/>
                      <a:pt x="27" y="86"/>
                    </a:cubicBezTo>
                    <a:cubicBezTo>
                      <a:pt x="26" y="83"/>
                      <a:pt x="25" y="81"/>
                      <a:pt x="25" y="78"/>
                    </a:cubicBezTo>
                    <a:cubicBezTo>
                      <a:pt x="25" y="74"/>
                      <a:pt x="26" y="71"/>
                      <a:pt x="27" y="69"/>
                    </a:cubicBezTo>
                    <a:cubicBezTo>
                      <a:pt x="29" y="66"/>
                      <a:pt x="32" y="64"/>
                      <a:pt x="34" y="62"/>
                    </a:cubicBezTo>
                    <a:cubicBezTo>
                      <a:pt x="35" y="61"/>
                      <a:pt x="36" y="61"/>
                      <a:pt x="37" y="60"/>
                    </a:cubicBezTo>
                    <a:cubicBezTo>
                      <a:pt x="39" y="58"/>
                      <a:pt x="41" y="56"/>
                      <a:pt x="42" y="54"/>
                    </a:cubicBezTo>
                    <a:cubicBezTo>
                      <a:pt x="44" y="53"/>
                      <a:pt x="46" y="50"/>
                      <a:pt x="48" y="48"/>
                    </a:cubicBezTo>
                    <a:cubicBezTo>
                      <a:pt x="49" y="46"/>
                      <a:pt x="50" y="44"/>
                      <a:pt x="51" y="42"/>
                    </a:cubicBezTo>
                    <a:cubicBezTo>
                      <a:pt x="51" y="41"/>
                      <a:pt x="52" y="40"/>
                      <a:pt x="53" y="39"/>
                    </a:cubicBezTo>
                    <a:cubicBezTo>
                      <a:pt x="53" y="38"/>
                      <a:pt x="53" y="37"/>
                      <a:pt x="54" y="36"/>
                    </a:cubicBezTo>
                    <a:lnTo>
                      <a:pt x="54" y="35"/>
                    </a:lnTo>
                    <a:lnTo>
                      <a:pt x="54" y="34"/>
                    </a:lnTo>
                    <a:cubicBezTo>
                      <a:pt x="53" y="33"/>
                      <a:pt x="53" y="32"/>
                      <a:pt x="53" y="31"/>
                    </a:cubicBezTo>
                    <a:cubicBezTo>
                      <a:pt x="53" y="30"/>
                      <a:pt x="53" y="30"/>
                      <a:pt x="52" y="29"/>
                    </a:cubicBezTo>
                    <a:lnTo>
                      <a:pt x="51" y="28"/>
                    </a:lnTo>
                    <a:lnTo>
                      <a:pt x="51" y="27"/>
                    </a:lnTo>
                    <a:cubicBezTo>
                      <a:pt x="50" y="27"/>
                      <a:pt x="50" y="26"/>
                      <a:pt x="50" y="26"/>
                    </a:cubicBezTo>
                    <a:cubicBezTo>
                      <a:pt x="49" y="26"/>
                      <a:pt x="49" y="26"/>
                      <a:pt x="48" y="26"/>
                    </a:cubicBezTo>
                    <a:lnTo>
                      <a:pt x="49" y="26"/>
                    </a:lnTo>
                    <a:cubicBezTo>
                      <a:pt x="48" y="26"/>
                      <a:pt x="48" y="26"/>
                      <a:pt x="48" y="26"/>
                    </a:cubicBezTo>
                    <a:cubicBezTo>
                      <a:pt x="47" y="26"/>
                      <a:pt x="47" y="26"/>
                      <a:pt x="46" y="25"/>
                    </a:cubicBezTo>
                    <a:lnTo>
                      <a:pt x="44" y="25"/>
                    </a:lnTo>
                    <a:cubicBezTo>
                      <a:pt x="43" y="26"/>
                      <a:pt x="42" y="26"/>
                      <a:pt x="41" y="26"/>
                    </a:cubicBezTo>
                    <a:cubicBezTo>
                      <a:pt x="41" y="26"/>
                      <a:pt x="40" y="26"/>
                      <a:pt x="39" y="26"/>
                    </a:cubicBezTo>
                    <a:cubicBezTo>
                      <a:pt x="37" y="27"/>
                      <a:pt x="36" y="28"/>
                      <a:pt x="34" y="28"/>
                    </a:cubicBezTo>
                    <a:cubicBezTo>
                      <a:pt x="34" y="29"/>
                      <a:pt x="33" y="29"/>
                      <a:pt x="33" y="29"/>
                    </a:cubicBezTo>
                    <a:cubicBezTo>
                      <a:pt x="30" y="31"/>
                      <a:pt x="28" y="32"/>
                      <a:pt x="26" y="35"/>
                    </a:cubicBezTo>
                    <a:cubicBezTo>
                      <a:pt x="25" y="35"/>
                      <a:pt x="25" y="35"/>
                      <a:pt x="25" y="35"/>
                    </a:cubicBezTo>
                    <a:cubicBezTo>
                      <a:pt x="22" y="40"/>
                      <a:pt x="16" y="44"/>
                      <a:pt x="9" y="42"/>
                    </a:cubicBezTo>
                    <a:cubicBezTo>
                      <a:pt x="3" y="40"/>
                      <a:pt x="0" y="33"/>
                      <a:pt x="1" y="26"/>
                    </a:cubicBezTo>
                    <a:cubicBezTo>
                      <a:pt x="2" y="21"/>
                      <a:pt x="7" y="17"/>
                      <a:pt x="12" y="14"/>
                    </a:cubicBezTo>
                    <a:cubicBezTo>
                      <a:pt x="18" y="8"/>
                      <a:pt x="26" y="5"/>
                      <a:pt x="34" y="2"/>
                    </a:cubicBezTo>
                    <a:cubicBezTo>
                      <a:pt x="41" y="0"/>
                      <a:pt x="50" y="1"/>
                      <a:pt x="57" y="3"/>
                    </a:cubicBezTo>
                    <a:cubicBezTo>
                      <a:pt x="65" y="6"/>
                      <a:pt x="71" y="12"/>
                      <a:pt x="75" y="20"/>
                    </a:cubicBezTo>
                    <a:cubicBezTo>
                      <a:pt x="76" y="23"/>
                      <a:pt x="77" y="26"/>
                      <a:pt x="78" y="30"/>
                    </a:cubicBezTo>
                    <a:cubicBezTo>
                      <a:pt x="78" y="35"/>
                      <a:pt x="78" y="38"/>
                      <a:pt x="76" y="42"/>
                    </a:cubicBezTo>
                    <a:cubicBezTo>
                      <a:pt x="75" y="51"/>
                      <a:pt x="69" y="59"/>
                      <a:pt x="64" y="66"/>
                    </a:cubicBezTo>
                    <a:cubicBezTo>
                      <a:pt x="62" y="69"/>
                      <a:pt x="60" y="72"/>
                      <a:pt x="57" y="75"/>
                    </a:cubicBezTo>
                    <a:cubicBezTo>
                      <a:pt x="56" y="75"/>
                      <a:pt x="56" y="75"/>
                      <a:pt x="55" y="76"/>
                    </a:cubicBezTo>
                    <a:cubicBezTo>
                      <a:pt x="58" y="77"/>
                      <a:pt x="61" y="78"/>
                      <a:pt x="64" y="79"/>
                    </a:cubicBezTo>
                    <a:cubicBezTo>
                      <a:pt x="69" y="81"/>
                      <a:pt x="74" y="83"/>
                      <a:pt x="78" y="86"/>
                    </a:cubicBezTo>
                    <a:cubicBezTo>
                      <a:pt x="87" y="92"/>
                      <a:pt x="96" y="99"/>
                      <a:pt x="102" y="107"/>
                    </a:cubicBezTo>
                    <a:cubicBezTo>
                      <a:pt x="108" y="114"/>
                      <a:pt x="113" y="123"/>
                      <a:pt x="113" y="132"/>
                    </a:cubicBezTo>
                    <a:cubicBezTo>
                      <a:pt x="113" y="141"/>
                      <a:pt x="110" y="150"/>
                      <a:pt x="104" y="156"/>
                    </a:cubicBezTo>
                    <a:cubicBezTo>
                      <a:pt x="96" y="164"/>
                      <a:pt x="87" y="170"/>
                      <a:pt x="78" y="174"/>
                    </a:cubicBezTo>
                    <a:cubicBezTo>
                      <a:pt x="71" y="178"/>
                      <a:pt x="64" y="180"/>
                      <a:pt x="55" y="183"/>
                    </a:cubicBezTo>
                    <a:cubicBezTo>
                      <a:pt x="47" y="185"/>
                      <a:pt x="37" y="188"/>
                      <a:pt x="29" y="189"/>
                    </a:cubicBezTo>
                    <a:cubicBezTo>
                      <a:pt x="28" y="190"/>
                      <a:pt x="27" y="190"/>
                      <a:pt x="27" y="190"/>
                    </a:cubicBezTo>
                    <a:cubicBezTo>
                      <a:pt x="20" y="190"/>
                      <a:pt x="15" y="184"/>
                      <a:pt x="14" y="1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" name="Google Shape;555;p5"/>
              <p:cNvSpPr/>
              <p:nvPr/>
            </p:nvSpPr>
            <p:spPr>
              <a:xfrm>
                <a:off x="985320" y="1270800"/>
                <a:ext cx="43560" cy="10332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287" extrusionOk="0">
                    <a:moveTo>
                      <a:pt x="26" y="284"/>
                    </a:moveTo>
                    <a:cubicBezTo>
                      <a:pt x="18" y="281"/>
                      <a:pt x="12" y="275"/>
                      <a:pt x="7" y="268"/>
                    </a:cubicBezTo>
                    <a:cubicBezTo>
                      <a:pt x="3" y="262"/>
                      <a:pt x="0" y="254"/>
                      <a:pt x="0" y="246"/>
                    </a:cubicBezTo>
                    <a:cubicBezTo>
                      <a:pt x="0" y="236"/>
                      <a:pt x="3" y="227"/>
                      <a:pt x="7" y="218"/>
                    </a:cubicBezTo>
                    <a:cubicBezTo>
                      <a:pt x="12" y="206"/>
                      <a:pt x="21" y="195"/>
                      <a:pt x="29" y="185"/>
                    </a:cubicBezTo>
                    <a:cubicBezTo>
                      <a:pt x="35" y="178"/>
                      <a:pt x="40" y="172"/>
                      <a:pt x="46" y="165"/>
                    </a:cubicBezTo>
                    <a:cubicBezTo>
                      <a:pt x="50" y="161"/>
                      <a:pt x="57" y="160"/>
                      <a:pt x="61" y="164"/>
                    </a:cubicBezTo>
                    <a:cubicBezTo>
                      <a:pt x="66" y="168"/>
                      <a:pt x="67" y="175"/>
                      <a:pt x="63" y="180"/>
                    </a:cubicBezTo>
                    <a:cubicBezTo>
                      <a:pt x="54" y="190"/>
                      <a:pt x="44" y="201"/>
                      <a:pt x="36" y="213"/>
                    </a:cubicBezTo>
                    <a:cubicBezTo>
                      <a:pt x="34" y="216"/>
                      <a:pt x="32" y="220"/>
                      <a:pt x="31" y="222"/>
                    </a:cubicBezTo>
                    <a:cubicBezTo>
                      <a:pt x="29" y="225"/>
                      <a:pt x="28" y="228"/>
                      <a:pt x="27" y="231"/>
                    </a:cubicBezTo>
                    <a:cubicBezTo>
                      <a:pt x="26" y="234"/>
                      <a:pt x="25" y="236"/>
                      <a:pt x="25" y="238"/>
                    </a:cubicBezTo>
                    <a:cubicBezTo>
                      <a:pt x="25" y="240"/>
                      <a:pt x="24" y="242"/>
                      <a:pt x="24" y="243"/>
                    </a:cubicBezTo>
                    <a:cubicBezTo>
                      <a:pt x="24" y="244"/>
                      <a:pt x="24" y="245"/>
                      <a:pt x="24" y="246"/>
                    </a:cubicBezTo>
                    <a:lnTo>
                      <a:pt x="24" y="245"/>
                    </a:lnTo>
                    <a:cubicBezTo>
                      <a:pt x="24" y="246"/>
                      <a:pt x="24" y="247"/>
                      <a:pt x="25" y="247"/>
                    </a:cubicBezTo>
                    <a:cubicBezTo>
                      <a:pt x="25" y="249"/>
                      <a:pt x="25" y="250"/>
                      <a:pt x="25" y="251"/>
                    </a:cubicBezTo>
                    <a:cubicBezTo>
                      <a:pt x="25" y="252"/>
                      <a:pt x="26" y="252"/>
                      <a:pt x="26" y="253"/>
                    </a:cubicBezTo>
                    <a:cubicBezTo>
                      <a:pt x="26" y="254"/>
                      <a:pt x="27" y="255"/>
                      <a:pt x="28" y="256"/>
                    </a:cubicBezTo>
                    <a:cubicBezTo>
                      <a:pt x="28" y="256"/>
                      <a:pt x="28" y="257"/>
                      <a:pt x="29" y="257"/>
                    </a:cubicBezTo>
                    <a:cubicBezTo>
                      <a:pt x="29" y="258"/>
                      <a:pt x="29" y="258"/>
                      <a:pt x="30" y="259"/>
                    </a:cubicBezTo>
                    <a:lnTo>
                      <a:pt x="29" y="258"/>
                    </a:lnTo>
                    <a:lnTo>
                      <a:pt x="29" y="257"/>
                    </a:lnTo>
                    <a:lnTo>
                      <a:pt x="29" y="258"/>
                    </a:lnTo>
                    <a:lnTo>
                      <a:pt x="29" y="257"/>
                    </a:lnTo>
                    <a:lnTo>
                      <a:pt x="29" y="258"/>
                    </a:lnTo>
                    <a:lnTo>
                      <a:pt x="29" y="259"/>
                    </a:lnTo>
                    <a:cubicBezTo>
                      <a:pt x="29" y="258"/>
                      <a:pt x="29" y="258"/>
                      <a:pt x="29" y="258"/>
                    </a:cubicBezTo>
                    <a:cubicBezTo>
                      <a:pt x="30" y="259"/>
                      <a:pt x="31" y="259"/>
                      <a:pt x="32" y="260"/>
                    </a:cubicBezTo>
                    <a:cubicBezTo>
                      <a:pt x="31" y="260"/>
                      <a:pt x="31" y="259"/>
                      <a:pt x="31" y="259"/>
                    </a:cubicBezTo>
                    <a:cubicBezTo>
                      <a:pt x="31" y="260"/>
                      <a:pt x="32" y="260"/>
                      <a:pt x="33" y="261"/>
                    </a:cubicBezTo>
                    <a:cubicBezTo>
                      <a:pt x="34" y="261"/>
                      <a:pt x="34" y="261"/>
                      <a:pt x="35" y="261"/>
                    </a:cubicBezTo>
                    <a:lnTo>
                      <a:pt x="36" y="262"/>
                    </a:lnTo>
                    <a:lnTo>
                      <a:pt x="37" y="262"/>
                    </a:lnTo>
                    <a:cubicBezTo>
                      <a:pt x="36" y="262"/>
                      <a:pt x="36" y="262"/>
                      <a:pt x="36" y="262"/>
                    </a:cubicBezTo>
                    <a:cubicBezTo>
                      <a:pt x="37" y="262"/>
                      <a:pt x="37" y="262"/>
                      <a:pt x="37" y="262"/>
                    </a:cubicBezTo>
                    <a:cubicBezTo>
                      <a:pt x="38" y="262"/>
                      <a:pt x="38" y="262"/>
                      <a:pt x="38" y="262"/>
                    </a:cubicBezTo>
                    <a:cubicBezTo>
                      <a:pt x="39" y="262"/>
                      <a:pt x="39" y="261"/>
                      <a:pt x="40" y="261"/>
                    </a:cubicBezTo>
                    <a:cubicBezTo>
                      <a:pt x="39" y="261"/>
                      <a:pt x="39" y="261"/>
                      <a:pt x="39" y="261"/>
                    </a:cubicBezTo>
                    <a:lnTo>
                      <a:pt x="40" y="261"/>
                    </a:lnTo>
                    <a:lnTo>
                      <a:pt x="41" y="261"/>
                    </a:lnTo>
                    <a:cubicBezTo>
                      <a:pt x="40" y="261"/>
                      <a:pt x="40" y="261"/>
                      <a:pt x="40" y="261"/>
                    </a:cubicBezTo>
                    <a:cubicBezTo>
                      <a:pt x="41" y="261"/>
                      <a:pt x="42" y="261"/>
                      <a:pt x="43" y="260"/>
                    </a:cubicBezTo>
                    <a:cubicBezTo>
                      <a:pt x="42" y="260"/>
                      <a:pt x="42" y="261"/>
                      <a:pt x="42" y="261"/>
                    </a:cubicBezTo>
                    <a:cubicBezTo>
                      <a:pt x="43" y="260"/>
                      <a:pt x="44" y="260"/>
                      <a:pt x="45" y="259"/>
                    </a:cubicBezTo>
                    <a:lnTo>
                      <a:pt x="46" y="259"/>
                    </a:lnTo>
                    <a:lnTo>
                      <a:pt x="46" y="258"/>
                    </a:lnTo>
                    <a:cubicBezTo>
                      <a:pt x="48" y="256"/>
                      <a:pt x="49" y="254"/>
                      <a:pt x="51" y="253"/>
                    </a:cubicBezTo>
                    <a:cubicBezTo>
                      <a:pt x="52" y="250"/>
                      <a:pt x="53" y="248"/>
                      <a:pt x="55" y="246"/>
                    </a:cubicBezTo>
                    <a:cubicBezTo>
                      <a:pt x="56" y="243"/>
                      <a:pt x="57" y="240"/>
                      <a:pt x="58" y="238"/>
                    </a:cubicBezTo>
                    <a:lnTo>
                      <a:pt x="58" y="239"/>
                    </a:lnTo>
                    <a:cubicBezTo>
                      <a:pt x="60" y="233"/>
                      <a:pt x="61" y="228"/>
                      <a:pt x="63" y="222"/>
                    </a:cubicBezTo>
                    <a:cubicBezTo>
                      <a:pt x="65" y="210"/>
                      <a:pt x="67" y="199"/>
                      <a:pt x="68" y="187"/>
                    </a:cubicBezTo>
                    <a:cubicBezTo>
                      <a:pt x="70" y="173"/>
                      <a:pt x="71" y="160"/>
                      <a:pt x="72" y="147"/>
                    </a:cubicBezTo>
                    <a:cubicBezTo>
                      <a:pt x="72" y="143"/>
                      <a:pt x="73" y="139"/>
                      <a:pt x="73" y="134"/>
                    </a:cubicBezTo>
                    <a:cubicBezTo>
                      <a:pt x="71" y="137"/>
                      <a:pt x="69" y="139"/>
                      <a:pt x="67" y="140"/>
                    </a:cubicBezTo>
                    <a:cubicBezTo>
                      <a:pt x="61" y="145"/>
                      <a:pt x="53" y="150"/>
                      <a:pt x="44" y="148"/>
                    </a:cubicBezTo>
                    <a:cubicBezTo>
                      <a:pt x="38" y="148"/>
                      <a:pt x="32" y="144"/>
                      <a:pt x="29" y="139"/>
                    </a:cubicBezTo>
                    <a:cubicBezTo>
                      <a:pt x="26" y="132"/>
                      <a:pt x="26" y="126"/>
                      <a:pt x="25" y="119"/>
                    </a:cubicBezTo>
                    <a:cubicBezTo>
                      <a:pt x="23" y="106"/>
                      <a:pt x="22" y="93"/>
                      <a:pt x="22" y="80"/>
                    </a:cubicBezTo>
                    <a:cubicBezTo>
                      <a:pt x="22" y="71"/>
                      <a:pt x="22" y="62"/>
                      <a:pt x="23" y="53"/>
                    </a:cubicBezTo>
                    <a:cubicBezTo>
                      <a:pt x="24" y="39"/>
                      <a:pt x="27" y="26"/>
                      <a:pt x="33" y="14"/>
                    </a:cubicBezTo>
                    <a:cubicBezTo>
                      <a:pt x="35" y="9"/>
                      <a:pt x="39" y="5"/>
                      <a:pt x="44" y="3"/>
                    </a:cubicBezTo>
                    <a:cubicBezTo>
                      <a:pt x="49" y="0"/>
                      <a:pt x="54" y="0"/>
                      <a:pt x="60" y="3"/>
                    </a:cubicBezTo>
                    <a:cubicBezTo>
                      <a:pt x="63" y="4"/>
                      <a:pt x="65" y="7"/>
                      <a:pt x="68" y="10"/>
                    </a:cubicBezTo>
                    <a:cubicBezTo>
                      <a:pt x="70" y="12"/>
                      <a:pt x="71" y="13"/>
                      <a:pt x="73" y="15"/>
                    </a:cubicBezTo>
                    <a:cubicBezTo>
                      <a:pt x="78" y="20"/>
                      <a:pt x="78" y="28"/>
                      <a:pt x="72" y="33"/>
                    </a:cubicBezTo>
                    <a:cubicBezTo>
                      <a:pt x="67" y="38"/>
                      <a:pt x="58" y="37"/>
                      <a:pt x="54" y="31"/>
                    </a:cubicBezTo>
                    <a:cubicBezTo>
                      <a:pt x="53" y="31"/>
                      <a:pt x="53" y="30"/>
                      <a:pt x="52" y="30"/>
                    </a:cubicBezTo>
                    <a:cubicBezTo>
                      <a:pt x="52" y="30"/>
                      <a:pt x="51" y="31"/>
                      <a:pt x="51" y="32"/>
                    </a:cubicBezTo>
                    <a:cubicBezTo>
                      <a:pt x="50" y="37"/>
                      <a:pt x="49" y="42"/>
                      <a:pt x="47" y="46"/>
                    </a:cubicBezTo>
                    <a:cubicBezTo>
                      <a:pt x="46" y="51"/>
                      <a:pt x="46" y="56"/>
                      <a:pt x="45" y="60"/>
                    </a:cubicBezTo>
                    <a:lnTo>
                      <a:pt x="45" y="59"/>
                    </a:lnTo>
                    <a:cubicBezTo>
                      <a:pt x="44" y="72"/>
                      <a:pt x="44" y="85"/>
                      <a:pt x="45" y="98"/>
                    </a:cubicBezTo>
                    <a:lnTo>
                      <a:pt x="45" y="97"/>
                    </a:lnTo>
                    <a:cubicBezTo>
                      <a:pt x="46" y="104"/>
                      <a:pt x="47" y="110"/>
                      <a:pt x="47" y="116"/>
                    </a:cubicBezTo>
                    <a:cubicBezTo>
                      <a:pt x="48" y="119"/>
                      <a:pt x="49" y="121"/>
                      <a:pt x="49" y="123"/>
                    </a:cubicBezTo>
                    <a:lnTo>
                      <a:pt x="50" y="123"/>
                    </a:lnTo>
                    <a:lnTo>
                      <a:pt x="51" y="122"/>
                    </a:lnTo>
                    <a:cubicBezTo>
                      <a:pt x="52" y="122"/>
                      <a:pt x="53" y="121"/>
                      <a:pt x="53" y="121"/>
                    </a:cubicBezTo>
                    <a:cubicBezTo>
                      <a:pt x="55" y="119"/>
                      <a:pt x="56" y="118"/>
                      <a:pt x="58" y="116"/>
                    </a:cubicBezTo>
                    <a:cubicBezTo>
                      <a:pt x="60" y="115"/>
                      <a:pt x="61" y="113"/>
                      <a:pt x="62" y="111"/>
                    </a:cubicBezTo>
                    <a:cubicBezTo>
                      <a:pt x="67" y="104"/>
                      <a:pt x="72" y="96"/>
                      <a:pt x="77" y="88"/>
                    </a:cubicBezTo>
                    <a:cubicBezTo>
                      <a:pt x="81" y="80"/>
                      <a:pt x="85" y="71"/>
                      <a:pt x="88" y="62"/>
                    </a:cubicBezTo>
                    <a:cubicBezTo>
                      <a:pt x="89" y="61"/>
                      <a:pt x="89" y="60"/>
                      <a:pt x="89" y="59"/>
                    </a:cubicBezTo>
                    <a:cubicBezTo>
                      <a:pt x="91" y="53"/>
                      <a:pt x="93" y="47"/>
                      <a:pt x="96" y="41"/>
                    </a:cubicBezTo>
                    <a:cubicBezTo>
                      <a:pt x="98" y="36"/>
                      <a:pt x="104" y="33"/>
                      <a:pt x="110" y="35"/>
                    </a:cubicBezTo>
                    <a:cubicBezTo>
                      <a:pt x="116" y="37"/>
                      <a:pt x="120" y="44"/>
                      <a:pt x="118" y="49"/>
                    </a:cubicBezTo>
                    <a:cubicBezTo>
                      <a:pt x="116" y="55"/>
                      <a:pt x="114" y="60"/>
                      <a:pt x="112" y="65"/>
                    </a:cubicBezTo>
                    <a:cubicBezTo>
                      <a:pt x="111" y="67"/>
                      <a:pt x="111" y="69"/>
                      <a:pt x="110" y="70"/>
                    </a:cubicBezTo>
                    <a:cubicBezTo>
                      <a:pt x="110" y="70"/>
                      <a:pt x="110" y="69"/>
                      <a:pt x="111" y="69"/>
                    </a:cubicBezTo>
                    <a:cubicBezTo>
                      <a:pt x="109" y="74"/>
                      <a:pt x="107" y="79"/>
                      <a:pt x="106" y="84"/>
                    </a:cubicBezTo>
                    <a:cubicBezTo>
                      <a:pt x="105" y="90"/>
                      <a:pt x="103" y="96"/>
                      <a:pt x="102" y="102"/>
                    </a:cubicBezTo>
                    <a:cubicBezTo>
                      <a:pt x="99" y="114"/>
                      <a:pt x="97" y="126"/>
                      <a:pt x="96" y="138"/>
                    </a:cubicBezTo>
                    <a:cubicBezTo>
                      <a:pt x="95" y="151"/>
                      <a:pt x="93" y="164"/>
                      <a:pt x="92" y="176"/>
                    </a:cubicBezTo>
                    <a:cubicBezTo>
                      <a:pt x="91" y="189"/>
                      <a:pt x="89" y="203"/>
                      <a:pt x="86" y="215"/>
                    </a:cubicBezTo>
                    <a:cubicBezTo>
                      <a:pt x="84" y="227"/>
                      <a:pt x="82" y="239"/>
                      <a:pt x="78" y="250"/>
                    </a:cubicBezTo>
                    <a:cubicBezTo>
                      <a:pt x="75" y="257"/>
                      <a:pt x="71" y="264"/>
                      <a:pt x="67" y="270"/>
                    </a:cubicBezTo>
                    <a:cubicBezTo>
                      <a:pt x="65" y="273"/>
                      <a:pt x="63" y="276"/>
                      <a:pt x="59" y="278"/>
                    </a:cubicBezTo>
                    <a:cubicBezTo>
                      <a:pt x="56" y="281"/>
                      <a:pt x="52" y="282"/>
                      <a:pt x="49" y="284"/>
                    </a:cubicBezTo>
                    <a:cubicBezTo>
                      <a:pt x="45" y="285"/>
                      <a:pt x="42" y="286"/>
                      <a:pt x="39" y="286"/>
                    </a:cubicBezTo>
                    <a:cubicBezTo>
                      <a:pt x="38" y="286"/>
                      <a:pt x="37" y="286"/>
                      <a:pt x="37" y="286"/>
                    </a:cubicBezTo>
                    <a:cubicBezTo>
                      <a:pt x="33" y="286"/>
                      <a:pt x="30" y="285"/>
                      <a:pt x="26" y="28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" name="Google Shape;556;p5"/>
              <p:cNvSpPr/>
              <p:nvPr/>
            </p:nvSpPr>
            <p:spPr>
              <a:xfrm>
                <a:off x="1029240" y="1231560"/>
                <a:ext cx="25920" cy="125640"/>
              </a:xfrm>
              <a:custGeom>
                <a:avLst/>
                <a:gdLst/>
                <a:ahLst/>
                <a:cxnLst/>
                <a:rect l="l" t="t" r="r" b="b"/>
                <a:pathLst>
                  <a:path w="72" h="349" extrusionOk="0">
                    <a:moveTo>
                      <a:pt x="5" y="344"/>
                    </a:moveTo>
                    <a:cubicBezTo>
                      <a:pt x="0" y="340"/>
                      <a:pt x="1" y="332"/>
                      <a:pt x="5" y="328"/>
                    </a:cubicBezTo>
                    <a:cubicBezTo>
                      <a:pt x="6" y="326"/>
                      <a:pt x="8" y="325"/>
                      <a:pt x="9" y="324"/>
                    </a:cubicBezTo>
                    <a:cubicBezTo>
                      <a:pt x="10" y="322"/>
                      <a:pt x="12" y="320"/>
                      <a:pt x="13" y="318"/>
                    </a:cubicBezTo>
                    <a:cubicBezTo>
                      <a:pt x="16" y="316"/>
                      <a:pt x="17" y="313"/>
                      <a:pt x="19" y="310"/>
                    </a:cubicBezTo>
                    <a:cubicBezTo>
                      <a:pt x="24" y="304"/>
                      <a:pt x="28" y="297"/>
                      <a:pt x="31" y="291"/>
                    </a:cubicBezTo>
                    <a:cubicBezTo>
                      <a:pt x="33" y="287"/>
                      <a:pt x="36" y="282"/>
                      <a:pt x="37" y="278"/>
                    </a:cubicBezTo>
                    <a:cubicBezTo>
                      <a:pt x="40" y="270"/>
                      <a:pt x="42" y="262"/>
                      <a:pt x="44" y="253"/>
                    </a:cubicBezTo>
                    <a:cubicBezTo>
                      <a:pt x="46" y="242"/>
                      <a:pt x="48" y="231"/>
                      <a:pt x="49" y="219"/>
                    </a:cubicBezTo>
                    <a:cubicBezTo>
                      <a:pt x="50" y="206"/>
                      <a:pt x="50" y="193"/>
                      <a:pt x="49" y="180"/>
                    </a:cubicBezTo>
                    <a:cubicBezTo>
                      <a:pt x="48" y="174"/>
                      <a:pt x="48" y="168"/>
                      <a:pt x="47" y="161"/>
                    </a:cubicBezTo>
                    <a:cubicBezTo>
                      <a:pt x="47" y="157"/>
                      <a:pt x="45" y="151"/>
                      <a:pt x="45" y="147"/>
                    </a:cubicBezTo>
                    <a:cubicBezTo>
                      <a:pt x="44" y="141"/>
                      <a:pt x="43" y="137"/>
                      <a:pt x="41" y="132"/>
                    </a:cubicBezTo>
                    <a:cubicBezTo>
                      <a:pt x="40" y="126"/>
                      <a:pt x="39" y="122"/>
                      <a:pt x="37" y="117"/>
                    </a:cubicBezTo>
                    <a:cubicBezTo>
                      <a:pt x="36" y="108"/>
                      <a:pt x="33" y="100"/>
                      <a:pt x="30" y="91"/>
                    </a:cubicBezTo>
                    <a:cubicBezTo>
                      <a:pt x="26" y="80"/>
                      <a:pt x="22" y="69"/>
                      <a:pt x="19" y="58"/>
                    </a:cubicBezTo>
                    <a:cubicBezTo>
                      <a:pt x="17" y="54"/>
                      <a:pt x="16" y="50"/>
                      <a:pt x="15" y="46"/>
                    </a:cubicBezTo>
                    <a:cubicBezTo>
                      <a:pt x="12" y="38"/>
                      <a:pt x="10" y="30"/>
                      <a:pt x="9" y="22"/>
                    </a:cubicBezTo>
                    <a:cubicBezTo>
                      <a:pt x="9" y="16"/>
                      <a:pt x="9" y="10"/>
                      <a:pt x="13" y="6"/>
                    </a:cubicBezTo>
                    <a:cubicBezTo>
                      <a:pt x="16" y="2"/>
                      <a:pt x="22" y="0"/>
                      <a:pt x="27" y="2"/>
                    </a:cubicBezTo>
                    <a:cubicBezTo>
                      <a:pt x="33" y="3"/>
                      <a:pt x="37" y="11"/>
                      <a:pt x="36" y="17"/>
                    </a:cubicBezTo>
                    <a:cubicBezTo>
                      <a:pt x="35" y="19"/>
                      <a:pt x="34" y="20"/>
                      <a:pt x="34" y="21"/>
                    </a:cubicBezTo>
                    <a:cubicBezTo>
                      <a:pt x="34" y="23"/>
                      <a:pt x="34" y="24"/>
                      <a:pt x="34" y="26"/>
                    </a:cubicBezTo>
                    <a:cubicBezTo>
                      <a:pt x="41" y="55"/>
                      <a:pt x="52" y="82"/>
                      <a:pt x="58" y="111"/>
                    </a:cubicBezTo>
                    <a:cubicBezTo>
                      <a:pt x="62" y="123"/>
                      <a:pt x="65" y="136"/>
                      <a:pt x="67" y="150"/>
                    </a:cubicBezTo>
                    <a:cubicBezTo>
                      <a:pt x="70" y="168"/>
                      <a:pt x="71" y="186"/>
                      <a:pt x="70" y="204"/>
                    </a:cubicBezTo>
                    <a:cubicBezTo>
                      <a:pt x="70" y="220"/>
                      <a:pt x="69" y="236"/>
                      <a:pt x="66" y="251"/>
                    </a:cubicBezTo>
                    <a:cubicBezTo>
                      <a:pt x="63" y="267"/>
                      <a:pt x="59" y="281"/>
                      <a:pt x="53" y="296"/>
                    </a:cubicBezTo>
                    <a:cubicBezTo>
                      <a:pt x="48" y="307"/>
                      <a:pt x="42" y="317"/>
                      <a:pt x="35" y="327"/>
                    </a:cubicBezTo>
                    <a:cubicBezTo>
                      <a:pt x="31" y="333"/>
                      <a:pt x="26" y="339"/>
                      <a:pt x="21" y="344"/>
                    </a:cubicBezTo>
                    <a:cubicBezTo>
                      <a:pt x="19" y="347"/>
                      <a:pt x="16" y="348"/>
                      <a:pt x="13" y="348"/>
                    </a:cubicBezTo>
                    <a:cubicBezTo>
                      <a:pt x="10" y="348"/>
                      <a:pt x="7" y="347"/>
                      <a:pt x="5" y="3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" name="Google Shape;557;p5"/>
              <p:cNvSpPr/>
              <p:nvPr/>
            </p:nvSpPr>
            <p:spPr>
              <a:xfrm>
                <a:off x="1071360" y="1296000"/>
                <a:ext cx="84960" cy="120600"/>
              </a:xfrm>
              <a:custGeom>
                <a:avLst/>
                <a:gdLst/>
                <a:ahLst/>
                <a:cxnLst/>
                <a:rect l="l" t="t" r="r" b="b"/>
                <a:pathLst>
                  <a:path w="236" h="335" extrusionOk="0">
                    <a:moveTo>
                      <a:pt x="52" y="311"/>
                    </a:moveTo>
                    <a:lnTo>
                      <a:pt x="51" y="311"/>
                    </a:lnTo>
                    <a:cubicBezTo>
                      <a:pt x="52" y="311"/>
                      <a:pt x="53" y="311"/>
                      <a:pt x="54" y="310"/>
                    </a:cubicBezTo>
                    <a:cubicBezTo>
                      <a:pt x="56" y="310"/>
                      <a:pt x="57" y="310"/>
                      <a:pt x="58" y="310"/>
                    </a:cubicBezTo>
                    <a:cubicBezTo>
                      <a:pt x="60" y="309"/>
                      <a:pt x="61" y="308"/>
                      <a:pt x="63" y="307"/>
                    </a:cubicBezTo>
                    <a:cubicBezTo>
                      <a:pt x="64" y="307"/>
                      <a:pt x="65" y="306"/>
                      <a:pt x="66" y="306"/>
                    </a:cubicBezTo>
                    <a:cubicBezTo>
                      <a:pt x="71" y="303"/>
                      <a:pt x="74" y="300"/>
                      <a:pt x="78" y="297"/>
                    </a:cubicBezTo>
                    <a:cubicBezTo>
                      <a:pt x="78" y="298"/>
                      <a:pt x="77" y="298"/>
                      <a:pt x="76" y="298"/>
                    </a:cubicBezTo>
                    <a:cubicBezTo>
                      <a:pt x="81" y="294"/>
                      <a:pt x="85" y="290"/>
                      <a:pt x="89" y="286"/>
                    </a:cubicBezTo>
                    <a:cubicBezTo>
                      <a:pt x="98" y="275"/>
                      <a:pt x="106" y="264"/>
                      <a:pt x="114" y="254"/>
                    </a:cubicBezTo>
                    <a:cubicBezTo>
                      <a:pt x="113" y="254"/>
                      <a:pt x="113" y="254"/>
                      <a:pt x="113" y="255"/>
                    </a:cubicBezTo>
                    <a:cubicBezTo>
                      <a:pt x="114" y="253"/>
                      <a:pt x="115" y="250"/>
                      <a:pt x="117" y="248"/>
                    </a:cubicBezTo>
                    <a:cubicBezTo>
                      <a:pt x="113" y="249"/>
                      <a:pt x="109" y="247"/>
                      <a:pt x="106" y="244"/>
                    </a:cubicBezTo>
                    <a:cubicBezTo>
                      <a:pt x="101" y="240"/>
                      <a:pt x="102" y="234"/>
                      <a:pt x="104" y="229"/>
                    </a:cubicBezTo>
                    <a:cubicBezTo>
                      <a:pt x="104" y="229"/>
                      <a:pt x="103" y="230"/>
                      <a:pt x="103" y="231"/>
                    </a:cubicBezTo>
                    <a:cubicBezTo>
                      <a:pt x="104" y="229"/>
                      <a:pt x="104" y="226"/>
                      <a:pt x="104" y="225"/>
                    </a:cubicBezTo>
                    <a:cubicBezTo>
                      <a:pt x="105" y="223"/>
                      <a:pt x="105" y="222"/>
                      <a:pt x="105" y="220"/>
                    </a:cubicBezTo>
                    <a:lnTo>
                      <a:pt x="105" y="219"/>
                    </a:lnTo>
                    <a:cubicBezTo>
                      <a:pt x="105" y="218"/>
                      <a:pt x="105" y="218"/>
                      <a:pt x="105" y="217"/>
                    </a:cubicBezTo>
                    <a:cubicBezTo>
                      <a:pt x="105" y="217"/>
                      <a:pt x="104" y="216"/>
                      <a:pt x="104" y="215"/>
                    </a:cubicBezTo>
                    <a:lnTo>
                      <a:pt x="104" y="216"/>
                    </a:lnTo>
                    <a:cubicBezTo>
                      <a:pt x="104" y="215"/>
                      <a:pt x="104" y="215"/>
                      <a:pt x="104" y="215"/>
                    </a:cubicBezTo>
                    <a:cubicBezTo>
                      <a:pt x="104" y="214"/>
                      <a:pt x="103" y="214"/>
                      <a:pt x="103" y="214"/>
                    </a:cubicBezTo>
                    <a:cubicBezTo>
                      <a:pt x="103" y="213"/>
                      <a:pt x="102" y="212"/>
                      <a:pt x="101" y="212"/>
                    </a:cubicBezTo>
                    <a:lnTo>
                      <a:pt x="102" y="212"/>
                    </a:lnTo>
                    <a:lnTo>
                      <a:pt x="101" y="212"/>
                    </a:lnTo>
                    <a:cubicBezTo>
                      <a:pt x="102" y="212"/>
                      <a:pt x="102" y="212"/>
                      <a:pt x="102" y="212"/>
                    </a:cubicBezTo>
                    <a:lnTo>
                      <a:pt x="101" y="212"/>
                    </a:lnTo>
                    <a:cubicBezTo>
                      <a:pt x="100" y="211"/>
                      <a:pt x="100" y="211"/>
                      <a:pt x="100" y="211"/>
                    </a:cubicBezTo>
                    <a:cubicBezTo>
                      <a:pt x="99" y="211"/>
                      <a:pt x="99" y="210"/>
                      <a:pt x="98" y="210"/>
                    </a:cubicBezTo>
                    <a:cubicBezTo>
                      <a:pt x="97" y="210"/>
                      <a:pt x="97" y="210"/>
                      <a:pt x="96" y="210"/>
                    </a:cubicBezTo>
                    <a:cubicBezTo>
                      <a:pt x="94" y="209"/>
                      <a:pt x="92" y="209"/>
                      <a:pt x="90" y="209"/>
                    </a:cubicBezTo>
                    <a:cubicBezTo>
                      <a:pt x="89" y="208"/>
                      <a:pt x="87" y="208"/>
                      <a:pt x="85" y="209"/>
                    </a:cubicBezTo>
                    <a:cubicBezTo>
                      <a:pt x="82" y="209"/>
                      <a:pt x="79" y="209"/>
                      <a:pt x="76" y="210"/>
                    </a:cubicBezTo>
                    <a:cubicBezTo>
                      <a:pt x="76" y="210"/>
                      <a:pt x="77" y="210"/>
                      <a:pt x="78" y="210"/>
                    </a:cubicBezTo>
                    <a:cubicBezTo>
                      <a:pt x="76" y="210"/>
                      <a:pt x="75" y="210"/>
                      <a:pt x="74" y="210"/>
                    </a:cubicBezTo>
                    <a:cubicBezTo>
                      <a:pt x="72" y="211"/>
                      <a:pt x="70" y="212"/>
                      <a:pt x="68" y="212"/>
                    </a:cubicBezTo>
                    <a:cubicBezTo>
                      <a:pt x="65" y="214"/>
                      <a:pt x="63" y="215"/>
                      <a:pt x="61" y="217"/>
                    </a:cubicBezTo>
                    <a:cubicBezTo>
                      <a:pt x="57" y="219"/>
                      <a:pt x="53" y="222"/>
                      <a:pt x="50" y="225"/>
                    </a:cubicBezTo>
                    <a:lnTo>
                      <a:pt x="50" y="224"/>
                    </a:lnTo>
                    <a:cubicBezTo>
                      <a:pt x="50" y="225"/>
                      <a:pt x="50" y="225"/>
                      <a:pt x="50" y="225"/>
                    </a:cubicBezTo>
                    <a:lnTo>
                      <a:pt x="49" y="225"/>
                    </a:lnTo>
                    <a:lnTo>
                      <a:pt x="50" y="225"/>
                    </a:lnTo>
                    <a:cubicBezTo>
                      <a:pt x="47" y="226"/>
                      <a:pt x="45" y="229"/>
                      <a:pt x="44" y="231"/>
                    </a:cubicBezTo>
                    <a:cubicBezTo>
                      <a:pt x="41" y="233"/>
                      <a:pt x="39" y="236"/>
                      <a:pt x="37" y="239"/>
                    </a:cubicBezTo>
                    <a:cubicBezTo>
                      <a:pt x="36" y="241"/>
                      <a:pt x="34" y="243"/>
                      <a:pt x="33" y="246"/>
                    </a:cubicBezTo>
                    <a:cubicBezTo>
                      <a:pt x="31" y="249"/>
                      <a:pt x="29" y="253"/>
                      <a:pt x="28" y="257"/>
                    </a:cubicBezTo>
                    <a:cubicBezTo>
                      <a:pt x="27" y="260"/>
                      <a:pt x="26" y="263"/>
                      <a:pt x="25" y="267"/>
                    </a:cubicBezTo>
                    <a:cubicBezTo>
                      <a:pt x="25" y="269"/>
                      <a:pt x="25" y="271"/>
                      <a:pt x="24" y="273"/>
                    </a:cubicBezTo>
                    <a:cubicBezTo>
                      <a:pt x="24" y="275"/>
                      <a:pt x="24" y="277"/>
                      <a:pt x="24" y="279"/>
                    </a:cubicBezTo>
                    <a:cubicBezTo>
                      <a:pt x="25" y="281"/>
                      <a:pt x="25" y="283"/>
                      <a:pt x="25" y="285"/>
                    </a:cubicBezTo>
                    <a:cubicBezTo>
                      <a:pt x="25" y="286"/>
                      <a:pt x="26" y="288"/>
                      <a:pt x="26" y="289"/>
                    </a:cubicBezTo>
                    <a:cubicBezTo>
                      <a:pt x="26" y="291"/>
                      <a:pt x="27" y="292"/>
                      <a:pt x="27" y="293"/>
                    </a:cubicBezTo>
                    <a:cubicBezTo>
                      <a:pt x="29" y="295"/>
                      <a:pt x="29" y="296"/>
                      <a:pt x="30" y="298"/>
                    </a:cubicBezTo>
                    <a:cubicBezTo>
                      <a:pt x="31" y="299"/>
                      <a:pt x="32" y="300"/>
                      <a:pt x="33" y="302"/>
                    </a:cubicBezTo>
                    <a:cubicBezTo>
                      <a:pt x="33" y="302"/>
                      <a:pt x="34" y="303"/>
                      <a:pt x="35" y="304"/>
                    </a:cubicBezTo>
                    <a:cubicBezTo>
                      <a:pt x="36" y="305"/>
                      <a:pt x="37" y="305"/>
                      <a:pt x="37" y="306"/>
                    </a:cubicBezTo>
                    <a:cubicBezTo>
                      <a:pt x="39" y="307"/>
                      <a:pt x="40" y="307"/>
                      <a:pt x="41" y="309"/>
                    </a:cubicBezTo>
                    <a:cubicBezTo>
                      <a:pt x="43" y="309"/>
                      <a:pt x="44" y="310"/>
                      <a:pt x="45" y="310"/>
                    </a:cubicBezTo>
                    <a:cubicBezTo>
                      <a:pt x="46" y="310"/>
                      <a:pt x="47" y="310"/>
                      <a:pt x="47" y="311"/>
                    </a:cubicBezTo>
                    <a:cubicBezTo>
                      <a:pt x="48" y="311"/>
                      <a:pt x="48" y="311"/>
                      <a:pt x="49" y="311"/>
                    </a:cubicBezTo>
                    <a:cubicBezTo>
                      <a:pt x="50" y="311"/>
                      <a:pt x="51" y="311"/>
                      <a:pt x="52" y="311"/>
                    </a:cubicBezTo>
                    <a:moveTo>
                      <a:pt x="47" y="334"/>
                    </a:moveTo>
                    <a:cubicBezTo>
                      <a:pt x="43" y="334"/>
                      <a:pt x="39" y="332"/>
                      <a:pt x="35" y="331"/>
                    </a:cubicBezTo>
                    <a:cubicBezTo>
                      <a:pt x="29" y="328"/>
                      <a:pt x="23" y="324"/>
                      <a:pt x="18" y="320"/>
                    </a:cubicBezTo>
                    <a:cubicBezTo>
                      <a:pt x="12" y="314"/>
                      <a:pt x="9" y="307"/>
                      <a:pt x="6" y="301"/>
                    </a:cubicBezTo>
                    <a:cubicBezTo>
                      <a:pt x="0" y="286"/>
                      <a:pt x="1" y="269"/>
                      <a:pt x="5" y="254"/>
                    </a:cubicBezTo>
                    <a:cubicBezTo>
                      <a:pt x="10" y="237"/>
                      <a:pt x="19" y="222"/>
                      <a:pt x="32" y="210"/>
                    </a:cubicBezTo>
                    <a:cubicBezTo>
                      <a:pt x="37" y="204"/>
                      <a:pt x="45" y="199"/>
                      <a:pt x="52" y="195"/>
                    </a:cubicBezTo>
                    <a:cubicBezTo>
                      <a:pt x="56" y="192"/>
                      <a:pt x="60" y="190"/>
                      <a:pt x="65" y="189"/>
                    </a:cubicBezTo>
                    <a:cubicBezTo>
                      <a:pt x="69" y="187"/>
                      <a:pt x="73" y="186"/>
                      <a:pt x="77" y="186"/>
                    </a:cubicBezTo>
                    <a:cubicBezTo>
                      <a:pt x="93" y="183"/>
                      <a:pt x="112" y="185"/>
                      <a:pt x="122" y="199"/>
                    </a:cubicBezTo>
                    <a:cubicBezTo>
                      <a:pt x="125" y="202"/>
                      <a:pt x="127" y="205"/>
                      <a:pt x="128" y="210"/>
                    </a:cubicBezTo>
                    <a:cubicBezTo>
                      <a:pt x="129" y="212"/>
                      <a:pt x="129" y="215"/>
                      <a:pt x="129" y="218"/>
                    </a:cubicBezTo>
                    <a:cubicBezTo>
                      <a:pt x="131" y="219"/>
                      <a:pt x="131" y="221"/>
                      <a:pt x="132" y="223"/>
                    </a:cubicBezTo>
                    <a:cubicBezTo>
                      <a:pt x="134" y="218"/>
                      <a:pt x="137" y="213"/>
                      <a:pt x="140" y="208"/>
                    </a:cubicBezTo>
                    <a:cubicBezTo>
                      <a:pt x="144" y="200"/>
                      <a:pt x="149" y="192"/>
                      <a:pt x="152" y="184"/>
                    </a:cubicBezTo>
                    <a:cubicBezTo>
                      <a:pt x="157" y="175"/>
                      <a:pt x="161" y="165"/>
                      <a:pt x="166" y="155"/>
                    </a:cubicBezTo>
                    <a:cubicBezTo>
                      <a:pt x="168" y="151"/>
                      <a:pt x="170" y="146"/>
                      <a:pt x="172" y="141"/>
                    </a:cubicBezTo>
                    <a:cubicBezTo>
                      <a:pt x="173" y="133"/>
                      <a:pt x="174" y="123"/>
                      <a:pt x="175" y="114"/>
                    </a:cubicBezTo>
                    <a:cubicBezTo>
                      <a:pt x="176" y="102"/>
                      <a:pt x="178" y="90"/>
                      <a:pt x="180" y="78"/>
                    </a:cubicBezTo>
                    <a:cubicBezTo>
                      <a:pt x="181" y="69"/>
                      <a:pt x="183" y="61"/>
                      <a:pt x="185" y="53"/>
                    </a:cubicBezTo>
                    <a:cubicBezTo>
                      <a:pt x="188" y="44"/>
                      <a:pt x="191" y="36"/>
                      <a:pt x="194" y="28"/>
                    </a:cubicBezTo>
                    <a:cubicBezTo>
                      <a:pt x="197" y="21"/>
                      <a:pt x="200" y="14"/>
                      <a:pt x="205" y="8"/>
                    </a:cubicBezTo>
                    <a:cubicBezTo>
                      <a:pt x="207" y="6"/>
                      <a:pt x="210" y="3"/>
                      <a:pt x="212" y="2"/>
                    </a:cubicBezTo>
                    <a:cubicBezTo>
                      <a:pt x="216" y="0"/>
                      <a:pt x="219" y="0"/>
                      <a:pt x="222" y="1"/>
                    </a:cubicBezTo>
                    <a:cubicBezTo>
                      <a:pt x="228" y="2"/>
                      <a:pt x="232" y="6"/>
                      <a:pt x="233" y="12"/>
                    </a:cubicBezTo>
                    <a:cubicBezTo>
                      <a:pt x="235" y="18"/>
                      <a:pt x="234" y="25"/>
                      <a:pt x="233" y="31"/>
                    </a:cubicBezTo>
                    <a:cubicBezTo>
                      <a:pt x="231" y="38"/>
                      <a:pt x="229" y="44"/>
                      <a:pt x="227" y="50"/>
                    </a:cubicBezTo>
                    <a:cubicBezTo>
                      <a:pt x="224" y="62"/>
                      <a:pt x="220" y="73"/>
                      <a:pt x="216" y="85"/>
                    </a:cubicBezTo>
                    <a:cubicBezTo>
                      <a:pt x="210" y="105"/>
                      <a:pt x="202" y="124"/>
                      <a:pt x="194" y="144"/>
                    </a:cubicBezTo>
                    <a:cubicBezTo>
                      <a:pt x="193" y="148"/>
                      <a:pt x="193" y="152"/>
                      <a:pt x="193" y="155"/>
                    </a:cubicBezTo>
                    <a:cubicBezTo>
                      <a:pt x="190" y="180"/>
                      <a:pt x="188" y="204"/>
                      <a:pt x="185" y="229"/>
                    </a:cubicBezTo>
                    <a:cubicBezTo>
                      <a:pt x="184" y="240"/>
                      <a:pt x="181" y="252"/>
                      <a:pt x="180" y="264"/>
                    </a:cubicBezTo>
                    <a:cubicBezTo>
                      <a:pt x="178" y="275"/>
                      <a:pt x="176" y="286"/>
                      <a:pt x="174" y="298"/>
                    </a:cubicBezTo>
                    <a:cubicBezTo>
                      <a:pt x="173" y="305"/>
                      <a:pt x="167" y="309"/>
                      <a:pt x="160" y="309"/>
                    </a:cubicBezTo>
                    <a:cubicBezTo>
                      <a:pt x="152" y="307"/>
                      <a:pt x="148" y="300"/>
                      <a:pt x="150" y="293"/>
                    </a:cubicBezTo>
                    <a:cubicBezTo>
                      <a:pt x="151" y="288"/>
                      <a:pt x="153" y="282"/>
                      <a:pt x="154" y="277"/>
                    </a:cubicBezTo>
                    <a:cubicBezTo>
                      <a:pt x="155" y="272"/>
                      <a:pt x="156" y="267"/>
                      <a:pt x="157" y="261"/>
                    </a:cubicBezTo>
                    <a:cubicBezTo>
                      <a:pt x="157" y="262"/>
                      <a:pt x="157" y="263"/>
                      <a:pt x="157" y="263"/>
                    </a:cubicBezTo>
                    <a:cubicBezTo>
                      <a:pt x="161" y="244"/>
                      <a:pt x="163" y="225"/>
                      <a:pt x="166" y="205"/>
                    </a:cubicBezTo>
                    <a:cubicBezTo>
                      <a:pt x="163" y="211"/>
                      <a:pt x="160" y="215"/>
                      <a:pt x="158" y="221"/>
                    </a:cubicBezTo>
                    <a:cubicBezTo>
                      <a:pt x="154" y="228"/>
                      <a:pt x="150" y="235"/>
                      <a:pt x="146" y="242"/>
                    </a:cubicBezTo>
                    <a:cubicBezTo>
                      <a:pt x="143" y="247"/>
                      <a:pt x="141" y="251"/>
                      <a:pt x="138" y="256"/>
                    </a:cubicBezTo>
                    <a:cubicBezTo>
                      <a:pt x="135" y="260"/>
                      <a:pt x="132" y="265"/>
                      <a:pt x="129" y="270"/>
                    </a:cubicBezTo>
                    <a:cubicBezTo>
                      <a:pt x="125" y="277"/>
                      <a:pt x="119" y="284"/>
                      <a:pt x="115" y="291"/>
                    </a:cubicBezTo>
                    <a:cubicBezTo>
                      <a:pt x="110" y="297"/>
                      <a:pt x="104" y="303"/>
                      <a:pt x="99" y="309"/>
                    </a:cubicBezTo>
                    <a:cubicBezTo>
                      <a:pt x="93" y="315"/>
                      <a:pt x="86" y="321"/>
                      <a:pt x="79" y="325"/>
                    </a:cubicBezTo>
                    <a:cubicBezTo>
                      <a:pt x="72" y="330"/>
                      <a:pt x="65" y="332"/>
                      <a:pt x="57" y="334"/>
                    </a:cubicBezTo>
                    <a:cubicBezTo>
                      <a:pt x="55" y="334"/>
                      <a:pt x="52" y="334"/>
                      <a:pt x="50" y="334"/>
                    </a:cubicBezTo>
                    <a:cubicBezTo>
                      <a:pt x="49" y="334"/>
                      <a:pt x="48" y="334"/>
                      <a:pt x="47" y="3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" name="Google Shape;558;p5"/>
              <p:cNvSpPr/>
              <p:nvPr/>
            </p:nvSpPr>
            <p:spPr>
              <a:xfrm>
                <a:off x="1152720" y="1359720"/>
                <a:ext cx="56880" cy="131760"/>
              </a:xfrm>
              <a:custGeom>
                <a:avLst/>
                <a:gdLst/>
                <a:ahLst/>
                <a:cxnLst/>
                <a:rect l="l" t="t" r="r" b="b"/>
                <a:pathLst>
                  <a:path w="158" h="366" extrusionOk="0">
                    <a:moveTo>
                      <a:pt x="63" y="340"/>
                    </a:moveTo>
                    <a:lnTo>
                      <a:pt x="64" y="340"/>
                    </a:lnTo>
                    <a:lnTo>
                      <a:pt x="65" y="340"/>
                    </a:lnTo>
                    <a:lnTo>
                      <a:pt x="65" y="339"/>
                    </a:lnTo>
                    <a:cubicBezTo>
                      <a:pt x="66" y="338"/>
                      <a:pt x="67" y="338"/>
                      <a:pt x="67" y="338"/>
                    </a:cubicBezTo>
                    <a:cubicBezTo>
                      <a:pt x="67" y="337"/>
                      <a:pt x="68" y="336"/>
                      <a:pt x="68" y="335"/>
                    </a:cubicBezTo>
                    <a:cubicBezTo>
                      <a:pt x="69" y="334"/>
                      <a:pt x="69" y="333"/>
                      <a:pt x="69" y="331"/>
                    </a:cubicBezTo>
                    <a:cubicBezTo>
                      <a:pt x="74" y="319"/>
                      <a:pt x="77" y="305"/>
                      <a:pt x="80" y="292"/>
                    </a:cubicBezTo>
                    <a:lnTo>
                      <a:pt x="80" y="291"/>
                    </a:lnTo>
                    <a:cubicBezTo>
                      <a:pt x="80" y="292"/>
                      <a:pt x="80" y="292"/>
                      <a:pt x="80" y="292"/>
                    </a:cubicBezTo>
                    <a:cubicBezTo>
                      <a:pt x="81" y="289"/>
                      <a:pt x="81" y="285"/>
                      <a:pt x="82" y="282"/>
                    </a:cubicBezTo>
                    <a:cubicBezTo>
                      <a:pt x="82" y="278"/>
                      <a:pt x="83" y="275"/>
                      <a:pt x="83" y="271"/>
                    </a:cubicBezTo>
                    <a:cubicBezTo>
                      <a:pt x="84" y="264"/>
                      <a:pt x="86" y="256"/>
                      <a:pt x="86" y="249"/>
                    </a:cubicBezTo>
                    <a:cubicBezTo>
                      <a:pt x="86" y="242"/>
                      <a:pt x="87" y="236"/>
                      <a:pt x="88" y="229"/>
                    </a:cubicBezTo>
                    <a:cubicBezTo>
                      <a:pt x="88" y="224"/>
                      <a:pt x="88" y="219"/>
                      <a:pt x="88" y="214"/>
                    </a:cubicBezTo>
                    <a:cubicBezTo>
                      <a:pt x="86" y="215"/>
                      <a:pt x="84" y="217"/>
                      <a:pt x="82" y="219"/>
                    </a:cubicBezTo>
                    <a:cubicBezTo>
                      <a:pt x="78" y="223"/>
                      <a:pt x="72" y="227"/>
                      <a:pt x="68" y="232"/>
                    </a:cubicBezTo>
                    <a:cubicBezTo>
                      <a:pt x="64" y="236"/>
                      <a:pt x="61" y="240"/>
                      <a:pt x="57" y="245"/>
                    </a:cubicBezTo>
                    <a:cubicBezTo>
                      <a:pt x="54" y="251"/>
                      <a:pt x="50" y="257"/>
                      <a:pt x="47" y="263"/>
                    </a:cubicBezTo>
                    <a:cubicBezTo>
                      <a:pt x="44" y="267"/>
                      <a:pt x="43" y="273"/>
                      <a:pt x="40" y="278"/>
                    </a:cubicBezTo>
                    <a:cubicBezTo>
                      <a:pt x="39" y="282"/>
                      <a:pt x="37" y="287"/>
                      <a:pt x="37" y="291"/>
                    </a:cubicBezTo>
                    <a:cubicBezTo>
                      <a:pt x="36" y="294"/>
                      <a:pt x="36" y="298"/>
                      <a:pt x="35" y="301"/>
                    </a:cubicBezTo>
                    <a:cubicBezTo>
                      <a:pt x="35" y="305"/>
                      <a:pt x="35" y="309"/>
                      <a:pt x="35" y="312"/>
                    </a:cubicBezTo>
                    <a:lnTo>
                      <a:pt x="35" y="311"/>
                    </a:lnTo>
                    <a:cubicBezTo>
                      <a:pt x="35" y="314"/>
                      <a:pt x="36" y="316"/>
                      <a:pt x="36" y="319"/>
                    </a:cubicBezTo>
                    <a:cubicBezTo>
                      <a:pt x="36" y="320"/>
                      <a:pt x="37" y="321"/>
                      <a:pt x="37" y="323"/>
                    </a:cubicBezTo>
                    <a:cubicBezTo>
                      <a:pt x="37" y="324"/>
                      <a:pt x="38" y="325"/>
                      <a:pt x="38" y="326"/>
                    </a:cubicBezTo>
                    <a:cubicBezTo>
                      <a:pt x="39" y="327"/>
                      <a:pt x="39" y="328"/>
                      <a:pt x="40" y="329"/>
                    </a:cubicBezTo>
                    <a:cubicBezTo>
                      <a:pt x="40" y="330"/>
                      <a:pt x="41" y="330"/>
                      <a:pt x="41" y="331"/>
                    </a:cubicBezTo>
                    <a:cubicBezTo>
                      <a:pt x="42" y="332"/>
                      <a:pt x="43" y="333"/>
                      <a:pt x="44" y="334"/>
                    </a:cubicBezTo>
                    <a:cubicBezTo>
                      <a:pt x="46" y="335"/>
                      <a:pt x="47" y="336"/>
                      <a:pt x="48" y="337"/>
                    </a:cubicBezTo>
                    <a:cubicBezTo>
                      <a:pt x="48" y="337"/>
                      <a:pt x="49" y="338"/>
                      <a:pt x="50" y="338"/>
                    </a:cubicBezTo>
                    <a:cubicBezTo>
                      <a:pt x="52" y="339"/>
                      <a:pt x="54" y="339"/>
                      <a:pt x="55" y="340"/>
                    </a:cubicBezTo>
                    <a:cubicBezTo>
                      <a:pt x="57" y="340"/>
                      <a:pt x="58" y="340"/>
                      <a:pt x="60" y="340"/>
                    </a:cubicBezTo>
                    <a:cubicBezTo>
                      <a:pt x="61" y="340"/>
                      <a:pt x="62" y="340"/>
                      <a:pt x="63" y="340"/>
                    </a:cubicBezTo>
                    <a:moveTo>
                      <a:pt x="44" y="362"/>
                    </a:moveTo>
                    <a:cubicBezTo>
                      <a:pt x="37" y="360"/>
                      <a:pt x="32" y="356"/>
                      <a:pt x="27" y="351"/>
                    </a:cubicBezTo>
                    <a:cubicBezTo>
                      <a:pt x="21" y="345"/>
                      <a:pt x="17" y="339"/>
                      <a:pt x="14" y="331"/>
                    </a:cubicBezTo>
                    <a:cubicBezTo>
                      <a:pt x="12" y="324"/>
                      <a:pt x="11" y="316"/>
                      <a:pt x="11" y="309"/>
                    </a:cubicBezTo>
                    <a:cubicBezTo>
                      <a:pt x="11" y="300"/>
                      <a:pt x="12" y="291"/>
                      <a:pt x="14" y="283"/>
                    </a:cubicBezTo>
                    <a:cubicBezTo>
                      <a:pt x="16" y="274"/>
                      <a:pt x="19" y="267"/>
                      <a:pt x="23" y="259"/>
                    </a:cubicBezTo>
                    <a:cubicBezTo>
                      <a:pt x="27" y="250"/>
                      <a:pt x="32" y="242"/>
                      <a:pt x="37" y="235"/>
                    </a:cubicBezTo>
                    <a:cubicBezTo>
                      <a:pt x="41" y="228"/>
                      <a:pt x="47" y="222"/>
                      <a:pt x="52" y="216"/>
                    </a:cubicBezTo>
                    <a:cubicBezTo>
                      <a:pt x="58" y="210"/>
                      <a:pt x="65" y="204"/>
                      <a:pt x="72" y="199"/>
                    </a:cubicBezTo>
                    <a:cubicBezTo>
                      <a:pt x="78" y="194"/>
                      <a:pt x="83" y="190"/>
                      <a:pt x="89" y="185"/>
                    </a:cubicBezTo>
                    <a:cubicBezTo>
                      <a:pt x="89" y="182"/>
                      <a:pt x="89" y="178"/>
                      <a:pt x="90" y="174"/>
                    </a:cubicBezTo>
                    <a:cubicBezTo>
                      <a:pt x="90" y="166"/>
                      <a:pt x="90" y="159"/>
                      <a:pt x="90" y="151"/>
                    </a:cubicBezTo>
                    <a:cubicBezTo>
                      <a:pt x="90" y="146"/>
                      <a:pt x="91" y="141"/>
                      <a:pt x="92" y="136"/>
                    </a:cubicBezTo>
                    <a:cubicBezTo>
                      <a:pt x="88" y="140"/>
                      <a:pt x="83" y="144"/>
                      <a:pt x="79" y="147"/>
                    </a:cubicBezTo>
                    <a:cubicBezTo>
                      <a:pt x="74" y="152"/>
                      <a:pt x="67" y="156"/>
                      <a:pt x="60" y="159"/>
                    </a:cubicBezTo>
                    <a:cubicBezTo>
                      <a:pt x="57" y="161"/>
                      <a:pt x="53" y="162"/>
                      <a:pt x="49" y="162"/>
                    </a:cubicBezTo>
                    <a:cubicBezTo>
                      <a:pt x="45" y="162"/>
                      <a:pt x="40" y="162"/>
                      <a:pt x="36" y="160"/>
                    </a:cubicBezTo>
                    <a:cubicBezTo>
                      <a:pt x="30" y="158"/>
                      <a:pt x="24" y="154"/>
                      <a:pt x="20" y="148"/>
                    </a:cubicBezTo>
                    <a:cubicBezTo>
                      <a:pt x="15" y="142"/>
                      <a:pt x="11" y="134"/>
                      <a:pt x="8" y="126"/>
                    </a:cubicBezTo>
                    <a:cubicBezTo>
                      <a:pt x="5" y="122"/>
                      <a:pt x="4" y="116"/>
                      <a:pt x="3" y="111"/>
                    </a:cubicBezTo>
                    <a:cubicBezTo>
                      <a:pt x="2" y="104"/>
                      <a:pt x="1" y="97"/>
                      <a:pt x="1" y="91"/>
                    </a:cubicBezTo>
                    <a:cubicBezTo>
                      <a:pt x="0" y="77"/>
                      <a:pt x="0" y="63"/>
                      <a:pt x="3" y="50"/>
                    </a:cubicBezTo>
                    <a:cubicBezTo>
                      <a:pt x="5" y="41"/>
                      <a:pt x="9" y="33"/>
                      <a:pt x="13" y="26"/>
                    </a:cubicBezTo>
                    <a:cubicBezTo>
                      <a:pt x="16" y="20"/>
                      <a:pt x="19" y="16"/>
                      <a:pt x="24" y="12"/>
                    </a:cubicBezTo>
                    <a:cubicBezTo>
                      <a:pt x="28" y="10"/>
                      <a:pt x="32" y="9"/>
                      <a:pt x="36" y="9"/>
                    </a:cubicBezTo>
                    <a:cubicBezTo>
                      <a:pt x="43" y="10"/>
                      <a:pt x="47" y="17"/>
                      <a:pt x="46" y="24"/>
                    </a:cubicBezTo>
                    <a:cubicBezTo>
                      <a:pt x="46" y="29"/>
                      <a:pt x="41" y="33"/>
                      <a:pt x="37" y="34"/>
                    </a:cubicBezTo>
                    <a:cubicBezTo>
                      <a:pt x="36" y="35"/>
                      <a:pt x="36" y="35"/>
                      <a:pt x="35" y="37"/>
                    </a:cubicBezTo>
                    <a:cubicBezTo>
                      <a:pt x="36" y="36"/>
                      <a:pt x="36" y="35"/>
                      <a:pt x="36" y="35"/>
                    </a:cubicBezTo>
                    <a:cubicBezTo>
                      <a:pt x="34" y="38"/>
                      <a:pt x="32" y="42"/>
                      <a:pt x="30" y="45"/>
                    </a:cubicBezTo>
                    <a:cubicBezTo>
                      <a:pt x="29" y="47"/>
                      <a:pt x="28" y="49"/>
                      <a:pt x="28" y="51"/>
                    </a:cubicBezTo>
                    <a:cubicBezTo>
                      <a:pt x="26" y="54"/>
                      <a:pt x="26" y="57"/>
                      <a:pt x="25" y="60"/>
                    </a:cubicBezTo>
                    <a:cubicBezTo>
                      <a:pt x="25" y="63"/>
                      <a:pt x="24" y="66"/>
                      <a:pt x="23" y="70"/>
                    </a:cubicBezTo>
                    <a:cubicBezTo>
                      <a:pt x="23" y="76"/>
                      <a:pt x="23" y="81"/>
                      <a:pt x="23" y="87"/>
                    </a:cubicBezTo>
                    <a:cubicBezTo>
                      <a:pt x="23" y="86"/>
                      <a:pt x="23" y="86"/>
                      <a:pt x="23" y="86"/>
                    </a:cubicBezTo>
                    <a:cubicBezTo>
                      <a:pt x="24" y="93"/>
                      <a:pt x="25" y="100"/>
                      <a:pt x="26" y="108"/>
                    </a:cubicBezTo>
                    <a:cubicBezTo>
                      <a:pt x="26" y="109"/>
                      <a:pt x="27" y="111"/>
                      <a:pt x="28" y="113"/>
                    </a:cubicBezTo>
                    <a:cubicBezTo>
                      <a:pt x="28" y="115"/>
                      <a:pt x="29" y="116"/>
                      <a:pt x="30" y="118"/>
                    </a:cubicBezTo>
                    <a:cubicBezTo>
                      <a:pt x="32" y="122"/>
                      <a:pt x="33" y="126"/>
                      <a:pt x="36" y="129"/>
                    </a:cubicBezTo>
                    <a:cubicBezTo>
                      <a:pt x="37" y="131"/>
                      <a:pt x="38" y="133"/>
                      <a:pt x="40" y="134"/>
                    </a:cubicBezTo>
                    <a:lnTo>
                      <a:pt x="40" y="135"/>
                    </a:lnTo>
                    <a:lnTo>
                      <a:pt x="41" y="136"/>
                    </a:lnTo>
                    <a:lnTo>
                      <a:pt x="42" y="136"/>
                    </a:lnTo>
                    <a:cubicBezTo>
                      <a:pt x="43" y="137"/>
                      <a:pt x="43" y="137"/>
                      <a:pt x="43" y="137"/>
                    </a:cubicBezTo>
                    <a:cubicBezTo>
                      <a:pt x="44" y="137"/>
                      <a:pt x="45" y="137"/>
                      <a:pt x="46" y="137"/>
                    </a:cubicBezTo>
                    <a:lnTo>
                      <a:pt x="47" y="137"/>
                    </a:lnTo>
                    <a:lnTo>
                      <a:pt x="48" y="137"/>
                    </a:lnTo>
                    <a:cubicBezTo>
                      <a:pt x="48" y="137"/>
                      <a:pt x="49" y="137"/>
                      <a:pt x="50" y="137"/>
                    </a:cubicBezTo>
                    <a:cubicBezTo>
                      <a:pt x="51" y="137"/>
                      <a:pt x="52" y="136"/>
                      <a:pt x="53" y="136"/>
                    </a:cubicBezTo>
                    <a:cubicBezTo>
                      <a:pt x="55" y="135"/>
                      <a:pt x="56" y="134"/>
                      <a:pt x="58" y="133"/>
                    </a:cubicBezTo>
                    <a:cubicBezTo>
                      <a:pt x="61" y="131"/>
                      <a:pt x="64" y="129"/>
                      <a:pt x="67" y="127"/>
                    </a:cubicBezTo>
                    <a:cubicBezTo>
                      <a:pt x="72" y="122"/>
                      <a:pt x="78" y="116"/>
                      <a:pt x="83" y="111"/>
                    </a:cubicBezTo>
                    <a:cubicBezTo>
                      <a:pt x="88" y="105"/>
                      <a:pt x="93" y="99"/>
                      <a:pt x="97" y="93"/>
                    </a:cubicBezTo>
                    <a:cubicBezTo>
                      <a:pt x="100" y="77"/>
                      <a:pt x="105" y="63"/>
                      <a:pt x="110" y="48"/>
                    </a:cubicBezTo>
                    <a:cubicBezTo>
                      <a:pt x="113" y="40"/>
                      <a:pt x="115" y="33"/>
                      <a:pt x="120" y="25"/>
                    </a:cubicBezTo>
                    <a:cubicBezTo>
                      <a:pt x="121" y="21"/>
                      <a:pt x="123" y="18"/>
                      <a:pt x="125" y="15"/>
                    </a:cubicBezTo>
                    <a:cubicBezTo>
                      <a:pt x="127" y="12"/>
                      <a:pt x="129" y="8"/>
                      <a:pt x="133" y="6"/>
                    </a:cubicBezTo>
                    <a:cubicBezTo>
                      <a:pt x="134" y="5"/>
                      <a:pt x="135" y="4"/>
                      <a:pt x="136" y="3"/>
                    </a:cubicBezTo>
                    <a:cubicBezTo>
                      <a:pt x="141" y="0"/>
                      <a:pt x="148" y="0"/>
                      <a:pt x="152" y="5"/>
                    </a:cubicBezTo>
                    <a:cubicBezTo>
                      <a:pt x="153" y="6"/>
                      <a:pt x="155" y="7"/>
                      <a:pt x="155" y="8"/>
                    </a:cubicBezTo>
                    <a:cubicBezTo>
                      <a:pt x="156" y="10"/>
                      <a:pt x="156" y="11"/>
                      <a:pt x="157" y="13"/>
                    </a:cubicBezTo>
                    <a:cubicBezTo>
                      <a:pt x="157" y="16"/>
                      <a:pt x="157" y="20"/>
                      <a:pt x="156" y="23"/>
                    </a:cubicBezTo>
                    <a:cubicBezTo>
                      <a:pt x="155" y="28"/>
                      <a:pt x="153" y="33"/>
                      <a:pt x="152" y="38"/>
                    </a:cubicBezTo>
                    <a:cubicBezTo>
                      <a:pt x="149" y="44"/>
                      <a:pt x="147" y="49"/>
                      <a:pt x="145" y="55"/>
                    </a:cubicBezTo>
                    <a:cubicBezTo>
                      <a:pt x="142" y="61"/>
                      <a:pt x="140" y="66"/>
                      <a:pt x="137" y="72"/>
                    </a:cubicBezTo>
                    <a:cubicBezTo>
                      <a:pt x="134" y="77"/>
                      <a:pt x="131" y="83"/>
                      <a:pt x="128" y="88"/>
                    </a:cubicBezTo>
                    <a:cubicBezTo>
                      <a:pt x="125" y="93"/>
                      <a:pt x="122" y="97"/>
                      <a:pt x="119" y="102"/>
                    </a:cubicBezTo>
                    <a:cubicBezTo>
                      <a:pt x="116" y="117"/>
                      <a:pt x="114" y="133"/>
                      <a:pt x="113" y="148"/>
                    </a:cubicBezTo>
                    <a:cubicBezTo>
                      <a:pt x="113" y="154"/>
                      <a:pt x="112" y="161"/>
                      <a:pt x="112" y="168"/>
                    </a:cubicBezTo>
                    <a:lnTo>
                      <a:pt x="113" y="168"/>
                    </a:lnTo>
                    <a:cubicBezTo>
                      <a:pt x="120" y="162"/>
                      <a:pt x="128" y="156"/>
                      <a:pt x="135" y="151"/>
                    </a:cubicBezTo>
                    <a:cubicBezTo>
                      <a:pt x="140" y="147"/>
                      <a:pt x="147" y="148"/>
                      <a:pt x="150" y="153"/>
                    </a:cubicBezTo>
                    <a:cubicBezTo>
                      <a:pt x="154" y="158"/>
                      <a:pt x="153" y="164"/>
                      <a:pt x="148" y="168"/>
                    </a:cubicBezTo>
                    <a:cubicBezTo>
                      <a:pt x="136" y="177"/>
                      <a:pt x="125" y="186"/>
                      <a:pt x="113" y="194"/>
                    </a:cubicBezTo>
                    <a:cubicBezTo>
                      <a:pt x="112" y="195"/>
                      <a:pt x="111" y="196"/>
                      <a:pt x="111" y="196"/>
                    </a:cubicBezTo>
                    <a:cubicBezTo>
                      <a:pt x="111" y="201"/>
                      <a:pt x="110" y="206"/>
                      <a:pt x="110" y="210"/>
                    </a:cubicBezTo>
                    <a:cubicBezTo>
                      <a:pt x="110" y="217"/>
                      <a:pt x="110" y="224"/>
                      <a:pt x="109" y="231"/>
                    </a:cubicBezTo>
                    <a:cubicBezTo>
                      <a:pt x="109" y="231"/>
                      <a:pt x="109" y="230"/>
                      <a:pt x="109" y="229"/>
                    </a:cubicBezTo>
                    <a:cubicBezTo>
                      <a:pt x="109" y="233"/>
                      <a:pt x="109" y="237"/>
                      <a:pt x="109" y="240"/>
                    </a:cubicBezTo>
                    <a:lnTo>
                      <a:pt x="109" y="239"/>
                    </a:lnTo>
                    <a:cubicBezTo>
                      <a:pt x="108" y="243"/>
                      <a:pt x="108" y="246"/>
                      <a:pt x="108" y="250"/>
                    </a:cubicBezTo>
                    <a:cubicBezTo>
                      <a:pt x="107" y="257"/>
                      <a:pt x="106" y="264"/>
                      <a:pt x="105" y="271"/>
                    </a:cubicBezTo>
                    <a:cubicBezTo>
                      <a:pt x="104" y="278"/>
                      <a:pt x="103" y="284"/>
                      <a:pt x="102" y="289"/>
                    </a:cubicBezTo>
                    <a:cubicBezTo>
                      <a:pt x="100" y="302"/>
                      <a:pt x="97" y="314"/>
                      <a:pt x="95" y="327"/>
                    </a:cubicBezTo>
                    <a:lnTo>
                      <a:pt x="95" y="326"/>
                    </a:lnTo>
                    <a:cubicBezTo>
                      <a:pt x="94" y="329"/>
                      <a:pt x="93" y="332"/>
                      <a:pt x="93" y="335"/>
                    </a:cubicBezTo>
                    <a:cubicBezTo>
                      <a:pt x="91" y="342"/>
                      <a:pt x="89" y="348"/>
                      <a:pt x="85" y="354"/>
                    </a:cubicBezTo>
                    <a:cubicBezTo>
                      <a:pt x="81" y="359"/>
                      <a:pt x="75" y="363"/>
                      <a:pt x="68" y="364"/>
                    </a:cubicBezTo>
                    <a:cubicBezTo>
                      <a:pt x="65" y="365"/>
                      <a:pt x="63" y="365"/>
                      <a:pt x="61" y="365"/>
                    </a:cubicBezTo>
                    <a:cubicBezTo>
                      <a:pt x="55" y="365"/>
                      <a:pt x="50" y="363"/>
                      <a:pt x="44" y="3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9" name="Google Shape;559;p5"/>
              <p:cNvSpPr/>
              <p:nvPr/>
            </p:nvSpPr>
            <p:spPr>
              <a:xfrm>
                <a:off x="1241640" y="1371600"/>
                <a:ext cx="33840" cy="13320"/>
              </a:xfrm>
              <a:custGeom>
                <a:avLst/>
                <a:gdLst/>
                <a:ahLst/>
                <a:cxnLst/>
                <a:rect l="l" t="t" r="r" b="b"/>
                <a:pathLst>
                  <a:path w="94" h="37" extrusionOk="0">
                    <a:moveTo>
                      <a:pt x="3" y="31"/>
                    </a:moveTo>
                    <a:cubicBezTo>
                      <a:pt x="0" y="27"/>
                      <a:pt x="0" y="23"/>
                      <a:pt x="2" y="19"/>
                    </a:cubicBezTo>
                    <a:cubicBezTo>
                      <a:pt x="2" y="17"/>
                      <a:pt x="3" y="15"/>
                      <a:pt x="4" y="14"/>
                    </a:cubicBezTo>
                    <a:cubicBezTo>
                      <a:pt x="7" y="12"/>
                      <a:pt x="11" y="11"/>
                      <a:pt x="14" y="11"/>
                    </a:cubicBezTo>
                    <a:cubicBezTo>
                      <a:pt x="24" y="9"/>
                      <a:pt x="35" y="7"/>
                      <a:pt x="45" y="4"/>
                    </a:cubicBezTo>
                    <a:cubicBezTo>
                      <a:pt x="57" y="2"/>
                      <a:pt x="69" y="1"/>
                      <a:pt x="80" y="0"/>
                    </a:cubicBezTo>
                    <a:cubicBezTo>
                      <a:pt x="87" y="0"/>
                      <a:pt x="92" y="5"/>
                      <a:pt x="92" y="11"/>
                    </a:cubicBezTo>
                    <a:cubicBezTo>
                      <a:pt x="93" y="17"/>
                      <a:pt x="88" y="24"/>
                      <a:pt x="82" y="24"/>
                    </a:cubicBezTo>
                    <a:cubicBezTo>
                      <a:pt x="72" y="25"/>
                      <a:pt x="63" y="26"/>
                      <a:pt x="54" y="27"/>
                    </a:cubicBezTo>
                    <a:cubicBezTo>
                      <a:pt x="48" y="29"/>
                      <a:pt x="42" y="30"/>
                      <a:pt x="36" y="32"/>
                    </a:cubicBezTo>
                    <a:cubicBezTo>
                      <a:pt x="34" y="32"/>
                      <a:pt x="30" y="33"/>
                      <a:pt x="27" y="33"/>
                    </a:cubicBezTo>
                    <a:cubicBezTo>
                      <a:pt x="23" y="34"/>
                      <a:pt x="19" y="36"/>
                      <a:pt x="14" y="36"/>
                    </a:cubicBezTo>
                    <a:cubicBezTo>
                      <a:pt x="10" y="36"/>
                      <a:pt x="6" y="34"/>
                      <a:pt x="3" y="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0" name="Google Shape;560;p5"/>
              <p:cNvSpPr/>
              <p:nvPr/>
            </p:nvSpPr>
            <p:spPr>
              <a:xfrm>
                <a:off x="1246680" y="1393200"/>
                <a:ext cx="48600" cy="18720"/>
              </a:xfrm>
              <a:custGeom>
                <a:avLst/>
                <a:gdLst/>
                <a:ahLst/>
                <a:cxnLst/>
                <a:rect l="l" t="t" r="r" b="b"/>
                <a:pathLst>
                  <a:path w="135" h="52" extrusionOk="0">
                    <a:moveTo>
                      <a:pt x="11" y="51"/>
                    </a:moveTo>
                    <a:cubicBezTo>
                      <a:pt x="7" y="50"/>
                      <a:pt x="3" y="47"/>
                      <a:pt x="1" y="43"/>
                    </a:cubicBezTo>
                    <a:cubicBezTo>
                      <a:pt x="0" y="39"/>
                      <a:pt x="0" y="34"/>
                      <a:pt x="3" y="30"/>
                    </a:cubicBezTo>
                    <a:cubicBezTo>
                      <a:pt x="4" y="30"/>
                      <a:pt x="4" y="29"/>
                      <a:pt x="4" y="29"/>
                    </a:cubicBezTo>
                    <a:cubicBezTo>
                      <a:pt x="8" y="24"/>
                      <a:pt x="14" y="23"/>
                      <a:pt x="20" y="26"/>
                    </a:cubicBezTo>
                    <a:lnTo>
                      <a:pt x="20" y="25"/>
                    </a:lnTo>
                    <a:cubicBezTo>
                      <a:pt x="25" y="24"/>
                      <a:pt x="30" y="22"/>
                      <a:pt x="36" y="21"/>
                    </a:cubicBezTo>
                    <a:cubicBezTo>
                      <a:pt x="41" y="19"/>
                      <a:pt x="46" y="18"/>
                      <a:pt x="51" y="17"/>
                    </a:cubicBezTo>
                    <a:cubicBezTo>
                      <a:pt x="58" y="15"/>
                      <a:pt x="65" y="13"/>
                      <a:pt x="72" y="11"/>
                    </a:cubicBezTo>
                    <a:cubicBezTo>
                      <a:pt x="88" y="7"/>
                      <a:pt x="104" y="4"/>
                      <a:pt x="120" y="1"/>
                    </a:cubicBezTo>
                    <a:cubicBezTo>
                      <a:pt x="125" y="0"/>
                      <a:pt x="131" y="2"/>
                      <a:pt x="132" y="8"/>
                    </a:cubicBezTo>
                    <a:cubicBezTo>
                      <a:pt x="134" y="14"/>
                      <a:pt x="131" y="20"/>
                      <a:pt x="125" y="22"/>
                    </a:cubicBezTo>
                    <a:cubicBezTo>
                      <a:pt x="108" y="26"/>
                      <a:pt x="92" y="31"/>
                      <a:pt x="75" y="36"/>
                    </a:cubicBezTo>
                    <a:cubicBezTo>
                      <a:pt x="67" y="38"/>
                      <a:pt x="60" y="40"/>
                      <a:pt x="52" y="43"/>
                    </a:cubicBezTo>
                    <a:cubicBezTo>
                      <a:pt x="47" y="44"/>
                      <a:pt x="43" y="45"/>
                      <a:pt x="39" y="47"/>
                    </a:cubicBezTo>
                    <a:cubicBezTo>
                      <a:pt x="35" y="48"/>
                      <a:pt x="30" y="49"/>
                      <a:pt x="26" y="50"/>
                    </a:cubicBezTo>
                    <a:cubicBezTo>
                      <a:pt x="23" y="51"/>
                      <a:pt x="21" y="51"/>
                      <a:pt x="18" y="51"/>
                    </a:cubicBezTo>
                    <a:cubicBezTo>
                      <a:pt x="15" y="51"/>
                      <a:pt x="14" y="51"/>
                      <a:pt x="11" y="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_COLUMN_TEXT">
    <p:spTree>
      <p:nvGrpSpPr>
        <p:cNvPr id="1" name="Shape 6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9" name="Google Shape;609;p7"/>
          <p:cNvSpPr/>
          <p:nvPr/>
        </p:nvSpPr>
        <p:spPr>
          <a:xfrm>
            <a:off x="-302011" y="-169892"/>
            <a:ext cx="9748023" cy="5483284"/>
          </a:xfrm>
          <a:custGeom>
            <a:avLst/>
            <a:gdLst/>
            <a:ahLst/>
            <a:cxnLst/>
            <a:rect l="l" t="t" r="r" b="b"/>
            <a:pathLst>
              <a:path w="24222" h="15750" extrusionOk="0">
                <a:moveTo>
                  <a:pt x="19" y="15749"/>
                </a:moveTo>
                <a:lnTo>
                  <a:pt x="19" y="15748"/>
                </a:lnTo>
                <a:lnTo>
                  <a:pt x="1079" y="15748"/>
                </a:lnTo>
                <a:lnTo>
                  <a:pt x="1079" y="15749"/>
                </a:lnTo>
                <a:lnTo>
                  <a:pt x="1147" y="15749"/>
                </a:lnTo>
                <a:lnTo>
                  <a:pt x="1147" y="15748"/>
                </a:lnTo>
                <a:lnTo>
                  <a:pt x="2046" y="15748"/>
                </a:lnTo>
                <a:lnTo>
                  <a:pt x="2046" y="15749"/>
                </a:lnTo>
                <a:lnTo>
                  <a:pt x="2115" y="15749"/>
                </a:lnTo>
                <a:lnTo>
                  <a:pt x="2115" y="15748"/>
                </a:lnTo>
                <a:lnTo>
                  <a:pt x="3174" y="15748"/>
                </a:lnTo>
                <a:lnTo>
                  <a:pt x="3174" y="15749"/>
                </a:lnTo>
                <a:lnTo>
                  <a:pt x="3244" y="15749"/>
                </a:lnTo>
                <a:lnTo>
                  <a:pt x="3244" y="15748"/>
                </a:lnTo>
                <a:lnTo>
                  <a:pt x="4143" y="15748"/>
                </a:lnTo>
                <a:lnTo>
                  <a:pt x="4143" y="15749"/>
                </a:lnTo>
                <a:lnTo>
                  <a:pt x="4211" y="15749"/>
                </a:lnTo>
                <a:lnTo>
                  <a:pt x="4211" y="15748"/>
                </a:lnTo>
                <a:lnTo>
                  <a:pt x="5271" y="15748"/>
                </a:lnTo>
                <a:lnTo>
                  <a:pt x="5271" y="15749"/>
                </a:lnTo>
                <a:lnTo>
                  <a:pt x="5339" y="15749"/>
                </a:lnTo>
                <a:lnTo>
                  <a:pt x="5339" y="15748"/>
                </a:lnTo>
                <a:lnTo>
                  <a:pt x="6238" y="15748"/>
                </a:lnTo>
                <a:lnTo>
                  <a:pt x="6238" y="15749"/>
                </a:lnTo>
                <a:lnTo>
                  <a:pt x="6308" y="15749"/>
                </a:lnTo>
                <a:lnTo>
                  <a:pt x="6308" y="15748"/>
                </a:lnTo>
                <a:lnTo>
                  <a:pt x="7366" y="15748"/>
                </a:lnTo>
                <a:lnTo>
                  <a:pt x="7366" y="15749"/>
                </a:lnTo>
                <a:lnTo>
                  <a:pt x="7436" y="15749"/>
                </a:lnTo>
                <a:lnTo>
                  <a:pt x="7436" y="15748"/>
                </a:lnTo>
                <a:lnTo>
                  <a:pt x="8335" y="15748"/>
                </a:lnTo>
                <a:lnTo>
                  <a:pt x="8335" y="15749"/>
                </a:lnTo>
                <a:lnTo>
                  <a:pt x="8403" y="15749"/>
                </a:lnTo>
                <a:lnTo>
                  <a:pt x="8403" y="15748"/>
                </a:lnTo>
                <a:lnTo>
                  <a:pt x="9463" y="15748"/>
                </a:lnTo>
                <a:lnTo>
                  <a:pt x="9463" y="15749"/>
                </a:lnTo>
                <a:lnTo>
                  <a:pt x="9531" y="15749"/>
                </a:lnTo>
                <a:lnTo>
                  <a:pt x="9531" y="15748"/>
                </a:lnTo>
                <a:lnTo>
                  <a:pt x="10430" y="15748"/>
                </a:lnTo>
                <a:lnTo>
                  <a:pt x="10430" y="15749"/>
                </a:lnTo>
                <a:lnTo>
                  <a:pt x="10500" y="15749"/>
                </a:lnTo>
                <a:lnTo>
                  <a:pt x="10500" y="15748"/>
                </a:lnTo>
                <a:lnTo>
                  <a:pt x="11559" y="15748"/>
                </a:lnTo>
                <a:lnTo>
                  <a:pt x="11559" y="15749"/>
                </a:lnTo>
                <a:lnTo>
                  <a:pt x="11628" y="15749"/>
                </a:lnTo>
                <a:lnTo>
                  <a:pt x="11628" y="15748"/>
                </a:lnTo>
                <a:lnTo>
                  <a:pt x="12526" y="15748"/>
                </a:lnTo>
                <a:lnTo>
                  <a:pt x="12526" y="15749"/>
                </a:lnTo>
                <a:lnTo>
                  <a:pt x="12594" y="15749"/>
                </a:lnTo>
                <a:lnTo>
                  <a:pt x="12594" y="15748"/>
                </a:lnTo>
                <a:lnTo>
                  <a:pt x="13654" y="15748"/>
                </a:lnTo>
                <a:lnTo>
                  <a:pt x="13654" y="15749"/>
                </a:lnTo>
                <a:lnTo>
                  <a:pt x="13722" y="15749"/>
                </a:lnTo>
                <a:lnTo>
                  <a:pt x="13722" y="15748"/>
                </a:lnTo>
                <a:lnTo>
                  <a:pt x="14622" y="15748"/>
                </a:lnTo>
                <a:lnTo>
                  <a:pt x="14622" y="15749"/>
                </a:lnTo>
                <a:lnTo>
                  <a:pt x="14691" y="15749"/>
                </a:lnTo>
                <a:lnTo>
                  <a:pt x="14691" y="15748"/>
                </a:lnTo>
                <a:lnTo>
                  <a:pt x="15750" y="15748"/>
                </a:lnTo>
                <a:lnTo>
                  <a:pt x="15750" y="15749"/>
                </a:lnTo>
                <a:lnTo>
                  <a:pt x="15819" y="15749"/>
                </a:lnTo>
                <a:lnTo>
                  <a:pt x="15819" y="15748"/>
                </a:lnTo>
                <a:lnTo>
                  <a:pt x="16718" y="15748"/>
                </a:lnTo>
                <a:lnTo>
                  <a:pt x="16718" y="15749"/>
                </a:lnTo>
                <a:lnTo>
                  <a:pt x="16786" y="15749"/>
                </a:lnTo>
                <a:lnTo>
                  <a:pt x="16786" y="15748"/>
                </a:lnTo>
                <a:lnTo>
                  <a:pt x="17846" y="15748"/>
                </a:lnTo>
                <a:lnTo>
                  <a:pt x="17846" y="15749"/>
                </a:lnTo>
                <a:lnTo>
                  <a:pt x="17914" y="15749"/>
                </a:lnTo>
                <a:lnTo>
                  <a:pt x="17914" y="15748"/>
                </a:lnTo>
                <a:lnTo>
                  <a:pt x="18814" y="15748"/>
                </a:lnTo>
                <a:lnTo>
                  <a:pt x="18814" y="15749"/>
                </a:lnTo>
                <a:lnTo>
                  <a:pt x="18883" y="15749"/>
                </a:lnTo>
                <a:lnTo>
                  <a:pt x="18883" y="15748"/>
                </a:lnTo>
                <a:lnTo>
                  <a:pt x="19942" y="15748"/>
                </a:lnTo>
                <a:lnTo>
                  <a:pt x="19942" y="15749"/>
                </a:lnTo>
                <a:lnTo>
                  <a:pt x="20011" y="15749"/>
                </a:lnTo>
                <a:lnTo>
                  <a:pt x="20011" y="15748"/>
                </a:lnTo>
                <a:lnTo>
                  <a:pt x="20910" y="15748"/>
                </a:lnTo>
                <a:lnTo>
                  <a:pt x="20910" y="15749"/>
                </a:lnTo>
                <a:lnTo>
                  <a:pt x="20978" y="15749"/>
                </a:lnTo>
                <a:lnTo>
                  <a:pt x="20978" y="15748"/>
                </a:lnTo>
                <a:lnTo>
                  <a:pt x="22038" y="15748"/>
                </a:lnTo>
                <a:lnTo>
                  <a:pt x="22038" y="15749"/>
                </a:lnTo>
                <a:lnTo>
                  <a:pt x="22106" y="15749"/>
                </a:lnTo>
                <a:lnTo>
                  <a:pt x="22106" y="15748"/>
                </a:lnTo>
                <a:lnTo>
                  <a:pt x="23006" y="15748"/>
                </a:lnTo>
                <a:lnTo>
                  <a:pt x="23006" y="15749"/>
                </a:lnTo>
                <a:lnTo>
                  <a:pt x="23075" y="15749"/>
                </a:lnTo>
                <a:lnTo>
                  <a:pt x="23075" y="15748"/>
                </a:lnTo>
                <a:lnTo>
                  <a:pt x="24134" y="15748"/>
                </a:lnTo>
                <a:lnTo>
                  <a:pt x="24134" y="15749"/>
                </a:lnTo>
                <a:lnTo>
                  <a:pt x="24203" y="15749"/>
                </a:lnTo>
                <a:lnTo>
                  <a:pt x="24203" y="15748"/>
                </a:lnTo>
                <a:lnTo>
                  <a:pt x="24221" y="15748"/>
                </a:lnTo>
                <a:lnTo>
                  <a:pt x="24221" y="15680"/>
                </a:lnTo>
                <a:lnTo>
                  <a:pt x="24203" y="15680"/>
                </a:lnTo>
                <a:lnTo>
                  <a:pt x="24203" y="14726"/>
                </a:lnTo>
                <a:lnTo>
                  <a:pt x="24221" y="14726"/>
                </a:lnTo>
                <a:lnTo>
                  <a:pt x="24221" y="14657"/>
                </a:lnTo>
                <a:lnTo>
                  <a:pt x="24203" y="14657"/>
                </a:lnTo>
                <a:lnTo>
                  <a:pt x="24203" y="13651"/>
                </a:lnTo>
                <a:lnTo>
                  <a:pt x="24221" y="13651"/>
                </a:lnTo>
                <a:lnTo>
                  <a:pt x="24221" y="13583"/>
                </a:lnTo>
                <a:lnTo>
                  <a:pt x="24203" y="13583"/>
                </a:lnTo>
                <a:lnTo>
                  <a:pt x="24203" y="12630"/>
                </a:lnTo>
                <a:lnTo>
                  <a:pt x="24221" y="12630"/>
                </a:lnTo>
                <a:lnTo>
                  <a:pt x="24221" y="12561"/>
                </a:lnTo>
                <a:lnTo>
                  <a:pt x="24203" y="12561"/>
                </a:lnTo>
                <a:lnTo>
                  <a:pt x="24203" y="11556"/>
                </a:lnTo>
                <a:lnTo>
                  <a:pt x="24221" y="11556"/>
                </a:lnTo>
                <a:lnTo>
                  <a:pt x="24221" y="11487"/>
                </a:lnTo>
                <a:lnTo>
                  <a:pt x="24203" y="11487"/>
                </a:lnTo>
                <a:lnTo>
                  <a:pt x="24203" y="10533"/>
                </a:lnTo>
                <a:lnTo>
                  <a:pt x="24221" y="10533"/>
                </a:lnTo>
                <a:lnTo>
                  <a:pt x="24221" y="10465"/>
                </a:lnTo>
                <a:lnTo>
                  <a:pt x="24203" y="10465"/>
                </a:lnTo>
                <a:lnTo>
                  <a:pt x="24203" y="9459"/>
                </a:lnTo>
                <a:lnTo>
                  <a:pt x="24221" y="9459"/>
                </a:lnTo>
                <a:lnTo>
                  <a:pt x="24221" y="9391"/>
                </a:lnTo>
                <a:lnTo>
                  <a:pt x="24203" y="9391"/>
                </a:lnTo>
                <a:lnTo>
                  <a:pt x="24203" y="8438"/>
                </a:lnTo>
                <a:lnTo>
                  <a:pt x="24221" y="8438"/>
                </a:lnTo>
                <a:lnTo>
                  <a:pt x="24221" y="8369"/>
                </a:lnTo>
                <a:lnTo>
                  <a:pt x="24203" y="8369"/>
                </a:lnTo>
                <a:lnTo>
                  <a:pt x="24203" y="7364"/>
                </a:lnTo>
                <a:lnTo>
                  <a:pt x="24221" y="7364"/>
                </a:lnTo>
                <a:lnTo>
                  <a:pt x="24221" y="7296"/>
                </a:lnTo>
                <a:lnTo>
                  <a:pt x="24203" y="7296"/>
                </a:lnTo>
                <a:lnTo>
                  <a:pt x="24203" y="6342"/>
                </a:lnTo>
                <a:lnTo>
                  <a:pt x="24221" y="6342"/>
                </a:lnTo>
                <a:lnTo>
                  <a:pt x="24221" y="6274"/>
                </a:lnTo>
                <a:lnTo>
                  <a:pt x="24203" y="6274"/>
                </a:lnTo>
                <a:lnTo>
                  <a:pt x="24203" y="5268"/>
                </a:lnTo>
                <a:lnTo>
                  <a:pt x="24221" y="5268"/>
                </a:lnTo>
                <a:lnTo>
                  <a:pt x="24221" y="5200"/>
                </a:lnTo>
                <a:lnTo>
                  <a:pt x="24203" y="5200"/>
                </a:lnTo>
                <a:lnTo>
                  <a:pt x="24203" y="4247"/>
                </a:lnTo>
                <a:lnTo>
                  <a:pt x="24221" y="4247"/>
                </a:lnTo>
                <a:lnTo>
                  <a:pt x="24221" y="4178"/>
                </a:lnTo>
                <a:lnTo>
                  <a:pt x="24203" y="4178"/>
                </a:lnTo>
                <a:lnTo>
                  <a:pt x="24203" y="3172"/>
                </a:lnTo>
                <a:lnTo>
                  <a:pt x="24221" y="3172"/>
                </a:lnTo>
                <a:lnTo>
                  <a:pt x="24221" y="3104"/>
                </a:lnTo>
                <a:lnTo>
                  <a:pt x="24203" y="3104"/>
                </a:lnTo>
                <a:lnTo>
                  <a:pt x="24203" y="2150"/>
                </a:lnTo>
                <a:lnTo>
                  <a:pt x="24221" y="2150"/>
                </a:lnTo>
                <a:lnTo>
                  <a:pt x="24221" y="2082"/>
                </a:lnTo>
                <a:lnTo>
                  <a:pt x="24203" y="2082"/>
                </a:lnTo>
                <a:lnTo>
                  <a:pt x="24203" y="1076"/>
                </a:lnTo>
                <a:lnTo>
                  <a:pt x="24221" y="1076"/>
                </a:lnTo>
                <a:lnTo>
                  <a:pt x="24221" y="1007"/>
                </a:lnTo>
                <a:lnTo>
                  <a:pt x="24203" y="1007"/>
                </a:lnTo>
                <a:lnTo>
                  <a:pt x="24203" y="55"/>
                </a:lnTo>
                <a:lnTo>
                  <a:pt x="24221" y="55"/>
                </a:lnTo>
                <a:lnTo>
                  <a:pt x="24221" y="0"/>
                </a:lnTo>
                <a:lnTo>
                  <a:pt x="0" y="0"/>
                </a:lnTo>
                <a:lnTo>
                  <a:pt x="0" y="15749"/>
                </a:lnTo>
                <a:lnTo>
                  <a:pt x="19" y="15749"/>
                </a:lnTo>
                <a:moveTo>
                  <a:pt x="23075" y="55"/>
                </a:moveTo>
                <a:lnTo>
                  <a:pt x="24134" y="55"/>
                </a:lnTo>
                <a:lnTo>
                  <a:pt x="24134" y="1007"/>
                </a:lnTo>
                <a:lnTo>
                  <a:pt x="23075" y="1007"/>
                </a:lnTo>
                <a:lnTo>
                  <a:pt x="23075" y="55"/>
                </a:lnTo>
                <a:moveTo>
                  <a:pt x="23075" y="1076"/>
                </a:moveTo>
                <a:lnTo>
                  <a:pt x="24134" y="1076"/>
                </a:lnTo>
                <a:lnTo>
                  <a:pt x="24134" y="2082"/>
                </a:lnTo>
                <a:lnTo>
                  <a:pt x="23075" y="2082"/>
                </a:lnTo>
                <a:lnTo>
                  <a:pt x="23075" y="1076"/>
                </a:lnTo>
                <a:moveTo>
                  <a:pt x="23075" y="2150"/>
                </a:moveTo>
                <a:lnTo>
                  <a:pt x="24134" y="2150"/>
                </a:lnTo>
                <a:lnTo>
                  <a:pt x="24134" y="3104"/>
                </a:lnTo>
                <a:lnTo>
                  <a:pt x="23075" y="3104"/>
                </a:lnTo>
                <a:lnTo>
                  <a:pt x="23075" y="2150"/>
                </a:lnTo>
                <a:moveTo>
                  <a:pt x="23075" y="3172"/>
                </a:moveTo>
                <a:lnTo>
                  <a:pt x="24134" y="3172"/>
                </a:lnTo>
                <a:lnTo>
                  <a:pt x="24134" y="4178"/>
                </a:lnTo>
                <a:lnTo>
                  <a:pt x="23075" y="4178"/>
                </a:lnTo>
                <a:lnTo>
                  <a:pt x="23075" y="3172"/>
                </a:lnTo>
                <a:moveTo>
                  <a:pt x="23075" y="4247"/>
                </a:moveTo>
                <a:lnTo>
                  <a:pt x="24134" y="4247"/>
                </a:lnTo>
                <a:lnTo>
                  <a:pt x="24134" y="5200"/>
                </a:lnTo>
                <a:lnTo>
                  <a:pt x="23075" y="5200"/>
                </a:lnTo>
                <a:lnTo>
                  <a:pt x="23075" y="4247"/>
                </a:lnTo>
                <a:moveTo>
                  <a:pt x="23075" y="5268"/>
                </a:moveTo>
                <a:lnTo>
                  <a:pt x="24134" y="5268"/>
                </a:lnTo>
                <a:lnTo>
                  <a:pt x="24134" y="6274"/>
                </a:lnTo>
                <a:lnTo>
                  <a:pt x="23075" y="6274"/>
                </a:lnTo>
                <a:lnTo>
                  <a:pt x="23075" y="5268"/>
                </a:lnTo>
                <a:moveTo>
                  <a:pt x="23075" y="6342"/>
                </a:moveTo>
                <a:lnTo>
                  <a:pt x="24134" y="6342"/>
                </a:lnTo>
                <a:lnTo>
                  <a:pt x="24134" y="7296"/>
                </a:lnTo>
                <a:lnTo>
                  <a:pt x="23075" y="7296"/>
                </a:lnTo>
                <a:lnTo>
                  <a:pt x="23075" y="6342"/>
                </a:lnTo>
                <a:moveTo>
                  <a:pt x="23075" y="7364"/>
                </a:moveTo>
                <a:lnTo>
                  <a:pt x="24134" y="7364"/>
                </a:lnTo>
                <a:lnTo>
                  <a:pt x="24134" y="8369"/>
                </a:lnTo>
                <a:lnTo>
                  <a:pt x="23075" y="8369"/>
                </a:lnTo>
                <a:lnTo>
                  <a:pt x="23075" y="7364"/>
                </a:lnTo>
                <a:moveTo>
                  <a:pt x="23075" y="8438"/>
                </a:moveTo>
                <a:lnTo>
                  <a:pt x="24134" y="8438"/>
                </a:lnTo>
                <a:lnTo>
                  <a:pt x="24134" y="9391"/>
                </a:lnTo>
                <a:lnTo>
                  <a:pt x="23075" y="9391"/>
                </a:lnTo>
                <a:lnTo>
                  <a:pt x="23075" y="8438"/>
                </a:lnTo>
                <a:moveTo>
                  <a:pt x="23075" y="9459"/>
                </a:moveTo>
                <a:lnTo>
                  <a:pt x="24134" y="9459"/>
                </a:lnTo>
                <a:lnTo>
                  <a:pt x="24134" y="10465"/>
                </a:lnTo>
                <a:lnTo>
                  <a:pt x="23075" y="10465"/>
                </a:lnTo>
                <a:lnTo>
                  <a:pt x="23075" y="9459"/>
                </a:lnTo>
                <a:moveTo>
                  <a:pt x="23075" y="10533"/>
                </a:moveTo>
                <a:lnTo>
                  <a:pt x="24134" y="10533"/>
                </a:lnTo>
                <a:lnTo>
                  <a:pt x="24134" y="11487"/>
                </a:lnTo>
                <a:lnTo>
                  <a:pt x="23075" y="11487"/>
                </a:lnTo>
                <a:lnTo>
                  <a:pt x="23075" y="10533"/>
                </a:lnTo>
                <a:moveTo>
                  <a:pt x="23075" y="11556"/>
                </a:moveTo>
                <a:lnTo>
                  <a:pt x="24134" y="11556"/>
                </a:lnTo>
                <a:lnTo>
                  <a:pt x="24134" y="12561"/>
                </a:lnTo>
                <a:lnTo>
                  <a:pt x="23075" y="12561"/>
                </a:lnTo>
                <a:lnTo>
                  <a:pt x="23075" y="11556"/>
                </a:lnTo>
                <a:moveTo>
                  <a:pt x="23075" y="12630"/>
                </a:moveTo>
                <a:lnTo>
                  <a:pt x="24134" y="12630"/>
                </a:lnTo>
                <a:lnTo>
                  <a:pt x="24134" y="13583"/>
                </a:lnTo>
                <a:lnTo>
                  <a:pt x="23075" y="13583"/>
                </a:lnTo>
                <a:lnTo>
                  <a:pt x="23075" y="12630"/>
                </a:lnTo>
                <a:moveTo>
                  <a:pt x="23075" y="13651"/>
                </a:moveTo>
                <a:lnTo>
                  <a:pt x="24134" y="13651"/>
                </a:lnTo>
                <a:lnTo>
                  <a:pt x="24134" y="14657"/>
                </a:lnTo>
                <a:lnTo>
                  <a:pt x="23075" y="14657"/>
                </a:lnTo>
                <a:lnTo>
                  <a:pt x="23075" y="13651"/>
                </a:lnTo>
                <a:moveTo>
                  <a:pt x="23075" y="14726"/>
                </a:moveTo>
                <a:lnTo>
                  <a:pt x="24134" y="14726"/>
                </a:lnTo>
                <a:lnTo>
                  <a:pt x="24134" y="15680"/>
                </a:lnTo>
                <a:lnTo>
                  <a:pt x="23075" y="15680"/>
                </a:lnTo>
                <a:lnTo>
                  <a:pt x="23075" y="14726"/>
                </a:lnTo>
                <a:moveTo>
                  <a:pt x="22106" y="55"/>
                </a:moveTo>
                <a:lnTo>
                  <a:pt x="23006" y="55"/>
                </a:lnTo>
                <a:lnTo>
                  <a:pt x="23006" y="1007"/>
                </a:lnTo>
                <a:lnTo>
                  <a:pt x="22106" y="1007"/>
                </a:lnTo>
                <a:lnTo>
                  <a:pt x="22106" y="55"/>
                </a:lnTo>
                <a:moveTo>
                  <a:pt x="22106" y="1076"/>
                </a:moveTo>
                <a:lnTo>
                  <a:pt x="23006" y="1076"/>
                </a:lnTo>
                <a:lnTo>
                  <a:pt x="23006" y="2082"/>
                </a:lnTo>
                <a:lnTo>
                  <a:pt x="22106" y="2082"/>
                </a:lnTo>
                <a:lnTo>
                  <a:pt x="22106" y="1076"/>
                </a:lnTo>
                <a:moveTo>
                  <a:pt x="22106" y="2150"/>
                </a:moveTo>
                <a:lnTo>
                  <a:pt x="23006" y="2150"/>
                </a:lnTo>
                <a:lnTo>
                  <a:pt x="23006" y="3104"/>
                </a:lnTo>
                <a:lnTo>
                  <a:pt x="22106" y="3104"/>
                </a:lnTo>
                <a:lnTo>
                  <a:pt x="22106" y="2150"/>
                </a:lnTo>
                <a:moveTo>
                  <a:pt x="22106" y="3172"/>
                </a:moveTo>
                <a:lnTo>
                  <a:pt x="23006" y="3172"/>
                </a:lnTo>
                <a:lnTo>
                  <a:pt x="23006" y="4178"/>
                </a:lnTo>
                <a:lnTo>
                  <a:pt x="22106" y="4178"/>
                </a:lnTo>
                <a:lnTo>
                  <a:pt x="22106" y="3172"/>
                </a:lnTo>
                <a:moveTo>
                  <a:pt x="22106" y="4247"/>
                </a:moveTo>
                <a:lnTo>
                  <a:pt x="23006" y="4247"/>
                </a:lnTo>
                <a:lnTo>
                  <a:pt x="23006" y="5200"/>
                </a:lnTo>
                <a:lnTo>
                  <a:pt x="22106" y="5200"/>
                </a:lnTo>
                <a:lnTo>
                  <a:pt x="22106" y="4247"/>
                </a:lnTo>
                <a:moveTo>
                  <a:pt x="22106" y="5268"/>
                </a:moveTo>
                <a:lnTo>
                  <a:pt x="23006" y="5268"/>
                </a:lnTo>
                <a:lnTo>
                  <a:pt x="23006" y="6274"/>
                </a:lnTo>
                <a:lnTo>
                  <a:pt x="22106" y="6274"/>
                </a:lnTo>
                <a:lnTo>
                  <a:pt x="22106" y="5268"/>
                </a:lnTo>
                <a:moveTo>
                  <a:pt x="22106" y="6342"/>
                </a:moveTo>
                <a:lnTo>
                  <a:pt x="23006" y="6342"/>
                </a:lnTo>
                <a:lnTo>
                  <a:pt x="23006" y="7296"/>
                </a:lnTo>
                <a:lnTo>
                  <a:pt x="22106" y="7296"/>
                </a:lnTo>
                <a:lnTo>
                  <a:pt x="22106" y="6342"/>
                </a:lnTo>
                <a:moveTo>
                  <a:pt x="22106" y="7364"/>
                </a:moveTo>
                <a:lnTo>
                  <a:pt x="23006" y="7364"/>
                </a:lnTo>
                <a:lnTo>
                  <a:pt x="23006" y="8369"/>
                </a:lnTo>
                <a:lnTo>
                  <a:pt x="22106" y="8369"/>
                </a:lnTo>
                <a:lnTo>
                  <a:pt x="22106" y="7364"/>
                </a:lnTo>
                <a:moveTo>
                  <a:pt x="22106" y="8438"/>
                </a:moveTo>
                <a:lnTo>
                  <a:pt x="23006" y="8438"/>
                </a:lnTo>
                <a:lnTo>
                  <a:pt x="23006" y="9391"/>
                </a:lnTo>
                <a:lnTo>
                  <a:pt x="22106" y="9391"/>
                </a:lnTo>
                <a:lnTo>
                  <a:pt x="22106" y="8438"/>
                </a:lnTo>
                <a:moveTo>
                  <a:pt x="22106" y="9459"/>
                </a:moveTo>
                <a:lnTo>
                  <a:pt x="23006" y="9459"/>
                </a:lnTo>
                <a:lnTo>
                  <a:pt x="23006" y="10465"/>
                </a:lnTo>
                <a:lnTo>
                  <a:pt x="22106" y="10465"/>
                </a:lnTo>
                <a:lnTo>
                  <a:pt x="22106" y="9459"/>
                </a:lnTo>
                <a:moveTo>
                  <a:pt x="22106" y="10533"/>
                </a:moveTo>
                <a:lnTo>
                  <a:pt x="23006" y="10533"/>
                </a:lnTo>
                <a:lnTo>
                  <a:pt x="23006" y="11487"/>
                </a:lnTo>
                <a:lnTo>
                  <a:pt x="22106" y="11487"/>
                </a:lnTo>
                <a:lnTo>
                  <a:pt x="22106" y="10533"/>
                </a:lnTo>
                <a:moveTo>
                  <a:pt x="22106" y="11556"/>
                </a:moveTo>
                <a:lnTo>
                  <a:pt x="23006" y="11556"/>
                </a:lnTo>
                <a:lnTo>
                  <a:pt x="23006" y="12561"/>
                </a:lnTo>
                <a:lnTo>
                  <a:pt x="22106" y="12561"/>
                </a:lnTo>
                <a:lnTo>
                  <a:pt x="22106" y="11556"/>
                </a:lnTo>
                <a:moveTo>
                  <a:pt x="22106" y="12630"/>
                </a:moveTo>
                <a:lnTo>
                  <a:pt x="23006" y="12630"/>
                </a:lnTo>
                <a:lnTo>
                  <a:pt x="23006" y="13583"/>
                </a:lnTo>
                <a:lnTo>
                  <a:pt x="22106" y="13583"/>
                </a:lnTo>
                <a:lnTo>
                  <a:pt x="22106" y="12630"/>
                </a:lnTo>
                <a:moveTo>
                  <a:pt x="22106" y="13651"/>
                </a:moveTo>
                <a:lnTo>
                  <a:pt x="23006" y="13651"/>
                </a:lnTo>
                <a:lnTo>
                  <a:pt x="23006" y="14657"/>
                </a:lnTo>
                <a:lnTo>
                  <a:pt x="22106" y="14657"/>
                </a:lnTo>
                <a:lnTo>
                  <a:pt x="22106" y="13651"/>
                </a:lnTo>
                <a:moveTo>
                  <a:pt x="22106" y="14726"/>
                </a:moveTo>
                <a:lnTo>
                  <a:pt x="23006" y="14726"/>
                </a:lnTo>
                <a:lnTo>
                  <a:pt x="23006" y="15680"/>
                </a:lnTo>
                <a:lnTo>
                  <a:pt x="22106" y="15680"/>
                </a:lnTo>
                <a:lnTo>
                  <a:pt x="22106" y="14726"/>
                </a:lnTo>
                <a:moveTo>
                  <a:pt x="20978" y="55"/>
                </a:moveTo>
                <a:lnTo>
                  <a:pt x="22038" y="55"/>
                </a:lnTo>
                <a:lnTo>
                  <a:pt x="22038" y="1007"/>
                </a:lnTo>
                <a:lnTo>
                  <a:pt x="20978" y="1007"/>
                </a:lnTo>
                <a:lnTo>
                  <a:pt x="20978" y="55"/>
                </a:lnTo>
                <a:moveTo>
                  <a:pt x="20978" y="1076"/>
                </a:moveTo>
                <a:lnTo>
                  <a:pt x="22038" y="1076"/>
                </a:lnTo>
                <a:lnTo>
                  <a:pt x="22038" y="2082"/>
                </a:lnTo>
                <a:lnTo>
                  <a:pt x="20978" y="2082"/>
                </a:lnTo>
                <a:lnTo>
                  <a:pt x="20978" y="1076"/>
                </a:lnTo>
                <a:moveTo>
                  <a:pt x="20978" y="2150"/>
                </a:moveTo>
                <a:lnTo>
                  <a:pt x="22038" y="2150"/>
                </a:lnTo>
                <a:lnTo>
                  <a:pt x="22038" y="3104"/>
                </a:lnTo>
                <a:lnTo>
                  <a:pt x="20978" y="3104"/>
                </a:lnTo>
                <a:lnTo>
                  <a:pt x="20978" y="2150"/>
                </a:lnTo>
                <a:moveTo>
                  <a:pt x="20978" y="3172"/>
                </a:moveTo>
                <a:lnTo>
                  <a:pt x="22038" y="3172"/>
                </a:lnTo>
                <a:lnTo>
                  <a:pt x="22038" y="4178"/>
                </a:lnTo>
                <a:lnTo>
                  <a:pt x="20978" y="4178"/>
                </a:lnTo>
                <a:lnTo>
                  <a:pt x="20978" y="3172"/>
                </a:lnTo>
                <a:moveTo>
                  <a:pt x="20978" y="4247"/>
                </a:moveTo>
                <a:lnTo>
                  <a:pt x="22038" y="4247"/>
                </a:lnTo>
                <a:lnTo>
                  <a:pt x="22038" y="5200"/>
                </a:lnTo>
                <a:lnTo>
                  <a:pt x="20978" y="5200"/>
                </a:lnTo>
                <a:lnTo>
                  <a:pt x="20978" y="4247"/>
                </a:lnTo>
                <a:moveTo>
                  <a:pt x="20978" y="5268"/>
                </a:moveTo>
                <a:lnTo>
                  <a:pt x="22038" y="5268"/>
                </a:lnTo>
                <a:lnTo>
                  <a:pt x="22038" y="6274"/>
                </a:lnTo>
                <a:lnTo>
                  <a:pt x="20978" y="6274"/>
                </a:lnTo>
                <a:lnTo>
                  <a:pt x="20978" y="5268"/>
                </a:lnTo>
                <a:moveTo>
                  <a:pt x="20978" y="6342"/>
                </a:moveTo>
                <a:lnTo>
                  <a:pt x="22038" y="6342"/>
                </a:lnTo>
                <a:lnTo>
                  <a:pt x="22038" y="7296"/>
                </a:lnTo>
                <a:lnTo>
                  <a:pt x="20978" y="7296"/>
                </a:lnTo>
                <a:lnTo>
                  <a:pt x="20978" y="6342"/>
                </a:lnTo>
                <a:moveTo>
                  <a:pt x="20978" y="7364"/>
                </a:moveTo>
                <a:lnTo>
                  <a:pt x="22038" y="7364"/>
                </a:lnTo>
                <a:lnTo>
                  <a:pt x="22038" y="8369"/>
                </a:lnTo>
                <a:lnTo>
                  <a:pt x="20978" y="8369"/>
                </a:lnTo>
                <a:lnTo>
                  <a:pt x="20978" y="7364"/>
                </a:lnTo>
                <a:moveTo>
                  <a:pt x="20978" y="8438"/>
                </a:moveTo>
                <a:lnTo>
                  <a:pt x="22038" y="8438"/>
                </a:lnTo>
                <a:lnTo>
                  <a:pt x="22038" y="9391"/>
                </a:lnTo>
                <a:lnTo>
                  <a:pt x="20978" y="9391"/>
                </a:lnTo>
                <a:lnTo>
                  <a:pt x="20978" y="8438"/>
                </a:lnTo>
                <a:moveTo>
                  <a:pt x="20978" y="9459"/>
                </a:moveTo>
                <a:lnTo>
                  <a:pt x="22038" y="9459"/>
                </a:lnTo>
                <a:lnTo>
                  <a:pt x="22038" y="10465"/>
                </a:lnTo>
                <a:lnTo>
                  <a:pt x="20978" y="10465"/>
                </a:lnTo>
                <a:lnTo>
                  <a:pt x="20978" y="9459"/>
                </a:lnTo>
                <a:moveTo>
                  <a:pt x="20978" y="10533"/>
                </a:moveTo>
                <a:lnTo>
                  <a:pt x="22038" y="10533"/>
                </a:lnTo>
                <a:lnTo>
                  <a:pt x="22038" y="11487"/>
                </a:lnTo>
                <a:lnTo>
                  <a:pt x="20978" y="11487"/>
                </a:lnTo>
                <a:lnTo>
                  <a:pt x="20978" y="10533"/>
                </a:lnTo>
                <a:moveTo>
                  <a:pt x="20978" y="11556"/>
                </a:moveTo>
                <a:lnTo>
                  <a:pt x="22038" y="11556"/>
                </a:lnTo>
                <a:lnTo>
                  <a:pt x="22038" y="12561"/>
                </a:lnTo>
                <a:lnTo>
                  <a:pt x="20978" y="12561"/>
                </a:lnTo>
                <a:lnTo>
                  <a:pt x="20978" y="11556"/>
                </a:lnTo>
                <a:moveTo>
                  <a:pt x="20978" y="12630"/>
                </a:moveTo>
                <a:lnTo>
                  <a:pt x="22038" y="12630"/>
                </a:lnTo>
                <a:lnTo>
                  <a:pt x="22038" y="13583"/>
                </a:lnTo>
                <a:lnTo>
                  <a:pt x="20978" y="13583"/>
                </a:lnTo>
                <a:lnTo>
                  <a:pt x="20978" y="12630"/>
                </a:lnTo>
                <a:moveTo>
                  <a:pt x="20978" y="13651"/>
                </a:moveTo>
                <a:lnTo>
                  <a:pt x="22038" y="13651"/>
                </a:lnTo>
                <a:lnTo>
                  <a:pt x="22038" y="14657"/>
                </a:lnTo>
                <a:lnTo>
                  <a:pt x="20978" y="14657"/>
                </a:lnTo>
                <a:lnTo>
                  <a:pt x="20978" y="13651"/>
                </a:lnTo>
                <a:moveTo>
                  <a:pt x="20978" y="14726"/>
                </a:moveTo>
                <a:lnTo>
                  <a:pt x="22038" y="14726"/>
                </a:lnTo>
                <a:lnTo>
                  <a:pt x="22038" y="15680"/>
                </a:lnTo>
                <a:lnTo>
                  <a:pt x="20978" y="15680"/>
                </a:lnTo>
                <a:lnTo>
                  <a:pt x="20978" y="14726"/>
                </a:lnTo>
                <a:moveTo>
                  <a:pt x="20011" y="55"/>
                </a:moveTo>
                <a:lnTo>
                  <a:pt x="20910" y="55"/>
                </a:lnTo>
                <a:lnTo>
                  <a:pt x="20910" y="1007"/>
                </a:lnTo>
                <a:lnTo>
                  <a:pt x="20011" y="1007"/>
                </a:lnTo>
                <a:lnTo>
                  <a:pt x="20011" y="55"/>
                </a:lnTo>
                <a:moveTo>
                  <a:pt x="20011" y="1076"/>
                </a:moveTo>
                <a:lnTo>
                  <a:pt x="20910" y="1076"/>
                </a:lnTo>
                <a:lnTo>
                  <a:pt x="20910" y="2082"/>
                </a:lnTo>
                <a:lnTo>
                  <a:pt x="20011" y="2082"/>
                </a:lnTo>
                <a:lnTo>
                  <a:pt x="20011" y="1076"/>
                </a:lnTo>
                <a:moveTo>
                  <a:pt x="20011" y="2150"/>
                </a:moveTo>
                <a:lnTo>
                  <a:pt x="20910" y="2150"/>
                </a:lnTo>
                <a:lnTo>
                  <a:pt x="20910" y="3104"/>
                </a:lnTo>
                <a:lnTo>
                  <a:pt x="20011" y="3104"/>
                </a:lnTo>
                <a:lnTo>
                  <a:pt x="20011" y="2150"/>
                </a:lnTo>
                <a:moveTo>
                  <a:pt x="20011" y="3172"/>
                </a:moveTo>
                <a:lnTo>
                  <a:pt x="20910" y="3172"/>
                </a:lnTo>
                <a:lnTo>
                  <a:pt x="20910" y="4178"/>
                </a:lnTo>
                <a:lnTo>
                  <a:pt x="20011" y="4178"/>
                </a:lnTo>
                <a:lnTo>
                  <a:pt x="20011" y="3172"/>
                </a:lnTo>
                <a:moveTo>
                  <a:pt x="20011" y="4247"/>
                </a:moveTo>
                <a:lnTo>
                  <a:pt x="20910" y="4247"/>
                </a:lnTo>
                <a:lnTo>
                  <a:pt x="20910" y="5200"/>
                </a:lnTo>
                <a:lnTo>
                  <a:pt x="20011" y="5200"/>
                </a:lnTo>
                <a:lnTo>
                  <a:pt x="20011" y="4247"/>
                </a:lnTo>
                <a:moveTo>
                  <a:pt x="20011" y="5268"/>
                </a:moveTo>
                <a:lnTo>
                  <a:pt x="20910" y="5268"/>
                </a:lnTo>
                <a:lnTo>
                  <a:pt x="20910" y="6274"/>
                </a:lnTo>
                <a:lnTo>
                  <a:pt x="20011" y="6274"/>
                </a:lnTo>
                <a:lnTo>
                  <a:pt x="20011" y="5268"/>
                </a:lnTo>
                <a:moveTo>
                  <a:pt x="20011" y="6342"/>
                </a:moveTo>
                <a:lnTo>
                  <a:pt x="20910" y="6342"/>
                </a:lnTo>
                <a:lnTo>
                  <a:pt x="20910" y="7296"/>
                </a:lnTo>
                <a:lnTo>
                  <a:pt x="20011" y="7296"/>
                </a:lnTo>
                <a:lnTo>
                  <a:pt x="20011" y="6342"/>
                </a:lnTo>
                <a:moveTo>
                  <a:pt x="20011" y="7364"/>
                </a:moveTo>
                <a:lnTo>
                  <a:pt x="20910" y="7364"/>
                </a:lnTo>
                <a:lnTo>
                  <a:pt x="20910" y="8369"/>
                </a:lnTo>
                <a:lnTo>
                  <a:pt x="20011" y="8369"/>
                </a:lnTo>
                <a:lnTo>
                  <a:pt x="20011" y="7364"/>
                </a:lnTo>
                <a:moveTo>
                  <a:pt x="20011" y="8438"/>
                </a:moveTo>
                <a:lnTo>
                  <a:pt x="20910" y="8438"/>
                </a:lnTo>
                <a:lnTo>
                  <a:pt x="20910" y="9391"/>
                </a:lnTo>
                <a:lnTo>
                  <a:pt x="20011" y="9391"/>
                </a:lnTo>
                <a:lnTo>
                  <a:pt x="20011" y="8438"/>
                </a:lnTo>
                <a:moveTo>
                  <a:pt x="20011" y="9459"/>
                </a:moveTo>
                <a:lnTo>
                  <a:pt x="20910" y="9459"/>
                </a:lnTo>
                <a:lnTo>
                  <a:pt x="20910" y="10465"/>
                </a:lnTo>
                <a:lnTo>
                  <a:pt x="20011" y="10465"/>
                </a:lnTo>
                <a:lnTo>
                  <a:pt x="20011" y="9459"/>
                </a:lnTo>
                <a:moveTo>
                  <a:pt x="20011" y="10533"/>
                </a:moveTo>
                <a:lnTo>
                  <a:pt x="20910" y="10533"/>
                </a:lnTo>
                <a:lnTo>
                  <a:pt x="20910" y="11487"/>
                </a:lnTo>
                <a:lnTo>
                  <a:pt x="20011" y="11487"/>
                </a:lnTo>
                <a:lnTo>
                  <a:pt x="20011" y="10533"/>
                </a:lnTo>
                <a:moveTo>
                  <a:pt x="20011" y="11556"/>
                </a:moveTo>
                <a:lnTo>
                  <a:pt x="20910" y="11556"/>
                </a:lnTo>
                <a:lnTo>
                  <a:pt x="20910" y="12561"/>
                </a:lnTo>
                <a:lnTo>
                  <a:pt x="20011" y="12561"/>
                </a:lnTo>
                <a:lnTo>
                  <a:pt x="20011" y="11556"/>
                </a:lnTo>
                <a:moveTo>
                  <a:pt x="20011" y="12630"/>
                </a:moveTo>
                <a:lnTo>
                  <a:pt x="20910" y="12630"/>
                </a:lnTo>
                <a:lnTo>
                  <a:pt x="20910" y="13583"/>
                </a:lnTo>
                <a:lnTo>
                  <a:pt x="20011" y="13583"/>
                </a:lnTo>
                <a:lnTo>
                  <a:pt x="20011" y="12630"/>
                </a:lnTo>
                <a:moveTo>
                  <a:pt x="20011" y="13651"/>
                </a:moveTo>
                <a:lnTo>
                  <a:pt x="20910" y="13651"/>
                </a:lnTo>
                <a:lnTo>
                  <a:pt x="20910" y="14657"/>
                </a:lnTo>
                <a:lnTo>
                  <a:pt x="20011" y="14657"/>
                </a:lnTo>
                <a:lnTo>
                  <a:pt x="20011" y="13651"/>
                </a:lnTo>
                <a:moveTo>
                  <a:pt x="20011" y="14726"/>
                </a:moveTo>
                <a:lnTo>
                  <a:pt x="20910" y="14726"/>
                </a:lnTo>
                <a:lnTo>
                  <a:pt x="20910" y="15680"/>
                </a:lnTo>
                <a:lnTo>
                  <a:pt x="20011" y="15680"/>
                </a:lnTo>
                <a:lnTo>
                  <a:pt x="20011" y="14726"/>
                </a:lnTo>
                <a:moveTo>
                  <a:pt x="18883" y="55"/>
                </a:moveTo>
                <a:lnTo>
                  <a:pt x="19942" y="55"/>
                </a:lnTo>
                <a:lnTo>
                  <a:pt x="19942" y="1007"/>
                </a:lnTo>
                <a:lnTo>
                  <a:pt x="18883" y="1007"/>
                </a:lnTo>
                <a:lnTo>
                  <a:pt x="18883" y="55"/>
                </a:lnTo>
                <a:moveTo>
                  <a:pt x="18883" y="1076"/>
                </a:moveTo>
                <a:lnTo>
                  <a:pt x="19942" y="1076"/>
                </a:lnTo>
                <a:lnTo>
                  <a:pt x="19942" y="2082"/>
                </a:lnTo>
                <a:lnTo>
                  <a:pt x="18883" y="2082"/>
                </a:lnTo>
                <a:lnTo>
                  <a:pt x="18883" y="1076"/>
                </a:lnTo>
                <a:moveTo>
                  <a:pt x="18883" y="2150"/>
                </a:moveTo>
                <a:lnTo>
                  <a:pt x="19942" y="2150"/>
                </a:lnTo>
                <a:lnTo>
                  <a:pt x="19942" y="3104"/>
                </a:lnTo>
                <a:lnTo>
                  <a:pt x="18883" y="3104"/>
                </a:lnTo>
                <a:lnTo>
                  <a:pt x="18883" y="2150"/>
                </a:lnTo>
                <a:moveTo>
                  <a:pt x="18883" y="3172"/>
                </a:moveTo>
                <a:lnTo>
                  <a:pt x="19942" y="3172"/>
                </a:lnTo>
                <a:lnTo>
                  <a:pt x="19942" y="4178"/>
                </a:lnTo>
                <a:lnTo>
                  <a:pt x="18883" y="4178"/>
                </a:lnTo>
                <a:lnTo>
                  <a:pt x="18883" y="3172"/>
                </a:lnTo>
                <a:moveTo>
                  <a:pt x="18883" y="4247"/>
                </a:moveTo>
                <a:lnTo>
                  <a:pt x="19942" y="4247"/>
                </a:lnTo>
                <a:lnTo>
                  <a:pt x="19942" y="5200"/>
                </a:lnTo>
                <a:lnTo>
                  <a:pt x="18883" y="5200"/>
                </a:lnTo>
                <a:lnTo>
                  <a:pt x="18883" y="4247"/>
                </a:lnTo>
                <a:moveTo>
                  <a:pt x="18883" y="5268"/>
                </a:moveTo>
                <a:lnTo>
                  <a:pt x="19942" y="5268"/>
                </a:lnTo>
                <a:lnTo>
                  <a:pt x="19942" y="6274"/>
                </a:lnTo>
                <a:lnTo>
                  <a:pt x="18883" y="6274"/>
                </a:lnTo>
                <a:lnTo>
                  <a:pt x="18883" y="5268"/>
                </a:lnTo>
                <a:moveTo>
                  <a:pt x="18883" y="6342"/>
                </a:moveTo>
                <a:lnTo>
                  <a:pt x="19942" y="6342"/>
                </a:lnTo>
                <a:lnTo>
                  <a:pt x="19942" y="7296"/>
                </a:lnTo>
                <a:lnTo>
                  <a:pt x="18883" y="7296"/>
                </a:lnTo>
                <a:lnTo>
                  <a:pt x="18883" y="6342"/>
                </a:lnTo>
                <a:moveTo>
                  <a:pt x="18883" y="7364"/>
                </a:moveTo>
                <a:lnTo>
                  <a:pt x="19942" y="7364"/>
                </a:lnTo>
                <a:lnTo>
                  <a:pt x="19942" y="8369"/>
                </a:lnTo>
                <a:lnTo>
                  <a:pt x="18883" y="8369"/>
                </a:lnTo>
                <a:lnTo>
                  <a:pt x="18883" y="7364"/>
                </a:lnTo>
                <a:moveTo>
                  <a:pt x="18883" y="8438"/>
                </a:moveTo>
                <a:lnTo>
                  <a:pt x="19942" y="8438"/>
                </a:lnTo>
                <a:lnTo>
                  <a:pt x="19942" y="9391"/>
                </a:lnTo>
                <a:lnTo>
                  <a:pt x="18883" y="9391"/>
                </a:lnTo>
                <a:lnTo>
                  <a:pt x="18883" y="8438"/>
                </a:lnTo>
                <a:moveTo>
                  <a:pt x="18883" y="9459"/>
                </a:moveTo>
                <a:lnTo>
                  <a:pt x="19942" y="9459"/>
                </a:lnTo>
                <a:lnTo>
                  <a:pt x="19942" y="10465"/>
                </a:lnTo>
                <a:lnTo>
                  <a:pt x="18883" y="10465"/>
                </a:lnTo>
                <a:lnTo>
                  <a:pt x="18883" y="9459"/>
                </a:lnTo>
                <a:moveTo>
                  <a:pt x="18883" y="10533"/>
                </a:moveTo>
                <a:lnTo>
                  <a:pt x="19942" y="10533"/>
                </a:lnTo>
                <a:lnTo>
                  <a:pt x="19942" y="11487"/>
                </a:lnTo>
                <a:lnTo>
                  <a:pt x="18883" y="11487"/>
                </a:lnTo>
                <a:lnTo>
                  <a:pt x="18883" y="10533"/>
                </a:lnTo>
                <a:moveTo>
                  <a:pt x="18883" y="11556"/>
                </a:moveTo>
                <a:lnTo>
                  <a:pt x="19942" y="11556"/>
                </a:lnTo>
                <a:lnTo>
                  <a:pt x="19942" y="12561"/>
                </a:lnTo>
                <a:lnTo>
                  <a:pt x="18883" y="12561"/>
                </a:lnTo>
                <a:lnTo>
                  <a:pt x="18883" y="11556"/>
                </a:lnTo>
                <a:moveTo>
                  <a:pt x="18883" y="12630"/>
                </a:moveTo>
                <a:lnTo>
                  <a:pt x="19942" y="12630"/>
                </a:lnTo>
                <a:lnTo>
                  <a:pt x="19942" y="13583"/>
                </a:lnTo>
                <a:lnTo>
                  <a:pt x="18883" y="13583"/>
                </a:lnTo>
                <a:lnTo>
                  <a:pt x="18883" y="12630"/>
                </a:lnTo>
                <a:moveTo>
                  <a:pt x="18883" y="13651"/>
                </a:moveTo>
                <a:lnTo>
                  <a:pt x="19942" y="13651"/>
                </a:lnTo>
                <a:lnTo>
                  <a:pt x="19942" y="14657"/>
                </a:lnTo>
                <a:lnTo>
                  <a:pt x="18883" y="14657"/>
                </a:lnTo>
                <a:lnTo>
                  <a:pt x="18883" y="13651"/>
                </a:lnTo>
                <a:moveTo>
                  <a:pt x="18883" y="14726"/>
                </a:moveTo>
                <a:lnTo>
                  <a:pt x="19942" y="14726"/>
                </a:lnTo>
                <a:lnTo>
                  <a:pt x="19942" y="15680"/>
                </a:lnTo>
                <a:lnTo>
                  <a:pt x="18883" y="15680"/>
                </a:lnTo>
                <a:lnTo>
                  <a:pt x="18883" y="14726"/>
                </a:lnTo>
                <a:moveTo>
                  <a:pt x="17914" y="55"/>
                </a:moveTo>
                <a:lnTo>
                  <a:pt x="18814" y="55"/>
                </a:lnTo>
                <a:lnTo>
                  <a:pt x="18814" y="1007"/>
                </a:lnTo>
                <a:lnTo>
                  <a:pt x="17914" y="1007"/>
                </a:lnTo>
                <a:lnTo>
                  <a:pt x="17914" y="55"/>
                </a:lnTo>
                <a:moveTo>
                  <a:pt x="17914" y="1076"/>
                </a:moveTo>
                <a:lnTo>
                  <a:pt x="18814" y="1076"/>
                </a:lnTo>
                <a:lnTo>
                  <a:pt x="18814" y="2082"/>
                </a:lnTo>
                <a:lnTo>
                  <a:pt x="17914" y="2082"/>
                </a:lnTo>
                <a:lnTo>
                  <a:pt x="17914" y="1076"/>
                </a:lnTo>
                <a:moveTo>
                  <a:pt x="17914" y="2150"/>
                </a:moveTo>
                <a:lnTo>
                  <a:pt x="18814" y="2150"/>
                </a:lnTo>
                <a:lnTo>
                  <a:pt x="18814" y="3104"/>
                </a:lnTo>
                <a:lnTo>
                  <a:pt x="17914" y="3104"/>
                </a:lnTo>
                <a:lnTo>
                  <a:pt x="17914" y="2150"/>
                </a:lnTo>
                <a:moveTo>
                  <a:pt x="17914" y="3172"/>
                </a:moveTo>
                <a:lnTo>
                  <a:pt x="18814" y="3172"/>
                </a:lnTo>
                <a:lnTo>
                  <a:pt x="18814" y="4178"/>
                </a:lnTo>
                <a:lnTo>
                  <a:pt x="17914" y="4178"/>
                </a:lnTo>
                <a:lnTo>
                  <a:pt x="17914" y="3172"/>
                </a:lnTo>
                <a:moveTo>
                  <a:pt x="17914" y="4247"/>
                </a:moveTo>
                <a:lnTo>
                  <a:pt x="18814" y="4247"/>
                </a:lnTo>
                <a:lnTo>
                  <a:pt x="18814" y="5200"/>
                </a:lnTo>
                <a:lnTo>
                  <a:pt x="17914" y="5200"/>
                </a:lnTo>
                <a:lnTo>
                  <a:pt x="17914" y="4247"/>
                </a:lnTo>
                <a:moveTo>
                  <a:pt x="17914" y="5268"/>
                </a:moveTo>
                <a:lnTo>
                  <a:pt x="18814" y="5268"/>
                </a:lnTo>
                <a:lnTo>
                  <a:pt x="18814" y="6274"/>
                </a:lnTo>
                <a:lnTo>
                  <a:pt x="17914" y="6274"/>
                </a:lnTo>
                <a:lnTo>
                  <a:pt x="17914" y="5268"/>
                </a:lnTo>
                <a:moveTo>
                  <a:pt x="17914" y="6342"/>
                </a:moveTo>
                <a:lnTo>
                  <a:pt x="18814" y="6342"/>
                </a:lnTo>
                <a:lnTo>
                  <a:pt x="18814" y="7296"/>
                </a:lnTo>
                <a:lnTo>
                  <a:pt x="17914" y="7296"/>
                </a:lnTo>
                <a:lnTo>
                  <a:pt x="17914" y="6342"/>
                </a:lnTo>
                <a:moveTo>
                  <a:pt x="17914" y="7364"/>
                </a:moveTo>
                <a:lnTo>
                  <a:pt x="18814" y="7364"/>
                </a:lnTo>
                <a:lnTo>
                  <a:pt x="18814" y="8369"/>
                </a:lnTo>
                <a:lnTo>
                  <a:pt x="17914" y="8369"/>
                </a:lnTo>
                <a:lnTo>
                  <a:pt x="17914" y="7364"/>
                </a:lnTo>
                <a:moveTo>
                  <a:pt x="17914" y="8438"/>
                </a:moveTo>
                <a:lnTo>
                  <a:pt x="18814" y="8438"/>
                </a:lnTo>
                <a:lnTo>
                  <a:pt x="18814" y="9391"/>
                </a:lnTo>
                <a:lnTo>
                  <a:pt x="17914" y="9391"/>
                </a:lnTo>
                <a:lnTo>
                  <a:pt x="17914" y="8438"/>
                </a:lnTo>
                <a:moveTo>
                  <a:pt x="17914" y="9459"/>
                </a:moveTo>
                <a:lnTo>
                  <a:pt x="18814" y="9459"/>
                </a:lnTo>
                <a:lnTo>
                  <a:pt x="18814" y="10465"/>
                </a:lnTo>
                <a:lnTo>
                  <a:pt x="17914" y="10465"/>
                </a:lnTo>
                <a:lnTo>
                  <a:pt x="17914" y="9459"/>
                </a:lnTo>
                <a:moveTo>
                  <a:pt x="17914" y="10533"/>
                </a:moveTo>
                <a:lnTo>
                  <a:pt x="18814" y="10533"/>
                </a:lnTo>
                <a:lnTo>
                  <a:pt x="18814" y="11487"/>
                </a:lnTo>
                <a:lnTo>
                  <a:pt x="17914" y="11487"/>
                </a:lnTo>
                <a:lnTo>
                  <a:pt x="17914" y="10533"/>
                </a:lnTo>
                <a:moveTo>
                  <a:pt x="17914" y="11556"/>
                </a:moveTo>
                <a:lnTo>
                  <a:pt x="18814" y="11556"/>
                </a:lnTo>
                <a:lnTo>
                  <a:pt x="18814" y="12561"/>
                </a:lnTo>
                <a:lnTo>
                  <a:pt x="17914" y="12561"/>
                </a:lnTo>
                <a:lnTo>
                  <a:pt x="17914" y="11556"/>
                </a:lnTo>
                <a:moveTo>
                  <a:pt x="17914" y="12630"/>
                </a:moveTo>
                <a:lnTo>
                  <a:pt x="18814" y="12630"/>
                </a:lnTo>
                <a:lnTo>
                  <a:pt x="18814" y="13583"/>
                </a:lnTo>
                <a:lnTo>
                  <a:pt x="17914" y="13583"/>
                </a:lnTo>
                <a:lnTo>
                  <a:pt x="17914" y="12630"/>
                </a:lnTo>
                <a:moveTo>
                  <a:pt x="17914" y="13651"/>
                </a:moveTo>
                <a:lnTo>
                  <a:pt x="18814" y="13651"/>
                </a:lnTo>
                <a:lnTo>
                  <a:pt x="18814" y="14657"/>
                </a:lnTo>
                <a:lnTo>
                  <a:pt x="17914" y="14657"/>
                </a:lnTo>
                <a:lnTo>
                  <a:pt x="17914" y="13651"/>
                </a:lnTo>
                <a:moveTo>
                  <a:pt x="17914" y="14726"/>
                </a:moveTo>
                <a:lnTo>
                  <a:pt x="18814" y="14726"/>
                </a:lnTo>
                <a:lnTo>
                  <a:pt x="18814" y="15680"/>
                </a:lnTo>
                <a:lnTo>
                  <a:pt x="17914" y="15680"/>
                </a:lnTo>
                <a:lnTo>
                  <a:pt x="17914" y="14726"/>
                </a:lnTo>
                <a:moveTo>
                  <a:pt x="16786" y="55"/>
                </a:moveTo>
                <a:lnTo>
                  <a:pt x="17846" y="55"/>
                </a:lnTo>
                <a:lnTo>
                  <a:pt x="17846" y="1007"/>
                </a:lnTo>
                <a:lnTo>
                  <a:pt x="16786" y="1007"/>
                </a:lnTo>
                <a:lnTo>
                  <a:pt x="16786" y="55"/>
                </a:lnTo>
                <a:moveTo>
                  <a:pt x="16786" y="1076"/>
                </a:moveTo>
                <a:lnTo>
                  <a:pt x="17846" y="1076"/>
                </a:lnTo>
                <a:lnTo>
                  <a:pt x="17846" y="2082"/>
                </a:lnTo>
                <a:lnTo>
                  <a:pt x="16786" y="2082"/>
                </a:lnTo>
                <a:lnTo>
                  <a:pt x="16786" y="1076"/>
                </a:lnTo>
                <a:moveTo>
                  <a:pt x="16786" y="2150"/>
                </a:moveTo>
                <a:lnTo>
                  <a:pt x="17846" y="2150"/>
                </a:lnTo>
                <a:lnTo>
                  <a:pt x="17846" y="3104"/>
                </a:lnTo>
                <a:lnTo>
                  <a:pt x="16786" y="3104"/>
                </a:lnTo>
                <a:lnTo>
                  <a:pt x="16786" y="2150"/>
                </a:lnTo>
                <a:moveTo>
                  <a:pt x="16786" y="3172"/>
                </a:moveTo>
                <a:lnTo>
                  <a:pt x="17846" y="3172"/>
                </a:lnTo>
                <a:lnTo>
                  <a:pt x="17846" y="4178"/>
                </a:lnTo>
                <a:lnTo>
                  <a:pt x="16786" y="4178"/>
                </a:lnTo>
                <a:lnTo>
                  <a:pt x="16786" y="3172"/>
                </a:lnTo>
                <a:moveTo>
                  <a:pt x="16786" y="4247"/>
                </a:moveTo>
                <a:lnTo>
                  <a:pt x="17846" y="4247"/>
                </a:lnTo>
                <a:lnTo>
                  <a:pt x="17846" y="5200"/>
                </a:lnTo>
                <a:lnTo>
                  <a:pt x="16786" y="5200"/>
                </a:lnTo>
                <a:lnTo>
                  <a:pt x="16786" y="4247"/>
                </a:lnTo>
                <a:moveTo>
                  <a:pt x="16786" y="5268"/>
                </a:moveTo>
                <a:lnTo>
                  <a:pt x="17846" y="5268"/>
                </a:lnTo>
                <a:lnTo>
                  <a:pt x="17846" y="6274"/>
                </a:lnTo>
                <a:lnTo>
                  <a:pt x="16786" y="6274"/>
                </a:lnTo>
                <a:lnTo>
                  <a:pt x="16786" y="5268"/>
                </a:lnTo>
                <a:moveTo>
                  <a:pt x="16786" y="6342"/>
                </a:moveTo>
                <a:lnTo>
                  <a:pt x="17846" y="6342"/>
                </a:lnTo>
                <a:lnTo>
                  <a:pt x="17846" y="7296"/>
                </a:lnTo>
                <a:lnTo>
                  <a:pt x="16786" y="7296"/>
                </a:lnTo>
                <a:lnTo>
                  <a:pt x="16786" y="6342"/>
                </a:lnTo>
                <a:moveTo>
                  <a:pt x="16786" y="7364"/>
                </a:moveTo>
                <a:lnTo>
                  <a:pt x="17846" y="7364"/>
                </a:lnTo>
                <a:lnTo>
                  <a:pt x="17846" y="8369"/>
                </a:lnTo>
                <a:lnTo>
                  <a:pt x="16786" y="8369"/>
                </a:lnTo>
                <a:lnTo>
                  <a:pt x="16786" y="7364"/>
                </a:lnTo>
                <a:moveTo>
                  <a:pt x="16786" y="8438"/>
                </a:moveTo>
                <a:lnTo>
                  <a:pt x="17846" y="8438"/>
                </a:lnTo>
                <a:lnTo>
                  <a:pt x="17846" y="9391"/>
                </a:lnTo>
                <a:lnTo>
                  <a:pt x="16786" y="9391"/>
                </a:lnTo>
                <a:lnTo>
                  <a:pt x="16786" y="8438"/>
                </a:lnTo>
                <a:moveTo>
                  <a:pt x="16786" y="9459"/>
                </a:moveTo>
                <a:lnTo>
                  <a:pt x="17846" y="9459"/>
                </a:lnTo>
                <a:lnTo>
                  <a:pt x="17846" y="10465"/>
                </a:lnTo>
                <a:lnTo>
                  <a:pt x="16786" y="10465"/>
                </a:lnTo>
                <a:lnTo>
                  <a:pt x="16786" y="9459"/>
                </a:lnTo>
                <a:moveTo>
                  <a:pt x="16786" y="10533"/>
                </a:moveTo>
                <a:lnTo>
                  <a:pt x="17846" y="10533"/>
                </a:lnTo>
                <a:lnTo>
                  <a:pt x="17846" y="11487"/>
                </a:lnTo>
                <a:lnTo>
                  <a:pt x="16786" y="11487"/>
                </a:lnTo>
                <a:lnTo>
                  <a:pt x="16786" y="10533"/>
                </a:lnTo>
                <a:moveTo>
                  <a:pt x="16786" y="11556"/>
                </a:moveTo>
                <a:lnTo>
                  <a:pt x="17846" y="11556"/>
                </a:lnTo>
                <a:lnTo>
                  <a:pt x="17846" y="12561"/>
                </a:lnTo>
                <a:lnTo>
                  <a:pt x="16786" y="12561"/>
                </a:lnTo>
                <a:lnTo>
                  <a:pt x="16786" y="11556"/>
                </a:lnTo>
                <a:moveTo>
                  <a:pt x="16786" y="12630"/>
                </a:moveTo>
                <a:lnTo>
                  <a:pt x="17846" y="12630"/>
                </a:lnTo>
                <a:lnTo>
                  <a:pt x="17846" y="13583"/>
                </a:lnTo>
                <a:lnTo>
                  <a:pt x="16786" y="13583"/>
                </a:lnTo>
                <a:lnTo>
                  <a:pt x="16786" y="12630"/>
                </a:lnTo>
                <a:moveTo>
                  <a:pt x="16786" y="13651"/>
                </a:moveTo>
                <a:lnTo>
                  <a:pt x="17846" y="13651"/>
                </a:lnTo>
                <a:lnTo>
                  <a:pt x="17846" y="14657"/>
                </a:lnTo>
                <a:lnTo>
                  <a:pt x="16786" y="14657"/>
                </a:lnTo>
                <a:lnTo>
                  <a:pt x="16786" y="13651"/>
                </a:lnTo>
                <a:moveTo>
                  <a:pt x="16786" y="14726"/>
                </a:moveTo>
                <a:lnTo>
                  <a:pt x="17846" y="14726"/>
                </a:lnTo>
                <a:lnTo>
                  <a:pt x="17846" y="15680"/>
                </a:lnTo>
                <a:lnTo>
                  <a:pt x="16786" y="15680"/>
                </a:lnTo>
                <a:lnTo>
                  <a:pt x="16786" y="14726"/>
                </a:lnTo>
                <a:moveTo>
                  <a:pt x="15819" y="55"/>
                </a:moveTo>
                <a:lnTo>
                  <a:pt x="16718" y="55"/>
                </a:lnTo>
                <a:lnTo>
                  <a:pt x="16718" y="1007"/>
                </a:lnTo>
                <a:lnTo>
                  <a:pt x="15819" y="1007"/>
                </a:lnTo>
                <a:lnTo>
                  <a:pt x="15819" y="55"/>
                </a:lnTo>
                <a:moveTo>
                  <a:pt x="15819" y="1076"/>
                </a:moveTo>
                <a:lnTo>
                  <a:pt x="16718" y="1076"/>
                </a:lnTo>
                <a:lnTo>
                  <a:pt x="16718" y="2082"/>
                </a:lnTo>
                <a:lnTo>
                  <a:pt x="15819" y="2082"/>
                </a:lnTo>
                <a:lnTo>
                  <a:pt x="15819" y="1076"/>
                </a:lnTo>
                <a:moveTo>
                  <a:pt x="15819" y="2150"/>
                </a:moveTo>
                <a:lnTo>
                  <a:pt x="16718" y="2150"/>
                </a:lnTo>
                <a:lnTo>
                  <a:pt x="16718" y="3104"/>
                </a:lnTo>
                <a:lnTo>
                  <a:pt x="15819" y="3104"/>
                </a:lnTo>
                <a:lnTo>
                  <a:pt x="15819" y="2150"/>
                </a:lnTo>
                <a:moveTo>
                  <a:pt x="15819" y="3172"/>
                </a:moveTo>
                <a:lnTo>
                  <a:pt x="16718" y="3172"/>
                </a:lnTo>
                <a:lnTo>
                  <a:pt x="16718" y="4178"/>
                </a:lnTo>
                <a:lnTo>
                  <a:pt x="15819" y="4178"/>
                </a:lnTo>
                <a:lnTo>
                  <a:pt x="15819" y="3172"/>
                </a:lnTo>
                <a:moveTo>
                  <a:pt x="15819" y="4247"/>
                </a:moveTo>
                <a:lnTo>
                  <a:pt x="16718" y="4247"/>
                </a:lnTo>
                <a:lnTo>
                  <a:pt x="16718" y="5200"/>
                </a:lnTo>
                <a:lnTo>
                  <a:pt x="15819" y="5200"/>
                </a:lnTo>
                <a:lnTo>
                  <a:pt x="15819" y="4247"/>
                </a:lnTo>
                <a:moveTo>
                  <a:pt x="15819" y="5268"/>
                </a:moveTo>
                <a:lnTo>
                  <a:pt x="16718" y="5268"/>
                </a:lnTo>
                <a:lnTo>
                  <a:pt x="16718" y="6274"/>
                </a:lnTo>
                <a:lnTo>
                  <a:pt x="15819" y="6274"/>
                </a:lnTo>
                <a:lnTo>
                  <a:pt x="15819" y="5268"/>
                </a:lnTo>
                <a:moveTo>
                  <a:pt x="15819" y="6342"/>
                </a:moveTo>
                <a:lnTo>
                  <a:pt x="16718" y="6342"/>
                </a:lnTo>
                <a:lnTo>
                  <a:pt x="16718" y="7296"/>
                </a:lnTo>
                <a:lnTo>
                  <a:pt x="15819" y="7296"/>
                </a:lnTo>
                <a:lnTo>
                  <a:pt x="15819" y="6342"/>
                </a:lnTo>
                <a:moveTo>
                  <a:pt x="15819" y="7364"/>
                </a:moveTo>
                <a:lnTo>
                  <a:pt x="16718" y="7364"/>
                </a:lnTo>
                <a:lnTo>
                  <a:pt x="16718" y="8369"/>
                </a:lnTo>
                <a:lnTo>
                  <a:pt x="15819" y="8369"/>
                </a:lnTo>
                <a:lnTo>
                  <a:pt x="15819" y="7364"/>
                </a:lnTo>
                <a:moveTo>
                  <a:pt x="15819" y="8438"/>
                </a:moveTo>
                <a:lnTo>
                  <a:pt x="16718" y="8438"/>
                </a:lnTo>
                <a:lnTo>
                  <a:pt x="16718" y="9391"/>
                </a:lnTo>
                <a:lnTo>
                  <a:pt x="15819" y="9391"/>
                </a:lnTo>
                <a:lnTo>
                  <a:pt x="15819" y="8438"/>
                </a:lnTo>
                <a:moveTo>
                  <a:pt x="15819" y="9459"/>
                </a:moveTo>
                <a:lnTo>
                  <a:pt x="16718" y="9459"/>
                </a:lnTo>
                <a:lnTo>
                  <a:pt x="16718" y="10465"/>
                </a:lnTo>
                <a:lnTo>
                  <a:pt x="15819" y="10465"/>
                </a:lnTo>
                <a:lnTo>
                  <a:pt x="15819" y="9459"/>
                </a:lnTo>
                <a:moveTo>
                  <a:pt x="15819" y="10533"/>
                </a:moveTo>
                <a:lnTo>
                  <a:pt x="16718" y="10533"/>
                </a:lnTo>
                <a:lnTo>
                  <a:pt x="16718" y="11487"/>
                </a:lnTo>
                <a:lnTo>
                  <a:pt x="15819" y="11487"/>
                </a:lnTo>
                <a:lnTo>
                  <a:pt x="15819" y="10533"/>
                </a:lnTo>
                <a:moveTo>
                  <a:pt x="15819" y="11556"/>
                </a:moveTo>
                <a:lnTo>
                  <a:pt x="16718" y="11556"/>
                </a:lnTo>
                <a:lnTo>
                  <a:pt x="16718" y="12561"/>
                </a:lnTo>
                <a:lnTo>
                  <a:pt x="15819" y="12561"/>
                </a:lnTo>
                <a:lnTo>
                  <a:pt x="15819" y="11556"/>
                </a:lnTo>
                <a:moveTo>
                  <a:pt x="15819" y="12630"/>
                </a:moveTo>
                <a:lnTo>
                  <a:pt x="16718" y="12630"/>
                </a:lnTo>
                <a:lnTo>
                  <a:pt x="16718" y="13583"/>
                </a:lnTo>
                <a:lnTo>
                  <a:pt x="15819" y="13583"/>
                </a:lnTo>
                <a:lnTo>
                  <a:pt x="15819" y="12630"/>
                </a:lnTo>
                <a:moveTo>
                  <a:pt x="15819" y="13651"/>
                </a:moveTo>
                <a:lnTo>
                  <a:pt x="16718" y="13651"/>
                </a:lnTo>
                <a:lnTo>
                  <a:pt x="16718" y="14657"/>
                </a:lnTo>
                <a:lnTo>
                  <a:pt x="15819" y="14657"/>
                </a:lnTo>
                <a:lnTo>
                  <a:pt x="15819" y="13651"/>
                </a:lnTo>
                <a:moveTo>
                  <a:pt x="15819" y="14726"/>
                </a:moveTo>
                <a:lnTo>
                  <a:pt x="16718" y="14726"/>
                </a:lnTo>
                <a:lnTo>
                  <a:pt x="16718" y="15680"/>
                </a:lnTo>
                <a:lnTo>
                  <a:pt x="15819" y="15680"/>
                </a:lnTo>
                <a:lnTo>
                  <a:pt x="15819" y="14726"/>
                </a:lnTo>
                <a:moveTo>
                  <a:pt x="14691" y="55"/>
                </a:moveTo>
                <a:lnTo>
                  <a:pt x="15750" y="55"/>
                </a:lnTo>
                <a:lnTo>
                  <a:pt x="15750" y="1007"/>
                </a:lnTo>
                <a:lnTo>
                  <a:pt x="14691" y="1007"/>
                </a:lnTo>
                <a:lnTo>
                  <a:pt x="14691" y="55"/>
                </a:lnTo>
                <a:moveTo>
                  <a:pt x="14691" y="1076"/>
                </a:moveTo>
                <a:lnTo>
                  <a:pt x="15750" y="1076"/>
                </a:lnTo>
                <a:lnTo>
                  <a:pt x="15750" y="2082"/>
                </a:lnTo>
                <a:lnTo>
                  <a:pt x="14691" y="2082"/>
                </a:lnTo>
                <a:lnTo>
                  <a:pt x="14691" y="1076"/>
                </a:lnTo>
                <a:moveTo>
                  <a:pt x="14691" y="2150"/>
                </a:moveTo>
                <a:lnTo>
                  <a:pt x="15750" y="2150"/>
                </a:lnTo>
                <a:lnTo>
                  <a:pt x="15750" y="3104"/>
                </a:lnTo>
                <a:lnTo>
                  <a:pt x="14691" y="3104"/>
                </a:lnTo>
                <a:lnTo>
                  <a:pt x="14691" y="2150"/>
                </a:lnTo>
                <a:moveTo>
                  <a:pt x="14691" y="3172"/>
                </a:moveTo>
                <a:lnTo>
                  <a:pt x="15750" y="3172"/>
                </a:lnTo>
                <a:lnTo>
                  <a:pt x="15750" y="4178"/>
                </a:lnTo>
                <a:lnTo>
                  <a:pt x="14691" y="4178"/>
                </a:lnTo>
                <a:lnTo>
                  <a:pt x="14691" y="3172"/>
                </a:lnTo>
                <a:moveTo>
                  <a:pt x="14691" y="4247"/>
                </a:moveTo>
                <a:lnTo>
                  <a:pt x="15750" y="4247"/>
                </a:lnTo>
                <a:lnTo>
                  <a:pt x="15750" y="5200"/>
                </a:lnTo>
                <a:lnTo>
                  <a:pt x="14691" y="5200"/>
                </a:lnTo>
                <a:lnTo>
                  <a:pt x="14691" y="4247"/>
                </a:lnTo>
                <a:moveTo>
                  <a:pt x="14691" y="5268"/>
                </a:moveTo>
                <a:lnTo>
                  <a:pt x="15750" y="5268"/>
                </a:lnTo>
                <a:lnTo>
                  <a:pt x="15750" y="6274"/>
                </a:lnTo>
                <a:lnTo>
                  <a:pt x="14691" y="6274"/>
                </a:lnTo>
                <a:lnTo>
                  <a:pt x="14691" y="5268"/>
                </a:lnTo>
                <a:moveTo>
                  <a:pt x="14691" y="6342"/>
                </a:moveTo>
                <a:lnTo>
                  <a:pt x="15750" y="6342"/>
                </a:lnTo>
                <a:lnTo>
                  <a:pt x="15750" y="7296"/>
                </a:lnTo>
                <a:lnTo>
                  <a:pt x="14691" y="7296"/>
                </a:lnTo>
                <a:lnTo>
                  <a:pt x="14691" y="6342"/>
                </a:lnTo>
                <a:moveTo>
                  <a:pt x="14691" y="7364"/>
                </a:moveTo>
                <a:lnTo>
                  <a:pt x="15750" y="7364"/>
                </a:lnTo>
                <a:lnTo>
                  <a:pt x="15750" y="8369"/>
                </a:lnTo>
                <a:lnTo>
                  <a:pt x="14691" y="8369"/>
                </a:lnTo>
                <a:lnTo>
                  <a:pt x="14691" y="7364"/>
                </a:lnTo>
                <a:moveTo>
                  <a:pt x="14691" y="8438"/>
                </a:moveTo>
                <a:lnTo>
                  <a:pt x="15750" y="8438"/>
                </a:lnTo>
                <a:lnTo>
                  <a:pt x="15750" y="9391"/>
                </a:lnTo>
                <a:lnTo>
                  <a:pt x="14691" y="9391"/>
                </a:lnTo>
                <a:lnTo>
                  <a:pt x="14691" y="8438"/>
                </a:lnTo>
                <a:moveTo>
                  <a:pt x="14691" y="9459"/>
                </a:moveTo>
                <a:lnTo>
                  <a:pt x="15750" y="9459"/>
                </a:lnTo>
                <a:lnTo>
                  <a:pt x="15750" y="10465"/>
                </a:lnTo>
                <a:lnTo>
                  <a:pt x="14691" y="10465"/>
                </a:lnTo>
                <a:lnTo>
                  <a:pt x="14691" y="9459"/>
                </a:lnTo>
                <a:moveTo>
                  <a:pt x="14691" y="10533"/>
                </a:moveTo>
                <a:lnTo>
                  <a:pt x="15750" y="10533"/>
                </a:lnTo>
                <a:lnTo>
                  <a:pt x="15750" y="11487"/>
                </a:lnTo>
                <a:lnTo>
                  <a:pt x="14691" y="11487"/>
                </a:lnTo>
                <a:lnTo>
                  <a:pt x="14691" y="10533"/>
                </a:lnTo>
                <a:moveTo>
                  <a:pt x="14691" y="11556"/>
                </a:moveTo>
                <a:lnTo>
                  <a:pt x="15750" y="11556"/>
                </a:lnTo>
                <a:lnTo>
                  <a:pt x="15750" y="12561"/>
                </a:lnTo>
                <a:lnTo>
                  <a:pt x="14691" y="12561"/>
                </a:lnTo>
                <a:lnTo>
                  <a:pt x="14691" y="11556"/>
                </a:lnTo>
                <a:moveTo>
                  <a:pt x="14691" y="12630"/>
                </a:moveTo>
                <a:lnTo>
                  <a:pt x="15750" y="12630"/>
                </a:lnTo>
                <a:lnTo>
                  <a:pt x="15750" y="13583"/>
                </a:lnTo>
                <a:lnTo>
                  <a:pt x="14691" y="13583"/>
                </a:lnTo>
                <a:lnTo>
                  <a:pt x="14691" y="12630"/>
                </a:lnTo>
                <a:moveTo>
                  <a:pt x="14691" y="13651"/>
                </a:moveTo>
                <a:lnTo>
                  <a:pt x="15750" y="13651"/>
                </a:lnTo>
                <a:lnTo>
                  <a:pt x="15750" y="14657"/>
                </a:lnTo>
                <a:lnTo>
                  <a:pt x="14691" y="14657"/>
                </a:lnTo>
                <a:lnTo>
                  <a:pt x="14691" y="13651"/>
                </a:lnTo>
                <a:moveTo>
                  <a:pt x="14691" y="14726"/>
                </a:moveTo>
                <a:lnTo>
                  <a:pt x="15750" y="14726"/>
                </a:lnTo>
                <a:lnTo>
                  <a:pt x="15750" y="15680"/>
                </a:lnTo>
                <a:lnTo>
                  <a:pt x="14691" y="15680"/>
                </a:lnTo>
                <a:lnTo>
                  <a:pt x="14691" y="14726"/>
                </a:lnTo>
                <a:moveTo>
                  <a:pt x="13722" y="55"/>
                </a:moveTo>
                <a:lnTo>
                  <a:pt x="14622" y="55"/>
                </a:lnTo>
                <a:lnTo>
                  <a:pt x="14622" y="1007"/>
                </a:lnTo>
                <a:lnTo>
                  <a:pt x="13722" y="1007"/>
                </a:lnTo>
                <a:lnTo>
                  <a:pt x="13722" y="55"/>
                </a:lnTo>
                <a:moveTo>
                  <a:pt x="13722" y="1076"/>
                </a:moveTo>
                <a:lnTo>
                  <a:pt x="14622" y="1076"/>
                </a:lnTo>
                <a:lnTo>
                  <a:pt x="14622" y="2082"/>
                </a:lnTo>
                <a:lnTo>
                  <a:pt x="13722" y="2082"/>
                </a:lnTo>
                <a:lnTo>
                  <a:pt x="13722" y="1076"/>
                </a:lnTo>
                <a:moveTo>
                  <a:pt x="13722" y="2150"/>
                </a:moveTo>
                <a:lnTo>
                  <a:pt x="14622" y="2150"/>
                </a:lnTo>
                <a:lnTo>
                  <a:pt x="14622" y="3104"/>
                </a:lnTo>
                <a:lnTo>
                  <a:pt x="13722" y="3104"/>
                </a:lnTo>
                <a:lnTo>
                  <a:pt x="13722" y="2150"/>
                </a:lnTo>
                <a:moveTo>
                  <a:pt x="13722" y="3172"/>
                </a:moveTo>
                <a:lnTo>
                  <a:pt x="14622" y="3172"/>
                </a:lnTo>
                <a:lnTo>
                  <a:pt x="14622" y="4178"/>
                </a:lnTo>
                <a:lnTo>
                  <a:pt x="13722" y="4178"/>
                </a:lnTo>
                <a:lnTo>
                  <a:pt x="13722" y="3172"/>
                </a:lnTo>
                <a:moveTo>
                  <a:pt x="13722" y="4247"/>
                </a:moveTo>
                <a:lnTo>
                  <a:pt x="14622" y="4247"/>
                </a:lnTo>
                <a:lnTo>
                  <a:pt x="14622" y="5200"/>
                </a:lnTo>
                <a:lnTo>
                  <a:pt x="13722" y="5200"/>
                </a:lnTo>
                <a:lnTo>
                  <a:pt x="13722" y="4247"/>
                </a:lnTo>
                <a:moveTo>
                  <a:pt x="13722" y="5268"/>
                </a:moveTo>
                <a:lnTo>
                  <a:pt x="14622" y="5268"/>
                </a:lnTo>
                <a:lnTo>
                  <a:pt x="14622" y="6274"/>
                </a:lnTo>
                <a:lnTo>
                  <a:pt x="13722" y="6274"/>
                </a:lnTo>
                <a:lnTo>
                  <a:pt x="13722" y="5268"/>
                </a:lnTo>
                <a:moveTo>
                  <a:pt x="13722" y="6342"/>
                </a:moveTo>
                <a:lnTo>
                  <a:pt x="14622" y="6342"/>
                </a:lnTo>
                <a:lnTo>
                  <a:pt x="14622" y="7296"/>
                </a:lnTo>
                <a:lnTo>
                  <a:pt x="13722" y="7296"/>
                </a:lnTo>
                <a:lnTo>
                  <a:pt x="13722" y="6342"/>
                </a:lnTo>
                <a:moveTo>
                  <a:pt x="13722" y="7364"/>
                </a:moveTo>
                <a:lnTo>
                  <a:pt x="14622" y="7364"/>
                </a:lnTo>
                <a:lnTo>
                  <a:pt x="14622" y="8369"/>
                </a:lnTo>
                <a:lnTo>
                  <a:pt x="13722" y="8369"/>
                </a:lnTo>
                <a:lnTo>
                  <a:pt x="13722" y="7364"/>
                </a:lnTo>
                <a:moveTo>
                  <a:pt x="13722" y="8438"/>
                </a:moveTo>
                <a:lnTo>
                  <a:pt x="14622" y="8438"/>
                </a:lnTo>
                <a:lnTo>
                  <a:pt x="14622" y="9391"/>
                </a:lnTo>
                <a:lnTo>
                  <a:pt x="13722" y="9391"/>
                </a:lnTo>
                <a:lnTo>
                  <a:pt x="13722" y="8438"/>
                </a:lnTo>
                <a:moveTo>
                  <a:pt x="13722" y="9459"/>
                </a:moveTo>
                <a:lnTo>
                  <a:pt x="14622" y="9459"/>
                </a:lnTo>
                <a:lnTo>
                  <a:pt x="14622" y="10465"/>
                </a:lnTo>
                <a:lnTo>
                  <a:pt x="13722" y="10465"/>
                </a:lnTo>
                <a:lnTo>
                  <a:pt x="13722" y="9459"/>
                </a:lnTo>
                <a:moveTo>
                  <a:pt x="13722" y="10533"/>
                </a:moveTo>
                <a:lnTo>
                  <a:pt x="14622" y="10533"/>
                </a:lnTo>
                <a:lnTo>
                  <a:pt x="14622" y="11487"/>
                </a:lnTo>
                <a:lnTo>
                  <a:pt x="13722" y="11487"/>
                </a:lnTo>
                <a:lnTo>
                  <a:pt x="13722" y="10533"/>
                </a:lnTo>
                <a:moveTo>
                  <a:pt x="13722" y="11556"/>
                </a:moveTo>
                <a:lnTo>
                  <a:pt x="14622" y="11556"/>
                </a:lnTo>
                <a:lnTo>
                  <a:pt x="14622" y="12561"/>
                </a:lnTo>
                <a:lnTo>
                  <a:pt x="13722" y="12561"/>
                </a:lnTo>
                <a:lnTo>
                  <a:pt x="13722" y="11556"/>
                </a:lnTo>
                <a:moveTo>
                  <a:pt x="13722" y="12630"/>
                </a:moveTo>
                <a:lnTo>
                  <a:pt x="14622" y="12630"/>
                </a:lnTo>
                <a:lnTo>
                  <a:pt x="14622" y="13583"/>
                </a:lnTo>
                <a:lnTo>
                  <a:pt x="13722" y="13583"/>
                </a:lnTo>
                <a:lnTo>
                  <a:pt x="13722" y="12630"/>
                </a:lnTo>
                <a:moveTo>
                  <a:pt x="13722" y="13651"/>
                </a:moveTo>
                <a:lnTo>
                  <a:pt x="14622" y="13651"/>
                </a:lnTo>
                <a:lnTo>
                  <a:pt x="14622" y="14657"/>
                </a:lnTo>
                <a:lnTo>
                  <a:pt x="13722" y="14657"/>
                </a:lnTo>
                <a:lnTo>
                  <a:pt x="13722" y="13651"/>
                </a:lnTo>
                <a:moveTo>
                  <a:pt x="13722" y="14726"/>
                </a:moveTo>
                <a:lnTo>
                  <a:pt x="14622" y="14726"/>
                </a:lnTo>
                <a:lnTo>
                  <a:pt x="14622" y="15680"/>
                </a:lnTo>
                <a:lnTo>
                  <a:pt x="13722" y="15680"/>
                </a:lnTo>
                <a:lnTo>
                  <a:pt x="13722" y="14726"/>
                </a:lnTo>
                <a:moveTo>
                  <a:pt x="12594" y="55"/>
                </a:moveTo>
                <a:lnTo>
                  <a:pt x="13654" y="55"/>
                </a:lnTo>
                <a:lnTo>
                  <a:pt x="13654" y="1007"/>
                </a:lnTo>
                <a:lnTo>
                  <a:pt x="12594" y="1007"/>
                </a:lnTo>
                <a:lnTo>
                  <a:pt x="12594" y="55"/>
                </a:lnTo>
                <a:moveTo>
                  <a:pt x="12594" y="1076"/>
                </a:moveTo>
                <a:lnTo>
                  <a:pt x="13654" y="1076"/>
                </a:lnTo>
                <a:lnTo>
                  <a:pt x="13654" y="2082"/>
                </a:lnTo>
                <a:lnTo>
                  <a:pt x="12594" y="2082"/>
                </a:lnTo>
                <a:lnTo>
                  <a:pt x="12594" y="1076"/>
                </a:lnTo>
                <a:moveTo>
                  <a:pt x="12594" y="2150"/>
                </a:moveTo>
                <a:lnTo>
                  <a:pt x="13654" y="2150"/>
                </a:lnTo>
                <a:lnTo>
                  <a:pt x="13654" y="3104"/>
                </a:lnTo>
                <a:lnTo>
                  <a:pt x="12594" y="3104"/>
                </a:lnTo>
                <a:lnTo>
                  <a:pt x="12594" y="2150"/>
                </a:lnTo>
                <a:moveTo>
                  <a:pt x="12594" y="3172"/>
                </a:moveTo>
                <a:lnTo>
                  <a:pt x="13654" y="3172"/>
                </a:lnTo>
                <a:lnTo>
                  <a:pt x="13654" y="4178"/>
                </a:lnTo>
                <a:lnTo>
                  <a:pt x="12594" y="4178"/>
                </a:lnTo>
                <a:lnTo>
                  <a:pt x="12594" y="3172"/>
                </a:lnTo>
                <a:moveTo>
                  <a:pt x="12594" y="4247"/>
                </a:moveTo>
                <a:lnTo>
                  <a:pt x="13654" y="4247"/>
                </a:lnTo>
                <a:lnTo>
                  <a:pt x="13654" y="5200"/>
                </a:lnTo>
                <a:lnTo>
                  <a:pt x="12594" y="5200"/>
                </a:lnTo>
                <a:lnTo>
                  <a:pt x="12594" y="4247"/>
                </a:lnTo>
                <a:moveTo>
                  <a:pt x="12594" y="5268"/>
                </a:moveTo>
                <a:lnTo>
                  <a:pt x="13654" y="5268"/>
                </a:lnTo>
                <a:lnTo>
                  <a:pt x="13654" y="6274"/>
                </a:lnTo>
                <a:lnTo>
                  <a:pt x="12594" y="6274"/>
                </a:lnTo>
                <a:lnTo>
                  <a:pt x="12594" y="5268"/>
                </a:lnTo>
                <a:moveTo>
                  <a:pt x="12594" y="6342"/>
                </a:moveTo>
                <a:lnTo>
                  <a:pt x="13654" y="6342"/>
                </a:lnTo>
                <a:lnTo>
                  <a:pt x="13654" y="7296"/>
                </a:lnTo>
                <a:lnTo>
                  <a:pt x="12594" y="7296"/>
                </a:lnTo>
                <a:lnTo>
                  <a:pt x="12594" y="6342"/>
                </a:lnTo>
                <a:moveTo>
                  <a:pt x="12594" y="7364"/>
                </a:moveTo>
                <a:lnTo>
                  <a:pt x="13654" y="7364"/>
                </a:lnTo>
                <a:lnTo>
                  <a:pt x="13654" y="8369"/>
                </a:lnTo>
                <a:lnTo>
                  <a:pt x="12594" y="8369"/>
                </a:lnTo>
                <a:lnTo>
                  <a:pt x="12594" y="7364"/>
                </a:lnTo>
                <a:moveTo>
                  <a:pt x="12594" y="8438"/>
                </a:moveTo>
                <a:lnTo>
                  <a:pt x="13654" y="8438"/>
                </a:lnTo>
                <a:lnTo>
                  <a:pt x="13654" y="9391"/>
                </a:lnTo>
                <a:lnTo>
                  <a:pt x="12594" y="9391"/>
                </a:lnTo>
                <a:lnTo>
                  <a:pt x="12594" y="8438"/>
                </a:lnTo>
                <a:moveTo>
                  <a:pt x="12594" y="9459"/>
                </a:moveTo>
                <a:lnTo>
                  <a:pt x="13654" y="9459"/>
                </a:lnTo>
                <a:lnTo>
                  <a:pt x="13654" y="10465"/>
                </a:lnTo>
                <a:lnTo>
                  <a:pt x="12594" y="10465"/>
                </a:lnTo>
                <a:lnTo>
                  <a:pt x="12594" y="9459"/>
                </a:lnTo>
                <a:moveTo>
                  <a:pt x="12594" y="10533"/>
                </a:moveTo>
                <a:lnTo>
                  <a:pt x="13654" y="10533"/>
                </a:lnTo>
                <a:lnTo>
                  <a:pt x="13654" y="11487"/>
                </a:lnTo>
                <a:lnTo>
                  <a:pt x="12594" y="11487"/>
                </a:lnTo>
                <a:lnTo>
                  <a:pt x="12594" y="10533"/>
                </a:lnTo>
                <a:moveTo>
                  <a:pt x="12594" y="11556"/>
                </a:moveTo>
                <a:lnTo>
                  <a:pt x="13654" y="11556"/>
                </a:lnTo>
                <a:lnTo>
                  <a:pt x="13654" y="12561"/>
                </a:lnTo>
                <a:lnTo>
                  <a:pt x="12594" y="12561"/>
                </a:lnTo>
                <a:lnTo>
                  <a:pt x="12594" y="11556"/>
                </a:lnTo>
                <a:moveTo>
                  <a:pt x="12594" y="12630"/>
                </a:moveTo>
                <a:lnTo>
                  <a:pt x="13654" y="12630"/>
                </a:lnTo>
                <a:lnTo>
                  <a:pt x="13654" y="13583"/>
                </a:lnTo>
                <a:lnTo>
                  <a:pt x="12594" y="13583"/>
                </a:lnTo>
                <a:lnTo>
                  <a:pt x="12594" y="12630"/>
                </a:lnTo>
                <a:moveTo>
                  <a:pt x="12594" y="13651"/>
                </a:moveTo>
                <a:lnTo>
                  <a:pt x="13654" y="13651"/>
                </a:lnTo>
                <a:lnTo>
                  <a:pt x="13654" y="14657"/>
                </a:lnTo>
                <a:lnTo>
                  <a:pt x="12594" y="14657"/>
                </a:lnTo>
                <a:lnTo>
                  <a:pt x="12594" y="13651"/>
                </a:lnTo>
                <a:moveTo>
                  <a:pt x="12594" y="14726"/>
                </a:moveTo>
                <a:lnTo>
                  <a:pt x="13654" y="14726"/>
                </a:lnTo>
                <a:lnTo>
                  <a:pt x="13654" y="15680"/>
                </a:lnTo>
                <a:lnTo>
                  <a:pt x="12594" y="15680"/>
                </a:lnTo>
                <a:lnTo>
                  <a:pt x="12594" y="14726"/>
                </a:lnTo>
                <a:moveTo>
                  <a:pt x="11628" y="55"/>
                </a:moveTo>
                <a:lnTo>
                  <a:pt x="12526" y="55"/>
                </a:lnTo>
                <a:lnTo>
                  <a:pt x="12526" y="1007"/>
                </a:lnTo>
                <a:lnTo>
                  <a:pt x="11628" y="1007"/>
                </a:lnTo>
                <a:lnTo>
                  <a:pt x="11628" y="55"/>
                </a:lnTo>
                <a:moveTo>
                  <a:pt x="11628" y="1076"/>
                </a:moveTo>
                <a:lnTo>
                  <a:pt x="12526" y="1076"/>
                </a:lnTo>
                <a:lnTo>
                  <a:pt x="12526" y="2082"/>
                </a:lnTo>
                <a:lnTo>
                  <a:pt x="11628" y="2082"/>
                </a:lnTo>
                <a:lnTo>
                  <a:pt x="11628" y="1076"/>
                </a:lnTo>
                <a:moveTo>
                  <a:pt x="11628" y="2150"/>
                </a:moveTo>
                <a:lnTo>
                  <a:pt x="12526" y="2150"/>
                </a:lnTo>
                <a:lnTo>
                  <a:pt x="12526" y="3104"/>
                </a:lnTo>
                <a:lnTo>
                  <a:pt x="11628" y="3104"/>
                </a:lnTo>
                <a:lnTo>
                  <a:pt x="11628" y="2150"/>
                </a:lnTo>
                <a:moveTo>
                  <a:pt x="11628" y="3172"/>
                </a:moveTo>
                <a:lnTo>
                  <a:pt x="12526" y="3172"/>
                </a:lnTo>
                <a:lnTo>
                  <a:pt x="12526" y="4178"/>
                </a:lnTo>
                <a:lnTo>
                  <a:pt x="11628" y="4178"/>
                </a:lnTo>
                <a:lnTo>
                  <a:pt x="11628" y="3172"/>
                </a:lnTo>
                <a:moveTo>
                  <a:pt x="11628" y="4247"/>
                </a:moveTo>
                <a:lnTo>
                  <a:pt x="12526" y="4247"/>
                </a:lnTo>
                <a:lnTo>
                  <a:pt x="12526" y="5200"/>
                </a:lnTo>
                <a:lnTo>
                  <a:pt x="11628" y="5200"/>
                </a:lnTo>
                <a:lnTo>
                  <a:pt x="11628" y="4247"/>
                </a:lnTo>
                <a:moveTo>
                  <a:pt x="11628" y="5268"/>
                </a:moveTo>
                <a:lnTo>
                  <a:pt x="12526" y="5268"/>
                </a:lnTo>
                <a:lnTo>
                  <a:pt x="12526" y="6274"/>
                </a:lnTo>
                <a:lnTo>
                  <a:pt x="11628" y="6274"/>
                </a:lnTo>
                <a:lnTo>
                  <a:pt x="11628" y="5268"/>
                </a:lnTo>
                <a:moveTo>
                  <a:pt x="11628" y="6342"/>
                </a:moveTo>
                <a:lnTo>
                  <a:pt x="12526" y="6342"/>
                </a:lnTo>
                <a:lnTo>
                  <a:pt x="12526" y="7296"/>
                </a:lnTo>
                <a:lnTo>
                  <a:pt x="11628" y="7296"/>
                </a:lnTo>
                <a:lnTo>
                  <a:pt x="11628" y="6342"/>
                </a:lnTo>
                <a:moveTo>
                  <a:pt x="11628" y="7364"/>
                </a:moveTo>
                <a:lnTo>
                  <a:pt x="12526" y="7364"/>
                </a:lnTo>
                <a:lnTo>
                  <a:pt x="12526" y="8369"/>
                </a:lnTo>
                <a:lnTo>
                  <a:pt x="11628" y="8369"/>
                </a:lnTo>
                <a:lnTo>
                  <a:pt x="11628" y="7364"/>
                </a:lnTo>
                <a:moveTo>
                  <a:pt x="11628" y="8438"/>
                </a:moveTo>
                <a:lnTo>
                  <a:pt x="12526" y="8438"/>
                </a:lnTo>
                <a:lnTo>
                  <a:pt x="12526" y="9391"/>
                </a:lnTo>
                <a:lnTo>
                  <a:pt x="11628" y="9391"/>
                </a:lnTo>
                <a:lnTo>
                  <a:pt x="11628" y="8438"/>
                </a:lnTo>
                <a:moveTo>
                  <a:pt x="11628" y="9459"/>
                </a:moveTo>
                <a:lnTo>
                  <a:pt x="12526" y="9459"/>
                </a:lnTo>
                <a:lnTo>
                  <a:pt x="12526" y="10465"/>
                </a:lnTo>
                <a:lnTo>
                  <a:pt x="11628" y="10465"/>
                </a:lnTo>
                <a:lnTo>
                  <a:pt x="11628" y="9459"/>
                </a:lnTo>
                <a:moveTo>
                  <a:pt x="11628" y="10533"/>
                </a:moveTo>
                <a:lnTo>
                  <a:pt x="12526" y="10533"/>
                </a:lnTo>
                <a:lnTo>
                  <a:pt x="12526" y="11487"/>
                </a:lnTo>
                <a:lnTo>
                  <a:pt x="11628" y="11487"/>
                </a:lnTo>
                <a:lnTo>
                  <a:pt x="11628" y="10533"/>
                </a:lnTo>
                <a:moveTo>
                  <a:pt x="11628" y="11556"/>
                </a:moveTo>
                <a:lnTo>
                  <a:pt x="12526" y="11556"/>
                </a:lnTo>
                <a:lnTo>
                  <a:pt x="12526" y="12561"/>
                </a:lnTo>
                <a:lnTo>
                  <a:pt x="11628" y="12561"/>
                </a:lnTo>
                <a:lnTo>
                  <a:pt x="11628" y="11556"/>
                </a:lnTo>
                <a:moveTo>
                  <a:pt x="11628" y="12630"/>
                </a:moveTo>
                <a:lnTo>
                  <a:pt x="12526" y="12630"/>
                </a:lnTo>
                <a:lnTo>
                  <a:pt x="12526" y="13583"/>
                </a:lnTo>
                <a:lnTo>
                  <a:pt x="11628" y="13583"/>
                </a:lnTo>
                <a:lnTo>
                  <a:pt x="11628" y="12630"/>
                </a:lnTo>
                <a:moveTo>
                  <a:pt x="11628" y="13651"/>
                </a:moveTo>
                <a:lnTo>
                  <a:pt x="12526" y="13651"/>
                </a:lnTo>
                <a:lnTo>
                  <a:pt x="12526" y="14657"/>
                </a:lnTo>
                <a:lnTo>
                  <a:pt x="11628" y="14657"/>
                </a:lnTo>
                <a:lnTo>
                  <a:pt x="11628" y="13651"/>
                </a:lnTo>
                <a:moveTo>
                  <a:pt x="11628" y="14726"/>
                </a:moveTo>
                <a:lnTo>
                  <a:pt x="12526" y="14726"/>
                </a:lnTo>
                <a:lnTo>
                  <a:pt x="12526" y="15680"/>
                </a:lnTo>
                <a:lnTo>
                  <a:pt x="11628" y="15680"/>
                </a:lnTo>
                <a:lnTo>
                  <a:pt x="11628" y="14726"/>
                </a:lnTo>
                <a:moveTo>
                  <a:pt x="10500" y="55"/>
                </a:moveTo>
                <a:lnTo>
                  <a:pt x="11559" y="55"/>
                </a:lnTo>
                <a:lnTo>
                  <a:pt x="11559" y="1007"/>
                </a:lnTo>
                <a:lnTo>
                  <a:pt x="10500" y="1007"/>
                </a:lnTo>
                <a:lnTo>
                  <a:pt x="10500" y="55"/>
                </a:lnTo>
                <a:moveTo>
                  <a:pt x="10500" y="1076"/>
                </a:moveTo>
                <a:lnTo>
                  <a:pt x="11559" y="1076"/>
                </a:lnTo>
                <a:lnTo>
                  <a:pt x="11559" y="2082"/>
                </a:lnTo>
                <a:lnTo>
                  <a:pt x="10500" y="2082"/>
                </a:lnTo>
                <a:lnTo>
                  <a:pt x="10500" y="1076"/>
                </a:lnTo>
                <a:moveTo>
                  <a:pt x="10500" y="2150"/>
                </a:moveTo>
                <a:lnTo>
                  <a:pt x="11559" y="2150"/>
                </a:lnTo>
                <a:lnTo>
                  <a:pt x="11559" y="3104"/>
                </a:lnTo>
                <a:lnTo>
                  <a:pt x="10500" y="3104"/>
                </a:lnTo>
                <a:lnTo>
                  <a:pt x="10500" y="2150"/>
                </a:lnTo>
                <a:moveTo>
                  <a:pt x="10500" y="3172"/>
                </a:moveTo>
                <a:lnTo>
                  <a:pt x="11559" y="3172"/>
                </a:lnTo>
                <a:lnTo>
                  <a:pt x="11559" y="4178"/>
                </a:lnTo>
                <a:lnTo>
                  <a:pt x="10500" y="4178"/>
                </a:lnTo>
                <a:lnTo>
                  <a:pt x="10500" y="3172"/>
                </a:lnTo>
                <a:moveTo>
                  <a:pt x="10500" y="4247"/>
                </a:moveTo>
                <a:lnTo>
                  <a:pt x="11559" y="4247"/>
                </a:lnTo>
                <a:lnTo>
                  <a:pt x="11559" y="5200"/>
                </a:lnTo>
                <a:lnTo>
                  <a:pt x="10500" y="5200"/>
                </a:lnTo>
                <a:lnTo>
                  <a:pt x="10500" y="4247"/>
                </a:lnTo>
                <a:moveTo>
                  <a:pt x="10500" y="5268"/>
                </a:moveTo>
                <a:lnTo>
                  <a:pt x="11559" y="5268"/>
                </a:lnTo>
                <a:lnTo>
                  <a:pt x="11559" y="6274"/>
                </a:lnTo>
                <a:lnTo>
                  <a:pt x="10500" y="6274"/>
                </a:lnTo>
                <a:lnTo>
                  <a:pt x="10500" y="5268"/>
                </a:lnTo>
                <a:moveTo>
                  <a:pt x="10500" y="6342"/>
                </a:moveTo>
                <a:lnTo>
                  <a:pt x="11559" y="6342"/>
                </a:lnTo>
                <a:lnTo>
                  <a:pt x="11559" y="7296"/>
                </a:lnTo>
                <a:lnTo>
                  <a:pt x="10500" y="7296"/>
                </a:lnTo>
                <a:lnTo>
                  <a:pt x="10500" y="6342"/>
                </a:lnTo>
                <a:moveTo>
                  <a:pt x="10500" y="7364"/>
                </a:moveTo>
                <a:lnTo>
                  <a:pt x="11559" y="7364"/>
                </a:lnTo>
                <a:lnTo>
                  <a:pt x="11559" y="8369"/>
                </a:lnTo>
                <a:lnTo>
                  <a:pt x="10500" y="8369"/>
                </a:lnTo>
                <a:lnTo>
                  <a:pt x="10500" y="7364"/>
                </a:lnTo>
                <a:moveTo>
                  <a:pt x="10500" y="8438"/>
                </a:moveTo>
                <a:lnTo>
                  <a:pt x="11559" y="8438"/>
                </a:lnTo>
                <a:lnTo>
                  <a:pt x="11559" y="9391"/>
                </a:lnTo>
                <a:lnTo>
                  <a:pt x="10500" y="9391"/>
                </a:lnTo>
                <a:lnTo>
                  <a:pt x="10500" y="8438"/>
                </a:lnTo>
                <a:moveTo>
                  <a:pt x="10500" y="9459"/>
                </a:moveTo>
                <a:lnTo>
                  <a:pt x="11559" y="9459"/>
                </a:lnTo>
                <a:lnTo>
                  <a:pt x="11559" y="10465"/>
                </a:lnTo>
                <a:lnTo>
                  <a:pt x="10500" y="10465"/>
                </a:lnTo>
                <a:lnTo>
                  <a:pt x="10500" y="9459"/>
                </a:lnTo>
                <a:moveTo>
                  <a:pt x="10500" y="10533"/>
                </a:moveTo>
                <a:lnTo>
                  <a:pt x="11559" y="10533"/>
                </a:lnTo>
                <a:lnTo>
                  <a:pt x="11559" y="11487"/>
                </a:lnTo>
                <a:lnTo>
                  <a:pt x="10500" y="11487"/>
                </a:lnTo>
                <a:lnTo>
                  <a:pt x="10500" y="10533"/>
                </a:lnTo>
                <a:moveTo>
                  <a:pt x="10500" y="11556"/>
                </a:moveTo>
                <a:lnTo>
                  <a:pt x="11559" y="11556"/>
                </a:lnTo>
                <a:lnTo>
                  <a:pt x="11559" y="12561"/>
                </a:lnTo>
                <a:lnTo>
                  <a:pt x="10500" y="12561"/>
                </a:lnTo>
                <a:lnTo>
                  <a:pt x="10500" y="11556"/>
                </a:lnTo>
                <a:moveTo>
                  <a:pt x="10500" y="12630"/>
                </a:moveTo>
                <a:lnTo>
                  <a:pt x="11559" y="12630"/>
                </a:lnTo>
                <a:lnTo>
                  <a:pt x="11559" y="13583"/>
                </a:lnTo>
                <a:lnTo>
                  <a:pt x="10500" y="13583"/>
                </a:lnTo>
                <a:lnTo>
                  <a:pt x="10500" y="12630"/>
                </a:lnTo>
                <a:moveTo>
                  <a:pt x="10500" y="13651"/>
                </a:moveTo>
                <a:lnTo>
                  <a:pt x="11559" y="13651"/>
                </a:lnTo>
                <a:lnTo>
                  <a:pt x="11559" y="14657"/>
                </a:lnTo>
                <a:lnTo>
                  <a:pt x="10500" y="14657"/>
                </a:lnTo>
                <a:lnTo>
                  <a:pt x="10500" y="13651"/>
                </a:lnTo>
                <a:moveTo>
                  <a:pt x="10500" y="14726"/>
                </a:moveTo>
                <a:lnTo>
                  <a:pt x="11559" y="14726"/>
                </a:lnTo>
                <a:lnTo>
                  <a:pt x="11559" y="15680"/>
                </a:lnTo>
                <a:lnTo>
                  <a:pt x="10500" y="15680"/>
                </a:lnTo>
                <a:lnTo>
                  <a:pt x="10500" y="14726"/>
                </a:lnTo>
                <a:moveTo>
                  <a:pt x="9531" y="55"/>
                </a:moveTo>
                <a:lnTo>
                  <a:pt x="10430" y="55"/>
                </a:lnTo>
                <a:lnTo>
                  <a:pt x="10430" y="1007"/>
                </a:lnTo>
                <a:lnTo>
                  <a:pt x="9531" y="1007"/>
                </a:lnTo>
                <a:lnTo>
                  <a:pt x="9531" y="55"/>
                </a:lnTo>
                <a:moveTo>
                  <a:pt x="9531" y="1076"/>
                </a:moveTo>
                <a:lnTo>
                  <a:pt x="10430" y="1076"/>
                </a:lnTo>
                <a:lnTo>
                  <a:pt x="10430" y="2082"/>
                </a:lnTo>
                <a:lnTo>
                  <a:pt x="9531" y="2082"/>
                </a:lnTo>
                <a:lnTo>
                  <a:pt x="9531" y="1076"/>
                </a:lnTo>
                <a:moveTo>
                  <a:pt x="9531" y="2150"/>
                </a:moveTo>
                <a:lnTo>
                  <a:pt x="10430" y="2150"/>
                </a:lnTo>
                <a:lnTo>
                  <a:pt x="10430" y="3104"/>
                </a:lnTo>
                <a:lnTo>
                  <a:pt x="9531" y="3104"/>
                </a:lnTo>
                <a:lnTo>
                  <a:pt x="9531" y="2150"/>
                </a:lnTo>
                <a:moveTo>
                  <a:pt x="9531" y="3172"/>
                </a:moveTo>
                <a:lnTo>
                  <a:pt x="10430" y="3172"/>
                </a:lnTo>
                <a:lnTo>
                  <a:pt x="10430" y="4178"/>
                </a:lnTo>
                <a:lnTo>
                  <a:pt x="9531" y="4178"/>
                </a:lnTo>
                <a:lnTo>
                  <a:pt x="9531" y="3172"/>
                </a:lnTo>
                <a:moveTo>
                  <a:pt x="9531" y="4247"/>
                </a:moveTo>
                <a:lnTo>
                  <a:pt x="10430" y="4247"/>
                </a:lnTo>
                <a:lnTo>
                  <a:pt x="10430" y="5200"/>
                </a:lnTo>
                <a:lnTo>
                  <a:pt x="9531" y="5200"/>
                </a:lnTo>
                <a:lnTo>
                  <a:pt x="9531" y="4247"/>
                </a:lnTo>
                <a:moveTo>
                  <a:pt x="9531" y="5268"/>
                </a:moveTo>
                <a:lnTo>
                  <a:pt x="10430" y="5268"/>
                </a:lnTo>
                <a:lnTo>
                  <a:pt x="10430" y="6274"/>
                </a:lnTo>
                <a:lnTo>
                  <a:pt x="9531" y="6274"/>
                </a:lnTo>
                <a:lnTo>
                  <a:pt x="9531" y="5268"/>
                </a:lnTo>
                <a:moveTo>
                  <a:pt x="9531" y="6342"/>
                </a:moveTo>
                <a:lnTo>
                  <a:pt x="10430" y="6342"/>
                </a:lnTo>
                <a:lnTo>
                  <a:pt x="10430" y="7296"/>
                </a:lnTo>
                <a:lnTo>
                  <a:pt x="9531" y="7296"/>
                </a:lnTo>
                <a:lnTo>
                  <a:pt x="9531" y="6342"/>
                </a:lnTo>
                <a:moveTo>
                  <a:pt x="9531" y="7364"/>
                </a:moveTo>
                <a:lnTo>
                  <a:pt x="10430" y="7364"/>
                </a:lnTo>
                <a:lnTo>
                  <a:pt x="10430" y="8369"/>
                </a:lnTo>
                <a:lnTo>
                  <a:pt x="9531" y="8369"/>
                </a:lnTo>
                <a:lnTo>
                  <a:pt x="9531" y="7364"/>
                </a:lnTo>
                <a:moveTo>
                  <a:pt x="9531" y="8438"/>
                </a:moveTo>
                <a:lnTo>
                  <a:pt x="10430" y="8438"/>
                </a:lnTo>
                <a:lnTo>
                  <a:pt x="10430" y="9391"/>
                </a:lnTo>
                <a:lnTo>
                  <a:pt x="9531" y="9391"/>
                </a:lnTo>
                <a:lnTo>
                  <a:pt x="9531" y="8438"/>
                </a:lnTo>
                <a:moveTo>
                  <a:pt x="9531" y="9459"/>
                </a:moveTo>
                <a:lnTo>
                  <a:pt x="10430" y="9459"/>
                </a:lnTo>
                <a:lnTo>
                  <a:pt x="10430" y="10465"/>
                </a:lnTo>
                <a:lnTo>
                  <a:pt x="9531" y="10465"/>
                </a:lnTo>
                <a:lnTo>
                  <a:pt x="9531" y="9459"/>
                </a:lnTo>
                <a:moveTo>
                  <a:pt x="9531" y="10533"/>
                </a:moveTo>
                <a:lnTo>
                  <a:pt x="10430" y="10533"/>
                </a:lnTo>
                <a:lnTo>
                  <a:pt x="10430" y="11487"/>
                </a:lnTo>
                <a:lnTo>
                  <a:pt x="9531" y="11487"/>
                </a:lnTo>
                <a:lnTo>
                  <a:pt x="9531" y="10533"/>
                </a:lnTo>
                <a:moveTo>
                  <a:pt x="9531" y="11556"/>
                </a:moveTo>
                <a:lnTo>
                  <a:pt x="10430" y="11556"/>
                </a:lnTo>
                <a:lnTo>
                  <a:pt x="10430" y="12561"/>
                </a:lnTo>
                <a:lnTo>
                  <a:pt x="9531" y="12561"/>
                </a:lnTo>
                <a:lnTo>
                  <a:pt x="9531" y="11556"/>
                </a:lnTo>
                <a:moveTo>
                  <a:pt x="9531" y="12630"/>
                </a:moveTo>
                <a:lnTo>
                  <a:pt x="10430" y="12630"/>
                </a:lnTo>
                <a:lnTo>
                  <a:pt x="10430" y="13583"/>
                </a:lnTo>
                <a:lnTo>
                  <a:pt x="9531" y="13583"/>
                </a:lnTo>
                <a:lnTo>
                  <a:pt x="9531" y="12630"/>
                </a:lnTo>
                <a:moveTo>
                  <a:pt x="9531" y="13651"/>
                </a:moveTo>
                <a:lnTo>
                  <a:pt x="10430" y="13651"/>
                </a:lnTo>
                <a:lnTo>
                  <a:pt x="10430" y="14657"/>
                </a:lnTo>
                <a:lnTo>
                  <a:pt x="9531" y="14657"/>
                </a:lnTo>
                <a:lnTo>
                  <a:pt x="9531" y="13651"/>
                </a:lnTo>
                <a:moveTo>
                  <a:pt x="9531" y="14726"/>
                </a:moveTo>
                <a:lnTo>
                  <a:pt x="10430" y="14726"/>
                </a:lnTo>
                <a:lnTo>
                  <a:pt x="10430" y="15680"/>
                </a:lnTo>
                <a:lnTo>
                  <a:pt x="9531" y="15680"/>
                </a:lnTo>
                <a:lnTo>
                  <a:pt x="9531" y="14726"/>
                </a:lnTo>
                <a:moveTo>
                  <a:pt x="8403" y="55"/>
                </a:moveTo>
                <a:lnTo>
                  <a:pt x="9463" y="55"/>
                </a:lnTo>
                <a:lnTo>
                  <a:pt x="9463" y="1007"/>
                </a:lnTo>
                <a:lnTo>
                  <a:pt x="8403" y="1007"/>
                </a:lnTo>
                <a:lnTo>
                  <a:pt x="8403" y="55"/>
                </a:lnTo>
                <a:moveTo>
                  <a:pt x="8403" y="1076"/>
                </a:moveTo>
                <a:lnTo>
                  <a:pt x="9463" y="1076"/>
                </a:lnTo>
                <a:lnTo>
                  <a:pt x="9463" y="2082"/>
                </a:lnTo>
                <a:lnTo>
                  <a:pt x="8403" y="2082"/>
                </a:lnTo>
                <a:lnTo>
                  <a:pt x="8403" y="1076"/>
                </a:lnTo>
                <a:moveTo>
                  <a:pt x="8403" y="2150"/>
                </a:moveTo>
                <a:lnTo>
                  <a:pt x="9463" y="2150"/>
                </a:lnTo>
                <a:lnTo>
                  <a:pt x="9463" y="3104"/>
                </a:lnTo>
                <a:lnTo>
                  <a:pt x="8403" y="3104"/>
                </a:lnTo>
                <a:lnTo>
                  <a:pt x="8403" y="2150"/>
                </a:lnTo>
                <a:moveTo>
                  <a:pt x="8403" y="3172"/>
                </a:moveTo>
                <a:lnTo>
                  <a:pt x="9463" y="3172"/>
                </a:lnTo>
                <a:lnTo>
                  <a:pt x="9463" y="4178"/>
                </a:lnTo>
                <a:lnTo>
                  <a:pt x="8403" y="4178"/>
                </a:lnTo>
                <a:lnTo>
                  <a:pt x="8403" y="3172"/>
                </a:lnTo>
                <a:moveTo>
                  <a:pt x="8403" y="4247"/>
                </a:moveTo>
                <a:lnTo>
                  <a:pt x="9463" y="4247"/>
                </a:lnTo>
                <a:lnTo>
                  <a:pt x="9463" y="5200"/>
                </a:lnTo>
                <a:lnTo>
                  <a:pt x="8403" y="5200"/>
                </a:lnTo>
                <a:lnTo>
                  <a:pt x="8403" y="4247"/>
                </a:lnTo>
                <a:moveTo>
                  <a:pt x="8403" y="5268"/>
                </a:moveTo>
                <a:lnTo>
                  <a:pt x="9463" y="5268"/>
                </a:lnTo>
                <a:lnTo>
                  <a:pt x="9463" y="6274"/>
                </a:lnTo>
                <a:lnTo>
                  <a:pt x="8403" y="6274"/>
                </a:lnTo>
                <a:lnTo>
                  <a:pt x="8403" y="5268"/>
                </a:lnTo>
                <a:moveTo>
                  <a:pt x="8403" y="6342"/>
                </a:moveTo>
                <a:lnTo>
                  <a:pt x="9463" y="6342"/>
                </a:lnTo>
                <a:lnTo>
                  <a:pt x="9463" y="7296"/>
                </a:lnTo>
                <a:lnTo>
                  <a:pt x="8403" y="7296"/>
                </a:lnTo>
                <a:lnTo>
                  <a:pt x="8403" y="6342"/>
                </a:lnTo>
                <a:moveTo>
                  <a:pt x="8403" y="7364"/>
                </a:moveTo>
                <a:lnTo>
                  <a:pt x="9463" y="7364"/>
                </a:lnTo>
                <a:lnTo>
                  <a:pt x="9463" y="8369"/>
                </a:lnTo>
                <a:lnTo>
                  <a:pt x="8403" y="8369"/>
                </a:lnTo>
                <a:lnTo>
                  <a:pt x="8403" y="7364"/>
                </a:lnTo>
                <a:moveTo>
                  <a:pt x="8403" y="8438"/>
                </a:moveTo>
                <a:lnTo>
                  <a:pt x="9463" y="8438"/>
                </a:lnTo>
                <a:lnTo>
                  <a:pt x="9463" y="9391"/>
                </a:lnTo>
                <a:lnTo>
                  <a:pt x="8403" y="9391"/>
                </a:lnTo>
                <a:lnTo>
                  <a:pt x="8403" y="8438"/>
                </a:lnTo>
                <a:moveTo>
                  <a:pt x="8403" y="9459"/>
                </a:moveTo>
                <a:lnTo>
                  <a:pt x="9463" y="9459"/>
                </a:lnTo>
                <a:lnTo>
                  <a:pt x="9463" y="10465"/>
                </a:lnTo>
                <a:lnTo>
                  <a:pt x="8403" y="10465"/>
                </a:lnTo>
                <a:lnTo>
                  <a:pt x="8403" y="9459"/>
                </a:lnTo>
                <a:moveTo>
                  <a:pt x="8403" y="10533"/>
                </a:moveTo>
                <a:lnTo>
                  <a:pt x="9463" y="10533"/>
                </a:lnTo>
                <a:lnTo>
                  <a:pt x="9463" y="11487"/>
                </a:lnTo>
                <a:lnTo>
                  <a:pt x="8403" y="11487"/>
                </a:lnTo>
                <a:lnTo>
                  <a:pt x="8403" y="10533"/>
                </a:lnTo>
                <a:moveTo>
                  <a:pt x="8403" y="11556"/>
                </a:moveTo>
                <a:lnTo>
                  <a:pt x="9463" y="11556"/>
                </a:lnTo>
                <a:lnTo>
                  <a:pt x="9463" y="12561"/>
                </a:lnTo>
                <a:lnTo>
                  <a:pt x="8403" y="12561"/>
                </a:lnTo>
                <a:lnTo>
                  <a:pt x="8403" y="11556"/>
                </a:lnTo>
                <a:moveTo>
                  <a:pt x="8403" y="12630"/>
                </a:moveTo>
                <a:lnTo>
                  <a:pt x="9463" y="12630"/>
                </a:lnTo>
                <a:lnTo>
                  <a:pt x="9463" y="13583"/>
                </a:lnTo>
                <a:lnTo>
                  <a:pt x="8403" y="13583"/>
                </a:lnTo>
                <a:lnTo>
                  <a:pt x="8403" y="12630"/>
                </a:lnTo>
                <a:moveTo>
                  <a:pt x="8403" y="13651"/>
                </a:moveTo>
                <a:lnTo>
                  <a:pt x="9463" y="13651"/>
                </a:lnTo>
                <a:lnTo>
                  <a:pt x="9463" y="14657"/>
                </a:lnTo>
                <a:lnTo>
                  <a:pt x="8403" y="14657"/>
                </a:lnTo>
                <a:lnTo>
                  <a:pt x="8403" y="13651"/>
                </a:lnTo>
                <a:moveTo>
                  <a:pt x="8403" y="14726"/>
                </a:moveTo>
                <a:lnTo>
                  <a:pt x="9463" y="14726"/>
                </a:lnTo>
                <a:lnTo>
                  <a:pt x="9463" y="15680"/>
                </a:lnTo>
                <a:lnTo>
                  <a:pt x="8403" y="15680"/>
                </a:lnTo>
                <a:lnTo>
                  <a:pt x="8403" y="14726"/>
                </a:lnTo>
                <a:moveTo>
                  <a:pt x="7436" y="55"/>
                </a:moveTo>
                <a:lnTo>
                  <a:pt x="8335" y="55"/>
                </a:lnTo>
                <a:lnTo>
                  <a:pt x="8335" y="1007"/>
                </a:lnTo>
                <a:lnTo>
                  <a:pt x="7436" y="1007"/>
                </a:lnTo>
                <a:lnTo>
                  <a:pt x="7436" y="55"/>
                </a:lnTo>
                <a:moveTo>
                  <a:pt x="7436" y="1076"/>
                </a:moveTo>
                <a:lnTo>
                  <a:pt x="8335" y="1076"/>
                </a:lnTo>
                <a:lnTo>
                  <a:pt x="8335" y="2082"/>
                </a:lnTo>
                <a:lnTo>
                  <a:pt x="7436" y="2082"/>
                </a:lnTo>
                <a:lnTo>
                  <a:pt x="7436" y="1076"/>
                </a:lnTo>
                <a:moveTo>
                  <a:pt x="7436" y="2150"/>
                </a:moveTo>
                <a:lnTo>
                  <a:pt x="8335" y="2150"/>
                </a:lnTo>
                <a:lnTo>
                  <a:pt x="8335" y="3104"/>
                </a:lnTo>
                <a:lnTo>
                  <a:pt x="7436" y="3104"/>
                </a:lnTo>
                <a:lnTo>
                  <a:pt x="7436" y="2150"/>
                </a:lnTo>
                <a:moveTo>
                  <a:pt x="7436" y="3172"/>
                </a:moveTo>
                <a:lnTo>
                  <a:pt x="8335" y="3172"/>
                </a:lnTo>
                <a:lnTo>
                  <a:pt x="8335" y="4178"/>
                </a:lnTo>
                <a:lnTo>
                  <a:pt x="7436" y="4178"/>
                </a:lnTo>
                <a:lnTo>
                  <a:pt x="7436" y="3172"/>
                </a:lnTo>
                <a:moveTo>
                  <a:pt x="7436" y="4247"/>
                </a:moveTo>
                <a:lnTo>
                  <a:pt x="8335" y="4247"/>
                </a:lnTo>
                <a:lnTo>
                  <a:pt x="8335" y="5200"/>
                </a:lnTo>
                <a:lnTo>
                  <a:pt x="7436" y="5200"/>
                </a:lnTo>
                <a:lnTo>
                  <a:pt x="7436" y="4247"/>
                </a:lnTo>
                <a:moveTo>
                  <a:pt x="7436" y="5268"/>
                </a:moveTo>
                <a:lnTo>
                  <a:pt x="8335" y="5268"/>
                </a:lnTo>
                <a:lnTo>
                  <a:pt x="8335" y="6274"/>
                </a:lnTo>
                <a:lnTo>
                  <a:pt x="7436" y="6274"/>
                </a:lnTo>
                <a:lnTo>
                  <a:pt x="7436" y="5268"/>
                </a:lnTo>
                <a:moveTo>
                  <a:pt x="7436" y="6342"/>
                </a:moveTo>
                <a:lnTo>
                  <a:pt x="8335" y="6342"/>
                </a:lnTo>
                <a:lnTo>
                  <a:pt x="8335" y="7296"/>
                </a:lnTo>
                <a:lnTo>
                  <a:pt x="7436" y="7296"/>
                </a:lnTo>
                <a:lnTo>
                  <a:pt x="7436" y="6342"/>
                </a:lnTo>
                <a:moveTo>
                  <a:pt x="7436" y="7364"/>
                </a:moveTo>
                <a:lnTo>
                  <a:pt x="8335" y="7364"/>
                </a:lnTo>
                <a:lnTo>
                  <a:pt x="8335" y="8369"/>
                </a:lnTo>
                <a:lnTo>
                  <a:pt x="7436" y="8369"/>
                </a:lnTo>
                <a:lnTo>
                  <a:pt x="7436" y="7364"/>
                </a:lnTo>
                <a:moveTo>
                  <a:pt x="7436" y="8438"/>
                </a:moveTo>
                <a:lnTo>
                  <a:pt x="8335" y="8438"/>
                </a:lnTo>
                <a:lnTo>
                  <a:pt x="8335" y="9391"/>
                </a:lnTo>
                <a:lnTo>
                  <a:pt x="7436" y="9391"/>
                </a:lnTo>
                <a:lnTo>
                  <a:pt x="7436" y="8438"/>
                </a:lnTo>
                <a:moveTo>
                  <a:pt x="7436" y="9459"/>
                </a:moveTo>
                <a:lnTo>
                  <a:pt x="8335" y="9459"/>
                </a:lnTo>
                <a:lnTo>
                  <a:pt x="8335" y="10465"/>
                </a:lnTo>
                <a:lnTo>
                  <a:pt x="7436" y="10465"/>
                </a:lnTo>
                <a:lnTo>
                  <a:pt x="7436" y="9459"/>
                </a:lnTo>
                <a:moveTo>
                  <a:pt x="7436" y="10533"/>
                </a:moveTo>
                <a:lnTo>
                  <a:pt x="8335" y="10533"/>
                </a:lnTo>
                <a:lnTo>
                  <a:pt x="8335" y="11487"/>
                </a:lnTo>
                <a:lnTo>
                  <a:pt x="7436" y="11487"/>
                </a:lnTo>
                <a:lnTo>
                  <a:pt x="7436" y="10533"/>
                </a:lnTo>
                <a:moveTo>
                  <a:pt x="7436" y="11556"/>
                </a:moveTo>
                <a:lnTo>
                  <a:pt x="8335" y="11556"/>
                </a:lnTo>
                <a:lnTo>
                  <a:pt x="8335" y="12561"/>
                </a:lnTo>
                <a:lnTo>
                  <a:pt x="7436" y="12561"/>
                </a:lnTo>
                <a:lnTo>
                  <a:pt x="7436" y="11556"/>
                </a:lnTo>
                <a:moveTo>
                  <a:pt x="7436" y="12630"/>
                </a:moveTo>
                <a:lnTo>
                  <a:pt x="8335" y="12630"/>
                </a:lnTo>
                <a:lnTo>
                  <a:pt x="8335" y="13583"/>
                </a:lnTo>
                <a:lnTo>
                  <a:pt x="7436" y="13583"/>
                </a:lnTo>
                <a:lnTo>
                  <a:pt x="7436" y="12630"/>
                </a:lnTo>
                <a:moveTo>
                  <a:pt x="7436" y="13651"/>
                </a:moveTo>
                <a:lnTo>
                  <a:pt x="8335" y="13651"/>
                </a:lnTo>
                <a:lnTo>
                  <a:pt x="8335" y="14657"/>
                </a:lnTo>
                <a:lnTo>
                  <a:pt x="7436" y="14657"/>
                </a:lnTo>
                <a:lnTo>
                  <a:pt x="7436" y="13651"/>
                </a:lnTo>
                <a:moveTo>
                  <a:pt x="7436" y="14726"/>
                </a:moveTo>
                <a:lnTo>
                  <a:pt x="8335" y="14726"/>
                </a:lnTo>
                <a:lnTo>
                  <a:pt x="8335" y="15680"/>
                </a:lnTo>
                <a:lnTo>
                  <a:pt x="7436" y="15680"/>
                </a:lnTo>
                <a:lnTo>
                  <a:pt x="7436" y="14726"/>
                </a:lnTo>
                <a:moveTo>
                  <a:pt x="6308" y="55"/>
                </a:moveTo>
                <a:lnTo>
                  <a:pt x="7366" y="55"/>
                </a:lnTo>
                <a:lnTo>
                  <a:pt x="7366" y="1007"/>
                </a:lnTo>
                <a:lnTo>
                  <a:pt x="6308" y="1007"/>
                </a:lnTo>
                <a:lnTo>
                  <a:pt x="6308" y="55"/>
                </a:lnTo>
                <a:moveTo>
                  <a:pt x="6308" y="1076"/>
                </a:moveTo>
                <a:lnTo>
                  <a:pt x="7366" y="1076"/>
                </a:lnTo>
                <a:lnTo>
                  <a:pt x="7366" y="2082"/>
                </a:lnTo>
                <a:lnTo>
                  <a:pt x="6308" y="2082"/>
                </a:lnTo>
                <a:lnTo>
                  <a:pt x="6308" y="1076"/>
                </a:lnTo>
                <a:moveTo>
                  <a:pt x="6308" y="2150"/>
                </a:moveTo>
                <a:lnTo>
                  <a:pt x="7366" y="2150"/>
                </a:lnTo>
                <a:lnTo>
                  <a:pt x="7366" y="3104"/>
                </a:lnTo>
                <a:lnTo>
                  <a:pt x="6308" y="3104"/>
                </a:lnTo>
                <a:lnTo>
                  <a:pt x="6308" y="2150"/>
                </a:lnTo>
                <a:moveTo>
                  <a:pt x="6308" y="3172"/>
                </a:moveTo>
                <a:lnTo>
                  <a:pt x="7366" y="3172"/>
                </a:lnTo>
                <a:lnTo>
                  <a:pt x="7366" y="4178"/>
                </a:lnTo>
                <a:lnTo>
                  <a:pt x="6308" y="4178"/>
                </a:lnTo>
                <a:lnTo>
                  <a:pt x="6308" y="3172"/>
                </a:lnTo>
                <a:moveTo>
                  <a:pt x="6308" y="4247"/>
                </a:moveTo>
                <a:lnTo>
                  <a:pt x="7366" y="4247"/>
                </a:lnTo>
                <a:lnTo>
                  <a:pt x="7366" y="5200"/>
                </a:lnTo>
                <a:lnTo>
                  <a:pt x="6308" y="5200"/>
                </a:lnTo>
                <a:lnTo>
                  <a:pt x="6308" y="4247"/>
                </a:lnTo>
                <a:moveTo>
                  <a:pt x="6308" y="5268"/>
                </a:moveTo>
                <a:lnTo>
                  <a:pt x="7366" y="5268"/>
                </a:lnTo>
                <a:lnTo>
                  <a:pt x="7366" y="6274"/>
                </a:lnTo>
                <a:lnTo>
                  <a:pt x="6308" y="6274"/>
                </a:lnTo>
                <a:lnTo>
                  <a:pt x="6308" y="5268"/>
                </a:lnTo>
                <a:moveTo>
                  <a:pt x="6308" y="6342"/>
                </a:moveTo>
                <a:lnTo>
                  <a:pt x="7366" y="6342"/>
                </a:lnTo>
                <a:lnTo>
                  <a:pt x="7366" y="7296"/>
                </a:lnTo>
                <a:lnTo>
                  <a:pt x="6308" y="7296"/>
                </a:lnTo>
                <a:lnTo>
                  <a:pt x="6308" y="6342"/>
                </a:lnTo>
                <a:moveTo>
                  <a:pt x="6308" y="7364"/>
                </a:moveTo>
                <a:lnTo>
                  <a:pt x="7366" y="7364"/>
                </a:lnTo>
                <a:lnTo>
                  <a:pt x="7366" y="8369"/>
                </a:lnTo>
                <a:lnTo>
                  <a:pt x="6308" y="8369"/>
                </a:lnTo>
                <a:lnTo>
                  <a:pt x="6308" y="7364"/>
                </a:lnTo>
                <a:moveTo>
                  <a:pt x="6308" y="8438"/>
                </a:moveTo>
                <a:lnTo>
                  <a:pt x="7366" y="8438"/>
                </a:lnTo>
                <a:lnTo>
                  <a:pt x="7366" y="9391"/>
                </a:lnTo>
                <a:lnTo>
                  <a:pt x="6308" y="9391"/>
                </a:lnTo>
                <a:lnTo>
                  <a:pt x="6308" y="8438"/>
                </a:lnTo>
                <a:moveTo>
                  <a:pt x="6308" y="9459"/>
                </a:moveTo>
                <a:lnTo>
                  <a:pt x="7366" y="9459"/>
                </a:lnTo>
                <a:lnTo>
                  <a:pt x="7366" y="10465"/>
                </a:lnTo>
                <a:lnTo>
                  <a:pt x="6308" y="10465"/>
                </a:lnTo>
                <a:lnTo>
                  <a:pt x="6308" y="9459"/>
                </a:lnTo>
                <a:moveTo>
                  <a:pt x="6308" y="10533"/>
                </a:moveTo>
                <a:lnTo>
                  <a:pt x="7366" y="10533"/>
                </a:lnTo>
                <a:lnTo>
                  <a:pt x="7366" y="11487"/>
                </a:lnTo>
                <a:lnTo>
                  <a:pt x="6308" y="11487"/>
                </a:lnTo>
                <a:lnTo>
                  <a:pt x="6308" y="10533"/>
                </a:lnTo>
                <a:moveTo>
                  <a:pt x="6308" y="11556"/>
                </a:moveTo>
                <a:lnTo>
                  <a:pt x="7366" y="11556"/>
                </a:lnTo>
                <a:lnTo>
                  <a:pt x="7366" y="12561"/>
                </a:lnTo>
                <a:lnTo>
                  <a:pt x="6308" y="12561"/>
                </a:lnTo>
                <a:lnTo>
                  <a:pt x="6308" y="11556"/>
                </a:lnTo>
                <a:moveTo>
                  <a:pt x="6308" y="12630"/>
                </a:moveTo>
                <a:lnTo>
                  <a:pt x="7366" y="12630"/>
                </a:lnTo>
                <a:lnTo>
                  <a:pt x="7366" y="13583"/>
                </a:lnTo>
                <a:lnTo>
                  <a:pt x="6308" y="13583"/>
                </a:lnTo>
                <a:lnTo>
                  <a:pt x="6308" y="12630"/>
                </a:lnTo>
                <a:moveTo>
                  <a:pt x="6308" y="13651"/>
                </a:moveTo>
                <a:lnTo>
                  <a:pt x="7366" y="13651"/>
                </a:lnTo>
                <a:lnTo>
                  <a:pt x="7366" y="14657"/>
                </a:lnTo>
                <a:lnTo>
                  <a:pt x="6308" y="14657"/>
                </a:lnTo>
                <a:lnTo>
                  <a:pt x="6308" y="13651"/>
                </a:lnTo>
                <a:moveTo>
                  <a:pt x="6308" y="14726"/>
                </a:moveTo>
                <a:lnTo>
                  <a:pt x="7366" y="14726"/>
                </a:lnTo>
                <a:lnTo>
                  <a:pt x="7366" y="15680"/>
                </a:lnTo>
                <a:lnTo>
                  <a:pt x="6308" y="15680"/>
                </a:lnTo>
                <a:lnTo>
                  <a:pt x="6308" y="14726"/>
                </a:lnTo>
                <a:moveTo>
                  <a:pt x="5339" y="55"/>
                </a:moveTo>
                <a:lnTo>
                  <a:pt x="6238" y="55"/>
                </a:lnTo>
                <a:lnTo>
                  <a:pt x="6238" y="1007"/>
                </a:lnTo>
                <a:lnTo>
                  <a:pt x="5339" y="1007"/>
                </a:lnTo>
                <a:lnTo>
                  <a:pt x="5339" y="55"/>
                </a:lnTo>
                <a:moveTo>
                  <a:pt x="5339" y="1076"/>
                </a:moveTo>
                <a:lnTo>
                  <a:pt x="6238" y="1076"/>
                </a:lnTo>
                <a:lnTo>
                  <a:pt x="6238" y="2082"/>
                </a:lnTo>
                <a:lnTo>
                  <a:pt x="5339" y="2082"/>
                </a:lnTo>
                <a:lnTo>
                  <a:pt x="5339" y="1076"/>
                </a:lnTo>
                <a:moveTo>
                  <a:pt x="5339" y="2150"/>
                </a:moveTo>
                <a:lnTo>
                  <a:pt x="6238" y="2150"/>
                </a:lnTo>
                <a:lnTo>
                  <a:pt x="6238" y="3104"/>
                </a:lnTo>
                <a:lnTo>
                  <a:pt x="5339" y="3104"/>
                </a:lnTo>
                <a:lnTo>
                  <a:pt x="5339" y="2150"/>
                </a:lnTo>
                <a:moveTo>
                  <a:pt x="5339" y="3172"/>
                </a:moveTo>
                <a:lnTo>
                  <a:pt x="6238" y="3172"/>
                </a:lnTo>
                <a:lnTo>
                  <a:pt x="6238" y="4178"/>
                </a:lnTo>
                <a:lnTo>
                  <a:pt x="5339" y="4178"/>
                </a:lnTo>
                <a:lnTo>
                  <a:pt x="5339" y="3172"/>
                </a:lnTo>
                <a:moveTo>
                  <a:pt x="5339" y="4247"/>
                </a:moveTo>
                <a:lnTo>
                  <a:pt x="6238" y="4247"/>
                </a:lnTo>
                <a:lnTo>
                  <a:pt x="6238" y="5200"/>
                </a:lnTo>
                <a:lnTo>
                  <a:pt x="5339" y="5200"/>
                </a:lnTo>
                <a:lnTo>
                  <a:pt x="5339" y="4247"/>
                </a:lnTo>
                <a:moveTo>
                  <a:pt x="5339" y="5268"/>
                </a:moveTo>
                <a:lnTo>
                  <a:pt x="6238" y="5268"/>
                </a:lnTo>
                <a:lnTo>
                  <a:pt x="6238" y="6274"/>
                </a:lnTo>
                <a:lnTo>
                  <a:pt x="5339" y="6274"/>
                </a:lnTo>
                <a:lnTo>
                  <a:pt x="5339" y="5268"/>
                </a:lnTo>
                <a:moveTo>
                  <a:pt x="5339" y="6342"/>
                </a:moveTo>
                <a:lnTo>
                  <a:pt x="6238" y="6342"/>
                </a:lnTo>
                <a:lnTo>
                  <a:pt x="6238" y="7296"/>
                </a:lnTo>
                <a:lnTo>
                  <a:pt x="5339" y="7296"/>
                </a:lnTo>
                <a:lnTo>
                  <a:pt x="5339" y="6342"/>
                </a:lnTo>
                <a:moveTo>
                  <a:pt x="5339" y="7364"/>
                </a:moveTo>
                <a:lnTo>
                  <a:pt x="6238" y="7364"/>
                </a:lnTo>
                <a:lnTo>
                  <a:pt x="6238" y="8369"/>
                </a:lnTo>
                <a:lnTo>
                  <a:pt x="5339" y="8369"/>
                </a:lnTo>
                <a:lnTo>
                  <a:pt x="5339" y="7364"/>
                </a:lnTo>
                <a:moveTo>
                  <a:pt x="5339" y="8438"/>
                </a:moveTo>
                <a:lnTo>
                  <a:pt x="6238" y="8438"/>
                </a:lnTo>
                <a:lnTo>
                  <a:pt x="6238" y="9391"/>
                </a:lnTo>
                <a:lnTo>
                  <a:pt x="5339" y="9391"/>
                </a:lnTo>
                <a:lnTo>
                  <a:pt x="5339" y="8438"/>
                </a:lnTo>
                <a:moveTo>
                  <a:pt x="5339" y="9459"/>
                </a:moveTo>
                <a:lnTo>
                  <a:pt x="6238" y="9459"/>
                </a:lnTo>
                <a:lnTo>
                  <a:pt x="6238" y="10465"/>
                </a:lnTo>
                <a:lnTo>
                  <a:pt x="5339" y="10465"/>
                </a:lnTo>
                <a:lnTo>
                  <a:pt x="5339" y="9459"/>
                </a:lnTo>
                <a:moveTo>
                  <a:pt x="5339" y="10533"/>
                </a:moveTo>
                <a:lnTo>
                  <a:pt x="6238" y="10533"/>
                </a:lnTo>
                <a:lnTo>
                  <a:pt x="6238" y="11487"/>
                </a:lnTo>
                <a:lnTo>
                  <a:pt x="5339" y="11487"/>
                </a:lnTo>
                <a:lnTo>
                  <a:pt x="5339" y="10533"/>
                </a:lnTo>
                <a:moveTo>
                  <a:pt x="5339" y="11556"/>
                </a:moveTo>
                <a:lnTo>
                  <a:pt x="6238" y="11556"/>
                </a:lnTo>
                <a:lnTo>
                  <a:pt x="6238" y="12561"/>
                </a:lnTo>
                <a:lnTo>
                  <a:pt x="5339" y="12561"/>
                </a:lnTo>
                <a:lnTo>
                  <a:pt x="5339" y="11556"/>
                </a:lnTo>
                <a:moveTo>
                  <a:pt x="5339" y="12630"/>
                </a:moveTo>
                <a:lnTo>
                  <a:pt x="6238" y="12630"/>
                </a:lnTo>
                <a:lnTo>
                  <a:pt x="6238" y="13583"/>
                </a:lnTo>
                <a:lnTo>
                  <a:pt x="5339" y="13583"/>
                </a:lnTo>
                <a:lnTo>
                  <a:pt x="5339" y="12630"/>
                </a:lnTo>
                <a:moveTo>
                  <a:pt x="5339" y="13651"/>
                </a:moveTo>
                <a:lnTo>
                  <a:pt x="6238" y="13651"/>
                </a:lnTo>
                <a:lnTo>
                  <a:pt x="6238" y="14657"/>
                </a:lnTo>
                <a:lnTo>
                  <a:pt x="5339" y="14657"/>
                </a:lnTo>
                <a:lnTo>
                  <a:pt x="5339" y="13651"/>
                </a:lnTo>
                <a:moveTo>
                  <a:pt x="5339" y="14726"/>
                </a:moveTo>
                <a:lnTo>
                  <a:pt x="6238" y="14726"/>
                </a:lnTo>
                <a:lnTo>
                  <a:pt x="6238" y="15680"/>
                </a:lnTo>
                <a:lnTo>
                  <a:pt x="5339" y="15680"/>
                </a:lnTo>
                <a:lnTo>
                  <a:pt x="5339" y="14726"/>
                </a:lnTo>
                <a:moveTo>
                  <a:pt x="4211" y="55"/>
                </a:moveTo>
                <a:lnTo>
                  <a:pt x="5271" y="55"/>
                </a:lnTo>
                <a:lnTo>
                  <a:pt x="5271" y="1007"/>
                </a:lnTo>
                <a:lnTo>
                  <a:pt x="4211" y="1007"/>
                </a:lnTo>
                <a:lnTo>
                  <a:pt x="4211" y="55"/>
                </a:lnTo>
                <a:moveTo>
                  <a:pt x="4211" y="1076"/>
                </a:moveTo>
                <a:lnTo>
                  <a:pt x="5271" y="1076"/>
                </a:lnTo>
                <a:lnTo>
                  <a:pt x="5271" y="2082"/>
                </a:lnTo>
                <a:lnTo>
                  <a:pt x="4211" y="2082"/>
                </a:lnTo>
                <a:lnTo>
                  <a:pt x="4211" y="1076"/>
                </a:lnTo>
                <a:moveTo>
                  <a:pt x="4211" y="2150"/>
                </a:moveTo>
                <a:lnTo>
                  <a:pt x="5271" y="2150"/>
                </a:lnTo>
                <a:lnTo>
                  <a:pt x="5271" y="3104"/>
                </a:lnTo>
                <a:lnTo>
                  <a:pt x="4211" y="3104"/>
                </a:lnTo>
                <a:lnTo>
                  <a:pt x="4211" y="2150"/>
                </a:lnTo>
                <a:moveTo>
                  <a:pt x="4211" y="3172"/>
                </a:moveTo>
                <a:lnTo>
                  <a:pt x="5271" y="3172"/>
                </a:lnTo>
                <a:lnTo>
                  <a:pt x="5271" y="4178"/>
                </a:lnTo>
                <a:lnTo>
                  <a:pt x="4211" y="4178"/>
                </a:lnTo>
                <a:lnTo>
                  <a:pt x="4211" y="3172"/>
                </a:lnTo>
                <a:moveTo>
                  <a:pt x="4211" y="4247"/>
                </a:moveTo>
                <a:lnTo>
                  <a:pt x="5271" y="4247"/>
                </a:lnTo>
                <a:lnTo>
                  <a:pt x="5271" y="5200"/>
                </a:lnTo>
                <a:lnTo>
                  <a:pt x="4211" y="5200"/>
                </a:lnTo>
                <a:lnTo>
                  <a:pt x="4211" y="4247"/>
                </a:lnTo>
                <a:moveTo>
                  <a:pt x="4211" y="5268"/>
                </a:moveTo>
                <a:lnTo>
                  <a:pt x="5271" y="5268"/>
                </a:lnTo>
                <a:lnTo>
                  <a:pt x="5271" y="6274"/>
                </a:lnTo>
                <a:lnTo>
                  <a:pt x="4211" y="6274"/>
                </a:lnTo>
                <a:lnTo>
                  <a:pt x="4211" y="5268"/>
                </a:lnTo>
                <a:moveTo>
                  <a:pt x="4211" y="6342"/>
                </a:moveTo>
                <a:lnTo>
                  <a:pt x="5271" y="6342"/>
                </a:lnTo>
                <a:lnTo>
                  <a:pt x="5271" y="7296"/>
                </a:lnTo>
                <a:lnTo>
                  <a:pt x="4211" y="7296"/>
                </a:lnTo>
                <a:lnTo>
                  <a:pt x="4211" y="6342"/>
                </a:lnTo>
                <a:moveTo>
                  <a:pt x="4211" y="7364"/>
                </a:moveTo>
                <a:lnTo>
                  <a:pt x="5271" y="7364"/>
                </a:lnTo>
                <a:lnTo>
                  <a:pt x="5271" y="8369"/>
                </a:lnTo>
                <a:lnTo>
                  <a:pt x="4211" y="8369"/>
                </a:lnTo>
                <a:lnTo>
                  <a:pt x="4211" y="7364"/>
                </a:lnTo>
                <a:moveTo>
                  <a:pt x="4211" y="8438"/>
                </a:moveTo>
                <a:lnTo>
                  <a:pt x="5271" y="8438"/>
                </a:lnTo>
                <a:lnTo>
                  <a:pt x="5271" y="9391"/>
                </a:lnTo>
                <a:lnTo>
                  <a:pt x="4211" y="9391"/>
                </a:lnTo>
                <a:lnTo>
                  <a:pt x="4211" y="8438"/>
                </a:lnTo>
                <a:moveTo>
                  <a:pt x="4211" y="9459"/>
                </a:moveTo>
                <a:lnTo>
                  <a:pt x="5271" y="9459"/>
                </a:lnTo>
                <a:lnTo>
                  <a:pt x="5271" y="10465"/>
                </a:lnTo>
                <a:lnTo>
                  <a:pt x="4211" y="10465"/>
                </a:lnTo>
                <a:lnTo>
                  <a:pt x="4211" y="9459"/>
                </a:lnTo>
                <a:moveTo>
                  <a:pt x="4211" y="10533"/>
                </a:moveTo>
                <a:lnTo>
                  <a:pt x="5271" y="10533"/>
                </a:lnTo>
                <a:lnTo>
                  <a:pt x="5271" y="11487"/>
                </a:lnTo>
                <a:lnTo>
                  <a:pt x="4211" y="11487"/>
                </a:lnTo>
                <a:lnTo>
                  <a:pt x="4211" y="10533"/>
                </a:lnTo>
                <a:moveTo>
                  <a:pt x="4211" y="11556"/>
                </a:moveTo>
                <a:lnTo>
                  <a:pt x="5271" y="11556"/>
                </a:lnTo>
                <a:lnTo>
                  <a:pt x="5271" y="12561"/>
                </a:lnTo>
                <a:lnTo>
                  <a:pt x="4211" y="12561"/>
                </a:lnTo>
                <a:lnTo>
                  <a:pt x="4211" y="11556"/>
                </a:lnTo>
                <a:moveTo>
                  <a:pt x="4211" y="12630"/>
                </a:moveTo>
                <a:lnTo>
                  <a:pt x="5271" y="12630"/>
                </a:lnTo>
                <a:lnTo>
                  <a:pt x="5271" y="13583"/>
                </a:lnTo>
                <a:lnTo>
                  <a:pt x="4211" y="13583"/>
                </a:lnTo>
                <a:lnTo>
                  <a:pt x="4211" y="12630"/>
                </a:lnTo>
                <a:moveTo>
                  <a:pt x="4211" y="13651"/>
                </a:moveTo>
                <a:lnTo>
                  <a:pt x="5271" y="13651"/>
                </a:lnTo>
                <a:lnTo>
                  <a:pt x="5271" y="14657"/>
                </a:lnTo>
                <a:lnTo>
                  <a:pt x="4211" y="14657"/>
                </a:lnTo>
                <a:lnTo>
                  <a:pt x="4211" y="13651"/>
                </a:lnTo>
                <a:moveTo>
                  <a:pt x="4211" y="14726"/>
                </a:moveTo>
                <a:lnTo>
                  <a:pt x="5271" y="14726"/>
                </a:lnTo>
                <a:lnTo>
                  <a:pt x="5271" y="15680"/>
                </a:lnTo>
                <a:lnTo>
                  <a:pt x="4211" y="15680"/>
                </a:lnTo>
                <a:lnTo>
                  <a:pt x="4211" y="14726"/>
                </a:lnTo>
                <a:moveTo>
                  <a:pt x="3244" y="55"/>
                </a:moveTo>
                <a:lnTo>
                  <a:pt x="4143" y="55"/>
                </a:lnTo>
                <a:lnTo>
                  <a:pt x="4143" y="1007"/>
                </a:lnTo>
                <a:lnTo>
                  <a:pt x="3244" y="1007"/>
                </a:lnTo>
                <a:lnTo>
                  <a:pt x="3244" y="55"/>
                </a:lnTo>
                <a:moveTo>
                  <a:pt x="3244" y="1076"/>
                </a:moveTo>
                <a:lnTo>
                  <a:pt x="4143" y="1076"/>
                </a:lnTo>
                <a:lnTo>
                  <a:pt x="4143" y="2082"/>
                </a:lnTo>
                <a:lnTo>
                  <a:pt x="3244" y="2082"/>
                </a:lnTo>
                <a:lnTo>
                  <a:pt x="3244" y="1076"/>
                </a:lnTo>
                <a:moveTo>
                  <a:pt x="3244" y="2150"/>
                </a:moveTo>
                <a:lnTo>
                  <a:pt x="4143" y="2150"/>
                </a:lnTo>
                <a:lnTo>
                  <a:pt x="4143" y="3104"/>
                </a:lnTo>
                <a:lnTo>
                  <a:pt x="3244" y="3104"/>
                </a:lnTo>
                <a:lnTo>
                  <a:pt x="3244" y="2150"/>
                </a:lnTo>
                <a:moveTo>
                  <a:pt x="3244" y="3172"/>
                </a:moveTo>
                <a:lnTo>
                  <a:pt x="4143" y="3172"/>
                </a:lnTo>
                <a:lnTo>
                  <a:pt x="4143" y="4178"/>
                </a:lnTo>
                <a:lnTo>
                  <a:pt x="3244" y="4178"/>
                </a:lnTo>
                <a:lnTo>
                  <a:pt x="3244" y="3172"/>
                </a:lnTo>
                <a:moveTo>
                  <a:pt x="3244" y="4247"/>
                </a:moveTo>
                <a:lnTo>
                  <a:pt x="4143" y="4247"/>
                </a:lnTo>
                <a:lnTo>
                  <a:pt x="4143" y="5200"/>
                </a:lnTo>
                <a:lnTo>
                  <a:pt x="3244" y="5200"/>
                </a:lnTo>
                <a:lnTo>
                  <a:pt x="3244" y="4247"/>
                </a:lnTo>
                <a:moveTo>
                  <a:pt x="3244" y="5268"/>
                </a:moveTo>
                <a:lnTo>
                  <a:pt x="4143" y="5268"/>
                </a:lnTo>
                <a:lnTo>
                  <a:pt x="4143" y="6274"/>
                </a:lnTo>
                <a:lnTo>
                  <a:pt x="3244" y="6274"/>
                </a:lnTo>
                <a:lnTo>
                  <a:pt x="3244" y="5268"/>
                </a:lnTo>
                <a:moveTo>
                  <a:pt x="3244" y="6342"/>
                </a:moveTo>
                <a:lnTo>
                  <a:pt x="4143" y="6342"/>
                </a:lnTo>
                <a:lnTo>
                  <a:pt x="4143" y="7296"/>
                </a:lnTo>
                <a:lnTo>
                  <a:pt x="3244" y="7296"/>
                </a:lnTo>
                <a:lnTo>
                  <a:pt x="3244" y="6342"/>
                </a:lnTo>
                <a:moveTo>
                  <a:pt x="3244" y="7364"/>
                </a:moveTo>
                <a:lnTo>
                  <a:pt x="4143" y="7364"/>
                </a:lnTo>
                <a:lnTo>
                  <a:pt x="4143" y="8369"/>
                </a:lnTo>
                <a:lnTo>
                  <a:pt x="3244" y="8369"/>
                </a:lnTo>
                <a:lnTo>
                  <a:pt x="3244" y="7364"/>
                </a:lnTo>
                <a:moveTo>
                  <a:pt x="3244" y="8438"/>
                </a:moveTo>
                <a:lnTo>
                  <a:pt x="4143" y="8438"/>
                </a:lnTo>
                <a:lnTo>
                  <a:pt x="4143" y="9391"/>
                </a:lnTo>
                <a:lnTo>
                  <a:pt x="3244" y="9391"/>
                </a:lnTo>
                <a:lnTo>
                  <a:pt x="3244" y="8438"/>
                </a:lnTo>
                <a:moveTo>
                  <a:pt x="3244" y="9459"/>
                </a:moveTo>
                <a:lnTo>
                  <a:pt x="4143" y="9459"/>
                </a:lnTo>
                <a:lnTo>
                  <a:pt x="4143" y="10465"/>
                </a:lnTo>
                <a:lnTo>
                  <a:pt x="3244" y="10465"/>
                </a:lnTo>
                <a:lnTo>
                  <a:pt x="3244" y="9459"/>
                </a:lnTo>
                <a:moveTo>
                  <a:pt x="3244" y="10533"/>
                </a:moveTo>
                <a:lnTo>
                  <a:pt x="4143" y="10533"/>
                </a:lnTo>
                <a:lnTo>
                  <a:pt x="4143" y="11487"/>
                </a:lnTo>
                <a:lnTo>
                  <a:pt x="3244" y="11487"/>
                </a:lnTo>
                <a:lnTo>
                  <a:pt x="3244" y="10533"/>
                </a:lnTo>
                <a:moveTo>
                  <a:pt x="3244" y="11556"/>
                </a:moveTo>
                <a:lnTo>
                  <a:pt x="4143" y="11556"/>
                </a:lnTo>
                <a:lnTo>
                  <a:pt x="4143" y="12561"/>
                </a:lnTo>
                <a:lnTo>
                  <a:pt x="3244" y="12561"/>
                </a:lnTo>
                <a:lnTo>
                  <a:pt x="3244" y="11556"/>
                </a:lnTo>
                <a:moveTo>
                  <a:pt x="3244" y="12630"/>
                </a:moveTo>
                <a:lnTo>
                  <a:pt x="4143" y="12630"/>
                </a:lnTo>
                <a:lnTo>
                  <a:pt x="4143" y="13583"/>
                </a:lnTo>
                <a:lnTo>
                  <a:pt x="3244" y="13583"/>
                </a:lnTo>
                <a:lnTo>
                  <a:pt x="3244" y="12630"/>
                </a:lnTo>
                <a:moveTo>
                  <a:pt x="3244" y="13651"/>
                </a:moveTo>
                <a:lnTo>
                  <a:pt x="4143" y="13651"/>
                </a:lnTo>
                <a:lnTo>
                  <a:pt x="4143" y="14657"/>
                </a:lnTo>
                <a:lnTo>
                  <a:pt x="3244" y="14657"/>
                </a:lnTo>
                <a:lnTo>
                  <a:pt x="3244" y="13651"/>
                </a:lnTo>
                <a:moveTo>
                  <a:pt x="3244" y="14726"/>
                </a:moveTo>
                <a:lnTo>
                  <a:pt x="4143" y="14726"/>
                </a:lnTo>
                <a:lnTo>
                  <a:pt x="4143" y="15680"/>
                </a:lnTo>
                <a:lnTo>
                  <a:pt x="3244" y="15680"/>
                </a:lnTo>
                <a:lnTo>
                  <a:pt x="3244" y="14726"/>
                </a:lnTo>
                <a:moveTo>
                  <a:pt x="2115" y="55"/>
                </a:moveTo>
                <a:lnTo>
                  <a:pt x="3174" y="55"/>
                </a:lnTo>
                <a:lnTo>
                  <a:pt x="3174" y="1007"/>
                </a:lnTo>
                <a:lnTo>
                  <a:pt x="2115" y="1007"/>
                </a:lnTo>
                <a:lnTo>
                  <a:pt x="2115" y="55"/>
                </a:lnTo>
                <a:moveTo>
                  <a:pt x="2115" y="1076"/>
                </a:moveTo>
                <a:lnTo>
                  <a:pt x="3174" y="1076"/>
                </a:lnTo>
                <a:lnTo>
                  <a:pt x="3174" y="2082"/>
                </a:lnTo>
                <a:lnTo>
                  <a:pt x="2115" y="2082"/>
                </a:lnTo>
                <a:lnTo>
                  <a:pt x="2115" y="1076"/>
                </a:lnTo>
                <a:moveTo>
                  <a:pt x="2115" y="2150"/>
                </a:moveTo>
                <a:lnTo>
                  <a:pt x="3174" y="2150"/>
                </a:lnTo>
                <a:lnTo>
                  <a:pt x="3174" y="3104"/>
                </a:lnTo>
                <a:lnTo>
                  <a:pt x="2115" y="3104"/>
                </a:lnTo>
                <a:lnTo>
                  <a:pt x="2115" y="2150"/>
                </a:lnTo>
                <a:moveTo>
                  <a:pt x="2115" y="3172"/>
                </a:moveTo>
                <a:lnTo>
                  <a:pt x="3174" y="3172"/>
                </a:lnTo>
                <a:lnTo>
                  <a:pt x="3174" y="4178"/>
                </a:lnTo>
                <a:lnTo>
                  <a:pt x="2115" y="4178"/>
                </a:lnTo>
                <a:lnTo>
                  <a:pt x="2115" y="3172"/>
                </a:lnTo>
                <a:moveTo>
                  <a:pt x="2115" y="4247"/>
                </a:moveTo>
                <a:lnTo>
                  <a:pt x="3174" y="4247"/>
                </a:lnTo>
                <a:lnTo>
                  <a:pt x="3174" y="5200"/>
                </a:lnTo>
                <a:lnTo>
                  <a:pt x="2115" y="5200"/>
                </a:lnTo>
                <a:lnTo>
                  <a:pt x="2115" y="4247"/>
                </a:lnTo>
                <a:moveTo>
                  <a:pt x="2115" y="5268"/>
                </a:moveTo>
                <a:lnTo>
                  <a:pt x="3174" y="5268"/>
                </a:lnTo>
                <a:lnTo>
                  <a:pt x="3174" y="6274"/>
                </a:lnTo>
                <a:lnTo>
                  <a:pt x="2115" y="6274"/>
                </a:lnTo>
                <a:lnTo>
                  <a:pt x="2115" y="5268"/>
                </a:lnTo>
                <a:moveTo>
                  <a:pt x="2115" y="6342"/>
                </a:moveTo>
                <a:lnTo>
                  <a:pt x="3174" y="6342"/>
                </a:lnTo>
                <a:lnTo>
                  <a:pt x="3174" y="7296"/>
                </a:lnTo>
                <a:lnTo>
                  <a:pt x="2115" y="7296"/>
                </a:lnTo>
                <a:lnTo>
                  <a:pt x="2115" y="6342"/>
                </a:lnTo>
                <a:moveTo>
                  <a:pt x="2115" y="7364"/>
                </a:moveTo>
                <a:lnTo>
                  <a:pt x="3174" y="7364"/>
                </a:lnTo>
                <a:lnTo>
                  <a:pt x="3174" y="8369"/>
                </a:lnTo>
                <a:lnTo>
                  <a:pt x="2115" y="8369"/>
                </a:lnTo>
                <a:lnTo>
                  <a:pt x="2115" y="7364"/>
                </a:lnTo>
                <a:moveTo>
                  <a:pt x="2115" y="8438"/>
                </a:moveTo>
                <a:lnTo>
                  <a:pt x="3174" y="8438"/>
                </a:lnTo>
                <a:lnTo>
                  <a:pt x="3174" y="9391"/>
                </a:lnTo>
                <a:lnTo>
                  <a:pt x="2115" y="9391"/>
                </a:lnTo>
                <a:lnTo>
                  <a:pt x="2115" y="8438"/>
                </a:lnTo>
                <a:moveTo>
                  <a:pt x="2115" y="9459"/>
                </a:moveTo>
                <a:lnTo>
                  <a:pt x="3174" y="9459"/>
                </a:lnTo>
                <a:lnTo>
                  <a:pt x="3174" y="10465"/>
                </a:lnTo>
                <a:lnTo>
                  <a:pt x="2115" y="10465"/>
                </a:lnTo>
                <a:lnTo>
                  <a:pt x="2115" y="9459"/>
                </a:lnTo>
                <a:moveTo>
                  <a:pt x="2115" y="10533"/>
                </a:moveTo>
                <a:lnTo>
                  <a:pt x="3174" y="10533"/>
                </a:lnTo>
                <a:lnTo>
                  <a:pt x="3174" y="11487"/>
                </a:lnTo>
                <a:lnTo>
                  <a:pt x="2115" y="11487"/>
                </a:lnTo>
                <a:lnTo>
                  <a:pt x="2115" y="10533"/>
                </a:lnTo>
                <a:moveTo>
                  <a:pt x="2115" y="11556"/>
                </a:moveTo>
                <a:lnTo>
                  <a:pt x="3174" y="11556"/>
                </a:lnTo>
                <a:lnTo>
                  <a:pt x="3174" y="12561"/>
                </a:lnTo>
                <a:lnTo>
                  <a:pt x="2115" y="12561"/>
                </a:lnTo>
                <a:lnTo>
                  <a:pt x="2115" y="11556"/>
                </a:lnTo>
                <a:moveTo>
                  <a:pt x="2115" y="12630"/>
                </a:moveTo>
                <a:lnTo>
                  <a:pt x="3174" y="12630"/>
                </a:lnTo>
                <a:lnTo>
                  <a:pt x="3174" y="13583"/>
                </a:lnTo>
                <a:lnTo>
                  <a:pt x="2115" y="13583"/>
                </a:lnTo>
                <a:lnTo>
                  <a:pt x="2115" y="12630"/>
                </a:lnTo>
                <a:moveTo>
                  <a:pt x="2115" y="13651"/>
                </a:moveTo>
                <a:lnTo>
                  <a:pt x="3174" y="13651"/>
                </a:lnTo>
                <a:lnTo>
                  <a:pt x="3174" y="14657"/>
                </a:lnTo>
                <a:lnTo>
                  <a:pt x="2115" y="14657"/>
                </a:lnTo>
                <a:lnTo>
                  <a:pt x="2115" y="13651"/>
                </a:lnTo>
                <a:moveTo>
                  <a:pt x="2115" y="14726"/>
                </a:moveTo>
                <a:lnTo>
                  <a:pt x="3174" y="14726"/>
                </a:lnTo>
                <a:lnTo>
                  <a:pt x="3174" y="15680"/>
                </a:lnTo>
                <a:lnTo>
                  <a:pt x="2115" y="15680"/>
                </a:lnTo>
                <a:lnTo>
                  <a:pt x="2115" y="14726"/>
                </a:lnTo>
                <a:moveTo>
                  <a:pt x="1147" y="55"/>
                </a:moveTo>
                <a:lnTo>
                  <a:pt x="2046" y="55"/>
                </a:lnTo>
                <a:lnTo>
                  <a:pt x="2046" y="1007"/>
                </a:lnTo>
                <a:lnTo>
                  <a:pt x="1147" y="1007"/>
                </a:lnTo>
                <a:lnTo>
                  <a:pt x="1147" y="55"/>
                </a:lnTo>
                <a:moveTo>
                  <a:pt x="1147" y="1076"/>
                </a:moveTo>
                <a:lnTo>
                  <a:pt x="2046" y="1076"/>
                </a:lnTo>
                <a:lnTo>
                  <a:pt x="2046" y="2082"/>
                </a:lnTo>
                <a:lnTo>
                  <a:pt x="1147" y="2082"/>
                </a:lnTo>
                <a:lnTo>
                  <a:pt x="1147" y="1076"/>
                </a:lnTo>
                <a:moveTo>
                  <a:pt x="1147" y="2150"/>
                </a:moveTo>
                <a:lnTo>
                  <a:pt x="2046" y="2150"/>
                </a:lnTo>
                <a:lnTo>
                  <a:pt x="2046" y="3104"/>
                </a:lnTo>
                <a:lnTo>
                  <a:pt x="1147" y="3104"/>
                </a:lnTo>
                <a:lnTo>
                  <a:pt x="1147" y="2150"/>
                </a:lnTo>
                <a:moveTo>
                  <a:pt x="1147" y="3172"/>
                </a:moveTo>
                <a:lnTo>
                  <a:pt x="2046" y="3172"/>
                </a:lnTo>
                <a:lnTo>
                  <a:pt x="2046" y="4178"/>
                </a:lnTo>
                <a:lnTo>
                  <a:pt x="1147" y="4178"/>
                </a:lnTo>
                <a:lnTo>
                  <a:pt x="1147" y="3172"/>
                </a:lnTo>
                <a:moveTo>
                  <a:pt x="1147" y="4247"/>
                </a:moveTo>
                <a:lnTo>
                  <a:pt x="2046" y="4247"/>
                </a:lnTo>
                <a:lnTo>
                  <a:pt x="2046" y="5200"/>
                </a:lnTo>
                <a:lnTo>
                  <a:pt x="1147" y="5200"/>
                </a:lnTo>
                <a:lnTo>
                  <a:pt x="1147" y="4247"/>
                </a:lnTo>
                <a:moveTo>
                  <a:pt x="1147" y="5268"/>
                </a:moveTo>
                <a:lnTo>
                  <a:pt x="2046" y="5268"/>
                </a:lnTo>
                <a:lnTo>
                  <a:pt x="2046" y="6274"/>
                </a:lnTo>
                <a:lnTo>
                  <a:pt x="1147" y="6274"/>
                </a:lnTo>
                <a:lnTo>
                  <a:pt x="1147" y="5268"/>
                </a:lnTo>
                <a:moveTo>
                  <a:pt x="1147" y="6342"/>
                </a:moveTo>
                <a:lnTo>
                  <a:pt x="2046" y="6342"/>
                </a:lnTo>
                <a:lnTo>
                  <a:pt x="2046" y="7296"/>
                </a:lnTo>
                <a:lnTo>
                  <a:pt x="1147" y="7296"/>
                </a:lnTo>
                <a:lnTo>
                  <a:pt x="1147" y="6342"/>
                </a:lnTo>
                <a:moveTo>
                  <a:pt x="1147" y="7364"/>
                </a:moveTo>
                <a:lnTo>
                  <a:pt x="2046" y="7364"/>
                </a:lnTo>
                <a:lnTo>
                  <a:pt x="2046" y="8369"/>
                </a:lnTo>
                <a:lnTo>
                  <a:pt x="1147" y="8369"/>
                </a:lnTo>
                <a:lnTo>
                  <a:pt x="1147" y="7364"/>
                </a:lnTo>
                <a:moveTo>
                  <a:pt x="1147" y="8438"/>
                </a:moveTo>
                <a:lnTo>
                  <a:pt x="2046" y="8438"/>
                </a:lnTo>
                <a:lnTo>
                  <a:pt x="2046" y="9391"/>
                </a:lnTo>
                <a:lnTo>
                  <a:pt x="1147" y="9391"/>
                </a:lnTo>
                <a:lnTo>
                  <a:pt x="1147" y="8438"/>
                </a:lnTo>
                <a:moveTo>
                  <a:pt x="1147" y="9459"/>
                </a:moveTo>
                <a:lnTo>
                  <a:pt x="2046" y="9459"/>
                </a:lnTo>
                <a:lnTo>
                  <a:pt x="2046" y="10465"/>
                </a:lnTo>
                <a:lnTo>
                  <a:pt x="1147" y="10465"/>
                </a:lnTo>
                <a:lnTo>
                  <a:pt x="1147" y="9459"/>
                </a:lnTo>
                <a:moveTo>
                  <a:pt x="1147" y="10533"/>
                </a:moveTo>
                <a:lnTo>
                  <a:pt x="2046" y="10533"/>
                </a:lnTo>
                <a:lnTo>
                  <a:pt x="2046" y="11487"/>
                </a:lnTo>
                <a:lnTo>
                  <a:pt x="1147" y="11487"/>
                </a:lnTo>
                <a:lnTo>
                  <a:pt x="1147" y="10533"/>
                </a:lnTo>
                <a:moveTo>
                  <a:pt x="1147" y="11556"/>
                </a:moveTo>
                <a:lnTo>
                  <a:pt x="2046" y="11556"/>
                </a:lnTo>
                <a:lnTo>
                  <a:pt x="2046" y="12561"/>
                </a:lnTo>
                <a:lnTo>
                  <a:pt x="1147" y="12561"/>
                </a:lnTo>
                <a:lnTo>
                  <a:pt x="1147" y="11556"/>
                </a:lnTo>
                <a:moveTo>
                  <a:pt x="1147" y="12630"/>
                </a:moveTo>
                <a:lnTo>
                  <a:pt x="2046" y="12630"/>
                </a:lnTo>
                <a:lnTo>
                  <a:pt x="2046" y="13583"/>
                </a:lnTo>
                <a:lnTo>
                  <a:pt x="1147" y="13583"/>
                </a:lnTo>
                <a:lnTo>
                  <a:pt x="1147" y="12630"/>
                </a:lnTo>
                <a:moveTo>
                  <a:pt x="1147" y="13651"/>
                </a:moveTo>
                <a:lnTo>
                  <a:pt x="2046" y="13651"/>
                </a:lnTo>
                <a:lnTo>
                  <a:pt x="2046" y="14657"/>
                </a:lnTo>
                <a:lnTo>
                  <a:pt x="1147" y="14657"/>
                </a:lnTo>
                <a:lnTo>
                  <a:pt x="1147" y="13651"/>
                </a:lnTo>
                <a:moveTo>
                  <a:pt x="1147" y="14726"/>
                </a:moveTo>
                <a:lnTo>
                  <a:pt x="2046" y="14726"/>
                </a:lnTo>
                <a:lnTo>
                  <a:pt x="2046" y="15680"/>
                </a:lnTo>
                <a:lnTo>
                  <a:pt x="1147" y="15680"/>
                </a:lnTo>
                <a:lnTo>
                  <a:pt x="1147" y="14726"/>
                </a:lnTo>
                <a:moveTo>
                  <a:pt x="19" y="55"/>
                </a:moveTo>
                <a:lnTo>
                  <a:pt x="1079" y="55"/>
                </a:lnTo>
                <a:lnTo>
                  <a:pt x="1079" y="1007"/>
                </a:lnTo>
                <a:lnTo>
                  <a:pt x="19" y="1007"/>
                </a:lnTo>
                <a:lnTo>
                  <a:pt x="19" y="55"/>
                </a:lnTo>
                <a:moveTo>
                  <a:pt x="19" y="1076"/>
                </a:moveTo>
                <a:lnTo>
                  <a:pt x="1079" y="1076"/>
                </a:lnTo>
                <a:lnTo>
                  <a:pt x="1079" y="2082"/>
                </a:lnTo>
                <a:lnTo>
                  <a:pt x="19" y="2082"/>
                </a:lnTo>
                <a:lnTo>
                  <a:pt x="19" y="1076"/>
                </a:lnTo>
                <a:moveTo>
                  <a:pt x="19" y="2150"/>
                </a:moveTo>
                <a:lnTo>
                  <a:pt x="1079" y="2150"/>
                </a:lnTo>
                <a:lnTo>
                  <a:pt x="1079" y="3104"/>
                </a:lnTo>
                <a:lnTo>
                  <a:pt x="19" y="3104"/>
                </a:lnTo>
                <a:lnTo>
                  <a:pt x="19" y="2150"/>
                </a:lnTo>
                <a:moveTo>
                  <a:pt x="19" y="3172"/>
                </a:moveTo>
                <a:lnTo>
                  <a:pt x="1079" y="3172"/>
                </a:lnTo>
                <a:lnTo>
                  <a:pt x="1079" y="4178"/>
                </a:lnTo>
                <a:lnTo>
                  <a:pt x="19" y="4178"/>
                </a:lnTo>
                <a:lnTo>
                  <a:pt x="19" y="3172"/>
                </a:lnTo>
                <a:moveTo>
                  <a:pt x="19" y="4247"/>
                </a:moveTo>
                <a:lnTo>
                  <a:pt x="1079" y="4247"/>
                </a:lnTo>
                <a:lnTo>
                  <a:pt x="1079" y="5200"/>
                </a:lnTo>
                <a:lnTo>
                  <a:pt x="19" y="5200"/>
                </a:lnTo>
                <a:lnTo>
                  <a:pt x="19" y="4247"/>
                </a:lnTo>
                <a:moveTo>
                  <a:pt x="19" y="5268"/>
                </a:moveTo>
                <a:lnTo>
                  <a:pt x="1079" y="5268"/>
                </a:lnTo>
                <a:lnTo>
                  <a:pt x="1079" y="6274"/>
                </a:lnTo>
                <a:lnTo>
                  <a:pt x="19" y="6274"/>
                </a:lnTo>
                <a:lnTo>
                  <a:pt x="19" y="5268"/>
                </a:lnTo>
                <a:moveTo>
                  <a:pt x="19" y="6342"/>
                </a:moveTo>
                <a:lnTo>
                  <a:pt x="1079" y="6342"/>
                </a:lnTo>
                <a:lnTo>
                  <a:pt x="1079" y="7296"/>
                </a:lnTo>
                <a:lnTo>
                  <a:pt x="19" y="7296"/>
                </a:lnTo>
                <a:lnTo>
                  <a:pt x="19" y="6342"/>
                </a:lnTo>
                <a:moveTo>
                  <a:pt x="19" y="7364"/>
                </a:moveTo>
                <a:lnTo>
                  <a:pt x="1079" y="7364"/>
                </a:lnTo>
                <a:lnTo>
                  <a:pt x="1079" y="8369"/>
                </a:lnTo>
                <a:lnTo>
                  <a:pt x="19" y="8369"/>
                </a:lnTo>
                <a:lnTo>
                  <a:pt x="19" y="7364"/>
                </a:lnTo>
                <a:moveTo>
                  <a:pt x="19" y="8438"/>
                </a:moveTo>
                <a:lnTo>
                  <a:pt x="1079" y="8438"/>
                </a:lnTo>
                <a:lnTo>
                  <a:pt x="1079" y="9391"/>
                </a:lnTo>
                <a:lnTo>
                  <a:pt x="19" y="9391"/>
                </a:lnTo>
                <a:lnTo>
                  <a:pt x="19" y="8438"/>
                </a:lnTo>
                <a:moveTo>
                  <a:pt x="19" y="9459"/>
                </a:moveTo>
                <a:lnTo>
                  <a:pt x="1079" y="9459"/>
                </a:lnTo>
                <a:lnTo>
                  <a:pt x="1079" y="10465"/>
                </a:lnTo>
                <a:lnTo>
                  <a:pt x="19" y="10465"/>
                </a:lnTo>
                <a:lnTo>
                  <a:pt x="19" y="9459"/>
                </a:lnTo>
                <a:moveTo>
                  <a:pt x="19" y="10533"/>
                </a:moveTo>
                <a:lnTo>
                  <a:pt x="1079" y="10533"/>
                </a:lnTo>
                <a:lnTo>
                  <a:pt x="1079" y="11487"/>
                </a:lnTo>
                <a:lnTo>
                  <a:pt x="19" y="11487"/>
                </a:lnTo>
                <a:lnTo>
                  <a:pt x="19" y="10533"/>
                </a:lnTo>
                <a:moveTo>
                  <a:pt x="19" y="11556"/>
                </a:moveTo>
                <a:lnTo>
                  <a:pt x="1079" y="11556"/>
                </a:lnTo>
                <a:lnTo>
                  <a:pt x="1079" y="12561"/>
                </a:lnTo>
                <a:lnTo>
                  <a:pt x="19" y="12561"/>
                </a:lnTo>
                <a:lnTo>
                  <a:pt x="19" y="11556"/>
                </a:lnTo>
                <a:moveTo>
                  <a:pt x="19" y="12630"/>
                </a:moveTo>
                <a:lnTo>
                  <a:pt x="1079" y="12630"/>
                </a:lnTo>
                <a:lnTo>
                  <a:pt x="1079" y="13583"/>
                </a:lnTo>
                <a:lnTo>
                  <a:pt x="19" y="13583"/>
                </a:lnTo>
                <a:lnTo>
                  <a:pt x="19" y="12630"/>
                </a:lnTo>
                <a:moveTo>
                  <a:pt x="19" y="13651"/>
                </a:moveTo>
                <a:lnTo>
                  <a:pt x="1079" y="13651"/>
                </a:lnTo>
                <a:lnTo>
                  <a:pt x="1079" y="14657"/>
                </a:lnTo>
                <a:lnTo>
                  <a:pt x="19" y="14657"/>
                </a:lnTo>
                <a:lnTo>
                  <a:pt x="19" y="13651"/>
                </a:lnTo>
                <a:moveTo>
                  <a:pt x="19" y="14726"/>
                </a:moveTo>
                <a:lnTo>
                  <a:pt x="1079" y="14726"/>
                </a:lnTo>
                <a:lnTo>
                  <a:pt x="1079" y="15680"/>
                </a:lnTo>
                <a:lnTo>
                  <a:pt x="19" y="15680"/>
                </a:lnTo>
                <a:lnTo>
                  <a:pt x="19" y="14726"/>
                </a:lnTo>
              </a:path>
            </a:pathLst>
          </a:custGeom>
          <a:solidFill>
            <a:schemeClr val="dk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610" name="Google Shape;610;p7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109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9pPr>
          </a:lstStyle>
          <a:p>
            <a:endParaRPr/>
          </a:p>
        </p:txBody>
      </p:sp>
      <p:sp>
        <p:nvSpPr>
          <p:cNvPr id="611" name="Google Shape;611;p7"/>
          <p:cNvSpPr txBox="1">
            <a:spLocks noGrp="1"/>
          </p:cNvSpPr>
          <p:nvPr>
            <p:ph type="body" idx="1"/>
          </p:nvPr>
        </p:nvSpPr>
        <p:spPr>
          <a:xfrm>
            <a:off x="2286000" y="1803300"/>
            <a:ext cx="4572000" cy="2451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Char char="●"/>
              <a:defRPr/>
            </a:lvl1pPr>
            <a:lvl2pPr marL="914400" lvl="1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371600" lvl="2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1828800" lvl="3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2286000" lvl="4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2743200" lvl="5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3200400" lvl="6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3657600" lvl="7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4114800" lvl="8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grpSp>
        <p:nvGrpSpPr>
          <p:cNvPr id="612" name="Google Shape;612;p7"/>
          <p:cNvGrpSpPr/>
          <p:nvPr/>
        </p:nvGrpSpPr>
        <p:grpSpPr>
          <a:xfrm>
            <a:off x="-1367219" y="-124975"/>
            <a:ext cx="12577562" cy="7146085"/>
            <a:chOff x="-1367219" y="-124975"/>
            <a:chExt cx="12577562" cy="7146085"/>
          </a:xfrm>
        </p:grpSpPr>
        <p:grpSp>
          <p:nvGrpSpPr>
            <p:cNvPr id="613" name="Google Shape;613;p7"/>
            <p:cNvGrpSpPr/>
            <p:nvPr/>
          </p:nvGrpSpPr>
          <p:grpSpPr>
            <a:xfrm>
              <a:off x="-956273" y="1442530"/>
              <a:ext cx="1641098" cy="440672"/>
              <a:chOff x="283320" y="440280"/>
              <a:chExt cx="762840" cy="204840"/>
            </a:xfrm>
          </p:grpSpPr>
          <p:sp>
            <p:nvSpPr>
              <p:cNvPr id="614" name="Google Shape;614;p7"/>
              <p:cNvSpPr/>
              <p:nvPr/>
            </p:nvSpPr>
            <p:spPr>
              <a:xfrm>
                <a:off x="283320" y="440280"/>
                <a:ext cx="41040" cy="15660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435" extrusionOk="0">
                    <a:moveTo>
                      <a:pt x="16" y="423"/>
                    </a:moveTo>
                    <a:cubicBezTo>
                      <a:pt x="6" y="413"/>
                      <a:pt x="1" y="399"/>
                      <a:pt x="1" y="385"/>
                    </a:cubicBezTo>
                    <a:cubicBezTo>
                      <a:pt x="0" y="378"/>
                      <a:pt x="1" y="371"/>
                      <a:pt x="2" y="364"/>
                    </a:cubicBezTo>
                    <a:cubicBezTo>
                      <a:pt x="2" y="357"/>
                      <a:pt x="5" y="349"/>
                      <a:pt x="8" y="342"/>
                    </a:cubicBezTo>
                    <a:cubicBezTo>
                      <a:pt x="11" y="336"/>
                      <a:pt x="18" y="333"/>
                      <a:pt x="23" y="336"/>
                    </a:cubicBezTo>
                    <a:cubicBezTo>
                      <a:pt x="29" y="338"/>
                      <a:pt x="33" y="346"/>
                      <a:pt x="30" y="352"/>
                    </a:cubicBezTo>
                    <a:cubicBezTo>
                      <a:pt x="29" y="353"/>
                      <a:pt x="28" y="355"/>
                      <a:pt x="27" y="356"/>
                    </a:cubicBezTo>
                    <a:cubicBezTo>
                      <a:pt x="27" y="359"/>
                      <a:pt x="26" y="361"/>
                      <a:pt x="26" y="363"/>
                    </a:cubicBezTo>
                    <a:cubicBezTo>
                      <a:pt x="25" y="367"/>
                      <a:pt x="25" y="370"/>
                      <a:pt x="24" y="374"/>
                    </a:cubicBezTo>
                    <a:cubicBezTo>
                      <a:pt x="24" y="377"/>
                      <a:pt x="24" y="380"/>
                      <a:pt x="24" y="383"/>
                    </a:cubicBezTo>
                    <a:cubicBezTo>
                      <a:pt x="24" y="385"/>
                      <a:pt x="25" y="387"/>
                      <a:pt x="25" y="389"/>
                    </a:cubicBezTo>
                    <a:cubicBezTo>
                      <a:pt x="25" y="391"/>
                      <a:pt x="26" y="394"/>
                      <a:pt x="26" y="395"/>
                    </a:cubicBezTo>
                    <a:cubicBezTo>
                      <a:pt x="26" y="396"/>
                      <a:pt x="27" y="397"/>
                      <a:pt x="27" y="398"/>
                    </a:cubicBezTo>
                    <a:cubicBezTo>
                      <a:pt x="27" y="399"/>
                      <a:pt x="29" y="400"/>
                      <a:pt x="29" y="401"/>
                    </a:cubicBezTo>
                    <a:cubicBezTo>
                      <a:pt x="30" y="402"/>
                      <a:pt x="30" y="403"/>
                      <a:pt x="30" y="403"/>
                    </a:cubicBezTo>
                    <a:cubicBezTo>
                      <a:pt x="31" y="404"/>
                      <a:pt x="32" y="405"/>
                      <a:pt x="32" y="405"/>
                    </a:cubicBezTo>
                    <a:cubicBezTo>
                      <a:pt x="33" y="406"/>
                      <a:pt x="34" y="406"/>
                      <a:pt x="35" y="408"/>
                    </a:cubicBezTo>
                    <a:cubicBezTo>
                      <a:pt x="36" y="408"/>
                      <a:pt x="36" y="408"/>
                      <a:pt x="36" y="408"/>
                    </a:cubicBezTo>
                    <a:cubicBezTo>
                      <a:pt x="37" y="409"/>
                      <a:pt x="39" y="409"/>
                      <a:pt x="40" y="409"/>
                    </a:cubicBezTo>
                    <a:cubicBezTo>
                      <a:pt x="39" y="409"/>
                      <a:pt x="39" y="409"/>
                      <a:pt x="39" y="409"/>
                    </a:cubicBezTo>
                    <a:cubicBezTo>
                      <a:pt x="39" y="409"/>
                      <a:pt x="40" y="409"/>
                      <a:pt x="41" y="410"/>
                    </a:cubicBezTo>
                    <a:cubicBezTo>
                      <a:pt x="42" y="410"/>
                      <a:pt x="43" y="410"/>
                      <a:pt x="44" y="410"/>
                    </a:cubicBezTo>
                    <a:cubicBezTo>
                      <a:pt x="44" y="410"/>
                      <a:pt x="45" y="410"/>
                      <a:pt x="46" y="410"/>
                    </a:cubicBezTo>
                    <a:cubicBezTo>
                      <a:pt x="47" y="410"/>
                      <a:pt x="48" y="410"/>
                      <a:pt x="48" y="410"/>
                    </a:cubicBezTo>
                    <a:cubicBezTo>
                      <a:pt x="50" y="409"/>
                      <a:pt x="51" y="409"/>
                      <a:pt x="53" y="409"/>
                    </a:cubicBezTo>
                    <a:cubicBezTo>
                      <a:pt x="54" y="408"/>
                      <a:pt x="55" y="408"/>
                      <a:pt x="57" y="407"/>
                    </a:cubicBezTo>
                    <a:lnTo>
                      <a:pt x="58" y="406"/>
                    </a:lnTo>
                    <a:cubicBezTo>
                      <a:pt x="60" y="405"/>
                      <a:pt x="60" y="405"/>
                      <a:pt x="61" y="404"/>
                    </a:cubicBezTo>
                    <a:cubicBezTo>
                      <a:pt x="62" y="403"/>
                      <a:pt x="62" y="403"/>
                      <a:pt x="63" y="403"/>
                    </a:cubicBezTo>
                    <a:cubicBezTo>
                      <a:pt x="64" y="402"/>
                      <a:pt x="64" y="401"/>
                      <a:pt x="65" y="400"/>
                    </a:cubicBezTo>
                    <a:cubicBezTo>
                      <a:pt x="65" y="399"/>
                      <a:pt x="66" y="398"/>
                      <a:pt x="67" y="398"/>
                    </a:cubicBezTo>
                    <a:cubicBezTo>
                      <a:pt x="67" y="396"/>
                      <a:pt x="68" y="395"/>
                      <a:pt x="68" y="394"/>
                    </a:cubicBezTo>
                    <a:cubicBezTo>
                      <a:pt x="69" y="391"/>
                      <a:pt x="69" y="389"/>
                      <a:pt x="70" y="387"/>
                    </a:cubicBezTo>
                    <a:cubicBezTo>
                      <a:pt x="71" y="381"/>
                      <a:pt x="72" y="375"/>
                      <a:pt x="72" y="370"/>
                    </a:cubicBezTo>
                    <a:cubicBezTo>
                      <a:pt x="73" y="364"/>
                      <a:pt x="74" y="357"/>
                      <a:pt x="74" y="351"/>
                    </a:cubicBezTo>
                    <a:cubicBezTo>
                      <a:pt x="74" y="344"/>
                      <a:pt x="74" y="338"/>
                      <a:pt x="73" y="331"/>
                    </a:cubicBezTo>
                    <a:cubicBezTo>
                      <a:pt x="72" y="322"/>
                      <a:pt x="72" y="314"/>
                      <a:pt x="71" y="306"/>
                    </a:cubicBezTo>
                    <a:cubicBezTo>
                      <a:pt x="70" y="298"/>
                      <a:pt x="68" y="290"/>
                      <a:pt x="67" y="282"/>
                    </a:cubicBezTo>
                    <a:cubicBezTo>
                      <a:pt x="65" y="272"/>
                      <a:pt x="63" y="262"/>
                      <a:pt x="61" y="253"/>
                    </a:cubicBezTo>
                    <a:cubicBezTo>
                      <a:pt x="59" y="244"/>
                      <a:pt x="57" y="236"/>
                      <a:pt x="54" y="226"/>
                    </a:cubicBezTo>
                    <a:cubicBezTo>
                      <a:pt x="50" y="208"/>
                      <a:pt x="46" y="188"/>
                      <a:pt x="41" y="169"/>
                    </a:cubicBezTo>
                    <a:cubicBezTo>
                      <a:pt x="42" y="170"/>
                      <a:pt x="42" y="170"/>
                      <a:pt x="42" y="171"/>
                    </a:cubicBezTo>
                    <a:cubicBezTo>
                      <a:pt x="39" y="157"/>
                      <a:pt x="37" y="143"/>
                      <a:pt x="34" y="129"/>
                    </a:cubicBezTo>
                    <a:cubicBezTo>
                      <a:pt x="32" y="116"/>
                      <a:pt x="31" y="103"/>
                      <a:pt x="30" y="90"/>
                    </a:cubicBezTo>
                    <a:cubicBezTo>
                      <a:pt x="27" y="60"/>
                      <a:pt x="32" y="24"/>
                      <a:pt x="60" y="6"/>
                    </a:cubicBezTo>
                    <a:cubicBezTo>
                      <a:pt x="65" y="3"/>
                      <a:pt x="74" y="0"/>
                      <a:pt x="80" y="1"/>
                    </a:cubicBezTo>
                    <a:cubicBezTo>
                      <a:pt x="87" y="3"/>
                      <a:pt x="94" y="6"/>
                      <a:pt x="99" y="13"/>
                    </a:cubicBezTo>
                    <a:cubicBezTo>
                      <a:pt x="108" y="22"/>
                      <a:pt x="113" y="39"/>
                      <a:pt x="101" y="50"/>
                    </a:cubicBezTo>
                    <a:cubicBezTo>
                      <a:pt x="98" y="53"/>
                      <a:pt x="93" y="55"/>
                      <a:pt x="88" y="54"/>
                    </a:cubicBezTo>
                    <a:cubicBezTo>
                      <a:pt x="83" y="54"/>
                      <a:pt x="80" y="50"/>
                      <a:pt x="78" y="46"/>
                    </a:cubicBezTo>
                    <a:cubicBezTo>
                      <a:pt x="76" y="44"/>
                      <a:pt x="75" y="40"/>
                      <a:pt x="75" y="38"/>
                    </a:cubicBezTo>
                    <a:cubicBezTo>
                      <a:pt x="74" y="35"/>
                      <a:pt x="74" y="33"/>
                      <a:pt x="74" y="31"/>
                    </a:cubicBezTo>
                    <a:cubicBezTo>
                      <a:pt x="74" y="29"/>
                      <a:pt x="74" y="28"/>
                      <a:pt x="74" y="26"/>
                    </a:cubicBezTo>
                    <a:lnTo>
                      <a:pt x="73" y="26"/>
                    </a:lnTo>
                    <a:cubicBezTo>
                      <a:pt x="74" y="26"/>
                      <a:pt x="74" y="26"/>
                      <a:pt x="74" y="26"/>
                    </a:cubicBezTo>
                    <a:cubicBezTo>
                      <a:pt x="74" y="26"/>
                      <a:pt x="73" y="26"/>
                      <a:pt x="72" y="27"/>
                    </a:cubicBezTo>
                    <a:lnTo>
                      <a:pt x="71" y="28"/>
                    </a:lnTo>
                    <a:cubicBezTo>
                      <a:pt x="70" y="28"/>
                      <a:pt x="69" y="29"/>
                      <a:pt x="69" y="29"/>
                    </a:cubicBezTo>
                    <a:cubicBezTo>
                      <a:pt x="68" y="30"/>
                      <a:pt x="67" y="31"/>
                      <a:pt x="66" y="32"/>
                    </a:cubicBezTo>
                    <a:cubicBezTo>
                      <a:pt x="65" y="33"/>
                      <a:pt x="64" y="35"/>
                      <a:pt x="63" y="36"/>
                    </a:cubicBezTo>
                    <a:cubicBezTo>
                      <a:pt x="62" y="38"/>
                      <a:pt x="61" y="40"/>
                      <a:pt x="60" y="42"/>
                    </a:cubicBezTo>
                    <a:cubicBezTo>
                      <a:pt x="58" y="43"/>
                      <a:pt x="58" y="46"/>
                      <a:pt x="57" y="47"/>
                    </a:cubicBezTo>
                    <a:cubicBezTo>
                      <a:pt x="56" y="50"/>
                      <a:pt x="55" y="53"/>
                      <a:pt x="54" y="56"/>
                    </a:cubicBezTo>
                    <a:cubicBezTo>
                      <a:pt x="54" y="60"/>
                      <a:pt x="53" y="63"/>
                      <a:pt x="53" y="67"/>
                    </a:cubicBezTo>
                    <a:cubicBezTo>
                      <a:pt x="53" y="73"/>
                      <a:pt x="53" y="80"/>
                      <a:pt x="53" y="87"/>
                    </a:cubicBezTo>
                    <a:cubicBezTo>
                      <a:pt x="54" y="100"/>
                      <a:pt x="55" y="113"/>
                      <a:pt x="57" y="126"/>
                    </a:cubicBezTo>
                    <a:cubicBezTo>
                      <a:pt x="60" y="140"/>
                      <a:pt x="62" y="153"/>
                      <a:pt x="64" y="166"/>
                    </a:cubicBezTo>
                    <a:cubicBezTo>
                      <a:pt x="67" y="179"/>
                      <a:pt x="69" y="191"/>
                      <a:pt x="72" y="204"/>
                    </a:cubicBezTo>
                    <a:cubicBezTo>
                      <a:pt x="75" y="216"/>
                      <a:pt x="79" y="228"/>
                      <a:pt x="81" y="240"/>
                    </a:cubicBezTo>
                    <a:cubicBezTo>
                      <a:pt x="87" y="265"/>
                      <a:pt x="93" y="290"/>
                      <a:pt x="95" y="316"/>
                    </a:cubicBezTo>
                    <a:cubicBezTo>
                      <a:pt x="96" y="329"/>
                      <a:pt x="97" y="341"/>
                      <a:pt x="97" y="353"/>
                    </a:cubicBezTo>
                    <a:cubicBezTo>
                      <a:pt x="97" y="359"/>
                      <a:pt x="96" y="366"/>
                      <a:pt x="96" y="371"/>
                    </a:cubicBezTo>
                    <a:cubicBezTo>
                      <a:pt x="96" y="377"/>
                      <a:pt x="95" y="384"/>
                      <a:pt x="94" y="390"/>
                    </a:cubicBezTo>
                    <a:cubicBezTo>
                      <a:pt x="92" y="398"/>
                      <a:pt x="90" y="405"/>
                      <a:pt x="86" y="411"/>
                    </a:cubicBezTo>
                    <a:cubicBezTo>
                      <a:pt x="81" y="423"/>
                      <a:pt x="68" y="430"/>
                      <a:pt x="55" y="433"/>
                    </a:cubicBezTo>
                    <a:cubicBezTo>
                      <a:pt x="52" y="434"/>
                      <a:pt x="49" y="434"/>
                      <a:pt x="46" y="434"/>
                    </a:cubicBezTo>
                    <a:cubicBezTo>
                      <a:pt x="35" y="434"/>
                      <a:pt x="24" y="430"/>
                      <a:pt x="16" y="4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5" name="Google Shape;615;p7"/>
              <p:cNvSpPr/>
              <p:nvPr/>
            </p:nvSpPr>
            <p:spPr>
              <a:xfrm>
                <a:off x="344520" y="441720"/>
                <a:ext cx="40320" cy="15084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419" extrusionOk="0">
                    <a:moveTo>
                      <a:pt x="41" y="418"/>
                    </a:moveTo>
                    <a:cubicBezTo>
                      <a:pt x="34" y="417"/>
                      <a:pt x="27" y="413"/>
                      <a:pt x="22" y="408"/>
                    </a:cubicBezTo>
                    <a:cubicBezTo>
                      <a:pt x="15" y="402"/>
                      <a:pt x="11" y="395"/>
                      <a:pt x="7" y="388"/>
                    </a:cubicBezTo>
                    <a:cubicBezTo>
                      <a:pt x="5" y="383"/>
                      <a:pt x="3" y="379"/>
                      <a:pt x="1" y="374"/>
                    </a:cubicBezTo>
                    <a:cubicBezTo>
                      <a:pt x="0" y="369"/>
                      <a:pt x="0" y="364"/>
                      <a:pt x="1" y="359"/>
                    </a:cubicBezTo>
                    <a:cubicBezTo>
                      <a:pt x="3" y="352"/>
                      <a:pt x="8" y="348"/>
                      <a:pt x="15" y="348"/>
                    </a:cubicBezTo>
                    <a:cubicBezTo>
                      <a:pt x="22" y="349"/>
                      <a:pt x="27" y="356"/>
                      <a:pt x="26" y="362"/>
                    </a:cubicBezTo>
                    <a:cubicBezTo>
                      <a:pt x="25" y="363"/>
                      <a:pt x="25" y="364"/>
                      <a:pt x="25" y="366"/>
                    </a:cubicBezTo>
                    <a:lnTo>
                      <a:pt x="25" y="367"/>
                    </a:lnTo>
                    <a:lnTo>
                      <a:pt x="25" y="366"/>
                    </a:lnTo>
                    <a:cubicBezTo>
                      <a:pt x="25" y="367"/>
                      <a:pt x="25" y="369"/>
                      <a:pt x="26" y="370"/>
                    </a:cubicBezTo>
                    <a:cubicBezTo>
                      <a:pt x="26" y="369"/>
                      <a:pt x="25" y="369"/>
                      <a:pt x="25" y="368"/>
                    </a:cubicBezTo>
                    <a:cubicBezTo>
                      <a:pt x="26" y="369"/>
                      <a:pt x="26" y="371"/>
                      <a:pt x="26" y="372"/>
                    </a:cubicBezTo>
                    <a:cubicBezTo>
                      <a:pt x="26" y="371"/>
                      <a:pt x="26" y="371"/>
                      <a:pt x="26" y="370"/>
                    </a:cubicBezTo>
                    <a:cubicBezTo>
                      <a:pt x="27" y="373"/>
                      <a:pt x="28" y="374"/>
                      <a:pt x="28" y="376"/>
                    </a:cubicBezTo>
                    <a:cubicBezTo>
                      <a:pt x="29" y="378"/>
                      <a:pt x="31" y="380"/>
                      <a:pt x="32" y="383"/>
                    </a:cubicBezTo>
                    <a:cubicBezTo>
                      <a:pt x="33" y="384"/>
                      <a:pt x="35" y="386"/>
                      <a:pt x="36" y="388"/>
                    </a:cubicBezTo>
                    <a:cubicBezTo>
                      <a:pt x="36" y="388"/>
                      <a:pt x="37" y="389"/>
                      <a:pt x="38" y="390"/>
                    </a:cubicBezTo>
                    <a:cubicBezTo>
                      <a:pt x="38" y="390"/>
                      <a:pt x="39" y="391"/>
                      <a:pt x="40" y="392"/>
                    </a:cubicBezTo>
                    <a:cubicBezTo>
                      <a:pt x="41" y="392"/>
                      <a:pt x="41" y="392"/>
                      <a:pt x="42" y="392"/>
                    </a:cubicBezTo>
                    <a:cubicBezTo>
                      <a:pt x="42" y="393"/>
                      <a:pt x="43" y="393"/>
                      <a:pt x="44" y="394"/>
                    </a:cubicBezTo>
                    <a:lnTo>
                      <a:pt x="45" y="394"/>
                    </a:lnTo>
                    <a:lnTo>
                      <a:pt x="46" y="394"/>
                    </a:lnTo>
                    <a:cubicBezTo>
                      <a:pt x="47" y="394"/>
                      <a:pt x="47" y="394"/>
                      <a:pt x="47" y="394"/>
                    </a:cubicBezTo>
                    <a:cubicBezTo>
                      <a:pt x="48" y="394"/>
                      <a:pt x="48" y="394"/>
                      <a:pt x="49" y="394"/>
                    </a:cubicBezTo>
                    <a:cubicBezTo>
                      <a:pt x="50" y="394"/>
                      <a:pt x="50" y="393"/>
                      <a:pt x="51" y="393"/>
                    </a:cubicBezTo>
                    <a:cubicBezTo>
                      <a:pt x="52" y="393"/>
                      <a:pt x="52" y="392"/>
                      <a:pt x="52" y="392"/>
                    </a:cubicBezTo>
                    <a:lnTo>
                      <a:pt x="53" y="392"/>
                    </a:lnTo>
                    <a:cubicBezTo>
                      <a:pt x="54" y="391"/>
                      <a:pt x="54" y="390"/>
                      <a:pt x="55" y="390"/>
                    </a:cubicBezTo>
                    <a:cubicBezTo>
                      <a:pt x="56" y="389"/>
                      <a:pt x="56" y="388"/>
                      <a:pt x="57" y="388"/>
                    </a:cubicBezTo>
                    <a:cubicBezTo>
                      <a:pt x="57" y="387"/>
                      <a:pt x="59" y="385"/>
                      <a:pt x="59" y="384"/>
                    </a:cubicBezTo>
                    <a:cubicBezTo>
                      <a:pt x="60" y="382"/>
                      <a:pt x="61" y="380"/>
                      <a:pt x="62" y="378"/>
                    </a:cubicBezTo>
                    <a:cubicBezTo>
                      <a:pt x="63" y="373"/>
                      <a:pt x="65" y="369"/>
                      <a:pt x="66" y="363"/>
                    </a:cubicBezTo>
                    <a:cubicBezTo>
                      <a:pt x="67" y="360"/>
                      <a:pt x="68" y="356"/>
                      <a:pt x="68" y="352"/>
                    </a:cubicBezTo>
                    <a:cubicBezTo>
                      <a:pt x="68" y="347"/>
                      <a:pt x="69" y="342"/>
                      <a:pt x="70" y="338"/>
                    </a:cubicBezTo>
                    <a:cubicBezTo>
                      <a:pt x="70" y="334"/>
                      <a:pt x="70" y="330"/>
                      <a:pt x="71" y="325"/>
                    </a:cubicBezTo>
                    <a:cubicBezTo>
                      <a:pt x="71" y="322"/>
                      <a:pt x="71" y="318"/>
                      <a:pt x="71" y="314"/>
                    </a:cubicBezTo>
                    <a:cubicBezTo>
                      <a:pt x="71" y="306"/>
                      <a:pt x="70" y="298"/>
                      <a:pt x="70" y="289"/>
                    </a:cubicBezTo>
                    <a:cubicBezTo>
                      <a:pt x="70" y="290"/>
                      <a:pt x="70" y="290"/>
                      <a:pt x="70" y="290"/>
                    </a:cubicBezTo>
                    <a:cubicBezTo>
                      <a:pt x="69" y="281"/>
                      <a:pt x="68" y="271"/>
                      <a:pt x="67" y="262"/>
                    </a:cubicBezTo>
                    <a:cubicBezTo>
                      <a:pt x="65" y="253"/>
                      <a:pt x="64" y="244"/>
                      <a:pt x="62" y="235"/>
                    </a:cubicBezTo>
                    <a:cubicBezTo>
                      <a:pt x="60" y="222"/>
                      <a:pt x="57" y="208"/>
                      <a:pt x="53" y="196"/>
                    </a:cubicBezTo>
                    <a:cubicBezTo>
                      <a:pt x="50" y="183"/>
                      <a:pt x="47" y="170"/>
                      <a:pt x="44" y="158"/>
                    </a:cubicBezTo>
                    <a:cubicBezTo>
                      <a:pt x="40" y="145"/>
                      <a:pt x="38" y="133"/>
                      <a:pt x="35" y="120"/>
                    </a:cubicBezTo>
                    <a:cubicBezTo>
                      <a:pt x="33" y="106"/>
                      <a:pt x="31" y="92"/>
                      <a:pt x="31" y="78"/>
                    </a:cubicBezTo>
                    <a:cubicBezTo>
                      <a:pt x="31" y="70"/>
                      <a:pt x="32" y="62"/>
                      <a:pt x="34" y="54"/>
                    </a:cubicBezTo>
                    <a:cubicBezTo>
                      <a:pt x="36" y="46"/>
                      <a:pt x="40" y="38"/>
                      <a:pt x="44" y="30"/>
                    </a:cubicBezTo>
                    <a:cubicBezTo>
                      <a:pt x="50" y="21"/>
                      <a:pt x="57" y="13"/>
                      <a:pt x="67" y="7"/>
                    </a:cubicBezTo>
                    <a:cubicBezTo>
                      <a:pt x="76" y="1"/>
                      <a:pt x="90" y="0"/>
                      <a:pt x="99" y="8"/>
                    </a:cubicBezTo>
                    <a:cubicBezTo>
                      <a:pt x="100" y="9"/>
                      <a:pt x="102" y="11"/>
                      <a:pt x="103" y="13"/>
                    </a:cubicBezTo>
                    <a:cubicBezTo>
                      <a:pt x="105" y="14"/>
                      <a:pt x="105" y="16"/>
                      <a:pt x="106" y="17"/>
                    </a:cubicBezTo>
                    <a:cubicBezTo>
                      <a:pt x="107" y="17"/>
                      <a:pt x="107" y="18"/>
                      <a:pt x="108" y="19"/>
                    </a:cubicBezTo>
                    <a:cubicBezTo>
                      <a:pt x="110" y="22"/>
                      <a:pt x="111" y="26"/>
                      <a:pt x="110" y="30"/>
                    </a:cubicBezTo>
                    <a:lnTo>
                      <a:pt x="110" y="31"/>
                    </a:lnTo>
                    <a:cubicBezTo>
                      <a:pt x="110" y="34"/>
                      <a:pt x="110" y="36"/>
                      <a:pt x="110" y="38"/>
                    </a:cubicBezTo>
                    <a:cubicBezTo>
                      <a:pt x="109" y="47"/>
                      <a:pt x="107" y="59"/>
                      <a:pt x="96" y="60"/>
                    </a:cubicBezTo>
                    <a:cubicBezTo>
                      <a:pt x="89" y="61"/>
                      <a:pt x="82" y="56"/>
                      <a:pt x="82" y="48"/>
                    </a:cubicBezTo>
                    <a:cubicBezTo>
                      <a:pt x="82" y="43"/>
                      <a:pt x="84" y="39"/>
                      <a:pt x="84" y="35"/>
                    </a:cubicBezTo>
                    <a:cubicBezTo>
                      <a:pt x="85" y="34"/>
                      <a:pt x="85" y="32"/>
                      <a:pt x="85" y="31"/>
                    </a:cubicBezTo>
                    <a:cubicBezTo>
                      <a:pt x="85" y="30"/>
                      <a:pt x="85" y="29"/>
                      <a:pt x="85" y="29"/>
                    </a:cubicBezTo>
                    <a:cubicBezTo>
                      <a:pt x="85" y="29"/>
                      <a:pt x="85" y="28"/>
                      <a:pt x="84" y="28"/>
                    </a:cubicBezTo>
                    <a:lnTo>
                      <a:pt x="84" y="27"/>
                    </a:lnTo>
                    <a:lnTo>
                      <a:pt x="83" y="27"/>
                    </a:lnTo>
                    <a:cubicBezTo>
                      <a:pt x="82" y="27"/>
                      <a:pt x="82" y="27"/>
                      <a:pt x="82" y="27"/>
                    </a:cubicBezTo>
                    <a:lnTo>
                      <a:pt x="81" y="27"/>
                    </a:lnTo>
                    <a:lnTo>
                      <a:pt x="82" y="27"/>
                    </a:lnTo>
                    <a:cubicBezTo>
                      <a:pt x="81" y="27"/>
                      <a:pt x="81" y="27"/>
                      <a:pt x="80" y="27"/>
                    </a:cubicBezTo>
                    <a:lnTo>
                      <a:pt x="81" y="27"/>
                    </a:lnTo>
                    <a:cubicBezTo>
                      <a:pt x="80" y="27"/>
                      <a:pt x="79" y="27"/>
                      <a:pt x="79" y="28"/>
                    </a:cubicBezTo>
                    <a:cubicBezTo>
                      <a:pt x="78" y="28"/>
                      <a:pt x="78" y="28"/>
                      <a:pt x="77" y="29"/>
                    </a:cubicBezTo>
                    <a:cubicBezTo>
                      <a:pt x="77" y="29"/>
                      <a:pt x="75" y="30"/>
                      <a:pt x="75" y="31"/>
                    </a:cubicBezTo>
                    <a:cubicBezTo>
                      <a:pt x="75" y="30"/>
                      <a:pt x="75" y="30"/>
                      <a:pt x="76" y="29"/>
                    </a:cubicBezTo>
                    <a:cubicBezTo>
                      <a:pt x="74" y="31"/>
                      <a:pt x="72" y="32"/>
                      <a:pt x="71" y="34"/>
                    </a:cubicBezTo>
                    <a:cubicBezTo>
                      <a:pt x="70" y="36"/>
                      <a:pt x="68" y="37"/>
                      <a:pt x="67" y="39"/>
                    </a:cubicBezTo>
                    <a:cubicBezTo>
                      <a:pt x="65" y="42"/>
                      <a:pt x="64" y="45"/>
                      <a:pt x="62" y="48"/>
                    </a:cubicBezTo>
                    <a:cubicBezTo>
                      <a:pt x="61" y="50"/>
                      <a:pt x="60" y="52"/>
                      <a:pt x="59" y="55"/>
                    </a:cubicBezTo>
                    <a:cubicBezTo>
                      <a:pt x="58" y="57"/>
                      <a:pt x="57" y="59"/>
                      <a:pt x="57" y="62"/>
                    </a:cubicBezTo>
                    <a:cubicBezTo>
                      <a:pt x="56" y="66"/>
                      <a:pt x="56" y="69"/>
                      <a:pt x="55" y="73"/>
                    </a:cubicBezTo>
                    <a:cubicBezTo>
                      <a:pt x="55" y="78"/>
                      <a:pt x="55" y="83"/>
                      <a:pt x="55" y="88"/>
                    </a:cubicBezTo>
                    <a:cubicBezTo>
                      <a:pt x="56" y="96"/>
                      <a:pt x="57" y="104"/>
                      <a:pt x="58" y="113"/>
                    </a:cubicBezTo>
                    <a:cubicBezTo>
                      <a:pt x="58" y="112"/>
                      <a:pt x="58" y="112"/>
                      <a:pt x="58" y="111"/>
                    </a:cubicBezTo>
                    <a:cubicBezTo>
                      <a:pt x="60" y="123"/>
                      <a:pt x="63" y="136"/>
                      <a:pt x="65" y="148"/>
                    </a:cubicBezTo>
                    <a:cubicBezTo>
                      <a:pt x="69" y="162"/>
                      <a:pt x="72" y="175"/>
                      <a:pt x="75" y="188"/>
                    </a:cubicBezTo>
                    <a:cubicBezTo>
                      <a:pt x="82" y="214"/>
                      <a:pt x="86" y="239"/>
                      <a:pt x="90" y="265"/>
                    </a:cubicBezTo>
                    <a:cubicBezTo>
                      <a:pt x="92" y="278"/>
                      <a:pt x="93" y="291"/>
                      <a:pt x="93" y="304"/>
                    </a:cubicBezTo>
                    <a:cubicBezTo>
                      <a:pt x="94" y="311"/>
                      <a:pt x="93" y="317"/>
                      <a:pt x="93" y="323"/>
                    </a:cubicBezTo>
                    <a:cubicBezTo>
                      <a:pt x="93" y="326"/>
                      <a:pt x="93" y="330"/>
                      <a:pt x="93" y="332"/>
                    </a:cubicBezTo>
                    <a:cubicBezTo>
                      <a:pt x="93" y="335"/>
                      <a:pt x="93" y="338"/>
                      <a:pt x="92" y="342"/>
                    </a:cubicBezTo>
                    <a:cubicBezTo>
                      <a:pt x="91" y="361"/>
                      <a:pt x="88" y="382"/>
                      <a:pt x="78" y="399"/>
                    </a:cubicBezTo>
                    <a:cubicBezTo>
                      <a:pt x="74" y="405"/>
                      <a:pt x="69" y="410"/>
                      <a:pt x="63" y="414"/>
                    </a:cubicBezTo>
                    <a:cubicBezTo>
                      <a:pt x="59" y="417"/>
                      <a:pt x="53" y="418"/>
                      <a:pt x="47" y="418"/>
                    </a:cubicBezTo>
                    <a:cubicBezTo>
                      <a:pt x="45" y="418"/>
                      <a:pt x="43" y="418"/>
                      <a:pt x="41" y="41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6" name="Google Shape;616;p7"/>
              <p:cNvSpPr/>
              <p:nvPr/>
            </p:nvSpPr>
            <p:spPr>
              <a:xfrm>
                <a:off x="402840" y="441720"/>
                <a:ext cx="39600" cy="145440"/>
              </a:xfrm>
              <a:custGeom>
                <a:avLst/>
                <a:gdLst/>
                <a:ahLst/>
                <a:cxnLst/>
                <a:rect l="l" t="t" r="r" b="b"/>
                <a:pathLst>
                  <a:path w="110" h="404" extrusionOk="0">
                    <a:moveTo>
                      <a:pt x="25" y="402"/>
                    </a:moveTo>
                    <a:cubicBezTo>
                      <a:pt x="18" y="400"/>
                      <a:pt x="14" y="395"/>
                      <a:pt x="10" y="389"/>
                    </a:cubicBezTo>
                    <a:cubicBezTo>
                      <a:pt x="5" y="382"/>
                      <a:pt x="4" y="373"/>
                      <a:pt x="3" y="366"/>
                    </a:cubicBezTo>
                    <a:cubicBezTo>
                      <a:pt x="1" y="360"/>
                      <a:pt x="1" y="354"/>
                      <a:pt x="1" y="349"/>
                    </a:cubicBezTo>
                    <a:cubicBezTo>
                      <a:pt x="0" y="339"/>
                      <a:pt x="0" y="328"/>
                      <a:pt x="2" y="319"/>
                    </a:cubicBezTo>
                    <a:cubicBezTo>
                      <a:pt x="4" y="313"/>
                      <a:pt x="11" y="309"/>
                      <a:pt x="17" y="310"/>
                    </a:cubicBezTo>
                    <a:cubicBezTo>
                      <a:pt x="24" y="313"/>
                      <a:pt x="27" y="319"/>
                      <a:pt x="26" y="326"/>
                    </a:cubicBezTo>
                    <a:cubicBezTo>
                      <a:pt x="25" y="327"/>
                      <a:pt x="25" y="327"/>
                      <a:pt x="25" y="328"/>
                    </a:cubicBezTo>
                    <a:cubicBezTo>
                      <a:pt x="25" y="329"/>
                      <a:pt x="25" y="331"/>
                      <a:pt x="25" y="332"/>
                    </a:cubicBezTo>
                    <a:cubicBezTo>
                      <a:pt x="24" y="336"/>
                      <a:pt x="24" y="342"/>
                      <a:pt x="25" y="346"/>
                    </a:cubicBezTo>
                    <a:cubicBezTo>
                      <a:pt x="25" y="352"/>
                      <a:pt x="25" y="357"/>
                      <a:pt x="26" y="362"/>
                    </a:cubicBezTo>
                    <a:cubicBezTo>
                      <a:pt x="26" y="365"/>
                      <a:pt x="27" y="367"/>
                      <a:pt x="28" y="370"/>
                    </a:cubicBezTo>
                    <a:cubicBezTo>
                      <a:pt x="29" y="371"/>
                      <a:pt x="29" y="373"/>
                      <a:pt x="30" y="375"/>
                    </a:cubicBezTo>
                    <a:cubicBezTo>
                      <a:pt x="30" y="376"/>
                      <a:pt x="31" y="376"/>
                      <a:pt x="31" y="377"/>
                    </a:cubicBezTo>
                    <a:cubicBezTo>
                      <a:pt x="31" y="377"/>
                      <a:pt x="32" y="377"/>
                      <a:pt x="32" y="378"/>
                    </a:cubicBezTo>
                    <a:lnTo>
                      <a:pt x="32" y="377"/>
                    </a:lnTo>
                    <a:cubicBezTo>
                      <a:pt x="33" y="377"/>
                      <a:pt x="33" y="376"/>
                      <a:pt x="33" y="376"/>
                    </a:cubicBezTo>
                    <a:cubicBezTo>
                      <a:pt x="34" y="374"/>
                      <a:pt x="35" y="373"/>
                      <a:pt x="35" y="371"/>
                    </a:cubicBezTo>
                    <a:cubicBezTo>
                      <a:pt x="37" y="367"/>
                      <a:pt x="38" y="364"/>
                      <a:pt x="39" y="360"/>
                    </a:cubicBezTo>
                    <a:cubicBezTo>
                      <a:pt x="40" y="353"/>
                      <a:pt x="41" y="347"/>
                      <a:pt x="42" y="341"/>
                    </a:cubicBezTo>
                    <a:cubicBezTo>
                      <a:pt x="43" y="334"/>
                      <a:pt x="43" y="328"/>
                      <a:pt x="44" y="321"/>
                    </a:cubicBezTo>
                    <a:cubicBezTo>
                      <a:pt x="44" y="312"/>
                      <a:pt x="45" y="303"/>
                      <a:pt x="45" y="295"/>
                    </a:cubicBezTo>
                    <a:cubicBezTo>
                      <a:pt x="45" y="285"/>
                      <a:pt x="44" y="276"/>
                      <a:pt x="44" y="267"/>
                    </a:cubicBezTo>
                    <a:cubicBezTo>
                      <a:pt x="44" y="268"/>
                      <a:pt x="44" y="268"/>
                      <a:pt x="44" y="268"/>
                    </a:cubicBezTo>
                    <a:cubicBezTo>
                      <a:pt x="43" y="255"/>
                      <a:pt x="42" y="242"/>
                      <a:pt x="40" y="228"/>
                    </a:cubicBezTo>
                    <a:cubicBezTo>
                      <a:pt x="39" y="215"/>
                      <a:pt x="38" y="202"/>
                      <a:pt x="36" y="189"/>
                    </a:cubicBezTo>
                    <a:cubicBezTo>
                      <a:pt x="35" y="177"/>
                      <a:pt x="33" y="165"/>
                      <a:pt x="31" y="153"/>
                    </a:cubicBezTo>
                    <a:cubicBezTo>
                      <a:pt x="29" y="141"/>
                      <a:pt x="27" y="128"/>
                      <a:pt x="25" y="115"/>
                    </a:cubicBezTo>
                    <a:cubicBezTo>
                      <a:pt x="25" y="110"/>
                      <a:pt x="24" y="105"/>
                      <a:pt x="23" y="99"/>
                    </a:cubicBezTo>
                    <a:cubicBezTo>
                      <a:pt x="22" y="91"/>
                      <a:pt x="21" y="83"/>
                      <a:pt x="22" y="74"/>
                    </a:cubicBezTo>
                    <a:cubicBezTo>
                      <a:pt x="22" y="53"/>
                      <a:pt x="28" y="32"/>
                      <a:pt x="42" y="17"/>
                    </a:cubicBezTo>
                    <a:cubicBezTo>
                      <a:pt x="49" y="10"/>
                      <a:pt x="57" y="3"/>
                      <a:pt x="67" y="2"/>
                    </a:cubicBezTo>
                    <a:cubicBezTo>
                      <a:pt x="77" y="0"/>
                      <a:pt x="86" y="3"/>
                      <a:pt x="92" y="10"/>
                    </a:cubicBezTo>
                    <a:cubicBezTo>
                      <a:pt x="95" y="13"/>
                      <a:pt x="97" y="16"/>
                      <a:pt x="99" y="18"/>
                    </a:cubicBezTo>
                    <a:cubicBezTo>
                      <a:pt x="105" y="21"/>
                      <a:pt x="109" y="28"/>
                      <a:pt x="107" y="34"/>
                    </a:cubicBezTo>
                    <a:cubicBezTo>
                      <a:pt x="106" y="37"/>
                      <a:pt x="105" y="40"/>
                      <a:pt x="104" y="43"/>
                    </a:cubicBezTo>
                    <a:cubicBezTo>
                      <a:pt x="104" y="50"/>
                      <a:pt x="102" y="58"/>
                      <a:pt x="99" y="65"/>
                    </a:cubicBezTo>
                    <a:cubicBezTo>
                      <a:pt x="97" y="69"/>
                      <a:pt x="93" y="72"/>
                      <a:pt x="89" y="73"/>
                    </a:cubicBezTo>
                    <a:cubicBezTo>
                      <a:pt x="84" y="73"/>
                      <a:pt x="79" y="70"/>
                      <a:pt x="77" y="66"/>
                    </a:cubicBezTo>
                    <a:cubicBezTo>
                      <a:pt x="74" y="62"/>
                      <a:pt x="75" y="56"/>
                      <a:pt x="77" y="51"/>
                    </a:cubicBezTo>
                    <a:cubicBezTo>
                      <a:pt x="77" y="49"/>
                      <a:pt x="78" y="46"/>
                      <a:pt x="78" y="43"/>
                    </a:cubicBezTo>
                    <a:cubicBezTo>
                      <a:pt x="79" y="42"/>
                      <a:pt x="79" y="41"/>
                      <a:pt x="79" y="39"/>
                    </a:cubicBezTo>
                    <a:cubicBezTo>
                      <a:pt x="79" y="38"/>
                      <a:pt x="79" y="37"/>
                      <a:pt x="79" y="36"/>
                    </a:cubicBezTo>
                    <a:cubicBezTo>
                      <a:pt x="79" y="35"/>
                      <a:pt x="79" y="34"/>
                      <a:pt x="78" y="32"/>
                    </a:cubicBezTo>
                    <a:cubicBezTo>
                      <a:pt x="78" y="32"/>
                      <a:pt x="78" y="31"/>
                      <a:pt x="77" y="30"/>
                    </a:cubicBezTo>
                    <a:cubicBezTo>
                      <a:pt x="77" y="29"/>
                      <a:pt x="77" y="29"/>
                      <a:pt x="77" y="29"/>
                    </a:cubicBezTo>
                    <a:cubicBezTo>
                      <a:pt x="77" y="30"/>
                      <a:pt x="78" y="30"/>
                      <a:pt x="78" y="30"/>
                    </a:cubicBezTo>
                    <a:cubicBezTo>
                      <a:pt x="77" y="30"/>
                      <a:pt x="77" y="29"/>
                      <a:pt x="77" y="29"/>
                    </a:cubicBezTo>
                    <a:cubicBezTo>
                      <a:pt x="77" y="29"/>
                      <a:pt x="77" y="28"/>
                      <a:pt x="76" y="28"/>
                    </a:cubicBezTo>
                    <a:lnTo>
                      <a:pt x="75" y="27"/>
                    </a:lnTo>
                    <a:cubicBezTo>
                      <a:pt x="74" y="27"/>
                      <a:pt x="74" y="27"/>
                      <a:pt x="74" y="26"/>
                    </a:cubicBezTo>
                    <a:lnTo>
                      <a:pt x="73" y="26"/>
                    </a:lnTo>
                    <a:cubicBezTo>
                      <a:pt x="72" y="26"/>
                      <a:pt x="72" y="26"/>
                      <a:pt x="72" y="26"/>
                    </a:cubicBezTo>
                    <a:lnTo>
                      <a:pt x="71" y="26"/>
                    </a:lnTo>
                    <a:cubicBezTo>
                      <a:pt x="70" y="26"/>
                      <a:pt x="70" y="26"/>
                      <a:pt x="70" y="26"/>
                    </a:cubicBezTo>
                    <a:cubicBezTo>
                      <a:pt x="69" y="27"/>
                      <a:pt x="68" y="27"/>
                      <a:pt x="68" y="27"/>
                    </a:cubicBezTo>
                    <a:cubicBezTo>
                      <a:pt x="67" y="27"/>
                      <a:pt x="67" y="27"/>
                      <a:pt x="67" y="28"/>
                    </a:cubicBezTo>
                    <a:cubicBezTo>
                      <a:pt x="65" y="28"/>
                      <a:pt x="64" y="29"/>
                      <a:pt x="63" y="30"/>
                    </a:cubicBezTo>
                    <a:cubicBezTo>
                      <a:pt x="61" y="31"/>
                      <a:pt x="60" y="32"/>
                      <a:pt x="59" y="34"/>
                    </a:cubicBezTo>
                    <a:cubicBezTo>
                      <a:pt x="58" y="35"/>
                      <a:pt x="57" y="36"/>
                      <a:pt x="56" y="38"/>
                    </a:cubicBezTo>
                    <a:cubicBezTo>
                      <a:pt x="54" y="40"/>
                      <a:pt x="53" y="42"/>
                      <a:pt x="52" y="44"/>
                    </a:cubicBezTo>
                    <a:cubicBezTo>
                      <a:pt x="51" y="46"/>
                      <a:pt x="50" y="49"/>
                      <a:pt x="49" y="52"/>
                    </a:cubicBezTo>
                    <a:cubicBezTo>
                      <a:pt x="48" y="54"/>
                      <a:pt x="47" y="56"/>
                      <a:pt x="47" y="58"/>
                    </a:cubicBezTo>
                    <a:cubicBezTo>
                      <a:pt x="46" y="62"/>
                      <a:pt x="46" y="66"/>
                      <a:pt x="45" y="69"/>
                    </a:cubicBezTo>
                    <a:cubicBezTo>
                      <a:pt x="45" y="74"/>
                      <a:pt x="45" y="80"/>
                      <a:pt x="45" y="84"/>
                    </a:cubicBezTo>
                    <a:cubicBezTo>
                      <a:pt x="46" y="100"/>
                      <a:pt x="49" y="116"/>
                      <a:pt x="51" y="131"/>
                    </a:cubicBezTo>
                    <a:cubicBezTo>
                      <a:pt x="53" y="143"/>
                      <a:pt x="55" y="155"/>
                      <a:pt x="56" y="167"/>
                    </a:cubicBezTo>
                    <a:cubicBezTo>
                      <a:pt x="60" y="193"/>
                      <a:pt x="63" y="219"/>
                      <a:pt x="65" y="246"/>
                    </a:cubicBezTo>
                    <a:cubicBezTo>
                      <a:pt x="66" y="259"/>
                      <a:pt x="67" y="273"/>
                      <a:pt x="67" y="286"/>
                    </a:cubicBezTo>
                    <a:cubicBezTo>
                      <a:pt x="67" y="293"/>
                      <a:pt x="67" y="299"/>
                      <a:pt x="67" y="305"/>
                    </a:cubicBezTo>
                    <a:cubicBezTo>
                      <a:pt x="67" y="308"/>
                      <a:pt x="67" y="311"/>
                      <a:pt x="67" y="314"/>
                    </a:cubicBezTo>
                    <a:cubicBezTo>
                      <a:pt x="67" y="317"/>
                      <a:pt x="67" y="320"/>
                      <a:pt x="67" y="324"/>
                    </a:cubicBezTo>
                    <a:cubicBezTo>
                      <a:pt x="66" y="330"/>
                      <a:pt x="65" y="336"/>
                      <a:pt x="65" y="343"/>
                    </a:cubicBezTo>
                    <a:cubicBezTo>
                      <a:pt x="64" y="350"/>
                      <a:pt x="63" y="356"/>
                      <a:pt x="61" y="363"/>
                    </a:cubicBezTo>
                    <a:cubicBezTo>
                      <a:pt x="60" y="377"/>
                      <a:pt x="56" y="391"/>
                      <a:pt x="45" y="399"/>
                    </a:cubicBezTo>
                    <a:cubicBezTo>
                      <a:pt x="42" y="401"/>
                      <a:pt x="38" y="403"/>
                      <a:pt x="35" y="403"/>
                    </a:cubicBezTo>
                    <a:cubicBezTo>
                      <a:pt x="34" y="403"/>
                      <a:pt x="33" y="403"/>
                      <a:pt x="32" y="403"/>
                    </a:cubicBezTo>
                    <a:cubicBezTo>
                      <a:pt x="30" y="403"/>
                      <a:pt x="28" y="403"/>
                      <a:pt x="25" y="40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7" name="Google Shape;617;p7"/>
              <p:cNvSpPr/>
              <p:nvPr/>
            </p:nvSpPr>
            <p:spPr>
              <a:xfrm>
                <a:off x="344520" y="595800"/>
                <a:ext cx="54720" cy="4932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137" extrusionOk="0">
                    <a:moveTo>
                      <a:pt x="60" y="128"/>
                    </a:moveTo>
                    <a:cubicBezTo>
                      <a:pt x="57" y="126"/>
                      <a:pt x="56" y="123"/>
                      <a:pt x="54" y="120"/>
                    </a:cubicBezTo>
                    <a:cubicBezTo>
                      <a:pt x="53" y="119"/>
                      <a:pt x="52" y="117"/>
                      <a:pt x="51" y="115"/>
                    </a:cubicBezTo>
                    <a:cubicBezTo>
                      <a:pt x="45" y="107"/>
                      <a:pt x="38" y="98"/>
                      <a:pt x="31" y="90"/>
                    </a:cubicBezTo>
                    <a:cubicBezTo>
                      <a:pt x="27" y="85"/>
                      <a:pt x="22" y="80"/>
                      <a:pt x="18" y="75"/>
                    </a:cubicBezTo>
                    <a:cubicBezTo>
                      <a:pt x="14" y="70"/>
                      <a:pt x="9" y="65"/>
                      <a:pt x="4" y="60"/>
                    </a:cubicBezTo>
                    <a:cubicBezTo>
                      <a:pt x="0" y="55"/>
                      <a:pt x="2" y="46"/>
                      <a:pt x="7" y="43"/>
                    </a:cubicBezTo>
                    <a:cubicBezTo>
                      <a:pt x="13" y="38"/>
                      <a:pt x="21" y="40"/>
                      <a:pt x="25" y="45"/>
                    </a:cubicBezTo>
                    <a:cubicBezTo>
                      <a:pt x="27" y="47"/>
                      <a:pt x="28" y="49"/>
                      <a:pt x="31" y="52"/>
                    </a:cubicBezTo>
                    <a:cubicBezTo>
                      <a:pt x="32" y="54"/>
                      <a:pt x="34" y="56"/>
                      <a:pt x="36" y="59"/>
                    </a:cubicBezTo>
                    <a:lnTo>
                      <a:pt x="36" y="58"/>
                    </a:lnTo>
                    <a:cubicBezTo>
                      <a:pt x="43" y="66"/>
                      <a:pt x="49" y="75"/>
                      <a:pt x="56" y="83"/>
                    </a:cubicBezTo>
                    <a:cubicBezTo>
                      <a:pt x="63" y="91"/>
                      <a:pt x="69" y="100"/>
                      <a:pt x="75" y="108"/>
                    </a:cubicBezTo>
                    <a:lnTo>
                      <a:pt x="76" y="108"/>
                    </a:lnTo>
                    <a:cubicBezTo>
                      <a:pt x="78" y="105"/>
                      <a:pt x="80" y="101"/>
                      <a:pt x="82" y="98"/>
                    </a:cubicBezTo>
                    <a:cubicBezTo>
                      <a:pt x="81" y="98"/>
                      <a:pt x="81" y="98"/>
                      <a:pt x="81" y="98"/>
                    </a:cubicBezTo>
                    <a:cubicBezTo>
                      <a:pt x="81" y="98"/>
                      <a:pt x="82" y="98"/>
                      <a:pt x="82" y="97"/>
                    </a:cubicBezTo>
                    <a:cubicBezTo>
                      <a:pt x="97" y="67"/>
                      <a:pt x="112" y="37"/>
                      <a:pt x="128" y="7"/>
                    </a:cubicBezTo>
                    <a:cubicBezTo>
                      <a:pt x="131" y="2"/>
                      <a:pt x="139" y="0"/>
                      <a:pt x="144" y="3"/>
                    </a:cubicBezTo>
                    <a:cubicBezTo>
                      <a:pt x="149" y="7"/>
                      <a:pt x="151" y="14"/>
                      <a:pt x="148" y="19"/>
                    </a:cubicBezTo>
                    <a:cubicBezTo>
                      <a:pt x="142" y="29"/>
                      <a:pt x="137" y="39"/>
                      <a:pt x="132" y="49"/>
                    </a:cubicBezTo>
                    <a:cubicBezTo>
                      <a:pt x="127" y="58"/>
                      <a:pt x="123" y="68"/>
                      <a:pt x="118" y="77"/>
                    </a:cubicBezTo>
                    <a:cubicBezTo>
                      <a:pt x="113" y="88"/>
                      <a:pt x="107" y="99"/>
                      <a:pt x="102" y="110"/>
                    </a:cubicBezTo>
                    <a:cubicBezTo>
                      <a:pt x="99" y="116"/>
                      <a:pt x="96" y="122"/>
                      <a:pt x="92" y="127"/>
                    </a:cubicBezTo>
                    <a:cubicBezTo>
                      <a:pt x="88" y="132"/>
                      <a:pt x="82" y="135"/>
                      <a:pt x="76" y="135"/>
                    </a:cubicBezTo>
                    <a:cubicBezTo>
                      <a:pt x="75" y="136"/>
                      <a:pt x="75" y="136"/>
                      <a:pt x="75" y="136"/>
                    </a:cubicBezTo>
                    <a:cubicBezTo>
                      <a:pt x="69" y="136"/>
                      <a:pt x="64" y="132"/>
                      <a:pt x="60" y="1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8" name="Google Shape;618;p7"/>
              <p:cNvSpPr/>
              <p:nvPr/>
            </p:nvSpPr>
            <p:spPr>
              <a:xfrm>
                <a:off x="475200" y="513360"/>
                <a:ext cx="19800" cy="53640"/>
              </a:xfrm>
              <a:custGeom>
                <a:avLst/>
                <a:gdLst/>
                <a:ahLst/>
                <a:cxnLst/>
                <a:rect l="l" t="t" r="r" b="b"/>
                <a:pathLst>
                  <a:path w="55" h="149" extrusionOk="0">
                    <a:moveTo>
                      <a:pt x="12" y="146"/>
                    </a:moveTo>
                    <a:cubicBezTo>
                      <a:pt x="7" y="143"/>
                      <a:pt x="5" y="135"/>
                      <a:pt x="8" y="129"/>
                    </a:cubicBezTo>
                    <a:cubicBezTo>
                      <a:pt x="9" y="129"/>
                      <a:pt x="10" y="128"/>
                      <a:pt x="10" y="127"/>
                    </a:cubicBezTo>
                    <a:cubicBezTo>
                      <a:pt x="11" y="124"/>
                      <a:pt x="12" y="121"/>
                      <a:pt x="14" y="117"/>
                    </a:cubicBezTo>
                    <a:cubicBezTo>
                      <a:pt x="18" y="105"/>
                      <a:pt x="21" y="94"/>
                      <a:pt x="23" y="82"/>
                    </a:cubicBezTo>
                    <a:cubicBezTo>
                      <a:pt x="26" y="70"/>
                      <a:pt x="28" y="58"/>
                      <a:pt x="29" y="45"/>
                    </a:cubicBezTo>
                    <a:cubicBezTo>
                      <a:pt x="29" y="42"/>
                      <a:pt x="29" y="38"/>
                      <a:pt x="29" y="34"/>
                    </a:cubicBezTo>
                    <a:lnTo>
                      <a:pt x="29" y="33"/>
                    </a:lnTo>
                    <a:cubicBezTo>
                      <a:pt x="28" y="35"/>
                      <a:pt x="28" y="37"/>
                      <a:pt x="27" y="38"/>
                    </a:cubicBezTo>
                    <a:cubicBezTo>
                      <a:pt x="28" y="43"/>
                      <a:pt x="28" y="47"/>
                      <a:pt x="25" y="51"/>
                    </a:cubicBezTo>
                    <a:cubicBezTo>
                      <a:pt x="22" y="54"/>
                      <a:pt x="19" y="55"/>
                      <a:pt x="15" y="55"/>
                    </a:cubicBezTo>
                    <a:cubicBezTo>
                      <a:pt x="9" y="57"/>
                      <a:pt x="3" y="52"/>
                      <a:pt x="1" y="45"/>
                    </a:cubicBezTo>
                    <a:cubicBezTo>
                      <a:pt x="0" y="40"/>
                      <a:pt x="3" y="33"/>
                      <a:pt x="5" y="27"/>
                    </a:cubicBezTo>
                    <a:cubicBezTo>
                      <a:pt x="6" y="25"/>
                      <a:pt x="8" y="22"/>
                      <a:pt x="10" y="18"/>
                    </a:cubicBezTo>
                    <a:cubicBezTo>
                      <a:pt x="12" y="13"/>
                      <a:pt x="15" y="9"/>
                      <a:pt x="20" y="5"/>
                    </a:cubicBezTo>
                    <a:cubicBezTo>
                      <a:pt x="26" y="1"/>
                      <a:pt x="35" y="0"/>
                      <a:pt x="40" y="4"/>
                    </a:cubicBezTo>
                    <a:cubicBezTo>
                      <a:pt x="54" y="12"/>
                      <a:pt x="54" y="31"/>
                      <a:pt x="53" y="44"/>
                    </a:cubicBezTo>
                    <a:cubicBezTo>
                      <a:pt x="53" y="50"/>
                      <a:pt x="51" y="55"/>
                      <a:pt x="51" y="61"/>
                    </a:cubicBezTo>
                    <a:cubicBezTo>
                      <a:pt x="50" y="65"/>
                      <a:pt x="50" y="68"/>
                      <a:pt x="49" y="72"/>
                    </a:cubicBezTo>
                    <a:cubicBezTo>
                      <a:pt x="48" y="78"/>
                      <a:pt x="47" y="85"/>
                      <a:pt x="45" y="91"/>
                    </a:cubicBezTo>
                    <a:cubicBezTo>
                      <a:pt x="42" y="104"/>
                      <a:pt x="39" y="117"/>
                      <a:pt x="35" y="130"/>
                    </a:cubicBezTo>
                    <a:cubicBezTo>
                      <a:pt x="33" y="135"/>
                      <a:pt x="32" y="139"/>
                      <a:pt x="29" y="142"/>
                    </a:cubicBezTo>
                    <a:cubicBezTo>
                      <a:pt x="27" y="146"/>
                      <a:pt x="23" y="148"/>
                      <a:pt x="19" y="148"/>
                    </a:cubicBezTo>
                    <a:cubicBezTo>
                      <a:pt x="17" y="148"/>
                      <a:pt x="14" y="147"/>
                      <a:pt x="12" y="1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9" name="Google Shape;619;p7"/>
              <p:cNvSpPr/>
              <p:nvPr/>
            </p:nvSpPr>
            <p:spPr>
              <a:xfrm>
                <a:off x="487080" y="519120"/>
                <a:ext cx="30960" cy="49680"/>
              </a:xfrm>
              <a:custGeom>
                <a:avLst/>
                <a:gdLst/>
                <a:ahLst/>
                <a:cxnLst/>
                <a:rect l="l" t="t" r="r" b="b"/>
                <a:pathLst>
                  <a:path w="86" h="138" extrusionOk="0">
                    <a:moveTo>
                      <a:pt x="43" y="135"/>
                    </a:moveTo>
                    <a:cubicBezTo>
                      <a:pt x="37" y="134"/>
                      <a:pt x="32" y="132"/>
                      <a:pt x="27" y="129"/>
                    </a:cubicBezTo>
                    <a:cubicBezTo>
                      <a:pt x="23" y="127"/>
                      <a:pt x="19" y="123"/>
                      <a:pt x="16" y="119"/>
                    </a:cubicBezTo>
                    <a:cubicBezTo>
                      <a:pt x="13" y="115"/>
                      <a:pt x="10" y="109"/>
                      <a:pt x="9" y="105"/>
                    </a:cubicBezTo>
                    <a:cubicBezTo>
                      <a:pt x="6" y="99"/>
                      <a:pt x="4" y="94"/>
                      <a:pt x="3" y="88"/>
                    </a:cubicBezTo>
                    <a:cubicBezTo>
                      <a:pt x="0" y="75"/>
                      <a:pt x="0" y="63"/>
                      <a:pt x="3" y="50"/>
                    </a:cubicBezTo>
                    <a:cubicBezTo>
                      <a:pt x="4" y="39"/>
                      <a:pt x="10" y="28"/>
                      <a:pt x="16" y="18"/>
                    </a:cubicBezTo>
                    <a:cubicBezTo>
                      <a:pt x="20" y="14"/>
                      <a:pt x="23" y="10"/>
                      <a:pt x="28" y="7"/>
                    </a:cubicBezTo>
                    <a:cubicBezTo>
                      <a:pt x="32" y="3"/>
                      <a:pt x="37" y="1"/>
                      <a:pt x="42" y="0"/>
                    </a:cubicBezTo>
                    <a:cubicBezTo>
                      <a:pt x="47" y="0"/>
                      <a:pt x="52" y="0"/>
                      <a:pt x="56" y="3"/>
                    </a:cubicBezTo>
                    <a:cubicBezTo>
                      <a:pt x="61" y="6"/>
                      <a:pt x="64" y="9"/>
                      <a:pt x="67" y="14"/>
                    </a:cubicBezTo>
                    <a:cubicBezTo>
                      <a:pt x="71" y="21"/>
                      <a:pt x="72" y="31"/>
                      <a:pt x="66" y="38"/>
                    </a:cubicBezTo>
                    <a:cubicBezTo>
                      <a:pt x="62" y="43"/>
                      <a:pt x="54" y="45"/>
                      <a:pt x="49" y="40"/>
                    </a:cubicBezTo>
                    <a:cubicBezTo>
                      <a:pt x="46" y="38"/>
                      <a:pt x="44" y="34"/>
                      <a:pt x="44" y="30"/>
                    </a:cubicBezTo>
                    <a:cubicBezTo>
                      <a:pt x="44" y="28"/>
                      <a:pt x="44" y="27"/>
                      <a:pt x="45" y="25"/>
                    </a:cubicBezTo>
                    <a:cubicBezTo>
                      <a:pt x="44" y="25"/>
                      <a:pt x="44" y="25"/>
                      <a:pt x="44" y="25"/>
                    </a:cubicBezTo>
                    <a:lnTo>
                      <a:pt x="43" y="26"/>
                    </a:lnTo>
                    <a:cubicBezTo>
                      <a:pt x="42" y="27"/>
                      <a:pt x="42" y="27"/>
                      <a:pt x="41" y="27"/>
                    </a:cubicBezTo>
                    <a:cubicBezTo>
                      <a:pt x="40" y="28"/>
                      <a:pt x="39" y="29"/>
                      <a:pt x="38" y="30"/>
                    </a:cubicBezTo>
                    <a:cubicBezTo>
                      <a:pt x="37" y="31"/>
                      <a:pt x="36" y="33"/>
                      <a:pt x="35" y="35"/>
                    </a:cubicBezTo>
                    <a:cubicBezTo>
                      <a:pt x="34" y="36"/>
                      <a:pt x="32" y="38"/>
                      <a:pt x="31" y="41"/>
                    </a:cubicBezTo>
                    <a:cubicBezTo>
                      <a:pt x="30" y="43"/>
                      <a:pt x="29" y="45"/>
                      <a:pt x="28" y="47"/>
                    </a:cubicBezTo>
                    <a:cubicBezTo>
                      <a:pt x="27" y="50"/>
                      <a:pt x="27" y="52"/>
                      <a:pt x="26" y="54"/>
                    </a:cubicBezTo>
                    <a:cubicBezTo>
                      <a:pt x="25" y="57"/>
                      <a:pt x="25" y="59"/>
                      <a:pt x="25" y="62"/>
                    </a:cubicBezTo>
                    <a:cubicBezTo>
                      <a:pt x="25" y="65"/>
                      <a:pt x="25" y="68"/>
                      <a:pt x="25" y="71"/>
                    </a:cubicBezTo>
                    <a:cubicBezTo>
                      <a:pt x="25" y="74"/>
                      <a:pt x="25" y="77"/>
                      <a:pt x="26" y="80"/>
                    </a:cubicBezTo>
                    <a:cubicBezTo>
                      <a:pt x="27" y="84"/>
                      <a:pt x="28" y="87"/>
                      <a:pt x="28" y="91"/>
                    </a:cubicBezTo>
                    <a:cubicBezTo>
                      <a:pt x="30" y="93"/>
                      <a:pt x="31" y="95"/>
                      <a:pt x="32" y="98"/>
                    </a:cubicBezTo>
                    <a:cubicBezTo>
                      <a:pt x="31" y="98"/>
                      <a:pt x="31" y="97"/>
                      <a:pt x="31" y="96"/>
                    </a:cubicBezTo>
                    <a:cubicBezTo>
                      <a:pt x="32" y="99"/>
                      <a:pt x="33" y="101"/>
                      <a:pt x="35" y="103"/>
                    </a:cubicBezTo>
                    <a:cubicBezTo>
                      <a:pt x="35" y="104"/>
                      <a:pt x="35" y="105"/>
                      <a:pt x="36" y="105"/>
                    </a:cubicBezTo>
                    <a:cubicBezTo>
                      <a:pt x="37" y="106"/>
                      <a:pt x="37" y="107"/>
                      <a:pt x="38" y="108"/>
                    </a:cubicBezTo>
                    <a:lnTo>
                      <a:pt x="39" y="108"/>
                    </a:lnTo>
                    <a:cubicBezTo>
                      <a:pt x="39" y="109"/>
                      <a:pt x="40" y="109"/>
                      <a:pt x="41" y="109"/>
                    </a:cubicBezTo>
                    <a:cubicBezTo>
                      <a:pt x="42" y="110"/>
                      <a:pt x="44" y="110"/>
                      <a:pt x="45" y="111"/>
                    </a:cubicBezTo>
                    <a:cubicBezTo>
                      <a:pt x="46" y="111"/>
                      <a:pt x="46" y="112"/>
                      <a:pt x="48" y="112"/>
                    </a:cubicBezTo>
                    <a:cubicBezTo>
                      <a:pt x="50" y="112"/>
                      <a:pt x="52" y="113"/>
                      <a:pt x="54" y="113"/>
                    </a:cubicBezTo>
                    <a:cubicBezTo>
                      <a:pt x="57" y="113"/>
                      <a:pt x="59" y="113"/>
                      <a:pt x="62" y="113"/>
                    </a:cubicBezTo>
                    <a:cubicBezTo>
                      <a:pt x="65" y="113"/>
                      <a:pt x="68" y="112"/>
                      <a:pt x="71" y="112"/>
                    </a:cubicBezTo>
                    <a:cubicBezTo>
                      <a:pt x="77" y="110"/>
                      <a:pt x="83" y="115"/>
                      <a:pt x="84" y="120"/>
                    </a:cubicBezTo>
                    <a:cubicBezTo>
                      <a:pt x="85" y="126"/>
                      <a:pt x="82" y="133"/>
                      <a:pt x="76" y="134"/>
                    </a:cubicBezTo>
                    <a:cubicBezTo>
                      <a:pt x="71" y="135"/>
                      <a:pt x="66" y="136"/>
                      <a:pt x="60" y="137"/>
                    </a:cubicBezTo>
                    <a:cubicBezTo>
                      <a:pt x="59" y="137"/>
                      <a:pt x="58" y="137"/>
                      <a:pt x="56" y="137"/>
                    </a:cubicBezTo>
                    <a:cubicBezTo>
                      <a:pt x="52" y="137"/>
                      <a:pt x="47" y="136"/>
                      <a:pt x="43" y="1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" name="Google Shape;620;p7"/>
              <p:cNvSpPr/>
              <p:nvPr/>
            </p:nvSpPr>
            <p:spPr>
              <a:xfrm>
                <a:off x="534960" y="477000"/>
                <a:ext cx="3888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108" h="120" extrusionOk="0">
                    <a:moveTo>
                      <a:pt x="20" y="114"/>
                    </a:moveTo>
                    <a:cubicBezTo>
                      <a:pt x="17" y="113"/>
                      <a:pt x="14" y="111"/>
                      <a:pt x="11" y="108"/>
                    </a:cubicBezTo>
                    <a:cubicBezTo>
                      <a:pt x="8" y="106"/>
                      <a:pt x="7" y="102"/>
                      <a:pt x="6" y="98"/>
                    </a:cubicBezTo>
                    <a:cubicBezTo>
                      <a:pt x="4" y="90"/>
                      <a:pt x="7" y="82"/>
                      <a:pt x="12" y="76"/>
                    </a:cubicBezTo>
                    <a:cubicBezTo>
                      <a:pt x="16" y="70"/>
                      <a:pt x="21" y="64"/>
                      <a:pt x="26" y="58"/>
                    </a:cubicBezTo>
                    <a:cubicBezTo>
                      <a:pt x="28" y="55"/>
                      <a:pt x="29" y="52"/>
                      <a:pt x="31" y="50"/>
                    </a:cubicBezTo>
                    <a:cubicBezTo>
                      <a:pt x="31" y="49"/>
                      <a:pt x="32" y="47"/>
                      <a:pt x="32" y="46"/>
                    </a:cubicBezTo>
                    <a:cubicBezTo>
                      <a:pt x="31" y="47"/>
                      <a:pt x="30" y="47"/>
                      <a:pt x="28" y="47"/>
                    </a:cubicBezTo>
                    <a:cubicBezTo>
                      <a:pt x="22" y="47"/>
                      <a:pt x="16" y="47"/>
                      <a:pt x="11" y="44"/>
                    </a:cubicBezTo>
                    <a:cubicBezTo>
                      <a:pt x="3" y="39"/>
                      <a:pt x="0" y="30"/>
                      <a:pt x="3" y="21"/>
                    </a:cubicBezTo>
                    <a:cubicBezTo>
                      <a:pt x="7" y="12"/>
                      <a:pt x="15" y="7"/>
                      <a:pt x="23" y="4"/>
                    </a:cubicBezTo>
                    <a:cubicBezTo>
                      <a:pt x="32" y="0"/>
                      <a:pt x="43" y="1"/>
                      <a:pt x="50" y="8"/>
                    </a:cubicBezTo>
                    <a:cubicBezTo>
                      <a:pt x="57" y="15"/>
                      <a:pt x="59" y="24"/>
                      <a:pt x="60" y="34"/>
                    </a:cubicBezTo>
                    <a:cubicBezTo>
                      <a:pt x="60" y="44"/>
                      <a:pt x="56" y="54"/>
                      <a:pt x="51" y="63"/>
                    </a:cubicBezTo>
                    <a:cubicBezTo>
                      <a:pt x="48" y="68"/>
                      <a:pt x="44" y="74"/>
                      <a:pt x="40" y="79"/>
                    </a:cubicBezTo>
                    <a:cubicBezTo>
                      <a:pt x="38" y="82"/>
                      <a:pt x="35" y="86"/>
                      <a:pt x="32" y="89"/>
                    </a:cubicBezTo>
                    <a:cubicBezTo>
                      <a:pt x="32" y="91"/>
                      <a:pt x="31" y="91"/>
                      <a:pt x="31" y="92"/>
                    </a:cubicBezTo>
                    <a:lnTo>
                      <a:pt x="31" y="93"/>
                    </a:lnTo>
                    <a:cubicBezTo>
                      <a:pt x="32" y="93"/>
                      <a:pt x="33" y="93"/>
                      <a:pt x="34" y="93"/>
                    </a:cubicBezTo>
                    <a:cubicBezTo>
                      <a:pt x="33" y="93"/>
                      <a:pt x="33" y="93"/>
                      <a:pt x="32" y="93"/>
                    </a:cubicBezTo>
                    <a:cubicBezTo>
                      <a:pt x="33" y="93"/>
                      <a:pt x="34" y="93"/>
                      <a:pt x="35" y="94"/>
                    </a:cubicBezTo>
                    <a:cubicBezTo>
                      <a:pt x="36" y="94"/>
                      <a:pt x="38" y="94"/>
                      <a:pt x="39" y="95"/>
                    </a:cubicBezTo>
                    <a:cubicBezTo>
                      <a:pt x="42" y="95"/>
                      <a:pt x="44" y="95"/>
                      <a:pt x="47" y="95"/>
                    </a:cubicBezTo>
                    <a:cubicBezTo>
                      <a:pt x="53" y="94"/>
                      <a:pt x="59" y="93"/>
                      <a:pt x="64" y="92"/>
                    </a:cubicBezTo>
                    <a:cubicBezTo>
                      <a:pt x="73" y="91"/>
                      <a:pt x="82" y="89"/>
                      <a:pt x="91" y="86"/>
                    </a:cubicBezTo>
                    <a:cubicBezTo>
                      <a:pt x="97" y="85"/>
                      <a:pt x="103" y="89"/>
                      <a:pt x="105" y="95"/>
                    </a:cubicBezTo>
                    <a:cubicBezTo>
                      <a:pt x="107" y="101"/>
                      <a:pt x="103" y="108"/>
                      <a:pt x="96" y="110"/>
                    </a:cubicBezTo>
                    <a:cubicBezTo>
                      <a:pt x="88" y="112"/>
                      <a:pt x="79" y="114"/>
                      <a:pt x="70" y="116"/>
                    </a:cubicBezTo>
                    <a:cubicBezTo>
                      <a:pt x="61" y="117"/>
                      <a:pt x="52" y="119"/>
                      <a:pt x="43" y="119"/>
                    </a:cubicBezTo>
                    <a:cubicBezTo>
                      <a:pt x="35" y="119"/>
                      <a:pt x="28" y="118"/>
                      <a:pt x="20" y="1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" name="Google Shape;621;p7"/>
              <p:cNvSpPr/>
              <p:nvPr/>
            </p:nvSpPr>
            <p:spPr>
              <a:xfrm>
                <a:off x="611640" y="477720"/>
                <a:ext cx="56520" cy="88920"/>
              </a:xfrm>
              <a:custGeom>
                <a:avLst/>
                <a:gdLst/>
                <a:ahLst/>
                <a:cxnLst/>
                <a:rect l="l" t="t" r="r" b="b"/>
                <a:pathLst>
                  <a:path w="157" h="247" extrusionOk="0">
                    <a:moveTo>
                      <a:pt x="27" y="196"/>
                    </a:moveTo>
                    <a:cubicBezTo>
                      <a:pt x="28" y="196"/>
                      <a:pt x="29" y="196"/>
                      <a:pt x="30" y="195"/>
                    </a:cubicBezTo>
                    <a:cubicBezTo>
                      <a:pt x="31" y="195"/>
                      <a:pt x="31" y="195"/>
                      <a:pt x="32" y="195"/>
                    </a:cubicBezTo>
                    <a:cubicBezTo>
                      <a:pt x="33" y="194"/>
                      <a:pt x="34" y="193"/>
                      <a:pt x="35" y="193"/>
                    </a:cubicBezTo>
                    <a:cubicBezTo>
                      <a:pt x="37" y="192"/>
                      <a:pt x="39" y="190"/>
                      <a:pt x="40" y="189"/>
                    </a:cubicBezTo>
                    <a:cubicBezTo>
                      <a:pt x="43" y="187"/>
                      <a:pt x="45" y="185"/>
                      <a:pt x="47" y="182"/>
                    </a:cubicBezTo>
                    <a:cubicBezTo>
                      <a:pt x="52" y="176"/>
                      <a:pt x="58" y="170"/>
                      <a:pt x="62" y="164"/>
                    </a:cubicBezTo>
                    <a:cubicBezTo>
                      <a:pt x="62" y="164"/>
                      <a:pt x="61" y="164"/>
                      <a:pt x="61" y="165"/>
                    </a:cubicBezTo>
                    <a:cubicBezTo>
                      <a:pt x="68" y="154"/>
                      <a:pt x="75" y="144"/>
                      <a:pt x="80" y="133"/>
                    </a:cubicBezTo>
                    <a:cubicBezTo>
                      <a:pt x="80" y="132"/>
                      <a:pt x="80" y="131"/>
                      <a:pt x="80" y="129"/>
                    </a:cubicBezTo>
                    <a:cubicBezTo>
                      <a:pt x="80" y="128"/>
                      <a:pt x="80" y="126"/>
                      <a:pt x="80" y="124"/>
                    </a:cubicBezTo>
                    <a:cubicBezTo>
                      <a:pt x="80" y="122"/>
                      <a:pt x="79" y="121"/>
                      <a:pt x="79" y="119"/>
                    </a:cubicBezTo>
                    <a:lnTo>
                      <a:pt x="78" y="118"/>
                    </a:lnTo>
                    <a:cubicBezTo>
                      <a:pt x="78" y="117"/>
                      <a:pt x="77" y="117"/>
                      <a:pt x="77" y="117"/>
                    </a:cubicBezTo>
                    <a:cubicBezTo>
                      <a:pt x="77" y="117"/>
                      <a:pt x="77" y="116"/>
                      <a:pt x="77" y="115"/>
                    </a:cubicBezTo>
                    <a:cubicBezTo>
                      <a:pt x="76" y="115"/>
                      <a:pt x="76" y="115"/>
                      <a:pt x="76" y="115"/>
                    </a:cubicBezTo>
                    <a:cubicBezTo>
                      <a:pt x="76" y="115"/>
                      <a:pt x="76" y="114"/>
                      <a:pt x="75" y="114"/>
                    </a:cubicBezTo>
                    <a:cubicBezTo>
                      <a:pt x="74" y="114"/>
                      <a:pt x="74" y="114"/>
                      <a:pt x="73" y="113"/>
                    </a:cubicBezTo>
                    <a:cubicBezTo>
                      <a:pt x="73" y="114"/>
                      <a:pt x="74" y="114"/>
                      <a:pt x="74" y="114"/>
                    </a:cubicBezTo>
                    <a:cubicBezTo>
                      <a:pt x="73" y="114"/>
                      <a:pt x="73" y="113"/>
                      <a:pt x="73" y="113"/>
                    </a:cubicBezTo>
                    <a:cubicBezTo>
                      <a:pt x="72" y="113"/>
                      <a:pt x="72" y="113"/>
                      <a:pt x="72" y="113"/>
                    </a:cubicBezTo>
                    <a:cubicBezTo>
                      <a:pt x="70" y="113"/>
                      <a:pt x="70" y="113"/>
                      <a:pt x="69" y="113"/>
                    </a:cubicBezTo>
                    <a:lnTo>
                      <a:pt x="68" y="113"/>
                    </a:lnTo>
                    <a:lnTo>
                      <a:pt x="69" y="113"/>
                    </a:lnTo>
                    <a:cubicBezTo>
                      <a:pt x="68" y="113"/>
                      <a:pt x="68" y="113"/>
                      <a:pt x="68" y="113"/>
                    </a:cubicBezTo>
                    <a:cubicBezTo>
                      <a:pt x="67" y="113"/>
                      <a:pt x="67" y="113"/>
                      <a:pt x="67" y="113"/>
                    </a:cubicBezTo>
                    <a:lnTo>
                      <a:pt x="68" y="113"/>
                    </a:lnTo>
                    <a:cubicBezTo>
                      <a:pt x="67" y="113"/>
                      <a:pt x="66" y="114"/>
                      <a:pt x="65" y="114"/>
                    </a:cubicBezTo>
                    <a:cubicBezTo>
                      <a:pt x="64" y="114"/>
                      <a:pt x="63" y="114"/>
                      <a:pt x="62" y="115"/>
                    </a:cubicBezTo>
                    <a:cubicBezTo>
                      <a:pt x="61" y="115"/>
                      <a:pt x="59" y="117"/>
                      <a:pt x="58" y="117"/>
                    </a:cubicBezTo>
                    <a:cubicBezTo>
                      <a:pt x="56" y="118"/>
                      <a:pt x="54" y="120"/>
                      <a:pt x="52" y="121"/>
                    </a:cubicBezTo>
                    <a:cubicBezTo>
                      <a:pt x="51" y="123"/>
                      <a:pt x="49" y="124"/>
                      <a:pt x="48" y="126"/>
                    </a:cubicBezTo>
                    <a:cubicBezTo>
                      <a:pt x="45" y="129"/>
                      <a:pt x="42" y="132"/>
                      <a:pt x="40" y="136"/>
                    </a:cubicBezTo>
                    <a:cubicBezTo>
                      <a:pt x="37" y="140"/>
                      <a:pt x="35" y="143"/>
                      <a:pt x="33" y="147"/>
                    </a:cubicBezTo>
                    <a:cubicBezTo>
                      <a:pt x="31" y="150"/>
                      <a:pt x="30" y="154"/>
                      <a:pt x="28" y="157"/>
                    </a:cubicBezTo>
                    <a:cubicBezTo>
                      <a:pt x="27" y="160"/>
                      <a:pt x="26" y="164"/>
                      <a:pt x="26" y="167"/>
                    </a:cubicBezTo>
                    <a:cubicBezTo>
                      <a:pt x="24" y="171"/>
                      <a:pt x="24" y="175"/>
                      <a:pt x="24" y="179"/>
                    </a:cubicBezTo>
                    <a:cubicBezTo>
                      <a:pt x="24" y="181"/>
                      <a:pt x="24" y="183"/>
                      <a:pt x="24" y="186"/>
                    </a:cubicBezTo>
                    <a:cubicBezTo>
                      <a:pt x="24" y="188"/>
                      <a:pt x="24" y="189"/>
                      <a:pt x="24" y="190"/>
                    </a:cubicBezTo>
                    <a:cubicBezTo>
                      <a:pt x="24" y="191"/>
                      <a:pt x="24" y="192"/>
                      <a:pt x="24" y="192"/>
                    </a:cubicBezTo>
                    <a:cubicBezTo>
                      <a:pt x="25" y="193"/>
                      <a:pt x="25" y="193"/>
                      <a:pt x="25" y="194"/>
                    </a:cubicBezTo>
                    <a:cubicBezTo>
                      <a:pt x="26" y="194"/>
                      <a:pt x="26" y="194"/>
                      <a:pt x="26" y="195"/>
                    </a:cubicBezTo>
                    <a:lnTo>
                      <a:pt x="26" y="194"/>
                    </a:lnTo>
                    <a:cubicBezTo>
                      <a:pt x="26" y="195"/>
                      <a:pt x="26" y="195"/>
                      <a:pt x="26" y="195"/>
                    </a:cubicBezTo>
                    <a:lnTo>
                      <a:pt x="27" y="195"/>
                    </a:lnTo>
                    <a:lnTo>
                      <a:pt x="27" y="196"/>
                    </a:lnTo>
                    <a:cubicBezTo>
                      <a:pt x="28" y="196"/>
                      <a:pt x="28" y="196"/>
                      <a:pt x="28" y="196"/>
                    </a:cubicBezTo>
                    <a:lnTo>
                      <a:pt x="27" y="196"/>
                    </a:lnTo>
                    <a:moveTo>
                      <a:pt x="98" y="246"/>
                    </a:moveTo>
                    <a:cubicBezTo>
                      <a:pt x="91" y="245"/>
                      <a:pt x="87" y="239"/>
                      <a:pt x="88" y="232"/>
                    </a:cubicBezTo>
                    <a:cubicBezTo>
                      <a:pt x="90" y="218"/>
                      <a:pt x="92" y="204"/>
                      <a:pt x="94" y="191"/>
                    </a:cubicBezTo>
                    <a:cubicBezTo>
                      <a:pt x="95" y="183"/>
                      <a:pt x="96" y="176"/>
                      <a:pt x="97" y="168"/>
                    </a:cubicBezTo>
                    <a:cubicBezTo>
                      <a:pt x="97" y="172"/>
                      <a:pt x="95" y="175"/>
                      <a:pt x="94" y="178"/>
                    </a:cubicBezTo>
                    <a:cubicBezTo>
                      <a:pt x="91" y="183"/>
                      <a:pt x="86" y="185"/>
                      <a:pt x="81" y="184"/>
                    </a:cubicBezTo>
                    <a:cubicBezTo>
                      <a:pt x="80" y="184"/>
                      <a:pt x="78" y="183"/>
                      <a:pt x="77" y="183"/>
                    </a:cubicBezTo>
                    <a:cubicBezTo>
                      <a:pt x="70" y="192"/>
                      <a:pt x="63" y="200"/>
                      <a:pt x="55" y="208"/>
                    </a:cubicBezTo>
                    <a:cubicBezTo>
                      <a:pt x="49" y="212"/>
                      <a:pt x="44" y="216"/>
                      <a:pt x="37" y="218"/>
                    </a:cubicBezTo>
                    <a:cubicBezTo>
                      <a:pt x="30" y="221"/>
                      <a:pt x="21" y="221"/>
                      <a:pt x="14" y="217"/>
                    </a:cubicBezTo>
                    <a:cubicBezTo>
                      <a:pt x="9" y="213"/>
                      <a:pt x="5" y="208"/>
                      <a:pt x="2" y="202"/>
                    </a:cubicBezTo>
                    <a:cubicBezTo>
                      <a:pt x="0" y="194"/>
                      <a:pt x="0" y="186"/>
                      <a:pt x="1" y="178"/>
                    </a:cubicBezTo>
                    <a:cubicBezTo>
                      <a:pt x="2" y="162"/>
                      <a:pt x="7" y="146"/>
                      <a:pt x="14" y="132"/>
                    </a:cubicBezTo>
                    <a:cubicBezTo>
                      <a:pt x="23" y="118"/>
                      <a:pt x="34" y="105"/>
                      <a:pt x="48" y="96"/>
                    </a:cubicBezTo>
                    <a:cubicBezTo>
                      <a:pt x="54" y="92"/>
                      <a:pt x="61" y="90"/>
                      <a:pt x="68" y="89"/>
                    </a:cubicBezTo>
                    <a:cubicBezTo>
                      <a:pt x="75" y="89"/>
                      <a:pt x="83" y="90"/>
                      <a:pt x="89" y="94"/>
                    </a:cubicBezTo>
                    <a:cubicBezTo>
                      <a:pt x="92" y="96"/>
                      <a:pt x="94" y="99"/>
                      <a:pt x="96" y="101"/>
                    </a:cubicBezTo>
                    <a:cubicBezTo>
                      <a:pt x="99" y="96"/>
                      <a:pt x="102" y="90"/>
                      <a:pt x="104" y="83"/>
                    </a:cubicBezTo>
                    <a:cubicBezTo>
                      <a:pt x="109" y="72"/>
                      <a:pt x="114" y="61"/>
                      <a:pt x="118" y="50"/>
                    </a:cubicBezTo>
                    <a:lnTo>
                      <a:pt x="118" y="49"/>
                    </a:lnTo>
                    <a:cubicBezTo>
                      <a:pt x="118" y="48"/>
                      <a:pt x="118" y="48"/>
                      <a:pt x="118" y="48"/>
                    </a:cubicBezTo>
                    <a:cubicBezTo>
                      <a:pt x="121" y="42"/>
                      <a:pt x="123" y="35"/>
                      <a:pt x="125" y="29"/>
                    </a:cubicBezTo>
                    <a:cubicBezTo>
                      <a:pt x="125" y="27"/>
                      <a:pt x="125" y="27"/>
                      <a:pt x="126" y="26"/>
                    </a:cubicBezTo>
                    <a:cubicBezTo>
                      <a:pt x="126" y="23"/>
                      <a:pt x="127" y="21"/>
                      <a:pt x="128" y="19"/>
                    </a:cubicBezTo>
                    <a:cubicBezTo>
                      <a:pt x="129" y="14"/>
                      <a:pt x="130" y="9"/>
                      <a:pt x="133" y="6"/>
                    </a:cubicBezTo>
                    <a:cubicBezTo>
                      <a:pt x="136" y="2"/>
                      <a:pt x="142" y="0"/>
                      <a:pt x="147" y="2"/>
                    </a:cubicBezTo>
                    <a:cubicBezTo>
                      <a:pt x="152" y="5"/>
                      <a:pt x="156" y="11"/>
                      <a:pt x="154" y="17"/>
                    </a:cubicBezTo>
                    <a:cubicBezTo>
                      <a:pt x="153" y="21"/>
                      <a:pt x="151" y="24"/>
                      <a:pt x="149" y="29"/>
                    </a:cubicBezTo>
                    <a:cubicBezTo>
                      <a:pt x="147" y="36"/>
                      <a:pt x="145" y="43"/>
                      <a:pt x="143" y="51"/>
                    </a:cubicBezTo>
                    <a:cubicBezTo>
                      <a:pt x="140" y="62"/>
                      <a:pt x="137" y="73"/>
                      <a:pt x="135" y="85"/>
                    </a:cubicBezTo>
                    <a:cubicBezTo>
                      <a:pt x="125" y="135"/>
                      <a:pt x="116" y="185"/>
                      <a:pt x="112" y="235"/>
                    </a:cubicBezTo>
                    <a:cubicBezTo>
                      <a:pt x="112" y="242"/>
                      <a:pt x="105" y="246"/>
                      <a:pt x="100" y="246"/>
                    </a:cubicBezTo>
                    <a:cubicBezTo>
                      <a:pt x="99" y="246"/>
                      <a:pt x="98" y="246"/>
                      <a:pt x="98" y="2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" name="Google Shape;622;p7"/>
              <p:cNvSpPr/>
              <p:nvPr/>
            </p:nvSpPr>
            <p:spPr>
              <a:xfrm>
                <a:off x="676440" y="512280"/>
                <a:ext cx="24120" cy="42480"/>
              </a:xfrm>
              <a:custGeom>
                <a:avLst/>
                <a:gdLst/>
                <a:ahLst/>
                <a:cxnLst/>
                <a:rect l="l" t="t" r="r" b="b"/>
                <a:pathLst>
                  <a:path w="67" h="118" extrusionOk="0">
                    <a:moveTo>
                      <a:pt x="42" y="111"/>
                    </a:moveTo>
                    <a:cubicBezTo>
                      <a:pt x="33" y="94"/>
                      <a:pt x="25" y="77"/>
                      <a:pt x="17" y="60"/>
                    </a:cubicBezTo>
                    <a:cubicBezTo>
                      <a:pt x="13" y="52"/>
                      <a:pt x="9" y="43"/>
                      <a:pt x="5" y="35"/>
                    </a:cubicBezTo>
                    <a:cubicBezTo>
                      <a:pt x="5" y="32"/>
                      <a:pt x="4" y="30"/>
                      <a:pt x="3" y="28"/>
                    </a:cubicBezTo>
                    <a:cubicBezTo>
                      <a:pt x="2" y="23"/>
                      <a:pt x="0" y="18"/>
                      <a:pt x="1" y="12"/>
                    </a:cubicBezTo>
                    <a:cubicBezTo>
                      <a:pt x="1" y="8"/>
                      <a:pt x="4" y="4"/>
                      <a:pt x="8" y="2"/>
                    </a:cubicBezTo>
                    <a:cubicBezTo>
                      <a:pt x="11" y="0"/>
                      <a:pt x="15" y="0"/>
                      <a:pt x="18" y="1"/>
                    </a:cubicBezTo>
                    <a:cubicBezTo>
                      <a:pt x="25" y="2"/>
                      <a:pt x="30" y="9"/>
                      <a:pt x="28" y="16"/>
                    </a:cubicBezTo>
                    <a:cubicBezTo>
                      <a:pt x="28" y="18"/>
                      <a:pt x="27" y="19"/>
                      <a:pt x="26" y="21"/>
                    </a:cubicBezTo>
                    <a:cubicBezTo>
                      <a:pt x="27" y="22"/>
                      <a:pt x="27" y="23"/>
                      <a:pt x="27" y="25"/>
                    </a:cubicBezTo>
                    <a:cubicBezTo>
                      <a:pt x="30" y="32"/>
                      <a:pt x="33" y="39"/>
                      <a:pt x="36" y="46"/>
                    </a:cubicBezTo>
                    <a:lnTo>
                      <a:pt x="36" y="45"/>
                    </a:lnTo>
                    <a:lnTo>
                      <a:pt x="36" y="46"/>
                    </a:lnTo>
                    <a:cubicBezTo>
                      <a:pt x="37" y="46"/>
                      <a:pt x="37" y="46"/>
                      <a:pt x="37" y="47"/>
                    </a:cubicBezTo>
                    <a:cubicBezTo>
                      <a:pt x="37" y="46"/>
                      <a:pt x="37" y="46"/>
                      <a:pt x="36" y="46"/>
                    </a:cubicBezTo>
                    <a:cubicBezTo>
                      <a:pt x="45" y="64"/>
                      <a:pt x="54" y="82"/>
                      <a:pt x="63" y="99"/>
                    </a:cubicBezTo>
                    <a:cubicBezTo>
                      <a:pt x="66" y="105"/>
                      <a:pt x="65" y="113"/>
                      <a:pt x="59" y="115"/>
                    </a:cubicBezTo>
                    <a:cubicBezTo>
                      <a:pt x="57" y="117"/>
                      <a:pt x="55" y="117"/>
                      <a:pt x="53" y="117"/>
                    </a:cubicBezTo>
                    <a:cubicBezTo>
                      <a:pt x="48" y="117"/>
                      <a:pt x="44" y="115"/>
                      <a:pt x="42" y="1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" name="Google Shape;623;p7"/>
              <p:cNvSpPr/>
              <p:nvPr/>
            </p:nvSpPr>
            <p:spPr>
              <a:xfrm>
                <a:off x="675000" y="509400"/>
                <a:ext cx="38880" cy="52560"/>
              </a:xfrm>
              <a:custGeom>
                <a:avLst/>
                <a:gdLst/>
                <a:ahLst/>
                <a:cxnLst/>
                <a:rect l="l" t="t" r="r" b="b"/>
                <a:pathLst>
                  <a:path w="108" h="146" extrusionOk="0">
                    <a:moveTo>
                      <a:pt x="7" y="143"/>
                    </a:moveTo>
                    <a:cubicBezTo>
                      <a:pt x="2" y="140"/>
                      <a:pt x="0" y="132"/>
                      <a:pt x="3" y="127"/>
                    </a:cubicBezTo>
                    <a:cubicBezTo>
                      <a:pt x="9" y="116"/>
                      <a:pt x="16" y="107"/>
                      <a:pt x="22" y="96"/>
                    </a:cubicBezTo>
                    <a:cubicBezTo>
                      <a:pt x="28" y="87"/>
                      <a:pt x="34" y="77"/>
                      <a:pt x="40" y="68"/>
                    </a:cubicBezTo>
                    <a:cubicBezTo>
                      <a:pt x="45" y="58"/>
                      <a:pt x="51" y="49"/>
                      <a:pt x="56" y="40"/>
                    </a:cubicBezTo>
                    <a:cubicBezTo>
                      <a:pt x="60" y="35"/>
                      <a:pt x="63" y="30"/>
                      <a:pt x="66" y="26"/>
                    </a:cubicBezTo>
                    <a:cubicBezTo>
                      <a:pt x="69" y="22"/>
                      <a:pt x="72" y="17"/>
                      <a:pt x="74" y="13"/>
                    </a:cubicBezTo>
                    <a:cubicBezTo>
                      <a:pt x="78" y="9"/>
                      <a:pt x="83" y="4"/>
                      <a:pt x="88" y="2"/>
                    </a:cubicBezTo>
                    <a:cubicBezTo>
                      <a:pt x="94" y="0"/>
                      <a:pt x="102" y="3"/>
                      <a:pt x="104" y="9"/>
                    </a:cubicBezTo>
                    <a:cubicBezTo>
                      <a:pt x="107" y="16"/>
                      <a:pt x="104" y="23"/>
                      <a:pt x="97" y="26"/>
                    </a:cubicBezTo>
                    <a:cubicBezTo>
                      <a:pt x="96" y="27"/>
                      <a:pt x="95" y="27"/>
                      <a:pt x="95" y="28"/>
                    </a:cubicBezTo>
                    <a:cubicBezTo>
                      <a:pt x="92" y="31"/>
                      <a:pt x="89" y="34"/>
                      <a:pt x="87" y="38"/>
                    </a:cubicBezTo>
                    <a:cubicBezTo>
                      <a:pt x="76" y="54"/>
                      <a:pt x="65" y="70"/>
                      <a:pt x="55" y="87"/>
                    </a:cubicBezTo>
                    <a:cubicBezTo>
                      <a:pt x="44" y="104"/>
                      <a:pt x="34" y="121"/>
                      <a:pt x="24" y="139"/>
                    </a:cubicBezTo>
                    <a:cubicBezTo>
                      <a:pt x="22" y="143"/>
                      <a:pt x="18" y="145"/>
                      <a:pt x="14" y="145"/>
                    </a:cubicBezTo>
                    <a:cubicBezTo>
                      <a:pt x="12" y="145"/>
                      <a:pt x="10" y="144"/>
                      <a:pt x="7" y="14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" name="Google Shape;624;p7"/>
              <p:cNvSpPr/>
              <p:nvPr/>
            </p:nvSpPr>
            <p:spPr>
              <a:xfrm>
                <a:off x="718920" y="475200"/>
                <a:ext cx="52200" cy="79200"/>
              </a:xfrm>
              <a:custGeom>
                <a:avLst/>
                <a:gdLst/>
                <a:ahLst/>
                <a:cxnLst/>
                <a:rect l="l" t="t" r="r" b="b"/>
                <a:pathLst>
                  <a:path w="145" h="220" extrusionOk="0">
                    <a:moveTo>
                      <a:pt x="33" y="174"/>
                    </a:moveTo>
                    <a:cubicBezTo>
                      <a:pt x="34" y="174"/>
                      <a:pt x="34" y="174"/>
                      <a:pt x="35" y="174"/>
                    </a:cubicBezTo>
                    <a:lnTo>
                      <a:pt x="36" y="174"/>
                    </a:lnTo>
                    <a:cubicBezTo>
                      <a:pt x="35" y="174"/>
                      <a:pt x="35" y="174"/>
                      <a:pt x="35" y="174"/>
                    </a:cubicBezTo>
                    <a:lnTo>
                      <a:pt x="34" y="174"/>
                    </a:lnTo>
                    <a:cubicBezTo>
                      <a:pt x="35" y="174"/>
                      <a:pt x="35" y="174"/>
                      <a:pt x="36" y="174"/>
                    </a:cubicBezTo>
                    <a:cubicBezTo>
                      <a:pt x="37" y="174"/>
                      <a:pt x="37" y="173"/>
                      <a:pt x="38" y="173"/>
                    </a:cubicBezTo>
                    <a:cubicBezTo>
                      <a:pt x="38" y="172"/>
                      <a:pt x="39" y="172"/>
                      <a:pt x="39" y="172"/>
                    </a:cubicBezTo>
                    <a:cubicBezTo>
                      <a:pt x="41" y="171"/>
                      <a:pt x="42" y="169"/>
                      <a:pt x="44" y="169"/>
                    </a:cubicBezTo>
                    <a:cubicBezTo>
                      <a:pt x="46" y="167"/>
                      <a:pt x="48" y="165"/>
                      <a:pt x="50" y="163"/>
                    </a:cubicBezTo>
                    <a:cubicBezTo>
                      <a:pt x="53" y="158"/>
                      <a:pt x="56" y="154"/>
                      <a:pt x="60" y="150"/>
                    </a:cubicBezTo>
                    <a:cubicBezTo>
                      <a:pt x="59" y="150"/>
                      <a:pt x="59" y="151"/>
                      <a:pt x="59" y="151"/>
                    </a:cubicBezTo>
                    <a:cubicBezTo>
                      <a:pt x="63" y="146"/>
                      <a:pt x="66" y="140"/>
                      <a:pt x="69" y="135"/>
                    </a:cubicBezTo>
                    <a:cubicBezTo>
                      <a:pt x="69" y="128"/>
                      <a:pt x="73" y="121"/>
                      <a:pt x="76" y="115"/>
                    </a:cubicBezTo>
                    <a:cubicBezTo>
                      <a:pt x="77" y="114"/>
                      <a:pt x="78" y="112"/>
                      <a:pt x="79" y="111"/>
                    </a:cubicBezTo>
                    <a:cubicBezTo>
                      <a:pt x="79" y="110"/>
                      <a:pt x="79" y="110"/>
                      <a:pt x="79" y="110"/>
                    </a:cubicBezTo>
                    <a:cubicBezTo>
                      <a:pt x="79" y="109"/>
                      <a:pt x="79" y="108"/>
                      <a:pt x="79" y="108"/>
                    </a:cubicBezTo>
                    <a:cubicBezTo>
                      <a:pt x="79" y="107"/>
                      <a:pt x="79" y="107"/>
                      <a:pt x="78" y="107"/>
                    </a:cubicBezTo>
                    <a:cubicBezTo>
                      <a:pt x="78" y="106"/>
                      <a:pt x="77" y="105"/>
                      <a:pt x="77" y="105"/>
                    </a:cubicBezTo>
                    <a:cubicBezTo>
                      <a:pt x="77" y="104"/>
                      <a:pt x="76" y="103"/>
                      <a:pt x="76" y="103"/>
                    </a:cubicBezTo>
                    <a:cubicBezTo>
                      <a:pt x="76" y="103"/>
                      <a:pt x="75" y="102"/>
                      <a:pt x="74" y="101"/>
                    </a:cubicBezTo>
                    <a:cubicBezTo>
                      <a:pt x="74" y="101"/>
                      <a:pt x="73" y="101"/>
                      <a:pt x="73" y="100"/>
                    </a:cubicBezTo>
                    <a:cubicBezTo>
                      <a:pt x="72" y="100"/>
                      <a:pt x="72" y="100"/>
                      <a:pt x="71" y="99"/>
                    </a:cubicBezTo>
                    <a:cubicBezTo>
                      <a:pt x="70" y="99"/>
                      <a:pt x="70" y="98"/>
                      <a:pt x="69" y="98"/>
                    </a:cubicBezTo>
                    <a:cubicBezTo>
                      <a:pt x="69" y="98"/>
                      <a:pt x="67" y="98"/>
                      <a:pt x="67" y="97"/>
                    </a:cubicBezTo>
                    <a:cubicBezTo>
                      <a:pt x="66" y="97"/>
                      <a:pt x="65" y="97"/>
                      <a:pt x="65" y="97"/>
                    </a:cubicBezTo>
                    <a:cubicBezTo>
                      <a:pt x="63" y="97"/>
                      <a:pt x="62" y="97"/>
                      <a:pt x="61" y="97"/>
                    </a:cubicBezTo>
                    <a:cubicBezTo>
                      <a:pt x="60" y="97"/>
                      <a:pt x="59" y="97"/>
                      <a:pt x="59" y="97"/>
                    </a:cubicBezTo>
                    <a:cubicBezTo>
                      <a:pt x="58" y="97"/>
                      <a:pt x="57" y="98"/>
                      <a:pt x="56" y="98"/>
                    </a:cubicBezTo>
                    <a:cubicBezTo>
                      <a:pt x="55" y="98"/>
                      <a:pt x="54" y="99"/>
                      <a:pt x="52" y="100"/>
                    </a:cubicBezTo>
                    <a:lnTo>
                      <a:pt x="51" y="100"/>
                    </a:lnTo>
                    <a:cubicBezTo>
                      <a:pt x="49" y="101"/>
                      <a:pt x="48" y="103"/>
                      <a:pt x="46" y="104"/>
                    </a:cubicBezTo>
                    <a:cubicBezTo>
                      <a:pt x="45" y="105"/>
                      <a:pt x="44" y="106"/>
                      <a:pt x="42" y="107"/>
                    </a:cubicBezTo>
                    <a:cubicBezTo>
                      <a:pt x="41" y="109"/>
                      <a:pt x="39" y="111"/>
                      <a:pt x="38" y="113"/>
                    </a:cubicBezTo>
                    <a:cubicBezTo>
                      <a:pt x="36" y="116"/>
                      <a:pt x="34" y="118"/>
                      <a:pt x="33" y="121"/>
                    </a:cubicBezTo>
                    <a:cubicBezTo>
                      <a:pt x="32" y="123"/>
                      <a:pt x="31" y="126"/>
                      <a:pt x="30" y="128"/>
                    </a:cubicBezTo>
                    <a:cubicBezTo>
                      <a:pt x="29" y="131"/>
                      <a:pt x="28" y="134"/>
                      <a:pt x="27" y="138"/>
                    </a:cubicBezTo>
                    <a:cubicBezTo>
                      <a:pt x="27" y="140"/>
                      <a:pt x="26" y="143"/>
                      <a:pt x="26" y="146"/>
                    </a:cubicBezTo>
                    <a:cubicBezTo>
                      <a:pt x="25" y="149"/>
                      <a:pt x="25" y="152"/>
                      <a:pt x="25" y="156"/>
                    </a:cubicBezTo>
                    <a:cubicBezTo>
                      <a:pt x="26" y="158"/>
                      <a:pt x="26" y="160"/>
                      <a:pt x="27" y="162"/>
                    </a:cubicBezTo>
                    <a:cubicBezTo>
                      <a:pt x="27" y="164"/>
                      <a:pt x="28" y="166"/>
                      <a:pt x="28" y="168"/>
                    </a:cubicBezTo>
                    <a:cubicBezTo>
                      <a:pt x="28" y="169"/>
                      <a:pt x="29" y="170"/>
                      <a:pt x="29" y="171"/>
                    </a:cubicBezTo>
                    <a:cubicBezTo>
                      <a:pt x="30" y="171"/>
                      <a:pt x="30" y="172"/>
                      <a:pt x="30" y="172"/>
                    </a:cubicBezTo>
                    <a:lnTo>
                      <a:pt x="30" y="173"/>
                    </a:lnTo>
                    <a:cubicBezTo>
                      <a:pt x="30" y="172"/>
                      <a:pt x="30" y="172"/>
                      <a:pt x="29" y="172"/>
                    </a:cubicBezTo>
                    <a:cubicBezTo>
                      <a:pt x="30" y="172"/>
                      <a:pt x="30" y="173"/>
                      <a:pt x="31" y="174"/>
                    </a:cubicBezTo>
                    <a:lnTo>
                      <a:pt x="32" y="174"/>
                    </a:lnTo>
                    <a:lnTo>
                      <a:pt x="33" y="174"/>
                    </a:lnTo>
                    <a:moveTo>
                      <a:pt x="96" y="219"/>
                    </a:moveTo>
                    <a:cubicBezTo>
                      <a:pt x="89" y="218"/>
                      <a:pt x="84" y="212"/>
                      <a:pt x="85" y="205"/>
                    </a:cubicBezTo>
                    <a:cubicBezTo>
                      <a:pt x="87" y="191"/>
                      <a:pt x="89" y="178"/>
                      <a:pt x="91" y="164"/>
                    </a:cubicBezTo>
                    <a:cubicBezTo>
                      <a:pt x="92" y="156"/>
                      <a:pt x="93" y="147"/>
                      <a:pt x="94" y="139"/>
                    </a:cubicBezTo>
                    <a:cubicBezTo>
                      <a:pt x="94" y="140"/>
                      <a:pt x="92" y="141"/>
                      <a:pt x="92" y="142"/>
                    </a:cubicBezTo>
                    <a:cubicBezTo>
                      <a:pt x="91" y="144"/>
                      <a:pt x="90" y="146"/>
                      <a:pt x="88" y="148"/>
                    </a:cubicBezTo>
                    <a:cubicBezTo>
                      <a:pt x="84" y="156"/>
                      <a:pt x="80" y="163"/>
                      <a:pt x="74" y="170"/>
                    </a:cubicBezTo>
                    <a:cubicBezTo>
                      <a:pt x="70" y="176"/>
                      <a:pt x="64" y="183"/>
                      <a:pt x="57" y="189"/>
                    </a:cubicBezTo>
                    <a:cubicBezTo>
                      <a:pt x="52" y="193"/>
                      <a:pt x="46" y="196"/>
                      <a:pt x="41" y="197"/>
                    </a:cubicBezTo>
                    <a:cubicBezTo>
                      <a:pt x="35" y="199"/>
                      <a:pt x="28" y="199"/>
                      <a:pt x="23" y="197"/>
                    </a:cubicBezTo>
                    <a:cubicBezTo>
                      <a:pt x="17" y="195"/>
                      <a:pt x="13" y="191"/>
                      <a:pt x="10" y="186"/>
                    </a:cubicBezTo>
                    <a:cubicBezTo>
                      <a:pt x="6" y="180"/>
                      <a:pt x="4" y="172"/>
                      <a:pt x="3" y="165"/>
                    </a:cubicBezTo>
                    <a:cubicBezTo>
                      <a:pt x="0" y="152"/>
                      <a:pt x="2" y="138"/>
                      <a:pt x="6" y="125"/>
                    </a:cubicBezTo>
                    <a:cubicBezTo>
                      <a:pt x="10" y="111"/>
                      <a:pt x="17" y="100"/>
                      <a:pt x="27" y="89"/>
                    </a:cubicBezTo>
                    <a:cubicBezTo>
                      <a:pt x="35" y="80"/>
                      <a:pt x="46" y="74"/>
                      <a:pt x="59" y="73"/>
                    </a:cubicBezTo>
                    <a:cubicBezTo>
                      <a:pt x="72" y="72"/>
                      <a:pt x="84" y="76"/>
                      <a:pt x="93" y="86"/>
                    </a:cubicBezTo>
                    <a:cubicBezTo>
                      <a:pt x="94" y="83"/>
                      <a:pt x="95" y="81"/>
                      <a:pt x="96" y="79"/>
                    </a:cubicBezTo>
                    <a:cubicBezTo>
                      <a:pt x="101" y="68"/>
                      <a:pt x="105" y="57"/>
                      <a:pt x="109" y="45"/>
                    </a:cubicBezTo>
                    <a:cubicBezTo>
                      <a:pt x="110" y="40"/>
                      <a:pt x="112" y="34"/>
                      <a:pt x="113" y="29"/>
                    </a:cubicBezTo>
                    <a:cubicBezTo>
                      <a:pt x="113" y="26"/>
                      <a:pt x="115" y="23"/>
                      <a:pt x="115" y="21"/>
                    </a:cubicBezTo>
                    <a:cubicBezTo>
                      <a:pt x="117" y="16"/>
                      <a:pt x="118" y="10"/>
                      <a:pt x="122" y="6"/>
                    </a:cubicBezTo>
                    <a:cubicBezTo>
                      <a:pt x="125" y="2"/>
                      <a:pt x="131" y="0"/>
                      <a:pt x="136" y="2"/>
                    </a:cubicBezTo>
                    <a:cubicBezTo>
                      <a:pt x="141" y="5"/>
                      <a:pt x="144" y="10"/>
                      <a:pt x="143" y="15"/>
                    </a:cubicBezTo>
                    <a:cubicBezTo>
                      <a:pt x="142" y="24"/>
                      <a:pt x="138" y="32"/>
                      <a:pt x="135" y="40"/>
                    </a:cubicBezTo>
                    <a:cubicBezTo>
                      <a:pt x="134" y="42"/>
                      <a:pt x="133" y="44"/>
                      <a:pt x="133" y="46"/>
                    </a:cubicBezTo>
                    <a:cubicBezTo>
                      <a:pt x="131" y="51"/>
                      <a:pt x="130" y="57"/>
                      <a:pt x="129" y="62"/>
                    </a:cubicBezTo>
                    <a:cubicBezTo>
                      <a:pt x="120" y="109"/>
                      <a:pt x="114" y="156"/>
                      <a:pt x="110" y="203"/>
                    </a:cubicBezTo>
                    <a:cubicBezTo>
                      <a:pt x="110" y="205"/>
                      <a:pt x="110" y="207"/>
                      <a:pt x="109" y="209"/>
                    </a:cubicBezTo>
                    <a:cubicBezTo>
                      <a:pt x="109" y="215"/>
                      <a:pt x="103" y="219"/>
                      <a:pt x="97" y="219"/>
                    </a:cubicBezTo>
                    <a:lnTo>
                      <a:pt x="96" y="21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" name="Google Shape;625;p7"/>
              <p:cNvSpPr/>
              <p:nvPr/>
            </p:nvSpPr>
            <p:spPr>
              <a:xfrm>
                <a:off x="770760" y="497520"/>
                <a:ext cx="53640" cy="117720"/>
              </a:xfrm>
              <a:custGeom>
                <a:avLst/>
                <a:gdLst/>
                <a:ahLst/>
                <a:cxnLst/>
                <a:rect l="l" t="t" r="r" b="b"/>
                <a:pathLst>
                  <a:path w="149" h="327" extrusionOk="0">
                    <a:moveTo>
                      <a:pt x="55" y="302"/>
                    </a:moveTo>
                    <a:lnTo>
                      <a:pt x="56" y="302"/>
                    </a:lnTo>
                    <a:lnTo>
                      <a:pt x="55" y="302"/>
                    </a:lnTo>
                    <a:cubicBezTo>
                      <a:pt x="56" y="302"/>
                      <a:pt x="57" y="302"/>
                      <a:pt x="58" y="302"/>
                    </a:cubicBezTo>
                    <a:cubicBezTo>
                      <a:pt x="58" y="301"/>
                      <a:pt x="59" y="301"/>
                      <a:pt x="59" y="301"/>
                    </a:cubicBezTo>
                    <a:cubicBezTo>
                      <a:pt x="60" y="300"/>
                      <a:pt x="60" y="300"/>
                      <a:pt x="61" y="300"/>
                    </a:cubicBezTo>
                    <a:lnTo>
                      <a:pt x="60" y="300"/>
                    </a:lnTo>
                    <a:cubicBezTo>
                      <a:pt x="61" y="300"/>
                      <a:pt x="61" y="299"/>
                      <a:pt x="62" y="299"/>
                    </a:cubicBezTo>
                    <a:cubicBezTo>
                      <a:pt x="62" y="299"/>
                      <a:pt x="62" y="298"/>
                      <a:pt x="63" y="298"/>
                    </a:cubicBezTo>
                    <a:cubicBezTo>
                      <a:pt x="63" y="297"/>
                      <a:pt x="64" y="297"/>
                      <a:pt x="64" y="297"/>
                    </a:cubicBezTo>
                    <a:cubicBezTo>
                      <a:pt x="64" y="296"/>
                      <a:pt x="65" y="295"/>
                      <a:pt x="65" y="294"/>
                    </a:cubicBezTo>
                    <a:cubicBezTo>
                      <a:pt x="66" y="292"/>
                      <a:pt x="67" y="291"/>
                      <a:pt x="67" y="289"/>
                    </a:cubicBezTo>
                    <a:cubicBezTo>
                      <a:pt x="69" y="286"/>
                      <a:pt x="69" y="282"/>
                      <a:pt x="71" y="278"/>
                    </a:cubicBezTo>
                    <a:cubicBezTo>
                      <a:pt x="76" y="253"/>
                      <a:pt x="78" y="227"/>
                      <a:pt x="81" y="201"/>
                    </a:cubicBezTo>
                    <a:cubicBezTo>
                      <a:pt x="81" y="190"/>
                      <a:pt x="82" y="178"/>
                      <a:pt x="83" y="166"/>
                    </a:cubicBezTo>
                    <a:cubicBezTo>
                      <a:pt x="84" y="158"/>
                      <a:pt x="85" y="150"/>
                      <a:pt x="86" y="142"/>
                    </a:cubicBezTo>
                    <a:cubicBezTo>
                      <a:pt x="74" y="156"/>
                      <a:pt x="62" y="169"/>
                      <a:pt x="51" y="184"/>
                    </a:cubicBezTo>
                    <a:cubicBezTo>
                      <a:pt x="47" y="191"/>
                      <a:pt x="43" y="197"/>
                      <a:pt x="40" y="204"/>
                    </a:cubicBezTo>
                    <a:cubicBezTo>
                      <a:pt x="36" y="211"/>
                      <a:pt x="33" y="219"/>
                      <a:pt x="30" y="226"/>
                    </a:cubicBezTo>
                    <a:cubicBezTo>
                      <a:pt x="28" y="232"/>
                      <a:pt x="27" y="236"/>
                      <a:pt x="26" y="242"/>
                    </a:cubicBezTo>
                    <a:cubicBezTo>
                      <a:pt x="25" y="246"/>
                      <a:pt x="24" y="250"/>
                      <a:pt x="24" y="253"/>
                    </a:cubicBezTo>
                    <a:cubicBezTo>
                      <a:pt x="23" y="257"/>
                      <a:pt x="23" y="260"/>
                      <a:pt x="23" y="262"/>
                    </a:cubicBezTo>
                    <a:cubicBezTo>
                      <a:pt x="24" y="265"/>
                      <a:pt x="24" y="268"/>
                      <a:pt x="25" y="271"/>
                    </a:cubicBezTo>
                    <a:cubicBezTo>
                      <a:pt x="25" y="273"/>
                      <a:pt x="26" y="275"/>
                      <a:pt x="26" y="277"/>
                    </a:cubicBezTo>
                    <a:cubicBezTo>
                      <a:pt x="27" y="279"/>
                      <a:pt x="28" y="281"/>
                      <a:pt x="28" y="282"/>
                    </a:cubicBezTo>
                    <a:cubicBezTo>
                      <a:pt x="29" y="283"/>
                      <a:pt x="30" y="285"/>
                      <a:pt x="31" y="287"/>
                    </a:cubicBezTo>
                    <a:cubicBezTo>
                      <a:pt x="32" y="288"/>
                      <a:pt x="33" y="289"/>
                      <a:pt x="34" y="291"/>
                    </a:cubicBezTo>
                    <a:cubicBezTo>
                      <a:pt x="35" y="292"/>
                      <a:pt x="36" y="293"/>
                      <a:pt x="37" y="294"/>
                    </a:cubicBezTo>
                    <a:cubicBezTo>
                      <a:pt x="38" y="295"/>
                      <a:pt x="39" y="296"/>
                      <a:pt x="40" y="297"/>
                    </a:cubicBezTo>
                    <a:cubicBezTo>
                      <a:pt x="42" y="298"/>
                      <a:pt x="43" y="299"/>
                      <a:pt x="44" y="299"/>
                    </a:cubicBezTo>
                    <a:cubicBezTo>
                      <a:pt x="46" y="300"/>
                      <a:pt x="47" y="300"/>
                      <a:pt x="48" y="301"/>
                    </a:cubicBezTo>
                    <a:cubicBezTo>
                      <a:pt x="49" y="301"/>
                      <a:pt x="50" y="302"/>
                      <a:pt x="51" y="302"/>
                    </a:cubicBezTo>
                    <a:cubicBezTo>
                      <a:pt x="51" y="302"/>
                      <a:pt x="52" y="302"/>
                      <a:pt x="53" y="302"/>
                    </a:cubicBezTo>
                    <a:cubicBezTo>
                      <a:pt x="54" y="302"/>
                      <a:pt x="54" y="302"/>
                      <a:pt x="55" y="302"/>
                    </a:cubicBezTo>
                    <a:lnTo>
                      <a:pt x="56" y="302"/>
                    </a:lnTo>
                    <a:lnTo>
                      <a:pt x="55" y="302"/>
                    </a:lnTo>
                    <a:moveTo>
                      <a:pt x="45" y="325"/>
                    </a:moveTo>
                    <a:cubicBezTo>
                      <a:pt x="30" y="321"/>
                      <a:pt x="18" y="311"/>
                      <a:pt x="10" y="298"/>
                    </a:cubicBezTo>
                    <a:cubicBezTo>
                      <a:pt x="1" y="284"/>
                      <a:pt x="0" y="267"/>
                      <a:pt x="1" y="250"/>
                    </a:cubicBezTo>
                    <a:cubicBezTo>
                      <a:pt x="2" y="233"/>
                      <a:pt x="9" y="216"/>
                      <a:pt x="16" y="200"/>
                    </a:cubicBezTo>
                    <a:cubicBezTo>
                      <a:pt x="28" y="177"/>
                      <a:pt x="44" y="156"/>
                      <a:pt x="61" y="137"/>
                    </a:cubicBezTo>
                    <a:cubicBezTo>
                      <a:pt x="71" y="126"/>
                      <a:pt x="81" y="115"/>
                      <a:pt x="91" y="104"/>
                    </a:cubicBezTo>
                    <a:cubicBezTo>
                      <a:pt x="91" y="103"/>
                      <a:pt x="91" y="102"/>
                      <a:pt x="92" y="101"/>
                    </a:cubicBezTo>
                    <a:cubicBezTo>
                      <a:pt x="92" y="102"/>
                      <a:pt x="91" y="102"/>
                      <a:pt x="91" y="103"/>
                    </a:cubicBezTo>
                    <a:cubicBezTo>
                      <a:pt x="92" y="97"/>
                      <a:pt x="93" y="92"/>
                      <a:pt x="95" y="87"/>
                    </a:cubicBezTo>
                    <a:cubicBezTo>
                      <a:pt x="90" y="91"/>
                      <a:pt x="87" y="96"/>
                      <a:pt x="83" y="101"/>
                    </a:cubicBezTo>
                    <a:cubicBezTo>
                      <a:pt x="78" y="107"/>
                      <a:pt x="73" y="113"/>
                      <a:pt x="67" y="119"/>
                    </a:cubicBezTo>
                    <a:cubicBezTo>
                      <a:pt x="62" y="123"/>
                      <a:pt x="55" y="128"/>
                      <a:pt x="48" y="129"/>
                    </a:cubicBezTo>
                    <a:cubicBezTo>
                      <a:pt x="43" y="130"/>
                      <a:pt x="36" y="128"/>
                      <a:pt x="32" y="124"/>
                    </a:cubicBezTo>
                    <a:cubicBezTo>
                      <a:pt x="30" y="122"/>
                      <a:pt x="28" y="120"/>
                      <a:pt x="27" y="117"/>
                    </a:cubicBezTo>
                    <a:cubicBezTo>
                      <a:pt x="25" y="113"/>
                      <a:pt x="25" y="109"/>
                      <a:pt x="25" y="105"/>
                    </a:cubicBezTo>
                    <a:cubicBezTo>
                      <a:pt x="25" y="101"/>
                      <a:pt x="26" y="96"/>
                      <a:pt x="26" y="91"/>
                    </a:cubicBezTo>
                    <a:cubicBezTo>
                      <a:pt x="27" y="88"/>
                      <a:pt x="27" y="85"/>
                      <a:pt x="28" y="82"/>
                    </a:cubicBezTo>
                    <a:cubicBezTo>
                      <a:pt x="28" y="76"/>
                      <a:pt x="29" y="70"/>
                      <a:pt x="30" y="64"/>
                    </a:cubicBezTo>
                    <a:cubicBezTo>
                      <a:pt x="33" y="50"/>
                      <a:pt x="36" y="36"/>
                      <a:pt x="41" y="22"/>
                    </a:cubicBezTo>
                    <a:cubicBezTo>
                      <a:pt x="44" y="14"/>
                      <a:pt x="50" y="0"/>
                      <a:pt x="62" y="2"/>
                    </a:cubicBezTo>
                    <a:cubicBezTo>
                      <a:pt x="69" y="3"/>
                      <a:pt x="75" y="11"/>
                      <a:pt x="72" y="18"/>
                    </a:cubicBezTo>
                    <a:cubicBezTo>
                      <a:pt x="71" y="21"/>
                      <a:pt x="69" y="24"/>
                      <a:pt x="67" y="25"/>
                    </a:cubicBezTo>
                    <a:cubicBezTo>
                      <a:pt x="67" y="26"/>
                      <a:pt x="67" y="26"/>
                      <a:pt x="67" y="26"/>
                    </a:cubicBezTo>
                    <a:cubicBezTo>
                      <a:pt x="65" y="29"/>
                      <a:pt x="63" y="33"/>
                      <a:pt x="62" y="37"/>
                    </a:cubicBezTo>
                    <a:cubicBezTo>
                      <a:pt x="61" y="41"/>
                      <a:pt x="60" y="45"/>
                      <a:pt x="58" y="49"/>
                    </a:cubicBezTo>
                    <a:cubicBezTo>
                      <a:pt x="57" y="52"/>
                      <a:pt x="56" y="56"/>
                      <a:pt x="55" y="60"/>
                    </a:cubicBezTo>
                    <a:cubicBezTo>
                      <a:pt x="54" y="66"/>
                      <a:pt x="53" y="70"/>
                      <a:pt x="53" y="76"/>
                    </a:cubicBezTo>
                    <a:cubicBezTo>
                      <a:pt x="52" y="81"/>
                      <a:pt x="51" y="87"/>
                      <a:pt x="50" y="92"/>
                    </a:cubicBezTo>
                    <a:cubicBezTo>
                      <a:pt x="50" y="95"/>
                      <a:pt x="50" y="99"/>
                      <a:pt x="50" y="102"/>
                    </a:cubicBezTo>
                    <a:cubicBezTo>
                      <a:pt x="50" y="101"/>
                      <a:pt x="51" y="101"/>
                      <a:pt x="52" y="100"/>
                    </a:cubicBezTo>
                    <a:cubicBezTo>
                      <a:pt x="51" y="101"/>
                      <a:pt x="51" y="101"/>
                      <a:pt x="51" y="101"/>
                    </a:cubicBezTo>
                    <a:cubicBezTo>
                      <a:pt x="54" y="98"/>
                      <a:pt x="57" y="95"/>
                      <a:pt x="60" y="92"/>
                    </a:cubicBezTo>
                    <a:lnTo>
                      <a:pt x="60" y="93"/>
                    </a:lnTo>
                    <a:cubicBezTo>
                      <a:pt x="69" y="81"/>
                      <a:pt x="79" y="69"/>
                      <a:pt x="88" y="57"/>
                    </a:cubicBezTo>
                    <a:cubicBezTo>
                      <a:pt x="92" y="50"/>
                      <a:pt x="96" y="44"/>
                      <a:pt x="100" y="38"/>
                    </a:cubicBezTo>
                    <a:cubicBezTo>
                      <a:pt x="105" y="30"/>
                      <a:pt x="109" y="22"/>
                      <a:pt x="114" y="15"/>
                    </a:cubicBezTo>
                    <a:cubicBezTo>
                      <a:pt x="118" y="11"/>
                      <a:pt x="124" y="10"/>
                      <a:pt x="128" y="12"/>
                    </a:cubicBezTo>
                    <a:cubicBezTo>
                      <a:pt x="134" y="14"/>
                      <a:pt x="136" y="19"/>
                      <a:pt x="135" y="24"/>
                    </a:cubicBezTo>
                    <a:cubicBezTo>
                      <a:pt x="135" y="29"/>
                      <a:pt x="134" y="32"/>
                      <a:pt x="132" y="36"/>
                    </a:cubicBezTo>
                    <a:cubicBezTo>
                      <a:pt x="128" y="47"/>
                      <a:pt x="125" y="58"/>
                      <a:pt x="122" y="69"/>
                    </a:cubicBezTo>
                    <a:cubicBezTo>
                      <a:pt x="124" y="67"/>
                      <a:pt x="126" y="64"/>
                      <a:pt x="128" y="62"/>
                    </a:cubicBezTo>
                    <a:cubicBezTo>
                      <a:pt x="132" y="58"/>
                      <a:pt x="138" y="57"/>
                      <a:pt x="143" y="61"/>
                    </a:cubicBezTo>
                    <a:cubicBezTo>
                      <a:pt x="147" y="64"/>
                      <a:pt x="148" y="71"/>
                      <a:pt x="145" y="76"/>
                    </a:cubicBezTo>
                    <a:cubicBezTo>
                      <a:pt x="134" y="87"/>
                      <a:pt x="123" y="99"/>
                      <a:pt x="113" y="112"/>
                    </a:cubicBezTo>
                    <a:cubicBezTo>
                      <a:pt x="111" y="116"/>
                      <a:pt x="111" y="121"/>
                      <a:pt x="110" y="126"/>
                    </a:cubicBezTo>
                    <a:cubicBezTo>
                      <a:pt x="109" y="131"/>
                      <a:pt x="109" y="135"/>
                      <a:pt x="108" y="141"/>
                    </a:cubicBezTo>
                    <a:cubicBezTo>
                      <a:pt x="106" y="154"/>
                      <a:pt x="105" y="166"/>
                      <a:pt x="104" y="180"/>
                    </a:cubicBezTo>
                    <a:cubicBezTo>
                      <a:pt x="102" y="205"/>
                      <a:pt x="100" y="231"/>
                      <a:pt x="96" y="256"/>
                    </a:cubicBezTo>
                    <a:cubicBezTo>
                      <a:pt x="96" y="262"/>
                      <a:pt x="95" y="269"/>
                      <a:pt x="94" y="275"/>
                    </a:cubicBezTo>
                    <a:cubicBezTo>
                      <a:pt x="92" y="288"/>
                      <a:pt x="90" y="300"/>
                      <a:pt x="83" y="311"/>
                    </a:cubicBezTo>
                    <a:cubicBezTo>
                      <a:pt x="76" y="321"/>
                      <a:pt x="65" y="326"/>
                      <a:pt x="54" y="326"/>
                    </a:cubicBezTo>
                    <a:cubicBezTo>
                      <a:pt x="51" y="326"/>
                      <a:pt x="48" y="325"/>
                      <a:pt x="45" y="3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" name="Google Shape;626;p7"/>
              <p:cNvSpPr/>
              <p:nvPr/>
            </p:nvSpPr>
            <p:spPr>
              <a:xfrm>
                <a:off x="830880" y="450360"/>
                <a:ext cx="64800" cy="92160"/>
              </a:xfrm>
              <a:custGeom>
                <a:avLst/>
                <a:gdLst/>
                <a:ahLst/>
                <a:cxnLst/>
                <a:rect l="l" t="t" r="r" b="b"/>
                <a:pathLst>
                  <a:path w="180" h="256" extrusionOk="0">
                    <a:moveTo>
                      <a:pt x="102" y="179"/>
                    </a:moveTo>
                    <a:cubicBezTo>
                      <a:pt x="103" y="176"/>
                      <a:pt x="103" y="172"/>
                      <a:pt x="105" y="168"/>
                    </a:cubicBezTo>
                    <a:cubicBezTo>
                      <a:pt x="103" y="169"/>
                      <a:pt x="103" y="171"/>
                      <a:pt x="102" y="172"/>
                    </a:cubicBezTo>
                    <a:cubicBezTo>
                      <a:pt x="102" y="174"/>
                      <a:pt x="102" y="176"/>
                      <a:pt x="102" y="178"/>
                    </a:cubicBezTo>
                    <a:cubicBezTo>
                      <a:pt x="102" y="179"/>
                      <a:pt x="102" y="179"/>
                      <a:pt x="102" y="179"/>
                    </a:cubicBezTo>
                    <a:moveTo>
                      <a:pt x="27" y="213"/>
                    </a:moveTo>
                    <a:lnTo>
                      <a:pt x="28" y="213"/>
                    </a:lnTo>
                    <a:cubicBezTo>
                      <a:pt x="29" y="213"/>
                      <a:pt x="29" y="213"/>
                      <a:pt x="30" y="213"/>
                    </a:cubicBezTo>
                    <a:cubicBezTo>
                      <a:pt x="31" y="212"/>
                      <a:pt x="32" y="212"/>
                      <a:pt x="34" y="212"/>
                    </a:cubicBezTo>
                    <a:cubicBezTo>
                      <a:pt x="35" y="211"/>
                      <a:pt x="37" y="210"/>
                      <a:pt x="38" y="209"/>
                    </a:cubicBezTo>
                    <a:cubicBezTo>
                      <a:pt x="41" y="207"/>
                      <a:pt x="43" y="205"/>
                      <a:pt x="45" y="204"/>
                    </a:cubicBezTo>
                    <a:cubicBezTo>
                      <a:pt x="50" y="200"/>
                      <a:pt x="55" y="195"/>
                      <a:pt x="59" y="191"/>
                    </a:cubicBezTo>
                    <a:cubicBezTo>
                      <a:pt x="65" y="183"/>
                      <a:pt x="71" y="176"/>
                      <a:pt x="77" y="168"/>
                    </a:cubicBezTo>
                    <a:cubicBezTo>
                      <a:pt x="77" y="167"/>
                      <a:pt x="77" y="167"/>
                      <a:pt x="77" y="166"/>
                    </a:cubicBezTo>
                    <a:cubicBezTo>
                      <a:pt x="76" y="165"/>
                      <a:pt x="76" y="163"/>
                      <a:pt x="76" y="162"/>
                    </a:cubicBezTo>
                    <a:cubicBezTo>
                      <a:pt x="75" y="160"/>
                      <a:pt x="75" y="160"/>
                      <a:pt x="74" y="159"/>
                    </a:cubicBezTo>
                    <a:cubicBezTo>
                      <a:pt x="74" y="158"/>
                      <a:pt x="73" y="157"/>
                      <a:pt x="73" y="156"/>
                    </a:cubicBezTo>
                    <a:cubicBezTo>
                      <a:pt x="72" y="155"/>
                      <a:pt x="72" y="155"/>
                      <a:pt x="71" y="154"/>
                    </a:cubicBezTo>
                    <a:lnTo>
                      <a:pt x="71" y="155"/>
                    </a:lnTo>
                    <a:cubicBezTo>
                      <a:pt x="71" y="154"/>
                      <a:pt x="71" y="154"/>
                      <a:pt x="71" y="153"/>
                    </a:cubicBezTo>
                    <a:cubicBezTo>
                      <a:pt x="70" y="153"/>
                      <a:pt x="70" y="153"/>
                      <a:pt x="70" y="152"/>
                    </a:cubicBezTo>
                    <a:cubicBezTo>
                      <a:pt x="69" y="152"/>
                      <a:pt x="69" y="152"/>
                      <a:pt x="69" y="152"/>
                    </a:cubicBezTo>
                    <a:cubicBezTo>
                      <a:pt x="68" y="152"/>
                      <a:pt x="68" y="152"/>
                      <a:pt x="67" y="152"/>
                    </a:cubicBezTo>
                    <a:cubicBezTo>
                      <a:pt x="67" y="151"/>
                      <a:pt x="67" y="151"/>
                      <a:pt x="66" y="151"/>
                    </a:cubicBezTo>
                    <a:lnTo>
                      <a:pt x="65" y="151"/>
                    </a:lnTo>
                    <a:cubicBezTo>
                      <a:pt x="64" y="151"/>
                      <a:pt x="64" y="151"/>
                      <a:pt x="63" y="151"/>
                    </a:cubicBezTo>
                    <a:lnTo>
                      <a:pt x="62" y="151"/>
                    </a:lnTo>
                    <a:cubicBezTo>
                      <a:pt x="62" y="151"/>
                      <a:pt x="61" y="151"/>
                      <a:pt x="60" y="152"/>
                    </a:cubicBezTo>
                    <a:cubicBezTo>
                      <a:pt x="59" y="152"/>
                      <a:pt x="58" y="152"/>
                      <a:pt x="57" y="153"/>
                    </a:cubicBezTo>
                    <a:cubicBezTo>
                      <a:pt x="56" y="153"/>
                      <a:pt x="55" y="153"/>
                      <a:pt x="55" y="154"/>
                    </a:cubicBezTo>
                    <a:cubicBezTo>
                      <a:pt x="53" y="155"/>
                      <a:pt x="52" y="156"/>
                      <a:pt x="51" y="156"/>
                    </a:cubicBezTo>
                    <a:cubicBezTo>
                      <a:pt x="49" y="158"/>
                      <a:pt x="48" y="160"/>
                      <a:pt x="46" y="161"/>
                    </a:cubicBezTo>
                    <a:cubicBezTo>
                      <a:pt x="44" y="164"/>
                      <a:pt x="42" y="166"/>
                      <a:pt x="39" y="169"/>
                    </a:cubicBezTo>
                    <a:cubicBezTo>
                      <a:pt x="37" y="173"/>
                      <a:pt x="35" y="176"/>
                      <a:pt x="33" y="180"/>
                    </a:cubicBezTo>
                    <a:cubicBezTo>
                      <a:pt x="31" y="183"/>
                      <a:pt x="30" y="187"/>
                      <a:pt x="28" y="190"/>
                    </a:cubicBezTo>
                    <a:cubicBezTo>
                      <a:pt x="27" y="194"/>
                      <a:pt x="26" y="198"/>
                      <a:pt x="25" y="201"/>
                    </a:cubicBezTo>
                    <a:cubicBezTo>
                      <a:pt x="25" y="204"/>
                      <a:pt x="25" y="205"/>
                      <a:pt x="25" y="208"/>
                    </a:cubicBezTo>
                    <a:cubicBezTo>
                      <a:pt x="24" y="208"/>
                      <a:pt x="24" y="209"/>
                      <a:pt x="24" y="210"/>
                    </a:cubicBezTo>
                    <a:cubicBezTo>
                      <a:pt x="25" y="211"/>
                      <a:pt x="25" y="211"/>
                      <a:pt x="25" y="212"/>
                    </a:cubicBezTo>
                    <a:cubicBezTo>
                      <a:pt x="25" y="213"/>
                      <a:pt x="25" y="213"/>
                      <a:pt x="25" y="213"/>
                    </a:cubicBezTo>
                    <a:cubicBezTo>
                      <a:pt x="26" y="213"/>
                      <a:pt x="26" y="213"/>
                      <a:pt x="26" y="213"/>
                    </a:cubicBezTo>
                    <a:cubicBezTo>
                      <a:pt x="27" y="213"/>
                      <a:pt x="27" y="213"/>
                      <a:pt x="27" y="213"/>
                    </a:cubicBezTo>
                    <a:moveTo>
                      <a:pt x="100" y="255"/>
                    </a:moveTo>
                    <a:cubicBezTo>
                      <a:pt x="96" y="255"/>
                      <a:pt x="94" y="252"/>
                      <a:pt x="91" y="250"/>
                    </a:cubicBezTo>
                    <a:cubicBezTo>
                      <a:pt x="89" y="247"/>
                      <a:pt x="89" y="243"/>
                      <a:pt x="90" y="239"/>
                    </a:cubicBezTo>
                    <a:cubicBezTo>
                      <a:pt x="91" y="234"/>
                      <a:pt x="92" y="229"/>
                      <a:pt x="93" y="223"/>
                    </a:cubicBezTo>
                    <a:cubicBezTo>
                      <a:pt x="93" y="224"/>
                      <a:pt x="93" y="225"/>
                      <a:pt x="92" y="225"/>
                    </a:cubicBezTo>
                    <a:cubicBezTo>
                      <a:pt x="94" y="222"/>
                      <a:pt x="94" y="218"/>
                      <a:pt x="95" y="215"/>
                    </a:cubicBezTo>
                    <a:cubicBezTo>
                      <a:pt x="96" y="211"/>
                      <a:pt x="96" y="206"/>
                      <a:pt x="98" y="202"/>
                    </a:cubicBezTo>
                    <a:cubicBezTo>
                      <a:pt x="96" y="208"/>
                      <a:pt x="90" y="212"/>
                      <a:pt x="84" y="211"/>
                    </a:cubicBezTo>
                    <a:cubicBezTo>
                      <a:pt x="81" y="211"/>
                      <a:pt x="78" y="209"/>
                      <a:pt x="76" y="207"/>
                    </a:cubicBezTo>
                    <a:cubicBezTo>
                      <a:pt x="67" y="216"/>
                      <a:pt x="58" y="225"/>
                      <a:pt x="47" y="232"/>
                    </a:cubicBezTo>
                    <a:cubicBezTo>
                      <a:pt x="41" y="236"/>
                      <a:pt x="33" y="238"/>
                      <a:pt x="25" y="238"/>
                    </a:cubicBezTo>
                    <a:cubicBezTo>
                      <a:pt x="18" y="238"/>
                      <a:pt x="10" y="234"/>
                      <a:pt x="6" y="229"/>
                    </a:cubicBezTo>
                    <a:cubicBezTo>
                      <a:pt x="4" y="226"/>
                      <a:pt x="3" y="223"/>
                      <a:pt x="2" y="220"/>
                    </a:cubicBezTo>
                    <a:cubicBezTo>
                      <a:pt x="1" y="217"/>
                      <a:pt x="0" y="213"/>
                      <a:pt x="0" y="211"/>
                    </a:cubicBezTo>
                    <a:cubicBezTo>
                      <a:pt x="0" y="207"/>
                      <a:pt x="1" y="203"/>
                      <a:pt x="2" y="200"/>
                    </a:cubicBezTo>
                    <a:cubicBezTo>
                      <a:pt x="2" y="195"/>
                      <a:pt x="3" y="191"/>
                      <a:pt x="5" y="186"/>
                    </a:cubicBezTo>
                    <a:cubicBezTo>
                      <a:pt x="10" y="171"/>
                      <a:pt x="18" y="156"/>
                      <a:pt x="29" y="145"/>
                    </a:cubicBezTo>
                    <a:cubicBezTo>
                      <a:pt x="34" y="139"/>
                      <a:pt x="40" y="134"/>
                      <a:pt x="47" y="131"/>
                    </a:cubicBezTo>
                    <a:cubicBezTo>
                      <a:pt x="54" y="127"/>
                      <a:pt x="62" y="126"/>
                      <a:pt x="70" y="127"/>
                    </a:cubicBezTo>
                    <a:cubicBezTo>
                      <a:pt x="76" y="128"/>
                      <a:pt x="84" y="131"/>
                      <a:pt x="88" y="136"/>
                    </a:cubicBezTo>
                    <a:cubicBezTo>
                      <a:pt x="91" y="138"/>
                      <a:pt x="92" y="141"/>
                      <a:pt x="94" y="144"/>
                    </a:cubicBezTo>
                    <a:cubicBezTo>
                      <a:pt x="96" y="140"/>
                      <a:pt x="99" y="136"/>
                      <a:pt x="101" y="133"/>
                    </a:cubicBezTo>
                    <a:cubicBezTo>
                      <a:pt x="103" y="128"/>
                      <a:pt x="105" y="124"/>
                      <a:pt x="108" y="120"/>
                    </a:cubicBezTo>
                    <a:cubicBezTo>
                      <a:pt x="110" y="116"/>
                      <a:pt x="113" y="112"/>
                      <a:pt x="115" y="108"/>
                    </a:cubicBezTo>
                    <a:lnTo>
                      <a:pt x="115" y="109"/>
                    </a:lnTo>
                    <a:cubicBezTo>
                      <a:pt x="117" y="105"/>
                      <a:pt x="119" y="100"/>
                      <a:pt x="122" y="96"/>
                    </a:cubicBezTo>
                    <a:cubicBezTo>
                      <a:pt x="124" y="85"/>
                      <a:pt x="127" y="75"/>
                      <a:pt x="130" y="65"/>
                    </a:cubicBezTo>
                    <a:cubicBezTo>
                      <a:pt x="132" y="58"/>
                      <a:pt x="135" y="51"/>
                      <a:pt x="137" y="44"/>
                    </a:cubicBezTo>
                    <a:cubicBezTo>
                      <a:pt x="140" y="36"/>
                      <a:pt x="143" y="29"/>
                      <a:pt x="147" y="21"/>
                    </a:cubicBezTo>
                    <a:cubicBezTo>
                      <a:pt x="148" y="18"/>
                      <a:pt x="150" y="14"/>
                      <a:pt x="152" y="11"/>
                    </a:cubicBezTo>
                    <a:cubicBezTo>
                      <a:pt x="154" y="9"/>
                      <a:pt x="155" y="7"/>
                      <a:pt x="157" y="6"/>
                    </a:cubicBezTo>
                    <a:cubicBezTo>
                      <a:pt x="158" y="5"/>
                      <a:pt x="160" y="4"/>
                      <a:pt x="162" y="3"/>
                    </a:cubicBezTo>
                    <a:cubicBezTo>
                      <a:pt x="169" y="0"/>
                      <a:pt x="176" y="5"/>
                      <a:pt x="178" y="11"/>
                    </a:cubicBezTo>
                    <a:cubicBezTo>
                      <a:pt x="179" y="14"/>
                      <a:pt x="179" y="17"/>
                      <a:pt x="179" y="20"/>
                    </a:cubicBezTo>
                    <a:cubicBezTo>
                      <a:pt x="179" y="24"/>
                      <a:pt x="177" y="28"/>
                      <a:pt x="175" y="31"/>
                    </a:cubicBezTo>
                    <a:cubicBezTo>
                      <a:pt x="174" y="34"/>
                      <a:pt x="173" y="37"/>
                      <a:pt x="171" y="40"/>
                    </a:cubicBezTo>
                    <a:cubicBezTo>
                      <a:pt x="168" y="47"/>
                      <a:pt x="166" y="53"/>
                      <a:pt x="163" y="60"/>
                    </a:cubicBezTo>
                    <a:cubicBezTo>
                      <a:pt x="158" y="71"/>
                      <a:pt x="152" y="83"/>
                      <a:pt x="146" y="95"/>
                    </a:cubicBezTo>
                    <a:cubicBezTo>
                      <a:pt x="145" y="96"/>
                      <a:pt x="144" y="99"/>
                      <a:pt x="144" y="100"/>
                    </a:cubicBezTo>
                    <a:cubicBezTo>
                      <a:pt x="139" y="116"/>
                      <a:pt x="135" y="133"/>
                      <a:pt x="131" y="148"/>
                    </a:cubicBezTo>
                    <a:lnTo>
                      <a:pt x="132" y="147"/>
                    </a:lnTo>
                    <a:cubicBezTo>
                      <a:pt x="130" y="155"/>
                      <a:pt x="129" y="162"/>
                      <a:pt x="127" y="170"/>
                    </a:cubicBezTo>
                    <a:lnTo>
                      <a:pt x="127" y="169"/>
                    </a:lnTo>
                    <a:cubicBezTo>
                      <a:pt x="122" y="194"/>
                      <a:pt x="117" y="219"/>
                      <a:pt x="114" y="244"/>
                    </a:cubicBezTo>
                    <a:cubicBezTo>
                      <a:pt x="113" y="251"/>
                      <a:pt x="108" y="255"/>
                      <a:pt x="102" y="255"/>
                    </a:cubicBezTo>
                    <a:cubicBezTo>
                      <a:pt x="101" y="255"/>
                      <a:pt x="101" y="255"/>
                      <a:pt x="100" y="25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" name="Google Shape;627;p7"/>
              <p:cNvSpPr/>
              <p:nvPr/>
            </p:nvSpPr>
            <p:spPr>
              <a:xfrm>
                <a:off x="901440" y="498960"/>
                <a:ext cx="38520" cy="55080"/>
              </a:xfrm>
              <a:custGeom>
                <a:avLst/>
                <a:gdLst/>
                <a:ahLst/>
                <a:cxnLst/>
                <a:rect l="l" t="t" r="r" b="b"/>
                <a:pathLst>
                  <a:path w="107" h="153" extrusionOk="0">
                    <a:moveTo>
                      <a:pt x="16" y="148"/>
                    </a:moveTo>
                    <a:cubicBezTo>
                      <a:pt x="11" y="145"/>
                      <a:pt x="6" y="141"/>
                      <a:pt x="3" y="136"/>
                    </a:cubicBezTo>
                    <a:cubicBezTo>
                      <a:pt x="2" y="133"/>
                      <a:pt x="1" y="131"/>
                      <a:pt x="0" y="128"/>
                    </a:cubicBezTo>
                    <a:cubicBezTo>
                      <a:pt x="0" y="124"/>
                      <a:pt x="0" y="122"/>
                      <a:pt x="1" y="119"/>
                    </a:cubicBezTo>
                    <a:cubicBezTo>
                      <a:pt x="2" y="108"/>
                      <a:pt x="11" y="101"/>
                      <a:pt x="18" y="93"/>
                    </a:cubicBezTo>
                    <a:cubicBezTo>
                      <a:pt x="21" y="90"/>
                      <a:pt x="24" y="86"/>
                      <a:pt x="28" y="83"/>
                    </a:cubicBezTo>
                    <a:cubicBezTo>
                      <a:pt x="36" y="75"/>
                      <a:pt x="44" y="67"/>
                      <a:pt x="53" y="59"/>
                    </a:cubicBezTo>
                    <a:cubicBezTo>
                      <a:pt x="55" y="55"/>
                      <a:pt x="59" y="51"/>
                      <a:pt x="62" y="47"/>
                    </a:cubicBezTo>
                    <a:cubicBezTo>
                      <a:pt x="64" y="45"/>
                      <a:pt x="65" y="42"/>
                      <a:pt x="67" y="39"/>
                    </a:cubicBezTo>
                    <a:cubicBezTo>
                      <a:pt x="67" y="38"/>
                      <a:pt x="68" y="37"/>
                      <a:pt x="68" y="36"/>
                    </a:cubicBezTo>
                    <a:cubicBezTo>
                      <a:pt x="68" y="35"/>
                      <a:pt x="69" y="34"/>
                      <a:pt x="69" y="32"/>
                    </a:cubicBezTo>
                    <a:cubicBezTo>
                      <a:pt x="69" y="31"/>
                      <a:pt x="69" y="31"/>
                      <a:pt x="69" y="31"/>
                    </a:cubicBezTo>
                    <a:cubicBezTo>
                      <a:pt x="69" y="30"/>
                      <a:pt x="69" y="29"/>
                      <a:pt x="69" y="28"/>
                    </a:cubicBezTo>
                    <a:lnTo>
                      <a:pt x="69" y="27"/>
                    </a:lnTo>
                    <a:cubicBezTo>
                      <a:pt x="69" y="26"/>
                      <a:pt x="69" y="26"/>
                      <a:pt x="69" y="26"/>
                    </a:cubicBezTo>
                    <a:lnTo>
                      <a:pt x="69" y="25"/>
                    </a:lnTo>
                    <a:cubicBezTo>
                      <a:pt x="68" y="25"/>
                      <a:pt x="68" y="25"/>
                      <a:pt x="68" y="25"/>
                    </a:cubicBezTo>
                    <a:cubicBezTo>
                      <a:pt x="67" y="25"/>
                      <a:pt x="67" y="25"/>
                      <a:pt x="67" y="25"/>
                    </a:cubicBezTo>
                    <a:cubicBezTo>
                      <a:pt x="67" y="24"/>
                      <a:pt x="67" y="24"/>
                      <a:pt x="67" y="24"/>
                    </a:cubicBezTo>
                    <a:cubicBezTo>
                      <a:pt x="66" y="24"/>
                      <a:pt x="66" y="24"/>
                      <a:pt x="65" y="24"/>
                    </a:cubicBezTo>
                    <a:cubicBezTo>
                      <a:pt x="64" y="24"/>
                      <a:pt x="62" y="24"/>
                      <a:pt x="61" y="24"/>
                    </a:cubicBezTo>
                    <a:cubicBezTo>
                      <a:pt x="60" y="24"/>
                      <a:pt x="59" y="24"/>
                      <a:pt x="58" y="24"/>
                    </a:cubicBezTo>
                    <a:cubicBezTo>
                      <a:pt x="59" y="27"/>
                      <a:pt x="59" y="29"/>
                      <a:pt x="58" y="31"/>
                    </a:cubicBezTo>
                    <a:cubicBezTo>
                      <a:pt x="57" y="38"/>
                      <a:pt x="50" y="42"/>
                      <a:pt x="43" y="40"/>
                    </a:cubicBezTo>
                    <a:cubicBezTo>
                      <a:pt x="41" y="39"/>
                      <a:pt x="39" y="39"/>
                      <a:pt x="37" y="38"/>
                    </a:cubicBezTo>
                    <a:cubicBezTo>
                      <a:pt x="35" y="37"/>
                      <a:pt x="32" y="36"/>
                      <a:pt x="30" y="35"/>
                    </a:cubicBezTo>
                    <a:cubicBezTo>
                      <a:pt x="28" y="34"/>
                      <a:pt x="26" y="31"/>
                      <a:pt x="25" y="29"/>
                    </a:cubicBezTo>
                    <a:cubicBezTo>
                      <a:pt x="22" y="24"/>
                      <a:pt x="23" y="18"/>
                      <a:pt x="26" y="14"/>
                    </a:cubicBezTo>
                    <a:cubicBezTo>
                      <a:pt x="29" y="9"/>
                      <a:pt x="35" y="6"/>
                      <a:pt x="40" y="3"/>
                    </a:cubicBezTo>
                    <a:cubicBezTo>
                      <a:pt x="45" y="2"/>
                      <a:pt x="51" y="0"/>
                      <a:pt x="57" y="0"/>
                    </a:cubicBezTo>
                    <a:cubicBezTo>
                      <a:pt x="60" y="0"/>
                      <a:pt x="63" y="0"/>
                      <a:pt x="67" y="0"/>
                    </a:cubicBezTo>
                    <a:cubicBezTo>
                      <a:pt x="71" y="0"/>
                      <a:pt x="74" y="1"/>
                      <a:pt x="78" y="2"/>
                    </a:cubicBezTo>
                    <a:cubicBezTo>
                      <a:pt x="83" y="5"/>
                      <a:pt x="88" y="9"/>
                      <a:pt x="90" y="14"/>
                    </a:cubicBezTo>
                    <a:cubicBezTo>
                      <a:pt x="92" y="16"/>
                      <a:pt x="93" y="20"/>
                      <a:pt x="93" y="23"/>
                    </a:cubicBezTo>
                    <a:cubicBezTo>
                      <a:pt x="94" y="26"/>
                      <a:pt x="94" y="30"/>
                      <a:pt x="94" y="33"/>
                    </a:cubicBezTo>
                    <a:cubicBezTo>
                      <a:pt x="92" y="46"/>
                      <a:pt x="85" y="58"/>
                      <a:pt x="76" y="67"/>
                    </a:cubicBezTo>
                    <a:cubicBezTo>
                      <a:pt x="71" y="74"/>
                      <a:pt x="65" y="80"/>
                      <a:pt x="58" y="86"/>
                    </a:cubicBezTo>
                    <a:cubicBezTo>
                      <a:pt x="51" y="94"/>
                      <a:pt x="43" y="101"/>
                      <a:pt x="36" y="108"/>
                    </a:cubicBezTo>
                    <a:lnTo>
                      <a:pt x="36" y="109"/>
                    </a:lnTo>
                    <a:lnTo>
                      <a:pt x="35" y="109"/>
                    </a:lnTo>
                    <a:cubicBezTo>
                      <a:pt x="34" y="110"/>
                      <a:pt x="33" y="112"/>
                      <a:pt x="32" y="112"/>
                    </a:cubicBezTo>
                    <a:lnTo>
                      <a:pt x="33" y="112"/>
                    </a:lnTo>
                    <a:cubicBezTo>
                      <a:pt x="31" y="114"/>
                      <a:pt x="29" y="116"/>
                      <a:pt x="27" y="118"/>
                    </a:cubicBezTo>
                    <a:cubicBezTo>
                      <a:pt x="27" y="119"/>
                      <a:pt x="26" y="120"/>
                      <a:pt x="26" y="121"/>
                    </a:cubicBezTo>
                    <a:cubicBezTo>
                      <a:pt x="26" y="120"/>
                      <a:pt x="26" y="120"/>
                      <a:pt x="26" y="119"/>
                    </a:cubicBezTo>
                    <a:cubicBezTo>
                      <a:pt x="26" y="120"/>
                      <a:pt x="25" y="121"/>
                      <a:pt x="25" y="122"/>
                    </a:cubicBezTo>
                    <a:cubicBezTo>
                      <a:pt x="25" y="123"/>
                      <a:pt x="25" y="123"/>
                      <a:pt x="25" y="123"/>
                    </a:cubicBezTo>
                    <a:lnTo>
                      <a:pt x="25" y="124"/>
                    </a:lnTo>
                    <a:lnTo>
                      <a:pt x="25" y="125"/>
                    </a:lnTo>
                    <a:cubicBezTo>
                      <a:pt x="26" y="125"/>
                      <a:pt x="26" y="126"/>
                      <a:pt x="27" y="126"/>
                    </a:cubicBezTo>
                    <a:cubicBezTo>
                      <a:pt x="26" y="126"/>
                      <a:pt x="26" y="126"/>
                      <a:pt x="26" y="126"/>
                    </a:cubicBezTo>
                    <a:lnTo>
                      <a:pt x="27" y="126"/>
                    </a:lnTo>
                    <a:lnTo>
                      <a:pt x="28" y="126"/>
                    </a:lnTo>
                    <a:lnTo>
                      <a:pt x="27" y="126"/>
                    </a:lnTo>
                    <a:lnTo>
                      <a:pt x="28" y="126"/>
                    </a:lnTo>
                    <a:lnTo>
                      <a:pt x="27" y="126"/>
                    </a:lnTo>
                    <a:cubicBezTo>
                      <a:pt x="26" y="126"/>
                      <a:pt x="26" y="126"/>
                      <a:pt x="26" y="125"/>
                    </a:cubicBezTo>
                    <a:cubicBezTo>
                      <a:pt x="26" y="126"/>
                      <a:pt x="27" y="126"/>
                      <a:pt x="28" y="126"/>
                    </a:cubicBezTo>
                    <a:cubicBezTo>
                      <a:pt x="28" y="126"/>
                      <a:pt x="29" y="126"/>
                      <a:pt x="30" y="127"/>
                    </a:cubicBezTo>
                    <a:cubicBezTo>
                      <a:pt x="32" y="127"/>
                      <a:pt x="33" y="127"/>
                      <a:pt x="35" y="127"/>
                    </a:cubicBezTo>
                    <a:cubicBezTo>
                      <a:pt x="37" y="127"/>
                      <a:pt x="40" y="127"/>
                      <a:pt x="43" y="127"/>
                    </a:cubicBezTo>
                    <a:cubicBezTo>
                      <a:pt x="47" y="127"/>
                      <a:pt x="53" y="126"/>
                      <a:pt x="58" y="126"/>
                    </a:cubicBezTo>
                    <a:cubicBezTo>
                      <a:pt x="68" y="123"/>
                      <a:pt x="79" y="120"/>
                      <a:pt x="90" y="117"/>
                    </a:cubicBezTo>
                    <a:cubicBezTo>
                      <a:pt x="96" y="115"/>
                      <a:pt x="103" y="119"/>
                      <a:pt x="104" y="126"/>
                    </a:cubicBezTo>
                    <a:cubicBezTo>
                      <a:pt x="106" y="133"/>
                      <a:pt x="102" y="139"/>
                      <a:pt x="96" y="141"/>
                    </a:cubicBezTo>
                    <a:cubicBezTo>
                      <a:pt x="82" y="144"/>
                      <a:pt x="69" y="148"/>
                      <a:pt x="55" y="150"/>
                    </a:cubicBezTo>
                    <a:cubicBezTo>
                      <a:pt x="50" y="151"/>
                      <a:pt x="44" y="152"/>
                      <a:pt x="39" y="152"/>
                    </a:cubicBezTo>
                    <a:cubicBezTo>
                      <a:pt x="31" y="152"/>
                      <a:pt x="23" y="151"/>
                      <a:pt x="16" y="14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" name="Google Shape;628;p7"/>
              <p:cNvSpPr/>
              <p:nvPr/>
            </p:nvSpPr>
            <p:spPr>
              <a:xfrm>
                <a:off x="885600" y="520920"/>
                <a:ext cx="44280" cy="15120"/>
              </a:xfrm>
              <a:custGeom>
                <a:avLst/>
                <a:gdLst/>
                <a:ahLst/>
                <a:cxnLst/>
                <a:rect l="l" t="t" r="r" b="b"/>
                <a:pathLst>
                  <a:path w="123" h="42" extrusionOk="0">
                    <a:moveTo>
                      <a:pt x="12" y="40"/>
                    </a:moveTo>
                    <a:cubicBezTo>
                      <a:pt x="5" y="38"/>
                      <a:pt x="0" y="30"/>
                      <a:pt x="3" y="23"/>
                    </a:cubicBezTo>
                    <a:cubicBezTo>
                      <a:pt x="6" y="17"/>
                      <a:pt x="12" y="15"/>
                      <a:pt x="17" y="16"/>
                    </a:cubicBezTo>
                    <a:cubicBezTo>
                      <a:pt x="18" y="16"/>
                      <a:pt x="19" y="16"/>
                      <a:pt x="20" y="16"/>
                    </a:cubicBezTo>
                    <a:cubicBezTo>
                      <a:pt x="34" y="15"/>
                      <a:pt x="46" y="12"/>
                      <a:pt x="60" y="10"/>
                    </a:cubicBezTo>
                    <a:cubicBezTo>
                      <a:pt x="74" y="8"/>
                      <a:pt x="88" y="5"/>
                      <a:pt x="102" y="2"/>
                    </a:cubicBezTo>
                    <a:lnTo>
                      <a:pt x="101" y="2"/>
                    </a:lnTo>
                    <a:cubicBezTo>
                      <a:pt x="103" y="2"/>
                      <a:pt x="105" y="2"/>
                      <a:pt x="107" y="1"/>
                    </a:cubicBezTo>
                    <a:cubicBezTo>
                      <a:pt x="113" y="0"/>
                      <a:pt x="119" y="3"/>
                      <a:pt x="121" y="9"/>
                    </a:cubicBezTo>
                    <a:cubicBezTo>
                      <a:pt x="122" y="15"/>
                      <a:pt x="119" y="22"/>
                      <a:pt x="113" y="23"/>
                    </a:cubicBezTo>
                    <a:cubicBezTo>
                      <a:pt x="96" y="27"/>
                      <a:pt x="79" y="30"/>
                      <a:pt x="62" y="34"/>
                    </a:cubicBezTo>
                    <a:cubicBezTo>
                      <a:pt x="55" y="35"/>
                      <a:pt x="48" y="37"/>
                      <a:pt x="40" y="38"/>
                    </a:cubicBezTo>
                    <a:cubicBezTo>
                      <a:pt x="37" y="38"/>
                      <a:pt x="32" y="39"/>
                      <a:pt x="28" y="40"/>
                    </a:cubicBezTo>
                    <a:cubicBezTo>
                      <a:pt x="27" y="40"/>
                      <a:pt x="25" y="40"/>
                      <a:pt x="23" y="40"/>
                    </a:cubicBezTo>
                    <a:cubicBezTo>
                      <a:pt x="21" y="41"/>
                      <a:pt x="18" y="41"/>
                      <a:pt x="17" y="41"/>
                    </a:cubicBezTo>
                    <a:cubicBezTo>
                      <a:pt x="15" y="41"/>
                      <a:pt x="13" y="41"/>
                      <a:pt x="12" y="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" name="Google Shape;629;p7"/>
              <p:cNvSpPr/>
              <p:nvPr/>
            </p:nvSpPr>
            <p:spPr>
              <a:xfrm>
                <a:off x="1006200" y="502200"/>
                <a:ext cx="2592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72" h="28" extrusionOk="0">
                    <a:moveTo>
                      <a:pt x="4" y="23"/>
                    </a:moveTo>
                    <a:cubicBezTo>
                      <a:pt x="0" y="19"/>
                      <a:pt x="0" y="14"/>
                      <a:pt x="2" y="9"/>
                    </a:cubicBezTo>
                    <a:cubicBezTo>
                      <a:pt x="3" y="7"/>
                      <a:pt x="4" y="5"/>
                      <a:pt x="6" y="4"/>
                    </a:cubicBezTo>
                    <a:cubicBezTo>
                      <a:pt x="9" y="2"/>
                      <a:pt x="12" y="1"/>
                      <a:pt x="16" y="2"/>
                    </a:cubicBezTo>
                    <a:cubicBezTo>
                      <a:pt x="23" y="2"/>
                      <a:pt x="29" y="1"/>
                      <a:pt x="36" y="1"/>
                    </a:cubicBezTo>
                    <a:cubicBezTo>
                      <a:pt x="44" y="1"/>
                      <a:pt x="51" y="0"/>
                      <a:pt x="59" y="0"/>
                    </a:cubicBezTo>
                    <a:cubicBezTo>
                      <a:pt x="65" y="0"/>
                      <a:pt x="71" y="6"/>
                      <a:pt x="71" y="12"/>
                    </a:cubicBezTo>
                    <a:cubicBezTo>
                      <a:pt x="71" y="19"/>
                      <a:pt x="65" y="24"/>
                      <a:pt x="59" y="24"/>
                    </a:cubicBezTo>
                    <a:cubicBezTo>
                      <a:pt x="54" y="25"/>
                      <a:pt x="50" y="25"/>
                      <a:pt x="46" y="25"/>
                    </a:cubicBezTo>
                    <a:cubicBezTo>
                      <a:pt x="40" y="25"/>
                      <a:pt x="35" y="25"/>
                      <a:pt x="29" y="26"/>
                    </a:cubicBezTo>
                    <a:cubicBezTo>
                      <a:pt x="26" y="26"/>
                      <a:pt x="23" y="26"/>
                      <a:pt x="20" y="27"/>
                    </a:cubicBezTo>
                    <a:cubicBezTo>
                      <a:pt x="19" y="27"/>
                      <a:pt x="17" y="27"/>
                      <a:pt x="16" y="27"/>
                    </a:cubicBezTo>
                    <a:cubicBezTo>
                      <a:pt x="12" y="27"/>
                      <a:pt x="7" y="26"/>
                      <a:pt x="4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" name="Google Shape;630;p7"/>
              <p:cNvSpPr/>
              <p:nvPr/>
            </p:nvSpPr>
            <p:spPr>
              <a:xfrm>
                <a:off x="1006200" y="516960"/>
                <a:ext cx="3996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111" h="35" extrusionOk="0">
                    <a:moveTo>
                      <a:pt x="10" y="33"/>
                    </a:moveTo>
                    <a:cubicBezTo>
                      <a:pt x="4" y="31"/>
                      <a:pt x="0" y="24"/>
                      <a:pt x="2" y="17"/>
                    </a:cubicBezTo>
                    <a:cubicBezTo>
                      <a:pt x="4" y="11"/>
                      <a:pt x="11" y="6"/>
                      <a:pt x="17" y="9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23" y="9"/>
                      <a:pt x="26" y="9"/>
                      <a:pt x="29" y="9"/>
                    </a:cubicBezTo>
                    <a:cubicBezTo>
                      <a:pt x="28" y="9"/>
                      <a:pt x="28" y="9"/>
                      <a:pt x="27" y="9"/>
                    </a:cubicBezTo>
                    <a:cubicBezTo>
                      <a:pt x="38" y="9"/>
                      <a:pt x="49" y="7"/>
                      <a:pt x="60" y="6"/>
                    </a:cubicBezTo>
                    <a:cubicBezTo>
                      <a:pt x="73" y="4"/>
                      <a:pt x="85" y="3"/>
                      <a:pt x="97" y="1"/>
                    </a:cubicBezTo>
                    <a:cubicBezTo>
                      <a:pt x="103" y="0"/>
                      <a:pt x="109" y="5"/>
                      <a:pt x="109" y="11"/>
                    </a:cubicBezTo>
                    <a:cubicBezTo>
                      <a:pt x="110" y="17"/>
                      <a:pt x="106" y="23"/>
                      <a:pt x="100" y="24"/>
                    </a:cubicBezTo>
                    <a:cubicBezTo>
                      <a:pt x="87" y="26"/>
                      <a:pt x="74" y="27"/>
                      <a:pt x="62" y="29"/>
                    </a:cubicBezTo>
                    <a:cubicBezTo>
                      <a:pt x="55" y="30"/>
                      <a:pt x="49" y="31"/>
                      <a:pt x="43" y="32"/>
                    </a:cubicBezTo>
                    <a:cubicBezTo>
                      <a:pt x="39" y="33"/>
                      <a:pt x="35" y="33"/>
                      <a:pt x="31" y="33"/>
                    </a:cubicBezTo>
                    <a:cubicBezTo>
                      <a:pt x="27" y="34"/>
                      <a:pt x="24" y="34"/>
                      <a:pt x="20" y="34"/>
                    </a:cubicBezTo>
                    <a:cubicBezTo>
                      <a:pt x="17" y="34"/>
                      <a:pt x="14" y="34"/>
                      <a:pt x="10" y="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31" name="Google Shape;631;p7"/>
            <p:cNvGrpSpPr/>
            <p:nvPr/>
          </p:nvGrpSpPr>
          <p:grpSpPr>
            <a:xfrm>
              <a:off x="7322405" y="4511525"/>
              <a:ext cx="2501532" cy="631966"/>
              <a:chOff x="720" y="669960"/>
              <a:chExt cx="1162800" cy="293760"/>
            </a:xfrm>
          </p:grpSpPr>
          <p:sp>
            <p:nvSpPr>
              <p:cNvPr id="632" name="Google Shape;632;p7"/>
              <p:cNvSpPr/>
              <p:nvPr/>
            </p:nvSpPr>
            <p:spPr>
              <a:xfrm>
                <a:off x="720" y="703080"/>
                <a:ext cx="84960" cy="101520"/>
              </a:xfrm>
              <a:custGeom>
                <a:avLst/>
                <a:gdLst/>
                <a:ahLst/>
                <a:cxnLst/>
                <a:rect l="l" t="t" r="r" b="b"/>
                <a:pathLst>
                  <a:path w="236" h="282" extrusionOk="0">
                    <a:moveTo>
                      <a:pt x="109" y="276"/>
                    </a:moveTo>
                    <a:cubicBezTo>
                      <a:pt x="106" y="273"/>
                      <a:pt x="105" y="270"/>
                      <a:pt x="104" y="266"/>
                    </a:cubicBezTo>
                    <a:cubicBezTo>
                      <a:pt x="104" y="263"/>
                      <a:pt x="103" y="260"/>
                      <a:pt x="103" y="258"/>
                    </a:cubicBezTo>
                    <a:cubicBezTo>
                      <a:pt x="102" y="254"/>
                      <a:pt x="102" y="251"/>
                      <a:pt x="101" y="247"/>
                    </a:cubicBezTo>
                    <a:cubicBezTo>
                      <a:pt x="99" y="237"/>
                      <a:pt x="97" y="228"/>
                      <a:pt x="95" y="218"/>
                    </a:cubicBezTo>
                    <a:cubicBezTo>
                      <a:pt x="94" y="214"/>
                      <a:pt x="92" y="209"/>
                      <a:pt x="91" y="204"/>
                    </a:cubicBezTo>
                    <a:cubicBezTo>
                      <a:pt x="89" y="198"/>
                      <a:pt x="88" y="193"/>
                      <a:pt x="86" y="187"/>
                    </a:cubicBezTo>
                    <a:cubicBezTo>
                      <a:pt x="84" y="181"/>
                      <a:pt x="82" y="176"/>
                      <a:pt x="80" y="170"/>
                    </a:cubicBezTo>
                    <a:cubicBezTo>
                      <a:pt x="78" y="165"/>
                      <a:pt x="76" y="160"/>
                      <a:pt x="74" y="155"/>
                    </a:cubicBezTo>
                    <a:cubicBezTo>
                      <a:pt x="73" y="151"/>
                      <a:pt x="71" y="146"/>
                      <a:pt x="68" y="141"/>
                    </a:cubicBezTo>
                    <a:cubicBezTo>
                      <a:pt x="66" y="135"/>
                      <a:pt x="63" y="130"/>
                      <a:pt x="60" y="124"/>
                    </a:cubicBezTo>
                    <a:cubicBezTo>
                      <a:pt x="56" y="116"/>
                      <a:pt x="52" y="108"/>
                      <a:pt x="47" y="100"/>
                    </a:cubicBezTo>
                    <a:cubicBezTo>
                      <a:pt x="42" y="91"/>
                      <a:pt x="37" y="81"/>
                      <a:pt x="32" y="73"/>
                    </a:cubicBezTo>
                    <a:cubicBezTo>
                      <a:pt x="26" y="64"/>
                      <a:pt x="22" y="57"/>
                      <a:pt x="17" y="49"/>
                    </a:cubicBezTo>
                    <a:cubicBezTo>
                      <a:pt x="13" y="39"/>
                      <a:pt x="7" y="29"/>
                      <a:pt x="3" y="20"/>
                    </a:cubicBezTo>
                    <a:cubicBezTo>
                      <a:pt x="0" y="13"/>
                      <a:pt x="4" y="6"/>
                      <a:pt x="10" y="3"/>
                    </a:cubicBezTo>
                    <a:cubicBezTo>
                      <a:pt x="16" y="0"/>
                      <a:pt x="23" y="4"/>
                      <a:pt x="26" y="10"/>
                    </a:cubicBezTo>
                    <a:cubicBezTo>
                      <a:pt x="28" y="15"/>
                      <a:pt x="30" y="21"/>
                      <a:pt x="32" y="25"/>
                    </a:cubicBezTo>
                    <a:cubicBezTo>
                      <a:pt x="35" y="31"/>
                      <a:pt x="38" y="35"/>
                      <a:pt x="40" y="40"/>
                    </a:cubicBezTo>
                    <a:cubicBezTo>
                      <a:pt x="43" y="46"/>
                      <a:pt x="46" y="52"/>
                      <a:pt x="49" y="57"/>
                    </a:cubicBezTo>
                    <a:cubicBezTo>
                      <a:pt x="56" y="68"/>
                      <a:pt x="62" y="80"/>
                      <a:pt x="68" y="91"/>
                    </a:cubicBezTo>
                    <a:cubicBezTo>
                      <a:pt x="72" y="98"/>
                      <a:pt x="75" y="104"/>
                      <a:pt x="78" y="110"/>
                    </a:cubicBezTo>
                    <a:cubicBezTo>
                      <a:pt x="81" y="115"/>
                      <a:pt x="83" y="120"/>
                      <a:pt x="85" y="126"/>
                    </a:cubicBezTo>
                    <a:cubicBezTo>
                      <a:pt x="88" y="131"/>
                      <a:pt x="90" y="136"/>
                      <a:pt x="92" y="141"/>
                    </a:cubicBezTo>
                    <a:cubicBezTo>
                      <a:pt x="95" y="147"/>
                      <a:pt x="97" y="153"/>
                      <a:pt x="99" y="159"/>
                    </a:cubicBezTo>
                    <a:cubicBezTo>
                      <a:pt x="102" y="168"/>
                      <a:pt x="105" y="176"/>
                      <a:pt x="107" y="184"/>
                    </a:cubicBezTo>
                    <a:cubicBezTo>
                      <a:pt x="110" y="193"/>
                      <a:pt x="113" y="202"/>
                      <a:pt x="116" y="211"/>
                    </a:cubicBezTo>
                    <a:cubicBezTo>
                      <a:pt x="117" y="216"/>
                      <a:pt x="119" y="222"/>
                      <a:pt x="120" y="227"/>
                    </a:cubicBezTo>
                    <a:cubicBezTo>
                      <a:pt x="123" y="213"/>
                      <a:pt x="127" y="199"/>
                      <a:pt x="131" y="185"/>
                    </a:cubicBezTo>
                    <a:cubicBezTo>
                      <a:pt x="134" y="177"/>
                      <a:pt x="136" y="170"/>
                      <a:pt x="139" y="163"/>
                    </a:cubicBezTo>
                    <a:cubicBezTo>
                      <a:pt x="141" y="157"/>
                      <a:pt x="143" y="151"/>
                      <a:pt x="145" y="145"/>
                    </a:cubicBezTo>
                    <a:cubicBezTo>
                      <a:pt x="147" y="141"/>
                      <a:pt x="149" y="135"/>
                      <a:pt x="151" y="131"/>
                    </a:cubicBezTo>
                    <a:cubicBezTo>
                      <a:pt x="154" y="124"/>
                      <a:pt x="158" y="117"/>
                      <a:pt x="161" y="110"/>
                    </a:cubicBezTo>
                    <a:cubicBezTo>
                      <a:pt x="162" y="108"/>
                      <a:pt x="163" y="105"/>
                      <a:pt x="164" y="102"/>
                    </a:cubicBezTo>
                    <a:cubicBezTo>
                      <a:pt x="166" y="98"/>
                      <a:pt x="168" y="95"/>
                      <a:pt x="170" y="91"/>
                    </a:cubicBezTo>
                    <a:cubicBezTo>
                      <a:pt x="173" y="84"/>
                      <a:pt x="177" y="78"/>
                      <a:pt x="181" y="72"/>
                    </a:cubicBezTo>
                    <a:cubicBezTo>
                      <a:pt x="184" y="67"/>
                      <a:pt x="188" y="61"/>
                      <a:pt x="191" y="56"/>
                    </a:cubicBezTo>
                    <a:cubicBezTo>
                      <a:pt x="195" y="50"/>
                      <a:pt x="200" y="43"/>
                      <a:pt x="204" y="37"/>
                    </a:cubicBezTo>
                    <a:cubicBezTo>
                      <a:pt x="204" y="37"/>
                      <a:pt x="204" y="36"/>
                      <a:pt x="205" y="36"/>
                    </a:cubicBezTo>
                    <a:lnTo>
                      <a:pt x="205" y="35"/>
                    </a:lnTo>
                    <a:cubicBezTo>
                      <a:pt x="208" y="32"/>
                      <a:pt x="211" y="28"/>
                      <a:pt x="213" y="25"/>
                    </a:cubicBezTo>
                    <a:cubicBezTo>
                      <a:pt x="217" y="20"/>
                      <a:pt x="225" y="19"/>
                      <a:pt x="229" y="23"/>
                    </a:cubicBezTo>
                    <a:cubicBezTo>
                      <a:pt x="235" y="27"/>
                      <a:pt x="235" y="35"/>
                      <a:pt x="231" y="39"/>
                    </a:cubicBezTo>
                    <a:cubicBezTo>
                      <a:pt x="223" y="49"/>
                      <a:pt x="215" y="60"/>
                      <a:pt x="207" y="71"/>
                    </a:cubicBezTo>
                    <a:cubicBezTo>
                      <a:pt x="208" y="70"/>
                      <a:pt x="208" y="70"/>
                      <a:pt x="208" y="70"/>
                    </a:cubicBezTo>
                    <a:cubicBezTo>
                      <a:pt x="205" y="74"/>
                      <a:pt x="202" y="78"/>
                      <a:pt x="199" y="84"/>
                    </a:cubicBezTo>
                    <a:cubicBezTo>
                      <a:pt x="196" y="89"/>
                      <a:pt x="193" y="94"/>
                      <a:pt x="189" y="100"/>
                    </a:cubicBezTo>
                    <a:cubicBezTo>
                      <a:pt x="186" y="106"/>
                      <a:pt x="183" y="111"/>
                      <a:pt x="180" y="117"/>
                    </a:cubicBezTo>
                    <a:cubicBezTo>
                      <a:pt x="177" y="123"/>
                      <a:pt x="175" y="129"/>
                      <a:pt x="172" y="135"/>
                    </a:cubicBezTo>
                    <a:cubicBezTo>
                      <a:pt x="168" y="146"/>
                      <a:pt x="163" y="158"/>
                      <a:pt x="159" y="169"/>
                    </a:cubicBezTo>
                    <a:cubicBezTo>
                      <a:pt x="157" y="177"/>
                      <a:pt x="154" y="186"/>
                      <a:pt x="151" y="195"/>
                    </a:cubicBezTo>
                    <a:cubicBezTo>
                      <a:pt x="149" y="203"/>
                      <a:pt x="147" y="212"/>
                      <a:pt x="145" y="220"/>
                    </a:cubicBezTo>
                    <a:cubicBezTo>
                      <a:pt x="142" y="228"/>
                      <a:pt x="141" y="236"/>
                      <a:pt x="139" y="244"/>
                    </a:cubicBezTo>
                    <a:cubicBezTo>
                      <a:pt x="138" y="248"/>
                      <a:pt x="137" y="252"/>
                      <a:pt x="136" y="255"/>
                    </a:cubicBezTo>
                    <a:cubicBezTo>
                      <a:pt x="135" y="257"/>
                      <a:pt x="135" y="259"/>
                      <a:pt x="135" y="261"/>
                    </a:cubicBezTo>
                    <a:cubicBezTo>
                      <a:pt x="134" y="263"/>
                      <a:pt x="134" y="266"/>
                      <a:pt x="133" y="268"/>
                    </a:cubicBezTo>
                    <a:cubicBezTo>
                      <a:pt x="131" y="271"/>
                      <a:pt x="130" y="273"/>
                      <a:pt x="128" y="275"/>
                    </a:cubicBezTo>
                    <a:cubicBezTo>
                      <a:pt x="127" y="278"/>
                      <a:pt x="124" y="280"/>
                      <a:pt x="120" y="281"/>
                    </a:cubicBezTo>
                    <a:cubicBezTo>
                      <a:pt x="119" y="281"/>
                      <a:pt x="119" y="281"/>
                      <a:pt x="119" y="281"/>
                    </a:cubicBezTo>
                    <a:cubicBezTo>
                      <a:pt x="114" y="281"/>
                      <a:pt x="111" y="279"/>
                      <a:pt x="109" y="2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" name="Google Shape;633;p7"/>
              <p:cNvSpPr/>
              <p:nvPr/>
            </p:nvSpPr>
            <p:spPr>
              <a:xfrm>
                <a:off x="104400" y="728280"/>
                <a:ext cx="1008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28" h="28" extrusionOk="0">
                    <a:moveTo>
                      <a:pt x="0" y="13"/>
                    </a:moveTo>
                    <a:cubicBezTo>
                      <a:pt x="0" y="5"/>
                      <a:pt x="6" y="0"/>
                      <a:pt x="14" y="0"/>
                    </a:cubicBezTo>
                    <a:cubicBezTo>
                      <a:pt x="21" y="0"/>
                      <a:pt x="27" y="6"/>
                      <a:pt x="27" y="14"/>
                    </a:cubicBezTo>
                    <a:cubicBezTo>
                      <a:pt x="27" y="21"/>
                      <a:pt x="21" y="27"/>
                      <a:pt x="13" y="27"/>
                    </a:cubicBezTo>
                    <a:cubicBezTo>
                      <a:pt x="5" y="27"/>
                      <a:pt x="0" y="21"/>
                      <a:pt x="0" y="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" name="Google Shape;634;p7"/>
              <p:cNvSpPr/>
              <p:nvPr/>
            </p:nvSpPr>
            <p:spPr>
              <a:xfrm>
                <a:off x="101880" y="763200"/>
                <a:ext cx="1008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28" h="28" extrusionOk="0">
                    <a:moveTo>
                      <a:pt x="0" y="13"/>
                    </a:moveTo>
                    <a:cubicBezTo>
                      <a:pt x="0" y="6"/>
                      <a:pt x="6" y="0"/>
                      <a:pt x="14" y="0"/>
                    </a:cubicBezTo>
                    <a:cubicBezTo>
                      <a:pt x="21" y="0"/>
                      <a:pt x="27" y="6"/>
                      <a:pt x="27" y="13"/>
                    </a:cubicBezTo>
                    <a:cubicBezTo>
                      <a:pt x="27" y="21"/>
                      <a:pt x="21" y="27"/>
                      <a:pt x="13" y="27"/>
                    </a:cubicBezTo>
                    <a:cubicBezTo>
                      <a:pt x="6" y="27"/>
                      <a:pt x="0" y="21"/>
                      <a:pt x="0" y="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" name="Google Shape;635;p7"/>
              <p:cNvSpPr/>
              <p:nvPr/>
            </p:nvSpPr>
            <p:spPr>
              <a:xfrm>
                <a:off x="187200" y="725040"/>
                <a:ext cx="57600" cy="70920"/>
              </a:xfrm>
              <a:custGeom>
                <a:avLst/>
                <a:gdLst/>
                <a:ahLst/>
                <a:cxnLst/>
                <a:rect l="l" t="t" r="r" b="b"/>
                <a:pathLst>
                  <a:path w="160" h="197" extrusionOk="0">
                    <a:moveTo>
                      <a:pt x="22" y="196"/>
                    </a:moveTo>
                    <a:cubicBezTo>
                      <a:pt x="15" y="195"/>
                      <a:pt x="7" y="192"/>
                      <a:pt x="3" y="185"/>
                    </a:cubicBezTo>
                    <a:cubicBezTo>
                      <a:pt x="1" y="183"/>
                      <a:pt x="0" y="181"/>
                      <a:pt x="0" y="178"/>
                    </a:cubicBezTo>
                    <a:cubicBezTo>
                      <a:pt x="0" y="174"/>
                      <a:pt x="1" y="171"/>
                      <a:pt x="2" y="168"/>
                    </a:cubicBezTo>
                    <a:cubicBezTo>
                      <a:pt x="3" y="165"/>
                      <a:pt x="5" y="162"/>
                      <a:pt x="7" y="160"/>
                    </a:cubicBezTo>
                    <a:cubicBezTo>
                      <a:pt x="8" y="159"/>
                      <a:pt x="10" y="158"/>
                      <a:pt x="11" y="156"/>
                    </a:cubicBezTo>
                    <a:cubicBezTo>
                      <a:pt x="20" y="147"/>
                      <a:pt x="29" y="139"/>
                      <a:pt x="38" y="130"/>
                    </a:cubicBezTo>
                    <a:cubicBezTo>
                      <a:pt x="47" y="120"/>
                      <a:pt x="57" y="112"/>
                      <a:pt x="67" y="102"/>
                    </a:cubicBezTo>
                    <a:cubicBezTo>
                      <a:pt x="79" y="91"/>
                      <a:pt x="91" y="80"/>
                      <a:pt x="102" y="67"/>
                    </a:cubicBezTo>
                    <a:cubicBezTo>
                      <a:pt x="102" y="67"/>
                      <a:pt x="102" y="68"/>
                      <a:pt x="102" y="69"/>
                    </a:cubicBezTo>
                    <a:cubicBezTo>
                      <a:pt x="106" y="63"/>
                      <a:pt x="111" y="58"/>
                      <a:pt x="115" y="52"/>
                    </a:cubicBezTo>
                    <a:cubicBezTo>
                      <a:pt x="117" y="49"/>
                      <a:pt x="119" y="47"/>
                      <a:pt x="120" y="44"/>
                    </a:cubicBezTo>
                    <a:cubicBezTo>
                      <a:pt x="121" y="42"/>
                      <a:pt x="121" y="41"/>
                      <a:pt x="122" y="40"/>
                    </a:cubicBezTo>
                    <a:cubicBezTo>
                      <a:pt x="122" y="39"/>
                      <a:pt x="123" y="38"/>
                      <a:pt x="123" y="37"/>
                    </a:cubicBezTo>
                    <a:lnTo>
                      <a:pt x="123" y="36"/>
                    </a:lnTo>
                    <a:cubicBezTo>
                      <a:pt x="123" y="35"/>
                      <a:pt x="123" y="35"/>
                      <a:pt x="123" y="35"/>
                    </a:cubicBezTo>
                    <a:cubicBezTo>
                      <a:pt x="123" y="34"/>
                      <a:pt x="123" y="34"/>
                      <a:pt x="123" y="34"/>
                    </a:cubicBezTo>
                    <a:lnTo>
                      <a:pt x="123" y="33"/>
                    </a:lnTo>
                    <a:lnTo>
                      <a:pt x="122" y="33"/>
                    </a:lnTo>
                    <a:lnTo>
                      <a:pt x="121" y="33"/>
                    </a:lnTo>
                    <a:cubicBezTo>
                      <a:pt x="121" y="32"/>
                      <a:pt x="120" y="31"/>
                      <a:pt x="120" y="31"/>
                    </a:cubicBezTo>
                    <a:lnTo>
                      <a:pt x="121" y="31"/>
                    </a:lnTo>
                    <a:cubicBezTo>
                      <a:pt x="120" y="31"/>
                      <a:pt x="120" y="31"/>
                      <a:pt x="119" y="31"/>
                    </a:cubicBezTo>
                    <a:cubicBezTo>
                      <a:pt x="117" y="30"/>
                      <a:pt x="116" y="30"/>
                      <a:pt x="114" y="30"/>
                    </a:cubicBezTo>
                    <a:cubicBezTo>
                      <a:pt x="100" y="27"/>
                      <a:pt x="86" y="26"/>
                      <a:pt x="73" y="24"/>
                    </a:cubicBezTo>
                    <a:cubicBezTo>
                      <a:pt x="65" y="24"/>
                      <a:pt x="57" y="24"/>
                      <a:pt x="50" y="24"/>
                    </a:cubicBezTo>
                    <a:cubicBezTo>
                      <a:pt x="47" y="29"/>
                      <a:pt x="41" y="33"/>
                      <a:pt x="35" y="30"/>
                    </a:cubicBezTo>
                    <a:cubicBezTo>
                      <a:pt x="32" y="29"/>
                      <a:pt x="28" y="28"/>
                      <a:pt x="24" y="26"/>
                    </a:cubicBezTo>
                    <a:cubicBezTo>
                      <a:pt x="19" y="23"/>
                      <a:pt x="17" y="16"/>
                      <a:pt x="19" y="10"/>
                    </a:cubicBezTo>
                    <a:cubicBezTo>
                      <a:pt x="22" y="4"/>
                      <a:pt x="28" y="2"/>
                      <a:pt x="34" y="1"/>
                    </a:cubicBezTo>
                    <a:cubicBezTo>
                      <a:pt x="40" y="0"/>
                      <a:pt x="47" y="0"/>
                      <a:pt x="53" y="0"/>
                    </a:cubicBezTo>
                    <a:cubicBezTo>
                      <a:pt x="67" y="0"/>
                      <a:pt x="81" y="1"/>
                      <a:pt x="94" y="3"/>
                    </a:cubicBezTo>
                    <a:cubicBezTo>
                      <a:pt x="100" y="3"/>
                      <a:pt x="107" y="5"/>
                      <a:pt x="113" y="5"/>
                    </a:cubicBezTo>
                    <a:cubicBezTo>
                      <a:pt x="120" y="6"/>
                      <a:pt x="126" y="7"/>
                      <a:pt x="132" y="10"/>
                    </a:cubicBezTo>
                    <a:cubicBezTo>
                      <a:pt x="135" y="12"/>
                      <a:pt x="138" y="14"/>
                      <a:pt x="140" y="17"/>
                    </a:cubicBezTo>
                    <a:cubicBezTo>
                      <a:pt x="143" y="20"/>
                      <a:pt x="145" y="24"/>
                      <a:pt x="146" y="27"/>
                    </a:cubicBezTo>
                    <a:cubicBezTo>
                      <a:pt x="148" y="34"/>
                      <a:pt x="146" y="42"/>
                      <a:pt x="144" y="49"/>
                    </a:cubicBezTo>
                    <a:cubicBezTo>
                      <a:pt x="141" y="56"/>
                      <a:pt x="136" y="64"/>
                      <a:pt x="130" y="70"/>
                    </a:cubicBezTo>
                    <a:cubicBezTo>
                      <a:pt x="123" y="80"/>
                      <a:pt x="114" y="88"/>
                      <a:pt x="105" y="97"/>
                    </a:cubicBezTo>
                    <a:cubicBezTo>
                      <a:pt x="84" y="118"/>
                      <a:pt x="60" y="139"/>
                      <a:pt x="39" y="161"/>
                    </a:cubicBezTo>
                    <a:cubicBezTo>
                      <a:pt x="40" y="161"/>
                      <a:pt x="40" y="160"/>
                      <a:pt x="40" y="160"/>
                    </a:cubicBezTo>
                    <a:cubicBezTo>
                      <a:pt x="37" y="164"/>
                      <a:pt x="33" y="168"/>
                      <a:pt x="30" y="172"/>
                    </a:cubicBezTo>
                    <a:cubicBezTo>
                      <a:pt x="36" y="172"/>
                      <a:pt x="43" y="172"/>
                      <a:pt x="49" y="172"/>
                    </a:cubicBezTo>
                    <a:cubicBezTo>
                      <a:pt x="65" y="171"/>
                      <a:pt x="81" y="169"/>
                      <a:pt x="96" y="168"/>
                    </a:cubicBezTo>
                    <a:cubicBezTo>
                      <a:pt x="113" y="167"/>
                      <a:pt x="130" y="164"/>
                      <a:pt x="147" y="164"/>
                    </a:cubicBezTo>
                    <a:cubicBezTo>
                      <a:pt x="153" y="165"/>
                      <a:pt x="159" y="170"/>
                      <a:pt x="159" y="177"/>
                    </a:cubicBezTo>
                    <a:cubicBezTo>
                      <a:pt x="159" y="183"/>
                      <a:pt x="153" y="189"/>
                      <a:pt x="147" y="189"/>
                    </a:cubicBezTo>
                    <a:cubicBezTo>
                      <a:pt x="139" y="189"/>
                      <a:pt x="131" y="189"/>
                      <a:pt x="124" y="189"/>
                    </a:cubicBezTo>
                    <a:cubicBezTo>
                      <a:pt x="123" y="189"/>
                      <a:pt x="123" y="189"/>
                      <a:pt x="122" y="189"/>
                    </a:cubicBezTo>
                    <a:cubicBezTo>
                      <a:pt x="121" y="189"/>
                      <a:pt x="121" y="189"/>
                      <a:pt x="120" y="189"/>
                    </a:cubicBezTo>
                    <a:cubicBezTo>
                      <a:pt x="119" y="189"/>
                      <a:pt x="117" y="189"/>
                      <a:pt x="116" y="189"/>
                    </a:cubicBezTo>
                    <a:lnTo>
                      <a:pt x="117" y="189"/>
                    </a:lnTo>
                    <a:cubicBezTo>
                      <a:pt x="105" y="190"/>
                      <a:pt x="92" y="192"/>
                      <a:pt x="79" y="193"/>
                    </a:cubicBezTo>
                    <a:cubicBezTo>
                      <a:pt x="66" y="194"/>
                      <a:pt x="52" y="195"/>
                      <a:pt x="38" y="196"/>
                    </a:cubicBezTo>
                    <a:cubicBezTo>
                      <a:pt x="36" y="196"/>
                      <a:pt x="34" y="196"/>
                      <a:pt x="32" y="196"/>
                    </a:cubicBezTo>
                    <a:cubicBezTo>
                      <a:pt x="28" y="196"/>
                      <a:pt x="25" y="196"/>
                      <a:pt x="22" y="1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" name="Google Shape;636;p7"/>
              <p:cNvSpPr/>
              <p:nvPr/>
            </p:nvSpPr>
            <p:spPr>
              <a:xfrm>
                <a:off x="191880" y="747360"/>
                <a:ext cx="60120" cy="1548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43" extrusionOk="0">
                    <a:moveTo>
                      <a:pt x="1" y="36"/>
                    </a:moveTo>
                    <a:cubicBezTo>
                      <a:pt x="0" y="32"/>
                      <a:pt x="0" y="26"/>
                      <a:pt x="1" y="22"/>
                    </a:cubicBezTo>
                    <a:cubicBezTo>
                      <a:pt x="5" y="17"/>
                      <a:pt x="11" y="15"/>
                      <a:pt x="17" y="14"/>
                    </a:cubicBezTo>
                    <a:cubicBezTo>
                      <a:pt x="26" y="12"/>
                      <a:pt x="36" y="11"/>
                      <a:pt x="46" y="10"/>
                    </a:cubicBezTo>
                    <a:cubicBezTo>
                      <a:pt x="57" y="8"/>
                      <a:pt x="69" y="7"/>
                      <a:pt x="81" y="6"/>
                    </a:cubicBezTo>
                    <a:cubicBezTo>
                      <a:pt x="105" y="4"/>
                      <a:pt x="129" y="3"/>
                      <a:pt x="153" y="1"/>
                    </a:cubicBezTo>
                    <a:cubicBezTo>
                      <a:pt x="159" y="0"/>
                      <a:pt x="165" y="4"/>
                      <a:pt x="165" y="10"/>
                    </a:cubicBezTo>
                    <a:cubicBezTo>
                      <a:pt x="166" y="15"/>
                      <a:pt x="162" y="21"/>
                      <a:pt x="156" y="22"/>
                    </a:cubicBezTo>
                    <a:cubicBezTo>
                      <a:pt x="135" y="24"/>
                      <a:pt x="114" y="26"/>
                      <a:pt x="94" y="28"/>
                    </a:cubicBezTo>
                    <a:cubicBezTo>
                      <a:pt x="73" y="30"/>
                      <a:pt x="52" y="32"/>
                      <a:pt x="32" y="36"/>
                    </a:cubicBezTo>
                    <a:cubicBezTo>
                      <a:pt x="31" y="36"/>
                      <a:pt x="31" y="36"/>
                      <a:pt x="31" y="36"/>
                    </a:cubicBezTo>
                    <a:cubicBezTo>
                      <a:pt x="28" y="36"/>
                      <a:pt x="25" y="37"/>
                      <a:pt x="22" y="38"/>
                    </a:cubicBezTo>
                    <a:cubicBezTo>
                      <a:pt x="21" y="39"/>
                      <a:pt x="21" y="39"/>
                      <a:pt x="20" y="40"/>
                    </a:cubicBezTo>
                    <a:cubicBezTo>
                      <a:pt x="18" y="42"/>
                      <a:pt x="15" y="42"/>
                      <a:pt x="12" y="42"/>
                    </a:cubicBezTo>
                    <a:cubicBezTo>
                      <a:pt x="8" y="42"/>
                      <a:pt x="4" y="40"/>
                      <a:pt x="1" y="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" name="Google Shape;637;p7"/>
              <p:cNvSpPr/>
              <p:nvPr/>
            </p:nvSpPr>
            <p:spPr>
              <a:xfrm>
                <a:off x="271800" y="745200"/>
                <a:ext cx="29880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83" h="40" extrusionOk="0">
                    <a:moveTo>
                      <a:pt x="66" y="39"/>
                    </a:moveTo>
                    <a:cubicBezTo>
                      <a:pt x="56" y="37"/>
                      <a:pt x="45" y="34"/>
                      <a:pt x="35" y="31"/>
                    </a:cubicBezTo>
                    <a:cubicBezTo>
                      <a:pt x="30" y="30"/>
                      <a:pt x="26" y="29"/>
                      <a:pt x="20" y="28"/>
                    </a:cubicBezTo>
                    <a:cubicBezTo>
                      <a:pt x="18" y="27"/>
                      <a:pt x="16" y="26"/>
                      <a:pt x="13" y="25"/>
                    </a:cubicBezTo>
                    <a:cubicBezTo>
                      <a:pt x="10" y="24"/>
                      <a:pt x="6" y="23"/>
                      <a:pt x="5" y="19"/>
                    </a:cubicBezTo>
                    <a:cubicBezTo>
                      <a:pt x="0" y="12"/>
                      <a:pt x="5" y="3"/>
                      <a:pt x="12" y="1"/>
                    </a:cubicBezTo>
                    <a:cubicBezTo>
                      <a:pt x="16" y="0"/>
                      <a:pt x="19" y="0"/>
                      <a:pt x="22" y="2"/>
                    </a:cubicBezTo>
                    <a:lnTo>
                      <a:pt x="23" y="3"/>
                    </a:lnTo>
                    <a:cubicBezTo>
                      <a:pt x="40" y="9"/>
                      <a:pt x="56" y="13"/>
                      <a:pt x="73" y="17"/>
                    </a:cubicBezTo>
                    <a:cubicBezTo>
                      <a:pt x="79" y="18"/>
                      <a:pt x="82" y="25"/>
                      <a:pt x="81" y="31"/>
                    </a:cubicBezTo>
                    <a:cubicBezTo>
                      <a:pt x="80" y="34"/>
                      <a:pt x="78" y="37"/>
                      <a:pt x="75" y="38"/>
                    </a:cubicBezTo>
                    <a:cubicBezTo>
                      <a:pt x="73" y="39"/>
                      <a:pt x="72" y="39"/>
                      <a:pt x="70" y="39"/>
                    </a:cubicBezTo>
                    <a:cubicBezTo>
                      <a:pt x="69" y="39"/>
                      <a:pt x="68" y="39"/>
                      <a:pt x="66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" name="Google Shape;638;p7"/>
              <p:cNvSpPr/>
              <p:nvPr/>
            </p:nvSpPr>
            <p:spPr>
              <a:xfrm>
                <a:off x="274680" y="758880"/>
                <a:ext cx="44640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40" extrusionOk="0">
                    <a:moveTo>
                      <a:pt x="12" y="39"/>
                    </a:moveTo>
                    <a:cubicBezTo>
                      <a:pt x="5" y="38"/>
                      <a:pt x="0" y="32"/>
                      <a:pt x="1" y="24"/>
                    </a:cubicBezTo>
                    <a:cubicBezTo>
                      <a:pt x="2" y="17"/>
                      <a:pt x="10" y="12"/>
                      <a:pt x="17" y="14"/>
                    </a:cubicBezTo>
                    <a:cubicBezTo>
                      <a:pt x="17" y="14"/>
                      <a:pt x="18" y="14"/>
                      <a:pt x="19" y="15"/>
                    </a:cubicBezTo>
                    <a:cubicBezTo>
                      <a:pt x="20" y="15"/>
                      <a:pt x="21" y="15"/>
                      <a:pt x="22" y="15"/>
                    </a:cubicBezTo>
                    <a:cubicBezTo>
                      <a:pt x="39" y="14"/>
                      <a:pt x="55" y="11"/>
                      <a:pt x="71" y="8"/>
                    </a:cubicBezTo>
                    <a:cubicBezTo>
                      <a:pt x="84" y="6"/>
                      <a:pt x="98" y="3"/>
                      <a:pt x="110" y="1"/>
                    </a:cubicBezTo>
                    <a:cubicBezTo>
                      <a:pt x="116" y="0"/>
                      <a:pt x="121" y="4"/>
                      <a:pt x="122" y="9"/>
                    </a:cubicBezTo>
                    <a:cubicBezTo>
                      <a:pt x="123" y="14"/>
                      <a:pt x="120" y="20"/>
                      <a:pt x="114" y="22"/>
                    </a:cubicBezTo>
                    <a:cubicBezTo>
                      <a:pt x="100" y="25"/>
                      <a:pt x="85" y="28"/>
                      <a:pt x="70" y="31"/>
                    </a:cubicBezTo>
                    <a:cubicBezTo>
                      <a:pt x="60" y="33"/>
                      <a:pt x="49" y="35"/>
                      <a:pt x="39" y="37"/>
                    </a:cubicBezTo>
                    <a:cubicBezTo>
                      <a:pt x="32" y="38"/>
                      <a:pt x="25" y="39"/>
                      <a:pt x="18" y="39"/>
                    </a:cubicBezTo>
                    <a:cubicBezTo>
                      <a:pt x="17" y="39"/>
                      <a:pt x="15" y="39"/>
                      <a:pt x="12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" name="Google Shape;639;p7"/>
              <p:cNvSpPr/>
              <p:nvPr/>
            </p:nvSpPr>
            <p:spPr>
              <a:xfrm>
                <a:off x="342720" y="707760"/>
                <a:ext cx="34920" cy="81720"/>
              </a:xfrm>
              <a:custGeom>
                <a:avLst/>
                <a:gdLst/>
                <a:ahLst/>
                <a:cxnLst/>
                <a:rect l="l" t="t" r="r" b="b"/>
                <a:pathLst>
                  <a:path w="97" h="227" extrusionOk="0">
                    <a:moveTo>
                      <a:pt x="38" y="226"/>
                    </a:moveTo>
                    <a:cubicBezTo>
                      <a:pt x="32" y="226"/>
                      <a:pt x="27" y="220"/>
                      <a:pt x="26" y="214"/>
                    </a:cubicBezTo>
                    <a:cubicBezTo>
                      <a:pt x="26" y="206"/>
                      <a:pt x="29" y="198"/>
                      <a:pt x="31" y="191"/>
                    </a:cubicBezTo>
                    <a:cubicBezTo>
                      <a:pt x="32" y="185"/>
                      <a:pt x="33" y="180"/>
                      <a:pt x="34" y="174"/>
                    </a:cubicBezTo>
                    <a:cubicBezTo>
                      <a:pt x="38" y="158"/>
                      <a:pt x="41" y="142"/>
                      <a:pt x="44" y="127"/>
                    </a:cubicBezTo>
                    <a:cubicBezTo>
                      <a:pt x="46" y="114"/>
                      <a:pt x="48" y="100"/>
                      <a:pt x="51" y="87"/>
                    </a:cubicBezTo>
                    <a:cubicBezTo>
                      <a:pt x="48" y="92"/>
                      <a:pt x="45" y="96"/>
                      <a:pt x="42" y="101"/>
                    </a:cubicBezTo>
                    <a:cubicBezTo>
                      <a:pt x="39" y="104"/>
                      <a:pt x="36" y="108"/>
                      <a:pt x="33" y="112"/>
                    </a:cubicBezTo>
                    <a:cubicBezTo>
                      <a:pt x="29" y="117"/>
                      <a:pt x="25" y="122"/>
                      <a:pt x="20" y="125"/>
                    </a:cubicBezTo>
                    <a:cubicBezTo>
                      <a:pt x="16" y="129"/>
                      <a:pt x="10" y="129"/>
                      <a:pt x="6" y="126"/>
                    </a:cubicBezTo>
                    <a:cubicBezTo>
                      <a:pt x="2" y="124"/>
                      <a:pt x="0" y="120"/>
                      <a:pt x="1" y="115"/>
                    </a:cubicBezTo>
                    <a:cubicBezTo>
                      <a:pt x="1" y="111"/>
                      <a:pt x="3" y="107"/>
                      <a:pt x="7" y="104"/>
                    </a:cubicBezTo>
                    <a:cubicBezTo>
                      <a:pt x="9" y="103"/>
                      <a:pt x="10" y="101"/>
                      <a:pt x="12" y="99"/>
                    </a:cubicBezTo>
                    <a:cubicBezTo>
                      <a:pt x="15" y="96"/>
                      <a:pt x="17" y="93"/>
                      <a:pt x="20" y="90"/>
                    </a:cubicBezTo>
                    <a:cubicBezTo>
                      <a:pt x="23" y="86"/>
                      <a:pt x="26" y="82"/>
                      <a:pt x="29" y="79"/>
                    </a:cubicBezTo>
                    <a:cubicBezTo>
                      <a:pt x="35" y="70"/>
                      <a:pt x="41" y="61"/>
                      <a:pt x="47" y="52"/>
                    </a:cubicBezTo>
                    <a:cubicBezTo>
                      <a:pt x="52" y="43"/>
                      <a:pt x="57" y="34"/>
                      <a:pt x="62" y="25"/>
                    </a:cubicBezTo>
                    <a:cubicBezTo>
                      <a:pt x="64" y="22"/>
                      <a:pt x="65" y="19"/>
                      <a:pt x="67" y="15"/>
                    </a:cubicBezTo>
                    <a:cubicBezTo>
                      <a:pt x="68" y="13"/>
                      <a:pt x="69" y="11"/>
                      <a:pt x="70" y="9"/>
                    </a:cubicBezTo>
                    <a:cubicBezTo>
                      <a:pt x="72" y="5"/>
                      <a:pt x="75" y="3"/>
                      <a:pt x="79" y="2"/>
                    </a:cubicBezTo>
                    <a:cubicBezTo>
                      <a:pt x="87" y="0"/>
                      <a:pt x="96" y="8"/>
                      <a:pt x="93" y="17"/>
                    </a:cubicBezTo>
                    <a:cubicBezTo>
                      <a:pt x="89" y="28"/>
                      <a:pt x="86" y="39"/>
                      <a:pt x="83" y="50"/>
                    </a:cubicBezTo>
                    <a:cubicBezTo>
                      <a:pt x="80" y="61"/>
                      <a:pt x="77" y="73"/>
                      <a:pt x="75" y="84"/>
                    </a:cubicBezTo>
                    <a:cubicBezTo>
                      <a:pt x="70" y="106"/>
                      <a:pt x="66" y="127"/>
                      <a:pt x="62" y="149"/>
                    </a:cubicBezTo>
                    <a:cubicBezTo>
                      <a:pt x="60" y="159"/>
                      <a:pt x="58" y="168"/>
                      <a:pt x="57" y="178"/>
                    </a:cubicBezTo>
                    <a:cubicBezTo>
                      <a:pt x="55" y="184"/>
                      <a:pt x="54" y="189"/>
                      <a:pt x="54" y="195"/>
                    </a:cubicBezTo>
                    <a:cubicBezTo>
                      <a:pt x="52" y="201"/>
                      <a:pt x="51" y="206"/>
                      <a:pt x="51" y="212"/>
                    </a:cubicBezTo>
                    <a:cubicBezTo>
                      <a:pt x="51" y="212"/>
                      <a:pt x="51" y="213"/>
                      <a:pt x="51" y="214"/>
                    </a:cubicBezTo>
                    <a:cubicBezTo>
                      <a:pt x="51" y="221"/>
                      <a:pt x="45" y="226"/>
                      <a:pt x="38" y="2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" name="Google Shape;640;p7"/>
              <p:cNvSpPr/>
              <p:nvPr/>
            </p:nvSpPr>
            <p:spPr>
              <a:xfrm>
                <a:off x="386280" y="703800"/>
                <a:ext cx="55080" cy="7560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210" extrusionOk="0">
                    <a:moveTo>
                      <a:pt x="23" y="154"/>
                    </a:moveTo>
                    <a:cubicBezTo>
                      <a:pt x="23" y="156"/>
                      <a:pt x="23" y="158"/>
                      <a:pt x="23" y="160"/>
                    </a:cubicBezTo>
                    <a:cubicBezTo>
                      <a:pt x="24" y="150"/>
                      <a:pt x="25" y="141"/>
                      <a:pt x="26" y="132"/>
                    </a:cubicBezTo>
                    <a:cubicBezTo>
                      <a:pt x="28" y="126"/>
                      <a:pt x="28" y="121"/>
                      <a:pt x="29" y="115"/>
                    </a:cubicBezTo>
                    <a:cubicBezTo>
                      <a:pt x="28" y="117"/>
                      <a:pt x="28" y="119"/>
                      <a:pt x="27" y="121"/>
                    </a:cubicBezTo>
                    <a:cubicBezTo>
                      <a:pt x="25" y="129"/>
                      <a:pt x="25" y="136"/>
                      <a:pt x="23" y="143"/>
                    </a:cubicBezTo>
                    <a:cubicBezTo>
                      <a:pt x="23" y="147"/>
                      <a:pt x="23" y="150"/>
                      <a:pt x="23" y="154"/>
                    </a:cubicBezTo>
                    <a:moveTo>
                      <a:pt x="49" y="125"/>
                    </a:moveTo>
                    <a:cubicBezTo>
                      <a:pt x="49" y="131"/>
                      <a:pt x="47" y="138"/>
                      <a:pt x="47" y="145"/>
                    </a:cubicBezTo>
                    <a:cubicBezTo>
                      <a:pt x="45" y="157"/>
                      <a:pt x="44" y="169"/>
                      <a:pt x="42" y="182"/>
                    </a:cubicBezTo>
                    <a:cubicBezTo>
                      <a:pt x="42" y="182"/>
                      <a:pt x="42" y="183"/>
                      <a:pt x="42" y="184"/>
                    </a:cubicBezTo>
                    <a:cubicBezTo>
                      <a:pt x="42" y="184"/>
                      <a:pt x="43" y="184"/>
                      <a:pt x="44" y="183"/>
                    </a:cubicBezTo>
                    <a:cubicBezTo>
                      <a:pt x="46" y="182"/>
                      <a:pt x="47" y="182"/>
                      <a:pt x="49" y="181"/>
                    </a:cubicBezTo>
                    <a:cubicBezTo>
                      <a:pt x="51" y="179"/>
                      <a:pt x="53" y="177"/>
                      <a:pt x="56" y="175"/>
                    </a:cubicBezTo>
                    <a:cubicBezTo>
                      <a:pt x="61" y="171"/>
                      <a:pt x="65" y="166"/>
                      <a:pt x="71" y="161"/>
                    </a:cubicBezTo>
                    <a:cubicBezTo>
                      <a:pt x="78" y="152"/>
                      <a:pt x="85" y="143"/>
                      <a:pt x="92" y="134"/>
                    </a:cubicBezTo>
                    <a:cubicBezTo>
                      <a:pt x="96" y="128"/>
                      <a:pt x="100" y="122"/>
                      <a:pt x="104" y="117"/>
                    </a:cubicBezTo>
                    <a:cubicBezTo>
                      <a:pt x="106" y="114"/>
                      <a:pt x="107" y="111"/>
                      <a:pt x="109" y="108"/>
                    </a:cubicBezTo>
                    <a:cubicBezTo>
                      <a:pt x="111" y="104"/>
                      <a:pt x="113" y="101"/>
                      <a:pt x="114" y="98"/>
                    </a:cubicBezTo>
                    <a:cubicBezTo>
                      <a:pt x="118" y="90"/>
                      <a:pt x="122" y="83"/>
                      <a:pt x="125" y="75"/>
                    </a:cubicBezTo>
                    <a:cubicBezTo>
                      <a:pt x="126" y="71"/>
                      <a:pt x="127" y="68"/>
                      <a:pt x="128" y="64"/>
                    </a:cubicBezTo>
                    <a:cubicBezTo>
                      <a:pt x="128" y="61"/>
                      <a:pt x="129" y="58"/>
                      <a:pt x="129" y="55"/>
                    </a:cubicBezTo>
                    <a:cubicBezTo>
                      <a:pt x="129" y="53"/>
                      <a:pt x="130" y="51"/>
                      <a:pt x="129" y="49"/>
                    </a:cubicBezTo>
                    <a:cubicBezTo>
                      <a:pt x="129" y="47"/>
                      <a:pt x="129" y="45"/>
                      <a:pt x="128" y="44"/>
                    </a:cubicBezTo>
                    <a:cubicBezTo>
                      <a:pt x="128" y="43"/>
                      <a:pt x="128" y="43"/>
                      <a:pt x="128" y="41"/>
                    </a:cubicBezTo>
                    <a:cubicBezTo>
                      <a:pt x="127" y="40"/>
                      <a:pt x="127" y="38"/>
                      <a:pt x="126" y="37"/>
                    </a:cubicBezTo>
                    <a:cubicBezTo>
                      <a:pt x="125" y="36"/>
                      <a:pt x="125" y="34"/>
                      <a:pt x="124" y="33"/>
                    </a:cubicBezTo>
                    <a:cubicBezTo>
                      <a:pt x="123" y="32"/>
                      <a:pt x="123" y="31"/>
                      <a:pt x="122" y="30"/>
                    </a:cubicBezTo>
                    <a:cubicBezTo>
                      <a:pt x="122" y="30"/>
                      <a:pt x="121" y="30"/>
                      <a:pt x="121" y="29"/>
                    </a:cubicBezTo>
                    <a:cubicBezTo>
                      <a:pt x="121" y="29"/>
                      <a:pt x="120" y="29"/>
                      <a:pt x="120" y="28"/>
                    </a:cubicBezTo>
                    <a:cubicBezTo>
                      <a:pt x="119" y="27"/>
                      <a:pt x="118" y="27"/>
                      <a:pt x="118" y="27"/>
                    </a:cubicBezTo>
                    <a:cubicBezTo>
                      <a:pt x="117" y="27"/>
                      <a:pt x="117" y="27"/>
                      <a:pt x="117" y="26"/>
                    </a:cubicBezTo>
                    <a:lnTo>
                      <a:pt x="117" y="27"/>
                    </a:lnTo>
                    <a:lnTo>
                      <a:pt x="118" y="27"/>
                    </a:lnTo>
                    <a:lnTo>
                      <a:pt x="117" y="27"/>
                    </a:lnTo>
                    <a:cubicBezTo>
                      <a:pt x="117" y="26"/>
                      <a:pt x="117" y="26"/>
                      <a:pt x="117" y="26"/>
                    </a:cubicBezTo>
                    <a:lnTo>
                      <a:pt x="117" y="27"/>
                    </a:lnTo>
                    <a:cubicBezTo>
                      <a:pt x="117" y="26"/>
                      <a:pt x="116" y="26"/>
                      <a:pt x="116" y="26"/>
                    </a:cubicBezTo>
                    <a:cubicBezTo>
                      <a:pt x="114" y="26"/>
                      <a:pt x="114" y="26"/>
                      <a:pt x="113" y="26"/>
                    </a:cubicBezTo>
                    <a:cubicBezTo>
                      <a:pt x="112" y="26"/>
                      <a:pt x="111" y="26"/>
                      <a:pt x="110" y="26"/>
                    </a:cubicBezTo>
                    <a:cubicBezTo>
                      <a:pt x="109" y="26"/>
                      <a:pt x="108" y="26"/>
                      <a:pt x="107" y="26"/>
                    </a:cubicBezTo>
                    <a:cubicBezTo>
                      <a:pt x="106" y="26"/>
                      <a:pt x="104" y="27"/>
                      <a:pt x="103" y="27"/>
                    </a:cubicBezTo>
                    <a:cubicBezTo>
                      <a:pt x="101" y="28"/>
                      <a:pt x="99" y="29"/>
                      <a:pt x="96" y="30"/>
                    </a:cubicBezTo>
                    <a:cubicBezTo>
                      <a:pt x="94" y="31"/>
                      <a:pt x="92" y="32"/>
                      <a:pt x="90" y="33"/>
                    </a:cubicBezTo>
                    <a:cubicBezTo>
                      <a:pt x="87" y="36"/>
                      <a:pt x="84" y="37"/>
                      <a:pt x="81" y="40"/>
                    </a:cubicBezTo>
                    <a:cubicBezTo>
                      <a:pt x="79" y="41"/>
                      <a:pt x="77" y="43"/>
                      <a:pt x="75" y="45"/>
                    </a:cubicBezTo>
                    <a:cubicBezTo>
                      <a:pt x="72" y="49"/>
                      <a:pt x="68" y="54"/>
                      <a:pt x="65" y="58"/>
                    </a:cubicBezTo>
                    <a:cubicBezTo>
                      <a:pt x="64" y="59"/>
                      <a:pt x="63" y="61"/>
                      <a:pt x="62" y="63"/>
                    </a:cubicBezTo>
                    <a:cubicBezTo>
                      <a:pt x="61" y="65"/>
                      <a:pt x="60" y="67"/>
                      <a:pt x="60" y="69"/>
                    </a:cubicBezTo>
                    <a:cubicBezTo>
                      <a:pt x="57" y="76"/>
                      <a:pt x="56" y="83"/>
                      <a:pt x="54" y="89"/>
                    </a:cubicBezTo>
                    <a:lnTo>
                      <a:pt x="54" y="88"/>
                    </a:lnTo>
                    <a:cubicBezTo>
                      <a:pt x="52" y="100"/>
                      <a:pt x="51" y="112"/>
                      <a:pt x="49" y="125"/>
                    </a:cubicBezTo>
                    <a:moveTo>
                      <a:pt x="18" y="206"/>
                    </a:moveTo>
                    <a:cubicBezTo>
                      <a:pt x="4" y="199"/>
                      <a:pt x="1" y="182"/>
                      <a:pt x="0" y="168"/>
                    </a:cubicBezTo>
                    <a:cubicBezTo>
                      <a:pt x="0" y="161"/>
                      <a:pt x="0" y="154"/>
                      <a:pt x="0" y="147"/>
                    </a:cubicBezTo>
                    <a:cubicBezTo>
                      <a:pt x="1" y="135"/>
                      <a:pt x="3" y="123"/>
                      <a:pt x="5" y="111"/>
                    </a:cubicBezTo>
                    <a:cubicBezTo>
                      <a:pt x="8" y="100"/>
                      <a:pt x="12" y="89"/>
                      <a:pt x="18" y="78"/>
                    </a:cubicBezTo>
                    <a:cubicBezTo>
                      <a:pt x="23" y="68"/>
                      <a:pt x="30" y="58"/>
                      <a:pt x="39" y="51"/>
                    </a:cubicBezTo>
                    <a:cubicBezTo>
                      <a:pt x="41" y="49"/>
                      <a:pt x="43" y="48"/>
                      <a:pt x="46" y="47"/>
                    </a:cubicBezTo>
                    <a:cubicBezTo>
                      <a:pt x="47" y="45"/>
                      <a:pt x="49" y="43"/>
                      <a:pt x="50" y="41"/>
                    </a:cubicBezTo>
                    <a:cubicBezTo>
                      <a:pt x="53" y="37"/>
                      <a:pt x="56" y="34"/>
                      <a:pt x="58" y="31"/>
                    </a:cubicBezTo>
                    <a:cubicBezTo>
                      <a:pt x="64" y="25"/>
                      <a:pt x="70" y="19"/>
                      <a:pt x="77" y="15"/>
                    </a:cubicBezTo>
                    <a:cubicBezTo>
                      <a:pt x="89" y="6"/>
                      <a:pt x="105" y="0"/>
                      <a:pt x="120" y="4"/>
                    </a:cubicBezTo>
                    <a:cubicBezTo>
                      <a:pt x="128" y="5"/>
                      <a:pt x="134" y="9"/>
                      <a:pt x="139" y="15"/>
                    </a:cubicBezTo>
                    <a:cubicBezTo>
                      <a:pt x="144" y="20"/>
                      <a:pt x="148" y="28"/>
                      <a:pt x="150" y="35"/>
                    </a:cubicBezTo>
                    <a:cubicBezTo>
                      <a:pt x="152" y="42"/>
                      <a:pt x="152" y="50"/>
                      <a:pt x="151" y="57"/>
                    </a:cubicBezTo>
                    <a:cubicBezTo>
                      <a:pt x="151" y="66"/>
                      <a:pt x="148" y="75"/>
                      <a:pt x="145" y="83"/>
                    </a:cubicBezTo>
                    <a:cubicBezTo>
                      <a:pt x="141" y="94"/>
                      <a:pt x="135" y="105"/>
                      <a:pt x="130" y="115"/>
                    </a:cubicBezTo>
                    <a:cubicBezTo>
                      <a:pt x="127" y="121"/>
                      <a:pt x="124" y="126"/>
                      <a:pt x="121" y="131"/>
                    </a:cubicBezTo>
                    <a:cubicBezTo>
                      <a:pt x="117" y="137"/>
                      <a:pt x="113" y="143"/>
                      <a:pt x="109" y="148"/>
                    </a:cubicBezTo>
                    <a:cubicBezTo>
                      <a:pt x="105" y="154"/>
                      <a:pt x="100" y="160"/>
                      <a:pt x="96" y="165"/>
                    </a:cubicBezTo>
                    <a:cubicBezTo>
                      <a:pt x="92" y="171"/>
                      <a:pt x="86" y="177"/>
                      <a:pt x="81" y="182"/>
                    </a:cubicBezTo>
                    <a:cubicBezTo>
                      <a:pt x="75" y="189"/>
                      <a:pt x="68" y="195"/>
                      <a:pt x="61" y="199"/>
                    </a:cubicBezTo>
                    <a:cubicBezTo>
                      <a:pt x="54" y="205"/>
                      <a:pt x="43" y="209"/>
                      <a:pt x="33" y="209"/>
                    </a:cubicBezTo>
                    <a:cubicBezTo>
                      <a:pt x="28" y="209"/>
                      <a:pt x="23" y="209"/>
                      <a:pt x="18" y="20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" name="Google Shape;641;p7"/>
              <p:cNvSpPr/>
              <p:nvPr/>
            </p:nvSpPr>
            <p:spPr>
              <a:xfrm>
                <a:off x="461520" y="687600"/>
                <a:ext cx="39960" cy="115560"/>
              </a:xfrm>
              <a:custGeom>
                <a:avLst/>
                <a:gdLst/>
                <a:ahLst/>
                <a:cxnLst/>
                <a:rect l="l" t="t" r="r" b="b"/>
                <a:pathLst>
                  <a:path w="111" h="321" extrusionOk="0">
                    <a:moveTo>
                      <a:pt x="32" y="314"/>
                    </a:moveTo>
                    <a:cubicBezTo>
                      <a:pt x="28" y="307"/>
                      <a:pt x="24" y="301"/>
                      <a:pt x="21" y="294"/>
                    </a:cubicBezTo>
                    <a:cubicBezTo>
                      <a:pt x="17" y="286"/>
                      <a:pt x="13" y="277"/>
                      <a:pt x="10" y="269"/>
                    </a:cubicBezTo>
                    <a:cubicBezTo>
                      <a:pt x="4" y="252"/>
                      <a:pt x="2" y="235"/>
                      <a:pt x="1" y="218"/>
                    </a:cubicBezTo>
                    <a:cubicBezTo>
                      <a:pt x="0" y="200"/>
                      <a:pt x="0" y="181"/>
                      <a:pt x="3" y="164"/>
                    </a:cubicBezTo>
                    <a:cubicBezTo>
                      <a:pt x="5" y="146"/>
                      <a:pt x="10" y="129"/>
                      <a:pt x="16" y="112"/>
                    </a:cubicBezTo>
                    <a:cubicBezTo>
                      <a:pt x="22" y="96"/>
                      <a:pt x="30" y="80"/>
                      <a:pt x="38" y="65"/>
                    </a:cubicBezTo>
                    <a:cubicBezTo>
                      <a:pt x="48" y="49"/>
                      <a:pt x="59" y="33"/>
                      <a:pt x="72" y="19"/>
                    </a:cubicBezTo>
                    <a:cubicBezTo>
                      <a:pt x="77" y="14"/>
                      <a:pt x="82" y="9"/>
                      <a:pt x="87" y="4"/>
                    </a:cubicBezTo>
                    <a:cubicBezTo>
                      <a:pt x="92" y="0"/>
                      <a:pt x="100" y="0"/>
                      <a:pt x="105" y="4"/>
                    </a:cubicBezTo>
                    <a:cubicBezTo>
                      <a:pt x="110" y="10"/>
                      <a:pt x="109" y="19"/>
                      <a:pt x="103" y="23"/>
                    </a:cubicBezTo>
                    <a:cubicBezTo>
                      <a:pt x="102" y="24"/>
                      <a:pt x="101" y="25"/>
                      <a:pt x="99" y="26"/>
                    </a:cubicBezTo>
                    <a:cubicBezTo>
                      <a:pt x="93" y="32"/>
                      <a:pt x="87" y="38"/>
                      <a:pt x="81" y="44"/>
                    </a:cubicBezTo>
                    <a:lnTo>
                      <a:pt x="82" y="44"/>
                    </a:lnTo>
                    <a:cubicBezTo>
                      <a:pt x="77" y="50"/>
                      <a:pt x="72" y="56"/>
                      <a:pt x="67" y="62"/>
                    </a:cubicBezTo>
                    <a:cubicBezTo>
                      <a:pt x="60" y="72"/>
                      <a:pt x="54" y="83"/>
                      <a:pt x="48" y="95"/>
                    </a:cubicBezTo>
                    <a:cubicBezTo>
                      <a:pt x="43" y="105"/>
                      <a:pt x="38" y="116"/>
                      <a:pt x="34" y="127"/>
                    </a:cubicBezTo>
                    <a:cubicBezTo>
                      <a:pt x="31" y="136"/>
                      <a:pt x="28" y="145"/>
                      <a:pt x="26" y="155"/>
                    </a:cubicBezTo>
                    <a:cubicBezTo>
                      <a:pt x="24" y="164"/>
                      <a:pt x="23" y="173"/>
                      <a:pt x="22" y="182"/>
                    </a:cubicBezTo>
                    <a:cubicBezTo>
                      <a:pt x="21" y="192"/>
                      <a:pt x="21" y="203"/>
                      <a:pt x="22" y="213"/>
                    </a:cubicBezTo>
                    <a:cubicBezTo>
                      <a:pt x="22" y="214"/>
                      <a:pt x="22" y="214"/>
                      <a:pt x="22" y="215"/>
                    </a:cubicBezTo>
                    <a:lnTo>
                      <a:pt x="22" y="214"/>
                    </a:lnTo>
                    <a:cubicBezTo>
                      <a:pt x="23" y="224"/>
                      <a:pt x="24" y="233"/>
                      <a:pt x="25" y="243"/>
                    </a:cubicBezTo>
                    <a:cubicBezTo>
                      <a:pt x="26" y="248"/>
                      <a:pt x="27" y="252"/>
                      <a:pt x="29" y="257"/>
                    </a:cubicBezTo>
                    <a:cubicBezTo>
                      <a:pt x="32" y="266"/>
                      <a:pt x="36" y="275"/>
                      <a:pt x="41" y="284"/>
                    </a:cubicBezTo>
                    <a:cubicBezTo>
                      <a:pt x="40" y="283"/>
                      <a:pt x="40" y="283"/>
                      <a:pt x="40" y="283"/>
                    </a:cubicBezTo>
                    <a:cubicBezTo>
                      <a:pt x="43" y="290"/>
                      <a:pt x="47" y="297"/>
                      <a:pt x="51" y="304"/>
                    </a:cubicBezTo>
                    <a:cubicBezTo>
                      <a:pt x="54" y="309"/>
                      <a:pt x="52" y="315"/>
                      <a:pt x="46" y="318"/>
                    </a:cubicBezTo>
                    <a:cubicBezTo>
                      <a:pt x="45" y="319"/>
                      <a:pt x="43" y="320"/>
                      <a:pt x="41" y="320"/>
                    </a:cubicBezTo>
                    <a:cubicBezTo>
                      <a:pt x="38" y="320"/>
                      <a:pt x="34" y="318"/>
                      <a:pt x="32" y="3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" name="Google Shape;642;p7"/>
              <p:cNvSpPr/>
              <p:nvPr/>
            </p:nvSpPr>
            <p:spPr>
              <a:xfrm>
                <a:off x="502920" y="718560"/>
                <a:ext cx="29520" cy="51840"/>
              </a:xfrm>
              <a:custGeom>
                <a:avLst/>
                <a:gdLst/>
                <a:ahLst/>
                <a:cxnLst/>
                <a:rect l="l" t="t" r="r" b="b"/>
                <a:pathLst>
                  <a:path w="82" h="144" extrusionOk="0">
                    <a:moveTo>
                      <a:pt x="60" y="140"/>
                    </a:moveTo>
                    <a:cubicBezTo>
                      <a:pt x="53" y="132"/>
                      <a:pt x="46" y="123"/>
                      <a:pt x="39" y="114"/>
                    </a:cubicBezTo>
                    <a:cubicBezTo>
                      <a:pt x="34" y="106"/>
                      <a:pt x="29" y="98"/>
                      <a:pt x="24" y="90"/>
                    </a:cubicBezTo>
                    <a:cubicBezTo>
                      <a:pt x="19" y="83"/>
                      <a:pt x="15" y="75"/>
                      <a:pt x="11" y="67"/>
                    </a:cubicBezTo>
                    <a:cubicBezTo>
                      <a:pt x="5" y="56"/>
                      <a:pt x="1" y="45"/>
                      <a:pt x="0" y="32"/>
                    </a:cubicBezTo>
                    <a:cubicBezTo>
                      <a:pt x="0" y="27"/>
                      <a:pt x="0" y="21"/>
                      <a:pt x="2" y="16"/>
                    </a:cubicBezTo>
                    <a:cubicBezTo>
                      <a:pt x="3" y="13"/>
                      <a:pt x="4" y="10"/>
                      <a:pt x="6" y="8"/>
                    </a:cubicBezTo>
                    <a:cubicBezTo>
                      <a:pt x="9" y="2"/>
                      <a:pt x="17" y="0"/>
                      <a:pt x="23" y="3"/>
                    </a:cubicBezTo>
                    <a:cubicBezTo>
                      <a:pt x="29" y="7"/>
                      <a:pt x="31" y="15"/>
                      <a:pt x="27" y="21"/>
                    </a:cubicBezTo>
                    <a:cubicBezTo>
                      <a:pt x="26" y="22"/>
                      <a:pt x="26" y="23"/>
                      <a:pt x="25" y="25"/>
                    </a:cubicBezTo>
                    <a:lnTo>
                      <a:pt x="25" y="26"/>
                    </a:lnTo>
                    <a:cubicBezTo>
                      <a:pt x="25" y="28"/>
                      <a:pt x="25" y="30"/>
                      <a:pt x="25" y="32"/>
                    </a:cubicBezTo>
                    <a:cubicBezTo>
                      <a:pt x="25" y="34"/>
                      <a:pt x="25" y="36"/>
                      <a:pt x="25" y="38"/>
                    </a:cubicBezTo>
                    <a:cubicBezTo>
                      <a:pt x="26" y="41"/>
                      <a:pt x="26" y="44"/>
                      <a:pt x="27" y="46"/>
                    </a:cubicBezTo>
                    <a:cubicBezTo>
                      <a:pt x="29" y="50"/>
                      <a:pt x="30" y="53"/>
                      <a:pt x="32" y="56"/>
                    </a:cubicBezTo>
                    <a:cubicBezTo>
                      <a:pt x="35" y="63"/>
                      <a:pt x="39" y="70"/>
                      <a:pt x="42" y="76"/>
                    </a:cubicBezTo>
                    <a:cubicBezTo>
                      <a:pt x="46" y="82"/>
                      <a:pt x="49" y="88"/>
                      <a:pt x="53" y="94"/>
                    </a:cubicBezTo>
                    <a:cubicBezTo>
                      <a:pt x="57" y="100"/>
                      <a:pt x="61" y="106"/>
                      <a:pt x="67" y="112"/>
                    </a:cubicBezTo>
                    <a:cubicBezTo>
                      <a:pt x="70" y="116"/>
                      <a:pt x="73" y="120"/>
                      <a:pt x="76" y="123"/>
                    </a:cubicBezTo>
                    <a:cubicBezTo>
                      <a:pt x="81" y="128"/>
                      <a:pt x="81" y="136"/>
                      <a:pt x="76" y="140"/>
                    </a:cubicBezTo>
                    <a:cubicBezTo>
                      <a:pt x="74" y="142"/>
                      <a:pt x="71" y="143"/>
                      <a:pt x="68" y="143"/>
                    </a:cubicBezTo>
                    <a:cubicBezTo>
                      <a:pt x="65" y="143"/>
                      <a:pt x="62" y="142"/>
                      <a:pt x="60" y="1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" name="Google Shape;643;p7"/>
              <p:cNvSpPr/>
              <p:nvPr/>
            </p:nvSpPr>
            <p:spPr>
              <a:xfrm>
                <a:off x="501840" y="724680"/>
                <a:ext cx="57600" cy="55440"/>
              </a:xfrm>
              <a:custGeom>
                <a:avLst/>
                <a:gdLst/>
                <a:ahLst/>
                <a:cxnLst/>
                <a:rect l="l" t="t" r="r" b="b"/>
                <a:pathLst>
                  <a:path w="160" h="154" extrusionOk="0">
                    <a:moveTo>
                      <a:pt x="8" y="151"/>
                    </a:moveTo>
                    <a:cubicBezTo>
                      <a:pt x="2" y="148"/>
                      <a:pt x="0" y="140"/>
                      <a:pt x="4" y="135"/>
                    </a:cubicBezTo>
                    <a:cubicBezTo>
                      <a:pt x="11" y="124"/>
                      <a:pt x="18" y="113"/>
                      <a:pt x="26" y="103"/>
                    </a:cubicBezTo>
                    <a:cubicBezTo>
                      <a:pt x="33" y="93"/>
                      <a:pt x="40" y="83"/>
                      <a:pt x="47" y="74"/>
                    </a:cubicBezTo>
                    <a:cubicBezTo>
                      <a:pt x="55" y="64"/>
                      <a:pt x="63" y="54"/>
                      <a:pt x="71" y="44"/>
                    </a:cubicBezTo>
                    <a:cubicBezTo>
                      <a:pt x="82" y="32"/>
                      <a:pt x="93" y="21"/>
                      <a:pt x="106" y="12"/>
                    </a:cubicBezTo>
                    <a:cubicBezTo>
                      <a:pt x="113" y="8"/>
                      <a:pt x="119" y="4"/>
                      <a:pt x="126" y="3"/>
                    </a:cubicBezTo>
                    <a:cubicBezTo>
                      <a:pt x="133" y="1"/>
                      <a:pt x="140" y="0"/>
                      <a:pt x="147" y="1"/>
                    </a:cubicBezTo>
                    <a:cubicBezTo>
                      <a:pt x="154" y="2"/>
                      <a:pt x="159" y="8"/>
                      <a:pt x="158" y="15"/>
                    </a:cubicBezTo>
                    <a:cubicBezTo>
                      <a:pt x="157" y="22"/>
                      <a:pt x="151" y="27"/>
                      <a:pt x="144" y="26"/>
                    </a:cubicBezTo>
                    <a:cubicBezTo>
                      <a:pt x="142" y="26"/>
                      <a:pt x="141" y="25"/>
                      <a:pt x="139" y="25"/>
                    </a:cubicBezTo>
                    <a:cubicBezTo>
                      <a:pt x="138" y="25"/>
                      <a:pt x="138" y="25"/>
                      <a:pt x="137" y="25"/>
                    </a:cubicBezTo>
                    <a:cubicBezTo>
                      <a:pt x="135" y="25"/>
                      <a:pt x="133" y="26"/>
                      <a:pt x="131" y="26"/>
                    </a:cubicBezTo>
                    <a:lnTo>
                      <a:pt x="130" y="27"/>
                    </a:lnTo>
                    <a:cubicBezTo>
                      <a:pt x="128" y="27"/>
                      <a:pt x="127" y="27"/>
                      <a:pt x="126" y="28"/>
                    </a:cubicBezTo>
                    <a:cubicBezTo>
                      <a:pt x="125" y="28"/>
                      <a:pt x="124" y="29"/>
                      <a:pt x="122" y="30"/>
                    </a:cubicBezTo>
                    <a:cubicBezTo>
                      <a:pt x="117" y="34"/>
                      <a:pt x="113" y="37"/>
                      <a:pt x="108" y="41"/>
                    </a:cubicBezTo>
                    <a:cubicBezTo>
                      <a:pt x="101" y="47"/>
                      <a:pt x="94" y="53"/>
                      <a:pt x="88" y="60"/>
                    </a:cubicBezTo>
                    <a:cubicBezTo>
                      <a:pt x="81" y="68"/>
                      <a:pt x="74" y="75"/>
                      <a:pt x="68" y="83"/>
                    </a:cubicBezTo>
                    <a:cubicBezTo>
                      <a:pt x="61" y="92"/>
                      <a:pt x="55" y="101"/>
                      <a:pt x="49" y="109"/>
                    </a:cubicBezTo>
                    <a:cubicBezTo>
                      <a:pt x="40" y="121"/>
                      <a:pt x="32" y="134"/>
                      <a:pt x="24" y="147"/>
                    </a:cubicBezTo>
                    <a:cubicBezTo>
                      <a:pt x="22" y="151"/>
                      <a:pt x="18" y="153"/>
                      <a:pt x="14" y="153"/>
                    </a:cubicBezTo>
                    <a:cubicBezTo>
                      <a:pt x="11" y="153"/>
                      <a:pt x="10" y="152"/>
                      <a:pt x="8" y="1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" name="Google Shape;644;p7"/>
              <p:cNvSpPr/>
              <p:nvPr/>
            </p:nvSpPr>
            <p:spPr>
              <a:xfrm>
                <a:off x="563400" y="737640"/>
                <a:ext cx="43560" cy="1476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41" extrusionOk="0">
                    <a:moveTo>
                      <a:pt x="105" y="40"/>
                    </a:moveTo>
                    <a:cubicBezTo>
                      <a:pt x="89" y="38"/>
                      <a:pt x="73" y="37"/>
                      <a:pt x="56" y="34"/>
                    </a:cubicBezTo>
                    <a:cubicBezTo>
                      <a:pt x="49" y="33"/>
                      <a:pt x="42" y="32"/>
                      <a:pt x="34" y="31"/>
                    </a:cubicBezTo>
                    <a:cubicBezTo>
                      <a:pt x="27" y="29"/>
                      <a:pt x="19" y="28"/>
                      <a:pt x="12" y="27"/>
                    </a:cubicBezTo>
                    <a:cubicBezTo>
                      <a:pt x="5" y="25"/>
                      <a:pt x="0" y="20"/>
                      <a:pt x="0" y="14"/>
                    </a:cubicBezTo>
                    <a:cubicBezTo>
                      <a:pt x="0" y="7"/>
                      <a:pt x="7" y="0"/>
                      <a:pt x="15" y="2"/>
                    </a:cubicBezTo>
                    <a:cubicBezTo>
                      <a:pt x="21" y="3"/>
                      <a:pt x="27" y="4"/>
                      <a:pt x="33" y="6"/>
                    </a:cubicBezTo>
                    <a:cubicBezTo>
                      <a:pt x="58" y="10"/>
                      <a:pt x="83" y="14"/>
                      <a:pt x="109" y="16"/>
                    </a:cubicBezTo>
                    <a:cubicBezTo>
                      <a:pt x="115" y="17"/>
                      <a:pt x="120" y="24"/>
                      <a:pt x="119" y="30"/>
                    </a:cubicBezTo>
                    <a:cubicBezTo>
                      <a:pt x="118" y="36"/>
                      <a:pt x="112" y="40"/>
                      <a:pt x="107" y="40"/>
                    </a:cubicBezTo>
                    <a:cubicBezTo>
                      <a:pt x="106" y="40"/>
                      <a:pt x="106" y="40"/>
                      <a:pt x="105" y="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" name="Google Shape;645;p7"/>
              <p:cNvSpPr/>
              <p:nvPr/>
            </p:nvSpPr>
            <p:spPr>
              <a:xfrm>
                <a:off x="583560" y="721080"/>
                <a:ext cx="19080" cy="39240"/>
              </a:xfrm>
              <a:custGeom>
                <a:avLst/>
                <a:gdLst/>
                <a:ahLst/>
                <a:cxnLst/>
                <a:rect l="l" t="t" r="r" b="b"/>
                <a:pathLst>
                  <a:path w="53" h="109" extrusionOk="0">
                    <a:moveTo>
                      <a:pt x="12" y="108"/>
                    </a:moveTo>
                    <a:cubicBezTo>
                      <a:pt x="6" y="108"/>
                      <a:pt x="0" y="103"/>
                      <a:pt x="1" y="97"/>
                    </a:cubicBezTo>
                    <a:cubicBezTo>
                      <a:pt x="2" y="81"/>
                      <a:pt x="3" y="66"/>
                      <a:pt x="6" y="51"/>
                    </a:cubicBezTo>
                    <a:cubicBezTo>
                      <a:pt x="8" y="39"/>
                      <a:pt x="13" y="27"/>
                      <a:pt x="18" y="17"/>
                    </a:cubicBezTo>
                    <a:cubicBezTo>
                      <a:pt x="23" y="9"/>
                      <a:pt x="30" y="0"/>
                      <a:pt x="39" y="2"/>
                    </a:cubicBezTo>
                    <a:cubicBezTo>
                      <a:pt x="47" y="3"/>
                      <a:pt x="52" y="11"/>
                      <a:pt x="50" y="18"/>
                    </a:cubicBezTo>
                    <a:cubicBezTo>
                      <a:pt x="49" y="23"/>
                      <a:pt x="45" y="25"/>
                      <a:pt x="41" y="27"/>
                    </a:cubicBezTo>
                    <a:cubicBezTo>
                      <a:pt x="41" y="27"/>
                      <a:pt x="40" y="28"/>
                      <a:pt x="39" y="29"/>
                    </a:cubicBezTo>
                    <a:cubicBezTo>
                      <a:pt x="40" y="28"/>
                      <a:pt x="40" y="28"/>
                      <a:pt x="41" y="27"/>
                    </a:cubicBezTo>
                    <a:cubicBezTo>
                      <a:pt x="39" y="30"/>
                      <a:pt x="38" y="31"/>
                      <a:pt x="37" y="33"/>
                    </a:cubicBezTo>
                    <a:cubicBezTo>
                      <a:pt x="35" y="37"/>
                      <a:pt x="34" y="41"/>
                      <a:pt x="32" y="44"/>
                    </a:cubicBezTo>
                    <a:cubicBezTo>
                      <a:pt x="31" y="49"/>
                      <a:pt x="30" y="53"/>
                      <a:pt x="28" y="58"/>
                    </a:cubicBezTo>
                    <a:cubicBezTo>
                      <a:pt x="26" y="69"/>
                      <a:pt x="25" y="80"/>
                      <a:pt x="24" y="91"/>
                    </a:cubicBezTo>
                    <a:lnTo>
                      <a:pt x="24" y="90"/>
                    </a:lnTo>
                    <a:cubicBezTo>
                      <a:pt x="24" y="92"/>
                      <a:pt x="24" y="95"/>
                      <a:pt x="24" y="97"/>
                    </a:cubicBezTo>
                    <a:cubicBezTo>
                      <a:pt x="23" y="103"/>
                      <a:pt x="19" y="108"/>
                      <a:pt x="12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" name="Google Shape;646;p7"/>
              <p:cNvSpPr/>
              <p:nvPr/>
            </p:nvSpPr>
            <p:spPr>
              <a:xfrm>
                <a:off x="636120" y="708480"/>
                <a:ext cx="38160" cy="76320"/>
              </a:xfrm>
              <a:custGeom>
                <a:avLst/>
                <a:gdLst/>
                <a:ahLst/>
                <a:cxnLst/>
                <a:rect l="l" t="t" r="r" b="b"/>
                <a:pathLst>
                  <a:path w="106" h="212" extrusionOk="0">
                    <a:moveTo>
                      <a:pt x="16" y="202"/>
                    </a:moveTo>
                    <a:cubicBezTo>
                      <a:pt x="14" y="195"/>
                      <a:pt x="18" y="188"/>
                      <a:pt x="25" y="186"/>
                    </a:cubicBezTo>
                    <a:cubicBezTo>
                      <a:pt x="26" y="186"/>
                      <a:pt x="27" y="186"/>
                      <a:pt x="28" y="186"/>
                    </a:cubicBezTo>
                    <a:cubicBezTo>
                      <a:pt x="29" y="185"/>
                      <a:pt x="30" y="185"/>
                      <a:pt x="31" y="185"/>
                    </a:cubicBezTo>
                    <a:cubicBezTo>
                      <a:pt x="34" y="183"/>
                      <a:pt x="37" y="182"/>
                      <a:pt x="40" y="181"/>
                    </a:cubicBezTo>
                    <a:cubicBezTo>
                      <a:pt x="46" y="178"/>
                      <a:pt x="51" y="175"/>
                      <a:pt x="57" y="172"/>
                    </a:cubicBezTo>
                    <a:cubicBezTo>
                      <a:pt x="60" y="170"/>
                      <a:pt x="61" y="169"/>
                      <a:pt x="63" y="168"/>
                    </a:cubicBezTo>
                    <a:cubicBezTo>
                      <a:pt x="64" y="166"/>
                      <a:pt x="65" y="165"/>
                      <a:pt x="67" y="164"/>
                    </a:cubicBezTo>
                    <a:cubicBezTo>
                      <a:pt x="68" y="163"/>
                      <a:pt x="69" y="161"/>
                      <a:pt x="70" y="160"/>
                    </a:cubicBezTo>
                    <a:cubicBezTo>
                      <a:pt x="72" y="157"/>
                      <a:pt x="74" y="153"/>
                      <a:pt x="76" y="150"/>
                    </a:cubicBezTo>
                    <a:cubicBezTo>
                      <a:pt x="77" y="148"/>
                      <a:pt x="78" y="146"/>
                      <a:pt x="79" y="144"/>
                    </a:cubicBezTo>
                    <a:cubicBezTo>
                      <a:pt x="79" y="142"/>
                      <a:pt x="80" y="140"/>
                      <a:pt x="81" y="139"/>
                    </a:cubicBezTo>
                    <a:cubicBezTo>
                      <a:pt x="81" y="137"/>
                      <a:pt x="81" y="136"/>
                      <a:pt x="81" y="134"/>
                    </a:cubicBezTo>
                    <a:cubicBezTo>
                      <a:pt x="81" y="133"/>
                      <a:pt x="81" y="132"/>
                      <a:pt x="81" y="130"/>
                    </a:cubicBezTo>
                    <a:cubicBezTo>
                      <a:pt x="81" y="130"/>
                      <a:pt x="81" y="131"/>
                      <a:pt x="81" y="132"/>
                    </a:cubicBezTo>
                    <a:cubicBezTo>
                      <a:pt x="81" y="127"/>
                      <a:pt x="80" y="122"/>
                      <a:pt x="79" y="118"/>
                    </a:cubicBezTo>
                    <a:cubicBezTo>
                      <a:pt x="79" y="115"/>
                      <a:pt x="78" y="112"/>
                      <a:pt x="77" y="109"/>
                    </a:cubicBezTo>
                    <a:cubicBezTo>
                      <a:pt x="76" y="108"/>
                      <a:pt x="76" y="106"/>
                      <a:pt x="75" y="105"/>
                    </a:cubicBezTo>
                    <a:cubicBezTo>
                      <a:pt x="75" y="104"/>
                      <a:pt x="74" y="102"/>
                      <a:pt x="73" y="101"/>
                    </a:cubicBezTo>
                    <a:cubicBezTo>
                      <a:pt x="73" y="100"/>
                      <a:pt x="72" y="99"/>
                      <a:pt x="72" y="99"/>
                    </a:cubicBezTo>
                    <a:cubicBezTo>
                      <a:pt x="71" y="98"/>
                      <a:pt x="71" y="98"/>
                      <a:pt x="70" y="97"/>
                    </a:cubicBezTo>
                    <a:cubicBezTo>
                      <a:pt x="70" y="97"/>
                      <a:pt x="69" y="97"/>
                      <a:pt x="69" y="96"/>
                    </a:cubicBezTo>
                    <a:cubicBezTo>
                      <a:pt x="69" y="97"/>
                      <a:pt x="69" y="97"/>
                      <a:pt x="69" y="97"/>
                    </a:cubicBezTo>
                    <a:lnTo>
                      <a:pt x="70" y="97"/>
                    </a:lnTo>
                    <a:lnTo>
                      <a:pt x="69" y="97"/>
                    </a:lnTo>
                    <a:cubicBezTo>
                      <a:pt x="70" y="97"/>
                      <a:pt x="70" y="97"/>
                      <a:pt x="71" y="97"/>
                    </a:cubicBezTo>
                    <a:cubicBezTo>
                      <a:pt x="70" y="97"/>
                      <a:pt x="70" y="97"/>
                      <a:pt x="69" y="97"/>
                    </a:cubicBezTo>
                    <a:cubicBezTo>
                      <a:pt x="69" y="96"/>
                      <a:pt x="68" y="95"/>
                      <a:pt x="68" y="95"/>
                    </a:cubicBezTo>
                    <a:cubicBezTo>
                      <a:pt x="66" y="94"/>
                      <a:pt x="64" y="94"/>
                      <a:pt x="63" y="93"/>
                    </a:cubicBezTo>
                    <a:cubicBezTo>
                      <a:pt x="61" y="93"/>
                      <a:pt x="60" y="92"/>
                      <a:pt x="58" y="92"/>
                    </a:cubicBezTo>
                    <a:cubicBezTo>
                      <a:pt x="56" y="91"/>
                      <a:pt x="54" y="91"/>
                      <a:pt x="52" y="91"/>
                    </a:cubicBezTo>
                    <a:cubicBezTo>
                      <a:pt x="51" y="91"/>
                      <a:pt x="50" y="91"/>
                      <a:pt x="49" y="91"/>
                    </a:cubicBezTo>
                    <a:cubicBezTo>
                      <a:pt x="48" y="91"/>
                      <a:pt x="47" y="91"/>
                      <a:pt x="46" y="91"/>
                    </a:cubicBezTo>
                    <a:cubicBezTo>
                      <a:pt x="45" y="91"/>
                      <a:pt x="44" y="91"/>
                      <a:pt x="44" y="92"/>
                    </a:cubicBezTo>
                    <a:cubicBezTo>
                      <a:pt x="43" y="92"/>
                      <a:pt x="43" y="92"/>
                      <a:pt x="43" y="92"/>
                    </a:cubicBezTo>
                    <a:cubicBezTo>
                      <a:pt x="41" y="94"/>
                      <a:pt x="40" y="95"/>
                      <a:pt x="39" y="97"/>
                    </a:cubicBezTo>
                    <a:cubicBezTo>
                      <a:pt x="36" y="99"/>
                      <a:pt x="34" y="102"/>
                      <a:pt x="30" y="105"/>
                    </a:cubicBezTo>
                    <a:cubicBezTo>
                      <a:pt x="26" y="108"/>
                      <a:pt x="20" y="109"/>
                      <a:pt x="15" y="106"/>
                    </a:cubicBezTo>
                    <a:cubicBezTo>
                      <a:pt x="9" y="103"/>
                      <a:pt x="7" y="96"/>
                      <a:pt x="9" y="90"/>
                    </a:cubicBezTo>
                    <a:cubicBezTo>
                      <a:pt x="11" y="84"/>
                      <a:pt x="15" y="81"/>
                      <a:pt x="19" y="77"/>
                    </a:cubicBezTo>
                    <a:cubicBezTo>
                      <a:pt x="21" y="76"/>
                      <a:pt x="24" y="74"/>
                      <a:pt x="27" y="73"/>
                    </a:cubicBezTo>
                    <a:cubicBezTo>
                      <a:pt x="31" y="69"/>
                      <a:pt x="34" y="64"/>
                      <a:pt x="37" y="59"/>
                    </a:cubicBezTo>
                    <a:lnTo>
                      <a:pt x="37" y="60"/>
                    </a:lnTo>
                    <a:cubicBezTo>
                      <a:pt x="38" y="58"/>
                      <a:pt x="39" y="56"/>
                      <a:pt x="40" y="54"/>
                    </a:cubicBezTo>
                    <a:cubicBezTo>
                      <a:pt x="44" y="48"/>
                      <a:pt x="47" y="42"/>
                      <a:pt x="49" y="35"/>
                    </a:cubicBezTo>
                    <a:cubicBezTo>
                      <a:pt x="50" y="34"/>
                      <a:pt x="50" y="31"/>
                      <a:pt x="51" y="30"/>
                    </a:cubicBezTo>
                    <a:cubicBezTo>
                      <a:pt x="51" y="29"/>
                      <a:pt x="51" y="28"/>
                      <a:pt x="51" y="27"/>
                    </a:cubicBezTo>
                    <a:cubicBezTo>
                      <a:pt x="47" y="30"/>
                      <a:pt x="43" y="34"/>
                      <a:pt x="40" y="38"/>
                    </a:cubicBezTo>
                    <a:cubicBezTo>
                      <a:pt x="36" y="42"/>
                      <a:pt x="32" y="47"/>
                      <a:pt x="29" y="52"/>
                    </a:cubicBezTo>
                    <a:cubicBezTo>
                      <a:pt x="27" y="53"/>
                      <a:pt x="27" y="55"/>
                      <a:pt x="26" y="57"/>
                    </a:cubicBezTo>
                    <a:cubicBezTo>
                      <a:pt x="26" y="56"/>
                      <a:pt x="26" y="56"/>
                      <a:pt x="26" y="55"/>
                    </a:cubicBezTo>
                    <a:cubicBezTo>
                      <a:pt x="26" y="56"/>
                      <a:pt x="26" y="57"/>
                      <a:pt x="25" y="58"/>
                    </a:cubicBezTo>
                    <a:cubicBezTo>
                      <a:pt x="26" y="64"/>
                      <a:pt x="20" y="70"/>
                      <a:pt x="14" y="70"/>
                    </a:cubicBezTo>
                    <a:cubicBezTo>
                      <a:pt x="14" y="70"/>
                      <a:pt x="13" y="70"/>
                      <a:pt x="12" y="70"/>
                    </a:cubicBezTo>
                    <a:cubicBezTo>
                      <a:pt x="8" y="70"/>
                      <a:pt x="4" y="69"/>
                      <a:pt x="2" y="64"/>
                    </a:cubicBezTo>
                    <a:cubicBezTo>
                      <a:pt x="0" y="60"/>
                      <a:pt x="0" y="56"/>
                      <a:pt x="1" y="52"/>
                    </a:cubicBezTo>
                    <a:cubicBezTo>
                      <a:pt x="2" y="47"/>
                      <a:pt x="7" y="42"/>
                      <a:pt x="9" y="37"/>
                    </a:cubicBezTo>
                    <a:cubicBezTo>
                      <a:pt x="12" y="34"/>
                      <a:pt x="16" y="30"/>
                      <a:pt x="19" y="26"/>
                    </a:cubicBezTo>
                    <a:cubicBezTo>
                      <a:pt x="22" y="22"/>
                      <a:pt x="26" y="18"/>
                      <a:pt x="29" y="14"/>
                    </a:cubicBezTo>
                    <a:cubicBezTo>
                      <a:pt x="32" y="12"/>
                      <a:pt x="34" y="9"/>
                      <a:pt x="37" y="6"/>
                    </a:cubicBezTo>
                    <a:cubicBezTo>
                      <a:pt x="40" y="5"/>
                      <a:pt x="42" y="3"/>
                      <a:pt x="44" y="2"/>
                    </a:cubicBezTo>
                    <a:cubicBezTo>
                      <a:pt x="46" y="2"/>
                      <a:pt x="47" y="1"/>
                      <a:pt x="48" y="1"/>
                    </a:cubicBezTo>
                    <a:cubicBezTo>
                      <a:pt x="50" y="0"/>
                      <a:pt x="51" y="0"/>
                      <a:pt x="53" y="0"/>
                    </a:cubicBezTo>
                    <a:cubicBezTo>
                      <a:pt x="58" y="0"/>
                      <a:pt x="64" y="3"/>
                      <a:pt x="68" y="7"/>
                    </a:cubicBezTo>
                    <a:cubicBezTo>
                      <a:pt x="69" y="9"/>
                      <a:pt x="71" y="11"/>
                      <a:pt x="72" y="14"/>
                    </a:cubicBezTo>
                    <a:cubicBezTo>
                      <a:pt x="74" y="17"/>
                      <a:pt x="74" y="19"/>
                      <a:pt x="75" y="23"/>
                    </a:cubicBezTo>
                    <a:cubicBezTo>
                      <a:pt x="76" y="28"/>
                      <a:pt x="74" y="35"/>
                      <a:pt x="72" y="41"/>
                    </a:cubicBezTo>
                    <a:cubicBezTo>
                      <a:pt x="70" y="46"/>
                      <a:pt x="68" y="52"/>
                      <a:pt x="65" y="57"/>
                    </a:cubicBezTo>
                    <a:cubicBezTo>
                      <a:pt x="63" y="60"/>
                      <a:pt x="61" y="65"/>
                      <a:pt x="60" y="68"/>
                    </a:cubicBezTo>
                    <a:cubicBezTo>
                      <a:pt x="65" y="69"/>
                      <a:pt x="71" y="71"/>
                      <a:pt x="76" y="73"/>
                    </a:cubicBezTo>
                    <a:cubicBezTo>
                      <a:pt x="81" y="76"/>
                      <a:pt x="86" y="80"/>
                      <a:pt x="90" y="84"/>
                    </a:cubicBezTo>
                    <a:cubicBezTo>
                      <a:pt x="94" y="90"/>
                      <a:pt x="97" y="95"/>
                      <a:pt x="99" y="101"/>
                    </a:cubicBezTo>
                    <a:cubicBezTo>
                      <a:pt x="101" y="107"/>
                      <a:pt x="102" y="113"/>
                      <a:pt x="103" y="120"/>
                    </a:cubicBezTo>
                    <a:cubicBezTo>
                      <a:pt x="104" y="127"/>
                      <a:pt x="105" y="135"/>
                      <a:pt x="104" y="143"/>
                    </a:cubicBezTo>
                    <a:cubicBezTo>
                      <a:pt x="101" y="155"/>
                      <a:pt x="94" y="166"/>
                      <a:pt x="87" y="177"/>
                    </a:cubicBezTo>
                    <a:cubicBezTo>
                      <a:pt x="81" y="186"/>
                      <a:pt x="72" y="191"/>
                      <a:pt x="63" y="196"/>
                    </a:cubicBezTo>
                    <a:cubicBezTo>
                      <a:pt x="53" y="203"/>
                      <a:pt x="42" y="208"/>
                      <a:pt x="31" y="211"/>
                    </a:cubicBezTo>
                    <a:cubicBezTo>
                      <a:pt x="30" y="211"/>
                      <a:pt x="29" y="211"/>
                      <a:pt x="28" y="211"/>
                    </a:cubicBezTo>
                    <a:cubicBezTo>
                      <a:pt x="22" y="211"/>
                      <a:pt x="17" y="207"/>
                      <a:pt x="16" y="20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" name="Google Shape;647;p7"/>
              <p:cNvSpPr/>
              <p:nvPr/>
            </p:nvSpPr>
            <p:spPr>
              <a:xfrm>
                <a:off x="694440" y="717480"/>
                <a:ext cx="54720" cy="12348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343" extrusionOk="0">
                    <a:moveTo>
                      <a:pt x="52" y="319"/>
                    </a:moveTo>
                    <a:cubicBezTo>
                      <a:pt x="53" y="319"/>
                      <a:pt x="53" y="319"/>
                      <a:pt x="54" y="319"/>
                    </a:cubicBezTo>
                    <a:cubicBezTo>
                      <a:pt x="54" y="318"/>
                      <a:pt x="55" y="318"/>
                      <a:pt x="55" y="318"/>
                    </a:cubicBezTo>
                    <a:cubicBezTo>
                      <a:pt x="55" y="317"/>
                      <a:pt x="56" y="317"/>
                      <a:pt x="57" y="317"/>
                    </a:cubicBezTo>
                    <a:cubicBezTo>
                      <a:pt x="57" y="317"/>
                      <a:pt x="58" y="317"/>
                      <a:pt x="58" y="316"/>
                    </a:cubicBezTo>
                    <a:cubicBezTo>
                      <a:pt x="59" y="316"/>
                      <a:pt x="60" y="316"/>
                      <a:pt x="60" y="315"/>
                    </a:cubicBezTo>
                    <a:cubicBezTo>
                      <a:pt x="61" y="314"/>
                      <a:pt x="61" y="314"/>
                      <a:pt x="62" y="313"/>
                    </a:cubicBezTo>
                    <a:cubicBezTo>
                      <a:pt x="62" y="313"/>
                      <a:pt x="63" y="312"/>
                      <a:pt x="64" y="312"/>
                    </a:cubicBezTo>
                    <a:cubicBezTo>
                      <a:pt x="64" y="310"/>
                      <a:pt x="65" y="309"/>
                      <a:pt x="66" y="308"/>
                    </a:cubicBezTo>
                    <a:cubicBezTo>
                      <a:pt x="67" y="306"/>
                      <a:pt x="68" y="303"/>
                      <a:pt x="68" y="302"/>
                    </a:cubicBezTo>
                    <a:cubicBezTo>
                      <a:pt x="72" y="292"/>
                      <a:pt x="74" y="282"/>
                      <a:pt x="77" y="272"/>
                    </a:cubicBezTo>
                    <a:cubicBezTo>
                      <a:pt x="79" y="260"/>
                      <a:pt x="81" y="249"/>
                      <a:pt x="82" y="237"/>
                    </a:cubicBezTo>
                    <a:cubicBezTo>
                      <a:pt x="84" y="223"/>
                      <a:pt x="86" y="209"/>
                      <a:pt x="87" y="195"/>
                    </a:cubicBezTo>
                    <a:cubicBezTo>
                      <a:pt x="88" y="183"/>
                      <a:pt x="89" y="170"/>
                      <a:pt x="90" y="158"/>
                    </a:cubicBezTo>
                    <a:cubicBezTo>
                      <a:pt x="83" y="165"/>
                      <a:pt x="77" y="172"/>
                      <a:pt x="71" y="181"/>
                    </a:cubicBezTo>
                    <a:cubicBezTo>
                      <a:pt x="67" y="184"/>
                      <a:pt x="64" y="188"/>
                      <a:pt x="61" y="192"/>
                    </a:cubicBezTo>
                    <a:cubicBezTo>
                      <a:pt x="57" y="198"/>
                      <a:pt x="53" y="203"/>
                      <a:pt x="49" y="209"/>
                    </a:cubicBezTo>
                    <a:cubicBezTo>
                      <a:pt x="49" y="208"/>
                      <a:pt x="50" y="208"/>
                      <a:pt x="50" y="207"/>
                    </a:cubicBezTo>
                    <a:cubicBezTo>
                      <a:pt x="46" y="213"/>
                      <a:pt x="43" y="218"/>
                      <a:pt x="40" y="224"/>
                    </a:cubicBezTo>
                    <a:cubicBezTo>
                      <a:pt x="36" y="231"/>
                      <a:pt x="33" y="238"/>
                      <a:pt x="31" y="245"/>
                    </a:cubicBezTo>
                    <a:cubicBezTo>
                      <a:pt x="29" y="251"/>
                      <a:pt x="27" y="257"/>
                      <a:pt x="26" y="264"/>
                    </a:cubicBezTo>
                    <a:cubicBezTo>
                      <a:pt x="25" y="267"/>
                      <a:pt x="24" y="271"/>
                      <a:pt x="24" y="274"/>
                    </a:cubicBezTo>
                    <a:cubicBezTo>
                      <a:pt x="24" y="277"/>
                      <a:pt x="24" y="279"/>
                      <a:pt x="24" y="281"/>
                    </a:cubicBezTo>
                    <a:cubicBezTo>
                      <a:pt x="24" y="284"/>
                      <a:pt x="25" y="287"/>
                      <a:pt x="25" y="289"/>
                    </a:cubicBezTo>
                    <a:cubicBezTo>
                      <a:pt x="25" y="292"/>
                      <a:pt x="26" y="294"/>
                      <a:pt x="26" y="295"/>
                    </a:cubicBezTo>
                    <a:cubicBezTo>
                      <a:pt x="27" y="298"/>
                      <a:pt x="27" y="299"/>
                      <a:pt x="29" y="301"/>
                    </a:cubicBezTo>
                    <a:cubicBezTo>
                      <a:pt x="29" y="302"/>
                      <a:pt x="30" y="303"/>
                      <a:pt x="30" y="305"/>
                    </a:cubicBezTo>
                    <a:cubicBezTo>
                      <a:pt x="32" y="306"/>
                      <a:pt x="32" y="308"/>
                      <a:pt x="33" y="309"/>
                    </a:cubicBezTo>
                    <a:cubicBezTo>
                      <a:pt x="34" y="310"/>
                      <a:pt x="35" y="310"/>
                      <a:pt x="36" y="312"/>
                    </a:cubicBezTo>
                    <a:cubicBezTo>
                      <a:pt x="37" y="312"/>
                      <a:pt x="38" y="313"/>
                      <a:pt x="39" y="314"/>
                    </a:cubicBezTo>
                    <a:cubicBezTo>
                      <a:pt x="40" y="314"/>
                      <a:pt x="41" y="315"/>
                      <a:pt x="41" y="316"/>
                    </a:cubicBezTo>
                    <a:cubicBezTo>
                      <a:pt x="43" y="316"/>
                      <a:pt x="44" y="317"/>
                      <a:pt x="45" y="317"/>
                    </a:cubicBezTo>
                    <a:cubicBezTo>
                      <a:pt x="46" y="317"/>
                      <a:pt x="47" y="318"/>
                      <a:pt x="48" y="318"/>
                    </a:cubicBezTo>
                    <a:cubicBezTo>
                      <a:pt x="49" y="318"/>
                      <a:pt x="50" y="319"/>
                      <a:pt x="50" y="319"/>
                    </a:cubicBezTo>
                    <a:cubicBezTo>
                      <a:pt x="51" y="319"/>
                      <a:pt x="51" y="319"/>
                      <a:pt x="52" y="319"/>
                    </a:cubicBezTo>
                    <a:moveTo>
                      <a:pt x="34" y="338"/>
                    </a:moveTo>
                    <a:cubicBezTo>
                      <a:pt x="27" y="335"/>
                      <a:pt x="20" y="330"/>
                      <a:pt x="16" y="324"/>
                    </a:cubicBezTo>
                    <a:cubicBezTo>
                      <a:pt x="5" y="312"/>
                      <a:pt x="1" y="297"/>
                      <a:pt x="1" y="281"/>
                    </a:cubicBezTo>
                    <a:cubicBezTo>
                      <a:pt x="0" y="274"/>
                      <a:pt x="1" y="266"/>
                      <a:pt x="3" y="258"/>
                    </a:cubicBezTo>
                    <a:cubicBezTo>
                      <a:pt x="5" y="249"/>
                      <a:pt x="8" y="240"/>
                      <a:pt x="11" y="232"/>
                    </a:cubicBezTo>
                    <a:cubicBezTo>
                      <a:pt x="17" y="218"/>
                      <a:pt x="24" y="206"/>
                      <a:pt x="33" y="194"/>
                    </a:cubicBezTo>
                    <a:cubicBezTo>
                      <a:pt x="36" y="189"/>
                      <a:pt x="40" y="183"/>
                      <a:pt x="44" y="178"/>
                    </a:cubicBezTo>
                    <a:cubicBezTo>
                      <a:pt x="45" y="176"/>
                      <a:pt x="46" y="175"/>
                      <a:pt x="47" y="174"/>
                    </a:cubicBezTo>
                    <a:cubicBezTo>
                      <a:pt x="50" y="171"/>
                      <a:pt x="53" y="168"/>
                      <a:pt x="55" y="165"/>
                    </a:cubicBezTo>
                    <a:cubicBezTo>
                      <a:pt x="59" y="160"/>
                      <a:pt x="63" y="155"/>
                      <a:pt x="67" y="151"/>
                    </a:cubicBezTo>
                    <a:cubicBezTo>
                      <a:pt x="67" y="152"/>
                      <a:pt x="65" y="153"/>
                      <a:pt x="64" y="153"/>
                    </a:cubicBezTo>
                    <a:cubicBezTo>
                      <a:pt x="58" y="157"/>
                      <a:pt x="53" y="160"/>
                      <a:pt x="45" y="161"/>
                    </a:cubicBezTo>
                    <a:cubicBezTo>
                      <a:pt x="37" y="161"/>
                      <a:pt x="31" y="158"/>
                      <a:pt x="26" y="153"/>
                    </a:cubicBezTo>
                    <a:cubicBezTo>
                      <a:pt x="23" y="150"/>
                      <a:pt x="22" y="147"/>
                      <a:pt x="20" y="144"/>
                    </a:cubicBezTo>
                    <a:cubicBezTo>
                      <a:pt x="19" y="140"/>
                      <a:pt x="19" y="137"/>
                      <a:pt x="19" y="133"/>
                    </a:cubicBezTo>
                    <a:cubicBezTo>
                      <a:pt x="18" y="128"/>
                      <a:pt x="18" y="122"/>
                      <a:pt x="19" y="116"/>
                    </a:cubicBezTo>
                    <a:cubicBezTo>
                      <a:pt x="19" y="109"/>
                      <a:pt x="20" y="101"/>
                      <a:pt x="20" y="94"/>
                    </a:cubicBezTo>
                    <a:cubicBezTo>
                      <a:pt x="21" y="88"/>
                      <a:pt x="22" y="82"/>
                      <a:pt x="23" y="76"/>
                    </a:cubicBezTo>
                    <a:cubicBezTo>
                      <a:pt x="23" y="72"/>
                      <a:pt x="24" y="69"/>
                      <a:pt x="25" y="65"/>
                    </a:cubicBezTo>
                    <a:cubicBezTo>
                      <a:pt x="26" y="59"/>
                      <a:pt x="27" y="53"/>
                      <a:pt x="28" y="47"/>
                    </a:cubicBezTo>
                    <a:cubicBezTo>
                      <a:pt x="31" y="36"/>
                      <a:pt x="34" y="25"/>
                      <a:pt x="40" y="15"/>
                    </a:cubicBezTo>
                    <a:cubicBezTo>
                      <a:pt x="42" y="10"/>
                      <a:pt x="45" y="7"/>
                      <a:pt x="48" y="3"/>
                    </a:cubicBezTo>
                    <a:cubicBezTo>
                      <a:pt x="52" y="1"/>
                      <a:pt x="56" y="0"/>
                      <a:pt x="60" y="0"/>
                    </a:cubicBezTo>
                    <a:cubicBezTo>
                      <a:pt x="67" y="0"/>
                      <a:pt x="73" y="6"/>
                      <a:pt x="73" y="13"/>
                    </a:cubicBezTo>
                    <a:cubicBezTo>
                      <a:pt x="73" y="20"/>
                      <a:pt x="68" y="24"/>
                      <a:pt x="62" y="26"/>
                    </a:cubicBezTo>
                    <a:cubicBezTo>
                      <a:pt x="61" y="26"/>
                      <a:pt x="61" y="27"/>
                      <a:pt x="60" y="28"/>
                    </a:cubicBezTo>
                    <a:cubicBezTo>
                      <a:pt x="58" y="33"/>
                      <a:pt x="56" y="37"/>
                      <a:pt x="54" y="41"/>
                    </a:cubicBezTo>
                    <a:cubicBezTo>
                      <a:pt x="55" y="41"/>
                      <a:pt x="55" y="40"/>
                      <a:pt x="55" y="40"/>
                    </a:cubicBezTo>
                    <a:cubicBezTo>
                      <a:pt x="53" y="46"/>
                      <a:pt x="51" y="52"/>
                      <a:pt x="50" y="59"/>
                    </a:cubicBezTo>
                    <a:cubicBezTo>
                      <a:pt x="48" y="66"/>
                      <a:pt x="46" y="74"/>
                      <a:pt x="45" y="83"/>
                    </a:cubicBezTo>
                    <a:cubicBezTo>
                      <a:pt x="44" y="87"/>
                      <a:pt x="44" y="91"/>
                      <a:pt x="43" y="95"/>
                    </a:cubicBezTo>
                    <a:cubicBezTo>
                      <a:pt x="43" y="100"/>
                      <a:pt x="43" y="104"/>
                      <a:pt x="42" y="109"/>
                    </a:cubicBezTo>
                    <a:cubicBezTo>
                      <a:pt x="42" y="108"/>
                      <a:pt x="42" y="108"/>
                      <a:pt x="42" y="108"/>
                    </a:cubicBezTo>
                    <a:cubicBezTo>
                      <a:pt x="42" y="114"/>
                      <a:pt x="41" y="121"/>
                      <a:pt x="41" y="128"/>
                    </a:cubicBezTo>
                    <a:cubicBezTo>
                      <a:pt x="41" y="129"/>
                      <a:pt x="42" y="132"/>
                      <a:pt x="42" y="133"/>
                    </a:cubicBezTo>
                    <a:cubicBezTo>
                      <a:pt x="43" y="135"/>
                      <a:pt x="43" y="135"/>
                      <a:pt x="43" y="136"/>
                    </a:cubicBezTo>
                    <a:lnTo>
                      <a:pt x="43" y="135"/>
                    </a:lnTo>
                    <a:cubicBezTo>
                      <a:pt x="43" y="136"/>
                      <a:pt x="43" y="136"/>
                      <a:pt x="43" y="136"/>
                    </a:cubicBezTo>
                    <a:cubicBezTo>
                      <a:pt x="43" y="137"/>
                      <a:pt x="43" y="137"/>
                      <a:pt x="43" y="137"/>
                    </a:cubicBezTo>
                    <a:lnTo>
                      <a:pt x="44" y="137"/>
                    </a:lnTo>
                    <a:cubicBezTo>
                      <a:pt x="45" y="137"/>
                      <a:pt x="46" y="136"/>
                      <a:pt x="46" y="136"/>
                    </a:cubicBezTo>
                    <a:lnTo>
                      <a:pt x="46" y="137"/>
                    </a:lnTo>
                    <a:cubicBezTo>
                      <a:pt x="45" y="137"/>
                      <a:pt x="45" y="137"/>
                      <a:pt x="45" y="137"/>
                    </a:cubicBezTo>
                    <a:lnTo>
                      <a:pt x="46" y="137"/>
                    </a:lnTo>
                    <a:cubicBezTo>
                      <a:pt x="45" y="137"/>
                      <a:pt x="45" y="137"/>
                      <a:pt x="45" y="137"/>
                    </a:cubicBezTo>
                    <a:lnTo>
                      <a:pt x="46" y="137"/>
                    </a:lnTo>
                    <a:lnTo>
                      <a:pt x="46" y="136"/>
                    </a:lnTo>
                    <a:lnTo>
                      <a:pt x="46" y="137"/>
                    </a:lnTo>
                    <a:cubicBezTo>
                      <a:pt x="46" y="136"/>
                      <a:pt x="47" y="136"/>
                      <a:pt x="47" y="136"/>
                    </a:cubicBezTo>
                    <a:cubicBezTo>
                      <a:pt x="48" y="135"/>
                      <a:pt x="50" y="135"/>
                      <a:pt x="51" y="134"/>
                    </a:cubicBezTo>
                    <a:cubicBezTo>
                      <a:pt x="53" y="132"/>
                      <a:pt x="55" y="130"/>
                      <a:pt x="58" y="129"/>
                    </a:cubicBezTo>
                    <a:cubicBezTo>
                      <a:pt x="61" y="126"/>
                      <a:pt x="65" y="122"/>
                      <a:pt x="68" y="119"/>
                    </a:cubicBezTo>
                    <a:cubicBezTo>
                      <a:pt x="74" y="112"/>
                      <a:pt x="80" y="104"/>
                      <a:pt x="86" y="97"/>
                    </a:cubicBezTo>
                    <a:cubicBezTo>
                      <a:pt x="89" y="92"/>
                      <a:pt x="92" y="87"/>
                      <a:pt x="95" y="82"/>
                    </a:cubicBezTo>
                    <a:cubicBezTo>
                      <a:pt x="99" y="76"/>
                      <a:pt x="102" y="70"/>
                      <a:pt x="105" y="65"/>
                    </a:cubicBezTo>
                    <a:cubicBezTo>
                      <a:pt x="106" y="64"/>
                      <a:pt x="106" y="63"/>
                      <a:pt x="107" y="62"/>
                    </a:cubicBezTo>
                    <a:cubicBezTo>
                      <a:pt x="108" y="58"/>
                      <a:pt x="110" y="53"/>
                      <a:pt x="113" y="48"/>
                    </a:cubicBezTo>
                    <a:cubicBezTo>
                      <a:pt x="115" y="43"/>
                      <a:pt x="122" y="41"/>
                      <a:pt x="127" y="44"/>
                    </a:cubicBezTo>
                    <a:cubicBezTo>
                      <a:pt x="133" y="46"/>
                      <a:pt x="136" y="52"/>
                      <a:pt x="134" y="58"/>
                    </a:cubicBezTo>
                    <a:cubicBezTo>
                      <a:pt x="133" y="62"/>
                      <a:pt x="131" y="66"/>
                      <a:pt x="128" y="70"/>
                    </a:cubicBezTo>
                    <a:lnTo>
                      <a:pt x="128" y="71"/>
                    </a:lnTo>
                    <a:cubicBezTo>
                      <a:pt x="126" y="77"/>
                      <a:pt x="124" y="83"/>
                      <a:pt x="122" y="90"/>
                    </a:cubicBezTo>
                    <a:cubicBezTo>
                      <a:pt x="125" y="86"/>
                      <a:pt x="128" y="83"/>
                      <a:pt x="131" y="80"/>
                    </a:cubicBezTo>
                    <a:cubicBezTo>
                      <a:pt x="135" y="76"/>
                      <a:pt x="141" y="74"/>
                      <a:pt x="146" y="79"/>
                    </a:cubicBezTo>
                    <a:cubicBezTo>
                      <a:pt x="150" y="81"/>
                      <a:pt x="151" y="88"/>
                      <a:pt x="148" y="93"/>
                    </a:cubicBezTo>
                    <a:cubicBezTo>
                      <a:pt x="136" y="105"/>
                      <a:pt x="126" y="117"/>
                      <a:pt x="115" y="129"/>
                    </a:cubicBezTo>
                    <a:cubicBezTo>
                      <a:pt x="115" y="132"/>
                      <a:pt x="114" y="136"/>
                      <a:pt x="114" y="139"/>
                    </a:cubicBezTo>
                    <a:cubicBezTo>
                      <a:pt x="113" y="151"/>
                      <a:pt x="111" y="164"/>
                      <a:pt x="110" y="176"/>
                    </a:cubicBezTo>
                    <a:cubicBezTo>
                      <a:pt x="108" y="202"/>
                      <a:pt x="106" y="228"/>
                      <a:pt x="102" y="253"/>
                    </a:cubicBezTo>
                    <a:cubicBezTo>
                      <a:pt x="101" y="260"/>
                      <a:pt x="100" y="266"/>
                      <a:pt x="99" y="273"/>
                    </a:cubicBezTo>
                    <a:cubicBezTo>
                      <a:pt x="98" y="278"/>
                      <a:pt x="96" y="284"/>
                      <a:pt x="95" y="290"/>
                    </a:cubicBezTo>
                    <a:cubicBezTo>
                      <a:pt x="94" y="293"/>
                      <a:pt x="93" y="296"/>
                      <a:pt x="93" y="299"/>
                    </a:cubicBezTo>
                    <a:cubicBezTo>
                      <a:pt x="91" y="306"/>
                      <a:pt x="89" y="312"/>
                      <a:pt x="87" y="317"/>
                    </a:cubicBezTo>
                    <a:cubicBezTo>
                      <a:pt x="81" y="331"/>
                      <a:pt x="69" y="341"/>
                      <a:pt x="55" y="342"/>
                    </a:cubicBezTo>
                    <a:cubicBezTo>
                      <a:pt x="54" y="342"/>
                      <a:pt x="53" y="342"/>
                      <a:pt x="51" y="342"/>
                    </a:cubicBezTo>
                    <a:cubicBezTo>
                      <a:pt x="46" y="342"/>
                      <a:pt x="40" y="341"/>
                      <a:pt x="34" y="3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" name="Google Shape;648;p7"/>
              <p:cNvSpPr/>
              <p:nvPr/>
            </p:nvSpPr>
            <p:spPr>
              <a:xfrm>
                <a:off x="749880" y="669960"/>
                <a:ext cx="2628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73" h="350" extrusionOk="0">
                    <a:moveTo>
                      <a:pt x="23" y="347"/>
                    </a:moveTo>
                    <a:cubicBezTo>
                      <a:pt x="17" y="343"/>
                      <a:pt x="16" y="335"/>
                      <a:pt x="20" y="329"/>
                    </a:cubicBezTo>
                    <a:cubicBezTo>
                      <a:pt x="21" y="328"/>
                      <a:pt x="23" y="327"/>
                      <a:pt x="24" y="325"/>
                    </a:cubicBezTo>
                    <a:cubicBezTo>
                      <a:pt x="27" y="320"/>
                      <a:pt x="31" y="314"/>
                      <a:pt x="34" y="308"/>
                    </a:cubicBezTo>
                    <a:lnTo>
                      <a:pt x="34" y="309"/>
                    </a:lnTo>
                    <a:lnTo>
                      <a:pt x="34" y="308"/>
                    </a:lnTo>
                    <a:cubicBezTo>
                      <a:pt x="35" y="305"/>
                      <a:pt x="37" y="301"/>
                      <a:pt x="38" y="298"/>
                    </a:cubicBezTo>
                    <a:cubicBezTo>
                      <a:pt x="41" y="289"/>
                      <a:pt x="44" y="279"/>
                      <a:pt x="45" y="270"/>
                    </a:cubicBezTo>
                    <a:cubicBezTo>
                      <a:pt x="47" y="263"/>
                      <a:pt x="48" y="255"/>
                      <a:pt x="49" y="248"/>
                    </a:cubicBezTo>
                    <a:cubicBezTo>
                      <a:pt x="50" y="230"/>
                      <a:pt x="50" y="213"/>
                      <a:pt x="49" y="195"/>
                    </a:cubicBezTo>
                    <a:cubicBezTo>
                      <a:pt x="49" y="183"/>
                      <a:pt x="47" y="170"/>
                      <a:pt x="45" y="158"/>
                    </a:cubicBezTo>
                    <a:cubicBezTo>
                      <a:pt x="43" y="149"/>
                      <a:pt x="41" y="139"/>
                      <a:pt x="39" y="130"/>
                    </a:cubicBezTo>
                    <a:cubicBezTo>
                      <a:pt x="38" y="125"/>
                      <a:pt x="37" y="120"/>
                      <a:pt x="35" y="116"/>
                    </a:cubicBezTo>
                    <a:cubicBezTo>
                      <a:pt x="34" y="111"/>
                      <a:pt x="33" y="106"/>
                      <a:pt x="31" y="101"/>
                    </a:cubicBezTo>
                    <a:cubicBezTo>
                      <a:pt x="27" y="90"/>
                      <a:pt x="24" y="78"/>
                      <a:pt x="19" y="67"/>
                    </a:cubicBezTo>
                    <a:cubicBezTo>
                      <a:pt x="17" y="61"/>
                      <a:pt x="15" y="56"/>
                      <a:pt x="13" y="50"/>
                    </a:cubicBezTo>
                    <a:cubicBezTo>
                      <a:pt x="9" y="41"/>
                      <a:pt x="5" y="32"/>
                      <a:pt x="2" y="22"/>
                    </a:cubicBezTo>
                    <a:cubicBezTo>
                      <a:pt x="2" y="23"/>
                      <a:pt x="2" y="23"/>
                      <a:pt x="2" y="24"/>
                    </a:cubicBezTo>
                    <a:cubicBezTo>
                      <a:pt x="1" y="19"/>
                      <a:pt x="0" y="15"/>
                      <a:pt x="1" y="10"/>
                    </a:cubicBezTo>
                    <a:cubicBezTo>
                      <a:pt x="2" y="5"/>
                      <a:pt x="6" y="3"/>
                      <a:pt x="10" y="1"/>
                    </a:cubicBezTo>
                    <a:cubicBezTo>
                      <a:pt x="15" y="0"/>
                      <a:pt x="19" y="1"/>
                      <a:pt x="23" y="4"/>
                    </a:cubicBezTo>
                    <a:cubicBezTo>
                      <a:pt x="25" y="5"/>
                      <a:pt x="27" y="8"/>
                      <a:pt x="28" y="10"/>
                    </a:cubicBezTo>
                    <a:cubicBezTo>
                      <a:pt x="30" y="11"/>
                      <a:pt x="31" y="12"/>
                      <a:pt x="32" y="14"/>
                    </a:cubicBezTo>
                    <a:cubicBezTo>
                      <a:pt x="37" y="19"/>
                      <a:pt x="37" y="27"/>
                      <a:pt x="31" y="32"/>
                    </a:cubicBezTo>
                    <a:cubicBezTo>
                      <a:pt x="35" y="42"/>
                      <a:pt x="38" y="53"/>
                      <a:pt x="42" y="63"/>
                    </a:cubicBezTo>
                    <a:cubicBezTo>
                      <a:pt x="44" y="68"/>
                      <a:pt x="45" y="73"/>
                      <a:pt x="47" y="78"/>
                    </a:cubicBezTo>
                    <a:cubicBezTo>
                      <a:pt x="49" y="84"/>
                      <a:pt x="51" y="90"/>
                      <a:pt x="53" y="96"/>
                    </a:cubicBezTo>
                    <a:cubicBezTo>
                      <a:pt x="56" y="108"/>
                      <a:pt x="59" y="120"/>
                      <a:pt x="62" y="132"/>
                    </a:cubicBezTo>
                    <a:cubicBezTo>
                      <a:pt x="63" y="139"/>
                      <a:pt x="65" y="146"/>
                      <a:pt x="66" y="153"/>
                    </a:cubicBezTo>
                    <a:cubicBezTo>
                      <a:pt x="68" y="162"/>
                      <a:pt x="69" y="170"/>
                      <a:pt x="69" y="178"/>
                    </a:cubicBezTo>
                    <a:cubicBezTo>
                      <a:pt x="70" y="187"/>
                      <a:pt x="71" y="197"/>
                      <a:pt x="71" y="205"/>
                    </a:cubicBezTo>
                    <a:cubicBezTo>
                      <a:pt x="72" y="216"/>
                      <a:pt x="71" y="226"/>
                      <a:pt x="71" y="236"/>
                    </a:cubicBezTo>
                    <a:cubicBezTo>
                      <a:pt x="70" y="250"/>
                      <a:pt x="69" y="264"/>
                      <a:pt x="66" y="278"/>
                    </a:cubicBezTo>
                    <a:cubicBezTo>
                      <a:pt x="63" y="291"/>
                      <a:pt x="61" y="304"/>
                      <a:pt x="55" y="316"/>
                    </a:cubicBezTo>
                    <a:cubicBezTo>
                      <a:pt x="51" y="325"/>
                      <a:pt x="45" y="335"/>
                      <a:pt x="40" y="343"/>
                    </a:cubicBezTo>
                    <a:cubicBezTo>
                      <a:pt x="37" y="347"/>
                      <a:pt x="34" y="349"/>
                      <a:pt x="30" y="349"/>
                    </a:cubicBezTo>
                    <a:cubicBezTo>
                      <a:pt x="27" y="349"/>
                      <a:pt x="26" y="348"/>
                      <a:pt x="23" y="34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" name="Google Shape;649;p7"/>
              <p:cNvSpPr/>
              <p:nvPr/>
            </p:nvSpPr>
            <p:spPr>
              <a:xfrm>
                <a:off x="783720" y="761760"/>
                <a:ext cx="18000" cy="4824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4" extrusionOk="0">
                    <a:moveTo>
                      <a:pt x="10" y="133"/>
                    </a:moveTo>
                    <a:cubicBezTo>
                      <a:pt x="4" y="131"/>
                      <a:pt x="0" y="125"/>
                      <a:pt x="2" y="119"/>
                    </a:cubicBezTo>
                    <a:cubicBezTo>
                      <a:pt x="5" y="102"/>
                      <a:pt x="10" y="86"/>
                      <a:pt x="13" y="70"/>
                    </a:cubicBezTo>
                    <a:cubicBezTo>
                      <a:pt x="15" y="60"/>
                      <a:pt x="17" y="51"/>
                      <a:pt x="18" y="42"/>
                    </a:cubicBezTo>
                    <a:cubicBezTo>
                      <a:pt x="19" y="36"/>
                      <a:pt x="21" y="31"/>
                      <a:pt x="21" y="25"/>
                    </a:cubicBezTo>
                    <a:cubicBezTo>
                      <a:pt x="22" y="23"/>
                      <a:pt x="22" y="20"/>
                      <a:pt x="22" y="17"/>
                    </a:cubicBezTo>
                    <a:cubicBezTo>
                      <a:pt x="22" y="15"/>
                      <a:pt x="22" y="13"/>
                      <a:pt x="23" y="10"/>
                    </a:cubicBezTo>
                    <a:cubicBezTo>
                      <a:pt x="25" y="4"/>
                      <a:pt x="32" y="0"/>
                      <a:pt x="39" y="2"/>
                    </a:cubicBezTo>
                    <a:cubicBezTo>
                      <a:pt x="46" y="4"/>
                      <a:pt x="49" y="11"/>
                      <a:pt x="47" y="17"/>
                    </a:cubicBezTo>
                    <a:lnTo>
                      <a:pt x="47" y="18"/>
                    </a:lnTo>
                    <a:cubicBezTo>
                      <a:pt x="46" y="26"/>
                      <a:pt x="45" y="34"/>
                      <a:pt x="43" y="42"/>
                    </a:cubicBezTo>
                    <a:cubicBezTo>
                      <a:pt x="42" y="51"/>
                      <a:pt x="39" y="59"/>
                      <a:pt x="38" y="68"/>
                    </a:cubicBezTo>
                    <a:cubicBezTo>
                      <a:pt x="33" y="87"/>
                      <a:pt x="29" y="106"/>
                      <a:pt x="24" y="125"/>
                    </a:cubicBezTo>
                    <a:cubicBezTo>
                      <a:pt x="23" y="130"/>
                      <a:pt x="18" y="133"/>
                      <a:pt x="13" y="133"/>
                    </a:cubicBezTo>
                    <a:cubicBezTo>
                      <a:pt x="12" y="133"/>
                      <a:pt x="11" y="133"/>
                      <a:pt x="10" y="1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0" name="Google Shape;650;p7"/>
              <p:cNvSpPr/>
              <p:nvPr/>
            </p:nvSpPr>
            <p:spPr>
              <a:xfrm>
                <a:off x="840960" y="730080"/>
                <a:ext cx="33120" cy="39240"/>
              </a:xfrm>
              <a:custGeom>
                <a:avLst/>
                <a:gdLst/>
                <a:ahLst/>
                <a:cxnLst/>
                <a:rect l="l" t="t" r="r" b="b"/>
                <a:pathLst>
                  <a:path w="92" h="109" extrusionOk="0">
                    <a:moveTo>
                      <a:pt x="67" y="102"/>
                    </a:moveTo>
                    <a:cubicBezTo>
                      <a:pt x="62" y="91"/>
                      <a:pt x="55" y="80"/>
                      <a:pt x="49" y="70"/>
                    </a:cubicBezTo>
                    <a:cubicBezTo>
                      <a:pt x="46" y="66"/>
                      <a:pt x="43" y="61"/>
                      <a:pt x="40" y="57"/>
                    </a:cubicBezTo>
                    <a:cubicBezTo>
                      <a:pt x="36" y="52"/>
                      <a:pt x="33" y="48"/>
                      <a:pt x="29" y="43"/>
                    </a:cubicBezTo>
                    <a:cubicBezTo>
                      <a:pt x="26" y="40"/>
                      <a:pt x="23" y="37"/>
                      <a:pt x="20" y="33"/>
                    </a:cubicBezTo>
                    <a:cubicBezTo>
                      <a:pt x="19" y="33"/>
                      <a:pt x="18" y="32"/>
                      <a:pt x="17" y="31"/>
                    </a:cubicBezTo>
                    <a:cubicBezTo>
                      <a:pt x="16" y="32"/>
                      <a:pt x="15" y="32"/>
                      <a:pt x="13" y="31"/>
                    </a:cubicBezTo>
                    <a:cubicBezTo>
                      <a:pt x="9" y="31"/>
                      <a:pt x="6" y="28"/>
                      <a:pt x="4" y="25"/>
                    </a:cubicBezTo>
                    <a:cubicBezTo>
                      <a:pt x="4" y="25"/>
                      <a:pt x="4" y="24"/>
                      <a:pt x="3" y="24"/>
                    </a:cubicBezTo>
                    <a:cubicBezTo>
                      <a:pt x="3" y="23"/>
                      <a:pt x="1" y="21"/>
                      <a:pt x="1" y="20"/>
                    </a:cubicBezTo>
                    <a:cubicBezTo>
                      <a:pt x="0" y="17"/>
                      <a:pt x="0" y="14"/>
                      <a:pt x="1" y="11"/>
                    </a:cubicBezTo>
                    <a:cubicBezTo>
                      <a:pt x="3" y="4"/>
                      <a:pt x="10" y="0"/>
                      <a:pt x="17" y="2"/>
                    </a:cubicBezTo>
                    <a:cubicBezTo>
                      <a:pt x="18" y="3"/>
                      <a:pt x="20" y="3"/>
                      <a:pt x="21" y="4"/>
                    </a:cubicBezTo>
                    <a:cubicBezTo>
                      <a:pt x="24" y="5"/>
                      <a:pt x="25" y="6"/>
                      <a:pt x="27" y="7"/>
                    </a:cubicBezTo>
                    <a:cubicBezTo>
                      <a:pt x="29" y="10"/>
                      <a:pt x="32" y="12"/>
                      <a:pt x="34" y="14"/>
                    </a:cubicBezTo>
                    <a:cubicBezTo>
                      <a:pt x="37" y="17"/>
                      <a:pt x="40" y="20"/>
                      <a:pt x="42" y="23"/>
                    </a:cubicBezTo>
                    <a:cubicBezTo>
                      <a:pt x="49" y="30"/>
                      <a:pt x="54" y="37"/>
                      <a:pt x="59" y="44"/>
                    </a:cubicBezTo>
                    <a:cubicBezTo>
                      <a:pt x="70" y="59"/>
                      <a:pt x="79" y="74"/>
                      <a:pt x="88" y="90"/>
                    </a:cubicBezTo>
                    <a:cubicBezTo>
                      <a:pt x="91" y="95"/>
                      <a:pt x="89" y="103"/>
                      <a:pt x="83" y="106"/>
                    </a:cubicBezTo>
                    <a:cubicBezTo>
                      <a:pt x="81" y="107"/>
                      <a:pt x="80" y="108"/>
                      <a:pt x="77" y="108"/>
                    </a:cubicBezTo>
                    <a:cubicBezTo>
                      <a:pt x="73" y="108"/>
                      <a:pt x="69" y="105"/>
                      <a:pt x="67" y="10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" name="Google Shape;651;p7"/>
              <p:cNvSpPr/>
              <p:nvPr/>
            </p:nvSpPr>
            <p:spPr>
              <a:xfrm>
                <a:off x="850680" y="720360"/>
                <a:ext cx="47160" cy="47880"/>
              </a:xfrm>
              <a:custGeom>
                <a:avLst/>
                <a:gdLst/>
                <a:ahLst/>
                <a:cxnLst/>
                <a:rect l="l" t="t" r="r" b="b"/>
                <a:pathLst>
                  <a:path w="131" h="133" extrusionOk="0">
                    <a:moveTo>
                      <a:pt x="6" y="129"/>
                    </a:moveTo>
                    <a:cubicBezTo>
                      <a:pt x="1" y="125"/>
                      <a:pt x="0" y="117"/>
                      <a:pt x="4" y="113"/>
                    </a:cubicBezTo>
                    <a:cubicBezTo>
                      <a:pt x="18" y="94"/>
                      <a:pt x="33" y="78"/>
                      <a:pt x="48" y="60"/>
                    </a:cubicBezTo>
                    <a:cubicBezTo>
                      <a:pt x="54" y="53"/>
                      <a:pt x="61" y="45"/>
                      <a:pt x="68" y="37"/>
                    </a:cubicBezTo>
                    <a:cubicBezTo>
                      <a:pt x="75" y="30"/>
                      <a:pt x="81" y="24"/>
                      <a:pt x="88" y="18"/>
                    </a:cubicBezTo>
                    <a:cubicBezTo>
                      <a:pt x="95" y="12"/>
                      <a:pt x="102" y="8"/>
                      <a:pt x="110" y="4"/>
                    </a:cubicBezTo>
                    <a:cubicBezTo>
                      <a:pt x="116" y="0"/>
                      <a:pt x="123" y="2"/>
                      <a:pt x="127" y="8"/>
                    </a:cubicBezTo>
                    <a:cubicBezTo>
                      <a:pt x="130" y="14"/>
                      <a:pt x="128" y="22"/>
                      <a:pt x="122" y="26"/>
                    </a:cubicBezTo>
                    <a:cubicBezTo>
                      <a:pt x="117" y="28"/>
                      <a:pt x="113" y="30"/>
                      <a:pt x="109" y="33"/>
                    </a:cubicBezTo>
                    <a:lnTo>
                      <a:pt x="110" y="32"/>
                    </a:lnTo>
                    <a:cubicBezTo>
                      <a:pt x="107" y="34"/>
                      <a:pt x="104" y="37"/>
                      <a:pt x="101" y="39"/>
                    </a:cubicBezTo>
                    <a:cubicBezTo>
                      <a:pt x="94" y="46"/>
                      <a:pt x="87" y="53"/>
                      <a:pt x="80" y="60"/>
                    </a:cubicBezTo>
                    <a:lnTo>
                      <a:pt x="81" y="59"/>
                    </a:lnTo>
                    <a:cubicBezTo>
                      <a:pt x="61" y="81"/>
                      <a:pt x="41" y="103"/>
                      <a:pt x="23" y="127"/>
                    </a:cubicBezTo>
                    <a:cubicBezTo>
                      <a:pt x="21" y="130"/>
                      <a:pt x="17" y="132"/>
                      <a:pt x="14" y="132"/>
                    </a:cubicBezTo>
                    <a:cubicBezTo>
                      <a:pt x="11" y="132"/>
                      <a:pt x="8" y="131"/>
                      <a:pt x="6" y="1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" name="Google Shape;652;p7"/>
              <p:cNvSpPr/>
              <p:nvPr/>
            </p:nvSpPr>
            <p:spPr>
              <a:xfrm>
                <a:off x="920520" y="738720"/>
                <a:ext cx="26280" cy="14040"/>
              </a:xfrm>
              <a:custGeom>
                <a:avLst/>
                <a:gdLst/>
                <a:ahLst/>
                <a:cxnLst/>
                <a:rect l="l" t="t" r="r" b="b"/>
                <a:pathLst>
                  <a:path w="73" h="39" extrusionOk="0">
                    <a:moveTo>
                      <a:pt x="12" y="37"/>
                    </a:moveTo>
                    <a:cubicBezTo>
                      <a:pt x="4" y="35"/>
                      <a:pt x="0" y="24"/>
                      <a:pt x="5" y="17"/>
                    </a:cubicBezTo>
                    <a:cubicBezTo>
                      <a:pt x="7" y="16"/>
                      <a:pt x="7" y="15"/>
                      <a:pt x="8" y="14"/>
                    </a:cubicBezTo>
                    <a:cubicBezTo>
                      <a:pt x="11" y="12"/>
                      <a:pt x="15" y="10"/>
                      <a:pt x="18" y="9"/>
                    </a:cubicBezTo>
                    <a:cubicBezTo>
                      <a:pt x="22" y="7"/>
                      <a:pt x="27" y="6"/>
                      <a:pt x="32" y="6"/>
                    </a:cubicBezTo>
                    <a:cubicBezTo>
                      <a:pt x="40" y="4"/>
                      <a:pt x="49" y="3"/>
                      <a:pt x="58" y="1"/>
                    </a:cubicBezTo>
                    <a:cubicBezTo>
                      <a:pt x="64" y="0"/>
                      <a:pt x="71" y="5"/>
                      <a:pt x="71" y="11"/>
                    </a:cubicBezTo>
                    <a:cubicBezTo>
                      <a:pt x="72" y="18"/>
                      <a:pt x="67" y="24"/>
                      <a:pt x="61" y="25"/>
                    </a:cubicBezTo>
                    <a:cubicBezTo>
                      <a:pt x="55" y="26"/>
                      <a:pt x="49" y="27"/>
                      <a:pt x="43" y="28"/>
                    </a:cubicBezTo>
                    <a:cubicBezTo>
                      <a:pt x="37" y="29"/>
                      <a:pt x="33" y="30"/>
                      <a:pt x="28" y="32"/>
                    </a:cubicBezTo>
                    <a:cubicBezTo>
                      <a:pt x="27" y="32"/>
                      <a:pt x="26" y="32"/>
                      <a:pt x="26" y="32"/>
                    </a:cubicBezTo>
                    <a:cubicBezTo>
                      <a:pt x="23" y="36"/>
                      <a:pt x="20" y="38"/>
                      <a:pt x="16" y="38"/>
                    </a:cubicBezTo>
                    <a:cubicBezTo>
                      <a:pt x="15" y="38"/>
                      <a:pt x="14" y="38"/>
                      <a:pt x="12" y="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3" name="Google Shape;653;p7"/>
              <p:cNvSpPr/>
              <p:nvPr/>
            </p:nvSpPr>
            <p:spPr>
              <a:xfrm>
                <a:off x="927360" y="716400"/>
                <a:ext cx="18720" cy="42480"/>
              </a:xfrm>
              <a:custGeom>
                <a:avLst/>
                <a:gdLst/>
                <a:ahLst/>
                <a:cxnLst/>
                <a:rect l="l" t="t" r="r" b="b"/>
                <a:pathLst>
                  <a:path w="52" h="118" extrusionOk="0">
                    <a:moveTo>
                      <a:pt x="12" y="117"/>
                    </a:moveTo>
                    <a:cubicBezTo>
                      <a:pt x="6" y="117"/>
                      <a:pt x="0" y="112"/>
                      <a:pt x="0" y="105"/>
                    </a:cubicBezTo>
                    <a:cubicBezTo>
                      <a:pt x="1" y="97"/>
                      <a:pt x="2" y="88"/>
                      <a:pt x="3" y="79"/>
                    </a:cubicBezTo>
                    <a:cubicBezTo>
                      <a:pt x="5" y="71"/>
                      <a:pt x="6" y="63"/>
                      <a:pt x="9" y="55"/>
                    </a:cubicBezTo>
                    <a:cubicBezTo>
                      <a:pt x="11" y="47"/>
                      <a:pt x="13" y="40"/>
                      <a:pt x="16" y="31"/>
                    </a:cubicBezTo>
                    <a:cubicBezTo>
                      <a:pt x="17" y="28"/>
                      <a:pt x="18" y="24"/>
                      <a:pt x="20" y="20"/>
                    </a:cubicBezTo>
                    <a:cubicBezTo>
                      <a:pt x="22" y="14"/>
                      <a:pt x="25" y="7"/>
                      <a:pt x="31" y="3"/>
                    </a:cubicBezTo>
                    <a:cubicBezTo>
                      <a:pt x="38" y="0"/>
                      <a:pt x="46" y="3"/>
                      <a:pt x="49" y="10"/>
                    </a:cubicBezTo>
                    <a:cubicBezTo>
                      <a:pt x="51" y="15"/>
                      <a:pt x="49" y="22"/>
                      <a:pt x="45" y="24"/>
                    </a:cubicBezTo>
                    <a:cubicBezTo>
                      <a:pt x="45" y="25"/>
                      <a:pt x="45" y="26"/>
                      <a:pt x="44" y="26"/>
                    </a:cubicBezTo>
                    <a:cubicBezTo>
                      <a:pt x="42" y="30"/>
                      <a:pt x="41" y="34"/>
                      <a:pt x="38" y="39"/>
                    </a:cubicBezTo>
                    <a:cubicBezTo>
                      <a:pt x="37" y="44"/>
                      <a:pt x="35" y="50"/>
                      <a:pt x="34" y="55"/>
                    </a:cubicBezTo>
                    <a:cubicBezTo>
                      <a:pt x="32" y="61"/>
                      <a:pt x="30" y="67"/>
                      <a:pt x="28" y="73"/>
                    </a:cubicBezTo>
                    <a:cubicBezTo>
                      <a:pt x="27" y="84"/>
                      <a:pt x="25" y="96"/>
                      <a:pt x="24" y="107"/>
                    </a:cubicBezTo>
                    <a:cubicBezTo>
                      <a:pt x="23" y="113"/>
                      <a:pt x="18" y="117"/>
                      <a:pt x="12" y="1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4" name="Google Shape;654;p7"/>
              <p:cNvSpPr/>
              <p:nvPr/>
            </p:nvSpPr>
            <p:spPr>
              <a:xfrm>
                <a:off x="975600" y="707760"/>
                <a:ext cx="61920" cy="119880"/>
              </a:xfrm>
              <a:custGeom>
                <a:avLst/>
                <a:gdLst/>
                <a:ahLst/>
                <a:cxnLst/>
                <a:rect l="l" t="t" r="r" b="b"/>
                <a:pathLst>
                  <a:path w="172" h="333" extrusionOk="0">
                    <a:moveTo>
                      <a:pt x="66" y="306"/>
                    </a:moveTo>
                    <a:cubicBezTo>
                      <a:pt x="66" y="305"/>
                      <a:pt x="66" y="305"/>
                      <a:pt x="66" y="305"/>
                    </a:cubicBezTo>
                    <a:cubicBezTo>
                      <a:pt x="70" y="295"/>
                      <a:pt x="71" y="285"/>
                      <a:pt x="74" y="275"/>
                    </a:cubicBezTo>
                    <a:lnTo>
                      <a:pt x="74" y="276"/>
                    </a:lnTo>
                    <a:cubicBezTo>
                      <a:pt x="76" y="263"/>
                      <a:pt x="78" y="251"/>
                      <a:pt x="81" y="239"/>
                    </a:cubicBezTo>
                    <a:cubicBezTo>
                      <a:pt x="83" y="226"/>
                      <a:pt x="85" y="214"/>
                      <a:pt x="87" y="202"/>
                    </a:cubicBezTo>
                    <a:cubicBezTo>
                      <a:pt x="88" y="195"/>
                      <a:pt x="89" y="188"/>
                      <a:pt x="90" y="181"/>
                    </a:cubicBezTo>
                    <a:cubicBezTo>
                      <a:pt x="84" y="187"/>
                      <a:pt x="78" y="193"/>
                      <a:pt x="73" y="199"/>
                    </a:cubicBezTo>
                    <a:cubicBezTo>
                      <a:pt x="67" y="205"/>
                      <a:pt x="63" y="210"/>
                      <a:pt x="59" y="216"/>
                    </a:cubicBezTo>
                    <a:cubicBezTo>
                      <a:pt x="56" y="220"/>
                      <a:pt x="53" y="225"/>
                      <a:pt x="51" y="230"/>
                    </a:cubicBezTo>
                    <a:lnTo>
                      <a:pt x="51" y="229"/>
                    </a:lnTo>
                    <a:cubicBezTo>
                      <a:pt x="50" y="231"/>
                      <a:pt x="49" y="233"/>
                      <a:pt x="48" y="236"/>
                    </a:cubicBezTo>
                    <a:cubicBezTo>
                      <a:pt x="47" y="238"/>
                      <a:pt x="46" y="241"/>
                      <a:pt x="45" y="244"/>
                    </a:cubicBezTo>
                    <a:cubicBezTo>
                      <a:pt x="45" y="248"/>
                      <a:pt x="44" y="252"/>
                      <a:pt x="44" y="255"/>
                    </a:cubicBezTo>
                    <a:cubicBezTo>
                      <a:pt x="44" y="258"/>
                      <a:pt x="44" y="261"/>
                      <a:pt x="44" y="264"/>
                    </a:cubicBezTo>
                    <a:cubicBezTo>
                      <a:pt x="44" y="266"/>
                      <a:pt x="44" y="269"/>
                      <a:pt x="45" y="271"/>
                    </a:cubicBezTo>
                    <a:cubicBezTo>
                      <a:pt x="45" y="273"/>
                      <a:pt x="45" y="275"/>
                      <a:pt x="46" y="277"/>
                    </a:cubicBezTo>
                    <a:cubicBezTo>
                      <a:pt x="47" y="280"/>
                      <a:pt x="48" y="283"/>
                      <a:pt x="49" y="286"/>
                    </a:cubicBezTo>
                    <a:cubicBezTo>
                      <a:pt x="51" y="288"/>
                      <a:pt x="52" y="290"/>
                      <a:pt x="53" y="293"/>
                    </a:cubicBezTo>
                    <a:cubicBezTo>
                      <a:pt x="55" y="294"/>
                      <a:pt x="56" y="297"/>
                      <a:pt x="58" y="298"/>
                    </a:cubicBezTo>
                    <a:cubicBezTo>
                      <a:pt x="59" y="300"/>
                      <a:pt x="60" y="301"/>
                      <a:pt x="62" y="303"/>
                    </a:cubicBezTo>
                    <a:cubicBezTo>
                      <a:pt x="63" y="304"/>
                      <a:pt x="63" y="304"/>
                      <a:pt x="64" y="304"/>
                    </a:cubicBezTo>
                    <a:cubicBezTo>
                      <a:pt x="64" y="305"/>
                      <a:pt x="65" y="305"/>
                      <a:pt x="66" y="306"/>
                    </a:cubicBezTo>
                    <a:moveTo>
                      <a:pt x="70" y="332"/>
                    </a:moveTo>
                    <a:cubicBezTo>
                      <a:pt x="62" y="332"/>
                      <a:pt x="55" y="328"/>
                      <a:pt x="49" y="323"/>
                    </a:cubicBezTo>
                    <a:cubicBezTo>
                      <a:pt x="43" y="319"/>
                      <a:pt x="38" y="312"/>
                      <a:pt x="34" y="307"/>
                    </a:cubicBezTo>
                    <a:cubicBezTo>
                      <a:pt x="30" y="300"/>
                      <a:pt x="26" y="293"/>
                      <a:pt x="24" y="285"/>
                    </a:cubicBezTo>
                    <a:cubicBezTo>
                      <a:pt x="18" y="269"/>
                      <a:pt x="20" y="252"/>
                      <a:pt x="24" y="237"/>
                    </a:cubicBezTo>
                    <a:cubicBezTo>
                      <a:pt x="28" y="220"/>
                      <a:pt x="38" y="207"/>
                      <a:pt x="48" y="194"/>
                    </a:cubicBezTo>
                    <a:cubicBezTo>
                      <a:pt x="56" y="184"/>
                      <a:pt x="67" y="174"/>
                      <a:pt x="77" y="164"/>
                    </a:cubicBezTo>
                    <a:cubicBezTo>
                      <a:pt x="83" y="159"/>
                      <a:pt x="88" y="154"/>
                      <a:pt x="94" y="149"/>
                    </a:cubicBezTo>
                    <a:cubicBezTo>
                      <a:pt x="95" y="148"/>
                      <a:pt x="96" y="147"/>
                      <a:pt x="97" y="146"/>
                    </a:cubicBezTo>
                    <a:cubicBezTo>
                      <a:pt x="98" y="141"/>
                      <a:pt x="99" y="134"/>
                      <a:pt x="101" y="128"/>
                    </a:cubicBezTo>
                    <a:cubicBezTo>
                      <a:pt x="102" y="125"/>
                      <a:pt x="103" y="121"/>
                      <a:pt x="104" y="117"/>
                    </a:cubicBezTo>
                    <a:cubicBezTo>
                      <a:pt x="105" y="113"/>
                      <a:pt x="106" y="108"/>
                      <a:pt x="108" y="104"/>
                    </a:cubicBezTo>
                    <a:cubicBezTo>
                      <a:pt x="101" y="113"/>
                      <a:pt x="93" y="121"/>
                      <a:pt x="84" y="128"/>
                    </a:cubicBezTo>
                    <a:cubicBezTo>
                      <a:pt x="78" y="134"/>
                      <a:pt x="73" y="139"/>
                      <a:pt x="66" y="143"/>
                    </a:cubicBezTo>
                    <a:cubicBezTo>
                      <a:pt x="59" y="147"/>
                      <a:pt x="52" y="149"/>
                      <a:pt x="44" y="149"/>
                    </a:cubicBezTo>
                    <a:cubicBezTo>
                      <a:pt x="38" y="150"/>
                      <a:pt x="31" y="149"/>
                      <a:pt x="25" y="146"/>
                    </a:cubicBezTo>
                    <a:cubicBezTo>
                      <a:pt x="18" y="142"/>
                      <a:pt x="14" y="135"/>
                      <a:pt x="11" y="128"/>
                    </a:cubicBezTo>
                    <a:cubicBezTo>
                      <a:pt x="7" y="122"/>
                      <a:pt x="5" y="114"/>
                      <a:pt x="4" y="107"/>
                    </a:cubicBezTo>
                    <a:cubicBezTo>
                      <a:pt x="3" y="101"/>
                      <a:pt x="2" y="96"/>
                      <a:pt x="2" y="90"/>
                    </a:cubicBezTo>
                    <a:cubicBezTo>
                      <a:pt x="1" y="86"/>
                      <a:pt x="1" y="83"/>
                      <a:pt x="0" y="79"/>
                    </a:cubicBezTo>
                    <a:cubicBezTo>
                      <a:pt x="0" y="76"/>
                      <a:pt x="0" y="72"/>
                      <a:pt x="0" y="69"/>
                    </a:cubicBezTo>
                    <a:cubicBezTo>
                      <a:pt x="0" y="56"/>
                      <a:pt x="0" y="43"/>
                      <a:pt x="3" y="30"/>
                    </a:cubicBezTo>
                    <a:cubicBezTo>
                      <a:pt x="4" y="23"/>
                      <a:pt x="7" y="15"/>
                      <a:pt x="10" y="8"/>
                    </a:cubicBezTo>
                    <a:cubicBezTo>
                      <a:pt x="12" y="6"/>
                      <a:pt x="14" y="4"/>
                      <a:pt x="16" y="3"/>
                    </a:cubicBezTo>
                    <a:cubicBezTo>
                      <a:pt x="18" y="2"/>
                      <a:pt x="20" y="1"/>
                      <a:pt x="23" y="1"/>
                    </a:cubicBezTo>
                    <a:cubicBezTo>
                      <a:pt x="22" y="1"/>
                      <a:pt x="22" y="1"/>
                      <a:pt x="21" y="1"/>
                    </a:cubicBezTo>
                    <a:cubicBezTo>
                      <a:pt x="30" y="0"/>
                      <a:pt x="37" y="9"/>
                      <a:pt x="35" y="17"/>
                    </a:cubicBezTo>
                    <a:cubicBezTo>
                      <a:pt x="34" y="20"/>
                      <a:pt x="32" y="22"/>
                      <a:pt x="30" y="24"/>
                    </a:cubicBezTo>
                    <a:lnTo>
                      <a:pt x="30" y="25"/>
                    </a:lnTo>
                    <a:cubicBezTo>
                      <a:pt x="30" y="25"/>
                      <a:pt x="29" y="26"/>
                      <a:pt x="28" y="27"/>
                    </a:cubicBezTo>
                    <a:cubicBezTo>
                      <a:pt x="28" y="30"/>
                      <a:pt x="27" y="33"/>
                      <a:pt x="26" y="35"/>
                    </a:cubicBezTo>
                    <a:cubicBezTo>
                      <a:pt x="27" y="35"/>
                      <a:pt x="27" y="34"/>
                      <a:pt x="27" y="34"/>
                    </a:cubicBezTo>
                    <a:cubicBezTo>
                      <a:pt x="25" y="41"/>
                      <a:pt x="24" y="48"/>
                      <a:pt x="24" y="55"/>
                    </a:cubicBezTo>
                    <a:cubicBezTo>
                      <a:pt x="23" y="62"/>
                      <a:pt x="23" y="70"/>
                      <a:pt x="23" y="77"/>
                    </a:cubicBezTo>
                    <a:cubicBezTo>
                      <a:pt x="24" y="85"/>
                      <a:pt x="24" y="93"/>
                      <a:pt x="26" y="100"/>
                    </a:cubicBezTo>
                    <a:cubicBezTo>
                      <a:pt x="27" y="104"/>
                      <a:pt x="28" y="107"/>
                      <a:pt x="28" y="111"/>
                    </a:cubicBezTo>
                    <a:cubicBezTo>
                      <a:pt x="30" y="113"/>
                      <a:pt x="30" y="114"/>
                      <a:pt x="31" y="116"/>
                    </a:cubicBezTo>
                    <a:cubicBezTo>
                      <a:pt x="31" y="118"/>
                      <a:pt x="32" y="119"/>
                      <a:pt x="33" y="120"/>
                    </a:cubicBezTo>
                    <a:cubicBezTo>
                      <a:pt x="34" y="122"/>
                      <a:pt x="35" y="123"/>
                      <a:pt x="36" y="124"/>
                    </a:cubicBezTo>
                    <a:cubicBezTo>
                      <a:pt x="36" y="125"/>
                      <a:pt x="37" y="125"/>
                      <a:pt x="37" y="125"/>
                    </a:cubicBezTo>
                    <a:lnTo>
                      <a:pt x="38" y="125"/>
                    </a:lnTo>
                    <a:cubicBezTo>
                      <a:pt x="37" y="125"/>
                      <a:pt x="37" y="125"/>
                      <a:pt x="37" y="125"/>
                    </a:cubicBezTo>
                    <a:cubicBezTo>
                      <a:pt x="38" y="125"/>
                      <a:pt x="38" y="125"/>
                      <a:pt x="38" y="126"/>
                    </a:cubicBezTo>
                    <a:cubicBezTo>
                      <a:pt x="38" y="125"/>
                      <a:pt x="38" y="125"/>
                      <a:pt x="38" y="125"/>
                    </a:cubicBezTo>
                    <a:lnTo>
                      <a:pt x="39" y="126"/>
                    </a:lnTo>
                    <a:lnTo>
                      <a:pt x="40" y="126"/>
                    </a:lnTo>
                    <a:cubicBezTo>
                      <a:pt x="41" y="126"/>
                      <a:pt x="42" y="126"/>
                      <a:pt x="42" y="126"/>
                    </a:cubicBezTo>
                    <a:cubicBezTo>
                      <a:pt x="45" y="126"/>
                      <a:pt x="46" y="125"/>
                      <a:pt x="48" y="125"/>
                    </a:cubicBezTo>
                    <a:cubicBezTo>
                      <a:pt x="49" y="125"/>
                      <a:pt x="50" y="125"/>
                      <a:pt x="51" y="125"/>
                    </a:cubicBezTo>
                    <a:cubicBezTo>
                      <a:pt x="51" y="124"/>
                      <a:pt x="52" y="124"/>
                      <a:pt x="52" y="124"/>
                    </a:cubicBezTo>
                    <a:cubicBezTo>
                      <a:pt x="54" y="123"/>
                      <a:pt x="56" y="122"/>
                      <a:pt x="58" y="121"/>
                    </a:cubicBezTo>
                    <a:cubicBezTo>
                      <a:pt x="61" y="119"/>
                      <a:pt x="64" y="117"/>
                      <a:pt x="67" y="114"/>
                    </a:cubicBezTo>
                    <a:cubicBezTo>
                      <a:pt x="73" y="109"/>
                      <a:pt x="78" y="104"/>
                      <a:pt x="83" y="99"/>
                    </a:cubicBezTo>
                    <a:cubicBezTo>
                      <a:pt x="88" y="92"/>
                      <a:pt x="94" y="86"/>
                      <a:pt x="99" y="79"/>
                    </a:cubicBezTo>
                    <a:cubicBezTo>
                      <a:pt x="105" y="72"/>
                      <a:pt x="110" y="64"/>
                      <a:pt x="116" y="57"/>
                    </a:cubicBezTo>
                    <a:cubicBezTo>
                      <a:pt x="122" y="47"/>
                      <a:pt x="129" y="37"/>
                      <a:pt x="134" y="27"/>
                    </a:cubicBezTo>
                    <a:cubicBezTo>
                      <a:pt x="134" y="26"/>
                      <a:pt x="135" y="26"/>
                      <a:pt x="135" y="25"/>
                    </a:cubicBezTo>
                    <a:cubicBezTo>
                      <a:pt x="138" y="19"/>
                      <a:pt x="144" y="16"/>
                      <a:pt x="151" y="19"/>
                    </a:cubicBezTo>
                    <a:cubicBezTo>
                      <a:pt x="154" y="20"/>
                      <a:pt x="156" y="23"/>
                      <a:pt x="157" y="25"/>
                    </a:cubicBezTo>
                    <a:cubicBezTo>
                      <a:pt x="158" y="29"/>
                      <a:pt x="158" y="33"/>
                      <a:pt x="156" y="36"/>
                    </a:cubicBezTo>
                    <a:cubicBezTo>
                      <a:pt x="152" y="44"/>
                      <a:pt x="149" y="52"/>
                      <a:pt x="146" y="60"/>
                    </a:cubicBezTo>
                    <a:cubicBezTo>
                      <a:pt x="141" y="74"/>
                      <a:pt x="136" y="89"/>
                      <a:pt x="131" y="103"/>
                    </a:cubicBezTo>
                    <a:cubicBezTo>
                      <a:pt x="129" y="108"/>
                      <a:pt x="127" y="114"/>
                      <a:pt x="126" y="120"/>
                    </a:cubicBezTo>
                    <a:cubicBezTo>
                      <a:pt x="134" y="112"/>
                      <a:pt x="143" y="104"/>
                      <a:pt x="152" y="96"/>
                    </a:cubicBezTo>
                    <a:cubicBezTo>
                      <a:pt x="157" y="93"/>
                      <a:pt x="163" y="93"/>
                      <a:pt x="167" y="97"/>
                    </a:cubicBezTo>
                    <a:cubicBezTo>
                      <a:pt x="171" y="101"/>
                      <a:pt x="171" y="107"/>
                      <a:pt x="166" y="111"/>
                    </a:cubicBezTo>
                    <a:cubicBezTo>
                      <a:pt x="151" y="125"/>
                      <a:pt x="136" y="139"/>
                      <a:pt x="120" y="154"/>
                    </a:cubicBezTo>
                    <a:cubicBezTo>
                      <a:pt x="119" y="155"/>
                      <a:pt x="118" y="156"/>
                      <a:pt x="117" y="157"/>
                    </a:cubicBezTo>
                    <a:cubicBezTo>
                      <a:pt x="116" y="161"/>
                      <a:pt x="115" y="165"/>
                      <a:pt x="114" y="169"/>
                    </a:cubicBezTo>
                    <a:lnTo>
                      <a:pt x="114" y="168"/>
                    </a:lnTo>
                    <a:cubicBezTo>
                      <a:pt x="109" y="192"/>
                      <a:pt x="106" y="216"/>
                      <a:pt x="102" y="240"/>
                    </a:cubicBezTo>
                    <a:cubicBezTo>
                      <a:pt x="100" y="253"/>
                      <a:pt x="98" y="266"/>
                      <a:pt x="96" y="279"/>
                    </a:cubicBezTo>
                    <a:cubicBezTo>
                      <a:pt x="95" y="284"/>
                      <a:pt x="94" y="290"/>
                      <a:pt x="93" y="296"/>
                    </a:cubicBezTo>
                    <a:cubicBezTo>
                      <a:pt x="91" y="305"/>
                      <a:pt x="90" y="315"/>
                      <a:pt x="85" y="323"/>
                    </a:cubicBezTo>
                    <a:cubicBezTo>
                      <a:pt x="82" y="328"/>
                      <a:pt x="76" y="332"/>
                      <a:pt x="70" y="3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" name="Google Shape;655;p7"/>
              <p:cNvSpPr/>
              <p:nvPr/>
            </p:nvSpPr>
            <p:spPr>
              <a:xfrm>
                <a:off x="1067040" y="726840"/>
                <a:ext cx="1548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43" h="28" extrusionOk="0">
                    <a:moveTo>
                      <a:pt x="13" y="26"/>
                    </a:moveTo>
                    <a:lnTo>
                      <a:pt x="12" y="26"/>
                    </a:lnTo>
                    <a:cubicBezTo>
                      <a:pt x="10" y="26"/>
                      <a:pt x="9" y="26"/>
                      <a:pt x="9" y="25"/>
                    </a:cubicBezTo>
                    <a:cubicBezTo>
                      <a:pt x="3" y="23"/>
                      <a:pt x="0" y="17"/>
                      <a:pt x="1" y="12"/>
                    </a:cubicBezTo>
                    <a:cubicBezTo>
                      <a:pt x="2" y="7"/>
                      <a:pt x="6" y="2"/>
                      <a:pt x="10" y="1"/>
                    </a:cubicBezTo>
                    <a:cubicBezTo>
                      <a:pt x="12" y="1"/>
                      <a:pt x="13" y="1"/>
                      <a:pt x="14" y="1"/>
                    </a:cubicBezTo>
                    <a:cubicBezTo>
                      <a:pt x="20" y="0"/>
                      <a:pt x="25" y="0"/>
                      <a:pt x="30" y="0"/>
                    </a:cubicBezTo>
                    <a:cubicBezTo>
                      <a:pt x="37" y="0"/>
                      <a:pt x="42" y="6"/>
                      <a:pt x="42" y="12"/>
                    </a:cubicBezTo>
                    <a:cubicBezTo>
                      <a:pt x="42" y="19"/>
                      <a:pt x="36" y="25"/>
                      <a:pt x="30" y="25"/>
                    </a:cubicBezTo>
                    <a:cubicBezTo>
                      <a:pt x="27" y="25"/>
                      <a:pt x="26" y="25"/>
                      <a:pt x="24" y="25"/>
                    </a:cubicBezTo>
                    <a:lnTo>
                      <a:pt x="25" y="25"/>
                    </a:lnTo>
                    <a:cubicBezTo>
                      <a:pt x="24" y="25"/>
                      <a:pt x="24" y="25"/>
                      <a:pt x="24" y="25"/>
                    </a:cubicBezTo>
                    <a:cubicBezTo>
                      <a:pt x="21" y="26"/>
                      <a:pt x="19" y="27"/>
                      <a:pt x="17" y="27"/>
                    </a:cubicBezTo>
                    <a:cubicBezTo>
                      <a:pt x="16" y="27"/>
                      <a:pt x="14" y="27"/>
                      <a:pt x="13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6" name="Google Shape;656;p7"/>
              <p:cNvSpPr/>
              <p:nvPr/>
            </p:nvSpPr>
            <p:spPr>
              <a:xfrm>
                <a:off x="1059120" y="739080"/>
                <a:ext cx="13320" cy="12240"/>
              </a:xfrm>
              <a:custGeom>
                <a:avLst/>
                <a:gdLst/>
                <a:ahLst/>
                <a:cxnLst/>
                <a:rect l="l" t="t" r="r" b="b"/>
                <a:pathLst>
                  <a:path w="37" h="34" extrusionOk="0">
                    <a:moveTo>
                      <a:pt x="21" y="33"/>
                    </a:moveTo>
                    <a:cubicBezTo>
                      <a:pt x="17" y="33"/>
                      <a:pt x="12" y="32"/>
                      <a:pt x="8" y="30"/>
                    </a:cubicBezTo>
                    <a:cubicBezTo>
                      <a:pt x="4" y="27"/>
                      <a:pt x="1" y="24"/>
                      <a:pt x="1" y="19"/>
                    </a:cubicBezTo>
                    <a:cubicBezTo>
                      <a:pt x="0" y="14"/>
                      <a:pt x="2" y="10"/>
                      <a:pt x="6" y="7"/>
                    </a:cubicBezTo>
                    <a:cubicBezTo>
                      <a:pt x="7" y="5"/>
                      <a:pt x="9" y="4"/>
                      <a:pt x="11" y="3"/>
                    </a:cubicBezTo>
                    <a:cubicBezTo>
                      <a:pt x="14" y="1"/>
                      <a:pt x="17" y="0"/>
                      <a:pt x="21" y="1"/>
                    </a:cubicBezTo>
                    <a:cubicBezTo>
                      <a:pt x="24" y="1"/>
                      <a:pt x="27" y="3"/>
                      <a:pt x="29" y="5"/>
                    </a:cubicBezTo>
                    <a:cubicBezTo>
                      <a:pt x="30" y="8"/>
                      <a:pt x="31" y="10"/>
                      <a:pt x="31" y="12"/>
                    </a:cubicBezTo>
                    <a:cubicBezTo>
                      <a:pt x="34" y="14"/>
                      <a:pt x="36" y="19"/>
                      <a:pt x="35" y="23"/>
                    </a:cubicBezTo>
                    <a:cubicBezTo>
                      <a:pt x="34" y="29"/>
                      <a:pt x="29" y="33"/>
                      <a:pt x="22" y="33"/>
                    </a:cubicBezTo>
                    <a:lnTo>
                      <a:pt x="21" y="3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7" name="Google Shape;657;p7"/>
              <p:cNvSpPr/>
              <p:nvPr/>
            </p:nvSpPr>
            <p:spPr>
              <a:xfrm>
                <a:off x="1120680" y="684720"/>
                <a:ext cx="42840" cy="9900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275" extrusionOk="0">
                    <a:moveTo>
                      <a:pt x="39" y="274"/>
                    </a:moveTo>
                    <a:cubicBezTo>
                      <a:pt x="33" y="273"/>
                      <a:pt x="28" y="267"/>
                      <a:pt x="29" y="260"/>
                    </a:cubicBezTo>
                    <a:cubicBezTo>
                      <a:pt x="31" y="246"/>
                      <a:pt x="33" y="233"/>
                      <a:pt x="36" y="220"/>
                    </a:cubicBezTo>
                    <a:cubicBezTo>
                      <a:pt x="38" y="207"/>
                      <a:pt x="40" y="193"/>
                      <a:pt x="43" y="181"/>
                    </a:cubicBezTo>
                    <a:cubicBezTo>
                      <a:pt x="46" y="164"/>
                      <a:pt x="50" y="148"/>
                      <a:pt x="54" y="132"/>
                    </a:cubicBezTo>
                    <a:cubicBezTo>
                      <a:pt x="50" y="137"/>
                      <a:pt x="46" y="142"/>
                      <a:pt x="43" y="147"/>
                    </a:cubicBezTo>
                    <a:cubicBezTo>
                      <a:pt x="39" y="152"/>
                      <a:pt x="36" y="157"/>
                      <a:pt x="32" y="162"/>
                    </a:cubicBezTo>
                    <a:cubicBezTo>
                      <a:pt x="32" y="161"/>
                      <a:pt x="32" y="161"/>
                      <a:pt x="33" y="161"/>
                    </a:cubicBezTo>
                    <a:cubicBezTo>
                      <a:pt x="32" y="161"/>
                      <a:pt x="32" y="163"/>
                      <a:pt x="31" y="164"/>
                    </a:cubicBezTo>
                    <a:cubicBezTo>
                      <a:pt x="31" y="163"/>
                      <a:pt x="31" y="163"/>
                      <a:pt x="31" y="163"/>
                    </a:cubicBezTo>
                    <a:cubicBezTo>
                      <a:pt x="30" y="164"/>
                      <a:pt x="30" y="164"/>
                      <a:pt x="30" y="164"/>
                    </a:cubicBezTo>
                    <a:lnTo>
                      <a:pt x="31" y="164"/>
                    </a:lnTo>
                    <a:cubicBezTo>
                      <a:pt x="29" y="167"/>
                      <a:pt x="26" y="171"/>
                      <a:pt x="23" y="174"/>
                    </a:cubicBezTo>
                    <a:cubicBezTo>
                      <a:pt x="20" y="179"/>
                      <a:pt x="11" y="180"/>
                      <a:pt x="6" y="176"/>
                    </a:cubicBezTo>
                    <a:cubicBezTo>
                      <a:pt x="1" y="171"/>
                      <a:pt x="0" y="164"/>
                      <a:pt x="4" y="158"/>
                    </a:cubicBezTo>
                    <a:cubicBezTo>
                      <a:pt x="12" y="148"/>
                      <a:pt x="20" y="138"/>
                      <a:pt x="28" y="128"/>
                    </a:cubicBezTo>
                    <a:cubicBezTo>
                      <a:pt x="36" y="117"/>
                      <a:pt x="44" y="107"/>
                      <a:pt x="52" y="96"/>
                    </a:cubicBezTo>
                    <a:cubicBezTo>
                      <a:pt x="51" y="97"/>
                      <a:pt x="51" y="97"/>
                      <a:pt x="51" y="97"/>
                    </a:cubicBezTo>
                    <a:cubicBezTo>
                      <a:pt x="55" y="91"/>
                      <a:pt x="60" y="85"/>
                      <a:pt x="64" y="78"/>
                    </a:cubicBezTo>
                    <a:cubicBezTo>
                      <a:pt x="67" y="72"/>
                      <a:pt x="70" y="66"/>
                      <a:pt x="74" y="61"/>
                    </a:cubicBezTo>
                    <a:cubicBezTo>
                      <a:pt x="74" y="59"/>
                      <a:pt x="74" y="59"/>
                      <a:pt x="74" y="58"/>
                    </a:cubicBezTo>
                    <a:cubicBezTo>
                      <a:pt x="76" y="51"/>
                      <a:pt x="79" y="43"/>
                      <a:pt x="82" y="35"/>
                    </a:cubicBezTo>
                    <a:cubicBezTo>
                      <a:pt x="83" y="31"/>
                      <a:pt x="85" y="27"/>
                      <a:pt x="86" y="24"/>
                    </a:cubicBezTo>
                    <a:cubicBezTo>
                      <a:pt x="89" y="17"/>
                      <a:pt x="91" y="11"/>
                      <a:pt x="95" y="5"/>
                    </a:cubicBezTo>
                    <a:cubicBezTo>
                      <a:pt x="99" y="1"/>
                      <a:pt x="104" y="0"/>
                      <a:pt x="110" y="2"/>
                    </a:cubicBezTo>
                    <a:cubicBezTo>
                      <a:pt x="114" y="4"/>
                      <a:pt x="117" y="8"/>
                      <a:pt x="117" y="12"/>
                    </a:cubicBezTo>
                    <a:cubicBezTo>
                      <a:pt x="118" y="20"/>
                      <a:pt x="114" y="28"/>
                      <a:pt x="111" y="35"/>
                    </a:cubicBezTo>
                    <a:cubicBezTo>
                      <a:pt x="109" y="40"/>
                      <a:pt x="106" y="45"/>
                      <a:pt x="104" y="51"/>
                    </a:cubicBezTo>
                    <a:cubicBezTo>
                      <a:pt x="100" y="58"/>
                      <a:pt x="97" y="65"/>
                      <a:pt x="93" y="72"/>
                    </a:cubicBezTo>
                    <a:cubicBezTo>
                      <a:pt x="92" y="76"/>
                      <a:pt x="90" y="81"/>
                      <a:pt x="89" y="85"/>
                    </a:cubicBezTo>
                    <a:cubicBezTo>
                      <a:pt x="86" y="93"/>
                      <a:pt x="84" y="101"/>
                      <a:pt x="82" y="109"/>
                    </a:cubicBezTo>
                    <a:cubicBezTo>
                      <a:pt x="79" y="118"/>
                      <a:pt x="77" y="126"/>
                      <a:pt x="75" y="135"/>
                    </a:cubicBezTo>
                    <a:cubicBezTo>
                      <a:pt x="73" y="143"/>
                      <a:pt x="71" y="152"/>
                      <a:pt x="69" y="160"/>
                    </a:cubicBezTo>
                    <a:cubicBezTo>
                      <a:pt x="66" y="177"/>
                      <a:pt x="62" y="193"/>
                      <a:pt x="60" y="210"/>
                    </a:cubicBezTo>
                    <a:cubicBezTo>
                      <a:pt x="57" y="228"/>
                      <a:pt x="55" y="246"/>
                      <a:pt x="53" y="264"/>
                    </a:cubicBezTo>
                    <a:cubicBezTo>
                      <a:pt x="53" y="270"/>
                      <a:pt x="47" y="274"/>
                      <a:pt x="41" y="274"/>
                    </a:cubicBezTo>
                    <a:cubicBezTo>
                      <a:pt x="40" y="274"/>
                      <a:pt x="40" y="274"/>
                      <a:pt x="39" y="2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" name="Google Shape;658;p7"/>
              <p:cNvSpPr/>
              <p:nvPr/>
            </p:nvSpPr>
            <p:spPr>
              <a:xfrm>
                <a:off x="1058040" y="743040"/>
                <a:ext cx="32040" cy="14760"/>
              </a:xfrm>
              <a:custGeom>
                <a:avLst/>
                <a:gdLst/>
                <a:ahLst/>
                <a:cxnLst/>
                <a:rect l="l" t="t" r="r" b="b"/>
                <a:pathLst>
                  <a:path w="89" h="41" extrusionOk="0">
                    <a:moveTo>
                      <a:pt x="9" y="38"/>
                    </a:moveTo>
                    <a:cubicBezTo>
                      <a:pt x="6" y="36"/>
                      <a:pt x="4" y="33"/>
                      <a:pt x="3" y="30"/>
                    </a:cubicBezTo>
                    <a:cubicBezTo>
                      <a:pt x="1" y="28"/>
                      <a:pt x="0" y="25"/>
                      <a:pt x="0" y="22"/>
                    </a:cubicBezTo>
                    <a:cubicBezTo>
                      <a:pt x="0" y="19"/>
                      <a:pt x="2" y="16"/>
                      <a:pt x="4" y="13"/>
                    </a:cubicBezTo>
                    <a:cubicBezTo>
                      <a:pt x="9" y="8"/>
                      <a:pt x="16" y="8"/>
                      <a:pt x="22" y="7"/>
                    </a:cubicBezTo>
                    <a:cubicBezTo>
                      <a:pt x="25" y="6"/>
                      <a:pt x="28" y="6"/>
                      <a:pt x="31" y="6"/>
                    </a:cubicBezTo>
                    <a:cubicBezTo>
                      <a:pt x="45" y="5"/>
                      <a:pt x="60" y="3"/>
                      <a:pt x="74" y="1"/>
                    </a:cubicBezTo>
                    <a:cubicBezTo>
                      <a:pt x="81" y="0"/>
                      <a:pt x="87" y="5"/>
                      <a:pt x="88" y="11"/>
                    </a:cubicBezTo>
                    <a:cubicBezTo>
                      <a:pt x="88" y="17"/>
                      <a:pt x="84" y="23"/>
                      <a:pt x="77" y="24"/>
                    </a:cubicBezTo>
                    <a:cubicBezTo>
                      <a:pt x="67" y="26"/>
                      <a:pt x="57" y="27"/>
                      <a:pt x="48" y="28"/>
                    </a:cubicBezTo>
                    <a:cubicBezTo>
                      <a:pt x="41" y="29"/>
                      <a:pt x="34" y="30"/>
                      <a:pt x="27" y="31"/>
                    </a:cubicBezTo>
                    <a:cubicBezTo>
                      <a:pt x="25" y="36"/>
                      <a:pt x="20" y="40"/>
                      <a:pt x="15" y="40"/>
                    </a:cubicBezTo>
                    <a:cubicBezTo>
                      <a:pt x="13" y="40"/>
                      <a:pt x="10" y="39"/>
                      <a:pt x="9" y="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" name="Google Shape;659;p7"/>
              <p:cNvSpPr/>
              <p:nvPr/>
            </p:nvSpPr>
            <p:spPr>
              <a:xfrm>
                <a:off x="1062720" y="727560"/>
                <a:ext cx="2196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61" h="27" extrusionOk="0">
                    <a:moveTo>
                      <a:pt x="10" y="24"/>
                    </a:moveTo>
                    <a:cubicBezTo>
                      <a:pt x="0" y="21"/>
                      <a:pt x="0" y="6"/>
                      <a:pt x="8" y="2"/>
                    </a:cubicBezTo>
                    <a:cubicBezTo>
                      <a:pt x="11" y="1"/>
                      <a:pt x="14" y="0"/>
                      <a:pt x="17" y="0"/>
                    </a:cubicBezTo>
                    <a:cubicBezTo>
                      <a:pt x="18" y="0"/>
                      <a:pt x="19" y="1"/>
                      <a:pt x="20" y="2"/>
                    </a:cubicBezTo>
                    <a:cubicBezTo>
                      <a:pt x="21" y="2"/>
                      <a:pt x="21" y="2"/>
                      <a:pt x="22" y="2"/>
                    </a:cubicBezTo>
                    <a:lnTo>
                      <a:pt x="21" y="2"/>
                    </a:lnTo>
                    <a:cubicBezTo>
                      <a:pt x="30" y="2"/>
                      <a:pt x="39" y="2"/>
                      <a:pt x="48" y="1"/>
                    </a:cubicBezTo>
                    <a:cubicBezTo>
                      <a:pt x="54" y="0"/>
                      <a:pt x="59" y="6"/>
                      <a:pt x="60" y="12"/>
                    </a:cubicBezTo>
                    <a:cubicBezTo>
                      <a:pt x="60" y="18"/>
                      <a:pt x="56" y="24"/>
                      <a:pt x="49" y="25"/>
                    </a:cubicBezTo>
                    <a:cubicBezTo>
                      <a:pt x="43" y="25"/>
                      <a:pt x="36" y="26"/>
                      <a:pt x="30" y="26"/>
                    </a:cubicBezTo>
                    <a:cubicBezTo>
                      <a:pt x="28" y="26"/>
                      <a:pt x="25" y="26"/>
                      <a:pt x="22" y="26"/>
                    </a:cubicBezTo>
                    <a:cubicBezTo>
                      <a:pt x="18" y="26"/>
                      <a:pt x="13" y="26"/>
                      <a:pt x="10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" name="Google Shape;660;p7"/>
              <p:cNvSpPr/>
              <p:nvPr/>
            </p:nvSpPr>
            <p:spPr>
              <a:xfrm>
                <a:off x="174600" y="844200"/>
                <a:ext cx="60480" cy="67680"/>
              </a:xfrm>
              <a:custGeom>
                <a:avLst/>
                <a:gdLst/>
                <a:ahLst/>
                <a:cxnLst/>
                <a:rect l="l" t="t" r="r" b="b"/>
                <a:pathLst>
                  <a:path w="168" h="188" extrusionOk="0">
                    <a:moveTo>
                      <a:pt x="145" y="183"/>
                    </a:moveTo>
                    <a:cubicBezTo>
                      <a:pt x="140" y="175"/>
                      <a:pt x="135" y="168"/>
                      <a:pt x="130" y="160"/>
                    </a:cubicBezTo>
                    <a:cubicBezTo>
                      <a:pt x="127" y="157"/>
                      <a:pt x="124" y="153"/>
                      <a:pt x="122" y="150"/>
                    </a:cubicBezTo>
                    <a:cubicBezTo>
                      <a:pt x="119" y="147"/>
                      <a:pt x="117" y="144"/>
                      <a:pt x="114" y="141"/>
                    </a:cubicBezTo>
                    <a:cubicBezTo>
                      <a:pt x="106" y="131"/>
                      <a:pt x="98" y="122"/>
                      <a:pt x="89" y="114"/>
                    </a:cubicBezTo>
                    <a:cubicBezTo>
                      <a:pt x="80" y="103"/>
                      <a:pt x="69" y="94"/>
                      <a:pt x="59" y="83"/>
                    </a:cubicBezTo>
                    <a:cubicBezTo>
                      <a:pt x="54" y="80"/>
                      <a:pt x="51" y="76"/>
                      <a:pt x="47" y="71"/>
                    </a:cubicBezTo>
                    <a:cubicBezTo>
                      <a:pt x="42" y="67"/>
                      <a:pt x="38" y="63"/>
                      <a:pt x="34" y="58"/>
                    </a:cubicBezTo>
                    <a:cubicBezTo>
                      <a:pt x="29" y="53"/>
                      <a:pt x="25" y="48"/>
                      <a:pt x="20" y="43"/>
                    </a:cubicBezTo>
                    <a:cubicBezTo>
                      <a:pt x="15" y="36"/>
                      <a:pt x="10" y="30"/>
                      <a:pt x="6" y="24"/>
                    </a:cubicBezTo>
                    <a:cubicBezTo>
                      <a:pt x="5" y="23"/>
                      <a:pt x="4" y="23"/>
                      <a:pt x="4" y="23"/>
                    </a:cubicBezTo>
                    <a:cubicBezTo>
                      <a:pt x="0" y="17"/>
                      <a:pt x="1" y="9"/>
                      <a:pt x="7" y="4"/>
                    </a:cubicBezTo>
                    <a:cubicBezTo>
                      <a:pt x="13" y="0"/>
                      <a:pt x="21" y="2"/>
                      <a:pt x="25" y="7"/>
                    </a:cubicBezTo>
                    <a:cubicBezTo>
                      <a:pt x="30" y="14"/>
                      <a:pt x="35" y="21"/>
                      <a:pt x="40" y="28"/>
                    </a:cubicBezTo>
                    <a:cubicBezTo>
                      <a:pt x="45" y="34"/>
                      <a:pt x="49" y="38"/>
                      <a:pt x="53" y="43"/>
                    </a:cubicBezTo>
                    <a:cubicBezTo>
                      <a:pt x="58" y="48"/>
                      <a:pt x="63" y="53"/>
                      <a:pt x="67" y="58"/>
                    </a:cubicBezTo>
                    <a:cubicBezTo>
                      <a:pt x="75" y="66"/>
                      <a:pt x="84" y="74"/>
                      <a:pt x="92" y="83"/>
                    </a:cubicBezTo>
                    <a:cubicBezTo>
                      <a:pt x="110" y="102"/>
                      <a:pt x="128" y="122"/>
                      <a:pt x="145" y="143"/>
                    </a:cubicBezTo>
                    <a:cubicBezTo>
                      <a:pt x="151" y="152"/>
                      <a:pt x="158" y="161"/>
                      <a:pt x="163" y="169"/>
                    </a:cubicBezTo>
                    <a:cubicBezTo>
                      <a:pt x="167" y="175"/>
                      <a:pt x="166" y="182"/>
                      <a:pt x="161" y="186"/>
                    </a:cubicBezTo>
                    <a:cubicBezTo>
                      <a:pt x="159" y="187"/>
                      <a:pt x="157" y="187"/>
                      <a:pt x="154" y="187"/>
                    </a:cubicBezTo>
                    <a:cubicBezTo>
                      <a:pt x="151" y="187"/>
                      <a:pt x="147" y="186"/>
                      <a:pt x="145" y="18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" name="Google Shape;661;p7"/>
              <p:cNvSpPr/>
              <p:nvPr/>
            </p:nvSpPr>
            <p:spPr>
              <a:xfrm>
                <a:off x="180000" y="840600"/>
                <a:ext cx="60480" cy="72720"/>
              </a:xfrm>
              <a:custGeom>
                <a:avLst/>
                <a:gdLst/>
                <a:ahLst/>
                <a:cxnLst/>
                <a:rect l="l" t="t" r="r" b="b"/>
                <a:pathLst>
                  <a:path w="168" h="202" extrusionOk="0">
                    <a:moveTo>
                      <a:pt x="6" y="199"/>
                    </a:moveTo>
                    <a:cubicBezTo>
                      <a:pt x="1" y="194"/>
                      <a:pt x="0" y="187"/>
                      <a:pt x="4" y="182"/>
                    </a:cubicBezTo>
                    <a:cubicBezTo>
                      <a:pt x="19" y="165"/>
                      <a:pt x="34" y="147"/>
                      <a:pt x="49" y="129"/>
                    </a:cubicBezTo>
                    <a:cubicBezTo>
                      <a:pt x="62" y="113"/>
                      <a:pt x="75" y="96"/>
                      <a:pt x="87" y="79"/>
                    </a:cubicBezTo>
                    <a:cubicBezTo>
                      <a:pt x="88" y="78"/>
                      <a:pt x="88" y="78"/>
                      <a:pt x="88" y="78"/>
                    </a:cubicBezTo>
                    <a:cubicBezTo>
                      <a:pt x="97" y="65"/>
                      <a:pt x="105" y="52"/>
                      <a:pt x="115" y="40"/>
                    </a:cubicBezTo>
                    <a:cubicBezTo>
                      <a:pt x="123" y="27"/>
                      <a:pt x="133" y="14"/>
                      <a:pt x="144" y="5"/>
                    </a:cubicBezTo>
                    <a:cubicBezTo>
                      <a:pt x="150" y="0"/>
                      <a:pt x="158" y="0"/>
                      <a:pt x="162" y="5"/>
                    </a:cubicBezTo>
                    <a:cubicBezTo>
                      <a:pt x="167" y="9"/>
                      <a:pt x="167" y="18"/>
                      <a:pt x="162" y="23"/>
                    </a:cubicBezTo>
                    <a:cubicBezTo>
                      <a:pt x="157" y="27"/>
                      <a:pt x="151" y="32"/>
                      <a:pt x="146" y="37"/>
                    </a:cubicBezTo>
                    <a:cubicBezTo>
                      <a:pt x="130" y="56"/>
                      <a:pt x="117" y="77"/>
                      <a:pt x="102" y="97"/>
                    </a:cubicBezTo>
                    <a:cubicBezTo>
                      <a:pt x="87" y="117"/>
                      <a:pt x="71" y="137"/>
                      <a:pt x="55" y="157"/>
                    </a:cubicBezTo>
                    <a:cubicBezTo>
                      <a:pt x="44" y="170"/>
                      <a:pt x="32" y="183"/>
                      <a:pt x="21" y="197"/>
                    </a:cubicBezTo>
                    <a:cubicBezTo>
                      <a:pt x="19" y="200"/>
                      <a:pt x="16" y="201"/>
                      <a:pt x="13" y="201"/>
                    </a:cubicBezTo>
                    <a:cubicBezTo>
                      <a:pt x="10" y="201"/>
                      <a:pt x="7" y="200"/>
                      <a:pt x="6" y="1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" name="Google Shape;662;p7"/>
              <p:cNvSpPr/>
              <p:nvPr/>
            </p:nvSpPr>
            <p:spPr>
              <a:xfrm>
                <a:off x="261360" y="866880"/>
                <a:ext cx="3348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93" h="35" extrusionOk="0">
                    <a:moveTo>
                      <a:pt x="80" y="34"/>
                    </a:moveTo>
                    <a:cubicBezTo>
                      <a:pt x="69" y="32"/>
                      <a:pt x="57" y="31"/>
                      <a:pt x="45" y="30"/>
                    </a:cubicBezTo>
                    <a:cubicBezTo>
                      <a:pt x="40" y="29"/>
                      <a:pt x="35" y="29"/>
                      <a:pt x="31" y="28"/>
                    </a:cubicBezTo>
                    <a:cubicBezTo>
                      <a:pt x="24" y="28"/>
                      <a:pt x="17" y="28"/>
                      <a:pt x="10" y="25"/>
                    </a:cubicBezTo>
                    <a:cubicBezTo>
                      <a:pt x="6" y="24"/>
                      <a:pt x="2" y="20"/>
                      <a:pt x="1" y="15"/>
                    </a:cubicBezTo>
                    <a:cubicBezTo>
                      <a:pt x="0" y="10"/>
                      <a:pt x="4" y="4"/>
                      <a:pt x="9" y="2"/>
                    </a:cubicBezTo>
                    <a:cubicBezTo>
                      <a:pt x="12" y="1"/>
                      <a:pt x="14" y="1"/>
                      <a:pt x="17" y="1"/>
                    </a:cubicBezTo>
                    <a:cubicBezTo>
                      <a:pt x="19" y="1"/>
                      <a:pt x="20" y="1"/>
                      <a:pt x="22" y="1"/>
                    </a:cubicBezTo>
                    <a:cubicBezTo>
                      <a:pt x="25" y="1"/>
                      <a:pt x="28" y="0"/>
                      <a:pt x="32" y="0"/>
                    </a:cubicBezTo>
                    <a:cubicBezTo>
                      <a:pt x="36" y="0"/>
                      <a:pt x="40" y="3"/>
                      <a:pt x="42" y="6"/>
                    </a:cubicBezTo>
                    <a:cubicBezTo>
                      <a:pt x="44" y="6"/>
                      <a:pt x="46" y="6"/>
                      <a:pt x="48" y="7"/>
                    </a:cubicBezTo>
                    <a:cubicBezTo>
                      <a:pt x="57" y="7"/>
                      <a:pt x="66" y="8"/>
                      <a:pt x="76" y="10"/>
                    </a:cubicBezTo>
                    <a:cubicBezTo>
                      <a:pt x="77" y="10"/>
                      <a:pt x="79" y="10"/>
                      <a:pt x="80" y="10"/>
                    </a:cubicBezTo>
                    <a:cubicBezTo>
                      <a:pt x="87" y="10"/>
                      <a:pt x="92" y="15"/>
                      <a:pt x="92" y="22"/>
                    </a:cubicBezTo>
                    <a:cubicBezTo>
                      <a:pt x="92" y="28"/>
                      <a:pt x="87" y="34"/>
                      <a:pt x="81" y="34"/>
                    </a:cubicBezTo>
                    <a:cubicBezTo>
                      <a:pt x="80" y="34"/>
                      <a:pt x="80" y="34"/>
                      <a:pt x="80" y="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" name="Google Shape;663;p7"/>
              <p:cNvSpPr/>
              <p:nvPr/>
            </p:nvSpPr>
            <p:spPr>
              <a:xfrm>
                <a:off x="260640" y="876960"/>
                <a:ext cx="52560" cy="18000"/>
              </a:xfrm>
              <a:custGeom>
                <a:avLst/>
                <a:gdLst/>
                <a:ahLst/>
                <a:cxnLst/>
                <a:rect l="l" t="t" r="r" b="b"/>
                <a:pathLst>
                  <a:path w="146" h="50" extrusionOk="0">
                    <a:moveTo>
                      <a:pt x="16" y="49"/>
                    </a:moveTo>
                    <a:cubicBezTo>
                      <a:pt x="12" y="48"/>
                      <a:pt x="8" y="46"/>
                      <a:pt x="4" y="43"/>
                    </a:cubicBezTo>
                    <a:cubicBezTo>
                      <a:pt x="1" y="40"/>
                      <a:pt x="0" y="35"/>
                      <a:pt x="1" y="31"/>
                    </a:cubicBezTo>
                    <a:cubicBezTo>
                      <a:pt x="2" y="29"/>
                      <a:pt x="2" y="27"/>
                      <a:pt x="4" y="25"/>
                    </a:cubicBezTo>
                    <a:cubicBezTo>
                      <a:pt x="5" y="24"/>
                      <a:pt x="7" y="22"/>
                      <a:pt x="8" y="21"/>
                    </a:cubicBezTo>
                    <a:cubicBezTo>
                      <a:pt x="14" y="17"/>
                      <a:pt x="21" y="19"/>
                      <a:pt x="25" y="24"/>
                    </a:cubicBezTo>
                    <a:lnTo>
                      <a:pt x="26" y="25"/>
                    </a:lnTo>
                    <a:cubicBezTo>
                      <a:pt x="27" y="25"/>
                      <a:pt x="28" y="24"/>
                      <a:pt x="29" y="24"/>
                    </a:cubicBezTo>
                    <a:cubicBezTo>
                      <a:pt x="29" y="24"/>
                      <a:pt x="28" y="24"/>
                      <a:pt x="28" y="25"/>
                    </a:cubicBezTo>
                    <a:cubicBezTo>
                      <a:pt x="38" y="24"/>
                      <a:pt x="49" y="22"/>
                      <a:pt x="60" y="20"/>
                    </a:cubicBezTo>
                    <a:cubicBezTo>
                      <a:pt x="65" y="19"/>
                      <a:pt x="71" y="18"/>
                      <a:pt x="76" y="17"/>
                    </a:cubicBezTo>
                    <a:cubicBezTo>
                      <a:pt x="82" y="15"/>
                      <a:pt x="88" y="13"/>
                      <a:pt x="93" y="12"/>
                    </a:cubicBezTo>
                    <a:cubicBezTo>
                      <a:pt x="106" y="8"/>
                      <a:pt x="117" y="5"/>
                      <a:pt x="130" y="1"/>
                    </a:cubicBezTo>
                    <a:cubicBezTo>
                      <a:pt x="135" y="0"/>
                      <a:pt x="141" y="4"/>
                      <a:pt x="143" y="10"/>
                    </a:cubicBezTo>
                    <a:cubicBezTo>
                      <a:pt x="145" y="15"/>
                      <a:pt x="141" y="21"/>
                      <a:pt x="135" y="23"/>
                    </a:cubicBezTo>
                    <a:cubicBezTo>
                      <a:pt x="125" y="26"/>
                      <a:pt x="114" y="29"/>
                      <a:pt x="104" y="32"/>
                    </a:cubicBezTo>
                    <a:cubicBezTo>
                      <a:pt x="97" y="35"/>
                      <a:pt x="89" y="37"/>
                      <a:pt x="82" y="39"/>
                    </a:cubicBezTo>
                    <a:cubicBezTo>
                      <a:pt x="72" y="41"/>
                      <a:pt x="63" y="43"/>
                      <a:pt x="54" y="45"/>
                    </a:cubicBezTo>
                    <a:cubicBezTo>
                      <a:pt x="47" y="46"/>
                      <a:pt x="40" y="47"/>
                      <a:pt x="33" y="48"/>
                    </a:cubicBezTo>
                    <a:cubicBezTo>
                      <a:pt x="29" y="49"/>
                      <a:pt x="26" y="49"/>
                      <a:pt x="23" y="49"/>
                    </a:cubicBezTo>
                    <a:cubicBezTo>
                      <a:pt x="21" y="49"/>
                      <a:pt x="19" y="49"/>
                      <a:pt x="16" y="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" name="Google Shape;664;p7"/>
              <p:cNvSpPr/>
              <p:nvPr/>
            </p:nvSpPr>
            <p:spPr>
              <a:xfrm>
                <a:off x="330480" y="833760"/>
                <a:ext cx="70200" cy="68400"/>
              </a:xfrm>
              <a:custGeom>
                <a:avLst/>
                <a:gdLst/>
                <a:ahLst/>
                <a:cxnLst/>
                <a:rect l="l" t="t" r="r" b="b"/>
                <a:pathLst>
                  <a:path w="195" h="190" extrusionOk="0">
                    <a:moveTo>
                      <a:pt x="53" y="166"/>
                    </a:moveTo>
                    <a:cubicBezTo>
                      <a:pt x="55" y="166"/>
                      <a:pt x="56" y="166"/>
                      <a:pt x="58" y="165"/>
                    </a:cubicBezTo>
                    <a:cubicBezTo>
                      <a:pt x="60" y="165"/>
                      <a:pt x="62" y="165"/>
                      <a:pt x="64" y="163"/>
                    </a:cubicBezTo>
                    <a:cubicBezTo>
                      <a:pt x="67" y="163"/>
                      <a:pt x="70" y="162"/>
                      <a:pt x="72" y="160"/>
                    </a:cubicBezTo>
                    <a:cubicBezTo>
                      <a:pt x="71" y="161"/>
                      <a:pt x="71" y="161"/>
                      <a:pt x="70" y="161"/>
                    </a:cubicBezTo>
                    <a:cubicBezTo>
                      <a:pt x="75" y="159"/>
                      <a:pt x="79" y="157"/>
                      <a:pt x="83" y="155"/>
                    </a:cubicBezTo>
                    <a:cubicBezTo>
                      <a:pt x="89" y="150"/>
                      <a:pt x="96" y="145"/>
                      <a:pt x="102" y="140"/>
                    </a:cubicBezTo>
                    <a:cubicBezTo>
                      <a:pt x="111" y="132"/>
                      <a:pt x="121" y="123"/>
                      <a:pt x="130" y="114"/>
                    </a:cubicBezTo>
                    <a:lnTo>
                      <a:pt x="129" y="114"/>
                    </a:lnTo>
                    <a:cubicBezTo>
                      <a:pt x="138" y="105"/>
                      <a:pt x="145" y="95"/>
                      <a:pt x="152" y="85"/>
                    </a:cubicBezTo>
                    <a:cubicBezTo>
                      <a:pt x="156" y="78"/>
                      <a:pt x="161" y="71"/>
                      <a:pt x="165" y="64"/>
                    </a:cubicBezTo>
                    <a:cubicBezTo>
                      <a:pt x="166" y="60"/>
                      <a:pt x="168" y="57"/>
                      <a:pt x="169" y="54"/>
                    </a:cubicBezTo>
                    <a:cubicBezTo>
                      <a:pt x="170" y="52"/>
                      <a:pt x="170" y="51"/>
                      <a:pt x="170" y="49"/>
                    </a:cubicBezTo>
                    <a:cubicBezTo>
                      <a:pt x="171" y="48"/>
                      <a:pt x="171" y="46"/>
                      <a:pt x="171" y="45"/>
                    </a:cubicBezTo>
                    <a:cubicBezTo>
                      <a:pt x="171" y="44"/>
                      <a:pt x="171" y="43"/>
                      <a:pt x="171" y="43"/>
                    </a:cubicBezTo>
                    <a:cubicBezTo>
                      <a:pt x="171" y="42"/>
                      <a:pt x="171" y="42"/>
                      <a:pt x="171" y="40"/>
                    </a:cubicBezTo>
                    <a:lnTo>
                      <a:pt x="171" y="41"/>
                    </a:lnTo>
                    <a:lnTo>
                      <a:pt x="171" y="40"/>
                    </a:lnTo>
                    <a:cubicBezTo>
                      <a:pt x="171" y="40"/>
                      <a:pt x="170" y="40"/>
                      <a:pt x="170" y="39"/>
                    </a:cubicBezTo>
                    <a:cubicBezTo>
                      <a:pt x="170" y="40"/>
                      <a:pt x="171" y="40"/>
                      <a:pt x="171" y="40"/>
                    </a:cubicBezTo>
                    <a:cubicBezTo>
                      <a:pt x="171" y="41"/>
                      <a:pt x="171" y="41"/>
                      <a:pt x="171" y="42"/>
                    </a:cubicBezTo>
                    <a:cubicBezTo>
                      <a:pt x="171" y="40"/>
                      <a:pt x="170" y="40"/>
                      <a:pt x="170" y="39"/>
                    </a:cubicBezTo>
                    <a:lnTo>
                      <a:pt x="170" y="38"/>
                    </a:lnTo>
                    <a:cubicBezTo>
                      <a:pt x="169" y="37"/>
                      <a:pt x="169" y="36"/>
                      <a:pt x="169" y="36"/>
                    </a:cubicBezTo>
                    <a:cubicBezTo>
                      <a:pt x="169" y="35"/>
                      <a:pt x="168" y="35"/>
                      <a:pt x="168" y="35"/>
                    </a:cubicBezTo>
                    <a:cubicBezTo>
                      <a:pt x="167" y="34"/>
                      <a:pt x="167" y="33"/>
                      <a:pt x="166" y="33"/>
                    </a:cubicBezTo>
                    <a:cubicBezTo>
                      <a:pt x="165" y="31"/>
                      <a:pt x="163" y="30"/>
                      <a:pt x="161" y="29"/>
                    </a:cubicBezTo>
                    <a:cubicBezTo>
                      <a:pt x="160" y="28"/>
                      <a:pt x="159" y="27"/>
                      <a:pt x="158" y="26"/>
                    </a:cubicBezTo>
                    <a:cubicBezTo>
                      <a:pt x="155" y="25"/>
                      <a:pt x="153" y="25"/>
                      <a:pt x="151" y="24"/>
                    </a:cubicBezTo>
                    <a:cubicBezTo>
                      <a:pt x="151" y="24"/>
                      <a:pt x="149" y="23"/>
                      <a:pt x="148" y="23"/>
                    </a:cubicBezTo>
                    <a:cubicBezTo>
                      <a:pt x="148" y="23"/>
                      <a:pt x="147" y="22"/>
                      <a:pt x="146" y="22"/>
                    </a:cubicBezTo>
                    <a:cubicBezTo>
                      <a:pt x="145" y="22"/>
                      <a:pt x="144" y="22"/>
                      <a:pt x="142" y="22"/>
                    </a:cubicBezTo>
                    <a:cubicBezTo>
                      <a:pt x="139" y="23"/>
                      <a:pt x="136" y="23"/>
                      <a:pt x="133" y="24"/>
                    </a:cubicBezTo>
                    <a:cubicBezTo>
                      <a:pt x="131" y="24"/>
                      <a:pt x="128" y="25"/>
                      <a:pt x="126" y="25"/>
                    </a:cubicBezTo>
                    <a:cubicBezTo>
                      <a:pt x="123" y="26"/>
                      <a:pt x="120" y="28"/>
                      <a:pt x="117" y="29"/>
                    </a:cubicBezTo>
                    <a:cubicBezTo>
                      <a:pt x="113" y="31"/>
                      <a:pt x="109" y="33"/>
                      <a:pt x="105" y="36"/>
                    </a:cubicBezTo>
                    <a:cubicBezTo>
                      <a:pt x="102" y="38"/>
                      <a:pt x="98" y="40"/>
                      <a:pt x="95" y="43"/>
                    </a:cubicBezTo>
                    <a:cubicBezTo>
                      <a:pt x="93" y="45"/>
                      <a:pt x="91" y="47"/>
                      <a:pt x="89" y="49"/>
                    </a:cubicBezTo>
                    <a:cubicBezTo>
                      <a:pt x="86" y="52"/>
                      <a:pt x="84" y="54"/>
                      <a:pt x="82" y="58"/>
                    </a:cubicBezTo>
                    <a:cubicBezTo>
                      <a:pt x="80" y="60"/>
                      <a:pt x="78" y="63"/>
                      <a:pt x="77" y="67"/>
                    </a:cubicBezTo>
                    <a:cubicBezTo>
                      <a:pt x="70" y="78"/>
                      <a:pt x="65" y="91"/>
                      <a:pt x="61" y="104"/>
                    </a:cubicBezTo>
                    <a:cubicBezTo>
                      <a:pt x="60" y="105"/>
                      <a:pt x="60" y="106"/>
                      <a:pt x="60" y="108"/>
                    </a:cubicBezTo>
                    <a:cubicBezTo>
                      <a:pt x="57" y="113"/>
                      <a:pt x="50" y="116"/>
                      <a:pt x="45" y="113"/>
                    </a:cubicBezTo>
                    <a:cubicBezTo>
                      <a:pt x="42" y="112"/>
                      <a:pt x="40" y="110"/>
                      <a:pt x="39" y="107"/>
                    </a:cubicBezTo>
                    <a:cubicBezTo>
                      <a:pt x="38" y="105"/>
                      <a:pt x="38" y="102"/>
                      <a:pt x="39" y="99"/>
                    </a:cubicBezTo>
                    <a:cubicBezTo>
                      <a:pt x="39" y="99"/>
                      <a:pt x="39" y="98"/>
                      <a:pt x="40" y="98"/>
                    </a:cubicBezTo>
                    <a:cubicBezTo>
                      <a:pt x="43" y="88"/>
                      <a:pt x="47" y="78"/>
                      <a:pt x="51" y="68"/>
                    </a:cubicBezTo>
                    <a:cubicBezTo>
                      <a:pt x="54" y="61"/>
                      <a:pt x="57" y="55"/>
                      <a:pt x="61" y="49"/>
                    </a:cubicBezTo>
                    <a:lnTo>
                      <a:pt x="60" y="49"/>
                    </a:lnTo>
                    <a:cubicBezTo>
                      <a:pt x="58" y="51"/>
                      <a:pt x="56" y="53"/>
                      <a:pt x="54" y="54"/>
                    </a:cubicBezTo>
                    <a:cubicBezTo>
                      <a:pt x="54" y="54"/>
                      <a:pt x="55" y="54"/>
                      <a:pt x="56" y="54"/>
                    </a:cubicBezTo>
                    <a:cubicBezTo>
                      <a:pt x="53" y="56"/>
                      <a:pt x="51" y="57"/>
                      <a:pt x="49" y="60"/>
                    </a:cubicBezTo>
                    <a:cubicBezTo>
                      <a:pt x="46" y="63"/>
                      <a:pt x="43" y="67"/>
                      <a:pt x="40" y="70"/>
                    </a:cubicBezTo>
                    <a:cubicBezTo>
                      <a:pt x="38" y="74"/>
                      <a:pt x="36" y="77"/>
                      <a:pt x="34" y="81"/>
                    </a:cubicBezTo>
                    <a:cubicBezTo>
                      <a:pt x="32" y="85"/>
                      <a:pt x="30" y="89"/>
                      <a:pt x="28" y="94"/>
                    </a:cubicBezTo>
                    <a:cubicBezTo>
                      <a:pt x="27" y="97"/>
                      <a:pt x="26" y="100"/>
                      <a:pt x="26" y="103"/>
                    </a:cubicBezTo>
                    <a:cubicBezTo>
                      <a:pt x="25" y="107"/>
                      <a:pt x="24" y="112"/>
                      <a:pt x="24" y="117"/>
                    </a:cubicBezTo>
                    <a:cubicBezTo>
                      <a:pt x="24" y="122"/>
                      <a:pt x="24" y="127"/>
                      <a:pt x="24" y="132"/>
                    </a:cubicBezTo>
                    <a:cubicBezTo>
                      <a:pt x="24" y="134"/>
                      <a:pt x="24" y="136"/>
                      <a:pt x="24" y="138"/>
                    </a:cubicBezTo>
                    <a:cubicBezTo>
                      <a:pt x="25" y="139"/>
                      <a:pt x="25" y="141"/>
                      <a:pt x="25" y="142"/>
                    </a:cubicBezTo>
                    <a:lnTo>
                      <a:pt x="26" y="143"/>
                    </a:lnTo>
                    <a:cubicBezTo>
                      <a:pt x="26" y="143"/>
                      <a:pt x="26" y="142"/>
                      <a:pt x="25" y="142"/>
                    </a:cubicBezTo>
                    <a:cubicBezTo>
                      <a:pt x="26" y="144"/>
                      <a:pt x="27" y="146"/>
                      <a:pt x="28" y="148"/>
                    </a:cubicBezTo>
                    <a:cubicBezTo>
                      <a:pt x="28" y="149"/>
                      <a:pt x="29" y="150"/>
                      <a:pt x="30" y="152"/>
                    </a:cubicBezTo>
                    <a:cubicBezTo>
                      <a:pt x="30" y="153"/>
                      <a:pt x="32" y="154"/>
                      <a:pt x="32" y="155"/>
                    </a:cubicBezTo>
                    <a:cubicBezTo>
                      <a:pt x="33" y="156"/>
                      <a:pt x="34" y="157"/>
                      <a:pt x="35" y="158"/>
                    </a:cubicBezTo>
                    <a:cubicBezTo>
                      <a:pt x="36" y="159"/>
                      <a:pt x="37" y="159"/>
                      <a:pt x="38" y="160"/>
                    </a:cubicBezTo>
                    <a:cubicBezTo>
                      <a:pt x="40" y="162"/>
                      <a:pt x="42" y="163"/>
                      <a:pt x="44" y="164"/>
                    </a:cubicBezTo>
                    <a:cubicBezTo>
                      <a:pt x="44" y="164"/>
                      <a:pt x="45" y="164"/>
                      <a:pt x="45" y="165"/>
                    </a:cubicBezTo>
                    <a:cubicBezTo>
                      <a:pt x="47" y="165"/>
                      <a:pt x="48" y="165"/>
                      <a:pt x="50" y="166"/>
                    </a:cubicBezTo>
                    <a:lnTo>
                      <a:pt x="51" y="166"/>
                    </a:lnTo>
                    <a:cubicBezTo>
                      <a:pt x="52" y="166"/>
                      <a:pt x="53" y="166"/>
                      <a:pt x="53" y="166"/>
                    </a:cubicBezTo>
                    <a:moveTo>
                      <a:pt x="37" y="186"/>
                    </a:moveTo>
                    <a:cubicBezTo>
                      <a:pt x="30" y="184"/>
                      <a:pt x="25" y="180"/>
                      <a:pt x="19" y="175"/>
                    </a:cubicBezTo>
                    <a:cubicBezTo>
                      <a:pt x="10" y="167"/>
                      <a:pt x="5" y="155"/>
                      <a:pt x="2" y="143"/>
                    </a:cubicBezTo>
                    <a:cubicBezTo>
                      <a:pt x="1" y="137"/>
                      <a:pt x="1" y="130"/>
                      <a:pt x="0" y="123"/>
                    </a:cubicBezTo>
                    <a:cubicBezTo>
                      <a:pt x="0" y="116"/>
                      <a:pt x="1" y="108"/>
                      <a:pt x="3" y="101"/>
                    </a:cubicBezTo>
                    <a:cubicBezTo>
                      <a:pt x="5" y="87"/>
                      <a:pt x="10" y="74"/>
                      <a:pt x="17" y="62"/>
                    </a:cubicBezTo>
                    <a:cubicBezTo>
                      <a:pt x="21" y="56"/>
                      <a:pt x="25" y="50"/>
                      <a:pt x="30" y="44"/>
                    </a:cubicBezTo>
                    <a:cubicBezTo>
                      <a:pt x="35" y="38"/>
                      <a:pt x="40" y="34"/>
                      <a:pt x="46" y="29"/>
                    </a:cubicBezTo>
                    <a:cubicBezTo>
                      <a:pt x="51" y="25"/>
                      <a:pt x="59" y="26"/>
                      <a:pt x="63" y="32"/>
                    </a:cubicBezTo>
                    <a:cubicBezTo>
                      <a:pt x="65" y="35"/>
                      <a:pt x="66" y="40"/>
                      <a:pt x="65" y="43"/>
                    </a:cubicBezTo>
                    <a:cubicBezTo>
                      <a:pt x="69" y="38"/>
                      <a:pt x="73" y="33"/>
                      <a:pt x="78" y="28"/>
                    </a:cubicBezTo>
                    <a:cubicBezTo>
                      <a:pt x="84" y="23"/>
                      <a:pt x="90" y="19"/>
                      <a:pt x="96" y="15"/>
                    </a:cubicBezTo>
                    <a:cubicBezTo>
                      <a:pt x="104" y="10"/>
                      <a:pt x="111" y="6"/>
                      <a:pt x="120" y="4"/>
                    </a:cubicBezTo>
                    <a:cubicBezTo>
                      <a:pt x="127" y="1"/>
                      <a:pt x="135" y="0"/>
                      <a:pt x="143" y="0"/>
                    </a:cubicBezTo>
                    <a:cubicBezTo>
                      <a:pt x="147" y="0"/>
                      <a:pt x="151" y="0"/>
                      <a:pt x="154" y="1"/>
                    </a:cubicBezTo>
                    <a:cubicBezTo>
                      <a:pt x="159" y="2"/>
                      <a:pt x="163" y="4"/>
                      <a:pt x="167" y="6"/>
                    </a:cubicBezTo>
                    <a:cubicBezTo>
                      <a:pt x="174" y="9"/>
                      <a:pt x="180" y="14"/>
                      <a:pt x="184" y="19"/>
                    </a:cubicBezTo>
                    <a:cubicBezTo>
                      <a:pt x="190" y="25"/>
                      <a:pt x="192" y="32"/>
                      <a:pt x="193" y="39"/>
                    </a:cubicBezTo>
                    <a:cubicBezTo>
                      <a:pt x="194" y="42"/>
                      <a:pt x="194" y="46"/>
                      <a:pt x="193" y="49"/>
                    </a:cubicBezTo>
                    <a:cubicBezTo>
                      <a:pt x="192" y="53"/>
                      <a:pt x="191" y="57"/>
                      <a:pt x="190" y="60"/>
                    </a:cubicBezTo>
                    <a:cubicBezTo>
                      <a:pt x="187" y="67"/>
                      <a:pt x="184" y="75"/>
                      <a:pt x="180" y="82"/>
                    </a:cubicBezTo>
                    <a:cubicBezTo>
                      <a:pt x="176" y="87"/>
                      <a:pt x="173" y="92"/>
                      <a:pt x="169" y="98"/>
                    </a:cubicBezTo>
                    <a:cubicBezTo>
                      <a:pt x="165" y="103"/>
                      <a:pt x="161" y="109"/>
                      <a:pt x="157" y="115"/>
                    </a:cubicBezTo>
                    <a:cubicBezTo>
                      <a:pt x="148" y="127"/>
                      <a:pt x="138" y="138"/>
                      <a:pt x="127" y="148"/>
                    </a:cubicBezTo>
                    <a:cubicBezTo>
                      <a:pt x="117" y="158"/>
                      <a:pt x="105" y="167"/>
                      <a:pt x="93" y="175"/>
                    </a:cubicBezTo>
                    <a:cubicBezTo>
                      <a:pt x="82" y="183"/>
                      <a:pt x="68" y="189"/>
                      <a:pt x="54" y="189"/>
                    </a:cubicBezTo>
                    <a:lnTo>
                      <a:pt x="53" y="189"/>
                    </a:lnTo>
                    <a:cubicBezTo>
                      <a:pt x="47" y="189"/>
                      <a:pt x="42" y="188"/>
                      <a:pt x="37" y="1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" name="Google Shape;665;p7"/>
              <p:cNvSpPr/>
              <p:nvPr/>
            </p:nvSpPr>
            <p:spPr>
              <a:xfrm>
                <a:off x="387000" y="889560"/>
                <a:ext cx="21240" cy="44640"/>
              </a:xfrm>
              <a:custGeom>
                <a:avLst/>
                <a:gdLst/>
                <a:ahLst/>
                <a:cxnLst/>
                <a:rect l="l" t="t" r="r" b="b"/>
                <a:pathLst>
                  <a:path w="59" h="124" extrusionOk="0">
                    <a:moveTo>
                      <a:pt x="8" y="121"/>
                    </a:moveTo>
                    <a:cubicBezTo>
                      <a:pt x="2" y="119"/>
                      <a:pt x="0" y="111"/>
                      <a:pt x="3" y="106"/>
                    </a:cubicBezTo>
                    <a:cubicBezTo>
                      <a:pt x="7" y="100"/>
                      <a:pt x="10" y="94"/>
                      <a:pt x="13" y="88"/>
                    </a:cubicBezTo>
                    <a:cubicBezTo>
                      <a:pt x="16" y="82"/>
                      <a:pt x="19" y="75"/>
                      <a:pt x="21" y="69"/>
                    </a:cubicBezTo>
                    <a:cubicBezTo>
                      <a:pt x="24" y="64"/>
                      <a:pt x="25" y="58"/>
                      <a:pt x="26" y="53"/>
                    </a:cubicBezTo>
                    <a:cubicBezTo>
                      <a:pt x="28" y="42"/>
                      <a:pt x="31" y="30"/>
                      <a:pt x="32" y="18"/>
                    </a:cubicBezTo>
                    <a:cubicBezTo>
                      <a:pt x="33" y="16"/>
                      <a:pt x="33" y="14"/>
                      <a:pt x="33" y="12"/>
                    </a:cubicBezTo>
                    <a:cubicBezTo>
                      <a:pt x="33" y="6"/>
                      <a:pt x="38" y="0"/>
                      <a:pt x="45" y="0"/>
                    </a:cubicBezTo>
                    <a:cubicBezTo>
                      <a:pt x="52" y="0"/>
                      <a:pt x="58" y="6"/>
                      <a:pt x="58" y="13"/>
                    </a:cubicBezTo>
                    <a:cubicBezTo>
                      <a:pt x="57" y="21"/>
                      <a:pt x="56" y="28"/>
                      <a:pt x="54" y="35"/>
                    </a:cubicBezTo>
                    <a:cubicBezTo>
                      <a:pt x="53" y="43"/>
                      <a:pt x="51" y="51"/>
                      <a:pt x="49" y="58"/>
                    </a:cubicBezTo>
                    <a:cubicBezTo>
                      <a:pt x="44" y="80"/>
                      <a:pt x="35" y="99"/>
                      <a:pt x="23" y="117"/>
                    </a:cubicBezTo>
                    <a:cubicBezTo>
                      <a:pt x="21" y="121"/>
                      <a:pt x="17" y="123"/>
                      <a:pt x="13" y="123"/>
                    </a:cubicBezTo>
                    <a:cubicBezTo>
                      <a:pt x="11" y="123"/>
                      <a:pt x="9" y="123"/>
                      <a:pt x="8" y="1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" name="Google Shape;666;p7"/>
              <p:cNvSpPr/>
              <p:nvPr/>
            </p:nvSpPr>
            <p:spPr>
              <a:xfrm>
                <a:off x="461520" y="828000"/>
                <a:ext cx="58680" cy="135720"/>
              </a:xfrm>
              <a:custGeom>
                <a:avLst/>
                <a:gdLst/>
                <a:ahLst/>
                <a:cxnLst/>
                <a:rect l="l" t="t" r="r" b="b"/>
                <a:pathLst>
                  <a:path w="163" h="377" extrusionOk="0">
                    <a:moveTo>
                      <a:pt x="59" y="352"/>
                    </a:moveTo>
                    <a:lnTo>
                      <a:pt x="60" y="352"/>
                    </a:lnTo>
                    <a:cubicBezTo>
                      <a:pt x="60" y="351"/>
                      <a:pt x="61" y="351"/>
                      <a:pt x="61" y="351"/>
                    </a:cubicBezTo>
                    <a:lnTo>
                      <a:pt x="60" y="351"/>
                    </a:lnTo>
                    <a:lnTo>
                      <a:pt x="61" y="351"/>
                    </a:lnTo>
                    <a:cubicBezTo>
                      <a:pt x="61" y="351"/>
                      <a:pt x="62" y="350"/>
                      <a:pt x="63" y="349"/>
                    </a:cubicBezTo>
                    <a:cubicBezTo>
                      <a:pt x="62" y="350"/>
                      <a:pt x="62" y="350"/>
                      <a:pt x="61" y="350"/>
                    </a:cubicBezTo>
                    <a:lnTo>
                      <a:pt x="62" y="350"/>
                    </a:lnTo>
                    <a:cubicBezTo>
                      <a:pt x="62" y="350"/>
                      <a:pt x="63" y="349"/>
                      <a:pt x="63" y="348"/>
                    </a:cubicBezTo>
                    <a:cubicBezTo>
                      <a:pt x="64" y="345"/>
                      <a:pt x="66" y="342"/>
                      <a:pt x="67" y="338"/>
                    </a:cubicBezTo>
                    <a:cubicBezTo>
                      <a:pt x="72" y="322"/>
                      <a:pt x="76" y="305"/>
                      <a:pt x="80" y="289"/>
                    </a:cubicBezTo>
                    <a:cubicBezTo>
                      <a:pt x="82" y="277"/>
                      <a:pt x="85" y="266"/>
                      <a:pt x="87" y="255"/>
                    </a:cubicBezTo>
                    <a:cubicBezTo>
                      <a:pt x="87" y="248"/>
                      <a:pt x="88" y="241"/>
                      <a:pt x="89" y="233"/>
                    </a:cubicBezTo>
                    <a:cubicBezTo>
                      <a:pt x="84" y="237"/>
                      <a:pt x="80" y="241"/>
                      <a:pt x="75" y="245"/>
                    </a:cubicBezTo>
                    <a:cubicBezTo>
                      <a:pt x="66" y="252"/>
                      <a:pt x="58" y="259"/>
                      <a:pt x="50" y="267"/>
                    </a:cubicBezTo>
                    <a:cubicBezTo>
                      <a:pt x="47" y="270"/>
                      <a:pt x="44" y="274"/>
                      <a:pt x="41" y="278"/>
                    </a:cubicBezTo>
                    <a:cubicBezTo>
                      <a:pt x="38" y="283"/>
                      <a:pt x="35" y="288"/>
                      <a:pt x="32" y="294"/>
                    </a:cubicBezTo>
                    <a:cubicBezTo>
                      <a:pt x="31" y="296"/>
                      <a:pt x="29" y="299"/>
                      <a:pt x="28" y="303"/>
                    </a:cubicBezTo>
                    <a:cubicBezTo>
                      <a:pt x="27" y="304"/>
                      <a:pt x="27" y="306"/>
                      <a:pt x="27" y="308"/>
                    </a:cubicBezTo>
                    <a:cubicBezTo>
                      <a:pt x="26" y="310"/>
                      <a:pt x="26" y="312"/>
                      <a:pt x="25" y="314"/>
                    </a:cubicBezTo>
                    <a:cubicBezTo>
                      <a:pt x="25" y="316"/>
                      <a:pt x="25" y="318"/>
                      <a:pt x="25" y="320"/>
                    </a:cubicBezTo>
                    <a:cubicBezTo>
                      <a:pt x="25" y="322"/>
                      <a:pt x="25" y="323"/>
                      <a:pt x="26" y="324"/>
                    </a:cubicBezTo>
                    <a:cubicBezTo>
                      <a:pt x="26" y="327"/>
                      <a:pt x="27" y="329"/>
                      <a:pt x="27" y="330"/>
                    </a:cubicBezTo>
                    <a:cubicBezTo>
                      <a:pt x="28" y="331"/>
                      <a:pt x="28" y="332"/>
                      <a:pt x="28" y="333"/>
                    </a:cubicBezTo>
                    <a:cubicBezTo>
                      <a:pt x="29" y="334"/>
                      <a:pt x="30" y="336"/>
                      <a:pt x="30" y="337"/>
                    </a:cubicBezTo>
                    <a:cubicBezTo>
                      <a:pt x="31" y="337"/>
                      <a:pt x="32" y="338"/>
                      <a:pt x="32" y="340"/>
                    </a:cubicBezTo>
                    <a:cubicBezTo>
                      <a:pt x="34" y="341"/>
                      <a:pt x="34" y="341"/>
                      <a:pt x="35" y="343"/>
                    </a:cubicBezTo>
                    <a:cubicBezTo>
                      <a:pt x="36" y="343"/>
                      <a:pt x="38" y="344"/>
                      <a:pt x="39" y="345"/>
                    </a:cubicBezTo>
                    <a:cubicBezTo>
                      <a:pt x="40" y="346"/>
                      <a:pt x="41" y="347"/>
                      <a:pt x="43" y="348"/>
                    </a:cubicBezTo>
                    <a:cubicBezTo>
                      <a:pt x="45" y="348"/>
                      <a:pt x="46" y="350"/>
                      <a:pt x="48" y="350"/>
                    </a:cubicBezTo>
                    <a:cubicBezTo>
                      <a:pt x="50" y="351"/>
                      <a:pt x="52" y="351"/>
                      <a:pt x="53" y="351"/>
                    </a:cubicBezTo>
                    <a:cubicBezTo>
                      <a:pt x="55" y="352"/>
                      <a:pt x="56" y="352"/>
                      <a:pt x="57" y="352"/>
                    </a:cubicBezTo>
                    <a:cubicBezTo>
                      <a:pt x="57" y="352"/>
                      <a:pt x="58" y="352"/>
                      <a:pt x="59" y="352"/>
                    </a:cubicBezTo>
                    <a:moveTo>
                      <a:pt x="36" y="371"/>
                    </a:moveTo>
                    <a:cubicBezTo>
                      <a:pt x="22" y="365"/>
                      <a:pt x="10" y="353"/>
                      <a:pt x="5" y="338"/>
                    </a:cubicBezTo>
                    <a:cubicBezTo>
                      <a:pt x="0" y="324"/>
                      <a:pt x="1" y="308"/>
                      <a:pt x="7" y="293"/>
                    </a:cubicBezTo>
                    <a:cubicBezTo>
                      <a:pt x="10" y="285"/>
                      <a:pt x="14" y="279"/>
                      <a:pt x="18" y="273"/>
                    </a:cubicBezTo>
                    <a:cubicBezTo>
                      <a:pt x="22" y="266"/>
                      <a:pt x="27" y="259"/>
                      <a:pt x="33" y="253"/>
                    </a:cubicBezTo>
                    <a:cubicBezTo>
                      <a:pt x="39" y="247"/>
                      <a:pt x="45" y="241"/>
                      <a:pt x="51" y="236"/>
                    </a:cubicBezTo>
                    <a:cubicBezTo>
                      <a:pt x="55" y="233"/>
                      <a:pt x="59" y="229"/>
                      <a:pt x="63" y="227"/>
                    </a:cubicBezTo>
                    <a:cubicBezTo>
                      <a:pt x="73" y="218"/>
                      <a:pt x="82" y="211"/>
                      <a:pt x="92" y="203"/>
                    </a:cubicBezTo>
                    <a:cubicBezTo>
                      <a:pt x="94" y="195"/>
                      <a:pt x="94" y="188"/>
                      <a:pt x="95" y="181"/>
                    </a:cubicBezTo>
                    <a:cubicBezTo>
                      <a:pt x="96" y="175"/>
                      <a:pt x="96" y="169"/>
                      <a:pt x="98" y="163"/>
                    </a:cubicBezTo>
                    <a:cubicBezTo>
                      <a:pt x="99" y="155"/>
                      <a:pt x="100" y="148"/>
                      <a:pt x="101" y="142"/>
                    </a:cubicBezTo>
                    <a:cubicBezTo>
                      <a:pt x="102" y="136"/>
                      <a:pt x="102" y="131"/>
                      <a:pt x="104" y="126"/>
                    </a:cubicBezTo>
                    <a:cubicBezTo>
                      <a:pt x="105" y="121"/>
                      <a:pt x="106" y="115"/>
                      <a:pt x="108" y="110"/>
                    </a:cubicBezTo>
                    <a:cubicBezTo>
                      <a:pt x="108" y="108"/>
                      <a:pt x="108" y="107"/>
                      <a:pt x="108" y="105"/>
                    </a:cubicBezTo>
                    <a:cubicBezTo>
                      <a:pt x="105" y="110"/>
                      <a:pt x="102" y="115"/>
                      <a:pt x="98" y="120"/>
                    </a:cubicBezTo>
                    <a:cubicBezTo>
                      <a:pt x="90" y="132"/>
                      <a:pt x="80" y="143"/>
                      <a:pt x="68" y="153"/>
                    </a:cubicBezTo>
                    <a:cubicBezTo>
                      <a:pt x="63" y="158"/>
                      <a:pt x="57" y="162"/>
                      <a:pt x="50" y="165"/>
                    </a:cubicBezTo>
                    <a:cubicBezTo>
                      <a:pt x="43" y="168"/>
                      <a:pt x="35" y="168"/>
                      <a:pt x="28" y="165"/>
                    </a:cubicBezTo>
                    <a:cubicBezTo>
                      <a:pt x="24" y="164"/>
                      <a:pt x="20" y="162"/>
                      <a:pt x="17" y="159"/>
                    </a:cubicBezTo>
                    <a:cubicBezTo>
                      <a:pt x="14" y="155"/>
                      <a:pt x="13" y="151"/>
                      <a:pt x="11" y="146"/>
                    </a:cubicBezTo>
                    <a:cubicBezTo>
                      <a:pt x="10" y="135"/>
                      <a:pt x="11" y="124"/>
                      <a:pt x="12" y="113"/>
                    </a:cubicBezTo>
                    <a:cubicBezTo>
                      <a:pt x="13" y="102"/>
                      <a:pt x="16" y="92"/>
                      <a:pt x="18" y="81"/>
                    </a:cubicBezTo>
                    <a:cubicBezTo>
                      <a:pt x="20" y="74"/>
                      <a:pt x="23" y="66"/>
                      <a:pt x="25" y="58"/>
                    </a:cubicBezTo>
                    <a:cubicBezTo>
                      <a:pt x="27" y="51"/>
                      <a:pt x="30" y="43"/>
                      <a:pt x="32" y="35"/>
                    </a:cubicBezTo>
                    <a:lnTo>
                      <a:pt x="32" y="34"/>
                    </a:lnTo>
                    <a:cubicBezTo>
                      <a:pt x="34" y="27"/>
                      <a:pt x="41" y="23"/>
                      <a:pt x="48" y="25"/>
                    </a:cubicBezTo>
                    <a:cubicBezTo>
                      <a:pt x="55" y="27"/>
                      <a:pt x="57" y="34"/>
                      <a:pt x="56" y="41"/>
                    </a:cubicBezTo>
                    <a:cubicBezTo>
                      <a:pt x="56" y="42"/>
                      <a:pt x="56" y="42"/>
                      <a:pt x="55" y="43"/>
                    </a:cubicBezTo>
                    <a:cubicBezTo>
                      <a:pt x="49" y="61"/>
                      <a:pt x="43" y="79"/>
                      <a:pt x="38" y="97"/>
                    </a:cubicBezTo>
                    <a:cubicBezTo>
                      <a:pt x="38" y="100"/>
                      <a:pt x="37" y="102"/>
                      <a:pt x="36" y="106"/>
                    </a:cubicBezTo>
                    <a:cubicBezTo>
                      <a:pt x="35" y="111"/>
                      <a:pt x="35" y="117"/>
                      <a:pt x="34" y="122"/>
                    </a:cubicBezTo>
                    <a:cubicBezTo>
                      <a:pt x="34" y="127"/>
                      <a:pt x="34" y="131"/>
                      <a:pt x="34" y="135"/>
                    </a:cubicBezTo>
                    <a:cubicBezTo>
                      <a:pt x="34" y="137"/>
                      <a:pt x="34" y="139"/>
                      <a:pt x="35" y="141"/>
                    </a:cubicBezTo>
                    <a:lnTo>
                      <a:pt x="35" y="142"/>
                    </a:lnTo>
                    <a:lnTo>
                      <a:pt x="35" y="143"/>
                    </a:lnTo>
                    <a:cubicBezTo>
                      <a:pt x="36" y="143"/>
                      <a:pt x="36" y="143"/>
                      <a:pt x="36" y="143"/>
                    </a:cubicBezTo>
                    <a:cubicBezTo>
                      <a:pt x="37" y="143"/>
                      <a:pt x="37" y="143"/>
                      <a:pt x="38" y="143"/>
                    </a:cubicBezTo>
                    <a:cubicBezTo>
                      <a:pt x="38" y="143"/>
                      <a:pt x="39" y="143"/>
                      <a:pt x="40" y="143"/>
                    </a:cubicBezTo>
                    <a:cubicBezTo>
                      <a:pt x="41" y="143"/>
                      <a:pt x="41" y="143"/>
                      <a:pt x="42" y="143"/>
                    </a:cubicBezTo>
                    <a:cubicBezTo>
                      <a:pt x="43" y="142"/>
                      <a:pt x="43" y="142"/>
                      <a:pt x="44" y="142"/>
                    </a:cubicBezTo>
                    <a:cubicBezTo>
                      <a:pt x="45" y="142"/>
                      <a:pt x="45" y="141"/>
                      <a:pt x="46" y="140"/>
                    </a:cubicBezTo>
                    <a:cubicBezTo>
                      <a:pt x="49" y="139"/>
                      <a:pt x="52" y="137"/>
                      <a:pt x="55" y="135"/>
                    </a:cubicBezTo>
                    <a:cubicBezTo>
                      <a:pt x="54" y="135"/>
                      <a:pt x="54" y="135"/>
                      <a:pt x="54" y="135"/>
                    </a:cubicBezTo>
                    <a:lnTo>
                      <a:pt x="55" y="135"/>
                    </a:lnTo>
                    <a:cubicBezTo>
                      <a:pt x="55" y="134"/>
                      <a:pt x="55" y="134"/>
                      <a:pt x="55" y="134"/>
                    </a:cubicBezTo>
                    <a:cubicBezTo>
                      <a:pt x="60" y="130"/>
                      <a:pt x="64" y="125"/>
                      <a:pt x="69" y="120"/>
                    </a:cubicBezTo>
                    <a:cubicBezTo>
                      <a:pt x="78" y="111"/>
                      <a:pt x="85" y="100"/>
                      <a:pt x="92" y="89"/>
                    </a:cubicBezTo>
                    <a:cubicBezTo>
                      <a:pt x="98" y="81"/>
                      <a:pt x="103" y="72"/>
                      <a:pt x="109" y="63"/>
                    </a:cubicBezTo>
                    <a:cubicBezTo>
                      <a:pt x="115" y="54"/>
                      <a:pt x="120" y="43"/>
                      <a:pt x="126" y="33"/>
                    </a:cubicBezTo>
                    <a:cubicBezTo>
                      <a:pt x="126" y="33"/>
                      <a:pt x="126" y="34"/>
                      <a:pt x="125" y="34"/>
                    </a:cubicBezTo>
                    <a:cubicBezTo>
                      <a:pt x="126" y="34"/>
                      <a:pt x="126" y="33"/>
                      <a:pt x="126" y="33"/>
                    </a:cubicBezTo>
                    <a:cubicBezTo>
                      <a:pt x="127" y="30"/>
                      <a:pt x="129" y="27"/>
                      <a:pt x="130" y="24"/>
                    </a:cubicBezTo>
                    <a:cubicBezTo>
                      <a:pt x="130" y="24"/>
                      <a:pt x="131" y="24"/>
                      <a:pt x="131" y="23"/>
                    </a:cubicBezTo>
                    <a:lnTo>
                      <a:pt x="131" y="22"/>
                    </a:lnTo>
                    <a:cubicBezTo>
                      <a:pt x="133" y="19"/>
                      <a:pt x="134" y="16"/>
                      <a:pt x="135" y="14"/>
                    </a:cubicBezTo>
                    <a:cubicBezTo>
                      <a:pt x="136" y="12"/>
                      <a:pt x="137" y="10"/>
                      <a:pt x="138" y="9"/>
                    </a:cubicBezTo>
                    <a:cubicBezTo>
                      <a:pt x="140" y="6"/>
                      <a:pt x="141" y="5"/>
                      <a:pt x="144" y="3"/>
                    </a:cubicBezTo>
                    <a:cubicBezTo>
                      <a:pt x="152" y="0"/>
                      <a:pt x="162" y="9"/>
                      <a:pt x="159" y="17"/>
                    </a:cubicBezTo>
                    <a:cubicBezTo>
                      <a:pt x="156" y="27"/>
                      <a:pt x="153" y="36"/>
                      <a:pt x="149" y="45"/>
                    </a:cubicBezTo>
                    <a:cubicBezTo>
                      <a:pt x="147" y="52"/>
                      <a:pt x="144" y="60"/>
                      <a:pt x="142" y="68"/>
                    </a:cubicBezTo>
                    <a:cubicBezTo>
                      <a:pt x="139" y="75"/>
                      <a:pt x="137" y="82"/>
                      <a:pt x="135" y="90"/>
                    </a:cubicBezTo>
                    <a:cubicBezTo>
                      <a:pt x="131" y="103"/>
                      <a:pt x="128" y="117"/>
                      <a:pt x="124" y="131"/>
                    </a:cubicBezTo>
                    <a:cubicBezTo>
                      <a:pt x="123" y="137"/>
                      <a:pt x="123" y="143"/>
                      <a:pt x="122" y="148"/>
                    </a:cubicBezTo>
                    <a:cubicBezTo>
                      <a:pt x="120" y="154"/>
                      <a:pt x="119" y="160"/>
                      <a:pt x="118" y="166"/>
                    </a:cubicBezTo>
                    <a:cubicBezTo>
                      <a:pt x="117" y="172"/>
                      <a:pt x="116" y="179"/>
                      <a:pt x="116" y="185"/>
                    </a:cubicBezTo>
                    <a:cubicBezTo>
                      <a:pt x="118" y="183"/>
                      <a:pt x="120" y="182"/>
                      <a:pt x="122" y="180"/>
                    </a:cubicBezTo>
                    <a:cubicBezTo>
                      <a:pt x="127" y="176"/>
                      <a:pt x="133" y="178"/>
                      <a:pt x="137" y="182"/>
                    </a:cubicBezTo>
                    <a:cubicBezTo>
                      <a:pt x="140" y="187"/>
                      <a:pt x="139" y="193"/>
                      <a:pt x="134" y="197"/>
                    </a:cubicBezTo>
                    <a:cubicBezTo>
                      <a:pt x="127" y="203"/>
                      <a:pt x="119" y="209"/>
                      <a:pt x="112" y="215"/>
                    </a:cubicBezTo>
                    <a:cubicBezTo>
                      <a:pt x="111" y="223"/>
                      <a:pt x="110" y="231"/>
                      <a:pt x="109" y="239"/>
                    </a:cubicBezTo>
                    <a:cubicBezTo>
                      <a:pt x="108" y="252"/>
                      <a:pt x="106" y="264"/>
                      <a:pt x="103" y="277"/>
                    </a:cubicBezTo>
                    <a:cubicBezTo>
                      <a:pt x="102" y="287"/>
                      <a:pt x="99" y="298"/>
                      <a:pt x="97" y="308"/>
                    </a:cubicBezTo>
                    <a:cubicBezTo>
                      <a:pt x="95" y="319"/>
                      <a:pt x="92" y="331"/>
                      <a:pt x="89" y="343"/>
                    </a:cubicBezTo>
                    <a:cubicBezTo>
                      <a:pt x="88" y="345"/>
                      <a:pt x="87" y="348"/>
                      <a:pt x="87" y="351"/>
                    </a:cubicBezTo>
                    <a:cubicBezTo>
                      <a:pt x="86" y="354"/>
                      <a:pt x="85" y="357"/>
                      <a:pt x="84" y="359"/>
                    </a:cubicBezTo>
                    <a:cubicBezTo>
                      <a:pt x="82" y="363"/>
                      <a:pt x="80" y="366"/>
                      <a:pt x="76" y="369"/>
                    </a:cubicBezTo>
                    <a:cubicBezTo>
                      <a:pt x="71" y="374"/>
                      <a:pt x="64" y="376"/>
                      <a:pt x="58" y="376"/>
                    </a:cubicBezTo>
                    <a:cubicBezTo>
                      <a:pt x="50" y="376"/>
                      <a:pt x="42" y="374"/>
                      <a:pt x="36" y="37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" name="Google Shape;667;p7"/>
              <p:cNvSpPr/>
              <p:nvPr/>
            </p:nvSpPr>
            <p:spPr>
              <a:xfrm>
                <a:off x="538920" y="858960"/>
                <a:ext cx="16920" cy="12240"/>
              </a:xfrm>
              <a:custGeom>
                <a:avLst/>
                <a:gdLst/>
                <a:ahLst/>
                <a:cxnLst/>
                <a:rect l="l" t="t" r="r" b="b"/>
                <a:pathLst>
                  <a:path w="47" h="34" extrusionOk="0">
                    <a:moveTo>
                      <a:pt x="9" y="32"/>
                    </a:moveTo>
                    <a:lnTo>
                      <a:pt x="10" y="32"/>
                    </a:lnTo>
                    <a:cubicBezTo>
                      <a:pt x="10" y="32"/>
                      <a:pt x="9" y="32"/>
                      <a:pt x="8" y="32"/>
                    </a:cubicBezTo>
                    <a:cubicBezTo>
                      <a:pt x="2" y="29"/>
                      <a:pt x="0" y="22"/>
                      <a:pt x="1" y="16"/>
                    </a:cubicBezTo>
                    <a:cubicBezTo>
                      <a:pt x="3" y="9"/>
                      <a:pt x="10" y="7"/>
                      <a:pt x="17" y="5"/>
                    </a:cubicBezTo>
                    <a:cubicBezTo>
                      <a:pt x="21" y="4"/>
                      <a:pt x="26" y="2"/>
                      <a:pt x="31" y="1"/>
                    </a:cubicBezTo>
                    <a:cubicBezTo>
                      <a:pt x="38" y="0"/>
                      <a:pt x="44" y="6"/>
                      <a:pt x="45" y="12"/>
                    </a:cubicBezTo>
                    <a:cubicBezTo>
                      <a:pt x="46" y="19"/>
                      <a:pt x="41" y="25"/>
                      <a:pt x="34" y="26"/>
                    </a:cubicBezTo>
                    <a:lnTo>
                      <a:pt x="33" y="26"/>
                    </a:lnTo>
                    <a:cubicBezTo>
                      <a:pt x="30" y="26"/>
                      <a:pt x="27" y="28"/>
                      <a:pt x="24" y="28"/>
                    </a:cubicBezTo>
                    <a:cubicBezTo>
                      <a:pt x="24" y="28"/>
                      <a:pt x="23" y="29"/>
                      <a:pt x="22" y="29"/>
                    </a:cubicBezTo>
                    <a:cubicBezTo>
                      <a:pt x="21" y="30"/>
                      <a:pt x="21" y="30"/>
                      <a:pt x="20" y="31"/>
                    </a:cubicBezTo>
                    <a:cubicBezTo>
                      <a:pt x="18" y="32"/>
                      <a:pt x="15" y="33"/>
                      <a:pt x="14" y="33"/>
                    </a:cubicBezTo>
                    <a:cubicBezTo>
                      <a:pt x="12" y="33"/>
                      <a:pt x="11" y="32"/>
                      <a:pt x="9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" name="Google Shape;668;p7"/>
              <p:cNvSpPr/>
              <p:nvPr/>
            </p:nvSpPr>
            <p:spPr>
              <a:xfrm>
                <a:off x="532080" y="874080"/>
                <a:ext cx="42840" cy="1548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43" extrusionOk="0">
                    <a:moveTo>
                      <a:pt x="10" y="40"/>
                    </a:moveTo>
                    <a:cubicBezTo>
                      <a:pt x="7" y="39"/>
                      <a:pt x="4" y="37"/>
                      <a:pt x="2" y="33"/>
                    </a:cubicBezTo>
                    <a:cubicBezTo>
                      <a:pt x="1" y="31"/>
                      <a:pt x="0" y="27"/>
                      <a:pt x="1" y="25"/>
                    </a:cubicBezTo>
                    <a:cubicBezTo>
                      <a:pt x="1" y="18"/>
                      <a:pt x="8" y="13"/>
                      <a:pt x="15" y="14"/>
                    </a:cubicBezTo>
                    <a:cubicBezTo>
                      <a:pt x="17" y="15"/>
                      <a:pt x="19" y="16"/>
                      <a:pt x="21" y="17"/>
                    </a:cubicBezTo>
                    <a:cubicBezTo>
                      <a:pt x="22" y="17"/>
                      <a:pt x="22" y="17"/>
                      <a:pt x="23" y="17"/>
                    </a:cubicBezTo>
                    <a:cubicBezTo>
                      <a:pt x="22" y="17"/>
                      <a:pt x="22" y="17"/>
                      <a:pt x="21" y="17"/>
                    </a:cubicBezTo>
                    <a:cubicBezTo>
                      <a:pt x="29" y="16"/>
                      <a:pt x="37" y="15"/>
                      <a:pt x="45" y="14"/>
                    </a:cubicBezTo>
                    <a:cubicBezTo>
                      <a:pt x="65" y="9"/>
                      <a:pt x="85" y="5"/>
                      <a:pt x="104" y="1"/>
                    </a:cubicBezTo>
                    <a:cubicBezTo>
                      <a:pt x="110" y="0"/>
                      <a:pt x="115" y="3"/>
                      <a:pt x="117" y="9"/>
                    </a:cubicBezTo>
                    <a:cubicBezTo>
                      <a:pt x="118" y="15"/>
                      <a:pt x="115" y="20"/>
                      <a:pt x="110" y="22"/>
                    </a:cubicBezTo>
                    <a:cubicBezTo>
                      <a:pt x="95" y="26"/>
                      <a:pt x="81" y="29"/>
                      <a:pt x="67" y="33"/>
                    </a:cubicBezTo>
                    <a:cubicBezTo>
                      <a:pt x="57" y="35"/>
                      <a:pt x="47" y="38"/>
                      <a:pt x="37" y="40"/>
                    </a:cubicBezTo>
                    <a:cubicBezTo>
                      <a:pt x="32" y="40"/>
                      <a:pt x="27" y="41"/>
                      <a:pt x="22" y="41"/>
                    </a:cubicBezTo>
                    <a:cubicBezTo>
                      <a:pt x="21" y="41"/>
                      <a:pt x="20" y="42"/>
                      <a:pt x="19" y="42"/>
                    </a:cubicBezTo>
                    <a:cubicBezTo>
                      <a:pt x="16" y="42"/>
                      <a:pt x="13" y="41"/>
                      <a:pt x="10" y="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9" name="Google Shape;669;p7"/>
              <p:cNvSpPr/>
              <p:nvPr/>
            </p:nvSpPr>
            <p:spPr>
              <a:xfrm>
                <a:off x="607320" y="825840"/>
                <a:ext cx="55440" cy="72720"/>
              </a:xfrm>
              <a:custGeom>
                <a:avLst/>
                <a:gdLst/>
                <a:ahLst/>
                <a:cxnLst/>
                <a:rect l="l" t="t" r="r" b="b"/>
                <a:pathLst>
                  <a:path w="154" h="202" extrusionOk="0">
                    <a:moveTo>
                      <a:pt x="25" y="178"/>
                    </a:moveTo>
                    <a:lnTo>
                      <a:pt x="26" y="177"/>
                    </a:lnTo>
                    <a:cubicBezTo>
                      <a:pt x="28" y="177"/>
                      <a:pt x="29" y="177"/>
                      <a:pt x="30" y="177"/>
                    </a:cubicBezTo>
                    <a:cubicBezTo>
                      <a:pt x="31" y="176"/>
                      <a:pt x="32" y="175"/>
                      <a:pt x="33" y="175"/>
                    </a:cubicBezTo>
                    <a:cubicBezTo>
                      <a:pt x="36" y="174"/>
                      <a:pt x="38" y="173"/>
                      <a:pt x="39" y="171"/>
                    </a:cubicBezTo>
                    <a:cubicBezTo>
                      <a:pt x="44" y="168"/>
                      <a:pt x="49" y="166"/>
                      <a:pt x="53" y="162"/>
                    </a:cubicBezTo>
                    <a:cubicBezTo>
                      <a:pt x="62" y="154"/>
                      <a:pt x="71" y="145"/>
                      <a:pt x="79" y="136"/>
                    </a:cubicBezTo>
                    <a:cubicBezTo>
                      <a:pt x="79" y="137"/>
                      <a:pt x="78" y="137"/>
                      <a:pt x="78" y="138"/>
                    </a:cubicBezTo>
                    <a:cubicBezTo>
                      <a:pt x="84" y="131"/>
                      <a:pt x="89" y="125"/>
                      <a:pt x="94" y="119"/>
                    </a:cubicBezTo>
                    <a:cubicBezTo>
                      <a:pt x="96" y="117"/>
                      <a:pt x="98" y="114"/>
                      <a:pt x="100" y="111"/>
                    </a:cubicBezTo>
                    <a:cubicBezTo>
                      <a:pt x="102" y="108"/>
                      <a:pt x="105" y="104"/>
                      <a:pt x="107" y="101"/>
                    </a:cubicBezTo>
                    <a:cubicBezTo>
                      <a:pt x="112" y="94"/>
                      <a:pt x="116" y="87"/>
                      <a:pt x="120" y="79"/>
                    </a:cubicBezTo>
                    <a:lnTo>
                      <a:pt x="120" y="80"/>
                    </a:lnTo>
                    <a:cubicBezTo>
                      <a:pt x="122" y="76"/>
                      <a:pt x="124" y="72"/>
                      <a:pt x="125" y="69"/>
                    </a:cubicBezTo>
                    <a:cubicBezTo>
                      <a:pt x="126" y="67"/>
                      <a:pt x="127" y="64"/>
                      <a:pt x="127" y="61"/>
                    </a:cubicBezTo>
                    <a:cubicBezTo>
                      <a:pt x="128" y="59"/>
                      <a:pt x="128" y="56"/>
                      <a:pt x="128" y="54"/>
                    </a:cubicBezTo>
                    <a:cubicBezTo>
                      <a:pt x="128" y="52"/>
                      <a:pt x="128" y="50"/>
                      <a:pt x="128" y="49"/>
                    </a:cubicBezTo>
                    <a:cubicBezTo>
                      <a:pt x="128" y="47"/>
                      <a:pt x="128" y="46"/>
                      <a:pt x="128" y="44"/>
                    </a:cubicBezTo>
                    <a:cubicBezTo>
                      <a:pt x="127" y="43"/>
                      <a:pt x="127" y="42"/>
                      <a:pt x="127" y="41"/>
                    </a:cubicBezTo>
                    <a:cubicBezTo>
                      <a:pt x="127" y="40"/>
                      <a:pt x="126" y="39"/>
                      <a:pt x="126" y="39"/>
                    </a:cubicBezTo>
                    <a:cubicBezTo>
                      <a:pt x="126" y="37"/>
                      <a:pt x="125" y="37"/>
                      <a:pt x="124" y="36"/>
                    </a:cubicBezTo>
                    <a:cubicBezTo>
                      <a:pt x="124" y="35"/>
                      <a:pt x="123" y="34"/>
                      <a:pt x="123" y="33"/>
                    </a:cubicBezTo>
                    <a:cubicBezTo>
                      <a:pt x="122" y="33"/>
                      <a:pt x="121" y="32"/>
                      <a:pt x="120" y="30"/>
                    </a:cubicBezTo>
                    <a:cubicBezTo>
                      <a:pt x="119" y="30"/>
                      <a:pt x="119" y="29"/>
                      <a:pt x="118" y="29"/>
                    </a:cubicBezTo>
                    <a:cubicBezTo>
                      <a:pt x="117" y="28"/>
                      <a:pt x="116" y="27"/>
                      <a:pt x="115" y="27"/>
                    </a:cubicBezTo>
                    <a:cubicBezTo>
                      <a:pt x="114" y="27"/>
                      <a:pt x="114" y="26"/>
                      <a:pt x="113" y="26"/>
                    </a:cubicBezTo>
                    <a:cubicBezTo>
                      <a:pt x="112" y="26"/>
                      <a:pt x="111" y="26"/>
                      <a:pt x="110" y="25"/>
                    </a:cubicBezTo>
                    <a:cubicBezTo>
                      <a:pt x="109" y="25"/>
                      <a:pt x="108" y="25"/>
                      <a:pt x="107" y="25"/>
                    </a:cubicBezTo>
                    <a:cubicBezTo>
                      <a:pt x="106" y="25"/>
                      <a:pt x="105" y="25"/>
                      <a:pt x="104" y="25"/>
                    </a:cubicBezTo>
                    <a:cubicBezTo>
                      <a:pt x="102" y="25"/>
                      <a:pt x="101" y="25"/>
                      <a:pt x="99" y="26"/>
                    </a:cubicBezTo>
                    <a:cubicBezTo>
                      <a:pt x="98" y="26"/>
                      <a:pt x="96" y="26"/>
                      <a:pt x="95" y="27"/>
                    </a:cubicBezTo>
                    <a:cubicBezTo>
                      <a:pt x="93" y="27"/>
                      <a:pt x="91" y="28"/>
                      <a:pt x="89" y="29"/>
                    </a:cubicBezTo>
                    <a:cubicBezTo>
                      <a:pt x="87" y="30"/>
                      <a:pt x="85" y="31"/>
                      <a:pt x="83" y="33"/>
                    </a:cubicBezTo>
                    <a:cubicBezTo>
                      <a:pt x="81" y="34"/>
                      <a:pt x="80" y="35"/>
                      <a:pt x="78" y="36"/>
                    </a:cubicBezTo>
                    <a:cubicBezTo>
                      <a:pt x="75" y="39"/>
                      <a:pt x="73" y="41"/>
                      <a:pt x="71" y="43"/>
                    </a:cubicBezTo>
                    <a:cubicBezTo>
                      <a:pt x="68" y="46"/>
                      <a:pt x="66" y="48"/>
                      <a:pt x="64" y="51"/>
                    </a:cubicBezTo>
                    <a:cubicBezTo>
                      <a:pt x="61" y="55"/>
                      <a:pt x="59" y="60"/>
                      <a:pt x="57" y="64"/>
                    </a:cubicBezTo>
                    <a:cubicBezTo>
                      <a:pt x="54" y="68"/>
                      <a:pt x="53" y="72"/>
                      <a:pt x="51" y="76"/>
                    </a:cubicBezTo>
                    <a:cubicBezTo>
                      <a:pt x="50" y="81"/>
                      <a:pt x="48" y="85"/>
                      <a:pt x="47" y="90"/>
                    </a:cubicBezTo>
                    <a:cubicBezTo>
                      <a:pt x="45" y="96"/>
                      <a:pt x="39" y="99"/>
                      <a:pt x="33" y="97"/>
                    </a:cubicBezTo>
                    <a:cubicBezTo>
                      <a:pt x="32" y="97"/>
                      <a:pt x="32" y="97"/>
                      <a:pt x="31" y="96"/>
                    </a:cubicBezTo>
                    <a:cubicBezTo>
                      <a:pt x="30" y="101"/>
                      <a:pt x="29" y="105"/>
                      <a:pt x="28" y="110"/>
                    </a:cubicBezTo>
                    <a:cubicBezTo>
                      <a:pt x="26" y="119"/>
                      <a:pt x="25" y="128"/>
                      <a:pt x="24" y="137"/>
                    </a:cubicBezTo>
                    <a:cubicBezTo>
                      <a:pt x="23" y="146"/>
                      <a:pt x="22" y="156"/>
                      <a:pt x="23" y="164"/>
                    </a:cubicBezTo>
                    <a:cubicBezTo>
                      <a:pt x="24" y="168"/>
                      <a:pt x="24" y="172"/>
                      <a:pt x="24" y="175"/>
                    </a:cubicBezTo>
                    <a:lnTo>
                      <a:pt x="24" y="176"/>
                    </a:lnTo>
                    <a:cubicBezTo>
                      <a:pt x="25" y="177"/>
                      <a:pt x="25" y="177"/>
                      <a:pt x="25" y="178"/>
                    </a:cubicBezTo>
                    <a:moveTo>
                      <a:pt x="15" y="199"/>
                    </a:moveTo>
                    <a:cubicBezTo>
                      <a:pt x="9" y="196"/>
                      <a:pt x="5" y="191"/>
                      <a:pt x="3" y="185"/>
                    </a:cubicBezTo>
                    <a:cubicBezTo>
                      <a:pt x="0" y="178"/>
                      <a:pt x="0" y="170"/>
                      <a:pt x="0" y="163"/>
                    </a:cubicBezTo>
                    <a:cubicBezTo>
                      <a:pt x="0" y="160"/>
                      <a:pt x="0" y="156"/>
                      <a:pt x="0" y="153"/>
                    </a:cubicBezTo>
                    <a:cubicBezTo>
                      <a:pt x="0" y="148"/>
                      <a:pt x="0" y="142"/>
                      <a:pt x="1" y="136"/>
                    </a:cubicBezTo>
                    <a:cubicBezTo>
                      <a:pt x="1" y="120"/>
                      <a:pt x="4" y="103"/>
                      <a:pt x="8" y="87"/>
                    </a:cubicBezTo>
                    <a:cubicBezTo>
                      <a:pt x="11" y="81"/>
                      <a:pt x="13" y="74"/>
                      <a:pt x="15" y="67"/>
                    </a:cubicBezTo>
                    <a:cubicBezTo>
                      <a:pt x="17" y="63"/>
                      <a:pt x="18" y="60"/>
                      <a:pt x="20" y="56"/>
                    </a:cubicBezTo>
                    <a:cubicBezTo>
                      <a:pt x="21" y="53"/>
                      <a:pt x="23" y="51"/>
                      <a:pt x="25" y="49"/>
                    </a:cubicBezTo>
                    <a:cubicBezTo>
                      <a:pt x="29" y="46"/>
                      <a:pt x="35" y="46"/>
                      <a:pt x="39" y="48"/>
                    </a:cubicBezTo>
                    <a:cubicBezTo>
                      <a:pt x="47" y="35"/>
                      <a:pt x="56" y="23"/>
                      <a:pt x="68" y="15"/>
                    </a:cubicBezTo>
                    <a:cubicBezTo>
                      <a:pt x="81" y="6"/>
                      <a:pt x="97" y="0"/>
                      <a:pt x="112" y="2"/>
                    </a:cubicBezTo>
                    <a:cubicBezTo>
                      <a:pt x="127" y="5"/>
                      <a:pt x="141" y="15"/>
                      <a:pt x="147" y="29"/>
                    </a:cubicBezTo>
                    <a:cubicBezTo>
                      <a:pt x="153" y="45"/>
                      <a:pt x="151" y="61"/>
                      <a:pt x="145" y="77"/>
                    </a:cubicBezTo>
                    <a:cubicBezTo>
                      <a:pt x="142" y="85"/>
                      <a:pt x="138" y="92"/>
                      <a:pt x="134" y="99"/>
                    </a:cubicBezTo>
                    <a:cubicBezTo>
                      <a:pt x="131" y="104"/>
                      <a:pt x="127" y="110"/>
                      <a:pt x="124" y="115"/>
                    </a:cubicBezTo>
                    <a:cubicBezTo>
                      <a:pt x="120" y="121"/>
                      <a:pt x="116" y="127"/>
                      <a:pt x="112" y="132"/>
                    </a:cubicBezTo>
                    <a:cubicBezTo>
                      <a:pt x="110" y="135"/>
                      <a:pt x="108" y="136"/>
                      <a:pt x="106" y="139"/>
                    </a:cubicBezTo>
                    <a:cubicBezTo>
                      <a:pt x="103" y="142"/>
                      <a:pt x="100" y="146"/>
                      <a:pt x="98" y="149"/>
                    </a:cubicBezTo>
                    <a:cubicBezTo>
                      <a:pt x="90" y="159"/>
                      <a:pt x="81" y="167"/>
                      <a:pt x="73" y="175"/>
                    </a:cubicBezTo>
                    <a:cubicBezTo>
                      <a:pt x="67" y="181"/>
                      <a:pt x="60" y="186"/>
                      <a:pt x="53" y="191"/>
                    </a:cubicBezTo>
                    <a:cubicBezTo>
                      <a:pt x="47" y="195"/>
                      <a:pt x="40" y="198"/>
                      <a:pt x="33" y="200"/>
                    </a:cubicBezTo>
                    <a:cubicBezTo>
                      <a:pt x="31" y="201"/>
                      <a:pt x="28" y="201"/>
                      <a:pt x="25" y="201"/>
                    </a:cubicBezTo>
                    <a:cubicBezTo>
                      <a:pt x="22" y="201"/>
                      <a:pt x="18" y="201"/>
                      <a:pt x="15" y="1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" name="Google Shape;670;p7"/>
              <p:cNvSpPr/>
              <p:nvPr/>
            </p:nvSpPr>
            <p:spPr>
              <a:xfrm>
                <a:off x="659160" y="885600"/>
                <a:ext cx="21960" cy="55080"/>
              </a:xfrm>
              <a:custGeom>
                <a:avLst/>
                <a:gdLst/>
                <a:ahLst/>
                <a:cxnLst/>
                <a:rect l="l" t="t" r="r" b="b"/>
                <a:pathLst>
                  <a:path w="61" h="153" extrusionOk="0">
                    <a:moveTo>
                      <a:pt x="10" y="152"/>
                    </a:moveTo>
                    <a:cubicBezTo>
                      <a:pt x="4" y="150"/>
                      <a:pt x="0" y="143"/>
                      <a:pt x="2" y="137"/>
                    </a:cubicBezTo>
                    <a:cubicBezTo>
                      <a:pt x="7" y="123"/>
                      <a:pt x="12" y="107"/>
                      <a:pt x="16" y="92"/>
                    </a:cubicBezTo>
                    <a:cubicBezTo>
                      <a:pt x="19" y="79"/>
                      <a:pt x="22" y="65"/>
                      <a:pt x="26" y="52"/>
                    </a:cubicBezTo>
                    <a:cubicBezTo>
                      <a:pt x="27" y="45"/>
                      <a:pt x="28" y="38"/>
                      <a:pt x="29" y="32"/>
                    </a:cubicBezTo>
                    <a:cubicBezTo>
                      <a:pt x="30" y="24"/>
                      <a:pt x="32" y="17"/>
                      <a:pt x="33" y="10"/>
                    </a:cubicBezTo>
                    <a:cubicBezTo>
                      <a:pt x="35" y="4"/>
                      <a:pt x="42" y="0"/>
                      <a:pt x="49" y="1"/>
                    </a:cubicBezTo>
                    <a:cubicBezTo>
                      <a:pt x="56" y="3"/>
                      <a:pt x="60" y="11"/>
                      <a:pt x="57" y="18"/>
                    </a:cubicBezTo>
                    <a:cubicBezTo>
                      <a:pt x="56" y="22"/>
                      <a:pt x="56" y="25"/>
                      <a:pt x="54" y="29"/>
                    </a:cubicBezTo>
                    <a:cubicBezTo>
                      <a:pt x="51" y="48"/>
                      <a:pt x="47" y="67"/>
                      <a:pt x="42" y="85"/>
                    </a:cubicBezTo>
                    <a:cubicBezTo>
                      <a:pt x="40" y="94"/>
                      <a:pt x="37" y="103"/>
                      <a:pt x="34" y="113"/>
                    </a:cubicBezTo>
                    <a:cubicBezTo>
                      <a:pt x="31" y="123"/>
                      <a:pt x="28" y="134"/>
                      <a:pt x="24" y="143"/>
                    </a:cubicBezTo>
                    <a:cubicBezTo>
                      <a:pt x="23" y="149"/>
                      <a:pt x="18" y="152"/>
                      <a:pt x="13" y="152"/>
                    </a:cubicBezTo>
                    <a:cubicBezTo>
                      <a:pt x="12" y="152"/>
                      <a:pt x="11" y="152"/>
                      <a:pt x="10" y="1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1" name="Google Shape;671;p7"/>
              <p:cNvSpPr/>
              <p:nvPr/>
            </p:nvSpPr>
            <p:spPr>
              <a:xfrm>
                <a:off x="738360" y="833760"/>
                <a:ext cx="46080" cy="68040"/>
              </a:xfrm>
              <a:custGeom>
                <a:avLst/>
                <a:gdLst/>
                <a:ahLst/>
                <a:cxnLst/>
                <a:rect l="l" t="t" r="r" b="b"/>
                <a:pathLst>
                  <a:path w="128" h="189" extrusionOk="0">
                    <a:moveTo>
                      <a:pt x="37" y="187"/>
                    </a:moveTo>
                    <a:cubicBezTo>
                      <a:pt x="29" y="187"/>
                      <a:pt x="21" y="184"/>
                      <a:pt x="14" y="180"/>
                    </a:cubicBezTo>
                    <a:cubicBezTo>
                      <a:pt x="9" y="176"/>
                      <a:pt x="3" y="170"/>
                      <a:pt x="2" y="163"/>
                    </a:cubicBezTo>
                    <a:cubicBezTo>
                      <a:pt x="0" y="156"/>
                      <a:pt x="1" y="149"/>
                      <a:pt x="5" y="144"/>
                    </a:cubicBezTo>
                    <a:cubicBezTo>
                      <a:pt x="6" y="140"/>
                      <a:pt x="9" y="137"/>
                      <a:pt x="11" y="134"/>
                    </a:cubicBezTo>
                    <a:cubicBezTo>
                      <a:pt x="27" y="112"/>
                      <a:pt x="45" y="93"/>
                      <a:pt x="62" y="73"/>
                    </a:cubicBezTo>
                    <a:cubicBezTo>
                      <a:pt x="66" y="68"/>
                      <a:pt x="70" y="64"/>
                      <a:pt x="74" y="59"/>
                    </a:cubicBezTo>
                    <a:cubicBezTo>
                      <a:pt x="81" y="51"/>
                      <a:pt x="88" y="43"/>
                      <a:pt x="94" y="34"/>
                    </a:cubicBezTo>
                    <a:lnTo>
                      <a:pt x="94" y="35"/>
                    </a:lnTo>
                    <a:cubicBezTo>
                      <a:pt x="94" y="35"/>
                      <a:pt x="94" y="34"/>
                      <a:pt x="95" y="33"/>
                    </a:cubicBezTo>
                    <a:cubicBezTo>
                      <a:pt x="96" y="32"/>
                      <a:pt x="97" y="30"/>
                      <a:pt x="98" y="28"/>
                    </a:cubicBezTo>
                    <a:cubicBezTo>
                      <a:pt x="97" y="28"/>
                      <a:pt x="95" y="29"/>
                      <a:pt x="93" y="29"/>
                    </a:cubicBezTo>
                    <a:lnTo>
                      <a:pt x="94" y="29"/>
                    </a:lnTo>
                    <a:cubicBezTo>
                      <a:pt x="86" y="32"/>
                      <a:pt x="77" y="35"/>
                      <a:pt x="69" y="38"/>
                    </a:cubicBezTo>
                    <a:cubicBezTo>
                      <a:pt x="62" y="40"/>
                      <a:pt x="55" y="42"/>
                      <a:pt x="49" y="45"/>
                    </a:cubicBezTo>
                    <a:cubicBezTo>
                      <a:pt x="46" y="51"/>
                      <a:pt x="39" y="54"/>
                      <a:pt x="34" y="53"/>
                    </a:cubicBezTo>
                    <a:cubicBezTo>
                      <a:pt x="32" y="52"/>
                      <a:pt x="31" y="52"/>
                      <a:pt x="30" y="52"/>
                    </a:cubicBezTo>
                    <a:cubicBezTo>
                      <a:pt x="27" y="50"/>
                      <a:pt x="24" y="48"/>
                      <a:pt x="23" y="45"/>
                    </a:cubicBezTo>
                    <a:cubicBezTo>
                      <a:pt x="20" y="41"/>
                      <a:pt x="21" y="36"/>
                      <a:pt x="23" y="32"/>
                    </a:cubicBezTo>
                    <a:cubicBezTo>
                      <a:pt x="24" y="30"/>
                      <a:pt x="27" y="28"/>
                      <a:pt x="30" y="26"/>
                    </a:cubicBezTo>
                    <a:cubicBezTo>
                      <a:pt x="32" y="25"/>
                      <a:pt x="35" y="24"/>
                      <a:pt x="38" y="22"/>
                    </a:cubicBezTo>
                    <a:cubicBezTo>
                      <a:pt x="42" y="21"/>
                      <a:pt x="45" y="20"/>
                      <a:pt x="48" y="19"/>
                    </a:cubicBezTo>
                    <a:cubicBezTo>
                      <a:pt x="54" y="17"/>
                      <a:pt x="61" y="15"/>
                      <a:pt x="67" y="12"/>
                    </a:cubicBezTo>
                    <a:cubicBezTo>
                      <a:pt x="79" y="8"/>
                      <a:pt x="91" y="4"/>
                      <a:pt x="103" y="1"/>
                    </a:cubicBezTo>
                    <a:cubicBezTo>
                      <a:pt x="109" y="0"/>
                      <a:pt x="116" y="1"/>
                      <a:pt x="120" y="4"/>
                    </a:cubicBezTo>
                    <a:cubicBezTo>
                      <a:pt x="123" y="7"/>
                      <a:pt x="125" y="9"/>
                      <a:pt x="126" y="12"/>
                    </a:cubicBezTo>
                    <a:cubicBezTo>
                      <a:pt x="127" y="15"/>
                      <a:pt x="127" y="19"/>
                      <a:pt x="126" y="24"/>
                    </a:cubicBezTo>
                    <a:cubicBezTo>
                      <a:pt x="125" y="31"/>
                      <a:pt x="121" y="38"/>
                      <a:pt x="117" y="44"/>
                    </a:cubicBezTo>
                    <a:cubicBezTo>
                      <a:pt x="113" y="50"/>
                      <a:pt x="108" y="56"/>
                      <a:pt x="103" y="61"/>
                    </a:cubicBezTo>
                    <a:cubicBezTo>
                      <a:pt x="94" y="71"/>
                      <a:pt x="86" y="82"/>
                      <a:pt x="77" y="91"/>
                    </a:cubicBezTo>
                    <a:cubicBezTo>
                      <a:pt x="69" y="99"/>
                      <a:pt x="62" y="107"/>
                      <a:pt x="55" y="116"/>
                    </a:cubicBezTo>
                    <a:cubicBezTo>
                      <a:pt x="47" y="125"/>
                      <a:pt x="40" y="134"/>
                      <a:pt x="33" y="143"/>
                    </a:cubicBezTo>
                    <a:cubicBezTo>
                      <a:pt x="30" y="146"/>
                      <a:pt x="28" y="151"/>
                      <a:pt x="26" y="155"/>
                    </a:cubicBezTo>
                    <a:cubicBezTo>
                      <a:pt x="26" y="156"/>
                      <a:pt x="26" y="156"/>
                      <a:pt x="25" y="156"/>
                    </a:cubicBezTo>
                    <a:cubicBezTo>
                      <a:pt x="26" y="156"/>
                      <a:pt x="26" y="157"/>
                      <a:pt x="26" y="157"/>
                    </a:cubicBezTo>
                    <a:lnTo>
                      <a:pt x="26" y="158"/>
                    </a:lnTo>
                    <a:cubicBezTo>
                      <a:pt x="26" y="158"/>
                      <a:pt x="27" y="158"/>
                      <a:pt x="27" y="159"/>
                    </a:cubicBezTo>
                    <a:cubicBezTo>
                      <a:pt x="27" y="159"/>
                      <a:pt x="28" y="159"/>
                      <a:pt x="28" y="160"/>
                    </a:cubicBezTo>
                    <a:cubicBezTo>
                      <a:pt x="28" y="159"/>
                      <a:pt x="27" y="159"/>
                      <a:pt x="27" y="159"/>
                    </a:cubicBezTo>
                    <a:cubicBezTo>
                      <a:pt x="28" y="159"/>
                      <a:pt x="28" y="159"/>
                      <a:pt x="28" y="160"/>
                    </a:cubicBezTo>
                    <a:cubicBezTo>
                      <a:pt x="29" y="160"/>
                      <a:pt x="30" y="160"/>
                      <a:pt x="30" y="161"/>
                    </a:cubicBezTo>
                    <a:cubicBezTo>
                      <a:pt x="31" y="161"/>
                      <a:pt x="31" y="162"/>
                      <a:pt x="32" y="162"/>
                    </a:cubicBezTo>
                    <a:cubicBezTo>
                      <a:pt x="34" y="162"/>
                      <a:pt x="35" y="163"/>
                      <a:pt x="37" y="163"/>
                    </a:cubicBezTo>
                    <a:cubicBezTo>
                      <a:pt x="38" y="163"/>
                      <a:pt x="38" y="163"/>
                      <a:pt x="39" y="163"/>
                    </a:cubicBezTo>
                    <a:cubicBezTo>
                      <a:pt x="43" y="163"/>
                      <a:pt x="46" y="163"/>
                      <a:pt x="50" y="163"/>
                    </a:cubicBezTo>
                    <a:cubicBezTo>
                      <a:pt x="56" y="163"/>
                      <a:pt x="61" y="163"/>
                      <a:pt x="66" y="162"/>
                    </a:cubicBezTo>
                    <a:cubicBezTo>
                      <a:pt x="75" y="160"/>
                      <a:pt x="83" y="158"/>
                      <a:pt x="91" y="155"/>
                    </a:cubicBezTo>
                    <a:cubicBezTo>
                      <a:pt x="92" y="155"/>
                      <a:pt x="93" y="155"/>
                      <a:pt x="93" y="155"/>
                    </a:cubicBezTo>
                    <a:lnTo>
                      <a:pt x="92" y="155"/>
                    </a:lnTo>
                    <a:cubicBezTo>
                      <a:pt x="93" y="155"/>
                      <a:pt x="95" y="154"/>
                      <a:pt x="96" y="153"/>
                    </a:cubicBezTo>
                    <a:cubicBezTo>
                      <a:pt x="102" y="151"/>
                      <a:pt x="109" y="153"/>
                      <a:pt x="112" y="160"/>
                    </a:cubicBezTo>
                    <a:cubicBezTo>
                      <a:pt x="113" y="163"/>
                      <a:pt x="113" y="166"/>
                      <a:pt x="111" y="169"/>
                    </a:cubicBezTo>
                    <a:cubicBezTo>
                      <a:pt x="110" y="173"/>
                      <a:pt x="107" y="175"/>
                      <a:pt x="104" y="176"/>
                    </a:cubicBezTo>
                    <a:cubicBezTo>
                      <a:pt x="96" y="179"/>
                      <a:pt x="89" y="180"/>
                      <a:pt x="82" y="183"/>
                    </a:cubicBezTo>
                    <a:cubicBezTo>
                      <a:pt x="76" y="184"/>
                      <a:pt x="69" y="186"/>
                      <a:pt x="63" y="186"/>
                    </a:cubicBezTo>
                    <a:cubicBezTo>
                      <a:pt x="56" y="187"/>
                      <a:pt x="51" y="188"/>
                      <a:pt x="45" y="188"/>
                    </a:cubicBezTo>
                    <a:cubicBezTo>
                      <a:pt x="42" y="188"/>
                      <a:pt x="39" y="188"/>
                      <a:pt x="37" y="1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2" name="Google Shape;672;p7"/>
              <p:cNvSpPr/>
              <p:nvPr/>
            </p:nvSpPr>
            <p:spPr>
              <a:xfrm>
                <a:off x="736560" y="860040"/>
                <a:ext cx="59040" cy="19440"/>
              </a:xfrm>
              <a:custGeom>
                <a:avLst/>
                <a:gdLst/>
                <a:ahLst/>
                <a:cxnLst/>
                <a:rect l="l" t="t" r="r" b="b"/>
                <a:pathLst>
                  <a:path w="164" h="54" extrusionOk="0">
                    <a:moveTo>
                      <a:pt x="12" y="51"/>
                    </a:moveTo>
                    <a:cubicBezTo>
                      <a:pt x="5" y="48"/>
                      <a:pt x="0" y="40"/>
                      <a:pt x="3" y="33"/>
                    </a:cubicBezTo>
                    <a:cubicBezTo>
                      <a:pt x="4" y="29"/>
                      <a:pt x="7" y="25"/>
                      <a:pt x="11" y="22"/>
                    </a:cubicBezTo>
                    <a:cubicBezTo>
                      <a:pt x="16" y="19"/>
                      <a:pt x="22" y="16"/>
                      <a:pt x="28" y="15"/>
                    </a:cubicBezTo>
                    <a:cubicBezTo>
                      <a:pt x="47" y="7"/>
                      <a:pt x="68" y="4"/>
                      <a:pt x="88" y="2"/>
                    </a:cubicBezTo>
                    <a:cubicBezTo>
                      <a:pt x="110" y="0"/>
                      <a:pt x="131" y="1"/>
                      <a:pt x="152" y="1"/>
                    </a:cubicBezTo>
                    <a:cubicBezTo>
                      <a:pt x="159" y="1"/>
                      <a:pt x="163" y="6"/>
                      <a:pt x="163" y="12"/>
                    </a:cubicBezTo>
                    <a:cubicBezTo>
                      <a:pt x="163" y="18"/>
                      <a:pt x="158" y="23"/>
                      <a:pt x="152" y="23"/>
                    </a:cubicBezTo>
                    <a:cubicBezTo>
                      <a:pt x="134" y="23"/>
                      <a:pt x="116" y="23"/>
                      <a:pt x="98" y="25"/>
                    </a:cubicBezTo>
                    <a:cubicBezTo>
                      <a:pt x="88" y="26"/>
                      <a:pt x="77" y="27"/>
                      <a:pt x="67" y="29"/>
                    </a:cubicBezTo>
                    <a:lnTo>
                      <a:pt x="66" y="29"/>
                    </a:lnTo>
                    <a:lnTo>
                      <a:pt x="65" y="29"/>
                    </a:lnTo>
                    <a:lnTo>
                      <a:pt x="66" y="29"/>
                    </a:lnTo>
                    <a:cubicBezTo>
                      <a:pt x="58" y="30"/>
                      <a:pt x="50" y="32"/>
                      <a:pt x="43" y="34"/>
                    </a:cubicBezTo>
                    <a:cubicBezTo>
                      <a:pt x="39" y="36"/>
                      <a:pt x="35" y="38"/>
                      <a:pt x="30" y="40"/>
                    </a:cubicBezTo>
                    <a:cubicBezTo>
                      <a:pt x="30" y="41"/>
                      <a:pt x="30" y="42"/>
                      <a:pt x="29" y="43"/>
                    </a:cubicBezTo>
                    <a:cubicBezTo>
                      <a:pt x="28" y="49"/>
                      <a:pt x="22" y="53"/>
                      <a:pt x="17" y="53"/>
                    </a:cubicBezTo>
                    <a:cubicBezTo>
                      <a:pt x="15" y="53"/>
                      <a:pt x="14" y="52"/>
                      <a:pt x="12" y="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3" name="Google Shape;673;p7"/>
              <p:cNvSpPr/>
              <p:nvPr/>
            </p:nvSpPr>
            <p:spPr>
              <a:xfrm>
                <a:off x="815760" y="851040"/>
                <a:ext cx="2412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67" h="31" extrusionOk="0">
                    <a:moveTo>
                      <a:pt x="13" y="30"/>
                    </a:moveTo>
                    <a:cubicBezTo>
                      <a:pt x="6" y="29"/>
                      <a:pt x="0" y="24"/>
                      <a:pt x="0" y="17"/>
                    </a:cubicBezTo>
                    <a:cubicBezTo>
                      <a:pt x="1" y="10"/>
                      <a:pt x="6" y="4"/>
                      <a:pt x="13" y="4"/>
                    </a:cubicBezTo>
                    <a:cubicBezTo>
                      <a:pt x="19" y="4"/>
                      <a:pt x="24" y="3"/>
                      <a:pt x="30" y="2"/>
                    </a:cubicBezTo>
                    <a:cubicBezTo>
                      <a:pt x="37" y="2"/>
                      <a:pt x="44" y="1"/>
                      <a:pt x="52" y="1"/>
                    </a:cubicBezTo>
                    <a:cubicBezTo>
                      <a:pt x="58" y="0"/>
                      <a:pt x="64" y="4"/>
                      <a:pt x="65" y="11"/>
                    </a:cubicBezTo>
                    <a:cubicBezTo>
                      <a:pt x="66" y="17"/>
                      <a:pt x="61" y="23"/>
                      <a:pt x="55" y="24"/>
                    </a:cubicBezTo>
                    <a:cubicBezTo>
                      <a:pt x="47" y="24"/>
                      <a:pt x="39" y="26"/>
                      <a:pt x="32" y="27"/>
                    </a:cubicBezTo>
                    <a:cubicBezTo>
                      <a:pt x="29" y="27"/>
                      <a:pt x="25" y="27"/>
                      <a:pt x="23" y="28"/>
                    </a:cubicBezTo>
                    <a:cubicBezTo>
                      <a:pt x="20" y="29"/>
                      <a:pt x="17" y="30"/>
                      <a:pt x="14" y="30"/>
                    </a:cubicBezTo>
                    <a:lnTo>
                      <a:pt x="13" y="3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4" name="Google Shape;674;p7"/>
              <p:cNvSpPr/>
              <p:nvPr/>
            </p:nvSpPr>
            <p:spPr>
              <a:xfrm>
                <a:off x="808920" y="856440"/>
                <a:ext cx="70920" cy="27000"/>
              </a:xfrm>
              <a:custGeom>
                <a:avLst/>
                <a:gdLst/>
                <a:ahLst/>
                <a:cxnLst/>
                <a:rect l="l" t="t" r="r" b="b"/>
                <a:pathLst>
                  <a:path w="197" h="75" extrusionOk="0">
                    <a:moveTo>
                      <a:pt x="2" y="64"/>
                    </a:moveTo>
                    <a:cubicBezTo>
                      <a:pt x="0" y="57"/>
                      <a:pt x="5" y="51"/>
                      <a:pt x="11" y="49"/>
                    </a:cubicBezTo>
                    <a:lnTo>
                      <a:pt x="12" y="49"/>
                    </a:lnTo>
                    <a:cubicBezTo>
                      <a:pt x="11" y="49"/>
                      <a:pt x="11" y="49"/>
                      <a:pt x="11" y="49"/>
                    </a:cubicBezTo>
                    <a:cubicBezTo>
                      <a:pt x="11" y="49"/>
                      <a:pt x="12" y="49"/>
                      <a:pt x="13" y="49"/>
                    </a:cubicBezTo>
                    <a:cubicBezTo>
                      <a:pt x="17" y="47"/>
                      <a:pt x="22" y="44"/>
                      <a:pt x="28" y="43"/>
                    </a:cubicBezTo>
                    <a:cubicBezTo>
                      <a:pt x="34" y="40"/>
                      <a:pt x="41" y="37"/>
                      <a:pt x="47" y="35"/>
                    </a:cubicBezTo>
                    <a:cubicBezTo>
                      <a:pt x="52" y="33"/>
                      <a:pt x="57" y="32"/>
                      <a:pt x="63" y="29"/>
                    </a:cubicBezTo>
                    <a:cubicBezTo>
                      <a:pt x="69" y="28"/>
                      <a:pt x="74" y="26"/>
                      <a:pt x="80" y="24"/>
                    </a:cubicBezTo>
                    <a:cubicBezTo>
                      <a:pt x="87" y="22"/>
                      <a:pt x="94" y="20"/>
                      <a:pt x="101" y="18"/>
                    </a:cubicBezTo>
                    <a:cubicBezTo>
                      <a:pt x="107" y="16"/>
                      <a:pt x="114" y="15"/>
                      <a:pt x="120" y="14"/>
                    </a:cubicBezTo>
                    <a:cubicBezTo>
                      <a:pt x="132" y="11"/>
                      <a:pt x="143" y="8"/>
                      <a:pt x="155" y="6"/>
                    </a:cubicBezTo>
                    <a:cubicBezTo>
                      <a:pt x="163" y="4"/>
                      <a:pt x="172" y="2"/>
                      <a:pt x="182" y="0"/>
                    </a:cubicBezTo>
                    <a:cubicBezTo>
                      <a:pt x="187" y="0"/>
                      <a:pt x="193" y="2"/>
                      <a:pt x="194" y="8"/>
                    </a:cubicBezTo>
                    <a:cubicBezTo>
                      <a:pt x="196" y="13"/>
                      <a:pt x="192" y="19"/>
                      <a:pt x="187" y="21"/>
                    </a:cubicBezTo>
                    <a:cubicBezTo>
                      <a:pt x="168" y="25"/>
                      <a:pt x="150" y="29"/>
                      <a:pt x="131" y="33"/>
                    </a:cubicBezTo>
                    <a:cubicBezTo>
                      <a:pt x="123" y="36"/>
                      <a:pt x="115" y="38"/>
                      <a:pt x="106" y="40"/>
                    </a:cubicBezTo>
                    <a:cubicBezTo>
                      <a:pt x="99" y="42"/>
                      <a:pt x="92" y="44"/>
                      <a:pt x="84" y="47"/>
                    </a:cubicBezTo>
                    <a:cubicBezTo>
                      <a:pt x="73" y="51"/>
                      <a:pt x="62" y="54"/>
                      <a:pt x="50" y="59"/>
                    </a:cubicBezTo>
                    <a:cubicBezTo>
                      <a:pt x="45" y="61"/>
                      <a:pt x="39" y="64"/>
                      <a:pt x="34" y="66"/>
                    </a:cubicBezTo>
                    <a:cubicBezTo>
                      <a:pt x="29" y="68"/>
                      <a:pt x="24" y="71"/>
                      <a:pt x="19" y="73"/>
                    </a:cubicBezTo>
                    <a:cubicBezTo>
                      <a:pt x="17" y="74"/>
                      <a:pt x="16" y="74"/>
                      <a:pt x="14" y="74"/>
                    </a:cubicBezTo>
                    <a:cubicBezTo>
                      <a:pt x="9" y="74"/>
                      <a:pt x="4" y="70"/>
                      <a:pt x="2" y="6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5" name="Google Shape;675;p7"/>
              <p:cNvSpPr/>
              <p:nvPr/>
            </p:nvSpPr>
            <p:spPr>
              <a:xfrm>
                <a:off x="853920" y="824760"/>
                <a:ext cx="91080" cy="70560"/>
              </a:xfrm>
              <a:custGeom>
                <a:avLst/>
                <a:gdLst/>
                <a:ahLst/>
                <a:cxnLst/>
                <a:rect l="l" t="t" r="r" b="b"/>
                <a:pathLst>
                  <a:path w="253" h="196" extrusionOk="0">
                    <a:moveTo>
                      <a:pt x="108" y="172"/>
                    </a:moveTo>
                    <a:cubicBezTo>
                      <a:pt x="109" y="171"/>
                      <a:pt x="109" y="171"/>
                      <a:pt x="109" y="171"/>
                    </a:cubicBezTo>
                    <a:cubicBezTo>
                      <a:pt x="111" y="171"/>
                      <a:pt x="112" y="171"/>
                      <a:pt x="113" y="171"/>
                    </a:cubicBezTo>
                    <a:cubicBezTo>
                      <a:pt x="115" y="170"/>
                      <a:pt x="118" y="169"/>
                      <a:pt x="120" y="168"/>
                    </a:cubicBezTo>
                    <a:cubicBezTo>
                      <a:pt x="124" y="166"/>
                      <a:pt x="128" y="163"/>
                      <a:pt x="132" y="161"/>
                    </a:cubicBezTo>
                    <a:lnTo>
                      <a:pt x="132" y="162"/>
                    </a:lnTo>
                    <a:cubicBezTo>
                      <a:pt x="132" y="161"/>
                      <a:pt x="132" y="161"/>
                      <a:pt x="133" y="160"/>
                    </a:cubicBezTo>
                    <a:cubicBezTo>
                      <a:pt x="144" y="153"/>
                      <a:pt x="156" y="145"/>
                      <a:pt x="167" y="135"/>
                    </a:cubicBezTo>
                    <a:cubicBezTo>
                      <a:pt x="173" y="131"/>
                      <a:pt x="179" y="126"/>
                      <a:pt x="185" y="121"/>
                    </a:cubicBezTo>
                    <a:cubicBezTo>
                      <a:pt x="193" y="114"/>
                      <a:pt x="201" y="106"/>
                      <a:pt x="209" y="98"/>
                    </a:cubicBezTo>
                    <a:cubicBezTo>
                      <a:pt x="213" y="95"/>
                      <a:pt x="215" y="90"/>
                      <a:pt x="218" y="87"/>
                    </a:cubicBezTo>
                    <a:cubicBezTo>
                      <a:pt x="221" y="84"/>
                      <a:pt x="222" y="80"/>
                      <a:pt x="225" y="77"/>
                    </a:cubicBezTo>
                    <a:cubicBezTo>
                      <a:pt x="226" y="74"/>
                      <a:pt x="227" y="72"/>
                      <a:pt x="228" y="70"/>
                    </a:cubicBezTo>
                    <a:cubicBezTo>
                      <a:pt x="228" y="68"/>
                      <a:pt x="228" y="67"/>
                      <a:pt x="229" y="65"/>
                    </a:cubicBezTo>
                    <a:cubicBezTo>
                      <a:pt x="229" y="65"/>
                      <a:pt x="229" y="64"/>
                      <a:pt x="229" y="63"/>
                    </a:cubicBezTo>
                    <a:cubicBezTo>
                      <a:pt x="229" y="61"/>
                      <a:pt x="229" y="60"/>
                      <a:pt x="229" y="58"/>
                    </a:cubicBezTo>
                    <a:cubicBezTo>
                      <a:pt x="229" y="57"/>
                      <a:pt x="229" y="56"/>
                      <a:pt x="229" y="55"/>
                    </a:cubicBezTo>
                    <a:cubicBezTo>
                      <a:pt x="229" y="56"/>
                      <a:pt x="229" y="56"/>
                      <a:pt x="229" y="57"/>
                    </a:cubicBezTo>
                    <a:cubicBezTo>
                      <a:pt x="229" y="56"/>
                      <a:pt x="229" y="54"/>
                      <a:pt x="228" y="53"/>
                    </a:cubicBezTo>
                    <a:cubicBezTo>
                      <a:pt x="228" y="53"/>
                      <a:pt x="228" y="52"/>
                      <a:pt x="228" y="51"/>
                    </a:cubicBezTo>
                    <a:cubicBezTo>
                      <a:pt x="227" y="50"/>
                      <a:pt x="227" y="49"/>
                      <a:pt x="226" y="48"/>
                    </a:cubicBezTo>
                    <a:cubicBezTo>
                      <a:pt x="225" y="47"/>
                      <a:pt x="224" y="46"/>
                      <a:pt x="223" y="44"/>
                    </a:cubicBezTo>
                    <a:cubicBezTo>
                      <a:pt x="222" y="43"/>
                      <a:pt x="220" y="42"/>
                      <a:pt x="219" y="40"/>
                    </a:cubicBezTo>
                    <a:cubicBezTo>
                      <a:pt x="217" y="39"/>
                      <a:pt x="215" y="37"/>
                      <a:pt x="214" y="36"/>
                    </a:cubicBezTo>
                    <a:cubicBezTo>
                      <a:pt x="211" y="34"/>
                      <a:pt x="208" y="33"/>
                      <a:pt x="206" y="31"/>
                    </a:cubicBezTo>
                    <a:cubicBezTo>
                      <a:pt x="204" y="30"/>
                      <a:pt x="202" y="29"/>
                      <a:pt x="200" y="29"/>
                    </a:cubicBezTo>
                    <a:cubicBezTo>
                      <a:pt x="197" y="28"/>
                      <a:pt x="193" y="26"/>
                      <a:pt x="190" y="26"/>
                    </a:cubicBezTo>
                    <a:cubicBezTo>
                      <a:pt x="187" y="25"/>
                      <a:pt x="183" y="25"/>
                      <a:pt x="180" y="24"/>
                    </a:cubicBezTo>
                    <a:cubicBezTo>
                      <a:pt x="176" y="24"/>
                      <a:pt x="172" y="24"/>
                      <a:pt x="169" y="24"/>
                    </a:cubicBezTo>
                    <a:cubicBezTo>
                      <a:pt x="168" y="24"/>
                      <a:pt x="168" y="24"/>
                      <a:pt x="168" y="24"/>
                    </a:cubicBezTo>
                    <a:cubicBezTo>
                      <a:pt x="161" y="25"/>
                      <a:pt x="154" y="25"/>
                      <a:pt x="147" y="27"/>
                    </a:cubicBezTo>
                    <a:cubicBezTo>
                      <a:pt x="137" y="28"/>
                      <a:pt x="129" y="30"/>
                      <a:pt x="120" y="33"/>
                    </a:cubicBezTo>
                    <a:cubicBezTo>
                      <a:pt x="115" y="35"/>
                      <a:pt x="109" y="37"/>
                      <a:pt x="104" y="40"/>
                    </a:cubicBezTo>
                    <a:cubicBezTo>
                      <a:pt x="102" y="41"/>
                      <a:pt x="100" y="42"/>
                      <a:pt x="98" y="43"/>
                    </a:cubicBezTo>
                    <a:cubicBezTo>
                      <a:pt x="98" y="44"/>
                      <a:pt x="97" y="44"/>
                      <a:pt x="97" y="46"/>
                    </a:cubicBezTo>
                    <a:cubicBezTo>
                      <a:pt x="95" y="47"/>
                      <a:pt x="95" y="48"/>
                      <a:pt x="94" y="49"/>
                    </a:cubicBezTo>
                    <a:cubicBezTo>
                      <a:pt x="93" y="52"/>
                      <a:pt x="92" y="54"/>
                      <a:pt x="91" y="57"/>
                    </a:cubicBezTo>
                    <a:cubicBezTo>
                      <a:pt x="89" y="62"/>
                      <a:pt x="88" y="67"/>
                      <a:pt x="87" y="71"/>
                    </a:cubicBezTo>
                    <a:lnTo>
                      <a:pt x="87" y="70"/>
                    </a:lnTo>
                    <a:cubicBezTo>
                      <a:pt x="86" y="76"/>
                      <a:pt x="85" y="82"/>
                      <a:pt x="84" y="89"/>
                    </a:cubicBezTo>
                    <a:cubicBezTo>
                      <a:pt x="84" y="97"/>
                      <a:pt x="84" y="105"/>
                      <a:pt x="84" y="113"/>
                    </a:cubicBezTo>
                    <a:cubicBezTo>
                      <a:pt x="84" y="114"/>
                      <a:pt x="84" y="114"/>
                      <a:pt x="84" y="114"/>
                    </a:cubicBezTo>
                    <a:cubicBezTo>
                      <a:pt x="85" y="121"/>
                      <a:pt x="86" y="129"/>
                      <a:pt x="87" y="136"/>
                    </a:cubicBezTo>
                    <a:cubicBezTo>
                      <a:pt x="88" y="143"/>
                      <a:pt x="90" y="149"/>
                      <a:pt x="92" y="156"/>
                    </a:cubicBezTo>
                    <a:cubicBezTo>
                      <a:pt x="93" y="158"/>
                      <a:pt x="93" y="159"/>
                      <a:pt x="94" y="161"/>
                    </a:cubicBezTo>
                    <a:cubicBezTo>
                      <a:pt x="94" y="162"/>
                      <a:pt x="95" y="163"/>
                      <a:pt x="96" y="164"/>
                    </a:cubicBezTo>
                    <a:cubicBezTo>
                      <a:pt x="96" y="165"/>
                      <a:pt x="97" y="166"/>
                      <a:pt x="97" y="166"/>
                    </a:cubicBezTo>
                    <a:cubicBezTo>
                      <a:pt x="98" y="167"/>
                      <a:pt x="98" y="168"/>
                      <a:pt x="99" y="169"/>
                    </a:cubicBezTo>
                    <a:cubicBezTo>
                      <a:pt x="100" y="169"/>
                      <a:pt x="101" y="170"/>
                      <a:pt x="101" y="170"/>
                    </a:cubicBezTo>
                    <a:cubicBezTo>
                      <a:pt x="102" y="170"/>
                      <a:pt x="102" y="171"/>
                      <a:pt x="102" y="171"/>
                    </a:cubicBezTo>
                    <a:lnTo>
                      <a:pt x="103" y="171"/>
                    </a:lnTo>
                    <a:cubicBezTo>
                      <a:pt x="104" y="171"/>
                      <a:pt x="104" y="171"/>
                      <a:pt x="105" y="171"/>
                    </a:cubicBezTo>
                    <a:lnTo>
                      <a:pt x="106" y="172"/>
                    </a:lnTo>
                    <a:lnTo>
                      <a:pt x="108" y="172"/>
                    </a:lnTo>
                    <a:moveTo>
                      <a:pt x="98" y="194"/>
                    </a:moveTo>
                    <a:cubicBezTo>
                      <a:pt x="95" y="193"/>
                      <a:pt x="92" y="192"/>
                      <a:pt x="89" y="190"/>
                    </a:cubicBezTo>
                    <a:cubicBezTo>
                      <a:pt x="86" y="188"/>
                      <a:pt x="84" y="186"/>
                      <a:pt x="81" y="184"/>
                    </a:cubicBezTo>
                    <a:cubicBezTo>
                      <a:pt x="77" y="178"/>
                      <a:pt x="73" y="173"/>
                      <a:pt x="71" y="166"/>
                    </a:cubicBezTo>
                    <a:cubicBezTo>
                      <a:pt x="70" y="163"/>
                      <a:pt x="69" y="159"/>
                      <a:pt x="68" y="155"/>
                    </a:cubicBezTo>
                    <a:cubicBezTo>
                      <a:pt x="67" y="151"/>
                      <a:pt x="66" y="147"/>
                      <a:pt x="65" y="142"/>
                    </a:cubicBezTo>
                    <a:cubicBezTo>
                      <a:pt x="62" y="126"/>
                      <a:pt x="60" y="110"/>
                      <a:pt x="61" y="93"/>
                    </a:cubicBezTo>
                    <a:cubicBezTo>
                      <a:pt x="61" y="84"/>
                      <a:pt x="62" y="74"/>
                      <a:pt x="64" y="65"/>
                    </a:cubicBezTo>
                    <a:cubicBezTo>
                      <a:pt x="60" y="68"/>
                      <a:pt x="55" y="71"/>
                      <a:pt x="51" y="74"/>
                    </a:cubicBezTo>
                    <a:cubicBezTo>
                      <a:pt x="40" y="82"/>
                      <a:pt x="30" y="90"/>
                      <a:pt x="19" y="97"/>
                    </a:cubicBezTo>
                    <a:cubicBezTo>
                      <a:pt x="14" y="101"/>
                      <a:pt x="7" y="100"/>
                      <a:pt x="4" y="95"/>
                    </a:cubicBezTo>
                    <a:cubicBezTo>
                      <a:pt x="0" y="90"/>
                      <a:pt x="2" y="84"/>
                      <a:pt x="6" y="81"/>
                    </a:cubicBezTo>
                    <a:cubicBezTo>
                      <a:pt x="18" y="72"/>
                      <a:pt x="30" y="63"/>
                      <a:pt x="42" y="54"/>
                    </a:cubicBezTo>
                    <a:cubicBezTo>
                      <a:pt x="49" y="50"/>
                      <a:pt x="55" y="45"/>
                      <a:pt x="62" y="40"/>
                    </a:cubicBezTo>
                    <a:cubicBezTo>
                      <a:pt x="66" y="37"/>
                      <a:pt x="70" y="35"/>
                      <a:pt x="74" y="32"/>
                    </a:cubicBezTo>
                    <a:cubicBezTo>
                      <a:pt x="75" y="32"/>
                      <a:pt x="76" y="30"/>
                      <a:pt x="77" y="30"/>
                    </a:cubicBezTo>
                    <a:cubicBezTo>
                      <a:pt x="79" y="29"/>
                      <a:pt x="79" y="28"/>
                      <a:pt x="80" y="27"/>
                    </a:cubicBezTo>
                    <a:cubicBezTo>
                      <a:pt x="83" y="23"/>
                      <a:pt x="88" y="19"/>
                      <a:pt x="93" y="18"/>
                    </a:cubicBezTo>
                    <a:cubicBezTo>
                      <a:pt x="94" y="18"/>
                      <a:pt x="95" y="18"/>
                      <a:pt x="97" y="19"/>
                    </a:cubicBezTo>
                    <a:cubicBezTo>
                      <a:pt x="112" y="12"/>
                      <a:pt x="129" y="7"/>
                      <a:pt x="145" y="4"/>
                    </a:cubicBezTo>
                    <a:cubicBezTo>
                      <a:pt x="162" y="1"/>
                      <a:pt x="179" y="0"/>
                      <a:pt x="196" y="4"/>
                    </a:cubicBezTo>
                    <a:cubicBezTo>
                      <a:pt x="211" y="7"/>
                      <a:pt x="226" y="15"/>
                      <a:pt x="238" y="26"/>
                    </a:cubicBezTo>
                    <a:cubicBezTo>
                      <a:pt x="243" y="32"/>
                      <a:pt x="246" y="38"/>
                      <a:pt x="249" y="44"/>
                    </a:cubicBezTo>
                    <a:cubicBezTo>
                      <a:pt x="252" y="52"/>
                      <a:pt x="252" y="60"/>
                      <a:pt x="251" y="68"/>
                    </a:cubicBezTo>
                    <a:cubicBezTo>
                      <a:pt x="250" y="74"/>
                      <a:pt x="247" y="81"/>
                      <a:pt x="244" y="87"/>
                    </a:cubicBezTo>
                    <a:cubicBezTo>
                      <a:pt x="241" y="94"/>
                      <a:pt x="236" y="100"/>
                      <a:pt x="231" y="106"/>
                    </a:cubicBezTo>
                    <a:cubicBezTo>
                      <a:pt x="226" y="112"/>
                      <a:pt x="221" y="117"/>
                      <a:pt x="215" y="123"/>
                    </a:cubicBezTo>
                    <a:cubicBezTo>
                      <a:pt x="210" y="127"/>
                      <a:pt x="205" y="132"/>
                      <a:pt x="200" y="137"/>
                    </a:cubicBezTo>
                    <a:cubicBezTo>
                      <a:pt x="187" y="148"/>
                      <a:pt x="174" y="159"/>
                      <a:pt x="161" y="169"/>
                    </a:cubicBezTo>
                    <a:cubicBezTo>
                      <a:pt x="154" y="174"/>
                      <a:pt x="147" y="178"/>
                      <a:pt x="140" y="183"/>
                    </a:cubicBezTo>
                    <a:cubicBezTo>
                      <a:pt x="134" y="187"/>
                      <a:pt x="127" y="191"/>
                      <a:pt x="119" y="193"/>
                    </a:cubicBezTo>
                    <a:cubicBezTo>
                      <a:pt x="115" y="195"/>
                      <a:pt x="111" y="195"/>
                      <a:pt x="106" y="195"/>
                    </a:cubicBezTo>
                    <a:cubicBezTo>
                      <a:pt x="104" y="195"/>
                      <a:pt x="101" y="195"/>
                      <a:pt x="98" y="1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76" name="Google Shape;676;p7"/>
            <p:cNvGrpSpPr/>
            <p:nvPr/>
          </p:nvGrpSpPr>
          <p:grpSpPr>
            <a:xfrm>
              <a:off x="-1367219" y="-124964"/>
              <a:ext cx="2216527" cy="608732"/>
              <a:chOff x="35640" y="924840"/>
              <a:chExt cx="1030320" cy="282960"/>
            </a:xfrm>
          </p:grpSpPr>
          <p:sp>
            <p:nvSpPr>
              <p:cNvPr id="677" name="Google Shape;677;p7"/>
              <p:cNvSpPr/>
              <p:nvPr/>
            </p:nvSpPr>
            <p:spPr>
              <a:xfrm>
                <a:off x="119520" y="1041840"/>
                <a:ext cx="51120" cy="132120"/>
              </a:xfrm>
              <a:custGeom>
                <a:avLst/>
                <a:gdLst/>
                <a:ahLst/>
                <a:cxnLst/>
                <a:rect l="l" t="t" r="r" b="b"/>
                <a:pathLst>
                  <a:path w="142" h="367" extrusionOk="0">
                    <a:moveTo>
                      <a:pt x="57" y="366"/>
                    </a:moveTo>
                    <a:cubicBezTo>
                      <a:pt x="49" y="365"/>
                      <a:pt x="41" y="363"/>
                      <a:pt x="35" y="358"/>
                    </a:cubicBezTo>
                    <a:cubicBezTo>
                      <a:pt x="29" y="355"/>
                      <a:pt x="25" y="349"/>
                      <a:pt x="20" y="343"/>
                    </a:cubicBezTo>
                    <a:cubicBezTo>
                      <a:pt x="16" y="337"/>
                      <a:pt x="13" y="330"/>
                      <a:pt x="12" y="322"/>
                    </a:cubicBezTo>
                    <a:cubicBezTo>
                      <a:pt x="12" y="318"/>
                      <a:pt x="11" y="315"/>
                      <a:pt x="12" y="311"/>
                    </a:cubicBezTo>
                    <a:cubicBezTo>
                      <a:pt x="12" y="307"/>
                      <a:pt x="13" y="304"/>
                      <a:pt x="15" y="300"/>
                    </a:cubicBezTo>
                    <a:cubicBezTo>
                      <a:pt x="18" y="294"/>
                      <a:pt x="25" y="292"/>
                      <a:pt x="31" y="294"/>
                    </a:cubicBezTo>
                    <a:cubicBezTo>
                      <a:pt x="37" y="297"/>
                      <a:pt x="40" y="304"/>
                      <a:pt x="37" y="310"/>
                    </a:cubicBezTo>
                    <a:cubicBezTo>
                      <a:pt x="37" y="311"/>
                      <a:pt x="36" y="312"/>
                      <a:pt x="36" y="313"/>
                    </a:cubicBezTo>
                    <a:lnTo>
                      <a:pt x="36" y="314"/>
                    </a:lnTo>
                    <a:lnTo>
                      <a:pt x="36" y="315"/>
                    </a:lnTo>
                    <a:cubicBezTo>
                      <a:pt x="36" y="316"/>
                      <a:pt x="36" y="317"/>
                      <a:pt x="36" y="318"/>
                    </a:cubicBezTo>
                    <a:cubicBezTo>
                      <a:pt x="36" y="320"/>
                      <a:pt x="37" y="321"/>
                      <a:pt x="37" y="322"/>
                    </a:cubicBezTo>
                    <a:cubicBezTo>
                      <a:pt x="38" y="324"/>
                      <a:pt x="39" y="325"/>
                      <a:pt x="39" y="326"/>
                    </a:cubicBezTo>
                    <a:cubicBezTo>
                      <a:pt x="40" y="328"/>
                      <a:pt x="40" y="329"/>
                      <a:pt x="41" y="330"/>
                    </a:cubicBezTo>
                    <a:cubicBezTo>
                      <a:pt x="42" y="331"/>
                      <a:pt x="43" y="332"/>
                      <a:pt x="44" y="334"/>
                    </a:cubicBezTo>
                    <a:cubicBezTo>
                      <a:pt x="44" y="335"/>
                      <a:pt x="46" y="335"/>
                      <a:pt x="47" y="337"/>
                    </a:cubicBezTo>
                    <a:lnTo>
                      <a:pt x="48" y="338"/>
                    </a:lnTo>
                    <a:cubicBezTo>
                      <a:pt x="50" y="339"/>
                      <a:pt x="50" y="339"/>
                      <a:pt x="51" y="339"/>
                    </a:cubicBezTo>
                    <a:cubicBezTo>
                      <a:pt x="52" y="340"/>
                      <a:pt x="53" y="341"/>
                      <a:pt x="53" y="341"/>
                    </a:cubicBezTo>
                    <a:cubicBezTo>
                      <a:pt x="54" y="341"/>
                      <a:pt x="54" y="341"/>
                      <a:pt x="55" y="341"/>
                    </a:cubicBezTo>
                    <a:cubicBezTo>
                      <a:pt x="57" y="341"/>
                      <a:pt x="58" y="342"/>
                      <a:pt x="60" y="342"/>
                    </a:cubicBezTo>
                    <a:cubicBezTo>
                      <a:pt x="61" y="342"/>
                      <a:pt x="62" y="342"/>
                      <a:pt x="64" y="342"/>
                    </a:cubicBezTo>
                    <a:cubicBezTo>
                      <a:pt x="64" y="342"/>
                      <a:pt x="65" y="342"/>
                      <a:pt x="66" y="342"/>
                    </a:cubicBezTo>
                    <a:lnTo>
                      <a:pt x="66" y="341"/>
                    </a:lnTo>
                    <a:cubicBezTo>
                      <a:pt x="68" y="341"/>
                      <a:pt x="70" y="340"/>
                      <a:pt x="72" y="339"/>
                    </a:cubicBezTo>
                    <a:cubicBezTo>
                      <a:pt x="73" y="339"/>
                      <a:pt x="74" y="338"/>
                      <a:pt x="75" y="337"/>
                    </a:cubicBezTo>
                    <a:cubicBezTo>
                      <a:pt x="76" y="337"/>
                      <a:pt x="76" y="337"/>
                      <a:pt x="76" y="337"/>
                    </a:cubicBezTo>
                    <a:cubicBezTo>
                      <a:pt x="77" y="336"/>
                      <a:pt x="78" y="335"/>
                      <a:pt x="79" y="335"/>
                    </a:cubicBezTo>
                    <a:cubicBezTo>
                      <a:pt x="78" y="335"/>
                      <a:pt x="78" y="335"/>
                      <a:pt x="78" y="335"/>
                    </a:cubicBezTo>
                    <a:lnTo>
                      <a:pt x="79" y="334"/>
                    </a:lnTo>
                    <a:cubicBezTo>
                      <a:pt x="79" y="334"/>
                      <a:pt x="79" y="333"/>
                      <a:pt x="80" y="332"/>
                    </a:cubicBezTo>
                    <a:cubicBezTo>
                      <a:pt x="79" y="333"/>
                      <a:pt x="79" y="333"/>
                      <a:pt x="79" y="333"/>
                    </a:cubicBezTo>
                    <a:cubicBezTo>
                      <a:pt x="79" y="333"/>
                      <a:pt x="80" y="333"/>
                      <a:pt x="80" y="332"/>
                    </a:cubicBezTo>
                    <a:lnTo>
                      <a:pt x="80" y="331"/>
                    </a:lnTo>
                    <a:cubicBezTo>
                      <a:pt x="81" y="330"/>
                      <a:pt x="81" y="328"/>
                      <a:pt x="82" y="327"/>
                    </a:cubicBezTo>
                    <a:cubicBezTo>
                      <a:pt x="82" y="322"/>
                      <a:pt x="83" y="317"/>
                      <a:pt x="83" y="313"/>
                    </a:cubicBezTo>
                    <a:cubicBezTo>
                      <a:pt x="83" y="310"/>
                      <a:pt x="83" y="307"/>
                      <a:pt x="83" y="304"/>
                    </a:cubicBezTo>
                    <a:cubicBezTo>
                      <a:pt x="83" y="300"/>
                      <a:pt x="83" y="297"/>
                      <a:pt x="82" y="293"/>
                    </a:cubicBezTo>
                    <a:cubicBezTo>
                      <a:pt x="81" y="287"/>
                      <a:pt x="79" y="280"/>
                      <a:pt x="78" y="274"/>
                    </a:cubicBezTo>
                    <a:cubicBezTo>
                      <a:pt x="76" y="268"/>
                      <a:pt x="73" y="264"/>
                      <a:pt x="71" y="259"/>
                    </a:cubicBezTo>
                    <a:cubicBezTo>
                      <a:pt x="68" y="253"/>
                      <a:pt x="65" y="247"/>
                      <a:pt x="62" y="242"/>
                    </a:cubicBezTo>
                    <a:cubicBezTo>
                      <a:pt x="55" y="232"/>
                      <a:pt x="48" y="222"/>
                      <a:pt x="42" y="212"/>
                    </a:cubicBezTo>
                    <a:cubicBezTo>
                      <a:pt x="34" y="200"/>
                      <a:pt x="27" y="189"/>
                      <a:pt x="21" y="176"/>
                    </a:cubicBezTo>
                    <a:cubicBezTo>
                      <a:pt x="13" y="160"/>
                      <a:pt x="7" y="144"/>
                      <a:pt x="4" y="127"/>
                    </a:cubicBezTo>
                    <a:cubicBezTo>
                      <a:pt x="1" y="110"/>
                      <a:pt x="0" y="92"/>
                      <a:pt x="3" y="75"/>
                    </a:cubicBezTo>
                    <a:cubicBezTo>
                      <a:pt x="4" y="68"/>
                      <a:pt x="6" y="60"/>
                      <a:pt x="9" y="53"/>
                    </a:cubicBezTo>
                    <a:cubicBezTo>
                      <a:pt x="13" y="45"/>
                      <a:pt x="18" y="38"/>
                      <a:pt x="23" y="32"/>
                    </a:cubicBezTo>
                    <a:cubicBezTo>
                      <a:pt x="28" y="26"/>
                      <a:pt x="33" y="22"/>
                      <a:pt x="40" y="18"/>
                    </a:cubicBezTo>
                    <a:cubicBezTo>
                      <a:pt x="48" y="14"/>
                      <a:pt x="57" y="11"/>
                      <a:pt x="65" y="9"/>
                    </a:cubicBezTo>
                    <a:cubicBezTo>
                      <a:pt x="81" y="4"/>
                      <a:pt x="99" y="5"/>
                      <a:pt x="114" y="11"/>
                    </a:cubicBezTo>
                    <a:cubicBezTo>
                      <a:pt x="114" y="11"/>
                      <a:pt x="114" y="12"/>
                      <a:pt x="115" y="12"/>
                    </a:cubicBezTo>
                    <a:cubicBezTo>
                      <a:pt x="115" y="11"/>
                      <a:pt x="115" y="11"/>
                      <a:pt x="115" y="11"/>
                    </a:cubicBezTo>
                    <a:cubicBezTo>
                      <a:pt x="117" y="4"/>
                      <a:pt x="124" y="0"/>
                      <a:pt x="131" y="2"/>
                    </a:cubicBezTo>
                    <a:cubicBezTo>
                      <a:pt x="136" y="4"/>
                      <a:pt x="141" y="11"/>
                      <a:pt x="139" y="18"/>
                    </a:cubicBezTo>
                    <a:cubicBezTo>
                      <a:pt x="137" y="23"/>
                      <a:pt x="135" y="28"/>
                      <a:pt x="134" y="33"/>
                    </a:cubicBezTo>
                    <a:cubicBezTo>
                      <a:pt x="134" y="37"/>
                      <a:pt x="134" y="40"/>
                      <a:pt x="132" y="43"/>
                    </a:cubicBezTo>
                    <a:cubicBezTo>
                      <a:pt x="131" y="47"/>
                      <a:pt x="127" y="50"/>
                      <a:pt x="122" y="50"/>
                    </a:cubicBezTo>
                    <a:cubicBezTo>
                      <a:pt x="115" y="51"/>
                      <a:pt x="109" y="47"/>
                      <a:pt x="108" y="40"/>
                    </a:cubicBezTo>
                    <a:cubicBezTo>
                      <a:pt x="108" y="39"/>
                      <a:pt x="108" y="38"/>
                      <a:pt x="108" y="36"/>
                    </a:cubicBezTo>
                    <a:lnTo>
                      <a:pt x="107" y="36"/>
                    </a:lnTo>
                    <a:cubicBezTo>
                      <a:pt x="107" y="35"/>
                      <a:pt x="106" y="35"/>
                      <a:pt x="104" y="34"/>
                    </a:cubicBezTo>
                    <a:cubicBezTo>
                      <a:pt x="103" y="33"/>
                      <a:pt x="102" y="33"/>
                      <a:pt x="101" y="32"/>
                    </a:cubicBezTo>
                    <a:cubicBezTo>
                      <a:pt x="99" y="32"/>
                      <a:pt x="97" y="32"/>
                      <a:pt x="96" y="31"/>
                    </a:cubicBezTo>
                    <a:cubicBezTo>
                      <a:pt x="93" y="31"/>
                      <a:pt x="91" y="31"/>
                      <a:pt x="89" y="30"/>
                    </a:cubicBezTo>
                    <a:cubicBezTo>
                      <a:pt x="87" y="30"/>
                      <a:pt x="85" y="30"/>
                      <a:pt x="82" y="30"/>
                    </a:cubicBezTo>
                    <a:cubicBezTo>
                      <a:pt x="79" y="31"/>
                      <a:pt x="76" y="31"/>
                      <a:pt x="72" y="31"/>
                    </a:cubicBezTo>
                    <a:cubicBezTo>
                      <a:pt x="69" y="32"/>
                      <a:pt x="66" y="33"/>
                      <a:pt x="64" y="33"/>
                    </a:cubicBezTo>
                    <a:cubicBezTo>
                      <a:pt x="60" y="35"/>
                      <a:pt x="57" y="36"/>
                      <a:pt x="54" y="38"/>
                    </a:cubicBezTo>
                    <a:cubicBezTo>
                      <a:pt x="52" y="39"/>
                      <a:pt x="50" y="39"/>
                      <a:pt x="48" y="40"/>
                    </a:cubicBezTo>
                    <a:cubicBezTo>
                      <a:pt x="47" y="41"/>
                      <a:pt x="47" y="42"/>
                      <a:pt x="46" y="43"/>
                    </a:cubicBezTo>
                    <a:cubicBezTo>
                      <a:pt x="44" y="44"/>
                      <a:pt x="43" y="45"/>
                      <a:pt x="42" y="46"/>
                    </a:cubicBezTo>
                    <a:cubicBezTo>
                      <a:pt x="40" y="49"/>
                      <a:pt x="37" y="51"/>
                      <a:pt x="36" y="54"/>
                    </a:cubicBezTo>
                    <a:cubicBezTo>
                      <a:pt x="34" y="56"/>
                      <a:pt x="33" y="57"/>
                      <a:pt x="33" y="59"/>
                    </a:cubicBezTo>
                    <a:cubicBezTo>
                      <a:pt x="32" y="61"/>
                      <a:pt x="30" y="63"/>
                      <a:pt x="30" y="65"/>
                    </a:cubicBezTo>
                    <a:cubicBezTo>
                      <a:pt x="28" y="70"/>
                      <a:pt x="27" y="74"/>
                      <a:pt x="26" y="78"/>
                    </a:cubicBezTo>
                    <a:lnTo>
                      <a:pt x="26" y="77"/>
                    </a:lnTo>
                    <a:cubicBezTo>
                      <a:pt x="26" y="81"/>
                      <a:pt x="25" y="86"/>
                      <a:pt x="25" y="91"/>
                    </a:cubicBezTo>
                    <a:cubicBezTo>
                      <a:pt x="25" y="96"/>
                      <a:pt x="24" y="101"/>
                      <a:pt x="25" y="106"/>
                    </a:cubicBezTo>
                    <a:cubicBezTo>
                      <a:pt x="25" y="112"/>
                      <a:pt x="26" y="118"/>
                      <a:pt x="27" y="124"/>
                    </a:cubicBezTo>
                    <a:cubicBezTo>
                      <a:pt x="28" y="130"/>
                      <a:pt x="29" y="135"/>
                      <a:pt x="31" y="141"/>
                    </a:cubicBezTo>
                    <a:cubicBezTo>
                      <a:pt x="34" y="150"/>
                      <a:pt x="37" y="159"/>
                      <a:pt x="41" y="167"/>
                    </a:cubicBezTo>
                    <a:cubicBezTo>
                      <a:pt x="46" y="176"/>
                      <a:pt x="51" y="185"/>
                      <a:pt x="57" y="194"/>
                    </a:cubicBezTo>
                    <a:cubicBezTo>
                      <a:pt x="56" y="193"/>
                      <a:pt x="56" y="193"/>
                      <a:pt x="55" y="193"/>
                    </a:cubicBezTo>
                    <a:cubicBezTo>
                      <a:pt x="61" y="198"/>
                      <a:pt x="65" y="206"/>
                      <a:pt x="70" y="213"/>
                    </a:cubicBezTo>
                    <a:cubicBezTo>
                      <a:pt x="75" y="219"/>
                      <a:pt x="79" y="226"/>
                      <a:pt x="83" y="233"/>
                    </a:cubicBezTo>
                    <a:cubicBezTo>
                      <a:pt x="92" y="247"/>
                      <a:pt x="100" y="263"/>
                      <a:pt x="103" y="279"/>
                    </a:cubicBezTo>
                    <a:cubicBezTo>
                      <a:pt x="104" y="285"/>
                      <a:pt x="106" y="292"/>
                      <a:pt x="107" y="298"/>
                    </a:cubicBezTo>
                    <a:cubicBezTo>
                      <a:pt x="108" y="306"/>
                      <a:pt x="107" y="314"/>
                      <a:pt x="106" y="322"/>
                    </a:cubicBezTo>
                    <a:cubicBezTo>
                      <a:pt x="107" y="322"/>
                      <a:pt x="107" y="322"/>
                      <a:pt x="107" y="322"/>
                    </a:cubicBezTo>
                    <a:cubicBezTo>
                      <a:pt x="106" y="325"/>
                      <a:pt x="106" y="329"/>
                      <a:pt x="105" y="333"/>
                    </a:cubicBezTo>
                    <a:cubicBezTo>
                      <a:pt x="103" y="340"/>
                      <a:pt x="100" y="346"/>
                      <a:pt x="96" y="352"/>
                    </a:cubicBezTo>
                    <a:cubicBezTo>
                      <a:pt x="91" y="357"/>
                      <a:pt x="85" y="360"/>
                      <a:pt x="78" y="363"/>
                    </a:cubicBezTo>
                    <a:cubicBezTo>
                      <a:pt x="75" y="365"/>
                      <a:pt x="71" y="365"/>
                      <a:pt x="68" y="366"/>
                    </a:cubicBezTo>
                    <a:cubicBezTo>
                      <a:pt x="66" y="366"/>
                      <a:pt x="65" y="366"/>
                      <a:pt x="64" y="366"/>
                    </a:cubicBezTo>
                    <a:cubicBezTo>
                      <a:pt x="61" y="366"/>
                      <a:pt x="59" y="366"/>
                      <a:pt x="57" y="3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8" name="Google Shape;678;p7"/>
              <p:cNvSpPr/>
              <p:nvPr/>
            </p:nvSpPr>
            <p:spPr>
              <a:xfrm>
                <a:off x="184320" y="1054440"/>
                <a:ext cx="62640" cy="94680"/>
              </a:xfrm>
              <a:custGeom>
                <a:avLst/>
                <a:gdLst/>
                <a:ahLst/>
                <a:cxnLst/>
                <a:rect l="l" t="t" r="r" b="b"/>
                <a:pathLst>
                  <a:path w="174" h="263" extrusionOk="0">
                    <a:moveTo>
                      <a:pt x="54" y="260"/>
                    </a:moveTo>
                    <a:cubicBezTo>
                      <a:pt x="50" y="259"/>
                      <a:pt x="46" y="258"/>
                      <a:pt x="43" y="256"/>
                    </a:cubicBezTo>
                    <a:cubicBezTo>
                      <a:pt x="39" y="254"/>
                      <a:pt x="36" y="251"/>
                      <a:pt x="33" y="248"/>
                    </a:cubicBezTo>
                    <a:cubicBezTo>
                      <a:pt x="22" y="237"/>
                      <a:pt x="12" y="223"/>
                      <a:pt x="6" y="209"/>
                    </a:cubicBezTo>
                    <a:cubicBezTo>
                      <a:pt x="3" y="201"/>
                      <a:pt x="2" y="193"/>
                      <a:pt x="1" y="185"/>
                    </a:cubicBezTo>
                    <a:cubicBezTo>
                      <a:pt x="0" y="176"/>
                      <a:pt x="1" y="167"/>
                      <a:pt x="4" y="159"/>
                    </a:cubicBezTo>
                    <a:cubicBezTo>
                      <a:pt x="5" y="152"/>
                      <a:pt x="9" y="145"/>
                      <a:pt x="12" y="138"/>
                    </a:cubicBezTo>
                    <a:cubicBezTo>
                      <a:pt x="16" y="131"/>
                      <a:pt x="21" y="124"/>
                      <a:pt x="27" y="117"/>
                    </a:cubicBezTo>
                    <a:cubicBezTo>
                      <a:pt x="37" y="106"/>
                      <a:pt x="51" y="97"/>
                      <a:pt x="66" y="97"/>
                    </a:cubicBezTo>
                    <a:cubicBezTo>
                      <a:pt x="75" y="97"/>
                      <a:pt x="82" y="99"/>
                      <a:pt x="89" y="103"/>
                    </a:cubicBezTo>
                    <a:cubicBezTo>
                      <a:pt x="93" y="105"/>
                      <a:pt x="95" y="108"/>
                      <a:pt x="98" y="110"/>
                    </a:cubicBezTo>
                    <a:cubicBezTo>
                      <a:pt x="101" y="113"/>
                      <a:pt x="103" y="116"/>
                      <a:pt x="106" y="120"/>
                    </a:cubicBezTo>
                    <a:cubicBezTo>
                      <a:pt x="109" y="127"/>
                      <a:pt x="110" y="135"/>
                      <a:pt x="110" y="142"/>
                    </a:cubicBezTo>
                    <a:cubicBezTo>
                      <a:pt x="110" y="151"/>
                      <a:pt x="107" y="158"/>
                      <a:pt x="105" y="165"/>
                    </a:cubicBezTo>
                    <a:cubicBezTo>
                      <a:pt x="103" y="171"/>
                      <a:pt x="101" y="176"/>
                      <a:pt x="99" y="181"/>
                    </a:cubicBezTo>
                    <a:cubicBezTo>
                      <a:pt x="100" y="184"/>
                      <a:pt x="99" y="187"/>
                      <a:pt x="97" y="189"/>
                    </a:cubicBezTo>
                    <a:cubicBezTo>
                      <a:pt x="97" y="190"/>
                      <a:pt x="97" y="190"/>
                      <a:pt x="97" y="190"/>
                    </a:cubicBezTo>
                    <a:cubicBezTo>
                      <a:pt x="97" y="191"/>
                      <a:pt x="96" y="192"/>
                      <a:pt x="96" y="193"/>
                    </a:cubicBezTo>
                    <a:cubicBezTo>
                      <a:pt x="94" y="196"/>
                      <a:pt x="93" y="200"/>
                      <a:pt x="91" y="203"/>
                    </a:cubicBezTo>
                    <a:cubicBezTo>
                      <a:pt x="88" y="209"/>
                      <a:pt x="82" y="212"/>
                      <a:pt x="76" y="210"/>
                    </a:cubicBezTo>
                    <a:cubicBezTo>
                      <a:pt x="69" y="209"/>
                      <a:pt x="65" y="201"/>
                      <a:pt x="68" y="194"/>
                    </a:cubicBezTo>
                    <a:cubicBezTo>
                      <a:pt x="69" y="191"/>
                      <a:pt x="71" y="188"/>
                      <a:pt x="72" y="185"/>
                    </a:cubicBezTo>
                    <a:cubicBezTo>
                      <a:pt x="73" y="183"/>
                      <a:pt x="73" y="181"/>
                      <a:pt x="75" y="180"/>
                    </a:cubicBezTo>
                    <a:cubicBezTo>
                      <a:pt x="75" y="177"/>
                      <a:pt x="76" y="174"/>
                      <a:pt x="78" y="171"/>
                    </a:cubicBezTo>
                    <a:cubicBezTo>
                      <a:pt x="78" y="172"/>
                      <a:pt x="78" y="173"/>
                      <a:pt x="77" y="173"/>
                    </a:cubicBezTo>
                    <a:cubicBezTo>
                      <a:pt x="80" y="165"/>
                      <a:pt x="83" y="158"/>
                      <a:pt x="85" y="149"/>
                    </a:cubicBezTo>
                    <a:cubicBezTo>
                      <a:pt x="85" y="147"/>
                      <a:pt x="86" y="145"/>
                      <a:pt x="86" y="144"/>
                    </a:cubicBezTo>
                    <a:cubicBezTo>
                      <a:pt x="86" y="142"/>
                      <a:pt x="86" y="140"/>
                      <a:pt x="86" y="139"/>
                    </a:cubicBezTo>
                    <a:cubicBezTo>
                      <a:pt x="86" y="137"/>
                      <a:pt x="86" y="135"/>
                      <a:pt x="85" y="134"/>
                    </a:cubicBezTo>
                    <a:lnTo>
                      <a:pt x="86" y="135"/>
                    </a:lnTo>
                    <a:cubicBezTo>
                      <a:pt x="86" y="134"/>
                      <a:pt x="85" y="134"/>
                      <a:pt x="85" y="133"/>
                    </a:cubicBezTo>
                    <a:cubicBezTo>
                      <a:pt x="85" y="132"/>
                      <a:pt x="85" y="132"/>
                      <a:pt x="85" y="132"/>
                    </a:cubicBezTo>
                    <a:cubicBezTo>
                      <a:pt x="84" y="131"/>
                      <a:pt x="83" y="130"/>
                      <a:pt x="83" y="130"/>
                    </a:cubicBezTo>
                    <a:cubicBezTo>
                      <a:pt x="81" y="128"/>
                      <a:pt x="79" y="126"/>
                      <a:pt x="78" y="125"/>
                    </a:cubicBezTo>
                    <a:cubicBezTo>
                      <a:pt x="78" y="124"/>
                      <a:pt x="77" y="124"/>
                      <a:pt x="76" y="124"/>
                    </a:cubicBezTo>
                    <a:cubicBezTo>
                      <a:pt x="76" y="123"/>
                      <a:pt x="75" y="123"/>
                      <a:pt x="74" y="122"/>
                    </a:cubicBezTo>
                    <a:cubicBezTo>
                      <a:pt x="73" y="122"/>
                      <a:pt x="73" y="122"/>
                      <a:pt x="73" y="121"/>
                    </a:cubicBezTo>
                    <a:cubicBezTo>
                      <a:pt x="72" y="121"/>
                      <a:pt x="72" y="121"/>
                      <a:pt x="71" y="121"/>
                    </a:cubicBezTo>
                    <a:cubicBezTo>
                      <a:pt x="69" y="121"/>
                      <a:pt x="68" y="121"/>
                      <a:pt x="67" y="121"/>
                    </a:cubicBezTo>
                    <a:cubicBezTo>
                      <a:pt x="68" y="121"/>
                      <a:pt x="68" y="121"/>
                      <a:pt x="68" y="121"/>
                    </a:cubicBezTo>
                    <a:lnTo>
                      <a:pt x="66" y="121"/>
                    </a:lnTo>
                    <a:cubicBezTo>
                      <a:pt x="65" y="121"/>
                      <a:pt x="64" y="121"/>
                      <a:pt x="63" y="121"/>
                    </a:cubicBezTo>
                    <a:cubicBezTo>
                      <a:pt x="62" y="121"/>
                      <a:pt x="61" y="121"/>
                      <a:pt x="60" y="122"/>
                    </a:cubicBezTo>
                    <a:cubicBezTo>
                      <a:pt x="59" y="123"/>
                      <a:pt x="58" y="123"/>
                      <a:pt x="57" y="123"/>
                    </a:cubicBezTo>
                    <a:cubicBezTo>
                      <a:pt x="55" y="124"/>
                      <a:pt x="54" y="125"/>
                      <a:pt x="53" y="125"/>
                    </a:cubicBezTo>
                    <a:cubicBezTo>
                      <a:pt x="51" y="127"/>
                      <a:pt x="50" y="127"/>
                      <a:pt x="49" y="128"/>
                    </a:cubicBezTo>
                    <a:cubicBezTo>
                      <a:pt x="47" y="130"/>
                      <a:pt x="46" y="131"/>
                      <a:pt x="44" y="133"/>
                    </a:cubicBezTo>
                    <a:cubicBezTo>
                      <a:pt x="43" y="135"/>
                      <a:pt x="41" y="137"/>
                      <a:pt x="39" y="139"/>
                    </a:cubicBezTo>
                    <a:cubicBezTo>
                      <a:pt x="37" y="143"/>
                      <a:pt x="34" y="147"/>
                      <a:pt x="32" y="152"/>
                    </a:cubicBezTo>
                    <a:cubicBezTo>
                      <a:pt x="29" y="156"/>
                      <a:pt x="27" y="160"/>
                      <a:pt x="26" y="165"/>
                    </a:cubicBezTo>
                    <a:cubicBezTo>
                      <a:pt x="25" y="166"/>
                      <a:pt x="25" y="167"/>
                      <a:pt x="25" y="169"/>
                    </a:cubicBezTo>
                    <a:cubicBezTo>
                      <a:pt x="25" y="170"/>
                      <a:pt x="24" y="171"/>
                      <a:pt x="24" y="173"/>
                    </a:cubicBezTo>
                    <a:cubicBezTo>
                      <a:pt x="24" y="176"/>
                      <a:pt x="24" y="178"/>
                      <a:pt x="24" y="181"/>
                    </a:cubicBezTo>
                    <a:cubicBezTo>
                      <a:pt x="24" y="185"/>
                      <a:pt x="25" y="189"/>
                      <a:pt x="25" y="193"/>
                    </a:cubicBezTo>
                    <a:cubicBezTo>
                      <a:pt x="26" y="195"/>
                      <a:pt x="26" y="197"/>
                      <a:pt x="27" y="199"/>
                    </a:cubicBezTo>
                    <a:cubicBezTo>
                      <a:pt x="28" y="202"/>
                      <a:pt x="29" y="204"/>
                      <a:pt x="30" y="206"/>
                    </a:cubicBezTo>
                    <a:cubicBezTo>
                      <a:pt x="32" y="209"/>
                      <a:pt x="33" y="212"/>
                      <a:pt x="34" y="215"/>
                    </a:cubicBezTo>
                    <a:cubicBezTo>
                      <a:pt x="37" y="217"/>
                      <a:pt x="39" y="220"/>
                      <a:pt x="41" y="223"/>
                    </a:cubicBezTo>
                    <a:cubicBezTo>
                      <a:pt x="43" y="226"/>
                      <a:pt x="46" y="229"/>
                      <a:pt x="48" y="231"/>
                    </a:cubicBezTo>
                    <a:cubicBezTo>
                      <a:pt x="50" y="232"/>
                      <a:pt x="51" y="233"/>
                      <a:pt x="53" y="235"/>
                    </a:cubicBezTo>
                    <a:cubicBezTo>
                      <a:pt x="54" y="235"/>
                      <a:pt x="54" y="236"/>
                      <a:pt x="55" y="236"/>
                    </a:cubicBezTo>
                    <a:cubicBezTo>
                      <a:pt x="54" y="236"/>
                      <a:pt x="54" y="236"/>
                      <a:pt x="54" y="235"/>
                    </a:cubicBezTo>
                    <a:cubicBezTo>
                      <a:pt x="55" y="236"/>
                      <a:pt x="56" y="236"/>
                      <a:pt x="57" y="237"/>
                    </a:cubicBezTo>
                    <a:cubicBezTo>
                      <a:pt x="58" y="237"/>
                      <a:pt x="59" y="237"/>
                      <a:pt x="60" y="237"/>
                    </a:cubicBezTo>
                    <a:cubicBezTo>
                      <a:pt x="61" y="238"/>
                      <a:pt x="61" y="238"/>
                      <a:pt x="62" y="238"/>
                    </a:cubicBezTo>
                    <a:cubicBezTo>
                      <a:pt x="63" y="238"/>
                      <a:pt x="64" y="238"/>
                      <a:pt x="65" y="238"/>
                    </a:cubicBezTo>
                    <a:lnTo>
                      <a:pt x="66" y="237"/>
                    </a:lnTo>
                    <a:lnTo>
                      <a:pt x="67" y="237"/>
                    </a:lnTo>
                    <a:cubicBezTo>
                      <a:pt x="66" y="237"/>
                      <a:pt x="66" y="238"/>
                      <a:pt x="65" y="238"/>
                    </a:cubicBezTo>
                    <a:cubicBezTo>
                      <a:pt x="66" y="238"/>
                      <a:pt x="67" y="237"/>
                      <a:pt x="68" y="237"/>
                    </a:cubicBezTo>
                    <a:lnTo>
                      <a:pt x="69" y="237"/>
                    </a:lnTo>
                    <a:cubicBezTo>
                      <a:pt x="71" y="236"/>
                      <a:pt x="72" y="234"/>
                      <a:pt x="73" y="233"/>
                    </a:cubicBezTo>
                    <a:cubicBezTo>
                      <a:pt x="75" y="231"/>
                      <a:pt x="78" y="229"/>
                      <a:pt x="79" y="227"/>
                    </a:cubicBezTo>
                    <a:cubicBezTo>
                      <a:pt x="82" y="225"/>
                      <a:pt x="84" y="222"/>
                      <a:pt x="86" y="219"/>
                    </a:cubicBezTo>
                    <a:cubicBezTo>
                      <a:pt x="89" y="215"/>
                      <a:pt x="92" y="209"/>
                      <a:pt x="94" y="204"/>
                    </a:cubicBezTo>
                    <a:cubicBezTo>
                      <a:pt x="94" y="205"/>
                      <a:pt x="94" y="205"/>
                      <a:pt x="94" y="206"/>
                    </a:cubicBezTo>
                    <a:cubicBezTo>
                      <a:pt x="104" y="186"/>
                      <a:pt x="111" y="166"/>
                      <a:pt x="119" y="146"/>
                    </a:cubicBezTo>
                    <a:cubicBezTo>
                      <a:pt x="119" y="138"/>
                      <a:pt x="119" y="130"/>
                      <a:pt x="119" y="122"/>
                    </a:cubicBezTo>
                    <a:cubicBezTo>
                      <a:pt x="119" y="91"/>
                      <a:pt x="119" y="59"/>
                      <a:pt x="131" y="30"/>
                    </a:cubicBezTo>
                    <a:cubicBezTo>
                      <a:pt x="133" y="23"/>
                      <a:pt x="136" y="17"/>
                      <a:pt x="140" y="11"/>
                    </a:cubicBezTo>
                    <a:cubicBezTo>
                      <a:pt x="143" y="7"/>
                      <a:pt x="148" y="1"/>
                      <a:pt x="154" y="0"/>
                    </a:cubicBezTo>
                    <a:cubicBezTo>
                      <a:pt x="158" y="0"/>
                      <a:pt x="161" y="0"/>
                      <a:pt x="163" y="1"/>
                    </a:cubicBezTo>
                    <a:cubicBezTo>
                      <a:pt x="166" y="3"/>
                      <a:pt x="168" y="5"/>
                      <a:pt x="170" y="8"/>
                    </a:cubicBezTo>
                    <a:cubicBezTo>
                      <a:pt x="173" y="12"/>
                      <a:pt x="173" y="19"/>
                      <a:pt x="173" y="24"/>
                    </a:cubicBezTo>
                    <a:lnTo>
                      <a:pt x="173" y="23"/>
                    </a:lnTo>
                    <a:cubicBezTo>
                      <a:pt x="172" y="30"/>
                      <a:pt x="171" y="37"/>
                      <a:pt x="170" y="43"/>
                    </a:cubicBezTo>
                    <a:cubicBezTo>
                      <a:pt x="170" y="46"/>
                      <a:pt x="170" y="49"/>
                      <a:pt x="169" y="51"/>
                    </a:cubicBezTo>
                    <a:cubicBezTo>
                      <a:pt x="168" y="56"/>
                      <a:pt x="168" y="60"/>
                      <a:pt x="167" y="63"/>
                    </a:cubicBezTo>
                    <a:cubicBezTo>
                      <a:pt x="164" y="75"/>
                      <a:pt x="161" y="86"/>
                      <a:pt x="157" y="97"/>
                    </a:cubicBezTo>
                    <a:cubicBezTo>
                      <a:pt x="153" y="111"/>
                      <a:pt x="149" y="124"/>
                      <a:pt x="145" y="138"/>
                    </a:cubicBezTo>
                    <a:cubicBezTo>
                      <a:pt x="143" y="142"/>
                      <a:pt x="142" y="146"/>
                      <a:pt x="141" y="150"/>
                    </a:cubicBezTo>
                    <a:cubicBezTo>
                      <a:pt x="141" y="153"/>
                      <a:pt x="141" y="157"/>
                      <a:pt x="140" y="160"/>
                    </a:cubicBezTo>
                    <a:cubicBezTo>
                      <a:pt x="140" y="185"/>
                      <a:pt x="138" y="210"/>
                      <a:pt x="138" y="235"/>
                    </a:cubicBezTo>
                    <a:cubicBezTo>
                      <a:pt x="138" y="240"/>
                      <a:pt x="137" y="244"/>
                      <a:pt x="138" y="249"/>
                    </a:cubicBezTo>
                    <a:cubicBezTo>
                      <a:pt x="138" y="256"/>
                      <a:pt x="131" y="262"/>
                      <a:pt x="125" y="261"/>
                    </a:cubicBezTo>
                    <a:cubicBezTo>
                      <a:pt x="118" y="261"/>
                      <a:pt x="113" y="256"/>
                      <a:pt x="113" y="249"/>
                    </a:cubicBezTo>
                    <a:cubicBezTo>
                      <a:pt x="113" y="244"/>
                      <a:pt x="114" y="238"/>
                      <a:pt x="114" y="233"/>
                    </a:cubicBezTo>
                    <a:cubicBezTo>
                      <a:pt x="114" y="229"/>
                      <a:pt x="115" y="226"/>
                      <a:pt x="115" y="222"/>
                    </a:cubicBezTo>
                    <a:cubicBezTo>
                      <a:pt x="115" y="219"/>
                      <a:pt x="116" y="216"/>
                      <a:pt x="116" y="213"/>
                    </a:cubicBezTo>
                    <a:cubicBezTo>
                      <a:pt x="113" y="218"/>
                      <a:pt x="111" y="223"/>
                      <a:pt x="107" y="229"/>
                    </a:cubicBezTo>
                    <a:cubicBezTo>
                      <a:pt x="104" y="235"/>
                      <a:pt x="99" y="241"/>
                      <a:pt x="94" y="246"/>
                    </a:cubicBezTo>
                    <a:cubicBezTo>
                      <a:pt x="89" y="252"/>
                      <a:pt x="82" y="258"/>
                      <a:pt x="74" y="260"/>
                    </a:cubicBezTo>
                    <a:cubicBezTo>
                      <a:pt x="71" y="261"/>
                      <a:pt x="67" y="262"/>
                      <a:pt x="63" y="262"/>
                    </a:cubicBezTo>
                    <a:cubicBezTo>
                      <a:pt x="60" y="262"/>
                      <a:pt x="57" y="261"/>
                      <a:pt x="54" y="2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9" name="Google Shape;679;p7"/>
              <p:cNvSpPr/>
              <p:nvPr/>
            </p:nvSpPr>
            <p:spPr>
              <a:xfrm>
                <a:off x="252360" y="1094760"/>
                <a:ext cx="31680" cy="43560"/>
              </a:xfrm>
              <a:custGeom>
                <a:avLst/>
                <a:gdLst/>
                <a:ahLst/>
                <a:cxnLst/>
                <a:rect l="l" t="t" r="r" b="b"/>
                <a:pathLst>
                  <a:path w="88" h="121" extrusionOk="0">
                    <a:moveTo>
                      <a:pt x="65" y="117"/>
                    </a:moveTo>
                    <a:cubicBezTo>
                      <a:pt x="52" y="102"/>
                      <a:pt x="38" y="87"/>
                      <a:pt x="27" y="71"/>
                    </a:cubicBezTo>
                    <a:cubicBezTo>
                      <a:pt x="21" y="62"/>
                      <a:pt x="16" y="52"/>
                      <a:pt x="10" y="43"/>
                    </a:cubicBezTo>
                    <a:cubicBezTo>
                      <a:pt x="7" y="38"/>
                      <a:pt x="5" y="32"/>
                      <a:pt x="3" y="26"/>
                    </a:cubicBezTo>
                    <a:cubicBezTo>
                      <a:pt x="2" y="22"/>
                      <a:pt x="0" y="16"/>
                      <a:pt x="1" y="12"/>
                    </a:cubicBezTo>
                    <a:cubicBezTo>
                      <a:pt x="2" y="7"/>
                      <a:pt x="5" y="3"/>
                      <a:pt x="9" y="1"/>
                    </a:cubicBezTo>
                    <a:cubicBezTo>
                      <a:pt x="12" y="0"/>
                      <a:pt x="15" y="0"/>
                      <a:pt x="19" y="1"/>
                    </a:cubicBezTo>
                    <a:cubicBezTo>
                      <a:pt x="21" y="1"/>
                      <a:pt x="24" y="3"/>
                      <a:pt x="26" y="5"/>
                    </a:cubicBezTo>
                    <a:cubicBezTo>
                      <a:pt x="28" y="9"/>
                      <a:pt x="29" y="13"/>
                      <a:pt x="28" y="16"/>
                    </a:cubicBezTo>
                    <a:cubicBezTo>
                      <a:pt x="28" y="18"/>
                      <a:pt x="27" y="19"/>
                      <a:pt x="27" y="19"/>
                    </a:cubicBezTo>
                    <a:cubicBezTo>
                      <a:pt x="28" y="23"/>
                      <a:pt x="29" y="26"/>
                      <a:pt x="31" y="30"/>
                    </a:cubicBezTo>
                    <a:cubicBezTo>
                      <a:pt x="34" y="36"/>
                      <a:pt x="38" y="43"/>
                      <a:pt x="41" y="49"/>
                    </a:cubicBezTo>
                    <a:cubicBezTo>
                      <a:pt x="45" y="54"/>
                      <a:pt x="48" y="59"/>
                      <a:pt x="52" y="65"/>
                    </a:cubicBezTo>
                    <a:cubicBezTo>
                      <a:pt x="56" y="71"/>
                      <a:pt x="60" y="76"/>
                      <a:pt x="65" y="81"/>
                    </a:cubicBezTo>
                    <a:cubicBezTo>
                      <a:pt x="70" y="87"/>
                      <a:pt x="76" y="94"/>
                      <a:pt x="82" y="100"/>
                    </a:cubicBezTo>
                    <a:cubicBezTo>
                      <a:pt x="87" y="105"/>
                      <a:pt x="87" y="112"/>
                      <a:pt x="82" y="117"/>
                    </a:cubicBezTo>
                    <a:cubicBezTo>
                      <a:pt x="80" y="119"/>
                      <a:pt x="77" y="120"/>
                      <a:pt x="73" y="120"/>
                    </a:cubicBezTo>
                    <a:cubicBezTo>
                      <a:pt x="70" y="120"/>
                      <a:pt x="67" y="119"/>
                      <a:pt x="65" y="1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0" name="Google Shape;680;p7"/>
              <p:cNvSpPr/>
              <p:nvPr/>
            </p:nvSpPr>
            <p:spPr>
              <a:xfrm>
                <a:off x="254880" y="1094040"/>
                <a:ext cx="46800" cy="56160"/>
              </a:xfrm>
              <a:custGeom>
                <a:avLst/>
                <a:gdLst/>
                <a:ahLst/>
                <a:cxnLst/>
                <a:rect l="l" t="t" r="r" b="b"/>
                <a:pathLst>
                  <a:path w="130" h="156" extrusionOk="0">
                    <a:moveTo>
                      <a:pt x="7" y="153"/>
                    </a:moveTo>
                    <a:cubicBezTo>
                      <a:pt x="2" y="150"/>
                      <a:pt x="0" y="143"/>
                      <a:pt x="3" y="137"/>
                    </a:cubicBezTo>
                    <a:cubicBezTo>
                      <a:pt x="15" y="116"/>
                      <a:pt x="28" y="95"/>
                      <a:pt x="43" y="74"/>
                    </a:cubicBezTo>
                    <a:cubicBezTo>
                      <a:pt x="51" y="64"/>
                      <a:pt x="58" y="53"/>
                      <a:pt x="66" y="42"/>
                    </a:cubicBezTo>
                    <a:cubicBezTo>
                      <a:pt x="70" y="38"/>
                      <a:pt x="74" y="33"/>
                      <a:pt x="77" y="29"/>
                    </a:cubicBezTo>
                    <a:cubicBezTo>
                      <a:pt x="86" y="19"/>
                      <a:pt x="96" y="9"/>
                      <a:pt x="108" y="3"/>
                    </a:cubicBezTo>
                    <a:cubicBezTo>
                      <a:pt x="114" y="0"/>
                      <a:pt x="122" y="2"/>
                      <a:pt x="125" y="7"/>
                    </a:cubicBezTo>
                    <a:cubicBezTo>
                      <a:pt x="129" y="13"/>
                      <a:pt x="126" y="21"/>
                      <a:pt x="120" y="25"/>
                    </a:cubicBezTo>
                    <a:cubicBezTo>
                      <a:pt x="118" y="26"/>
                      <a:pt x="116" y="27"/>
                      <a:pt x="114" y="28"/>
                    </a:cubicBezTo>
                    <a:cubicBezTo>
                      <a:pt x="112" y="30"/>
                      <a:pt x="109" y="31"/>
                      <a:pt x="107" y="33"/>
                    </a:cubicBezTo>
                    <a:cubicBezTo>
                      <a:pt x="104" y="37"/>
                      <a:pt x="100" y="40"/>
                      <a:pt x="97" y="44"/>
                    </a:cubicBezTo>
                    <a:cubicBezTo>
                      <a:pt x="90" y="51"/>
                      <a:pt x="84" y="59"/>
                      <a:pt x="78" y="67"/>
                    </a:cubicBezTo>
                    <a:cubicBezTo>
                      <a:pt x="72" y="74"/>
                      <a:pt x="66" y="81"/>
                      <a:pt x="60" y="90"/>
                    </a:cubicBezTo>
                    <a:cubicBezTo>
                      <a:pt x="54" y="99"/>
                      <a:pt x="48" y="108"/>
                      <a:pt x="41" y="118"/>
                    </a:cubicBezTo>
                    <a:cubicBezTo>
                      <a:pt x="35" y="128"/>
                      <a:pt x="29" y="139"/>
                      <a:pt x="23" y="150"/>
                    </a:cubicBezTo>
                    <a:cubicBezTo>
                      <a:pt x="21" y="153"/>
                      <a:pt x="17" y="155"/>
                      <a:pt x="13" y="155"/>
                    </a:cubicBezTo>
                    <a:cubicBezTo>
                      <a:pt x="11" y="155"/>
                      <a:pt x="9" y="154"/>
                      <a:pt x="7" y="15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1" name="Google Shape;681;p7"/>
              <p:cNvSpPr/>
              <p:nvPr/>
            </p:nvSpPr>
            <p:spPr>
              <a:xfrm>
                <a:off x="136800" y="975600"/>
                <a:ext cx="36720" cy="68040"/>
              </a:xfrm>
              <a:custGeom>
                <a:avLst/>
                <a:gdLst/>
                <a:ahLst/>
                <a:cxnLst/>
                <a:rect l="l" t="t" r="r" b="b"/>
                <a:pathLst>
                  <a:path w="102" h="189" extrusionOk="0">
                    <a:moveTo>
                      <a:pt x="48" y="177"/>
                    </a:moveTo>
                    <a:cubicBezTo>
                      <a:pt x="47" y="170"/>
                      <a:pt x="48" y="163"/>
                      <a:pt x="48" y="156"/>
                    </a:cubicBezTo>
                    <a:cubicBezTo>
                      <a:pt x="48" y="150"/>
                      <a:pt x="49" y="144"/>
                      <a:pt x="49" y="138"/>
                    </a:cubicBezTo>
                    <a:cubicBezTo>
                      <a:pt x="50" y="125"/>
                      <a:pt x="51" y="112"/>
                      <a:pt x="52" y="99"/>
                    </a:cubicBezTo>
                    <a:cubicBezTo>
                      <a:pt x="53" y="92"/>
                      <a:pt x="53" y="86"/>
                      <a:pt x="55" y="79"/>
                    </a:cubicBezTo>
                    <a:cubicBezTo>
                      <a:pt x="55" y="76"/>
                      <a:pt x="55" y="72"/>
                      <a:pt x="56" y="69"/>
                    </a:cubicBezTo>
                    <a:cubicBezTo>
                      <a:pt x="56" y="68"/>
                      <a:pt x="56" y="67"/>
                      <a:pt x="57" y="66"/>
                    </a:cubicBezTo>
                    <a:cubicBezTo>
                      <a:pt x="51" y="72"/>
                      <a:pt x="45" y="79"/>
                      <a:pt x="38" y="85"/>
                    </a:cubicBezTo>
                    <a:cubicBezTo>
                      <a:pt x="35" y="88"/>
                      <a:pt x="32" y="92"/>
                      <a:pt x="29" y="95"/>
                    </a:cubicBezTo>
                    <a:cubicBezTo>
                      <a:pt x="24" y="100"/>
                      <a:pt x="18" y="106"/>
                      <a:pt x="9" y="104"/>
                    </a:cubicBezTo>
                    <a:cubicBezTo>
                      <a:pt x="4" y="102"/>
                      <a:pt x="0" y="97"/>
                      <a:pt x="0" y="92"/>
                    </a:cubicBezTo>
                    <a:cubicBezTo>
                      <a:pt x="0" y="91"/>
                      <a:pt x="0" y="90"/>
                      <a:pt x="0" y="90"/>
                    </a:cubicBezTo>
                    <a:cubicBezTo>
                      <a:pt x="1" y="85"/>
                      <a:pt x="5" y="81"/>
                      <a:pt x="9" y="80"/>
                    </a:cubicBezTo>
                    <a:cubicBezTo>
                      <a:pt x="26" y="64"/>
                      <a:pt x="42" y="47"/>
                      <a:pt x="58" y="30"/>
                    </a:cubicBezTo>
                    <a:cubicBezTo>
                      <a:pt x="64" y="23"/>
                      <a:pt x="70" y="17"/>
                      <a:pt x="75" y="11"/>
                    </a:cubicBezTo>
                    <a:cubicBezTo>
                      <a:pt x="76" y="9"/>
                      <a:pt x="76" y="9"/>
                      <a:pt x="77" y="8"/>
                    </a:cubicBezTo>
                    <a:cubicBezTo>
                      <a:pt x="80" y="2"/>
                      <a:pt x="88" y="0"/>
                      <a:pt x="94" y="4"/>
                    </a:cubicBezTo>
                    <a:cubicBezTo>
                      <a:pt x="99" y="8"/>
                      <a:pt x="101" y="15"/>
                      <a:pt x="98" y="21"/>
                    </a:cubicBezTo>
                    <a:cubicBezTo>
                      <a:pt x="97" y="22"/>
                      <a:pt x="96" y="23"/>
                      <a:pt x="95" y="25"/>
                    </a:cubicBezTo>
                    <a:cubicBezTo>
                      <a:pt x="92" y="32"/>
                      <a:pt x="88" y="40"/>
                      <a:pt x="86" y="48"/>
                    </a:cubicBezTo>
                    <a:cubicBezTo>
                      <a:pt x="84" y="52"/>
                      <a:pt x="83" y="56"/>
                      <a:pt x="82" y="60"/>
                    </a:cubicBezTo>
                    <a:cubicBezTo>
                      <a:pt x="81" y="65"/>
                      <a:pt x="80" y="69"/>
                      <a:pt x="79" y="74"/>
                    </a:cubicBezTo>
                    <a:cubicBezTo>
                      <a:pt x="77" y="83"/>
                      <a:pt x="76" y="91"/>
                      <a:pt x="75" y="100"/>
                    </a:cubicBezTo>
                    <a:cubicBezTo>
                      <a:pt x="74" y="108"/>
                      <a:pt x="73" y="118"/>
                      <a:pt x="73" y="127"/>
                    </a:cubicBezTo>
                    <a:lnTo>
                      <a:pt x="73" y="126"/>
                    </a:lnTo>
                    <a:cubicBezTo>
                      <a:pt x="72" y="140"/>
                      <a:pt x="71" y="155"/>
                      <a:pt x="72" y="169"/>
                    </a:cubicBezTo>
                    <a:cubicBezTo>
                      <a:pt x="72" y="171"/>
                      <a:pt x="72" y="173"/>
                      <a:pt x="72" y="174"/>
                    </a:cubicBezTo>
                    <a:cubicBezTo>
                      <a:pt x="73" y="181"/>
                      <a:pt x="68" y="187"/>
                      <a:pt x="61" y="188"/>
                    </a:cubicBezTo>
                    <a:lnTo>
                      <a:pt x="60" y="188"/>
                    </a:lnTo>
                    <a:cubicBezTo>
                      <a:pt x="54" y="188"/>
                      <a:pt x="48" y="184"/>
                      <a:pt x="48" y="1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2" name="Google Shape;682;p7"/>
              <p:cNvSpPr/>
              <p:nvPr/>
            </p:nvSpPr>
            <p:spPr>
              <a:xfrm>
                <a:off x="37080" y="1087920"/>
                <a:ext cx="49680" cy="11520"/>
              </a:xfrm>
              <a:custGeom>
                <a:avLst/>
                <a:gdLst/>
                <a:ahLst/>
                <a:cxnLst/>
                <a:rect l="l" t="t" r="r" b="b"/>
                <a:pathLst>
                  <a:path w="138" h="32" extrusionOk="0">
                    <a:moveTo>
                      <a:pt x="12" y="31"/>
                    </a:moveTo>
                    <a:cubicBezTo>
                      <a:pt x="5" y="30"/>
                      <a:pt x="0" y="24"/>
                      <a:pt x="1" y="17"/>
                    </a:cubicBezTo>
                    <a:cubicBezTo>
                      <a:pt x="2" y="9"/>
                      <a:pt x="9" y="4"/>
                      <a:pt x="16" y="6"/>
                    </a:cubicBezTo>
                    <a:cubicBezTo>
                      <a:pt x="26" y="7"/>
                      <a:pt x="34" y="6"/>
                      <a:pt x="43" y="6"/>
                    </a:cubicBezTo>
                    <a:cubicBezTo>
                      <a:pt x="43" y="6"/>
                      <a:pt x="42" y="6"/>
                      <a:pt x="41" y="6"/>
                    </a:cubicBezTo>
                    <a:cubicBezTo>
                      <a:pt x="53" y="5"/>
                      <a:pt x="63" y="4"/>
                      <a:pt x="74" y="4"/>
                    </a:cubicBezTo>
                    <a:cubicBezTo>
                      <a:pt x="73" y="4"/>
                      <a:pt x="73" y="4"/>
                      <a:pt x="72" y="4"/>
                    </a:cubicBezTo>
                    <a:cubicBezTo>
                      <a:pt x="76" y="3"/>
                      <a:pt x="80" y="3"/>
                      <a:pt x="85" y="3"/>
                    </a:cubicBezTo>
                    <a:cubicBezTo>
                      <a:pt x="84" y="3"/>
                      <a:pt x="83" y="3"/>
                      <a:pt x="83" y="3"/>
                    </a:cubicBezTo>
                    <a:cubicBezTo>
                      <a:pt x="96" y="2"/>
                      <a:pt x="109" y="2"/>
                      <a:pt x="122" y="0"/>
                    </a:cubicBezTo>
                    <a:cubicBezTo>
                      <a:pt x="129" y="0"/>
                      <a:pt x="135" y="4"/>
                      <a:pt x="136" y="11"/>
                    </a:cubicBezTo>
                    <a:cubicBezTo>
                      <a:pt x="137" y="18"/>
                      <a:pt x="131" y="24"/>
                      <a:pt x="124" y="24"/>
                    </a:cubicBezTo>
                    <a:cubicBezTo>
                      <a:pt x="120" y="24"/>
                      <a:pt x="117" y="25"/>
                      <a:pt x="113" y="25"/>
                    </a:cubicBezTo>
                    <a:cubicBezTo>
                      <a:pt x="114" y="25"/>
                      <a:pt x="114" y="25"/>
                      <a:pt x="114" y="25"/>
                    </a:cubicBezTo>
                    <a:cubicBezTo>
                      <a:pt x="98" y="25"/>
                      <a:pt x="81" y="27"/>
                      <a:pt x="65" y="28"/>
                    </a:cubicBezTo>
                    <a:cubicBezTo>
                      <a:pt x="57" y="28"/>
                      <a:pt x="49" y="29"/>
                      <a:pt x="41" y="30"/>
                    </a:cubicBezTo>
                    <a:cubicBezTo>
                      <a:pt x="37" y="30"/>
                      <a:pt x="33" y="31"/>
                      <a:pt x="29" y="31"/>
                    </a:cubicBezTo>
                    <a:cubicBezTo>
                      <a:pt x="25" y="31"/>
                      <a:pt x="21" y="31"/>
                      <a:pt x="17" y="31"/>
                    </a:cubicBezTo>
                    <a:cubicBezTo>
                      <a:pt x="15" y="31"/>
                      <a:pt x="13" y="31"/>
                      <a:pt x="12" y="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3" name="Google Shape;683;p7"/>
              <p:cNvSpPr/>
              <p:nvPr/>
            </p:nvSpPr>
            <p:spPr>
              <a:xfrm>
                <a:off x="35640" y="1097280"/>
                <a:ext cx="78840" cy="20160"/>
              </a:xfrm>
              <a:custGeom>
                <a:avLst/>
                <a:gdLst/>
                <a:ahLst/>
                <a:cxnLst/>
                <a:rect l="l" t="t" r="r" b="b"/>
                <a:pathLst>
                  <a:path w="219" h="56" extrusionOk="0">
                    <a:moveTo>
                      <a:pt x="15" y="55"/>
                    </a:moveTo>
                    <a:cubicBezTo>
                      <a:pt x="10" y="55"/>
                      <a:pt x="6" y="53"/>
                      <a:pt x="3" y="49"/>
                    </a:cubicBezTo>
                    <a:cubicBezTo>
                      <a:pt x="1" y="45"/>
                      <a:pt x="0" y="40"/>
                      <a:pt x="3" y="36"/>
                    </a:cubicBezTo>
                    <a:cubicBezTo>
                      <a:pt x="3" y="35"/>
                      <a:pt x="3" y="34"/>
                      <a:pt x="4" y="34"/>
                    </a:cubicBezTo>
                    <a:cubicBezTo>
                      <a:pt x="7" y="30"/>
                      <a:pt x="13" y="28"/>
                      <a:pt x="17" y="30"/>
                    </a:cubicBezTo>
                    <a:cubicBezTo>
                      <a:pt x="23" y="29"/>
                      <a:pt x="29" y="28"/>
                      <a:pt x="35" y="27"/>
                    </a:cubicBezTo>
                    <a:cubicBezTo>
                      <a:pt x="41" y="26"/>
                      <a:pt x="48" y="25"/>
                      <a:pt x="54" y="24"/>
                    </a:cubicBezTo>
                    <a:cubicBezTo>
                      <a:pt x="66" y="22"/>
                      <a:pt x="79" y="20"/>
                      <a:pt x="90" y="19"/>
                    </a:cubicBezTo>
                    <a:cubicBezTo>
                      <a:pt x="116" y="15"/>
                      <a:pt x="142" y="11"/>
                      <a:pt x="168" y="7"/>
                    </a:cubicBezTo>
                    <a:cubicBezTo>
                      <a:pt x="180" y="5"/>
                      <a:pt x="193" y="3"/>
                      <a:pt x="206" y="1"/>
                    </a:cubicBezTo>
                    <a:cubicBezTo>
                      <a:pt x="212" y="0"/>
                      <a:pt x="217" y="5"/>
                      <a:pt x="217" y="10"/>
                    </a:cubicBezTo>
                    <a:cubicBezTo>
                      <a:pt x="218" y="16"/>
                      <a:pt x="214" y="20"/>
                      <a:pt x="208" y="22"/>
                    </a:cubicBezTo>
                    <a:cubicBezTo>
                      <a:pt x="159" y="30"/>
                      <a:pt x="110" y="38"/>
                      <a:pt x="61" y="47"/>
                    </a:cubicBezTo>
                    <a:cubicBezTo>
                      <a:pt x="52" y="48"/>
                      <a:pt x="43" y="50"/>
                      <a:pt x="34" y="51"/>
                    </a:cubicBezTo>
                    <a:cubicBezTo>
                      <a:pt x="30" y="52"/>
                      <a:pt x="26" y="53"/>
                      <a:pt x="22" y="54"/>
                    </a:cubicBezTo>
                    <a:cubicBezTo>
                      <a:pt x="20" y="54"/>
                      <a:pt x="17" y="55"/>
                      <a:pt x="15" y="5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4" name="Google Shape;684;p7"/>
              <p:cNvSpPr/>
              <p:nvPr/>
            </p:nvSpPr>
            <p:spPr>
              <a:xfrm>
                <a:off x="335880" y="1040760"/>
                <a:ext cx="52560" cy="128520"/>
              </a:xfrm>
              <a:custGeom>
                <a:avLst/>
                <a:gdLst/>
                <a:ahLst/>
                <a:cxnLst/>
                <a:rect l="l" t="t" r="r" b="b"/>
                <a:pathLst>
                  <a:path w="146" h="357" extrusionOk="0">
                    <a:moveTo>
                      <a:pt x="39" y="350"/>
                    </a:moveTo>
                    <a:cubicBezTo>
                      <a:pt x="34" y="349"/>
                      <a:pt x="28" y="346"/>
                      <a:pt x="23" y="343"/>
                    </a:cubicBezTo>
                    <a:cubicBezTo>
                      <a:pt x="18" y="340"/>
                      <a:pt x="13" y="336"/>
                      <a:pt x="9" y="331"/>
                    </a:cubicBezTo>
                    <a:cubicBezTo>
                      <a:pt x="3" y="324"/>
                      <a:pt x="0" y="313"/>
                      <a:pt x="6" y="303"/>
                    </a:cubicBezTo>
                    <a:cubicBezTo>
                      <a:pt x="11" y="293"/>
                      <a:pt x="22" y="286"/>
                      <a:pt x="32" y="280"/>
                    </a:cubicBezTo>
                    <a:cubicBezTo>
                      <a:pt x="37" y="276"/>
                      <a:pt x="44" y="278"/>
                      <a:pt x="48" y="283"/>
                    </a:cubicBezTo>
                    <a:cubicBezTo>
                      <a:pt x="52" y="288"/>
                      <a:pt x="50" y="295"/>
                      <a:pt x="46" y="299"/>
                    </a:cubicBezTo>
                    <a:cubicBezTo>
                      <a:pt x="41" y="302"/>
                      <a:pt x="36" y="306"/>
                      <a:pt x="32" y="310"/>
                    </a:cubicBezTo>
                    <a:cubicBezTo>
                      <a:pt x="31" y="310"/>
                      <a:pt x="29" y="311"/>
                      <a:pt x="29" y="313"/>
                    </a:cubicBezTo>
                    <a:cubicBezTo>
                      <a:pt x="28" y="313"/>
                      <a:pt x="28" y="314"/>
                      <a:pt x="27" y="314"/>
                    </a:cubicBezTo>
                    <a:cubicBezTo>
                      <a:pt x="28" y="314"/>
                      <a:pt x="28" y="313"/>
                      <a:pt x="28" y="313"/>
                    </a:cubicBezTo>
                    <a:lnTo>
                      <a:pt x="27" y="314"/>
                    </a:lnTo>
                    <a:cubicBezTo>
                      <a:pt x="27" y="315"/>
                      <a:pt x="27" y="315"/>
                      <a:pt x="27" y="315"/>
                    </a:cubicBezTo>
                    <a:cubicBezTo>
                      <a:pt x="28" y="316"/>
                      <a:pt x="29" y="317"/>
                      <a:pt x="29" y="318"/>
                    </a:cubicBezTo>
                    <a:cubicBezTo>
                      <a:pt x="30" y="319"/>
                      <a:pt x="31" y="319"/>
                      <a:pt x="31" y="320"/>
                    </a:cubicBezTo>
                    <a:cubicBezTo>
                      <a:pt x="32" y="320"/>
                      <a:pt x="32" y="321"/>
                      <a:pt x="34" y="322"/>
                    </a:cubicBezTo>
                    <a:cubicBezTo>
                      <a:pt x="33" y="321"/>
                      <a:pt x="33" y="321"/>
                      <a:pt x="32" y="321"/>
                    </a:cubicBezTo>
                    <a:cubicBezTo>
                      <a:pt x="33" y="322"/>
                      <a:pt x="34" y="322"/>
                      <a:pt x="35" y="322"/>
                    </a:cubicBezTo>
                    <a:cubicBezTo>
                      <a:pt x="39" y="325"/>
                      <a:pt x="43" y="327"/>
                      <a:pt x="47" y="328"/>
                    </a:cubicBezTo>
                    <a:cubicBezTo>
                      <a:pt x="50" y="329"/>
                      <a:pt x="54" y="330"/>
                      <a:pt x="57" y="331"/>
                    </a:cubicBezTo>
                    <a:cubicBezTo>
                      <a:pt x="60" y="332"/>
                      <a:pt x="62" y="332"/>
                      <a:pt x="64" y="332"/>
                    </a:cubicBezTo>
                    <a:cubicBezTo>
                      <a:pt x="67" y="332"/>
                      <a:pt x="69" y="332"/>
                      <a:pt x="72" y="332"/>
                    </a:cubicBezTo>
                    <a:cubicBezTo>
                      <a:pt x="71" y="332"/>
                      <a:pt x="71" y="332"/>
                      <a:pt x="70" y="332"/>
                    </a:cubicBezTo>
                    <a:cubicBezTo>
                      <a:pt x="73" y="332"/>
                      <a:pt x="76" y="332"/>
                      <a:pt x="78" y="331"/>
                    </a:cubicBezTo>
                    <a:cubicBezTo>
                      <a:pt x="80" y="331"/>
                      <a:pt x="82" y="331"/>
                      <a:pt x="84" y="330"/>
                    </a:cubicBezTo>
                    <a:cubicBezTo>
                      <a:pt x="85" y="329"/>
                      <a:pt x="86" y="329"/>
                      <a:pt x="87" y="329"/>
                    </a:cubicBezTo>
                    <a:cubicBezTo>
                      <a:pt x="88" y="328"/>
                      <a:pt x="88" y="328"/>
                      <a:pt x="89" y="327"/>
                    </a:cubicBezTo>
                    <a:cubicBezTo>
                      <a:pt x="89" y="327"/>
                      <a:pt x="90" y="327"/>
                      <a:pt x="91" y="327"/>
                    </a:cubicBezTo>
                    <a:cubicBezTo>
                      <a:pt x="91" y="326"/>
                      <a:pt x="91" y="326"/>
                      <a:pt x="91" y="325"/>
                    </a:cubicBezTo>
                    <a:cubicBezTo>
                      <a:pt x="92" y="325"/>
                      <a:pt x="92" y="325"/>
                      <a:pt x="92" y="325"/>
                    </a:cubicBezTo>
                    <a:cubicBezTo>
                      <a:pt x="92" y="324"/>
                      <a:pt x="93" y="323"/>
                      <a:pt x="93" y="322"/>
                    </a:cubicBezTo>
                    <a:cubicBezTo>
                      <a:pt x="94" y="320"/>
                      <a:pt x="94" y="318"/>
                      <a:pt x="95" y="315"/>
                    </a:cubicBezTo>
                    <a:cubicBezTo>
                      <a:pt x="96" y="312"/>
                      <a:pt x="96" y="308"/>
                      <a:pt x="96" y="304"/>
                    </a:cubicBezTo>
                    <a:cubicBezTo>
                      <a:pt x="96" y="305"/>
                      <a:pt x="96" y="306"/>
                      <a:pt x="96" y="306"/>
                    </a:cubicBezTo>
                    <a:cubicBezTo>
                      <a:pt x="97" y="300"/>
                      <a:pt x="97" y="294"/>
                      <a:pt x="97" y="288"/>
                    </a:cubicBezTo>
                    <a:cubicBezTo>
                      <a:pt x="98" y="282"/>
                      <a:pt x="97" y="277"/>
                      <a:pt x="96" y="272"/>
                    </a:cubicBezTo>
                    <a:cubicBezTo>
                      <a:pt x="96" y="267"/>
                      <a:pt x="95" y="262"/>
                      <a:pt x="95" y="257"/>
                    </a:cubicBezTo>
                    <a:cubicBezTo>
                      <a:pt x="93" y="250"/>
                      <a:pt x="91" y="242"/>
                      <a:pt x="89" y="234"/>
                    </a:cubicBezTo>
                    <a:cubicBezTo>
                      <a:pt x="88" y="227"/>
                      <a:pt x="85" y="219"/>
                      <a:pt x="83" y="212"/>
                    </a:cubicBezTo>
                    <a:cubicBezTo>
                      <a:pt x="78" y="200"/>
                      <a:pt x="74" y="187"/>
                      <a:pt x="70" y="175"/>
                    </a:cubicBezTo>
                    <a:cubicBezTo>
                      <a:pt x="66" y="162"/>
                      <a:pt x="61" y="151"/>
                      <a:pt x="57" y="138"/>
                    </a:cubicBezTo>
                    <a:cubicBezTo>
                      <a:pt x="55" y="130"/>
                      <a:pt x="52" y="121"/>
                      <a:pt x="50" y="112"/>
                    </a:cubicBezTo>
                    <a:cubicBezTo>
                      <a:pt x="49" y="103"/>
                      <a:pt x="48" y="94"/>
                      <a:pt x="48" y="84"/>
                    </a:cubicBezTo>
                    <a:cubicBezTo>
                      <a:pt x="49" y="67"/>
                      <a:pt x="53" y="50"/>
                      <a:pt x="63" y="36"/>
                    </a:cubicBezTo>
                    <a:cubicBezTo>
                      <a:pt x="73" y="23"/>
                      <a:pt x="85" y="11"/>
                      <a:pt x="101" y="8"/>
                    </a:cubicBezTo>
                    <a:cubicBezTo>
                      <a:pt x="108" y="7"/>
                      <a:pt x="114" y="7"/>
                      <a:pt x="120" y="9"/>
                    </a:cubicBezTo>
                    <a:cubicBezTo>
                      <a:pt x="122" y="3"/>
                      <a:pt x="129" y="0"/>
                      <a:pt x="135" y="1"/>
                    </a:cubicBezTo>
                    <a:cubicBezTo>
                      <a:pt x="141" y="4"/>
                      <a:pt x="145" y="11"/>
                      <a:pt x="144" y="17"/>
                    </a:cubicBezTo>
                    <a:cubicBezTo>
                      <a:pt x="143" y="19"/>
                      <a:pt x="143" y="21"/>
                      <a:pt x="142" y="24"/>
                    </a:cubicBezTo>
                    <a:cubicBezTo>
                      <a:pt x="142" y="24"/>
                      <a:pt x="141" y="24"/>
                      <a:pt x="141" y="25"/>
                    </a:cubicBezTo>
                    <a:cubicBezTo>
                      <a:pt x="144" y="30"/>
                      <a:pt x="145" y="35"/>
                      <a:pt x="144" y="41"/>
                    </a:cubicBezTo>
                    <a:cubicBezTo>
                      <a:pt x="142" y="47"/>
                      <a:pt x="139" y="53"/>
                      <a:pt x="133" y="56"/>
                    </a:cubicBezTo>
                    <a:cubicBezTo>
                      <a:pt x="126" y="58"/>
                      <a:pt x="119" y="56"/>
                      <a:pt x="116" y="49"/>
                    </a:cubicBezTo>
                    <a:cubicBezTo>
                      <a:pt x="115" y="46"/>
                      <a:pt x="115" y="44"/>
                      <a:pt x="115" y="41"/>
                    </a:cubicBezTo>
                    <a:cubicBezTo>
                      <a:pt x="115" y="39"/>
                      <a:pt x="115" y="38"/>
                      <a:pt x="115" y="36"/>
                    </a:cubicBezTo>
                    <a:cubicBezTo>
                      <a:pt x="116" y="35"/>
                      <a:pt x="116" y="34"/>
                      <a:pt x="116" y="33"/>
                    </a:cubicBezTo>
                    <a:cubicBezTo>
                      <a:pt x="115" y="33"/>
                      <a:pt x="115" y="33"/>
                      <a:pt x="115" y="33"/>
                    </a:cubicBezTo>
                    <a:cubicBezTo>
                      <a:pt x="114" y="32"/>
                      <a:pt x="114" y="32"/>
                      <a:pt x="113" y="32"/>
                    </a:cubicBezTo>
                    <a:cubicBezTo>
                      <a:pt x="113" y="32"/>
                      <a:pt x="112" y="32"/>
                      <a:pt x="111" y="32"/>
                    </a:cubicBezTo>
                    <a:cubicBezTo>
                      <a:pt x="110" y="32"/>
                      <a:pt x="109" y="32"/>
                      <a:pt x="108" y="32"/>
                    </a:cubicBezTo>
                    <a:cubicBezTo>
                      <a:pt x="107" y="32"/>
                      <a:pt x="106" y="32"/>
                      <a:pt x="105" y="32"/>
                    </a:cubicBezTo>
                    <a:cubicBezTo>
                      <a:pt x="104" y="32"/>
                      <a:pt x="103" y="33"/>
                      <a:pt x="102" y="33"/>
                    </a:cubicBezTo>
                    <a:cubicBezTo>
                      <a:pt x="101" y="34"/>
                      <a:pt x="101" y="34"/>
                      <a:pt x="100" y="34"/>
                    </a:cubicBezTo>
                    <a:cubicBezTo>
                      <a:pt x="98" y="35"/>
                      <a:pt x="97" y="35"/>
                      <a:pt x="96" y="36"/>
                    </a:cubicBezTo>
                    <a:cubicBezTo>
                      <a:pt x="95" y="36"/>
                      <a:pt x="95" y="37"/>
                      <a:pt x="94" y="38"/>
                    </a:cubicBezTo>
                    <a:cubicBezTo>
                      <a:pt x="92" y="39"/>
                      <a:pt x="89" y="42"/>
                      <a:pt x="88" y="43"/>
                    </a:cubicBezTo>
                    <a:cubicBezTo>
                      <a:pt x="86" y="46"/>
                      <a:pt x="84" y="48"/>
                      <a:pt x="83" y="50"/>
                    </a:cubicBezTo>
                    <a:cubicBezTo>
                      <a:pt x="81" y="52"/>
                      <a:pt x="80" y="54"/>
                      <a:pt x="79" y="56"/>
                    </a:cubicBezTo>
                    <a:cubicBezTo>
                      <a:pt x="77" y="59"/>
                      <a:pt x="77" y="61"/>
                      <a:pt x="76" y="63"/>
                    </a:cubicBezTo>
                    <a:cubicBezTo>
                      <a:pt x="75" y="66"/>
                      <a:pt x="74" y="68"/>
                      <a:pt x="73" y="71"/>
                    </a:cubicBezTo>
                    <a:cubicBezTo>
                      <a:pt x="73" y="75"/>
                      <a:pt x="72" y="78"/>
                      <a:pt x="72" y="82"/>
                    </a:cubicBezTo>
                    <a:cubicBezTo>
                      <a:pt x="71" y="87"/>
                      <a:pt x="71" y="92"/>
                      <a:pt x="71" y="96"/>
                    </a:cubicBezTo>
                    <a:cubicBezTo>
                      <a:pt x="72" y="101"/>
                      <a:pt x="73" y="104"/>
                      <a:pt x="73" y="108"/>
                    </a:cubicBezTo>
                    <a:cubicBezTo>
                      <a:pt x="74" y="116"/>
                      <a:pt x="77" y="124"/>
                      <a:pt x="79" y="131"/>
                    </a:cubicBezTo>
                    <a:cubicBezTo>
                      <a:pt x="83" y="143"/>
                      <a:pt x="87" y="155"/>
                      <a:pt x="91" y="167"/>
                    </a:cubicBezTo>
                    <a:cubicBezTo>
                      <a:pt x="96" y="180"/>
                      <a:pt x="101" y="192"/>
                      <a:pt x="105" y="205"/>
                    </a:cubicBezTo>
                    <a:cubicBezTo>
                      <a:pt x="108" y="217"/>
                      <a:pt x="112" y="229"/>
                      <a:pt x="115" y="241"/>
                    </a:cubicBezTo>
                    <a:cubicBezTo>
                      <a:pt x="115" y="244"/>
                      <a:pt x="116" y="248"/>
                      <a:pt x="117" y="253"/>
                    </a:cubicBezTo>
                    <a:cubicBezTo>
                      <a:pt x="117" y="255"/>
                      <a:pt x="118" y="258"/>
                      <a:pt x="119" y="262"/>
                    </a:cubicBezTo>
                    <a:cubicBezTo>
                      <a:pt x="119" y="264"/>
                      <a:pt x="119" y="267"/>
                      <a:pt x="119" y="269"/>
                    </a:cubicBezTo>
                    <a:cubicBezTo>
                      <a:pt x="120" y="274"/>
                      <a:pt x="120" y="278"/>
                      <a:pt x="120" y="282"/>
                    </a:cubicBezTo>
                    <a:cubicBezTo>
                      <a:pt x="120" y="287"/>
                      <a:pt x="120" y="292"/>
                      <a:pt x="120" y="296"/>
                    </a:cubicBezTo>
                    <a:cubicBezTo>
                      <a:pt x="120" y="301"/>
                      <a:pt x="120" y="307"/>
                      <a:pt x="119" y="312"/>
                    </a:cubicBezTo>
                    <a:cubicBezTo>
                      <a:pt x="119" y="318"/>
                      <a:pt x="117" y="324"/>
                      <a:pt x="116" y="329"/>
                    </a:cubicBezTo>
                    <a:cubicBezTo>
                      <a:pt x="114" y="334"/>
                      <a:pt x="112" y="339"/>
                      <a:pt x="108" y="342"/>
                    </a:cubicBezTo>
                    <a:cubicBezTo>
                      <a:pt x="99" y="351"/>
                      <a:pt x="87" y="355"/>
                      <a:pt x="75" y="356"/>
                    </a:cubicBezTo>
                    <a:cubicBezTo>
                      <a:pt x="73" y="356"/>
                      <a:pt x="71" y="356"/>
                      <a:pt x="69" y="356"/>
                    </a:cubicBezTo>
                    <a:cubicBezTo>
                      <a:pt x="59" y="356"/>
                      <a:pt x="49" y="354"/>
                      <a:pt x="39" y="3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5" name="Google Shape;685;p7"/>
              <p:cNvSpPr/>
              <p:nvPr/>
            </p:nvSpPr>
            <p:spPr>
              <a:xfrm>
                <a:off x="414360" y="1024200"/>
                <a:ext cx="73440" cy="118800"/>
              </a:xfrm>
              <a:custGeom>
                <a:avLst/>
                <a:gdLst/>
                <a:ahLst/>
                <a:cxnLst/>
                <a:rect l="l" t="t" r="r" b="b"/>
                <a:pathLst>
                  <a:path w="204" h="330" extrusionOk="0">
                    <a:moveTo>
                      <a:pt x="39" y="305"/>
                    </a:moveTo>
                    <a:cubicBezTo>
                      <a:pt x="39" y="305"/>
                      <a:pt x="40" y="305"/>
                      <a:pt x="42" y="305"/>
                    </a:cubicBezTo>
                    <a:cubicBezTo>
                      <a:pt x="43" y="305"/>
                      <a:pt x="43" y="305"/>
                      <a:pt x="45" y="304"/>
                    </a:cubicBezTo>
                    <a:lnTo>
                      <a:pt x="46" y="304"/>
                    </a:lnTo>
                    <a:cubicBezTo>
                      <a:pt x="47" y="304"/>
                      <a:pt x="49" y="303"/>
                      <a:pt x="50" y="303"/>
                    </a:cubicBezTo>
                    <a:cubicBezTo>
                      <a:pt x="52" y="301"/>
                      <a:pt x="54" y="301"/>
                      <a:pt x="56" y="300"/>
                    </a:cubicBezTo>
                    <a:cubicBezTo>
                      <a:pt x="57" y="298"/>
                      <a:pt x="59" y="297"/>
                      <a:pt x="61" y="296"/>
                    </a:cubicBezTo>
                    <a:cubicBezTo>
                      <a:pt x="64" y="293"/>
                      <a:pt x="67" y="290"/>
                      <a:pt x="69" y="287"/>
                    </a:cubicBezTo>
                    <a:cubicBezTo>
                      <a:pt x="73" y="283"/>
                      <a:pt x="77" y="278"/>
                      <a:pt x="80" y="273"/>
                    </a:cubicBezTo>
                    <a:cubicBezTo>
                      <a:pt x="85" y="266"/>
                      <a:pt x="90" y="258"/>
                      <a:pt x="95" y="250"/>
                    </a:cubicBezTo>
                    <a:cubicBezTo>
                      <a:pt x="93" y="248"/>
                      <a:pt x="92" y="246"/>
                      <a:pt x="92" y="243"/>
                    </a:cubicBezTo>
                    <a:cubicBezTo>
                      <a:pt x="92" y="240"/>
                      <a:pt x="93" y="237"/>
                      <a:pt x="93" y="234"/>
                    </a:cubicBezTo>
                    <a:cubicBezTo>
                      <a:pt x="94" y="232"/>
                      <a:pt x="95" y="230"/>
                      <a:pt x="95" y="228"/>
                    </a:cubicBezTo>
                    <a:cubicBezTo>
                      <a:pt x="96" y="226"/>
                      <a:pt x="96" y="223"/>
                      <a:pt x="97" y="221"/>
                    </a:cubicBezTo>
                    <a:cubicBezTo>
                      <a:pt x="97" y="221"/>
                      <a:pt x="96" y="221"/>
                      <a:pt x="96" y="220"/>
                    </a:cubicBezTo>
                    <a:cubicBezTo>
                      <a:pt x="96" y="219"/>
                      <a:pt x="95" y="218"/>
                      <a:pt x="95" y="216"/>
                    </a:cubicBezTo>
                    <a:cubicBezTo>
                      <a:pt x="95" y="215"/>
                      <a:pt x="94" y="215"/>
                      <a:pt x="94" y="214"/>
                    </a:cubicBezTo>
                    <a:lnTo>
                      <a:pt x="93" y="214"/>
                    </a:lnTo>
                    <a:cubicBezTo>
                      <a:pt x="94" y="214"/>
                      <a:pt x="94" y="215"/>
                      <a:pt x="94" y="215"/>
                    </a:cubicBezTo>
                    <a:cubicBezTo>
                      <a:pt x="94" y="214"/>
                      <a:pt x="93" y="214"/>
                      <a:pt x="93" y="214"/>
                    </a:cubicBezTo>
                    <a:cubicBezTo>
                      <a:pt x="92" y="213"/>
                      <a:pt x="92" y="212"/>
                      <a:pt x="91" y="211"/>
                    </a:cubicBezTo>
                    <a:cubicBezTo>
                      <a:pt x="91" y="211"/>
                      <a:pt x="90" y="211"/>
                      <a:pt x="89" y="210"/>
                    </a:cubicBezTo>
                    <a:cubicBezTo>
                      <a:pt x="88" y="209"/>
                      <a:pt x="86" y="208"/>
                      <a:pt x="84" y="207"/>
                    </a:cubicBezTo>
                    <a:cubicBezTo>
                      <a:pt x="83" y="207"/>
                      <a:pt x="81" y="206"/>
                      <a:pt x="80" y="205"/>
                    </a:cubicBezTo>
                    <a:cubicBezTo>
                      <a:pt x="78" y="205"/>
                      <a:pt x="77" y="204"/>
                      <a:pt x="76" y="204"/>
                    </a:cubicBezTo>
                    <a:cubicBezTo>
                      <a:pt x="75" y="204"/>
                      <a:pt x="74" y="204"/>
                      <a:pt x="74" y="204"/>
                    </a:cubicBezTo>
                    <a:cubicBezTo>
                      <a:pt x="73" y="204"/>
                      <a:pt x="73" y="204"/>
                      <a:pt x="71" y="204"/>
                    </a:cubicBezTo>
                    <a:cubicBezTo>
                      <a:pt x="70" y="204"/>
                      <a:pt x="69" y="204"/>
                      <a:pt x="68" y="204"/>
                    </a:cubicBezTo>
                    <a:cubicBezTo>
                      <a:pt x="67" y="204"/>
                      <a:pt x="67" y="204"/>
                      <a:pt x="66" y="205"/>
                    </a:cubicBezTo>
                    <a:lnTo>
                      <a:pt x="65" y="205"/>
                    </a:lnTo>
                    <a:cubicBezTo>
                      <a:pt x="63" y="206"/>
                      <a:pt x="61" y="207"/>
                      <a:pt x="59" y="208"/>
                    </a:cubicBezTo>
                    <a:cubicBezTo>
                      <a:pt x="56" y="210"/>
                      <a:pt x="53" y="212"/>
                      <a:pt x="51" y="215"/>
                    </a:cubicBezTo>
                    <a:cubicBezTo>
                      <a:pt x="49" y="216"/>
                      <a:pt x="47" y="218"/>
                      <a:pt x="45" y="220"/>
                    </a:cubicBezTo>
                    <a:cubicBezTo>
                      <a:pt x="43" y="222"/>
                      <a:pt x="42" y="224"/>
                      <a:pt x="40" y="226"/>
                    </a:cubicBezTo>
                    <a:cubicBezTo>
                      <a:pt x="37" y="230"/>
                      <a:pt x="35" y="235"/>
                      <a:pt x="32" y="239"/>
                    </a:cubicBezTo>
                    <a:cubicBezTo>
                      <a:pt x="31" y="243"/>
                      <a:pt x="29" y="246"/>
                      <a:pt x="27" y="250"/>
                    </a:cubicBezTo>
                    <a:cubicBezTo>
                      <a:pt x="26" y="253"/>
                      <a:pt x="25" y="257"/>
                      <a:pt x="24" y="260"/>
                    </a:cubicBezTo>
                    <a:cubicBezTo>
                      <a:pt x="24" y="262"/>
                      <a:pt x="24" y="265"/>
                      <a:pt x="23" y="267"/>
                    </a:cubicBezTo>
                    <a:cubicBezTo>
                      <a:pt x="23" y="271"/>
                      <a:pt x="23" y="274"/>
                      <a:pt x="23" y="278"/>
                    </a:cubicBezTo>
                    <a:cubicBezTo>
                      <a:pt x="24" y="281"/>
                      <a:pt x="24" y="285"/>
                      <a:pt x="24" y="288"/>
                    </a:cubicBezTo>
                    <a:cubicBezTo>
                      <a:pt x="25" y="290"/>
                      <a:pt x="25" y="292"/>
                      <a:pt x="26" y="294"/>
                    </a:cubicBezTo>
                    <a:cubicBezTo>
                      <a:pt x="26" y="294"/>
                      <a:pt x="26" y="295"/>
                      <a:pt x="26" y="296"/>
                    </a:cubicBezTo>
                    <a:cubicBezTo>
                      <a:pt x="27" y="296"/>
                      <a:pt x="27" y="296"/>
                      <a:pt x="27" y="297"/>
                    </a:cubicBezTo>
                    <a:cubicBezTo>
                      <a:pt x="28" y="297"/>
                      <a:pt x="28" y="299"/>
                      <a:pt x="29" y="299"/>
                    </a:cubicBezTo>
                    <a:cubicBezTo>
                      <a:pt x="30" y="300"/>
                      <a:pt x="30" y="300"/>
                      <a:pt x="31" y="301"/>
                    </a:cubicBezTo>
                    <a:cubicBezTo>
                      <a:pt x="31" y="301"/>
                      <a:pt x="32" y="301"/>
                      <a:pt x="32" y="302"/>
                    </a:cubicBezTo>
                    <a:cubicBezTo>
                      <a:pt x="33" y="303"/>
                      <a:pt x="34" y="303"/>
                      <a:pt x="35" y="303"/>
                    </a:cubicBezTo>
                    <a:cubicBezTo>
                      <a:pt x="34" y="303"/>
                      <a:pt x="33" y="303"/>
                      <a:pt x="33" y="303"/>
                    </a:cubicBezTo>
                    <a:cubicBezTo>
                      <a:pt x="34" y="303"/>
                      <a:pt x="35" y="304"/>
                      <a:pt x="37" y="304"/>
                    </a:cubicBezTo>
                    <a:cubicBezTo>
                      <a:pt x="36" y="304"/>
                      <a:pt x="36" y="304"/>
                      <a:pt x="35" y="304"/>
                    </a:cubicBezTo>
                    <a:cubicBezTo>
                      <a:pt x="36" y="304"/>
                      <a:pt x="37" y="304"/>
                      <a:pt x="38" y="304"/>
                    </a:cubicBezTo>
                    <a:cubicBezTo>
                      <a:pt x="38" y="305"/>
                      <a:pt x="39" y="305"/>
                      <a:pt x="39" y="305"/>
                    </a:cubicBezTo>
                    <a:lnTo>
                      <a:pt x="38" y="305"/>
                    </a:lnTo>
                    <a:lnTo>
                      <a:pt x="38" y="304"/>
                    </a:lnTo>
                    <a:lnTo>
                      <a:pt x="38" y="305"/>
                    </a:lnTo>
                    <a:cubicBezTo>
                      <a:pt x="39" y="305"/>
                      <a:pt x="39" y="305"/>
                      <a:pt x="39" y="305"/>
                    </a:cubicBezTo>
                    <a:moveTo>
                      <a:pt x="29" y="327"/>
                    </a:moveTo>
                    <a:cubicBezTo>
                      <a:pt x="18" y="323"/>
                      <a:pt x="10" y="314"/>
                      <a:pt x="5" y="304"/>
                    </a:cubicBezTo>
                    <a:cubicBezTo>
                      <a:pt x="2" y="298"/>
                      <a:pt x="1" y="292"/>
                      <a:pt x="0" y="285"/>
                    </a:cubicBezTo>
                    <a:cubicBezTo>
                      <a:pt x="0" y="278"/>
                      <a:pt x="0" y="271"/>
                      <a:pt x="0" y="264"/>
                    </a:cubicBezTo>
                    <a:cubicBezTo>
                      <a:pt x="1" y="251"/>
                      <a:pt x="7" y="238"/>
                      <a:pt x="13" y="226"/>
                    </a:cubicBezTo>
                    <a:cubicBezTo>
                      <a:pt x="16" y="220"/>
                      <a:pt x="20" y="214"/>
                      <a:pt x="24" y="208"/>
                    </a:cubicBezTo>
                    <a:cubicBezTo>
                      <a:pt x="28" y="202"/>
                      <a:pt x="34" y="198"/>
                      <a:pt x="39" y="194"/>
                    </a:cubicBezTo>
                    <a:cubicBezTo>
                      <a:pt x="44" y="190"/>
                      <a:pt x="50" y="186"/>
                      <a:pt x="56" y="183"/>
                    </a:cubicBezTo>
                    <a:cubicBezTo>
                      <a:pt x="61" y="181"/>
                      <a:pt x="67" y="180"/>
                      <a:pt x="73" y="180"/>
                    </a:cubicBezTo>
                    <a:cubicBezTo>
                      <a:pt x="79" y="180"/>
                      <a:pt x="85" y="181"/>
                      <a:pt x="91" y="183"/>
                    </a:cubicBezTo>
                    <a:cubicBezTo>
                      <a:pt x="96" y="186"/>
                      <a:pt x="102" y="188"/>
                      <a:pt x="107" y="193"/>
                    </a:cubicBezTo>
                    <a:cubicBezTo>
                      <a:pt x="111" y="196"/>
                      <a:pt x="114" y="201"/>
                      <a:pt x="117" y="205"/>
                    </a:cubicBezTo>
                    <a:cubicBezTo>
                      <a:pt x="119" y="200"/>
                      <a:pt x="121" y="195"/>
                      <a:pt x="124" y="190"/>
                    </a:cubicBezTo>
                    <a:cubicBezTo>
                      <a:pt x="131" y="173"/>
                      <a:pt x="138" y="155"/>
                      <a:pt x="145" y="138"/>
                    </a:cubicBezTo>
                    <a:cubicBezTo>
                      <a:pt x="146" y="136"/>
                      <a:pt x="147" y="134"/>
                      <a:pt x="147" y="132"/>
                    </a:cubicBezTo>
                    <a:cubicBezTo>
                      <a:pt x="148" y="126"/>
                      <a:pt x="148" y="120"/>
                      <a:pt x="149" y="114"/>
                    </a:cubicBezTo>
                    <a:cubicBezTo>
                      <a:pt x="150" y="109"/>
                      <a:pt x="151" y="103"/>
                      <a:pt x="151" y="97"/>
                    </a:cubicBezTo>
                    <a:cubicBezTo>
                      <a:pt x="154" y="82"/>
                      <a:pt x="156" y="68"/>
                      <a:pt x="160" y="54"/>
                    </a:cubicBezTo>
                    <a:cubicBezTo>
                      <a:pt x="162" y="48"/>
                      <a:pt x="164" y="42"/>
                      <a:pt x="166" y="36"/>
                    </a:cubicBezTo>
                    <a:cubicBezTo>
                      <a:pt x="167" y="32"/>
                      <a:pt x="169" y="27"/>
                      <a:pt x="172" y="22"/>
                    </a:cubicBezTo>
                    <a:cubicBezTo>
                      <a:pt x="173" y="20"/>
                      <a:pt x="174" y="17"/>
                      <a:pt x="175" y="14"/>
                    </a:cubicBezTo>
                    <a:cubicBezTo>
                      <a:pt x="177" y="10"/>
                      <a:pt x="179" y="8"/>
                      <a:pt x="182" y="5"/>
                    </a:cubicBezTo>
                    <a:cubicBezTo>
                      <a:pt x="188" y="0"/>
                      <a:pt x="197" y="1"/>
                      <a:pt x="201" y="8"/>
                    </a:cubicBezTo>
                    <a:cubicBezTo>
                      <a:pt x="202" y="11"/>
                      <a:pt x="203" y="14"/>
                      <a:pt x="203" y="17"/>
                    </a:cubicBezTo>
                    <a:cubicBezTo>
                      <a:pt x="203" y="20"/>
                      <a:pt x="202" y="24"/>
                      <a:pt x="201" y="27"/>
                    </a:cubicBezTo>
                    <a:cubicBezTo>
                      <a:pt x="201" y="29"/>
                      <a:pt x="200" y="32"/>
                      <a:pt x="199" y="35"/>
                    </a:cubicBezTo>
                    <a:cubicBezTo>
                      <a:pt x="197" y="41"/>
                      <a:pt x="195" y="47"/>
                      <a:pt x="194" y="54"/>
                    </a:cubicBezTo>
                    <a:cubicBezTo>
                      <a:pt x="190" y="66"/>
                      <a:pt x="186" y="78"/>
                      <a:pt x="183" y="91"/>
                    </a:cubicBezTo>
                    <a:cubicBezTo>
                      <a:pt x="179" y="102"/>
                      <a:pt x="176" y="112"/>
                      <a:pt x="173" y="123"/>
                    </a:cubicBezTo>
                    <a:cubicBezTo>
                      <a:pt x="172" y="125"/>
                      <a:pt x="171" y="127"/>
                      <a:pt x="170" y="130"/>
                    </a:cubicBezTo>
                    <a:cubicBezTo>
                      <a:pt x="169" y="141"/>
                      <a:pt x="167" y="154"/>
                      <a:pt x="166" y="166"/>
                    </a:cubicBezTo>
                    <a:cubicBezTo>
                      <a:pt x="163" y="191"/>
                      <a:pt x="161" y="216"/>
                      <a:pt x="156" y="241"/>
                    </a:cubicBezTo>
                    <a:cubicBezTo>
                      <a:pt x="154" y="257"/>
                      <a:pt x="151" y="272"/>
                      <a:pt x="148" y="288"/>
                    </a:cubicBezTo>
                    <a:cubicBezTo>
                      <a:pt x="147" y="295"/>
                      <a:pt x="141" y="300"/>
                      <a:pt x="134" y="299"/>
                    </a:cubicBezTo>
                    <a:cubicBezTo>
                      <a:pt x="127" y="297"/>
                      <a:pt x="123" y="290"/>
                      <a:pt x="124" y="283"/>
                    </a:cubicBezTo>
                    <a:cubicBezTo>
                      <a:pt x="126" y="276"/>
                      <a:pt x="128" y="269"/>
                      <a:pt x="130" y="262"/>
                    </a:cubicBezTo>
                    <a:cubicBezTo>
                      <a:pt x="133" y="245"/>
                      <a:pt x="136" y="228"/>
                      <a:pt x="138" y="211"/>
                    </a:cubicBezTo>
                    <a:cubicBezTo>
                      <a:pt x="138" y="212"/>
                      <a:pt x="137" y="214"/>
                      <a:pt x="137" y="215"/>
                    </a:cubicBezTo>
                    <a:cubicBezTo>
                      <a:pt x="135" y="219"/>
                      <a:pt x="133" y="223"/>
                      <a:pt x="131" y="228"/>
                    </a:cubicBezTo>
                    <a:cubicBezTo>
                      <a:pt x="123" y="245"/>
                      <a:pt x="114" y="262"/>
                      <a:pt x="105" y="279"/>
                    </a:cubicBezTo>
                    <a:cubicBezTo>
                      <a:pt x="95" y="293"/>
                      <a:pt x="85" y="306"/>
                      <a:pt x="72" y="317"/>
                    </a:cubicBezTo>
                    <a:cubicBezTo>
                      <a:pt x="63" y="324"/>
                      <a:pt x="52" y="329"/>
                      <a:pt x="40" y="329"/>
                    </a:cubicBezTo>
                    <a:cubicBezTo>
                      <a:pt x="36" y="329"/>
                      <a:pt x="33" y="328"/>
                      <a:pt x="29" y="3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6" name="Google Shape;686;p7"/>
              <p:cNvSpPr/>
              <p:nvPr/>
            </p:nvSpPr>
            <p:spPr>
              <a:xfrm>
                <a:off x="481320" y="1079280"/>
                <a:ext cx="52920" cy="12852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357" extrusionOk="0">
                    <a:moveTo>
                      <a:pt x="81" y="330"/>
                    </a:moveTo>
                    <a:cubicBezTo>
                      <a:pt x="83" y="319"/>
                      <a:pt x="85" y="309"/>
                      <a:pt x="86" y="298"/>
                    </a:cubicBezTo>
                    <a:cubicBezTo>
                      <a:pt x="87" y="271"/>
                      <a:pt x="87" y="245"/>
                      <a:pt x="87" y="219"/>
                    </a:cubicBezTo>
                    <a:cubicBezTo>
                      <a:pt x="87" y="206"/>
                      <a:pt x="87" y="193"/>
                      <a:pt x="87" y="181"/>
                    </a:cubicBezTo>
                    <a:cubicBezTo>
                      <a:pt x="87" y="176"/>
                      <a:pt x="87" y="171"/>
                      <a:pt x="87" y="167"/>
                    </a:cubicBezTo>
                    <a:cubicBezTo>
                      <a:pt x="88" y="159"/>
                      <a:pt x="89" y="151"/>
                      <a:pt x="89" y="143"/>
                    </a:cubicBezTo>
                    <a:cubicBezTo>
                      <a:pt x="89" y="133"/>
                      <a:pt x="90" y="123"/>
                      <a:pt x="92" y="113"/>
                    </a:cubicBezTo>
                    <a:cubicBezTo>
                      <a:pt x="90" y="115"/>
                      <a:pt x="89" y="117"/>
                      <a:pt x="87" y="119"/>
                    </a:cubicBezTo>
                    <a:cubicBezTo>
                      <a:pt x="82" y="125"/>
                      <a:pt x="76" y="132"/>
                      <a:pt x="70" y="138"/>
                    </a:cubicBezTo>
                    <a:cubicBezTo>
                      <a:pt x="64" y="143"/>
                      <a:pt x="58" y="147"/>
                      <a:pt x="51" y="150"/>
                    </a:cubicBezTo>
                    <a:cubicBezTo>
                      <a:pt x="47" y="158"/>
                      <a:pt x="44" y="167"/>
                      <a:pt x="41" y="175"/>
                    </a:cubicBezTo>
                    <a:cubicBezTo>
                      <a:pt x="38" y="184"/>
                      <a:pt x="35" y="192"/>
                      <a:pt x="33" y="201"/>
                    </a:cubicBezTo>
                    <a:cubicBezTo>
                      <a:pt x="33" y="204"/>
                      <a:pt x="32" y="208"/>
                      <a:pt x="32" y="211"/>
                    </a:cubicBezTo>
                    <a:cubicBezTo>
                      <a:pt x="31" y="219"/>
                      <a:pt x="31" y="227"/>
                      <a:pt x="32" y="234"/>
                    </a:cubicBezTo>
                    <a:lnTo>
                      <a:pt x="32" y="233"/>
                    </a:lnTo>
                    <a:cubicBezTo>
                      <a:pt x="32" y="237"/>
                      <a:pt x="32" y="241"/>
                      <a:pt x="33" y="245"/>
                    </a:cubicBezTo>
                    <a:cubicBezTo>
                      <a:pt x="33" y="248"/>
                      <a:pt x="34" y="252"/>
                      <a:pt x="36" y="255"/>
                    </a:cubicBezTo>
                    <a:cubicBezTo>
                      <a:pt x="39" y="265"/>
                      <a:pt x="43" y="274"/>
                      <a:pt x="48" y="284"/>
                    </a:cubicBezTo>
                    <a:cubicBezTo>
                      <a:pt x="50" y="287"/>
                      <a:pt x="51" y="289"/>
                      <a:pt x="53" y="292"/>
                    </a:cubicBezTo>
                    <a:cubicBezTo>
                      <a:pt x="54" y="295"/>
                      <a:pt x="55" y="297"/>
                      <a:pt x="56" y="299"/>
                    </a:cubicBezTo>
                    <a:cubicBezTo>
                      <a:pt x="61" y="306"/>
                      <a:pt x="65" y="313"/>
                      <a:pt x="70" y="319"/>
                    </a:cubicBezTo>
                    <a:cubicBezTo>
                      <a:pt x="72" y="321"/>
                      <a:pt x="74" y="323"/>
                      <a:pt x="76" y="326"/>
                    </a:cubicBezTo>
                    <a:cubicBezTo>
                      <a:pt x="78" y="327"/>
                      <a:pt x="79" y="329"/>
                      <a:pt x="81" y="330"/>
                    </a:cubicBezTo>
                    <a:moveTo>
                      <a:pt x="79" y="355"/>
                    </a:moveTo>
                    <a:cubicBezTo>
                      <a:pt x="76" y="355"/>
                      <a:pt x="72" y="352"/>
                      <a:pt x="70" y="351"/>
                    </a:cubicBezTo>
                    <a:cubicBezTo>
                      <a:pt x="67" y="349"/>
                      <a:pt x="64" y="347"/>
                      <a:pt x="61" y="344"/>
                    </a:cubicBezTo>
                    <a:cubicBezTo>
                      <a:pt x="55" y="338"/>
                      <a:pt x="50" y="331"/>
                      <a:pt x="46" y="325"/>
                    </a:cubicBezTo>
                    <a:cubicBezTo>
                      <a:pt x="42" y="320"/>
                      <a:pt x="39" y="314"/>
                      <a:pt x="36" y="309"/>
                    </a:cubicBezTo>
                    <a:cubicBezTo>
                      <a:pt x="33" y="303"/>
                      <a:pt x="29" y="297"/>
                      <a:pt x="27" y="291"/>
                    </a:cubicBezTo>
                    <a:cubicBezTo>
                      <a:pt x="23" y="283"/>
                      <a:pt x="19" y="275"/>
                      <a:pt x="16" y="267"/>
                    </a:cubicBezTo>
                    <a:cubicBezTo>
                      <a:pt x="13" y="260"/>
                      <a:pt x="11" y="252"/>
                      <a:pt x="10" y="244"/>
                    </a:cubicBezTo>
                    <a:cubicBezTo>
                      <a:pt x="9" y="235"/>
                      <a:pt x="9" y="226"/>
                      <a:pt x="9" y="217"/>
                    </a:cubicBezTo>
                    <a:cubicBezTo>
                      <a:pt x="10" y="208"/>
                      <a:pt x="11" y="201"/>
                      <a:pt x="12" y="193"/>
                    </a:cubicBezTo>
                    <a:cubicBezTo>
                      <a:pt x="15" y="185"/>
                      <a:pt x="18" y="176"/>
                      <a:pt x="20" y="169"/>
                    </a:cubicBezTo>
                    <a:cubicBezTo>
                      <a:pt x="22" y="163"/>
                      <a:pt x="25" y="158"/>
                      <a:pt x="26" y="152"/>
                    </a:cubicBezTo>
                    <a:cubicBezTo>
                      <a:pt x="20" y="150"/>
                      <a:pt x="16" y="146"/>
                      <a:pt x="12" y="141"/>
                    </a:cubicBezTo>
                    <a:cubicBezTo>
                      <a:pt x="8" y="135"/>
                      <a:pt x="5" y="127"/>
                      <a:pt x="4" y="120"/>
                    </a:cubicBezTo>
                    <a:cubicBezTo>
                      <a:pt x="1" y="113"/>
                      <a:pt x="1" y="105"/>
                      <a:pt x="1" y="97"/>
                    </a:cubicBezTo>
                    <a:cubicBezTo>
                      <a:pt x="0" y="89"/>
                      <a:pt x="2" y="82"/>
                      <a:pt x="4" y="73"/>
                    </a:cubicBezTo>
                    <a:cubicBezTo>
                      <a:pt x="5" y="65"/>
                      <a:pt x="8" y="58"/>
                      <a:pt x="12" y="50"/>
                    </a:cubicBezTo>
                    <a:cubicBezTo>
                      <a:pt x="13" y="47"/>
                      <a:pt x="16" y="44"/>
                      <a:pt x="18" y="42"/>
                    </a:cubicBezTo>
                    <a:cubicBezTo>
                      <a:pt x="20" y="40"/>
                      <a:pt x="24" y="38"/>
                      <a:pt x="27" y="37"/>
                    </a:cubicBezTo>
                    <a:cubicBezTo>
                      <a:pt x="34" y="35"/>
                      <a:pt x="41" y="40"/>
                      <a:pt x="43" y="46"/>
                    </a:cubicBezTo>
                    <a:cubicBezTo>
                      <a:pt x="44" y="52"/>
                      <a:pt x="41" y="58"/>
                      <a:pt x="35" y="61"/>
                    </a:cubicBezTo>
                    <a:lnTo>
                      <a:pt x="34" y="61"/>
                    </a:lnTo>
                    <a:cubicBezTo>
                      <a:pt x="34" y="62"/>
                      <a:pt x="33" y="63"/>
                      <a:pt x="33" y="64"/>
                    </a:cubicBezTo>
                    <a:cubicBezTo>
                      <a:pt x="32" y="67"/>
                      <a:pt x="30" y="69"/>
                      <a:pt x="29" y="72"/>
                    </a:cubicBezTo>
                    <a:cubicBezTo>
                      <a:pt x="27" y="77"/>
                      <a:pt x="26" y="82"/>
                      <a:pt x="25" y="87"/>
                    </a:cubicBezTo>
                    <a:cubicBezTo>
                      <a:pt x="25" y="89"/>
                      <a:pt x="25" y="91"/>
                      <a:pt x="25" y="93"/>
                    </a:cubicBezTo>
                    <a:cubicBezTo>
                      <a:pt x="25" y="95"/>
                      <a:pt x="24" y="98"/>
                      <a:pt x="25" y="100"/>
                    </a:cubicBezTo>
                    <a:cubicBezTo>
                      <a:pt x="25" y="104"/>
                      <a:pt x="25" y="108"/>
                      <a:pt x="26" y="111"/>
                    </a:cubicBezTo>
                    <a:cubicBezTo>
                      <a:pt x="26" y="114"/>
                      <a:pt x="27" y="116"/>
                      <a:pt x="27" y="118"/>
                    </a:cubicBezTo>
                    <a:cubicBezTo>
                      <a:pt x="27" y="118"/>
                      <a:pt x="27" y="117"/>
                      <a:pt x="27" y="116"/>
                    </a:cubicBezTo>
                    <a:cubicBezTo>
                      <a:pt x="27" y="119"/>
                      <a:pt x="29" y="121"/>
                      <a:pt x="29" y="123"/>
                    </a:cubicBezTo>
                    <a:cubicBezTo>
                      <a:pt x="30" y="125"/>
                      <a:pt x="30" y="125"/>
                      <a:pt x="31" y="126"/>
                    </a:cubicBezTo>
                    <a:cubicBezTo>
                      <a:pt x="32" y="127"/>
                      <a:pt x="32" y="127"/>
                      <a:pt x="32" y="127"/>
                    </a:cubicBezTo>
                    <a:cubicBezTo>
                      <a:pt x="32" y="128"/>
                      <a:pt x="32" y="128"/>
                      <a:pt x="33" y="128"/>
                    </a:cubicBezTo>
                    <a:lnTo>
                      <a:pt x="33" y="129"/>
                    </a:lnTo>
                    <a:cubicBezTo>
                      <a:pt x="34" y="129"/>
                      <a:pt x="34" y="129"/>
                      <a:pt x="35" y="130"/>
                    </a:cubicBezTo>
                    <a:cubicBezTo>
                      <a:pt x="35" y="129"/>
                      <a:pt x="34" y="129"/>
                      <a:pt x="34" y="129"/>
                    </a:cubicBezTo>
                    <a:lnTo>
                      <a:pt x="35" y="129"/>
                    </a:lnTo>
                    <a:lnTo>
                      <a:pt x="36" y="129"/>
                    </a:lnTo>
                    <a:cubicBezTo>
                      <a:pt x="38" y="122"/>
                      <a:pt x="41" y="115"/>
                      <a:pt x="43" y="109"/>
                    </a:cubicBezTo>
                    <a:cubicBezTo>
                      <a:pt x="46" y="103"/>
                      <a:pt x="53" y="101"/>
                      <a:pt x="58" y="103"/>
                    </a:cubicBezTo>
                    <a:cubicBezTo>
                      <a:pt x="61" y="105"/>
                      <a:pt x="63" y="108"/>
                      <a:pt x="64" y="111"/>
                    </a:cubicBezTo>
                    <a:cubicBezTo>
                      <a:pt x="69" y="105"/>
                      <a:pt x="74" y="99"/>
                      <a:pt x="78" y="93"/>
                    </a:cubicBezTo>
                    <a:cubicBezTo>
                      <a:pt x="83" y="86"/>
                      <a:pt x="88" y="79"/>
                      <a:pt x="93" y="71"/>
                    </a:cubicBezTo>
                    <a:cubicBezTo>
                      <a:pt x="96" y="67"/>
                      <a:pt x="98" y="63"/>
                      <a:pt x="100" y="59"/>
                    </a:cubicBezTo>
                    <a:cubicBezTo>
                      <a:pt x="103" y="55"/>
                      <a:pt x="104" y="51"/>
                      <a:pt x="107" y="47"/>
                    </a:cubicBezTo>
                    <a:cubicBezTo>
                      <a:pt x="108" y="41"/>
                      <a:pt x="110" y="36"/>
                      <a:pt x="112" y="31"/>
                    </a:cubicBezTo>
                    <a:cubicBezTo>
                      <a:pt x="115" y="22"/>
                      <a:pt x="118" y="13"/>
                      <a:pt x="124" y="6"/>
                    </a:cubicBezTo>
                    <a:cubicBezTo>
                      <a:pt x="127" y="1"/>
                      <a:pt x="133" y="0"/>
                      <a:pt x="138" y="2"/>
                    </a:cubicBezTo>
                    <a:cubicBezTo>
                      <a:pt x="143" y="4"/>
                      <a:pt x="146" y="10"/>
                      <a:pt x="145" y="15"/>
                    </a:cubicBezTo>
                    <a:cubicBezTo>
                      <a:pt x="143" y="22"/>
                      <a:pt x="140" y="29"/>
                      <a:pt x="137" y="35"/>
                    </a:cubicBezTo>
                    <a:cubicBezTo>
                      <a:pt x="135" y="40"/>
                      <a:pt x="133" y="44"/>
                      <a:pt x="131" y="48"/>
                    </a:cubicBezTo>
                    <a:lnTo>
                      <a:pt x="131" y="49"/>
                    </a:lnTo>
                    <a:cubicBezTo>
                      <a:pt x="126" y="63"/>
                      <a:pt x="122" y="77"/>
                      <a:pt x="118" y="92"/>
                    </a:cubicBezTo>
                    <a:cubicBezTo>
                      <a:pt x="115" y="109"/>
                      <a:pt x="113" y="126"/>
                      <a:pt x="111" y="144"/>
                    </a:cubicBezTo>
                    <a:cubicBezTo>
                      <a:pt x="110" y="150"/>
                      <a:pt x="110" y="156"/>
                      <a:pt x="110" y="162"/>
                    </a:cubicBezTo>
                    <a:cubicBezTo>
                      <a:pt x="109" y="168"/>
                      <a:pt x="108" y="174"/>
                      <a:pt x="108" y="179"/>
                    </a:cubicBezTo>
                    <a:cubicBezTo>
                      <a:pt x="108" y="191"/>
                      <a:pt x="108" y="204"/>
                      <a:pt x="108" y="216"/>
                    </a:cubicBezTo>
                    <a:cubicBezTo>
                      <a:pt x="108" y="243"/>
                      <a:pt x="107" y="270"/>
                      <a:pt x="107" y="296"/>
                    </a:cubicBezTo>
                    <a:cubicBezTo>
                      <a:pt x="106" y="309"/>
                      <a:pt x="105" y="321"/>
                      <a:pt x="103" y="333"/>
                    </a:cubicBezTo>
                    <a:cubicBezTo>
                      <a:pt x="103" y="340"/>
                      <a:pt x="102" y="345"/>
                      <a:pt x="98" y="350"/>
                    </a:cubicBezTo>
                    <a:cubicBezTo>
                      <a:pt x="96" y="352"/>
                      <a:pt x="93" y="354"/>
                      <a:pt x="90" y="355"/>
                    </a:cubicBezTo>
                    <a:cubicBezTo>
                      <a:pt x="88" y="356"/>
                      <a:pt x="87" y="356"/>
                      <a:pt x="85" y="356"/>
                    </a:cubicBezTo>
                    <a:cubicBezTo>
                      <a:pt x="83" y="356"/>
                      <a:pt x="81" y="356"/>
                      <a:pt x="79" y="35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7" name="Google Shape;687;p7"/>
              <p:cNvSpPr/>
              <p:nvPr/>
            </p:nvSpPr>
            <p:spPr>
              <a:xfrm>
                <a:off x="337680" y="968760"/>
                <a:ext cx="30600" cy="69480"/>
              </a:xfrm>
              <a:custGeom>
                <a:avLst/>
                <a:gdLst/>
                <a:ahLst/>
                <a:cxnLst/>
                <a:rect l="l" t="t" r="r" b="b"/>
                <a:pathLst>
                  <a:path w="85" h="193" extrusionOk="0">
                    <a:moveTo>
                      <a:pt x="27" y="116"/>
                    </a:moveTo>
                    <a:cubicBezTo>
                      <a:pt x="27" y="115"/>
                      <a:pt x="27" y="113"/>
                      <a:pt x="28" y="111"/>
                    </a:cubicBezTo>
                    <a:cubicBezTo>
                      <a:pt x="27" y="112"/>
                      <a:pt x="27" y="114"/>
                      <a:pt x="26" y="115"/>
                    </a:cubicBezTo>
                    <a:cubicBezTo>
                      <a:pt x="26" y="116"/>
                      <a:pt x="27" y="116"/>
                      <a:pt x="27" y="116"/>
                    </a:cubicBezTo>
                    <a:moveTo>
                      <a:pt x="16" y="182"/>
                    </a:moveTo>
                    <a:cubicBezTo>
                      <a:pt x="15" y="174"/>
                      <a:pt x="17" y="166"/>
                      <a:pt x="19" y="159"/>
                    </a:cubicBezTo>
                    <a:cubicBezTo>
                      <a:pt x="20" y="153"/>
                      <a:pt x="21" y="146"/>
                      <a:pt x="22" y="140"/>
                    </a:cubicBezTo>
                    <a:cubicBezTo>
                      <a:pt x="23" y="136"/>
                      <a:pt x="24" y="133"/>
                      <a:pt x="24" y="129"/>
                    </a:cubicBezTo>
                    <a:cubicBezTo>
                      <a:pt x="24" y="130"/>
                      <a:pt x="23" y="130"/>
                      <a:pt x="23" y="131"/>
                    </a:cubicBezTo>
                    <a:cubicBezTo>
                      <a:pt x="20" y="133"/>
                      <a:pt x="17" y="133"/>
                      <a:pt x="13" y="133"/>
                    </a:cubicBezTo>
                    <a:cubicBezTo>
                      <a:pt x="10" y="133"/>
                      <a:pt x="8" y="132"/>
                      <a:pt x="6" y="130"/>
                    </a:cubicBezTo>
                    <a:cubicBezTo>
                      <a:pt x="2" y="127"/>
                      <a:pt x="1" y="123"/>
                      <a:pt x="1" y="119"/>
                    </a:cubicBezTo>
                    <a:cubicBezTo>
                      <a:pt x="0" y="116"/>
                      <a:pt x="2" y="112"/>
                      <a:pt x="3" y="108"/>
                    </a:cubicBezTo>
                    <a:cubicBezTo>
                      <a:pt x="5" y="103"/>
                      <a:pt x="8" y="98"/>
                      <a:pt x="10" y="94"/>
                    </a:cubicBezTo>
                    <a:cubicBezTo>
                      <a:pt x="15" y="86"/>
                      <a:pt x="20" y="79"/>
                      <a:pt x="26" y="70"/>
                    </a:cubicBezTo>
                    <a:cubicBezTo>
                      <a:pt x="34" y="58"/>
                      <a:pt x="42" y="45"/>
                      <a:pt x="50" y="31"/>
                    </a:cubicBezTo>
                    <a:lnTo>
                      <a:pt x="51" y="30"/>
                    </a:lnTo>
                    <a:cubicBezTo>
                      <a:pt x="51" y="29"/>
                      <a:pt x="51" y="28"/>
                      <a:pt x="51" y="27"/>
                    </a:cubicBezTo>
                    <a:cubicBezTo>
                      <a:pt x="53" y="23"/>
                      <a:pt x="54" y="20"/>
                      <a:pt x="55" y="17"/>
                    </a:cubicBezTo>
                    <a:cubicBezTo>
                      <a:pt x="57" y="12"/>
                      <a:pt x="59" y="8"/>
                      <a:pt x="62" y="4"/>
                    </a:cubicBezTo>
                    <a:cubicBezTo>
                      <a:pt x="66" y="0"/>
                      <a:pt x="73" y="0"/>
                      <a:pt x="78" y="3"/>
                    </a:cubicBezTo>
                    <a:cubicBezTo>
                      <a:pt x="82" y="5"/>
                      <a:pt x="84" y="12"/>
                      <a:pt x="83" y="16"/>
                    </a:cubicBezTo>
                    <a:cubicBezTo>
                      <a:pt x="80" y="23"/>
                      <a:pt x="77" y="30"/>
                      <a:pt x="74" y="36"/>
                    </a:cubicBezTo>
                    <a:cubicBezTo>
                      <a:pt x="73" y="36"/>
                      <a:pt x="73" y="37"/>
                      <a:pt x="73" y="37"/>
                    </a:cubicBezTo>
                    <a:lnTo>
                      <a:pt x="73" y="36"/>
                    </a:lnTo>
                    <a:cubicBezTo>
                      <a:pt x="69" y="48"/>
                      <a:pt x="65" y="60"/>
                      <a:pt x="62" y="72"/>
                    </a:cubicBezTo>
                    <a:cubicBezTo>
                      <a:pt x="59" y="79"/>
                      <a:pt x="58" y="86"/>
                      <a:pt x="56" y="93"/>
                    </a:cubicBezTo>
                    <a:cubicBezTo>
                      <a:pt x="54" y="100"/>
                      <a:pt x="52" y="106"/>
                      <a:pt x="51" y="113"/>
                    </a:cubicBezTo>
                    <a:cubicBezTo>
                      <a:pt x="47" y="133"/>
                      <a:pt x="43" y="153"/>
                      <a:pt x="40" y="173"/>
                    </a:cubicBezTo>
                    <a:cubicBezTo>
                      <a:pt x="40" y="175"/>
                      <a:pt x="40" y="176"/>
                      <a:pt x="40" y="178"/>
                    </a:cubicBezTo>
                    <a:lnTo>
                      <a:pt x="40" y="179"/>
                    </a:lnTo>
                    <a:cubicBezTo>
                      <a:pt x="41" y="185"/>
                      <a:pt x="36" y="192"/>
                      <a:pt x="30" y="192"/>
                    </a:cubicBezTo>
                    <a:cubicBezTo>
                      <a:pt x="29" y="192"/>
                      <a:pt x="29" y="192"/>
                      <a:pt x="28" y="192"/>
                    </a:cubicBezTo>
                    <a:cubicBezTo>
                      <a:pt x="22" y="192"/>
                      <a:pt x="16" y="187"/>
                      <a:pt x="16" y="18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8" name="Google Shape;688;p7"/>
              <p:cNvSpPr/>
              <p:nvPr/>
            </p:nvSpPr>
            <p:spPr>
              <a:xfrm>
                <a:off x="375120" y="989640"/>
                <a:ext cx="50040" cy="14760"/>
              </a:xfrm>
              <a:custGeom>
                <a:avLst/>
                <a:gdLst/>
                <a:ahLst/>
                <a:cxnLst/>
                <a:rect l="l" t="t" r="r" b="b"/>
                <a:pathLst>
                  <a:path w="139" h="41" extrusionOk="0">
                    <a:moveTo>
                      <a:pt x="14" y="40"/>
                    </a:moveTo>
                    <a:cubicBezTo>
                      <a:pt x="10" y="39"/>
                      <a:pt x="5" y="37"/>
                      <a:pt x="3" y="33"/>
                    </a:cubicBezTo>
                    <a:cubicBezTo>
                      <a:pt x="0" y="30"/>
                      <a:pt x="0" y="25"/>
                      <a:pt x="1" y="21"/>
                    </a:cubicBezTo>
                    <a:cubicBezTo>
                      <a:pt x="3" y="15"/>
                      <a:pt x="10" y="12"/>
                      <a:pt x="16" y="14"/>
                    </a:cubicBezTo>
                    <a:cubicBezTo>
                      <a:pt x="17" y="14"/>
                      <a:pt x="18" y="15"/>
                      <a:pt x="20" y="15"/>
                    </a:cubicBezTo>
                    <a:lnTo>
                      <a:pt x="21" y="15"/>
                    </a:lnTo>
                    <a:cubicBezTo>
                      <a:pt x="24" y="15"/>
                      <a:pt x="27" y="15"/>
                      <a:pt x="29" y="15"/>
                    </a:cubicBezTo>
                    <a:cubicBezTo>
                      <a:pt x="37" y="15"/>
                      <a:pt x="44" y="14"/>
                      <a:pt x="52" y="13"/>
                    </a:cubicBezTo>
                    <a:cubicBezTo>
                      <a:pt x="60" y="12"/>
                      <a:pt x="68" y="11"/>
                      <a:pt x="76" y="9"/>
                    </a:cubicBezTo>
                    <a:cubicBezTo>
                      <a:pt x="90" y="7"/>
                      <a:pt x="105" y="5"/>
                      <a:pt x="119" y="2"/>
                    </a:cubicBezTo>
                    <a:cubicBezTo>
                      <a:pt x="118" y="2"/>
                      <a:pt x="117" y="2"/>
                      <a:pt x="117" y="2"/>
                    </a:cubicBezTo>
                    <a:cubicBezTo>
                      <a:pt x="119" y="2"/>
                      <a:pt x="122" y="1"/>
                      <a:pt x="123" y="1"/>
                    </a:cubicBezTo>
                    <a:cubicBezTo>
                      <a:pt x="129" y="0"/>
                      <a:pt x="135" y="3"/>
                      <a:pt x="137" y="9"/>
                    </a:cubicBezTo>
                    <a:cubicBezTo>
                      <a:pt x="138" y="15"/>
                      <a:pt x="135" y="22"/>
                      <a:pt x="129" y="23"/>
                    </a:cubicBezTo>
                    <a:cubicBezTo>
                      <a:pt x="108" y="27"/>
                      <a:pt x="87" y="31"/>
                      <a:pt x="66" y="35"/>
                    </a:cubicBezTo>
                    <a:cubicBezTo>
                      <a:pt x="57" y="37"/>
                      <a:pt x="48" y="38"/>
                      <a:pt x="39" y="39"/>
                    </a:cubicBezTo>
                    <a:cubicBezTo>
                      <a:pt x="34" y="40"/>
                      <a:pt x="28" y="40"/>
                      <a:pt x="22" y="40"/>
                    </a:cubicBezTo>
                    <a:cubicBezTo>
                      <a:pt x="19" y="40"/>
                      <a:pt x="17" y="40"/>
                      <a:pt x="14" y="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9" name="Google Shape;689;p7"/>
              <p:cNvSpPr/>
              <p:nvPr/>
            </p:nvSpPr>
            <p:spPr>
              <a:xfrm>
                <a:off x="415080" y="969840"/>
                <a:ext cx="39240" cy="3780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105" extrusionOk="0">
                    <a:moveTo>
                      <a:pt x="87" y="101"/>
                    </a:moveTo>
                    <a:cubicBezTo>
                      <a:pt x="72" y="88"/>
                      <a:pt x="57" y="74"/>
                      <a:pt x="43" y="60"/>
                    </a:cubicBezTo>
                    <a:cubicBezTo>
                      <a:pt x="37" y="54"/>
                      <a:pt x="31" y="48"/>
                      <a:pt x="24" y="42"/>
                    </a:cubicBezTo>
                    <a:cubicBezTo>
                      <a:pt x="18" y="35"/>
                      <a:pt x="11" y="30"/>
                      <a:pt x="5" y="23"/>
                    </a:cubicBezTo>
                    <a:cubicBezTo>
                      <a:pt x="5" y="24"/>
                      <a:pt x="5" y="24"/>
                      <a:pt x="5" y="24"/>
                    </a:cubicBezTo>
                    <a:cubicBezTo>
                      <a:pt x="1" y="20"/>
                      <a:pt x="0" y="12"/>
                      <a:pt x="4" y="7"/>
                    </a:cubicBezTo>
                    <a:cubicBezTo>
                      <a:pt x="8" y="2"/>
                      <a:pt x="17" y="0"/>
                      <a:pt x="22" y="4"/>
                    </a:cubicBezTo>
                    <a:cubicBezTo>
                      <a:pt x="23" y="6"/>
                      <a:pt x="23" y="6"/>
                      <a:pt x="24" y="7"/>
                    </a:cubicBezTo>
                    <a:cubicBezTo>
                      <a:pt x="29" y="12"/>
                      <a:pt x="34" y="17"/>
                      <a:pt x="38" y="22"/>
                    </a:cubicBezTo>
                    <a:cubicBezTo>
                      <a:pt x="44" y="27"/>
                      <a:pt x="48" y="31"/>
                      <a:pt x="53" y="37"/>
                    </a:cubicBezTo>
                    <a:cubicBezTo>
                      <a:pt x="64" y="47"/>
                      <a:pt x="75" y="58"/>
                      <a:pt x="86" y="69"/>
                    </a:cubicBezTo>
                    <a:cubicBezTo>
                      <a:pt x="85" y="68"/>
                      <a:pt x="85" y="68"/>
                      <a:pt x="85" y="67"/>
                    </a:cubicBezTo>
                    <a:cubicBezTo>
                      <a:pt x="90" y="73"/>
                      <a:pt x="96" y="78"/>
                      <a:pt x="101" y="83"/>
                    </a:cubicBezTo>
                    <a:cubicBezTo>
                      <a:pt x="107" y="87"/>
                      <a:pt x="108" y="94"/>
                      <a:pt x="104" y="99"/>
                    </a:cubicBezTo>
                    <a:cubicBezTo>
                      <a:pt x="101" y="102"/>
                      <a:pt x="97" y="104"/>
                      <a:pt x="94" y="104"/>
                    </a:cubicBezTo>
                    <a:cubicBezTo>
                      <a:pt x="91" y="104"/>
                      <a:pt x="89" y="103"/>
                      <a:pt x="87" y="10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0" name="Google Shape;690;p7"/>
              <p:cNvSpPr/>
              <p:nvPr/>
            </p:nvSpPr>
            <p:spPr>
              <a:xfrm>
                <a:off x="422280" y="971640"/>
                <a:ext cx="51120" cy="64440"/>
              </a:xfrm>
              <a:custGeom>
                <a:avLst/>
                <a:gdLst/>
                <a:ahLst/>
                <a:cxnLst/>
                <a:rect l="l" t="t" r="r" b="b"/>
                <a:pathLst>
                  <a:path w="142" h="179" extrusionOk="0">
                    <a:moveTo>
                      <a:pt x="10" y="177"/>
                    </a:moveTo>
                    <a:cubicBezTo>
                      <a:pt x="4" y="175"/>
                      <a:pt x="0" y="169"/>
                      <a:pt x="2" y="163"/>
                    </a:cubicBezTo>
                    <a:cubicBezTo>
                      <a:pt x="4" y="156"/>
                      <a:pt x="7" y="148"/>
                      <a:pt x="10" y="140"/>
                    </a:cubicBezTo>
                    <a:cubicBezTo>
                      <a:pt x="11" y="135"/>
                      <a:pt x="13" y="129"/>
                      <a:pt x="16" y="124"/>
                    </a:cubicBezTo>
                    <a:cubicBezTo>
                      <a:pt x="21" y="112"/>
                      <a:pt x="27" y="101"/>
                      <a:pt x="33" y="90"/>
                    </a:cubicBezTo>
                    <a:cubicBezTo>
                      <a:pt x="37" y="84"/>
                      <a:pt x="39" y="78"/>
                      <a:pt x="43" y="72"/>
                    </a:cubicBezTo>
                    <a:cubicBezTo>
                      <a:pt x="47" y="66"/>
                      <a:pt x="51" y="59"/>
                      <a:pt x="56" y="53"/>
                    </a:cubicBezTo>
                    <a:cubicBezTo>
                      <a:pt x="59" y="48"/>
                      <a:pt x="63" y="43"/>
                      <a:pt x="67" y="38"/>
                    </a:cubicBezTo>
                    <a:cubicBezTo>
                      <a:pt x="72" y="31"/>
                      <a:pt x="78" y="24"/>
                      <a:pt x="85" y="18"/>
                    </a:cubicBezTo>
                    <a:cubicBezTo>
                      <a:pt x="90" y="12"/>
                      <a:pt x="97" y="8"/>
                      <a:pt x="103" y="4"/>
                    </a:cubicBezTo>
                    <a:cubicBezTo>
                      <a:pt x="110" y="1"/>
                      <a:pt x="117" y="0"/>
                      <a:pt x="125" y="1"/>
                    </a:cubicBezTo>
                    <a:cubicBezTo>
                      <a:pt x="126" y="1"/>
                      <a:pt x="129" y="2"/>
                      <a:pt x="131" y="2"/>
                    </a:cubicBezTo>
                    <a:cubicBezTo>
                      <a:pt x="137" y="4"/>
                      <a:pt x="141" y="12"/>
                      <a:pt x="140" y="18"/>
                    </a:cubicBezTo>
                    <a:cubicBezTo>
                      <a:pt x="138" y="25"/>
                      <a:pt x="131" y="29"/>
                      <a:pt x="124" y="27"/>
                    </a:cubicBezTo>
                    <a:cubicBezTo>
                      <a:pt x="123" y="26"/>
                      <a:pt x="123" y="26"/>
                      <a:pt x="122" y="26"/>
                    </a:cubicBezTo>
                    <a:cubicBezTo>
                      <a:pt x="120" y="26"/>
                      <a:pt x="119" y="26"/>
                      <a:pt x="118" y="26"/>
                    </a:cubicBezTo>
                    <a:cubicBezTo>
                      <a:pt x="118" y="26"/>
                      <a:pt x="117" y="26"/>
                      <a:pt x="116" y="26"/>
                    </a:cubicBezTo>
                    <a:lnTo>
                      <a:pt x="115" y="26"/>
                    </a:lnTo>
                    <a:cubicBezTo>
                      <a:pt x="114" y="26"/>
                      <a:pt x="113" y="26"/>
                      <a:pt x="113" y="26"/>
                    </a:cubicBezTo>
                    <a:cubicBezTo>
                      <a:pt x="112" y="27"/>
                      <a:pt x="111" y="27"/>
                      <a:pt x="110" y="28"/>
                    </a:cubicBezTo>
                    <a:cubicBezTo>
                      <a:pt x="108" y="29"/>
                      <a:pt x="106" y="31"/>
                      <a:pt x="104" y="33"/>
                    </a:cubicBezTo>
                    <a:cubicBezTo>
                      <a:pt x="99" y="36"/>
                      <a:pt x="96" y="40"/>
                      <a:pt x="92" y="44"/>
                    </a:cubicBezTo>
                    <a:cubicBezTo>
                      <a:pt x="86" y="51"/>
                      <a:pt x="81" y="58"/>
                      <a:pt x="75" y="65"/>
                    </a:cubicBezTo>
                    <a:cubicBezTo>
                      <a:pt x="71" y="72"/>
                      <a:pt x="66" y="79"/>
                      <a:pt x="62" y="85"/>
                    </a:cubicBezTo>
                    <a:cubicBezTo>
                      <a:pt x="60" y="89"/>
                      <a:pt x="58" y="92"/>
                      <a:pt x="56" y="96"/>
                    </a:cubicBezTo>
                    <a:cubicBezTo>
                      <a:pt x="54" y="99"/>
                      <a:pt x="52" y="103"/>
                      <a:pt x="49" y="107"/>
                    </a:cubicBezTo>
                    <a:cubicBezTo>
                      <a:pt x="50" y="106"/>
                      <a:pt x="50" y="106"/>
                      <a:pt x="50" y="106"/>
                    </a:cubicBezTo>
                    <a:cubicBezTo>
                      <a:pt x="47" y="111"/>
                      <a:pt x="44" y="118"/>
                      <a:pt x="41" y="124"/>
                    </a:cubicBezTo>
                    <a:cubicBezTo>
                      <a:pt x="39" y="128"/>
                      <a:pt x="37" y="131"/>
                      <a:pt x="35" y="135"/>
                    </a:cubicBezTo>
                    <a:cubicBezTo>
                      <a:pt x="34" y="139"/>
                      <a:pt x="32" y="142"/>
                      <a:pt x="31" y="146"/>
                    </a:cubicBezTo>
                    <a:cubicBezTo>
                      <a:pt x="28" y="154"/>
                      <a:pt x="26" y="161"/>
                      <a:pt x="23" y="170"/>
                    </a:cubicBezTo>
                    <a:cubicBezTo>
                      <a:pt x="22" y="174"/>
                      <a:pt x="17" y="178"/>
                      <a:pt x="13" y="178"/>
                    </a:cubicBezTo>
                    <a:cubicBezTo>
                      <a:pt x="11" y="178"/>
                      <a:pt x="10" y="177"/>
                      <a:pt x="10" y="1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1" name="Google Shape;691;p7"/>
              <p:cNvSpPr/>
              <p:nvPr/>
            </p:nvSpPr>
            <p:spPr>
              <a:xfrm>
                <a:off x="587880" y="1035720"/>
                <a:ext cx="55080" cy="13356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371" extrusionOk="0">
                    <a:moveTo>
                      <a:pt x="30" y="367"/>
                    </a:moveTo>
                    <a:cubicBezTo>
                      <a:pt x="24" y="366"/>
                      <a:pt x="17" y="362"/>
                      <a:pt x="11" y="358"/>
                    </a:cubicBezTo>
                    <a:cubicBezTo>
                      <a:pt x="9" y="356"/>
                      <a:pt x="7" y="353"/>
                      <a:pt x="5" y="350"/>
                    </a:cubicBezTo>
                    <a:cubicBezTo>
                      <a:pt x="4" y="348"/>
                      <a:pt x="2" y="344"/>
                      <a:pt x="1" y="341"/>
                    </a:cubicBezTo>
                    <a:cubicBezTo>
                      <a:pt x="0" y="335"/>
                      <a:pt x="4" y="328"/>
                      <a:pt x="10" y="326"/>
                    </a:cubicBezTo>
                    <a:cubicBezTo>
                      <a:pt x="17" y="324"/>
                      <a:pt x="23" y="328"/>
                      <a:pt x="25" y="335"/>
                    </a:cubicBezTo>
                    <a:cubicBezTo>
                      <a:pt x="25" y="336"/>
                      <a:pt x="26" y="336"/>
                      <a:pt x="26" y="337"/>
                    </a:cubicBezTo>
                    <a:cubicBezTo>
                      <a:pt x="26" y="338"/>
                      <a:pt x="26" y="338"/>
                      <a:pt x="26" y="338"/>
                    </a:cubicBezTo>
                    <a:lnTo>
                      <a:pt x="27" y="339"/>
                    </a:lnTo>
                    <a:cubicBezTo>
                      <a:pt x="29" y="340"/>
                      <a:pt x="29" y="341"/>
                      <a:pt x="30" y="341"/>
                    </a:cubicBezTo>
                    <a:cubicBezTo>
                      <a:pt x="32" y="342"/>
                      <a:pt x="33" y="342"/>
                      <a:pt x="34" y="343"/>
                    </a:cubicBezTo>
                    <a:cubicBezTo>
                      <a:pt x="36" y="343"/>
                      <a:pt x="38" y="344"/>
                      <a:pt x="40" y="345"/>
                    </a:cubicBezTo>
                    <a:cubicBezTo>
                      <a:pt x="41" y="345"/>
                      <a:pt x="43" y="345"/>
                      <a:pt x="45" y="345"/>
                    </a:cubicBezTo>
                    <a:cubicBezTo>
                      <a:pt x="47" y="345"/>
                      <a:pt x="48" y="345"/>
                      <a:pt x="50" y="345"/>
                    </a:cubicBezTo>
                    <a:cubicBezTo>
                      <a:pt x="52" y="345"/>
                      <a:pt x="53" y="345"/>
                      <a:pt x="55" y="345"/>
                    </a:cubicBezTo>
                    <a:lnTo>
                      <a:pt x="57" y="344"/>
                    </a:lnTo>
                    <a:cubicBezTo>
                      <a:pt x="58" y="344"/>
                      <a:pt x="59" y="343"/>
                      <a:pt x="60" y="343"/>
                    </a:cubicBezTo>
                    <a:cubicBezTo>
                      <a:pt x="60" y="343"/>
                      <a:pt x="61" y="343"/>
                      <a:pt x="61" y="342"/>
                    </a:cubicBezTo>
                    <a:lnTo>
                      <a:pt x="62" y="342"/>
                    </a:lnTo>
                    <a:cubicBezTo>
                      <a:pt x="62" y="342"/>
                      <a:pt x="62" y="341"/>
                      <a:pt x="63" y="341"/>
                    </a:cubicBezTo>
                    <a:cubicBezTo>
                      <a:pt x="64" y="340"/>
                      <a:pt x="64" y="339"/>
                      <a:pt x="65" y="339"/>
                    </a:cubicBezTo>
                    <a:cubicBezTo>
                      <a:pt x="64" y="339"/>
                      <a:pt x="64" y="339"/>
                      <a:pt x="64" y="340"/>
                    </a:cubicBezTo>
                    <a:cubicBezTo>
                      <a:pt x="65" y="338"/>
                      <a:pt x="66" y="336"/>
                      <a:pt x="67" y="334"/>
                    </a:cubicBezTo>
                    <a:cubicBezTo>
                      <a:pt x="69" y="331"/>
                      <a:pt x="69" y="328"/>
                      <a:pt x="71" y="326"/>
                    </a:cubicBezTo>
                    <a:cubicBezTo>
                      <a:pt x="71" y="324"/>
                      <a:pt x="72" y="321"/>
                      <a:pt x="72" y="319"/>
                    </a:cubicBezTo>
                    <a:cubicBezTo>
                      <a:pt x="74" y="314"/>
                      <a:pt x="74" y="309"/>
                      <a:pt x="75" y="304"/>
                    </a:cubicBezTo>
                    <a:cubicBezTo>
                      <a:pt x="75" y="298"/>
                      <a:pt x="75" y="292"/>
                      <a:pt x="75" y="286"/>
                    </a:cubicBezTo>
                    <a:cubicBezTo>
                      <a:pt x="75" y="287"/>
                      <a:pt x="75" y="288"/>
                      <a:pt x="75" y="288"/>
                    </a:cubicBezTo>
                    <a:cubicBezTo>
                      <a:pt x="75" y="283"/>
                      <a:pt x="74" y="278"/>
                      <a:pt x="73" y="272"/>
                    </a:cubicBezTo>
                    <a:cubicBezTo>
                      <a:pt x="68" y="248"/>
                      <a:pt x="61" y="224"/>
                      <a:pt x="54" y="200"/>
                    </a:cubicBezTo>
                    <a:cubicBezTo>
                      <a:pt x="46" y="171"/>
                      <a:pt x="40" y="142"/>
                      <a:pt x="42" y="112"/>
                    </a:cubicBezTo>
                    <a:cubicBezTo>
                      <a:pt x="43" y="95"/>
                      <a:pt x="48" y="78"/>
                      <a:pt x="55" y="62"/>
                    </a:cubicBezTo>
                    <a:cubicBezTo>
                      <a:pt x="61" y="46"/>
                      <a:pt x="72" y="33"/>
                      <a:pt x="83" y="21"/>
                    </a:cubicBezTo>
                    <a:cubicBezTo>
                      <a:pt x="91" y="13"/>
                      <a:pt x="100" y="7"/>
                      <a:pt x="111" y="3"/>
                    </a:cubicBezTo>
                    <a:cubicBezTo>
                      <a:pt x="115" y="1"/>
                      <a:pt x="121" y="0"/>
                      <a:pt x="127" y="0"/>
                    </a:cubicBezTo>
                    <a:cubicBezTo>
                      <a:pt x="132" y="1"/>
                      <a:pt x="137" y="3"/>
                      <a:pt x="142" y="7"/>
                    </a:cubicBezTo>
                    <a:cubicBezTo>
                      <a:pt x="145" y="9"/>
                      <a:pt x="148" y="14"/>
                      <a:pt x="149" y="18"/>
                    </a:cubicBezTo>
                    <a:cubicBezTo>
                      <a:pt x="151" y="22"/>
                      <a:pt x="152" y="28"/>
                      <a:pt x="151" y="33"/>
                    </a:cubicBezTo>
                    <a:cubicBezTo>
                      <a:pt x="149" y="41"/>
                      <a:pt x="146" y="49"/>
                      <a:pt x="142" y="56"/>
                    </a:cubicBezTo>
                    <a:cubicBezTo>
                      <a:pt x="140" y="60"/>
                      <a:pt x="138" y="63"/>
                      <a:pt x="134" y="66"/>
                    </a:cubicBezTo>
                    <a:cubicBezTo>
                      <a:pt x="129" y="67"/>
                      <a:pt x="124" y="67"/>
                      <a:pt x="120" y="65"/>
                    </a:cubicBezTo>
                    <a:cubicBezTo>
                      <a:pt x="113" y="60"/>
                      <a:pt x="113" y="50"/>
                      <a:pt x="114" y="43"/>
                    </a:cubicBezTo>
                    <a:cubicBezTo>
                      <a:pt x="114" y="38"/>
                      <a:pt x="115" y="34"/>
                      <a:pt x="116" y="29"/>
                    </a:cubicBezTo>
                    <a:cubicBezTo>
                      <a:pt x="116" y="28"/>
                      <a:pt x="116" y="28"/>
                      <a:pt x="117" y="27"/>
                    </a:cubicBezTo>
                    <a:cubicBezTo>
                      <a:pt x="115" y="27"/>
                      <a:pt x="115" y="27"/>
                      <a:pt x="114" y="28"/>
                    </a:cubicBezTo>
                    <a:cubicBezTo>
                      <a:pt x="113" y="28"/>
                      <a:pt x="111" y="29"/>
                      <a:pt x="110" y="29"/>
                    </a:cubicBezTo>
                    <a:cubicBezTo>
                      <a:pt x="108" y="31"/>
                      <a:pt x="105" y="34"/>
                      <a:pt x="103" y="35"/>
                    </a:cubicBezTo>
                    <a:lnTo>
                      <a:pt x="104" y="34"/>
                    </a:lnTo>
                    <a:cubicBezTo>
                      <a:pt x="101" y="37"/>
                      <a:pt x="98" y="40"/>
                      <a:pt x="95" y="43"/>
                    </a:cubicBezTo>
                    <a:cubicBezTo>
                      <a:pt x="91" y="47"/>
                      <a:pt x="88" y="51"/>
                      <a:pt x="85" y="56"/>
                    </a:cubicBezTo>
                    <a:cubicBezTo>
                      <a:pt x="83" y="59"/>
                      <a:pt x="81" y="62"/>
                      <a:pt x="79" y="64"/>
                    </a:cubicBezTo>
                    <a:cubicBezTo>
                      <a:pt x="76" y="70"/>
                      <a:pt x="74" y="76"/>
                      <a:pt x="71" y="82"/>
                    </a:cubicBezTo>
                    <a:cubicBezTo>
                      <a:pt x="69" y="88"/>
                      <a:pt x="68" y="94"/>
                      <a:pt x="67" y="99"/>
                    </a:cubicBezTo>
                    <a:cubicBezTo>
                      <a:pt x="65" y="105"/>
                      <a:pt x="65" y="110"/>
                      <a:pt x="64" y="116"/>
                    </a:cubicBezTo>
                    <a:cubicBezTo>
                      <a:pt x="64" y="123"/>
                      <a:pt x="64" y="129"/>
                      <a:pt x="64" y="135"/>
                    </a:cubicBezTo>
                    <a:lnTo>
                      <a:pt x="64" y="134"/>
                    </a:lnTo>
                    <a:cubicBezTo>
                      <a:pt x="65" y="144"/>
                      <a:pt x="66" y="154"/>
                      <a:pt x="68" y="164"/>
                    </a:cubicBezTo>
                    <a:lnTo>
                      <a:pt x="68" y="163"/>
                    </a:lnTo>
                    <a:cubicBezTo>
                      <a:pt x="74" y="193"/>
                      <a:pt x="83" y="221"/>
                      <a:pt x="91" y="250"/>
                    </a:cubicBezTo>
                    <a:cubicBezTo>
                      <a:pt x="93" y="257"/>
                      <a:pt x="94" y="264"/>
                      <a:pt x="96" y="271"/>
                    </a:cubicBezTo>
                    <a:cubicBezTo>
                      <a:pt x="99" y="288"/>
                      <a:pt x="99" y="305"/>
                      <a:pt x="96" y="322"/>
                    </a:cubicBezTo>
                    <a:cubicBezTo>
                      <a:pt x="94" y="329"/>
                      <a:pt x="92" y="336"/>
                      <a:pt x="89" y="343"/>
                    </a:cubicBezTo>
                    <a:cubicBezTo>
                      <a:pt x="87" y="347"/>
                      <a:pt x="85" y="350"/>
                      <a:pt x="83" y="354"/>
                    </a:cubicBezTo>
                    <a:cubicBezTo>
                      <a:pt x="80" y="357"/>
                      <a:pt x="78" y="360"/>
                      <a:pt x="75" y="362"/>
                    </a:cubicBezTo>
                    <a:cubicBezTo>
                      <a:pt x="69" y="366"/>
                      <a:pt x="62" y="368"/>
                      <a:pt x="55" y="369"/>
                    </a:cubicBezTo>
                    <a:cubicBezTo>
                      <a:pt x="53" y="370"/>
                      <a:pt x="50" y="370"/>
                      <a:pt x="48" y="370"/>
                    </a:cubicBezTo>
                    <a:cubicBezTo>
                      <a:pt x="42" y="370"/>
                      <a:pt x="36" y="369"/>
                      <a:pt x="30" y="36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2" name="Google Shape;692;p7"/>
              <p:cNvSpPr/>
              <p:nvPr/>
            </p:nvSpPr>
            <p:spPr>
              <a:xfrm>
                <a:off x="689400" y="1067760"/>
                <a:ext cx="36000" cy="50040"/>
              </a:xfrm>
              <a:custGeom>
                <a:avLst/>
                <a:gdLst/>
                <a:ahLst/>
                <a:cxnLst/>
                <a:rect l="l" t="t" r="r" b="b"/>
                <a:pathLst>
                  <a:path w="100" h="139" extrusionOk="0">
                    <a:moveTo>
                      <a:pt x="75" y="132"/>
                    </a:moveTo>
                    <a:cubicBezTo>
                      <a:pt x="70" y="123"/>
                      <a:pt x="65" y="114"/>
                      <a:pt x="60" y="105"/>
                    </a:cubicBezTo>
                    <a:cubicBezTo>
                      <a:pt x="50" y="92"/>
                      <a:pt x="40" y="79"/>
                      <a:pt x="31" y="66"/>
                    </a:cubicBezTo>
                    <a:cubicBezTo>
                      <a:pt x="26" y="59"/>
                      <a:pt x="21" y="51"/>
                      <a:pt x="16" y="44"/>
                    </a:cubicBezTo>
                    <a:cubicBezTo>
                      <a:pt x="14" y="40"/>
                      <a:pt x="12" y="37"/>
                      <a:pt x="9" y="33"/>
                    </a:cubicBezTo>
                    <a:cubicBezTo>
                      <a:pt x="7" y="28"/>
                      <a:pt x="3" y="22"/>
                      <a:pt x="1" y="16"/>
                    </a:cubicBezTo>
                    <a:cubicBezTo>
                      <a:pt x="0" y="9"/>
                      <a:pt x="5" y="1"/>
                      <a:pt x="12" y="0"/>
                    </a:cubicBezTo>
                    <a:cubicBezTo>
                      <a:pt x="15" y="0"/>
                      <a:pt x="17" y="0"/>
                      <a:pt x="19" y="1"/>
                    </a:cubicBezTo>
                    <a:cubicBezTo>
                      <a:pt x="20" y="2"/>
                      <a:pt x="21" y="3"/>
                      <a:pt x="22" y="3"/>
                    </a:cubicBezTo>
                    <a:cubicBezTo>
                      <a:pt x="26" y="6"/>
                      <a:pt x="27" y="10"/>
                      <a:pt x="27" y="14"/>
                    </a:cubicBezTo>
                    <a:cubicBezTo>
                      <a:pt x="32" y="23"/>
                      <a:pt x="37" y="31"/>
                      <a:pt x="41" y="39"/>
                    </a:cubicBezTo>
                    <a:cubicBezTo>
                      <a:pt x="50" y="52"/>
                      <a:pt x="59" y="64"/>
                      <a:pt x="68" y="76"/>
                    </a:cubicBezTo>
                    <a:cubicBezTo>
                      <a:pt x="78" y="90"/>
                      <a:pt x="87" y="105"/>
                      <a:pt x="95" y="121"/>
                    </a:cubicBezTo>
                    <a:cubicBezTo>
                      <a:pt x="99" y="126"/>
                      <a:pt x="96" y="133"/>
                      <a:pt x="90" y="136"/>
                    </a:cubicBezTo>
                    <a:cubicBezTo>
                      <a:pt x="89" y="137"/>
                      <a:pt x="87" y="138"/>
                      <a:pt x="85" y="138"/>
                    </a:cubicBezTo>
                    <a:cubicBezTo>
                      <a:pt x="81" y="138"/>
                      <a:pt x="76" y="136"/>
                      <a:pt x="75" y="1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3" name="Google Shape;693;p7"/>
              <p:cNvSpPr/>
              <p:nvPr/>
            </p:nvSpPr>
            <p:spPr>
              <a:xfrm>
                <a:off x="685080" y="1074240"/>
                <a:ext cx="54360" cy="55080"/>
              </a:xfrm>
              <a:custGeom>
                <a:avLst/>
                <a:gdLst/>
                <a:ahLst/>
                <a:cxnLst/>
                <a:rect l="l" t="t" r="r" b="b"/>
                <a:pathLst>
                  <a:path w="151" h="153" extrusionOk="0">
                    <a:moveTo>
                      <a:pt x="6" y="150"/>
                    </a:moveTo>
                    <a:cubicBezTo>
                      <a:pt x="0" y="146"/>
                      <a:pt x="0" y="138"/>
                      <a:pt x="4" y="133"/>
                    </a:cubicBezTo>
                    <a:cubicBezTo>
                      <a:pt x="21" y="111"/>
                      <a:pt x="39" y="92"/>
                      <a:pt x="57" y="72"/>
                    </a:cubicBezTo>
                    <a:cubicBezTo>
                      <a:pt x="66" y="61"/>
                      <a:pt x="75" y="51"/>
                      <a:pt x="84" y="41"/>
                    </a:cubicBezTo>
                    <a:cubicBezTo>
                      <a:pt x="89" y="36"/>
                      <a:pt x="93" y="31"/>
                      <a:pt x="98" y="27"/>
                    </a:cubicBezTo>
                    <a:cubicBezTo>
                      <a:pt x="106" y="18"/>
                      <a:pt x="115" y="9"/>
                      <a:pt x="125" y="3"/>
                    </a:cubicBezTo>
                    <a:cubicBezTo>
                      <a:pt x="129" y="2"/>
                      <a:pt x="133" y="0"/>
                      <a:pt x="137" y="0"/>
                    </a:cubicBezTo>
                    <a:cubicBezTo>
                      <a:pt x="144" y="0"/>
                      <a:pt x="150" y="6"/>
                      <a:pt x="150" y="13"/>
                    </a:cubicBezTo>
                    <a:cubicBezTo>
                      <a:pt x="149" y="19"/>
                      <a:pt x="144" y="25"/>
                      <a:pt x="137" y="25"/>
                    </a:cubicBezTo>
                    <a:cubicBezTo>
                      <a:pt x="137" y="26"/>
                      <a:pt x="136" y="26"/>
                      <a:pt x="136" y="26"/>
                    </a:cubicBezTo>
                    <a:lnTo>
                      <a:pt x="137" y="26"/>
                    </a:lnTo>
                    <a:cubicBezTo>
                      <a:pt x="136" y="26"/>
                      <a:pt x="135" y="27"/>
                      <a:pt x="134" y="27"/>
                    </a:cubicBezTo>
                    <a:cubicBezTo>
                      <a:pt x="132" y="29"/>
                      <a:pt x="130" y="30"/>
                      <a:pt x="128" y="31"/>
                    </a:cubicBezTo>
                    <a:cubicBezTo>
                      <a:pt x="116" y="42"/>
                      <a:pt x="105" y="55"/>
                      <a:pt x="94" y="66"/>
                    </a:cubicBezTo>
                    <a:lnTo>
                      <a:pt x="95" y="65"/>
                    </a:lnTo>
                    <a:cubicBezTo>
                      <a:pt x="83" y="79"/>
                      <a:pt x="70" y="92"/>
                      <a:pt x="58" y="105"/>
                    </a:cubicBezTo>
                    <a:cubicBezTo>
                      <a:pt x="46" y="119"/>
                      <a:pt x="34" y="133"/>
                      <a:pt x="23" y="148"/>
                    </a:cubicBezTo>
                    <a:cubicBezTo>
                      <a:pt x="21" y="151"/>
                      <a:pt x="17" y="152"/>
                      <a:pt x="13" y="152"/>
                    </a:cubicBezTo>
                    <a:cubicBezTo>
                      <a:pt x="11" y="152"/>
                      <a:pt x="8" y="151"/>
                      <a:pt x="6" y="1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4" name="Google Shape;694;p7"/>
              <p:cNvSpPr/>
              <p:nvPr/>
            </p:nvSpPr>
            <p:spPr>
              <a:xfrm>
                <a:off x="757440" y="1047240"/>
                <a:ext cx="23760" cy="45360"/>
              </a:xfrm>
              <a:custGeom>
                <a:avLst/>
                <a:gdLst/>
                <a:ahLst/>
                <a:cxnLst/>
                <a:rect l="l" t="t" r="r" b="b"/>
                <a:pathLst>
                  <a:path w="66" h="126" extrusionOk="0">
                    <a:moveTo>
                      <a:pt x="37" y="32"/>
                    </a:moveTo>
                    <a:lnTo>
                      <a:pt x="37" y="31"/>
                    </a:lnTo>
                    <a:lnTo>
                      <a:pt x="37" y="32"/>
                    </a:lnTo>
                    <a:cubicBezTo>
                      <a:pt x="37" y="31"/>
                      <a:pt x="37" y="30"/>
                      <a:pt x="37" y="28"/>
                    </a:cubicBezTo>
                    <a:cubicBezTo>
                      <a:pt x="37" y="27"/>
                      <a:pt x="37" y="27"/>
                      <a:pt x="37" y="26"/>
                    </a:cubicBezTo>
                    <a:cubicBezTo>
                      <a:pt x="36" y="26"/>
                      <a:pt x="35" y="27"/>
                      <a:pt x="35" y="27"/>
                    </a:cubicBezTo>
                    <a:cubicBezTo>
                      <a:pt x="34" y="27"/>
                      <a:pt x="34" y="27"/>
                      <a:pt x="33" y="28"/>
                    </a:cubicBezTo>
                    <a:cubicBezTo>
                      <a:pt x="32" y="29"/>
                      <a:pt x="31" y="30"/>
                      <a:pt x="31" y="30"/>
                    </a:cubicBezTo>
                    <a:lnTo>
                      <a:pt x="31" y="29"/>
                    </a:lnTo>
                    <a:cubicBezTo>
                      <a:pt x="31" y="29"/>
                      <a:pt x="32" y="29"/>
                      <a:pt x="32" y="28"/>
                    </a:cubicBezTo>
                    <a:cubicBezTo>
                      <a:pt x="32" y="29"/>
                      <a:pt x="32" y="29"/>
                      <a:pt x="31" y="29"/>
                    </a:cubicBezTo>
                    <a:cubicBezTo>
                      <a:pt x="31" y="29"/>
                      <a:pt x="32" y="29"/>
                      <a:pt x="32" y="28"/>
                    </a:cubicBezTo>
                    <a:cubicBezTo>
                      <a:pt x="32" y="29"/>
                      <a:pt x="31" y="29"/>
                      <a:pt x="31" y="29"/>
                    </a:cubicBezTo>
                    <a:lnTo>
                      <a:pt x="31" y="30"/>
                    </a:lnTo>
                    <a:lnTo>
                      <a:pt x="31" y="29"/>
                    </a:lnTo>
                    <a:cubicBezTo>
                      <a:pt x="31" y="30"/>
                      <a:pt x="30" y="30"/>
                      <a:pt x="30" y="31"/>
                    </a:cubicBezTo>
                    <a:cubicBezTo>
                      <a:pt x="32" y="32"/>
                      <a:pt x="34" y="32"/>
                      <a:pt x="37" y="32"/>
                    </a:cubicBezTo>
                    <a:moveTo>
                      <a:pt x="19" y="123"/>
                    </a:moveTo>
                    <a:cubicBezTo>
                      <a:pt x="14" y="122"/>
                      <a:pt x="10" y="120"/>
                      <a:pt x="6" y="116"/>
                    </a:cubicBezTo>
                    <a:cubicBezTo>
                      <a:pt x="2" y="112"/>
                      <a:pt x="0" y="107"/>
                      <a:pt x="0" y="101"/>
                    </a:cubicBezTo>
                    <a:cubicBezTo>
                      <a:pt x="0" y="94"/>
                      <a:pt x="6" y="87"/>
                      <a:pt x="10" y="81"/>
                    </a:cubicBezTo>
                    <a:cubicBezTo>
                      <a:pt x="13" y="77"/>
                      <a:pt x="16" y="73"/>
                      <a:pt x="19" y="69"/>
                    </a:cubicBezTo>
                    <a:lnTo>
                      <a:pt x="19" y="70"/>
                    </a:lnTo>
                    <a:cubicBezTo>
                      <a:pt x="21" y="65"/>
                      <a:pt x="24" y="61"/>
                      <a:pt x="27" y="56"/>
                    </a:cubicBezTo>
                    <a:lnTo>
                      <a:pt x="26" y="56"/>
                    </a:lnTo>
                    <a:cubicBezTo>
                      <a:pt x="23" y="56"/>
                      <a:pt x="19" y="55"/>
                      <a:pt x="16" y="53"/>
                    </a:cubicBezTo>
                    <a:cubicBezTo>
                      <a:pt x="11" y="52"/>
                      <a:pt x="6" y="48"/>
                      <a:pt x="4" y="43"/>
                    </a:cubicBezTo>
                    <a:cubicBezTo>
                      <a:pt x="3" y="41"/>
                      <a:pt x="3" y="39"/>
                      <a:pt x="3" y="37"/>
                    </a:cubicBezTo>
                    <a:cubicBezTo>
                      <a:pt x="2" y="34"/>
                      <a:pt x="3" y="30"/>
                      <a:pt x="4" y="27"/>
                    </a:cubicBezTo>
                    <a:cubicBezTo>
                      <a:pt x="5" y="22"/>
                      <a:pt x="9" y="17"/>
                      <a:pt x="12" y="13"/>
                    </a:cubicBezTo>
                    <a:cubicBezTo>
                      <a:pt x="16" y="9"/>
                      <a:pt x="21" y="6"/>
                      <a:pt x="26" y="3"/>
                    </a:cubicBezTo>
                    <a:cubicBezTo>
                      <a:pt x="30" y="2"/>
                      <a:pt x="36" y="0"/>
                      <a:pt x="41" y="0"/>
                    </a:cubicBezTo>
                    <a:cubicBezTo>
                      <a:pt x="52" y="2"/>
                      <a:pt x="60" y="12"/>
                      <a:pt x="62" y="23"/>
                    </a:cubicBezTo>
                    <a:cubicBezTo>
                      <a:pt x="62" y="28"/>
                      <a:pt x="62" y="34"/>
                      <a:pt x="60" y="40"/>
                    </a:cubicBezTo>
                    <a:cubicBezTo>
                      <a:pt x="59" y="46"/>
                      <a:pt x="56" y="53"/>
                      <a:pt x="53" y="59"/>
                    </a:cubicBezTo>
                    <a:cubicBezTo>
                      <a:pt x="48" y="69"/>
                      <a:pt x="42" y="78"/>
                      <a:pt x="35" y="88"/>
                    </a:cubicBezTo>
                    <a:cubicBezTo>
                      <a:pt x="35" y="87"/>
                      <a:pt x="35" y="87"/>
                      <a:pt x="35" y="87"/>
                    </a:cubicBezTo>
                    <a:cubicBezTo>
                      <a:pt x="33" y="91"/>
                      <a:pt x="30" y="96"/>
                      <a:pt x="27" y="100"/>
                    </a:cubicBezTo>
                    <a:cubicBezTo>
                      <a:pt x="28" y="101"/>
                      <a:pt x="29" y="101"/>
                      <a:pt x="30" y="101"/>
                    </a:cubicBezTo>
                    <a:cubicBezTo>
                      <a:pt x="30" y="101"/>
                      <a:pt x="29" y="101"/>
                      <a:pt x="28" y="101"/>
                    </a:cubicBezTo>
                    <a:cubicBezTo>
                      <a:pt x="29" y="101"/>
                      <a:pt x="30" y="101"/>
                      <a:pt x="31" y="101"/>
                    </a:cubicBezTo>
                    <a:cubicBezTo>
                      <a:pt x="34" y="101"/>
                      <a:pt x="36" y="101"/>
                      <a:pt x="38" y="101"/>
                    </a:cubicBezTo>
                    <a:cubicBezTo>
                      <a:pt x="42" y="101"/>
                      <a:pt x="47" y="100"/>
                      <a:pt x="51" y="99"/>
                    </a:cubicBezTo>
                    <a:cubicBezTo>
                      <a:pt x="57" y="99"/>
                      <a:pt x="63" y="104"/>
                      <a:pt x="63" y="110"/>
                    </a:cubicBezTo>
                    <a:cubicBezTo>
                      <a:pt x="65" y="116"/>
                      <a:pt x="60" y="122"/>
                      <a:pt x="53" y="123"/>
                    </a:cubicBezTo>
                    <a:cubicBezTo>
                      <a:pt x="47" y="124"/>
                      <a:pt x="40" y="125"/>
                      <a:pt x="33" y="125"/>
                    </a:cubicBezTo>
                    <a:cubicBezTo>
                      <a:pt x="28" y="125"/>
                      <a:pt x="24" y="124"/>
                      <a:pt x="19" y="1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5" name="Google Shape;695;p7"/>
              <p:cNvSpPr/>
              <p:nvPr/>
            </p:nvSpPr>
            <p:spPr>
              <a:xfrm>
                <a:off x="806040" y="1030680"/>
                <a:ext cx="65880" cy="104040"/>
              </a:xfrm>
              <a:custGeom>
                <a:avLst/>
                <a:gdLst/>
                <a:ahLst/>
                <a:cxnLst/>
                <a:rect l="l" t="t" r="r" b="b"/>
                <a:pathLst>
                  <a:path w="183" h="289" extrusionOk="0">
                    <a:moveTo>
                      <a:pt x="32" y="253"/>
                    </a:moveTo>
                    <a:lnTo>
                      <a:pt x="33" y="253"/>
                    </a:lnTo>
                    <a:lnTo>
                      <a:pt x="34" y="253"/>
                    </a:lnTo>
                    <a:cubicBezTo>
                      <a:pt x="36" y="252"/>
                      <a:pt x="38" y="251"/>
                      <a:pt x="40" y="250"/>
                    </a:cubicBezTo>
                    <a:cubicBezTo>
                      <a:pt x="41" y="250"/>
                      <a:pt x="43" y="249"/>
                      <a:pt x="44" y="248"/>
                    </a:cubicBezTo>
                    <a:cubicBezTo>
                      <a:pt x="46" y="246"/>
                      <a:pt x="49" y="244"/>
                      <a:pt x="51" y="243"/>
                    </a:cubicBezTo>
                    <a:cubicBezTo>
                      <a:pt x="53" y="241"/>
                      <a:pt x="55" y="239"/>
                      <a:pt x="56" y="238"/>
                    </a:cubicBezTo>
                    <a:cubicBezTo>
                      <a:pt x="62" y="230"/>
                      <a:pt x="68" y="223"/>
                      <a:pt x="74" y="215"/>
                    </a:cubicBezTo>
                    <a:cubicBezTo>
                      <a:pt x="77" y="211"/>
                      <a:pt x="80" y="207"/>
                      <a:pt x="82" y="203"/>
                    </a:cubicBezTo>
                    <a:cubicBezTo>
                      <a:pt x="83" y="201"/>
                      <a:pt x="85" y="199"/>
                      <a:pt x="86" y="197"/>
                    </a:cubicBezTo>
                    <a:cubicBezTo>
                      <a:pt x="86" y="197"/>
                      <a:pt x="86" y="196"/>
                      <a:pt x="87" y="195"/>
                    </a:cubicBezTo>
                    <a:cubicBezTo>
                      <a:pt x="87" y="192"/>
                      <a:pt x="88" y="189"/>
                      <a:pt x="89" y="186"/>
                    </a:cubicBezTo>
                    <a:cubicBezTo>
                      <a:pt x="89" y="183"/>
                      <a:pt x="90" y="180"/>
                      <a:pt x="90" y="178"/>
                    </a:cubicBezTo>
                    <a:cubicBezTo>
                      <a:pt x="90" y="177"/>
                      <a:pt x="90" y="177"/>
                      <a:pt x="91" y="177"/>
                    </a:cubicBezTo>
                    <a:cubicBezTo>
                      <a:pt x="91" y="176"/>
                      <a:pt x="91" y="175"/>
                      <a:pt x="91" y="174"/>
                    </a:cubicBezTo>
                    <a:cubicBezTo>
                      <a:pt x="91" y="173"/>
                      <a:pt x="91" y="172"/>
                      <a:pt x="91" y="170"/>
                    </a:cubicBezTo>
                    <a:cubicBezTo>
                      <a:pt x="91" y="168"/>
                      <a:pt x="91" y="166"/>
                      <a:pt x="91" y="164"/>
                    </a:cubicBezTo>
                    <a:cubicBezTo>
                      <a:pt x="91" y="163"/>
                      <a:pt x="90" y="163"/>
                      <a:pt x="90" y="163"/>
                    </a:cubicBezTo>
                    <a:lnTo>
                      <a:pt x="90" y="162"/>
                    </a:lnTo>
                    <a:lnTo>
                      <a:pt x="89" y="161"/>
                    </a:lnTo>
                    <a:cubicBezTo>
                      <a:pt x="89" y="160"/>
                      <a:pt x="87" y="159"/>
                      <a:pt x="87" y="159"/>
                    </a:cubicBezTo>
                    <a:cubicBezTo>
                      <a:pt x="87" y="159"/>
                      <a:pt x="88" y="159"/>
                      <a:pt x="88" y="160"/>
                    </a:cubicBezTo>
                    <a:cubicBezTo>
                      <a:pt x="87" y="159"/>
                      <a:pt x="87" y="159"/>
                      <a:pt x="86" y="158"/>
                    </a:cubicBezTo>
                    <a:cubicBezTo>
                      <a:pt x="85" y="158"/>
                      <a:pt x="85" y="158"/>
                      <a:pt x="85" y="158"/>
                    </a:cubicBezTo>
                    <a:cubicBezTo>
                      <a:pt x="84" y="158"/>
                      <a:pt x="84" y="158"/>
                      <a:pt x="83" y="158"/>
                    </a:cubicBezTo>
                    <a:cubicBezTo>
                      <a:pt x="83" y="158"/>
                      <a:pt x="82" y="158"/>
                      <a:pt x="81" y="158"/>
                    </a:cubicBezTo>
                    <a:cubicBezTo>
                      <a:pt x="80" y="158"/>
                      <a:pt x="79" y="159"/>
                      <a:pt x="77" y="159"/>
                    </a:cubicBezTo>
                    <a:cubicBezTo>
                      <a:pt x="75" y="160"/>
                      <a:pt x="73" y="161"/>
                      <a:pt x="72" y="161"/>
                    </a:cubicBezTo>
                    <a:lnTo>
                      <a:pt x="73" y="161"/>
                    </a:lnTo>
                    <a:cubicBezTo>
                      <a:pt x="72" y="162"/>
                      <a:pt x="70" y="162"/>
                      <a:pt x="68" y="163"/>
                    </a:cubicBezTo>
                    <a:cubicBezTo>
                      <a:pt x="66" y="165"/>
                      <a:pt x="64" y="167"/>
                      <a:pt x="61" y="169"/>
                    </a:cubicBezTo>
                    <a:cubicBezTo>
                      <a:pt x="58" y="171"/>
                      <a:pt x="56" y="173"/>
                      <a:pt x="54" y="176"/>
                    </a:cubicBezTo>
                    <a:cubicBezTo>
                      <a:pt x="50" y="180"/>
                      <a:pt x="47" y="184"/>
                      <a:pt x="44" y="188"/>
                    </a:cubicBezTo>
                    <a:cubicBezTo>
                      <a:pt x="41" y="193"/>
                      <a:pt x="37" y="198"/>
                      <a:pt x="34" y="204"/>
                    </a:cubicBezTo>
                    <a:cubicBezTo>
                      <a:pt x="31" y="210"/>
                      <a:pt x="29" y="215"/>
                      <a:pt x="27" y="220"/>
                    </a:cubicBezTo>
                    <a:cubicBezTo>
                      <a:pt x="26" y="222"/>
                      <a:pt x="26" y="224"/>
                      <a:pt x="25" y="226"/>
                    </a:cubicBezTo>
                    <a:cubicBezTo>
                      <a:pt x="24" y="228"/>
                      <a:pt x="24" y="230"/>
                      <a:pt x="24" y="232"/>
                    </a:cubicBezTo>
                    <a:cubicBezTo>
                      <a:pt x="24" y="234"/>
                      <a:pt x="24" y="236"/>
                      <a:pt x="24" y="237"/>
                    </a:cubicBezTo>
                    <a:cubicBezTo>
                      <a:pt x="24" y="239"/>
                      <a:pt x="24" y="241"/>
                      <a:pt x="25" y="243"/>
                    </a:cubicBezTo>
                    <a:cubicBezTo>
                      <a:pt x="25" y="243"/>
                      <a:pt x="25" y="244"/>
                      <a:pt x="26" y="245"/>
                    </a:cubicBezTo>
                    <a:cubicBezTo>
                      <a:pt x="26" y="246"/>
                      <a:pt x="26" y="247"/>
                      <a:pt x="27" y="249"/>
                    </a:cubicBezTo>
                    <a:lnTo>
                      <a:pt x="27" y="250"/>
                    </a:lnTo>
                    <a:cubicBezTo>
                      <a:pt x="28" y="250"/>
                      <a:pt x="28" y="251"/>
                      <a:pt x="29" y="251"/>
                    </a:cubicBezTo>
                    <a:cubicBezTo>
                      <a:pt x="28" y="251"/>
                      <a:pt x="28" y="251"/>
                      <a:pt x="28" y="251"/>
                    </a:cubicBezTo>
                    <a:cubicBezTo>
                      <a:pt x="28" y="250"/>
                      <a:pt x="27" y="250"/>
                      <a:pt x="27" y="250"/>
                    </a:cubicBezTo>
                    <a:cubicBezTo>
                      <a:pt x="27" y="250"/>
                      <a:pt x="28" y="250"/>
                      <a:pt x="28" y="251"/>
                    </a:cubicBezTo>
                    <a:cubicBezTo>
                      <a:pt x="29" y="251"/>
                      <a:pt x="29" y="251"/>
                      <a:pt x="29" y="252"/>
                    </a:cubicBezTo>
                    <a:lnTo>
                      <a:pt x="30" y="253"/>
                    </a:lnTo>
                    <a:lnTo>
                      <a:pt x="31" y="253"/>
                    </a:lnTo>
                    <a:lnTo>
                      <a:pt x="32" y="253"/>
                    </a:lnTo>
                    <a:moveTo>
                      <a:pt x="129" y="288"/>
                    </a:moveTo>
                    <a:cubicBezTo>
                      <a:pt x="122" y="286"/>
                      <a:pt x="117" y="280"/>
                      <a:pt x="118" y="273"/>
                    </a:cubicBezTo>
                    <a:cubicBezTo>
                      <a:pt x="120" y="264"/>
                      <a:pt x="121" y="254"/>
                      <a:pt x="122" y="244"/>
                    </a:cubicBezTo>
                    <a:lnTo>
                      <a:pt x="122" y="245"/>
                    </a:lnTo>
                    <a:cubicBezTo>
                      <a:pt x="123" y="232"/>
                      <a:pt x="124" y="218"/>
                      <a:pt x="125" y="205"/>
                    </a:cubicBezTo>
                    <a:cubicBezTo>
                      <a:pt x="125" y="194"/>
                      <a:pt x="125" y="182"/>
                      <a:pt x="125" y="171"/>
                    </a:cubicBezTo>
                    <a:cubicBezTo>
                      <a:pt x="123" y="176"/>
                      <a:pt x="120" y="182"/>
                      <a:pt x="117" y="187"/>
                    </a:cubicBezTo>
                    <a:cubicBezTo>
                      <a:pt x="115" y="190"/>
                      <a:pt x="114" y="193"/>
                      <a:pt x="112" y="196"/>
                    </a:cubicBezTo>
                    <a:cubicBezTo>
                      <a:pt x="112" y="198"/>
                      <a:pt x="111" y="200"/>
                      <a:pt x="110" y="203"/>
                    </a:cubicBezTo>
                    <a:cubicBezTo>
                      <a:pt x="110" y="204"/>
                      <a:pt x="108" y="205"/>
                      <a:pt x="107" y="206"/>
                    </a:cubicBezTo>
                    <a:cubicBezTo>
                      <a:pt x="104" y="210"/>
                      <a:pt x="102" y="215"/>
                      <a:pt x="99" y="219"/>
                    </a:cubicBezTo>
                    <a:cubicBezTo>
                      <a:pt x="93" y="229"/>
                      <a:pt x="86" y="239"/>
                      <a:pt x="78" y="249"/>
                    </a:cubicBezTo>
                    <a:cubicBezTo>
                      <a:pt x="69" y="260"/>
                      <a:pt x="58" y="269"/>
                      <a:pt x="44" y="275"/>
                    </a:cubicBezTo>
                    <a:cubicBezTo>
                      <a:pt x="40" y="276"/>
                      <a:pt x="37" y="277"/>
                      <a:pt x="33" y="277"/>
                    </a:cubicBezTo>
                    <a:cubicBezTo>
                      <a:pt x="30" y="278"/>
                      <a:pt x="27" y="277"/>
                      <a:pt x="24" y="276"/>
                    </a:cubicBezTo>
                    <a:cubicBezTo>
                      <a:pt x="17" y="274"/>
                      <a:pt x="12" y="269"/>
                      <a:pt x="8" y="264"/>
                    </a:cubicBezTo>
                    <a:cubicBezTo>
                      <a:pt x="5" y="259"/>
                      <a:pt x="2" y="252"/>
                      <a:pt x="1" y="246"/>
                    </a:cubicBezTo>
                    <a:cubicBezTo>
                      <a:pt x="0" y="238"/>
                      <a:pt x="1" y="230"/>
                      <a:pt x="2" y="222"/>
                    </a:cubicBezTo>
                    <a:cubicBezTo>
                      <a:pt x="4" y="214"/>
                      <a:pt x="7" y="207"/>
                      <a:pt x="11" y="200"/>
                    </a:cubicBezTo>
                    <a:cubicBezTo>
                      <a:pt x="14" y="192"/>
                      <a:pt x="18" y="185"/>
                      <a:pt x="22" y="178"/>
                    </a:cubicBezTo>
                    <a:cubicBezTo>
                      <a:pt x="30" y="165"/>
                      <a:pt x="41" y="154"/>
                      <a:pt x="53" y="145"/>
                    </a:cubicBezTo>
                    <a:cubicBezTo>
                      <a:pt x="65" y="136"/>
                      <a:pt x="81" y="130"/>
                      <a:pt x="95" y="135"/>
                    </a:cubicBezTo>
                    <a:cubicBezTo>
                      <a:pt x="101" y="138"/>
                      <a:pt x="107" y="143"/>
                      <a:pt x="111" y="148"/>
                    </a:cubicBezTo>
                    <a:cubicBezTo>
                      <a:pt x="111" y="149"/>
                      <a:pt x="111" y="149"/>
                      <a:pt x="111" y="150"/>
                    </a:cubicBezTo>
                    <a:cubicBezTo>
                      <a:pt x="112" y="147"/>
                      <a:pt x="114" y="144"/>
                      <a:pt x="115" y="141"/>
                    </a:cubicBezTo>
                    <a:cubicBezTo>
                      <a:pt x="118" y="136"/>
                      <a:pt x="119" y="131"/>
                      <a:pt x="122" y="125"/>
                    </a:cubicBezTo>
                    <a:cubicBezTo>
                      <a:pt x="124" y="122"/>
                      <a:pt x="125" y="117"/>
                      <a:pt x="127" y="113"/>
                    </a:cubicBezTo>
                    <a:cubicBezTo>
                      <a:pt x="127" y="112"/>
                      <a:pt x="127" y="111"/>
                      <a:pt x="127" y="110"/>
                    </a:cubicBezTo>
                    <a:cubicBezTo>
                      <a:pt x="128" y="103"/>
                      <a:pt x="128" y="98"/>
                      <a:pt x="129" y="92"/>
                    </a:cubicBezTo>
                    <a:cubicBezTo>
                      <a:pt x="131" y="75"/>
                      <a:pt x="133" y="59"/>
                      <a:pt x="139" y="42"/>
                    </a:cubicBezTo>
                    <a:cubicBezTo>
                      <a:pt x="142" y="34"/>
                      <a:pt x="145" y="26"/>
                      <a:pt x="148" y="18"/>
                    </a:cubicBezTo>
                    <a:cubicBezTo>
                      <a:pt x="151" y="12"/>
                      <a:pt x="155" y="5"/>
                      <a:pt x="161" y="2"/>
                    </a:cubicBezTo>
                    <a:cubicBezTo>
                      <a:pt x="167" y="0"/>
                      <a:pt x="174" y="2"/>
                      <a:pt x="178" y="7"/>
                    </a:cubicBezTo>
                    <a:cubicBezTo>
                      <a:pt x="182" y="12"/>
                      <a:pt x="180" y="19"/>
                      <a:pt x="179" y="25"/>
                    </a:cubicBezTo>
                    <a:cubicBezTo>
                      <a:pt x="176" y="37"/>
                      <a:pt x="172" y="49"/>
                      <a:pt x="168" y="60"/>
                    </a:cubicBezTo>
                    <a:cubicBezTo>
                      <a:pt x="165" y="72"/>
                      <a:pt x="161" y="84"/>
                      <a:pt x="157" y="96"/>
                    </a:cubicBezTo>
                    <a:cubicBezTo>
                      <a:pt x="154" y="103"/>
                      <a:pt x="152" y="110"/>
                      <a:pt x="149" y="116"/>
                    </a:cubicBezTo>
                    <a:cubicBezTo>
                      <a:pt x="148" y="139"/>
                      <a:pt x="147" y="162"/>
                      <a:pt x="147" y="184"/>
                    </a:cubicBezTo>
                    <a:cubicBezTo>
                      <a:pt x="147" y="197"/>
                      <a:pt x="147" y="209"/>
                      <a:pt x="146" y="222"/>
                    </a:cubicBezTo>
                    <a:cubicBezTo>
                      <a:pt x="146" y="235"/>
                      <a:pt x="145" y="247"/>
                      <a:pt x="145" y="260"/>
                    </a:cubicBezTo>
                    <a:cubicBezTo>
                      <a:pt x="144" y="265"/>
                      <a:pt x="144" y="271"/>
                      <a:pt x="143" y="277"/>
                    </a:cubicBezTo>
                    <a:cubicBezTo>
                      <a:pt x="142" y="283"/>
                      <a:pt x="136" y="288"/>
                      <a:pt x="131" y="288"/>
                    </a:cubicBezTo>
                    <a:cubicBezTo>
                      <a:pt x="130" y="288"/>
                      <a:pt x="129" y="288"/>
                      <a:pt x="129" y="2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6" name="Google Shape;696;p7"/>
              <p:cNvSpPr/>
              <p:nvPr/>
            </p:nvSpPr>
            <p:spPr>
              <a:xfrm>
                <a:off x="884880" y="1072800"/>
                <a:ext cx="48960" cy="62640"/>
              </a:xfrm>
              <a:custGeom>
                <a:avLst/>
                <a:gdLst/>
                <a:ahLst/>
                <a:cxnLst/>
                <a:rect l="l" t="t" r="r" b="b"/>
                <a:pathLst>
                  <a:path w="136" h="174" extrusionOk="0">
                    <a:moveTo>
                      <a:pt x="7" y="158"/>
                    </a:moveTo>
                    <a:cubicBezTo>
                      <a:pt x="4" y="155"/>
                      <a:pt x="3" y="152"/>
                      <a:pt x="2" y="149"/>
                    </a:cubicBezTo>
                    <a:cubicBezTo>
                      <a:pt x="1" y="145"/>
                      <a:pt x="0" y="141"/>
                      <a:pt x="1" y="138"/>
                    </a:cubicBezTo>
                    <a:cubicBezTo>
                      <a:pt x="1" y="134"/>
                      <a:pt x="2" y="132"/>
                      <a:pt x="4" y="129"/>
                    </a:cubicBezTo>
                    <a:cubicBezTo>
                      <a:pt x="6" y="125"/>
                      <a:pt x="9" y="122"/>
                      <a:pt x="12" y="119"/>
                    </a:cubicBezTo>
                    <a:cubicBezTo>
                      <a:pt x="31" y="99"/>
                      <a:pt x="52" y="82"/>
                      <a:pt x="74" y="65"/>
                    </a:cubicBezTo>
                    <a:cubicBezTo>
                      <a:pt x="77" y="63"/>
                      <a:pt x="80" y="60"/>
                      <a:pt x="82" y="58"/>
                    </a:cubicBezTo>
                    <a:cubicBezTo>
                      <a:pt x="89" y="52"/>
                      <a:pt x="96" y="46"/>
                      <a:pt x="102" y="40"/>
                    </a:cubicBezTo>
                    <a:cubicBezTo>
                      <a:pt x="103" y="38"/>
                      <a:pt x="104" y="38"/>
                      <a:pt x="105" y="37"/>
                    </a:cubicBezTo>
                    <a:cubicBezTo>
                      <a:pt x="106" y="35"/>
                      <a:pt x="106" y="34"/>
                      <a:pt x="107" y="33"/>
                    </a:cubicBezTo>
                    <a:cubicBezTo>
                      <a:pt x="108" y="31"/>
                      <a:pt x="109" y="30"/>
                      <a:pt x="109" y="28"/>
                    </a:cubicBezTo>
                    <a:lnTo>
                      <a:pt x="110" y="27"/>
                    </a:lnTo>
                    <a:cubicBezTo>
                      <a:pt x="105" y="26"/>
                      <a:pt x="100" y="25"/>
                      <a:pt x="96" y="25"/>
                    </a:cubicBezTo>
                    <a:lnTo>
                      <a:pt x="97" y="25"/>
                    </a:lnTo>
                    <a:cubicBezTo>
                      <a:pt x="92" y="24"/>
                      <a:pt x="87" y="24"/>
                      <a:pt x="82" y="24"/>
                    </a:cubicBezTo>
                    <a:cubicBezTo>
                      <a:pt x="76" y="25"/>
                      <a:pt x="71" y="26"/>
                      <a:pt x="65" y="27"/>
                    </a:cubicBezTo>
                    <a:cubicBezTo>
                      <a:pt x="66" y="27"/>
                      <a:pt x="66" y="27"/>
                      <a:pt x="66" y="27"/>
                    </a:cubicBezTo>
                    <a:lnTo>
                      <a:pt x="65" y="27"/>
                    </a:lnTo>
                    <a:cubicBezTo>
                      <a:pt x="64" y="27"/>
                      <a:pt x="64" y="27"/>
                      <a:pt x="64" y="27"/>
                    </a:cubicBezTo>
                    <a:cubicBezTo>
                      <a:pt x="61" y="28"/>
                      <a:pt x="57" y="28"/>
                      <a:pt x="53" y="30"/>
                    </a:cubicBezTo>
                    <a:cubicBezTo>
                      <a:pt x="52" y="30"/>
                      <a:pt x="49" y="31"/>
                      <a:pt x="47" y="32"/>
                    </a:cubicBezTo>
                    <a:cubicBezTo>
                      <a:pt x="46" y="33"/>
                      <a:pt x="44" y="34"/>
                      <a:pt x="42" y="35"/>
                    </a:cubicBezTo>
                    <a:cubicBezTo>
                      <a:pt x="42" y="35"/>
                      <a:pt x="41" y="35"/>
                      <a:pt x="40" y="36"/>
                    </a:cubicBezTo>
                    <a:cubicBezTo>
                      <a:pt x="40" y="37"/>
                      <a:pt x="39" y="37"/>
                      <a:pt x="39" y="38"/>
                    </a:cubicBezTo>
                    <a:cubicBezTo>
                      <a:pt x="39" y="38"/>
                      <a:pt x="38" y="38"/>
                      <a:pt x="38" y="39"/>
                    </a:cubicBezTo>
                    <a:lnTo>
                      <a:pt x="38" y="40"/>
                    </a:lnTo>
                    <a:cubicBezTo>
                      <a:pt x="38" y="41"/>
                      <a:pt x="38" y="41"/>
                      <a:pt x="38" y="41"/>
                    </a:cubicBezTo>
                    <a:cubicBezTo>
                      <a:pt x="39" y="42"/>
                      <a:pt x="40" y="43"/>
                      <a:pt x="42" y="44"/>
                    </a:cubicBezTo>
                    <a:cubicBezTo>
                      <a:pt x="43" y="45"/>
                      <a:pt x="45" y="46"/>
                      <a:pt x="46" y="47"/>
                    </a:cubicBezTo>
                    <a:cubicBezTo>
                      <a:pt x="52" y="51"/>
                      <a:pt x="54" y="58"/>
                      <a:pt x="50" y="65"/>
                    </a:cubicBezTo>
                    <a:cubicBezTo>
                      <a:pt x="46" y="71"/>
                      <a:pt x="38" y="72"/>
                      <a:pt x="32" y="67"/>
                    </a:cubicBezTo>
                    <a:cubicBezTo>
                      <a:pt x="24" y="62"/>
                      <a:pt x="15" y="55"/>
                      <a:pt x="13" y="44"/>
                    </a:cubicBezTo>
                    <a:cubicBezTo>
                      <a:pt x="11" y="28"/>
                      <a:pt x="23" y="17"/>
                      <a:pt x="36" y="10"/>
                    </a:cubicBezTo>
                    <a:cubicBezTo>
                      <a:pt x="43" y="7"/>
                      <a:pt x="52" y="5"/>
                      <a:pt x="60" y="3"/>
                    </a:cubicBezTo>
                    <a:cubicBezTo>
                      <a:pt x="68" y="2"/>
                      <a:pt x="77" y="0"/>
                      <a:pt x="86" y="0"/>
                    </a:cubicBezTo>
                    <a:cubicBezTo>
                      <a:pt x="93" y="0"/>
                      <a:pt x="100" y="1"/>
                      <a:pt x="107" y="2"/>
                    </a:cubicBezTo>
                    <a:cubicBezTo>
                      <a:pt x="114" y="2"/>
                      <a:pt x="120" y="3"/>
                      <a:pt x="125" y="7"/>
                    </a:cubicBezTo>
                    <a:cubicBezTo>
                      <a:pt x="131" y="11"/>
                      <a:pt x="135" y="18"/>
                      <a:pt x="134" y="25"/>
                    </a:cubicBezTo>
                    <a:cubicBezTo>
                      <a:pt x="134" y="33"/>
                      <a:pt x="131" y="40"/>
                      <a:pt x="127" y="46"/>
                    </a:cubicBezTo>
                    <a:cubicBezTo>
                      <a:pt x="123" y="53"/>
                      <a:pt x="117" y="59"/>
                      <a:pt x="110" y="65"/>
                    </a:cubicBezTo>
                    <a:cubicBezTo>
                      <a:pt x="99" y="75"/>
                      <a:pt x="88" y="84"/>
                      <a:pt x="76" y="93"/>
                    </a:cubicBezTo>
                    <a:cubicBezTo>
                      <a:pt x="68" y="99"/>
                      <a:pt x="61" y="105"/>
                      <a:pt x="53" y="112"/>
                    </a:cubicBezTo>
                    <a:cubicBezTo>
                      <a:pt x="47" y="117"/>
                      <a:pt x="41" y="122"/>
                      <a:pt x="35" y="128"/>
                    </a:cubicBezTo>
                    <a:cubicBezTo>
                      <a:pt x="32" y="132"/>
                      <a:pt x="29" y="136"/>
                      <a:pt x="26" y="140"/>
                    </a:cubicBezTo>
                    <a:lnTo>
                      <a:pt x="25" y="140"/>
                    </a:lnTo>
                    <a:lnTo>
                      <a:pt x="25" y="141"/>
                    </a:lnTo>
                    <a:lnTo>
                      <a:pt x="25" y="142"/>
                    </a:lnTo>
                    <a:cubicBezTo>
                      <a:pt x="26" y="143"/>
                      <a:pt x="26" y="143"/>
                      <a:pt x="26" y="143"/>
                    </a:cubicBezTo>
                    <a:lnTo>
                      <a:pt x="25" y="142"/>
                    </a:lnTo>
                    <a:cubicBezTo>
                      <a:pt x="26" y="143"/>
                      <a:pt x="26" y="143"/>
                      <a:pt x="26" y="143"/>
                    </a:cubicBezTo>
                    <a:lnTo>
                      <a:pt x="27" y="143"/>
                    </a:lnTo>
                    <a:cubicBezTo>
                      <a:pt x="28" y="144"/>
                      <a:pt x="29" y="144"/>
                      <a:pt x="30" y="145"/>
                    </a:cubicBezTo>
                    <a:cubicBezTo>
                      <a:pt x="31" y="145"/>
                      <a:pt x="31" y="146"/>
                      <a:pt x="32" y="146"/>
                    </a:cubicBezTo>
                    <a:cubicBezTo>
                      <a:pt x="33" y="147"/>
                      <a:pt x="35" y="147"/>
                      <a:pt x="36" y="147"/>
                    </a:cubicBezTo>
                    <a:cubicBezTo>
                      <a:pt x="38" y="148"/>
                      <a:pt x="40" y="148"/>
                      <a:pt x="42" y="148"/>
                    </a:cubicBezTo>
                    <a:cubicBezTo>
                      <a:pt x="44" y="148"/>
                      <a:pt x="46" y="148"/>
                      <a:pt x="48" y="148"/>
                    </a:cubicBezTo>
                    <a:cubicBezTo>
                      <a:pt x="50" y="148"/>
                      <a:pt x="53" y="148"/>
                      <a:pt x="55" y="147"/>
                    </a:cubicBezTo>
                    <a:cubicBezTo>
                      <a:pt x="60" y="146"/>
                      <a:pt x="66" y="145"/>
                      <a:pt x="70" y="143"/>
                    </a:cubicBezTo>
                    <a:cubicBezTo>
                      <a:pt x="77" y="141"/>
                      <a:pt x="83" y="138"/>
                      <a:pt x="89" y="136"/>
                    </a:cubicBezTo>
                    <a:cubicBezTo>
                      <a:pt x="95" y="133"/>
                      <a:pt x="103" y="136"/>
                      <a:pt x="105" y="143"/>
                    </a:cubicBezTo>
                    <a:cubicBezTo>
                      <a:pt x="106" y="145"/>
                      <a:pt x="106" y="149"/>
                      <a:pt x="105" y="152"/>
                    </a:cubicBezTo>
                    <a:cubicBezTo>
                      <a:pt x="103" y="155"/>
                      <a:pt x="101" y="157"/>
                      <a:pt x="98" y="158"/>
                    </a:cubicBezTo>
                    <a:cubicBezTo>
                      <a:pt x="91" y="162"/>
                      <a:pt x="85" y="165"/>
                      <a:pt x="77" y="167"/>
                    </a:cubicBezTo>
                    <a:cubicBezTo>
                      <a:pt x="68" y="170"/>
                      <a:pt x="59" y="172"/>
                      <a:pt x="49" y="173"/>
                    </a:cubicBezTo>
                    <a:cubicBezTo>
                      <a:pt x="47" y="173"/>
                      <a:pt x="46" y="173"/>
                      <a:pt x="45" y="173"/>
                    </a:cubicBezTo>
                    <a:cubicBezTo>
                      <a:pt x="31" y="173"/>
                      <a:pt x="15" y="169"/>
                      <a:pt x="7" y="15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7" name="Google Shape;697;p7"/>
              <p:cNvSpPr/>
              <p:nvPr/>
            </p:nvSpPr>
            <p:spPr>
              <a:xfrm>
                <a:off x="878040" y="1095480"/>
                <a:ext cx="75240" cy="25560"/>
              </a:xfrm>
              <a:custGeom>
                <a:avLst/>
                <a:gdLst/>
                <a:ahLst/>
                <a:cxnLst/>
                <a:rect l="l" t="t" r="r" b="b"/>
                <a:pathLst>
                  <a:path w="209" h="71" extrusionOk="0">
                    <a:moveTo>
                      <a:pt x="10" y="69"/>
                    </a:moveTo>
                    <a:cubicBezTo>
                      <a:pt x="5" y="68"/>
                      <a:pt x="2" y="63"/>
                      <a:pt x="1" y="59"/>
                    </a:cubicBezTo>
                    <a:cubicBezTo>
                      <a:pt x="0" y="51"/>
                      <a:pt x="5" y="45"/>
                      <a:pt x="11" y="42"/>
                    </a:cubicBezTo>
                    <a:cubicBezTo>
                      <a:pt x="19" y="37"/>
                      <a:pt x="27" y="34"/>
                      <a:pt x="34" y="32"/>
                    </a:cubicBezTo>
                    <a:cubicBezTo>
                      <a:pt x="38" y="30"/>
                      <a:pt x="42" y="29"/>
                      <a:pt x="46" y="28"/>
                    </a:cubicBezTo>
                    <a:cubicBezTo>
                      <a:pt x="59" y="24"/>
                      <a:pt x="72" y="20"/>
                      <a:pt x="84" y="17"/>
                    </a:cubicBezTo>
                    <a:cubicBezTo>
                      <a:pt x="98" y="13"/>
                      <a:pt x="111" y="10"/>
                      <a:pt x="125" y="8"/>
                    </a:cubicBezTo>
                    <a:cubicBezTo>
                      <a:pt x="132" y="7"/>
                      <a:pt x="138" y="6"/>
                      <a:pt x="144" y="5"/>
                    </a:cubicBezTo>
                    <a:cubicBezTo>
                      <a:pt x="151" y="4"/>
                      <a:pt x="157" y="4"/>
                      <a:pt x="164" y="3"/>
                    </a:cubicBezTo>
                    <a:cubicBezTo>
                      <a:pt x="174" y="2"/>
                      <a:pt x="185" y="2"/>
                      <a:pt x="195" y="0"/>
                    </a:cubicBezTo>
                    <a:cubicBezTo>
                      <a:pt x="201" y="0"/>
                      <a:pt x="207" y="4"/>
                      <a:pt x="207" y="10"/>
                    </a:cubicBezTo>
                    <a:cubicBezTo>
                      <a:pt x="208" y="16"/>
                      <a:pt x="204" y="22"/>
                      <a:pt x="197" y="23"/>
                    </a:cubicBezTo>
                    <a:cubicBezTo>
                      <a:pt x="186" y="24"/>
                      <a:pt x="175" y="25"/>
                      <a:pt x="164" y="26"/>
                    </a:cubicBezTo>
                    <a:cubicBezTo>
                      <a:pt x="153" y="27"/>
                      <a:pt x="141" y="28"/>
                      <a:pt x="130" y="30"/>
                    </a:cubicBezTo>
                    <a:cubicBezTo>
                      <a:pt x="125" y="31"/>
                      <a:pt x="120" y="32"/>
                      <a:pt x="115" y="33"/>
                    </a:cubicBezTo>
                    <a:cubicBezTo>
                      <a:pt x="109" y="34"/>
                      <a:pt x="104" y="35"/>
                      <a:pt x="98" y="37"/>
                    </a:cubicBezTo>
                    <a:cubicBezTo>
                      <a:pt x="94" y="38"/>
                      <a:pt x="89" y="39"/>
                      <a:pt x="84" y="41"/>
                    </a:cubicBezTo>
                    <a:cubicBezTo>
                      <a:pt x="79" y="43"/>
                      <a:pt x="73" y="45"/>
                      <a:pt x="67" y="46"/>
                    </a:cubicBezTo>
                    <a:cubicBezTo>
                      <a:pt x="53" y="51"/>
                      <a:pt x="41" y="55"/>
                      <a:pt x="28" y="61"/>
                    </a:cubicBezTo>
                    <a:cubicBezTo>
                      <a:pt x="27" y="61"/>
                      <a:pt x="26" y="62"/>
                      <a:pt x="26" y="62"/>
                    </a:cubicBezTo>
                    <a:cubicBezTo>
                      <a:pt x="23" y="67"/>
                      <a:pt x="19" y="70"/>
                      <a:pt x="13" y="70"/>
                    </a:cubicBezTo>
                    <a:cubicBezTo>
                      <a:pt x="12" y="70"/>
                      <a:pt x="12" y="70"/>
                      <a:pt x="10" y="6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8" name="Google Shape;698;p7"/>
              <p:cNvSpPr/>
              <p:nvPr/>
            </p:nvSpPr>
            <p:spPr>
              <a:xfrm>
                <a:off x="552960" y="966240"/>
                <a:ext cx="36720" cy="64800"/>
              </a:xfrm>
              <a:custGeom>
                <a:avLst/>
                <a:gdLst/>
                <a:ahLst/>
                <a:cxnLst/>
                <a:rect l="l" t="t" r="r" b="b"/>
                <a:pathLst>
                  <a:path w="102" h="180" extrusionOk="0">
                    <a:moveTo>
                      <a:pt x="36" y="175"/>
                    </a:moveTo>
                    <a:cubicBezTo>
                      <a:pt x="34" y="172"/>
                      <a:pt x="32" y="170"/>
                      <a:pt x="32" y="167"/>
                    </a:cubicBezTo>
                    <a:cubicBezTo>
                      <a:pt x="32" y="165"/>
                      <a:pt x="31" y="164"/>
                      <a:pt x="32" y="162"/>
                    </a:cubicBezTo>
                    <a:cubicBezTo>
                      <a:pt x="32" y="160"/>
                      <a:pt x="32" y="159"/>
                      <a:pt x="32" y="157"/>
                    </a:cubicBezTo>
                    <a:cubicBezTo>
                      <a:pt x="33" y="154"/>
                      <a:pt x="34" y="152"/>
                      <a:pt x="35" y="149"/>
                    </a:cubicBezTo>
                    <a:cubicBezTo>
                      <a:pt x="36" y="143"/>
                      <a:pt x="38" y="136"/>
                      <a:pt x="39" y="130"/>
                    </a:cubicBezTo>
                    <a:cubicBezTo>
                      <a:pt x="42" y="118"/>
                      <a:pt x="45" y="105"/>
                      <a:pt x="49" y="94"/>
                    </a:cubicBezTo>
                    <a:cubicBezTo>
                      <a:pt x="50" y="90"/>
                      <a:pt x="50" y="86"/>
                      <a:pt x="52" y="83"/>
                    </a:cubicBezTo>
                    <a:cubicBezTo>
                      <a:pt x="48" y="87"/>
                      <a:pt x="44" y="92"/>
                      <a:pt x="41" y="96"/>
                    </a:cubicBezTo>
                    <a:cubicBezTo>
                      <a:pt x="36" y="101"/>
                      <a:pt x="31" y="106"/>
                      <a:pt x="27" y="111"/>
                    </a:cubicBezTo>
                    <a:cubicBezTo>
                      <a:pt x="26" y="117"/>
                      <a:pt x="21" y="122"/>
                      <a:pt x="15" y="122"/>
                    </a:cubicBezTo>
                    <a:cubicBezTo>
                      <a:pt x="14" y="122"/>
                      <a:pt x="14" y="121"/>
                      <a:pt x="13" y="121"/>
                    </a:cubicBezTo>
                    <a:cubicBezTo>
                      <a:pt x="8" y="121"/>
                      <a:pt x="4" y="117"/>
                      <a:pt x="3" y="112"/>
                    </a:cubicBezTo>
                    <a:cubicBezTo>
                      <a:pt x="0" y="104"/>
                      <a:pt x="6" y="97"/>
                      <a:pt x="11" y="91"/>
                    </a:cubicBezTo>
                    <a:cubicBezTo>
                      <a:pt x="14" y="88"/>
                      <a:pt x="17" y="86"/>
                      <a:pt x="20" y="83"/>
                    </a:cubicBezTo>
                    <a:cubicBezTo>
                      <a:pt x="25" y="76"/>
                      <a:pt x="31" y="70"/>
                      <a:pt x="36" y="63"/>
                    </a:cubicBezTo>
                    <a:cubicBezTo>
                      <a:pt x="42" y="58"/>
                      <a:pt x="46" y="52"/>
                      <a:pt x="51" y="46"/>
                    </a:cubicBezTo>
                    <a:cubicBezTo>
                      <a:pt x="56" y="40"/>
                      <a:pt x="60" y="34"/>
                      <a:pt x="65" y="27"/>
                    </a:cubicBezTo>
                    <a:cubicBezTo>
                      <a:pt x="64" y="28"/>
                      <a:pt x="64" y="28"/>
                      <a:pt x="64" y="29"/>
                    </a:cubicBezTo>
                    <a:cubicBezTo>
                      <a:pt x="67" y="24"/>
                      <a:pt x="70" y="19"/>
                      <a:pt x="73" y="14"/>
                    </a:cubicBezTo>
                    <a:cubicBezTo>
                      <a:pt x="74" y="13"/>
                      <a:pt x="75" y="11"/>
                      <a:pt x="76" y="9"/>
                    </a:cubicBezTo>
                    <a:cubicBezTo>
                      <a:pt x="78" y="3"/>
                      <a:pt x="85" y="0"/>
                      <a:pt x="92" y="3"/>
                    </a:cubicBezTo>
                    <a:cubicBezTo>
                      <a:pt x="98" y="6"/>
                      <a:pt x="101" y="13"/>
                      <a:pt x="98" y="19"/>
                    </a:cubicBezTo>
                    <a:cubicBezTo>
                      <a:pt x="95" y="27"/>
                      <a:pt x="91" y="35"/>
                      <a:pt x="88" y="43"/>
                    </a:cubicBezTo>
                    <a:cubicBezTo>
                      <a:pt x="77" y="76"/>
                      <a:pt x="67" y="109"/>
                      <a:pt x="60" y="143"/>
                    </a:cubicBezTo>
                    <a:cubicBezTo>
                      <a:pt x="59" y="150"/>
                      <a:pt x="57" y="156"/>
                      <a:pt x="56" y="162"/>
                    </a:cubicBezTo>
                    <a:cubicBezTo>
                      <a:pt x="58" y="167"/>
                      <a:pt x="57" y="172"/>
                      <a:pt x="53" y="175"/>
                    </a:cubicBezTo>
                    <a:cubicBezTo>
                      <a:pt x="51" y="178"/>
                      <a:pt x="48" y="179"/>
                      <a:pt x="45" y="179"/>
                    </a:cubicBezTo>
                    <a:cubicBezTo>
                      <a:pt x="42" y="179"/>
                      <a:pt x="38" y="178"/>
                      <a:pt x="36" y="17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9" name="Google Shape;699;p7"/>
              <p:cNvSpPr/>
              <p:nvPr/>
            </p:nvSpPr>
            <p:spPr>
              <a:xfrm>
                <a:off x="583560" y="976320"/>
                <a:ext cx="46800" cy="56880"/>
              </a:xfrm>
              <a:custGeom>
                <a:avLst/>
                <a:gdLst/>
                <a:ahLst/>
                <a:cxnLst/>
                <a:rect l="l" t="t" r="r" b="b"/>
                <a:pathLst>
                  <a:path w="130" h="158" extrusionOk="0">
                    <a:moveTo>
                      <a:pt x="40" y="133"/>
                    </a:moveTo>
                    <a:cubicBezTo>
                      <a:pt x="39" y="133"/>
                      <a:pt x="39" y="133"/>
                      <a:pt x="38" y="133"/>
                    </a:cubicBezTo>
                    <a:cubicBezTo>
                      <a:pt x="39" y="133"/>
                      <a:pt x="40" y="133"/>
                      <a:pt x="41" y="133"/>
                    </a:cubicBezTo>
                    <a:cubicBezTo>
                      <a:pt x="42" y="133"/>
                      <a:pt x="42" y="133"/>
                      <a:pt x="43" y="133"/>
                    </a:cubicBezTo>
                    <a:cubicBezTo>
                      <a:pt x="42" y="133"/>
                      <a:pt x="42" y="133"/>
                      <a:pt x="42" y="133"/>
                    </a:cubicBezTo>
                    <a:lnTo>
                      <a:pt x="41" y="133"/>
                    </a:lnTo>
                    <a:lnTo>
                      <a:pt x="42" y="133"/>
                    </a:lnTo>
                    <a:lnTo>
                      <a:pt x="41" y="133"/>
                    </a:lnTo>
                    <a:lnTo>
                      <a:pt x="42" y="133"/>
                    </a:lnTo>
                    <a:cubicBezTo>
                      <a:pt x="43" y="133"/>
                      <a:pt x="44" y="133"/>
                      <a:pt x="45" y="132"/>
                    </a:cubicBezTo>
                    <a:cubicBezTo>
                      <a:pt x="46" y="132"/>
                      <a:pt x="48" y="131"/>
                      <a:pt x="49" y="130"/>
                    </a:cubicBezTo>
                    <a:cubicBezTo>
                      <a:pt x="52" y="130"/>
                      <a:pt x="53" y="129"/>
                      <a:pt x="55" y="127"/>
                    </a:cubicBezTo>
                    <a:cubicBezTo>
                      <a:pt x="59" y="125"/>
                      <a:pt x="63" y="122"/>
                      <a:pt x="66" y="119"/>
                    </a:cubicBezTo>
                    <a:lnTo>
                      <a:pt x="65" y="120"/>
                    </a:lnTo>
                    <a:cubicBezTo>
                      <a:pt x="69" y="116"/>
                      <a:pt x="73" y="113"/>
                      <a:pt x="77" y="109"/>
                    </a:cubicBezTo>
                    <a:cubicBezTo>
                      <a:pt x="80" y="106"/>
                      <a:pt x="82" y="103"/>
                      <a:pt x="84" y="99"/>
                    </a:cubicBezTo>
                    <a:cubicBezTo>
                      <a:pt x="88" y="94"/>
                      <a:pt x="92" y="87"/>
                      <a:pt x="96" y="80"/>
                    </a:cubicBezTo>
                    <a:cubicBezTo>
                      <a:pt x="98" y="76"/>
                      <a:pt x="101" y="71"/>
                      <a:pt x="102" y="66"/>
                    </a:cubicBezTo>
                    <a:cubicBezTo>
                      <a:pt x="103" y="64"/>
                      <a:pt x="104" y="61"/>
                      <a:pt x="105" y="58"/>
                    </a:cubicBezTo>
                    <a:lnTo>
                      <a:pt x="105" y="59"/>
                    </a:lnTo>
                    <a:cubicBezTo>
                      <a:pt x="105" y="58"/>
                      <a:pt x="105" y="56"/>
                      <a:pt x="105" y="55"/>
                    </a:cubicBezTo>
                    <a:cubicBezTo>
                      <a:pt x="105" y="53"/>
                      <a:pt x="105" y="52"/>
                      <a:pt x="105" y="51"/>
                    </a:cubicBezTo>
                    <a:cubicBezTo>
                      <a:pt x="105" y="49"/>
                      <a:pt x="105" y="49"/>
                      <a:pt x="105" y="48"/>
                    </a:cubicBezTo>
                    <a:cubicBezTo>
                      <a:pt x="105" y="47"/>
                      <a:pt x="105" y="46"/>
                      <a:pt x="104" y="45"/>
                    </a:cubicBezTo>
                    <a:cubicBezTo>
                      <a:pt x="104" y="44"/>
                      <a:pt x="103" y="42"/>
                      <a:pt x="102" y="41"/>
                    </a:cubicBezTo>
                    <a:cubicBezTo>
                      <a:pt x="102" y="40"/>
                      <a:pt x="102" y="39"/>
                      <a:pt x="101" y="38"/>
                    </a:cubicBezTo>
                    <a:cubicBezTo>
                      <a:pt x="101" y="38"/>
                      <a:pt x="101" y="39"/>
                      <a:pt x="102" y="39"/>
                    </a:cubicBezTo>
                    <a:cubicBezTo>
                      <a:pt x="101" y="38"/>
                      <a:pt x="99" y="36"/>
                      <a:pt x="98" y="35"/>
                    </a:cubicBezTo>
                    <a:cubicBezTo>
                      <a:pt x="98" y="34"/>
                      <a:pt x="97" y="33"/>
                      <a:pt x="95" y="32"/>
                    </a:cubicBezTo>
                    <a:cubicBezTo>
                      <a:pt x="95" y="31"/>
                      <a:pt x="94" y="31"/>
                      <a:pt x="94" y="31"/>
                    </a:cubicBezTo>
                    <a:cubicBezTo>
                      <a:pt x="92" y="30"/>
                      <a:pt x="91" y="29"/>
                      <a:pt x="90" y="28"/>
                    </a:cubicBezTo>
                    <a:cubicBezTo>
                      <a:pt x="89" y="28"/>
                      <a:pt x="88" y="27"/>
                      <a:pt x="88" y="27"/>
                    </a:cubicBezTo>
                    <a:cubicBezTo>
                      <a:pt x="87" y="27"/>
                      <a:pt x="86" y="27"/>
                      <a:pt x="85" y="27"/>
                    </a:cubicBezTo>
                    <a:cubicBezTo>
                      <a:pt x="84" y="26"/>
                      <a:pt x="84" y="26"/>
                      <a:pt x="83" y="26"/>
                    </a:cubicBezTo>
                    <a:cubicBezTo>
                      <a:pt x="81" y="26"/>
                      <a:pt x="80" y="26"/>
                      <a:pt x="79" y="26"/>
                    </a:cubicBezTo>
                    <a:cubicBezTo>
                      <a:pt x="78" y="26"/>
                      <a:pt x="77" y="26"/>
                      <a:pt x="77" y="26"/>
                    </a:cubicBezTo>
                    <a:cubicBezTo>
                      <a:pt x="75" y="27"/>
                      <a:pt x="74" y="27"/>
                      <a:pt x="72" y="27"/>
                    </a:cubicBezTo>
                    <a:cubicBezTo>
                      <a:pt x="71" y="28"/>
                      <a:pt x="70" y="28"/>
                      <a:pt x="68" y="29"/>
                    </a:cubicBezTo>
                    <a:cubicBezTo>
                      <a:pt x="67" y="30"/>
                      <a:pt x="67" y="30"/>
                      <a:pt x="66" y="30"/>
                    </a:cubicBezTo>
                    <a:cubicBezTo>
                      <a:pt x="64" y="31"/>
                      <a:pt x="62" y="33"/>
                      <a:pt x="60" y="34"/>
                    </a:cubicBezTo>
                    <a:cubicBezTo>
                      <a:pt x="59" y="35"/>
                      <a:pt x="58" y="37"/>
                      <a:pt x="56" y="38"/>
                    </a:cubicBezTo>
                    <a:cubicBezTo>
                      <a:pt x="54" y="41"/>
                      <a:pt x="52" y="44"/>
                      <a:pt x="50" y="46"/>
                    </a:cubicBezTo>
                    <a:cubicBezTo>
                      <a:pt x="48" y="49"/>
                      <a:pt x="46" y="52"/>
                      <a:pt x="45" y="55"/>
                    </a:cubicBezTo>
                    <a:cubicBezTo>
                      <a:pt x="43" y="59"/>
                      <a:pt x="41" y="63"/>
                      <a:pt x="39" y="68"/>
                    </a:cubicBezTo>
                    <a:cubicBezTo>
                      <a:pt x="38" y="72"/>
                      <a:pt x="33" y="74"/>
                      <a:pt x="28" y="74"/>
                    </a:cubicBezTo>
                    <a:cubicBezTo>
                      <a:pt x="28" y="77"/>
                      <a:pt x="27" y="79"/>
                      <a:pt x="27" y="81"/>
                    </a:cubicBezTo>
                    <a:cubicBezTo>
                      <a:pt x="25" y="88"/>
                      <a:pt x="25" y="94"/>
                      <a:pt x="24" y="100"/>
                    </a:cubicBezTo>
                    <a:lnTo>
                      <a:pt x="24" y="99"/>
                    </a:lnTo>
                    <a:cubicBezTo>
                      <a:pt x="24" y="102"/>
                      <a:pt x="24" y="104"/>
                      <a:pt x="24" y="106"/>
                    </a:cubicBezTo>
                    <a:cubicBezTo>
                      <a:pt x="24" y="108"/>
                      <a:pt x="24" y="109"/>
                      <a:pt x="25" y="111"/>
                    </a:cubicBezTo>
                    <a:cubicBezTo>
                      <a:pt x="25" y="113"/>
                      <a:pt x="25" y="114"/>
                      <a:pt x="26" y="115"/>
                    </a:cubicBezTo>
                    <a:cubicBezTo>
                      <a:pt x="27" y="118"/>
                      <a:pt x="27" y="120"/>
                      <a:pt x="28" y="122"/>
                    </a:cubicBezTo>
                    <a:cubicBezTo>
                      <a:pt x="30" y="124"/>
                      <a:pt x="31" y="127"/>
                      <a:pt x="32" y="129"/>
                    </a:cubicBezTo>
                    <a:cubicBezTo>
                      <a:pt x="32" y="130"/>
                      <a:pt x="33" y="130"/>
                      <a:pt x="34" y="131"/>
                    </a:cubicBezTo>
                    <a:lnTo>
                      <a:pt x="34" y="132"/>
                    </a:lnTo>
                    <a:lnTo>
                      <a:pt x="35" y="132"/>
                    </a:lnTo>
                    <a:lnTo>
                      <a:pt x="34" y="132"/>
                    </a:lnTo>
                    <a:cubicBezTo>
                      <a:pt x="35" y="132"/>
                      <a:pt x="35" y="132"/>
                      <a:pt x="36" y="133"/>
                    </a:cubicBezTo>
                    <a:cubicBezTo>
                      <a:pt x="37" y="133"/>
                      <a:pt x="37" y="133"/>
                      <a:pt x="38" y="133"/>
                    </a:cubicBezTo>
                    <a:cubicBezTo>
                      <a:pt x="38" y="133"/>
                      <a:pt x="39" y="133"/>
                      <a:pt x="40" y="133"/>
                    </a:cubicBezTo>
                    <a:moveTo>
                      <a:pt x="23" y="153"/>
                    </a:moveTo>
                    <a:cubicBezTo>
                      <a:pt x="16" y="149"/>
                      <a:pt x="12" y="141"/>
                      <a:pt x="8" y="134"/>
                    </a:cubicBezTo>
                    <a:cubicBezTo>
                      <a:pt x="4" y="125"/>
                      <a:pt x="1" y="116"/>
                      <a:pt x="0" y="106"/>
                    </a:cubicBezTo>
                    <a:cubicBezTo>
                      <a:pt x="0" y="101"/>
                      <a:pt x="1" y="96"/>
                      <a:pt x="2" y="91"/>
                    </a:cubicBezTo>
                    <a:cubicBezTo>
                      <a:pt x="2" y="85"/>
                      <a:pt x="3" y="80"/>
                      <a:pt x="4" y="74"/>
                    </a:cubicBezTo>
                    <a:cubicBezTo>
                      <a:pt x="6" y="63"/>
                      <a:pt x="10" y="53"/>
                      <a:pt x="16" y="43"/>
                    </a:cubicBezTo>
                    <a:cubicBezTo>
                      <a:pt x="18" y="39"/>
                      <a:pt x="21" y="34"/>
                      <a:pt x="24" y="31"/>
                    </a:cubicBezTo>
                    <a:cubicBezTo>
                      <a:pt x="26" y="28"/>
                      <a:pt x="29" y="27"/>
                      <a:pt x="31" y="25"/>
                    </a:cubicBezTo>
                    <a:cubicBezTo>
                      <a:pt x="34" y="24"/>
                      <a:pt x="36" y="23"/>
                      <a:pt x="38" y="24"/>
                    </a:cubicBezTo>
                    <a:cubicBezTo>
                      <a:pt x="39" y="22"/>
                      <a:pt x="41" y="20"/>
                      <a:pt x="43" y="19"/>
                    </a:cubicBezTo>
                    <a:cubicBezTo>
                      <a:pt x="54" y="7"/>
                      <a:pt x="70" y="0"/>
                      <a:pt x="86" y="3"/>
                    </a:cubicBezTo>
                    <a:cubicBezTo>
                      <a:pt x="94" y="3"/>
                      <a:pt x="101" y="6"/>
                      <a:pt x="107" y="11"/>
                    </a:cubicBezTo>
                    <a:cubicBezTo>
                      <a:pt x="113" y="15"/>
                      <a:pt x="119" y="21"/>
                      <a:pt x="123" y="28"/>
                    </a:cubicBezTo>
                    <a:cubicBezTo>
                      <a:pt x="126" y="34"/>
                      <a:pt x="129" y="42"/>
                      <a:pt x="129" y="50"/>
                    </a:cubicBezTo>
                    <a:cubicBezTo>
                      <a:pt x="129" y="59"/>
                      <a:pt x="127" y="67"/>
                      <a:pt x="124" y="74"/>
                    </a:cubicBezTo>
                    <a:cubicBezTo>
                      <a:pt x="121" y="83"/>
                      <a:pt x="117" y="90"/>
                      <a:pt x="113" y="98"/>
                    </a:cubicBezTo>
                    <a:cubicBezTo>
                      <a:pt x="109" y="104"/>
                      <a:pt x="106" y="109"/>
                      <a:pt x="102" y="114"/>
                    </a:cubicBezTo>
                    <a:cubicBezTo>
                      <a:pt x="98" y="121"/>
                      <a:pt x="92" y="127"/>
                      <a:pt x="86" y="133"/>
                    </a:cubicBezTo>
                    <a:cubicBezTo>
                      <a:pt x="74" y="144"/>
                      <a:pt x="60" y="155"/>
                      <a:pt x="44" y="157"/>
                    </a:cubicBezTo>
                    <a:cubicBezTo>
                      <a:pt x="42" y="157"/>
                      <a:pt x="41" y="157"/>
                      <a:pt x="40" y="157"/>
                    </a:cubicBezTo>
                    <a:cubicBezTo>
                      <a:pt x="34" y="157"/>
                      <a:pt x="28" y="155"/>
                      <a:pt x="23" y="15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0" name="Google Shape;700;p7"/>
              <p:cNvSpPr/>
              <p:nvPr/>
            </p:nvSpPr>
            <p:spPr>
              <a:xfrm>
                <a:off x="643320" y="956520"/>
                <a:ext cx="33120" cy="73800"/>
              </a:xfrm>
              <a:custGeom>
                <a:avLst/>
                <a:gdLst/>
                <a:ahLst/>
                <a:cxnLst/>
                <a:rect l="l" t="t" r="r" b="b"/>
                <a:pathLst>
                  <a:path w="92" h="205" extrusionOk="0">
                    <a:moveTo>
                      <a:pt x="3" y="194"/>
                    </a:moveTo>
                    <a:cubicBezTo>
                      <a:pt x="1" y="180"/>
                      <a:pt x="0" y="166"/>
                      <a:pt x="2" y="152"/>
                    </a:cubicBezTo>
                    <a:cubicBezTo>
                      <a:pt x="2" y="145"/>
                      <a:pt x="3" y="138"/>
                      <a:pt x="3" y="131"/>
                    </a:cubicBezTo>
                    <a:cubicBezTo>
                      <a:pt x="4" y="125"/>
                      <a:pt x="5" y="119"/>
                      <a:pt x="6" y="113"/>
                    </a:cubicBezTo>
                    <a:cubicBezTo>
                      <a:pt x="7" y="106"/>
                      <a:pt x="9" y="100"/>
                      <a:pt x="10" y="93"/>
                    </a:cubicBezTo>
                    <a:cubicBezTo>
                      <a:pt x="13" y="79"/>
                      <a:pt x="19" y="65"/>
                      <a:pt x="24" y="51"/>
                    </a:cubicBezTo>
                    <a:cubicBezTo>
                      <a:pt x="31" y="36"/>
                      <a:pt x="40" y="22"/>
                      <a:pt x="51" y="11"/>
                    </a:cubicBezTo>
                    <a:cubicBezTo>
                      <a:pt x="56" y="6"/>
                      <a:pt x="63" y="2"/>
                      <a:pt x="70" y="1"/>
                    </a:cubicBezTo>
                    <a:cubicBezTo>
                      <a:pt x="74" y="0"/>
                      <a:pt x="78" y="2"/>
                      <a:pt x="81" y="3"/>
                    </a:cubicBezTo>
                    <a:cubicBezTo>
                      <a:pt x="88" y="5"/>
                      <a:pt x="91" y="13"/>
                      <a:pt x="88" y="19"/>
                    </a:cubicBezTo>
                    <a:cubicBezTo>
                      <a:pt x="86" y="26"/>
                      <a:pt x="78" y="28"/>
                      <a:pt x="72" y="26"/>
                    </a:cubicBezTo>
                    <a:cubicBezTo>
                      <a:pt x="70" y="27"/>
                      <a:pt x="70" y="27"/>
                      <a:pt x="69" y="28"/>
                    </a:cubicBezTo>
                    <a:cubicBezTo>
                      <a:pt x="68" y="30"/>
                      <a:pt x="66" y="32"/>
                      <a:pt x="64" y="33"/>
                    </a:cubicBezTo>
                    <a:cubicBezTo>
                      <a:pt x="62" y="36"/>
                      <a:pt x="60" y="38"/>
                      <a:pt x="58" y="41"/>
                    </a:cubicBezTo>
                    <a:cubicBezTo>
                      <a:pt x="55" y="46"/>
                      <a:pt x="51" y="51"/>
                      <a:pt x="49" y="56"/>
                    </a:cubicBezTo>
                    <a:lnTo>
                      <a:pt x="49" y="55"/>
                    </a:lnTo>
                    <a:cubicBezTo>
                      <a:pt x="45" y="62"/>
                      <a:pt x="42" y="70"/>
                      <a:pt x="40" y="77"/>
                    </a:cubicBezTo>
                    <a:cubicBezTo>
                      <a:pt x="37" y="85"/>
                      <a:pt x="34" y="93"/>
                      <a:pt x="33" y="101"/>
                    </a:cubicBezTo>
                    <a:cubicBezTo>
                      <a:pt x="31" y="106"/>
                      <a:pt x="30" y="110"/>
                      <a:pt x="30" y="114"/>
                    </a:cubicBezTo>
                    <a:cubicBezTo>
                      <a:pt x="28" y="120"/>
                      <a:pt x="27" y="125"/>
                      <a:pt x="27" y="130"/>
                    </a:cubicBezTo>
                    <a:cubicBezTo>
                      <a:pt x="26" y="135"/>
                      <a:pt x="26" y="141"/>
                      <a:pt x="25" y="146"/>
                    </a:cubicBezTo>
                    <a:cubicBezTo>
                      <a:pt x="25" y="150"/>
                      <a:pt x="24" y="156"/>
                      <a:pt x="24" y="160"/>
                    </a:cubicBezTo>
                    <a:cubicBezTo>
                      <a:pt x="24" y="166"/>
                      <a:pt x="24" y="172"/>
                      <a:pt x="25" y="178"/>
                    </a:cubicBezTo>
                    <a:lnTo>
                      <a:pt x="25" y="177"/>
                    </a:lnTo>
                    <a:cubicBezTo>
                      <a:pt x="25" y="181"/>
                      <a:pt x="26" y="186"/>
                      <a:pt x="27" y="191"/>
                    </a:cubicBezTo>
                    <a:cubicBezTo>
                      <a:pt x="28" y="197"/>
                      <a:pt x="23" y="203"/>
                      <a:pt x="16" y="204"/>
                    </a:cubicBezTo>
                    <a:lnTo>
                      <a:pt x="15" y="204"/>
                    </a:lnTo>
                    <a:cubicBezTo>
                      <a:pt x="9" y="204"/>
                      <a:pt x="4" y="200"/>
                      <a:pt x="3" y="1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1" name="Google Shape;701;p7"/>
              <p:cNvSpPr/>
              <p:nvPr/>
            </p:nvSpPr>
            <p:spPr>
              <a:xfrm>
                <a:off x="680040" y="967320"/>
                <a:ext cx="25200" cy="53280"/>
              </a:xfrm>
              <a:custGeom>
                <a:avLst/>
                <a:gdLst/>
                <a:ahLst/>
                <a:cxnLst/>
                <a:rect l="l" t="t" r="r" b="b"/>
                <a:pathLst>
                  <a:path w="70" h="148" extrusionOk="0">
                    <a:moveTo>
                      <a:pt x="47" y="143"/>
                    </a:moveTo>
                    <a:cubicBezTo>
                      <a:pt x="41" y="136"/>
                      <a:pt x="35" y="129"/>
                      <a:pt x="30" y="121"/>
                    </a:cubicBezTo>
                    <a:cubicBezTo>
                      <a:pt x="26" y="114"/>
                      <a:pt x="22" y="108"/>
                      <a:pt x="19" y="101"/>
                    </a:cubicBezTo>
                    <a:cubicBezTo>
                      <a:pt x="12" y="86"/>
                      <a:pt x="6" y="72"/>
                      <a:pt x="3" y="57"/>
                    </a:cubicBezTo>
                    <a:cubicBezTo>
                      <a:pt x="0" y="46"/>
                      <a:pt x="0" y="36"/>
                      <a:pt x="2" y="26"/>
                    </a:cubicBezTo>
                    <a:cubicBezTo>
                      <a:pt x="3" y="18"/>
                      <a:pt x="6" y="9"/>
                      <a:pt x="13" y="4"/>
                    </a:cubicBezTo>
                    <a:cubicBezTo>
                      <a:pt x="19" y="0"/>
                      <a:pt x="27" y="2"/>
                      <a:pt x="31" y="9"/>
                    </a:cubicBezTo>
                    <a:cubicBezTo>
                      <a:pt x="34" y="14"/>
                      <a:pt x="33" y="21"/>
                      <a:pt x="28" y="24"/>
                    </a:cubicBezTo>
                    <a:cubicBezTo>
                      <a:pt x="28" y="25"/>
                      <a:pt x="28" y="25"/>
                      <a:pt x="27" y="25"/>
                    </a:cubicBezTo>
                    <a:cubicBezTo>
                      <a:pt x="27" y="25"/>
                      <a:pt x="27" y="26"/>
                      <a:pt x="27" y="27"/>
                    </a:cubicBezTo>
                    <a:cubicBezTo>
                      <a:pt x="27" y="28"/>
                      <a:pt x="26" y="29"/>
                      <a:pt x="26" y="30"/>
                    </a:cubicBezTo>
                    <a:cubicBezTo>
                      <a:pt x="26" y="32"/>
                      <a:pt x="26" y="34"/>
                      <a:pt x="25" y="35"/>
                    </a:cubicBezTo>
                    <a:cubicBezTo>
                      <a:pt x="25" y="37"/>
                      <a:pt x="25" y="40"/>
                      <a:pt x="25" y="42"/>
                    </a:cubicBezTo>
                    <a:cubicBezTo>
                      <a:pt x="26" y="45"/>
                      <a:pt x="26" y="48"/>
                      <a:pt x="26" y="51"/>
                    </a:cubicBezTo>
                    <a:cubicBezTo>
                      <a:pt x="27" y="56"/>
                      <a:pt x="28" y="61"/>
                      <a:pt x="30" y="66"/>
                    </a:cubicBezTo>
                    <a:cubicBezTo>
                      <a:pt x="33" y="75"/>
                      <a:pt x="37" y="84"/>
                      <a:pt x="41" y="92"/>
                    </a:cubicBezTo>
                    <a:cubicBezTo>
                      <a:pt x="42" y="95"/>
                      <a:pt x="44" y="98"/>
                      <a:pt x="46" y="102"/>
                    </a:cubicBezTo>
                    <a:cubicBezTo>
                      <a:pt x="46" y="101"/>
                      <a:pt x="45" y="101"/>
                      <a:pt x="45" y="101"/>
                    </a:cubicBezTo>
                    <a:cubicBezTo>
                      <a:pt x="47" y="104"/>
                      <a:pt x="49" y="107"/>
                      <a:pt x="51" y="110"/>
                    </a:cubicBezTo>
                    <a:cubicBezTo>
                      <a:pt x="53" y="113"/>
                      <a:pt x="56" y="116"/>
                      <a:pt x="59" y="119"/>
                    </a:cubicBezTo>
                    <a:cubicBezTo>
                      <a:pt x="60" y="122"/>
                      <a:pt x="63" y="124"/>
                      <a:pt x="65" y="126"/>
                    </a:cubicBezTo>
                    <a:cubicBezTo>
                      <a:pt x="69" y="131"/>
                      <a:pt x="69" y="138"/>
                      <a:pt x="65" y="143"/>
                    </a:cubicBezTo>
                    <a:cubicBezTo>
                      <a:pt x="62" y="145"/>
                      <a:pt x="59" y="147"/>
                      <a:pt x="56" y="147"/>
                    </a:cubicBezTo>
                    <a:cubicBezTo>
                      <a:pt x="53" y="147"/>
                      <a:pt x="49" y="145"/>
                      <a:pt x="47" y="14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2" name="Google Shape;702;p7"/>
              <p:cNvSpPr/>
              <p:nvPr/>
            </p:nvSpPr>
            <p:spPr>
              <a:xfrm>
                <a:off x="671040" y="983520"/>
                <a:ext cx="47520" cy="3960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10" extrusionOk="0">
                    <a:moveTo>
                      <a:pt x="10" y="109"/>
                    </a:moveTo>
                    <a:cubicBezTo>
                      <a:pt x="3" y="107"/>
                      <a:pt x="0" y="101"/>
                      <a:pt x="2" y="94"/>
                    </a:cubicBezTo>
                    <a:cubicBezTo>
                      <a:pt x="3" y="87"/>
                      <a:pt x="6" y="80"/>
                      <a:pt x="9" y="74"/>
                    </a:cubicBezTo>
                    <a:cubicBezTo>
                      <a:pt x="13" y="67"/>
                      <a:pt x="18" y="60"/>
                      <a:pt x="24" y="55"/>
                    </a:cubicBezTo>
                    <a:cubicBezTo>
                      <a:pt x="29" y="49"/>
                      <a:pt x="35" y="44"/>
                      <a:pt x="42" y="38"/>
                    </a:cubicBezTo>
                    <a:cubicBezTo>
                      <a:pt x="41" y="39"/>
                      <a:pt x="41" y="39"/>
                      <a:pt x="41" y="39"/>
                    </a:cubicBezTo>
                    <a:lnTo>
                      <a:pt x="42" y="38"/>
                    </a:lnTo>
                    <a:lnTo>
                      <a:pt x="41" y="38"/>
                    </a:lnTo>
                    <a:cubicBezTo>
                      <a:pt x="42" y="38"/>
                      <a:pt x="44" y="37"/>
                      <a:pt x="45" y="36"/>
                    </a:cubicBezTo>
                    <a:cubicBezTo>
                      <a:pt x="45" y="35"/>
                      <a:pt x="45" y="35"/>
                      <a:pt x="46" y="35"/>
                    </a:cubicBezTo>
                    <a:lnTo>
                      <a:pt x="46" y="34"/>
                    </a:lnTo>
                    <a:cubicBezTo>
                      <a:pt x="47" y="34"/>
                      <a:pt x="47" y="34"/>
                      <a:pt x="48" y="33"/>
                    </a:cubicBezTo>
                    <a:cubicBezTo>
                      <a:pt x="48" y="34"/>
                      <a:pt x="47" y="34"/>
                      <a:pt x="47" y="34"/>
                    </a:cubicBezTo>
                    <a:cubicBezTo>
                      <a:pt x="48" y="33"/>
                      <a:pt x="49" y="32"/>
                      <a:pt x="50" y="31"/>
                    </a:cubicBezTo>
                    <a:lnTo>
                      <a:pt x="49" y="32"/>
                    </a:lnTo>
                    <a:cubicBezTo>
                      <a:pt x="49" y="31"/>
                      <a:pt x="50" y="31"/>
                      <a:pt x="50" y="31"/>
                    </a:cubicBezTo>
                    <a:lnTo>
                      <a:pt x="51" y="31"/>
                    </a:lnTo>
                    <a:cubicBezTo>
                      <a:pt x="51" y="30"/>
                      <a:pt x="51" y="30"/>
                      <a:pt x="52" y="30"/>
                    </a:cubicBezTo>
                    <a:cubicBezTo>
                      <a:pt x="51" y="30"/>
                      <a:pt x="51" y="31"/>
                      <a:pt x="51" y="31"/>
                    </a:cubicBezTo>
                    <a:cubicBezTo>
                      <a:pt x="57" y="25"/>
                      <a:pt x="65" y="20"/>
                      <a:pt x="72" y="15"/>
                    </a:cubicBezTo>
                    <a:cubicBezTo>
                      <a:pt x="80" y="10"/>
                      <a:pt x="87" y="6"/>
                      <a:pt x="96" y="3"/>
                    </a:cubicBezTo>
                    <a:cubicBezTo>
                      <a:pt x="99" y="2"/>
                      <a:pt x="102" y="2"/>
                      <a:pt x="106" y="1"/>
                    </a:cubicBezTo>
                    <a:cubicBezTo>
                      <a:pt x="111" y="0"/>
                      <a:pt x="115" y="1"/>
                      <a:pt x="119" y="2"/>
                    </a:cubicBezTo>
                    <a:cubicBezTo>
                      <a:pt x="126" y="2"/>
                      <a:pt x="131" y="9"/>
                      <a:pt x="130" y="16"/>
                    </a:cubicBezTo>
                    <a:cubicBezTo>
                      <a:pt x="129" y="23"/>
                      <a:pt x="122" y="27"/>
                      <a:pt x="116" y="27"/>
                    </a:cubicBezTo>
                    <a:cubicBezTo>
                      <a:pt x="114" y="26"/>
                      <a:pt x="112" y="26"/>
                      <a:pt x="111" y="26"/>
                    </a:cubicBezTo>
                    <a:cubicBezTo>
                      <a:pt x="110" y="26"/>
                      <a:pt x="109" y="26"/>
                      <a:pt x="108" y="26"/>
                    </a:cubicBezTo>
                    <a:cubicBezTo>
                      <a:pt x="108" y="26"/>
                      <a:pt x="107" y="26"/>
                      <a:pt x="106" y="26"/>
                    </a:cubicBezTo>
                    <a:cubicBezTo>
                      <a:pt x="105" y="27"/>
                      <a:pt x="104" y="27"/>
                      <a:pt x="103" y="27"/>
                    </a:cubicBezTo>
                    <a:cubicBezTo>
                      <a:pt x="100" y="28"/>
                      <a:pt x="97" y="30"/>
                      <a:pt x="94" y="31"/>
                    </a:cubicBezTo>
                    <a:cubicBezTo>
                      <a:pt x="90" y="32"/>
                      <a:pt x="86" y="35"/>
                      <a:pt x="82" y="38"/>
                    </a:cubicBezTo>
                    <a:cubicBezTo>
                      <a:pt x="83" y="37"/>
                      <a:pt x="83" y="37"/>
                      <a:pt x="83" y="37"/>
                    </a:cubicBezTo>
                    <a:cubicBezTo>
                      <a:pt x="74" y="43"/>
                      <a:pt x="65" y="50"/>
                      <a:pt x="56" y="58"/>
                    </a:cubicBezTo>
                    <a:cubicBezTo>
                      <a:pt x="51" y="62"/>
                      <a:pt x="45" y="67"/>
                      <a:pt x="39" y="73"/>
                    </a:cubicBezTo>
                    <a:lnTo>
                      <a:pt x="38" y="74"/>
                    </a:lnTo>
                    <a:cubicBezTo>
                      <a:pt x="39" y="73"/>
                      <a:pt x="39" y="73"/>
                      <a:pt x="39" y="73"/>
                    </a:cubicBezTo>
                    <a:cubicBezTo>
                      <a:pt x="37" y="76"/>
                      <a:pt x="35" y="78"/>
                      <a:pt x="33" y="80"/>
                    </a:cubicBezTo>
                    <a:cubicBezTo>
                      <a:pt x="32" y="82"/>
                      <a:pt x="31" y="84"/>
                      <a:pt x="30" y="85"/>
                    </a:cubicBezTo>
                    <a:cubicBezTo>
                      <a:pt x="29" y="87"/>
                      <a:pt x="28" y="88"/>
                      <a:pt x="28" y="90"/>
                    </a:cubicBezTo>
                    <a:cubicBezTo>
                      <a:pt x="27" y="94"/>
                      <a:pt x="25" y="97"/>
                      <a:pt x="25" y="101"/>
                    </a:cubicBezTo>
                    <a:cubicBezTo>
                      <a:pt x="24" y="106"/>
                      <a:pt x="18" y="109"/>
                      <a:pt x="13" y="109"/>
                    </a:cubicBezTo>
                    <a:cubicBezTo>
                      <a:pt x="12" y="109"/>
                      <a:pt x="11" y="109"/>
                      <a:pt x="10" y="10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3" name="Google Shape;703;p7"/>
              <p:cNvSpPr/>
              <p:nvPr/>
            </p:nvSpPr>
            <p:spPr>
              <a:xfrm>
                <a:off x="720360" y="991440"/>
                <a:ext cx="3636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101" h="35" extrusionOk="0">
                    <a:moveTo>
                      <a:pt x="53" y="33"/>
                    </a:moveTo>
                    <a:cubicBezTo>
                      <a:pt x="46" y="33"/>
                      <a:pt x="40" y="33"/>
                      <a:pt x="34" y="32"/>
                    </a:cubicBezTo>
                    <a:cubicBezTo>
                      <a:pt x="29" y="32"/>
                      <a:pt x="25" y="32"/>
                      <a:pt x="20" y="31"/>
                    </a:cubicBezTo>
                    <a:cubicBezTo>
                      <a:pt x="17" y="31"/>
                      <a:pt x="14" y="30"/>
                      <a:pt x="11" y="29"/>
                    </a:cubicBezTo>
                    <a:cubicBezTo>
                      <a:pt x="8" y="28"/>
                      <a:pt x="6" y="26"/>
                      <a:pt x="4" y="24"/>
                    </a:cubicBezTo>
                    <a:cubicBezTo>
                      <a:pt x="0" y="20"/>
                      <a:pt x="0" y="14"/>
                      <a:pt x="3" y="9"/>
                    </a:cubicBezTo>
                    <a:cubicBezTo>
                      <a:pt x="4" y="7"/>
                      <a:pt x="5" y="6"/>
                      <a:pt x="7" y="4"/>
                    </a:cubicBezTo>
                    <a:cubicBezTo>
                      <a:pt x="12" y="0"/>
                      <a:pt x="19" y="2"/>
                      <a:pt x="23" y="6"/>
                    </a:cubicBezTo>
                    <a:cubicBezTo>
                      <a:pt x="30" y="7"/>
                      <a:pt x="38" y="8"/>
                      <a:pt x="45" y="9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56" y="9"/>
                      <a:pt x="69" y="9"/>
                      <a:pt x="81" y="9"/>
                    </a:cubicBezTo>
                    <a:cubicBezTo>
                      <a:pt x="82" y="9"/>
                      <a:pt x="84" y="9"/>
                      <a:pt x="86" y="8"/>
                    </a:cubicBezTo>
                    <a:cubicBezTo>
                      <a:pt x="92" y="7"/>
                      <a:pt x="98" y="12"/>
                      <a:pt x="99" y="19"/>
                    </a:cubicBezTo>
                    <a:cubicBezTo>
                      <a:pt x="100" y="25"/>
                      <a:pt x="95" y="32"/>
                      <a:pt x="89" y="32"/>
                    </a:cubicBezTo>
                    <a:cubicBezTo>
                      <a:pt x="81" y="33"/>
                      <a:pt x="72" y="34"/>
                      <a:pt x="64" y="34"/>
                    </a:cubicBezTo>
                    <a:cubicBezTo>
                      <a:pt x="60" y="34"/>
                      <a:pt x="56" y="33"/>
                      <a:pt x="53" y="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4" name="Google Shape;704;p7"/>
              <p:cNvSpPr/>
              <p:nvPr/>
            </p:nvSpPr>
            <p:spPr>
              <a:xfrm>
                <a:off x="731880" y="976320"/>
                <a:ext cx="13680" cy="37080"/>
              </a:xfrm>
              <a:custGeom>
                <a:avLst/>
                <a:gdLst/>
                <a:ahLst/>
                <a:cxnLst/>
                <a:rect l="l" t="t" r="r" b="b"/>
                <a:pathLst>
                  <a:path w="38" h="103" extrusionOk="0">
                    <a:moveTo>
                      <a:pt x="2" y="91"/>
                    </a:moveTo>
                    <a:cubicBezTo>
                      <a:pt x="0" y="76"/>
                      <a:pt x="1" y="62"/>
                      <a:pt x="3" y="46"/>
                    </a:cubicBezTo>
                    <a:cubicBezTo>
                      <a:pt x="3" y="40"/>
                      <a:pt x="4" y="34"/>
                      <a:pt x="6" y="27"/>
                    </a:cubicBezTo>
                    <a:cubicBezTo>
                      <a:pt x="7" y="21"/>
                      <a:pt x="9" y="16"/>
                      <a:pt x="10" y="10"/>
                    </a:cubicBezTo>
                    <a:cubicBezTo>
                      <a:pt x="12" y="3"/>
                      <a:pt x="20" y="0"/>
                      <a:pt x="26" y="2"/>
                    </a:cubicBezTo>
                    <a:cubicBezTo>
                      <a:pt x="32" y="3"/>
                      <a:pt x="37" y="10"/>
                      <a:pt x="35" y="17"/>
                    </a:cubicBezTo>
                    <a:cubicBezTo>
                      <a:pt x="32" y="23"/>
                      <a:pt x="31" y="30"/>
                      <a:pt x="30" y="36"/>
                    </a:cubicBezTo>
                    <a:cubicBezTo>
                      <a:pt x="29" y="39"/>
                      <a:pt x="28" y="42"/>
                      <a:pt x="28" y="46"/>
                    </a:cubicBezTo>
                    <a:cubicBezTo>
                      <a:pt x="27" y="50"/>
                      <a:pt x="27" y="54"/>
                      <a:pt x="26" y="58"/>
                    </a:cubicBezTo>
                    <a:cubicBezTo>
                      <a:pt x="26" y="58"/>
                      <a:pt x="26" y="57"/>
                      <a:pt x="26" y="56"/>
                    </a:cubicBezTo>
                    <a:cubicBezTo>
                      <a:pt x="25" y="67"/>
                      <a:pt x="25" y="79"/>
                      <a:pt x="25" y="90"/>
                    </a:cubicBezTo>
                    <a:cubicBezTo>
                      <a:pt x="25" y="95"/>
                      <a:pt x="21" y="101"/>
                      <a:pt x="15" y="101"/>
                    </a:cubicBezTo>
                    <a:cubicBezTo>
                      <a:pt x="14" y="102"/>
                      <a:pt x="14" y="102"/>
                      <a:pt x="14" y="102"/>
                    </a:cubicBezTo>
                    <a:cubicBezTo>
                      <a:pt x="8" y="102"/>
                      <a:pt x="2" y="97"/>
                      <a:pt x="2" y="9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5" name="Google Shape;705;p7"/>
              <p:cNvSpPr/>
              <p:nvPr/>
            </p:nvSpPr>
            <p:spPr>
              <a:xfrm>
                <a:off x="774720" y="960840"/>
                <a:ext cx="37080" cy="6840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90" extrusionOk="0">
                    <a:moveTo>
                      <a:pt x="49" y="180"/>
                    </a:moveTo>
                    <a:cubicBezTo>
                      <a:pt x="46" y="174"/>
                      <a:pt x="50" y="167"/>
                      <a:pt x="56" y="164"/>
                    </a:cubicBezTo>
                    <a:cubicBezTo>
                      <a:pt x="57" y="164"/>
                      <a:pt x="57" y="163"/>
                      <a:pt x="57" y="163"/>
                    </a:cubicBezTo>
                    <a:cubicBezTo>
                      <a:pt x="58" y="163"/>
                      <a:pt x="58" y="162"/>
                      <a:pt x="60" y="162"/>
                    </a:cubicBezTo>
                    <a:cubicBezTo>
                      <a:pt x="61" y="161"/>
                      <a:pt x="62" y="159"/>
                      <a:pt x="63" y="158"/>
                    </a:cubicBezTo>
                    <a:cubicBezTo>
                      <a:pt x="64" y="157"/>
                      <a:pt x="65" y="155"/>
                      <a:pt x="67" y="154"/>
                    </a:cubicBezTo>
                    <a:cubicBezTo>
                      <a:pt x="69" y="151"/>
                      <a:pt x="71" y="148"/>
                      <a:pt x="72" y="145"/>
                    </a:cubicBezTo>
                    <a:cubicBezTo>
                      <a:pt x="73" y="142"/>
                      <a:pt x="74" y="141"/>
                      <a:pt x="75" y="138"/>
                    </a:cubicBezTo>
                    <a:cubicBezTo>
                      <a:pt x="75" y="137"/>
                      <a:pt x="76" y="135"/>
                      <a:pt x="77" y="134"/>
                    </a:cubicBezTo>
                    <a:cubicBezTo>
                      <a:pt x="77" y="131"/>
                      <a:pt x="77" y="130"/>
                      <a:pt x="77" y="127"/>
                    </a:cubicBezTo>
                    <a:cubicBezTo>
                      <a:pt x="77" y="126"/>
                      <a:pt x="77" y="124"/>
                      <a:pt x="77" y="122"/>
                    </a:cubicBezTo>
                    <a:cubicBezTo>
                      <a:pt x="77" y="121"/>
                      <a:pt x="77" y="119"/>
                      <a:pt x="77" y="118"/>
                    </a:cubicBezTo>
                    <a:cubicBezTo>
                      <a:pt x="76" y="116"/>
                      <a:pt x="76" y="115"/>
                      <a:pt x="75" y="113"/>
                    </a:cubicBezTo>
                    <a:cubicBezTo>
                      <a:pt x="75" y="113"/>
                      <a:pt x="75" y="112"/>
                      <a:pt x="74" y="111"/>
                    </a:cubicBezTo>
                    <a:cubicBezTo>
                      <a:pt x="74" y="110"/>
                      <a:pt x="73" y="109"/>
                      <a:pt x="72" y="107"/>
                    </a:cubicBezTo>
                    <a:cubicBezTo>
                      <a:pt x="71" y="106"/>
                      <a:pt x="71" y="105"/>
                      <a:pt x="70" y="104"/>
                    </a:cubicBezTo>
                    <a:cubicBezTo>
                      <a:pt x="69" y="103"/>
                      <a:pt x="68" y="102"/>
                      <a:pt x="67" y="101"/>
                    </a:cubicBezTo>
                    <a:cubicBezTo>
                      <a:pt x="66" y="100"/>
                      <a:pt x="65" y="99"/>
                      <a:pt x="64" y="98"/>
                    </a:cubicBezTo>
                    <a:cubicBezTo>
                      <a:pt x="63" y="98"/>
                      <a:pt x="62" y="97"/>
                      <a:pt x="61" y="96"/>
                    </a:cubicBezTo>
                    <a:cubicBezTo>
                      <a:pt x="59" y="95"/>
                      <a:pt x="58" y="95"/>
                      <a:pt x="56" y="94"/>
                    </a:cubicBezTo>
                    <a:cubicBezTo>
                      <a:pt x="48" y="92"/>
                      <a:pt x="36" y="89"/>
                      <a:pt x="35" y="79"/>
                    </a:cubicBezTo>
                    <a:cubicBezTo>
                      <a:pt x="35" y="75"/>
                      <a:pt x="36" y="71"/>
                      <a:pt x="38" y="67"/>
                    </a:cubicBezTo>
                    <a:cubicBezTo>
                      <a:pt x="40" y="66"/>
                      <a:pt x="42" y="63"/>
                      <a:pt x="44" y="62"/>
                    </a:cubicBezTo>
                    <a:cubicBezTo>
                      <a:pt x="47" y="58"/>
                      <a:pt x="49" y="55"/>
                      <a:pt x="51" y="52"/>
                    </a:cubicBezTo>
                    <a:cubicBezTo>
                      <a:pt x="53" y="49"/>
                      <a:pt x="55" y="46"/>
                      <a:pt x="57" y="44"/>
                    </a:cubicBezTo>
                    <a:cubicBezTo>
                      <a:pt x="57" y="42"/>
                      <a:pt x="58" y="40"/>
                      <a:pt x="59" y="38"/>
                    </a:cubicBezTo>
                    <a:cubicBezTo>
                      <a:pt x="60" y="36"/>
                      <a:pt x="60" y="35"/>
                      <a:pt x="60" y="34"/>
                    </a:cubicBezTo>
                    <a:cubicBezTo>
                      <a:pt x="60" y="33"/>
                      <a:pt x="61" y="32"/>
                      <a:pt x="61" y="31"/>
                    </a:cubicBezTo>
                    <a:cubicBezTo>
                      <a:pt x="61" y="30"/>
                      <a:pt x="61" y="29"/>
                      <a:pt x="61" y="28"/>
                    </a:cubicBezTo>
                    <a:lnTo>
                      <a:pt x="61" y="29"/>
                    </a:lnTo>
                    <a:cubicBezTo>
                      <a:pt x="61" y="28"/>
                      <a:pt x="61" y="28"/>
                      <a:pt x="61" y="28"/>
                    </a:cubicBezTo>
                    <a:cubicBezTo>
                      <a:pt x="61" y="28"/>
                      <a:pt x="60" y="28"/>
                      <a:pt x="60" y="27"/>
                    </a:cubicBezTo>
                    <a:lnTo>
                      <a:pt x="60" y="26"/>
                    </a:lnTo>
                    <a:cubicBezTo>
                      <a:pt x="59" y="26"/>
                      <a:pt x="59" y="26"/>
                      <a:pt x="58" y="25"/>
                    </a:cubicBezTo>
                    <a:lnTo>
                      <a:pt x="57" y="25"/>
                    </a:lnTo>
                    <a:cubicBezTo>
                      <a:pt x="56" y="25"/>
                      <a:pt x="54" y="25"/>
                      <a:pt x="53" y="25"/>
                    </a:cubicBezTo>
                    <a:cubicBezTo>
                      <a:pt x="51" y="25"/>
                      <a:pt x="50" y="25"/>
                      <a:pt x="48" y="26"/>
                    </a:cubicBezTo>
                    <a:cubicBezTo>
                      <a:pt x="46" y="27"/>
                      <a:pt x="43" y="27"/>
                      <a:pt x="41" y="28"/>
                    </a:cubicBezTo>
                    <a:cubicBezTo>
                      <a:pt x="39" y="28"/>
                      <a:pt x="37" y="29"/>
                      <a:pt x="35" y="30"/>
                    </a:cubicBezTo>
                    <a:lnTo>
                      <a:pt x="35" y="31"/>
                    </a:lnTo>
                    <a:cubicBezTo>
                      <a:pt x="36" y="38"/>
                      <a:pt x="31" y="44"/>
                      <a:pt x="25" y="45"/>
                    </a:cubicBezTo>
                    <a:cubicBezTo>
                      <a:pt x="23" y="45"/>
                      <a:pt x="21" y="45"/>
                      <a:pt x="19" y="45"/>
                    </a:cubicBezTo>
                    <a:cubicBezTo>
                      <a:pt x="15" y="46"/>
                      <a:pt x="12" y="46"/>
                      <a:pt x="8" y="44"/>
                    </a:cubicBezTo>
                    <a:cubicBezTo>
                      <a:pt x="4" y="43"/>
                      <a:pt x="2" y="39"/>
                      <a:pt x="1" y="35"/>
                    </a:cubicBezTo>
                    <a:cubicBezTo>
                      <a:pt x="0" y="34"/>
                      <a:pt x="0" y="31"/>
                      <a:pt x="1" y="29"/>
                    </a:cubicBezTo>
                    <a:cubicBezTo>
                      <a:pt x="1" y="27"/>
                      <a:pt x="2" y="24"/>
                      <a:pt x="4" y="22"/>
                    </a:cubicBezTo>
                    <a:cubicBezTo>
                      <a:pt x="11" y="14"/>
                      <a:pt x="20" y="10"/>
                      <a:pt x="29" y="6"/>
                    </a:cubicBezTo>
                    <a:cubicBezTo>
                      <a:pt x="39" y="2"/>
                      <a:pt x="50" y="0"/>
                      <a:pt x="61" y="1"/>
                    </a:cubicBezTo>
                    <a:cubicBezTo>
                      <a:pt x="65" y="1"/>
                      <a:pt x="70" y="3"/>
                      <a:pt x="74" y="6"/>
                    </a:cubicBezTo>
                    <a:cubicBezTo>
                      <a:pt x="78" y="8"/>
                      <a:pt x="81" y="13"/>
                      <a:pt x="83" y="18"/>
                    </a:cubicBezTo>
                    <a:cubicBezTo>
                      <a:pt x="88" y="28"/>
                      <a:pt x="85" y="39"/>
                      <a:pt x="81" y="49"/>
                    </a:cubicBezTo>
                    <a:cubicBezTo>
                      <a:pt x="77" y="57"/>
                      <a:pt x="72" y="64"/>
                      <a:pt x="67" y="72"/>
                    </a:cubicBezTo>
                    <a:cubicBezTo>
                      <a:pt x="68" y="73"/>
                      <a:pt x="71" y="74"/>
                      <a:pt x="72" y="75"/>
                    </a:cubicBezTo>
                    <a:cubicBezTo>
                      <a:pt x="78" y="78"/>
                      <a:pt x="82" y="82"/>
                      <a:pt x="86" y="87"/>
                    </a:cubicBezTo>
                    <a:cubicBezTo>
                      <a:pt x="96" y="96"/>
                      <a:pt x="100" y="109"/>
                      <a:pt x="101" y="122"/>
                    </a:cubicBezTo>
                    <a:cubicBezTo>
                      <a:pt x="102" y="129"/>
                      <a:pt x="100" y="135"/>
                      <a:pt x="99" y="142"/>
                    </a:cubicBezTo>
                    <a:cubicBezTo>
                      <a:pt x="97" y="149"/>
                      <a:pt x="93" y="156"/>
                      <a:pt x="90" y="162"/>
                    </a:cubicBezTo>
                    <a:cubicBezTo>
                      <a:pt x="87" y="167"/>
                      <a:pt x="84" y="172"/>
                      <a:pt x="79" y="176"/>
                    </a:cubicBezTo>
                    <a:cubicBezTo>
                      <a:pt x="77" y="179"/>
                      <a:pt x="75" y="181"/>
                      <a:pt x="73" y="183"/>
                    </a:cubicBezTo>
                    <a:cubicBezTo>
                      <a:pt x="70" y="184"/>
                      <a:pt x="68" y="186"/>
                      <a:pt x="65" y="187"/>
                    </a:cubicBezTo>
                    <a:cubicBezTo>
                      <a:pt x="64" y="188"/>
                      <a:pt x="62" y="189"/>
                      <a:pt x="60" y="189"/>
                    </a:cubicBezTo>
                    <a:cubicBezTo>
                      <a:pt x="56" y="189"/>
                      <a:pt x="50" y="185"/>
                      <a:pt x="49" y="1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6" name="Google Shape;706;p7"/>
              <p:cNvSpPr/>
              <p:nvPr/>
            </p:nvSpPr>
            <p:spPr>
              <a:xfrm>
                <a:off x="832320" y="957600"/>
                <a:ext cx="38520" cy="89280"/>
              </a:xfrm>
              <a:custGeom>
                <a:avLst/>
                <a:gdLst/>
                <a:ahLst/>
                <a:cxnLst/>
                <a:rect l="l" t="t" r="r" b="b"/>
                <a:pathLst>
                  <a:path w="107" h="248" extrusionOk="0">
                    <a:moveTo>
                      <a:pt x="39" y="223"/>
                    </a:moveTo>
                    <a:cubicBezTo>
                      <a:pt x="40" y="223"/>
                      <a:pt x="41" y="223"/>
                      <a:pt x="42" y="223"/>
                    </a:cubicBezTo>
                    <a:lnTo>
                      <a:pt x="43" y="223"/>
                    </a:lnTo>
                    <a:lnTo>
                      <a:pt x="44" y="223"/>
                    </a:lnTo>
                    <a:lnTo>
                      <a:pt x="44" y="222"/>
                    </a:lnTo>
                    <a:cubicBezTo>
                      <a:pt x="44" y="223"/>
                      <a:pt x="44" y="223"/>
                      <a:pt x="43" y="223"/>
                    </a:cubicBezTo>
                    <a:cubicBezTo>
                      <a:pt x="44" y="223"/>
                      <a:pt x="45" y="222"/>
                      <a:pt x="46" y="221"/>
                    </a:cubicBezTo>
                    <a:cubicBezTo>
                      <a:pt x="46" y="222"/>
                      <a:pt x="45" y="222"/>
                      <a:pt x="45" y="222"/>
                    </a:cubicBezTo>
                    <a:lnTo>
                      <a:pt x="46" y="221"/>
                    </a:lnTo>
                    <a:lnTo>
                      <a:pt x="46" y="220"/>
                    </a:lnTo>
                    <a:lnTo>
                      <a:pt x="47" y="219"/>
                    </a:lnTo>
                    <a:cubicBezTo>
                      <a:pt x="48" y="217"/>
                      <a:pt x="49" y="216"/>
                      <a:pt x="49" y="215"/>
                    </a:cubicBezTo>
                    <a:cubicBezTo>
                      <a:pt x="50" y="212"/>
                      <a:pt x="51" y="209"/>
                      <a:pt x="52" y="206"/>
                    </a:cubicBezTo>
                    <a:cubicBezTo>
                      <a:pt x="53" y="196"/>
                      <a:pt x="55" y="185"/>
                      <a:pt x="57" y="175"/>
                    </a:cubicBezTo>
                    <a:cubicBezTo>
                      <a:pt x="58" y="170"/>
                      <a:pt x="58" y="166"/>
                      <a:pt x="59" y="161"/>
                    </a:cubicBezTo>
                    <a:cubicBezTo>
                      <a:pt x="53" y="166"/>
                      <a:pt x="48" y="171"/>
                      <a:pt x="42" y="177"/>
                    </a:cubicBezTo>
                    <a:cubicBezTo>
                      <a:pt x="39" y="180"/>
                      <a:pt x="37" y="183"/>
                      <a:pt x="34" y="187"/>
                    </a:cubicBezTo>
                    <a:cubicBezTo>
                      <a:pt x="32" y="189"/>
                      <a:pt x="31" y="191"/>
                      <a:pt x="30" y="194"/>
                    </a:cubicBezTo>
                    <a:cubicBezTo>
                      <a:pt x="29" y="196"/>
                      <a:pt x="28" y="198"/>
                      <a:pt x="27" y="199"/>
                    </a:cubicBezTo>
                    <a:cubicBezTo>
                      <a:pt x="27" y="201"/>
                      <a:pt x="27" y="202"/>
                      <a:pt x="26" y="204"/>
                    </a:cubicBezTo>
                    <a:cubicBezTo>
                      <a:pt x="26" y="205"/>
                      <a:pt x="26" y="206"/>
                      <a:pt x="25" y="207"/>
                    </a:cubicBezTo>
                    <a:cubicBezTo>
                      <a:pt x="25" y="208"/>
                      <a:pt x="25" y="208"/>
                      <a:pt x="25" y="209"/>
                    </a:cubicBezTo>
                    <a:cubicBezTo>
                      <a:pt x="25" y="209"/>
                      <a:pt x="26" y="210"/>
                      <a:pt x="26" y="211"/>
                    </a:cubicBezTo>
                    <a:cubicBezTo>
                      <a:pt x="26" y="211"/>
                      <a:pt x="26" y="212"/>
                      <a:pt x="27" y="213"/>
                    </a:cubicBezTo>
                    <a:cubicBezTo>
                      <a:pt x="27" y="213"/>
                      <a:pt x="27" y="214"/>
                      <a:pt x="27" y="215"/>
                    </a:cubicBezTo>
                    <a:lnTo>
                      <a:pt x="28" y="216"/>
                    </a:lnTo>
                    <a:cubicBezTo>
                      <a:pt x="29" y="217"/>
                      <a:pt x="30" y="219"/>
                      <a:pt x="31" y="220"/>
                    </a:cubicBezTo>
                    <a:lnTo>
                      <a:pt x="32" y="221"/>
                    </a:lnTo>
                    <a:lnTo>
                      <a:pt x="32" y="222"/>
                    </a:lnTo>
                    <a:cubicBezTo>
                      <a:pt x="32" y="222"/>
                      <a:pt x="33" y="222"/>
                      <a:pt x="34" y="222"/>
                    </a:cubicBezTo>
                    <a:cubicBezTo>
                      <a:pt x="34" y="223"/>
                      <a:pt x="35" y="223"/>
                      <a:pt x="35" y="223"/>
                    </a:cubicBezTo>
                    <a:lnTo>
                      <a:pt x="36" y="223"/>
                    </a:lnTo>
                    <a:cubicBezTo>
                      <a:pt x="37" y="223"/>
                      <a:pt x="37" y="223"/>
                      <a:pt x="38" y="223"/>
                    </a:cubicBezTo>
                    <a:cubicBezTo>
                      <a:pt x="39" y="223"/>
                      <a:pt x="39" y="223"/>
                      <a:pt x="41" y="223"/>
                    </a:cubicBezTo>
                    <a:cubicBezTo>
                      <a:pt x="40" y="223"/>
                      <a:pt x="39" y="223"/>
                      <a:pt x="39" y="223"/>
                    </a:cubicBezTo>
                    <a:moveTo>
                      <a:pt x="25" y="245"/>
                    </a:moveTo>
                    <a:cubicBezTo>
                      <a:pt x="17" y="242"/>
                      <a:pt x="12" y="236"/>
                      <a:pt x="8" y="229"/>
                    </a:cubicBezTo>
                    <a:cubicBezTo>
                      <a:pt x="4" y="222"/>
                      <a:pt x="2" y="215"/>
                      <a:pt x="2" y="207"/>
                    </a:cubicBezTo>
                    <a:cubicBezTo>
                      <a:pt x="2" y="199"/>
                      <a:pt x="5" y="191"/>
                      <a:pt x="9" y="184"/>
                    </a:cubicBezTo>
                    <a:cubicBezTo>
                      <a:pt x="16" y="169"/>
                      <a:pt x="28" y="157"/>
                      <a:pt x="41" y="146"/>
                    </a:cubicBezTo>
                    <a:cubicBezTo>
                      <a:pt x="47" y="140"/>
                      <a:pt x="54" y="134"/>
                      <a:pt x="61" y="128"/>
                    </a:cubicBezTo>
                    <a:cubicBezTo>
                      <a:pt x="62" y="127"/>
                      <a:pt x="62" y="127"/>
                      <a:pt x="62" y="125"/>
                    </a:cubicBezTo>
                    <a:cubicBezTo>
                      <a:pt x="59" y="128"/>
                      <a:pt x="56" y="131"/>
                      <a:pt x="52" y="132"/>
                    </a:cubicBezTo>
                    <a:cubicBezTo>
                      <a:pt x="48" y="135"/>
                      <a:pt x="42" y="137"/>
                      <a:pt x="36" y="137"/>
                    </a:cubicBezTo>
                    <a:cubicBezTo>
                      <a:pt x="30" y="138"/>
                      <a:pt x="24" y="136"/>
                      <a:pt x="18" y="132"/>
                    </a:cubicBezTo>
                    <a:cubicBezTo>
                      <a:pt x="7" y="127"/>
                      <a:pt x="5" y="114"/>
                      <a:pt x="2" y="103"/>
                    </a:cubicBezTo>
                    <a:cubicBezTo>
                      <a:pt x="0" y="89"/>
                      <a:pt x="0" y="74"/>
                      <a:pt x="3" y="60"/>
                    </a:cubicBezTo>
                    <a:cubicBezTo>
                      <a:pt x="5" y="47"/>
                      <a:pt x="12" y="35"/>
                      <a:pt x="19" y="24"/>
                    </a:cubicBezTo>
                    <a:cubicBezTo>
                      <a:pt x="23" y="19"/>
                      <a:pt x="27" y="14"/>
                      <a:pt x="32" y="10"/>
                    </a:cubicBezTo>
                    <a:cubicBezTo>
                      <a:pt x="37" y="6"/>
                      <a:pt x="44" y="4"/>
                      <a:pt x="50" y="2"/>
                    </a:cubicBezTo>
                    <a:cubicBezTo>
                      <a:pt x="56" y="0"/>
                      <a:pt x="63" y="5"/>
                      <a:pt x="65" y="11"/>
                    </a:cubicBezTo>
                    <a:cubicBezTo>
                      <a:pt x="67" y="18"/>
                      <a:pt x="63" y="24"/>
                      <a:pt x="56" y="26"/>
                    </a:cubicBezTo>
                    <a:cubicBezTo>
                      <a:pt x="55" y="26"/>
                      <a:pt x="54" y="27"/>
                      <a:pt x="53" y="28"/>
                    </a:cubicBezTo>
                    <a:cubicBezTo>
                      <a:pt x="51" y="28"/>
                      <a:pt x="50" y="28"/>
                      <a:pt x="49" y="29"/>
                    </a:cubicBezTo>
                    <a:lnTo>
                      <a:pt x="48" y="29"/>
                    </a:lnTo>
                    <a:cubicBezTo>
                      <a:pt x="47" y="30"/>
                      <a:pt x="46" y="30"/>
                      <a:pt x="46" y="31"/>
                    </a:cubicBezTo>
                    <a:cubicBezTo>
                      <a:pt x="45" y="32"/>
                      <a:pt x="44" y="33"/>
                      <a:pt x="43" y="34"/>
                    </a:cubicBezTo>
                    <a:cubicBezTo>
                      <a:pt x="41" y="36"/>
                      <a:pt x="40" y="37"/>
                      <a:pt x="39" y="39"/>
                    </a:cubicBezTo>
                    <a:cubicBezTo>
                      <a:pt x="35" y="43"/>
                      <a:pt x="32" y="49"/>
                      <a:pt x="30" y="53"/>
                    </a:cubicBezTo>
                    <a:cubicBezTo>
                      <a:pt x="29" y="56"/>
                      <a:pt x="28" y="57"/>
                      <a:pt x="27" y="60"/>
                    </a:cubicBezTo>
                    <a:cubicBezTo>
                      <a:pt x="27" y="61"/>
                      <a:pt x="26" y="64"/>
                      <a:pt x="25" y="66"/>
                    </a:cubicBezTo>
                    <a:cubicBezTo>
                      <a:pt x="25" y="69"/>
                      <a:pt x="24" y="72"/>
                      <a:pt x="24" y="76"/>
                    </a:cubicBezTo>
                    <a:cubicBezTo>
                      <a:pt x="24" y="79"/>
                      <a:pt x="24" y="83"/>
                      <a:pt x="24" y="88"/>
                    </a:cubicBezTo>
                    <a:cubicBezTo>
                      <a:pt x="24" y="87"/>
                      <a:pt x="24" y="86"/>
                      <a:pt x="24" y="86"/>
                    </a:cubicBezTo>
                    <a:cubicBezTo>
                      <a:pt x="24" y="90"/>
                      <a:pt x="25" y="95"/>
                      <a:pt x="25" y="99"/>
                    </a:cubicBezTo>
                    <a:cubicBezTo>
                      <a:pt x="26" y="101"/>
                      <a:pt x="27" y="104"/>
                      <a:pt x="27" y="106"/>
                    </a:cubicBezTo>
                    <a:cubicBezTo>
                      <a:pt x="28" y="107"/>
                      <a:pt x="28" y="109"/>
                      <a:pt x="28" y="109"/>
                    </a:cubicBezTo>
                    <a:cubicBezTo>
                      <a:pt x="29" y="110"/>
                      <a:pt x="29" y="110"/>
                      <a:pt x="30" y="111"/>
                    </a:cubicBezTo>
                    <a:cubicBezTo>
                      <a:pt x="30" y="112"/>
                      <a:pt x="31" y="112"/>
                      <a:pt x="31" y="112"/>
                    </a:cubicBezTo>
                    <a:lnTo>
                      <a:pt x="32" y="113"/>
                    </a:lnTo>
                    <a:cubicBezTo>
                      <a:pt x="34" y="113"/>
                      <a:pt x="34" y="113"/>
                      <a:pt x="35" y="113"/>
                    </a:cubicBezTo>
                    <a:lnTo>
                      <a:pt x="34" y="113"/>
                    </a:lnTo>
                    <a:cubicBezTo>
                      <a:pt x="35" y="113"/>
                      <a:pt x="35" y="113"/>
                      <a:pt x="36" y="113"/>
                    </a:cubicBezTo>
                    <a:lnTo>
                      <a:pt x="37" y="113"/>
                    </a:lnTo>
                    <a:lnTo>
                      <a:pt x="38" y="113"/>
                    </a:lnTo>
                    <a:cubicBezTo>
                      <a:pt x="39" y="112"/>
                      <a:pt x="39" y="112"/>
                      <a:pt x="40" y="112"/>
                    </a:cubicBezTo>
                    <a:cubicBezTo>
                      <a:pt x="41" y="111"/>
                      <a:pt x="41" y="111"/>
                      <a:pt x="41" y="111"/>
                    </a:cubicBezTo>
                    <a:cubicBezTo>
                      <a:pt x="42" y="110"/>
                      <a:pt x="43" y="110"/>
                      <a:pt x="44" y="109"/>
                    </a:cubicBezTo>
                    <a:cubicBezTo>
                      <a:pt x="47" y="106"/>
                      <a:pt x="51" y="103"/>
                      <a:pt x="53" y="100"/>
                    </a:cubicBezTo>
                    <a:cubicBezTo>
                      <a:pt x="56" y="96"/>
                      <a:pt x="59" y="93"/>
                      <a:pt x="62" y="89"/>
                    </a:cubicBezTo>
                    <a:cubicBezTo>
                      <a:pt x="65" y="85"/>
                      <a:pt x="68" y="79"/>
                      <a:pt x="71" y="75"/>
                    </a:cubicBezTo>
                    <a:cubicBezTo>
                      <a:pt x="72" y="73"/>
                      <a:pt x="73" y="71"/>
                      <a:pt x="73" y="70"/>
                    </a:cubicBezTo>
                    <a:cubicBezTo>
                      <a:pt x="74" y="69"/>
                      <a:pt x="74" y="69"/>
                      <a:pt x="74" y="68"/>
                    </a:cubicBezTo>
                    <a:cubicBezTo>
                      <a:pt x="77" y="61"/>
                      <a:pt x="79" y="53"/>
                      <a:pt x="83" y="47"/>
                    </a:cubicBezTo>
                    <a:cubicBezTo>
                      <a:pt x="86" y="43"/>
                      <a:pt x="90" y="40"/>
                      <a:pt x="94" y="41"/>
                    </a:cubicBezTo>
                    <a:cubicBezTo>
                      <a:pt x="98" y="41"/>
                      <a:pt x="104" y="44"/>
                      <a:pt x="105" y="49"/>
                    </a:cubicBezTo>
                    <a:cubicBezTo>
                      <a:pt x="106" y="51"/>
                      <a:pt x="106" y="54"/>
                      <a:pt x="105" y="57"/>
                    </a:cubicBezTo>
                    <a:cubicBezTo>
                      <a:pt x="105" y="59"/>
                      <a:pt x="104" y="61"/>
                      <a:pt x="103" y="63"/>
                    </a:cubicBezTo>
                    <a:cubicBezTo>
                      <a:pt x="102" y="66"/>
                      <a:pt x="101" y="68"/>
                      <a:pt x="99" y="71"/>
                    </a:cubicBezTo>
                    <a:cubicBezTo>
                      <a:pt x="98" y="72"/>
                      <a:pt x="98" y="74"/>
                      <a:pt x="97" y="76"/>
                    </a:cubicBezTo>
                    <a:cubicBezTo>
                      <a:pt x="96" y="78"/>
                      <a:pt x="95" y="81"/>
                      <a:pt x="94" y="83"/>
                    </a:cubicBezTo>
                    <a:cubicBezTo>
                      <a:pt x="94" y="82"/>
                      <a:pt x="94" y="82"/>
                      <a:pt x="94" y="82"/>
                    </a:cubicBezTo>
                    <a:cubicBezTo>
                      <a:pt x="92" y="89"/>
                      <a:pt x="90" y="96"/>
                      <a:pt x="88" y="103"/>
                    </a:cubicBezTo>
                    <a:cubicBezTo>
                      <a:pt x="85" y="120"/>
                      <a:pt x="84" y="138"/>
                      <a:pt x="82" y="155"/>
                    </a:cubicBezTo>
                    <a:cubicBezTo>
                      <a:pt x="81" y="167"/>
                      <a:pt x="80" y="180"/>
                      <a:pt x="77" y="191"/>
                    </a:cubicBezTo>
                    <a:cubicBezTo>
                      <a:pt x="76" y="199"/>
                      <a:pt x="76" y="206"/>
                      <a:pt x="74" y="213"/>
                    </a:cubicBezTo>
                    <a:cubicBezTo>
                      <a:pt x="72" y="221"/>
                      <a:pt x="70" y="229"/>
                      <a:pt x="65" y="235"/>
                    </a:cubicBezTo>
                    <a:cubicBezTo>
                      <a:pt x="60" y="241"/>
                      <a:pt x="53" y="246"/>
                      <a:pt x="46" y="247"/>
                    </a:cubicBezTo>
                    <a:cubicBezTo>
                      <a:pt x="44" y="247"/>
                      <a:pt x="42" y="247"/>
                      <a:pt x="39" y="247"/>
                    </a:cubicBezTo>
                    <a:cubicBezTo>
                      <a:pt x="35" y="247"/>
                      <a:pt x="30" y="247"/>
                      <a:pt x="25" y="2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7" name="Google Shape;707;p7"/>
              <p:cNvSpPr/>
              <p:nvPr/>
            </p:nvSpPr>
            <p:spPr>
              <a:xfrm>
                <a:off x="879120" y="924840"/>
                <a:ext cx="29880" cy="112680"/>
              </a:xfrm>
              <a:custGeom>
                <a:avLst/>
                <a:gdLst/>
                <a:ahLst/>
                <a:cxnLst/>
                <a:rect l="l" t="t" r="r" b="b"/>
                <a:pathLst>
                  <a:path w="83" h="313" extrusionOk="0">
                    <a:moveTo>
                      <a:pt x="5" y="309"/>
                    </a:moveTo>
                    <a:cubicBezTo>
                      <a:pt x="0" y="304"/>
                      <a:pt x="1" y="296"/>
                      <a:pt x="6" y="291"/>
                    </a:cubicBezTo>
                    <a:cubicBezTo>
                      <a:pt x="8" y="290"/>
                      <a:pt x="9" y="289"/>
                      <a:pt x="11" y="287"/>
                    </a:cubicBezTo>
                    <a:cubicBezTo>
                      <a:pt x="17" y="282"/>
                      <a:pt x="24" y="276"/>
                      <a:pt x="30" y="270"/>
                    </a:cubicBezTo>
                    <a:cubicBezTo>
                      <a:pt x="32" y="266"/>
                      <a:pt x="35" y="263"/>
                      <a:pt x="38" y="259"/>
                    </a:cubicBezTo>
                    <a:cubicBezTo>
                      <a:pt x="37" y="259"/>
                      <a:pt x="37" y="260"/>
                      <a:pt x="36" y="261"/>
                    </a:cubicBezTo>
                    <a:cubicBezTo>
                      <a:pt x="39" y="258"/>
                      <a:pt x="40" y="255"/>
                      <a:pt x="42" y="252"/>
                    </a:cubicBezTo>
                    <a:cubicBezTo>
                      <a:pt x="44" y="248"/>
                      <a:pt x="46" y="244"/>
                      <a:pt x="48" y="240"/>
                    </a:cubicBezTo>
                    <a:cubicBezTo>
                      <a:pt x="50" y="232"/>
                      <a:pt x="52" y="224"/>
                      <a:pt x="53" y="217"/>
                    </a:cubicBezTo>
                    <a:cubicBezTo>
                      <a:pt x="56" y="205"/>
                      <a:pt x="58" y="192"/>
                      <a:pt x="59" y="180"/>
                    </a:cubicBezTo>
                    <a:cubicBezTo>
                      <a:pt x="60" y="170"/>
                      <a:pt x="60" y="161"/>
                      <a:pt x="59" y="151"/>
                    </a:cubicBezTo>
                    <a:cubicBezTo>
                      <a:pt x="59" y="143"/>
                      <a:pt x="58" y="134"/>
                      <a:pt x="56" y="125"/>
                    </a:cubicBezTo>
                    <a:cubicBezTo>
                      <a:pt x="56" y="120"/>
                      <a:pt x="55" y="115"/>
                      <a:pt x="54" y="110"/>
                    </a:cubicBezTo>
                    <a:lnTo>
                      <a:pt x="54" y="111"/>
                    </a:lnTo>
                    <a:cubicBezTo>
                      <a:pt x="51" y="93"/>
                      <a:pt x="48" y="76"/>
                      <a:pt x="44" y="59"/>
                    </a:cubicBezTo>
                    <a:cubicBezTo>
                      <a:pt x="42" y="51"/>
                      <a:pt x="41" y="43"/>
                      <a:pt x="39" y="35"/>
                    </a:cubicBezTo>
                    <a:cubicBezTo>
                      <a:pt x="39" y="30"/>
                      <a:pt x="38" y="25"/>
                      <a:pt x="38" y="20"/>
                    </a:cubicBezTo>
                    <a:cubicBezTo>
                      <a:pt x="38" y="15"/>
                      <a:pt x="38" y="11"/>
                      <a:pt x="41" y="7"/>
                    </a:cubicBezTo>
                    <a:cubicBezTo>
                      <a:pt x="45" y="0"/>
                      <a:pt x="54" y="0"/>
                      <a:pt x="60" y="4"/>
                    </a:cubicBezTo>
                    <a:cubicBezTo>
                      <a:pt x="65" y="8"/>
                      <a:pt x="66" y="16"/>
                      <a:pt x="63" y="21"/>
                    </a:cubicBezTo>
                    <a:cubicBezTo>
                      <a:pt x="63" y="30"/>
                      <a:pt x="65" y="40"/>
                      <a:pt x="66" y="49"/>
                    </a:cubicBezTo>
                    <a:cubicBezTo>
                      <a:pt x="67" y="55"/>
                      <a:pt x="69" y="60"/>
                      <a:pt x="70" y="66"/>
                    </a:cubicBezTo>
                    <a:cubicBezTo>
                      <a:pt x="72" y="79"/>
                      <a:pt x="74" y="93"/>
                      <a:pt x="77" y="106"/>
                    </a:cubicBezTo>
                    <a:cubicBezTo>
                      <a:pt x="78" y="113"/>
                      <a:pt x="78" y="120"/>
                      <a:pt x="80" y="126"/>
                    </a:cubicBezTo>
                    <a:cubicBezTo>
                      <a:pt x="81" y="139"/>
                      <a:pt x="82" y="152"/>
                      <a:pt x="82" y="166"/>
                    </a:cubicBezTo>
                    <a:cubicBezTo>
                      <a:pt x="81" y="184"/>
                      <a:pt x="79" y="202"/>
                      <a:pt x="76" y="220"/>
                    </a:cubicBezTo>
                    <a:cubicBezTo>
                      <a:pt x="72" y="237"/>
                      <a:pt x="67" y="254"/>
                      <a:pt x="58" y="269"/>
                    </a:cubicBezTo>
                    <a:cubicBezTo>
                      <a:pt x="52" y="279"/>
                      <a:pt x="45" y="287"/>
                      <a:pt x="36" y="296"/>
                    </a:cubicBezTo>
                    <a:cubicBezTo>
                      <a:pt x="32" y="300"/>
                      <a:pt x="27" y="305"/>
                      <a:pt x="21" y="309"/>
                    </a:cubicBezTo>
                    <a:cubicBezTo>
                      <a:pt x="19" y="311"/>
                      <a:pt x="16" y="312"/>
                      <a:pt x="13" y="312"/>
                    </a:cubicBezTo>
                    <a:cubicBezTo>
                      <a:pt x="10" y="312"/>
                      <a:pt x="7" y="311"/>
                      <a:pt x="5" y="30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8" name="Google Shape;708;p7"/>
              <p:cNvSpPr/>
              <p:nvPr/>
            </p:nvSpPr>
            <p:spPr>
              <a:xfrm>
                <a:off x="992520" y="1085400"/>
                <a:ext cx="73440" cy="15840"/>
              </a:xfrm>
              <a:custGeom>
                <a:avLst/>
                <a:gdLst/>
                <a:ahLst/>
                <a:cxnLst/>
                <a:rect l="l" t="t" r="r" b="b"/>
                <a:pathLst>
                  <a:path w="204" h="44" extrusionOk="0">
                    <a:moveTo>
                      <a:pt x="1" y="32"/>
                    </a:moveTo>
                    <a:cubicBezTo>
                      <a:pt x="0" y="25"/>
                      <a:pt x="5" y="19"/>
                      <a:pt x="12" y="18"/>
                    </a:cubicBezTo>
                    <a:cubicBezTo>
                      <a:pt x="38" y="14"/>
                      <a:pt x="66" y="10"/>
                      <a:pt x="93" y="6"/>
                    </a:cubicBezTo>
                    <a:cubicBezTo>
                      <a:pt x="118" y="3"/>
                      <a:pt x="143" y="2"/>
                      <a:pt x="169" y="0"/>
                    </a:cubicBezTo>
                    <a:cubicBezTo>
                      <a:pt x="176" y="0"/>
                      <a:pt x="184" y="0"/>
                      <a:pt x="191" y="0"/>
                    </a:cubicBezTo>
                    <a:cubicBezTo>
                      <a:pt x="197" y="0"/>
                      <a:pt x="203" y="6"/>
                      <a:pt x="202" y="12"/>
                    </a:cubicBezTo>
                    <a:cubicBezTo>
                      <a:pt x="202" y="18"/>
                      <a:pt x="197" y="24"/>
                      <a:pt x="191" y="24"/>
                    </a:cubicBezTo>
                    <a:cubicBezTo>
                      <a:pt x="172" y="23"/>
                      <a:pt x="155" y="24"/>
                      <a:pt x="137" y="25"/>
                    </a:cubicBezTo>
                    <a:cubicBezTo>
                      <a:pt x="125" y="26"/>
                      <a:pt x="113" y="27"/>
                      <a:pt x="101" y="28"/>
                    </a:cubicBezTo>
                    <a:cubicBezTo>
                      <a:pt x="89" y="30"/>
                      <a:pt x="76" y="32"/>
                      <a:pt x="64" y="34"/>
                    </a:cubicBezTo>
                    <a:cubicBezTo>
                      <a:pt x="48" y="37"/>
                      <a:pt x="31" y="40"/>
                      <a:pt x="15" y="43"/>
                    </a:cubicBezTo>
                    <a:cubicBezTo>
                      <a:pt x="14" y="43"/>
                      <a:pt x="13" y="43"/>
                      <a:pt x="13" y="43"/>
                    </a:cubicBezTo>
                    <a:cubicBezTo>
                      <a:pt x="7" y="43"/>
                      <a:pt x="2" y="38"/>
                      <a:pt x="1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9" name="Google Shape;709;p7"/>
              <p:cNvSpPr/>
              <p:nvPr/>
            </p:nvSpPr>
            <p:spPr>
              <a:xfrm>
                <a:off x="1021320" y="1105920"/>
                <a:ext cx="39240" cy="1548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43" extrusionOk="0">
                    <a:moveTo>
                      <a:pt x="9" y="39"/>
                    </a:moveTo>
                    <a:cubicBezTo>
                      <a:pt x="3" y="36"/>
                      <a:pt x="0" y="28"/>
                      <a:pt x="3" y="22"/>
                    </a:cubicBezTo>
                    <a:cubicBezTo>
                      <a:pt x="6" y="16"/>
                      <a:pt x="13" y="13"/>
                      <a:pt x="20" y="16"/>
                    </a:cubicBezTo>
                    <a:lnTo>
                      <a:pt x="21" y="16"/>
                    </a:lnTo>
                    <a:lnTo>
                      <a:pt x="22" y="16"/>
                    </a:lnTo>
                    <a:cubicBezTo>
                      <a:pt x="23" y="17"/>
                      <a:pt x="24" y="17"/>
                      <a:pt x="25" y="17"/>
                    </a:cubicBezTo>
                    <a:cubicBezTo>
                      <a:pt x="24" y="17"/>
                      <a:pt x="24" y="17"/>
                      <a:pt x="23" y="17"/>
                    </a:cubicBezTo>
                    <a:cubicBezTo>
                      <a:pt x="25" y="17"/>
                      <a:pt x="27" y="17"/>
                      <a:pt x="28" y="17"/>
                    </a:cubicBezTo>
                    <a:cubicBezTo>
                      <a:pt x="32" y="16"/>
                      <a:pt x="36" y="16"/>
                      <a:pt x="39" y="15"/>
                    </a:cubicBezTo>
                    <a:cubicBezTo>
                      <a:pt x="58" y="12"/>
                      <a:pt x="75" y="6"/>
                      <a:pt x="93" y="2"/>
                    </a:cubicBezTo>
                    <a:cubicBezTo>
                      <a:pt x="98" y="0"/>
                      <a:pt x="104" y="3"/>
                      <a:pt x="106" y="8"/>
                    </a:cubicBezTo>
                    <a:cubicBezTo>
                      <a:pt x="108" y="14"/>
                      <a:pt x="106" y="21"/>
                      <a:pt x="100" y="23"/>
                    </a:cubicBezTo>
                    <a:cubicBezTo>
                      <a:pt x="88" y="27"/>
                      <a:pt x="75" y="31"/>
                      <a:pt x="63" y="34"/>
                    </a:cubicBezTo>
                    <a:cubicBezTo>
                      <a:pt x="58" y="36"/>
                      <a:pt x="52" y="37"/>
                      <a:pt x="47" y="38"/>
                    </a:cubicBezTo>
                    <a:cubicBezTo>
                      <a:pt x="41" y="40"/>
                      <a:pt x="35" y="41"/>
                      <a:pt x="28" y="42"/>
                    </a:cubicBezTo>
                    <a:cubicBezTo>
                      <a:pt x="27" y="42"/>
                      <a:pt x="26" y="42"/>
                      <a:pt x="25" y="42"/>
                    </a:cubicBezTo>
                    <a:cubicBezTo>
                      <a:pt x="20" y="42"/>
                      <a:pt x="14" y="41"/>
                      <a:pt x="9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10" name="Google Shape;710;p7"/>
            <p:cNvGrpSpPr/>
            <p:nvPr/>
          </p:nvGrpSpPr>
          <p:grpSpPr>
            <a:xfrm>
              <a:off x="8430777" y="-124975"/>
              <a:ext cx="2779566" cy="570008"/>
              <a:chOff x="3240" y="1231560"/>
              <a:chExt cx="1292040" cy="264960"/>
            </a:xfrm>
          </p:grpSpPr>
          <p:sp>
            <p:nvSpPr>
              <p:cNvPr id="711" name="Google Shape;711;p7"/>
              <p:cNvSpPr/>
              <p:nvPr/>
            </p:nvSpPr>
            <p:spPr>
              <a:xfrm>
                <a:off x="3600" y="1383840"/>
                <a:ext cx="35280" cy="12240"/>
              </a:xfrm>
              <a:custGeom>
                <a:avLst/>
                <a:gdLst/>
                <a:ahLst/>
                <a:cxnLst/>
                <a:rect l="l" t="t" r="r" b="b"/>
                <a:pathLst>
                  <a:path w="98" h="34" extrusionOk="0">
                    <a:moveTo>
                      <a:pt x="37" y="32"/>
                    </a:moveTo>
                    <a:cubicBezTo>
                      <a:pt x="32" y="31"/>
                      <a:pt x="28" y="31"/>
                      <a:pt x="24" y="31"/>
                    </a:cubicBezTo>
                    <a:cubicBezTo>
                      <a:pt x="19" y="30"/>
                      <a:pt x="14" y="29"/>
                      <a:pt x="9" y="27"/>
                    </a:cubicBezTo>
                    <a:cubicBezTo>
                      <a:pt x="3" y="24"/>
                      <a:pt x="0" y="17"/>
                      <a:pt x="3" y="10"/>
                    </a:cubicBezTo>
                    <a:cubicBezTo>
                      <a:pt x="6" y="3"/>
                      <a:pt x="14" y="0"/>
                      <a:pt x="20" y="4"/>
                    </a:cubicBezTo>
                    <a:cubicBezTo>
                      <a:pt x="21" y="5"/>
                      <a:pt x="21" y="5"/>
                      <a:pt x="22" y="5"/>
                    </a:cubicBezTo>
                    <a:cubicBezTo>
                      <a:pt x="23" y="5"/>
                      <a:pt x="25" y="6"/>
                      <a:pt x="27" y="6"/>
                    </a:cubicBezTo>
                    <a:cubicBezTo>
                      <a:pt x="31" y="7"/>
                      <a:pt x="37" y="7"/>
                      <a:pt x="42" y="8"/>
                    </a:cubicBezTo>
                    <a:cubicBezTo>
                      <a:pt x="51" y="8"/>
                      <a:pt x="59" y="8"/>
                      <a:pt x="68" y="8"/>
                    </a:cubicBezTo>
                    <a:cubicBezTo>
                      <a:pt x="74" y="8"/>
                      <a:pt x="80" y="8"/>
                      <a:pt x="86" y="8"/>
                    </a:cubicBezTo>
                    <a:cubicBezTo>
                      <a:pt x="92" y="8"/>
                      <a:pt x="97" y="14"/>
                      <a:pt x="97" y="20"/>
                    </a:cubicBezTo>
                    <a:cubicBezTo>
                      <a:pt x="97" y="27"/>
                      <a:pt x="91" y="32"/>
                      <a:pt x="85" y="32"/>
                    </a:cubicBezTo>
                    <a:cubicBezTo>
                      <a:pt x="74" y="32"/>
                      <a:pt x="62" y="32"/>
                      <a:pt x="51" y="33"/>
                    </a:cubicBezTo>
                    <a:cubicBezTo>
                      <a:pt x="50" y="33"/>
                      <a:pt x="49" y="33"/>
                      <a:pt x="48" y="33"/>
                    </a:cubicBezTo>
                    <a:cubicBezTo>
                      <a:pt x="45" y="33"/>
                      <a:pt x="41" y="32"/>
                      <a:pt x="37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2" name="Google Shape;712;p7"/>
              <p:cNvSpPr/>
              <p:nvPr/>
            </p:nvSpPr>
            <p:spPr>
              <a:xfrm>
                <a:off x="3240" y="1405080"/>
                <a:ext cx="59400" cy="19440"/>
              </a:xfrm>
              <a:custGeom>
                <a:avLst/>
                <a:gdLst/>
                <a:ahLst/>
                <a:cxnLst/>
                <a:rect l="l" t="t" r="r" b="b"/>
                <a:pathLst>
                  <a:path w="165" h="54" extrusionOk="0">
                    <a:moveTo>
                      <a:pt x="7" y="52"/>
                    </a:moveTo>
                    <a:cubicBezTo>
                      <a:pt x="2" y="48"/>
                      <a:pt x="0" y="40"/>
                      <a:pt x="2" y="34"/>
                    </a:cubicBezTo>
                    <a:cubicBezTo>
                      <a:pt x="5" y="28"/>
                      <a:pt x="13" y="25"/>
                      <a:pt x="19" y="28"/>
                    </a:cubicBezTo>
                    <a:cubicBezTo>
                      <a:pt x="26" y="27"/>
                      <a:pt x="34" y="25"/>
                      <a:pt x="41" y="23"/>
                    </a:cubicBezTo>
                    <a:cubicBezTo>
                      <a:pt x="49" y="21"/>
                      <a:pt x="56" y="20"/>
                      <a:pt x="63" y="18"/>
                    </a:cubicBezTo>
                    <a:cubicBezTo>
                      <a:pt x="77" y="15"/>
                      <a:pt x="91" y="13"/>
                      <a:pt x="105" y="10"/>
                    </a:cubicBezTo>
                    <a:lnTo>
                      <a:pt x="104" y="10"/>
                    </a:lnTo>
                    <a:cubicBezTo>
                      <a:pt x="107" y="10"/>
                      <a:pt x="110" y="9"/>
                      <a:pt x="113" y="8"/>
                    </a:cubicBezTo>
                    <a:cubicBezTo>
                      <a:pt x="116" y="8"/>
                      <a:pt x="119" y="7"/>
                      <a:pt x="122" y="7"/>
                    </a:cubicBezTo>
                    <a:cubicBezTo>
                      <a:pt x="123" y="7"/>
                      <a:pt x="123" y="7"/>
                      <a:pt x="124" y="7"/>
                    </a:cubicBezTo>
                    <a:cubicBezTo>
                      <a:pt x="123" y="7"/>
                      <a:pt x="123" y="7"/>
                      <a:pt x="123" y="7"/>
                    </a:cubicBezTo>
                    <a:cubicBezTo>
                      <a:pt x="133" y="5"/>
                      <a:pt x="142" y="3"/>
                      <a:pt x="152" y="2"/>
                    </a:cubicBezTo>
                    <a:cubicBezTo>
                      <a:pt x="156" y="0"/>
                      <a:pt x="162" y="4"/>
                      <a:pt x="163" y="9"/>
                    </a:cubicBezTo>
                    <a:cubicBezTo>
                      <a:pt x="164" y="14"/>
                      <a:pt x="161" y="20"/>
                      <a:pt x="155" y="21"/>
                    </a:cubicBezTo>
                    <a:cubicBezTo>
                      <a:pt x="131" y="27"/>
                      <a:pt x="106" y="32"/>
                      <a:pt x="82" y="38"/>
                    </a:cubicBezTo>
                    <a:cubicBezTo>
                      <a:pt x="70" y="40"/>
                      <a:pt x="57" y="43"/>
                      <a:pt x="45" y="46"/>
                    </a:cubicBezTo>
                    <a:cubicBezTo>
                      <a:pt x="39" y="48"/>
                      <a:pt x="33" y="50"/>
                      <a:pt x="27" y="52"/>
                    </a:cubicBezTo>
                    <a:cubicBezTo>
                      <a:pt x="24" y="53"/>
                      <a:pt x="19" y="53"/>
                      <a:pt x="16" y="53"/>
                    </a:cubicBezTo>
                    <a:cubicBezTo>
                      <a:pt x="13" y="53"/>
                      <a:pt x="10" y="53"/>
                      <a:pt x="7" y="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3" name="Google Shape;713;p7"/>
              <p:cNvSpPr/>
              <p:nvPr/>
            </p:nvSpPr>
            <p:spPr>
              <a:xfrm>
                <a:off x="129240" y="1321560"/>
                <a:ext cx="47160" cy="110880"/>
              </a:xfrm>
              <a:custGeom>
                <a:avLst/>
                <a:gdLst/>
                <a:ahLst/>
                <a:cxnLst/>
                <a:rect l="l" t="t" r="r" b="b"/>
                <a:pathLst>
                  <a:path w="131" h="308" extrusionOk="0">
                    <a:moveTo>
                      <a:pt x="51" y="307"/>
                    </a:moveTo>
                    <a:cubicBezTo>
                      <a:pt x="43" y="307"/>
                      <a:pt x="35" y="303"/>
                      <a:pt x="28" y="299"/>
                    </a:cubicBezTo>
                    <a:cubicBezTo>
                      <a:pt x="21" y="295"/>
                      <a:pt x="16" y="289"/>
                      <a:pt x="11" y="284"/>
                    </a:cubicBezTo>
                    <a:cubicBezTo>
                      <a:pt x="9" y="280"/>
                      <a:pt x="7" y="277"/>
                      <a:pt x="5" y="274"/>
                    </a:cubicBezTo>
                    <a:cubicBezTo>
                      <a:pt x="3" y="270"/>
                      <a:pt x="2" y="266"/>
                      <a:pt x="1" y="263"/>
                    </a:cubicBezTo>
                    <a:cubicBezTo>
                      <a:pt x="0" y="260"/>
                      <a:pt x="1" y="258"/>
                      <a:pt x="1" y="256"/>
                    </a:cubicBezTo>
                    <a:cubicBezTo>
                      <a:pt x="2" y="249"/>
                      <a:pt x="6" y="243"/>
                      <a:pt x="13" y="243"/>
                    </a:cubicBezTo>
                    <a:cubicBezTo>
                      <a:pt x="20" y="243"/>
                      <a:pt x="26" y="249"/>
                      <a:pt x="26" y="256"/>
                    </a:cubicBezTo>
                    <a:cubicBezTo>
                      <a:pt x="26" y="257"/>
                      <a:pt x="26" y="258"/>
                      <a:pt x="26" y="259"/>
                    </a:cubicBezTo>
                    <a:cubicBezTo>
                      <a:pt x="26" y="260"/>
                      <a:pt x="26" y="261"/>
                      <a:pt x="27" y="262"/>
                    </a:cubicBezTo>
                    <a:cubicBezTo>
                      <a:pt x="27" y="264"/>
                      <a:pt x="28" y="265"/>
                      <a:pt x="29" y="267"/>
                    </a:cubicBezTo>
                    <a:cubicBezTo>
                      <a:pt x="30" y="268"/>
                      <a:pt x="31" y="270"/>
                      <a:pt x="33" y="271"/>
                    </a:cubicBezTo>
                    <a:cubicBezTo>
                      <a:pt x="34" y="272"/>
                      <a:pt x="35" y="274"/>
                      <a:pt x="36" y="275"/>
                    </a:cubicBezTo>
                    <a:cubicBezTo>
                      <a:pt x="38" y="276"/>
                      <a:pt x="39" y="277"/>
                      <a:pt x="40" y="278"/>
                    </a:cubicBezTo>
                    <a:cubicBezTo>
                      <a:pt x="42" y="279"/>
                      <a:pt x="43" y="280"/>
                      <a:pt x="45" y="281"/>
                    </a:cubicBezTo>
                    <a:cubicBezTo>
                      <a:pt x="46" y="281"/>
                      <a:pt x="46" y="282"/>
                      <a:pt x="48" y="282"/>
                    </a:cubicBezTo>
                    <a:cubicBezTo>
                      <a:pt x="49" y="282"/>
                      <a:pt x="49" y="283"/>
                      <a:pt x="50" y="283"/>
                    </a:cubicBezTo>
                    <a:lnTo>
                      <a:pt x="49" y="282"/>
                    </a:lnTo>
                    <a:cubicBezTo>
                      <a:pt x="50" y="283"/>
                      <a:pt x="51" y="283"/>
                      <a:pt x="52" y="283"/>
                    </a:cubicBezTo>
                    <a:lnTo>
                      <a:pt x="53" y="283"/>
                    </a:lnTo>
                    <a:lnTo>
                      <a:pt x="54" y="283"/>
                    </a:lnTo>
                    <a:lnTo>
                      <a:pt x="55" y="283"/>
                    </a:lnTo>
                    <a:cubicBezTo>
                      <a:pt x="55" y="282"/>
                      <a:pt x="56" y="281"/>
                      <a:pt x="58" y="281"/>
                    </a:cubicBezTo>
                    <a:cubicBezTo>
                      <a:pt x="58" y="280"/>
                      <a:pt x="58" y="279"/>
                      <a:pt x="59" y="279"/>
                    </a:cubicBezTo>
                    <a:cubicBezTo>
                      <a:pt x="59" y="279"/>
                      <a:pt x="60" y="278"/>
                      <a:pt x="60" y="277"/>
                    </a:cubicBezTo>
                    <a:cubicBezTo>
                      <a:pt x="60" y="277"/>
                      <a:pt x="61" y="277"/>
                      <a:pt x="61" y="276"/>
                    </a:cubicBezTo>
                    <a:lnTo>
                      <a:pt x="62" y="275"/>
                    </a:lnTo>
                    <a:cubicBezTo>
                      <a:pt x="62" y="274"/>
                      <a:pt x="62" y="272"/>
                      <a:pt x="63" y="271"/>
                    </a:cubicBezTo>
                    <a:cubicBezTo>
                      <a:pt x="63" y="269"/>
                      <a:pt x="63" y="267"/>
                      <a:pt x="63" y="264"/>
                    </a:cubicBezTo>
                    <a:cubicBezTo>
                      <a:pt x="63" y="265"/>
                      <a:pt x="63" y="265"/>
                      <a:pt x="63" y="265"/>
                    </a:cubicBezTo>
                    <a:cubicBezTo>
                      <a:pt x="63" y="261"/>
                      <a:pt x="63" y="256"/>
                      <a:pt x="63" y="252"/>
                    </a:cubicBezTo>
                    <a:cubicBezTo>
                      <a:pt x="63" y="246"/>
                      <a:pt x="62" y="240"/>
                      <a:pt x="61" y="235"/>
                    </a:cubicBezTo>
                    <a:cubicBezTo>
                      <a:pt x="60" y="228"/>
                      <a:pt x="58" y="221"/>
                      <a:pt x="56" y="214"/>
                    </a:cubicBezTo>
                    <a:cubicBezTo>
                      <a:pt x="46" y="186"/>
                      <a:pt x="32" y="160"/>
                      <a:pt x="23" y="132"/>
                    </a:cubicBezTo>
                    <a:cubicBezTo>
                      <a:pt x="17" y="115"/>
                      <a:pt x="15" y="98"/>
                      <a:pt x="17" y="81"/>
                    </a:cubicBezTo>
                    <a:cubicBezTo>
                      <a:pt x="18" y="64"/>
                      <a:pt x="25" y="48"/>
                      <a:pt x="35" y="35"/>
                    </a:cubicBezTo>
                    <a:cubicBezTo>
                      <a:pt x="40" y="29"/>
                      <a:pt x="46" y="24"/>
                      <a:pt x="52" y="19"/>
                    </a:cubicBezTo>
                    <a:cubicBezTo>
                      <a:pt x="59" y="14"/>
                      <a:pt x="67" y="9"/>
                      <a:pt x="74" y="6"/>
                    </a:cubicBezTo>
                    <a:cubicBezTo>
                      <a:pt x="90" y="0"/>
                      <a:pt x="107" y="1"/>
                      <a:pt x="119" y="12"/>
                    </a:cubicBezTo>
                    <a:cubicBezTo>
                      <a:pt x="123" y="16"/>
                      <a:pt x="127" y="20"/>
                      <a:pt x="128" y="25"/>
                    </a:cubicBezTo>
                    <a:cubicBezTo>
                      <a:pt x="130" y="31"/>
                      <a:pt x="130" y="37"/>
                      <a:pt x="128" y="44"/>
                    </a:cubicBezTo>
                    <a:cubicBezTo>
                      <a:pt x="126" y="50"/>
                      <a:pt x="124" y="56"/>
                      <a:pt x="122" y="63"/>
                    </a:cubicBezTo>
                    <a:cubicBezTo>
                      <a:pt x="120" y="67"/>
                      <a:pt x="119" y="72"/>
                      <a:pt x="117" y="76"/>
                    </a:cubicBezTo>
                    <a:cubicBezTo>
                      <a:pt x="116" y="79"/>
                      <a:pt x="116" y="81"/>
                      <a:pt x="115" y="84"/>
                    </a:cubicBezTo>
                    <a:cubicBezTo>
                      <a:pt x="114" y="86"/>
                      <a:pt x="114" y="88"/>
                      <a:pt x="113" y="90"/>
                    </a:cubicBezTo>
                    <a:cubicBezTo>
                      <a:pt x="112" y="96"/>
                      <a:pt x="105" y="100"/>
                      <a:pt x="100" y="99"/>
                    </a:cubicBezTo>
                    <a:cubicBezTo>
                      <a:pt x="92" y="98"/>
                      <a:pt x="87" y="91"/>
                      <a:pt x="89" y="83"/>
                    </a:cubicBezTo>
                    <a:cubicBezTo>
                      <a:pt x="90" y="80"/>
                      <a:pt x="91" y="77"/>
                      <a:pt x="93" y="74"/>
                    </a:cubicBezTo>
                    <a:cubicBezTo>
                      <a:pt x="94" y="70"/>
                      <a:pt x="95" y="66"/>
                      <a:pt x="96" y="63"/>
                    </a:cubicBezTo>
                    <a:cubicBezTo>
                      <a:pt x="99" y="55"/>
                      <a:pt x="102" y="46"/>
                      <a:pt x="105" y="37"/>
                    </a:cubicBezTo>
                    <a:cubicBezTo>
                      <a:pt x="105" y="37"/>
                      <a:pt x="105" y="36"/>
                      <a:pt x="105" y="35"/>
                    </a:cubicBezTo>
                    <a:lnTo>
                      <a:pt x="105" y="34"/>
                    </a:lnTo>
                    <a:lnTo>
                      <a:pt x="105" y="35"/>
                    </a:lnTo>
                    <a:lnTo>
                      <a:pt x="105" y="34"/>
                    </a:lnTo>
                    <a:lnTo>
                      <a:pt x="105" y="33"/>
                    </a:lnTo>
                    <a:cubicBezTo>
                      <a:pt x="105" y="32"/>
                      <a:pt x="105" y="32"/>
                      <a:pt x="105" y="32"/>
                    </a:cubicBezTo>
                    <a:cubicBezTo>
                      <a:pt x="104" y="31"/>
                      <a:pt x="104" y="31"/>
                      <a:pt x="104" y="31"/>
                    </a:cubicBezTo>
                    <a:cubicBezTo>
                      <a:pt x="104" y="30"/>
                      <a:pt x="103" y="30"/>
                      <a:pt x="103" y="30"/>
                    </a:cubicBezTo>
                    <a:lnTo>
                      <a:pt x="104" y="30"/>
                    </a:lnTo>
                    <a:cubicBezTo>
                      <a:pt x="103" y="30"/>
                      <a:pt x="102" y="30"/>
                      <a:pt x="102" y="29"/>
                    </a:cubicBezTo>
                    <a:lnTo>
                      <a:pt x="101" y="28"/>
                    </a:lnTo>
                    <a:lnTo>
                      <a:pt x="100" y="28"/>
                    </a:lnTo>
                    <a:cubicBezTo>
                      <a:pt x="99" y="27"/>
                      <a:pt x="98" y="27"/>
                      <a:pt x="97" y="27"/>
                    </a:cubicBezTo>
                    <a:cubicBezTo>
                      <a:pt x="97" y="27"/>
                      <a:pt x="96" y="27"/>
                      <a:pt x="95" y="27"/>
                    </a:cubicBezTo>
                    <a:cubicBezTo>
                      <a:pt x="94" y="27"/>
                      <a:pt x="93" y="27"/>
                      <a:pt x="93" y="27"/>
                    </a:cubicBezTo>
                    <a:cubicBezTo>
                      <a:pt x="91" y="27"/>
                      <a:pt x="91" y="27"/>
                      <a:pt x="90" y="27"/>
                    </a:cubicBezTo>
                    <a:cubicBezTo>
                      <a:pt x="88" y="27"/>
                      <a:pt x="87" y="28"/>
                      <a:pt x="85" y="28"/>
                    </a:cubicBezTo>
                    <a:cubicBezTo>
                      <a:pt x="83" y="29"/>
                      <a:pt x="81" y="30"/>
                      <a:pt x="79" y="30"/>
                    </a:cubicBezTo>
                    <a:cubicBezTo>
                      <a:pt x="77" y="32"/>
                      <a:pt x="74" y="33"/>
                      <a:pt x="72" y="34"/>
                    </a:cubicBezTo>
                    <a:cubicBezTo>
                      <a:pt x="73" y="34"/>
                      <a:pt x="73" y="34"/>
                      <a:pt x="73" y="34"/>
                    </a:cubicBezTo>
                    <a:cubicBezTo>
                      <a:pt x="70" y="36"/>
                      <a:pt x="67" y="38"/>
                      <a:pt x="63" y="41"/>
                    </a:cubicBezTo>
                    <a:cubicBezTo>
                      <a:pt x="60" y="44"/>
                      <a:pt x="58" y="46"/>
                      <a:pt x="55" y="49"/>
                    </a:cubicBezTo>
                    <a:cubicBezTo>
                      <a:pt x="53" y="51"/>
                      <a:pt x="52" y="52"/>
                      <a:pt x="51" y="54"/>
                    </a:cubicBezTo>
                    <a:cubicBezTo>
                      <a:pt x="49" y="56"/>
                      <a:pt x="48" y="58"/>
                      <a:pt x="47" y="60"/>
                    </a:cubicBezTo>
                    <a:cubicBezTo>
                      <a:pt x="46" y="62"/>
                      <a:pt x="45" y="65"/>
                      <a:pt x="44" y="68"/>
                    </a:cubicBezTo>
                    <a:cubicBezTo>
                      <a:pt x="42" y="71"/>
                      <a:pt x="42" y="74"/>
                      <a:pt x="41" y="76"/>
                    </a:cubicBezTo>
                    <a:cubicBezTo>
                      <a:pt x="41" y="80"/>
                      <a:pt x="40" y="83"/>
                      <a:pt x="39" y="86"/>
                    </a:cubicBezTo>
                    <a:cubicBezTo>
                      <a:pt x="39" y="90"/>
                      <a:pt x="39" y="93"/>
                      <a:pt x="39" y="96"/>
                    </a:cubicBezTo>
                    <a:cubicBezTo>
                      <a:pt x="40" y="101"/>
                      <a:pt x="41" y="105"/>
                      <a:pt x="41" y="110"/>
                    </a:cubicBezTo>
                    <a:cubicBezTo>
                      <a:pt x="42" y="116"/>
                      <a:pt x="44" y="122"/>
                      <a:pt x="46" y="128"/>
                    </a:cubicBezTo>
                    <a:cubicBezTo>
                      <a:pt x="51" y="141"/>
                      <a:pt x="56" y="155"/>
                      <a:pt x="62" y="168"/>
                    </a:cubicBezTo>
                    <a:cubicBezTo>
                      <a:pt x="68" y="182"/>
                      <a:pt x="74" y="196"/>
                      <a:pt x="79" y="210"/>
                    </a:cubicBezTo>
                    <a:cubicBezTo>
                      <a:pt x="84" y="227"/>
                      <a:pt x="87" y="244"/>
                      <a:pt x="87" y="261"/>
                    </a:cubicBezTo>
                    <a:cubicBezTo>
                      <a:pt x="87" y="269"/>
                      <a:pt x="86" y="277"/>
                      <a:pt x="84" y="284"/>
                    </a:cubicBezTo>
                    <a:cubicBezTo>
                      <a:pt x="81" y="291"/>
                      <a:pt x="76" y="296"/>
                      <a:pt x="70" y="301"/>
                    </a:cubicBezTo>
                    <a:cubicBezTo>
                      <a:pt x="65" y="306"/>
                      <a:pt x="59" y="307"/>
                      <a:pt x="52" y="307"/>
                    </a:cubicBezTo>
                    <a:lnTo>
                      <a:pt x="51" y="30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4" name="Google Shape;714;p7"/>
              <p:cNvSpPr/>
              <p:nvPr/>
            </p:nvSpPr>
            <p:spPr>
              <a:xfrm>
                <a:off x="132840" y="1456200"/>
                <a:ext cx="32400" cy="40320"/>
              </a:xfrm>
              <a:custGeom>
                <a:avLst/>
                <a:gdLst/>
                <a:ahLst/>
                <a:cxnLst/>
                <a:rect l="l" t="t" r="r" b="b"/>
                <a:pathLst>
                  <a:path w="90" h="112" extrusionOk="0">
                    <a:moveTo>
                      <a:pt x="23" y="107"/>
                    </a:moveTo>
                    <a:cubicBezTo>
                      <a:pt x="12" y="101"/>
                      <a:pt x="7" y="90"/>
                      <a:pt x="3" y="79"/>
                    </a:cubicBezTo>
                    <a:cubicBezTo>
                      <a:pt x="2" y="72"/>
                      <a:pt x="0" y="66"/>
                      <a:pt x="0" y="59"/>
                    </a:cubicBezTo>
                    <a:cubicBezTo>
                      <a:pt x="0" y="53"/>
                      <a:pt x="2" y="47"/>
                      <a:pt x="6" y="42"/>
                    </a:cubicBezTo>
                    <a:cubicBezTo>
                      <a:pt x="9" y="38"/>
                      <a:pt x="13" y="35"/>
                      <a:pt x="19" y="35"/>
                    </a:cubicBezTo>
                    <a:cubicBezTo>
                      <a:pt x="22" y="35"/>
                      <a:pt x="24" y="36"/>
                      <a:pt x="27" y="38"/>
                    </a:cubicBezTo>
                    <a:cubicBezTo>
                      <a:pt x="27" y="38"/>
                      <a:pt x="28" y="38"/>
                      <a:pt x="29" y="39"/>
                    </a:cubicBezTo>
                    <a:cubicBezTo>
                      <a:pt x="35" y="42"/>
                      <a:pt x="36" y="51"/>
                      <a:pt x="33" y="56"/>
                    </a:cubicBezTo>
                    <a:cubicBezTo>
                      <a:pt x="31" y="59"/>
                      <a:pt x="28" y="61"/>
                      <a:pt x="25" y="62"/>
                    </a:cubicBezTo>
                    <a:cubicBezTo>
                      <a:pt x="25" y="64"/>
                      <a:pt x="25" y="66"/>
                      <a:pt x="25" y="67"/>
                    </a:cubicBezTo>
                    <a:cubicBezTo>
                      <a:pt x="26" y="70"/>
                      <a:pt x="27" y="72"/>
                      <a:pt x="28" y="74"/>
                    </a:cubicBezTo>
                    <a:cubicBezTo>
                      <a:pt x="28" y="75"/>
                      <a:pt x="28" y="76"/>
                      <a:pt x="28" y="76"/>
                    </a:cubicBezTo>
                    <a:lnTo>
                      <a:pt x="28" y="75"/>
                    </a:lnTo>
                    <a:cubicBezTo>
                      <a:pt x="28" y="77"/>
                      <a:pt x="29" y="78"/>
                      <a:pt x="29" y="80"/>
                    </a:cubicBezTo>
                    <a:cubicBezTo>
                      <a:pt x="30" y="80"/>
                      <a:pt x="30" y="81"/>
                      <a:pt x="31" y="81"/>
                    </a:cubicBezTo>
                    <a:cubicBezTo>
                      <a:pt x="31" y="83"/>
                      <a:pt x="32" y="83"/>
                      <a:pt x="32" y="84"/>
                    </a:cubicBezTo>
                    <a:cubicBezTo>
                      <a:pt x="32" y="83"/>
                      <a:pt x="31" y="83"/>
                      <a:pt x="31" y="83"/>
                    </a:cubicBezTo>
                    <a:cubicBezTo>
                      <a:pt x="32" y="83"/>
                      <a:pt x="32" y="84"/>
                      <a:pt x="33" y="84"/>
                    </a:cubicBezTo>
                    <a:cubicBezTo>
                      <a:pt x="34" y="85"/>
                      <a:pt x="34" y="86"/>
                      <a:pt x="34" y="86"/>
                    </a:cubicBezTo>
                    <a:lnTo>
                      <a:pt x="35" y="86"/>
                    </a:lnTo>
                    <a:cubicBezTo>
                      <a:pt x="36" y="86"/>
                      <a:pt x="36" y="86"/>
                      <a:pt x="36" y="86"/>
                    </a:cubicBezTo>
                    <a:lnTo>
                      <a:pt x="35" y="86"/>
                    </a:lnTo>
                    <a:cubicBezTo>
                      <a:pt x="36" y="86"/>
                      <a:pt x="38" y="86"/>
                      <a:pt x="38" y="86"/>
                    </a:cubicBezTo>
                    <a:cubicBezTo>
                      <a:pt x="38" y="86"/>
                      <a:pt x="39" y="86"/>
                      <a:pt x="39" y="85"/>
                    </a:cubicBezTo>
                    <a:lnTo>
                      <a:pt x="40" y="85"/>
                    </a:lnTo>
                    <a:cubicBezTo>
                      <a:pt x="41" y="84"/>
                      <a:pt x="41" y="84"/>
                      <a:pt x="42" y="83"/>
                    </a:cubicBezTo>
                    <a:cubicBezTo>
                      <a:pt x="44" y="81"/>
                      <a:pt x="46" y="80"/>
                      <a:pt x="48" y="78"/>
                    </a:cubicBezTo>
                    <a:cubicBezTo>
                      <a:pt x="47" y="79"/>
                      <a:pt x="47" y="79"/>
                      <a:pt x="46" y="79"/>
                    </a:cubicBezTo>
                    <a:cubicBezTo>
                      <a:pt x="49" y="76"/>
                      <a:pt x="52" y="73"/>
                      <a:pt x="54" y="70"/>
                    </a:cubicBezTo>
                    <a:cubicBezTo>
                      <a:pt x="55" y="69"/>
                      <a:pt x="56" y="67"/>
                      <a:pt x="57" y="65"/>
                    </a:cubicBezTo>
                    <a:cubicBezTo>
                      <a:pt x="59" y="63"/>
                      <a:pt x="60" y="60"/>
                      <a:pt x="60" y="57"/>
                    </a:cubicBezTo>
                    <a:cubicBezTo>
                      <a:pt x="62" y="55"/>
                      <a:pt x="62" y="53"/>
                      <a:pt x="63" y="51"/>
                    </a:cubicBezTo>
                    <a:cubicBezTo>
                      <a:pt x="63" y="49"/>
                      <a:pt x="63" y="48"/>
                      <a:pt x="63" y="46"/>
                    </a:cubicBezTo>
                    <a:cubicBezTo>
                      <a:pt x="63" y="45"/>
                      <a:pt x="63" y="44"/>
                      <a:pt x="63" y="42"/>
                    </a:cubicBezTo>
                    <a:lnTo>
                      <a:pt x="63" y="41"/>
                    </a:lnTo>
                    <a:cubicBezTo>
                      <a:pt x="63" y="39"/>
                      <a:pt x="62" y="38"/>
                      <a:pt x="62" y="38"/>
                    </a:cubicBezTo>
                    <a:lnTo>
                      <a:pt x="63" y="39"/>
                    </a:lnTo>
                    <a:cubicBezTo>
                      <a:pt x="62" y="38"/>
                      <a:pt x="62" y="37"/>
                      <a:pt x="62" y="36"/>
                    </a:cubicBezTo>
                    <a:cubicBezTo>
                      <a:pt x="61" y="35"/>
                      <a:pt x="61" y="35"/>
                      <a:pt x="60" y="34"/>
                    </a:cubicBezTo>
                    <a:cubicBezTo>
                      <a:pt x="60" y="34"/>
                      <a:pt x="60" y="33"/>
                      <a:pt x="59" y="32"/>
                    </a:cubicBezTo>
                    <a:cubicBezTo>
                      <a:pt x="59" y="32"/>
                      <a:pt x="58" y="31"/>
                      <a:pt x="57" y="31"/>
                    </a:cubicBezTo>
                    <a:cubicBezTo>
                      <a:pt x="57" y="30"/>
                      <a:pt x="56" y="30"/>
                      <a:pt x="56" y="30"/>
                    </a:cubicBezTo>
                    <a:cubicBezTo>
                      <a:pt x="55" y="29"/>
                      <a:pt x="55" y="28"/>
                      <a:pt x="54" y="28"/>
                    </a:cubicBezTo>
                    <a:cubicBezTo>
                      <a:pt x="53" y="28"/>
                      <a:pt x="52" y="27"/>
                      <a:pt x="50" y="27"/>
                    </a:cubicBezTo>
                    <a:cubicBezTo>
                      <a:pt x="49" y="26"/>
                      <a:pt x="48" y="26"/>
                      <a:pt x="46" y="26"/>
                    </a:cubicBezTo>
                    <a:cubicBezTo>
                      <a:pt x="43" y="25"/>
                      <a:pt x="41" y="24"/>
                      <a:pt x="38" y="24"/>
                    </a:cubicBezTo>
                    <a:cubicBezTo>
                      <a:pt x="36" y="24"/>
                      <a:pt x="35" y="24"/>
                      <a:pt x="33" y="24"/>
                    </a:cubicBezTo>
                    <a:cubicBezTo>
                      <a:pt x="32" y="24"/>
                      <a:pt x="31" y="24"/>
                      <a:pt x="30" y="24"/>
                    </a:cubicBezTo>
                    <a:cubicBezTo>
                      <a:pt x="24" y="25"/>
                      <a:pt x="18" y="21"/>
                      <a:pt x="17" y="14"/>
                    </a:cubicBezTo>
                    <a:cubicBezTo>
                      <a:pt x="16" y="8"/>
                      <a:pt x="21" y="2"/>
                      <a:pt x="27" y="1"/>
                    </a:cubicBezTo>
                    <a:cubicBezTo>
                      <a:pt x="34" y="0"/>
                      <a:pt x="40" y="0"/>
                      <a:pt x="46" y="1"/>
                    </a:cubicBezTo>
                    <a:cubicBezTo>
                      <a:pt x="53" y="2"/>
                      <a:pt x="59" y="4"/>
                      <a:pt x="64" y="7"/>
                    </a:cubicBezTo>
                    <a:cubicBezTo>
                      <a:pt x="70" y="10"/>
                      <a:pt x="74" y="13"/>
                      <a:pt x="78" y="18"/>
                    </a:cubicBezTo>
                    <a:cubicBezTo>
                      <a:pt x="81" y="23"/>
                      <a:pt x="84" y="28"/>
                      <a:pt x="85" y="34"/>
                    </a:cubicBezTo>
                    <a:cubicBezTo>
                      <a:pt x="89" y="46"/>
                      <a:pt x="85" y="60"/>
                      <a:pt x="80" y="72"/>
                    </a:cubicBezTo>
                    <a:cubicBezTo>
                      <a:pt x="75" y="84"/>
                      <a:pt x="66" y="95"/>
                      <a:pt x="56" y="103"/>
                    </a:cubicBezTo>
                    <a:cubicBezTo>
                      <a:pt x="50" y="108"/>
                      <a:pt x="43" y="111"/>
                      <a:pt x="35" y="111"/>
                    </a:cubicBezTo>
                    <a:cubicBezTo>
                      <a:pt x="31" y="111"/>
                      <a:pt x="27" y="109"/>
                      <a:pt x="23" y="10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5" name="Google Shape;715;p7"/>
              <p:cNvSpPr/>
              <p:nvPr/>
            </p:nvSpPr>
            <p:spPr>
              <a:xfrm>
                <a:off x="134640" y="1271520"/>
                <a:ext cx="29880" cy="39960"/>
              </a:xfrm>
              <a:custGeom>
                <a:avLst/>
                <a:gdLst/>
                <a:ahLst/>
                <a:cxnLst/>
                <a:rect l="l" t="t" r="r" b="b"/>
                <a:pathLst>
                  <a:path w="83" h="111" extrusionOk="0">
                    <a:moveTo>
                      <a:pt x="38" y="99"/>
                    </a:moveTo>
                    <a:cubicBezTo>
                      <a:pt x="37" y="91"/>
                      <a:pt x="38" y="83"/>
                      <a:pt x="38" y="75"/>
                    </a:cubicBezTo>
                    <a:cubicBezTo>
                      <a:pt x="34" y="79"/>
                      <a:pt x="29" y="85"/>
                      <a:pt x="25" y="90"/>
                    </a:cubicBezTo>
                    <a:lnTo>
                      <a:pt x="25" y="91"/>
                    </a:lnTo>
                    <a:cubicBezTo>
                      <a:pt x="25" y="90"/>
                      <a:pt x="25" y="90"/>
                      <a:pt x="25" y="90"/>
                    </a:cubicBezTo>
                    <a:cubicBezTo>
                      <a:pt x="23" y="95"/>
                      <a:pt x="17" y="98"/>
                      <a:pt x="11" y="96"/>
                    </a:cubicBezTo>
                    <a:cubicBezTo>
                      <a:pt x="3" y="95"/>
                      <a:pt x="0" y="86"/>
                      <a:pt x="3" y="79"/>
                    </a:cubicBezTo>
                    <a:cubicBezTo>
                      <a:pt x="4" y="77"/>
                      <a:pt x="5" y="75"/>
                      <a:pt x="7" y="74"/>
                    </a:cubicBezTo>
                    <a:cubicBezTo>
                      <a:pt x="8" y="72"/>
                      <a:pt x="9" y="71"/>
                      <a:pt x="11" y="69"/>
                    </a:cubicBezTo>
                    <a:cubicBezTo>
                      <a:pt x="11" y="70"/>
                      <a:pt x="11" y="70"/>
                      <a:pt x="11" y="70"/>
                    </a:cubicBezTo>
                    <a:cubicBezTo>
                      <a:pt x="15" y="65"/>
                      <a:pt x="19" y="61"/>
                      <a:pt x="23" y="56"/>
                    </a:cubicBezTo>
                    <a:cubicBezTo>
                      <a:pt x="30" y="47"/>
                      <a:pt x="38" y="39"/>
                      <a:pt x="45" y="30"/>
                    </a:cubicBezTo>
                    <a:cubicBezTo>
                      <a:pt x="47" y="28"/>
                      <a:pt x="48" y="25"/>
                      <a:pt x="50" y="22"/>
                    </a:cubicBezTo>
                    <a:cubicBezTo>
                      <a:pt x="52" y="17"/>
                      <a:pt x="54" y="11"/>
                      <a:pt x="58" y="5"/>
                    </a:cubicBezTo>
                    <a:cubicBezTo>
                      <a:pt x="60" y="2"/>
                      <a:pt x="65" y="0"/>
                      <a:pt x="69" y="1"/>
                    </a:cubicBezTo>
                    <a:cubicBezTo>
                      <a:pt x="73" y="2"/>
                      <a:pt x="78" y="5"/>
                      <a:pt x="79" y="9"/>
                    </a:cubicBezTo>
                    <a:cubicBezTo>
                      <a:pt x="82" y="15"/>
                      <a:pt x="79" y="21"/>
                      <a:pt x="76" y="26"/>
                    </a:cubicBezTo>
                    <a:cubicBezTo>
                      <a:pt x="75" y="29"/>
                      <a:pt x="73" y="31"/>
                      <a:pt x="72" y="33"/>
                    </a:cubicBezTo>
                    <a:cubicBezTo>
                      <a:pt x="71" y="35"/>
                      <a:pt x="70" y="37"/>
                      <a:pt x="69" y="39"/>
                    </a:cubicBezTo>
                    <a:cubicBezTo>
                      <a:pt x="69" y="42"/>
                      <a:pt x="68" y="44"/>
                      <a:pt x="67" y="47"/>
                    </a:cubicBezTo>
                    <a:cubicBezTo>
                      <a:pt x="66" y="50"/>
                      <a:pt x="66" y="53"/>
                      <a:pt x="65" y="56"/>
                    </a:cubicBezTo>
                    <a:cubicBezTo>
                      <a:pt x="64" y="62"/>
                      <a:pt x="63" y="68"/>
                      <a:pt x="62" y="74"/>
                    </a:cubicBezTo>
                    <a:cubicBezTo>
                      <a:pt x="62" y="81"/>
                      <a:pt x="62" y="86"/>
                      <a:pt x="62" y="92"/>
                    </a:cubicBezTo>
                    <a:cubicBezTo>
                      <a:pt x="62" y="93"/>
                      <a:pt x="62" y="95"/>
                      <a:pt x="62" y="96"/>
                    </a:cubicBezTo>
                    <a:cubicBezTo>
                      <a:pt x="63" y="103"/>
                      <a:pt x="58" y="109"/>
                      <a:pt x="51" y="110"/>
                    </a:cubicBezTo>
                    <a:lnTo>
                      <a:pt x="50" y="110"/>
                    </a:lnTo>
                    <a:cubicBezTo>
                      <a:pt x="44" y="110"/>
                      <a:pt x="38" y="105"/>
                      <a:pt x="38" y="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6" name="Google Shape;716;p7"/>
              <p:cNvSpPr/>
              <p:nvPr/>
            </p:nvSpPr>
            <p:spPr>
              <a:xfrm>
                <a:off x="196200" y="1319040"/>
                <a:ext cx="62280" cy="93600"/>
              </a:xfrm>
              <a:custGeom>
                <a:avLst/>
                <a:gdLst/>
                <a:ahLst/>
                <a:cxnLst/>
                <a:rect l="l" t="t" r="r" b="b"/>
                <a:pathLst>
                  <a:path w="173" h="260" extrusionOk="0">
                    <a:moveTo>
                      <a:pt x="39" y="235"/>
                    </a:moveTo>
                    <a:cubicBezTo>
                      <a:pt x="40" y="235"/>
                      <a:pt x="40" y="235"/>
                      <a:pt x="40" y="235"/>
                    </a:cubicBezTo>
                    <a:lnTo>
                      <a:pt x="41" y="235"/>
                    </a:lnTo>
                    <a:cubicBezTo>
                      <a:pt x="42" y="235"/>
                      <a:pt x="42" y="235"/>
                      <a:pt x="43" y="234"/>
                    </a:cubicBezTo>
                    <a:cubicBezTo>
                      <a:pt x="44" y="234"/>
                      <a:pt x="45" y="234"/>
                      <a:pt x="46" y="233"/>
                    </a:cubicBezTo>
                    <a:lnTo>
                      <a:pt x="45" y="234"/>
                    </a:lnTo>
                    <a:cubicBezTo>
                      <a:pt x="46" y="233"/>
                      <a:pt x="48" y="232"/>
                      <a:pt x="50" y="231"/>
                    </a:cubicBezTo>
                    <a:cubicBezTo>
                      <a:pt x="51" y="230"/>
                      <a:pt x="52" y="229"/>
                      <a:pt x="53" y="228"/>
                    </a:cubicBezTo>
                    <a:cubicBezTo>
                      <a:pt x="56" y="226"/>
                      <a:pt x="59" y="223"/>
                      <a:pt x="61" y="221"/>
                    </a:cubicBezTo>
                    <a:cubicBezTo>
                      <a:pt x="65" y="217"/>
                      <a:pt x="68" y="212"/>
                      <a:pt x="71" y="207"/>
                    </a:cubicBezTo>
                    <a:cubicBezTo>
                      <a:pt x="74" y="204"/>
                      <a:pt x="75" y="201"/>
                      <a:pt x="78" y="198"/>
                    </a:cubicBezTo>
                    <a:cubicBezTo>
                      <a:pt x="78" y="195"/>
                      <a:pt x="78" y="192"/>
                      <a:pt x="79" y="189"/>
                    </a:cubicBezTo>
                    <a:cubicBezTo>
                      <a:pt x="80" y="187"/>
                      <a:pt x="80" y="185"/>
                      <a:pt x="81" y="182"/>
                    </a:cubicBezTo>
                    <a:cubicBezTo>
                      <a:pt x="82" y="176"/>
                      <a:pt x="84" y="171"/>
                      <a:pt x="85" y="165"/>
                    </a:cubicBezTo>
                    <a:cubicBezTo>
                      <a:pt x="85" y="161"/>
                      <a:pt x="86" y="158"/>
                      <a:pt x="87" y="154"/>
                    </a:cubicBezTo>
                    <a:cubicBezTo>
                      <a:pt x="87" y="153"/>
                      <a:pt x="87" y="152"/>
                      <a:pt x="87" y="151"/>
                    </a:cubicBezTo>
                    <a:lnTo>
                      <a:pt x="87" y="150"/>
                    </a:lnTo>
                    <a:cubicBezTo>
                      <a:pt x="87" y="149"/>
                      <a:pt x="87" y="148"/>
                      <a:pt x="86" y="148"/>
                    </a:cubicBezTo>
                    <a:cubicBezTo>
                      <a:pt x="86" y="147"/>
                      <a:pt x="85" y="146"/>
                      <a:pt x="85" y="146"/>
                    </a:cubicBezTo>
                    <a:cubicBezTo>
                      <a:pt x="85" y="145"/>
                      <a:pt x="85" y="145"/>
                      <a:pt x="85" y="145"/>
                    </a:cubicBezTo>
                    <a:lnTo>
                      <a:pt x="85" y="146"/>
                    </a:lnTo>
                    <a:cubicBezTo>
                      <a:pt x="84" y="144"/>
                      <a:pt x="84" y="144"/>
                      <a:pt x="83" y="143"/>
                    </a:cubicBezTo>
                    <a:lnTo>
                      <a:pt x="84" y="143"/>
                    </a:lnTo>
                    <a:cubicBezTo>
                      <a:pt x="82" y="142"/>
                      <a:pt x="82" y="141"/>
                      <a:pt x="81" y="141"/>
                    </a:cubicBezTo>
                    <a:cubicBezTo>
                      <a:pt x="81" y="140"/>
                      <a:pt x="80" y="140"/>
                      <a:pt x="80" y="140"/>
                    </a:cubicBezTo>
                    <a:cubicBezTo>
                      <a:pt x="79" y="139"/>
                      <a:pt x="78" y="139"/>
                      <a:pt x="77" y="138"/>
                    </a:cubicBezTo>
                    <a:cubicBezTo>
                      <a:pt x="78" y="139"/>
                      <a:pt x="78" y="139"/>
                      <a:pt x="79" y="139"/>
                    </a:cubicBezTo>
                    <a:cubicBezTo>
                      <a:pt x="78" y="139"/>
                      <a:pt x="77" y="138"/>
                      <a:pt x="76" y="137"/>
                    </a:cubicBezTo>
                    <a:cubicBezTo>
                      <a:pt x="75" y="137"/>
                      <a:pt x="74" y="137"/>
                      <a:pt x="73" y="137"/>
                    </a:cubicBezTo>
                    <a:cubicBezTo>
                      <a:pt x="72" y="136"/>
                      <a:pt x="71" y="136"/>
                      <a:pt x="71" y="136"/>
                    </a:cubicBezTo>
                    <a:cubicBezTo>
                      <a:pt x="70" y="136"/>
                      <a:pt x="69" y="136"/>
                      <a:pt x="68" y="136"/>
                    </a:cubicBezTo>
                    <a:cubicBezTo>
                      <a:pt x="67" y="136"/>
                      <a:pt x="67" y="136"/>
                      <a:pt x="66" y="137"/>
                    </a:cubicBezTo>
                    <a:cubicBezTo>
                      <a:pt x="64" y="137"/>
                      <a:pt x="62" y="137"/>
                      <a:pt x="60" y="138"/>
                    </a:cubicBezTo>
                    <a:cubicBezTo>
                      <a:pt x="60" y="138"/>
                      <a:pt x="59" y="139"/>
                      <a:pt x="58" y="139"/>
                    </a:cubicBezTo>
                    <a:cubicBezTo>
                      <a:pt x="56" y="140"/>
                      <a:pt x="54" y="141"/>
                      <a:pt x="53" y="142"/>
                    </a:cubicBezTo>
                    <a:cubicBezTo>
                      <a:pt x="52" y="143"/>
                      <a:pt x="50" y="144"/>
                      <a:pt x="49" y="144"/>
                    </a:cubicBezTo>
                    <a:cubicBezTo>
                      <a:pt x="47" y="146"/>
                      <a:pt x="46" y="147"/>
                      <a:pt x="45" y="149"/>
                    </a:cubicBezTo>
                    <a:cubicBezTo>
                      <a:pt x="43" y="151"/>
                      <a:pt x="41" y="153"/>
                      <a:pt x="39" y="155"/>
                    </a:cubicBezTo>
                    <a:cubicBezTo>
                      <a:pt x="37" y="158"/>
                      <a:pt x="35" y="162"/>
                      <a:pt x="33" y="165"/>
                    </a:cubicBezTo>
                    <a:cubicBezTo>
                      <a:pt x="32" y="168"/>
                      <a:pt x="31" y="171"/>
                      <a:pt x="29" y="175"/>
                    </a:cubicBezTo>
                    <a:cubicBezTo>
                      <a:pt x="28" y="178"/>
                      <a:pt x="28" y="180"/>
                      <a:pt x="27" y="183"/>
                    </a:cubicBezTo>
                    <a:cubicBezTo>
                      <a:pt x="27" y="186"/>
                      <a:pt x="26" y="189"/>
                      <a:pt x="25" y="193"/>
                    </a:cubicBezTo>
                    <a:cubicBezTo>
                      <a:pt x="25" y="195"/>
                      <a:pt x="25" y="198"/>
                      <a:pt x="25" y="201"/>
                    </a:cubicBezTo>
                    <a:cubicBezTo>
                      <a:pt x="25" y="203"/>
                      <a:pt x="26" y="206"/>
                      <a:pt x="26" y="208"/>
                    </a:cubicBezTo>
                    <a:cubicBezTo>
                      <a:pt x="27" y="211"/>
                      <a:pt x="28" y="215"/>
                      <a:pt x="29" y="218"/>
                    </a:cubicBezTo>
                    <a:cubicBezTo>
                      <a:pt x="30" y="222"/>
                      <a:pt x="32" y="225"/>
                      <a:pt x="33" y="229"/>
                    </a:cubicBezTo>
                    <a:cubicBezTo>
                      <a:pt x="34" y="230"/>
                      <a:pt x="35" y="231"/>
                      <a:pt x="35" y="232"/>
                    </a:cubicBezTo>
                    <a:cubicBezTo>
                      <a:pt x="35" y="232"/>
                      <a:pt x="35" y="233"/>
                      <a:pt x="36" y="233"/>
                    </a:cubicBezTo>
                    <a:lnTo>
                      <a:pt x="36" y="234"/>
                    </a:lnTo>
                    <a:lnTo>
                      <a:pt x="37" y="234"/>
                    </a:lnTo>
                    <a:lnTo>
                      <a:pt x="38" y="235"/>
                    </a:lnTo>
                    <a:cubicBezTo>
                      <a:pt x="39" y="235"/>
                      <a:pt x="39" y="235"/>
                      <a:pt x="39" y="235"/>
                    </a:cubicBezTo>
                    <a:moveTo>
                      <a:pt x="35" y="259"/>
                    </a:moveTo>
                    <a:cubicBezTo>
                      <a:pt x="29" y="258"/>
                      <a:pt x="22" y="254"/>
                      <a:pt x="18" y="249"/>
                    </a:cubicBezTo>
                    <a:cubicBezTo>
                      <a:pt x="13" y="243"/>
                      <a:pt x="10" y="235"/>
                      <a:pt x="7" y="228"/>
                    </a:cubicBezTo>
                    <a:cubicBezTo>
                      <a:pt x="1" y="211"/>
                      <a:pt x="0" y="194"/>
                      <a:pt x="4" y="178"/>
                    </a:cubicBezTo>
                    <a:cubicBezTo>
                      <a:pt x="7" y="161"/>
                      <a:pt x="15" y="146"/>
                      <a:pt x="27" y="133"/>
                    </a:cubicBezTo>
                    <a:cubicBezTo>
                      <a:pt x="37" y="122"/>
                      <a:pt x="52" y="112"/>
                      <a:pt x="67" y="112"/>
                    </a:cubicBezTo>
                    <a:cubicBezTo>
                      <a:pt x="83" y="111"/>
                      <a:pt x="99" y="119"/>
                      <a:pt x="106" y="133"/>
                    </a:cubicBezTo>
                    <a:cubicBezTo>
                      <a:pt x="107" y="134"/>
                      <a:pt x="107" y="136"/>
                      <a:pt x="108" y="137"/>
                    </a:cubicBezTo>
                    <a:cubicBezTo>
                      <a:pt x="114" y="123"/>
                      <a:pt x="119" y="110"/>
                      <a:pt x="124" y="97"/>
                    </a:cubicBezTo>
                    <a:lnTo>
                      <a:pt x="124" y="96"/>
                    </a:lnTo>
                    <a:cubicBezTo>
                      <a:pt x="125" y="94"/>
                      <a:pt x="126" y="93"/>
                      <a:pt x="127" y="90"/>
                    </a:cubicBezTo>
                    <a:cubicBezTo>
                      <a:pt x="127" y="86"/>
                      <a:pt x="128" y="81"/>
                      <a:pt x="128" y="77"/>
                    </a:cubicBezTo>
                    <a:cubicBezTo>
                      <a:pt x="129" y="73"/>
                      <a:pt x="130" y="68"/>
                      <a:pt x="131" y="64"/>
                    </a:cubicBezTo>
                    <a:cubicBezTo>
                      <a:pt x="133" y="58"/>
                      <a:pt x="134" y="51"/>
                      <a:pt x="135" y="45"/>
                    </a:cubicBezTo>
                    <a:cubicBezTo>
                      <a:pt x="137" y="40"/>
                      <a:pt x="138" y="35"/>
                      <a:pt x="140" y="30"/>
                    </a:cubicBezTo>
                    <a:cubicBezTo>
                      <a:pt x="141" y="27"/>
                      <a:pt x="142" y="24"/>
                      <a:pt x="143" y="20"/>
                    </a:cubicBezTo>
                    <a:cubicBezTo>
                      <a:pt x="144" y="18"/>
                      <a:pt x="145" y="15"/>
                      <a:pt x="147" y="12"/>
                    </a:cubicBezTo>
                    <a:cubicBezTo>
                      <a:pt x="148" y="9"/>
                      <a:pt x="149" y="7"/>
                      <a:pt x="152" y="6"/>
                    </a:cubicBezTo>
                    <a:cubicBezTo>
                      <a:pt x="159" y="0"/>
                      <a:pt x="169" y="4"/>
                      <a:pt x="171" y="12"/>
                    </a:cubicBezTo>
                    <a:cubicBezTo>
                      <a:pt x="172" y="16"/>
                      <a:pt x="172" y="19"/>
                      <a:pt x="171" y="22"/>
                    </a:cubicBezTo>
                    <a:cubicBezTo>
                      <a:pt x="170" y="24"/>
                      <a:pt x="170" y="27"/>
                      <a:pt x="169" y="30"/>
                    </a:cubicBezTo>
                    <a:cubicBezTo>
                      <a:pt x="168" y="32"/>
                      <a:pt x="168" y="35"/>
                      <a:pt x="166" y="39"/>
                    </a:cubicBezTo>
                    <a:cubicBezTo>
                      <a:pt x="165" y="45"/>
                      <a:pt x="162" y="52"/>
                      <a:pt x="161" y="59"/>
                    </a:cubicBezTo>
                    <a:cubicBezTo>
                      <a:pt x="156" y="70"/>
                      <a:pt x="153" y="82"/>
                      <a:pt x="149" y="93"/>
                    </a:cubicBezTo>
                    <a:cubicBezTo>
                      <a:pt x="149" y="94"/>
                      <a:pt x="149" y="94"/>
                      <a:pt x="149" y="95"/>
                    </a:cubicBezTo>
                    <a:cubicBezTo>
                      <a:pt x="148" y="98"/>
                      <a:pt x="148" y="101"/>
                      <a:pt x="148" y="104"/>
                    </a:cubicBezTo>
                    <a:cubicBezTo>
                      <a:pt x="147" y="109"/>
                      <a:pt x="147" y="113"/>
                      <a:pt x="146" y="119"/>
                    </a:cubicBezTo>
                    <a:cubicBezTo>
                      <a:pt x="145" y="126"/>
                      <a:pt x="145" y="133"/>
                      <a:pt x="144" y="141"/>
                    </a:cubicBezTo>
                    <a:cubicBezTo>
                      <a:pt x="143" y="148"/>
                      <a:pt x="143" y="155"/>
                      <a:pt x="142" y="162"/>
                    </a:cubicBezTo>
                    <a:lnTo>
                      <a:pt x="142" y="161"/>
                    </a:lnTo>
                    <a:cubicBezTo>
                      <a:pt x="141" y="175"/>
                      <a:pt x="140" y="190"/>
                      <a:pt x="138" y="204"/>
                    </a:cubicBezTo>
                    <a:cubicBezTo>
                      <a:pt x="137" y="218"/>
                      <a:pt x="135" y="232"/>
                      <a:pt x="132" y="246"/>
                    </a:cubicBezTo>
                    <a:cubicBezTo>
                      <a:pt x="131" y="253"/>
                      <a:pt x="125" y="258"/>
                      <a:pt x="118" y="257"/>
                    </a:cubicBezTo>
                    <a:cubicBezTo>
                      <a:pt x="110" y="256"/>
                      <a:pt x="106" y="248"/>
                      <a:pt x="108" y="241"/>
                    </a:cubicBezTo>
                    <a:cubicBezTo>
                      <a:pt x="109" y="237"/>
                      <a:pt x="110" y="233"/>
                      <a:pt x="111" y="229"/>
                    </a:cubicBezTo>
                    <a:cubicBezTo>
                      <a:pt x="115" y="209"/>
                      <a:pt x="117" y="189"/>
                      <a:pt x="119" y="168"/>
                    </a:cubicBezTo>
                    <a:cubicBezTo>
                      <a:pt x="116" y="176"/>
                      <a:pt x="112" y="185"/>
                      <a:pt x="107" y="193"/>
                    </a:cubicBezTo>
                    <a:cubicBezTo>
                      <a:pt x="106" y="196"/>
                      <a:pt x="105" y="198"/>
                      <a:pt x="103" y="200"/>
                    </a:cubicBezTo>
                    <a:cubicBezTo>
                      <a:pt x="103" y="202"/>
                      <a:pt x="103" y="204"/>
                      <a:pt x="102" y="206"/>
                    </a:cubicBezTo>
                    <a:cubicBezTo>
                      <a:pt x="101" y="207"/>
                      <a:pt x="99" y="208"/>
                      <a:pt x="98" y="210"/>
                    </a:cubicBezTo>
                    <a:cubicBezTo>
                      <a:pt x="96" y="212"/>
                      <a:pt x="95" y="214"/>
                      <a:pt x="94" y="217"/>
                    </a:cubicBezTo>
                    <a:cubicBezTo>
                      <a:pt x="89" y="224"/>
                      <a:pt x="83" y="232"/>
                      <a:pt x="77" y="238"/>
                    </a:cubicBezTo>
                    <a:cubicBezTo>
                      <a:pt x="71" y="244"/>
                      <a:pt x="66" y="249"/>
                      <a:pt x="59" y="253"/>
                    </a:cubicBezTo>
                    <a:cubicBezTo>
                      <a:pt x="55" y="255"/>
                      <a:pt x="52" y="257"/>
                      <a:pt x="48" y="258"/>
                    </a:cubicBezTo>
                    <a:cubicBezTo>
                      <a:pt x="46" y="259"/>
                      <a:pt x="43" y="259"/>
                      <a:pt x="40" y="259"/>
                    </a:cubicBezTo>
                    <a:cubicBezTo>
                      <a:pt x="39" y="259"/>
                      <a:pt x="37" y="259"/>
                      <a:pt x="35" y="25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7" name="Google Shape;717;p7"/>
              <p:cNvSpPr/>
              <p:nvPr/>
            </p:nvSpPr>
            <p:spPr>
              <a:xfrm>
                <a:off x="269640" y="1362240"/>
                <a:ext cx="33120" cy="33480"/>
              </a:xfrm>
              <a:custGeom>
                <a:avLst/>
                <a:gdLst/>
                <a:ahLst/>
                <a:cxnLst/>
                <a:rect l="l" t="t" r="r" b="b"/>
                <a:pathLst>
                  <a:path w="92" h="93" extrusionOk="0">
                    <a:moveTo>
                      <a:pt x="70" y="89"/>
                    </a:moveTo>
                    <a:cubicBezTo>
                      <a:pt x="60" y="81"/>
                      <a:pt x="51" y="73"/>
                      <a:pt x="42" y="64"/>
                    </a:cubicBezTo>
                    <a:cubicBezTo>
                      <a:pt x="28" y="52"/>
                      <a:pt x="14" y="40"/>
                      <a:pt x="4" y="24"/>
                    </a:cubicBezTo>
                    <a:cubicBezTo>
                      <a:pt x="5" y="24"/>
                      <a:pt x="5" y="25"/>
                      <a:pt x="5" y="25"/>
                    </a:cubicBezTo>
                    <a:cubicBezTo>
                      <a:pt x="3" y="22"/>
                      <a:pt x="1" y="19"/>
                      <a:pt x="1" y="15"/>
                    </a:cubicBezTo>
                    <a:cubicBezTo>
                      <a:pt x="0" y="12"/>
                      <a:pt x="1" y="7"/>
                      <a:pt x="4" y="5"/>
                    </a:cubicBezTo>
                    <a:cubicBezTo>
                      <a:pt x="6" y="2"/>
                      <a:pt x="9" y="0"/>
                      <a:pt x="12" y="0"/>
                    </a:cubicBezTo>
                    <a:cubicBezTo>
                      <a:pt x="15" y="0"/>
                      <a:pt x="17" y="0"/>
                      <a:pt x="19" y="1"/>
                    </a:cubicBezTo>
                    <a:cubicBezTo>
                      <a:pt x="25" y="3"/>
                      <a:pt x="29" y="9"/>
                      <a:pt x="28" y="15"/>
                    </a:cubicBezTo>
                    <a:cubicBezTo>
                      <a:pt x="31" y="18"/>
                      <a:pt x="33" y="21"/>
                      <a:pt x="35" y="23"/>
                    </a:cubicBezTo>
                    <a:cubicBezTo>
                      <a:pt x="43" y="32"/>
                      <a:pt x="51" y="40"/>
                      <a:pt x="60" y="48"/>
                    </a:cubicBezTo>
                    <a:cubicBezTo>
                      <a:pt x="68" y="56"/>
                      <a:pt x="77" y="63"/>
                      <a:pt x="85" y="70"/>
                    </a:cubicBezTo>
                    <a:cubicBezTo>
                      <a:pt x="90" y="74"/>
                      <a:pt x="91" y="82"/>
                      <a:pt x="86" y="87"/>
                    </a:cubicBezTo>
                    <a:cubicBezTo>
                      <a:pt x="84" y="90"/>
                      <a:pt x="81" y="92"/>
                      <a:pt x="77" y="92"/>
                    </a:cubicBezTo>
                    <a:cubicBezTo>
                      <a:pt x="74" y="92"/>
                      <a:pt x="72" y="91"/>
                      <a:pt x="70" y="8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8" name="Google Shape;718;p7"/>
              <p:cNvSpPr/>
              <p:nvPr/>
            </p:nvSpPr>
            <p:spPr>
              <a:xfrm>
                <a:off x="271440" y="1362240"/>
                <a:ext cx="4032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35" extrusionOk="0">
                    <a:moveTo>
                      <a:pt x="12" y="134"/>
                    </a:moveTo>
                    <a:cubicBezTo>
                      <a:pt x="6" y="134"/>
                      <a:pt x="0" y="129"/>
                      <a:pt x="0" y="122"/>
                    </a:cubicBezTo>
                    <a:cubicBezTo>
                      <a:pt x="0" y="118"/>
                      <a:pt x="1" y="114"/>
                      <a:pt x="2" y="109"/>
                    </a:cubicBezTo>
                    <a:cubicBezTo>
                      <a:pt x="3" y="105"/>
                      <a:pt x="4" y="100"/>
                      <a:pt x="6" y="95"/>
                    </a:cubicBezTo>
                    <a:cubicBezTo>
                      <a:pt x="9" y="87"/>
                      <a:pt x="13" y="79"/>
                      <a:pt x="17" y="71"/>
                    </a:cubicBezTo>
                    <a:cubicBezTo>
                      <a:pt x="21" y="62"/>
                      <a:pt x="27" y="55"/>
                      <a:pt x="32" y="47"/>
                    </a:cubicBezTo>
                    <a:cubicBezTo>
                      <a:pt x="40" y="34"/>
                      <a:pt x="50" y="21"/>
                      <a:pt x="62" y="11"/>
                    </a:cubicBezTo>
                    <a:cubicBezTo>
                      <a:pt x="68" y="6"/>
                      <a:pt x="75" y="2"/>
                      <a:pt x="83" y="1"/>
                    </a:cubicBezTo>
                    <a:cubicBezTo>
                      <a:pt x="89" y="0"/>
                      <a:pt x="95" y="2"/>
                      <a:pt x="100" y="3"/>
                    </a:cubicBezTo>
                    <a:cubicBezTo>
                      <a:pt x="107" y="5"/>
                      <a:pt x="111" y="13"/>
                      <a:pt x="109" y="19"/>
                    </a:cubicBezTo>
                    <a:cubicBezTo>
                      <a:pt x="107" y="26"/>
                      <a:pt x="100" y="30"/>
                      <a:pt x="93" y="28"/>
                    </a:cubicBezTo>
                    <a:cubicBezTo>
                      <a:pt x="91" y="27"/>
                      <a:pt x="88" y="26"/>
                      <a:pt x="86" y="26"/>
                    </a:cubicBezTo>
                    <a:cubicBezTo>
                      <a:pt x="85" y="26"/>
                      <a:pt x="85" y="26"/>
                      <a:pt x="84" y="26"/>
                    </a:cubicBezTo>
                    <a:cubicBezTo>
                      <a:pt x="84" y="26"/>
                      <a:pt x="83" y="27"/>
                      <a:pt x="82" y="27"/>
                    </a:cubicBezTo>
                    <a:cubicBezTo>
                      <a:pt x="82" y="27"/>
                      <a:pt x="83" y="27"/>
                      <a:pt x="83" y="26"/>
                    </a:cubicBezTo>
                    <a:cubicBezTo>
                      <a:pt x="83" y="27"/>
                      <a:pt x="81" y="27"/>
                      <a:pt x="81" y="28"/>
                    </a:cubicBezTo>
                    <a:cubicBezTo>
                      <a:pt x="79" y="29"/>
                      <a:pt x="78" y="30"/>
                      <a:pt x="77" y="31"/>
                    </a:cubicBezTo>
                    <a:cubicBezTo>
                      <a:pt x="74" y="33"/>
                      <a:pt x="71" y="36"/>
                      <a:pt x="69" y="38"/>
                    </a:cubicBezTo>
                    <a:cubicBezTo>
                      <a:pt x="63" y="45"/>
                      <a:pt x="58" y="52"/>
                      <a:pt x="53" y="59"/>
                    </a:cubicBezTo>
                    <a:cubicBezTo>
                      <a:pt x="46" y="68"/>
                      <a:pt x="41" y="77"/>
                      <a:pt x="35" y="87"/>
                    </a:cubicBezTo>
                    <a:cubicBezTo>
                      <a:pt x="33" y="92"/>
                      <a:pt x="30" y="97"/>
                      <a:pt x="28" y="102"/>
                    </a:cubicBezTo>
                    <a:cubicBezTo>
                      <a:pt x="27" y="106"/>
                      <a:pt x="26" y="109"/>
                      <a:pt x="25" y="113"/>
                    </a:cubicBezTo>
                    <a:cubicBezTo>
                      <a:pt x="24" y="117"/>
                      <a:pt x="24" y="121"/>
                      <a:pt x="24" y="124"/>
                    </a:cubicBezTo>
                    <a:cubicBezTo>
                      <a:pt x="23" y="130"/>
                      <a:pt x="17" y="134"/>
                      <a:pt x="12" y="1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9" name="Google Shape;719;p7"/>
              <p:cNvSpPr/>
              <p:nvPr/>
            </p:nvSpPr>
            <p:spPr>
              <a:xfrm>
                <a:off x="346320" y="1306080"/>
                <a:ext cx="50400" cy="133920"/>
              </a:xfrm>
              <a:custGeom>
                <a:avLst/>
                <a:gdLst/>
                <a:ahLst/>
                <a:cxnLst/>
                <a:rect l="l" t="t" r="r" b="b"/>
                <a:pathLst>
                  <a:path w="140" h="372" extrusionOk="0">
                    <a:moveTo>
                      <a:pt x="27" y="366"/>
                    </a:moveTo>
                    <a:cubicBezTo>
                      <a:pt x="21" y="364"/>
                      <a:pt x="16" y="362"/>
                      <a:pt x="11" y="359"/>
                    </a:cubicBezTo>
                    <a:cubicBezTo>
                      <a:pt x="9" y="357"/>
                      <a:pt x="7" y="354"/>
                      <a:pt x="5" y="352"/>
                    </a:cubicBezTo>
                    <a:cubicBezTo>
                      <a:pt x="3" y="349"/>
                      <a:pt x="2" y="346"/>
                      <a:pt x="2" y="343"/>
                    </a:cubicBezTo>
                    <a:cubicBezTo>
                      <a:pt x="0" y="336"/>
                      <a:pt x="4" y="329"/>
                      <a:pt x="10" y="328"/>
                    </a:cubicBezTo>
                    <a:cubicBezTo>
                      <a:pt x="17" y="327"/>
                      <a:pt x="23" y="331"/>
                      <a:pt x="26" y="337"/>
                    </a:cubicBezTo>
                    <a:cubicBezTo>
                      <a:pt x="26" y="338"/>
                      <a:pt x="26" y="338"/>
                      <a:pt x="26" y="339"/>
                    </a:cubicBezTo>
                    <a:lnTo>
                      <a:pt x="27" y="339"/>
                    </a:lnTo>
                    <a:lnTo>
                      <a:pt x="27" y="340"/>
                    </a:lnTo>
                    <a:lnTo>
                      <a:pt x="28" y="341"/>
                    </a:lnTo>
                    <a:cubicBezTo>
                      <a:pt x="30" y="342"/>
                      <a:pt x="33" y="343"/>
                      <a:pt x="35" y="343"/>
                    </a:cubicBezTo>
                    <a:cubicBezTo>
                      <a:pt x="38" y="345"/>
                      <a:pt x="41" y="345"/>
                      <a:pt x="44" y="346"/>
                    </a:cubicBezTo>
                    <a:cubicBezTo>
                      <a:pt x="47" y="346"/>
                      <a:pt x="49" y="347"/>
                      <a:pt x="51" y="347"/>
                    </a:cubicBezTo>
                    <a:cubicBezTo>
                      <a:pt x="53" y="348"/>
                      <a:pt x="55" y="348"/>
                      <a:pt x="58" y="348"/>
                    </a:cubicBezTo>
                    <a:cubicBezTo>
                      <a:pt x="59" y="347"/>
                      <a:pt x="62" y="347"/>
                      <a:pt x="63" y="347"/>
                    </a:cubicBezTo>
                    <a:cubicBezTo>
                      <a:pt x="65" y="346"/>
                      <a:pt x="66" y="346"/>
                      <a:pt x="68" y="346"/>
                    </a:cubicBezTo>
                    <a:cubicBezTo>
                      <a:pt x="69" y="345"/>
                      <a:pt x="70" y="345"/>
                      <a:pt x="70" y="345"/>
                    </a:cubicBezTo>
                    <a:cubicBezTo>
                      <a:pt x="71" y="345"/>
                      <a:pt x="71" y="344"/>
                      <a:pt x="72" y="344"/>
                    </a:cubicBezTo>
                    <a:cubicBezTo>
                      <a:pt x="72" y="343"/>
                      <a:pt x="73" y="343"/>
                      <a:pt x="73" y="343"/>
                    </a:cubicBezTo>
                    <a:cubicBezTo>
                      <a:pt x="74" y="342"/>
                      <a:pt x="74" y="342"/>
                      <a:pt x="75" y="341"/>
                    </a:cubicBezTo>
                    <a:cubicBezTo>
                      <a:pt x="76" y="341"/>
                      <a:pt x="76" y="340"/>
                      <a:pt x="76" y="339"/>
                    </a:cubicBezTo>
                    <a:lnTo>
                      <a:pt x="77" y="339"/>
                    </a:lnTo>
                    <a:lnTo>
                      <a:pt x="77" y="338"/>
                    </a:lnTo>
                    <a:cubicBezTo>
                      <a:pt x="77" y="339"/>
                      <a:pt x="77" y="339"/>
                      <a:pt x="77" y="339"/>
                    </a:cubicBezTo>
                    <a:cubicBezTo>
                      <a:pt x="77" y="338"/>
                      <a:pt x="77" y="337"/>
                      <a:pt x="78" y="336"/>
                    </a:cubicBezTo>
                    <a:cubicBezTo>
                      <a:pt x="79" y="335"/>
                      <a:pt x="79" y="334"/>
                      <a:pt x="79" y="332"/>
                    </a:cubicBezTo>
                    <a:cubicBezTo>
                      <a:pt x="80" y="329"/>
                      <a:pt x="80" y="327"/>
                      <a:pt x="80" y="325"/>
                    </a:cubicBezTo>
                    <a:cubicBezTo>
                      <a:pt x="80" y="321"/>
                      <a:pt x="80" y="317"/>
                      <a:pt x="80" y="312"/>
                    </a:cubicBezTo>
                    <a:cubicBezTo>
                      <a:pt x="80" y="306"/>
                      <a:pt x="79" y="300"/>
                      <a:pt x="78" y="294"/>
                    </a:cubicBezTo>
                    <a:cubicBezTo>
                      <a:pt x="77" y="289"/>
                      <a:pt x="76" y="283"/>
                      <a:pt x="74" y="278"/>
                    </a:cubicBezTo>
                    <a:cubicBezTo>
                      <a:pt x="72" y="271"/>
                      <a:pt x="70" y="265"/>
                      <a:pt x="69" y="259"/>
                    </a:cubicBezTo>
                    <a:cubicBezTo>
                      <a:pt x="65" y="247"/>
                      <a:pt x="61" y="235"/>
                      <a:pt x="57" y="223"/>
                    </a:cubicBezTo>
                    <a:cubicBezTo>
                      <a:pt x="56" y="219"/>
                      <a:pt x="55" y="215"/>
                      <a:pt x="54" y="211"/>
                    </a:cubicBezTo>
                    <a:cubicBezTo>
                      <a:pt x="53" y="208"/>
                      <a:pt x="52" y="205"/>
                      <a:pt x="51" y="203"/>
                    </a:cubicBezTo>
                    <a:cubicBezTo>
                      <a:pt x="49" y="196"/>
                      <a:pt x="48" y="189"/>
                      <a:pt x="46" y="181"/>
                    </a:cubicBezTo>
                    <a:cubicBezTo>
                      <a:pt x="42" y="167"/>
                      <a:pt x="41" y="152"/>
                      <a:pt x="40" y="138"/>
                    </a:cubicBezTo>
                    <a:cubicBezTo>
                      <a:pt x="40" y="130"/>
                      <a:pt x="40" y="122"/>
                      <a:pt x="41" y="113"/>
                    </a:cubicBezTo>
                    <a:cubicBezTo>
                      <a:pt x="42" y="103"/>
                      <a:pt x="44" y="95"/>
                      <a:pt x="47" y="85"/>
                    </a:cubicBezTo>
                    <a:cubicBezTo>
                      <a:pt x="50" y="73"/>
                      <a:pt x="55" y="59"/>
                      <a:pt x="61" y="47"/>
                    </a:cubicBezTo>
                    <a:cubicBezTo>
                      <a:pt x="67" y="35"/>
                      <a:pt x="74" y="23"/>
                      <a:pt x="85" y="14"/>
                    </a:cubicBezTo>
                    <a:cubicBezTo>
                      <a:pt x="94" y="6"/>
                      <a:pt x="107" y="0"/>
                      <a:pt x="119" y="4"/>
                    </a:cubicBezTo>
                    <a:cubicBezTo>
                      <a:pt x="131" y="7"/>
                      <a:pt x="136" y="20"/>
                      <a:pt x="138" y="31"/>
                    </a:cubicBezTo>
                    <a:cubicBezTo>
                      <a:pt x="139" y="34"/>
                      <a:pt x="139" y="36"/>
                      <a:pt x="139" y="39"/>
                    </a:cubicBezTo>
                    <a:cubicBezTo>
                      <a:pt x="139" y="43"/>
                      <a:pt x="138" y="46"/>
                      <a:pt x="137" y="50"/>
                    </a:cubicBezTo>
                    <a:cubicBezTo>
                      <a:pt x="136" y="57"/>
                      <a:pt x="134" y="64"/>
                      <a:pt x="131" y="70"/>
                    </a:cubicBezTo>
                    <a:cubicBezTo>
                      <a:pt x="127" y="80"/>
                      <a:pt x="120" y="92"/>
                      <a:pt x="108" y="92"/>
                    </a:cubicBezTo>
                    <a:cubicBezTo>
                      <a:pt x="103" y="92"/>
                      <a:pt x="99" y="89"/>
                      <a:pt x="95" y="86"/>
                    </a:cubicBezTo>
                    <a:cubicBezTo>
                      <a:pt x="91" y="82"/>
                      <a:pt x="90" y="76"/>
                      <a:pt x="90" y="70"/>
                    </a:cubicBezTo>
                    <a:cubicBezTo>
                      <a:pt x="89" y="64"/>
                      <a:pt x="90" y="57"/>
                      <a:pt x="91" y="51"/>
                    </a:cubicBezTo>
                    <a:cubicBezTo>
                      <a:pt x="92" y="44"/>
                      <a:pt x="98" y="39"/>
                      <a:pt x="105" y="40"/>
                    </a:cubicBezTo>
                    <a:cubicBezTo>
                      <a:pt x="109" y="41"/>
                      <a:pt x="112" y="43"/>
                      <a:pt x="114" y="46"/>
                    </a:cubicBezTo>
                    <a:cubicBezTo>
                      <a:pt x="114" y="45"/>
                      <a:pt x="114" y="43"/>
                      <a:pt x="114" y="42"/>
                    </a:cubicBezTo>
                    <a:cubicBezTo>
                      <a:pt x="115" y="40"/>
                      <a:pt x="115" y="37"/>
                      <a:pt x="115" y="35"/>
                    </a:cubicBezTo>
                    <a:cubicBezTo>
                      <a:pt x="115" y="34"/>
                      <a:pt x="114" y="34"/>
                      <a:pt x="114" y="34"/>
                    </a:cubicBezTo>
                    <a:cubicBezTo>
                      <a:pt x="114" y="33"/>
                      <a:pt x="114" y="32"/>
                      <a:pt x="114" y="32"/>
                    </a:cubicBezTo>
                    <a:cubicBezTo>
                      <a:pt x="114" y="31"/>
                      <a:pt x="113" y="29"/>
                      <a:pt x="112" y="28"/>
                    </a:cubicBezTo>
                    <a:cubicBezTo>
                      <a:pt x="112" y="27"/>
                      <a:pt x="112" y="27"/>
                      <a:pt x="112" y="27"/>
                    </a:cubicBezTo>
                    <a:lnTo>
                      <a:pt x="111" y="27"/>
                    </a:lnTo>
                    <a:lnTo>
                      <a:pt x="110" y="27"/>
                    </a:lnTo>
                    <a:lnTo>
                      <a:pt x="109" y="27"/>
                    </a:lnTo>
                    <a:lnTo>
                      <a:pt x="108" y="28"/>
                    </a:lnTo>
                    <a:lnTo>
                      <a:pt x="109" y="27"/>
                    </a:lnTo>
                    <a:cubicBezTo>
                      <a:pt x="108" y="28"/>
                      <a:pt x="108" y="28"/>
                      <a:pt x="107" y="28"/>
                    </a:cubicBezTo>
                    <a:cubicBezTo>
                      <a:pt x="106" y="28"/>
                      <a:pt x="105" y="29"/>
                      <a:pt x="104" y="29"/>
                    </a:cubicBezTo>
                    <a:cubicBezTo>
                      <a:pt x="103" y="30"/>
                      <a:pt x="102" y="31"/>
                      <a:pt x="101" y="32"/>
                    </a:cubicBezTo>
                    <a:cubicBezTo>
                      <a:pt x="100" y="33"/>
                      <a:pt x="98" y="34"/>
                      <a:pt x="97" y="36"/>
                    </a:cubicBezTo>
                    <a:cubicBezTo>
                      <a:pt x="95" y="38"/>
                      <a:pt x="93" y="41"/>
                      <a:pt x="90" y="44"/>
                    </a:cubicBezTo>
                    <a:cubicBezTo>
                      <a:pt x="87" y="49"/>
                      <a:pt x="84" y="53"/>
                      <a:pt x="81" y="59"/>
                    </a:cubicBezTo>
                    <a:cubicBezTo>
                      <a:pt x="79" y="65"/>
                      <a:pt x="76" y="71"/>
                      <a:pt x="73" y="78"/>
                    </a:cubicBezTo>
                    <a:cubicBezTo>
                      <a:pt x="70" y="86"/>
                      <a:pt x="68" y="94"/>
                      <a:pt x="66" y="102"/>
                    </a:cubicBezTo>
                    <a:cubicBezTo>
                      <a:pt x="65" y="110"/>
                      <a:pt x="63" y="119"/>
                      <a:pt x="62" y="128"/>
                    </a:cubicBezTo>
                    <a:cubicBezTo>
                      <a:pt x="62" y="132"/>
                      <a:pt x="62" y="136"/>
                      <a:pt x="62" y="140"/>
                    </a:cubicBezTo>
                    <a:cubicBezTo>
                      <a:pt x="63" y="150"/>
                      <a:pt x="64" y="159"/>
                      <a:pt x="66" y="169"/>
                    </a:cubicBezTo>
                    <a:cubicBezTo>
                      <a:pt x="66" y="170"/>
                      <a:pt x="66" y="170"/>
                      <a:pt x="66" y="170"/>
                    </a:cubicBezTo>
                    <a:cubicBezTo>
                      <a:pt x="68" y="179"/>
                      <a:pt x="70" y="188"/>
                      <a:pt x="73" y="197"/>
                    </a:cubicBezTo>
                    <a:cubicBezTo>
                      <a:pt x="73" y="201"/>
                      <a:pt x="74" y="204"/>
                      <a:pt x="76" y="208"/>
                    </a:cubicBezTo>
                    <a:cubicBezTo>
                      <a:pt x="77" y="211"/>
                      <a:pt x="78" y="215"/>
                      <a:pt x="79" y="219"/>
                    </a:cubicBezTo>
                    <a:lnTo>
                      <a:pt x="79" y="220"/>
                    </a:lnTo>
                    <a:cubicBezTo>
                      <a:pt x="79" y="219"/>
                      <a:pt x="79" y="219"/>
                      <a:pt x="79" y="219"/>
                    </a:cubicBezTo>
                    <a:cubicBezTo>
                      <a:pt x="81" y="226"/>
                      <a:pt x="83" y="233"/>
                      <a:pt x="86" y="240"/>
                    </a:cubicBezTo>
                    <a:cubicBezTo>
                      <a:pt x="86" y="239"/>
                      <a:pt x="86" y="239"/>
                      <a:pt x="86" y="239"/>
                    </a:cubicBezTo>
                    <a:cubicBezTo>
                      <a:pt x="94" y="263"/>
                      <a:pt x="102" y="288"/>
                      <a:pt x="103" y="314"/>
                    </a:cubicBezTo>
                    <a:cubicBezTo>
                      <a:pt x="104" y="321"/>
                      <a:pt x="104" y="327"/>
                      <a:pt x="103" y="334"/>
                    </a:cubicBezTo>
                    <a:cubicBezTo>
                      <a:pt x="102" y="341"/>
                      <a:pt x="100" y="346"/>
                      <a:pt x="97" y="352"/>
                    </a:cubicBezTo>
                    <a:cubicBezTo>
                      <a:pt x="94" y="357"/>
                      <a:pt x="89" y="362"/>
                      <a:pt x="84" y="364"/>
                    </a:cubicBezTo>
                    <a:cubicBezTo>
                      <a:pt x="78" y="368"/>
                      <a:pt x="72" y="370"/>
                      <a:pt x="66" y="371"/>
                    </a:cubicBezTo>
                    <a:cubicBezTo>
                      <a:pt x="62" y="371"/>
                      <a:pt x="59" y="371"/>
                      <a:pt x="56" y="371"/>
                    </a:cubicBezTo>
                    <a:cubicBezTo>
                      <a:pt x="46" y="371"/>
                      <a:pt x="36" y="369"/>
                      <a:pt x="27" y="3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0" name="Google Shape;720;p7"/>
              <p:cNvSpPr/>
              <p:nvPr/>
            </p:nvSpPr>
            <p:spPr>
              <a:xfrm>
                <a:off x="358560" y="1446840"/>
                <a:ext cx="32760" cy="35280"/>
              </a:xfrm>
              <a:custGeom>
                <a:avLst/>
                <a:gdLst/>
                <a:ahLst/>
                <a:cxnLst/>
                <a:rect l="l" t="t" r="r" b="b"/>
                <a:pathLst>
                  <a:path w="91" h="98" extrusionOk="0">
                    <a:moveTo>
                      <a:pt x="21" y="93"/>
                    </a:moveTo>
                    <a:cubicBezTo>
                      <a:pt x="15" y="91"/>
                      <a:pt x="12" y="86"/>
                      <a:pt x="9" y="82"/>
                    </a:cubicBezTo>
                    <a:cubicBezTo>
                      <a:pt x="3" y="72"/>
                      <a:pt x="0" y="61"/>
                      <a:pt x="2" y="50"/>
                    </a:cubicBezTo>
                    <a:cubicBezTo>
                      <a:pt x="3" y="44"/>
                      <a:pt x="4" y="39"/>
                      <a:pt x="7" y="35"/>
                    </a:cubicBezTo>
                    <a:cubicBezTo>
                      <a:pt x="11" y="31"/>
                      <a:pt x="15" y="29"/>
                      <a:pt x="21" y="30"/>
                    </a:cubicBezTo>
                    <a:cubicBezTo>
                      <a:pt x="28" y="31"/>
                      <a:pt x="31" y="38"/>
                      <a:pt x="33" y="45"/>
                    </a:cubicBezTo>
                    <a:cubicBezTo>
                      <a:pt x="36" y="51"/>
                      <a:pt x="33" y="58"/>
                      <a:pt x="26" y="61"/>
                    </a:cubicBezTo>
                    <a:cubicBezTo>
                      <a:pt x="27" y="61"/>
                      <a:pt x="27" y="62"/>
                      <a:pt x="27" y="63"/>
                    </a:cubicBezTo>
                    <a:cubicBezTo>
                      <a:pt x="28" y="64"/>
                      <a:pt x="28" y="65"/>
                      <a:pt x="29" y="67"/>
                    </a:cubicBezTo>
                    <a:cubicBezTo>
                      <a:pt x="29" y="68"/>
                      <a:pt x="30" y="69"/>
                      <a:pt x="31" y="70"/>
                    </a:cubicBezTo>
                    <a:cubicBezTo>
                      <a:pt x="31" y="71"/>
                      <a:pt x="31" y="71"/>
                      <a:pt x="31" y="71"/>
                    </a:cubicBezTo>
                    <a:lnTo>
                      <a:pt x="32" y="71"/>
                    </a:lnTo>
                    <a:lnTo>
                      <a:pt x="32" y="72"/>
                    </a:lnTo>
                    <a:cubicBezTo>
                      <a:pt x="33" y="72"/>
                      <a:pt x="33" y="72"/>
                      <a:pt x="33" y="72"/>
                    </a:cubicBezTo>
                    <a:lnTo>
                      <a:pt x="34" y="72"/>
                    </a:lnTo>
                    <a:lnTo>
                      <a:pt x="35" y="72"/>
                    </a:lnTo>
                    <a:lnTo>
                      <a:pt x="36" y="72"/>
                    </a:lnTo>
                    <a:cubicBezTo>
                      <a:pt x="37" y="71"/>
                      <a:pt x="37" y="71"/>
                      <a:pt x="38" y="71"/>
                    </a:cubicBezTo>
                    <a:lnTo>
                      <a:pt x="39" y="70"/>
                    </a:lnTo>
                    <a:cubicBezTo>
                      <a:pt x="41" y="69"/>
                      <a:pt x="42" y="68"/>
                      <a:pt x="44" y="67"/>
                    </a:cubicBezTo>
                    <a:cubicBezTo>
                      <a:pt x="45" y="65"/>
                      <a:pt x="47" y="64"/>
                      <a:pt x="49" y="63"/>
                    </a:cubicBezTo>
                    <a:cubicBezTo>
                      <a:pt x="50" y="61"/>
                      <a:pt x="52" y="59"/>
                      <a:pt x="53" y="57"/>
                    </a:cubicBezTo>
                    <a:cubicBezTo>
                      <a:pt x="55" y="54"/>
                      <a:pt x="57" y="50"/>
                      <a:pt x="59" y="47"/>
                    </a:cubicBezTo>
                    <a:cubicBezTo>
                      <a:pt x="60" y="44"/>
                      <a:pt x="62" y="42"/>
                      <a:pt x="63" y="39"/>
                    </a:cubicBezTo>
                    <a:cubicBezTo>
                      <a:pt x="63" y="37"/>
                      <a:pt x="64" y="35"/>
                      <a:pt x="64" y="33"/>
                    </a:cubicBezTo>
                    <a:cubicBezTo>
                      <a:pt x="64" y="34"/>
                      <a:pt x="64" y="35"/>
                      <a:pt x="64" y="35"/>
                    </a:cubicBezTo>
                    <a:cubicBezTo>
                      <a:pt x="64" y="33"/>
                      <a:pt x="64" y="32"/>
                      <a:pt x="65" y="31"/>
                    </a:cubicBezTo>
                    <a:lnTo>
                      <a:pt x="65" y="32"/>
                    </a:lnTo>
                    <a:cubicBezTo>
                      <a:pt x="65" y="31"/>
                      <a:pt x="65" y="29"/>
                      <a:pt x="65" y="28"/>
                    </a:cubicBezTo>
                    <a:cubicBezTo>
                      <a:pt x="65" y="29"/>
                      <a:pt x="65" y="29"/>
                      <a:pt x="65" y="30"/>
                    </a:cubicBezTo>
                    <a:cubicBezTo>
                      <a:pt x="65" y="29"/>
                      <a:pt x="65" y="28"/>
                      <a:pt x="65" y="27"/>
                    </a:cubicBezTo>
                    <a:lnTo>
                      <a:pt x="64" y="26"/>
                    </a:lnTo>
                    <a:lnTo>
                      <a:pt x="64" y="25"/>
                    </a:lnTo>
                    <a:lnTo>
                      <a:pt x="63" y="25"/>
                    </a:lnTo>
                    <a:lnTo>
                      <a:pt x="63" y="24"/>
                    </a:lnTo>
                    <a:cubicBezTo>
                      <a:pt x="62" y="24"/>
                      <a:pt x="61" y="24"/>
                      <a:pt x="60" y="24"/>
                    </a:cubicBezTo>
                    <a:cubicBezTo>
                      <a:pt x="61" y="24"/>
                      <a:pt x="61" y="24"/>
                      <a:pt x="62" y="24"/>
                    </a:cubicBezTo>
                    <a:cubicBezTo>
                      <a:pt x="61" y="24"/>
                      <a:pt x="61" y="24"/>
                      <a:pt x="61" y="24"/>
                    </a:cubicBezTo>
                    <a:cubicBezTo>
                      <a:pt x="60" y="24"/>
                      <a:pt x="60" y="24"/>
                      <a:pt x="59" y="24"/>
                    </a:cubicBezTo>
                    <a:cubicBezTo>
                      <a:pt x="57" y="24"/>
                      <a:pt x="55" y="25"/>
                      <a:pt x="53" y="25"/>
                    </a:cubicBezTo>
                    <a:cubicBezTo>
                      <a:pt x="47" y="26"/>
                      <a:pt x="40" y="21"/>
                      <a:pt x="40" y="14"/>
                    </a:cubicBezTo>
                    <a:cubicBezTo>
                      <a:pt x="39" y="8"/>
                      <a:pt x="44" y="2"/>
                      <a:pt x="50" y="1"/>
                    </a:cubicBezTo>
                    <a:cubicBezTo>
                      <a:pt x="56" y="0"/>
                      <a:pt x="61" y="0"/>
                      <a:pt x="67" y="1"/>
                    </a:cubicBezTo>
                    <a:cubicBezTo>
                      <a:pt x="73" y="2"/>
                      <a:pt x="78" y="5"/>
                      <a:pt x="82" y="10"/>
                    </a:cubicBezTo>
                    <a:cubicBezTo>
                      <a:pt x="90" y="19"/>
                      <a:pt x="89" y="33"/>
                      <a:pt x="86" y="44"/>
                    </a:cubicBezTo>
                    <a:cubicBezTo>
                      <a:pt x="84" y="50"/>
                      <a:pt x="82" y="55"/>
                      <a:pt x="79" y="60"/>
                    </a:cubicBezTo>
                    <a:cubicBezTo>
                      <a:pt x="75" y="66"/>
                      <a:pt x="72" y="72"/>
                      <a:pt x="68" y="77"/>
                    </a:cubicBezTo>
                    <a:cubicBezTo>
                      <a:pt x="64" y="82"/>
                      <a:pt x="59" y="86"/>
                      <a:pt x="53" y="90"/>
                    </a:cubicBezTo>
                    <a:cubicBezTo>
                      <a:pt x="48" y="93"/>
                      <a:pt x="42" y="96"/>
                      <a:pt x="36" y="96"/>
                    </a:cubicBezTo>
                    <a:cubicBezTo>
                      <a:pt x="35" y="97"/>
                      <a:pt x="34" y="97"/>
                      <a:pt x="33" y="97"/>
                    </a:cubicBezTo>
                    <a:cubicBezTo>
                      <a:pt x="29" y="97"/>
                      <a:pt x="25" y="96"/>
                      <a:pt x="21" y="9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1" name="Google Shape;721;p7"/>
              <p:cNvSpPr/>
              <p:nvPr/>
            </p:nvSpPr>
            <p:spPr>
              <a:xfrm>
                <a:off x="344880" y="1253880"/>
                <a:ext cx="24480" cy="52920"/>
              </a:xfrm>
              <a:custGeom>
                <a:avLst/>
                <a:gdLst/>
                <a:ahLst/>
                <a:cxnLst/>
                <a:rect l="l" t="t" r="r" b="b"/>
                <a:pathLst>
                  <a:path w="68" h="147" extrusionOk="0">
                    <a:moveTo>
                      <a:pt x="17" y="135"/>
                    </a:moveTo>
                    <a:cubicBezTo>
                      <a:pt x="17" y="128"/>
                      <a:pt x="17" y="121"/>
                      <a:pt x="17" y="114"/>
                    </a:cubicBezTo>
                    <a:cubicBezTo>
                      <a:pt x="17" y="112"/>
                      <a:pt x="17" y="109"/>
                      <a:pt x="18" y="107"/>
                    </a:cubicBezTo>
                    <a:cubicBezTo>
                      <a:pt x="18" y="105"/>
                      <a:pt x="18" y="103"/>
                      <a:pt x="18" y="101"/>
                    </a:cubicBezTo>
                    <a:cubicBezTo>
                      <a:pt x="18" y="98"/>
                      <a:pt x="18" y="95"/>
                      <a:pt x="19" y="92"/>
                    </a:cubicBezTo>
                    <a:cubicBezTo>
                      <a:pt x="16" y="93"/>
                      <a:pt x="14" y="93"/>
                      <a:pt x="11" y="92"/>
                    </a:cubicBezTo>
                    <a:cubicBezTo>
                      <a:pt x="4" y="90"/>
                      <a:pt x="0" y="82"/>
                      <a:pt x="3" y="75"/>
                    </a:cubicBezTo>
                    <a:cubicBezTo>
                      <a:pt x="6" y="69"/>
                      <a:pt x="10" y="63"/>
                      <a:pt x="14" y="57"/>
                    </a:cubicBezTo>
                    <a:cubicBezTo>
                      <a:pt x="17" y="53"/>
                      <a:pt x="20" y="49"/>
                      <a:pt x="23" y="45"/>
                    </a:cubicBezTo>
                    <a:cubicBezTo>
                      <a:pt x="27" y="39"/>
                      <a:pt x="31" y="33"/>
                      <a:pt x="34" y="27"/>
                    </a:cubicBezTo>
                    <a:cubicBezTo>
                      <a:pt x="35" y="26"/>
                      <a:pt x="35" y="25"/>
                      <a:pt x="35" y="24"/>
                    </a:cubicBezTo>
                    <a:cubicBezTo>
                      <a:pt x="37" y="19"/>
                      <a:pt x="39" y="14"/>
                      <a:pt x="41" y="10"/>
                    </a:cubicBezTo>
                    <a:cubicBezTo>
                      <a:pt x="42" y="9"/>
                      <a:pt x="44" y="7"/>
                      <a:pt x="44" y="6"/>
                    </a:cubicBezTo>
                    <a:cubicBezTo>
                      <a:pt x="48" y="1"/>
                      <a:pt x="54" y="0"/>
                      <a:pt x="59" y="3"/>
                    </a:cubicBezTo>
                    <a:cubicBezTo>
                      <a:pt x="64" y="5"/>
                      <a:pt x="67" y="11"/>
                      <a:pt x="66" y="17"/>
                    </a:cubicBezTo>
                    <a:cubicBezTo>
                      <a:pt x="64" y="23"/>
                      <a:pt x="61" y="29"/>
                      <a:pt x="58" y="34"/>
                    </a:cubicBezTo>
                    <a:cubicBezTo>
                      <a:pt x="58" y="35"/>
                      <a:pt x="57" y="36"/>
                      <a:pt x="56" y="37"/>
                    </a:cubicBezTo>
                    <a:cubicBezTo>
                      <a:pt x="55" y="40"/>
                      <a:pt x="53" y="44"/>
                      <a:pt x="52" y="47"/>
                    </a:cubicBezTo>
                    <a:cubicBezTo>
                      <a:pt x="51" y="52"/>
                      <a:pt x="50" y="56"/>
                      <a:pt x="48" y="60"/>
                    </a:cubicBezTo>
                    <a:cubicBezTo>
                      <a:pt x="47" y="64"/>
                      <a:pt x="46" y="68"/>
                      <a:pt x="45" y="71"/>
                    </a:cubicBezTo>
                    <a:cubicBezTo>
                      <a:pt x="45" y="75"/>
                      <a:pt x="44" y="79"/>
                      <a:pt x="44" y="83"/>
                    </a:cubicBezTo>
                    <a:cubicBezTo>
                      <a:pt x="43" y="86"/>
                      <a:pt x="43" y="89"/>
                      <a:pt x="42" y="92"/>
                    </a:cubicBezTo>
                    <a:cubicBezTo>
                      <a:pt x="42" y="105"/>
                      <a:pt x="41" y="118"/>
                      <a:pt x="42" y="131"/>
                    </a:cubicBezTo>
                    <a:cubicBezTo>
                      <a:pt x="42" y="131"/>
                      <a:pt x="42" y="132"/>
                      <a:pt x="42" y="133"/>
                    </a:cubicBezTo>
                    <a:cubicBezTo>
                      <a:pt x="42" y="139"/>
                      <a:pt x="38" y="145"/>
                      <a:pt x="31" y="146"/>
                    </a:cubicBezTo>
                    <a:cubicBezTo>
                      <a:pt x="30" y="146"/>
                      <a:pt x="30" y="146"/>
                      <a:pt x="30" y="146"/>
                    </a:cubicBezTo>
                    <a:cubicBezTo>
                      <a:pt x="23" y="146"/>
                      <a:pt x="17" y="142"/>
                      <a:pt x="17" y="1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2" name="Google Shape;722;p7"/>
              <p:cNvSpPr/>
              <p:nvPr/>
            </p:nvSpPr>
            <p:spPr>
              <a:xfrm>
                <a:off x="384120" y="1273680"/>
                <a:ext cx="3240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90" h="35" extrusionOk="0">
                    <a:moveTo>
                      <a:pt x="11" y="33"/>
                    </a:moveTo>
                    <a:cubicBezTo>
                      <a:pt x="6" y="33"/>
                      <a:pt x="0" y="28"/>
                      <a:pt x="0" y="23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16"/>
                      <a:pt x="3" y="12"/>
                      <a:pt x="8" y="9"/>
                    </a:cubicBezTo>
                    <a:cubicBezTo>
                      <a:pt x="9" y="8"/>
                      <a:pt x="11" y="8"/>
                      <a:pt x="13" y="8"/>
                    </a:cubicBezTo>
                    <a:cubicBezTo>
                      <a:pt x="12" y="8"/>
                      <a:pt x="11" y="8"/>
                      <a:pt x="11" y="8"/>
                    </a:cubicBezTo>
                    <a:cubicBezTo>
                      <a:pt x="21" y="5"/>
                      <a:pt x="31" y="4"/>
                      <a:pt x="41" y="2"/>
                    </a:cubicBezTo>
                    <a:cubicBezTo>
                      <a:pt x="53" y="1"/>
                      <a:pt x="64" y="1"/>
                      <a:pt x="77" y="0"/>
                    </a:cubicBezTo>
                    <a:cubicBezTo>
                      <a:pt x="83" y="0"/>
                      <a:pt x="89" y="6"/>
                      <a:pt x="88" y="12"/>
                    </a:cubicBezTo>
                    <a:cubicBezTo>
                      <a:pt x="88" y="19"/>
                      <a:pt x="83" y="24"/>
                      <a:pt x="77" y="24"/>
                    </a:cubicBezTo>
                    <a:cubicBezTo>
                      <a:pt x="74" y="24"/>
                      <a:pt x="73" y="24"/>
                      <a:pt x="71" y="24"/>
                    </a:cubicBezTo>
                    <a:lnTo>
                      <a:pt x="70" y="24"/>
                    </a:lnTo>
                    <a:lnTo>
                      <a:pt x="69" y="24"/>
                    </a:lnTo>
                    <a:lnTo>
                      <a:pt x="70" y="24"/>
                    </a:lnTo>
                    <a:cubicBezTo>
                      <a:pt x="64" y="24"/>
                      <a:pt x="60" y="25"/>
                      <a:pt x="55" y="26"/>
                    </a:cubicBezTo>
                    <a:cubicBezTo>
                      <a:pt x="49" y="26"/>
                      <a:pt x="45" y="27"/>
                      <a:pt x="39" y="27"/>
                    </a:cubicBezTo>
                    <a:lnTo>
                      <a:pt x="38" y="27"/>
                    </a:lnTo>
                    <a:cubicBezTo>
                      <a:pt x="39" y="27"/>
                      <a:pt x="39" y="27"/>
                      <a:pt x="39" y="27"/>
                    </a:cubicBezTo>
                    <a:cubicBezTo>
                      <a:pt x="38" y="27"/>
                      <a:pt x="38" y="27"/>
                      <a:pt x="37" y="28"/>
                    </a:cubicBezTo>
                    <a:cubicBezTo>
                      <a:pt x="36" y="28"/>
                      <a:pt x="35" y="28"/>
                      <a:pt x="34" y="29"/>
                    </a:cubicBezTo>
                    <a:lnTo>
                      <a:pt x="34" y="28"/>
                    </a:lnTo>
                    <a:cubicBezTo>
                      <a:pt x="34" y="29"/>
                      <a:pt x="34" y="29"/>
                      <a:pt x="34" y="29"/>
                    </a:cubicBezTo>
                    <a:cubicBezTo>
                      <a:pt x="33" y="29"/>
                      <a:pt x="32" y="29"/>
                      <a:pt x="32" y="29"/>
                    </a:cubicBezTo>
                    <a:cubicBezTo>
                      <a:pt x="31" y="29"/>
                      <a:pt x="31" y="29"/>
                      <a:pt x="31" y="29"/>
                    </a:cubicBezTo>
                    <a:cubicBezTo>
                      <a:pt x="27" y="30"/>
                      <a:pt x="23" y="31"/>
                      <a:pt x="19" y="32"/>
                    </a:cubicBezTo>
                    <a:cubicBezTo>
                      <a:pt x="17" y="33"/>
                      <a:pt x="15" y="34"/>
                      <a:pt x="13" y="34"/>
                    </a:cubicBezTo>
                    <a:cubicBezTo>
                      <a:pt x="12" y="34"/>
                      <a:pt x="11" y="34"/>
                      <a:pt x="11" y="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3" name="Google Shape;723;p7"/>
              <p:cNvSpPr/>
              <p:nvPr/>
            </p:nvSpPr>
            <p:spPr>
              <a:xfrm>
                <a:off x="426600" y="1253880"/>
                <a:ext cx="31680" cy="33840"/>
              </a:xfrm>
              <a:custGeom>
                <a:avLst/>
                <a:gdLst/>
                <a:ahLst/>
                <a:cxnLst/>
                <a:rect l="l" t="t" r="r" b="b"/>
                <a:pathLst>
                  <a:path w="88" h="94" extrusionOk="0">
                    <a:moveTo>
                      <a:pt x="65" y="89"/>
                    </a:moveTo>
                    <a:cubicBezTo>
                      <a:pt x="55" y="78"/>
                      <a:pt x="46" y="67"/>
                      <a:pt x="36" y="56"/>
                    </a:cubicBezTo>
                    <a:cubicBezTo>
                      <a:pt x="30" y="51"/>
                      <a:pt x="26" y="46"/>
                      <a:pt x="21" y="41"/>
                    </a:cubicBezTo>
                    <a:cubicBezTo>
                      <a:pt x="18" y="37"/>
                      <a:pt x="14" y="32"/>
                      <a:pt x="10" y="28"/>
                    </a:cubicBezTo>
                    <a:cubicBezTo>
                      <a:pt x="6" y="27"/>
                      <a:pt x="3" y="24"/>
                      <a:pt x="2" y="20"/>
                    </a:cubicBezTo>
                    <a:cubicBezTo>
                      <a:pt x="1" y="18"/>
                      <a:pt x="1" y="17"/>
                      <a:pt x="1" y="16"/>
                    </a:cubicBezTo>
                    <a:cubicBezTo>
                      <a:pt x="0" y="7"/>
                      <a:pt x="8" y="0"/>
                      <a:pt x="17" y="2"/>
                    </a:cubicBezTo>
                    <a:cubicBezTo>
                      <a:pt x="22" y="3"/>
                      <a:pt x="25" y="7"/>
                      <a:pt x="28" y="11"/>
                    </a:cubicBezTo>
                    <a:cubicBezTo>
                      <a:pt x="29" y="13"/>
                      <a:pt x="30" y="14"/>
                      <a:pt x="32" y="16"/>
                    </a:cubicBezTo>
                    <a:cubicBezTo>
                      <a:pt x="48" y="35"/>
                      <a:pt x="65" y="53"/>
                      <a:pt x="83" y="72"/>
                    </a:cubicBezTo>
                    <a:cubicBezTo>
                      <a:pt x="87" y="77"/>
                      <a:pt x="87" y="85"/>
                      <a:pt x="82" y="90"/>
                    </a:cubicBezTo>
                    <a:cubicBezTo>
                      <a:pt x="80" y="92"/>
                      <a:pt x="77" y="93"/>
                      <a:pt x="73" y="93"/>
                    </a:cubicBezTo>
                    <a:cubicBezTo>
                      <a:pt x="71" y="93"/>
                      <a:pt x="67" y="91"/>
                      <a:pt x="65" y="8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4" name="Google Shape;724;p7"/>
              <p:cNvSpPr/>
              <p:nvPr/>
            </p:nvSpPr>
            <p:spPr>
              <a:xfrm>
                <a:off x="426240" y="1253520"/>
                <a:ext cx="45720" cy="54360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51" extrusionOk="0">
                    <a:moveTo>
                      <a:pt x="8" y="149"/>
                    </a:moveTo>
                    <a:cubicBezTo>
                      <a:pt x="2" y="146"/>
                      <a:pt x="0" y="139"/>
                      <a:pt x="2" y="134"/>
                    </a:cubicBezTo>
                    <a:cubicBezTo>
                      <a:pt x="6" y="123"/>
                      <a:pt x="10" y="113"/>
                      <a:pt x="15" y="103"/>
                    </a:cubicBezTo>
                    <a:cubicBezTo>
                      <a:pt x="20" y="93"/>
                      <a:pt x="25" y="83"/>
                      <a:pt x="30" y="73"/>
                    </a:cubicBezTo>
                    <a:cubicBezTo>
                      <a:pt x="33" y="68"/>
                      <a:pt x="37" y="63"/>
                      <a:pt x="40" y="58"/>
                    </a:cubicBezTo>
                    <a:cubicBezTo>
                      <a:pt x="45" y="49"/>
                      <a:pt x="51" y="40"/>
                      <a:pt x="58" y="31"/>
                    </a:cubicBezTo>
                    <a:cubicBezTo>
                      <a:pt x="62" y="26"/>
                      <a:pt x="67" y="21"/>
                      <a:pt x="72" y="15"/>
                    </a:cubicBezTo>
                    <a:cubicBezTo>
                      <a:pt x="77" y="11"/>
                      <a:pt x="82" y="7"/>
                      <a:pt x="88" y="4"/>
                    </a:cubicBezTo>
                    <a:cubicBezTo>
                      <a:pt x="94" y="1"/>
                      <a:pt x="100" y="0"/>
                      <a:pt x="106" y="1"/>
                    </a:cubicBezTo>
                    <a:cubicBezTo>
                      <a:pt x="110" y="3"/>
                      <a:pt x="114" y="4"/>
                      <a:pt x="117" y="5"/>
                    </a:cubicBezTo>
                    <a:cubicBezTo>
                      <a:pt x="123" y="8"/>
                      <a:pt x="126" y="16"/>
                      <a:pt x="123" y="22"/>
                    </a:cubicBezTo>
                    <a:cubicBezTo>
                      <a:pt x="121" y="28"/>
                      <a:pt x="113" y="32"/>
                      <a:pt x="107" y="29"/>
                    </a:cubicBezTo>
                    <a:cubicBezTo>
                      <a:pt x="105" y="28"/>
                      <a:pt x="102" y="26"/>
                      <a:pt x="101" y="26"/>
                    </a:cubicBezTo>
                    <a:cubicBezTo>
                      <a:pt x="100" y="26"/>
                      <a:pt x="100" y="26"/>
                      <a:pt x="100" y="26"/>
                    </a:cubicBezTo>
                    <a:lnTo>
                      <a:pt x="101" y="26"/>
                    </a:lnTo>
                    <a:lnTo>
                      <a:pt x="100" y="26"/>
                    </a:lnTo>
                    <a:cubicBezTo>
                      <a:pt x="99" y="26"/>
                      <a:pt x="99" y="26"/>
                      <a:pt x="98" y="26"/>
                    </a:cubicBezTo>
                    <a:lnTo>
                      <a:pt x="99" y="26"/>
                    </a:lnTo>
                    <a:cubicBezTo>
                      <a:pt x="98" y="26"/>
                      <a:pt x="98" y="26"/>
                      <a:pt x="97" y="27"/>
                    </a:cubicBezTo>
                    <a:cubicBezTo>
                      <a:pt x="97" y="27"/>
                      <a:pt x="96" y="28"/>
                      <a:pt x="95" y="28"/>
                    </a:cubicBezTo>
                    <a:cubicBezTo>
                      <a:pt x="94" y="29"/>
                      <a:pt x="93" y="30"/>
                      <a:pt x="91" y="31"/>
                    </a:cubicBezTo>
                    <a:cubicBezTo>
                      <a:pt x="88" y="33"/>
                      <a:pt x="86" y="36"/>
                      <a:pt x="83" y="39"/>
                    </a:cubicBezTo>
                    <a:cubicBezTo>
                      <a:pt x="77" y="46"/>
                      <a:pt x="72" y="53"/>
                      <a:pt x="66" y="60"/>
                    </a:cubicBezTo>
                    <a:cubicBezTo>
                      <a:pt x="67" y="60"/>
                      <a:pt x="67" y="59"/>
                      <a:pt x="67" y="59"/>
                    </a:cubicBezTo>
                    <a:cubicBezTo>
                      <a:pt x="62" y="67"/>
                      <a:pt x="56" y="76"/>
                      <a:pt x="51" y="84"/>
                    </a:cubicBezTo>
                    <a:cubicBezTo>
                      <a:pt x="47" y="90"/>
                      <a:pt x="44" y="96"/>
                      <a:pt x="41" y="102"/>
                    </a:cubicBezTo>
                    <a:cubicBezTo>
                      <a:pt x="38" y="107"/>
                      <a:pt x="36" y="113"/>
                      <a:pt x="33" y="118"/>
                    </a:cubicBezTo>
                    <a:cubicBezTo>
                      <a:pt x="30" y="125"/>
                      <a:pt x="27" y="133"/>
                      <a:pt x="25" y="139"/>
                    </a:cubicBezTo>
                    <a:lnTo>
                      <a:pt x="26" y="138"/>
                    </a:lnTo>
                    <a:cubicBezTo>
                      <a:pt x="25" y="139"/>
                      <a:pt x="24" y="141"/>
                      <a:pt x="24" y="143"/>
                    </a:cubicBezTo>
                    <a:cubicBezTo>
                      <a:pt x="22" y="148"/>
                      <a:pt x="17" y="150"/>
                      <a:pt x="13" y="150"/>
                    </a:cubicBezTo>
                    <a:cubicBezTo>
                      <a:pt x="11" y="150"/>
                      <a:pt x="10" y="150"/>
                      <a:pt x="8" y="1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5" name="Google Shape;725;p7"/>
              <p:cNvSpPr/>
              <p:nvPr/>
            </p:nvSpPr>
            <p:spPr>
              <a:xfrm>
                <a:off x="479160" y="1333080"/>
                <a:ext cx="34560" cy="68760"/>
              </a:xfrm>
              <a:custGeom>
                <a:avLst/>
                <a:gdLst/>
                <a:ahLst/>
                <a:cxnLst/>
                <a:rect l="l" t="t" r="r" b="b"/>
                <a:pathLst>
                  <a:path w="96" h="191" extrusionOk="0">
                    <a:moveTo>
                      <a:pt x="71" y="184"/>
                    </a:moveTo>
                    <a:cubicBezTo>
                      <a:pt x="67" y="177"/>
                      <a:pt x="64" y="170"/>
                      <a:pt x="61" y="162"/>
                    </a:cubicBezTo>
                    <a:cubicBezTo>
                      <a:pt x="61" y="163"/>
                      <a:pt x="61" y="163"/>
                      <a:pt x="61" y="163"/>
                    </a:cubicBezTo>
                    <a:lnTo>
                      <a:pt x="61" y="162"/>
                    </a:lnTo>
                    <a:cubicBezTo>
                      <a:pt x="61" y="162"/>
                      <a:pt x="60" y="162"/>
                      <a:pt x="60" y="161"/>
                    </a:cubicBezTo>
                    <a:cubicBezTo>
                      <a:pt x="60" y="162"/>
                      <a:pt x="61" y="162"/>
                      <a:pt x="61" y="162"/>
                    </a:cubicBezTo>
                    <a:cubicBezTo>
                      <a:pt x="56" y="153"/>
                      <a:pt x="51" y="143"/>
                      <a:pt x="46" y="133"/>
                    </a:cubicBezTo>
                    <a:cubicBezTo>
                      <a:pt x="39" y="122"/>
                      <a:pt x="33" y="111"/>
                      <a:pt x="26" y="100"/>
                    </a:cubicBezTo>
                    <a:cubicBezTo>
                      <a:pt x="21" y="90"/>
                      <a:pt x="15" y="79"/>
                      <a:pt x="11" y="68"/>
                    </a:cubicBezTo>
                    <a:cubicBezTo>
                      <a:pt x="5" y="54"/>
                      <a:pt x="0" y="38"/>
                      <a:pt x="1" y="23"/>
                    </a:cubicBezTo>
                    <a:cubicBezTo>
                      <a:pt x="1" y="17"/>
                      <a:pt x="3" y="10"/>
                      <a:pt x="6" y="6"/>
                    </a:cubicBezTo>
                    <a:cubicBezTo>
                      <a:pt x="10" y="2"/>
                      <a:pt x="16" y="0"/>
                      <a:pt x="21" y="2"/>
                    </a:cubicBezTo>
                    <a:cubicBezTo>
                      <a:pt x="28" y="5"/>
                      <a:pt x="31" y="13"/>
                      <a:pt x="28" y="19"/>
                    </a:cubicBezTo>
                    <a:cubicBezTo>
                      <a:pt x="28" y="20"/>
                      <a:pt x="26" y="21"/>
                      <a:pt x="26" y="22"/>
                    </a:cubicBezTo>
                    <a:cubicBezTo>
                      <a:pt x="26" y="23"/>
                      <a:pt x="25" y="24"/>
                      <a:pt x="25" y="26"/>
                    </a:cubicBezTo>
                    <a:cubicBezTo>
                      <a:pt x="25" y="27"/>
                      <a:pt x="25" y="30"/>
                      <a:pt x="25" y="32"/>
                    </a:cubicBezTo>
                    <a:cubicBezTo>
                      <a:pt x="25" y="34"/>
                      <a:pt x="26" y="35"/>
                      <a:pt x="26" y="37"/>
                    </a:cubicBezTo>
                    <a:cubicBezTo>
                      <a:pt x="27" y="42"/>
                      <a:pt x="29" y="47"/>
                      <a:pt x="30" y="52"/>
                    </a:cubicBezTo>
                    <a:cubicBezTo>
                      <a:pt x="33" y="59"/>
                      <a:pt x="36" y="67"/>
                      <a:pt x="39" y="74"/>
                    </a:cubicBezTo>
                    <a:cubicBezTo>
                      <a:pt x="43" y="82"/>
                      <a:pt x="47" y="90"/>
                      <a:pt x="51" y="97"/>
                    </a:cubicBezTo>
                    <a:cubicBezTo>
                      <a:pt x="56" y="105"/>
                      <a:pt x="60" y="114"/>
                      <a:pt x="65" y="122"/>
                    </a:cubicBezTo>
                    <a:cubicBezTo>
                      <a:pt x="74" y="139"/>
                      <a:pt x="82" y="156"/>
                      <a:pt x="92" y="172"/>
                    </a:cubicBezTo>
                    <a:cubicBezTo>
                      <a:pt x="95" y="178"/>
                      <a:pt x="93" y="185"/>
                      <a:pt x="87" y="189"/>
                    </a:cubicBezTo>
                    <a:cubicBezTo>
                      <a:pt x="85" y="190"/>
                      <a:pt x="84" y="190"/>
                      <a:pt x="81" y="190"/>
                    </a:cubicBezTo>
                    <a:cubicBezTo>
                      <a:pt x="77" y="190"/>
                      <a:pt x="73" y="188"/>
                      <a:pt x="71" y="18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6" name="Google Shape;726;p7"/>
              <p:cNvSpPr/>
              <p:nvPr/>
            </p:nvSpPr>
            <p:spPr>
              <a:xfrm>
                <a:off x="475200" y="1350720"/>
                <a:ext cx="55440" cy="56160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56" extrusionOk="0">
                    <a:moveTo>
                      <a:pt x="8" y="154"/>
                    </a:moveTo>
                    <a:cubicBezTo>
                      <a:pt x="3" y="150"/>
                      <a:pt x="0" y="143"/>
                      <a:pt x="4" y="137"/>
                    </a:cubicBezTo>
                    <a:cubicBezTo>
                      <a:pt x="11" y="126"/>
                      <a:pt x="19" y="115"/>
                      <a:pt x="27" y="105"/>
                    </a:cubicBezTo>
                    <a:cubicBezTo>
                      <a:pt x="35" y="95"/>
                      <a:pt x="43" y="85"/>
                      <a:pt x="51" y="75"/>
                    </a:cubicBezTo>
                    <a:cubicBezTo>
                      <a:pt x="60" y="65"/>
                      <a:pt x="68" y="55"/>
                      <a:pt x="78" y="45"/>
                    </a:cubicBezTo>
                    <a:cubicBezTo>
                      <a:pt x="86" y="35"/>
                      <a:pt x="95" y="26"/>
                      <a:pt x="105" y="18"/>
                    </a:cubicBezTo>
                    <a:cubicBezTo>
                      <a:pt x="114" y="12"/>
                      <a:pt x="124" y="7"/>
                      <a:pt x="134" y="3"/>
                    </a:cubicBezTo>
                    <a:cubicBezTo>
                      <a:pt x="141" y="0"/>
                      <a:pt x="148" y="4"/>
                      <a:pt x="151" y="10"/>
                    </a:cubicBezTo>
                    <a:cubicBezTo>
                      <a:pt x="153" y="17"/>
                      <a:pt x="150" y="24"/>
                      <a:pt x="144" y="27"/>
                    </a:cubicBezTo>
                    <a:cubicBezTo>
                      <a:pt x="138" y="29"/>
                      <a:pt x="132" y="31"/>
                      <a:pt x="127" y="34"/>
                    </a:cubicBezTo>
                    <a:cubicBezTo>
                      <a:pt x="125" y="35"/>
                      <a:pt x="123" y="36"/>
                      <a:pt x="121" y="37"/>
                    </a:cubicBezTo>
                    <a:cubicBezTo>
                      <a:pt x="119" y="39"/>
                      <a:pt x="117" y="40"/>
                      <a:pt x="115" y="42"/>
                    </a:cubicBezTo>
                    <a:cubicBezTo>
                      <a:pt x="104" y="52"/>
                      <a:pt x="94" y="62"/>
                      <a:pt x="84" y="73"/>
                    </a:cubicBezTo>
                    <a:cubicBezTo>
                      <a:pt x="75" y="84"/>
                      <a:pt x="65" y="95"/>
                      <a:pt x="56" y="106"/>
                    </a:cubicBezTo>
                    <a:cubicBezTo>
                      <a:pt x="47" y="116"/>
                      <a:pt x="39" y="127"/>
                      <a:pt x="31" y="139"/>
                    </a:cubicBezTo>
                    <a:cubicBezTo>
                      <a:pt x="29" y="142"/>
                      <a:pt x="26" y="146"/>
                      <a:pt x="25" y="150"/>
                    </a:cubicBezTo>
                    <a:cubicBezTo>
                      <a:pt x="22" y="153"/>
                      <a:pt x="18" y="155"/>
                      <a:pt x="14" y="155"/>
                    </a:cubicBezTo>
                    <a:cubicBezTo>
                      <a:pt x="12" y="155"/>
                      <a:pt x="10" y="154"/>
                      <a:pt x="8" y="1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7" name="Google Shape;727;p7"/>
              <p:cNvSpPr/>
              <p:nvPr/>
            </p:nvSpPr>
            <p:spPr>
              <a:xfrm>
                <a:off x="540360" y="1310040"/>
                <a:ext cx="34560" cy="57240"/>
              </a:xfrm>
              <a:custGeom>
                <a:avLst/>
                <a:gdLst/>
                <a:ahLst/>
                <a:cxnLst/>
                <a:rect l="l" t="t" r="r" b="b"/>
                <a:pathLst>
                  <a:path w="96" h="159" extrusionOk="0">
                    <a:moveTo>
                      <a:pt x="13" y="157"/>
                    </a:moveTo>
                    <a:cubicBezTo>
                      <a:pt x="8" y="154"/>
                      <a:pt x="3" y="151"/>
                      <a:pt x="2" y="145"/>
                    </a:cubicBezTo>
                    <a:cubicBezTo>
                      <a:pt x="0" y="140"/>
                      <a:pt x="2" y="134"/>
                      <a:pt x="5" y="130"/>
                    </a:cubicBezTo>
                    <a:cubicBezTo>
                      <a:pt x="8" y="125"/>
                      <a:pt x="11" y="120"/>
                      <a:pt x="16" y="116"/>
                    </a:cubicBezTo>
                    <a:cubicBezTo>
                      <a:pt x="19" y="111"/>
                      <a:pt x="22" y="106"/>
                      <a:pt x="25" y="102"/>
                    </a:cubicBezTo>
                    <a:cubicBezTo>
                      <a:pt x="32" y="94"/>
                      <a:pt x="38" y="85"/>
                      <a:pt x="44" y="77"/>
                    </a:cubicBezTo>
                    <a:cubicBezTo>
                      <a:pt x="44" y="78"/>
                      <a:pt x="43" y="78"/>
                      <a:pt x="43" y="78"/>
                    </a:cubicBezTo>
                    <a:cubicBezTo>
                      <a:pt x="48" y="71"/>
                      <a:pt x="53" y="63"/>
                      <a:pt x="58" y="56"/>
                    </a:cubicBezTo>
                    <a:cubicBezTo>
                      <a:pt x="59" y="53"/>
                      <a:pt x="60" y="50"/>
                      <a:pt x="61" y="47"/>
                    </a:cubicBezTo>
                    <a:cubicBezTo>
                      <a:pt x="61" y="46"/>
                      <a:pt x="60" y="46"/>
                      <a:pt x="60" y="46"/>
                    </a:cubicBezTo>
                    <a:cubicBezTo>
                      <a:pt x="59" y="46"/>
                      <a:pt x="57" y="45"/>
                      <a:pt x="55" y="45"/>
                    </a:cubicBezTo>
                    <a:cubicBezTo>
                      <a:pt x="50" y="44"/>
                      <a:pt x="44" y="44"/>
                      <a:pt x="39" y="42"/>
                    </a:cubicBezTo>
                    <a:cubicBezTo>
                      <a:pt x="33" y="41"/>
                      <a:pt x="28" y="35"/>
                      <a:pt x="28" y="29"/>
                    </a:cubicBezTo>
                    <a:cubicBezTo>
                      <a:pt x="28" y="26"/>
                      <a:pt x="29" y="23"/>
                      <a:pt x="30" y="20"/>
                    </a:cubicBezTo>
                    <a:cubicBezTo>
                      <a:pt x="32" y="17"/>
                      <a:pt x="34" y="15"/>
                      <a:pt x="37" y="13"/>
                    </a:cubicBezTo>
                    <a:cubicBezTo>
                      <a:pt x="46" y="4"/>
                      <a:pt x="60" y="0"/>
                      <a:pt x="72" y="6"/>
                    </a:cubicBezTo>
                    <a:cubicBezTo>
                      <a:pt x="85" y="13"/>
                      <a:pt x="90" y="28"/>
                      <a:pt x="88" y="41"/>
                    </a:cubicBezTo>
                    <a:cubicBezTo>
                      <a:pt x="86" y="56"/>
                      <a:pt x="78" y="69"/>
                      <a:pt x="70" y="82"/>
                    </a:cubicBezTo>
                    <a:cubicBezTo>
                      <a:pt x="64" y="90"/>
                      <a:pt x="59" y="97"/>
                      <a:pt x="54" y="104"/>
                    </a:cubicBezTo>
                    <a:cubicBezTo>
                      <a:pt x="48" y="113"/>
                      <a:pt x="41" y="122"/>
                      <a:pt x="34" y="131"/>
                    </a:cubicBezTo>
                    <a:cubicBezTo>
                      <a:pt x="42" y="129"/>
                      <a:pt x="50" y="127"/>
                      <a:pt x="58" y="125"/>
                    </a:cubicBezTo>
                    <a:cubicBezTo>
                      <a:pt x="65" y="123"/>
                      <a:pt x="72" y="120"/>
                      <a:pt x="79" y="119"/>
                    </a:cubicBezTo>
                    <a:cubicBezTo>
                      <a:pt x="85" y="117"/>
                      <a:pt x="92" y="121"/>
                      <a:pt x="94" y="127"/>
                    </a:cubicBezTo>
                    <a:cubicBezTo>
                      <a:pt x="95" y="133"/>
                      <a:pt x="91" y="139"/>
                      <a:pt x="85" y="141"/>
                    </a:cubicBezTo>
                    <a:cubicBezTo>
                      <a:pt x="73" y="145"/>
                      <a:pt x="61" y="148"/>
                      <a:pt x="49" y="152"/>
                    </a:cubicBezTo>
                    <a:cubicBezTo>
                      <a:pt x="43" y="154"/>
                      <a:pt x="37" y="156"/>
                      <a:pt x="31" y="157"/>
                    </a:cubicBezTo>
                    <a:cubicBezTo>
                      <a:pt x="28" y="158"/>
                      <a:pt x="25" y="158"/>
                      <a:pt x="21" y="158"/>
                    </a:cubicBezTo>
                    <a:cubicBezTo>
                      <a:pt x="18" y="158"/>
                      <a:pt x="16" y="158"/>
                      <a:pt x="13" y="1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8" name="Google Shape;728;p7"/>
              <p:cNvSpPr/>
              <p:nvPr/>
            </p:nvSpPr>
            <p:spPr>
              <a:xfrm>
                <a:off x="582480" y="1342800"/>
                <a:ext cx="56880" cy="74880"/>
              </a:xfrm>
              <a:custGeom>
                <a:avLst/>
                <a:gdLst/>
                <a:ahLst/>
                <a:cxnLst/>
                <a:rect l="l" t="t" r="r" b="b"/>
                <a:pathLst>
                  <a:path w="158" h="208" extrusionOk="0">
                    <a:moveTo>
                      <a:pt x="39" y="207"/>
                    </a:moveTo>
                    <a:cubicBezTo>
                      <a:pt x="31" y="207"/>
                      <a:pt x="24" y="206"/>
                      <a:pt x="17" y="203"/>
                    </a:cubicBezTo>
                    <a:cubicBezTo>
                      <a:pt x="10" y="201"/>
                      <a:pt x="4" y="197"/>
                      <a:pt x="2" y="189"/>
                    </a:cubicBezTo>
                    <a:cubicBezTo>
                      <a:pt x="0" y="183"/>
                      <a:pt x="1" y="176"/>
                      <a:pt x="5" y="171"/>
                    </a:cubicBezTo>
                    <a:cubicBezTo>
                      <a:pt x="9" y="166"/>
                      <a:pt x="14" y="163"/>
                      <a:pt x="19" y="160"/>
                    </a:cubicBezTo>
                    <a:cubicBezTo>
                      <a:pt x="28" y="152"/>
                      <a:pt x="38" y="145"/>
                      <a:pt x="48" y="138"/>
                    </a:cubicBezTo>
                    <a:cubicBezTo>
                      <a:pt x="52" y="134"/>
                      <a:pt x="57" y="130"/>
                      <a:pt x="61" y="127"/>
                    </a:cubicBezTo>
                    <a:cubicBezTo>
                      <a:pt x="78" y="113"/>
                      <a:pt x="94" y="99"/>
                      <a:pt x="109" y="83"/>
                    </a:cubicBezTo>
                    <a:cubicBezTo>
                      <a:pt x="114" y="78"/>
                      <a:pt x="118" y="73"/>
                      <a:pt x="122" y="67"/>
                    </a:cubicBezTo>
                    <a:cubicBezTo>
                      <a:pt x="124" y="64"/>
                      <a:pt x="126" y="61"/>
                      <a:pt x="128" y="58"/>
                    </a:cubicBezTo>
                    <a:cubicBezTo>
                      <a:pt x="128" y="56"/>
                      <a:pt x="129" y="54"/>
                      <a:pt x="130" y="53"/>
                    </a:cubicBezTo>
                    <a:cubicBezTo>
                      <a:pt x="130" y="52"/>
                      <a:pt x="130" y="50"/>
                      <a:pt x="131" y="49"/>
                    </a:cubicBezTo>
                    <a:cubicBezTo>
                      <a:pt x="131" y="47"/>
                      <a:pt x="132" y="45"/>
                      <a:pt x="132" y="43"/>
                    </a:cubicBezTo>
                    <a:cubicBezTo>
                      <a:pt x="132" y="43"/>
                      <a:pt x="132" y="42"/>
                      <a:pt x="132" y="41"/>
                    </a:cubicBezTo>
                    <a:cubicBezTo>
                      <a:pt x="132" y="40"/>
                      <a:pt x="132" y="39"/>
                      <a:pt x="132" y="38"/>
                    </a:cubicBezTo>
                    <a:cubicBezTo>
                      <a:pt x="131" y="38"/>
                      <a:pt x="131" y="38"/>
                      <a:pt x="131" y="37"/>
                    </a:cubicBezTo>
                    <a:cubicBezTo>
                      <a:pt x="131" y="36"/>
                      <a:pt x="131" y="36"/>
                      <a:pt x="131" y="36"/>
                    </a:cubicBezTo>
                    <a:cubicBezTo>
                      <a:pt x="130" y="36"/>
                      <a:pt x="130" y="36"/>
                      <a:pt x="130" y="36"/>
                    </a:cubicBezTo>
                    <a:cubicBezTo>
                      <a:pt x="130" y="35"/>
                      <a:pt x="130" y="35"/>
                      <a:pt x="130" y="35"/>
                    </a:cubicBezTo>
                    <a:cubicBezTo>
                      <a:pt x="129" y="34"/>
                      <a:pt x="128" y="34"/>
                      <a:pt x="127" y="32"/>
                    </a:cubicBezTo>
                    <a:cubicBezTo>
                      <a:pt x="126" y="32"/>
                      <a:pt x="125" y="32"/>
                      <a:pt x="125" y="31"/>
                    </a:cubicBezTo>
                    <a:cubicBezTo>
                      <a:pt x="124" y="31"/>
                      <a:pt x="123" y="31"/>
                      <a:pt x="123" y="31"/>
                    </a:cubicBezTo>
                    <a:cubicBezTo>
                      <a:pt x="119" y="29"/>
                      <a:pt x="116" y="29"/>
                      <a:pt x="112" y="28"/>
                    </a:cubicBezTo>
                    <a:cubicBezTo>
                      <a:pt x="108" y="27"/>
                      <a:pt x="104" y="27"/>
                      <a:pt x="100" y="26"/>
                    </a:cubicBezTo>
                    <a:cubicBezTo>
                      <a:pt x="96" y="26"/>
                      <a:pt x="92" y="26"/>
                      <a:pt x="88" y="26"/>
                    </a:cubicBezTo>
                    <a:lnTo>
                      <a:pt x="87" y="26"/>
                    </a:lnTo>
                    <a:cubicBezTo>
                      <a:pt x="89" y="29"/>
                      <a:pt x="89" y="32"/>
                      <a:pt x="88" y="35"/>
                    </a:cubicBezTo>
                    <a:cubicBezTo>
                      <a:pt x="86" y="42"/>
                      <a:pt x="79" y="46"/>
                      <a:pt x="72" y="44"/>
                    </a:cubicBezTo>
                    <a:cubicBezTo>
                      <a:pt x="69" y="43"/>
                      <a:pt x="66" y="42"/>
                      <a:pt x="62" y="40"/>
                    </a:cubicBezTo>
                    <a:cubicBezTo>
                      <a:pt x="59" y="39"/>
                      <a:pt x="56" y="38"/>
                      <a:pt x="53" y="35"/>
                    </a:cubicBezTo>
                    <a:cubicBezTo>
                      <a:pt x="51" y="33"/>
                      <a:pt x="49" y="28"/>
                      <a:pt x="49" y="25"/>
                    </a:cubicBezTo>
                    <a:cubicBezTo>
                      <a:pt x="49" y="21"/>
                      <a:pt x="49" y="18"/>
                      <a:pt x="51" y="15"/>
                    </a:cubicBezTo>
                    <a:cubicBezTo>
                      <a:pt x="53" y="13"/>
                      <a:pt x="55" y="11"/>
                      <a:pt x="58" y="10"/>
                    </a:cubicBezTo>
                    <a:cubicBezTo>
                      <a:pt x="65" y="6"/>
                      <a:pt x="72" y="4"/>
                      <a:pt x="80" y="3"/>
                    </a:cubicBezTo>
                    <a:cubicBezTo>
                      <a:pt x="94" y="0"/>
                      <a:pt x="109" y="3"/>
                      <a:pt x="123" y="6"/>
                    </a:cubicBezTo>
                    <a:cubicBezTo>
                      <a:pt x="129" y="7"/>
                      <a:pt x="135" y="9"/>
                      <a:pt x="140" y="13"/>
                    </a:cubicBezTo>
                    <a:cubicBezTo>
                      <a:pt x="147" y="17"/>
                      <a:pt x="152" y="22"/>
                      <a:pt x="154" y="29"/>
                    </a:cubicBezTo>
                    <a:cubicBezTo>
                      <a:pt x="157" y="36"/>
                      <a:pt x="157" y="45"/>
                      <a:pt x="155" y="53"/>
                    </a:cubicBezTo>
                    <a:cubicBezTo>
                      <a:pt x="153" y="61"/>
                      <a:pt x="149" y="69"/>
                      <a:pt x="144" y="77"/>
                    </a:cubicBezTo>
                    <a:cubicBezTo>
                      <a:pt x="140" y="84"/>
                      <a:pt x="135" y="90"/>
                      <a:pt x="129" y="96"/>
                    </a:cubicBezTo>
                    <a:cubicBezTo>
                      <a:pt x="125" y="101"/>
                      <a:pt x="122" y="104"/>
                      <a:pt x="118" y="108"/>
                    </a:cubicBezTo>
                    <a:cubicBezTo>
                      <a:pt x="108" y="117"/>
                      <a:pt x="98" y="127"/>
                      <a:pt x="87" y="135"/>
                    </a:cubicBezTo>
                    <a:cubicBezTo>
                      <a:pt x="83" y="138"/>
                      <a:pt x="79" y="142"/>
                      <a:pt x="76" y="145"/>
                    </a:cubicBezTo>
                    <a:lnTo>
                      <a:pt x="76" y="144"/>
                    </a:lnTo>
                    <a:cubicBezTo>
                      <a:pt x="63" y="156"/>
                      <a:pt x="48" y="166"/>
                      <a:pt x="35" y="177"/>
                    </a:cubicBezTo>
                    <a:cubicBezTo>
                      <a:pt x="33" y="179"/>
                      <a:pt x="32" y="180"/>
                      <a:pt x="30" y="181"/>
                    </a:cubicBezTo>
                    <a:cubicBezTo>
                      <a:pt x="31" y="181"/>
                      <a:pt x="31" y="181"/>
                      <a:pt x="31" y="181"/>
                    </a:cubicBezTo>
                    <a:cubicBezTo>
                      <a:pt x="34" y="182"/>
                      <a:pt x="37" y="182"/>
                      <a:pt x="40" y="183"/>
                    </a:cubicBezTo>
                    <a:cubicBezTo>
                      <a:pt x="44" y="183"/>
                      <a:pt x="48" y="183"/>
                      <a:pt x="52" y="183"/>
                    </a:cubicBezTo>
                    <a:cubicBezTo>
                      <a:pt x="59" y="182"/>
                      <a:pt x="66" y="181"/>
                      <a:pt x="73" y="181"/>
                    </a:cubicBezTo>
                    <a:cubicBezTo>
                      <a:pt x="79" y="180"/>
                      <a:pt x="86" y="179"/>
                      <a:pt x="93" y="179"/>
                    </a:cubicBezTo>
                    <a:cubicBezTo>
                      <a:pt x="107" y="177"/>
                      <a:pt x="122" y="175"/>
                      <a:pt x="136" y="175"/>
                    </a:cubicBezTo>
                    <a:cubicBezTo>
                      <a:pt x="143" y="175"/>
                      <a:pt x="149" y="180"/>
                      <a:pt x="149" y="187"/>
                    </a:cubicBezTo>
                    <a:cubicBezTo>
                      <a:pt x="149" y="194"/>
                      <a:pt x="143" y="199"/>
                      <a:pt x="136" y="199"/>
                    </a:cubicBezTo>
                    <a:cubicBezTo>
                      <a:pt x="132" y="199"/>
                      <a:pt x="128" y="200"/>
                      <a:pt x="124" y="200"/>
                    </a:cubicBezTo>
                    <a:cubicBezTo>
                      <a:pt x="112" y="201"/>
                      <a:pt x="100" y="202"/>
                      <a:pt x="87" y="204"/>
                    </a:cubicBezTo>
                    <a:cubicBezTo>
                      <a:pt x="73" y="205"/>
                      <a:pt x="59" y="207"/>
                      <a:pt x="44" y="207"/>
                    </a:cubicBezTo>
                    <a:cubicBezTo>
                      <a:pt x="42" y="207"/>
                      <a:pt x="41" y="207"/>
                      <a:pt x="39" y="20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9" name="Google Shape;729;p7"/>
              <p:cNvSpPr/>
              <p:nvPr/>
            </p:nvSpPr>
            <p:spPr>
              <a:xfrm>
                <a:off x="578520" y="1377720"/>
                <a:ext cx="7632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212" h="31" extrusionOk="0">
                    <a:moveTo>
                      <a:pt x="15" y="30"/>
                    </a:moveTo>
                    <a:cubicBezTo>
                      <a:pt x="14" y="29"/>
                      <a:pt x="13" y="29"/>
                      <a:pt x="12" y="29"/>
                    </a:cubicBezTo>
                    <a:cubicBezTo>
                      <a:pt x="9" y="27"/>
                      <a:pt x="7" y="25"/>
                      <a:pt x="5" y="22"/>
                    </a:cubicBezTo>
                    <a:cubicBezTo>
                      <a:pt x="0" y="15"/>
                      <a:pt x="6" y="6"/>
                      <a:pt x="13" y="4"/>
                    </a:cubicBezTo>
                    <a:cubicBezTo>
                      <a:pt x="19" y="2"/>
                      <a:pt x="25" y="2"/>
                      <a:pt x="31" y="2"/>
                    </a:cubicBezTo>
                    <a:cubicBezTo>
                      <a:pt x="30" y="2"/>
                      <a:pt x="30" y="2"/>
                      <a:pt x="29" y="2"/>
                    </a:cubicBezTo>
                    <a:cubicBezTo>
                      <a:pt x="44" y="1"/>
                      <a:pt x="58" y="1"/>
                      <a:pt x="72" y="0"/>
                    </a:cubicBezTo>
                    <a:cubicBezTo>
                      <a:pt x="84" y="0"/>
                      <a:pt x="96" y="0"/>
                      <a:pt x="108" y="1"/>
                    </a:cubicBezTo>
                    <a:cubicBezTo>
                      <a:pt x="134" y="1"/>
                      <a:pt x="159" y="2"/>
                      <a:pt x="185" y="3"/>
                    </a:cubicBezTo>
                    <a:cubicBezTo>
                      <a:pt x="190" y="3"/>
                      <a:pt x="194" y="3"/>
                      <a:pt x="200" y="4"/>
                    </a:cubicBezTo>
                    <a:cubicBezTo>
                      <a:pt x="206" y="4"/>
                      <a:pt x="211" y="8"/>
                      <a:pt x="210" y="15"/>
                    </a:cubicBezTo>
                    <a:cubicBezTo>
                      <a:pt x="210" y="20"/>
                      <a:pt x="206" y="26"/>
                      <a:pt x="199" y="26"/>
                    </a:cubicBezTo>
                    <a:cubicBezTo>
                      <a:pt x="174" y="24"/>
                      <a:pt x="147" y="24"/>
                      <a:pt x="122" y="23"/>
                    </a:cubicBezTo>
                    <a:cubicBezTo>
                      <a:pt x="111" y="23"/>
                      <a:pt x="100" y="23"/>
                      <a:pt x="88" y="24"/>
                    </a:cubicBezTo>
                    <a:cubicBezTo>
                      <a:pt x="83" y="24"/>
                      <a:pt x="77" y="24"/>
                      <a:pt x="72" y="24"/>
                    </a:cubicBezTo>
                    <a:cubicBezTo>
                      <a:pt x="65" y="24"/>
                      <a:pt x="58" y="24"/>
                      <a:pt x="52" y="25"/>
                    </a:cubicBezTo>
                    <a:cubicBezTo>
                      <a:pt x="44" y="26"/>
                      <a:pt x="35" y="26"/>
                      <a:pt x="27" y="27"/>
                    </a:cubicBezTo>
                    <a:cubicBezTo>
                      <a:pt x="25" y="29"/>
                      <a:pt x="22" y="30"/>
                      <a:pt x="19" y="30"/>
                    </a:cubicBezTo>
                    <a:cubicBezTo>
                      <a:pt x="17" y="30"/>
                      <a:pt x="16" y="30"/>
                      <a:pt x="15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0" name="Google Shape;730;p7"/>
              <p:cNvSpPr/>
              <p:nvPr/>
            </p:nvSpPr>
            <p:spPr>
              <a:xfrm>
                <a:off x="669960" y="1291320"/>
                <a:ext cx="27000" cy="173160"/>
              </a:xfrm>
              <a:custGeom>
                <a:avLst/>
                <a:gdLst/>
                <a:ahLst/>
                <a:cxnLst/>
                <a:rect l="l" t="t" r="r" b="b"/>
                <a:pathLst>
                  <a:path w="75" h="481" extrusionOk="0">
                    <a:moveTo>
                      <a:pt x="13" y="480"/>
                    </a:moveTo>
                    <a:cubicBezTo>
                      <a:pt x="7" y="480"/>
                      <a:pt x="0" y="475"/>
                      <a:pt x="1" y="468"/>
                    </a:cubicBezTo>
                    <a:cubicBezTo>
                      <a:pt x="2" y="461"/>
                      <a:pt x="3" y="455"/>
                      <a:pt x="3" y="449"/>
                    </a:cubicBezTo>
                    <a:cubicBezTo>
                      <a:pt x="5" y="443"/>
                      <a:pt x="5" y="437"/>
                      <a:pt x="6" y="432"/>
                    </a:cubicBezTo>
                    <a:cubicBezTo>
                      <a:pt x="7" y="419"/>
                      <a:pt x="9" y="407"/>
                      <a:pt x="11" y="395"/>
                    </a:cubicBezTo>
                    <a:cubicBezTo>
                      <a:pt x="14" y="371"/>
                      <a:pt x="17" y="347"/>
                      <a:pt x="20" y="323"/>
                    </a:cubicBezTo>
                    <a:cubicBezTo>
                      <a:pt x="24" y="291"/>
                      <a:pt x="26" y="260"/>
                      <a:pt x="29" y="228"/>
                    </a:cubicBezTo>
                    <a:cubicBezTo>
                      <a:pt x="33" y="178"/>
                      <a:pt x="34" y="128"/>
                      <a:pt x="36" y="77"/>
                    </a:cubicBezTo>
                    <a:cubicBezTo>
                      <a:pt x="37" y="73"/>
                      <a:pt x="37" y="69"/>
                      <a:pt x="37" y="64"/>
                    </a:cubicBezTo>
                    <a:cubicBezTo>
                      <a:pt x="38" y="59"/>
                      <a:pt x="38" y="54"/>
                      <a:pt x="38" y="49"/>
                    </a:cubicBezTo>
                    <a:cubicBezTo>
                      <a:pt x="40" y="37"/>
                      <a:pt x="42" y="24"/>
                      <a:pt x="45" y="13"/>
                    </a:cubicBezTo>
                    <a:cubicBezTo>
                      <a:pt x="47" y="9"/>
                      <a:pt x="49" y="4"/>
                      <a:pt x="54" y="2"/>
                    </a:cubicBezTo>
                    <a:cubicBezTo>
                      <a:pt x="56" y="0"/>
                      <a:pt x="61" y="0"/>
                      <a:pt x="64" y="1"/>
                    </a:cubicBezTo>
                    <a:cubicBezTo>
                      <a:pt x="70" y="2"/>
                      <a:pt x="74" y="10"/>
                      <a:pt x="72" y="16"/>
                    </a:cubicBezTo>
                    <a:cubicBezTo>
                      <a:pt x="72" y="19"/>
                      <a:pt x="70" y="20"/>
                      <a:pt x="69" y="22"/>
                    </a:cubicBezTo>
                    <a:cubicBezTo>
                      <a:pt x="67" y="26"/>
                      <a:pt x="66" y="30"/>
                      <a:pt x="65" y="34"/>
                    </a:cubicBezTo>
                    <a:cubicBezTo>
                      <a:pt x="62" y="48"/>
                      <a:pt x="61" y="63"/>
                      <a:pt x="59" y="79"/>
                    </a:cubicBezTo>
                    <a:cubicBezTo>
                      <a:pt x="58" y="102"/>
                      <a:pt x="56" y="126"/>
                      <a:pt x="55" y="149"/>
                    </a:cubicBezTo>
                    <a:cubicBezTo>
                      <a:pt x="54" y="176"/>
                      <a:pt x="52" y="203"/>
                      <a:pt x="49" y="229"/>
                    </a:cubicBezTo>
                    <a:cubicBezTo>
                      <a:pt x="45" y="278"/>
                      <a:pt x="40" y="328"/>
                      <a:pt x="34" y="377"/>
                    </a:cubicBezTo>
                    <a:cubicBezTo>
                      <a:pt x="31" y="404"/>
                      <a:pt x="28" y="431"/>
                      <a:pt x="26" y="458"/>
                    </a:cubicBezTo>
                    <a:cubicBezTo>
                      <a:pt x="26" y="457"/>
                      <a:pt x="26" y="457"/>
                      <a:pt x="26" y="456"/>
                    </a:cubicBezTo>
                    <a:cubicBezTo>
                      <a:pt x="26" y="460"/>
                      <a:pt x="26" y="464"/>
                      <a:pt x="26" y="468"/>
                    </a:cubicBezTo>
                    <a:cubicBezTo>
                      <a:pt x="26" y="475"/>
                      <a:pt x="20" y="480"/>
                      <a:pt x="13" y="4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1" name="Google Shape;731;p7"/>
              <p:cNvSpPr/>
              <p:nvPr/>
            </p:nvSpPr>
            <p:spPr>
              <a:xfrm>
                <a:off x="704160" y="1251000"/>
                <a:ext cx="28800" cy="83160"/>
              </a:xfrm>
              <a:custGeom>
                <a:avLst/>
                <a:gdLst/>
                <a:ahLst/>
                <a:cxnLst/>
                <a:rect l="l" t="t" r="r" b="b"/>
                <a:pathLst>
                  <a:path w="80" h="231" extrusionOk="0">
                    <a:moveTo>
                      <a:pt x="27" y="230"/>
                    </a:moveTo>
                    <a:cubicBezTo>
                      <a:pt x="19" y="230"/>
                      <a:pt x="14" y="223"/>
                      <a:pt x="14" y="216"/>
                    </a:cubicBezTo>
                    <a:cubicBezTo>
                      <a:pt x="15" y="210"/>
                      <a:pt x="16" y="203"/>
                      <a:pt x="17" y="198"/>
                    </a:cubicBezTo>
                    <a:cubicBezTo>
                      <a:pt x="19" y="191"/>
                      <a:pt x="19" y="185"/>
                      <a:pt x="20" y="180"/>
                    </a:cubicBezTo>
                    <a:cubicBezTo>
                      <a:pt x="22" y="167"/>
                      <a:pt x="23" y="154"/>
                      <a:pt x="25" y="142"/>
                    </a:cubicBezTo>
                    <a:cubicBezTo>
                      <a:pt x="26" y="135"/>
                      <a:pt x="26" y="128"/>
                      <a:pt x="27" y="120"/>
                    </a:cubicBezTo>
                    <a:cubicBezTo>
                      <a:pt x="27" y="121"/>
                      <a:pt x="26" y="122"/>
                      <a:pt x="26" y="124"/>
                    </a:cubicBezTo>
                    <a:cubicBezTo>
                      <a:pt x="24" y="131"/>
                      <a:pt x="17" y="135"/>
                      <a:pt x="10" y="132"/>
                    </a:cubicBezTo>
                    <a:cubicBezTo>
                      <a:pt x="7" y="132"/>
                      <a:pt x="5" y="129"/>
                      <a:pt x="3" y="127"/>
                    </a:cubicBezTo>
                    <a:cubicBezTo>
                      <a:pt x="0" y="123"/>
                      <a:pt x="1" y="120"/>
                      <a:pt x="2" y="115"/>
                    </a:cubicBezTo>
                    <a:cubicBezTo>
                      <a:pt x="4" y="110"/>
                      <a:pt x="7" y="106"/>
                      <a:pt x="10" y="100"/>
                    </a:cubicBezTo>
                    <a:cubicBezTo>
                      <a:pt x="13" y="96"/>
                      <a:pt x="16" y="91"/>
                      <a:pt x="19" y="86"/>
                    </a:cubicBezTo>
                    <a:cubicBezTo>
                      <a:pt x="24" y="76"/>
                      <a:pt x="30" y="67"/>
                      <a:pt x="35" y="57"/>
                    </a:cubicBezTo>
                    <a:cubicBezTo>
                      <a:pt x="40" y="46"/>
                      <a:pt x="45" y="34"/>
                      <a:pt x="49" y="23"/>
                    </a:cubicBezTo>
                    <a:cubicBezTo>
                      <a:pt x="51" y="18"/>
                      <a:pt x="52" y="13"/>
                      <a:pt x="54" y="8"/>
                    </a:cubicBezTo>
                    <a:cubicBezTo>
                      <a:pt x="56" y="3"/>
                      <a:pt x="63" y="0"/>
                      <a:pt x="68" y="2"/>
                    </a:cubicBezTo>
                    <a:cubicBezTo>
                      <a:pt x="74" y="4"/>
                      <a:pt x="79" y="11"/>
                      <a:pt x="77" y="17"/>
                    </a:cubicBezTo>
                    <a:cubicBezTo>
                      <a:pt x="75" y="22"/>
                      <a:pt x="73" y="27"/>
                      <a:pt x="71" y="33"/>
                    </a:cubicBezTo>
                    <a:cubicBezTo>
                      <a:pt x="65" y="50"/>
                      <a:pt x="60" y="67"/>
                      <a:pt x="56" y="83"/>
                    </a:cubicBezTo>
                    <a:cubicBezTo>
                      <a:pt x="53" y="94"/>
                      <a:pt x="52" y="105"/>
                      <a:pt x="50" y="116"/>
                    </a:cubicBezTo>
                    <a:cubicBezTo>
                      <a:pt x="49" y="127"/>
                      <a:pt x="48" y="138"/>
                      <a:pt x="47" y="149"/>
                    </a:cubicBezTo>
                    <a:cubicBezTo>
                      <a:pt x="44" y="171"/>
                      <a:pt x="41" y="194"/>
                      <a:pt x="39" y="216"/>
                    </a:cubicBezTo>
                    <a:cubicBezTo>
                      <a:pt x="39" y="216"/>
                      <a:pt x="39" y="217"/>
                      <a:pt x="39" y="218"/>
                    </a:cubicBezTo>
                    <a:cubicBezTo>
                      <a:pt x="38" y="224"/>
                      <a:pt x="33" y="230"/>
                      <a:pt x="27" y="2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2" name="Google Shape;732;p7"/>
              <p:cNvSpPr/>
              <p:nvPr/>
            </p:nvSpPr>
            <p:spPr>
              <a:xfrm>
                <a:off x="739440" y="1254600"/>
                <a:ext cx="43920" cy="6588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183" extrusionOk="0">
                    <a:moveTo>
                      <a:pt x="39" y="158"/>
                    </a:moveTo>
                    <a:cubicBezTo>
                      <a:pt x="39" y="157"/>
                      <a:pt x="39" y="157"/>
                      <a:pt x="39" y="157"/>
                    </a:cubicBezTo>
                    <a:cubicBezTo>
                      <a:pt x="40" y="157"/>
                      <a:pt x="41" y="157"/>
                      <a:pt x="42" y="157"/>
                    </a:cubicBezTo>
                    <a:cubicBezTo>
                      <a:pt x="43" y="155"/>
                      <a:pt x="45" y="153"/>
                      <a:pt x="48" y="151"/>
                    </a:cubicBezTo>
                    <a:cubicBezTo>
                      <a:pt x="47" y="152"/>
                      <a:pt x="46" y="153"/>
                      <a:pt x="46" y="153"/>
                    </a:cubicBezTo>
                    <a:cubicBezTo>
                      <a:pt x="49" y="150"/>
                      <a:pt x="52" y="147"/>
                      <a:pt x="55" y="144"/>
                    </a:cubicBezTo>
                    <a:lnTo>
                      <a:pt x="54" y="145"/>
                    </a:lnTo>
                    <a:cubicBezTo>
                      <a:pt x="56" y="143"/>
                      <a:pt x="59" y="140"/>
                      <a:pt x="60" y="137"/>
                    </a:cubicBezTo>
                    <a:cubicBezTo>
                      <a:pt x="64" y="132"/>
                      <a:pt x="67" y="127"/>
                      <a:pt x="70" y="122"/>
                    </a:cubicBezTo>
                    <a:lnTo>
                      <a:pt x="69" y="122"/>
                    </a:lnTo>
                    <a:cubicBezTo>
                      <a:pt x="70" y="122"/>
                      <a:pt x="70" y="122"/>
                      <a:pt x="70" y="122"/>
                    </a:cubicBezTo>
                    <a:lnTo>
                      <a:pt x="70" y="121"/>
                    </a:lnTo>
                    <a:lnTo>
                      <a:pt x="70" y="122"/>
                    </a:lnTo>
                    <a:cubicBezTo>
                      <a:pt x="77" y="108"/>
                      <a:pt x="82" y="95"/>
                      <a:pt x="87" y="81"/>
                    </a:cubicBezTo>
                    <a:cubicBezTo>
                      <a:pt x="90" y="73"/>
                      <a:pt x="92" y="65"/>
                      <a:pt x="95" y="57"/>
                    </a:cubicBezTo>
                    <a:cubicBezTo>
                      <a:pt x="95" y="51"/>
                      <a:pt x="97" y="46"/>
                      <a:pt x="97" y="41"/>
                    </a:cubicBezTo>
                    <a:cubicBezTo>
                      <a:pt x="97" y="40"/>
                      <a:pt x="97" y="40"/>
                      <a:pt x="97" y="38"/>
                    </a:cubicBezTo>
                    <a:cubicBezTo>
                      <a:pt x="97" y="38"/>
                      <a:pt x="97" y="37"/>
                      <a:pt x="97" y="36"/>
                    </a:cubicBezTo>
                    <a:cubicBezTo>
                      <a:pt x="97" y="34"/>
                      <a:pt x="96" y="34"/>
                      <a:pt x="96" y="33"/>
                    </a:cubicBezTo>
                    <a:cubicBezTo>
                      <a:pt x="95" y="31"/>
                      <a:pt x="95" y="30"/>
                      <a:pt x="94" y="29"/>
                    </a:cubicBezTo>
                    <a:cubicBezTo>
                      <a:pt x="94" y="28"/>
                      <a:pt x="94" y="27"/>
                      <a:pt x="94" y="27"/>
                    </a:cubicBezTo>
                    <a:cubicBezTo>
                      <a:pt x="93" y="27"/>
                      <a:pt x="93" y="27"/>
                      <a:pt x="93" y="27"/>
                    </a:cubicBezTo>
                    <a:lnTo>
                      <a:pt x="92" y="27"/>
                    </a:lnTo>
                    <a:cubicBezTo>
                      <a:pt x="91" y="27"/>
                      <a:pt x="91" y="27"/>
                      <a:pt x="90" y="27"/>
                    </a:cubicBezTo>
                    <a:cubicBezTo>
                      <a:pt x="90" y="27"/>
                      <a:pt x="88" y="28"/>
                      <a:pt x="87" y="29"/>
                    </a:cubicBezTo>
                    <a:cubicBezTo>
                      <a:pt x="86" y="29"/>
                      <a:pt x="85" y="30"/>
                      <a:pt x="84" y="30"/>
                    </a:cubicBezTo>
                    <a:cubicBezTo>
                      <a:pt x="82" y="31"/>
                      <a:pt x="80" y="33"/>
                      <a:pt x="78" y="34"/>
                    </a:cubicBezTo>
                    <a:cubicBezTo>
                      <a:pt x="76" y="36"/>
                      <a:pt x="74" y="38"/>
                      <a:pt x="72" y="41"/>
                    </a:cubicBezTo>
                    <a:cubicBezTo>
                      <a:pt x="72" y="40"/>
                      <a:pt x="72" y="40"/>
                      <a:pt x="72" y="40"/>
                    </a:cubicBezTo>
                    <a:cubicBezTo>
                      <a:pt x="67" y="45"/>
                      <a:pt x="63" y="51"/>
                      <a:pt x="60" y="56"/>
                    </a:cubicBezTo>
                    <a:cubicBezTo>
                      <a:pt x="56" y="61"/>
                      <a:pt x="53" y="67"/>
                      <a:pt x="49" y="73"/>
                    </a:cubicBezTo>
                    <a:cubicBezTo>
                      <a:pt x="45" y="83"/>
                      <a:pt x="40" y="93"/>
                      <a:pt x="35" y="103"/>
                    </a:cubicBezTo>
                    <a:cubicBezTo>
                      <a:pt x="33" y="107"/>
                      <a:pt x="29" y="110"/>
                      <a:pt x="24" y="109"/>
                    </a:cubicBezTo>
                    <a:cubicBezTo>
                      <a:pt x="25" y="114"/>
                      <a:pt x="25" y="120"/>
                      <a:pt x="27" y="125"/>
                    </a:cubicBezTo>
                    <a:cubicBezTo>
                      <a:pt x="28" y="129"/>
                      <a:pt x="28" y="133"/>
                      <a:pt x="29" y="137"/>
                    </a:cubicBezTo>
                    <a:cubicBezTo>
                      <a:pt x="32" y="143"/>
                      <a:pt x="34" y="148"/>
                      <a:pt x="36" y="154"/>
                    </a:cubicBezTo>
                    <a:cubicBezTo>
                      <a:pt x="37" y="154"/>
                      <a:pt x="38" y="156"/>
                      <a:pt x="38" y="156"/>
                    </a:cubicBezTo>
                    <a:cubicBezTo>
                      <a:pt x="38" y="157"/>
                      <a:pt x="39" y="157"/>
                      <a:pt x="39" y="157"/>
                    </a:cubicBezTo>
                    <a:lnTo>
                      <a:pt x="40" y="157"/>
                    </a:lnTo>
                    <a:cubicBezTo>
                      <a:pt x="39" y="157"/>
                      <a:pt x="39" y="157"/>
                      <a:pt x="39" y="158"/>
                    </a:cubicBezTo>
                    <a:moveTo>
                      <a:pt x="27" y="178"/>
                    </a:moveTo>
                    <a:cubicBezTo>
                      <a:pt x="19" y="173"/>
                      <a:pt x="16" y="164"/>
                      <a:pt x="13" y="156"/>
                    </a:cubicBezTo>
                    <a:cubicBezTo>
                      <a:pt x="11" y="152"/>
                      <a:pt x="9" y="148"/>
                      <a:pt x="8" y="143"/>
                    </a:cubicBezTo>
                    <a:cubicBezTo>
                      <a:pt x="4" y="132"/>
                      <a:pt x="2" y="120"/>
                      <a:pt x="1" y="108"/>
                    </a:cubicBezTo>
                    <a:cubicBezTo>
                      <a:pt x="0" y="96"/>
                      <a:pt x="0" y="84"/>
                      <a:pt x="3" y="73"/>
                    </a:cubicBezTo>
                    <a:cubicBezTo>
                      <a:pt x="6" y="62"/>
                      <a:pt x="10" y="51"/>
                      <a:pt x="17" y="42"/>
                    </a:cubicBezTo>
                    <a:cubicBezTo>
                      <a:pt x="21" y="37"/>
                      <a:pt x="29" y="36"/>
                      <a:pt x="35" y="40"/>
                    </a:cubicBezTo>
                    <a:cubicBezTo>
                      <a:pt x="36" y="41"/>
                      <a:pt x="38" y="43"/>
                      <a:pt x="39" y="45"/>
                    </a:cubicBezTo>
                    <a:cubicBezTo>
                      <a:pt x="39" y="44"/>
                      <a:pt x="40" y="43"/>
                      <a:pt x="41" y="42"/>
                    </a:cubicBezTo>
                    <a:cubicBezTo>
                      <a:pt x="50" y="29"/>
                      <a:pt x="61" y="16"/>
                      <a:pt x="74" y="8"/>
                    </a:cubicBezTo>
                    <a:cubicBezTo>
                      <a:pt x="86" y="1"/>
                      <a:pt x="102" y="0"/>
                      <a:pt x="111" y="12"/>
                    </a:cubicBezTo>
                    <a:cubicBezTo>
                      <a:pt x="115" y="17"/>
                      <a:pt x="117" y="23"/>
                      <a:pt x="119" y="30"/>
                    </a:cubicBezTo>
                    <a:cubicBezTo>
                      <a:pt x="121" y="38"/>
                      <a:pt x="120" y="46"/>
                      <a:pt x="118" y="54"/>
                    </a:cubicBezTo>
                    <a:cubicBezTo>
                      <a:pt x="116" y="65"/>
                      <a:pt x="113" y="76"/>
                      <a:pt x="109" y="87"/>
                    </a:cubicBezTo>
                    <a:cubicBezTo>
                      <a:pt x="105" y="99"/>
                      <a:pt x="100" y="111"/>
                      <a:pt x="95" y="122"/>
                    </a:cubicBezTo>
                    <a:cubicBezTo>
                      <a:pt x="90" y="133"/>
                      <a:pt x="85" y="144"/>
                      <a:pt x="78" y="153"/>
                    </a:cubicBezTo>
                    <a:cubicBezTo>
                      <a:pt x="74" y="158"/>
                      <a:pt x="71" y="162"/>
                      <a:pt x="67" y="165"/>
                    </a:cubicBezTo>
                    <a:cubicBezTo>
                      <a:pt x="63" y="170"/>
                      <a:pt x="59" y="174"/>
                      <a:pt x="54" y="177"/>
                    </a:cubicBezTo>
                    <a:cubicBezTo>
                      <a:pt x="50" y="179"/>
                      <a:pt x="45" y="181"/>
                      <a:pt x="40" y="182"/>
                    </a:cubicBezTo>
                    <a:cubicBezTo>
                      <a:pt x="39" y="182"/>
                      <a:pt x="39" y="182"/>
                      <a:pt x="38" y="182"/>
                    </a:cubicBezTo>
                    <a:cubicBezTo>
                      <a:pt x="34" y="182"/>
                      <a:pt x="30" y="180"/>
                      <a:pt x="27" y="1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3" name="Google Shape;733;p7"/>
              <p:cNvSpPr/>
              <p:nvPr/>
            </p:nvSpPr>
            <p:spPr>
              <a:xfrm>
                <a:off x="703080" y="1424520"/>
                <a:ext cx="43920" cy="5868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163" extrusionOk="0">
                    <a:moveTo>
                      <a:pt x="45" y="139"/>
                    </a:moveTo>
                    <a:cubicBezTo>
                      <a:pt x="46" y="139"/>
                      <a:pt x="47" y="139"/>
                      <a:pt x="47" y="138"/>
                    </a:cubicBezTo>
                    <a:lnTo>
                      <a:pt x="48" y="138"/>
                    </a:lnTo>
                    <a:cubicBezTo>
                      <a:pt x="48" y="138"/>
                      <a:pt x="49" y="137"/>
                      <a:pt x="50" y="137"/>
                    </a:cubicBezTo>
                    <a:cubicBezTo>
                      <a:pt x="50" y="137"/>
                      <a:pt x="51" y="137"/>
                      <a:pt x="51" y="136"/>
                    </a:cubicBezTo>
                    <a:cubicBezTo>
                      <a:pt x="53" y="135"/>
                      <a:pt x="55" y="134"/>
                      <a:pt x="56" y="133"/>
                    </a:cubicBezTo>
                    <a:cubicBezTo>
                      <a:pt x="58" y="132"/>
                      <a:pt x="59" y="130"/>
                      <a:pt x="61" y="129"/>
                    </a:cubicBezTo>
                    <a:cubicBezTo>
                      <a:pt x="63" y="125"/>
                      <a:pt x="66" y="122"/>
                      <a:pt x="69" y="118"/>
                    </a:cubicBezTo>
                    <a:cubicBezTo>
                      <a:pt x="73" y="111"/>
                      <a:pt x="77" y="105"/>
                      <a:pt x="81" y="98"/>
                    </a:cubicBezTo>
                    <a:cubicBezTo>
                      <a:pt x="81" y="98"/>
                      <a:pt x="80" y="99"/>
                      <a:pt x="80" y="100"/>
                    </a:cubicBezTo>
                    <a:cubicBezTo>
                      <a:pt x="86" y="90"/>
                      <a:pt x="90" y="79"/>
                      <a:pt x="94" y="69"/>
                    </a:cubicBezTo>
                    <a:cubicBezTo>
                      <a:pt x="95" y="67"/>
                      <a:pt x="96" y="65"/>
                      <a:pt x="96" y="63"/>
                    </a:cubicBezTo>
                    <a:cubicBezTo>
                      <a:pt x="97" y="60"/>
                      <a:pt x="97" y="57"/>
                      <a:pt x="97" y="54"/>
                    </a:cubicBezTo>
                    <a:cubicBezTo>
                      <a:pt x="97" y="55"/>
                      <a:pt x="97" y="55"/>
                      <a:pt x="97" y="56"/>
                    </a:cubicBezTo>
                    <a:cubicBezTo>
                      <a:pt x="97" y="54"/>
                      <a:pt x="97" y="52"/>
                      <a:pt x="97" y="50"/>
                    </a:cubicBezTo>
                    <a:cubicBezTo>
                      <a:pt x="97" y="48"/>
                      <a:pt x="97" y="47"/>
                      <a:pt x="97" y="45"/>
                    </a:cubicBezTo>
                    <a:lnTo>
                      <a:pt x="96" y="45"/>
                    </a:lnTo>
                    <a:cubicBezTo>
                      <a:pt x="96" y="44"/>
                      <a:pt x="96" y="44"/>
                      <a:pt x="96" y="43"/>
                    </a:cubicBezTo>
                    <a:lnTo>
                      <a:pt x="96" y="44"/>
                    </a:lnTo>
                    <a:cubicBezTo>
                      <a:pt x="96" y="43"/>
                      <a:pt x="96" y="42"/>
                      <a:pt x="95" y="41"/>
                    </a:cubicBezTo>
                    <a:cubicBezTo>
                      <a:pt x="94" y="40"/>
                      <a:pt x="93" y="39"/>
                      <a:pt x="92" y="38"/>
                    </a:cubicBezTo>
                    <a:cubicBezTo>
                      <a:pt x="91" y="36"/>
                      <a:pt x="90" y="35"/>
                      <a:pt x="88" y="34"/>
                    </a:cubicBezTo>
                    <a:cubicBezTo>
                      <a:pt x="87" y="32"/>
                      <a:pt x="85" y="31"/>
                      <a:pt x="83" y="30"/>
                    </a:cubicBezTo>
                    <a:cubicBezTo>
                      <a:pt x="82" y="28"/>
                      <a:pt x="80" y="28"/>
                      <a:pt x="79" y="27"/>
                    </a:cubicBezTo>
                    <a:cubicBezTo>
                      <a:pt x="77" y="26"/>
                      <a:pt x="76" y="26"/>
                      <a:pt x="75" y="26"/>
                    </a:cubicBezTo>
                    <a:cubicBezTo>
                      <a:pt x="74" y="25"/>
                      <a:pt x="73" y="25"/>
                      <a:pt x="72" y="24"/>
                    </a:cubicBezTo>
                    <a:cubicBezTo>
                      <a:pt x="72" y="24"/>
                      <a:pt x="71" y="24"/>
                      <a:pt x="70" y="24"/>
                    </a:cubicBezTo>
                    <a:lnTo>
                      <a:pt x="71" y="24"/>
                    </a:lnTo>
                    <a:cubicBezTo>
                      <a:pt x="70" y="24"/>
                      <a:pt x="70" y="24"/>
                      <a:pt x="69" y="24"/>
                    </a:cubicBezTo>
                    <a:cubicBezTo>
                      <a:pt x="68" y="24"/>
                      <a:pt x="68" y="24"/>
                      <a:pt x="67" y="25"/>
                    </a:cubicBezTo>
                    <a:cubicBezTo>
                      <a:pt x="66" y="26"/>
                      <a:pt x="64" y="26"/>
                      <a:pt x="63" y="26"/>
                    </a:cubicBezTo>
                    <a:cubicBezTo>
                      <a:pt x="61" y="27"/>
                      <a:pt x="60" y="28"/>
                      <a:pt x="58" y="29"/>
                    </a:cubicBezTo>
                    <a:cubicBezTo>
                      <a:pt x="56" y="30"/>
                      <a:pt x="55" y="32"/>
                      <a:pt x="53" y="33"/>
                    </a:cubicBezTo>
                    <a:cubicBezTo>
                      <a:pt x="49" y="35"/>
                      <a:pt x="45" y="36"/>
                      <a:pt x="41" y="34"/>
                    </a:cubicBezTo>
                    <a:cubicBezTo>
                      <a:pt x="41" y="38"/>
                      <a:pt x="41" y="42"/>
                      <a:pt x="38" y="45"/>
                    </a:cubicBezTo>
                    <a:cubicBezTo>
                      <a:pt x="38" y="45"/>
                      <a:pt x="38" y="44"/>
                      <a:pt x="39" y="44"/>
                    </a:cubicBezTo>
                    <a:cubicBezTo>
                      <a:pt x="37" y="46"/>
                      <a:pt x="36" y="48"/>
                      <a:pt x="35" y="51"/>
                    </a:cubicBezTo>
                    <a:cubicBezTo>
                      <a:pt x="33" y="54"/>
                      <a:pt x="31" y="58"/>
                      <a:pt x="30" y="62"/>
                    </a:cubicBezTo>
                    <a:cubicBezTo>
                      <a:pt x="29" y="66"/>
                      <a:pt x="27" y="70"/>
                      <a:pt x="26" y="74"/>
                    </a:cubicBezTo>
                    <a:lnTo>
                      <a:pt x="27" y="73"/>
                    </a:lnTo>
                    <a:cubicBezTo>
                      <a:pt x="26" y="77"/>
                      <a:pt x="25" y="80"/>
                      <a:pt x="25" y="84"/>
                    </a:cubicBezTo>
                    <a:cubicBezTo>
                      <a:pt x="24" y="88"/>
                      <a:pt x="24" y="91"/>
                      <a:pt x="25" y="95"/>
                    </a:cubicBezTo>
                    <a:cubicBezTo>
                      <a:pt x="25" y="97"/>
                      <a:pt x="25" y="100"/>
                      <a:pt x="26" y="102"/>
                    </a:cubicBezTo>
                    <a:cubicBezTo>
                      <a:pt x="26" y="106"/>
                      <a:pt x="27" y="109"/>
                      <a:pt x="29" y="113"/>
                    </a:cubicBezTo>
                    <a:cubicBezTo>
                      <a:pt x="30" y="118"/>
                      <a:pt x="32" y="122"/>
                      <a:pt x="34" y="126"/>
                    </a:cubicBezTo>
                    <a:cubicBezTo>
                      <a:pt x="34" y="127"/>
                      <a:pt x="35" y="128"/>
                      <a:pt x="35" y="129"/>
                    </a:cubicBezTo>
                    <a:cubicBezTo>
                      <a:pt x="36" y="130"/>
                      <a:pt x="37" y="131"/>
                      <a:pt x="38" y="132"/>
                    </a:cubicBezTo>
                    <a:cubicBezTo>
                      <a:pt x="39" y="134"/>
                      <a:pt x="41" y="135"/>
                      <a:pt x="43" y="137"/>
                    </a:cubicBezTo>
                    <a:lnTo>
                      <a:pt x="44" y="138"/>
                    </a:lnTo>
                    <a:lnTo>
                      <a:pt x="45" y="139"/>
                    </a:lnTo>
                    <a:moveTo>
                      <a:pt x="34" y="160"/>
                    </a:moveTo>
                    <a:cubicBezTo>
                      <a:pt x="31" y="158"/>
                      <a:pt x="29" y="156"/>
                      <a:pt x="26" y="154"/>
                    </a:cubicBezTo>
                    <a:cubicBezTo>
                      <a:pt x="23" y="151"/>
                      <a:pt x="21" y="148"/>
                      <a:pt x="19" y="145"/>
                    </a:cubicBezTo>
                    <a:cubicBezTo>
                      <a:pt x="13" y="139"/>
                      <a:pt x="10" y="130"/>
                      <a:pt x="8" y="123"/>
                    </a:cubicBezTo>
                    <a:cubicBezTo>
                      <a:pt x="1" y="107"/>
                      <a:pt x="0" y="89"/>
                      <a:pt x="2" y="72"/>
                    </a:cubicBezTo>
                    <a:cubicBezTo>
                      <a:pt x="4" y="64"/>
                      <a:pt x="6" y="56"/>
                      <a:pt x="9" y="49"/>
                    </a:cubicBezTo>
                    <a:cubicBezTo>
                      <a:pt x="11" y="42"/>
                      <a:pt x="14" y="36"/>
                      <a:pt x="18" y="30"/>
                    </a:cubicBezTo>
                    <a:cubicBezTo>
                      <a:pt x="22" y="25"/>
                      <a:pt x="29" y="23"/>
                      <a:pt x="34" y="26"/>
                    </a:cubicBezTo>
                    <a:cubicBezTo>
                      <a:pt x="33" y="21"/>
                      <a:pt x="35" y="17"/>
                      <a:pt x="38" y="14"/>
                    </a:cubicBezTo>
                    <a:cubicBezTo>
                      <a:pt x="45" y="9"/>
                      <a:pt x="51" y="5"/>
                      <a:pt x="59" y="2"/>
                    </a:cubicBezTo>
                    <a:cubicBezTo>
                      <a:pt x="62" y="1"/>
                      <a:pt x="66" y="0"/>
                      <a:pt x="69" y="0"/>
                    </a:cubicBezTo>
                    <a:cubicBezTo>
                      <a:pt x="73" y="0"/>
                      <a:pt x="77" y="1"/>
                      <a:pt x="82" y="2"/>
                    </a:cubicBezTo>
                    <a:cubicBezTo>
                      <a:pt x="90" y="5"/>
                      <a:pt x="96" y="9"/>
                      <a:pt x="102" y="14"/>
                    </a:cubicBezTo>
                    <a:cubicBezTo>
                      <a:pt x="108" y="20"/>
                      <a:pt x="115" y="27"/>
                      <a:pt x="118" y="34"/>
                    </a:cubicBezTo>
                    <a:cubicBezTo>
                      <a:pt x="120" y="41"/>
                      <a:pt x="121" y="49"/>
                      <a:pt x="120" y="56"/>
                    </a:cubicBezTo>
                    <a:cubicBezTo>
                      <a:pt x="120" y="60"/>
                      <a:pt x="119" y="63"/>
                      <a:pt x="119" y="67"/>
                    </a:cubicBezTo>
                    <a:cubicBezTo>
                      <a:pt x="118" y="71"/>
                      <a:pt x="117" y="75"/>
                      <a:pt x="115" y="79"/>
                    </a:cubicBezTo>
                    <a:cubicBezTo>
                      <a:pt x="111" y="88"/>
                      <a:pt x="107" y="96"/>
                      <a:pt x="104" y="104"/>
                    </a:cubicBezTo>
                    <a:cubicBezTo>
                      <a:pt x="96" y="120"/>
                      <a:pt x="87" y="136"/>
                      <a:pt x="75" y="148"/>
                    </a:cubicBezTo>
                    <a:cubicBezTo>
                      <a:pt x="69" y="153"/>
                      <a:pt x="62" y="158"/>
                      <a:pt x="55" y="161"/>
                    </a:cubicBezTo>
                    <a:cubicBezTo>
                      <a:pt x="52" y="161"/>
                      <a:pt x="49" y="162"/>
                      <a:pt x="45" y="162"/>
                    </a:cubicBezTo>
                    <a:lnTo>
                      <a:pt x="44" y="162"/>
                    </a:lnTo>
                    <a:cubicBezTo>
                      <a:pt x="41" y="162"/>
                      <a:pt x="37" y="161"/>
                      <a:pt x="34" y="1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4" name="Google Shape;734;p7"/>
              <p:cNvSpPr/>
              <p:nvPr/>
            </p:nvSpPr>
            <p:spPr>
              <a:xfrm>
                <a:off x="792720" y="1238400"/>
                <a:ext cx="36720" cy="106920"/>
              </a:xfrm>
              <a:custGeom>
                <a:avLst/>
                <a:gdLst/>
                <a:ahLst/>
                <a:cxnLst/>
                <a:rect l="l" t="t" r="r" b="b"/>
                <a:pathLst>
                  <a:path w="102" h="297" extrusionOk="0">
                    <a:moveTo>
                      <a:pt x="63" y="293"/>
                    </a:moveTo>
                    <a:cubicBezTo>
                      <a:pt x="57" y="289"/>
                      <a:pt x="51" y="284"/>
                      <a:pt x="46" y="279"/>
                    </a:cubicBezTo>
                    <a:cubicBezTo>
                      <a:pt x="40" y="273"/>
                      <a:pt x="35" y="266"/>
                      <a:pt x="29" y="260"/>
                    </a:cubicBezTo>
                    <a:cubicBezTo>
                      <a:pt x="20" y="246"/>
                      <a:pt x="12" y="229"/>
                      <a:pt x="7" y="213"/>
                    </a:cubicBezTo>
                    <a:cubicBezTo>
                      <a:pt x="1" y="196"/>
                      <a:pt x="0" y="179"/>
                      <a:pt x="1" y="161"/>
                    </a:cubicBezTo>
                    <a:cubicBezTo>
                      <a:pt x="1" y="152"/>
                      <a:pt x="3" y="144"/>
                      <a:pt x="4" y="135"/>
                    </a:cubicBezTo>
                    <a:cubicBezTo>
                      <a:pt x="6" y="128"/>
                      <a:pt x="8" y="121"/>
                      <a:pt x="11" y="114"/>
                    </a:cubicBezTo>
                    <a:lnTo>
                      <a:pt x="11" y="113"/>
                    </a:lnTo>
                    <a:lnTo>
                      <a:pt x="11" y="112"/>
                    </a:lnTo>
                    <a:cubicBezTo>
                      <a:pt x="14" y="106"/>
                      <a:pt x="15" y="101"/>
                      <a:pt x="18" y="95"/>
                    </a:cubicBezTo>
                    <a:lnTo>
                      <a:pt x="17" y="96"/>
                    </a:lnTo>
                    <a:cubicBezTo>
                      <a:pt x="24" y="78"/>
                      <a:pt x="32" y="60"/>
                      <a:pt x="42" y="44"/>
                    </a:cubicBezTo>
                    <a:cubicBezTo>
                      <a:pt x="52" y="28"/>
                      <a:pt x="64" y="14"/>
                      <a:pt x="80" y="4"/>
                    </a:cubicBezTo>
                    <a:cubicBezTo>
                      <a:pt x="85" y="0"/>
                      <a:pt x="93" y="1"/>
                      <a:pt x="97" y="7"/>
                    </a:cubicBezTo>
                    <a:cubicBezTo>
                      <a:pt x="101" y="12"/>
                      <a:pt x="100" y="21"/>
                      <a:pt x="94" y="24"/>
                    </a:cubicBezTo>
                    <a:cubicBezTo>
                      <a:pt x="91" y="26"/>
                      <a:pt x="88" y="28"/>
                      <a:pt x="85" y="31"/>
                    </a:cubicBezTo>
                    <a:cubicBezTo>
                      <a:pt x="81" y="34"/>
                      <a:pt x="78" y="37"/>
                      <a:pt x="75" y="40"/>
                    </a:cubicBezTo>
                    <a:cubicBezTo>
                      <a:pt x="71" y="44"/>
                      <a:pt x="68" y="49"/>
                      <a:pt x="65" y="53"/>
                    </a:cubicBezTo>
                    <a:cubicBezTo>
                      <a:pt x="60" y="60"/>
                      <a:pt x="55" y="68"/>
                      <a:pt x="51" y="75"/>
                    </a:cubicBezTo>
                    <a:cubicBezTo>
                      <a:pt x="43" y="91"/>
                      <a:pt x="38" y="107"/>
                      <a:pt x="31" y="123"/>
                    </a:cubicBezTo>
                    <a:cubicBezTo>
                      <a:pt x="31" y="123"/>
                      <a:pt x="32" y="122"/>
                      <a:pt x="32" y="121"/>
                    </a:cubicBezTo>
                    <a:cubicBezTo>
                      <a:pt x="31" y="123"/>
                      <a:pt x="31" y="124"/>
                      <a:pt x="31" y="126"/>
                    </a:cubicBezTo>
                    <a:cubicBezTo>
                      <a:pt x="29" y="131"/>
                      <a:pt x="27" y="135"/>
                      <a:pt x="26" y="140"/>
                    </a:cubicBezTo>
                    <a:cubicBezTo>
                      <a:pt x="25" y="147"/>
                      <a:pt x="24" y="153"/>
                      <a:pt x="23" y="160"/>
                    </a:cubicBezTo>
                    <a:cubicBezTo>
                      <a:pt x="22" y="167"/>
                      <a:pt x="22" y="174"/>
                      <a:pt x="23" y="181"/>
                    </a:cubicBezTo>
                    <a:cubicBezTo>
                      <a:pt x="23" y="186"/>
                      <a:pt x="24" y="191"/>
                      <a:pt x="25" y="196"/>
                    </a:cubicBezTo>
                    <a:cubicBezTo>
                      <a:pt x="25" y="201"/>
                      <a:pt x="27" y="205"/>
                      <a:pt x="28" y="209"/>
                    </a:cubicBezTo>
                    <a:cubicBezTo>
                      <a:pt x="30" y="215"/>
                      <a:pt x="32" y="220"/>
                      <a:pt x="35" y="225"/>
                    </a:cubicBezTo>
                    <a:cubicBezTo>
                      <a:pt x="37" y="231"/>
                      <a:pt x="40" y="236"/>
                      <a:pt x="43" y="241"/>
                    </a:cubicBezTo>
                    <a:cubicBezTo>
                      <a:pt x="46" y="246"/>
                      <a:pt x="49" y="250"/>
                      <a:pt x="53" y="254"/>
                    </a:cubicBezTo>
                    <a:cubicBezTo>
                      <a:pt x="56" y="258"/>
                      <a:pt x="60" y="262"/>
                      <a:pt x="64" y="266"/>
                    </a:cubicBezTo>
                    <a:cubicBezTo>
                      <a:pt x="68" y="270"/>
                      <a:pt x="73" y="273"/>
                      <a:pt x="77" y="276"/>
                    </a:cubicBezTo>
                    <a:cubicBezTo>
                      <a:pt x="82" y="279"/>
                      <a:pt x="82" y="288"/>
                      <a:pt x="78" y="292"/>
                    </a:cubicBezTo>
                    <a:cubicBezTo>
                      <a:pt x="76" y="295"/>
                      <a:pt x="73" y="296"/>
                      <a:pt x="70" y="296"/>
                    </a:cubicBezTo>
                    <a:cubicBezTo>
                      <a:pt x="67" y="296"/>
                      <a:pt x="65" y="295"/>
                      <a:pt x="63" y="29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5" name="Google Shape;735;p7"/>
              <p:cNvSpPr/>
              <p:nvPr/>
            </p:nvSpPr>
            <p:spPr>
              <a:xfrm>
                <a:off x="834480" y="1267920"/>
                <a:ext cx="33480" cy="46080"/>
              </a:xfrm>
              <a:custGeom>
                <a:avLst/>
                <a:gdLst/>
                <a:ahLst/>
                <a:cxnLst/>
                <a:rect l="l" t="t" r="r" b="b"/>
                <a:pathLst>
                  <a:path w="93" h="128" extrusionOk="0">
                    <a:moveTo>
                      <a:pt x="71" y="125"/>
                    </a:moveTo>
                    <a:cubicBezTo>
                      <a:pt x="64" y="118"/>
                      <a:pt x="56" y="111"/>
                      <a:pt x="49" y="103"/>
                    </a:cubicBezTo>
                    <a:cubicBezTo>
                      <a:pt x="46" y="100"/>
                      <a:pt x="42" y="96"/>
                      <a:pt x="39" y="93"/>
                    </a:cubicBezTo>
                    <a:cubicBezTo>
                      <a:pt x="36" y="89"/>
                      <a:pt x="33" y="85"/>
                      <a:pt x="31" y="82"/>
                    </a:cubicBezTo>
                    <a:cubicBezTo>
                      <a:pt x="28" y="78"/>
                      <a:pt x="25" y="74"/>
                      <a:pt x="22" y="70"/>
                    </a:cubicBezTo>
                    <a:cubicBezTo>
                      <a:pt x="17" y="61"/>
                      <a:pt x="11" y="51"/>
                      <a:pt x="7" y="41"/>
                    </a:cubicBezTo>
                    <a:cubicBezTo>
                      <a:pt x="3" y="31"/>
                      <a:pt x="0" y="19"/>
                      <a:pt x="5" y="9"/>
                    </a:cubicBezTo>
                    <a:cubicBezTo>
                      <a:pt x="7" y="5"/>
                      <a:pt x="11" y="1"/>
                      <a:pt x="15" y="0"/>
                    </a:cubicBezTo>
                    <a:cubicBezTo>
                      <a:pt x="19" y="0"/>
                      <a:pt x="22" y="0"/>
                      <a:pt x="26" y="1"/>
                    </a:cubicBezTo>
                    <a:cubicBezTo>
                      <a:pt x="33" y="2"/>
                      <a:pt x="38" y="8"/>
                      <a:pt x="37" y="15"/>
                    </a:cubicBezTo>
                    <a:cubicBezTo>
                      <a:pt x="36" y="20"/>
                      <a:pt x="32" y="24"/>
                      <a:pt x="28" y="25"/>
                    </a:cubicBezTo>
                    <a:cubicBezTo>
                      <a:pt x="28" y="27"/>
                      <a:pt x="29" y="29"/>
                      <a:pt x="29" y="31"/>
                    </a:cubicBezTo>
                    <a:cubicBezTo>
                      <a:pt x="31" y="35"/>
                      <a:pt x="32" y="38"/>
                      <a:pt x="33" y="42"/>
                    </a:cubicBezTo>
                    <a:cubicBezTo>
                      <a:pt x="36" y="46"/>
                      <a:pt x="39" y="51"/>
                      <a:pt x="42" y="56"/>
                    </a:cubicBezTo>
                    <a:cubicBezTo>
                      <a:pt x="46" y="63"/>
                      <a:pt x="51" y="70"/>
                      <a:pt x="56" y="77"/>
                    </a:cubicBezTo>
                    <a:cubicBezTo>
                      <a:pt x="59" y="81"/>
                      <a:pt x="62" y="84"/>
                      <a:pt x="66" y="87"/>
                    </a:cubicBezTo>
                    <a:cubicBezTo>
                      <a:pt x="69" y="91"/>
                      <a:pt x="73" y="95"/>
                      <a:pt x="77" y="98"/>
                    </a:cubicBezTo>
                    <a:cubicBezTo>
                      <a:pt x="80" y="101"/>
                      <a:pt x="83" y="104"/>
                      <a:pt x="86" y="107"/>
                    </a:cubicBezTo>
                    <a:cubicBezTo>
                      <a:pt x="91" y="111"/>
                      <a:pt x="92" y="118"/>
                      <a:pt x="88" y="123"/>
                    </a:cubicBezTo>
                    <a:cubicBezTo>
                      <a:pt x="86" y="126"/>
                      <a:pt x="82" y="127"/>
                      <a:pt x="78" y="127"/>
                    </a:cubicBezTo>
                    <a:cubicBezTo>
                      <a:pt x="76" y="127"/>
                      <a:pt x="74" y="127"/>
                      <a:pt x="71" y="1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6" name="Google Shape;736;p7"/>
              <p:cNvSpPr/>
              <p:nvPr/>
            </p:nvSpPr>
            <p:spPr>
              <a:xfrm>
                <a:off x="825840" y="1260000"/>
                <a:ext cx="55080" cy="6840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90" extrusionOk="0">
                    <a:moveTo>
                      <a:pt x="7" y="187"/>
                    </a:moveTo>
                    <a:cubicBezTo>
                      <a:pt x="2" y="184"/>
                      <a:pt x="0" y="176"/>
                      <a:pt x="3" y="171"/>
                    </a:cubicBezTo>
                    <a:cubicBezTo>
                      <a:pt x="18" y="148"/>
                      <a:pt x="35" y="126"/>
                      <a:pt x="50" y="103"/>
                    </a:cubicBezTo>
                    <a:cubicBezTo>
                      <a:pt x="56" y="94"/>
                      <a:pt x="63" y="84"/>
                      <a:pt x="69" y="74"/>
                    </a:cubicBezTo>
                    <a:cubicBezTo>
                      <a:pt x="76" y="63"/>
                      <a:pt x="83" y="51"/>
                      <a:pt x="91" y="40"/>
                    </a:cubicBezTo>
                    <a:cubicBezTo>
                      <a:pt x="95" y="34"/>
                      <a:pt x="100" y="28"/>
                      <a:pt x="105" y="22"/>
                    </a:cubicBezTo>
                    <a:cubicBezTo>
                      <a:pt x="110" y="15"/>
                      <a:pt x="116" y="9"/>
                      <a:pt x="123" y="4"/>
                    </a:cubicBezTo>
                    <a:cubicBezTo>
                      <a:pt x="128" y="1"/>
                      <a:pt x="133" y="0"/>
                      <a:pt x="140" y="1"/>
                    </a:cubicBezTo>
                    <a:cubicBezTo>
                      <a:pt x="147" y="2"/>
                      <a:pt x="152" y="9"/>
                      <a:pt x="150" y="17"/>
                    </a:cubicBezTo>
                    <a:cubicBezTo>
                      <a:pt x="148" y="23"/>
                      <a:pt x="142" y="27"/>
                      <a:pt x="136" y="25"/>
                    </a:cubicBezTo>
                    <a:cubicBezTo>
                      <a:pt x="136" y="26"/>
                      <a:pt x="135" y="27"/>
                      <a:pt x="134" y="27"/>
                    </a:cubicBezTo>
                    <a:cubicBezTo>
                      <a:pt x="133" y="28"/>
                      <a:pt x="131" y="29"/>
                      <a:pt x="130" y="30"/>
                    </a:cubicBezTo>
                    <a:cubicBezTo>
                      <a:pt x="129" y="31"/>
                      <a:pt x="127" y="32"/>
                      <a:pt x="126" y="34"/>
                    </a:cubicBezTo>
                    <a:cubicBezTo>
                      <a:pt x="119" y="41"/>
                      <a:pt x="113" y="49"/>
                      <a:pt x="108" y="56"/>
                    </a:cubicBezTo>
                    <a:cubicBezTo>
                      <a:pt x="94" y="77"/>
                      <a:pt x="81" y="97"/>
                      <a:pt x="67" y="117"/>
                    </a:cubicBezTo>
                    <a:cubicBezTo>
                      <a:pt x="52" y="140"/>
                      <a:pt x="36" y="161"/>
                      <a:pt x="23" y="183"/>
                    </a:cubicBezTo>
                    <a:cubicBezTo>
                      <a:pt x="21" y="187"/>
                      <a:pt x="17" y="189"/>
                      <a:pt x="13" y="189"/>
                    </a:cubicBezTo>
                    <a:cubicBezTo>
                      <a:pt x="11" y="189"/>
                      <a:pt x="9" y="189"/>
                      <a:pt x="7" y="1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7" name="Google Shape;737;p7"/>
              <p:cNvSpPr/>
              <p:nvPr/>
            </p:nvSpPr>
            <p:spPr>
              <a:xfrm>
                <a:off x="882720" y="1287000"/>
                <a:ext cx="48600" cy="17280"/>
              </a:xfrm>
              <a:custGeom>
                <a:avLst/>
                <a:gdLst/>
                <a:ahLst/>
                <a:cxnLst/>
                <a:rect l="l" t="t" r="r" b="b"/>
                <a:pathLst>
                  <a:path w="135" h="48" extrusionOk="0">
                    <a:moveTo>
                      <a:pt x="13" y="46"/>
                    </a:moveTo>
                    <a:cubicBezTo>
                      <a:pt x="5" y="45"/>
                      <a:pt x="0" y="38"/>
                      <a:pt x="2" y="31"/>
                    </a:cubicBezTo>
                    <a:cubicBezTo>
                      <a:pt x="5" y="24"/>
                      <a:pt x="12" y="20"/>
                      <a:pt x="19" y="22"/>
                    </a:cubicBezTo>
                    <a:lnTo>
                      <a:pt x="20" y="22"/>
                    </a:lnTo>
                    <a:cubicBezTo>
                      <a:pt x="32" y="21"/>
                      <a:pt x="45" y="18"/>
                      <a:pt x="58" y="17"/>
                    </a:cubicBezTo>
                    <a:cubicBezTo>
                      <a:pt x="67" y="14"/>
                      <a:pt x="77" y="13"/>
                      <a:pt x="86" y="10"/>
                    </a:cubicBezTo>
                    <a:cubicBezTo>
                      <a:pt x="97" y="8"/>
                      <a:pt x="108" y="5"/>
                      <a:pt x="118" y="1"/>
                    </a:cubicBezTo>
                    <a:cubicBezTo>
                      <a:pt x="124" y="0"/>
                      <a:pt x="130" y="4"/>
                      <a:pt x="132" y="10"/>
                    </a:cubicBezTo>
                    <a:cubicBezTo>
                      <a:pt x="134" y="17"/>
                      <a:pt x="130" y="22"/>
                      <a:pt x="124" y="24"/>
                    </a:cubicBezTo>
                    <a:cubicBezTo>
                      <a:pt x="106" y="29"/>
                      <a:pt x="88" y="34"/>
                      <a:pt x="70" y="38"/>
                    </a:cubicBezTo>
                    <a:cubicBezTo>
                      <a:pt x="62" y="39"/>
                      <a:pt x="54" y="41"/>
                      <a:pt x="45" y="43"/>
                    </a:cubicBezTo>
                    <a:cubicBezTo>
                      <a:pt x="41" y="43"/>
                      <a:pt x="36" y="45"/>
                      <a:pt x="32" y="45"/>
                    </a:cubicBezTo>
                    <a:cubicBezTo>
                      <a:pt x="27" y="46"/>
                      <a:pt x="23" y="47"/>
                      <a:pt x="18" y="47"/>
                    </a:cubicBezTo>
                    <a:cubicBezTo>
                      <a:pt x="16" y="47"/>
                      <a:pt x="14" y="47"/>
                      <a:pt x="13" y="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8" name="Google Shape;738;p7"/>
              <p:cNvSpPr/>
              <p:nvPr/>
            </p:nvSpPr>
            <p:spPr>
              <a:xfrm>
                <a:off x="907920" y="1267560"/>
                <a:ext cx="12600" cy="45720"/>
              </a:xfrm>
              <a:custGeom>
                <a:avLst/>
                <a:gdLst/>
                <a:ahLst/>
                <a:cxnLst/>
                <a:rect l="l" t="t" r="r" b="b"/>
                <a:pathLst>
                  <a:path w="35" h="127" extrusionOk="0">
                    <a:moveTo>
                      <a:pt x="10" y="117"/>
                    </a:moveTo>
                    <a:cubicBezTo>
                      <a:pt x="7" y="106"/>
                      <a:pt x="5" y="95"/>
                      <a:pt x="3" y="84"/>
                    </a:cubicBezTo>
                    <a:cubicBezTo>
                      <a:pt x="0" y="72"/>
                      <a:pt x="0" y="59"/>
                      <a:pt x="1" y="47"/>
                    </a:cubicBezTo>
                    <a:cubicBezTo>
                      <a:pt x="2" y="34"/>
                      <a:pt x="5" y="22"/>
                      <a:pt x="8" y="10"/>
                    </a:cubicBezTo>
                    <a:cubicBezTo>
                      <a:pt x="10" y="4"/>
                      <a:pt x="17" y="0"/>
                      <a:pt x="24" y="1"/>
                    </a:cubicBezTo>
                    <a:cubicBezTo>
                      <a:pt x="30" y="3"/>
                      <a:pt x="34" y="11"/>
                      <a:pt x="32" y="17"/>
                    </a:cubicBezTo>
                    <a:cubicBezTo>
                      <a:pt x="30" y="23"/>
                      <a:pt x="29" y="29"/>
                      <a:pt x="28" y="36"/>
                    </a:cubicBezTo>
                    <a:cubicBezTo>
                      <a:pt x="26" y="41"/>
                      <a:pt x="26" y="47"/>
                      <a:pt x="25" y="53"/>
                    </a:cubicBezTo>
                    <a:cubicBezTo>
                      <a:pt x="25" y="53"/>
                      <a:pt x="25" y="52"/>
                      <a:pt x="25" y="51"/>
                    </a:cubicBezTo>
                    <a:cubicBezTo>
                      <a:pt x="25" y="57"/>
                      <a:pt x="25" y="64"/>
                      <a:pt x="25" y="69"/>
                    </a:cubicBezTo>
                    <a:cubicBezTo>
                      <a:pt x="26" y="82"/>
                      <a:pt x="28" y="93"/>
                      <a:pt x="30" y="106"/>
                    </a:cubicBezTo>
                    <a:cubicBezTo>
                      <a:pt x="30" y="107"/>
                      <a:pt x="31" y="110"/>
                      <a:pt x="32" y="111"/>
                    </a:cubicBezTo>
                    <a:cubicBezTo>
                      <a:pt x="33" y="118"/>
                      <a:pt x="29" y="124"/>
                      <a:pt x="24" y="125"/>
                    </a:cubicBezTo>
                    <a:cubicBezTo>
                      <a:pt x="22" y="125"/>
                      <a:pt x="21" y="126"/>
                      <a:pt x="21" y="126"/>
                    </a:cubicBezTo>
                    <a:cubicBezTo>
                      <a:pt x="15" y="126"/>
                      <a:pt x="11" y="122"/>
                      <a:pt x="10" y="1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9" name="Google Shape;739;p7"/>
              <p:cNvSpPr/>
              <p:nvPr/>
            </p:nvSpPr>
            <p:spPr>
              <a:xfrm>
                <a:off x="940680" y="1257480"/>
                <a:ext cx="41040" cy="6876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91" extrusionOk="0">
                    <a:moveTo>
                      <a:pt x="14" y="178"/>
                    </a:moveTo>
                    <a:cubicBezTo>
                      <a:pt x="13" y="171"/>
                      <a:pt x="19" y="165"/>
                      <a:pt x="25" y="164"/>
                    </a:cubicBezTo>
                    <a:cubicBezTo>
                      <a:pt x="28" y="164"/>
                      <a:pt x="30" y="164"/>
                      <a:pt x="33" y="163"/>
                    </a:cubicBezTo>
                    <a:cubicBezTo>
                      <a:pt x="40" y="162"/>
                      <a:pt x="47" y="160"/>
                      <a:pt x="54" y="158"/>
                    </a:cubicBezTo>
                    <a:cubicBezTo>
                      <a:pt x="58" y="157"/>
                      <a:pt x="62" y="155"/>
                      <a:pt x="67" y="153"/>
                    </a:cubicBezTo>
                    <a:cubicBezTo>
                      <a:pt x="69" y="152"/>
                      <a:pt x="72" y="150"/>
                      <a:pt x="75" y="149"/>
                    </a:cubicBezTo>
                    <a:cubicBezTo>
                      <a:pt x="78" y="147"/>
                      <a:pt x="81" y="145"/>
                      <a:pt x="83" y="142"/>
                    </a:cubicBezTo>
                    <a:cubicBezTo>
                      <a:pt x="85" y="142"/>
                      <a:pt x="86" y="141"/>
                      <a:pt x="87" y="139"/>
                    </a:cubicBezTo>
                    <a:lnTo>
                      <a:pt x="87" y="138"/>
                    </a:lnTo>
                    <a:cubicBezTo>
                      <a:pt x="87" y="139"/>
                      <a:pt x="87" y="139"/>
                      <a:pt x="87" y="139"/>
                    </a:cubicBezTo>
                    <a:lnTo>
                      <a:pt x="86" y="140"/>
                    </a:lnTo>
                    <a:cubicBezTo>
                      <a:pt x="87" y="139"/>
                      <a:pt x="87" y="138"/>
                      <a:pt x="88" y="138"/>
                    </a:cubicBezTo>
                    <a:cubicBezTo>
                      <a:pt x="88" y="137"/>
                      <a:pt x="89" y="136"/>
                      <a:pt x="89" y="136"/>
                    </a:cubicBezTo>
                    <a:cubicBezTo>
                      <a:pt x="89" y="135"/>
                      <a:pt x="89" y="135"/>
                      <a:pt x="89" y="135"/>
                    </a:cubicBezTo>
                    <a:lnTo>
                      <a:pt x="89" y="134"/>
                    </a:lnTo>
                    <a:cubicBezTo>
                      <a:pt x="89" y="134"/>
                      <a:pt x="89" y="133"/>
                      <a:pt x="89" y="132"/>
                    </a:cubicBezTo>
                    <a:lnTo>
                      <a:pt x="89" y="131"/>
                    </a:lnTo>
                    <a:cubicBezTo>
                      <a:pt x="89" y="130"/>
                      <a:pt x="89" y="129"/>
                      <a:pt x="89" y="129"/>
                    </a:cubicBezTo>
                    <a:lnTo>
                      <a:pt x="88" y="128"/>
                    </a:lnTo>
                    <a:cubicBezTo>
                      <a:pt x="87" y="127"/>
                      <a:pt x="87" y="125"/>
                      <a:pt x="86" y="124"/>
                    </a:cubicBezTo>
                    <a:cubicBezTo>
                      <a:pt x="86" y="125"/>
                      <a:pt x="87" y="125"/>
                      <a:pt x="87" y="126"/>
                    </a:cubicBezTo>
                    <a:cubicBezTo>
                      <a:pt x="86" y="124"/>
                      <a:pt x="84" y="122"/>
                      <a:pt x="83" y="120"/>
                    </a:cubicBezTo>
                    <a:cubicBezTo>
                      <a:pt x="81" y="118"/>
                      <a:pt x="79" y="116"/>
                      <a:pt x="77" y="114"/>
                    </a:cubicBezTo>
                    <a:cubicBezTo>
                      <a:pt x="76" y="113"/>
                      <a:pt x="74" y="112"/>
                      <a:pt x="73" y="111"/>
                    </a:cubicBezTo>
                    <a:cubicBezTo>
                      <a:pt x="70" y="109"/>
                      <a:pt x="68" y="107"/>
                      <a:pt x="65" y="106"/>
                    </a:cubicBezTo>
                    <a:cubicBezTo>
                      <a:pt x="58" y="102"/>
                      <a:pt x="51" y="100"/>
                      <a:pt x="44" y="97"/>
                    </a:cubicBezTo>
                    <a:cubicBezTo>
                      <a:pt x="37" y="95"/>
                      <a:pt x="30" y="92"/>
                      <a:pt x="27" y="86"/>
                    </a:cubicBezTo>
                    <a:cubicBezTo>
                      <a:pt x="26" y="83"/>
                      <a:pt x="25" y="81"/>
                      <a:pt x="25" y="78"/>
                    </a:cubicBezTo>
                    <a:cubicBezTo>
                      <a:pt x="25" y="74"/>
                      <a:pt x="26" y="71"/>
                      <a:pt x="27" y="69"/>
                    </a:cubicBezTo>
                    <a:cubicBezTo>
                      <a:pt x="29" y="66"/>
                      <a:pt x="32" y="64"/>
                      <a:pt x="34" y="62"/>
                    </a:cubicBezTo>
                    <a:cubicBezTo>
                      <a:pt x="35" y="61"/>
                      <a:pt x="36" y="61"/>
                      <a:pt x="37" y="60"/>
                    </a:cubicBezTo>
                    <a:cubicBezTo>
                      <a:pt x="39" y="58"/>
                      <a:pt x="41" y="56"/>
                      <a:pt x="42" y="54"/>
                    </a:cubicBezTo>
                    <a:cubicBezTo>
                      <a:pt x="44" y="53"/>
                      <a:pt x="46" y="50"/>
                      <a:pt x="48" y="48"/>
                    </a:cubicBezTo>
                    <a:cubicBezTo>
                      <a:pt x="49" y="46"/>
                      <a:pt x="50" y="44"/>
                      <a:pt x="51" y="42"/>
                    </a:cubicBezTo>
                    <a:cubicBezTo>
                      <a:pt x="51" y="41"/>
                      <a:pt x="52" y="40"/>
                      <a:pt x="53" y="39"/>
                    </a:cubicBezTo>
                    <a:cubicBezTo>
                      <a:pt x="53" y="38"/>
                      <a:pt x="53" y="37"/>
                      <a:pt x="54" y="36"/>
                    </a:cubicBezTo>
                    <a:lnTo>
                      <a:pt x="54" y="35"/>
                    </a:lnTo>
                    <a:lnTo>
                      <a:pt x="54" y="34"/>
                    </a:lnTo>
                    <a:cubicBezTo>
                      <a:pt x="53" y="33"/>
                      <a:pt x="53" y="32"/>
                      <a:pt x="53" y="31"/>
                    </a:cubicBezTo>
                    <a:cubicBezTo>
                      <a:pt x="53" y="30"/>
                      <a:pt x="53" y="30"/>
                      <a:pt x="52" y="29"/>
                    </a:cubicBezTo>
                    <a:lnTo>
                      <a:pt x="51" y="28"/>
                    </a:lnTo>
                    <a:lnTo>
                      <a:pt x="51" y="27"/>
                    </a:lnTo>
                    <a:cubicBezTo>
                      <a:pt x="50" y="27"/>
                      <a:pt x="50" y="26"/>
                      <a:pt x="50" y="26"/>
                    </a:cubicBezTo>
                    <a:cubicBezTo>
                      <a:pt x="49" y="26"/>
                      <a:pt x="49" y="26"/>
                      <a:pt x="48" y="26"/>
                    </a:cubicBezTo>
                    <a:lnTo>
                      <a:pt x="49" y="26"/>
                    </a:lnTo>
                    <a:cubicBezTo>
                      <a:pt x="48" y="26"/>
                      <a:pt x="48" y="26"/>
                      <a:pt x="48" y="26"/>
                    </a:cubicBezTo>
                    <a:cubicBezTo>
                      <a:pt x="47" y="26"/>
                      <a:pt x="47" y="26"/>
                      <a:pt x="46" y="25"/>
                    </a:cubicBezTo>
                    <a:lnTo>
                      <a:pt x="44" y="25"/>
                    </a:lnTo>
                    <a:cubicBezTo>
                      <a:pt x="43" y="26"/>
                      <a:pt x="42" y="26"/>
                      <a:pt x="41" y="26"/>
                    </a:cubicBezTo>
                    <a:cubicBezTo>
                      <a:pt x="41" y="26"/>
                      <a:pt x="40" y="26"/>
                      <a:pt x="39" y="26"/>
                    </a:cubicBezTo>
                    <a:cubicBezTo>
                      <a:pt x="37" y="27"/>
                      <a:pt x="36" y="28"/>
                      <a:pt x="34" y="28"/>
                    </a:cubicBezTo>
                    <a:cubicBezTo>
                      <a:pt x="34" y="29"/>
                      <a:pt x="33" y="29"/>
                      <a:pt x="33" y="29"/>
                    </a:cubicBezTo>
                    <a:cubicBezTo>
                      <a:pt x="30" y="31"/>
                      <a:pt x="28" y="32"/>
                      <a:pt x="26" y="35"/>
                    </a:cubicBezTo>
                    <a:cubicBezTo>
                      <a:pt x="25" y="35"/>
                      <a:pt x="25" y="35"/>
                      <a:pt x="25" y="35"/>
                    </a:cubicBezTo>
                    <a:cubicBezTo>
                      <a:pt x="22" y="40"/>
                      <a:pt x="16" y="44"/>
                      <a:pt x="9" y="42"/>
                    </a:cubicBezTo>
                    <a:cubicBezTo>
                      <a:pt x="3" y="40"/>
                      <a:pt x="0" y="33"/>
                      <a:pt x="1" y="26"/>
                    </a:cubicBezTo>
                    <a:cubicBezTo>
                      <a:pt x="2" y="21"/>
                      <a:pt x="7" y="17"/>
                      <a:pt x="12" y="14"/>
                    </a:cubicBezTo>
                    <a:cubicBezTo>
                      <a:pt x="18" y="8"/>
                      <a:pt x="26" y="5"/>
                      <a:pt x="34" y="2"/>
                    </a:cubicBezTo>
                    <a:cubicBezTo>
                      <a:pt x="41" y="0"/>
                      <a:pt x="50" y="1"/>
                      <a:pt x="57" y="3"/>
                    </a:cubicBezTo>
                    <a:cubicBezTo>
                      <a:pt x="65" y="6"/>
                      <a:pt x="71" y="12"/>
                      <a:pt x="75" y="20"/>
                    </a:cubicBezTo>
                    <a:cubicBezTo>
                      <a:pt x="76" y="23"/>
                      <a:pt x="77" y="26"/>
                      <a:pt x="78" y="30"/>
                    </a:cubicBezTo>
                    <a:cubicBezTo>
                      <a:pt x="78" y="35"/>
                      <a:pt x="78" y="38"/>
                      <a:pt x="76" y="42"/>
                    </a:cubicBezTo>
                    <a:cubicBezTo>
                      <a:pt x="75" y="51"/>
                      <a:pt x="69" y="59"/>
                      <a:pt x="64" y="66"/>
                    </a:cubicBezTo>
                    <a:cubicBezTo>
                      <a:pt x="62" y="69"/>
                      <a:pt x="60" y="72"/>
                      <a:pt x="57" y="75"/>
                    </a:cubicBezTo>
                    <a:cubicBezTo>
                      <a:pt x="56" y="75"/>
                      <a:pt x="56" y="75"/>
                      <a:pt x="55" y="76"/>
                    </a:cubicBezTo>
                    <a:cubicBezTo>
                      <a:pt x="58" y="77"/>
                      <a:pt x="61" y="78"/>
                      <a:pt x="64" y="79"/>
                    </a:cubicBezTo>
                    <a:cubicBezTo>
                      <a:pt x="69" y="81"/>
                      <a:pt x="74" y="83"/>
                      <a:pt x="78" y="86"/>
                    </a:cubicBezTo>
                    <a:cubicBezTo>
                      <a:pt x="87" y="92"/>
                      <a:pt x="96" y="99"/>
                      <a:pt x="102" y="107"/>
                    </a:cubicBezTo>
                    <a:cubicBezTo>
                      <a:pt x="108" y="114"/>
                      <a:pt x="113" y="123"/>
                      <a:pt x="113" y="132"/>
                    </a:cubicBezTo>
                    <a:cubicBezTo>
                      <a:pt x="113" y="141"/>
                      <a:pt x="110" y="150"/>
                      <a:pt x="104" y="156"/>
                    </a:cubicBezTo>
                    <a:cubicBezTo>
                      <a:pt x="96" y="164"/>
                      <a:pt x="87" y="170"/>
                      <a:pt x="78" y="174"/>
                    </a:cubicBezTo>
                    <a:cubicBezTo>
                      <a:pt x="71" y="178"/>
                      <a:pt x="64" y="180"/>
                      <a:pt x="55" y="183"/>
                    </a:cubicBezTo>
                    <a:cubicBezTo>
                      <a:pt x="47" y="185"/>
                      <a:pt x="37" y="188"/>
                      <a:pt x="29" y="189"/>
                    </a:cubicBezTo>
                    <a:cubicBezTo>
                      <a:pt x="28" y="190"/>
                      <a:pt x="27" y="190"/>
                      <a:pt x="27" y="190"/>
                    </a:cubicBezTo>
                    <a:cubicBezTo>
                      <a:pt x="20" y="190"/>
                      <a:pt x="15" y="184"/>
                      <a:pt x="14" y="1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0" name="Google Shape;740;p7"/>
              <p:cNvSpPr/>
              <p:nvPr/>
            </p:nvSpPr>
            <p:spPr>
              <a:xfrm>
                <a:off x="985320" y="1270800"/>
                <a:ext cx="43560" cy="10332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287" extrusionOk="0">
                    <a:moveTo>
                      <a:pt x="26" y="284"/>
                    </a:moveTo>
                    <a:cubicBezTo>
                      <a:pt x="18" y="281"/>
                      <a:pt x="12" y="275"/>
                      <a:pt x="7" y="268"/>
                    </a:cubicBezTo>
                    <a:cubicBezTo>
                      <a:pt x="3" y="262"/>
                      <a:pt x="0" y="254"/>
                      <a:pt x="0" y="246"/>
                    </a:cubicBezTo>
                    <a:cubicBezTo>
                      <a:pt x="0" y="236"/>
                      <a:pt x="3" y="227"/>
                      <a:pt x="7" y="218"/>
                    </a:cubicBezTo>
                    <a:cubicBezTo>
                      <a:pt x="12" y="206"/>
                      <a:pt x="21" y="195"/>
                      <a:pt x="29" y="185"/>
                    </a:cubicBezTo>
                    <a:cubicBezTo>
                      <a:pt x="35" y="178"/>
                      <a:pt x="40" y="172"/>
                      <a:pt x="46" y="165"/>
                    </a:cubicBezTo>
                    <a:cubicBezTo>
                      <a:pt x="50" y="161"/>
                      <a:pt x="57" y="160"/>
                      <a:pt x="61" y="164"/>
                    </a:cubicBezTo>
                    <a:cubicBezTo>
                      <a:pt x="66" y="168"/>
                      <a:pt x="67" y="175"/>
                      <a:pt x="63" y="180"/>
                    </a:cubicBezTo>
                    <a:cubicBezTo>
                      <a:pt x="54" y="190"/>
                      <a:pt x="44" y="201"/>
                      <a:pt x="36" y="213"/>
                    </a:cubicBezTo>
                    <a:cubicBezTo>
                      <a:pt x="34" y="216"/>
                      <a:pt x="32" y="220"/>
                      <a:pt x="31" y="222"/>
                    </a:cubicBezTo>
                    <a:cubicBezTo>
                      <a:pt x="29" y="225"/>
                      <a:pt x="28" y="228"/>
                      <a:pt x="27" y="231"/>
                    </a:cubicBezTo>
                    <a:cubicBezTo>
                      <a:pt x="26" y="234"/>
                      <a:pt x="25" y="236"/>
                      <a:pt x="25" y="238"/>
                    </a:cubicBezTo>
                    <a:cubicBezTo>
                      <a:pt x="25" y="240"/>
                      <a:pt x="24" y="242"/>
                      <a:pt x="24" y="243"/>
                    </a:cubicBezTo>
                    <a:cubicBezTo>
                      <a:pt x="24" y="244"/>
                      <a:pt x="24" y="245"/>
                      <a:pt x="24" y="246"/>
                    </a:cubicBezTo>
                    <a:lnTo>
                      <a:pt x="24" y="245"/>
                    </a:lnTo>
                    <a:cubicBezTo>
                      <a:pt x="24" y="246"/>
                      <a:pt x="24" y="247"/>
                      <a:pt x="25" y="247"/>
                    </a:cubicBezTo>
                    <a:cubicBezTo>
                      <a:pt x="25" y="249"/>
                      <a:pt x="25" y="250"/>
                      <a:pt x="25" y="251"/>
                    </a:cubicBezTo>
                    <a:cubicBezTo>
                      <a:pt x="25" y="252"/>
                      <a:pt x="26" y="252"/>
                      <a:pt x="26" y="253"/>
                    </a:cubicBezTo>
                    <a:cubicBezTo>
                      <a:pt x="26" y="254"/>
                      <a:pt x="27" y="255"/>
                      <a:pt x="28" y="256"/>
                    </a:cubicBezTo>
                    <a:cubicBezTo>
                      <a:pt x="28" y="256"/>
                      <a:pt x="28" y="257"/>
                      <a:pt x="29" y="257"/>
                    </a:cubicBezTo>
                    <a:cubicBezTo>
                      <a:pt x="29" y="258"/>
                      <a:pt x="29" y="258"/>
                      <a:pt x="30" y="259"/>
                    </a:cubicBezTo>
                    <a:lnTo>
                      <a:pt x="29" y="258"/>
                    </a:lnTo>
                    <a:lnTo>
                      <a:pt x="29" y="257"/>
                    </a:lnTo>
                    <a:lnTo>
                      <a:pt x="29" y="258"/>
                    </a:lnTo>
                    <a:lnTo>
                      <a:pt x="29" y="257"/>
                    </a:lnTo>
                    <a:lnTo>
                      <a:pt x="29" y="258"/>
                    </a:lnTo>
                    <a:lnTo>
                      <a:pt x="29" y="259"/>
                    </a:lnTo>
                    <a:cubicBezTo>
                      <a:pt x="29" y="258"/>
                      <a:pt x="29" y="258"/>
                      <a:pt x="29" y="258"/>
                    </a:cubicBezTo>
                    <a:cubicBezTo>
                      <a:pt x="30" y="259"/>
                      <a:pt x="31" y="259"/>
                      <a:pt x="32" y="260"/>
                    </a:cubicBezTo>
                    <a:cubicBezTo>
                      <a:pt x="31" y="260"/>
                      <a:pt x="31" y="259"/>
                      <a:pt x="31" y="259"/>
                    </a:cubicBezTo>
                    <a:cubicBezTo>
                      <a:pt x="31" y="260"/>
                      <a:pt x="32" y="260"/>
                      <a:pt x="33" y="261"/>
                    </a:cubicBezTo>
                    <a:cubicBezTo>
                      <a:pt x="34" y="261"/>
                      <a:pt x="34" y="261"/>
                      <a:pt x="35" y="261"/>
                    </a:cubicBezTo>
                    <a:lnTo>
                      <a:pt x="36" y="262"/>
                    </a:lnTo>
                    <a:lnTo>
                      <a:pt x="37" y="262"/>
                    </a:lnTo>
                    <a:cubicBezTo>
                      <a:pt x="36" y="262"/>
                      <a:pt x="36" y="262"/>
                      <a:pt x="36" y="262"/>
                    </a:cubicBezTo>
                    <a:cubicBezTo>
                      <a:pt x="37" y="262"/>
                      <a:pt x="37" y="262"/>
                      <a:pt x="37" y="262"/>
                    </a:cubicBezTo>
                    <a:cubicBezTo>
                      <a:pt x="38" y="262"/>
                      <a:pt x="38" y="262"/>
                      <a:pt x="38" y="262"/>
                    </a:cubicBezTo>
                    <a:cubicBezTo>
                      <a:pt x="39" y="262"/>
                      <a:pt x="39" y="261"/>
                      <a:pt x="40" y="261"/>
                    </a:cubicBezTo>
                    <a:cubicBezTo>
                      <a:pt x="39" y="261"/>
                      <a:pt x="39" y="261"/>
                      <a:pt x="39" y="261"/>
                    </a:cubicBezTo>
                    <a:lnTo>
                      <a:pt x="40" y="261"/>
                    </a:lnTo>
                    <a:lnTo>
                      <a:pt x="41" y="261"/>
                    </a:lnTo>
                    <a:cubicBezTo>
                      <a:pt x="40" y="261"/>
                      <a:pt x="40" y="261"/>
                      <a:pt x="40" y="261"/>
                    </a:cubicBezTo>
                    <a:cubicBezTo>
                      <a:pt x="41" y="261"/>
                      <a:pt x="42" y="261"/>
                      <a:pt x="43" y="260"/>
                    </a:cubicBezTo>
                    <a:cubicBezTo>
                      <a:pt x="42" y="260"/>
                      <a:pt x="42" y="261"/>
                      <a:pt x="42" y="261"/>
                    </a:cubicBezTo>
                    <a:cubicBezTo>
                      <a:pt x="43" y="260"/>
                      <a:pt x="44" y="260"/>
                      <a:pt x="45" y="259"/>
                    </a:cubicBezTo>
                    <a:lnTo>
                      <a:pt x="46" y="259"/>
                    </a:lnTo>
                    <a:lnTo>
                      <a:pt x="46" y="258"/>
                    </a:lnTo>
                    <a:cubicBezTo>
                      <a:pt x="48" y="256"/>
                      <a:pt x="49" y="254"/>
                      <a:pt x="51" y="253"/>
                    </a:cubicBezTo>
                    <a:cubicBezTo>
                      <a:pt x="52" y="250"/>
                      <a:pt x="53" y="248"/>
                      <a:pt x="55" y="246"/>
                    </a:cubicBezTo>
                    <a:cubicBezTo>
                      <a:pt x="56" y="243"/>
                      <a:pt x="57" y="240"/>
                      <a:pt x="58" y="238"/>
                    </a:cubicBezTo>
                    <a:lnTo>
                      <a:pt x="58" y="239"/>
                    </a:lnTo>
                    <a:cubicBezTo>
                      <a:pt x="60" y="233"/>
                      <a:pt x="61" y="228"/>
                      <a:pt x="63" y="222"/>
                    </a:cubicBezTo>
                    <a:cubicBezTo>
                      <a:pt x="65" y="210"/>
                      <a:pt x="67" y="199"/>
                      <a:pt x="68" y="187"/>
                    </a:cubicBezTo>
                    <a:cubicBezTo>
                      <a:pt x="70" y="173"/>
                      <a:pt x="71" y="160"/>
                      <a:pt x="72" y="147"/>
                    </a:cubicBezTo>
                    <a:cubicBezTo>
                      <a:pt x="72" y="143"/>
                      <a:pt x="73" y="139"/>
                      <a:pt x="73" y="134"/>
                    </a:cubicBezTo>
                    <a:cubicBezTo>
                      <a:pt x="71" y="137"/>
                      <a:pt x="69" y="139"/>
                      <a:pt x="67" y="140"/>
                    </a:cubicBezTo>
                    <a:cubicBezTo>
                      <a:pt x="61" y="145"/>
                      <a:pt x="53" y="150"/>
                      <a:pt x="44" y="148"/>
                    </a:cubicBezTo>
                    <a:cubicBezTo>
                      <a:pt x="38" y="148"/>
                      <a:pt x="32" y="144"/>
                      <a:pt x="29" y="139"/>
                    </a:cubicBezTo>
                    <a:cubicBezTo>
                      <a:pt x="26" y="132"/>
                      <a:pt x="26" y="126"/>
                      <a:pt x="25" y="119"/>
                    </a:cubicBezTo>
                    <a:cubicBezTo>
                      <a:pt x="23" y="106"/>
                      <a:pt x="22" y="93"/>
                      <a:pt x="22" y="80"/>
                    </a:cubicBezTo>
                    <a:cubicBezTo>
                      <a:pt x="22" y="71"/>
                      <a:pt x="22" y="62"/>
                      <a:pt x="23" y="53"/>
                    </a:cubicBezTo>
                    <a:cubicBezTo>
                      <a:pt x="24" y="39"/>
                      <a:pt x="27" y="26"/>
                      <a:pt x="33" y="14"/>
                    </a:cubicBezTo>
                    <a:cubicBezTo>
                      <a:pt x="35" y="9"/>
                      <a:pt x="39" y="5"/>
                      <a:pt x="44" y="3"/>
                    </a:cubicBezTo>
                    <a:cubicBezTo>
                      <a:pt x="49" y="0"/>
                      <a:pt x="54" y="0"/>
                      <a:pt x="60" y="3"/>
                    </a:cubicBezTo>
                    <a:cubicBezTo>
                      <a:pt x="63" y="4"/>
                      <a:pt x="65" y="7"/>
                      <a:pt x="68" y="10"/>
                    </a:cubicBezTo>
                    <a:cubicBezTo>
                      <a:pt x="70" y="12"/>
                      <a:pt x="71" y="13"/>
                      <a:pt x="73" y="15"/>
                    </a:cubicBezTo>
                    <a:cubicBezTo>
                      <a:pt x="78" y="20"/>
                      <a:pt x="78" y="28"/>
                      <a:pt x="72" y="33"/>
                    </a:cubicBezTo>
                    <a:cubicBezTo>
                      <a:pt x="67" y="38"/>
                      <a:pt x="58" y="37"/>
                      <a:pt x="54" y="31"/>
                    </a:cubicBezTo>
                    <a:cubicBezTo>
                      <a:pt x="53" y="31"/>
                      <a:pt x="53" y="30"/>
                      <a:pt x="52" y="30"/>
                    </a:cubicBezTo>
                    <a:cubicBezTo>
                      <a:pt x="52" y="30"/>
                      <a:pt x="51" y="31"/>
                      <a:pt x="51" y="32"/>
                    </a:cubicBezTo>
                    <a:cubicBezTo>
                      <a:pt x="50" y="37"/>
                      <a:pt x="49" y="42"/>
                      <a:pt x="47" y="46"/>
                    </a:cubicBezTo>
                    <a:cubicBezTo>
                      <a:pt x="46" y="51"/>
                      <a:pt x="46" y="56"/>
                      <a:pt x="45" y="60"/>
                    </a:cubicBezTo>
                    <a:lnTo>
                      <a:pt x="45" y="59"/>
                    </a:lnTo>
                    <a:cubicBezTo>
                      <a:pt x="44" y="72"/>
                      <a:pt x="44" y="85"/>
                      <a:pt x="45" y="98"/>
                    </a:cubicBezTo>
                    <a:lnTo>
                      <a:pt x="45" y="97"/>
                    </a:lnTo>
                    <a:cubicBezTo>
                      <a:pt x="46" y="104"/>
                      <a:pt x="47" y="110"/>
                      <a:pt x="47" y="116"/>
                    </a:cubicBezTo>
                    <a:cubicBezTo>
                      <a:pt x="48" y="119"/>
                      <a:pt x="49" y="121"/>
                      <a:pt x="49" y="123"/>
                    </a:cubicBezTo>
                    <a:lnTo>
                      <a:pt x="50" y="123"/>
                    </a:lnTo>
                    <a:lnTo>
                      <a:pt x="51" y="122"/>
                    </a:lnTo>
                    <a:cubicBezTo>
                      <a:pt x="52" y="122"/>
                      <a:pt x="53" y="121"/>
                      <a:pt x="53" y="121"/>
                    </a:cubicBezTo>
                    <a:cubicBezTo>
                      <a:pt x="55" y="119"/>
                      <a:pt x="56" y="118"/>
                      <a:pt x="58" y="116"/>
                    </a:cubicBezTo>
                    <a:cubicBezTo>
                      <a:pt x="60" y="115"/>
                      <a:pt x="61" y="113"/>
                      <a:pt x="62" y="111"/>
                    </a:cubicBezTo>
                    <a:cubicBezTo>
                      <a:pt x="67" y="104"/>
                      <a:pt x="72" y="96"/>
                      <a:pt x="77" y="88"/>
                    </a:cubicBezTo>
                    <a:cubicBezTo>
                      <a:pt x="81" y="80"/>
                      <a:pt x="85" y="71"/>
                      <a:pt x="88" y="62"/>
                    </a:cubicBezTo>
                    <a:cubicBezTo>
                      <a:pt x="89" y="61"/>
                      <a:pt x="89" y="60"/>
                      <a:pt x="89" y="59"/>
                    </a:cubicBezTo>
                    <a:cubicBezTo>
                      <a:pt x="91" y="53"/>
                      <a:pt x="93" y="47"/>
                      <a:pt x="96" y="41"/>
                    </a:cubicBezTo>
                    <a:cubicBezTo>
                      <a:pt x="98" y="36"/>
                      <a:pt x="104" y="33"/>
                      <a:pt x="110" y="35"/>
                    </a:cubicBezTo>
                    <a:cubicBezTo>
                      <a:pt x="116" y="37"/>
                      <a:pt x="120" y="44"/>
                      <a:pt x="118" y="49"/>
                    </a:cubicBezTo>
                    <a:cubicBezTo>
                      <a:pt x="116" y="55"/>
                      <a:pt x="114" y="60"/>
                      <a:pt x="112" y="65"/>
                    </a:cubicBezTo>
                    <a:cubicBezTo>
                      <a:pt x="111" y="67"/>
                      <a:pt x="111" y="69"/>
                      <a:pt x="110" y="70"/>
                    </a:cubicBezTo>
                    <a:cubicBezTo>
                      <a:pt x="110" y="70"/>
                      <a:pt x="110" y="69"/>
                      <a:pt x="111" y="69"/>
                    </a:cubicBezTo>
                    <a:cubicBezTo>
                      <a:pt x="109" y="74"/>
                      <a:pt x="107" y="79"/>
                      <a:pt x="106" y="84"/>
                    </a:cubicBezTo>
                    <a:cubicBezTo>
                      <a:pt x="105" y="90"/>
                      <a:pt x="103" y="96"/>
                      <a:pt x="102" y="102"/>
                    </a:cubicBezTo>
                    <a:cubicBezTo>
                      <a:pt x="99" y="114"/>
                      <a:pt x="97" y="126"/>
                      <a:pt x="96" y="138"/>
                    </a:cubicBezTo>
                    <a:cubicBezTo>
                      <a:pt x="95" y="151"/>
                      <a:pt x="93" y="164"/>
                      <a:pt x="92" y="176"/>
                    </a:cubicBezTo>
                    <a:cubicBezTo>
                      <a:pt x="91" y="189"/>
                      <a:pt x="89" y="203"/>
                      <a:pt x="86" y="215"/>
                    </a:cubicBezTo>
                    <a:cubicBezTo>
                      <a:pt x="84" y="227"/>
                      <a:pt x="82" y="239"/>
                      <a:pt x="78" y="250"/>
                    </a:cubicBezTo>
                    <a:cubicBezTo>
                      <a:pt x="75" y="257"/>
                      <a:pt x="71" y="264"/>
                      <a:pt x="67" y="270"/>
                    </a:cubicBezTo>
                    <a:cubicBezTo>
                      <a:pt x="65" y="273"/>
                      <a:pt x="63" y="276"/>
                      <a:pt x="59" y="278"/>
                    </a:cubicBezTo>
                    <a:cubicBezTo>
                      <a:pt x="56" y="281"/>
                      <a:pt x="52" y="282"/>
                      <a:pt x="49" y="284"/>
                    </a:cubicBezTo>
                    <a:cubicBezTo>
                      <a:pt x="45" y="285"/>
                      <a:pt x="42" y="286"/>
                      <a:pt x="39" y="286"/>
                    </a:cubicBezTo>
                    <a:cubicBezTo>
                      <a:pt x="38" y="286"/>
                      <a:pt x="37" y="286"/>
                      <a:pt x="37" y="286"/>
                    </a:cubicBezTo>
                    <a:cubicBezTo>
                      <a:pt x="33" y="286"/>
                      <a:pt x="30" y="285"/>
                      <a:pt x="26" y="28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1" name="Google Shape;741;p7"/>
              <p:cNvSpPr/>
              <p:nvPr/>
            </p:nvSpPr>
            <p:spPr>
              <a:xfrm>
                <a:off x="1029240" y="1231560"/>
                <a:ext cx="25920" cy="125640"/>
              </a:xfrm>
              <a:custGeom>
                <a:avLst/>
                <a:gdLst/>
                <a:ahLst/>
                <a:cxnLst/>
                <a:rect l="l" t="t" r="r" b="b"/>
                <a:pathLst>
                  <a:path w="72" h="349" extrusionOk="0">
                    <a:moveTo>
                      <a:pt x="5" y="344"/>
                    </a:moveTo>
                    <a:cubicBezTo>
                      <a:pt x="0" y="340"/>
                      <a:pt x="1" y="332"/>
                      <a:pt x="5" y="328"/>
                    </a:cubicBezTo>
                    <a:cubicBezTo>
                      <a:pt x="6" y="326"/>
                      <a:pt x="8" y="325"/>
                      <a:pt x="9" y="324"/>
                    </a:cubicBezTo>
                    <a:cubicBezTo>
                      <a:pt x="10" y="322"/>
                      <a:pt x="12" y="320"/>
                      <a:pt x="13" y="318"/>
                    </a:cubicBezTo>
                    <a:cubicBezTo>
                      <a:pt x="16" y="316"/>
                      <a:pt x="17" y="313"/>
                      <a:pt x="19" y="310"/>
                    </a:cubicBezTo>
                    <a:cubicBezTo>
                      <a:pt x="24" y="304"/>
                      <a:pt x="28" y="297"/>
                      <a:pt x="31" y="291"/>
                    </a:cubicBezTo>
                    <a:cubicBezTo>
                      <a:pt x="33" y="287"/>
                      <a:pt x="36" y="282"/>
                      <a:pt x="37" y="278"/>
                    </a:cubicBezTo>
                    <a:cubicBezTo>
                      <a:pt x="40" y="270"/>
                      <a:pt x="42" y="262"/>
                      <a:pt x="44" y="253"/>
                    </a:cubicBezTo>
                    <a:cubicBezTo>
                      <a:pt x="46" y="242"/>
                      <a:pt x="48" y="231"/>
                      <a:pt x="49" y="219"/>
                    </a:cubicBezTo>
                    <a:cubicBezTo>
                      <a:pt x="50" y="206"/>
                      <a:pt x="50" y="193"/>
                      <a:pt x="49" y="180"/>
                    </a:cubicBezTo>
                    <a:cubicBezTo>
                      <a:pt x="48" y="174"/>
                      <a:pt x="48" y="168"/>
                      <a:pt x="47" y="161"/>
                    </a:cubicBezTo>
                    <a:cubicBezTo>
                      <a:pt x="47" y="157"/>
                      <a:pt x="45" y="151"/>
                      <a:pt x="45" y="147"/>
                    </a:cubicBezTo>
                    <a:cubicBezTo>
                      <a:pt x="44" y="141"/>
                      <a:pt x="43" y="137"/>
                      <a:pt x="41" y="132"/>
                    </a:cubicBezTo>
                    <a:cubicBezTo>
                      <a:pt x="40" y="126"/>
                      <a:pt x="39" y="122"/>
                      <a:pt x="37" y="117"/>
                    </a:cubicBezTo>
                    <a:cubicBezTo>
                      <a:pt x="36" y="108"/>
                      <a:pt x="33" y="100"/>
                      <a:pt x="30" y="91"/>
                    </a:cubicBezTo>
                    <a:cubicBezTo>
                      <a:pt x="26" y="80"/>
                      <a:pt x="22" y="69"/>
                      <a:pt x="19" y="58"/>
                    </a:cubicBezTo>
                    <a:cubicBezTo>
                      <a:pt x="17" y="54"/>
                      <a:pt x="16" y="50"/>
                      <a:pt x="15" y="46"/>
                    </a:cubicBezTo>
                    <a:cubicBezTo>
                      <a:pt x="12" y="38"/>
                      <a:pt x="10" y="30"/>
                      <a:pt x="9" y="22"/>
                    </a:cubicBezTo>
                    <a:cubicBezTo>
                      <a:pt x="9" y="16"/>
                      <a:pt x="9" y="10"/>
                      <a:pt x="13" y="6"/>
                    </a:cubicBezTo>
                    <a:cubicBezTo>
                      <a:pt x="16" y="2"/>
                      <a:pt x="22" y="0"/>
                      <a:pt x="27" y="2"/>
                    </a:cubicBezTo>
                    <a:cubicBezTo>
                      <a:pt x="33" y="3"/>
                      <a:pt x="37" y="11"/>
                      <a:pt x="36" y="17"/>
                    </a:cubicBezTo>
                    <a:cubicBezTo>
                      <a:pt x="35" y="19"/>
                      <a:pt x="34" y="20"/>
                      <a:pt x="34" y="21"/>
                    </a:cubicBezTo>
                    <a:cubicBezTo>
                      <a:pt x="34" y="23"/>
                      <a:pt x="34" y="24"/>
                      <a:pt x="34" y="26"/>
                    </a:cubicBezTo>
                    <a:cubicBezTo>
                      <a:pt x="41" y="55"/>
                      <a:pt x="52" y="82"/>
                      <a:pt x="58" y="111"/>
                    </a:cubicBezTo>
                    <a:cubicBezTo>
                      <a:pt x="62" y="123"/>
                      <a:pt x="65" y="136"/>
                      <a:pt x="67" y="150"/>
                    </a:cubicBezTo>
                    <a:cubicBezTo>
                      <a:pt x="70" y="168"/>
                      <a:pt x="71" y="186"/>
                      <a:pt x="70" y="204"/>
                    </a:cubicBezTo>
                    <a:cubicBezTo>
                      <a:pt x="70" y="220"/>
                      <a:pt x="69" y="236"/>
                      <a:pt x="66" y="251"/>
                    </a:cubicBezTo>
                    <a:cubicBezTo>
                      <a:pt x="63" y="267"/>
                      <a:pt x="59" y="281"/>
                      <a:pt x="53" y="296"/>
                    </a:cubicBezTo>
                    <a:cubicBezTo>
                      <a:pt x="48" y="307"/>
                      <a:pt x="42" y="317"/>
                      <a:pt x="35" y="327"/>
                    </a:cubicBezTo>
                    <a:cubicBezTo>
                      <a:pt x="31" y="333"/>
                      <a:pt x="26" y="339"/>
                      <a:pt x="21" y="344"/>
                    </a:cubicBezTo>
                    <a:cubicBezTo>
                      <a:pt x="19" y="347"/>
                      <a:pt x="16" y="348"/>
                      <a:pt x="13" y="348"/>
                    </a:cubicBezTo>
                    <a:cubicBezTo>
                      <a:pt x="10" y="348"/>
                      <a:pt x="7" y="347"/>
                      <a:pt x="5" y="3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2" name="Google Shape;742;p7"/>
              <p:cNvSpPr/>
              <p:nvPr/>
            </p:nvSpPr>
            <p:spPr>
              <a:xfrm>
                <a:off x="1071360" y="1296000"/>
                <a:ext cx="84960" cy="120600"/>
              </a:xfrm>
              <a:custGeom>
                <a:avLst/>
                <a:gdLst/>
                <a:ahLst/>
                <a:cxnLst/>
                <a:rect l="l" t="t" r="r" b="b"/>
                <a:pathLst>
                  <a:path w="236" h="335" extrusionOk="0">
                    <a:moveTo>
                      <a:pt x="52" y="311"/>
                    </a:moveTo>
                    <a:lnTo>
                      <a:pt x="51" y="311"/>
                    </a:lnTo>
                    <a:cubicBezTo>
                      <a:pt x="52" y="311"/>
                      <a:pt x="53" y="311"/>
                      <a:pt x="54" y="310"/>
                    </a:cubicBezTo>
                    <a:cubicBezTo>
                      <a:pt x="56" y="310"/>
                      <a:pt x="57" y="310"/>
                      <a:pt x="58" y="310"/>
                    </a:cubicBezTo>
                    <a:cubicBezTo>
                      <a:pt x="60" y="309"/>
                      <a:pt x="61" y="308"/>
                      <a:pt x="63" y="307"/>
                    </a:cubicBezTo>
                    <a:cubicBezTo>
                      <a:pt x="64" y="307"/>
                      <a:pt x="65" y="306"/>
                      <a:pt x="66" y="306"/>
                    </a:cubicBezTo>
                    <a:cubicBezTo>
                      <a:pt x="71" y="303"/>
                      <a:pt x="74" y="300"/>
                      <a:pt x="78" y="297"/>
                    </a:cubicBezTo>
                    <a:cubicBezTo>
                      <a:pt x="78" y="298"/>
                      <a:pt x="77" y="298"/>
                      <a:pt x="76" y="298"/>
                    </a:cubicBezTo>
                    <a:cubicBezTo>
                      <a:pt x="81" y="294"/>
                      <a:pt x="85" y="290"/>
                      <a:pt x="89" y="286"/>
                    </a:cubicBezTo>
                    <a:cubicBezTo>
                      <a:pt x="98" y="275"/>
                      <a:pt x="106" y="264"/>
                      <a:pt x="114" y="254"/>
                    </a:cubicBezTo>
                    <a:cubicBezTo>
                      <a:pt x="113" y="254"/>
                      <a:pt x="113" y="254"/>
                      <a:pt x="113" y="255"/>
                    </a:cubicBezTo>
                    <a:cubicBezTo>
                      <a:pt x="114" y="253"/>
                      <a:pt x="115" y="250"/>
                      <a:pt x="117" y="248"/>
                    </a:cubicBezTo>
                    <a:cubicBezTo>
                      <a:pt x="113" y="249"/>
                      <a:pt x="109" y="247"/>
                      <a:pt x="106" y="244"/>
                    </a:cubicBezTo>
                    <a:cubicBezTo>
                      <a:pt x="101" y="240"/>
                      <a:pt x="102" y="234"/>
                      <a:pt x="104" y="229"/>
                    </a:cubicBezTo>
                    <a:cubicBezTo>
                      <a:pt x="104" y="229"/>
                      <a:pt x="103" y="230"/>
                      <a:pt x="103" y="231"/>
                    </a:cubicBezTo>
                    <a:cubicBezTo>
                      <a:pt x="104" y="229"/>
                      <a:pt x="104" y="226"/>
                      <a:pt x="104" y="225"/>
                    </a:cubicBezTo>
                    <a:cubicBezTo>
                      <a:pt x="105" y="223"/>
                      <a:pt x="105" y="222"/>
                      <a:pt x="105" y="220"/>
                    </a:cubicBezTo>
                    <a:lnTo>
                      <a:pt x="105" y="219"/>
                    </a:lnTo>
                    <a:cubicBezTo>
                      <a:pt x="105" y="218"/>
                      <a:pt x="105" y="218"/>
                      <a:pt x="105" y="217"/>
                    </a:cubicBezTo>
                    <a:cubicBezTo>
                      <a:pt x="105" y="217"/>
                      <a:pt x="104" y="216"/>
                      <a:pt x="104" y="215"/>
                    </a:cubicBezTo>
                    <a:lnTo>
                      <a:pt x="104" y="216"/>
                    </a:lnTo>
                    <a:cubicBezTo>
                      <a:pt x="104" y="215"/>
                      <a:pt x="104" y="215"/>
                      <a:pt x="104" y="215"/>
                    </a:cubicBezTo>
                    <a:cubicBezTo>
                      <a:pt x="104" y="214"/>
                      <a:pt x="103" y="214"/>
                      <a:pt x="103" y="214"/>
                    </a:cubicBezTo>
                    <a:cubicBezTo>
                      <a:pt x="103" y="213"/>
                      <a:pt x="102" y="212"/>
                      <a:pt x="101" y="212"/>
                    </a:cubicBezTo>
                    <a:lnTo>
                      <a:pt x="102" y="212"/>
                    </a:lnTo>
                    <a:lnTo>
                      <a:pt x="101" y="212"/>
                    </a:lnTo>
                    <a:cubicBezTo>
                      <a:pt x="102" y="212"/>
                      <a:pt x="102" y="212"/>
                      <a:pt x="102" y="212"/>
                    </a:cubicBezTo>
                    <a:lnTo>
                      <a:pt x="101" y="212"/>
                    </a:lnTo>
                    <a:cubicBezTo>
                      <a:pt x="100" y="211"/>
                      <a:pt x="100" y="211"/>
                      <a:pt x="100" y="211"/>
                    </a:cubicBezTo>
                    <a:cubicBezTo>
                      <a:pt x="99" y="211"/>
                      <a:pt x="99" y="210"/>
                      <a:pt x="98" y="210"/>
                    </a:cubicBezTo>
                    <a:cubicBezTo>
                      <a:pt x="97" y="210"/>
                      <a:pt x="97" y="210"/>
                      <a:pt x="96" y="210"/>
                    </a:cubicBezTo>
                    <a:cubicBezTo>
                      <a:pt x="94" y="209"/>
                      <a:pt x="92" y="209"/>
                      <a:pt x="90" y="209"/>
                    </a:cubicBezTo>
                    <a:cubicBezTo>
                      <a:pt x="89" y="208"/>
                      <a:pt x="87" y="208"/>
                      <a:pt x="85" y="209"/>
                    </a:cubicBezTo>
                    <a:cubicBezTo>
                      <a:pt x="82" y="209"/>
                      <a:pt x="79" y="209"/>
                      <a:pt x="76" y="210"/>
                    </a:cubicBezTo>
                    <a:cubicBezTo>
                      <a:pt x="76" y="210"/>
                      <a:pt x="77" y="210"/>
                      <a:pt x="78" y="210"/>
                    </a:cubicBezTo>
                    <a:cubicBezTo>
                      <a:pt x="76" y="210"/>
                      <a:pt x="75" y="210"/>
                      <a:pt x="74" y="210"/>
                    </a:cubicBezTo>
                    <a:cubicBezTo>
                      <a:pt x="72" y="211"/>
                      <a:pt x="70" y="212"/>
                      <a:pt x="68" y="212"/>
                    </a:cubicBezTo>
                    <a:cubicBezTo>
                      <a:pt x="65" y="214"/>
                      <a:pt x="63" y="215"/>
                      <a:pt x="61" y="217"/>
                    </a:cubicBezTo>
                    <a:cubicBezTo>
                      <a:pt x="57" y="219"/>
                      <a:pt x="53" y="222"/>
                      <a:pt x="50" y="225"/>
                    </a:cubicBezTo>
                    <a:lnTo>
                      <a:pt x="50" y="224"/>
                    </a:lnTo>
                    <a:cubicBezTo>
                      <a:pt x="50" y="225"/>
                      <a:pt x="50" y="225"/>
                      <a:pt x="50" y="225"/>
                    </a:cubicBezTo>
                    <a:lnTo>
                      <a:pt x="49" y="225"/>
                    </a:lnTo>
                    <a:lnTo>
                      <a:pt x="50" y="225"/>
                    </a:lnTo>
                    <a:cubicBezTo>
                      <a:pt x="47" y="226"/>
                      <a:pt x="45" y="229"/>
                      <a:pt x="44" y="231"/>
                    </a:cubicBezTo>
                    <a:cubicBezTo>
                      <a:pt x="41" y="233"/>
                      <a:pt x="39" y="236"/>
                      <a:pt x="37" y="239"/>
                    </a:cubicBezTo>
                    <a:cubicBezTo>
                      <a:pt x="36" y="241"/>
                      <a:pt x="34" y="243"/>
                      <a:pt x="33" y="246"/>
                    </a:cubicBezTo>
                    <a:cubicBezTo>
                      <a:pt x="31" y="249"/>
                      <a:pt x="29" y="253"/>
                      <a:pt x="28" y="257"/>
                    </a:cubicBezTo>
                    <a:cubicBezTo>
                      <a:pt x="27" y="260"/>
                      <a:pt x="26" y="263"/>
                      <a:pt x="25" y="267"/>
                    </a:cubicBezTo>
                    <a:cubicBezTo>
                      <a:pt x="25" y="269"/>
                      <a:pt x="25" y="271"/>
                      <a:pt x="24" y="273"/>
                    </a:cubicBezTo>
                    <a:cubicBezTo>
                      <a:pt x="24" y="275"/>
                      <a:pt x="24" y="277"/>
                      <a:pt x="24" y="279"/>
                    </a:cubicBezTo>
                    <a:cubicBezTo>
                      <a:pt x="25" y="281"/>
                      <a:pt x="25" y="283"/>
                      <a:pt x="25" y="285"/>
                    </a:cubicBezTo>
                    <a:cubicBezTo>
                      <a:pt x="25" y="286"/>
                      <a:pt x="26" y="288"/>
                      <a:pt x="26" y="289"/>
                    </a:cubicBezTo>
                    <a:cubicBezTo>
                      <a:pt x="26" y="291"/>
                      <a:pt x="27" y="292"/>
                      <a:pt x="27" y="293"/>
                    </a:cubicBezTo>
                    <a:cubicBezTo>
                      <a:pt x="29" y="295"/>
                      <a:pt x="29" y="296"/>
                      <a:pt x="30" y="298"/>
                    </a:cubicBezTo>
                    <a:cubicBezTo>
                      <a:pt x="31" y="299"/>
                      <a:pt x="32" y="300"/>
                      <a:pt x="33" y="302"/>
                    </a:cubicBezTo>
                    <a:cubicBezTo>
                      <a:pt x="33" y="302"/>
                      <a:pt x="34" y="303"/>
                      <a:pt x="35" y="304"/>
                    </a:cubicBezTo>
                    <a:cubicBezTo>
                      <a:pt x="36" y="305"/>
                      <a:pt x="37" y="305"/>
                      <a:pt x="37" y="306"/>
                    </a:cubicBezTo>
                    <a:cubicBezTo>
                      <a:pt x="39" y="307"/>
                      <a:pt x="40" y="307"/>
                      <a:pt x="41" y="309"/>
                    </a:cubicBezTo>
                    <a:cubicBezTo>
                      <a:pt x="43" y="309"/>
                      <a:pt x="44" y="310"/>
                      <a:pt x="45" y="310"/>
                    </a:cubicBezTo>
                    <a:cubicBezTo>
                      <a:pt x="46" y="310"/>
                      <a:pt x="47" y="310"/>
                      <a:pt x="47" y="311"/>
                    </a:cubicBezTo>
                    <a:cubicBezTo>
                      <a:pt x="48" y="311"/>
                      <a:pt x="48" y="311"/>
                      <a:pt x="49" y="311"/>
                    </a:cubicBezTo>
                    <a:cubicBezTo>
                      <a:pt x="50" y="311"/>
                      <a:pt x="51" y="311"/>
                      <a:pt x="52" y="311"/>
                    </a:cubicBezTo>
                    <a:moveTo>
                      <a:pt x="47" y="334"/>
                    </a:moveTo>
                    <a:cubicBezTo>
                      <a:pt x="43" y="334"/>
                      <a:pt x="39" y="332"/>
                      <a:pt x="35" y="331"/>
                    </a:cubicBezTo>
                    <a:cubicBezTo>
                      <a:pt x="29" y="328"/>
                      <a:pt x="23" y="324"/>
                      <a:pt x="18" y="320"/>
                    </a:cubicBezTo>
                    <a:cubicBezTo>
                      <a:pt x="12" y="314"/>
                      <a:pt x="9" y="307"/>
                      <a:pt x="6" y="301"/>
                    </a:cubicBezTo>
                    <a:cubicBezTo>
                      <a:pt x="0" y="286"/>
                      <a:pt x="1" y="269"/>
                      <a:pt x="5" y="254"/>
                    </a:cubicBezTo>
                    <a:cubicBezTo>
                      <a:pt x="10" y="237"/>
                      <a:pt x="19" y="222"/>
                      <a:pt x="32" y="210"/>
                    </a:cubicBezTo>
                    <a:cubicBezTo>
                      <a:pt x="37" y="204"/>
                      <a:pt x="45" y="199"/>
                      <a:pt x="52" y="195"/>
                    </a:cubicBezTo>
                    <a:cubicBezTo>
                      <a:pt x="56" y="192"/>
                      <a:pt x="60" y="190"/>
                      <a:pt x="65" y="189"/>
                    </a:cubicBezTo>
                    <a:cubicBezTo>
                      <a:pt x="69" y="187"/>
                      <a:pt x="73" y="186"/>
                      <a:pt x="77" y="186"/>
                    </a:cubicBezTo>
                    <a:cubicBezTo>
                      <a:pt x="93" y="183"/>
                      <a:pt x="112" y="185"/>
                      <a:pt x="122" y="199"/>
                    </a:cubicBezTo>
                    <a:cubicBezTo>
                      <a:pt x="125" y="202"/>
                      <a:pt x="127" y="205"/>
                      <a:pt x="128" y="210"/>
                    </a:cubicBezTo>
                    <a:cubicBezTo>
                      <a:pt x="129" y="212"/>
                      <a:pt x="129" y="215"/>
                      <a:pt x="129" y="218"/>
                    </a:cubicBezTo>
                    <a:cubicBezTo>
                      <a:pt x="131" y="219"/>
                      <a:pt x="131" y="221"/>
                      <a:pt x="132" y="223"/>
                    </a:cubicBezTo>
                    <a:cubicBezTo>
                      <a:pt x="134" y="218"/>
                      <a:pt x="137" y="213"/>
                      <a:pt x="140" y="208"/>
                    </a:cubicBezTo>
                    <a:cubicBezTo>
                      <a:pt x="144" y="200"/>
                      <a:pt x="149" y="192"/>
                      <a:pt x="152" y="184"/>
                    </a:cubicBezTo>
                    <a:cubicBezTo>
                      <a:pt x="157" y="175"/>
                      <a:pt x="161" y="165"/>
                      <a:pt x="166" y="155"/>
                    </a:cubicBezTo>
                    <a:cubicBezTo>
                      <a:pt x="168" y="151"/>
                      <a:pt x="170" y="146"/>
                      <a:pt x="172" y="141"/>
                    </a:cubicBezTo>
                    <a:cubicBezTo>
                      <a:pt x="173" y="133"/>
                      <a:pt x="174" y="123"/>
                      <a:pt x="175" y="114"/>
                    </a:cubicBezTo>
                    <a:cubicBezTo>
                      <a:pt x="176" y="102"/>
                      <a:pt x="178" y="90"/>
                      <a:pt x="180" y="78"/>
                    </a:cubicBezTo>
                    <a:cubicBezTo>
                      <a:pt x="181" y="69"/>
                      <a:pt x="183" y="61"/>
                      <a:pt x="185" y="53"/>
                    </a:cubicBezTo>
                    <a:cubicBezTo>
                      <a:pt x="188" y="44"/>
                      <a:pt x="191" y="36"/>
                      <a:pt x="194" y="28"/>
                    </a:cubicBezTo>
                    <a:cubicBezTo>
                      <a:pt x="197" y="21"/>
                      <a:pt x="200" y="14"/>
                      <a:pt x="205" y="8"/>
                    </a:cubicBezTo>
                    <a:cubicBezTo>
                      <a:pt x="207" y="6"/>
                      <a:pt x="210" y="3"/>
                      <a:pt x="212" y="2"/>
                    </a:cubicBezTo>
                    <a:cubicBezTo>
                      <a:pt x="216" y="0"/>
                      <a:pt x="219" y="0"/>
                      <a:pt x="222" y="1"/>
                    </a:cubicBezTo>
                    <a:cubicBezTo>
                      <a:pt x="228" y="2"/>
                      <a:pt x="232" y="6"/>
                      <a:pt x="233" y="12"/>
                    </a:cubicBezTo>
                    <a:cubicBezTo>
                      <a:pt x="235" y="18"/>
                      <a:pt x="234" y="25"/>
                      <a:pt x="233" y="31"/>
                    </a:cubicBezTo>
                    <a:cubicBezTo>
                      <a:pt x="231" y="38"/>
                      <a:pt x="229" y="44"/>
                      <a:pt x="227" y="50"/>
                    </a:cubicBezTo>
                    <a:cubicBezTo>
                      <a:pt x="224" y="62"/>
                      <a:pt x="220" y="73"/>
                      <a:pt x="216" y="85"/>
                    </a:cubicBezTo>
                    <a:cubicBezTo>
                      <a:pt x="210" y="105"/>
                      <a:pt x="202" y="124"/>
                      <a:pt x="194" y="144"/>
                    </a:cubicBezTo>
                    <a:cubicBezTo>
                      <a:pt x="193" y="148"/>
                      <a:pt x="193" y="152"/>
                      <a:pt x="193" y="155"/>
                    </a:cubicBezTo>
                    <a:cubicBezTo>
                      <a:pt x="190" y="180"/>
                      <a:pt x="188" y="204"/>
                      <a:pt x="185" y="229"/>
                    </a:cubicBezTo>
                    <a:cubicBezTo>
                      <a:pt x="184" y="240"/>
                      <a:pt x="181" y="252"/>
                      <a:pt x="180" y="264"/>
                    </a:cubicBezTo>
                    <a:cubicBezTo>
                      <a:pt x="178" y="275"/>
                      <a:pt x="176" y="286"/>
                      <a:pt x="174" y="298"/>
                    </a:cubicBezTo>
                    <a:cubicBezTo>
                      <a:pt x="173" y="305"/>
                      <a:pt x="167" y="309"/>
                      <a:pt x="160" y="309"/>
                    </a:cubicBezTo>
                    <a:cubicBezTo>
                      <a:pt x="152" y="307"/>
                      <a:pt x="148" y="300"/>
                      <a:pt x="150" y="293"/>
                    </a:cubicBezTo>
                    <a:cubicBezTo>
                      <a:pt x="151" y="288"/>
                      <a:pt x="153" y="282"/>
                      <a:pt x="154" y="277"/>
                    </a:cubicBezTo>
                    <a:cubicBezTo>
                      <a:pt x="155" y="272"/>
                      <a:pt x="156" y="267"/>
                      <a:pt x="157" y="261"/>
                    </a:cubicBezTo>
                    <a:cubicBezTo>
                      <a:pt x="157" y="262"/>
                      <a:pt x="157" y="263"/>
                      <a:pt x="157" y="263"/>
                    </a:cubicBezTo>
                    <a:cubicBezTo>
                      <a:pt x="161" y="244"/>
                      <a:pt x="163" y="225"/>
                      <a:pt x="166" y="205"/>
                    </a:cubicBezTo>
                    <a:cubicBezTo>
                      <a:pt x="163" y="211"/>
                      <a:pt x="160" y="215"/>
                      <a:pt x="158" y="221"/>
                    </a:cubicBezTo>
                    <a:cubicBezTo>
                      <a:pt x="154" y="228"/>
                      <a:pt x="150" y="235"/>
                      <a:pt x="146" y="242"/>
                    </a:cubicBezTo>
                    <a:cubicBezTo>
                      <a:pt x="143" y="247"/>
                      <a:pt x="141" y="251"/>
                      <a:pt x="138" y="256"/>
                    </a:cubicBezTo>
                    <a:cubicBezTo>
                      <a:pt x="135" y="260"/>
                      <a:pt x="132" y="265"/>
                      <a:pt x="129" y="270"/>
                    </a:cubicBezTo>
                    <a:cubicBezTo>
                      <a:pt x="125" y="277"/>
                      <a:pt x="119" y="284"/>
                      <a:pt x="115" y="291"/>
                    </a:cubicBezTo>
                    <a:cubicBezTo>
                      <a:pt x="110" y="297"/>
                      <a:pt x="104" y="303"/>
                      <a:pt x="99" y="309"/>
                    </a:cubicBezTo>
                    <a:cubicBezTo>
                      <a:pt x="93" y="315"/>
                      <a:pt x="86" y="321"/>
                      <a:pt x="79" y="325"/>
                    </a:cubicBezTo>
                    <a:cubicBezTo>
                      <a:pt x="72" y="330"/>
                      <a:pt x="65" y="332"/>
                      <a:pt x="57" y="334"/>
                    </a:cubicBezTo>
                    <a:cubicBezTo>
                      <a:pt x="55" y="334"/>
                      <a:pt x="52" y="334"/>
                      <a:pt x="50" y="334"/>
                    </a:cubicBezTo>
                    <a:cubicBezTo>
                      <a:pt x="49" y="334"/>
                      <a:pt x="48" y="334"/>
                      <a:pt x="47" y="3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3" name="Google Shape;743;p7"/>
              <p:cNvSpPr/>
              <p:nvPr/>
            </p:nvSpPr>
            <p:spPr>
              <a:xfrm>
                <a:off x="1152720" y="1359720"/>
                <a:ext cx="56880" cy="131760"/>
              </a:xfrm>
              <a:custGeom>
                <a:avLst/>
                <a:gdLst/>
                <a:ahLst/>
                <a:cxnLst/>
                <a:rect l="l" t="t" r="r" b="b"/>
                <a:pathLst>
                  <a:path w="158" h="366" extrusionOk="0">
                    <a:moveTo>
                      <a:pt x="63" y="340"/>
                    </a:moveTo>
                    <a:lnTo>
                      <a:pt x="64" y="340"/>
                    </a:lnTo>
                    <a:lnTo>
                      <a:pt x="65" y="340"/>
                    </a:lnTo>
                    <a:lnTo>
                      <a:pt x="65" y="339"/>
                    </a:lnTo>
                    <a:cubicBezTo>
                      <a:pt x="66" y="338"/>
                      <a:pt x="67" y="338"/>
                      <a:pt x="67" y="338"/>
                    </a:cubicBezTo>
                    <a:cubicBezTo>
                      <a:pt x="67" y="337"/>
                      <a:pt x="68" y="336"/>
                      <a:pt x="68" y="335"/>
                    </a:cubicBezTo>
                    <a:cubicBezTo>
                      <a:pt x="69" y="334"/>
                      <a:pt x="69" y="333"/>
                      <a:pt x="69" y="331"/>
                    </a:cubicBezTo>
                    <a:cubicBezTo>
                      <a:pt x="74" y="319"/>
                      <a:pt x="77" y="305"/>
                      <a:pt x="80" y="292"/>
                    </a:cubicBezTo>
                    <a:lnTo>
                      <a:pt x="80" y="291"/>
                    </a:lnTo>
                    <a:cubicBezTo>
                      <a:pt x="80" y="292"/>
                      <a:pt x="80" y="292"/>
                      <a:pt x="80" y="292"/>
                    </a:cubicBezTo>
                    <a:cubicBezTo>
                      <a:pt x="81" y="289"/>
                      <a:pt x="81" y="285"/>
                      <a:pt x="82" y="282"/>
                    </a:cubicBezTo>
                    <a:cubicBezTo>
                      <a:pt x="82" y="278"/>
                      <a:pt x="83" y="275"/>
                      <a:pt x="83" y="271"/>
                    </a:cubicBezTo>
                    <a:cubicBezTo>
                      <a:pt x="84" y="264"/>
                      <a:pt x="86" y="256"/>
                      <a:pt x="86" y="249"/>
                    </a:cubicBezTo>
                    <a:cubicBezTo>
                      <a:pt x="86" y="242"/>
                      <a:pt x="87" y="236"/>
                      <a:pt x="88" y="229"/>
                    </a:cubicBezTo>
                    <a:cubicBezTo>
                      <a:pt x="88" y="224"/>
                      <a:pt x="88" y="219"/>
                      <a:pt x="88" y="214"/>
                    </a:cubicBezTo>
                    <a:cubicBezTo>
                      <a:pt x="86" y="215"/>
                      <a:pt x="84" y="217"/>
                      <a:pt x="82" y="219"/>
                    </a:cubicBezTo>
                    <a:cubicBezTo>
                      <a:pt x="78" y="223"/>
                      <a:pt x="72" y="227"/>
                      <a:pt x="68" y="232"/>
                    </a:cubicBezTo>
                    <a:cubicBezTo>
                      <a:pt x="64" y="236"/>
                      <a:pt x="61" y="240"/>
                      <a:pt x="57" y="245"/>
                    </a:cubicBezTo>
                    <a:cubicBezTo>
                      <a:pt x="54" y="251"/>
                      <a:pt x="50" y="257"/>
                      <a:pt x="47" y="263"/>
                    </a:cubicBezTo>
                    <a:cubicBezTo>
                      <a:pt x="44" y="267"/>
                      <a:pt x="43" y="273"/>
                      <a:pt x="40" y="278"/>
                    </a:cubicBezTo>
                    <a:cubicBezTo>
                      <a:pt x="39" y="282"/>
                      <a:pt x="37" y="287"/>
                      <a:pt x="37" y="291"/>
                    </a:cubicBezTo>
                    <a:cubicBezTo>
                      <a:pt x="36" y="294"/>
                      <a:pt x="36" y="298"/>
                      <a:pt x="35" y="301"/>
                    </a:cubicBezTo>
                    <a:cubicBezTo>
                      <a:pt x="35" y="305"/>
                      <a:pt x="35" y="309"/>
                      <a:pt x="35" y="312"/>
                    </a:cubicBezTo>
                    <a:lnTo>
                      <a:pt x="35" y="311"/>
                    </a:lnTo>
                    <a:cubicBezTo>
                      <a:pt x="35" y="314"/>
                      <a:pt x="36" y="316"/>
                      <a:pt x="36" y="319"/>
                    </a:cubicBezTo>
                    <a:cubicBezTo>
                      <a:pt x="36" y="320"/>
                      <a:pt x="37" y="321"/>
                      <a:pt x="37" y="323"/>
                    </a:cubicBezTo>
                    <a:cubicBezTo>
                      <a:pt x="37" y="324"/>
                      <a:pt x="38" y="325"/>
                      <a:pt x="38" y="326"/>
                    </a:cubicBezTo>
                    <a:cubicBezTo>
                      <a:pt x="39" y="327"/>
                      <a:pt x="39" y="328"/>
                      <a:pt x="40" y="329"/>
                    </a:cubicBezTo>
                    <a:cubicBezTo>
                      <a:pt x="40" y="330"/>
                      <a:pt x="41" y="330"/>
                      <a:pt x="41" y="331"/>
                    </a:cubicBezTo>
                    <a:cubicBezTo>
                      <a:pt x="42" y="332"/>
                      <a:pt x="43" y="333"/>
                      <a:pt x="44" y="334"/>
                    </a:cubicBezTo>
                    <a:cubicBezTo>
                      <a:pt x="46" y="335"/>
                      <a:pt x="47" y="336"/>
                      <a:pt x="48" y="337"/>
                    </a:cubicBezTo>
                    <a:cubicBezTo>
                      <a:pt x="48" y="337"/>
                      <a:pt x="49" y="338"/>
                      <a:pt x="50" y="338"/>
                    </a:cubicBezTo>
                    <a:cubicBezTo>
                      <a:pt x="52" y="339"/>
                      <a:pt x="54" y="339"/>
                      <a:pt x="55" y="340"/>
                    </a:cubicBezTo>
                    <a:cubicBezTo>
                      <a:pt x="57" y="340"/>
                      <a:pt x="58" y="340"/>
                      <a:pt x="60" y="340"/>
                    </a:cubicBezTo>
                    <a:cubicBezTo>
                      <a:pt x="61" y="340"/>
                      <a:pt x="62" y="340"/>
                      <a:pt x="63" y="340"/>
                    </a:cubicBezTo>
                    <a:moveTo>
                      <a:pt x="44" y="362"/>
                    </a:moveTo>
                    <a:cubicBezTo>
                      <a:pt x="37" y="360"/>
                      <a:pt x="32" y="356"/>
                      <a:pt x="27" y="351"/>
                    </a:cubicBezTo>
                    <a:cubicBezTo>
                      <a:pt x="21" y="345"/>
                      <a:pt x="17" y="339"/>
                      <a:pt x="14" y="331"/>
                    </a:cubicBezTo>
                    <a:cubicBezTo>
                      <a:pt x="12" y="324"/>
                      <a:pt x="11" y="316"/>
                      <a:pt x="11" y="309"/>
                    </a:cubicBezTo>
                    <a:cubicBezTo>
                      <a:pt x="11" y="300"/>
                      <a:pt x="12" y="291"/>
                      <a:pt x="14" y="283"/>
                    </a:cubicBezTo>
                    <a:cubicBezTo>
                      <a:pt x="16" y="274"/>
                      <a:pt x="19" y="267"/>
                      <a:pt x="23" y="259"/>
                    </a:cubicBezTo>
                    <a:cubicBezTo>
                      <a:pt x="27" y="250"/>
                      <a:pt x="32" y="242"/>
                      <a:pt x="37" y="235"/>
                    </a:cubicBezTo>
                    <a:cubicBezTo>
                      <a:pt x="41" y="228"/>
                      <a:pt x="47" y="222"/>
                      <a:pt x="52" y="216"/>
                    </a:cubicBezTo>
                    <a:cubicBezTo>
                      <a:pt x="58" y="210"/>
                      <a:pt x="65" y="204"/>
                      <a:pt x="72" y="199"/>
                    </a:cubicBezTo>
                    <a:cubicBezTo>
                      <a:pt x="78" y="194"/>
                      <a:pt x="83" y="190"/>
                      <a:pt x="89" y="185"/>
                    </a:cubicBezTo>
                    <a:cubicBezTo>
                      <a:pt x="89" y="182"/>
                      <a:pt x="89" y="178"/>
                      <a:pt x="90" y="174"/>
                    </a:cubicBezTo>
                    <a:cubicBezTo>
                      <a:pt x="90" y="166"/>
                      <a:pt x="90" y="159"/>
                      <a:pt x="90" y="151"/>
                    </a:cubicBezTo>
                    <a:cubicBezTo>
                      <a:pt x="90" y="146"/>
                      <a:pt x="91" y="141"/>
                      <a:pt x="92" y="136"/>
                    </a:cubicBezTo>
                    <a:cubicBezTo>
                      <a:pt x="88" y="140"/>
                      <a:pt x="83" y="144"/>
                      <a:pt x="79" y="147"/>
                    </a:cubicBezTo>
                    <a:cubicBezTo>
                      <a:pt x="74" y="152"/>
                      <a:pt x="67" y="156"/>
                      <a:pt x="60" y="159"/>
                    </a:cubicBezTo>
                    <a:cubicBezTo>
                      <a:pt x="57" y="161"/>
                      <a:pt x="53" y="162"/>
                      <a:pt x="49" y="162"/>
                    </a:cubicBezTo>
                    <a:cubicBezTo>
                      <a:pt x="45" y="162"/>
                      <a:pt x="40" y="162"/>
                      <a:pt x="36" y="160"/>
                    </a:cubicBezTo>
                    <a:cubicBezTo>
                      <a:pt x="30" y="158"/>
                      <a:pt x="24" y="154"/>
                      <a:pt x="20" y="148"/>
                    </a:cubicBezTo>
                    <a:cubicBezTo>
                      <a:pt x="15" y="142"/>
                      <a:pt x="11" y="134"/>
                      <a:pt x="8" y="126"/>
                    </a:cubicBezTo>
                    <a:cubicBezTo>
                      <a:pt x="5" y="122"/>
                      <a:pt x="4" y="116"/>
                      <a:pt x="3" y="111"/>
                    </a:cubicBezTo>
                    <a:cubicBezTo>
                      <a:pt x="2" y="104"/>
                      <a:pt x="1" y="97"/>
                      <a:pt x="1" y="91"/>
                    </a:cubicBezTo>
                    <a:cubicBezTo>
                      <a:pt x="0" y="77"/>
                      <a:pt x="0" y="63"/>
                      <a:pt x="3" y="50"/>
                    </a:cubicBezTo>
                    <a:cubicBezTo>
                      <a:pt x="5" y="41"/>
                      <a:pt x="9" y="33"/>
                      <a:pt x="13" y="26"/>
                    </a:cubicBezTo>
                    <a:cubicBezTo>
                      <a:pt x="16" y="20"/>
                      <a:pt x="19" y="16"/>
                      <a:pt x="24" y="12"/>
                    </a:cubicBezTo>
                    <a:cubicBezTo>
                      <a:pt x="28" y="10"/>
                      <a:pt x="32" y="9"/>
                      <a:pt x="36" y="9"/>
                    </a:cubicBezTo>
                    <a:cubicBezTo>
                      <a:pt x="43" y="10"/>
                      <a:pt x="47" y="17"/>
                      <a:pt x="46" y="24"/>
                    </a:cubicBezTo>
                    <a:cubicBezTo>
                      <a:pt x="46" y="29"/>
                      <a:pt x="41" y="33"/>
                      <a:pt x="37" y="34"/>
                    </a:cubicBezTo>
                    <a:cubicBezTo>
                      <a:pt x="36" y="35"/>
                      <a:pt x="36" y="35"/>
                      <a:pt x="35" y="37"/>
                    </a:cubicBezTo>
                    <a:cubicBezTo>
                      <a:pt x="36" y="36"/>
                      <a:pt x="36" y="35"/>
                      <a:pt x="36" y="35"/>
                    </a:cubicBezTo>
                    <a:cubicBezTo>
                      <a:pt x="34" y="38"/>
                      <a:pt x="32" y="42"/>
                      <a:pt x="30" y="45"/>
                    </a:cubicBezTo>
                    <a:cubicBezTo>
                      <a:pt x="29" y="47"/>
                      <a:pt x="28" y="49"/>
                      <a:pt x="28" y="51"/>
                    </a:cubicBezTo>
                    <a:cubicBezTo>
                      <a:pt x="26" y="54"/>
                      <a:pt x="26" y="57"/>
                      <a:pt x="25" y="60"/>
                    </a:cubicBezTo>
                    <a:cubicBezTo>
                      <a:pt x="25" y="63"/>
                      <a:pt x="24" y="66"/>
                      <a:pt x="23" y="70"/>
                    </a:cubicBezTo>
                    <a:cubicBezTo>
                      <a:pt x="23" y="76"/>
                      <a:pt x="23" y="81"/>
                      <a:pt x="23" y="87"/>
                    </a:cubicBezTo>
                    <a:cubicBezTo>
                      <a:pt x="23" y="86"/>
                      <a:pt x="23" y="86"/>
                      <a:pt x="23" y="86"/>
                    </a:cubicBezTo>
                    <a:cubicBezTo>
                      <a:pt x="24" y="93"/>
                      <a:pt x="25" y="100"/>
                      <a:pt x="26" y="108"/>
                    </a:cubicBezTo>
                    <a:cubicBezTo>
                      <a:pt x="26" y="109"/>
                      <a:pt x="27" y="111"/>
                      <a:pt x="28" y="113"/>
                    </a:cubicBezTo>
                    <a:cubicBezTo>
                      <a:pt x="28" y="115"/>
                      <a:pt x="29" y="116"/>
                      <a:pt x="30" y="118"/>
                    </a:cubicBezTo>
                    <a:cubicBezTo>
                      <a:pt x="32" y="122"/>
                      <a:pt x="33" y="126"/>
                      <a:pt x="36" y="129"/>
                    </a:cubicBezTo>
                    <a:cubicBezTo>
                      <a:pt x="37" y="131"/>
                      <a:pt x="38" y="133"/>
                      <a:pt x="40" y="134"/>
                    </a:cubicBezTo>
                    <a:lnTo>
                      <a:pt x="40" y="135"/>
                    </a:lnTo>
                    <a:lnTo>
                      <a:pt x="41" y="136"/>
                    </a:lnTo>
                    <a:lnTo>
                      <a:pt x="42" y="136"/>
                    </a:lnTo>
                    <a:cubicBezTo>
                      <a:pt x="43" y="137"/>
                      <a:pt x="43" y="137"/>
                      <a:pt x="43" y="137"/>
                    </a:cubicBezTo>
                    <a:cubicBezTo>
                      <a:pt x="44" y="137"/>
                      <a:pt x="45" y="137"/>
                      <a:pt x="46" y="137"/>
                    </a:cubicBezTo>
                    <a:lnTo>
                      <a:pt x="47" y="137"/>
                    </a:lnTo>
                    <a:lnTo>
                      <a:pt x="48" y="137"/>
                    </a:lnTo>
                    <a:cubicBezTo>
                      <a:pt x="48" y="137"/>
                      <a:pt x="49" y="137"/>
                      <a:pt x="50" y="137"/>
                    </a:cubicBezTo>
                    <a:cubicBezTo>
                      <a:pt x="51" y="137"/>
                      <a:pt x="52" y="136"/>
                      <a:pt x="53" y="136"/>
                    </a:cubicBezTo>
                    <a:cubicBezTo>
                      <a:pt x="55" y="135"/>
                      <a:pt x="56" y="134"/>
                      <a:pt x="58" y="133"/>
                    </a:cubicBezTo>
                    <a:cubicBezTo>
                      <a:pt x="61" y="131"/>
                      <a:pt x="64" y="129"/>
                      <a:pt x="67" y="127"/>
                    </a:cubicBezTo>
                    <a:cubicBezTo>
                      <a:pt x="72" y="122"/>
                      <a:pt x="78" y="116"/>
                      <a:pt x="83" y="111"/>
                    </a:cubicBezTo>
                    <a:cubicBezTo>
                      <a:pt x="88" y="105"/>
                      <a:pt x="93" y="99"/>
                      <a:pt x="97" y="93"/>
                    </a:cubicBezTo>
                    <a:cubicBezTo>
                      <a:pt x="100" y="77"/>
                      <a:pt x="105" y="63"/>
                      <a:pt x="110" y="48"/>
                    </a:cubicBezTo>
                    <a:cubicBezTo>
                      <a:pt x="113" y="40"/>
                      <a:pt x="115" y="33"/>
                      <a:pt x="120" y="25"/>
                    </a:cubicBezTo>
                    <a:cubicBezTo>
                      <a:pt x="121" y="21"/>
                      <a:pt x="123" y="18"/>
                      <a:pt x="125" y="15"/>
                    </a:cubicBezTo>
                    <a:cubicBezTo>
                      <a:pt x="127" y="12"/>
                      <a:pt x="129" y="8"/>
                      <a:pt x="133" y="6"/>
                    </a:cubicBezTo>
                    <a:cubicBezTo>
                      <a:pt x="134" y="5"/>
                      <a:pt x="135" y="4"/>
                      <a:pt x="136" y="3"/>
                    </a:cubicBezTo>
                    <a:cubicBezTo>
                      <a:pt x="141" y="0"/>
                      <a:pt x="148" y="0"/>
                      <a:pt x="152" y="5"/>
                    </a:cubicBezTo>
                    <a:cubicBezTo>
                      <a:pt x="153" y="6"/>
                      <a:pt x="155" y="7"/>
                      <a:pt x="155" y="8"/>
                    </a:cubicBezTo>
                    <a:cubicBezTo>
                      <a:pt x="156" y="10"/>
                      <a:pt x="156" y="11"/>
                      <a:pt x="157" y="13"/>
                    </a:cubicBezTo>
                    <a:cubicBezTo>
                      <a:pt x="157" y="16"/>
                      <a:pt x="157" y="20"/>
                      <a:pt x="156" y="23"/>
                    </a:cubicBezTo>
                    <a:cubicBezTo>
                      <a:pt x="155" y="28"/>
                      <a:pt x="153" y="33"/>
                      <a:pt x="152" y="38"/>
                    </a:cubicBezTo>
                    <a:cubicBezTo>
                      <a:pt x="149" y="44"/>
                      <a:pt x="147" y="49"/>
                      <a:pt x="145" y="55"/>
                    </a:cubicBezTo>
                    <a:cubicBezTo>
                      <a:pt x="142" y="61"/>
                      <a:pt x="140" y="66"/>
                      <a:pt x="137" y="72"/>
                    </a:cubicBezTo>
                    <a:cubicBezTo>
                      <a:pt x="134" y="77"/>
                      <a:pt x="131" y="83"/>
                      <a:pt x="128" y="88"/>
                    </a:cubicBezTo>
                    <a:cubicBezTo>
                      <a:pt x="125" y="93"/>
                      <a:pt x="122" y="97"/>
                      <a:pt x="119" y="102"/>
                    </a:cubicBezTo>
                    <a:cubicBezTo>
                      <a:pt x="116" y="117"/>
                      <a:pt x="114" y="133"/>
                      <a:pt x="113" y="148"/>
                    </a:cubicBezTo>
                    <a:cubicBezTo>
                      <a:pt x="113" y="154"/>
                      <a:pt x="112" y="161"/>
                      <a:pt x="112" y="168"/>
                    </a:cubicBezTo>
                    <a:lnTo>
                      <a:pt x="113" y="168"/>
                    </a:lnTo>
                    <a:cubicBezTo>
                      <a:pt x="120" y="162"/>
                      <a:pt x="128" y="156"/>
                      <a:pt x="135" y="151"/>
                    </a:cubicBezTo>
                    <a:cubicBezTo>
                      <a:pt x="140" y="147"/>
                      <a:pt x="147" y="148"/>
                      <a:pt x="150" y="153"/>
                    </a:cubicBezTo>
                    <a:cubicBezTo>
                      <a:pt x="154" y="158"/>
                      <a:pt x="153" y="164"/>
                      <a:pt x="148" y="168"/>
                    </a:cubicBezTo>
                    <a:cubicBezTo>
                      <a:pt x="136" y="177"/>
                      <a:pt x="125" y="186"/>
                      <a:pt x="113" y="194"/>
                    </a:cubicBezTo>
                    <a:cubicBezTo>
                      <a:pt x="112" y="195"/>
                      <a:pt x="111" y="196"/>
                      <a:pt x="111" y="196"/>
                    </a:cubicBezTo>
                    <a:cubicBezTo>
                      <a:pt x="111" y="201"/>
                      <a:pt x="110" y="206"/>
                      <a:pt x="110" y="210"/>
                    </a:cubicBezTo>
                    <a:cubicBezTo>
                      <a:pt x="110" y="217"/>
                      <a:pt x="110" y="224"/>
                      <a:pt x="109" y="231"/>
                    </a:cubicBezTo>
                    <a:cubicBezTo>
                      <a:pt x="109" y="231"/>
                      <a:pt x="109" y="230"/>
                      <a:pt x="109" y="229"/>
                    </a:cubicBezTo>
                    <a:cubicBezTo>
                      <a:pt x="109" y="233"/>
                      <a:pt x="109" y="237"/>
                      <a:pt x="109" y="240"/>
                    </a:cubicBezTo>
                    <a:lnTo>
                      <a:pt x="109" y="239"/>
                    </a:lnTo>
                    <a:cubicBezTo>
                      <a:pt x="108" y="243"/>
                      <a:pt x="108" y="246"/>
                      <a:pt x="108" y="250"/>
                    </a:cubicBezTo>
                    <a:cubicBezTo>
                      <a:pt x="107" y="257"/>
                      <a:pt x="106" y="264"/>
                      <a:pt x="105" y="271"/>
                    </a:cubicBezTo>
                    <a:cubicBezTo>
                      <a:pt x="104" y="278"/>
                      <a:pt x="103" y="284"/>
                      <a:pt x="102" y="289"/>
                    </a:cubicBezTo>
                    <a:cubicBezTo>
                      <a:pt x="100" y="302"/>
                      <a:pt x="97" y="314"/>
                      <a:pt x="95" y="327"/>
                    </a:cubicBezTo>
                    <a:lnTo>
                      <a:pt x="95" y="326"/>
                    </a:lnTo>
                    <a:cubicBezTo>
                      <a:pt x="94" y="329"/>
                      <a:pt x="93" y="332"/>
                      <a:pt x="93" y="335"/>
                    </a:cubicBezTo>
                    <a:cubicBezTo>
                      <a:pt x="91" y="342"/>
                      <a:pt x="89" y="348"/>
                      <a:pt x="85" y="354"/>
                    </a:cubicBezTo>
                    <a:cubicBezTo>
                      <a:pt x="81" y="359"/>
                      <a:pt x="75" y="363"/>
                      <a:pt x="68" y="364"/>
                    </a:cubicBezTo>
                    <a:cubicBezTo>
                      <a:pt x="65" y="365"/>
                      <a:pt x="63" y="365"/>
                      <a:pt x="61" y="365"/>
                    </a:cubicBezTo>
                    <a:cubicBezTo>
                      <a:pt x="55" y="365"/>
                      <a:pt x="50" y="363"/>
                      <a:pt x="44" y="3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4" name="Google Shape;744;p7"/>
              <p:cNvSpPr/>
              <p:nvPr/>
            </p:nvSpPr>
            <p:spPr>
              <a:xfrm>
                <a:off x="1241640" y="1371600"/>
                <a:ext cx="33840" cy="13320"/>
              </a:xfrm>
              <a:custGeom>
                <a:avLst/>
                <a:gdLst/>
                <a:ahLst/>
                <a:cxnLst/>
                <a:rect l="l" t="t" r="r" b="b"/>
                <a:pathLst>
                  <a:path w="94" h="37" extrusionOk="0">
                    <a:moveTo>
                      <a:pt x="3" y="31"/>
                    </a:moveTo>
                    <a:cubicBezTo>
                      <a:pt x="0" y="27"/>
                      <a:pt x="0" y="23"/>
                      <a:pt x="2" y="19"/>
                    </a:cubicBezTo>
                    <a:cubicBezTo>
                      <a:pt x="2" y="17"/>
                      <a:pt x="3" y="15"/>
                      <a:pt x="4" y="14"/>
                    </a:cubicBezTo>
                    <a:cubicBezTo>
                      <a:pt x="7" y="12"/>
                      <a:pt x="11" y="11"/>
                      <a:pt x="14" y="11"/>
                    </a:cubicBezTo>
                    <a:cubicBezTo>
                      <a:pt x="24" y="9"/>
                      <a:pt x="35" y="7"/>
                      <a:pt x="45" y="4"/>
                    </a:cubicBezTo>
                    <a:cubicBezTo>
                      <a:pt x="57" y="2"/>
                      <a:pt x="69" y="1"/>
                      <a:pt x="80" y="0"/>
                    </a:cubicBezTo>
                    <a:cubicBezTo>
                      <a:pt x="87" y="0"/>
                      <a:pt x="92" y="5"/>
                      <a:pt x="92" y="11"/>
                    </a:cubicBezTo>
                    <a:cubicBezTo>
                      <a:pt x="93" y="17"/>
                      <a:pt x="88" y="24"/>
                      <a:pt x="82" y="24"/>
                    </a:cubicBezTo>
                    <a:cubicBezTo>
                      <a:pt x="72" y="25"/>
                      <a:pt x="63" y="26"/>
                      <a:pt x="54" y="27"/>
                    </a:cubicBezTo>
                    <a:cubicBezTo>
                      <a:pt x="48" y="29"/>
                      <a:pt x="42" y="30"/>
                      <a:pt x="36" y="32"/>
                    </a:cubicBezTo>
                    <a:cubicBezTo>
                      <a:pt x="34" y="32"/>
                      <a:pt x="30" y="33"/>
                      <a:pt x="27" y="33"/>
                    </a:cubicBezTo>
                    <a:cubicBezTo>
                      <a:pt x="23" y="34"/>
                      <a:pt x="19" y="36"/>
                      <a:pt x="14" y="36"/>
                    </a:cubicBezTo>
                    <a:cubicBezTo>
                      <a:pt x="10" y="36"/>
                      <a:pt x="6" y="34"/>
                      <a:pt x="3" y="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5" name="Google Shape;745;p7"/>
              <p:cNvSpPr/>
              <p:nvPr/>
            </p:nvSpPr>
            <p:spPr>
              <a:xfrm>
                <a:off x="1246680" y="1393200"/>
                <a:ext cx="48600" cy="18720"/>
              </a:xfrm>
              <a:custGeom>
                <a:avLst/>
                <a:gdLst/>
                <a:ahLst/>
                <a:cxnLst/>
                <a:rect l="l" t="t" r="r" b="b"/>
                <a:pathLst>
                  <a:path w="135" h="52" extrusionOk="0">
                    <a:moveTo>
                      <a:pt x="11" y="51"/>
                    </a:moveTo>
                    <a:cubicBezTo>
                      <a:pt x="7" y="50"/>
                      <a:pt x="3" y="47"/>
                      <a:pt x="1" y="43"/>
                    </a:cubicBezTo>
                    <a:cubicBezTo>
                      <a:pt x="0" y="39"/>
                      <a:pt x="0" y="34"/>
                      <a:pt x="3" y="30"/>
                    </a:cubicBezTo>
                    <a:cubicBezTo>
                      <a:pt x="4" y="30"/>
                      <a:pt x="4" y="29"/>
                      <a:pt x="4" y="29"/>
                    </a:cubicBezTo>
                    <a:cubicBezTo>
                      <a:pt x="8" y="24"/>
                      <a:pt x="14" y="23"/>
                      <a:pt x="20" y="26"/>
                    </a:cubicBezTo>
                    <a:lnTo>
                      <a:pt x="20" y="25"/>
                    </a:lnTo>
                    <a:cubicBezTo>
                      <a:pt x="25" y="24"/>
                      <a:pt x="30" y="22"/>
                      <a:pt x="36" y="21"/>
                    </a:cubicBezTo>
                    <a:cubicBezTo>
                      <a:pt x="41" y="19"/>
                      <a:pt x="46" y="18"/>
                      <a:pt x="51" y="17"/>
                    </a:cubicBezTo>
                    <a:cubicBezTo>
                      <a:pt x="58" y="15"/>
                      <a:pt x="65" y="13"/>
                      <a:pt x="72" y="11"/>
                    </a:cubicBezTo>
                    <a:cubicBezTo>
                      <a:pt x="88" y="7"/>
                      <a:pt x="104" y="4"/>
                      <a:pt x="120" y="1"/>
                    </a:cubicBezTo>
                    <a:cubicBezTo>
                      <a:pt x="125" y="0"/>
                      <a:pt x="131" y="2"/>
                      <a:pt x="132" y="8"/>
                    </a:cubicBezTo>
                    <a:cubicBezTo>
                      <a:pt x="134" y="14"/>
                      <a:pt x="131" y="20"/>
                      <a:pt x="125" y="22"/>
                    </a:cubicBezTo>
                    <a:cubicBezTo>
                      <a:pt x="108" y="26"/>
                      <a:pt x="92" y="31"/>
                      <a:pt x="75" y="36"/>
                    </a:cubicBezTo>
                    <a:cubicBezTo>
                      <a:pt x="67" y="38"/>
                      <a:pt x="60" y="40"/>
                      <a:pt x="52" y="43"/>
                    </a:cubicBezTo>
                    <a:cubicBezTo>
                      <a:pt x="47" y="44"/>
                      <a:pt x="43" y="45"/>
                      <a:pt x="39" y="47"/>
                    </a:cubicBezTo>
                    <a:cubicBezTo>
                      <a:pt x="35" y="48"/>
                      <a:pt x="30" y="49"/>
                      <a:pt x="26" y="50"/>
                    </a:cubicBezTo>
                    <a:cubicBezTo>
                      <a:pt x="23" y="51"/>
                      <a:pt x="21" y="51"/>
                      <a:pt x="18" y="51"/>
                    </a:cubicBezTo>
                    <a:cubicBezTo>
                      <a:pt x="15" y="51"/>
                      <a:pt x="14" y="51"/>
                      <a:pt x="11" y="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46" name="Google Shape;746;p7"/>
            <p:cNvGrpSpPr/>
            <p:nvPr/>
          </p:nvGrpSpPr>
          <p:grpSpPr>
            <a:xfrm>
              <a:off x="3965594" y="4603996"/>
              <a:ext cx="2561166" cy="2417115"/>
              <a:chOff x="16200" y="3746880"/>
              <a:chExt cx="1190520" cy="1123560"/>
            </a:xfrm>
          </p:grpSpPr>
          <p:sp>
            <p:nvSpPr>
              <p:cNvPr id="747" name="Google Shape;747;p7"/>
              <p:cNvSpPr/>
              <p:nvPr/>
            </p:nvSpPr>
            <p:spPr>
              <a:xfrm>
                <a:off x="89640" y="3895560"/>
                <a:ext cx="963360" cy="718200"/>
              </a:xfrm>
              <a:custGeom>
                <a:avLst/>
                <a:gdLst/>
                <a:ahLst/>
                <a:cxnLst/>
                <a:rect l="l" t="t" r="r" b="b"/>
                <a:pathLst>
                  <a:path w="2676" h="1995" extrusionOk="0">
                    <a:moveTo>
                      <a:pt x="1338" y="1994"/>
                    </a:moveTo>
                    <a:cubicBezTo>
                      <a:pt x="1312" y="1993"/>
                      <a:pt x="1287" y="1991"/>
                      <a:pt x="1261" y="1988"/>
                    </a:cubicBezTo>
                    <a:cubicBezTo>
                      <a:pt x="1208" y="1982"/>
                      <a:pt x="1156" y="1973"/>
                      <a:pt x="1104" y="1958"/>
                    </a:cubicBezTo>
                    <a:cubicBezTo>
                      <a:pt x="1061" y="1946"/>
                      <a:pt x="1019" y="1930"/>
                      <a:pt x="978" y="1912"/>
                    </a:cubicBezTo>
                    <a:cubicBezTo>
                      <a:pt x="948" y="1899"/>
                      <a:pt x="918" y="1884"/>
                      <a:pt x="889" y="1868"/>
                    </a:cubicBezTo>
                    <a:cubicBezTo>
                      <a:pt x="857" y="1851"/>
                      <a:pt x="827" y="1833"/>
                      <a:pt x="797" y="1813"/>
                    </a:cubicBezTo>
                    <a:lnTo>
                      <a:pt x="797" y="1814"/>
                    </a:lnTo>
                    <a:cubicBezTo>
                      <a:pt x="797" y="1813"/>
                      <a:pt x="796" y="1812"/>
                      <a:pt x="796" y="1812"/>
                    </a:cubicBezTo>
                    <a:lnTo>
                      <a:pt x="795" y="1812"/>
                    </a:lnTo>
                    <a:cubicBezTo>
                      <a:pt x="754" y="1784"/>
                      <a:pt x="714" y="1752"/>
                      <a:pt x="677" y="1717"/>
                    </a:cubicBezTo>
                    <a:cubicBezTo>
                      <a:pt x="639" y="1681"/>
                      <a:pt x="603" y="1643"/>
                      <a:pt x="567" y="1604"/>
                    </a:cubicBezTo>
                    <a:cubicBezTo>
                      <a:pt x="532" y="1565"/>
                      <a:pt x="498" y="1525"/>
                      <a:pt x="468" y="1482"/>
                    </a:cubicBezTo>
                    <a:cubicBezTo>
                      <a:pt x="436" y="1439"/>
                      <a:pt x="407" y="1394"/>
                      <a:pt x="381" y="1347"/>
                    </a:cubicBezTo>
                    <a:cubicBezTo>
                      <a:pt x="354" y="1300"/>
                      <a:pt x="329" y="1253"/>
                      <a:pt x="304" y="1204"/>
                    </a:cubicBezTo>
                    <a:cubicBezTo>
                      <a:pt x="281" y="1157"/>
                      <a:pt x="259" y="1109"/>
                      <a:pt x="238" y="1060"/>
                    </a:cubicBezTo>
                    <a:cubicBezTo>
                      <a:pt x="217" y="1011"/>
                      <a:pt x="198" y="961"/>
                      <a:pt x="179" y="912"/>
                    </a:cubicBezTo>
                    <a:cubicBezTo>
                      <a:pt x="161" y="865"/>
                      <a:pt x="143" y="819"/>
                      <a:pt x="127" y="772"/>
                    </a:cubicBezTo>
                    <a:cubicBezTo>
                      <a:pt x="110" y="724"/>
                      <a:pt x="94" y="676"/>
                      <a:pt x="81" y="627"/>
                    </a:cubicBezTo>
                    <a:cubicBezTo>
                      <a:pt x="74" y="603"/>
                      <a:pt x="69" y="580"/>
                      <a:pt x="63" y="557"/>
                    </a:cubicBezTo>
                    <a:cubicBezTo>
                      <a:pt x="56" y="532"/>
                      <a:pt x="51" y="506"/>
                      <a:pt x="46" y="481"/>
                    </a:cubicBezTo>
                    <a:cubicBezTo>
                      <a:pt x="36" y="430"/>
                      <a:pt x="28" y="379"/>
                      <a:pt x="20" y="327"/>
                    </a:cubicBezTo>
                    <a:cubicBezTo>
                      <a:pt x="17" y="301"/>
                      <a:pt x="13" y="275"/>
                      <a:pt x="10" y="249"/>
                    </a:cubicBezTo>
                    <a:cubicBezTo>
                      <a:pt x="8" y="237"/>
                      <a:pt x="8" y="225"/>
                      <a:pt x="7" y="214"/>
                    </a:cubicBezTo>
                    <a:cubicBezTo>
                      <a:pt x="6" y="202"/>
                      <a:pt x="4" y="191"/>
                      <a:pt x="4" y="179"/>
                    </a:cubicBezTo>
                    <a:cubicBezTo>
                      <a:pt x="4" y="175"/>
                      <a:pt x="4" y="171"/>
                      <a:pt x="3" y="167"/>
                    </a:cubicBezTo>
                    <a:cubicBezTo>
                      <a:pt x="2" y="151"/>
                      <a:pt x="1" y="135"/>
                      <a:pt x="1" y="119"/>
                    </a:cubicBezTo>
                    <a:cubicBezTo>
                      <a:pt x="1" y="115"/>
                      <a:pt x="1" y="110"/>
                      <a:pt x="1" y="105"/>
                    </a:cubicBezTo>
                    <a:cubicBezTo>
                      <a:pt x="1" y="101"/>
                      <a:pt x="1" y="98"/>
                      <a:pt x="1" y="94"/>
                    </a:cubicBezTo>
                    <a:cubicBezTo>
                      <a:pt x="1" y="93"/>
                      <a:pt x="1" y="92"/>
                      <a:pt x="0" y="91"/>
                    </a:cubicBezTo>
                    <a:cubicBezTo>
                      <a:pt x="0" y="81"/>
                      <a:pt x="10" y="72"/>
                      <a:pt x="19" y="72"/>
                    </a:cubicBezTo>
                    <a:cubicBezTo>
                      <a:pt x="29" y="72"/>
                      <a:pt x="38" y="81"/>
                      <a:pt x="38" y="91"/>
                    </a:cubicBezTo>
                    <a:cubicBezTo>
                      <a:pt x="38" y="92"/>
                      <a:pt x="38" y="93"/>
                      <a:pt x="38" y="94"/>
                    </a:cubicBezTo>
                    <a:cubicBezTo>
                      <a:pt x="37" y="97"/>
                      <a:pt x="38" y="101"/>
                      <a:pt x="38" y="105"/>
                    </a:cubicBezTo>
                    <a:cubicBezTo>
                      <a:pt x="37" y="109"/>
                      <a:pt x="37" y="114"/>
                      <a:pt x="38" y="118"/>
                    </a:cubicBezTo>
                    <a:cubicBezTo>
                      <a:pt x="38" y="123"/>
                      <a:pt x="38" y="130"/>
                      <a:pt x="38" y="136"/>
                    </a:cubicBezTo>
                    <a:cubicBezTo>
                      <a:pt x="38" y="144"/>
                      <a:pt x="39" y="153"/>
                      <a:pt x="39" y="161"/>
                    </a:cubicBezTo>
                    <a:lnTo>
                      <a:pt x="39" y="160"/>
                    </a:lnTo>
                    <a:lnTo>
                      <a:pt x="39" y="161"/>
                    </a:lnTo>
                    <a:lnTo>
                      <a:pt x="39" y="162"/>
                    </a:lnTo>
                    <a:lnTo>
                      <a:pt x="39" y="161"/>
                    </a:lnTo>
                    <a:cubicBezTo>
                      <a:pt x="40" y="171"/>
                      <a:pt x="41" y="181"/>
                      <a:pt x="42" y="190"/>
                    </a:cubicBezTo>
                    <a:cubicBezTo>
                      <a:pt x="42" y="202"/>
                      <a:pt x="43" y="214"/>
                      <a:pt x="45" y="226"/>
                    </a:cubicBezTo>
                    <a:cubicBezTo>
                      <a:pt x="48" y="251"/>
                      <a:pt x="50" y="275"/>
                      <a:pt x="53" y="301"/>
                    </a:cubicBezTo>
                    <a:cubicBezTo>
                      <a:pt x="61" y="352"/>
                      <a:pt x="70" y="404"/>
                      <a:pt x="79" y="455"/>
                    </a:cubicBezTo>
                    <a:cubicBezTo>
                      <a:pt x="82" y="471"/>
                      <a:pt x="85" y="486"/>
                      <a:pt x="88" y="502"/>
                    </a:cubicBezTo>
                    <a:cubicBezTo>
                      <a:pt x="88" y="501"/>
                      <a:pt x="88" y="501"/>
                      <a:pt x="88" y="501"/>
                    </a:cubicBezTo>
                    <a:cubicBezTo>
                      <a:pt x="96" y="541"/>
                      <a:pt x="106" y="580"/>
                      <a:pt x="117" y="620"/>
                    </a:cubicBezTo>
                    <a:cubicBezTo>
                      <a:pt x="129" y="661"/>
                      <a:pt x="142" y="701"/>
                      <a:pt x="156" y="742"/>
                    </a:cubicBezTo>
                    <a:cubicBezTo>
                      <a:pt x="172" y="788"/>
                      <a:pt x="189" y="834"/>
                      <a:pt x="206" y="879"/>
                    </a:cubicBezTo>
                    <a:cubicBezTo>
                      <a:pt x="225" y="928"/>
                      <a:pt x="244" y="978"/>
                      <a:pt x="265" y="1026"/>
                    </a:cubicBezTo>
                    <a:cubicBezTo>
                      <a:pt x="288" y="1082"/>
                      <a:pt x="313" y="1138"/>
                      <a:pt x="341" y="1192"/>
                    </a:cubicBezTo>
                    <a:cubicBezTo>
                      <a:pt x="342" y="1194"/>
                      <a:pt x="342" y="1197"/>
                      <a:pt x="343" y="1198"/>
                    </a:cubicBezTo>
                    <a:lnTo>
                      <a:pt x="343" y="1197"/>
                    </a:lnTo>
                    <a:cubicBezTo>
                      <a:pt x="363" y="1236"/>
                      <a:pt x="384" y="1275"/>
                      <a:pt x="406" y="1314"/>
                    </a:cubicBezTo>
                    <a:cubicBezTo>
                      <a:pt x="427" y="1352"/>
                      <a:pt x="448" y="1388"/>
                      <a:pt x="473" y="1424"/>
                    </a:cubicBezTo>
                    <a:cubicBezTo>
                      <a:pt x="504" y="1470"/>
                      <a:pt x="538" y="1515"/>
                      <a:pt x="575" y="1557"/>
                    </a:cubicBezTo>
                    <a:cubicBezTo>
                      <a:pt x="624" y="1612"/>
                      <a:pt x="676" y="1665"/>
                      <a:pt x="731" y="1715"/>
                    </a:cubicBezTo>
                    <a:cubicBezTo>
                      <a:pt x="730" y="1714"/>
                      <a:pt x="730" y="1713"/>
                      <a:pt x="729" y="1713"/>
                    </a:cubicBezTo>
                    <a:cubicBezTo>
                      <a:pt x="758" y="1738"/>
                      <a:pt x="787" y="1761"/>
                      <a:pt x="820" y="1783"/>
                    </a:cubicBezTo>
                    <a:cubicBezTo>
                      <a:pt x="819" y="1782"/>
                      <a:pt x="818" y="1782"/>
                      <a:pt x="817" y="1782"/>
                    </a:cubicBezTo>
                    <a:cubicBezTo>
                      <a:pt x="858" y="1808"/>
                      <a:pt x="901" y="1832"/>
                      <a:pt x="944" y="1854"/>
                    </a:cubicBezTo>
                    <a:cubicBezTo>
                      <a:pt x="943" y="1853"/>
                      <a:pt x="942" y="1853"/>
                      <a:pt x="941" y="1853"/>
                    </a:cubicBezTo>
                    <a:cubicBezTo>
                      <a:pt x="979" y="1871"/>
                      <a:pt x="1016" y="1888"/>
                      <a:pt x="1056" y="1902"/>
                    </a:cubicBezTo>
                    <a:cubicBezTo>
                      <a:pt x="1096" y="1916"/>
                      <a:pt x="1138" y="1928"/>
                      <a:pt x="1180" y="1937"/>
                    </a:cubicBezTo>
                    <a:cubicBezTo>
                      <a:pt x="1219" y="1944"/>
                      <a:pt x="1257" y="1949"/>
                      <a:pt x="1297" y="1952"/>
                    </a:cubicBezTo>
                    <a:cubicBezTo>
                      <a:pt x="1296" y="1952"/>
                      <a:pt x="1296" y="1952"/>
                      <a:pt x="1296" y="1952"/>
                    </a:cubicBezTo>
                    <a:cubicBezTo>
                      <a:pt x="1312" y="1953"/>
                      <a:pt x="1328" y="1954"/>
                      <a:pt x="1343" y="1955"/>
                    </a:cubicBezTo>
                    <a:cubicBezTo>
                      <a:pt x="1358" y="1955"/>
                      <a:pt x="1372" y="1956"/>
                      <a:pt x="1386" y="1955"/>
                    </a:cubicBezTo>
                    <a:cubicBezTo>
                      <a:pt x="1409" y="1953"/>
                      <a:pt x="1431" y="1949"/>
                      <a:pt x="1453" y="1945"/>
                    </a:cubicBezTo>
                    <a:cubicBezTo>
                      <a:pt x="1477" y="1939"/>
                      <a:pt x="1501" y="1934"/>
                      <a:pt x="1524" y="1928"/>
                    </a:cubicBezTo>
                    <a:cubicBezTo>
                      <a:pt x="1545" y="1922"/>
                      <a:pt x="1566" y="1917"/>
                      <a:pt x="1587" y="1910"/>
                    </a:cubicBezTo>
                    <a:cubicBezTo>
                      <a:pt x="1586" y="1910"/>
                      <a:pt x="1586" y="1910"/>
                      <a:pt x="1586" y="1910"/>
                    </a:cubicBezTo>
                    <a:cubicBezTo>
                      <a:pt x="1603" y="1904"/>
                      <a:pt x="1620" y="1897"/>
                      <a:pt x="1636" y="1890"/>
                    </a:cubicBezTo>
                    <a:cubicBezTo>
                      <a:pt x="1652" y="1883"/>
                      <a:pt x="1668" y="1877"/>
                      <a:pt x="1683" y="1869"/>
                    </a:cubicBezTo>
                    <a:cubicBezTo>
                      <a:pt x="1709" y="1856"/>
                      <a:pt x="1734" y="1840"/>
                      <a:pt x="1758" y="1824"/>
                    </a:cubicBezTo>
                    <a:lnTo>
                      <a:pt x="1757" y="1825"/>
                    </a:lnTo>
                    <a:cubicBezTo>
                      <a:pt x="1793" y="1801"/>
                      <a:pt x="1826" y="1775"/>
                      <a:pt x="1860" y="1750"/>
                    </a:cubicBezTo>
                    <a:cubicBezTo>
                      <a:pt x="1893" y="1724"/>
                      <a:pt x="1925" y="1699"/>
                      <a:pt x="1955" y="1672"/>
                    </a:cubicBezTo>
                    <a:cubicBezTo>
                      <a:pt x="1954" y="1673"/>
                      <a:pt x="1954" y="1673"/>
                      <a:pt x="1953" y="1673"/>
                    </a:cubicBezTo>
                    <a:cubicBezTo>
                      <a:pt x="1987" y="1644"/>
                      <a:pt x="2019" y="1613"/>
                      <a:pt x="2052" y="1583"/>
                    </a:cubicBezTo>
                    <a:cubicBezTo>
                      <a:pt x="2068" y="1568"/>
                      <a:pt x="2084" y="1554"/>
                      <a:pt x="2100" y="1539"/>
                    </a:cubicBezTo>
                    <a:cubicBezTo>
                      <a:pt x="2116" y="1522"/>
                      <a:pt x="2133" y="1505"/>
                      <a:pt x="2149" y="1487"/>
                    </a:cubicBezTo>
                    <a:cubicBezTo>
                      <a:pt x="2165" y="1468"/>
                      <a:pt x="2182" y="1448"/>
                      <a:pt x="2197" y="1428"/>
                    </a:cubicBezTo>
                    <a:cubicBezTo>
                      <a:pt x="2214" y="1408"/>
                      <a:pt x="2229" y="1388"/>
                      <a:pt x="2244" y="1366"/>
                    </a:cubicBezTo>
                    <a:cubicBezTo>
                      <a:pt x="2264" y="1337"/>
                      <a:pt x="2283" y="1307"/>
                      <a:pt x="2301" y="1276"/>
                    </a:cubicBezTo>
                    <a:cubicBezTo>
                      <a:pt x="2318" y="1246"/>
                      <a:pt x="2336" y="1215"/>
                      <a:pt x="2351" y="1184"/>
                    </a:cubicBezTo>
                    <a:cubicBezTo>
                      <a:pt x="2351" y="1184"/>
                      <a:pt x="2351" y="1185"/>
                      <a:pt x="2350" y="1185"/>
                    </a:cubicBezTo>
                    <a:cubicBezTo>
                      <a:pt x="2351" y="1184"/>
                      <a:pt x="2351" y="1183"/>
                      <a:pt x="2352" y="1181"/>
                    </a:cubicBezTo>
                    <a:cubicBezTo>
                      <a:pt x="2352" y="1182"/>
                      <a:pt x="2351" y="1183"/>
                      <a:pt x="2351" y="1184"/>
                    </a:cubicBezTo>
                    <a:cubicBezTo>
                      <a:pt x="2361" y="1164"/>
                      <a:pt x="2371" y="1145"/>
                      <a:pt x="2379" y="1126"/>
                    </a:cubicBezTo>
                    <a:cubicBezTo>
                      <a:pt x="2389" y="1103"/>
                      <a:pt x="2398" y="1081"/>
                      <a:pt x="2408" y="1059"/>
                    </a:cubicBezTo>
                    <a:cubicBezTo>
                      <a:pt x="2425" y="1018"/>
                      <a:pt x="2441" y="978"/>
                      <a:pt x="2456" y="936"/>
                    </a:cubicBezTo>
                    <a:cubicBezTo>
                      <a:pt x="2458" y="927"/>
                      <a:pt x="2461" y="918"/>
                      <a:pt x="2464" y="909"/>
                    </a:cubicBezTo>
                    <a:lnTo>
                      <a:pt x="2464" y="910"/>
                    </a:lnTo>
                    <a:cubicBezTo>
                      <a:pt x="2464" y="909"/>
                      <a:pt x="2465" y="909"/>
                      <a:pt x="2465" y="908"/>
                    </a:cubicBezTo>
                    <a:cubicBezTo>
                      <a:pt x="2465" y="906"/>
                      <a:pt x="2466" y="904"/>
                      <a:pt x="2467" y="902"/>
                    </a:cubicBezTo>
                    <a:cubicBezTo>
                      <a:pt x="2467" y="903"/>
                      <a:pt x="2467" y="904"/>
                      <a:pt x="2466" y="905"/>
                    </a:cubicBezTo>
                    <a:cubicBezTo>
                      <a:pt x="2474" y="882"/>
                      <a:pt x="2482" y="859"/>
                      <a:pt x="2489" y="837"/>
                    </a:cubicBezTo>
                    <a:cubicBezTo>
                      <a:pt x="2498" y="813"/>
                      <a:pt x="2506" y="790"/>
                      <a:pt x="2513" y="766"/>
                    </a:cubicBezTo>
                    <a:cubicBezTo>
                      <a:pt x="2530" y="715"/>
                      <a:pt x="2545" y="663"/>
                      <a:pt x="2559" y="612"/>
                    </a:cubicBezTo>
                    <a:cubicBezTo>
                      <a:pt x="2574" y="550"/>
                      <a:pt x="2590" y="489"/>
                      <a:pt x="2603" y="428"/>
                    </a:cubicBezTo>
                    <a:cubicBezTo>
                      <a:pt x="2620" y="341"/>
                      <a:pt x="2628" y="253"/>
                      <a:pt x="2634" y="165"/>
                    </a:cubicBezTo>
                    <a:lnTo>
                      <a:pt x="2634" y="167"/>
                    </a:lnTo>
                    <a:cubicBezTo>
                      <a:pt x="2635" y="144"/>
                      <a:pt x="2636" y="121"/>
                      <a:pt x="2637" y="98"/>
                    </a:cubicBezTo>
                    <a:cubicBezTo>
                      <a:pt x="2637" y="72"/>
                      <a:pt x="2637" y="46"/>
                      <a:pt x="2636" y="20"/>
                    </a:cubicBezTo>
                    <a:cubicBezTo>
                      <a:pt x="2636" y="9"/>
                      <a:pt x="2645" y="0"/>
                      <a:pt x="2655" y="0"/>
                    </a:cubicBezTo>
                    <a:cubicBezTo>
                      <a:pt x="2666" y="0"/>
                      <a:pt x="2674" y="9"/>
                      <a:pt x="2674" y="20"/>
                    </a:cubicBezTo>
                    <a:cubicBezTo>
                      <a:pt x="2675" y="31"/>
                      <a:pt x="2675" y="44"/>
                      <a:pt x="2675" y="55"/>
                    </a:cubicBezTo>
                    <a:cubicBezTo>
                      <a:pt x="2675" y="68"/>
                      <a:pt x="2675" y="81"/>
                      <a:pt x="2675" y="95"/>
                    </a:cubicBezTo>
                    <a:cubicBezTo>
                      <a:pt x="2675" y="117"/>
                      <a:pt x="2673" y="140"/>
                      <a:pt x="2672" y="162"/>
                    </a:cubicBezTo>
                    <a:cubicBezTo>
                      <a:pt x="2669" y="213"/>
                      <a:pt x="2664" y="263"/>
                      <a:pt x="2658" y="314"/>
                    </a:cubicBezTo>
                    <a:cubicBezTo>
                      <a:pt x="2653" y="363"/>
                      <a:pt x="2645" y="412"/>
                      <a:pt x="2634" y="460"/>
                    </a:cubicBezTo>
                    <a:cubicBezTo>
                      <a:pt x="2624" y="510"/>
                      <a:pt x="2611" y="559"/>
                      <a:pt x="2598" y="609"/>
                    </a:cubicBezTo>
                    <a:cubicBezTo>
                      <a:pt x="2583" y="661"/>
                      <a:pt x="2569" y="713"/>
                      <a:pt x="2553" y="765"/>
                    </a:cubicBezTo>
                    <a:cubicBezTo>
                      <a:pt x="2538" y="811"/>
                      <a:pt x="2522" y="858"/>
                      <a:pt x="2506" y="904"/>
                    </a:cubicBezTo>
                    <a:cubicBezTo>
                      <a:pt x="2491" y="950"/>
                      <a:pt x="2474" y="996"/>
                      <a:pt x="2456" y="1042"/>
                    </a:cubicBezTo>
                    <a:cubicBezTo>
                      <a:pt x="2446" y="1065"/>
                      <a:pt x="2436" y="1088"/>
                      <a:pt x="2426" y="1111"/>
                    </a:cubicBezTo>
                    <a:cubicBezTo>
                      <a:pt x="2416" y="1134"/>
                      <a:pt x="2406" y="1158"/>
                      <a:pt x="2394" y="1181"/>
                    </a:cubicBezTo>
                    <a:cubicBezTo>
                      <a:pt x="2384" y="1202"/>
                      <a:pt x="2373" y="1222"/>
                      <a:pt x="2362" y="1243"/>
                    </a:cubicBezTo>
                    <a:cubicBezTo>
                      <a:pt x="2351" y="1264"/>
                      <a:pt x="2339" y="1284"/>
                      <a:pt x="2327" y="1305"/>
                    </a:cubicBezTo>
                    <a:cubicBezTo>
                      <a:pt x="2315" y="1325"/>
                      <a:pt x="2302" y="1346"/>
                      <a:pt x="2289" y="1366"/>
                    </a:cubicBezTo>
                    <a:cubicBezTo>
                      <a:pt x="2282" y="1377"/>
                      <a:pt x="2275" y="1387"/>
                      <a:pt x="2268" y="1398"/>
                    </a:cubicBezTo>
                    <a:cubicBezTo>
                      <a:pt x="2260" y="1408"/>
                      <a:pt x="2253" y="1419"/>
                      <a:pt x="2246" y="1429"/>
                    </a:cubicBezTo>
                    <a:cubicBezTo>
                      <a:pt x="2230" y="1450"/>
                      <a:pt x="2213" y="1470"/>
                      <a:pt x="2195" y="1490"/>
                    </a:cubicBezTo>
                    <a:cubicBezTo>
                      <a:pt x="2180" y="1508"/>
                      <a:pt x="2164" y="1525"/>
                      <a:pt x="2148" y="1543"/>
                    </a:cubicBezTo>
                    <a:cubicBezTo>
                      <a:pt x="2132" y="1560"/>
                      <a:pt x="2114" y="1576"/>
                      <a:pt x="2097" y="1592"/>
                    </a:cubicBezTo>
                    <a:cubicBezTo>
                      <a:pt x="2081" y="1607"/>
                      <a:pt x="2065" y="1622"/>
                      <a:pt x="2049" y="1636"/>
                    </a:cubicBezTo>
                    <a:cubicBezTo>
                      <a:pt x="2015" y="1669"/>
                      <a:pt x="1981" y="1701"/>
                      <a:pt x="1945" y="1730"/>
                    </a:cubicBezTo>
                    <a:cubicBezTo>
                      <a:pt x="1907" y="1762"/>
                      <a:pt x="1868" y="1792"/>
                      <a:pt x="1828" y="1821"/>
                    </a:cubicBezTo>
                    <a:cubicBezTo>
                      <a:pt x="1787" y="1850"/>
                      <a:pt x="1747" y="1879"/>
                      <a:pt x="1703" y="1902"/>
                    </a:cubicBezTo>
                    <a:cubicBezTo>
                      <a:pt x="1692" y="1907"/>
                      <a:pt x="1682" y="1912"/>
                      <a:pt x="1671" y="1917"/>
                    </a:cubicBezTo>
                    <a:cubicBezTo>
                      <a:pt x="1659" y="1923"/>
                      <a:pt x="1646" y="1928"/>
                      <a:pt x="1633" y="1933"/>
                    </a:cubicBezTo>
                    <a:cubicBezTo>
                      <a:pt x="1610" y="1942"/>
                      <a:pt x="1586" y="1951"/>
                      <a:pt x="1562" y="1958"/>
                    </a:cubicBezTo>
                    <a:cubicBezTo>
                      <a:pt x="1538" y="1965"/>
                      <a:pt x="1513" y="1971"/>
                      <a:pt x="1488" y="1977"/>
                    </a:cubicBezTo>
                    <a:cubicBezTo>
                      <a:pt x="1462" y="1983"/>
                      <a:pt x="1435" y="1988"/>
                      <a:pt x="1408" y="1991"/>
                    </a:cubicBezTo>
                    <a:cubicBezTo>
                      <a:pt x="1391" y="1994"/>
                      <a:pt x="1375" y="1994"/>
                      <a:pt x="1358" y="1994"/>
                    </a:cubicBezTo>
                    <a:cubicBezTo>
                      <a:pt x="1351" y="1994"/>
                      <a:pt x="1344" y="1994"/>
                      <a:pt x="1338" y="19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8" name="Google Shape;748;p7"/>
              <p:cNvSpPr/>
              <p:nvPr/>
            </p:nvSpPr>
            <p:spPr>
              <a:xfrm>
                <a:off x="186480" y="4291200"/>
                <a:ext cx="9720" cy="6408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78" extrusionOk="0">
                    <a:moveTo>
                      <a:pt x="10" y="177"/>
                    </a:moveTo>
                    <a:cubicBezTo>
                      <a:pt x="6" y="177"/>
                      <a:pt x="0" y="172"/>
                      <a:pt x="1" y="167"/>
                    </a:cubicBezTo>
                    <a:cubicBezTo>
                      <a:pt x="2" y="149"/>
                      <a:pt x="3" y="133"/>
                      <a:pt x="4" y="115"/>
                    </a:cubicBezTo>
                    <a:cubicBezTo>
                      <a:pt x="5" y="100"/>
                      <a:pt x="5" y="85"/>
                      <a:pt x="4" y="69"/>
                    </a:cubicBezTo>
                    <a:cubicBezTo>
                      <a:pt x="3" y="61"/>
                      <a:pt x="3" y="52"/>
                      <a:pt x="3" y="43"/>
                    </a:cubicBezTo>
                    <a:cubicBezTo>
                      <a:pt x="2" y="39"/>
                      <a:pt x="2" y="35"/>
                      <a:pt x="2" y="31"/>
                    </a:cubicBezTo>
                    <a:cubicBezTo>
                      <a:pt x="2" y="27"/>
                      <a:pt x="2" y="24"/>
                      <a:pt x="1" y="21"/>
                    </a:cubicBezTo>
                    <a:cubicBezTo>
                      <a:pt x="1" y="15"/>
                      <a:pt x="1" y="10"/>
                      <a:pt x="4" y="6"/>
                    </a:cubicBezTo>
                    <a:cubicBezTo>
                      <a:pt x="6" y="3"/>
                      <a:pt x="10" y="0"/>
                      <a:pt x="13" y="1"/>
                    </a:cubicBezTo>
                    <a:cubicBezTo>
                      <a:pt x="18" y="1"/>
                      <a:pt x="21" y="4"/>
                      <a:pt x="23" y="8"/>
                    </a:cubicBezTo>
                    <a:cubicBezTo>
                      <a:pt x="24" y="9"/>
                      <a:pt x="24" y="11"/>
                      <a:pt x="25" y="13"/>
                    </a:cubicBezTo>
                    <a:cubicBezTo>
                      <a:pt x="26" y="15"/>
                      <a:pt x="25" y="19"/>
                      <a:pt x="23" y="22"/>
                    </a:cubicBezTo>
                    <a:cubicBezTo>
                      <a:pt x="23" y="23"/>
                      <a:pt x="23" y="24"/>
                      <a:pt x="23" y="25"/>
                    </a:cubicBezTo>
                    <a:lnTo>
                      <a:pt x="23" y="26"/>
                    </a:lnTo>
                    <a:lnTo>
                      <a:pt x="23" y="25"/>
                    </a:lnTo>
                    <a:cubicBezTo>
                      <a:pt x="23" y="26"/>
                      <a:pt x="23" y="27"/>
                      <a:pt x="23" y="28"/>
                    </a:cubicBezTo>
                    <a:cubicBezTo>
                      <a:pt x="23" y="31"/>
                      <a:pt x="23" y="34"/>
                      <a:pt x="23" y="36"/>
                    </a:cubicBezTo>
                    <a:cubicBezTo>
                      <a:pt x="23" y="37"/>
                      <a:pt x="23" y="37"/>
                      <a:pt x="23" y="38"/>
                    </a:cubicBezTo>
                    <a:cubicBezTo>
                      <a:pt x="23" y="37"/>
                      <a:pt x="23" y="37"/>
                      <a:pt x="23" y="37"/>
                    </a:cubicBezTo>
                    <a:cubicBezTo>
                      <a:pt x="24" y="38"/>
                      <a:pt x="24" y="39"/>
                      <a:pt x="24" y="40"/>
                    </a:cubicBezTo>
                    <a:cubicBezTo>
                      <a:pt x="24" y="39"/>
                      <a:pt x="24" y="39"/>
                      <a:pt x="24" y="39"/>
                    </a:cubicBezTo>
                    <a:lnTo>
                      <a:pt x="24" y="40"/>
                    </a:lnTo>
                    <a:lnTo>
                      <a:pt x="24" y="41"/>
                    </a:lnTo>
                    <a:lnTo>
                      <a:pt x="24" y="40"/>
                    </a:lnTo>
                    <a:cubicBezTo>
                      <a:pt x="24" y="42"/>
                      <a:pt x="24" y="44"/>
                      <a:pt x="24" y="46"/>
                    </a:cubicBezTo>
                    <a:lnTo>
                      <a:pt x="24" y="47"/>
                    </a:lnTo>
                    <a:cubicBezTo>
                      <a:pt x="24" y="48"/>
                      <a:pt x="24" y="49"/>
                      <a:pt x="24" y="50"/>
                    </a:cubicBezTo>
                    <a:lnTo>
                      <a:pt x="24" y="49"/>
                    </a:lnTo>
                    <a:cubicBezTo>
                      <a:pt x="24" y="50"/>
                      <a:pt x="24" y="50"/>
                      <a:pt x="24" y="51"/>
                    </a:cubicBezTo>
                    <a:lnTo>
                      <a:pt x="24" y="50"/>
                    </a:lnTo>
                    <a:cubicBezTo>
                      <a:pt x="24" y="60"/>
                      <a:pt x="25" y="69"/>
                      <a:pt x="25" y="78"/>
                    </a:cubicBezTo>
                    <a:cubicBezTo>
                      <a:pt x="25" y="88"/>
                      <a:pt x="24" y="98"/>
                      <a:pt x="24" y="109"/>
                    </a:cubicBezTo>
                    <a:cubicBezTo>
                      <a:pt x="24" y="129"/>
                      <a:pt x="22" y="149"/>
                      <a:pt x="20" y="169"/>
                    </a:cubicBezTo>
                    <a:cubicBezTo>
                      <a:pt x="20" y="173"/>
                      <a:pt x="16" y="177"/>
                      <a:pt x="11" y="177"/>
                    </a:cubicBezTo>
                    <a:lnTo>
                      <a:pt x="10" y="17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9" name="Google Shape;749;p7"/>
              <p:cNvSpPr/>
              <p:nvPr/>
            </p:nvSpPr>
            <p:spPr>
              <a:xfrm>
                <a:off x="188280" y="4374720"/>
                <a:ext cx="9720" cy="3744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04" extrusionOk="0">
                    <a:moveTo>
                      <a:pt x="15" y="103"/>
                    </a:moveTo>
                    <a:cubicBezTo>
                      <a:pt x="9" y="103"/>
                      <a:pt x="4" y="98"/>
                      <a:pt x="4" y="92"/>
                    </a:cubicBezTo>
                    <a:cubicBezTo>
                      <a:pt x="4" y="86"/>
                      <a:pt x="4" y="81"/>
                      <a:pt x="4" y="75"/>
                    </a:cubicBezTo>
                    <a:lnTo>
                      <a:pt x="4" y="74"/>
                    </a:lnTo>
                    <a:cubicBezTo>
                      <a:pt x="4" y="64"/>
                      <a:pt x="2" y="54"/>
                      <a:pt x="2" y="44"/>
                    </a:cubicBezTo>
                    <a:cubicBezTo>
                      <a:pt x="1" y="34"/>
                      <a:pt x="1" y="24"/>
                      <a:pt x="0" y="14"/>
                    </a:cubicBezTo>
                    <a:cubicBezTo>
                      <a:pt x="0" y="15"/>
                      <a:pt x="0" y="15"/>
                      <a:pt x="0" y="15"/>
                    </a:cubicBezTo>
                    <a:lnTo>
                      <a:pt x="0" y="14"/>
                    </a:lnTo>
                    <a:cubicBezTo>
                      <a:pt x="0" y="13"/>
                      <a:pt x="0" y="12"/>
                      <a:pt x="0" y="11"/>
                    </a:cubicBezTo>
                    <a:cubicBezTo>
                      <a:pt x="0" y="4"/>
                      <a:pt x="5" y="0"/>
                      <a:pt x="11" y="0"/>
                    </a:cubicBezTo>
                    <a:cubicBezTo>
                      <a:pt x="17" y="0"/>
                      <a:pt x="22" y="5"/>
                      <a:pt x="22" y="11"/>
                    </a:cubicBezTo>
                    <a:cubicBezTo>
                      <a:pt x="22" y="17"/>
                      <a:pt x="22" y="23"/>
                      <a:pt x="22" y="29"/>
                    </a:cubicBezTo>
                    <a:cubicBezTo>
                      <a:pt x="23" y="50"/>
                      <a:pt x="26" y="71"/>
                      <a:pt x="26" y="93"/>
                    </a:cubicBezTo>
                    <a:cubicBezTo>
                      <a:pt x="26" y="99"/>
                      <a:pt x="21" y="103"/>
                      <a:pt x="15" y="10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0" name="Google Shape;750;p7"/>
              <p:cNvSpPr/>
              <p:nvPr/>
            </p:nvSpPr>
            <p:spPr>
              <a:xfrm>
                <a:off x="190800" y="4452120"/>
                <a:ext cx="8640" cy="52560"/>
              </a:xfrm>
              <a:custGeom>
                <a:avLst/>
                <a:gdLst/>
                <a:ahLst/>
                <a:cxnLst/>
                <a:rect l="l" t="t" r="r" b="b"/>
                <a:pathLst>
                  <a:path w="24" h="146" extrusionOk="0">
                    <a:moveTo>
                      <a:pt x="12" y="145"/>
                    </a:moveTo>
                    <a:cubicBezTo>
                      <a:pt x="7" y="145"/>
                      <a:pt x="2" y="140"/>
                      <a:pt x="2" y="135"/>
                    </a:cubicBezTo>
                    <a:cubicBezTo>
                      <a:pt x="2" y="123"/>
                      <a:pt x="1" y="110"/>
                      <a:pt x="1" y="99"/>
                    </a:cubicBezTo>
                    <a:cubicBezTo>
                      <a:pt x="0" y="89"/>
                      <a:pt x="0" y="79"/>
                      <a:pt x="0" y="69"/>
                    </a:cubicBezTo>
                    <a:cubicBezTo>
                      <a:pt x="0" y="57"/>
                      <a:pt x="0" y="46"/>
                      <a:pt x="0" y="35"/>
                    </a:cubicBezTo>
                    <a:cubicBezTo>
                      <a:pt x="0" y="30"/>
                      <a:pt x="0" y="25"/>
                      <a:pt x="0" y="21"/>
                    </a:cubicBezTo>
                    <a:cubicBezTo>
                      <a:pt x="0" y="18"/>
                      <a:pt x="1" y="15"/>
                      <a:pt x="1" y="12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4"/>
                      <a:pt x="8" y="0"/>
                      <a:pt x="14" y="1"/>
                    </a:cubicBezTo>
                    <a:cubicBezTo>
                      <a:pt x="20" y="2"/>
                      <a:pt x="23" y="8"/>
                      <a:pt x="23" y="14"/>
                    </a:cubicBezTo>
                    <a:lnTo>
                      <a:pt x="23" y="15"/>
                    </a:lnTo>
                    <a:cubicBezTo>
                      <a:pt x="22" y="17"/>
                      <a:pt x="22" y="19"/>
                      <a:pt x="22" y="22"/>
                    </a:cubicBezTo>
                    <a:cubicBezTo>
                      <a:pt x="21" y="30"/>
                      <a:pt x="21" y="38"/>
                      <a:pt x="21" y="46"/>
                    </a:cubicBezTo>
                    <a:cubicBezTo>
                      <a:pt x="21" y="56"/>
                      <a:pt x="21" y="65"/>
                      <a:pt x="21" y="74"/>
                    </a:cubicBezTo>
                    <a:cubicBezTo>
                      <a:pt x="21" y="84"/>
                      <a:pt x="21" y="93"/>
                      <a:pt x="22" y="103"/>
                    </a:cubicBezTo>
                    <a:cubicBezTo>
                      <a:pt x="22" y="114"/>
                      <a:pt x="22" y="124"/>
                      <a:pt x="22" y="135"/>
                    </a:cubicBezTo>
                    <a:cubicBezTo>
                      <a:pt x="22" y="141"/>
                      <a:pt x="18" y="145"/>
                      <a:pt x="12" y="1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1" name="Google Shape;751;p7"/>
              <p:cNvSpPr/>
              <p:nvPr/>
            </p:nvSpPr>
            <p:spPr>
              <a:xfrm>
                <a:off x="192240" y="4524840"/>
                <a:ext cx="9000" cy="42480"/>
              </a:xfrm>
              <a:custGeom>
                <a:avLst/>
                <a:gdLst/>
                <a:ahLst/>
                <a:cxnLst/>
                <a:rect l="l" t="t" r="r" b="b"/>
                <a:pathLst>
                  <a:path w="25" h="118" extrusionOk="0">
                    <a:moveTo>
                      <a:pt x="3" y="108"/>
                    </a:moveTo>
                    <a:cubicBezTo>
                      <a:pt x="2" y="91"/>
                      <a:pt x="1" y="74"/>
                      <a:pt x="1" y="56"/>
                    </a:cubicBezTo>
                    <a:cubicBezTo>
                      <a:pt x="1" y="49"/>
                      <a:pt x="1" y="41"/>
                      <a:pt x="1" y="33"/>
                    </a:cubicBezTo>
                    <a:cubicBezTo>
                      <a:pt x="1" y="26"/>
                      <a:pt x="0" y="18"/>
                      <a:pt x="1" y="11"/>
                    </a:cubicBezTo>
                    <a:cubicBezTo>
                      <a:pt x="1" y="5"/>
                      <a:pt x="7" y="0"/>
                      <a:pt x="14" y="2"/>
                    </a:cubicBezTo>
                    <a:cubicBezTo>
                      <a:pt x="20" y="3"/>
                      <a:pt x="24" y="9"/>
                      <a:pt x="23" y="15"/>
                    </a:cubicBezTo>
                    <a:cubicBezTo>
                      <a:pt x="22" y="15"/>
                      <a:pt x="22" y="16"/>
                      <a:pt x="22" y="17"/>
                    </a:cubicBezTo>
                    <a:cubicBezTo>
                      <a:pt x="22" y="28"/>
                      <a:pt x="22" y="39"/>
                      <a:pt x="22" y="50"/>
                    </a:cubicBezTo>
                    <a:cubicBezTo>
                      <a:pt x="22" y="60"/>
                      <a:pt x="22" y="71"/>
                      <a:pt x="22" y="82"/>
                    </a:cubicBezTo>
                    <a:cubicBezTo>
                      <a:pt x="22" y="85"/>
                      <a:pt x="23" y="89"/>
                      <a:pt x="23" y="92"/>
                    </a:cubicBezTo>
                    <a:lnTo>
                      <a:pt x="23" y="93"/>
                    </a:lnTo>
                    <a:cubicBezTo>
                      <a:pt x="23" y="97"/>
                      <a:pt x="24" y="102"/>
                      <a:pt x="24" y="106"/>
                    </a:cubicBezTo>
                    <a:cubicBezTo>
                      <a:pt x="24" y="112"/>
                      <a:pt x="21" y="117"/>
                      <a:pt x="14" y="117"/>
                    </a:cubicBezTo>
                    <a:cubicBezTo>
                      <a:pt x="8" y="117"/>
                      <a:pt x="3" y="113"/>
                      <a:pt x="3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2" name="Google Shape;752;p7"/>
              <p:cNvSpPr/>
              <p:nvPr/>
            </p:nvSpPr>
            <p:spPr>
              <a:xfrm>
                <a:off x="196200" y="4606560"/>
                <a:ext cx="10080" cy="36360"/>
              </a:xfrm>
              <a:custGeom>
                <a:avLst/>
                <a:gdLst/>
                <a:ahLst/>
                <a:cxnLst/>
                <a:rect l="l" t="t" r="r" b="b"/>
                <a:pathLst>
                  <a:path w="28" h="101" extrusionOk="0">
                    <a:moveTo>
                      <a:pt x="1" y="90"/>
                    </a:moveTo>
                    <a:cubicBezTo>
                      <a:pt x="1" y="75"/>
                      <a:pt x="0" y="60"/>
                      <a:pt x="0" y="44"/>
                    </a:cubicBezTo>
                    <a:cubicBezTo>
                      <a:pt x="0" y="38"/>
                      <a:pt x="0" y="31"/>
                      <a:pt x="1" y="25"/>
                    </a:cubicBezTo>
                    <a:cubicBezTo>
                      <a:pt x="1" y="22"/>
                      <a:pt x="2" y="19"/>
                      <a:pt x="3" y="15"/>
                    </a:cubicBezTo>
                    <a:cubicBezTo>
                      <a:pt x="3" y="13"/>
                      <a:pt x="4" y="10"/>
                      <a:pt x="5" y="8"/>
                    </a:cubicBezTo>
                    <a:cubicBezTo>
                      <a:pt x="7" y="3"/>
                      <a:pt x="13" y="0"/>
                      <a:pt x="17" y="1"/>
                    </a:cubicBezTo>
                    <a:cubicBezTo>
                      <a:pt x="24" y="2"/>
                      <a:pt x="27" y="8"/>
                      <a:pt x="27" y="13"/>
                    </a:cubicBezTo>
                    <a:cubicBezTo>
                      <a:pt x="27" y="16"/>
                      <a:pt x="25" y="17"/>
                      <a:pt x="24" y="19"/>
                    </a:cubicBezTo>
                    <a:lnTo>
                      <a:pt x="24" y="20"/>
                    </a:lnTo>
                    <a:cubicBezTo>
                      <a:pt x="24" y="23"/>
                      <a:pt x="23" y="26"/>
                      <a:pt x="22" y="28"/>
                    </a:cubicBezTo>
                    <a:cubicBezTo>
                      <a:pt x="21" y="48"/>
                      <a:pt x="21" y="69"/>
                      <a:pt x="22" y="89"/>
                    </a:cubicBezTo>
                    <a:cubicBezTo>
                      <a:pt x="22" y="94"/>
                      <a:pt x="18" y="99"/>
                      <a:pt x="13" y="100"/>
                    </a:cubicBezTo>
                    <a:lnTo>
                      <a:pt x="12" y="100"/>
                    </a:lnTo>
                    <a:cubicBezTo>
                      <a:pt x="7" y="100"/>
                      <a:pt x="2" y="96"/>
                      <a:pt x="1" y="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3" name="Google Shape;753;p7"/>
              <p:cNvSpPr/>
              <p:nvPr/>
            </p:nvSpPr>
            <p:spPr>
              <a:xfrm>
                <a:off x="196920" y="4676760"/>
                <a:ext cx="900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5" h="24" extrusionOk="0">
                    <a:moveTo>
                      <a:pt x="0" y="11"/>
                    </a:moveTo>
                    <a:cubicBezTo>
                      <a:pt x="0" y="4"/>
                      <a:pt x="6" y="0"/>
                      <a:pt x="12" y="0"/>
                    </a:cubicBezTo>
                    <a:cubicBezTo>
                      <a:pt x="19" y="0"/>
                      <a:pt x="24" y="5"/>
                      <a:pt x="23" y="11"/>
                    </a:cubicBezTo>
                    <a:cubicBezTo>
                      <a:pt x="23" y="18"/>
                      <a:pt x="18" y="23"/>
                      <a:pt x="12" y="23"/>
                    </a:cubicBezTo>
                    <a:cubicBezTo>
                      <a:pt x="5" y="23"/>
                      <a:pt x="0" y="17"/>
                      <a:pt x="0" y="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4" name="Google Shape;754;p7"/>
              <p:cNvSpPr/>
              <p:nvPr/>
            </p:nvSpPr>
            <p:spPr>
              <a:xfrm>
                <a:off x="194040" y="4296240"/>
                <a:ext cx="7632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212" h="33" extrusionOk="0">
                    <a:moveTo>
                      <a:pt x="161" y="32"/>
                    </a:moveTo>
                    <a:cubicBezTo>
                      <a:pt x="155" y="32"/>
                      <a:pt x="148" y="32"/>
                      <a:pt x="142" y="32"/>
                    </a:cubicBezTo>
                    <a:cubicBezTo>
                      <a:pt x="135" y="31"/>
                      <a:pt x="129" y="31"/>
                      <a:pt x="122" y="31"/>
                    </a:cubicBezTo>
                    <a:lnTo>
                      <a:pt x="123" y="31"/>
                    </a:lnTo>
                    <a:cubicBezTo>
                      <a:pt x="116" y="30"/>
                      <a:pt x="109" y="29"/>
                      <a:pt x="101" y="29"/>
                    </a:cubicBezTo>
                    <a:cubicBezTo>
                      <a:pt x="95" y="28"/>
                      <a:pt x="88" y="28"/>
                      <a:pt x="82" y="27"/>
                    </a:cubicBezTo>
                    <a:cubicBezTo>
                      <a:pt x="70" y="25"/>
                      <a:pt x="59" y="24"/>
                      <a:pt x="47" y="23"/>
                    </a:cubicBezTo>
                    <a:cubicBezTo>
                      <a:pt x="43" y="22"/>
                      <a:pt x="39" y="22"/>
                      <a:pt x="34" y="22"/>
                    </a:cubicBezTo>
                    <a:cubicBezTo>
                      <a:pt x="30" y="22"/>
                      <a:pt x="25" y="22"/>
                      <a:pt x="20" y="22"/>
                    </a:cubicBezTo>
                    <a:cubicBezTo>
                      <a:pt x="19" y="22"/>
                      <a:pt x="17" y="22"/>
                      <a:pt x="16" y="22"/>
                    </a:cubicBezTo>
                    <a:cubicBezTo>
                      <a:pt x="15" y="23"/>
                      <a:pt x="14" y="23"/>
                      <a:pt x="14" y="23"/>
                    </a:cubicBezTo>
                    <a:cubicBezTo>
                      <a:pt x="7" y="24"/>
                      <a:pt x="2" y="20"/>
                      <a:pt x="2" y="13"/>
                    </a:cubicBezTo>
                    <a:cubicBezTo>
                      <a:pt x="0" y="7"/>
                      <a:pt x="5" y="3"/>
                      <a:pt x="10" y="1"/>
                    </a:cubicBezTo>
                    <a:cubicBezTo>
                      <a:pt x="15" y="0"/>
                      <a:pt x="21" y="0"/>
                      <a:pt x="27" y="0"/>
                    </a:cubicBezTo>
                    <a:cubicBezTo>
                      <a:pt x="31" y="0"/>
                      <a:pt x="35" y="0"/>
                      <a:pt x="39" y="1"/>
                    </a:cubicBezTo>
                    <a:cubicBezTo>
                      <a:pt x="48" y="1"/>
                      <a:pt x="58" y="3"/>
                      <a:pt x="67" y="4"/>
                    </a:cubicBezTo>
                    <a:cubicBezTo>
                      <a:pt x="77" y="6"/>
                      <a:pt x="88" y="7"/>
                      <a:pt x="98" y="8"/>
                    </a:cubicBezTo>
                    <a:cubicBezTo>
                      <a:pt x="107" y="9"/>
                      <a:pt x="115" y="10"/>
                      <a:pt x="123" y="11"/>
                    </a:cubicBezTo>
                    <a:cubicBezTo>
                      <a:pt x="124" y="11"/>
                      <a:pt x="125" y="11"/>
                      <a:pt x="125" y="11"/>
                    </a:cubicBezTo>
                    <a:cubicBezTo>
                      <a:pt x="125" y="11"/>
                      <a:pt x="124" y="11"/>
                      <a:pt x="123" y="11"/>
                    </a:cubicBezTo>
                    <a:cubicBezTo>
                      <a:pt x="130" y="11"/>
                      <a:pt x="136" y="11"/>
                      <a:pt x="143" y="12"/>
                    </a:cubicBezTo>
                    <a:cubicBezTo>
                      <a:pt x="149" y="13"/>
                      <a:pt x="155" y="13"/>
                      <a:pt x="162" y="13"/>
                    </a:cubicBezTo>
                    <a:cubicBezTo>
                      <a:pt x="175" y="13"/>
                      <a:pt x="188" y="13"/>
                      <a:pt x="201" y="13"/>
                    </a:cubicBezTo>
                    <a:cubicBezTo>
                      <a:pt x="206" y="13"/>
                      <a:pt x="211" y="17"/>
                      <a:pt x="211" y="22"/>
                    </a:cubicBezTo>
                    <a:cubicBezTo>
                      <a:pt x="210" y="28"/>
                      <a:pt x="206" y="32"/>
                      <a:pt x="201" y="32"/>
                    </a:cubicBezTo>
                    <a:cubicBezTo>
                      <a:pt x="192" y="32"/>
                      <a:pt x="182" y="32"/>
                      <a:pt x="172" y="32"/>
                    </a:cubicBezTo>
                    <a:cubicBezTo>
                      <a:pt x="169" y="32"/>
                      <a:pt x="165" y="32"/>
                      <a:pt x="161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5" name="Google Shape;755;p7"/>
              <p:cNvSpPr/>
              <p:nvPr/>
            </p:nvSpPr>
            <p:spPr>
              <a:xfrm>
                <a:off x="300240" y="4292640"/>
                <a:ext cx="48240" cy="936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26" extrusionOk="0">
                    <a:moveTo>
                      <a:pt x="36" y="25"/>
                    </a:moveTo>
                    <a:cubicBezTo>
                      <a:pt x="27" y="25"/>
                      <a:pt x="18" y="24"/>
                      <a:pt x="9" y="23"/>
                    </a:cubicBezTo>
                    <a:lnTo>
                      <a:pt x="10" y="23"/>
                    </a:lnTo>
                    <a:cubicBezTo>
                      <a:pt x="10" y="23"/>
                      <a:pt x="9" y="23"/>
                      <a:pt x="8" y="23"/>
                    </a:cubicBezTo>
                    <a:cubicBezTo>
                      <a:pt x="3" y="21"/>
                      <a:pt x="0" y="14"/>
                      <a:pt x="1" y="9"/>
                    </a:cubicBezTo>
                    <a:cubicBezTo>
                      <a:pt x="3" y="3"/>
                      <a:pt x="8" y="0"/>
                      <a:pt x="14" y="1"/>
                    </a:cubicBezTo>
                    <a:cubicBezTo>
                      <a:pt x="14" y="1"/>
                      <a:pt x="15" y="2"/>
                      <a:pt x="17" y="2"/>
                    </a:cubicBezTo>
                    <a:cubicBezTo>
                      <a:pt x="20" y="2"/>
                      <a:pt x="23" y="3"/>
                      <a:pt x="27" y="3"/>
                    </a:cubicBezTo>
                    <a:cubicBezTo>
                      <a:pt x="42" y="4"/>
                      <a:pt x="58" y="4"/>
                      <a:pt x="74" y="4"/>
                    </a:cubicBezTo>
                    <a:cubicBezTo>
                      <a:pt x="90" y="4"/>
                      <a:pt x="106" y="4"/>
                      <a:pt x="123" y="4"/>
                    </a:cubicBezTo>
                    <a:cubicBezTo>
                      <a:pt x="128" y="4"/>
                      <a:pt x="133" y="9"/>
                      <a:pt x="133" y="14"/>
                    </a:cubicBezTo>
                    <a:cubicBezTo>
                      <a:pt x="133" y="20"/>
                      <a:pt x="128" y="24"/>
                      <a:pt x="123" y="24"/>
                    </a:cubicBezTo>
                    <a:cubicBezTo>
                      <a:pt x="102" y="25"/>
                      <a:pt x="82" y="25"/>
                      <a:pt x="62" y="25"/>
                    </a:cubicBezTo>
                    <a:cubicBezTo>
                      <a:pt x="53" y="25"/>
                      <a:pt x="45" y="25"/>
                      <a:pt x="36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6" name="Google Shape;756;p7"/>
              <p:cNvSpPr/>
              <p:nvPr/>
            </p:nvSpPr>
            <p:spPr>
              <a:xfrm>
                <a:off x="414360" y="4287240"/>
                <a:ext cx="6804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189" h="33" extrusionOk="0">
                    <a:moveTo>
                      <a:pt x="25" y="32"/>
                    </a:moveTo>
                    <a:cubicBezTo>
                      <a:pt x="19" y="31"/>
                      <a:pt x="15" y="31"/>
                      <a:pt x="10" y="30"/>
                    </a:cubicBezTo>
                    <a:cubicBezTo>
                      <a:pt x="4" y="29"/>
                      <a:pt x="0" y="24"/>
                      <a:pt x="1" y="18"/>
                    </a:cubicBezTo>
                    <a:cubicBezTo>
                      <a:pt x="2" y="12"/>
                      <a:pt x="7" y="8"/>
                      <a:pt x="13" y="8"/>
                    </a:cubicBezTo>
                    <a:cubicBezTo>
                      <a:pt x="17" y="9"/>
                      <a:pt x="21" y="10"/>
                      <a:pt x="24" y="10"/>
                    </a:cubicBezTo>
                    <a:cubicBezTo>
                      <a:pt x="30" y="10"/>
                      <a:pt x="36" y="10"/>
                      <a:pt x="42" y="10"/>
                    </a:cubicBezTo>
                    <a:cubicBezTo>
                      <a:pt x="47" y="10"/>
                      <a:pt x="52" y="10"/>
                      <a:pt x="57" y="9"/>
                    </a:cubicBezTo>
                    <a:cubicBezTo>
                      <a:pt x="76" y="8"/>
                      <a:pt x="95" y="7"/>
                      <a:pt x="114" y="6"/>
                    </a:cubicBezTo>
                    <a:cubicBezTo>
                      <a:pt x="123" y="5"/>
                      <a:pt x="132" y="5"/>
                      <a:pt x="141" y="4"/>
                    </a:cubicBezTo>
                    <a:cubicBezTo>
                      <a:pt x="153" y="3"/>
                      <a:pt x="165" y="2"/>
                      <a:pt x="177" y="1"/>
                    </a:cubicBezTo>
                    <a:cubicBezTo>
                      <a:pt x="182" y="0"/>
                      <a:pt x="187" y="4"/>
                      <a:pt x="188" y="10"/>
                    </a:cubicBezTo>
                    <a:cubicBezTo>
                      <a:pt x="188" y="15"/>
                      <a:pt x="184" y="19"/>
                      <a:pt x="179" y="20"/>
                    </a:cubicBezTo>
                    <a:cubicBezTo>
                      <a:pt x="155" y="22"/>
                      <a:pt x="131" y="25"/>
                      <a:pt x="106" y="26"/>
                    </a:cubicBezTo>
                    <a:cubicBezTo>
                      <a:pt x="84" y="28"/>
                      <a:pt x="61" y="30"/>
                      <a:pt x="39" y="31"/>
                    </a:cubicBezTo>
                    <a:cubicBezTo>
                      <a:pt x="35" y="31"/>
                      <a:pt x="31" y="32"/>
                      <a:pt x="28" y="32"/>
                    </a:cubicBezTo>
                    <a:cubicBezTo>
                      <a:pt x="26" y="32"/>
                      <a:pt x="26" y="32"/>
                      <a:pt x="25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7" name="Google Shape;757;p7"/>
              <p:cNvSpPr/>
              <p:nvPr/>
            </p:nvSpPr>
            <p:spPr>
              <a:xfrm>
                <a:off x="504000" y="4290840"/>
                <a:ext cx="7992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22" h="24" extrusionOk="0">
                    <a:moveTo>
                      <a:pt x="40" y="23"/>
                    </a:moveTo>
                    <a:cubicBezTo>
                      <a:pt x="30" y="23"/>
                      <a:pt x="20" y="22"/>
                      <a:pt x="11" y="22"/>
                    </a:cubicBezTo>
                    <a:cubicBezTo>
                      <a:pt x="5" y="21"/>
                      <a:pt x="0" y="17"/>
                      <a:pt x="0" y="11"/>
                    </a:cubicBezTo>
                    <a:cubicBezTo>
                      <a:pt x="0" y="8"/>
                      <a:pt x="1" y="5"/>
                      <a:pt x="4" y="2"/>
                    </a:cubicBezTo>
                    <a:cubicBezTo>
                      <a:pt x="6" y="0"/>
                      <a:pt x="9" y="0"/>
                      <a:pt x="13" y="0"/>
                    </a:cubicBezTo>
                    <a:cubicBezTo>
                      <a:pt x="24" y="1"/>
                      <a:pt x="34" y="1"/>
                      <a:pt x="45" y="2"/>
                    </a:cubicBezTo>
                    <a:cubicBezTo>
                      <a:pt x="56" y="2"/>
                      <a:pt x="67" y="2"/>
                      <a:pt x="78" y="2"/>
                    </a:cubicBezTo>
                    <a:cubicBezTo>
                      <a:pt x="100" y="2"/>
                      <a:pt x="123" y="2"/>
                      <a:pt x="146" y="2"/>
                    </a:cubicBezTo>
                    <a:cubicBezTo>
                      <a:pt x="168" y="2"/>
                      <a:pt x="189" y="2"/>
                      <a:pt x="212" y="2"/>
                    </a:cubicBezTo>
                    <a:cubicBezTo>
                      <a:pt x="217" y="2"/>
                      <a:pt x="221" y="7"/>
                      <a:pt x="221" y="11"/>
                    </a:cubicBezTo>
                    <a:cubicBezTo>
                      <a:pt x="221" y="17"/>
                      <a:pt x="216" y="21"/>
                      <a:pt x="211" y="21"/>
                    </a:cubicBezTo>
                    <a:cubicBezTo>
                      <a:pt x="165" y="22"/>
                      <a:pt x="118" y="22"/>
                      <a:pt x="72" y="23"/>
                    </a:cubicBezTo>
                    <a:cubicBezTo>
                      <a:pt x="68" y="23"/>
                      <a:pt x="65" y="23"/>
                      <a:pt x="62" y="23"/>
                    </a:cubicBezTo>
                    <a:cubicBezTo>
                      <a:pt x="55" y="23"/>
                      <a:pt x="47" y="23"/>
                      <a:pt x="40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8" name="Google Shape;758;p7"/>
              <p:cNvSpPr/>
              <p:nvPr/>
            </p:nvSpPr>
            <p:spPr>
              <a:xfrm>
                <a:off x="618480" y="4293720"/>
                <a:ext cx="41760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30" extrusionOk="0">
                    <a:moveTo>
                      <a:pt x="2" y="21"/>
                    </a:moveTo>
                    <a:cubicBezTo>
                      <a:pt x="0" y="14"/>
                      <a:pt x="5" y="8"/>
                      <a:pt x="11" y="7"/>
                    </a:cubicBezTo>
                    <a:cubicBezTo>
                      <a:pt x="14" y="7"/>
                      <a:pt x="17" y="6"/>
                      <a:pt x="20" y="6"/>
                    </a:cubicBezTo>
                    <a:cubicBezTo>
                      <a:pt x="24" y="6"/>
                      <a:pt x="28" y="5"/>
                      <a:pt x="32" y="5"/>
                    </a:cubicBezTo>
                    <a:cubicBezTo>
                      <a:pt x="39" y="4"/>
                      <a:pt x="47" y="4"/>
                      <a:pt x="55" y="3"/>
                    </a:cubicBezTo>
                    <a:cubicBezTo>
                      <a:pt x="70" y="2"/>
                      <a:pt x="87" y="1"/>
                      <a:pt x="103" y="0"/>
                    </a:cubicBezTo>
                    <a:cubicBezTo>
                      <a:pt x="108" y="0"/>
                      <a:pt x="113" y="4"/>
                      <a:pt x="114" y="9"/>
                    </a:cubicBezTo>
                    <a:cubicBezTo>
                      <a:pt x="115" y="15"/>
                      <a:pt x="110" y="20"/>
                      <a:pt x="105" y="21"/>
                    </a:cubicBezTo>
                    <a:cubicBezTo>
                      <a:pt x="89" y="22"/>
                      <a:pt x="74" y="23"/>
                      <a:pt x="59" y="24"/>
                    </a:cubicBezTo>
                    <a:cubicBezTo>
                      <a:pt x="46" y="25"/>
                      <a:pt x="34" y="26"/>
                      <a:pt x="21" y="28"/>
                    </a:cubicBezTo>
                    <a:cubicBezTo>
                      <a:pt x="19" y="28"/>
                      <a:pt x="17" y="28"/>
                      <a:pt x="15" y="29"/>
                    </a:cubicBezTo>
                    <a:cubicBezTo>
                      <a:pt x="15" y="29"/>
                      <a:pt x="14" y="29"/>
                      <a:pt x="13" y="29"/>
                    </a:cubicBezTo>
                    <a:cubicBezTo>
                      <a:pt x="8" y="29"/>
                      <a:pt x="3" y="26"/>
                      <a:pt x="2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9" name="Google Shape;759;p7"/>
              <p:cNvSpPr/>
              <p:nvPr/>
            </p:nvSpPr>
            <p:spPr>
              <a:xfrm>
                <a:off x="720000" y="4291920"/>
                <a:ext cx="5004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139" h="27" extrusionOk="0">
                    <a:moveTo>
                      <a:pt x="68" y="26"/>
                    </a:moveTo>
                    <a:cubicBezTo>
                      <a:pt x="58" y="26"/>
                      <a:pt x="49" y="26"/>
                      <a:pt x="39" y="26"/>
                    </a:cubicBezTo>
                    <a:cubicBezTo>
                      <a:pt x="35" y="25"/>
                      <a:pt x="30" y="25"/>
                      <a:pt x="26" y="25"/>
                    </a:cubicBezTo>
                    <a:cubicBezTo>
                      <a:pt x="23" y="25"/>
                      <a:pt x="21" y="25"/>
                      <a:pt x="19" y="25"/>
                    </a:cubicBezTo>
                    <a:cubicBezTo>
                      <a:pt x="15" y="24"/>
                      <a:pt x="10" y="25"/>
                      <a:pt x="7" y="23"/>
                    </a:cubicBezTo>
                    <a:cubicBezTo>
                      <a:pt x="3" y="21"/>
                      <a:pt x="0" y="17"/>
                      <a:pt x="0" y="13"/>
                    </a:cubicBezTo>
                    <a:cubicBezTo>
                      <a:pt x="0" y="11"/>
                      <a:pt x="1" y="9"/>
                      <a:pt x="1" y="8"/>
                    </a:cubicBezTo>
                    <a:cubicBezTo>
                      <a:pt x="3" y="3"/>
                      <a:pt x="9" y="0"/>
                      <a:pt x="15" y="2"/>
                    </a:cubicBezTo>
                    <a:cubicBezTo>
                      <a:pt x="16" y="2"/>
                      <a:pt x="16" y="2"/>
                      <a:pt x="18" y="3"/>
                    </a:cubicBezTo>
                    <a:cubicBezTo>
                      <a:pt x="26" y="3"/>
                      <a:pt x="33" y="4"/>
                      <a:pt x="42" y="4"/>
                    </a:cubicBezTo>
                    <a:cubicBezTo>
                      <a:pt x="51" y="5"/>
                      <a:pt x="60" y="5"/>
                      <a:pt x="69" y="5"/>
                    </a:cubicBezTo>
                    <a:cubicBezTo>
                      <a:pt x="89" y="6"/>
                      <a:pt x="109" y="6"/>
                      <a:pt x="128" y="6"/>
                    </a:cubicBezTo>
                    <a:cubicBezTo>
                      <a:pt x="134" y="6"/>
                      <a:pt x="138" y="11"/>
                      <a:pt x="138" y="16"/>
                    </a:cubicBezTo>
                    <a:cubicBezTo>
                      <a:pt x="138" y="22"/>
                      <a:pt x="133" y="26"/>
                      <a:pt x="128" y="26"/>
                    </a:cubicBezTo>
                    <a:cubicBezTo>
                      <a:pt x="118" y="26"/>
                      <a:pt x="108" y="26"/>
                      <a:pt x="98" y="26"/>
                    </a:cubicBezTo>
                    <a:cubicBezTo>
                      <a:pt x="88" y="26"/>
                      <a:pt x="78" y="26"/>
                      <a:pt x="68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0" name="Google Shape;760;p7"/>
              <p:cNvSpPr/>
              <p:nvPr/>
            </p:nvSpPr>
            <p:spPr>
              <a:xfrm>
                <a:off x="812880" y="4290840"/>
                <a:ext cx="48960" cy="10440"/>
              </a:xfrm>
              <a:custGeom>
                <a:avLst/>
                <a:gdLst/>
                <a:ahLst/>
                <a:cxnLst/>
                <a:rect l="l" t="t" r="r" b="b"/>
                <a:pathLst>
                  <a:path w="136" h="29" extrusionOk="0">
                    <a:moveTo>
                      <a:pt x="32" y="28"/>
                    </a:moveTo>
                    <a:cubicBezTo>
                      <a:pt x="26" y="28"/>
                      <a:pt x="21" y="27"/>
                      <a:pt x="16" y="26"/>
                    </a:cubicBezTo>
                    <a:cubicBezTo>
                      <a:pt x="11" y="26"/>
                      <a:pt x="5" y="25"/>
                      <a:pt x="2" y="21"/>
                    </a:cubicBezTo>
                    <a:cubicBezTo>
                      <a:pt x="0" y="18"/>
                      <a:pt x="0" y="15"/>
                      <a:pt x="0" y="11"/>
                    </a:cubicBezTo>
                    <a:cubicBezTo>
                      <a:pt x="1" y="5"/>
                      <a:pt x="7" y="1"/>
                      <a:pt x="12" y="2"/>
                    </a:cubicBezTo>
                    <a:cubicBezTo>
                      <a:pt x="15" y="2"/>
                      <a:pt x="17" y="4"/>
                      <a:pt x="18" y="5"/>
                    </a:cubicBezTo>
                    <a:cubicBezTo>
                      <a:pt x="21" y="5"/>
                      <a:pt x="24" y="6"/>
                      <a:pt x="26" y="6"/>
                    </a:cubicBezTo>
                    <a:cubicBezTo>
                      <a:pt x="33" y="6"/>
                      <a:pt x="39" y="6"/>
                      <a:pt x="46" y="5"/>
                    </a:cubicBezTo>
                    <a:cubicBezTo>
                      <a:pt x="57" y="5"/>
                      <a:pt x="70" y="4"/>
                      <a:pt x="81" y="3"/>
                    </a:cubicBezTo>
                    <a:cubicBezTo>
                      <a:pt x="95" y="2"/>
                      <a:pt x="109" y="1"/>
                      <a:pt x="123" y="1"/>
                    </a:cubicBezTo>
                    <a:cubicBezTo>
                      <a:pt x="129" y="0"/>
                      <a:pt x="134" y="4"/>
                      <a:pt x="135" y="9"/>
                    </a:cubicBezTo>
                    <a:cubicBezTo>
                      <a:pt x="135" y="15"/>
                      <a:pt x="131" y="21"/>
                      <a:pt x="126" y="21"/>
                    </a:cubicBezTo>
                    <a:cubicBezTo>
                      <a:pt x="104" y="22"/>
                      <a:pt x="82" y="24"/>
                      <a:pt x="61" y="26"/>
                    </a:cubicBezTo>
                    <a:cubicBezTo>
                      <a:pt x="56" y="26"/>
                      <a:pt x="52" y="26"/>
                      <a:pt x="47" y="27"/>
                    </a:cubicBezTo>
                    <a:cubicBezTo>
                      <a:pt x="42" y="27"/>
                      <a:pt x="38" y="28"/>
                      <a:pt x="32" y="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1" name="Google Shape;761;p7"/>
              <p:cNvSpPr/>
              <p:nvPr/>
            </p:nvSpPr>
            <p:spPr>
              <a:xfrm>
                <a:off x="899280" y="4290120"/>
                <a:ext cx="54360" cy="10440"/>
              </a:xfrm>
              <a:custGeom>
                <a:avLst/>
                <a:gdLst/>
                <a:ahLst/>
                <a:cxnLst/>
                <a:rect l="l" t="t" r="r" b="b"/>
                <a:pathLst>
                  <a:path w="151" h="29" extrusionOk="0">
                    <a:moveTo>
                      <a:pt x="57" y="27"/>
                    </a:moveTo>
                    <a:cubicBezTo>
                      <a:pt x="47" y="27"/>
                      <a:pt x="38" y="25"/>
                      <a:pt x="28" y="25"/>
                    </a:cubicBezTo>
                    <a:lnTo>
                      <a:pt x="29" y="25"/>
                    </a:lnTo>
                    <a:cubicBezTo>
                      <a:pt x="25" y="24"/>
                      <a:pt x="21" y="24"/>
                      <a:pt x="17" y="24"/>
                    </a:cubicBezTo>
                    <a:cubicBezTo>
                      <a:pt x="17" y="24"/>
                      <a:pt x="16" y="24"/>
                      <a:pt x="15" y="24"/>
                    </a:cubicBezTo>
                    <a:cubicBezTo>
                      <a:pt x="14" y="24"/>
                      <a:pt x="12" y="24"/>
                      <a:pt x="11" y="24"/>
                    </a:cubicBezTo>
                    <a:cubicBezTo>
                      <a:pt x="5" y="23"/>
                      <a:pt x="0" y="18"/>
                      <a:pt x="2" y="11"/>
                    </a:cubicBezTo>
                    <a:cubicBezTo>
                      <a:pt x="3" y="6"/>
                      <a:pt x="9" y="1"/>
                      <a:pt x="14" y="2"/>
                    </a:cubicBezTo>
                    <a:lnTo>
                      <a:pt x="15" y="2"/>
                    </a:lnTo>
                    <a:cubicBezTo>
                      <a:pt x="18" y="3"/>
                      <a:pt x="20" y="3"/>
                      <a:pt x="23" y="3"/>
                    </a:cubicBezTo>
                    <a:cubicBezTo>
                      <a:pt x="27" y="3"/>
                      <a:pt x="31" y="3"/>
                      <a:pt x="35" y="4"/>
                    </a:cubicBezTo>
                    <a:cubicBezTo>
                      <a:pt x="42" y="4"/>
                      <a:pt x="49" y="6"/>
                      <a:pt x="56" y="6"/>
                    </a:cubicBezTo>
                    <a:cubicBezTo>
                      <a:pt x="58" y="6"/>
                      <a:pt x="61" y="7"/>
                      <a:pt x="64" y="7"/>
                    </a:cubicBezTo>
                    <a:cubicBezTo>
                      <a:pt x="67" y="7"/>
                      <a:pt x="71" y="7"/>
                      <a:pt x="74" y="7"/>
                    </a:cubicBezTo>
                    <a:cubicBezTo>
                      <a:pt x="79" y="6"/>
                      <a:pt x="83" y="6"/>
                      <a:pt x="87" y="6"/>
                    </a:cubicBezTo>
                    <a:cubicBezTo>
                      <a:pt x="86" y="6"/>
                      <a:pt x="86" y="6"/>
                      <a:pt x="86" y="6"/>
                    </a:cubicBezTo>
                    <a:cubicBezTo>
                      <a:pt x="90" y="6"/>
                      <a:pt x="94" y="5"/>
                      <a:pt x="99" y="4"/>
                    </a:cubicBezTo>
                    <a:cubicBezTo>
                      <a:pt x="103" y="4"/>
                      <a:pt x="107" y="4"/>
                      <a:pt x="111" y="3"/>
                    </a:cubicBezTo>
                    <a:cubicBezTo>
                      <a:pt x="120" y="2"/>
                      <a:pt x="129" y="2"/>
                      <a:pt x="138" y="0"/>
                    </a:cubicBezTo>
                    <a:cubicBezTo>
                      <a:pt x="144" y="0"/>
                      <a:pt x="149" y="4"/>
                      <a:pt x="150" y="9"/>
                    </a:cubicBezTo>
                    <a:cubicBezTo>
                      <a:pt x="150" y="15"/>
                      <a:pt x="146" y="20"/>
                      <a:pt x="140" y="21"/>
                    </a:cubicBezTo>
                    <a:cubicBezTo>
                      <a:pt x="131" y="22"/>
                      <a:pt x="121" y="23"/>
                      <a:pt x="111" y="24"/>
                    </a:cubicBezTo>
                    <a:cubicBezTo>
                      <a:pt x="103" y="25"/>
                      <a:pt x="94" y="27"/>
                      <a:pt x="86" y="27"/>
                    </a:cubicBezTo>
                    <a:cubicBezTo>
                      <a:pt x="79" y="27"/>
                      <a:pt x="73" y="28"/>
                      <a:pt x="66" y="28"/>
                    </a:cubicBezTo>
                    <a:cubicBezTo>
                      <a:pt x="63" y="28"/>
                      <a:pt x="60" y="28"/>
                      <a:pt x="57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2" name="Google Shape;762;p7"/>
              <p:cNvSpPr/>
              <p:nvPr/>
            </p:nvSpPr>
            <p:spPr>
              <a:xfrm>
                <a:off x="957240" y="4292640"/>
                <a:ext cx="10800" cy="56160"/>
              </a:xfrm>
              <a:custGeom>
                <a:avLst/>
                <a:gdLst/>
                <a:ahLst/>
                <a:cxnLst/>
                <a:rect l="l" t="t" r="r" b="b"/>
                <a:pathLst>
                  <a:path w="30" h="156" extrusionOk="0">
                    <a:moveTo>
                      <a:pt x="9" y="146"/>
                    </a:moveTo>
                    <a:cubicBezTo>
                      <a:pt x="8" y="132"/>
                      <a:pt x="6" y="118"/>
                      <a:pt x="5" y="104"/>
                    </a:cubicBezTo>
                    <a:cubicBezTo>
                      <a:pt x="3" y="92"/>
                      <a:pt x="3" y="80"/>
                      <a:pt x="2" y="67"/>
                    </a:cubicBezTo>
                    <a:lnTo>
                      <a:pt x="2" y="66"/>
                    </a:lnTo>
                    <a:cubicBezTo>
                      <a:pt x="2" y="66"/>
                      <a:pt x="2" y="65"/>
                      <a:pt x="2" y="64"/>
                    </a:cubicBezTo>
                    <a:lnTo>
                      <a:pt x="2" y="65"/>
                    </a:lnTo>
                    <a:cubicBezTo>
                      <a:pt x="1" y="60"/>
                      <a:pt x="1" y="56"/>
                      <a:pt x="1" y="52"/>
                    </a:cubicBezTo>
                    <a:lnTo>
                      <a:pt x="1" y="51"/>
                    </a:lnTo>
                    <a:lnTo>
                      <a:pt x="1" y="50"/>
                    </a:lnTo>
                    <a:cubicBezTo>
                      <a:pt x="1" y="51"/>
                      <a:pt x="1" y="51"/>
                      <a:pt x="1" y="51"/>
                    </a:cubicBezTo>
                    <a:cubicBezTo>
                      <a:pt x="1" y="50"/>
                      <a:pt x="1" y="50"/>
                      <a:pt x="1" y="49"/>
                    </a:cubicBezTo>
                    <a:lnTo>
                      <a:pt x="1" y="50"/>
                    </a:lnTo>
                    <a:cubicBezTo>
                      <a:pt x="1" y="49"/>
                      <a:pt x="1" y="49"/>
                      <a:pt x="1" y="49"/>
                    </a:cubicBezTo>
                    <a:lnTo>
                      <a:pt x="1" y="48"/>
                    </a:lnTo>
                    <a:lnTo>
                      <a:pt x="1" y="49"/>
                    </a:lnTo>
                    <a:cubicBezTo>
                      <a:pt x="1" y="44"/>
                      <a:pt x="1" y="38"/>
                      <a:pt x="1" y="33"/>
                    </a:cubicBezTo>
                    <a:cubicBezTo>
                      <a:pt x="0" y="27"/>
                      <a:pt x="1" y="20"/>
                      <a:pt x="1" y="13"/>
                    </a:cubicBezTo>
                    <a:cubicBezTo>
                      <a:pt x="1" y="11"/>
                      <a:pt x="2" y="10"/>
                      <a:pt x="3" y="9"/>
                    </a:cubicBezTo>
                    <a:cubicBezTo>
                      <a:pt x="4" y="4"/>
                      <a:pt x="7" y="2"/>
                      <a:pt x="12" y="1"/>
                    </a:cubicBezTo>
                    <a:cubicBezTo>
                      <a:pt x="15" y="0"/>
                      <a:pt x="20" y="2"/>
                      <a:pt x="22" y="4"/>
                    </a:cubicBezTo>
                    <a:cubicBezTo>
                      <a:pt x="27" y="6"/>
                      <a:pt x="29" y="11"/>
                      <a:pt x="29" y="17"/>
                    </a:cubicBezTo>
                    <a:cubicBezTo>
                      <a:pt x="28" y="20"/>
                      <a:pt x="26" y="23"/>
                      <a:pt x="22" y="25"/>
                    </a:cubicBezTo>
                    <a:cubicBezTo>
                      <a:pt x="22" y="39"/>
                      <a:pt x="22" y="53"/>
                      <a:pt x="23" y="66"/>
                    </a:cubicBezTo>
                    <a:lnTo>
                      <a:pt x="23" y="65"/>
                    </a:lnTo>
                    <a:lnTo>
                      <a:pt x="23" y="66"/>
                    </a:lnTo>
                    <a:cubicBezTo>
                      <a:pt x="23" y="67"/>
                      <a:pt x="23" y="67"/>
                      <a:pt x="23" y="67"/>
                    </a:cubicBezTo>
                    <a:cubicBezTo>
                      <a:pt x="23" y="68"/>
                      <a:pt x="23" y="68"/>
                      <a:pt x="23" y="69"/>
                    </a:cubicBezTo>
                    <a:cubicBezTo>
                      <a:pt x="23" y="71"/>
                      <a:pt x="23" y="73"/>
                      <a:pt x="24" y="76"/>
                    </a:cubicBezTo>
                    <a:lnTo>
                      <a:pt x="24" y="77"/>
                    </a:lnTo>
                    <a:lnTo>
                      <a:pt x="24" y="78"/>
                    </a:lnTo>
                    <a:cubicBezTo>
                      <a:pt x="24" y="79"/>
                      <a:pt x="24" y="80"/>
                      <a:pt x="24" y="81"/>
                    </a:cubicBezTo>
                    <a:cubicBezTo>
                      <a:pt x="24" y="82"/>
                      <a:pt x="24" y="82"/>
                      <a:pt x="24" y="82"/>
                    </a:cubicBezTo>
                    <a:lnTo>
                      <a:pt x="24" y="81"/>
                    </a:lnTo>
                    <a:cubicBezTo>
                      <a:pt x="24" y="82"/>
                      <a:pt x="24" y="82"/>
                      <a:pt x="24" y="83"/>
                    </a:cubicBezTo>
                    <a:cubicBezTo>
                      <a:pt x="24" y="82"/>
                      <a:pt x="24" y="82"/>
                      <a:pt x="24" y="82"/>
                    </a:cubicBezTo>
                    <a:lnTo>
                      <a:pt x="24" y="83"/>
                    </a:lnTo>
                    <a:cubicBezTo>
                      <a:pt x="25" y="103"/>
                      <a:pt x="28" y="123"/>
                      <a:pt x="29" y="144"/>
                    </a:cubicBezTo>
                    <a:cubicBezTo>
                      <a:pt x="29" y="150"/>
                      <a:pt x="26" y="155"/>
                      <a:pt x="20" y="155"/>
                    </a:cubicBezTo>
                    <a:lnTo>
                      <a:pt x="19" y="155"/>
                    </a:lnTo>
                    <a:cubicBezTo>
                      <a:pt x="14" y="155"/>
                      <a:pt x="10" y="151"/>
                      <a:pt x="9" y="1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3" name="Google Shape;763;p7"/>
              <p:cNvSpPr/>
              <p:nvPr/>
            </p:nvSpPr>
            <p:spPr>
              <a:xfrm>
                <a:off x="959400" y="4376160"/>
                <a:ext cx="10080" cy="47160"/>
              </a:xfrm>
              <a:custGeom>
                <a:avLst/>
                <a:gdLst/>
                <a:ahLst/>
                <a:cxnLst/>
                <a:rect l="l" t="t" r="r" b="b"/>
                <a:pathLst>
                  <a:path w="28" h="131" extrusionOk="0">
                    <a:moveTo>
                      <a:pt x="6" y="120"/>
                    </a:moveTo>
                    <a:cubicBezTo>
                      <a:pt x="5" y="103"/>
                      <a:pt x="3" y="86"/>
                      <a:pt x="2" y="70"/>
                    </a:cubicBezTo>
                    <a:cubicBezTo>
                      <a:pt x="2" y="60"/>
                      <a:pt x="1" y="49"/>
                      <a:pt x="1" y="38"/>
                    </a:cubicBezTo>
                    <a:cubicBezTo>
                      <a:pt x="0" y="32"/>
                      <a:pt x="0" y="26"/>
                      <a:pt x="0" y="21"/>
                    </a:cubicBezTo>
                    <a:cubicBezTo>
                      <a:pt x="0" y="17"/>
                      <a:pt x="0" y="13"/>
                      <a:pt x="1" y="9"/>
                    </a:cubicBezTo>
                    <a:cubicBezTo>
                      <a:pt x="2" y="4"/>
                      <a:pt x="6" y="0"/>
                      <a:pt x="12" y="0"/>
                    </a:cubicBezTo>
                    <a:cubicBezTo>
                      <a:pt x="17" y="0"/>
                      <a:pt x="23" y="5"/>
                      <a:pt x="23" y="11"/>
                    </a:cubicBezTo>
                    <a:cubicBezTo>
                      <a:pt x="22" y="13"/>
                      <a:pt x="22" y="15"/>
                      <a:pt x="22" y="17"/>
                    </a:cubicBezTo>
                    <a:cubicBezTo>
                      <a:pt x="22" y="22"/>
                      <a:pt x="21" y="26"/>
                      <a:pt x="22" y="32"/>
                    </a:cubicBezTo>
                    <a:cubicBezTo>
                      <a:pt x="22" y="31"/>
                      <a:pt x="22" y="31"/>
                      <a:pt x="22" y="30"/>
                    </a:cubicBezTo>
                    <a:cubicBezTo>
                      <a:pt x="22" y="31"/>
                      <a:pt x="22" y="33"/>
                      <a:pt x="22" y="34"/>
                    </a:cubicBezTo>
                    <a:lnTo>
                      <a:pt x="22" y="33"/>
                    </a:lnTo>
                    <a:cubicBezTo>
                      <a:pt x="22" y="34"/>
                      <a:pt x="22" y="34"/>
                      <a:pt x="22" y="35"/>
                    </a:cubicBezTo>
                    <a:lnTo>
                      <a:pt x="22" y="36"/>
                    </a:lnTo>
                    <a:cubicBezTo>
                      <a:pt x="22" y="37"/>
                      <a:pt x="22" y="37"/>
                      <a:pt x="22" y="38"/>
                    </a:cubicBezTo>
                    <a:lnTo>
                      <a:pt x="22" y="37"/>
                    </a:lnTo>
                    <a:cubicBezTo>
                      <a:pt x="22" y="43"/>
                      <a:pt x="23" y="50"/>
                      <a:pt x="23" y="57"/>
                    </a:cubicBezTo>
                    <a:cubicBezTo>
                      <a:pt x="23" y="61"/>
                      <a:pt x="23" y="66"/>
                      <a:pt x="23" y="70"/>
                    </a:cubicBezTo>
                    <a:cubicBezTo>
                      <a:pt x="24" y="70"/>
                      <a:pt x="24" y="70"/>
                      <a:pt x="24" y="70"/>
                    </a:cubicBezTo>
                    <a:cubicBezTo>
                      <a:pt x="24" y="74"/>
                      <a:pt x="24" y="78"/>
                      <a:pt x="24" y="82"/>
                    </a:cubicBezTo>
                    <a:cubicBezTo>
                      <a:pt x="24" y="85"/>
                      <a:pt x="24" y="89"/>
                      <a:pt x="24" y="93"/>
                    </a:cubicBezTo>
                    <a:lnTo>
                      <a:pt x="25" y="94"/>
                    </a:lnTo>
                    <a:lnTo>
                      <a:pt x="25" y="93"/>
                    </a:lnTo>
                    <a:cubicBezTo>
                      <a:pt x="25" y="102"/>
                      <a:pt x="26" y="110"/>
                      <a:pt x="26" y="118"/>
                    </a:cubicBezTo>
                    <a:cubicBezTo>
                      <a:pt x="27" y="123"/>
                      <a:pt x="23" y="128"/>
                      <a:pt x="17" y="129"/>
                    </a:cubicBezTo>
                    <a:lnTo>
                      <a:pt x="16" y="130"/>
                    </a:lnTo>
                    <a:cubicBezTo>
                      <a:pt x="11" y="130"/>
                      <a:pt x="6" y="126"/>
                      <a:pt x="6" y="1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4" name="Google Shape;764;p7"/>
              <p:cNvSpPr/>
              <p:nvPr/>
            </p:nvSpPr>
            <p:spPr>
              <a:xfrm>
                <a:off x="959760" y="4482360"/>
                <a:ext cx="11160" cy="56880"/>
              </a:xfrm>
              <a:custGeom>
                <a:avLst/>
                <a:gdLst/>
                <a:ahLst/>
                <a:cxnLst/>
                <a:rect l="l" t="t" r="r" b="b"/>
                <a:pathLst>
                  <a:path w="31" h="158" extrusionOk="0">
                    <a:moveTo>
                      <a:pt x="10" y="157"/>
                    </a:moveTo>
                    <a:cubicBezTo>
                      <a:pt x="5" y="157"/>
                      <a:pt x="0" y="152"/>
                      <a:pt x="0" y="146"/>
                    </a:cubicBezTo>
                    <a:cubicBezTo>
                      <a:pt x="0" y="129"/>
                      <a:pt x="0" y="113"/>
                      <a:pt x="0" y="96"/>
                    </a:cubicBezTo>
                    <a:cubicBezTo>
                      <a:pt x="0" y="88"/>
                      <a:pt x="0" y="80"/>
                      <a:pt x="1" y="73"/>
                    </a:cubicBezTo>
                    <a:cubicBezTo>
                      <a:pt x="1" y="65"/>
                      <a:pt x="1" y="57"/>
                      <a:pt x="1" y="49"/>
                    </a:cubicBezTo>
                    <a:cubicBezTo>
                      <a:pt x="1" y="47"/>
                      <a:pt x="2" y="43"/>
                      <a:pt x="2" y="40"/>
                    </a:cubicBezTo>
                    <a:cubicBezTo>
                      <a:pt x="3" y="30"/>
                      <a:pt x="5" y="19"/>
                      <a:pt x="8" y="9"/>
                    </a:cubicBezTo>
                    <a:cubicBezTo>
                      <a:pt x="9" y="3"/>
                      <a:pt x="16" y="0"/>
                      <a:pt x="21" y="2"/>
                    </a:cubicBezTo>
                    <a:cubicBezTo>
                      <a:pt x="28" y="3"/>
                      <a:pt x="30" y="10"/>
                      <a:pt x="29" y="16"/>
                    </a:cubicBezTo>
                    <a:cubicBezTo>
                      <a:pt x="28" y="19"/>
                      <a:pt x="28" y="21"/>
                      <a:pt x="26" y="25"/>
                    </a:cubicBezTo>
                    <a:cubicBezTo>
                      <a:pt x="26" y="29"/>
                      <a:pt x="25" y="34"/>
                      <a:pt x="24" y="38"/>
                    </a:cubicBezTo>
                    <a:cubicBezTo>
                      <a:pt x="23" y="42"/>
                      <a:pt x="23" y="47"/>
                      <a:pt x="22" y="51"/>
                    </a:cubicBezTo>
                    <a:cubicBezTo>
                      <a:pt x="22" y="66"/>
                      <a:pt x="21" y="81"/>
                      <a:pt x="21" y="97"/>
                    </a:cubicBezTo>
                    <a:cubicBezTo>
                      <a:pt x="21" y="114"/>
                      <a:pt x="21" y="130"/>
                      <a:pt x="21" y="147"/>
                    </a:cubicBezTo>
                    <a:cubicBezTo>
                      <a:pt x="21" y="152"/>
                      <a:pt x="16" y="157"/>
                      <a:pt x="11" y="157"/>
                    </a:cubicBezTo>
                    <a:lnTo>
                      <a:pt x="10" y="15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5" name="Google Shape;765;p7"/>
              <p:cNvSpPr/>
              <p:nvPr/>
            </p:nvSpPr>
            <p:spPr>
              <a:xfrm>
                <a:off x="958680" y="4581720"/>
                <a:ext cx="9720" cy="5580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55" extrusionOk="0">
                    <a:moveTo>
                      <a:pt x="12" y="154"/>
                    </a:moveTo>
                    <a:cubicBezTo>
                      <a:pt x="7" y="154"/>
                      <a:pt x="3" y="149"/>
                      <a:pt x="3" y="144"/>
                    </a:cubicBezTo>
                    <a:cubicBezTo>
                      <a:pt x="2" y="121"/>
                      <a:pt x="1" y="98"/>
                      <a:pt x="1" y="75"/>
                    </a:cubicBezTo>
                    <a:cubicBezTo>
                      <a:pt x="0" y="65"/>
                      <a:pt x="0" y="55"/>
                      <a:pt x="0" y="45"/>
                    </a:cubicBezTo>
                    <a:cubicBezTo>
                      <a:pt x="0" y="39"/>
                      <a:pt x="1" y="33"/>
                      <a:pt x="1" y="27"/>
                    </a:cubicBezTo>
                    <a:cubicBezTo>
                      <a:pt x="2" y="22"/>
                      <a:pt x="3" y="16"/>
                      <a:pt x="3" y="10"/>
                    </a:cubicBezTo>
                    <a:cubicBezTo>
                      <a:pt x="4" y="4"/>
                      <a:pt x="10" y="0"/>
                      <a:pt x="16" y="1"/>
                    </a:cubicBezTo>
                    <a:cubicBezTo>
                      <a:pt x="22" y="2"/>
                      <a:pt x="26" y="8"/>
                      <a:pt x="25" y="14"/>
                    </a:cubicBezTo>
                    <a:cubicBezTo>
                      <a:pt x="24" y="19"/>
                      <a:pt x="23" y="25"/>
                      <a:pt x="22" y="30"/>
                    </a:cubicBezTo>
                    <a:cubicBezTo>
                      <a:pt x="21" y="48"/>
                      <a:pt x="22" y="66"/>
                      <a:pt x="22" y="84"/>
                    </a:cubicBezTo>
                    <a:cubicBezTo>
                      <a:pt x="22" y="105"/>
                      <a:pt x="23" y="124"/>
                      <a:pt x="23" y="144"/>
                    </a:cubicBezTo>
                    <a:cubicBezTo>
                      <a:pt x="23" y="150"/>
                      <a:pt x="18" y="154"/>
                      <a:pt x="13" y="154"/>
                    </a:cubicBezTo>
                    <a:lnTo>
                      <a:pt x="12" y="154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6" name="Google Shape;766;p7"/>
              <p:cNvSpPr/>
              <p:nvPr/>
            </p:nvSpPr>
            <p:spPr>
              <a:xfrm>
                <a:off x="960120" y="4678560"/>
                <a:ext cx="9360" cy="21240"/>
              </a:xfrm>
              <a:custGeom>
                <a:avLst/>
                <a:gdLst/>
                <a:ahLst/>
                <a:cxnLst/>
                <a:rect l="l" t="t" r="r" b="b"/>
                <a:pathLst>
                  <a:path w="26" h="59" extrusionOk="0">
                    <a:moveTo>
                      <a:pt x="12" y="58"/>
                    </a:moveTo>
                    <a:cubicBezTo>
                      <a:pt x="6" y="58"/>
                      <a:pt x="1" y="53"/>
                      <a:pt x="1" y="48"/>
                    </a:cubicBezTo>
                    <a:cubicBezTo>
                      <a:pt x="1" y="35"/>
                      <a:pt x="0" y="23"/>
                      <a:pt x="2" y="10"/>
                    </a:cubicBezTo>
                    <a:cubicBezTo>
                      <a:pt x="3" y="4"/>
                      <a:pt x="9" y="0"/>
                      <a:pt x="15" y="1"/>
                    </a:cubicBezTo>
                    <a:cubicBezTo>
                      <a:pt x="21" y="2"/>
                      <a:pt x="25" y="7"/>
                      <a:pt x="24" y="14"/>
                    </a:cubicBezTo>
                    <a:cubicBezTo>
                      <a:pt x="24" y="16"/>
                      <a:pt x="24" y="18"/>
                      <a:pt x="23" y="20"/>
                    </a:cubicBezTo>
                    <a:cubicBezTo>
                      <a:pt x="22" y="29"/>
                      <a:pt x="22" y="38"/>
                      <a:pt x="23" y="48"/>
                    </a:cubicBezTo>
                    <a:cubicBezTo>
                      <a:pt x="23" y="53"/>
                      <a:pt x="18" y="58"/>
                      <a:pt x="12" y="5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7" name="Google Shape;767;p7"/>
              <p:cNvSpPr/>
              <p:nvPr/>
            </p:nvSpPr>
            <p:spPr>
              <a:xfrm>
                <a:off x="556920" y="3749040"/>
                <a:ext cx="16920" cy="1121400"/>
              </a:xfrm>
              <a:custGeom>
                <a:avLst/>
                <a:gdLst/>
                <a:ahLst/>
                <a:cxnLst/>
                <a:rect l="l" t="t" r="r" b="b"/>
                <a:pathLst>
                  <a:path w="47" h="3115" extrusionOk="0">
                    <a:moveTo>
                      <a:pt x="34" y="3114"/>
                    </a:moveTo>
                    <a:cubicBezTo>
                      <a:pt x="28" y="3114"/>
                      <a:pt x="24" y="3109"/>
                      <a:pt x="24" y="3103"/>
                    </a:cubicBezTo>
                    <a:cubicBezTo>
                      <a:pt x="24" y="3088"/>
                      <a:pt x="23" y="3072"/>
                      <a:pt x="23" y="3058"/>
                    </a:cubicBezTo>
                    <a:cubicBezTo>
                      <a:pt x="23" y="3044"/>
                      <a:pt x="23" y="3030"/>
                      <a:pt x="23" y="3016"/>
                    </a:cubicBezTo>
                    <a:cubicBezTo>
                      <a:pt x="23" y="3001"/>
                      <a:pt x="23" y="2986"/>
                      <a:pt x="23" y="2971"/>
                    </a:cubicBezTo>
                    <a:cubicBezTo>
                      <a:pt x="23" y="2956"/>
                      <a:pt x="23" y="2941"/>
                      <a:pt x="23" y="2926"/>
                    </a:cubicBezTo>
                    <a:cubicBezTo>
                      <a:pt x="23" y="2863"/>
                      <a:pt x="23" y="2800"/>
                      <a:pt x="22" y="2737"/>
                    </a:cubicBezTo>
                    <a:cubicBezTo>
                      <a:pt x="21" y="2606"/>
                      <a:pt x="21" y="2475"/>
                      <a:pt x="20" y="2343"/>
                    </a:cubicBezTo>
                    <a:cubicBezTo>
                      <a:pt x="18" y="2208"/>
                      <a:pt x="18" y="2073"/>
                      <a:pt x="17" y="1939"/>
                    </a:cubicBezTo>
                    <a:cubicBezTo>
                      <a:pt x="16" y="1808"/>
                      <a:pt x="15" y="1678"/>
                      <a:pt x="14" y="1547"/>
                    </a:cubicBezTo>
                    <a:cubicBezTo>
                      <a:pt x="13" y="1415"/>
                      <a:pt x="12" y="1283"/>
                      <a:pt x="11" y="1150"/>
                    </a:cubicBezTo>
                    <a:cubicBezTo>
                      <a:pt x="10" y="1018"/>
                      <a:pt x="9" y="885"/>
                      <a:pt x="7" y="753"/>
                    </a:cubicBezTo>
                    <a:cubicBezTo>
                      <a:pt x="6" y="620"/>
                      <a:pt x="5" y="486"/>
                      <a:pt x="4" y="353"/>
                    </a:cubicBezTo>
                    <a:cubicBezTo>
                      <a:pt x="4" y="294"/>
                      <a:pt x="3" y="237"/>
                      <a:pt x="2" y="179"/>
                    </a:cubicBezTo>
                    <a:cubicBezTo>
                      <a:pt x="2" y="151"/>
                      <a:pt x="2" y="121"/>
                      <a:pt x="2" y="93"/>
                    </a:cubicBezTo>
                    <a:cubicBezTo>
                      <a:pt x="1" y="78"/>
                      <a:pt x="1" y="63"/>
                      <a:pt x="1" y="49"/>
                    </a:cubicBezTo>
                    <a:cubicBezTo>
                      <a:pt x="0" y="36"/>
                      <a:pt x="0" y="24"/>
                      <a:pt x="0" y="11"/>
                    </a:cubicBezTo>
                    <a:cubicBezTo>
                      <a:pt x="0" y="5"/>
                      <a:pt x="5" y="0"/>
                      <a:pt x="12" y="0"/>
                    </a:cubicBezTo>
                    <a:cubicBezTo>
                      <a:pt x="17" y="0"/>
                      <a:pt x="22" y="5"/>
                      <a:pt x="22" y="11"/>
                    </a:cubicBezTo>
                    <a:cubicBezTo>
                      <a:pt x="22" y="25"/>
                      <a:pt x="22" y="38"/>
                      <a:pt x="22" y="51"/>
                    </a:cubicBezTo>
                    <a:cubicBezTo>
                      <a:pt x="22" y="68"/>
                      <a:pt x="22" y="85"/>
                      <a:pt x="22" y="101"/>
                    </a:cubicBezTo>
                    <a:cubicBezTo>
                      <a:pt x="22" y="134"/>
                      <a:pt x="22" y="167"/>
                      <a:pt x="23" y="200"/>
                    </a:cubicBezTo>
                    <a:cubicBezTo>
                      <a:pt x="23" y="265"/>
                      <a:pt x="23" y="329"/>
                      <a:pt x="24" y="394"/>
                    </a:cubicBezTo>
                    <a:cubicBezTo>
                      <a:pt x="24" y="526"/>
                      <a:pt x="25" y="659"/>
                      <a:pt x="26" y="793"/>
                    </a:cubicBezTo>
                    <a:cubicBezTo>
                      <a:pt x="27" y="926"/>
                      <a:pt x="28" y="1059"/>
                      <a:pt x="29" y="1193"/>
                    </a:cubicBezTo>
                    <a:cubicBezTo>
                      <a:pt x="30" y="1323"/>
                      <a:pt x="31" y="1454"/>
                      <a:pt x="32" y="1585"/>
                    </a:cubicBezTo>
                    <a:cubicBezTo>
                      <a:pt x="33" y="1719"/>
                      <a:pt x="34" y="1852"/>
                      <a:pt x="35" y="1986"/>
                    </a:cubicBezTo>
                    <a:cubicBezTo>
                      <a:pt x="36" y="2119"/>
                      <a:pt x="37" y="2251"/>
                      <a:pt x="38" y="2383"/>
                    </a:cubicBezTo>
                    <a:cubicBezTo>
                      <a:pt x="39" y="2514"/>
                      <a:pt x="41" y="2646"/>
                      <a:pt x="42" y="2778"/>
                    </a:cubicBezTo>
                    <a:cubicBezTo>
                      <a:pt x="42" y="2834"/>
                      <a:pt x="43" y="2890"/>
                      <a:pt x="44" y="2947"/>
                    </a:cubicBezTo>
                    <a:cubicBezTo>
                      <a:pt x="44" y="2959"/>
                      <a:pt x="45" y="2971"/>
                      <a:pt x="45" y="2984"/>
                    </a:cubicBezTo>
                    <a:cubicBezTo>
                      <a:pt x="45" y="2997"/>
                      <a:pt x="45" y="3011"/>
                      <a:pt x="45" y="3024"/>
                    </a:cubicBezTo>
                    <a:cubicBezTo>
                      <a:pt x="45" y="3036"/>
                      <a:pt x="45" y="3049"/>
                      <a:pt x="45" y="3061"/>
                    </a:cubicBezTo>
                    <a:cubicBezTo>
                      <a:pt x="45" y="3075"/>
                      <a:pt x="45" y="3089"/>
                      <a:pt x="46" y="3103"/>
                    </a:cubicBezTo>
                    <a:cubicBezTo>
                      <a:pt x="46" y="3109"/>
                      <a:pt x="41" y="3114"/>
                      <a:pt x="35" y="3114"/>
                    </a:cubicBezTo>
                    <a:lnTo>
                      <a:pt x="34" y="3114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8" name="Google Shape;768;p7"/>
              <p:cNvSpPr/>
              <p:nvPr/>
            </p:nvSpPr>
            <p:spPr>
              <a:xfrm>
                <a:off x="542520" y="3746880"/>
                <a:ext cx="39960" cy="87120"/>
              </a:xfrm>
              <a:custGeom>
                <a:avLst/>
                <a:gdLst/>
                <a:ahLst/>
                <a:cxnLst/>
                <a:rect l="l" t="t" r="r" b="b"/>
                <a:pathLst>
                  <a:path w="111" h="242" extrusionOk="0">
                    <a:moveTo>
                      <a:pt x="12" y="241"/>
                    </a:moveTo>
                    <a:cubicBezTo>
                      <a:pt x="5" y="241"/>
                      <a:pt x="0" y="235"/>
                      <a:pt x="1" y="229"/>
                    </a:cubicBezTo>
                    <a:cubicBezTo>
                      <a:pt x="3" y="219"/>
                      <a:pt x="4" y="211"/>
                      <a:pt x="6" y="201"/>
                    </a:cubicBezTo>
                    <a:cubicBezTo>
                      <a:pt x="7" y="198"/>
                      <a:pt x="7" y="194"/>
                      <a:pt x="8" y="191"/>
                    </a:cubicBezTo>
                    <a:cubicBezTo>
                      <a:pt x="9" y="186"/>
                      <a:pt x="10" y="182"/>
                      <a:pt x="10" y="178"/>
                    </a:cubicBezTo>
                    <a:lnTo>
                      <a:pt x="10" y="179"/>
                    </a:lnTo>
                    <a:cubicBezTo>
                      <a:pt x="10" y="178"/>
                      <a:pt x="11" y="176"/>
                      <a:pt x="11" y="175"/>
                    </a:cubicBezTo>
                    <a:cubicBezTo>
                      <a:pt x="11" y="171"/>
                      <a:pt x="12" y="168"/>
                      <a:pt x="12" y="164"/>
                    </a:cubicBezTo>
                    <a:cubicBezTo>
                      <a:pt x="16" y="141"/>
                      <a:pt x="19" y="119"/>
                      <a:pt x="22" y="97"/>
                    </a:cubicBezTo>
                    <a:cubicBezTo>
                      <a:pt x="25" y="76"/>
                      <a:pt x="28" y="55"/>
                      <a:pt x="31" y="34"/>
                    </a:cubicBezTo>
                    <a:cubicBezTo>
                      <a:pt x="31" y="31"/>
                      <a:pt x="31" y="30"/>
                      <a:pt x="31" y="28"/>
                    </a:cubicBezTo>
                    <a:cubicBezTo>
                      <a:pt x="32" y="22"/>
                      <a:pt x="36" y="18"/>
                      <a:pt x="42" y="18"/>
                    </a:cubicBezTo>
                    <a:cubicBezTo>
                      <a:pt x="43" y="18"/>
                      <a:pt x="45" y="18"/>
                      <a:pt x="46" y="19"/>
                    </a:cubicBezTo>
                    <a:cubicBezTo>
                      <a:pt x="47" y="16"/>
                      <a:pt x="47" y="13"/>
                      <a:pt x="47" y="10"/>
                    </a:cubicBezTo>
                    <a:cubicBezTo>
                      <a:pt x="49" y="5"/>
                      <a:pt x="52" y="2"/>
                      <a:pt x="57" y="1"/>
                    </a:cubicBezTo>
                    <a:cubicBezTo>
                      <a:pt x="63" y="0"/>
                      <a:pt x="68" y="4"/>
                      <a:pt x="69" y="9"/>
                    </a:cubicBezTo>
                    <a:cubicBezTo>
                      <a:pt x="70" y="12"/>
                      <a:pt x="70" y="16"/>
                      <a:pt x="70" y="19"/>
                    </a:cubicBezTo>
                    <a:cubicBezTo>
                      <a:pt x="71" y="23"/>
                      <a:pt x="72" y="26"/>
                      <a:pt x="72" y="30"/>
                    </a:cubicBezTo>
                    <a:cubicBezTo>
                      <a:pt x="72" y="30"/>
                      <a:pt x="72" y="29"/>
                      <a:pt x="72" y="28"/>
                    </a:cubicBezTo>
                    <a:cubicBezTo>
                      <a:pt x="77" y="53"/>
                      <a:pt x="84" y="77"/>
                      <a:pt x="88" y="101"/>
                    </a:cubicBezTo>
                    <a:cubicBezTo>
                      <a:pt x="88" y="100"/>
                      <a:pt x="88" y="100"/>
                      <a:pt x="88" y="99"/>
                    </a:cubicBezTo>
                    <a:cubicBezTo>
                      <a:pt x="88" y="101"/>
                      <a:pt x="88" y="101"/>
                      <a:pt x="88" y="102"/>
                    </a:cubicBezTo>
                    <a:cubicBezTo>
                      <a:pt x="89" y="108"/>
                      <a:pt x="90" y="113"/>
                      <a:pt x="91" y="117"/>
                    </a:cubicBezTo>
                    <a:lnTo>
                      <a:pt x="91" y="116"/>
                    </a:lnTo>
                    <a:cubicBezTo>
                      <a:pt x="92" y="123"/>
                      <a:pt x="93" y="130"/>
                      <a:pt x="94" y="136"/>
                    </a:cubicBezTo>
                    <a:lnTo>
                      <a:pt x="94" y="137"/>
                    </a:lnTo>
                    <a:cubicBezTo>
                      <a:pt x="95" y="137"/>
                      <a:pt x="95" y="137"/>
                      <a:pt x="95" y="137"/>
                    </a:cubicBezTo>
                    <a:cubicBezTo>
                      <a:pt x="95" y="142"/>
                      <a:pt x="96" y="147"/>
                      <a:pt x="97" y="152"/>
                    </a:cubicBezTo>
                    <a:cubicBezTo>
                      <a:pt x="97" y="151"/>
                      <a:pt x="97" y="151"/>
                      <a:pt x="97" y="151"/>
                    </a:cubicBezTo>
                    <a:lnTo>
                      <a:pt x="97" y="152"/>
                    </a:lnTo>
                    <a:lnTo>
                      <a:pt x="97" y="151"/>
                    </a:lnTo>
                    <a:cubicBezTo>
                      <a:pt x="100" y="171"/>
                      <a:pt x="105" y="191"/>
                      <a:pt x="109" y="212"/>
                    </a:cubicBezTo>
                    <a:cubicBezTo>
                      <a:pt x="110" y="218"/>
                      <a:pt x="107" y="223"/>
                      <a:pt x="101" y="225"/>
                    </a:cubicBezTo>
                    <a:cubicBezTo>
                      <a:pt x="96" y="226"/>
                      <a:pt x="90" y="222"/>
                      <a:pt x="89" y="217"/>
                    </a:cubicBezTo>
                    <a:cubicBezTo>
                      <a:pt x="87" y="209"/>
                      <a:pt x="85" y="201"/>
                      <a:pt x="84" y="193"/>
                    </a:cubicBezTo>
                    <a:lnTo>
                      <a:pt x="84" y="194"/>
                    </a:lnTo>
                    <a:cubicBezTo>
                      <a:pt x="84" y="193"/>
                      <a:pt x="84" y="191"/>
                      <a:pt x="84" y="190"/>
                    </a:cubicBezTo>
                    <a:cubicBezTo>
                      <a:pt x="84" y="191"/>
                      <a:pt x="84" y="191"/>
                      <a:pt x="84" y="192"/>
                    </a:cubicBezTo>
                    <a:cubicBezTo>
                      <a:pt x="83" y="190"/>
                      <a:pt x="83" y="187"/>
                      <a:pt x="82" y="185"/>
                    </a:cubicBezTo>
                    <a:lnTo>
                      <a:pt x="82" y="186"/>
                    </a:lnTo>
                    <a:cubicBezTo>
                      <a:pt x="82" y="185"/>
                      <a:pt x="82" y="184"/>
                      <a:pt x="82" y="183"/>
                    </a:cubicBezTo>
                    <a:cubicBezTo>
                      <a:pt x="81" y="178"/>
                      <a:pt x="80" y="173"/>
                      <a:pt x="79" y="169"/>
                    </a:cubicBezTo>
                    <a:lnTo>
                      <a:pt x="80" y="170"/>
                    </a:lnTo>
                    <a:cubicBezTo>
                      <a:pt x="79" y="165"/>
                      <a:pt x="78" y="161"/>
                      <a:pt x="77" y="156"/>
                    </a:cubicBezTo>
                    <a:cubicBezTo>
                      <a:pt x="77" y="157"/>
                      <a:pt x="77" y="157"/>
                      <a:pt x="78" y="157"/>
                    </a:cubicBezTo>
                    <a:cubicBezTo>
                      <a:pt x="77" y="157"/>
                      <a:pt x="77" y="155"/>
                      <a:pt x="77" y="155"/>
                    </a:cubicBezTo>
                    <a:lnTo>
                      <a:pt x="77" y="156"/>
                    </a:lnTo>
                    <a:cubicBezTo>
                      <a:pt x="77" y="151"/>
                      <a:pt x="75" y="145"/>
                      <a:pt x="74" y="141"/>
                    </a:cubicBezTo>
                    <a:cubicBezTo>
                      <a:pt x="74" y="140"/>
                      <a:pt x="74" y="140"/>
                      <a:pt x="74" y="140"/>
                    </a:cubicBezTo>
                    <a:cubicBezTo>
                      <a:pt x="73" y="134"/>
                      <a:pt x="72" y="128"/>
                      <a:pt x="71" y="122"/>
                    </a:cubicBezTo>
                    <a:lnTo>
                      <a:pt x="71" y="123"/>
                    </a:lnTo>
                    <a:cubicBezTo>
                      <a:pt x="70" y="116"/>
                      <a:pt x="68" y="109"/>
                      <a:pt x="67" y="103"/>
                    </a:cubicBezTo>
                    <a:cubicBezTo>
                      <a:pt x="68" y="104"/>
                      <a:pt x="68" y="104"/>
                      <a:pt x="68" y="104"/>
                    </a:cubicBezTo>
                    <a:cubicBezTo>
                      <a:pt x="66" y="98"/>
                      <a:pt x="65" y="91"/>
                      <a:pt x="63" y="84"/>
                    </a:cubicBezTo>
                    <a:cubicBezTo>
                      <a:pt x="61" y="77"/>
                      <a:pt x="60" y="70"/>
                      <a:pt x="58" y="63"/>
                    </a:cubicBezTo>
                    <a:cubicBezTo>
                      <a:pt x="58" y="64"/>
                      <a:pt x="57" y="66"/>
                      <a:pt x="57" y="68"/>
                    </a:cubicBezTo>
                    <a:cubicBezTo>
                      <a:pt x="53" y="84"/>
                      <a:pt x="50" y="100"/>
                      <a:pt x="46" y="116"/>
                    </a:cubicBezTo>
                    <a:cubicBezTo>
                      <a:pt x="42" y="131"/>
                      <a:pt x="38" y="147"/>
                      <a:pt x="34" y="162"/>
                    </a:cubicBezTo>
                    <a:cubicBezTo>
                      <a:pt x="35" y="162"/>
                      <a:pt x="35" y="161"/>
                      <a:pt x="35" y="161"/>
                    </a:cubicBezTo>
                    <a:cubicBezTo>
                      <a:pt x="29" y="185"/>
                      <a:pt x="26" y="208"/>
                      <a:pt x="23" y="232"/>
                    </a:cubicBezTo>
                    <a:cubicBezTo>
                      <a:pt x="22" y="237"/>
                      <a:pt x="18" y="241"/>
                      <a:pt x="12" y="2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9" name="Google Shape;769;p7"/>
              <p:cNvSpPr/>
              <p:nvPr/>
            </p:nvSpPr>
            <p:spPr>
              <a:xfrm>
                <a:off x="16200" y="4703760"/>
                <a:ext cx="107784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2994" h="36" extrusionOk="0">
                    <a:moveTo>
                      <a:pt x="0" y="24"/>
                    </a:moveTo>
                    <a:cubicBezTo>
                      <a:pt x="1" y="18"/>
                      <a:pt x="6" y="14"/>
                      <a:pt x="12" y="14"/>
                    </a:cubicBezTo>
                    <a:cubicBezTo>
                      <a:pt x="26" y="13"/>
                      <a:pt x="41" y="14"/>
                      <a:pt x="55" y="14"/>
                    </a:cubicBezTo>
                    <a:cubicBezTo>
                      <a:pt x="71" y="14"/>
                      <a:pt x="87" y="14"/>
                      <a:pt x="103" y="14"/>
                    </a:cubicBezTo>
                    <a:cubicBezTo>
                      <a:pt x="134" y="14"/>
                      <a:pt x="165" y="14"/>
                      <a:pt x="197" y="14"/>
                    </a:cubicBezTo>
                    <a:cubicBezTo>
                      <a:pt x="259" y="13"/>
                      <a:pt x="322" y="13"/>
                      <a:pt x="384" y="13"/>
                    </a:cubicBezTo>
                    <a:cubicBezTo>
                      <a:pt x="510" y="13"/>
                      <a:pt x="635" y="11"/>
                      <a:pt x="761" y="11"/>
                    </a:cubicBezTo>
                    <a:cubicBezTo>
                      <a:pt x="887" y="11"/>
                      <a:pt x="1013" y="10"/>
                      <a:pt x="1139" y="10"/>
                    </a:cubicBezTo>
                    <a:cubicBezTo>
                      <a:pt x="1269" y="9"/>
                      <a:pt x="1398" y="8"/>
                      <a:pt x="1528" y="8"/>
                    </a:cubicBezTo>
                    <a:cubicBezTo>
                      <a:pt x="1655" y="7"/>
                      <a:pt x="1781" y="7"/>
                      <a:pt x="1907" y="6"/>
                    </a:cubicBezTo>
                    <a:cubicBezTo>
                      <a:pt x="2034" y="6"/>
                      <a:pt x="2160" y="6"/>
                      <a:pt x="2287" y="5"/>
                    </a:cubicBezTo>
                    <a:cubicBezTo>
                      <a:pt x="2415" y="4"/>
                      <a:pt x="2542" y="4"/>
                      <a:pt x="2669" y="3"/>
                    </a:cubicBezTo>
                    <a:cubicBezTo>
                      <a:pt x="2720" y="3"/>
                      <a:pt x="2771" y="3"/>
                      <a:pt x="2822" y="2"/>
                    </a:cubicBezTo>
                    <a:cubicBezTo>
                      <a:pt x="2848" y="2"/>
                      <a:pt x="2875" y="1"/>
                      <a:pt x="2901" y="1"/>
                    </a:cubicBezTo>
                    <a:cubicBezTo>
                      <a:pt x="2928" y="1"/>
                      <a:pt x="2956" y="1"/>
                      <a:pt x="2983" y="0"/>
                    </a:cubicBezTo>
                    <a:cubicBezTo>
                      <a:pt x="2989" y="0"/>
                      <a:pt x="2993" y="6"/>
                      <a:pt x="2993" y="11"/>
                    </a:cubicBezTo>
                    <a:cubicBezTo>
                      <a:pt x="2993" y="17"/>
                      <a:pt x="2988" y="22"/>
                      <a:pt x="2982" y="22"/>
                    </a:cubicBezTo>
                    <a:cubicBezTo>
                      <a:pt x="2950" y="21"/>
                      <a:pt x="2918" y="21"/>
                      <a:pt x="2885" y="21"/>
                    </a:cubicBezTo>
                    <a:cubicBezTo>
                      <a:pt x="2854" y="22"/>
                      <a:pt x="2824" y="22"/>
                      <a:pt x="2793" y="22"/>
                    </a:cubicBezTo>
                    <a:cubicBezTo>
                      <a:pt x="2730" y="22"/>
                      <a:pt x="2667" y="22"/>
                      <a:pt x="2604" y="22"/>
                    </a:cubicBezTo>
                    <a:cubicBezTo>
                      <a:pt x="2476" y="22"/>
                      <a:pt x="2348" y="24"/>
                      <a:pt x="2220" y="24"/>
                    </a:cubicBezTo>
                    <a:cubicBezTo>
                      <a:pt x="2094" y="25"/>
                      <a:pt x="1967" y="25"/>
                      <a:pt x="1842" y="26"/>
                    </a:cubicBezTo>
                    <a:cubicBezTo>
                      <a:pt x="1713" y="26"/>
                      <a:pt x="1585" y="27"/>
                      <a:pt x="1456" y="28"/>
                    </a:cubicBezTo>
                    <a:cubicBezTo>
                      <a:pt x="1394" y="28"/>
                      <a:pt x="1331" y="28"/>
                      <a:pt x="1269" y="29"/>
                    </a:cubicBezTo>
                    <a:cubicBezTo>
                      <a:pt x="1204" y="29"/>
                      <a:pt x="1139" y="29"/>
                      <a:pt x="1075" y="29"/>
                    </a:cubicBezTo>
                    <a:cubicBezTo>
                      <a:pt x="949" y="30"/>
                      <a:pt x="823" y="31"/>
                      <a:pt x="697" y="31"/>
                    </a:cubicBezTo>
                    <a:cubicBezTo>
                      <a:pt x="635" y="32"/>
                      <a:pt x="573" y="32"/>
                      <a:pt x="510" y="32"/>
                    </a:cubicBezTo>
                    <a:cubicBezTo>
                      <a:pt x="447" y="32"/>
                      <a:pt x="383" y="33"/>
                      <a:pt x="319" y="33"/>
                    </a:cubicBezTo>
                    <a:cubicBezTo>
                      <a:pt x="266" y="34"/>
                      <a:pt x="214" y="34"/>
                      <a:pt x="161" y="34"/>
                    </a:cubicBezTo>
                    <a:cubicBezTo>
                      <a:pt x="136" y="34"/>
                      <a:pt x="111" y="35"/>
                      <a:pt x="86" y="35"/>
                    </a:cubicBezTo>
                    <a:cubicBezTo>
                      <a:pt x="61" y="35"/>
                      <a:pt x="37" y="35"/>
                      <a:pt x="11" y="35"/>
                    </a:cubicBezTo>
                    <a:cubicBezTo>
                      <a:pt x="6" y="35"/>
                      <a:pt x="0" y="30"/>
                      <a:pt x="0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0" name="Google Shape;770;p7"/>
              <p:cNvSpPr/>
              <p:nvPr/>
            </p:nvSpPr>
            <p:spPr>
              <a:xfrm>
                <a:off x="1049040" y="4692960"/>
                <a:ext cx="71280" cy="40680"/>
              </a:xfrm>
              <a:custGeom>
                <a:avLst/>
                <a:gdLst/>
                <a:ahLst/>
                <a:cxnLst/>
                <a:rect l="l" t="t" r="r" b="b"/>
                <a:pathLst>
                  <a:path w="198" h="113" extrusionOk="0">
                    <a:moveTo>
                      <a:pt x="21" y="108"/>
                    </a:moveTo>
                    <a:cubicBezTo>
                      <a:pt x="17" y="104"/>
                      <a:pt x="17" y="97"/>
                      <a:pt x="21" y="93"/>
                    </a:cubicBezTo>
                    <a:cubicBezTo>
                      <a:pt x="29" y="86"/>
                      <a:pt x="39" y="79"/>
                      <a:pt x="49" y="74"/>
                    </a:cubicBezTo>
                    <a:cubicBezTo>
                      <a:pt x="53" y="72"/>
                      <a:pt x="58" y="69"/>
                      <a:pt x="63" y="67"/>
                    </a:cubicBezTo>
                    <a:cubicBezTo>
                      <a:pt x="67" y="65"/>
                      <a:pt x="71" y="63"/>
                      <a:pt x="76" y="61"/>
                    </a:cubicBezTo>
                    <a:cubicBezTo>
                      <a:pt x="81" y="59"/>
                      <a:pt x="85" y="58"/>
                      <a:pt x="90" y="57"/>
                    </a:cubicBezTo>
                    <a:cubicBezTo>
                      <a:pt x="100" y="53"/>
                      <a:pt x="110" y="50"/>
                      <a:pt x="120" y="47"/>
                    </a:cubicBezTo>
                    <a:cubicBezTo>
                      <a:pt x="125" y="45"/>
                      <a:pt x="130" y="43"/>
                      <a:pt x="135" y="41"/>
                    </a:cubicBezTo>
                    <a:cubicBezTo>
                      <a:pt x="133" y="41"/>
                      <a:pt x="131" y="41"/>
                      <a:pt x="130" y="41"/>
                    </a:cubicBezTo>
                    <a:cubicBezTo>
                      <a:pt x="123" y="41"/>
                      <a:pt x="117" y="40"/>
                      <a:pt x="110" y="40"/>
                    </a:cubicBezTo>
                    <a:cubicBezTo>
                      <a:pt x="99" y="38"/>
                      <a:pt x="88" y="36"/>
                      <a:pt x="77" y="34"/>
                    </a:cubicBezTo>
                    <a:cubicBezTo>
                      <a:pt x="66" y="33"/>
                      <a:pt x="54" y="30"/>
                      <a:pt x="43" y="28"/>
                    </a:cubicBezTo>
                    <a:lnTo>
                      <a:pt x="42" y="28"/>
                    </a:lnTo>
                    <a:cubicBezTo>
                      <a:pt x="43" y="28"/>
                      <a:pt x="43" y="28"/>
                      <a:pt x="43" y="28"/>
                    </a:cubicBezTo>
                    <a:cubicBezTo>
                      <a:pt x="35" y="26"/>
                      <a:pt x="28" y="24"/>
                      <a:pt x="21" y="23"/>
                    </a:cubicBezTo>
                    <a:cubicBezTo>
                      <a:pt x="18" y="24"/>
                      <a:pt x="16" y="24"/>
                      <a:pt x="14" y="23"/>
                    </a:cubicBezTo>
                    <a:cubicBezTo>
                      <a:pt x="11" y="23"/>
                      <a:pt x="8" y="22"/>
                      <a:pt x="6" y="20"/>
                    </a:cubicBezTo>
                    <a:cubicBezTo>
                      <a:pt x="3" y="18"/>
                      <a:pt x="0" y="14"/>
                      <a:pt x="2" y="9"/>
                    </a:cubicBezTo>
                    <a:cubicBezTo>
                      <a:pt x="2" y="5"/>
                      <a:pt x="6" y="1"/>
                      <a:pt x="11" y="0"/>
                    </a:cubicBezTo>
                    <a:cubicBezTo>
                      <a:pt x="15" y="0"/>
                      <a:pt x="19" y="1"/>
                      <a:pt x="23" y="2"/>
                    </a:cubicBezTo>
                    <a:cubicBezTo>
                      <a:pt x="27" y="2"/>
                      <a:pt x="29" y="3"/>
                      <a:pt x="33" y="3"/>
                    </a:cubicBezTo>
                    <a:cubicBezTo>
                      <a:pt x="38" y="5"/>
                      <a:pt x="43" y="6"/>
                      <a:pt x="48" y="7"/>
                    </a:cubicBezTo>
                    <a:cubicBezTo>
                      <a:pt x="47" y="7"/>
                      <a:pt x="46" y="7"/>
                      <a:pt x="46" y="7"/>
                    </a:cubicBezTo>
                    <a:cubicBezTo>
                      <a:pt x="52" y="8"/>
                      <a:pt x="57" y="9"/>
                      <a:pt x="63" y="10"/>
                    </a:cubicBezTo>
                    <a:cubicBezTo>
                      <a:pt x="74" y="13"/>
                      <a:pt x="84" y="15"/>
                      <a:pt x="95" y="16"/>
                    </a:cubicBezTo>
                    <a:cubicBezTo>
                      <a:pt x="104" y="18"/>
                      <a:pt x="114" y="19"/>
                      <a:pt x="124" y="20"/>
                    </a:cubicBezTo>
                    <a:cubicBezTo>
                      <a:pt x="133" y="21"/>
                      <a:pt x="142" y="21"/>
                      <a:pt x="151" y="21"/>
                    </a:cubicBezTo>
                    <a:cubicBezTo>
                      <a:pt x="161" y="22"/>
                      <a:pt x="169" y="22"/>
                      <a:pt x="178" y="22"/>
                    </a:cubicBezTo>
                    <a:cubicBezTo>
                      <a:pt x="185" y="22"/>
                      <a:pt x="193" y="23"/>
                      <a:pt x="195" y="30"/>
                    </a:cubicBezTo>
                    <a:cubicBezTo>
                      <a:pt x="197" y="34"/>
                      <a:pt x="196" y="39"/>
                      <a:pt x="193" y="43"/>
                    </a:cubicBezTo>
                    <a:cubicBezTo>
                      <a:pt x="190" y="46"/>
                      <a:pt x="186" y="48"/>
                      <a:pt x="181" y="49"/>
                    </a:cubicBezTo>
                    <a:cubicBezTo>
                      <a:pt x="172" y="52"/>
                      <a:pt x="162" y="55"/>
                      <a:pt x="153" y="58"/>
                    </a:cubicBezTo>
                    <a:cubicBezTo>
                      <a:pt x="152" y="58"/>
                      <a:pt x="152" y="58"/>
                      <a:pt x="152" y="58"/>
                    </a:cubicBezTo>
                    <a:lnTo>
                      <a:pt x="153" y="58"/>
                    </a:lnTo>
                    <a:cubicBezTo>
                      <a:pt x="152" y="58"/>
                      <a:pt x="151" y="58"/>
                      <a:pt x="151" y="59"/>
                    </a:cubicBezTo>
                    <a:lnTo>
                      <a:pt x="150" y="59"/>
                    </a:lnTo>
                    <a:lnTo>
                      <a:pt x="149" y="59"/>
                    </a:lnTo>
                    <a:lnTo>
                      <a:pt x="148" y="59"/>
                    </a:lnTo>
                    <a:lnTo>
                      <a:pt x="147" y="60"/>
                    </a:lnTo>
                    <a:lnTo>
                      <a:pt x="147" y="59"/>
                    </a:lnTo>
                    <a:cubicBezTo>
                      <a:pt x="147" y="60"/>
                      <a:pt x="147" y="60"/>
                      <a:pt x="146" y="60"/>
                    </a:cubicBezTo>
                    <a:cubicBezTo>
                      <a:pt x="145" y="61"/>
                      <a:pt x="143" y="61"/>
                      <a:pt x="142" y="62"/>
                    </a:cubicBezTo>
                    <a:cubicBezTo>
                      <a:pt x="142" y="61"/>
                      <a:pt x="142" y="61"/>
                      <a:pt x="142" y="61"/>
                    </a:cubicBezTo>
                    <a:lnTo>
                      <a:pt x="142" y="62"/>
                    </a:lnTo>
                    <a:cubicBezTo>
                      <a:pt x="141" y="62"/>
                      <a:pt x="141" y="62"/>
                      <a:pt x="141" y="62"/>
                    </a:cubicBezTo>
                    <a:lnTo>
                      <a:pt x="140" y="62"/>
                    </a:lnTo>
                    <a:cubicBezTo>
                      <a:pt x="135" y="64"/>
                      <a:pt x="131" y="65"/>
                      <a:pt x="126" y="66"/>
                    </a:cubicBezTo>
                    <a:cubicBezTo>
                      <a:pt x="127" y="66"/>
                      <a:pt x="127" y="66"/>
                      <a:pt x="127" y="66"/>
                    </a:cubicBezTo>
                    <a:cubicBezTo>
                      <a:pt x="117" y="69"/>
                      <a:pt x="107" y="72"/>
                      <a:pt x="98" y="76"/>
                    </a:cubicBezTo>
                    <a:cubicBezTo>
                      <a:pt x="94" y="77"/>
                      <a:pt x="89" y="79"/>
                      <a:pt x="85" y="80"/>
                    </a:cubicBezTo>
                    <a:cubicBezTo>
                      <a:pt x="80" y="82"/>
                      <a:pt x="76" y="84"/>
                      <a:pt x="71" y="86"/>
                    </a:cubicBezTo>
                    <a:cubicBezTo>
                      <a:pt x="64" y="90"/>
                      <a:pt x="57" y="93"/>
                      <a:pt x="50" y="97"/>
                    </a:cubicBezTo>
                    <a:cubicBezTo>
                      <a:pt x="47" y="99"/>
                      <a:pt x="44" y="101"/>
                      <a:pt x="41" y="104"/>
                    </a:cubicBezTo>
                    <a:cubicBezTo>
                      <a:pt x="39" y="105"/>
                      <a:pt x="38" y="107"/>
                      <a:pt x="36" y="109"/>
                    </a:cubicBezTo>
                    <a:cubicBezTo>
                      <a:pt x="34" y="111"/>
                      <a:pt x="31" y="112"/>
                      <a:pt x="29" y="112"/>
                    </a:cubicBezTo>
                    <a:cubicBezTo>
                      <a:pt x="26" y="112"/>
                      <a:pt x="23" y="111"/>
                      <a:pt x="21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1" name="Google Shape;771;p7"/>
              <p:cNvSpPr/>
              <p:nvPr/>
            </p:nvSpPr>
            <p:spPr>
              <a:xfrm>
                <a:off x="193680" y="4141800"/>
                <a:ext cx="56520" cy="121320"/>
              </a:xfrm>
              <a:custGeom>
                <a:avLst/>
                <a:gdLst/>
                <a:ahLst/>
                <a:cxnLst/>
                <a:rect l="l" t="t" r="r" b="b"/>
                <a:pathLst>
                  <a:path w="157" h="337" extrusionOk="0">
                    <a:moveTo>
                      <a:pt x="25" y="335"/>
                    </a:moveTo>
                    <a:cubicBezTo>
                      <a:pt x="22" y="335"/>
                      <a:pt x="20" y="334"/>
                      <a:pt x="17" y="333"/>
                    </a:cubicBezTo>
                    <a:cubicBezTo>
                      <a:pt x="15" y="332"/>
                      <a:pt x="13" y="330"/>
                      <a:pt x="11" y="328"/>
                    </a:cubicBezTo>
                    <a:cubicBezTo>
                      <a:pt x="7" y="324"/>
                      <a:pt x="4" y="319"/>
                      <a:pt x="3" y="313"/>
                    </a:cubicBezTo>
                    <a:cubicBezTo>
                      <a:pt x="1" y="307"/>
                      <a:pt x="0" y="301"/>
                      <a:pt x="0" y="294"/>
                    </a:cubicBezTo>
                    <a:cubicBezTo>
                      <a:pt x="0" y="288"/>
                      <a:pt x="3" y="283"/>
                      <a:pt x="9" y="282"/>
                    </a:cubicBezTo>
                    <a:cubicBezTo>
                      <a:pt x="14" y="282"/>
                      <a:pt x="20" y="286"/>
                      <a:pt x="21" y="292"/>
                    </a:cubicBezTo>
                    <a:cubicBezTo>
                      <a:pt x="21" y="295"/>
                      <a:pt x="21" y="297"/>
                      <a:pt x="21" y="300"/>
                    </a:cubicBezTo>
                    <a:cubicBezTo>
                      <a:pt x="22" y="302"/>
                      <a:pt x="22" y="303"/>
                      <a:pt x="23" y="305"/>
                    </a:cubicBezTo>
                    <a:cubicBezTo>
                      <a:pt x="23" y="307"/>
                      <a:pt x="24" y="308"/>
                      <a:pt x="24" y="309"/>
                    </a:cubicBezTo>
                    <a:cubicBezTo>
                      <a:pt x="25" y="310"/>
                      <a:pt x="25" y="311"/>
                      <a:pt x="26" y="312"/>
                    </a:cubicBezTo>
                    <a:cubicBezTo>
                      <a:pt x="26" y="313"/>
                      <a:pt x="27" y="313"/>
                      <a:pt x="27" y="313"/>
                    </a:cubicBezTo>
                    <a:cubicBezTo>
                      <a:pt x="28" y="314"/>
                      <a:pt x="28" y="314"/>
                      <a:pt x="29" y="314"/>
                    </a:cubicBezTo>
                    <a:lnTo>
                      <a:pt x="30" y="314"/>
                    </a:lnTo>
                    <a:cubicBezTo>
                      <a:pt x="31" y="315"/>
                      <a:pt x="31" y="315"/>
                      <a:pt x="31" y="315"/>
                    </a:cubicBezTo>
                    <a:lnTo>
                      <a:pt x="32" y="315"/>
                    </a:lnTo>
                    <a:cubicBezTo>
                      <a:pt x="32" y="314"/>
                      <a:pt x="32" y="314"/>
                      <a:pt x="32" y="314"/>
                    </a:cubicBezTo>
                    <a:lnTo>
                      <a:pt x="32" y="313"/>
                    </a:lnTo>
                    <a:cubicBezTo>
                      <a:pt x="33" y="313"/>
                      <a:pt x="34" y="312"/>
                      <a:pt x="34" y="312"/>
                    </a:cubicBezTo>
                    <a:cubicBezTo>
                      <a:pt x="36" y="309"/>
                      <a:pt x="38" y="306"/>
                      <a:pt x="39" y="303"/>
                    </a:cubicBezTo>
                    <a:cubicBezTo>
                      <a:pt x="41" y="298"/>
                      <a:pt x="43" y="294"/>
                      <a:pt x="45" y="289"/>
                    </a:cubicBezTo>
                    <a:cubicBezTo>
                      <a:pt x="47" y="284"/>
                      <a:pt x="49" y="278"/>
                      <a:pt x="50" y="273"/>
                    </a:cubicBezTo>
                    <a:cubicBezTo>
                      <a:pt x="50" y="274"/>
                      <a:pt x="49" y="274"/>
                      <a:pt x="49" y="274"/>
                    </a:cubicBezTo>
                    <a:cubicBezTo>
                      <a:pt x="54" y="252"/>
                      <a:pt x="58" y="229"/>
                      <a:pt x="61" y="207"/>
                    </a:cubicBezTo>
                    <a:cubicBezTo>
                      <a:pt x="65" y="183"/>
                      <a:pt x="68" y="161"/>
                      <a:pt x="73" y="137"/>
                    </a:cubicBezTo>
                    <a:cubicBezTo>
                      <a:pt x="74" y="127"/>
                      <a:pt x="76" y="116"/>
                      <a:pt x="78" y="106"/>
                    </a:cubicBezTo>
                    <a:cubicBezTo>
                      <a:pt x="80" y="101"/>
                      <a:pt x="81" y="95"/>
                      <a:pt x="82" y="90"/>
                    </a:cubicBezTo>
                    <a:cubicBezTo>
                      <a:pt x="83" y="84"/>
                      <a:pt x="84" y="79"/>
                      <a:pt x="86" y="73"/>
                    </a:cubicBezTo>
                    <a:cubicBezTo>
                      <a:pt x="89" y="64"/>
                      <a:pt x="92" y="55"/>
                      <a:pt x="96" y="46"/>
                    </a:cubicBezTo>
                    <a:cubicBezTo>
                      <a:pt x="100" y="39"/>
                      <a:pt x="103" y="33"/>
                      <a:pt x="108" y="26"/>
                    </a:cubicBezTo>
                    <a:cubicBezTo>
                      <a:pt x="111" y="20"/>
                      <a:pt x="115" y="14"/>
                      <a:pt x="120" y="9"/>
                    </a:cubicBezTo>
                    <a:cubicBezTo>
                      <a:pt x="122" y="7"/>
                      <a:pt x="125" y="5"/>
                      <a:pt x="127" y="4"/>
                    </a:cubicBezTo>
                    <a:cubicBezTo>
                      <a:pt x="130" y="2"/>
                      <a:pt x="133" y="1"/>
                      <a:pt x="135" y="1"/>
                    </a:cubicBezTo>
                    <a:cubicBezTo>
                      <a:pt x="141" y="0"/>
                      <a:pt x="148" y="2"/>
                      <a:pt x="152" y="7"/>
                    </a:cubicBezTo>
                    <a:cubicBezTo>
                      <a:pt x="155" y="11"/>
                      <a:pt x="156" y="17"/>
                      <a:pt x="156" y="23"/>
                    </a:cubicBezTo>
                    <a:cubicBezTo>
                      <a:pt x="156" y="30"/>
                      <a:pt x="156" y="37"/>
                      <a:pt x="154" y="44"/>
                    </a:cubicBezTo>
                    <a:cubicBezTo>
                      <a:pt x="152" y="49"/>
                      <a:pt x="151" y="53"/>
                      <a:pt x="150" y="59"/>
                    </a:cubicBezTo>
                    <a:cubicBezTo>
                      <a:pt x="149" y="62"/>
                      <a:pt x="148" y="66"/>
                      <a:pt x="147" y="70"/>
                    </a:cubicBezTo>
                    <a:cubicBezTo>
                      <a:pt x="146" y="72"/>
                      <a:pt x="145" y="73"/>
                      <a:pt x="144" y="75"/>
                    </a:cubicBezTo>
                    <a:cubicBezTo>
                      <a:pt x="144" y="76"/>
                      <a:pt x="144" y="77"/>
                      <a:pt x="142" y="79"/>
                    </a:cubicBezTo>
                    <a:cubicBezTo>
                      <a:pt x="141" y="81"/>
                      <a:pt x="139" y="83"/>
                      <a:pt x="136" y="85"/>
                    </a:cubicBezTo>
                    <a:cubicBezTo>
                      <a:pt x="129" y="87"/>
                      <a:pt x="120" y="82"/>
                      <a:pt x="121" y="74"/>
                    </a:cubicBezTo>
                    <a:cubicBezTo>
                      <a:pt x="121" y="66"/>
                      <a:pt x="123" y="58"/>
                      <a:pt x="124" y="50"/>
                    </a:cubicBezTo>
                    <a:cubicBezTo>
                      <a:pt x="125" y="45"/>
                      <a:pt x="126" y="40"/>
                      <a:pt x="127" y="35"/>
                    </a:cubicBezTo>
                    <a:cubicBezTo>
                      <a:pt x="123" y="40"/>
                      <a:pt x="120" y="46"/>
                      <a:pt x="117" y="51"/>
                    </a:cubicBezTo>
                    <a:cubicBezTo>
                      <a:pt x="114" y="57"/>
                      <a:pt x="111" y="63"/>
                      <a:pt x="109" y="69"/>
                    </a:cubicBezTo>
                    <a:cubicBezTo>
                      <a:pt x="107" y="73"/>
                      <a:pt x="105" y="78"/>
                      <a:pt x="104" y="83"/>
                    </a:cubicBezTo>
                    <a:cubicBezTo>
                      <a:pt x="102" y="88"/>
                      <a:pt x="101" y="94"/>
                      <a:pt x="99" y="100"/>
                    </a:cubicBezTo>
                    <a:cubicBezTo>
                      <a:pt x="98" y="105"/>
                      <a:pt x="97" y="111"/>
                      <a:pt x="96" y="117"/>
                    </a:cubicBezTo>
                    <a:cubicBezTo>
                      <a:pt x="95" y="122"/>
                      <a:pt x="94" y="127"/>
                      <a:pt x="92" y="133"/>
                    </a:cubicBezTo>
                    <a:cubicBezTo>
                      <a:pt x="91" y="143"/>
                      <a:pt x="89" y="153"/>
                      <a:pt x="87" y="163"/>
                    </a:cubicBezTo>
                    <a:cubicBezTo>
                      <a:pt x="84" y="186"/>
                      <a:pt x="80" y="210"/>
                      <a:pt x="76" y="234"/>
                    </a:cubicBezTo>
                    <a:cubicBezTo>
                      <a:pt x="75" y="242"/>
                      <a:pt x="74" y="250"/>
                      <a:pt x="72" y="258"/>
                    </a:cubicBezTo>
                    <a:cubicBezTo>
                      <a:pt x="71" y="263"/>
                      <a:pt x="70" y="268"/>
                      <a:pt x="69" y="274"/>
                    </a:cubicBezTo>
                    <a:cubicBezTo>
                      <a:pt x="67" y="283"/>
                      <a:pt x="64" y="293"/>
                      <a:pt x="61" y="302"/>
                    </a:cubicBezTo>
                    <a:cubicBezTo>
                      <a:pt x="60" y="306"/>
                      <a:pt x="58" y="310"/>
                      <a:pt x="56" y="315"/>
                    </a:cubicBezTo>
                    <a:cubicBezTo>
                      <a:pt x="53" y="323"/>
                      <a:pt x="48" y="331"/>
                      <a:pt x="40" y="334"/>
                    </a:cubicBezTo>
                    <a:cubicBezTo>
                      <a:pt x="37" y="335"/>
                      <a:pt x="34" y="336"/>
                      <a:pt x="31" y="336"/>
                    </a:cubicBezTo>
                    <a:cubicBezTo>
                      <a:pt x="29" y="336"/>
                      <a:pt x="27" y="336"/>
                      <a:pt x="25" y="3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2" name="Google Shape;772;p7"/>
              <p:cNvSpPr/>
              <p:nvPr/>
            </p:nvSpPr>
            <p:spPr>
              <a:xfrm>
                <a:off x="196920" y="4198680"/>
                <a:ext cx="4140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35" extrusionOk="0">
                    <a:moveTo>
                      <a:pt x="23" y="33"/>
                    </a:moveTo>
                    <a:cubicBezTo>
                      <a:pt x="19" y="32"/>
                      <a:pt x="16" y="32"/>
                      <a:pt x="13" y="31"/>
                    </a:cubicBezTo>
                    <a:cubicBezTo>
                      <a:pt x="10" y="30"/>
                      <a:pt x="7" y="28"/>
                      <a:pt x="5" y="26"/>
                    </a:cubicBezTo>
                    <a:cubicBezTo>
                      <a:pt x="2" y="25"/>
                      <a:pt x="1" y="22"/>
                      <a:pt x="1" y="19"/>
                    </a:cubicBezTo>
                    <a:cubicBezTo>
                      <a:pt x="0" y="15"/>
                      <a:pt x="2" y="12"/>
                      <a:pt x="4" y="10"/>
                    </a:cubicBezTo>
                    <a:cubicBezTo>
                      <a:pt x="5" y="8"/>
                      <a:pt x="6" y="8"/>
                      <a:pt x="8" y="7"/>
                    </a:cubicBezTo>
                    <a:cubicBezTo>
                      <a:pt x="9" y="6"/>
                      <a:pt x="10" y="5"/>
                      <a:pt x="12" y="5"/>
                    </a:cubicBezTo>
                    <a:cubicBezTo>
                      <a:pt x="15" y="4"/>
                      <a:pt x="17" y="3"/>
                      <a:pt x="20" y="2"/>
                    </a:cubicBezTo>
                    <a:cubicBezTo>
                      <a:pt x="26" y="0"/>
                      <a:pt x="32" y="3"/>
                      <a:pt x="34" y="8"/>
                    </a:cubicBezTo>
                    <a:cubicBezTo>
                      <a:pt x="34" y="10"/>
                      <a:pt x="35" y="11"/>
                      <a:pt x="35" y="12"/>
                    </a:cubicBezTo>
                    <a:cubicBezTo>
                      <a:pt x="41" y="12"/>
                      <a:pt x="48" y="12"/>
                      <a:pt x="55" y="12"/>
                    </a:cubicBezTo>
                    <a:cubicBezTo>
                      <a:pt x="62" y="11"/>
                      <a:pt x="68" y="11"/>
                      <a:pt x="75" y="11"/>
                    </a:cubicBezTo>
                    <a:cubicBezTo>
                      <a:pt x="84" y="10"/>
                      <a:pt x="93" y="9"/>
                      <a:pt x="102" y="8"/>
                    </a:cubicBezTo>
                    <a:cubicBezTo>
                      <a:pt x="108" y="7"/>
                      <a:pt x="112" y="11"/>
                      <a:pt x="113" y="17"/>
                    </a:cubicBezTo>
                    <a:cubicBezTo>
                      <a:pt x="114" y="22"/>
                      <a:pt x="110" y="27"/>
                      <a:pt x="104" y="28"/>
                    </a:cubicBezTo>
                    <a:cubicBezTo>
                      <a:pt x="93" y="29"/>
                      <a:pt x="82" y="31"/>
                      <a:pt x="71" y="32"/>
                    </a:cubicBezTo>
                    <a:cubicBezTo>
                      <a:pt x="62" y="33"/>
                      <a:pt x="54" y="33"/>
                      <a:pt x="46" y="34"/>
                    </a:cubicBezTo>
                    <a:cubicBezTo>
                      <a:pt x="44" y="34"/>
                      <a:pt x="42" y="34"/>
                      <a:pt x="40" y="34"/>
                    </a:cubicBezTo>
                    <a:cubicBezTo>
                      <a:pt x="34" y="34"/>
                      <a:pt x="29" y="33"/>
                      <a:pt x="23" y="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3" name="Google Shape;773;p7"/>
              <p:cNvSpPr/>
              <p:nvPr/>
            </p:nvSpPr>
            <p:spPr>
              <a:xfrm>
                <a:off x="276840" y="4147560"/>
                <a:ext cx="27720" cy="111240"/>
              </a:xfrm>
              <a:custGeom>
                <a:avLst/>
                <a:gdLst/>
                <a:ahLst/>
                <a:cxnLst/>
                <a:rect l="l" t="t" r="r" b="b"/>
                <a:pathLst>
                  <a:path w="77" h="309" extrusionOk="0">
                    <a:moveTo>
                      <a:pt x="16" y="301"/>
                    </a:moveTo>
                    <a:cubicBezTo>
                      <a:pt x="13" y="290"/>
                      <a:pt x="9" y="278"/>
                      <a:pt x="6" y="266"/>
                    </a:cubicBezTo>
                    <a:cubicBezTo>
                      <a:pt x="4" y="257"/>
                      <a:pt x="2" y="247"/>
                      <a:pt x="2" y="237"/>
                    </a:cubicBezTo>
                    <a:cubicBezTo>
                      <a:pt x="1" y="232"/>
                      <a:pt x="1" y="225"/>
                      <a:pt x="1" y="219"/>
                    </a:cubicBezTo>
                    <a:cubicBezTo>
                      <a:pt x="0" y="210"/>
                      <a:pt x="0" y="201"/>
                      <a:pt x="0" y="191"/>
                    </a:cubicBezTo>
                    <a:cubicBezTo>
                      <a:pt x="0" y="183"/>
                      <a:pt x="1" y="174"/>
                      <a:pt x="1" y="165"/>
                    </a:cubicBezTo>
                    <a:cubicBezTo>
                      <a:pt x="2" y="159"/>
                      <a:pt x="2" y="153"/>
                      <a:pt x="3" y="147"/>
                    </a:cubicBezTo>
                    <a:cubicBezTo>
                      <a:pt x="4" y="141"/>
                      <a:pt x="5" y="135"/>
                      <a:pt x="6" y="130"/>
                    </a:cubicBezTo>
                    <a:cubicBezTo>
                      <a:pt x="8" y="122"/>
                      <a:pt x="9" y="114"/>
                      <a:pt x="11" y="106"/>
                    </a:cubicBezTo>
                    <a:cubicBezTo>
                      <a:pt x="15" y="90"/>
                      <a:pt x="20" y="74"/>
                      <a:pt x="27" y="59"/>
                    </a:cubicBezTo>
                    <a:cubicBezTo>
                      <a:pt x="32" y="47"/>
                      <a:pt x="38" y="36"/>
                      <a:pt x="44" y="24"/>
                    </a:cubicBezTo>
                    <a:cubicBezTo>
                      <a:pt x="48" y="18"/>
                      <a:pt x="51" y="12"/>
                      <a:pt x="55" y="6"/>
                    </a:cubicBezTo>
                    <a:cubicBezTo>
                      <a:pt x="57" y="3"/>
                      <a:pt x="61" y="0"/>
                      <a:pt x="66" y="1"/>
                    </a:cubicBezTo>
                    <a:cubicBezTo>
                      <a:pt x="72" y="2"/>
                      <a:pt x="76" y="8"/>
                      <a:pt x="75" y="14"/>
                    </a:cubicBezTo>
                    <a:cubicBezTo>
                      <a:pt x="75" y="17"/>
                      <a:pt x="72" y="20"/>
                      <a:pt x="70" y="23"/>
                    </a:cubicBezTo>
                    <a:cubicBezTo>
                      <a:pt x="68" y="26"/>
                      <a:pt x="66" y="30"/>
                      <a:pt x="64" y="33"/>
                    </a:cubicBezTo>
                    <a:cubicBezTo>
                      <a:pt x="60" y="40"/>
                      <a:pt x="56" y="47"/>
                      <a:pt x="52" y="54"/>
                    </a:cubicBezTo>
                    <a:cubicBezTo>
                      <a:pt x="47" y="64"/>
                      <a:pt x="43" y="74"/>
                      <a:pt x="38" y="84"/>
                    </a:cubicBezTo>
                    <a:cubicBezTo>
                      <a:pt x="39" y="84"/>
                      <a:pt x="39" y="83"/>
                      <a:pt x="39" y="82"/>
                    </a:cubicBezTo>
                    <a:cubicBezTo>
                      <a:pt x="36" y="93"/>
                      <a:pt x="32" y="104"/>
                      <a:pt x="30" y="114"/>
                    </a:cubicBezTo>
                    <a:cubicBezTo>
                      <a:pt x="28" y="121"/>
                      <a:pt x="27" y="127"/>
                      <a:pt x="25" y="133"/>
                    </a:cubicBezTo>
                    <a:cubicBezTo>
                      <a:pt x="23" y="144"/>
                      <a:pt x="22" y="156"/>
                      <a:pt x="20" y="167"/>
                    </a:cubicBezTo>
                    <a:cubicBezTo>
                      <a:pt x="20" y="166"/>
                      <a:pt x="20" y="166"/>
                      <a:pt x="20" y="166"/>
                    </a:cubicBezTo>
                    <a:cubicBezTo>
                      <a:pt x="19" y="176"/>
                      <a:pt x="19" y="185"/>
                      <a:pt x="19" y="195"/>
                    </a:cubicBezTo>
                    <a:cubicBezTo>
                      <a:pt x="19" y="202"/>
                      <a:pt x="19" y="209"/>
                      <a:pt x="19" y="215"/>
                    </a:cubicBezTo>
                    <a:cubicBezTo>
                      <a:pt x="20" y="227"/>
                      <a:pt x="20" y="240"/>
                      <a:pt x="23" y="253"/>
                    </a:cubicBezTo>
                    <a:cubicBezTo>
                      <a:pt x="23" y="252"/>
                      <a:pt x="23" y="252"/>
                      <a:pt x="23" y="252"/>
                    </a:cubicBezTo>
                    <a:lnTo>
                      <a:pt x="23" y="253"/>
                    </a:lnTo>
                    <a:lnTo>
                      <a:pt x="23" y="254"/>
                    </a:lnTo>
                    <a:cubicBezTo>
                      <a:pt x="23" y="253"/>
                      <a:pt x="23" y="253"/>
                      <a:pt x="23" y="253"/>
                    </a:cubicBezTo>
                    <a:cubicBezTo>
                      <a:pt x="25" y="262"/>
                      <a:pt x="27" y="272"/>
                      <a:pt x="30" y="281"/>
                    </a:cubicBezTo>
                    <a:cubicBezTo>
                      <a:pt x="32" y="286"/>
                      <a:pt x="33" y="290"/>
                      <a:pt x="35" y="294"/>
                    </a:cubicBezTo>
                    <a:cubicBezTo>
                      <a:pt x="37" y="299"/>
                      <a:pt x="34" y="305"/>
                      <a:pt x="29" y="307"/>
                    </a:cubicBezTo>
                    <a:cubicBezTo>
                      <a:pt x="28" y="307"/>
                      <a:pt x="27" y="308"/>
                      <a:pt x="26" y="308"/>
                    </a:cubicBezTo>
                    <a:cubicBezTo>
                      <a:pt x="22" y="308"/>
                      <a:pt x="18" y="306"/>
                      <a:pt x="16" y="30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4" name="Google Shape;774;p7"/>
              <p:cNvSpPr/>
              <p:nvPr/>
            </p:nvSpPr>
            <p:spPr>
              <a:xfrm>
                <a:off x="318960" y="4198680"/>
                <a:ext cx="37440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104" h="40" extrusionOk="0">
                    <a:moveTo>
                      <a:pt x="40" y="39"/>
                    </a:moveTo>
                    <a:cubicBezTo>
                      <a:pt x="31" y="38"/>
                      <a:pt x="22" y="36"/>
                      <a:pt x="13" y="34"/>
                    </a:cubicBezTo>
                    <a:cubicBezTo>
                      <a:pt x="10" y="33"/>
                      <a:pt x="7" y="32"/>
                      <a:pt x="4" y="30"/>
                    </a:cubicBezTo>
                    <a:cubicBezTo>
                      <a:pt x="2" y="27"/>
                      <a:pt x="0" y="24"/>
                      <a:pt x="0" y="20"/>
                    </a:cubicBezTo>
                    <a:cubicBezTo>
                      <a:pt x="0" y="14"/>
                      <a:pt x="5" y="10"/>
                      <a:pt x="11" y="7"/>
                    </a:cubicBezTo>
                    <a:cubicBezTo>
                      <a:pt x="14" y="6"/>
                      <a:pt x="18" y="4"/>
                      <a:pt x="21" y="3"/>
                    </a:cubicBezTo>
                    <a:cubicBezTo>
                      <a:pt x="26" y="0"/>
                      <a:pt x="33" y="3"/>
                      <a:pt x="35" y="9"/>
                    </a:cubicBezTo>
                    <a:cubicBezTo>
                      <a:pt x="36" y="11"/>
                      <a:pt x="36" y="14"/>
                      <a:pt x="35" y="17"/>
                    </a:cubicBezTo>
                    <a:cubicBezTo>
                      <a:pt x="38" y="17"/>
                      <a:pt x="41" y="18"/>
                      <a:pt x="44" y="18"/>
                    </a:cubicBezTo>
                    <a:cubicBezTo>
                      <a:pt x="60" y="19"/>
                      <a:pt x="76" y="19"/>
                      <a:pt x="93" y="18"/>
                    </a:cubicBezTo>
                    <a:cubicBezTo>
                      <a:pt x="98" y="18"/>
                      <a:pt x="102" y="23"/>
                      <a:pt x="103" y="27"/>
                    </a:cubicBezTo>
                    <a:cubicBezTo>
                      <a:pt x="103" y="32"/>
                      <a:pt x="99" y="38"/>
                      <a:pt x="94" y="39"/>
                    </a:cubicBezTo>
                    <a:cubicBezTo>
                      <a:pt x="83" y="39"/>
                      <a:pt x="74" y="39"/>
                      <a:pt x="64" y="39"/>
                    </a:cubicBezTo>
                    <a:cubicBezTo>
                      <a:pt x="56" y="39"/>
                      <a:pt x="48" y="39"/>
                      <a:pt x="40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5" name="Google Shape;775;p7"/>
              <p:cNvSpPr/>
              <p:nvPr/>
            </p:nvSpPr>
            <p:spPr>
              <a:xfrm>
                <a:off x="366480" y="4179240"/>
                <a:ext cx="44640" cy="5976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166" extrusionOk="0">
                    <a:moveTo>
                      <a:pt x="25" y="88"/>
                    </a:moveTo>
                    <a:cubicBezTo>
                      <a:pt x="27" y="86"/>
                      <a:pt x="29" y="85"/>
                      <a:pt x="31" y="84"/>
                    </a:cubicBezTo>
                    <a:cubicBezTo>
                      <a:pt x="34" y="81"/>
                      <a:pt x="35" y="79"/>
                      <a:pt x="38" y="77"/>
                    </a:cubicBezTo>
                    <a:cubicBezTo>
                      <a:pt x="45" y="70"/>
                      <a:pt x="51" y="62"/>
                      <a:pt x="57" y="53"/>
                    </a:cubicBezTo>
                    <a:cubicBezTo>
                      <a:pt x="59" y="51"/>
                      <a:pt x="60" y="49"/>
                      <a:pt x="62" y="46"/>
                    </a:cubicBezTo>
                    <a:cubicBezTo>
                      <a:pt x="63" y="44"/>
                      <a:pt x="64" y="42"/>
                      <a:pt x="65" y="40"/>
                    </a:cubicBezTo>
                    <a:cubicBezTo>
                      <a:pt x="67" y="38"/>
                      <a:pt x="70" y="37"/>
                      <a:pt x="72" y="35"/>
                    </a:cubicBezTo>
                    <a:cubicBezTo>
                      <a:pt x="78" y="32"/>
                      <a:pt x="86" y="37"/>
                      <a:pt x="87" y="44"/>
                    </a:cubicBezTo>
                    <a:cubicBezTo>
                      <a:pt x="87" y="46"/>
                      <a:pt x="87" y="49"/>
                      <a:pt x="87" y="51"/>
                    </a:cubicBezTo>
                    <a:lnTo>
                      <a:pt x="87" y="50"/>
                    </a:lnTo>
                    <a:cubicBezTo>
                      <a:pt x="88" y="46"/>
                      <a:pt x="90" y="42"/>
                      <a:pt x="91" y="37"/>
                    </a:cubicBezTo>
                    <a:cubicBezTo>
                      <a:pt x="91" y="34"/>
                      <a:pt x="92" y="30"/>
                      <a:pt x="92" y="27"/>
                    </a:cubicBezTo>
                    <a:lnTo>
                      <a:pt x="92" y="26"/>
                    </a:lnTo>
                    <a:lnTo>
                      <a:pt x="92" y="25"/>
                    </a:lnTo>
                    <a:lnTo>
                      <a:pt x="91" y="25"/>
                    </a:lnTo>
                    <a:lnTo>
                      <a:pt x="90" y="25"/>
                    </a:lnTo>
                    <a:cubicBezTo>
                      <a:pt x="91" y="25"/>
                      <a:pt x="91" y="25"/>
                      <a:pt x="91" y="25"/>
                    </a:cubicBezTo>
                    <a:cubicBezTo>
                      <a:pt x="90" y="25"/>
                      <a:pt x="90" y="24"/>
                      <a:pt x="90" y="24"/>
                    </a:cubicBezTo>
                    <a:lnTo>
                      <a:pt x="89" y="24"/>
                    </a:lnTo>
                    <a:cubicBezTo>
                      <a:pt x="88" y="24"/>
                      <a:pt x="87" y="24"/>
                      <a:pt x="87" y="25"/>
                    </a:cubicBezTo>
                    <a:cubicBezTo>
                      <a:pt x="87" y="25"/>
                      <a:pt x="87" y="24"/>
                      <a:pt x="88" y="24"/>
                    </a:cubicBezTo>
                    <a:cubicBezTo>
                      <a:pt x="87" y="25"/>
                      <a:pt x="86" y="25"/>
                      <a:pt x="85" y="25"/>
                    </a:cubicBezTo>
                    <a:cubicBezTo>
                      <a:pt x="83" y="26"/>
                      <a:pt x="81" y="26"/>
                      <a:pt x="79" y="27"/>
                    </a:cubicBezTo>
                    <a:cubicBezTo>
                      <a:pt x="77" y="29"/>
                      <a:pt x="74" y="30"/>
                      <a:pt x="72" y="32"/>
                    </a:cubicBezTo>
                    <a:cubicBezTo>
                      <a:pt x="67" y="35"/>
                      <a:pt x="62" y="38"/>
                      <a:pt x="58" y="42"/>
                    </a:cubicBezTo>
                    <a:cubicBezTo>
                      <a:pt x="53" y="46"/>
                      <a:pt x="49" y="50"/>
                      <a:pt x="45" y="54"/>
                    </a:cubicBezTo>
                    <a:cubicBezTo>
                      <a:pt x="44" y="56"/>
                      <a:pt x="42" y="58"/>
                      <a:pt x="40" y="60"/>
                    </a:cubicBezTo>
                    <a:cubicBezTo>
                      <a:pt x="37" y="65"/>
                      <a:pt x="33" y="71"/>
                      <a:pt x="30" y="77"/>
                    </a:cubicBezTo>
                    <a:cubicBezTo>
                      <a:pt x="28" y="81"/>
                      <a:pt x="27" y="84"/>
                      <a:pt x="25" y="88"/>
                    </a:cubicBezTo>
                    <a:moveTo>
                      <a:pt x="91" y="165"/>
                    </a:moveTo>
                    <a:cubicBezTo>
                      <a:pt x="88" y="164"/>
                      <a:pt x="85" y="164"/>
                      <a:pt x="82" y="162"/>
                    </a:cubicBezTo>
                    <a:cubicBezTo>
                      <a:pt x="78" y="159"/>
                      <a:pt x="77" y="156"/>
                      <a:pt x="75" y="152"/>
                    </a:cubicBezTo>
                    <a:cubicBezTo>
                      <a:pt x="73" y="148"/>
                      <a:pt x="72" y="142"/>
                      <a:pt x="70" y="137"/>
                    </a:cubicBezTo>
                    <a:cubicBezTo>
                      <a:pt x="69" y="134"/>
                      <a:pt x="69" y="131"/>
                      <a:pt x="68" y="127"/>
                    </a:cubicBezTo>
                    <a:cubicBezTo>
                      <a:pt x="68" y="128"/>
                      <a:pt x="68" y="128"/>
                      <a:pt x="68" y="128"/>
                    </a:cubicBezTo>
                    <a:cubicBezTo>
                      <a:pt x="67" y="125"/>
                      <a:pt x="67" y="122"/>
                      <a:pt x="66" y="118"/>
                    </a:cubicBezTo>
                    <a:cubicBezTo>
                      <a:pt x="65" y="109"/>
                      <a:pt x="64" y="100"/>
                      <a:pt x="64" y="90"/>
                    </a:cubicBezTo>
                    <a:cubicBezTo>
                      <a:pt x="63" y="86"/>
                      <a:pt x="64" y="82"/>
                      <a:pt x="64" y="78"/>
                    </a:cubicBezTo>
                    <a:cubicBezTo>
                      <a:pt x="63" y="79"/>
                      <a:pt x="62" y="81"/>
                      <a:pt x="61" y="82"/>
                    </a:cubicBezTo>
                    <a:cubicBezTo>
                      <a:pt x="59" y="85"/>
                      <a:pt x="57" y="87"/>
                      <a:pt x="55" y="89"/>
                    </a:cubicBezTo>
                    <a:cubicBezTo>
                      <a:pt x="51" y="93"/>
                      <a:pt x="47" y="97"/>
                      <a:pt x="43" y="101"/>
                    </a:cubicBezTo>
                    <a:cubicBezTo>
                      <a:pt x="34" y="109"/>
                      <a:pt x="18" y="120"/>
                      <a:pt x="6" y="110"/>
                    </a:cubicBezTo>
                    <a:cubicBezTo>
                      <a:pt x="4" y="109"/>
                      <a:pt x="3" y="106"/>
                      <a:pt x="2" y="103"/>
                    </a:cubicBezTo>
                    <a:cubicBezTo>
                      <a:pt x="0" y="100"/>
                      <a:pt x="0" y="97"/>
                      <a:pt x="1" y="95"/>
                    </a:cubicBezTo>
                    <a:cubicBezTo>
                      <a:pt x="2" y="90"/>
                      <a:pt x="3" y="87"/>
                      <a:pt x="4" y="83"/>
                    </a:cubicBezTo>
                    <a:cubicBezTo>
                      <a:pt x="7" y="78"/>
                      <a:pt x="9" y="72"/>
                      <a:pt x="11" y="67"/>
                    </a:cubicBezTo>
                    <a:cubicBezTo>
                      <a:pt x="17" y="58"/>
                      <a:pt x="23" y="48"/>
                      <a:pt x="31" y="40"/>
                    </a:cubicBezTo>
                    <a:cubicBezTo>
                      <a:pt x="35" y="35"/>
                      <a:pt x="41" y="30"/>
                      <a:pt x="46" y="25"/>
                    </a:cubicBezTo>
                    <a:cubicBezTo>
                      <a:pt x="52" y="20"/>
                      <a:pt x="58" y="15"/>
                      <a:pt x="65" y="11"/>
                    </a:cubicBezTo>
                    <a:cubicBezTo>
                      <a:pt x="74" y="5"/>
                      <a:pt x="86" y="0"/>
                      <a:pt x="98" y="4"/>
                    </a:cubicBezTo>
                    <a:cubicBezTo>
                      <a:pt x="102" y="5"/>
                      <a:pt x="106" y="9"/>
                      <a:pt x="109" y="12"/>
                    </a:cubicBezTo>
                    <a:cubicBezTo>
                      <a:pt x="111" y="15"/>
                      <a:pt x="112" y="17"/>
                      <a:pt x="113" y="20"/>
                    </a:cubicBezTo>
                    <a:cubicBezTo>
                      <a:pt x="114" y="22"/>
                      <a:pt x="114" y="24"/>
                      <a:pt x="114" y="26"/>
                    </a:cubicBezTo>
                    <a:cubicBezTo>
                      <a:pt x="114" y="30"/>
                      <a:pt x="113" y="33"/>
                      <a:pt x="113" y="37"/>
                    </a:cubicBezTo>
                    <a:cubicBezTo>
                      <a:pt x="112" y="39"/>
                      <a:pt x="112" y="42"/>
                      <a:pt x="111" y="43"/>
                    </a:cubicBezTo>
                    <a:cubicBezTo>
                      <a:pt x="110" y="48"/>
                      <a:pt x="109" y="52"/>
                      <a:pt x="108" y="57"/>
                    </a:cubicBezTo>
                    <a:cubicBezTo>
                      <a:pt x="108" y="56"/>
                      <a:pt x="108" y="56"/>
                      <a:pt x="109" y="55"/>
                    </a:cubicBezTo>
                    <a:cubicBezTo>
                      <a:pt x="108" y="59"/>
                      <a:pt x="107" y="63"/>
                      <a:pt x="106" y="67"/>
                    </a:cubicBezTo>
                    <a:cubicBezTo>
                      <a:pt x="106" y="72"/>
                      <a:pt x="101" y="77"/>
                      <a:pt x="95" y="77"/>
                    </a:cubicBezTo>
                    <a:cubicBezTo>
                      <a:pt x="92" y="77"/>
                      <a:pt x="90" y="75"/>
                      <a:pt x="88" y="73"/>
                    </a:cubicBezTo>
                    <a:cubicBezTo>
                      <a:pt x="87" y="72"/>
                      <a:pt x="86" y="71"/>
                      <a:pt x="85" y="70"/>
                    </a:cubicBezTo>
                    <a:cubicBezTo>
                      <a:pt x="85" y="72"/>
                      <a:pt x="85" y="74"/>
                      <a:pt x="85" y="75"/>
                    </a:cubicBezTo>
                    <a:cubicBezTo>
                      <a:pt x="84" y="82"/>
                      <a:pt x="84" y="89"/>
                      <a:pt x="84" y="96"/>
                    </a:cubicBezTo>
                    <a:cubicBezTo>
                      <a:pt x="85" y="103"/>
                      <a:pt x="85" y="109"/>
                      <a:pt x="87" y="115"/>
                    </a:cubicBezTo>
                    <a:cubicBezTo>
                      <a:pt x="87" y="118"/>
                      <a:pt x="88" y="121"/>
                      <a:pt x="88" y="124"/>
                    </a:cubicBezTo>
                    <a:cubicBezTo>
                      <a:pt x="90" y="129"/>
                      <a:pt x="91" y="133"/>
                      <a:pt x="92" y="137"/>
                    </a:cubicBezTo>
                    <a:cubicBezTo>
                      <a:pt x="92" y="139"/>
                      <a:pt x="93" y="141"/>
                      <a:pt x="94" y="142"/>
                    </a:cubicBezTo>
                    <a:cubicBezTo>
                      <a:pt x="94" y="143"/>
                      <a:pt x="94" y="144"/>
                      <a:pt x="94" y="144"/>
                    </a:cubicBezTo>
                    <a:cubicBezTo>
                      <a:pt x="95" y="144"/>
                      <a:pt x="95" y="144"/>
                      <a:pt x="95" y="144"/>
                    </a:cubicBezTo>
                    <a:cubicBezTo>
                      <a:pt x="95" y="144"/>
                      <a:pt x="96" y="144"/>
                      <a:pt x="97" y="144"/>
                    </a:cubicBezTo>
                    <a:cubicBezTo>
                      <a:pt x="99" y="143"/>
                      <a:pt x="102" y="142"/>
                      <a:pt x="106" y="141"/>
                    </a:cubicBezTo>
                    <a:cubicBezTo>
                      <a:pt x="105" y="141"/>
                      <a:pt x="105" y="141"/>
                      <a:pt x="105" y="141"/>
                    </a:cubicBezTo>
                    <a:cubicBezTo>
                      <a:pt x="106" y="141"/>
                      <a:pt x="108" y="141"/>
                      <a:pt x="109" y="140"/>
                    </a:cubicBezTo>
                    <a:cubicBezTo>
                      <a:pt x="114" y="138"/>
                      <a:pt x="119" y="142"/>
                      <a:pt x="122" y="146"/>
                    </a:cubicBezTo>
                    <a:cubicBezTo>
                      <a:pt x="123" y="152"/>
                      <a:pt x="121" y="158"/>
                      <a:pt x="115" y="160"/>
                    </a:cubicBezTo>
                    <a:cubicBezTo>
                      <a:pt x="109" y="162"/>
                      <a:pt x="102" y="165"/>
                      <a:pt x="94" y="165"/>
                    </a:cubicBezTo>
                    <a:cubicBezTo>
                      <a:pt x="94" y="165"/>
                      <a:pt x="92" y="165"/>
                      <a:pt x="91" y="1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6" name="Google Shape;776;p7"/>
              <p:cNvSpPr/>
              <p:nvPr/>
            </p:nvSpPr>
            <p:spPr>
              <a:xfrm>
                <a:off x="416880" y="4151880"/>
                <a:ext cx="32040" cy="123120"/>
              </a:xfrm>
              <a:custGeom>
                <a:avLst/>
                <a:gdLst/>
                <a:ahLst/>
                <a:cxnLst/>
                <a:rect l="l" t="t" r="r" b="b"/>
                <a:pathLst>
                  <a:path w="89" h="342" extrusionOk="0">
                    <a:moveTo>
                      <a:pt x="3" y="337"/>
                    </a:moveTo>
                    <a:cubicBezTo>
                      <a:pt x="0" y="332"/>
                      <a:pt x="1" y="326"/>
                      <a:pt x="6" y="322"/>
                    </a:cubicBezTo>
                    <a:cubicBezTo>
                      <a:pt x="7" y="321"/>
                      <a:pt x="8" y="320"/>
                      <a:pt x="10" y="319"/>
                    </a:cubicBezTo>
                    <a:cubicBezTo>
                      <a:pt x="14" y="316"/>
                      <a:pt x="18" y="312"/>
                      <a:pt x="22" y="308"/>
                    </a:cubicBezTo>
                    <a:cubicBezTo>
                      <a:pt x="25" y="304"/>
                      <a:pt x="29" y="299"/>
                      <a:pt x="32" y="295"/>
                    </a:cubicBezTo>
                    <a:cubicBezTo>
                      <a:pt x="37" y="288"/>
                      <a:pt x="42" y="280"/>
                      <a:pt x="46" y="273"/>
                    </a:cubicBezTo>
                    <a:cubicBezTo>
                      <a:pt x="49" y="266"/>
                      <a:pt x="52" y="260"/>
                      <a:pt x="55" y="253"/>
                    </a:cubicBezTo>
                    <a:cubicBezTo>
                      <a:pt x="54" y="253"/>
                      <a:pt x="54" y="253"/>
                      <a:pt x="54" y="254"/>
                    </a:cubicBezTo>
                    <a:cubicBezTo>
                      <a:pt x="57" y="246"/>
                      <a:pt x="59" y="238"/>
                      <a:pt x="61" y="231"/>
                    </a:cubicBezTo>
                    <a:cubicBezTo>
                      <a:pt x="62" y="227"/>
                      <a:pt x="63" y="223"/>
                      <a:pt x="64" y="219"/>
                    </a:cubicBezTo>
                    <a:cubicBezTo>
                      <a:pt x="64" y="215"/>
                      <a:pt x="64" y="211"/>
                      <a:pt x="65" y="208"/>
                    </a:cubicBezTo>
                    <a:cubicBezTo>
                      <a:pt x="66" y="200"/>
                      <a:pt x="67" y="193"/>
                      <a:pt x="67" y="185"/>
                    </a:cubicBezTo>
                    <a:cubicBezTo>
                      <a:pt x="68" y="182"/>
                      <a:pt x="68" y="178"/>
                      <a:pt x="68" y="174"/>
                    </a:cubicBezTo>
                    <a:cubicBezTo>
                      <a:pt x="68" y="171"/>
                      <a:pt x="69" y="166"/>
                      <a:pt x="69" y="163"/>
                    </a:cubicBezTo>
                    <a:cubicBezTo>
                      <a:pt x="69" y="155"/>
                      <a:pt x="68" y="148"/>
                      <a:pt x="68" y="140"/>
                    </a:cubicBezTo>
                    <a:cubicBezTo>
                      <a:pt x="68" y="132"/>
                      <a:pt x="67" y="123"/>
                      <a:pt x="67" y="115"/>
                    </a:cubicBezTo>
                    <a:cubicBezTo>
                      <a:pt x="66" y="111"/>
                      <a:pt x="66" y="106"/>
                      <a:pt x="65" y="102"/>
                    </a:cubicBezTo>
                    <a:cubicBezTo>
                      <a:pt x="64" y="98"/>
                      <a:pt x="64" y="94"/>
                      <a:pt x="63" y="89"/>
                    </a:cubicBezTo>
                    <a:cubicBezTo>
                      <a:pt x="60" y="76"/>
                      <a:pt x="57" y="63"/>
                      <a:pt x="53" y="50"/>
                    </a:cubicBezTo>
                    <a:lnTo>
                      <a:pt x="54" y="51"/>
                    </a:lnTo>
                    <a:lnTo>
                      <a:pt x="53" y="50"/>
                    </a:lnTo>
                    <a:cubicBezTo>
                      <a:pt x="53" y="49"/>
                      <a:pt x="53" y="49"/>
                      <a:pt x="53" y="49"/>
                    </a:cubicBezTo>
                    <a:lnTo>
                      <a:pt x="53" y="50"/>
                    </a:lnTo>
                    <a:cubicBezTo>
                      <a:pt x="51" y="42"/>
                      <a:pt x="47" y="35"/>
                      <a:pt x="45" y="27"/>
                    </a:cubicBezTo>
                    <a:cubicBezTo>
                      <a:pt x="43" y="25"/>
                      <a:pt x="42" y="22"/>
                      <a:pt x="41" y="20"/>
                    </a:cubicBezTo>
                    <a:lnTo>
                      <a:pt x="42" y="21"/>
                    </a:lnTo>
                    <a:cubicBezTo>
                      <a:pt x="40" y="19"/>
                      <a:pt x="40" y="17"/>
                      <a:pt x="39" y="16"/>
                    </a:cubicBezTo>
                    <a:cubicBezTo>
                      <a:pt x="38" y="12"/>
                      <a:pt x="39" y="7"/>
                      <a:pt x="42" y="4"/>
                    </a:cubicBezTo>
                    <a:cubicBezTo>
                      <a:pt x="45" y="1"/>
                      <a:pt x="49" y="0"/>
                      <a:pt x="53" y="2"/>
                    </a:cubicBezTo>
                    <a:cubicBezTo>
                      <a:pt x="58" y="3"/>
                      <a:pt x="61" y="7"/>
                      <a:pt x="61" y="13"/>
                    </a:cubicBezTo>
                    <a:cubicBezTo>
                      <a:pt x="63" y="16"/>
                      <a:pt x="64" y="20"/>
                      <a:pt x="66" y="23"/>
                    </a:cubicBezTo>
                    <a:cubicBezTo>
                      <a:pt x="70" y="34"/>
                      <a:pt x="74" y="45"/>
                      <a:pt x="77" y="57"/>
                    </a:cubicBezTo>
                    <a:cubicBezTo>
                      <a:pt x="78" y="63"/>
                      <a:pt x="80" y="70"/>
                      <a:pt x="81" y="77"/>
                    </a:cubicBezTo>
                    <a:cubicBezTo>
                      <a:pt x="82" y="81"/>
                      <a:pt x="82" y="86"/>
                      <a:pt x="83" y="90"/>
                    </a:cubicBezTo>
                    <a:cubicBezTo>
                      <a:pt x="84" y="98"/>
                      <a:pt x="85" y="105"/>
                      <a:pt x="86" y="112"/>
                    </a:cubicBezTo>
                    <a:cubicBezTo>
                      <a:pt x="86" y="117"/>
                      <a:pt x="86" y="122"/>
                      <a:pt x="87" y="127"/>
                    </a:cubicBezTo>
                    <a:cubicBezTo>
                      <a:pt x="88" y="132"/>
                      <a:pt x="88" y="137"/>
                      <a:pt x="88" y="141"/>
                    </a:cubicBezTo>
                    <a:cubicBezTo>
                      <a:pt x="88" y="149"/>
                      <a:pt x="88" y="156"/>
                      <a:pt x="88" y="163"/>
                    </a:cubicBezTo>
                    <a:cubicBezTo>
                      <a:pt x="88" y="168"/>
                      <a:pt x="88" y="173"/>
                      <a:pt x="87" y="179"/>
                    </a:cubicBezTo>
                    <a:cubicBezTo>
                      <a:pt x="87" y="184"/>
                      <a:pt x="86" y="189"/>
                      <a:pt x="86" y="194"/>
                    </a:cubicBezTo>
                    <a:cubicBezTo>
                      <a:pt x="85" y="200"/>
                      <a:pt x="85" y="207"/>
                      <a:pt x="84" y="213"/>
                    </a:cubicBezTo>
                    <a:cubicBezTo>
                      <a:pt x="84" y="215"/>
                      <a:pt x="84" y="217"/>
                      <a:pt x="83" y="220"/>
                    </a:cubicBezTo>
                    <a:cubicBezTo>
                      <a:pt x="82" y="223"/>
                      <a:pt x="82" y="227"/>
                      <a:pt x="81" y="231"/>
                    </a:cubicBezTo>
                    <a:cubicBezTo>
                      <a:pt x="80" y="236"/>
                      <a:pt x="79" y="241"/>
                      <a:pt x="77" y="247"/>
                    </a:cubicBezTo>
                    <a:cubicBezTo>
                      <a:pt x="74" y="258"/>
                      <a:pt x="70" y="269"/>
                      <a:pt x="64" y="280"/>
                    </a:cubicBezTo>
                    <a:cubicBezTo>
                      <a:pt x="57" y="294"/>
                      <a:pt x="49" y="306"/>
                      <a:pt x="39" y="318"/>
                    </a:cubicBezTo>
                    <a:cubicBezTo>
                      <a:pt x="33" y="326"/>
                      <a:pt x="25" y="333"/>
                      <a:pt x="18" y="339"/>
                    </a:cubicBezTo>
                    <a:cubicBezTo>
                      <a:pt x="16" y="340"/>
                      <a:pt x="14" y="341"/>
                      <a:pt x="12" y="341"/>
                    </a:cubicBezTo>
                    <a:cubicBezTo>
                      <a:pt x="8" y="341"/>
                      <a:pt x="6" y="340"/>
                      <a:pt x="3" y="3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7" name="Google Shape;777;p7"/>
              <p:cNvSpPr/>
              <p:nvPr/>
            </p:nvSpPr>
            <p:spPr>
              <a:xfrm>
                <a:off x="145800" y="3965760"/>
                <a:ext cx="46800" cy="119880"/>
              </a:xfrm>
              <a:custGeom>
                <a:avLst/>
                <a:gdLst/>
                <a:ahLst/>
                <a:cxnLst/>
                <a:rect l="l" t="t" r="r" b="b"/>
                <a:pathLst>
                  <a:path w="130" h="333" extrusionOk="0">
                    <a:moveTo>
                      <a:pt x="40" y="311"/>
                    </a:moveTo>
                    <a:lnTo>
                      <a:pt x="40" y="310"/>
                    </a:lnTo>
                    <a:cubicBezTo>
                      <a:pt x="41" y="309"/>
                      <a:pt x="41" y="309"/>
                      <a:pt x="41" y="309"/>
                    </a:cubicBezTo>
                    <a:cubicBezTo>
                      <a:pt x="42" y="307"/>
                      <a:pt x="44" y="305"/>
                      <a:pt x="45" y="302"/>
                    </a:cubicBezTo>
                    <a:cubicBezTo>
                      <a:pt x="48" y="298"/>
                      <a:pt x="50" y="294"/>
                      <a:pt x="52" y="289"/>
                    </a:cubicBezTo>
                    <a:lnTo>
                      <a:pt x="51" y="290"/>
                    </a:lnTo>
                    <a:cubicBezTo>
                      <a:pt x="51" y="290"/>
                      <a:pt x="52" y="289"/>
                      <a:pt x="52" y="288"/>
                    </a:cubicBezTo>
                    <a:cubicBezTo>
                      <a:pt x="53" y="286"/>
                      <a:pt x="54" y="282"/>
                      <a:pt x="55" y="279"/>
                    </a:cubicBezTo>
                    <a:cubicBezTo>
                      <a:pt x="59" y="267"/>
                      <a:pt x="63" y="255"/>
                      <a:pt x="66" y="243"/>
                    </a:cubicBezTo>
                    <a:cubicBezTo>
                      <a:pt x="67" y="233"/>
                      <a:pt x="70" y="222"/>
                      <a:pt x="71" y="212"/>
                    </a:cubicBezTo>
                    <a:cubicBezTo>
                      <a:pt x="72" y="205"/>
                      <a:pt x="73" y="199"/>
                      <a:pt x="73" y="194"/>
                    </a:cubicBezTo>
                    <a:cubicBezTo>
                      <a:pt x="66" y="199"/>
                      <a:pt x="59" y="204"/>
                      <a:pt x="52" y="210"/>
                    </a:cubicBezTo>
                    <a:cubicBezTo>
                      <a:pt x="47" y="214"/>
                      <a:pt x="42" y="218"/>
                      <a:pt x="38" y="223"/>
                    </a:cubicBezTo>
                    <a:cubicBezTo>
                      <a:pt x="36" y="225"/>
                      <a:pt x="34" y="227"/>
                      <a:pt x="32" y="230"/>
                    </a:cubicBezTo>
                    <a:cubicBezTo>
                      <a:pt x="30" y="233"/>
                      <a:pt x="28" y="235"/>
                      <a:pt x="27" y="238"/>
                    </a:cubicBezTo>
                    <a:cubicBezTo>
                      <a:pt x="26" y="240"/>
                      <a:pt x="25" y="242"/>
                      <a:pt x="24" y="245"/>
                    </a:cubicBezTo>
                    <a:cubicBezTo>
                      <a:pt x="24" y="246"/>
                      <a:pt x="23" y="248"/>
                      <a:pt x="23" y="249"/>
                    </a:cubicBezTo>
                    <a:cubicBezTo>
                      <a:pt x="22" y="252"/>
                      <a:pt x="22" y="255"/>
                      <a:pt x="21" y="258"/>
                    </a:cubicBezTo>
                    <a:cubicBezTo>
                      <a:pt x="21" y="257"/>
                      <a:pt x="21" y="256"/>
                      <a:pt x="21" y="256"/>
                    </a:cubicBezTo>
                    <a:cubicBezTo>
                      <a:pt x="21" y="260"/>
                      <a:pt x="21" y="264"/>
                      <a:pt x="21" y="268"/>
                    </a:cubicBezTo>
                    <a:cubicBezTo>
                      <a:pt x="21" y="270"/>
                      <a:pt x="21" y="272"/>
                      <a:pt x="22" y="274"/>
                    </a:cubicBezTo>
                    <a:cubicBezTo>
                      <a:pt x="23" y="279"/>
                      <a:pt x="24" y="283"/>
                      <a:pt x="26" y="287"/>
                    </a:cubicBezTo>
                    <a:cubicBezTo>
                      <a:pt x="26" y="287"/>
                      <a:pt x="25" y="287"/>
                      <a:pt x="25" y="286"/>
                    </a:cubicBezTo>
                    <a:cubicBezTo>
                      <a:pt x="26" y="290"/>
                      <a:pt x="28" y="294"/>
                      <a:pt x="30" y="297"/>
                    </a:cubicBezTo>
                    <a:cubicBezTo>
                      <a:pt x="30" y="299"/>
                      <a:pt x="31" y="300"/>
                      <a:pt x="32" y="302"/>
                    </a:cubicBezTo>
                    <a:cubicBezTo>
                      <a:pt x="33" y="304"/>
                      <a:pt x="34" y="305"/>
                      <a:pt x="35" y="307"/>
                    </a:cubicBezTo>
                    <a:cubicBezTo>
                      <a:pt x="36" y="307"/>
                      <a:pt x="37" y="308"/>
                      <a:pt x="38" y="309"/>
                    </a:cubicBezTo>
                    <a:cubicBezTo>
                      <a:pt x="39" y="310"/>
                      <a:pt x="39" y="310"/>
                      <a:pt x="40" y="310"/>
                    </a:cubicBezTo>
                    <a:cubicBezTo>
                      <a:pt x="40" y="311"/>
                      <a:pt x="40" y="311"/>
                      <a:pt x="40" y="311"/>
                    </a:cubicBezTo>
                    <a:moveTo>
                      <a:pt x="36" y="332"/>
                    </a:moveTo>
                    <a:cubicBezTo>
                      <a:pt x="30" y="330"/>
                      <a:pt x="24" y="326"/>
                      <a:pt x="20" y="322"/>
                    </a:cubicBezTo>
                    <a:cubicBezTo>
                      <a:pt x="15" y="316"/>
                      <a:pt x="12" y="309"/>
                      <a:pt x="9" y="302"/>
                    </a:cubicBezTo>
                    <a:cubicBezTo>
                      <a:pt x="6" y="295"/>
                      <a:pt x="4" y="289"/>
                      <a:pt x="3" y="282"/>
                    </a:cubicBezTo>
                    <a:cubicBezTo>
                      <a:pt x="1" y="274"/>
                      <a:pt x="0" y="267"/>
                      <a:pt x="1" y="259"/>
                    </a:cubicBezTo>
                    <a:cubicBezTo>
                      <a:pt x="2" y="252"/>
                      <a:pt x="2" y="245"/>
                      <a:pt x="5" y="238"/>
                    </a:cubicBezTo>
                    <a:cubicBezTo>
                      <a:pt x="7" y="231"/>
                      <a:pt x="11" y="225"/>
                      <a:pt x="15" y="219"/>
                    </a:cubicBezTo>
                    <a:cubicBezTo>
                      <a:pt x="24" y="208"/>
                      <a:pt x="35" y="198"/>
                      <a:pt x="47" y="189"/>
                    </a:cubicBezTo>
                    <a:cubicBezTo>
                      <a:pt x="55" y="182"/>
                      <a:pt x="65" y="176"/>
                      <a:pt x="74" y="169"/>
                    </a:cubicBezTo>
                    <a:cubicBezTo>
                      <a:pt x="75" y="168"/>
                      <a:pt x="76" y="168"/>
                      <a:pt x="77" y="167"/>
                    </a:cubicBezTo>
                    <a:cubicBezTo>
                      <a:pt x="78" y="159"/>
                      <a:pt x="79" y="152"/>
                      <a:pt x="80" y="143"/>
                    </a:cubicBezTo>
                    <a:cubicBezTo>
                      <a:pt x="81" y="133"/>
                      <a:pt x="82" y="122"/>
                      <a:pt x="84" y="111"/>
                    </a:cubicBezTo>
                    <a:cubicBezTo>
                      <a:pt x="84" y="110"/>
                      <a:pt x="84" y="109"/>
                      <a:pt x="85" y="108"/>
                    </a:cubicBezTo>
                    <a:cubicBezTo>
                      <a:pt x="80" y="113"/>
                      <a:pt x="76" y="118"/>
                      <a:pt x="70" y="122"/>
                    </a:cubicBezTo>
                    <a:cubicBezTo>
                      <a:pt x="66" y="125"/>
                      <a:pt x="59" y="128"/>
                      <a:pt x="53" y="128"/>
                    </a:cubicBezTo>
                    <a:cubicBezTo>
                      <a:pt x="47" y="128"/>
                      <a:pt x="41" y="126"/>
                      <a:pt x="35" y="122"/>
                    </a:cubicBezTo>
                    <a:cubicBezTo>
                      <a:pt x="31" y="118"/>
                      <a:pt x="27" y="113"/>
                      <a:pt x="24" y="108"/>
                    </a:cubicBezTo>
                    <a:cubicBezTo>
                      <a:pt x="20" y="101"/>
                      <a:pt x="18" y="94"/>
                      <a:pt x="17" y="86"/>
                    </a:cubicBezTo>
                    <a:cubicBezTo>
                      <a:pt x="13" y="72"/>
                      <a:pt x="13" y="57"/>
                      <a:pt x="16" y="42"/>
                    </a:cubicBezTo>
                    <a:cubicBezTo>
                      <a:pt x="17" y="31"/>
                      <a:pt x="21" y="20"/>
                      <a:pt x="26" y="11"/>
                    </a:cubicBezTo>
                    <a:cubicBezTo>
                      <a:pt x="28" y="7"/>
                      <a:pt x="32" y="4"/>
                      <a:pt x="36" y="1"/>
                    </a:cubicBezTo>
                    <a:cubicBezTo>
                      <a:pt x="40" y="0"/>
                      <a:pt x="42" y="0"/>
                      <a:pt x="46" y="0"/>
                    </a:cubicBezTo>
                    <a:cubicBezTo>
                      <a:pt x="52" y="1"/>
                      <a:pt x="56" y="7"/>
                      <a:pt x="55" y="13"/>
                    </a:cubicBezTo>
                    <a:cubicBezTo>
                      <a:pt x="54" y="18"/>
                      <a:pt x="50" y="22"/>
                      <a:pt x="45" y="22"/>
                    </a:cubicBezTo>
                    <a:cubicBezTo>
                      <a:pt x="44" y="23"/>
                      <a:pt x="44" y="24"/>
                      <a:pt x="43" y="25"/>
                    </a:cubicBezTo>
                    <a:cubicBezTo>
                      <a:pt x="43" y="25"/>
                      <a:pt x="44" y="25"/>
                      <a:pt x="44" y="24"/>
                    </a:cubicBezTo>
                    <a:cubicBezTo>
                      <a:pt x="42" y="27"/>
                      <a:pt x="41" y="29"/>
                      <a:pt x="40" y="32"/>
                    </a:cubicBezTo>
                    <a:cubicBezTo>
                      <a:pt x="38" y="36"/>
                      <a:pt x="37" y="41"/>
                      <a:pt x="37" y="46"/>
                    </a:cubicBezTo>
                    <a:cubicBezTo>
                      <a:pt x="35" y="48"/>
                      <a:pt x="35" y="52"/>
                      <a:pt x="35" y="55"/>
                    </a:cubicBezTo>
                    <a:cubicBezTo>
                      <a:pt x="34" y="59"/>
                      <a:pt x="34" y="63"/>
                      <a:pt x="34" y="67"/>
                    </a:cubicBezTo>
                    <a:lnTo>
                      <a:pt x="34" y="66"/>
                    </a:lnTo>
                    <a:cubicBezTo>
                      <a:pt x="34" y="67"/>
                      <a:pt x="34" y="67"/>
                      <a:pt x="34" y="67"/>
                    </a:cubicBezTo>
                    <a:cubicBezTo>
                      <a:pt x="35" y="67"/>
                      <a:pt x="35" y="67"/>
                      <a:pt x="35" y="68"/>
                    </a:cubicBezTo>
                    <a:cubicBezTo>
                      <a:pt x="35" y="67"/>
                      <a:pt x="35" y="67"/>
                      <a:pt x="35" y="67"/>
                    </a:cubicBezTo>
                    <a:cubicBezTo>
                      <a:pt x="35" y="72"/>
                      <a:pt x="35" y="76"/>
                      <a:pt x="37" y="81"/>
                    </a:cubicBezTo>
                    <a:cubicBezTo>
                      <a:pt x="36" y="80"/>
                      <a:pt x="36" y="80"/>
                      <a:pt x="36" y="80"/>
                    </a:cubicBezTo>
                    <a:cubicBezTo>
                      <a:pt x="37" y="83"/>
                      <a:pt x="38" y="86"/>
                      <a:pt x="38" y="90"/>
                    </a:cubicBezTo>
                    <a:cubicBezTo>
                      <a:pt x="39" y="92"/>
                      <a:pt x="40" y="94"/>
                      <a:pt x="41" y="96"/>
                    </a:cubicBezTo>
                    <a:cubicBezTo>
                      <a:pt x="41" y="97"/>
                      <a:pt x="42" y="98"/>
                      <a:pt x="42" y="99"/>
                    </a:cubicBezTo>
                    <a:cubicBezTo>
                      <a:pt x="44" y="101"/>
                      <a:pt x="45" y="103"/>
                      <a:pt x="47" y="104"/>
                    </a:cubicBezTo>
                    <a:cubicBezTo>
                      <a:pt x="47" y="105"/>
                      <a:pt x="47" y="105"/>
                      <a:pt x="48" y="105"/>
                    </a:cubicBezTo>
                    <a:cubicBezTo>
                      <a:pt x="48" y="106"/>
                      <a:pt x="48" y="106"/>
                      <a:pt x="48" y="106"/>
                    </a:cubicBezTo>
                    <a:cubicBezTo>
                      <a:pt x="48" y="106"/>
                      <a:pt x="49" y="106"/>
                      <a:pt x="49" y="107"/>
                    </a:cubicBezTo>
                    <a:lnTo>
                      <a:pt x="49" y="106"/>
                    </a:lnTo>
                    <a:cubicBezTo>
                      <a:pt x="49" y="107"/>
                      <a:pt x="49" y="107"/>
                      <a:pt x="49" y="107"/>
                    </a:cubicBezTo>
                    <a:cubicBezTo>
                      <a:pt x="50" y="107"/>
                      <a:pt x="50" y="107"/>
                      <a:pt x="50" y="107"/>
                    </a:cubicBezTo>
                    <a:lnTo>
                      <a:pt x="49" y="107"/>
                    </a:lnTo>
                    <a:cubicBezTo>
                      <a:pt x="50" y="107"/>
                      <a:pt x="50" y="107"/>
                      <a:pt x="50" y="107"/>
                    </a:cubicBezTo>
                    <a:lnTo>
                      <a:pt x="49" y="107"/>
                    </a:lnTo>
                    <a:lnTo>
                      <a:pt x="49" y="106"/>
                    </a:lnTo>
                    <a:cubicBezTo>
                      <a:pt x="49" y="107"/>
                      <a:pt x="50" y="107"/>
                      <a:pt x="50" y="107"/>
                    </a:cubicBezTo>
                    <a:cubicBezTo>
                      <a:pt x="51" y="107"/>
                      <a:pt x="51" y="107"/>
                      <a:pt x="52" y="107"/>
                    </a:cubicBezTo>
                    <a:lnTo>
                      <a:pt x="53" y="107"/>
                    </a:lnTo>
                    <a:cubicBezTo>
                      <a:pt x="54" y="107"/>
                      <a:pt x="54" y="107"/>
                      <a:pt x="54" y="107"/>
                    </a:cubicBezTo>
                    <a:cubicBezTo>
                      <a:pt x="55" y="107"/>
                      <a:pt x="55" y="107"/>
                      <a:pt x="56" y="106"/>
                    </a:cubicBezTo>
                    <a:cubicBezTo>
                      <a:pt x="56" y="106"/>
                      <a:pt x="57" y="106"/>
                      <a:pt x="58" y="106"/>
                    </a:cubicBezTo>
                    <a:cubicBezTo>
                      <a:pt x="58" y="105"/>
                      <a:pt x="59" y="104"/>
                      <a:pt x="61" y="103"/>
                    </a:cubicBezTo>
                    <a:cubicBezTo>
                      <a:pt x="63" y="101"/>
                      <a:pt x="65" y="100"/>
                      <a:pt x="66" y="98"/>
                    </a:cubicBezTo>
                    <a:cubicBezTo>
                      <a:pt x="69" y="94"/>
                      <a:pt x="72" y="91"/>
                      <a:pt x="74" y="87"/>
                    </a:cubicBezTo>
                    <a:cubicBezTo>
                      <a:pt x="78" y="82"/>
                      <a:pt x="81" y="76"/>
                      <a:pt x="84" y="71"/>
                    </a:cubicBezTo>
                    <a:cubicBezTo>
                      <a:pt x="88" y="64"/>
                      <a:pt x="91" y="57"/>
                      <a:pt x="95" y="49"/>
                    </a:cubicBezTo>
                    <a:cubicBezTo>
                      <a:pt x="96" y="46"/>
                      <a:pt x="97" y="43"/>
                      <a:pt x="98" y="39"/>
                    </a:cubicBezTo>
                    <a:cubicBezTo>
                      <a:pt x="98" y="38"/>
                      <a:pt x="99" y="37"/>
                      <a:pt x="99" y="36"/>
                    </a:cubicBezTo>
                    <a:cubicBezTo>
                      <a:pt x="101" y="27"/>
                      <a:pt x="104" y="17"/>
                      <a:pt x="106" y="8"/>
                    </a:cubicBezTo>
                    <a:cubicBezTo>
                      <a:pt x="108" y="3"/>
                      <a:pt x="113" y="0"/>
                      <a:pt x="119" y="0"/>
                    </a:cubicBezTo>
                    <a:cubicBezTo>
                      <a:pt x="124" y="1"/>
                      <a:pt x="129" y="7"/>
                      <a:pt x="127" y="12"/>
                    </a:cubicBezTo>
                    <a:cubicBezTo>
                      <a:pt x="126" y="19"/>
                      <a:pt x="124" y="25"/>
                      <a:pt x="122" y="31"/>
                    </a:cubicBezTo>
                    <a:cubicBezTo>
                      <a:pt x="122" y="33"/>
                      <a:pt x="121" y="34"/>
                      <a:pt x="120" y="37"/>
                    </a:cubicBezTo>
                    <a:cubicBezTo>
                      <a:pt x="118" y="46"/>
                      <a:pt x="115" y="56"/>
                      <a:pt x="113" y="66"/>
                    </a:cubicBezTo>
                    <a:cubicBezTo>
                      <a:pt x="111" y="76"/>
                      <a:pt x="109" y="86"/>
                      <a:pt x="107" y="96"/>
                    </a:cubicBezTo>
                    <a:cubicBezTo>
                      <a:pt x="105" y="108"/>
                      <a:pt x="102" y="121"/>
                      <a:pt x="100" y="133"/>
                    </a:cubicBezTo>
                    <a:cubicBezTo>
                      <a:pt x="99" y="139"/>
                      <a:pt x="98" y="146"/>
                      <a:pt x="98" y="152"/>
                    </a:cubicBezTo>
                    <a:cubicBezTo>
                      <a:pt x="100" y="150"/>
                      <a:pt x="102" y="149"/>
                      <a:pt x="105" y="147"/>
                    </a:cubicBezTo>
                    <a:cubicBezTo>
                      <a:pt x="106" y="146"/>
                      <a:pt x="107" y="145"/>
                      <a:pt x="108" y="145"/>
                    </a:cubicBezTo>
                    <a:cubicBezTo>
                      <a:pt x="112" y="142"/>
                      <a:pt x="118" y="142"/>
                      <a:pt x="121" y="147"/>
                    </a:cubicBezTo>
                    <a:cubicBezTo>
                      <a:pt x="125" y="151"/>
                      <a:pt x="123" y="157"/>
                      <a:pt x="119" y="160"/>
                    </a:cubicBezTo>
                    <a:cubicBezTo>
                      <a:pt x="111" y="166"/>
                      <a:pt x="103" y="172"/>
                      <a:pt x="94" y="178"/>
                    </a:cubicBezTo>
                    <a:cubicBezTo>
                      <a:pt x="94" y="185"/>
                      <a:pt x="93" y="192"/>
                      <a:pt x="92" y="198"/>
                    </a:cubicBezTo>
                    <a:cubicBezTo>
                      <a:pt x="91" y="209"/>
                      <a:pt x="89" y="219"/>
                      <a:pt x="87" y="230"/>
                    </a:cubicBezTo>
                    <a:cubicBezTo>
                      <a:pt x="87" y="233"/>
                      <a:pt x="86" y="237"/>
                      <a:pt x="86" y="241"/>
                    </a:cubicBezTo>
                    <a:cubicBezTo>
                      <a:pt x="85" y="243"/>
                      <a:pt x="84" y="245"/>
                      <a:pt x="84" y="248"/>
                    </a:cubicBezTo>
                    <a:cubicBezTo>
                      <a:pt x="83" y="253"/>
                      <a:pt x="81" y="260"/>
                      <a:pt x="79" y="266"/>
                    </a:cubicBezTo>
                    <a:cubicBezTo>
                      <a:pt x="78" y="272"/>
                      <a:pt x="76" y="277"/>
                      <a:pt x="74" y="282"/>
                    </a:cubicBezTo>
                    <a:cubicBezTo>
                      <a:pt x="73" y="287"/>
                      <a:pt x="72" y="292"/>
                      <a:pt x="69" y="297"/>
                    </a:cubicBezTo>
                    <a:cubicBezTo>
                      <a:pt x="67" y="302"/>
                      <a:pt x="65" y="307"/>
                      <a:pt x="62" y="312"/>
                    </a:cubicBezTo>
                    <a:cubicBezTo>
                      <a:pt x="60" y="318"/>
                      <a:pt x="57" y="323"/>
                      <a:pt x="53" y="327"/>
                    </a:cubicBezTo>
                    <a:cubicBezTo>
                      <a:pt x="49" y="330"/>
                      <a:pt x="45" y="332"/>
                      <a:pt x="40" y="332"/>
                    </a:cubicBezTo>
                    <a:cubicBezTo>
                      <a:pt x="38" y="332"/>
                      <a:pt x="37" y="332"/>
                      <a:pt x="36" y="3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8" name="Google Shape;778;p7"/>
              <p:cNvSpPr/>
              <p:nvPr/>
            </p:nvSpPr>
            <p:spPr>
              <a:xfrm>
                <a:off x="219240" y="3984120"/>
                <a:ext cx="26280" cy="11520"/>
              </a:xfrm>
              <a:custGeom>
                <a:avLst/>
                <a:gdLst/>
                <a:ahLst/>
                <a:cxnLst/>
                <a:rect l="l" t="t" r="r" b="b"/>
                <a:pathLst>
                  <a:path w="73" h="32" extrusionOk="0">
                    <a:moveTo>
                      <a:pt x="13" y="31"/>
                    </a:moveTo>
                    <a:cubicBezTo>
                      <a:pt x="9" y="30"/>
                      <a:pt x="7" y="29"/>
                      <a:pt x="4" y="27"/>
                    </a:cubicBezTo>
                    <a:cubicBezTo>
                      <a:pt x="0" y="23"/>
                      <a:pt x="0" y="15"/>
                      <a:pt x="5" y="11"/>
                    </a:cubicBezTo>
                    <a:cubicBezTo>
                      <a:pt x="10" y="7"/>
                      <a:pt x="17" y="6"/>
                      <a:pt x="23" y="5"/>
                    </a:cubicBezTo>
                    <a:cubicBezTo>
                      <a:pt x="27" y="4"/>
                      <a:pt x="31" y="4"/>
                      <a:pt x="35" y="3"/>
                    </a:cubicBezTo>
                    <a:cubicBezTo>
                      <a:pt x="43" y="2"/>
                      <a:pt x="52" y="1"/>
                      <a:pt x="60" y="0"/>
                    </a:cubicBezTo>
                    <a:cubicBezTo>
                      <a:pt x="66" y="0"/>
                      <a:pt x="71" y="4"/>
                      <a:pt x="71" y="10"/>
                    </a:cubicBezTo>
                    <a:cubicBezTo>
                      <a:pt x="72" y="16"/>
                      <a:pt x="68" y="21"/>
                      <a:pt x="62" y="22"/>
                    </a:cubicBezTo>
                    <a:cubicBezTo>
                      <a:pt x="52" y="23"/>
                      <a:pt x="43" y="24"/>
                      <a:pt x="33" y="25"/>
                    </a:cubicBezTo>
                    <a:cubicBezTo>
                      <a:pt x="30" y="26"/>
                      <a:pt x="26" y="27"/>
                      <a:pt x="23" y="28"/>
                    </a:cubicBezTo>
                    <a:cubicBezTo>
                      <a:pt x="20" y="29"/>
                      <a:pt x="17" y="31"/>
                      <a:pt x="14" y="31"/>
                    </a:cubicBezTo>
                    <a:lnTo>
                      <a:pt x="13" y="3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9" name="Google Shape;779;p7"/>
              <p:cNvSpPr/>
              <p:nvPr/>
            </p:nvSpPr>
            <p:spPr>
              <a:xfrm>
                <a:off x="210600" y="3980520"/>
                <a:ext cx="69840" cy="39240"/>
              </a:xfrm>
              <a:custGeom>
                <a:avLst/>
                <a:gdLst/>
                <a:ahLst/>
                <a:cxnLst/>
                <a:rect l="l" t="t" r="r" b="b"/>
                <a:pathLst>
                  <a:path w="194" h="109" extrusionOk="0">
                    <a:moveTo>
                      <a:pt x="14" y="108"/>
                    </a:moveTo>
                    <a:cubicBezTo>
                      <a:pt x="10" y="108"/>
                      <a:pt x="5" y="106"/>
                      <a:pt x="3" y="102"/>
                    </a:cubicBezTo>
                    <a:cubicBezTo>
                      <a:pt x="1" y="100"/>
                      <a:pt x="0" y="97"/>
                      <a:pt x="0" y="93"/>
                    </a:cubicBezTo>
                    <a:cubicBezTo>
                      <a:pt x="2" y="87"/>
                      <a:pt x="7" y="83"/>
                      <a:pt x="13" y="84"/>
                    </a:cubicBezTo>
                    <a:cubicBezTo>
                      <a:pt x="15" y="84"/>
                      <a:pt x="16" y="85"/>
                      <a:pt x="17" y="86"/>
                    </a:cubicBezTo>
                    <a:cubicBezTo>
                      <a:pt x="18" y="86"/>
                      <a:pt x="19" y="86"/>
                      <a:pt x="19" y="85"/>
                    </a:cubicBezTo>
                    <a:cubicBezTo>
                      <a:pt x="21" y="85"/>
                      <a:pt x="23" y="84"/>
                      <a:pt x="25" y="84"/>
                    </a:cubicBezTo>
                    <a:cubicBezTo>
                      <a:pt x="28" y="83"/>
                      <a:pt x="32" y="81"/>
                      <a:pt x="35" y="80"/>
                    </a:cubicBezTo>
                    <a:cubicBezTo>
                      <a:pt x="40" y="77"/>
                      <a:pt x="45" y="75"/>
                      <a:pt x="51" y="73"/>
                    </a:cubicBezTo>
                    <a:cubicBezTo>
                      <a:pt x="50" y="73"/>
                      <a:pt x="50" y="73"/>
                      <a:pt x="49" y="73"/>
                    </a:cubicBezTo>
                    <a:cubicBezTo>
                      <a:pt x="50" y="73"/>
                      <a:pt x="51" y="73"/>
                      <a:pt x="51" y="72"/>
                    </a:cubicBezTo>
                    <a:cubicBezTo>
                      <a:pt x="51" y="73"/>
                      <a:pt x="51" y="73"/>
                      <a:pt x="50" y="73"/>
                    </a:cubicBezTo>
                    <a:cubicBezTo>
                      <a:pt x="69" y="64"/>
                      <a:pt x="88" y="53"/>
                      <a:pt x="107" y="43"/>
                    </a:cubicBezTo>
                    <a:cubicBezTo>
                      <a:pt x="127" y="32"/>
                      <a:pt x="148" y="20"/>
                      <a:pt x="169" y="9"/>
                    </a:cubicBezTo>
                    <a:cubicBezTo>
                      <a:pt x="172" y="7"/>
                      <a:pt x="175" y="5"/>
                      <a:pt x="178" y="3"/>
                    </a:cubicBezTo>
                    <a:cubicBezTo>
                      <a:pt x="183" y="0"/>
                      <a:pt x="189" y="2"/>
                      <a:pt x="191" y="7"/>
                    </a:cubicBezTo>
                    <a:cubicBezTo>
                      <a:pt x="193" y="11"/>
                      <a:pt x="192" y="17"/>
                      <a:pt x="188" y="19"/>
                    </a:cubicBezTo>
                    <a:cubicBezTo>
                      <a:pt x="166" y="32"/>
                      <a:pt x="144" y="44"/>
                      <a:pt x="123" y="56"/>
                    </a:cubicBezTo>
                    <a:cubicBezTo>
                      <a:pt x="113" y="62"/>
                      <a:pt x="104" y="67"/>
                      <a:pt x="94" y="73"/>
                    </a:cubicBezTo>
                    <a:cubicBezTo>
                      <a:pt x="84" y="79"/>
                      <a:pt x="73" y="84"/>
                      <a:pt x="63" y="90"/>
                    </a:cubicBezTo>
                    <a:cubicBezTo>
                      <a:pt x="56" y="93"/>
                      <a:pt x="49" y="97"/>
                      <a:pt x="41" y="100"/>
                    </a:cubicBezTo>
                    <a:cubicBezTo>
                      <a:pt x="37" y="102"/>
                      <a:pt x="33" y="104"/>
                      <a:pt x="27" y="105"/>
                    </a:cubicBezTo>
                    <a:cubicBezTo>
                      <a:pt x="23" y="107"/>
                      <a:pt x="19" y="108"/>
                      <a:pt x="14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0" name="Google Shape;780;p7"/>
              <p:cNvSpPr/>
              <p:nvPr/>
            </p:nvSpPr>
            <p:spPr>
              <a:xfrm>
                <a:off x="259200" y="3936600"/>
                <a:ext cx="75240" cy="136800"/>
              </a:xfrm>
              <a:custGeom>
                <a:avLst/>
                <a:gdLst/>
                <a:ahLst/>
                <a:cxnLst/>
                <a:rect l="l" t="t" r="r" b="b"/>
                <a:pathLst>
                  <a:path w="209" h="380" extrusionOk="0">
                    <a:moveTo>
                      <a:pt x="47" y="379"/>
                    </a:moveTo>
                    <a:cubicBezTo>
                      <a:pt x="35" y="378"/>
                      <a:pt x="23" y="373"/>
                      <a:pt x="14" y="364"/>
                    </a:cubicBezTo>
                    <a:cubicBezTo>
                      <a:pt x="5" y="354"/>
                      <a:pt x="1" y="340"/>
                      <a:pt x="0" y="327"/>
                    </a:cubicBezTo>
                    <a:cubicBezTo>
                      <a:pt x="0" y="320"/>
                      <a:pt x="2" y="313"/>
                      <a:pt x="4" y="307"/>
                    </a:cubicBezTo>
                    <a:cubicBezTo>
                      <a:pt x="6" y="299"/>
                      <a:pt x="9" y="292"/>
                      <a:pt x="12" y="285"/>
                    </a:cubicBezTo>
                    <a:cubicBezTo>
                      <a:pt x="13" y="280"/>
                      <a:pt x="20" y="277"/>
                      <a:pt x="25" y="280"/>
                    </a:cubicBezTo>
                    <a:cubicBezTo>
                      <a:pt x="30" y="282"/>
                      <a:pt x="32" y="288"/>
                      <a:pt x="30" y="293"/>
                    </a:cubicBezTo>
                    <a:cubicBezTo>
                      <a:pt x="29" y="294"/>
                      <a:pt x="29" y="296"/>
                      <a:pt x="28" y="297"/>
                    </a:cubicBezTo>
                    <a:cubicBezTo>
                      <a:pt x="29" y="296"/>
                      <a:pt x="29" y="296"/>
                      <a:pt x="29" y="296"/>
                    </a:cubicBezTo>
                    <a:cubicBezTo>
                      <a:pt x="26" y="303"/>
                      <a:pt x="23" y="309"/>
                      <a:pt x="22" y="317"/>
                    </a:cubicBezTo>
                    <a:cubicBezTo>
                      <a:pt x="22" y="319"/>
                      <a:pt x="21" y="321"/>
                      <a:pt x="21" y="322"/>
                    </a:cubicBezTo>
                    <a:cubicBezTo>
                      <a:pt x="21" y="324"/>
                      <a:pt x="21" y="326"/>
                      <a:pt x="21" y="328"/>
                    </a:cubicBezTo>
                    <a:cubicBezTo>
                      <a:pt x="21" y="330"/>
                      <a:pt x="21" y="331"/>
                      <a:pt x="22" y="332"/>
                    </a:cubicBezTo>
                    <a:cubicBezTo>
                      <a:pt x="22" y="334"/>
                      <a:pt x="22" y="335"/>
                      <a:pt x="22" y="336"/>
                    </a:cubicBezTo>
                    <a:cubicBezTo>
                      <a:pt x="23" y="338"/>
                      <a:pt x="24" y="340"/>
                      <a:pt x="25" y="341"/>
                    </a:cubicBezTo>
                    <a:cubicBezTo>
                      <a:pt x="25" y="343"/>
                      <a:pt x="26" y="344"/>
                      <a:pt x="27" y="346"/>
                    </a:cubicBezTo>
                    <a:cubicBezTo>
                      <a:pt x="27" y="346"/>
                      <a:pt x="28" y="347"/>
                      <a:pt x="29" y="348"/>
                    </a:cubicBezTo>
                    <a:cubicBezTo>
                      <a:pt x="30" y="349"/>
                      <a:pt x="30" y="350"/>
                      <a:pt x="32" y="351"/>
                    </a:cubicBezTo>
                    <a:cubicBezTo>
                      <a:pt x="32" y="351"/>
                      <a:pt x="33" y="353"/>
                      <a:pt x="34" y="353"/>
                    </a:cubicBezTo>
                    <a:cubicBezTo>
                      <a:pt x="34" y="354"/>
                      <a:pt x="36" y="354"/>
                      <a:pt x="37" y="355"/>
                    </a:cubicBezTo>
                    <a:cubicBezTo>
                      <a:pt x="38" y="355"/>
                      <a:pt x="39" y="355"/>
                      <a:pt x="40" y="356"/>
                    </a:cubicBezTo>
                    <a:cubicBezTo>
                      <a:pt x="41" y="357"/>
                      <a:pt x="42" y="357"/>
                      <a:pt x="43" y="357"/>
                    </a:cubicBezTo>
                    <a:cubicBezTo>
                      <a:pt x="45" y="357"/>
                      <a:pt x="47" y="358"/>
                      <a:pt x="48" y="358"/>
                    </a:cubicBezTo>
                    <a:cubicBezTo>
                      <a:pt x="50" y="358"/>
                      <a:pt x="51" y="358"/>
                      <a:pt x="52" y="358"/>
                    </a:cubicBezTo>
                    <a:cubicBezTo>
                      <a:pt x="53" y="358"/>
                      <a:pt x="54" y="358"/>
                      <a:pt x="54" y="358"/>
                    </a:cubicBezTo>
                    <a:cubicBezTo>
                      <a:pt x="55" y="358"/>
                      <a:pt x="55" y="358"/>
                      <a:pt x="55" y="357"/>
                    </a:cubicBezTo>
                    <a:lnTo>
                      <a:pt x="56" y="357"/>
                    </a:lnTo>
                    <a:cubicBezTo>
                      <a:pt x="58" y="356"/>
                      <a:pt x="60" y="355"/>
                      <a:pt x="61" y="354"/>
                    </a:cubicBezTo>
                    <a:cubicBezTo>
                      <a:pt x="64" y="353"/>
                      <a:pt x="66" y="351"/>
                      <a:pt x="68" y="350"/>
                    </a:cubicBezTo>
                    <a:cubicBezTo>
                      <a:pt x="70" y="347"/>
                      <a:pt x="72" y="345"/>
                      <a:pt x="75" y="343"/>
                    </a:cubicBezTo>
                    <a:cubicBezTo>
                      <a:pt x="78" y="339"/>
                      <a:pt x="82" y="334"/>
                      <a:pt x="85" y="330"/>
                    </a:cubicBezTo>
                    <a:cubicBezTo>
                      <a:pt x="85" y="330"/>
                      <a:pt x="84" y="331"/>
                      <a:pt x="84" y="332"/>
                    </a:cubicBezTo>
                    <a:cubicBezTo>
                      <a:pt x="87" y="326"/>
                      <a:pt x="91" y="321"/>
                      <a:pt x="94" y="315"/>
                    </a:cubicBezTo>
                    <a:cubicBezTo>
                      <a:pt x="97" y="310"/>
                      <a:pt x="99" y="305"/>
                      <a:pt x="101" y="300"/>
                    </a:cubicBezTo>
                    <a:cubicBezTo>
                      <a:pt x="103" y="296"/>
                      <a:pt x="104" y="291"/>
                      <a:pt x="105" y="286"/>
                    </a:cubicBezTo>
                    <a:cubicBezTo>
                      <a:pt x="107" y="275"/>
                      <a:pt x="109" y="264"/>
                      <a:pt x="111" y="254"/>
                    </a:cubicBezTo>
                    <a:cubicBezTo>
                      <a:pt x="111" y="246"/>
                      <a:pt x="113" y="238"/>
                      <a:pt x="114" y="231"/>
                    </a:cubicBezTo>
                    <a:cubicBezTo>
                      <a:pt x="115" y="215"/>
                      <a:pt x="117" y="199"/>
                      <a:pt x="118" y="182"/>
                    </a:cubicBezTo>
                    <a:lnTo>
                      <a:pt x="118" y="181"/>
                    </a:lnTo>
                    <a:lnTo>
                      <a:pt x="118" y="180"/>
                    </a:lnTo>
                    <a:cubicBezTo>
                      <a:pt x="118" y="181"/>
                      <a:pt x="118" y="181"/>
                      <a:pt x="118" y="181"/>
                    </a:cubicBezTo>
                    <a:cubicBezTo>
                      <a:pt x="118" y="179"/>
                      <a:pt x="119" y="176"/>
                      <a:pt x="119" y="173"/>
                    </a:cubicBezTo>
                    <a:cubicBezTo>
                      <a:pt x="119" y="174"/>
                      <a:pt x="119" y="174"/>
                      <a:pt x="119" y="174"/>
                    </a:cubicBezTo>
                    <a:cubicBezTo>
                      <a:pt x="119" y="173"/>
                      <a:pt x="120" y="171"/>
                      <a:pt x="120" y="170"/>
                    </a:cubicBezTo>
                    <a:cubicBezTo>
                      <a:pt x="120" y="169"/>
                      <a:pt x="120" y="168"/>
                      <a:pt x="120" y="167"/>
                    </a:cubicBezTo>
                    <a:lnTo>
                      <a:pt x="120" y="168"/>
                    </a:lnTo>
                    <a:cubicBezTo>
                      <a:pt x="120" y="167"/>
                      <a:pt x="120" y="165"/>
                      <a:pt x="120" y="164"/>
                    </a:cubicBezTo>
                    <a:lnTo>
                      <a:pt x="120" y="165"/>
                    </a:lnTo>
                    <a:cubicBezTo>
                      <a:pt x="120" y="164"/>
                      <a:pt x="120" y="163"/>
                      <a:pt x="120" y="162"/>
                    </a:cubicBezTo>
                    <a:cubicBezTo>
                      <a:pt x="120" y="161"/>
                      <a:pt x="120" y="160"/>
                      <a:pt x="120" y="159"/>
                    </a:cubicBezTo>
                    <a:lnTo>
                      <a:pt x="120" y="160"/>
                    </a:lnTo>
                    <a:cubicBezTo>
                      <a:pt x="120" y="159"/>
                      <a:pt x="121" y="157"/>
                      <a:pt x="121" y="156"/>
                    </a:cubicBezTo>
                    <a:cubicBezTo>
                      <a:pt x="121" y="157"/>
                      <a:pt x="121" y="157"/>
                      <a:pt x="121" y="157"/>
                    </a:cubicBezTo>
                    <a:cubicBezTo>
                      <a:pt x="121" y="156"/>
                      <a:pt x="121" y="154"/>
                      <a:pt x="121" y="153"/>
                    </a:cubicBezTo>
                    <a:lnTo>
                      <a:pt x="121" y="154"/>
                    </a:lnTo>
                    <a:cubicBezTo>
                      <a:pt x="121" y="152"/>
                      <a:pt x="121" y="149"/>
                      <a:pt x="121" y="147"/>
                    </a:cubicBezTo>
                    <a:lnTo>
                      <a:pt x="121" y="148"/>
                    </a:lnTo>
                    <a:cubicBezTo>
                      <a:pt x="121" y="148"/>
                      <a:pt x="121" y="147"/>
                      <a:pt x="121" y="146"/>
                    </a:cubicBezTo>
                    <a:lnTo>
                      <a:pt x="121" y="145"/>
                    </a:lnTo>
                    <a:cubicBezTo>
                      <a:pt x="121" y="146"/>
                      <a:pt x="121" y="146"/>
                      <a:pt x="121" y="146"/>
                    </a:cubicBezTo>
                    <a:cubicBezTo>
                      <a:pt x="122" y="134"/>
                      <a:pt x="124" y="123"/>
                      <a:pt x="125" y="111"/>
                    </a:cubicBezTo>
                    <a:cubicBezTo>
                      <a:pt x="126" y="107"/>
                      <a:pt x="127" y="103"/>
                      <a:pt x="128" y="98"/>
                    </a:cubicBezTo>
                    <a:cubicBezTo>
                      <a:pt x="129" y="92"/>
                      <a:pt x="129" y="86"/>
                      <a:pt x="131" y="80"/>
                    </a:cubicBezTo>
                    <a:cubicBezTo>
                      <a:pt x="132" y="74"/>
                      <a:pt x="134" y="68"/>
                      <a:pt x="135" y="61"/>
                    </a:cubicBezTo>
                    <a:cubicBezTo>
                      <a:pt x="137" y="54"/>
                      <a:pt x="139" y="46"/>
                      <a:pt x="142" y="39"/>
                    </a:cubicBezTo>
                    <a:cubicBezTo>
                      <a:pt x="145" y="33"/>
                      <a:pt x="147" y="26"/>
                      <a:pt x="151" y="20"/>
                    </a:cubicBezTo>
                    <a:cubicBezTo>
                      <a:pt x="154" y="15"/>
                      <a:pt x="160" y="10"/>
                      <a:pt x="166" y="6"/>
                    </a:cubicBezTo>
                    <a:cubicBezTo>
                      <a:pt x="171" y="2"/>
                      <a:pt x="177" y="1"/>
                      <a:pt x="183" y="1"/>
                    </a:cubicBezTo>
                    <a:cubicBezTo>
                      <a:pt x="186" y="0"/>
                      <a:pt x="189" y="2"/>
                      <a:pt x="192" y="3"/>
                    </a:cubicBezTo>
                    <a:cubicBezTo>
                      <a:pt x="195" y="5"/>
                      <a:pt x="197" y="7"/>
                      <a:pt x="199" y="9"/>
                    </a:cubicBezTo>
                    <a:cubicBezTo>
                      <a:pt x="203" y="13"/>
                      <a:pt x="206" y="18"/>
                      <a:pt x="206" y="24"/>
                    </a:cubicBezTo>
                    <a:cubicBezTo>
                      <a:pt x="208" y="30"/>
                      <a:pt x="206" y="36"/>
                      <a:pt x="205" y="41"/>
                    </a:cubicBezTo>
                    <a:cubicBezTo>
                      <a:pt x="203" y="49"/>
                      <a:pt x="200" y="57"/>
                      <a:pt x="197" y="64"/>
                    </a:cubicBezTo>
                    <a:cubicBezTo>
                      <a:pt x="196" y="67"/>
                      <a:pt x="195" y="71"/>
                      <a:pt x="193" y="74"/>
                    </a:cubicBezTo>
                    <a:cubicBezTo>
                      <a:pt x="192" y="76"/>
                      <a:pt x="191" y="78"/>
                      <a:pt x="190" y="79"/>
                    </a:cubicBezTo>
                    <a:cubicBezTo>
                      <a:pt x="188" y="82"/>
                      <a:pt x="187" y="85"/>
                      <a:pt x="185" y="88"/>
                    </a:cubicBezTo>
                    <a:cubicBezTo>
                      <a:pt x="182" y="90"/>
                      <a:pt x="180" y="92"/>
                      <a:pt x="176" y="92"/>
                    </a:cubicBezTo>
                    <a:cubicBezTo>
                      <a:pt x="172" y="92"/>
                      <a:pt x="168" y="89"/>
                      <a:pt x="167" y="86"/>
                    </a:cubicBezTo>
                    <a:cubicBezTo>
                      <a:pt x="166" y="84"/>
                      <a:pt x="165" y="82"/>
                      <a:pt x="165" y="80"/>
                    </a:cubicBezTo>
                    <a:cubicBezTo>
                      <a:pt x="165" y="79"/>
                      <a:pt x="166" y="78"/>
                      <a:pt x="166" y="76"/>
                    </a:cubicBezTo>
                    <a:cubicBezTo>
                      <a:pt x="166" y="72"/>
                      <a:pt x="168" y="69"/>
                      <a:pt x="171" y="68"/>
                    </a:cubicBezTo>
                    <a:cubicBezTo>
                      <a:pt x="172" y="67"/>
                      <a:pt x="173" y="65"/>
                      <a:pt x="174" y="64"/>
                    </a:cubicBezTo>
                    <a:cubicBezTo>
                      <a:pt x="176" y="60"/>
                      <a:pt x="178" y="54"/>
                      <a:pt x="180" y="50"/>
                    </a:cubicBezTo>
                    <a:cubicBezTo>
                      <a:pt x="181" y="48"/>
                      <a:pt x="181" y="47"/>
                      <a:pt x="182" y="45"/>
                    </a:cubicBezTo>
                    <a:cubicBezTo>
                      <a:pt x="183" y="41"/>
                      <a:pt x="184" y="38"/>
                      <a:pt x="185" y="34"/>
                    </a:cubicBezTo>
                    <a:cubicBezTo>
                      <a:pt x="185" y="33"/>
                      <a:pt x="185" y="32"/>
                      <a:pt x="185" y="30"/>
                    </a:cubicBezTo>
                    <a:lnTo>
                      <a:pt x="185" y="29"/>
                    </a:lnTo>
                    <a:cubicBezTo>
                      <a:pt x="185" y="28"/>
                      <a:pt x="185" y="27"/>
                      <a:pt x="185" y="27"/>
                    </a:cubicBezTo>
                    <a:lnTo>
                      <a:pt x="185" y="26"/>
                    </a:lnTo>
                    <a:cubicBezTo>
                      <a:pt x="185" y="25"/>
                      <a:pt x="185" y="25"/>
                      <a:pt x="184" y="25"/>
                    </a:cubicBezTo>
                    <a:lnTo>
                      <a:pt x="184" y="24"/>
                    </a:lnTo>
                    <a:cubicBezTo>
                      <a:pt x="184" y="23"/>
                      <a:pt x="183" y="23"/>
                      <a:pt x="183" y="23"/>
                    </a:cubicBezTo>
                    <a:cubicBezTo>
                      <a:pt x="182" y="23"/>
                      <a:pt x="182" y="22"/>
                      <a:pt x="182" y="22"/>
                    </a:cubicBezTo>
                    <a:lnTo>
                      <a:pt x="181" y="22"/>
                    </a:lnTo>
                    <a:cubicBezTo>
                      <a:pt x="180" y="22"/>
                      <a:pt x="179" y="23"/>
                      <a:pt x="178" y="23"/>
                    </a:cubicBezTo>
                    <a:lnTo>
                      <a:pt x="177" y="24"/>
                    </a:lnTo>
                    <a:cubicBezTo>
                      <a:pt x="175" y="25"/>
                      <a:pt x="174" y="26"/>
                      <a:pt x="173" y="27"/>
                    </a:cubicBezTo>
                    <a:cubicBezTo>
                      <a:pt x="171" y="28"/>
                      <a:pt x="171" y="29"/>
                      <a:pt x="170" y="29"/>
                    </a:cubicBezTo>
                    <a:cubicBezTo>
                      <a:pt x="170" y="29"/>
                      <a:pt x="170" y="30"/>
                      <a:pt x="169" y="30"/>
                    </a:cubicBezTo>
                    <a:cubicBezTo>
                      <a:pt x="168" y="32"/>
                      <a:pt x="167" y="34"/>
                      <a:pt x="166" y="36"/>
                    </a:cubicBezTo>
                    <a:cubicBezTo>
                      <a:pt x="164" y="40"/>
                      <a:pt x="162" y="44"/>
                      <a:pt x="160" y="48"/>
                    </a:cubicBezTo>
                    <a:cubicBezTo>
                      <a:pt x="156" y="60"/>
                      <a:pt x="153" y="71"/>
                      <a:pt x="150" y="82"/>
                    </a:cubicBezTo>
                    <a:cubicBezTo>
                      <a:pt x="150" y="88"/>
                      <a:pt x="149" y="93"/>
                      <a:pt x="148" y="98"/>
                    </a:cubicBezTo>
                    <a:cubicBezTo>
                      <a:pt x="147" y="101"/>
                      <a:pt x="146" y="106"/>
                      <a:pt x="146" y="109"/>
                    </a:cubicBezTo>
                    <a:cubicBezTo>
                      <a:pt x="145" y="111"/>
                      <a:pt x="145" y="112"/>
                      <a:pt x="145" y="114"/>
                    </a:cubicBezTo>
                    <a:cubicBezTo>
                      <a:pt x="144" y="120"/>
                      <a:pt x="143" y="125"/>
                      <a:pt x="143" y="131"/>
                    </a:cubicBezTo>
                    <a:cubicBezTo>
                      <a:pt x="142" y="136"/>
                      <a:pt x="142" y="142"/>
                      <a:pt x="141" y="148"/>
                    </a:cubicBezTo>
                    <a:cubicBezTo>
                      <a:pt x="139" y="160"/>
                      <a:pt x="138" y="172"/>
                      <a:pt x="137" y="184"/>
                    </a:cubicBezTo>
                    <a:lnTo>
                      <a:pt x="137" y="183"/>
                    </a:lnTo>
                    <a:cubicBezTo>
                      <a:pt x="135" y="206"/>
                      <a:pt x="132" y="228"/>
                      <a:pt x="129" y="251"/>
                    </a:cubicBezTo>
                    <a:cubicBezTo>
                      <a:pt x="129" y="255"/>
                      <a:pt x="128" y="260"/>
                      <a:pt x="127" y="265"/>
                    </a:cubicBezTo>
                    <a:cubicBezTo>
                      <a:pt x="126" y="273"/>
                      <a:pt x="125" y="282"/>
                      <a:pt x="123" y="290"/>
                    </a:cubicBezTo>
                    <a:cubicBezTo>
                      <a:pt x="120" y="305"/>
                      <a:pt x="114" y="319"/>
                      <a:pt x="106" y="332"/>
                    </a:cubicBezTo>
                    <a:cubicBezTo>
                      <a:pt x="99" y="344"/>
                      <a:pt x="90" y="356"/>
                      <a:pt x="80" y="365"/>
                    </a:cubicBezTo>
                    <a:cubicBezTo>
                      <a:pt x="75" y="369"/>
                      <a:pt x="70" y="373"/>
                      <a:pt x="65" y="376"/>
                    </a:cubicBezTo>
                    <a:cubicBezTo>
                      <a:pt x="61" y="378"/>
                      <a:pt x="55" y="379"/>
                      <a:pt x="51" y="379"/>
                    </a:cubicBezTo>
                    <a:cubicBezTo>
                      <a:pt x="50" y="379"/>
                      <a:pt x="48" y="379"/>
                      <a:pt x="47" y="3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1" name="Google Shape;781;p7"/>
              <p:cNvSpPr/>
              <p:nvPr/>
            </p:nvSpPr>
            <p:spPr>
              <a:xfrm>
                <a:off x="276120" y="4002120"/>
                <a:ext cx="33120" cy="13680"/>
              </a:xfrm>
              <a:custGeom>
                <a:avLst/>
                <a:gdLst/>
                <a:ahLst/>
                <a:cxnLst/>
                <a:rect l="l" t="t" r="r" b="b"/>
                <a:pathLst>
                  <a:path w="92" h="38" extrusionOk="0">
                    <a:moveTo>
                      <a:pt x="11" y="37"/>
                    </a:moveTo>
                    <a:cubicBezTo>
                      <a:pt x="10" y="36"/>
                      <a:pt x="8" y="36"/>
                      <a:pt x="7" y="35"/>
                    </a:cubicBezTo>
                    <a:cubicBezTo>
                      <a:pt x="4" y="34"/>
                      <a:pt x="1" y="31"/>
                      <a:pt x="1" y="28"/>
                    </a:cubicBezTo>
                    <a:cubicBezTo>
                      <a:pt x="0" y="24"/>
                      <a:pt x="1" y="20"/>
                      <a:pt x="3" y="18"/>
                    </a:cubicBezTo>
                    <a:cubicBezTo>
                      <a:pt x="4" y="16"/>
                      <a:pt x="6" y="15"/>
                      <a:pt x="8" y="14"/>
                    </a:cubicBezTo>
                    <a:cubicBezTo>
                      <a:pt x="10" y="13"/>
                      <a:pt x="13" y="12"/>
                      <a:pt x="15" y="11"/>
                    </a:cubicBezTo>
                    <a:cubicBezTo>
                      <a:pt x="21" y="9"/>
                      <a:pt x="27" y="8"/>
                      <a:pt x="33" y="7"/>
                    </a:cubicBezTo>
                    <a:cubicBezTo>
                      <a:pt x="39" y="6"/>
                      <a:pt x="45" y="5"/>
                      <a:pt x="50" y="5"/>
                    </a:cubicBezTo>
                    <a:cubicBezTo>
                      <a:pt x="60" y="3"/>
                      <a:pt x="70" y="2"/>
                      <a:pt x="80" y="0"/>
                    </a:cubicBezTo>
                    <a:cubicBezTo>
                      <a:pt x="85" y="0"/>
                      <a:pt x="90" y="4"/>
                      <a:pt x="91" y="9"/>
                    </a:cubicBezTo>
                    <a:cubicBezTo>
                      <a:pt x="91" y="15"/>
                      <a:pt x="87" y="20"/>
                      <a:pt x="82" y="20"/>
                    </a:cubicBezTo>
                    <a:cubicBezTo>
                      <a:pt x="73" y="22"/>
                      <a:pt x="64" y="23"/>
                      <a:pt x="55" y="25"/>
                    </a:cubicBezTo>
                    <a:cubicBezTo>
                      <a:pt x="50" y="26"/>
                      <a:pt x="44" y="27"/>
                      <a:pt x="39" y="28"/>
                    </a:cubicBezTo>
                    <a:cubicBezTo>
                      <a:pt x="33" y="29"/>
                      <a:pt x="28" y="30"/>
                      <a:pt x="22" y="31"/>
                    </a:cubicBezTo>
                    <a:cubicBezTo>
                      <a:pt x="21" y="35"/>
                      <a:pt x="17" y="37"/>
                      <a:pt x="13" y="37"/>
                    </a:cubicBezTo>
                    <a:cubicBezTo>
                      <a:pt x="13" y="37"/>
                      <a:pt x="12" y="37"/>
                      <a:pt x="11" y="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2" name="Google Shape;782;p7"/>
              <p:cNvSpPr/>
              <p:nvPr/>
            </p:nvSpPr>
            <p:spPr>
              <a:xfrm>
                <a:off x="334800" y="3932280"/>
                <a:ext cx="30240" cy="114120"/>
              </a:xfrm>
              <a:custGeom>
                <a:avLst/>
                <a:gdLst/>
                <a:ahLst/>
                <a:cxnLst/>
                <a:rect l="l" t="t" r="r" b="b"/>
                <a:pathLst>
                  <a:path w="84" h="317" extrusionOk="0">
                    <a:moveTo>
                      <a:pt x="45" y="313"/>
                    </a:moveTo>
                    <a:cubicBezTo>
                      <a:pt x="41" y="308"/>
                      <a:pt x="37" y="303"/>
                      <a:pt x="33" y="298"/>
                    </a:cubicBezTo>
                    <a:cubicBezTo>
                      <a:pt x="28" y="291"/>
                      <a:pt x="25" y="284"/>
                      <a:pt x="22" y="277"/>
                    </a:cubicBezTo>
                    <a:cubicBezTo>
                      <a:pt x="19" y="271"/>
                      <a:pt x="17" y="264"/>
                      <a:pt x="15" y="257"/>
                    </a:cubicBezTo>
                    <a:cubicBezTo>
                      <a:pt x="13" y="252"/>
                      <a:pt x="12" y="246"/>
                      <a:pt x="11" y="240"/>
                    </a:cubicBezTo>
                    <a:cubicBezTo>
                      <a:pt x="9" y="234"/>
                      <a:pt x="8" y="227"/>
                      <a:pt x="7" y="221"/>
                    </a:cubicBezTo>
                    <a:cubicBezTo>
                      <a:pt x="6" y="214"/>
                      <a:pt x="5" y="208"/>
                      <a:pt x="4" y="202"/>
                    </a:cubicBezTo>
                    <a:cubicBezTo>
                      <a:pt x="2" y="190"/>
                      <a:pt x="0" y="179"/>
                      <a:pt x="0" y="168"/>
                    </a:cubicBezTo>
                    <a:cubicBezTo>
                      <a:pt x="0" y="153"/>
                      <a:pt x="2" y="137"/>
                      <a:pt x="6" y="123"/>
                    </a:cubicBezTo>
                    <a:cubicBezTo>
                      <a:pt x="10" y="104"/>
                      <a:pt x="16" y="84"/>
                      <a:pt x="24" y="66"/>
                    </a:cubicBezTo>
                    <a:cubicBezTo>
                      <a:pt x="28" y="58"/>
                      <a:pt x="32" y="49"/>
                      <a:pt x="37" y="41"/>
                    </a:cubicBezTo>
                    <a:cubicBezTo>
                      <a:pt x="40" y="36"/>
                      <a:pt x="44" y="31"/>
                      <a:pt x="47" y="26"/>
                    </a:cubicBezTo>
                    <a:cubicBezTo>
                      <a:pt x="51" y="20"/>
                      <a:pt x="55" y="15"/>
                      <a:pt x="59" y="10"/>
                    </a:cubicBezTo>
                    <a:cubicBezTo>
                      <a:pt x="60" y="9"/>
                      <a:pt x="60" y="7"/>
                      <a:pt x="61" y="7"/>
                    </a:cubicBezTo>
                    <a:cubicBezTo>
                      <a:pt x="65" y="2"/>
                      <a:pt x="71" y="0"/>
                      <a:pt x="76" y="3"/>
                    </a:cubicBezTo>
                    <a:cubicBezTo>
                      <a:pt x="81" y="6"/>
                      <a:pt x="83" y="13"/>
                      <a:pt x="80" y="19"/>
                    </a:cubicBezTo>
                    <a:cubicBezTo>
                      <a:pt x="77" y="23"/>
                      <a:pt x="73" y="27"/>
                      <a:pt x="70" y="31"/>
                    </a:cubicBezTo>
                    <a:cubicBezTo>
                      <a:pt x="66" y="37"/>
                      <a:pt x="62" y="42"/>
                      <a:pt x="58" y="48"/>
                    </a:cubicBezTo>
                    <a:cubicBezTo>
                      <a:pt x="58" y="47"/>
                      <a:pt x="58" y="46"/>
                      <a:pt x="58" y="46"/>
                    </a:cubicBezTo>
                    <a:cubicBezTo>
                      <a:pt x="55" y="52"/>
                      <a:pt x="51" y="57"/>
                      <a:pt x="48" y="62"/>
                    </a:cubicBezTo>
                    <a:cubicBezTo>
                      <a:pt x="44" y="71"/>
                      <a:pt x="40" y="80"/>
                      <a:pt x="37" y="89"/>
                    </a:cubicBezTo>
                    <a:lnTo>
                      <a:pt x="37" y="88"/>
                    </a:lnTo>
                    <a:cubicBezTo>
                      <a:pt x="34" y="96"/>
                      <a:pt x="31" y="104"/>
                      <a:pt x="28" y="113"/>
                    </a:cubicBezTo>
                    <a:cubicBezTo>
                      <a:pt x="27" y="119"/>
                      <a:pt x="25" y="126"/>
                      <a:pt x="23" y="133"/>
                    </a:cubicBezTo>
                    <a:cubicBezTo>
                      <a:pt x="22" y="139"/>
                      <a:pt x="21" y="144"/>
                      <a:pt x="21" y="150"/>
                    </a:cubicBezTo>
                    <a:cubicBezTo>
                      <a:pt x="20" y="158"/>
                      <a:pt x="20" y="168"/>
                      <a:pt x="20" y="176"/>
                    </a:cubicBezTo>
                    <a:cubicBezTo>
                      <a:pt x="21" y="190"/>
                      <a:pt x="24" y="203"/>
                      <a:pt x="25" y="216"/>
                    </a:cubicBezTo>
                    <a:cubicBezTo>
                      <a:pt x="27" y="221"/>
                      <a:pt x="28" y="227"/>
                      <a:pt x="29" y="232"/>
                    </a:cubicBezTo>
                    <a:cubicBezTo>
                      <a:pt x="31" y="241"/>
                      <a:pt x="32" y="249"/>
                      <a:pt x="35" y="257"/>
                    </a:cubicBezTo>
                    <a:cubicBezTo>
                      <a:pt x="37" y="263"/>
                      <a:pt x="39" y="268"/>
                      <a:pt x="42" y="273"/>
                    </a:cubicBezTo>
                    <a:cubicBezTo>
                      <a:pt x="41" y="273"/>
                      <a:pt x="41" y="273"/>
                      <a:pt x="41" y="272"/>
                    </a:cubicBezTo>
                    <a:cubicBezTo>
                      <a:pt x="43" y="277"/>
                      <a:pt x="45" y="281"/>
                      <a:pt x="48" y="285"/>
                    </a:cubicBezTo>
                    <a:cubicBezTo>
                      <a:pt x="51" y="288"/>
                      <a:pt x="53" y="292"/>
                      <a:pt x="56" y="295"/>
                    </a:cubicBezTo>
                    <a:lnTo>
                      <a:pt x="55" y="295"/>
                    </a:lnTo>
                    <a:cubicBezTo>
                      <a:pt x="57" y="296"/>
                      <a:pt x="58" y="298"/>
                      <a:pt x="60" y="299"/>
                    </a:cubicBezTo>
                    <a:cubicBezTo>
                      <a:pt x="63" y="303"/>
                      <a:pt x="63" y="310"/>
                      <a:pt x="59" y="314"/>
                    </a:cubicBezTo>
                    <a:cubicBezTo>
                      <a:pt x="58" y="316"/>
                      <a:pt x="55" y="316"/>
                      <a:pt x="52" y="316"/>
                    </a:cubicBezTo>
                    <a:cubicBezTo>
                      <a:pt x="49" y="316"/>
                      <a:pt x="47" y="316"/>
                      <a:pt x="45" y="3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3" name="Google Shape;783;p7"/>
              <p:cNvSpPr/>
              <p:nvPr/>
            </p:nvSpPr>
            <p:spPr>
              <a:xfrm>
                <a:off x="383760" y="3972960"/>
                <a:ext cx="38880" cy="54720"/>
              </a:xfrm>
              <a:custGeom>
                <a:avLst/>
                <a:gdLst/>
                <a:ahLst/>
                <a:cxnLst/>
                <a:rect l="l" t="t" r="r" b="b"/>
                <a:pathLst>
                  <a:path w="108" h="152" extrusionOk="0">
                    <a:moveTo>
                      <a:pt x="91" y="150"/>
                    </a:moveTo>
                    <a:cubicBezTo>
                      <a:pt x="86" y="146"/>
                      <a:pt x="81" y="143"/>
                      <a:pt x="77" y="139"/>
                    </a:cubicBezTo>
                    <a:cubicBezTo>
                      <a:pt x="74" y="136"/>
                      <a:pt x="71" y="133"/>
                      <a:pt x="68" y="130"/>
                    </a:cubicBezTo>
                    <a:cubicBezTo>
                      <a:pt x="64" y="127"/>
                      <a:pt x="61" y="123"/>
                      <a:pt x="58" y="120"/>
                    </a:cubicBezTo>
                    <a:cubicBezTo>
                      <a:pt x="51" y="112"/>
                      <a:pt x="44" y="105"/>
                      <a:pt x="38" y="97"/>
                    </a:cubicBezTo>
                    <a:cubicBezTo>
                      <a:pt x="29" y="85"/>
                      <a:pt x="20" y="73"/>
                      <a:pt x="13" y="59"/>
                    </a:cubicBezTo>
                    <a:cubicBezTo>
                      <a:pt x="10" y="54"/>
                      <a:pt x="8" y="48"/>
                      <a:pt x="5" y="42"/>
                    </a:cubicBezTo>
                    <a:cubicBezTo>
                      <a:pt x="3" y="35"/>
                      <a:pt x="1" y="29"/>
                      <a:pt x="1" y="23"/>
                    </a:cubicBezTo>
                    <a:cubicBezTo>
                      <a:pt x="0" y="17"/>
                      <a:pt x="1" y="12"/>
                      <a:pt x="4" y="6"/>
                    </a:cubicBezTo>
                    <a:cubicBezTo>
                      <a:pt x="6" y="3"/>
                      <a:pt x="10" y="1"/>
                      <a:pt x="15" y="0"/>
                    </a:cubicBezTo>
                    <a:cubicBezTo>
                      <a:pt x="21" y="0"/>
                      <a:pt x="25" y="6"/>
                      <a:pt x="25" y="12"/>
                    </a:cubicBezTo>
                    <a:cubicBezTo>
                      <a:pt x="25" y="15"/>
                      <a:pt x="24" y="17"/>
                      <a:pt x="22" y="20"/>
                    </a:cubicBezTo>
                    <a:lnTo>
                      <a:pt x="22" y="21"/>
                    </a:lnTo>
                    <a:cubicBezTo>
                      <a:pt x="22" y="22"/>
                      <a:pt x="22" y="24"/>
                      <a:pt x="22" y="25"/>
                    </a:cubicBezTo>
                    <a:cubicBezTo>
                      <a:pt x="23" y="27"/>
                      <a:pt x="24" y="30"/>
                      <a:pt x="24" y="31"/>
                    </a:cubicBezTo>
                    <a:lnTo>
                      <a:pt x="24" y="30"/>
                    </a:lnTo>
                    <a:cubicBezTo>
                      <a:pt x="26" y="37"/>
                      <a:pt x="29" y="44"/>
                      <a:pt x="32" y="50"/>
                    </a:cubicBezTo>
                    <a:cubicBezTo>
                      <a:pt x="34" y="55"/>
                      <a:pt x="36" y="59"/>
                      <a:pt x="39" y="63"/>
                    </a:cubicBezTo>
                    <a:lnTo>
                      <a:pt x="38" y="62"/>
                    </a:lnTo>
                    <a:cubicBezTo>
                      <a:pt x="44" y="71"/>
                      <a:pt x="50" y="80"/>
                      <a:pt x="57" y="88"/>
                    </a:cubicBezTo>
                    <a:cubicBezTo>
                      <a:pt x="62" y="94"/>
                      <a:pt x="67" y="100"/>
                      <a:pt x="72" y="105"/>
                    </a:cubicBezTo>
                    <a:cubicBezTo>
                      <a:pt x="77" y="111"/>
                      <a:pt x="82" y="116"/>
                      <a:pt x="87" y="121"/>
                    </a:cubicBezTo>
                    <a:cubicBezTo>
                      <a:pt x="90" y="123"/>
                      <a:pt x="93" y="126"/>
                      <a:pt x="96" y="129"/>
                    </a:cubicBezTo>
                    <a:cubicBezTo>
                      <a:pt x="98" y="130"/>
                      <a:pt x="100" y="131"/>
                      <a:pt x="101" y="132"/>
                    </a:cubicBezTo>
                    <a:cubicBezTo>
                      <a:pt x="106" y="135"/>
                      <a:pt x="107" y="141"/>
                      <a:pt x="104" y="146"/>
                    </a:cubicBezTo>
                    <a:cubicBezTo>
                      <a:pt x="103" y="149"/>
                      <a:pt x="99" y="151"/>
                      <a:pt x="96" y="151"/>
                    </a:cubicBezTo>
                    <a:cubicBezTo>
                      <a:pt x="94" y="151"/>
                      <a:pt x="92" y="151"/>
                      <a:pt x="91" y="1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4" name="Google Shape;784;p7"/>
              <p:cNvSpPr/>
              <p:nvPr/>
            </p:nvSpPr>
            <p:spPr>
              <a:xfrm>
                <a:off x="385560" y="3981960"/>
                <a:ext cx="39240" cy="4284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119" extrusionOk="0">
                    <a:moveTo>
                      <a:pt x="10" y="118"/>
                    </a:moveTo>
                    <a:cubicBezTo>
                      <a:pt x="5" y="118"/>
                      <a:pt x="0" y="114"/>
                      <a:pt x="0" y="108"/>
                    </a:cubicBezTo>
                    <a:cubicBezTo>
                      <a:pt x="0" y="105"/>
                      <a:pt x="0" y="103"/>
                      <a:pt x="0" y="100"/>
                    </a:cubicBezTo>
                    <a:cubicBezTo>
                      <a:pt x="0" y="97"/>
                      <a:pt x="2" y="94"/>
                      <a:pt x="3" y="91"/>
                    </a:cubicBezTo>
                    <a:cubicBezTo>
                      <a:pt x="5" y="84"/>
                      <a:pt x="7" y="78"/>
                      <a:pt x="11" y="72"/>
                    </a:cubicBezTo>
                    <a:cubicBezTo>
                      <a:pt x="17" y="59"/>
                      <a:pt x="24" y="48"/>
                      <a:pt x="33" y="37"/>
                    </a:cubicBezTo>
                    <a:cubicBezTo>
                      <a:pt x="37" y="33"/>
                      <a:pt x="41" y="28"/>
                      <a:pt x="45" y="24"/>
                    </a:cubicBezTo>
                    <a:cubicBezTo>
                      <a:pt x="50" y="19"/>
                      <a:pt x="55" y="16"/>
                      <a:pt x="60" y="12"/>
                    </a:cubicBezTo>
                    <a:cubicBezTo>
                      <a:pt x="66" y="9"/>
                      <a:pt x="72" y="6"/>
                      <a:pt x="77" y="4"/>
                    </a:cubicBezTo>
                    <a:cubicBezTo>
                      <a:pt x="83" y="2"/>
                      <a:pt x="89" y="1"/>
                      <a:pt x="95" y="1"/>
                    </a:cubicBezTo>
                    <a:cubicBezTo>
                      <a:pt x="101" y="0"/>
                      <a:pt x="106" y="5"/>
                      <a:pt x="107" y="10"/>
                    </a:cubicBezTo>
                    <a:cubicBezTo>
                      <a:pt x="108" y="16"/>
                      <a:pt x="103" y="22"/>
                      <a:pt x="97" y="23"/>
                    </a:cubicBezTo>
                    <a:cubicBezTo>
                      <a:pt x="94" y="23"/>
                      <a:pt x="91" y="23"/>
                      <a:pt x="88" y="24"/>
                    </a:cubicBezTo>
                    <a:cubicBezTo>
                      <a:pt x="87" y="24"/>
                      <a:pt x="85" y="24"/>
                      <a:pt x="83" y="25"/>
                    </a:cubicBezTo>
                    <a:cubicBezTo>
                      <a:pt x="81" y="26"/>
                      <a:pt x="80" y="26"/>
                      <a:pt x="78" y="27"/>
                    </a:cubicBezTo>
                    <a:cubicBezTo>
                      <a:pt x="74" y="29"/>
                      <a:pt x="71" y="31"/>
                      <a:pt x="68" y="33"/>
                    </a:cubicBezTo>
                    <a:cubicBezTo>
                      <a:pt x="66" y="34"/>
                      <a:pt x="64" y="35"/>
                      <a:pt x="62" y="37"/>
                    </a:cubicBezTo>
                    <a:cubicBezTo>
                      <a:pt x="59" y="40"/>
                      <a:pt x="56" y="42"/>
                      <a:pt x="53" y="45"/>
                    </a:cubicBezTo>
                    <a:cubicBezTo>
                      <a:pt x="50" y="49"/>
                      <a:pt x="46" y="54"/>
                      <a:pt x="43" y="59"/>
                    </a:cubicBezTo>
                    <a:cubicBezTo>
                      <a:pt x="38" y="65"/>
                      <a:pt x="34" y="71"/>
                      <a:pt x="31" y="78"/>
                    </a:cubicBezTo>
                    <a:cubicBezTo>
                      <a:pt x="28" y="83"/>
                      <a:pt x="25" y="89"/>
                      <a:pt x="24" y="94"/>
                    </a:cubicBezTo>
                    <a:cubicBezTo>
                      <a:pt x="23" y="96"/>
                      <a:pt x="22" y="99"/>
                      <a:pt x="21" y="101"/>
                    </a:cubicBezTo>
                    <a:cubicBezTo>
                      <a:pt x="21" y="103"/>
                      <a:pt x="21" y="104"/>
                      <a:pt x="21" y="105"/>
                    </a:cubicBezTo>
                    <a:cubicBezTo>
                      <a:pt x="21" y="104"/>
                      <a:pt x="21" y="104"/>
                      <a:pt x="21" y="103"/>
                    </a:cubicBezTo>
                    <a:cubicBezTo>
                      <a:pt x="21" y="105"/>
                      <a:pt x="21" y="107"/>
                      <a:pt x="21" y="108"/>
                    </a:cubicBezTo>
                    <a:cubicBezTo>
                      <a:pt x="21" y="114"/>
                      <a:pt x="16" y="118"/>
                      <a:pt x="10" y="11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5" name="Google Shape;785;p7"/>
              <p:cNvSpPr/>
              <p:nvPr/>
            </p:nvSpPr>
            <p:spPr>
              <a:xfrm>
                <a:off x="435600" y="3951360"/>
                <a:ext cx="28800" cy="114840"/>
              </a:xfrm>
              <a:custGeom>
                <a:avLst/>
                <a:gdLst/>
                <a:ahLst/>
                <a:cxnLst/>
                <a:rect l="l" t="t" r="r" b="b"/>
                <a:pathLst>
                  <a:path w="80" h="319" extrusionOk="0">
                    <a:moveTo>
                      <a:pt x="5" y="316"/>
                    </a:moveTo>
                    <a:cubicBezTo>
                      <a:pt x="1" y="312"/>
                      <a:pt x="0" y="306"/>
                      <a:pt x="4" y="301"/>
                    </a:cubicBezTo>
                    <a:cubicBezTo>
                      <a:pt x="9" y="295"/>
                      <a:pt x="14" y="289"/>
                      <a:pt x="19" y="282"/>
                    </a:cubicBezTo>
                    <a:cubicBezTo>
                      <a:pt x="21" y="280"/>
                      <a:pt x="23" y="277"/>
                      <a:pt x="25" y="274"/>
                    </a:cubicBezTo>
                    <a:cubicBezTo>
                      <a:pt x="27" y="271"/>
                      <a:pt x="29" y="268"/>
                      <a:pt x="30" y="265"/>
                    </a:cubicBezTo>
                    <a:cubicBezTo>
                      <a:pt x="33" y="259"/>
                      <a:pt x="36" y="253"/>
                      <a:pt x="40" y="248"/>
                    </a:cubicBezTo>
                    <a:cubicBezTo>
                      <a:pt x="42" y="243"/>
                      <a:pt x="44" y="238"/>
                      <a:pt x="47" y="232"/>
                    </a:cubicBezTo>
                    <a:cubicBezTo>
                      <a:pt x="49" y="225"/>
                      <a:pt x="51" y="218"/>
                      <a:pt x="53" y="211"/>
                    </a:cubicBezTo>
                    <a:cubicBezTo>
                      <a:pt x="55" y="199"/>
                      <a:pt x="57" y="186"/>
                      <a:pt x="58" y="174"/>
                    </a:cubicBezTo>
                    <a:lnTo>
                      <a:pt x="58" y="175"/>
                    </a:lnTo>
                    <a:cubicBezTo>
                      <a:pt x="59" y="161"/>
                      <a:pt x="60" y="148"/>
                      <a:pt x="59" y="135"/>
                    </a:cubicBezTo>
                    <a:cubicBezTo>
                      <a:pt x="58" y="127"/>
                      <a:pt x="58" y="120"/>
                      <a:pt x="57" y="112"/>
                    </a:cubicBezTo>
                    <a:cubicBezTo>
                      <a:pt x="56" y="109"/>
                      <a:pt x="55" y="105"/>
                      <a:pt x="55" y="101"/>
                    </a:cubicBezTo>
                    <a:cubicBezTo>
                      <a:pt x="54" y="95"/>
                      <a:pt x="53" y="89"/>
                      <a:pt x="51" y="83"/>
                    </a:cubicBezTo>
                    <a:lnTo>
                      <a:pt x="51" y="82"/>
                    </a:lnTo>
                    <a:cubicBezTo>
                      <a:pt x="49" y="72"/>
                      <a:pt x="47" y="61"/>
                      <a:pt x="45" y="51"/>
                    </a:cubicBezTo>
                    <a:cubicBezTo>
                      <a:pt x="44" y="45"/>
                      <a:pt x="43" y="38"/>
                      <a:pt x="41" y="33"/>
                    </a:cubicBezTo>
                    <a:cubicBezTo>
                      <a:pt x="41" y="28"/>
                      <a:pt x="40" y="24"/>
                      <a:pt x="40" y="20"/>
                    </a:cubicBezTo>
                    <a:cubicBezTo>
                      <a:pt x="40" y="18"/>
                      <a:pt x="40" y="16"/>
                      <a:pt x="40" y="14"/>
                    </a:cubicBezTo>
                    <a:cubicBezTo>
                      <a:pt x="40" y="13"/>
                      <a:pt x="40" y="12"/>
                      <a:pt x="41" y="10"/>
                    </a:cubicBezTo>
                    <a:cubicBezTo>
                      <a:pt x="41" y="7"/>
                      <a:pt x="43" y="5"/>
                      <a:pt x="46" y="3"/>
                    </a:cubicBezTo>
                    <a:cubicBezTo>
                      <a:pt x="48" y="1"/>
                      <a:pt x="53" y="0"/>
                      <a:pt x="57" y="2"/>
                    </a:cubicBezTo>
                    <a:cubicBezTo>
                      <a:pt x="58" y="3"/>
                      <a:pt x="59" y="3"/>
                      <a:pt x="60" y="5"/>
                    </a:cubicBezTo>
                    <a:cubicBezTo>
                      <a:pt x="65" y="8"/>
                      <a:pt x="66" y="16"/>
                      <a:pt x="62" y="20"/>
                    </a:cubicBezTo>
                    <a:lnTo>
                      <a:pt x="62" y="21"/>
                    </a:lnTo>
                    <a:cubicBezTo>
                      <a:pt x="62" y="26"/>
                      <a:pt x="63" y="31"/>
                      <a:pt x="64" y="35"/>
                    </a:cubicBezTo>
                    <a:cubicBezTo>
                      <a:pt x="64" y="41"/>
                      <a:pt x="65" y="47"/>
                      <a:pt x="67" y="53"/>
                    </a:cubicBezTo>
                    <a:cubicBezTo>
                      <a:pt x="67" y="52"/>
                      <a:pt x="67" y="52"/>
                      <a:pt x="67" y="52"/>
                    </a:cubicBezTo>
                    <a:lnTo>
                      <a:pt x="67" y="53"/>
                    </a:lnTo>
                    <a:cubicBezTo>
                      <a:pt x="67" y="55"/>
                      <a:pt x="67" y="57"/>
                      <a:pt x="68" y="59"/>
                    </a:cubicBezTo>
                    <a:cubicBezTo>
                      <a:pt x="68" y="59"/>
                      <a:pt x="68" y="58"/>
                      <a:pt x="67" y="58"/>
                    </a:cubicBezTo>
                    <a:cubicBezTo>
                      <a:pt x="68" y="59"/>
                      <a:pt x="68" y="60"/>
                      <a:pt x="68" y="62"/>
                    </a:cubicBezTo>
                    <a:cubicBezTo>
                      <a:pt x="68" y="62"/>
                      <a:pt x="68" y="61"/>
                      <a:pt x="68" y="60"/>
                    </a:cubicBezTo>
                    <a:cubicBezTo>
                      <a:pt x="68" y="62"/>
                      <a:pt x="68" y="63"/>
                      <a:pt x="68" y="63"/>
                    </a:cubicBezTo>
                    <a:cubicBezTo>
                      <a:pt x="69" y="65"/>
                      <a:pt x="69" y="66"/>
                      <a:pt x="69" y="67"/>
                    </a:cubicBezTo>
                    <a:cubicBezTo>
                      <a:pt x="69" y="67"/>
                      <a:pt x="69" y="68"/>
                      <a:pt x="69" y="69"/>
                    </a:cubicBezTo>
                    <a:cubicBezTo>
                      <a:pt x="69" y="70"/>
                      <a:pt x="70" y="72"/>
                      <a:pt x="70" y="73"/>
                    </a:cubicBezTo>
                    <a:lnTo>
                      <a:pt x="70" y="72"/>
                    </a:lnTo>
                    <a:cubicBezTo>
                      <a:pt x="71" y="74"/>
                      <a:pt x="71" y="76"/>
                      <a:pt x="71" y="77"/>
                    </a:cubicBezTo>
                    <a:lnTo>
                      <a:pt x="71" y="76"/>
                    </a:lnTo>
                    <a:cubicBezTo>
                      <a:pt x="71" y="77"/>
                      <a:pt x="71" y="78"/>
                      <a:pt x="71" y="79"/>
                    </a:cubicBezTo>
                    <a:lnTo>
                      <a:pt x="71" y="78"/>
                    </a:lnTo>
                    <a:cubicBezTo>
                      <a:pt x="72" y="83"/>
                      <a:pt x="72" y="88"/>
                      <a:pt x="73" y="93"/>
                    </a:cubicBezTo>
                    <a:cubicBezTo>
                      <a:pt x="75" y="101"/>
                      <a:pt x="76" y="108"/>
                      <a:pt x="77" y="116"/>
                    </a:cubicBezTo>
                    <a:cubicBezTo>
                      <a:pt x="78" y="131"/>
                      <a:pt x="79" y="146"/>
                      <a:pt x="78" y="160"/>
                    </a:cubicBezTo>
                    <a:cubicBezTo>
                      <a:pt x="77" y="175"/>
                      <a:pt x="75" y="190"/>
                      <a:pt x="73" y="206"/>
                    </a:cubicBezTo>
                    <a:cubicBezTo>
                      <a:pt x="70" y="220"/>
                      <a:pt x="67" y="233"/>
                      <a:pt x="61" y="246"/>
                    </a:cubicBezTo>
                    <a:cubicBezTo>
                      <a:pt x="58" y="253"/>
                      <a:pt x="54" y="261"/>
                      <a:pt x="50" y="268"/>
                    </a:cubicBezTo>
                    <a:cubicBezTo>
                      <a:pt x="45" y="277"/>
                      <a:pt x="40" y="286"/>
                      <a:pt x="34" y="294"/>
                    </a:cubicBezTo>
                    <a:lnTo>
                      <a:pt x="34" y="293"/>
                    </a:lnTo>
                    <a:cubicBezTo>
                      <a:pt x="32" y="296"/>
                      <a:pt x="30" y="299"/>
                      <a:pt x="28" y="302"/>
                    </a:cubicBezTo>
                    <a:cubicBezTo>
                      <a:pt x="25" y="306"/>
                      <a:pt x="22" y="310"/>
                      <a:pt x="19" y="314"/>
                    </a:cubicBezTo>
                    <a:cubicBezTo>
                      <a:pt x="17" y="317"/>
                      <a:pt x="14" y="318"/>
                      <a:pt x="11" y="318"/>
                    </a:cubicBezTo>
                    <a:cubicBezTo>
                      <a:pt x="9" y="318"/>
                      <a:pt x="7" y="317"/>
                      <a:pt x="5" y="31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6" name="Google Shape;786;p7"/>
              <p:cNvSpPr/>
              <p:nvPr/>
            </p:nvSpPr>
            <p:spPr>
              <a:xfrm>
                <a:off x="453600" y="3764880"/>
                <a:ext cx="82080" cy="133200"/>
              </a:xfrm>
              <a:custGeom>
                <a:avLst/>
                <a:gdLst/>
                <a:ahLst/>
                <a:cxnLst/>
                <a:rect l="l" t="t" r="r" b="b"/>
                <a:pathLst>
                  <a:path w="228" h="370" extrusionOk="0">
                    <a:moveTo>
                      <a:pt x="29" y="345"/>
                    </a:moveTo>
                    <a:cubicBezTo>
                      <a:pt x="30" y="344"/>
                      <a:pt x="31" y="342"/>
                      <a:pt x="32" y="339"/>
                    </a:cubicBezTo>
                    <a:cubicBezTo>
                      <a:pt x="33" y="336"/>
                      <a:pt x="34" y="332"/>
                      <a:pt x="35" y="330"/>
                    </a:cubicBezTo>
                    <a:lnTo>
                      <a:pt x="35" y="331"/>
                    </a:lnTo>
                    <a:cubicBezTo>
                      <a:pt x="36" y="327"/>
                      <a:pt x="37" y="323"/>
                      <a:pt x="38" y="319"/>
                    </a:cubicBezTo>
                    <a:cubicBezTo>
                      <a:pt x="39" y="314"/>
                      <a:pt x="40" y="309"/>
                      <a:pt x="42" y="304"/>
                    </a:cubicBezTo>
                    <a:cubicBezTo>
                      <a:pt x="42" y="299"/>
                      <a:pt x="43" y="294"/>
                      <a:pt x="44" y="289"/>
                    </a:cubicBezTo>
                    <a:cubicBezTo>
                      <a:pt x="45" y="283"/>
                      <a:pt x="46" y="278"/>
                      <a:pt x="46" y="274"/>
                    </a:cubicBezTo>
                    <a:cubicBezTo>
                      <a:pt x="48" y="264"/>
                      <a:pt x="49" y="255"/>
                      <a:pt x="50" y="246"/>
                    </a:cubicBezTo>
                    <a:cubicBezTo>
                      <a:pt x="52" y="229"/>
                      <a:pt x="54" y="211"/>
                      <a:pt x="56" y="194"/>
                    </a:cubicBezTo>
                    <a:cubicBezTo>
                      <a:pt x="54" y="196"/>
                      <a:pt x="52" y="198"/>
                      <a:pt x="50" y="201"/>
                    </a:cubicBezTo>
                    <a:cubicBezTo>
                      <a:pt x="46" y="207"/>
                      <a:pt x="42" y="214"/>
                      <a:pt x="38" y="221"/>
                    </a:cubicBezTo>
                    <a:cubicBezTo>
                      <a:pt x="38" y="220"/>
                      <a:pt x="39" y="220"/>
                      <a:pt x="39" y="219"/>
                    </a:cubicBezTo>
                    <a:cubicBezTo>
                      <a:pt x="35" y="226"/>
                      <a:pt x="32" y="233"/>
                      <a:pt x="29" y="240"/>
                    </a:cubicBezTo>
                    <a:lnTo>
                      <a:pt x="29" y="239"/>
                    </a:lnTo>
                    <a:cubicBezTo>
                      <a:pt x="29" y="240"/>
                      <a:pt x="29" y="240"/>
                      <a:pt x="29" y="240"/>
                    </a:cubicBezTo>
                    <a:cubicBezTo>
                      <a:pt x="26" y="247"/>
                      <a:pt x="25" y="255"/>
                      <a:pt x="23" y="263"/>
                    </a:cubicBezTo>
                    <a:cubicBezTo>
                      <a:pt x="22" y="267"/>
                      <a:pt x="21" y="272"/>
                      <a:pt x="20" y="278"/>
                    </a:cubicBezTo>
                    <a:lnTo>
                      <a:pt x="20" y="279"/>
                    </a:lnTo>
                    <a:lnTo>
                      <a:pt x="20" y="278"/>
                    </a:lnTo>
                    <a:cubicBezTo>
                      <a:pt x="19" y="288"/>
                      <a:pt x="19" y="299"/>
                      <a:pt x="20" y="309"/>
                    </a:cubicBezTo>
                    <a:cubicBezTo>
                      <a:pt x="20" y="313"/>
                      <a:pt x="21" y="318"/>
                      <a:pt x="21" y="323"/>
                    </a:cubicBezTo>
                    <a:cubicBezTo>
                      <a:pt x="22" y="327"/>
                      <a:pt x="23" y="330"/>
                      <a:pt x="24" y="334"/>
                    </a:cubicBezTo>
                    <a:cubicBezTo>
                      <a:pt x="24" y="333"/>
                      <a:pt x="24" y="333"/>
                      <a:pt x="24" y="333"/>
                    </a:cubicBezTo>
                    <a:cubicBezTo>
                      <a:pt x="24" y="334"/>
                      <a:pt x="24" y="334"/>
                      <a:pt x="24" y="334"/>
                    </a:cubicBezTo>
                    <a:cubicBezTo>
                      <a:pt x="25" y="337"/>
                      <a:pt x="26" y="340"/>
                      <a:pt x="28" y="343"/>
                    </a:cubicBezTo>
                    <a:cubicBezTo>
                      <a:pt x="28" y="344"/>
                      <a:pt x="28" y="345"/>
                      <a:pt x="29" y="345"/>
                    </a:cubicBezTo>
                    <a:moveTo>
                      <a:pt x="26" y="369"/>
                    </a:moveTo>
                    <a:cubicBezTo>
                      <a:pt x="23" y="369"/>
                      <a:pt x="21" y="367"/>
                      <a:pt x="19" y="366"/>
                    </a:cubicBezTo>
                    <a:cubicBezTo>
                      <a:pt x="17" y="364"/>
                      <a:pt x="14" y="362"/>
                      <a:pt x="13" y="359"/>
                    </a:cubicBezTo>
                    <a:cubicBezTo>
                      <a:pt x="10" y="355"/>
                      <a:pt x="7" y="349"/>
                      <a:pt x="5" y="344"/>
                    </a:cubicBezTo>
                    <a:cubicBezTo>
                      <a:pt x="3" y="337"/>
                      <a:pt x="1" y="330"/>
                      <a:pt x="1" y="323"/>
                    </a:cubicBezTo>
                    <a:cubicBezTo>
                      <a:pt x="0" y="316"/>
                      <a:pt x="0" y="309"/>
                      <a:pt x="0" y="302"/>
                    </a:cubicBezTo>
                    <a:cubicBezTo>
                      <a:pt x="0" y="295"/>
                      <a:pt x="0" y="287"/>
                      <a:pt x="0" y="279"/>
                    </a:cubicBezTo>
                    <a:cubicBezTo>
                      <a:pt x="1" y="265"/>
                      <a:pt x="5" y="251"/>
                      <a:pt x="10" y="237"/>
                    </a:cubicBezTo>
                    <a:cubicBezTo>
                      <a:pt x="15" y="224"/>
                      <a:pt x="22" y="211"/>
                      <a:pt x="29" y="199"/>
                    </a:cubicBezTo>
                    <a:cubicBezTo>
                      <a:pt x="37" y="187"/>
                      <a:pt x="46" y="177"/>
                      <a:pt x="56" y="166"/>
                    </a:cubicBezTo>
                    <a:cubicBezTo>
                      <a:pt x="57" y="165"/>
                      <a:pt x="58" y="164"/>
                      <a:pt x="58" y="163"/>
                    </a:cubicBezTo>
                    <a:cubicBezTo>
                      <a:pt x="59" y="161"/>
                      <a:pt x="59" y="158"/>
                      <a:pt x="60" y="155"/>
                    </a:cubicBezTo>
                    <a:cubicBezTo>
                      <a:pt x="61" y="144"/>
                      <a:pt x="63" y="133"/>
                      <a:pt x="65" y="121"/>
                    </a:cubicBezTo>
                    <a:cubicBezTo>
                      <a:pt x="65" y="118"/>
                      <a:pt x="65" y="115"/>
                      <a:pt x="66" y="112"/>
                    </a:cubicBezTo>
                    <a:cubicBezTo>
                      <a:pt x="61" y="115"/>
                      <a:pt x="56" y="116"/>
                      <a:pt x="51" y="117"/>
                    </a:cubicBezTo>
                    <a:cubicBezTo>
                      <a:pt x="45" y="117"/>
                      <a:pt x="39" y="117"/>
                      <a:pt x="34" y="114"/>
                    </a:cubicBezTo>
                    <a:cubicBezTo>
                      <a:pt x="29" y="111"/>
                      <a:pt x="25" y="106"/>
                      <a:pt x="23" y="100"/>
                    </a:cubicBezTo>
                    <a:cubicBezTo>
                      <a:pt x="22" y="94"/>
                      <a:pt x="22" y="88"/>
                      <a:pt x="22" y="83"/>
                    </a:cubicBezTo>
                    <a:cubicBezTo>
                      <a:pt x="23" y="79"/>
                      <a:pt x="23" y="75"/>
                      <a:pt x="24" y="71"/>
                    </a:cubicBezTo>
                    <a:cubicBezTo>
                      <a:pt x="26" y="61"/>
                      <a:pt x="28" y="51"/>
                      <a:pt x="30" y="41"/>
                    </a:cubicBezTo>
                    <a:cubicBezTo>
                      <a:pt x="31" y="36"/>
                      <a:pt x="32" y="32"/>
                      <a:pt x="33" y="28"/>
                    </a:cubicBezTo>
                    <a:cubicBezTo>
                      <a:pt x="35" y="22"/>
                      <a:pt x="42" y="18"/>
                      <a:pt x="47" y="20"/>
                    </a:cubicBezTo>
                    <a:cubicBezTo>
                      <a:pt x="53" y="22"/>
                      <a:pt x="57" y="28"/>
                      <a:pt x="55" y="34"/>
                    </a:cubicBezTo>
                    <a:lnTo>
                      <a:pt x="55" y="35"/>
                    </a:lnTo>
                    <a:cubicBezTo>
                      <a:pt x="54" y="35"/>
                      <a:pt x="54" y="35"/>
                      <a:pt x="54" y="35"/>
                    </a:cubicBezTo>
                    <a:cubicBezTo>
                      <a:pt x="52" y="44"/>
                      <a:pt x="49" y="55"/>
                      <a:pt x="47" y="64"/>
                    </a:cubicBezTo>
                    <a:cubicBezTo>
                      <a:pt x="45" y="71"/>
                      <a:pt x="44" y="77"/>
                      <a:pt x="43" y="84"/>
                    </a:cubicBezTo>
                    <a:cubicBezTo>
                      <a:pt x="43" y="86"/>
                      <a:pt x="43" y="89"/>
                      <a:pt x="43" y="92"/>
                    </a:cubicBezTo>
                    <a:cubicBezTo>
                      <a:pt x="43" y="92"/>
                      <a:pt x="43" y="93"/>
                      <a:pt x="43" y="94"/>
                    </a:cubicBezTo>
                    <a:lnTo>
                      <a:pt x="43" y="95"/>
                    </a:lnTo>
                    <a:lnTo>
                      <a:pt x="44" y="95"/>
                    </a:lnTo>
                    <a:lnTo>
                      <a:pt x="45" y="95"/>
                    </a:lnTo>
                    <a:lnTo>
                      <a:pt x="45" y="96"/>
                    </a:lnTo>
                    <a:lnTo>
                      <a:pt x="46" y="96"/>
                    </a:lnTo>
                    <a:lnTo>
                      <a:pt x="47" y="96"/>
                    </a:lnTo>
                    <a:cubicBezTo>
                      <a:pt x="48" y="96"/>
                      <a:pt x="49" y="95"/>
                      <a:pt x="51" y="95"/>
                    </a:cubicBezTo>
                    <a:cubicBezTo>
                      <a:pt x="52" y="95"/>
                      <a:pt x="52" y="95"/>
                      <a:pt x="53" y="95"/>
                    </a:cubicBezTo>
                    <a:cubicBezTo>
                      <a:pt x="54" y="94"/>
                      <a:pt x="56" y="94"/>
                      <a:pt x="58" y="93"/>
                    </a:cubicBezTo>
                    <a:cubicBezTo>
                      <a:pt x="60" y="91"/>
                      <a:pt x="63" y="90"/>
                      <a:pt x="65" y="89"/>
                    </a:cubicBezTo>
                    <a:cubicBezTo>
                      <a:pt x="67" y="87"/>
                      <a:pt x="70" y="86"/>
                      <a:pt x="71" y="84"/>
                    </a:cubicBezTo>
                    <a:cubicBezTo>
                      <a:pt x="73" y="77"/>
                      <a:pt x="75" y="71"/>
                      <a:pt x="77" y="64"/>
                    </a:cubicBezTo>
                    <a:cubicBezTo>
                      <a:pt x="80" y="51"/>
                      <a:pt x="85" y="38"/>
                      <a:pt x="90" y="26"/>
                    </a:cubicBezTo>
                    <a:cubicBezTo>
                      <a:pt x="93" y="21"/>
                      <a:pt x="96" y="15"/>
                      <a:pt x="100" y="11"/>
                    </a:cubicBezTo>
                    <a:cubicBezTo>
                      <a:pt x="102" y="8"/>
                      <a:pt x="104" y="7"/>
                      <a:pt x="106" y="6"/>
                    </a:cubicBezTo>
                    <a:cubicBezTo>
                      <a:pt x="108" y="4"/>
                      <a:pt x="110" y="3"/>
                      <a:pt x="113" y="3"/>
                    </a:cubicBezTo>
                    <a:cubicBezTo>
                      <a:pt x="113" y="3"/>
                      <a:pt x="113" y="2"/>
                      <a:pt x="114" y="2"/>
                    </a:cubicBezTo>
                    <a:cubicBezTo>
                      <a:pt x="118" y="0"/>
                      <a:pt x="124" y="2"/>
                      <a:pt x="127" y="7"/>
                    </a:cubicBezTo>
                    <a:cubicBezTo>
                      <a:pt x="128" y="9"/>
                      <a:pt x="130" y="12"/>
                      <a:pt x="130" y="15"/>
                    </a:cubicBezTo>
                    <a:cubicBezTo>
                      <a:pt x="130" y="17"/>
                      <a:pt x="130" y="20"/>
                      <a:pt x="129" y="23"/>
                    </a:cubicBezTo>
                    <a:cubicBezTo>
                      <a:pt x="128" y="27"/>
                      <a:pt x="126" y="32"/>
                      <a:pt x="125" y="36"/>
                    </a:cubicBezTo>
                    <a:cubicBezTo>
                      <a:pt x="121" y="46"/>
                      <a:pt x="117" y="57"/>
                      <a:pt x="111" y="67"/>
                    </a:cubicBezTo>
                    <a:cubicBezTo>
                      <a:pt x="106" y="78"/>
                      <a:pt x="98" y="88"/>
                      <a:pt x="89" y="97"/>
                    </a:cubicBezTo>
                    <a:cubicBezTo>
                      <a:pt x="87" y="105"/>
                      <a:pt x="86" y="112"/>
                      <a:pt x="84" y="120"/>
                    </a:cubicBezTo>
                    <a:cubicBezTo>
                      <a:pt x="83" y="126"/>
                      <a:pt x="82" y="133"/>
                      <a:pt x="81" y="139"/>
                    </a:cubicBezTo>
                    <a:cubicBezTo>
                      <a:pt x="81" y="140"/>
                      <a:pt x="81" y="141"/>
                      <a:pt x="81" y="142"/>
                    </a:cubicBezTo>
                    <a:cubicBezTo>
                      <a:pt x="83" y="140"/>
                      <a:pt x="85" y="138"/>
                      <a:pt x="86" y="137"/>
                    </a:cubicBezTo>
                    <a:cubicBezTo>
                      <a:pt x="92" y="132"/>
                      <a:pt x="97" y="127"/>
                      <a:pt x="103" y="123"/>
                    </a:cubicBezTo>
                    <a:cubicBezTo>
                      <a:pt x="105" y="121"/>
                      <a:pt x="108" y="119"/>
                      <a:pt x="111" y="116"/>
                    </a:cubicBezTo>
                    <a:cubicBezTo>
                      <a:pt x="114" y="114"/>
                      <a:pt x="116" y="111"/>
                      <a:pt x="120" y="109"/>
                    </a:cubicBezTo>
                    <a:cubicBezTo>
                      <a:pt x="124" y="106"/>
                      <a:pt x="128" y="102"/>
                      <a:pt x="132" y="99"/>
                    </a:cubicBezTo>
                    <a:cubicBezTo>
                      <a:pt x="141" y="92"/>
                      <a:pt x="149" y="85"/>
                      <a:pt x="158" y="78"/>
                    </a:cubicBezTo>
                    <a:cubicBezTo>
                      <a:pt x="177" y="63"/>
                      <a:pt x="195" y="48"/>
                      <a:pt x="213" y="33"/>
                    </a:cubicBezTo>
                    <a:cubicBezTo>
                      <a:pt x="217" y="30"/>
                      <a:pt x="222" y="31"/>
                      <a:pt x="225" y="34"/>
                    </a:cubicBezTo>
                    <a:cubicBezTo>
                      <a:pt x="227" y="38"/>
                      <a:pt x="226" y="42"/>
                      <a:pt x="223" y="45"/>
                    </a:cubicBezTo>
                    <a:cubicBezTo>
                      <a:pt x="212" y="55"/>
                      <a:pt x="201" y="63"/>
                      <a:pt x="190" y="73"/>
                    </a:cubicBezTo>
                    <a:lnTo>
                      <a:pt x="189" y="73"/>
                    </a:lnTo>
                    <a:cubicBezTo>
                      <a:pt x="179" y="81"/>
                      <a:pt x="169" y="89"/>
                      <a:pt x="159" y="98"/>
                    </a:cubicBezTo>
                    <a:cubicBezTo>
                      <a:pt x="152" y="103"/>
                      <a:pt x="146" y="109"/>
                      <a:pt x="139" y="115"/>
                    </a:cubicBezTo>
                    <a:cubicBezTo>
                      <a:pt x="136" y="117"/>
                      <a:pt x="133" y="120"/>
                      <a:pt x="130" y="122"/>
                    </a:cubicBezTo>
                    <a:cubicBezTo>
                      <a:pt x="111" y="138"/>
                      <a:pt x="93" y="153"/>
                      <a:pt x="77" y="170"/>
                    </a:cubicBezTo>
                    <a:cubicBezTo>
                      <a:pt x="75" y="180"/>
                      <a:pt x="74" y="189"/>
                      <a:pt x="73" y="199"/>
                    </a:cubicBezTo>
                    <a:cubicBezTo>
                      <a:pt x="72" y="209"/>
                      <a:pt x="71" y="219"/>
                      <a:pt x="70" y="230"/>
                    </a:cubicBezTo>
                    <a:cubicBezTo>
                      <a:pt x="68" y="241"/>
                      <a:pt x="67" y="252"/>
                      <a:pt x="66" y="263"/>
                    </a:cubicBezTo>
                    <a:cubicBezTo>
                      <a:pt x="64" y="272"/>
                      <a:pt x="63" y="282"/>
                      <a:pt x="62" y="291"/>
                    </a:cubicBezTo>
                    <a:cubicBezTo>
                      <a:pt x="61" y="297"/>
                      <a:pt x="60" y="302"/>
                      <a:pt x="59" y="308"/>
                    </a:cubicBezTo>
                    <a:cubicBezTo>
                      <a:pt x="58" y="310"/>
                      <a:pt x="58" y="313"/>
                      <a:pt x="57" y="316"/>
                    </a:cubicBezTo>
                    <a:cubicBezTo>
                      <a:pt x="57" y="318"/>
                      <a:pt x="56" y="321"/>
                      <a:pt x="56" y="324"/>
                    </a:cubicBezTo>
                    <a:cubicBezTo>
                      <a:pt x="54" y="329"/>
                      <a:pt x="53" y="334"/>
                      <a:pt x="52" y="338"/>
                    </a:cubicBezTo>
                    <a:cubicBezTo>
                      <a:pt x="51" y="341"/>
                      <a:pt x="50" y="344"/>
                      <a:pt x="49" y="347"/>
                    </a:cubicBezTo>
                    <a:cubicBezTo>
                      <a:pt x="49" y="350"/>
                      <a:pt x="47" y="353"/>
                      <a:pt x="46" y="355"/>
                    </a:cubicBezTo>
                    <a:cubicBezTo>
                      <a:pt x="45" y="359"/>
                      <a:pt x="43" y="362"/>
                      <a:pt x="41" y="363"/>
                    </a:cubicBezTo>
                    <a:cubicBezTo>
                      <a:pt x="38" y="367"/>
                      <a:pt x="33" y="369"/>
                      <a:pt x="29" y="369"/>
                    </a:cubicBezTo>
                    <a:cubicBezTo>
                      <a:pt x="28" y="369"/>
                      <a:pt x="27" y="369"/>
                      <a:pt x="26" y="36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7" name="Google Shape;787;p7"/>
              <p:cNvSpPr/>
              <p:nvPr/>
            </p:nvSpPr>
            <p:spPr>
              <a:xfrm>
                <a:off x="1148760" y="4785840"/>
                <a:ext cx="34200" cy="69120"/>
              </a:xfrm>
              <a:custGeom>
                <a:avLst/>
                <a:gdLst/>
                <a:ahLst/>
                <a:cxnLst/>
                <a:rect l="l" t="t" r="r" b="b"/>
                <a:pathLst>
                  <a:path w="95" h="192" extrusionOk="0">
                    <a:moveTo>
                      <a:pt x="73" y="185"/>
                    </a:moveTo>
                    <a:cubicBezTo>
                      <a:pt x="71" y="177"/>
                      <a:pt x="68" y="170"/>
                      <a:pt x="65" y="163"/>
                    </a:cubicBezTo>
                    <a:cubicBezTo>
                      <a:pt x="64" y="157"/>
                      <a:pt x="62" y="152"/>
                      <a:pt x="59" y="148"/>
                    </a:cubicBezTo>
                    <a:cubicBezTo>
                      <a:pt x="57" y="142"/>
                      <a:pt x="55" y="136"/>
                      <a:pt x="52" y="130"/>
                    </a:cubicBezTo>
                    <a:cubicBezTo>
                      <a:pt x="50" y="124"/>
                      <a:pt x="47" y="117"/>
                      <a:pt x="44" y="110"/>
                    </a:cubicBezTo>
                    <a:cubicBezTo>
                      <a:pt x="40" y="104"/>
                      <a:pt x="37" y="97"/>
                      <a:pt x="34" y="90"/>
                    </a:cubicBezTo>
                    <a:cubicBezTo>
                      <a:pt x="23" y="66"/>
                      <a:pt x="12" y="41"/>
                      <a:pt x="2" y="16"/>
                    </a:cubicBezTo>
                    <a:cubicBezTo>
                      <a:pt x="0" y="11"/>
                      <a:pt x="3" y="4"/>
                      <a:pt x="8" y="2"/>
                    </a:cubicBezTo>
                    <a:cubicBezTo>
                      <a:pt x="14" y="0"/>
                      <a:pt x="21" y="2"/>
                      <a:pt x="23" y="8"/>
                    </a:cubicBezTo>
                    <a:cubicBezTo>
                      <a:pt x="31" y="31"/>
                      <a:pt x="40" y="53"/>
                      <a:pt x="50" y="75"/>
                    </a:cubicBezTo>
                    <a:cubicBezTo>
                      <a:pt x="54" y="85"/>
                      <a:pt x="58" y="95"/>
                      <a:pt x="62" y="104"/>
                    </a:cubicBezTo>
                    <a:cubicBezTo>
                      <a:pt x="68" y="116"/>
                      <a:pt x="73" y="128"/>
                      <a:pt x="78" y="139"/>
                    </a:cubicBezTo>
                    <a:cubicBezTo>
                      <a:pt x="83" y="152"/>
                      <a:pt x="87" y="164"/>
                      <a:pt x="92" y="177"/>
                    </a:cubicBezTo>
                    <a:cubicBezTo>
                      <a:pt x="94" y="182"/>
                      <a:pt x="92" y="188"/>
                      <a:pt x="86" y="190"/>
                    </a:cubicBezTo>
                    <a:cubicBezTo>
                      <a:pt x="85" y="191"/>
                      <a:pt x="84" y="191"/>
                      <a:pt x="83" y="191"/>
                    </a:cubicBezTo>
                    <a:cubicBezTo>
                      <a:pt x="79" y="191"/>
                      <a:pt x="75" y="189"/>
                      <a:pt x="73" y="18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8" name="Google Shape;788;p7"/>
              <p:cNvSpPr/>
              <p:nvPr/>
            </p:nvSpPr>
            <p:spPr>
              <a:xfrm>
                <a:off x="1141920" y="4781520"/>
                <a:ext cx="64800" cy="64440"/>
              </a:xfrm>
              <a:custGeom>
                <a:avLst/>
                <a:gdLst/>
                <a:ahLst/>
                <a:cxnLst/>
                <a:rect l="l" t="t" r="r" b="b"/>
                <a:pathLst>
                  <a:path w="180" h="179" extrusionOk="0">
                    <a:moveTo>
                      <a:pt x="3" y="175"/>
                    </a:moveTo>
                    <a:cubicBezTo>
                      <a:pt x="0" y="171"/>
                      <a:pt x="0" y="165"/>
                      <a:pt x="3" y="161"/>
                    </a:cubicBezTo>
                    <a:cubicBezTo>
                      <a:pt x="10" y="155"/>
                      <a:pt x="16" y="150"/>
                      <a:pt x="23" y="144"/>
                    </a:cubicBezTo>
                    <a:cubicBezTo>
                      <a:pt x="28" y="139"/>
                      <a:pt x="33" y="134"/>
                      <a:pt x="38" y="129"/>
                    </a:cubicBezTo>
                    <a:cubicBezTo>
                      <a:pt x="44" y="123"/>
                      <a:pt x="50" y="118"/>
                      <a:pt x="55" y="113"/>
                    </a:cubicBezTo>
                    <a:cubicBezTo>
                      <a:pt x="60" y="107"/>
                      <a:pt x="66" y="101"/>
                      <a:pt x="71" y="96"/>
                    </a:cubicBezTo>
                    <a:lnTo>
                      <a:pt x="71" y="97"/>
                    </a:lnTo>
                    <a:lnTo>
                      <a:pt x="71" y="96"/>
                    </a:lnTo>
                    <a:lnTo>
                      <a:pt x="71" y="97"/>
                    </a:lnTo>
                    <a:cubicBezTo>
                      <a:pt x="78" y="89"/>
                      <a:pt x="84" y="81"/>
                      <a:pt x="91" y="74"/>
                    </a:cubicBezTo>
                    <a:lnTo>
                      <a:pt x="91" y="75"/>
                    </a:lnTo>
                    <a:cubicBezTo>
                      <a:pt x="91" y="76"/>
                      <a:pt x="91" y="76"/>
                      <a:pt x="90" y="76"/>
                    </a:cubicBezTo>
                    <a:cubicBezTo>
                      <a:pt x="91" y="75"/>
                      <a:pt x="91" y="75"/>
                      <a:pt x="91" y="75"/>
                    </a:cubicBezTo>
                    <a:cubicBezTo>
                      <a:pt x="94" y="72"/>
                      <a:pt x="97" y="68"/>
                      <a:pt x="100" y="65"/>
                    </a:cubicBezTo>
                    <a:cubicBezTo>
                      <a:pt x="103" y="61"/>
                      <a:pt x="106" y="58"/>
                      <a:pt x="109" y="54"/>
                    </a:cubicBezTo>
                    <a:cubicBezTo>
                      <a:pt x="109" y="55"/>
                      <a:pt x="109" y="55"/>
                      <a:pt x="109" y="55"/>
                    </a:cubicBezTo>
                    <a:cubicBezTo>
                      <a:pt x="116" y="47"/>
                      <a:pt x="123" y="39"/>
                      <a:pt x="131" y="31"/>
                    </a:cubicBezTo>
                    <a:cubicBezTo>
                      <a:pt x="134" y="27"/>
                      <a:pt x="138" y="24"/>
                      <a:pt x="142" y="20"/>
                    </a:cubicBezTo>
                    <a:cubicBezTo>
                      <a:pt x="147" y="15"/>
                      <a:pt x="153" y="10"/>
                      <a:pt x="158" y="5"/>
                    </a:cubicBezTo>
                    <a:cubicBezTo>
                      <a:pt x="163" y="0"/>
                      <a:pt x="170" y="0"/>
                      <a:pt x="174" y="5"/>
                    </a:cubicBezTo>
                    <a:cubicBezTo>
                      <a:pt x="178" y="9"/>
                      <a:pt x="179" y="17"/>
                      <a:pt x="174" y="21"/>
                    </a:cubicBezTo>
                    <a:cubicBezTo>
                      <a:pt x="168" y="26"/>
                      <a:pt x="162" y="31"/>
                      <a:pt x="157" y="36"/>
                    </a:cubicBezTo>
                    <a:cubicBezTo>
                      <a:pt x="153" y="40"/>
                      <a:pt x="150" y="44"/>
                      <a:pt x="146" y="47"/>
                    </a:cubicBezTo>
                    <a:cubicBezTo>
                      <a:pt x="139" y="54"/>
                      <a:pt x="132" y="62"/>
                      <a:pt x="125" y="69"/>
                    </a:cubicBezTo>
                    <a:cubicBezTo>
                      <a:pt x="124" y="69"/>
                      <a:pt x="124" y="69"/>
                      <a:pt x="124" y="70"/>
                    </a:cubicBezTo>
                    <a:cubicBezTo>
                      <a:pt x="124" y="69"/>
                      <a:pt x="124" y="69"/>
                      <a:pt x="125" y="69"/>
                    </a:cubicBezTo>
                    <a:cubicBezTo>
                      <a:pt x="118" y="76"/>
                      <a:pt x="112" y="82"/>
                      <a:pt x="106" y="89"/>
                    </a:cubicBezTo>
                    <a:cubicBezTo>
                      <a:pt x="106" y="88"/>
                      <a:pt x="106" y="88"/>
                      <a:pt x="106" y="88"/>
                    </a:cubicBezTo>
                    <a:cubicBezTo>
                      <a:pt x="99" y="96"/>
                      <a:pt x="92" y="103"/>
                      <a:pt x="85" y="111"/>
                    </a:cubicBezTo>
                    <a:cubicBezTo>
                      <a:pt x="79" y="117"/>
                      <a:pt x="72" y="124"/>
                      <a:pt x="65" y="130"/>
                    </a:cubicBezTo>
                    <a:cubicBezTo>
                      <a:pt x="49" y="146"/>
                      <a:pt x="33" y="160"/>
                      <a:pt x="16" y="175"/>
                    </a:cubicBezTo>
                    <a:cubicBezTo>
                      <a:pt x="14" y="176"/>
                      <a:pt x="12" y="178"/>
                      <a:pt x="10" y="178"/>
                    </a:cubicBezTo>
                    <a:cubicBezTo>
                      <a:pt x="7" y="178"/>
                      <a:pt x="5" y="176"/>
                      <a:pt x="3" y="17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9" name="Google Shape;789;p7"/>
              <p:cNvSpPr/>
              <p:nvPr/>
            </p:nvSpPr>
            <p:spPr>
              <a:xfrm>
                <a:off x="944280" y="4811400"/>
                <a:ext cx="5436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151" h="120" extrusionOk="0">
                    <a:moveTo>
                      <a:pt x="47" y="95"/>
                    </a:moveTo>
                    <a:cubicBezTo>
                      <a:pt x="48" y="95"/>
                      <a:pt x="49" y="95"/>
                      <a:pt x="50" y="95"/>
                    </a:cubicBezTo>
                    <a:cubicBezTo>
                      <a:pt x="51" y="95"/>
                      <a:pt x="52" y="94"/>
                      <a:pt x="53" y="94"/>
                    </a:cubicBezTo>
                    <a:cubicBezTo>
                      <a:pt x="54" y="93"/>
                      <a:pt x="55" y="93"/>
                      <a:pt x="55" y="93"/>
                    </a:cubicBezTo>
                    <a:cubicBezTo>
                      <a:pt x="57" y="92"/>
                      <a:pt x="58" y="92"/>
                      <a:pt x="59" y="91"/>
                    </a:cubicBezTo>
                    <a:cubicBezTo>
                      <a:pt x="61" y="90"/>
                      <a:pt x="62" y="89"/>
                      <a:pt x="64" y="88"/>
                    </a:cubicBezTo>
                    <a:cubicBezTo>
                      <a:pt x="65" y="86"/>
                      <a:pt x="67" y="85"/>
                      <a:pt x="68" y="83"/>
                    </a:cubicBezTo>
                    <a:cubicBezTo>
                      <a:pt x="71" y="80"/>
                      <a:pt x="73" y="77"/>
                      <a:pt x="76" y="74"/>
                    </a:cubicBezTo>
                    <a:cubicBezTo>
                      <a:pt x="79" y="70"/>
                      <a:pt x="82" y="65"/>
                      <a:pt x="84" y="61"/>
                    </a:cubicBezTo>
                    <a:cubicBezTo>
                      <a:pt x="86" y="57"/>
                      <a:pt x="88" y="53"/>
                      <a:pt x="90" y="48"/>
                    </a:cubicBezTo>
                    <a:cubicBezTo>
                      <a:pt x="89" y="47"/>
                      <a:pt x="89" y="46"/>
                      <a:pt x="88" y="44"/>
                    </a:cubicBezTo>
                    <a:cubicBezTo>
                      <a:pt x="87" y="42"/>
                      <a:pt x="86" y="40"/>
                      <a:pt x="84" y="37"/>
                    </a:cubicBezTo>
                    <a:cubicBezTo>
                      <a:pt x="83" y="36"/>
                      <a:pt x="82" y="34"/>
                      <a:pt x="80" y="32"/>
                    </a:cubicBezTo>
                    <a:cubicBezTo>
                      <a:pt x="79" y="31"/>
                      <a:pt x="78" y="30"/>
                      <a:pt x="77" y="29"/>
                    </a:cubicBezTo>
                    <a:cubicBezTo>
                      <a:pt x="76" y="28"/>
                      <a:pt x="75" y="26"/>
                      <a:pt x="73" y="25"/>
                    </a:cubicBezTo>
                    <a:cubicBezTo>
                      <a:pt x="72" y="25"/>
                      <a:pt x="72" y="25"/>
                      <a:pt x="71" y="24"/>
                    </a:cubicBezTo>
                    <a:cubicBezTo>
                      <a:pt x="71" y="24"/>
                      <a:pt x="69" y="24"/>
                      <a:pt x="69" y="23"/>
                    </a:cubicBezTo>
                    <a:cubicBezTo>
                      <a:pt x="68" y="23"/>
                      <a:pt x="68" y="23"/>
                      <a:pt x="67" y="22"/>
                    </a:cubicBezTo>
                    <a:cubicBezTo>
                      <a:pt x="66" y="22"/>
                      <a:pt x="66" y="22"/>
                      <a:pt x="66" y="22"/>
                    </a:cubicBezTo>
                    <a:cubicBezTo>
                      <a:pt x="65" y="22"/>
                      <a:pt x="64" y="22"/>
                      <a:pt x="63" y="22"/>
                    </a:cubicBezTo>
                    <a:cubicBezTo>
                      <a:pt x="64" y="22"/>
                      <a:pt x="64" y="22"/>
                      <a:pt x="64" y="22"/>
                    </a:cubicBezTo>
                    <a:cubicBezTo>
                      <a:pt x="64" y="22"/>
                      <a:pt x="63" y="22"/>
                      <a:pt x="62" y="22"/>
                    </a:cubicBezTo>
                    <a:cubicBezTo>
                      <a:pt x="61" y="23"/>
                      <a:pt x="61" y="23"/>
                      <a:pt x="60" y="23"/>
                    </a:cubicBezTo>
                    <a:cubicBezTo>
                      <a:pt x="59" y="24"/>
                      <a:pt x="58" y="24"/>
                      <a:pt x="58" y="24"/>
                    </a:cubicBezTo>
                    <a:cubicBezTo>
                      <a:pt x="57" y="25"/>
                      <a:pt x="56" y="25"/>
                      <a:pt x="55" y="25"/>
                    </a:cubicBezTo>
                    <a:cubicBezTo>
                      <a:pt x="54" y="26"/>
                      <a:pt x="53" y="27"/>
                      <a:pt x="52" y="28"/>
                    </a:cubicBezTo>
                    <a:cubicBezTo>
                      <a:pt x="50" y="29"/>
                      <a:pt x="49" y="31"/>
                      <a:pt x="48" y="32"/>
                    </a:cubicBezTo>
                    <a:cubicBezTo>
                      <a:pt x="46" y="33"/>
                      <a:pt x="45" y="35"/>
                      <a:pt x="44" y="37"/>
                    </a:cubicBezTo>
                    <a:cubicBezTo>
                      <a:pt x="42" y="39"/>
                      <a:pt x="40" y="42"/>
                      <a:pt x="39" y="45"/>
                    </a:cubicBezTo>
                    <a:cubicBezTo>
                      <a:pt x="37" y="49"/>
                      <a:pt x="36" y="52"/>
                      <a:pt x="34" y="56"/>
                    </a:cubicBezTo>
                    <a:cubicBezTo>
                      <a:pt x="33" y="58"/>
                      <a:pt x="32" y="61"/>
                      <a:pt x="31" y="64"/>
                    </a:cubicBezTo>
                    <a:cubicBezTo>
                      <a:pt x="31" y="67"/>
                      <a:pt x="30" y="69"/>
                      <a:pt x="30" y="71"/>
                    </a:cubicBezTo>
                    <a:cubicBezTo>
                      <a:pt x="30" y="73"/>
                      <a:pt x="30" y="75"/>
                      <a:pt x="30" y="77"/>
                    </a:cubicBezTo>
                    <a:cubicBezTo>
                      <a:pt x="30" y="78"/>
                      <a:pt x="30" y="79"/>
                      <a:pt x="30" y="80"/>
                    </a:cubicBezTo>
                    <a:cubicBezTo>
                      <a:pt x="30" y="79"/>
                      <a:pt x="30" y="79"/>
                      <a:pt x="30" y="78"/>
                    </a:cubicBezTo>
                    <a:cubicBezTo>
                      <a:pt x="30" y="80"/>
                      <a:pt x="31" y="82"/>
                      <a:pt x="31" y="83"/>
                    </a:cubicBezTo>
                    <a:cubicBezTo>
                      <a:pt x="31" y="84"/>
                      <a:pt x="32" y="85"/>
                      <a:pt x="33" y="86"/>
                    </a:cubicBezTo>
                    <a:cubicBezTo>
                      <a:pt x="33" y="86"/>
                      <a:pt x="33" y="88"/>
                      <a:pt x="34" y="88"/>
                    </a:cubicBezTo>
                    <a:lnTo>
                      <a:pt x="33" y="88"/>
                    </a:lnTo>
                    <a:cubicBezTo>
                      <a:pt x="34" y="88"/>
                      <a:pt x="34" y="89"/>
                      <a:pt x="35" y="89"/>
                    </a:cubicBezTo>
                    <a:cubicBezTo>
                      <a:pt x="36" y="90"/>
                      <a:pt x="36" y="91"/>
                      <a:pt x="36" y="91"/>
                    </a:cubicBezTo>
                    <a:cubicBezTo>
                      <a:pt x="37" y="92"/>
                      <a:pt x="37" y="92"/>
                      <a:pt x="38" y="92"/>
                    </a:cubicBezTo>
                    <a:cubicBezTo>
                      <a:pt x="38" y="93"/>
                      <a:pt x="39" y="93"/>
                      <a:pt x="40" y="93"/>
                    </a:cubicBezTo>
                    <a:cubicBezTo>
                      <a:pt x="40" y="94"/>
                      <a:pt x="41" y="94"/>
                      <a:pt x="41" y="94"/>
                    </a:cubicBezTo>
                    <a:cubicBezTo>
                      <a:pt x="42" y="95"/>
                      <a:pt x="43" y="95"/>
                      <a:pt x="43" y="95"/>
                    </a:cubicBezTo>
                    <a:cubicBezTo>
                      <a:pt x="44" y="95"/>
                      <a:pt x="45" y="95"/>
                      <a:pt x="45" y="95"/>
                    </a:cubicBezTo>
                    <a:cubicBezTo>
                      <a:pt x="46" y="95"/>
                      <a:pt x="47" y="95"/>
                      <a:pt x="47" y="95"/>
                    </a:cubicBezTo>
                    <a:moveTo>
                      <a:pt x="130" y="114"/>
                    </a:moveTo>
                    <a:cubicBezTo>
                      <a:pt x="128" y="111"/>
                      <a:pt x="125" y="109"/>
                      <a:pt x="124" y="105"/>
                    </a:cubicBezTo>
                    <a:cubicBezTo>
                      <a:pt x="122" y="102"/>
                      <a:pt x="121" y="99"/>
                      <a:pt x="120" y="95"/>
                    </a:cubicBezTo>
                    <a:cubicBezTo>
                      <a:pt x="119" y="92"/>
                      <a:pt x="118" y="89"/>
                      <a:pt x="117" y="85"/>
                    </a:cubicBezTo>
                    <a:cubicBezTo>
                      <a:pt x="115" y="88"/>
                      <a:pt x="111" y="89"/>
                      <a:pt x="108" y="88"/>
                    </a:cubicBezTo>
                    <a:cubicBezTo>
                      <a:pt x="105" y="88"/>
                      <a:pt x="102" y="86"/>
                      <a:pt x="100" y="84"/>
                    </a:cubicBezTo>
                    <a:cubicBezTo>
                      <a:pt x="99" y="82"/>
                      <a:pt x="98" y="80"/>
                      <a:pt x="98" y="78"/>
                    </a:cubicBezTo>
                    <a:cubicBezTo>
                      <a:pt x="96" y="81"/>
                      <a:pt x="94" y="83"/>
                      <a:pt x="93" y="85"/>
                    </a:cubicBezTo>
                    <a:cubicBezTo>
                      <a:pt x="85" y="98"/>
                      <a:pt x="74" y="109"/>
                      <a:pt x="61" y="113"/>
                    </a:cubicBezTo>
                    <a:cubicBezTo>
                      <a:pt x="54" y="116"/>
                      <a:pt x="48" y="116"/>
                      <a:pt x="41" y="116"/>
                    </a:cubicBezTo>
                    <a:cubicBezTo>
                      <a:pt x="34" y="115"/>
                      <a:pt x="28" y="111"/>
                      <a:pt x="23" y="107"/>
                    </a:cubicBezTo>
                    <a:cubicBezTo>
                      <a:pt x="0" y="86"/>
                      <a:pt x="10" y="50"/>
                      <a:pt x="24" y="28"/>
                    </a:cubicBezTo>
                    <a:cubicBezTo>
                      <a:pt x="31" y="16"/>
                      <a:pt x="43" y="5"/>
                      <a:pt x="57" y="2"/>
                    </a:cubicBezTo>
                    <a:cubicBezTo>
                      <a:pt x="64" y="0"/>
                      <a:pt x="70" y="1"/>
                      <a:pt x="76" y="3"/>
                    </a:cubicBezTo>
                    <a:cubicBezTo>
                      <a:pt x="83" y="5"/>
                      <a:pt x="88" y="10"/>
                      <a:pt x="93" y="15"/>
                    </a:cubicBezTo>
                    <a:cubicBezTo>
                      <a:pt x="96" y="17"/>
                      <a:pt x="97" y="19"/>
                      <a:pt x="100" y="22"/>
                    </a:cubicBezTo>
                    <a:cubicBezTo>
                      <a:pt x="101" y="17"/>
                      <a:pt x="102" y="12"/>
                      <a:pt x="104" y="7"/>
                    </a:cubicBezTo>
                    <a:cubicBezTo>
                      <a:pt x="105" y="3"/>
                      <a:pt x="110" y="1"/>
                      <a:pt x="114" y="1"/>
                    </a:cubicBezTo>
                    <a:cubicBezTo>
                      <a:pt x="118" y="1"/>
                      <a:pt x="122" y="4"/>
                      <a:pt x="124" y="8"/>
                    </a:cubicBezTo>
                    <a:cubicBezTo>
                      <a:pt x="126" y="12"/>
                      <a:pt x="126" y="18"/>
                      <a:pt x="126" y="23"/>
                    </a:cubicBezTo>
                    <a:cubicBezTo>
                      <a:pt x="127" y="27"/>
                      <a:pt x="127" y="31"/>
                      <a:pt x="128" y="35"/>
                    </a:cubicBezTo>
                    <a:cubicBezTo>
                      <a:pt x="128" y="40"/>
                      <a:pt x="129" y="46"/>
                      <a:pt x="130" y="52"/>
                    </a:cubicBezTo>
                    <a:cubicBezTo>
                      <a:pt x="131" y="57"/>
                      <a:pt x="132" y="62"/>
                      <a:pt x="133" y="67"/>
                    </a:cubicBezTo>
                    <a:cubicBezTo>
                      <a:pt x="133" y="69"/>
                      <a:pt x="134" y="71"/>
                      <a:pt x="135" y="73"/>
                    </a:cubicBezTo>
                    <a:cubicBezTo>
                      <a:pt x="135" y="75"/>
                      <a:pt x="136" y="78"/>
                      <a:pt x="137" y="80"/>
                    </a:cubicBezTo>
                    <a:cubicBezTo>
                      <a:pt x="139" y="85"/>
                      <a:pt x="140" y="91"/>
                      <a:pt x="142" y="95"/>
                    </a:cubicBezTo>
                    <a:cubicBezTo>
                      <a:pt x="143" y="96"/>
                      <a:pt x="143" y="98"/>
                      <a:pt x="144" y="99"/>
                    </a:cubicBezTo>
                    <a:cubicBezTo>
                      <a:pt x="145" y="100"/>
                      <a:pt x="146" y="101"/>
                      <a:pt x="147" y="102"/>
                    </a:cubicBezTo>
                    <a:cubicBezTo>
                      <a:pt x="150" y="107"/>
                      <a:pt x="149" y="114"/>
                      <a:pt x="145" y="117"/>
                    </a:cubicBezTo>
                    <a:cubicBezTo>
                      <a:pt x="143" y="118"/>
                      <a:pt x="140" y="119"/>
                      <a:pt x="138" y="119"/>
                    </a:cubicBezTo>
                    <a:cubicBezTo>
                      <a:pt x="135" y="119"/>
                      <a:pt x="132" y="117"/>
                      <a:pt x="130" y="1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0" name="Google Shape;790;p7"/>
              <p:cNvSpPr/>
              <p:nvPr/>
            </p:nvSpPr>
            <p:spPr>
              <a:xfrm>
                <a:off x="745920" y="4140000"/>
                <a:ext cx="73440" cy="131040"/>
              </a:xfrm>
              <a:custGeom>
                <a:avLst/>
                <a:gdLst/>
                <a:ahLst/>
                <a:cxnLst/>
                <a:rect l="l" t="t" r="r" b="b"/>
                <a:pathLst>
                  <a:path w="204" h="364" extrusionOk="0">
                    <a:moveTo>
                      <a:pt x="175" y="46"/>
                    </a:moveTo>
                    <a:cubicBezTo>
                      <a:pt x="175" y="44"/>
                      <a:pt x="176" y="42"/>
                      <a:pt x="176" y="40"/>
                    </a:cubicBezTo>
                    <a:cubicBezTo>
                      <a:pt x="176" y="40"/>
                      <a:pt x="176" y="41"/>
                      <a:pt x="175" y="42"/>
                    </a:cubicBezTo>
                    <a:cubicBezTo>
                      <a:pt x="175" y="43"/>
                      <a:pt x="174" y="44"/>
                      <a:pt x="173" y="45"/>
                    </a:cubicBezTo>
                    <a:cubicBezTo>
                      <a:pt x="174" y="46"/>
                      <a:pt x="174" y="46"/>
                      <a:pt x="175" y="46"/>
                    </a:cubicBezTo>
                    <a:moveTo>
                      <a:pt x="58" y="342"/>
                    </a:moveTo>
                    <a:cubicBezTo>
                      <a:pt x="59" y="341"/>
                      <a:pt x="60" y="341"/>
                      <a:pt x="61" y="341"/>
                    </a:cubicBezTo>
                    <a:lnTo>
                      <a:pt x="62" y="341"/>
                    </a:lnTo>
                    <a:cubicBezTo>
                      <a:pt x="63" y="340"/>
                      <a:pt x="65" y="340"/>
                      <a:pt x="66" y="339"/>
                    </a:cubicBezTo>
                    <a:cubicBezTo>
                      <a:pt x="68" y="338"/>
                      <a:pt x="70" y="337"/>
                      <a:pt x="72" y="336"/>
                    </a:cubicBezTo>
                    <a:cubicBezTo>
                      <a:pt x="73" y="335"/>
                      <a:pt x="74" y="335"/>
                      <a:pt x="74" y="334"/>
                    </a:cubicBezTo>
                    <a:cubicBezTo>
                      <a:pt x="75" y="334"/>
                      <a:pt x="76" y="333"/>
                      <a:pt x="76" y="332"/>
                    </a:cubicBezTo>
                    <a:cubicBezTo>
                      <a:pt x="77" y="331"/>
                      <a:pt x="78" y="330"/>
                      <a:pt x="79" y="329"/>
                    </a:cubicBezTo>
                    <a:cubicBezTo>
                      <a:pt x="81" y="326"/>
                      <a:pt x="83" y="322"/>
                      <a:pt x="85" y="319"/>
                    </a:cubicBezTo>
                    <a:cubicBezTo>
                      <a:pt x="87" y="314"/>
                      <a:pt x="90" y="310"/>
                      <a:pt x="92" y="306"/>
                    </a:cubicBezTo>
                    <a:cubicBezTo>
                      <a:pt x="94" y="301"/>
                      <a:pt x="95" y="297"/>
                      <a:pt x="97" y="293"/>
                    </a:cubicBezTo>
                    <a:cubicBezTo>
                      <a:pt x="99" y="286"/>
                      <a:pt x="102" y="279"/>
                      <a:pt x="104" y="273"/>
                    </a:cubicBezTo>
                    <a:cubicBezTo>
                      <a:pt x="106" y="266"/>
                      <a:pt x="107" y="260"/>
                      <a:pt x="109" y="254"/>
                    </a:cubicBezTo>
                    <a:cubicBezTo>
                      <a:pt x="110" y="248"/>
                      <a:pt x="111" y="243"/>
                      <a:pt x="112" y="238"/>
                    </a:cubicBezTo>
                    <a:cubicBezTo>
                      <a:pt x="113" y="234"/>
                      <a:pt x="113" y="230"/>
                      <a:pt x="114" y="226"/>
                    </a:cubicBezTo>
                    <a:cubicBezTo>
                      <a:pt x="110" y="227"/>
                      <a:pt x="106" y="227"/>
                      <a:pt x="102" y="228"/>
                    </a:cubicBezTo>
                    <a:cubicBezTo>
                      <a:pt x="97" y="229"/>
                      <a:pt x="91" y="230"/>
                      <a:pt x="85" y="230"/>
                    </a:cubicBezTo>
                    <a:cubicBezTo>
                      <a:pt x="73" y="232"/>
                      <a:pt x="61" y="232"/>
                      <a:pt x="49" y="234"/>
                    </a:cubicBezTo>
                    <a:lnTo>
                      <a:pt x="48" y="234"/>
                    </a:lnTo>
                    <a:lnTo>
                      <a:pt x="48" y="235"/>
                    </a:lnTo>
                    <a:cubicBezTo>
                      <a:pt x="48" y="234"/>
                      <a:pt x="48" y="234"/>
                      <a:pt x="48" y="234"/>
                    </a:cubicBezTo>
                    <a:cubicBezTo>
                      <a:pt x="45" y="240"/>
                      <a:pt x="42" y="245"/>
                      <a:pt x="39" y="250"/>
                    </a:cubicBezTo>
                    <a:cubicBezTo>
                      <a:pt x="35" y="255"/>
                      <a:pt x="31" y="261"/>
                      <a:pt x="28" y="267"/>
                    </a:cubicBezTo>
                    <a:cubicBezTo>
                      <a:pt x="27" y="268"/>
                      <a:pt x="26" y="270"/>
                      <a:pt x="25" y="272"/>
                    </a:cubicBezTo>
                    <a:cubicBezTo>
                      <a:pt x="24" y="275"/>
                      <a:pt x="23" y="279"/>
                      <a:pt x="23" y="282"/>
                    </a:cubicBezTo>
                    <a:cubicBezTo>
                      <a:pt x="22" y="285"/>
                      <a:pt x="21" y="288"/>
                      <a:pt x="21" y="291"/>
                    </a:cubicBezTo>
                    <a:cubicBezTo>
                      <a:pt x="21" y="293"/>
                      <a:pt x="21" y="294"/>
                      <a:pt x="21" y="296"/>
                    </a:cubicBezTo>
                    <a:cubicBezTo>
                      <a:pt x="21" y="299"/>
                      <a:pt x="21" y="301"/>
                      <a:pt x="22" y="303"/>
                    </a:cubicBezTo>
                    <a:cubicBezTo>
                      <a:pt x="23" y="306"/>
                      <a:pt x="23" y="308"/>
                      <a:pt x="24" y="311"/>
                    </a:cubicBezTo>
                    <a:cubicBezTo>
                      <a:pt x="25" y="314"/>
                      <a:pt x="26" y="317"/>
                      <a:pt x="27" y="320"/>
                    </a:cubicBezTo>
                    <a:cubicBezTo>
                      <a:pt x="28" y="322"/>
                      <a:pt x="30" y="324"/>
                      <a:pt x="31" y="326"/>
                    </a:cubicBezTo>
                    <a:cubicBezTo>
                      <a:pt x="32" y="328"/>
                      <a:pt x="32" y="329"/>
                      <a:pt x="34" y="331"/>
                    </a:cubicBezTo>
                    <a:cubicBezTo>
                      <a:pt x="35" y="331"/>
                      <a:pt x="35" y="332"/>
                      <a:pt x="37" y="333"/>
                    </a:cubicBezTo>
                    <a:cubicBezTo>
                      <a:pt x="38" y="334"/>
                      <a:pt x="39" y="335"/>
                      <a:pt x="40" y="336"/>
                    </a:cubicBezTo>
                    <a:cubicBezTo>
                      <a:pt x="41" y="336"/>
                      <a:pt x="42" y="337"/>
                      <a:pt x="43" y="338"/>
                    </a:cubicBezTo>
                    <a:cubicBezTo>
                      <a:pt x="44" y="338"/>
                      <a:pt x="45" y="339"/>
                      <a:pt x="46" y="339"/>
                    </a:cubicBezTo>
                    <a:cubicBezTo>
                      <a:pt x="48" y="340"/>
                      <a:pt x="49" y="340"/>
                      <a:pt x="51" y="340"/>
                    </a:cubicBezTo>
                    <a:cubicBezTo>
                      <a:pt x="52" y="341"/>
                      <a:pt x="53" y="341"/>
                      <a:pt x="55" y="341"/>
                    </a:cubicBezTo>
                    <a:cubicBezTo>
                      <a:pt x="56" y="342"/>
                      <a:pt x="57" y="342"/>
                      <a:pt x="58" y="342"/>
                    </a:cubicBezTo>
                    <a:moveTo>
                      <a:pt x="53" y="362"/>
                    </a:moveTo>
                    <a:cubicBezTo>
                      <a:pt x="46" y="361"/>
                      <a:pt x="39" y="360"/>
                      <a:pt x="32" y="356"/>
                    </a:cubicBezTo>
                    <a:cubicBezTo>
                      <a:pt x="27" y="353"/>
                      <a:pt x="23" y="349"/>
                      <a:pt x="18" y="345"/>
                    </a:cubicBezTo>
                    <a:cubicBezTo>
                      <a:pt x="14" y="339"/>
                      <a:pt x="10" y="333"/>
                      <a:pt x="7" y="327"/>
                    </a:cubicBezTo>
                    <a:cubicBezTo>
                      <a:pt x="5" y="320"/>
                      <a:pt x="3" y="313"/>
                      <a:pt x="2" y="307"/>
                    </a:cubicBezTo>
                    <a:cubicBezTo>
                      <a:pt x="0" y="299"/>
                      <a:pt x="0" y="292"/>
                      <a:pt x="1" y="285"/>
                    </a:cubicBezTo>
                    <a:cubicBezTo>
                      <a:pt x="2" y="278"/>
                      <a:pt x="4" y="272"/>
                      <a:pt x="6" y="265"/>
                    </a:cubicBezTo>
                    <a:cubicBezTo>
                      <a:pt x="8" y="260"/>
                      <a:pt x="10" y="255"/>
                      <a:pt x="13" y="251"/>
                    </a:cubicBezTo>
                    <a:cubicBezTo>
                      <a:pt x="16" y="246"/>
                      <a:pt x="20" y="241"/>
                      <a:pt x="23" y="237"/>
                    </a:cubicBezTo>
                    <a:cubicBezTo>
                      <a:pt x="24" y="234"/>
                      <a:pt x="25" y="232"/>
                      <a:pt x="27" y="230"/>
                    </a:cubicBezTo>
                    <a:cubicBezTo>
                      <a:pt x="27" y="230"/>
                      <a:pt x="26" y="230"/>
                      <a:pt x="26" y="231"/>
                    </a:cubicBezTo>
                    <a:cubicBezTo>
                      <a:pt x="28" y="227"/>
                      <a:pt x="30" y="223"/>
                      <a:pt x="32" y="220"/>
                    </a:cubicBezTo>
                    <a:cubicBezTo>
                      <a:pt x="37" y="214"/>
                      <a:pt x="45" y="213"/>
                      <a:pt x="52" y="212"/>
                    </a:cubicBezTo>
                    <a:cubicBezTo>
                      <a:pt x="61" y="211"/>
                      <a:pt x="71" y="210"/>
                      <a:pt x="80" y="209"/>
                    </a:cubicBezTo>
                    <a:cubicBezTo>
                      <a:pt x="87" y="209"/>
                      <a:pt x="94" y="208"/>
                      <a:pt x="100" y="208"/>
                    </a:cubicBezTo>
                    <a:cubicBezTo>
                      <a:pt x="106" y="207"/>
                      <a:pt x="112" y="206"/>
                      <a:pt x="117" y="205"/>
                    </a:cubicBezTo>
                    <a:cubicBezTo>
                      <a:pt x="118" y="201"/>
                      <a:pt x="119" y="197"/>
                      <a:pt x="119" y="193"/>
                    </a:cubicBezTo>
                    <a:cubicBezTo>
                      <a:pt x="123" y="171"/>
                      <a:pt x="126" y="149"/>
                      <a:pt x="131" y="127"/>
                    </a:cubicBezTo>
                    <a:cubicBezTo>
                      <a:pt x="133" y="116"/>
                      <a:pt x="135" y="105"/>
                      <a:pt x="138" y="94"/>
                    </a:cubicBezTo>
                    <a:cubicBezTo>
                      <a:pt x="140" y="87"/>
                      <a:pt x="141" y="80"/>
                      <a:pt x="143" y="72"/>
                    </a:cubicBezTo>
                    <a:cubicBezTo>
                      <a:pt x="145" y="62"/>
                      <a:pt x="149" y="51"/>
                      <a:pt x="153" y="41"/>
                    </a:cubicBezTo>
                    <a:cubicBezTo>
                      <a:pt x="156" y="34"/>
                      <a:pt x="159" y="28"/>
                      <a:pt x="163" y="22"/>
                    </a:cubicBezTo>
                    <a:cubicBezTo>
                      <a:pt x="166" y="16"/>
                      <a:pt x="171" y="10"/>
                      <a:pt x="176" y="5"/>
                    </a:cubicBezTo>
                    <a:cubicBezTo>
                      <a:pt x="180" y="2"/>
                      <a:pt x="186" y="0"/>
                      <a:pt x="191" y="1"/>
                    </a:cubicBezTo>
                    <a:cubicBezTo>
                      <a:pt x="197" y="1"/>
                      <a:pt x="201" y="6"/>
                      <a:pt x="203" y="12"/>
                    </a:cubicBezTo>
                    <a:cubicBezTo>
                      <a:pt x="203" y="17"/>
                      <a:pt x="203" y="22"/>
                      <a:pt x="201" y="26"/>
                    </a:cubicBezTo>
                    <a:cubicBezTo>
                      <a:pt x="201" y="29"/>
                      <a:pt x="200" y="33"/>
                      <a:pt x="199" y="36"/>
                    </a:cubicBezTo>
                    <a:cubicBezTo>
                      <a:pt x="197" y="43"/>
                      <a:pt x="195" y="50"/>
                      <a:pt x="193" y="57"/>
                    </a:cubicBezTo>
                    <a:cubicBezTo>
                      <a:pt x="190" y="63"/>
                      <a:pt x="188" y="68"/>
                      <a:pt x="185" y="74"/>
                    </a:cubicBezTo>
                    <a:cubicBezTo>
                      <a:pt x="182" y="80"/>
                      <a:pt x="178" y="86"/>
                      <a:pt x="173" y="91"/>
                    </a:cubicBezTo>
                    <a:cubicBezTo>
                      <a:pt x="171" y="93"/>
                      <a:pt x="169" y="94"/>
                      <a:pt x="166" y="95"/>
                    </a:cubicBezTo>
                    <a:cubicBezTo>
                      <a:pt x="164" y="96"/>
                      <a:pt x="162" y="96"/>
                      <a:pt x="159" y="95"/>
                    </a:cubicBezTo>
                    <a:cubicBezTo>
                      <a:pt x="158" y="95"/>
                      <a:pt x="158" y="95"/>
                      <a:pt x="158" y="95"/>
                    </a:cubicBezTo>
                    <a:cubicBezTo>
                      <a:pt x="157" y="99"/>
                      <a:pt x="155" y="103"/>
                      <a:pt x="154" y="107"/>
                    </a:cubicBezTo>
                    <a:cubicBezTo>
                      <a:pt x="152" y="119"/>
                      <a:pt x="150" y="130"/>
                      <a:pt x="147" y="141"/>
                    </a:cubicBezTo>
                    <a:cubicBezTo>
                      <a:pt x="145" y="151"/>
                      <a:pt x="143" y="162"/>
                      <a:pt x="141" y="173"/>
                    </a:cubicBezTo>
                    <a:cubicBezTo>
                      <a:pt x="140" y="182"/>
                      <a:pt x="138" y="192"/>
                      <a:pt x="137" y="201"/>
                    </a:cubicBezTo>
                    <a:cubicBezTo>
                      <a:pt x="147" y="199"/>
                      <a:pt x="157" y="197"/>
                      <a:pt x="166" y="195"/>
                    </a:cubicBezTo>
                    <a:cubicBezTo>
                      <a:pt x="172" y="194"/>
                      <a:pt x="177" y="197"/>
                      <a:pt x="179" y="202"/>
                    </a:cubicBezTo>
                    <a:cubicBezTo>
                      <a:pt x="180" y="207"/>
                      <a:pt x="176" y="212"/>
                      <a:pt x="171" y="214"/>
                    </a:cubicBezTo>
                    <a:cubicBezTo>
                      <a:pt x="159" y="217"/>
                      <a:pt x="146" y="220"/>
                      <a:pt x="133" y="223"/>
                    </a:cubicBezTo>
                    <a:cubicBezTo>
                      <a:pt x="132" y="228"/>
                      <a:pt x="131" y="234"/>
                      <a:pt x="130" y="239"/>
                    </a:cubicBezTo>
                    <a:cubicBezTo>
                      <a:pt x="129" y="250"/>
                      <a:pt x="126" y="261"/>
                      <a:pt x="123" y="272"/>
                    </a:cubicBezTo>
                    <a:cubicBezTo>
                      <a:pt x="120" y="283"/>
                      <a:pt x="117" y="293"/>
                      <a:pt x="113" y="304"/>
                    </a:cubicBezTo>
                    <a:lnTo>
                      <a:pt x="113" y="303"/>
                    </a:lnTo>
                    <a:cubicBezTo>
                      <a:pt x="109" y="314"/>
                      <a:pt x="104" y="325"/>
                      <a:pt x="98" y="335"/>
                    </a:cubicBezTo>
                    <a:cubicBezTo>
                      <a:pt x="96" y="340"/>
                      <a:pt x="92" y="345"/>
                      <a:pt x="88" y="349"/>
                    </a:cubicBezTo>
                    <a:cubicBezTo>
                      <a:pt x="83" y="354"/>
                      <a:pt x="77" y="357"/>
                      <a:pt x="71" y="360"/>
                    </a:cubicBezTo>
                    <a:cubicBezTo>
                      <a:pt x="67" y="361"/>
                      <a:pt x="62" y="363"/>
                      <a:pt x="58" y="363"/>
                    </a:cubicBezTo>
                    <a:cubicBezTo>
                      <a:pt x="56" y="363"/>
                      <a:pt x="55" y="363"/>
                      <a:pt x="53" y="3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1" name="Google Shape;791;p7"/>
              <p:cNvSpPr/>
              <p:nvPr/>
            </p:nvSpPr>
            <p:spPr>
              <a:xfrm>
                <a:off x="825480" y="4139280"/>
                <a:ext cx="42480" cy="119160"/>
              </a:xfrm>
              <a:custGeom>
                <a:avLst/>
                <a:gdLst/>
                <a:ahLst/>
                <a:cxnLst/>
                <a:rect l="l" t="t" r="r" b="b"/>
                <a:pathLst>
                  <a:path w="118" h="331" extrusionOk="0">
                    <a:moveTo>
                      <a:pt x="49" y="328"/>
                    </a:moveTo>
                    <a:cubicBezTo>
                      <a:pt x="42" y="322"/>
                      <a:pt x="36" y="316"/>
                      <a:pt x="30" y="310"/>
                    </a:cubicBezTo>
                    <a:cubicBezTo>
                      <a:pt x="20" y="301"/>
                      <a:pt x="13" y="288"/>
                      <a:pt x="9" y="275"/>
                    </a:cubicBezTo>
                    <a:cubicBezTo>
                      <a:pt x="4" y="260"/>
                      <a:pt x="1" y="245"/>
                      <a:pt x="0" y="230"/>
                    </a:cubicBezTo>
                    <a:cubicBezTo>
                      <a:pt x="0" y="222"/>
                      <a:pt x="1" y="215"/>
                      <a:pt x="1" y="208"/>
                    </a:cubicBezTo>
                    <a:cubicBezTo>
                      <a:pt x="1" y="200"/>
                      <a:pt x="3" y="191"/>
                      <a:pt x="4" y="183"/>
                    </a:cubicBezTo>
                    <a:cubicBezTo>
                      <a:pt x="7" y="167"/>
                      <a:pt x="11" y="150"/>
                      <a:pt x="15" y="134"/>
                    </a:cubicBezTo>
                    <a:cubicBezTo>
                      <a:pt x="15" y="130"/>
                      <a:pt x="17" y="126"/>
                      <a:pt x="18" y="123"/>
                    </a:cubicBezTo>
                    <a:cubicBezTo>
                      <a:pt x="20" y="116"/>
                      <a:pt x="22" y="109"/>
                      <a:pt x="25" y="102"/>
                    </a:cubicBezTo>
                    <a:cubicBezTo>
                      <a:pt x="26" y="98"/>
                      <a:pt x="28" y="94"/>
                      <a:pt x="29" y="90"/>
                    </a:cubicBezTo>
                    <a:cubicBezTo>
                      <a:pt x="31" y="84"/>
                      <a:pt x="33" y="78"/>
                      <a:pt x="36" y="72"/>
                    </a:cubicBezTo>
                    <a:cubicBezTo>
                      <a:pt x="36" y="73"/>
                      <a:pt x="35" y="73"/>
                      <a:pt x="35" y="74"/>
                    </a:cubicBezTo>
                    <a:cubicBezTo>
                      <a:pt x="38" y="65"/>
                      <a:pt x="42" y="57"/>
                      <a:pt x="46" y="49"/>
                    </a:cubicBezTo>
                    <a:cubicBezTo>
                      <a:pt x="51" y="40"/>
                      <a:pt x="57" y="31"/>
                      <a:pt x="63" y="23"/>
                    </a:cubicBezTo>
                    <a:cubicBezTo>
                      <a:pt x="65" y="19"/>
                      <a:pt x="68" y="16"/>
                      <a:pt x="71" y="12"/>
                    </a:cubicBezTo>
                    <a:cubicBezTo>
                      <a:pt x="75" y="9"/>
                      <a:pt x="79" y="6"/>
                      <a:pt x="83" y="3"/>
                    </a:cubicBezTo>
                    <a:cubicBezTo>
                      <a:pt x="87" y="1"/>
                      <a:pt x="92" y="0"/>
                      <a:pt x="96" y="0"/>
                    </a:cubicBezTo>
                    <a:cubicBezTo>
                      <a:pt x="100" y="0"/>
                      <a:pt x="105" y="2"/>
                      <a:pt x="109" y="4"/>
                    </a:cubicBezTo>
                    <a:cubicBezTo>
                      <a:pt x="114" y="6"/>
                      <a:pt x="117" y="13"/>
                      <a:pt x="114" y="19"/>
                    </a:cubicBezTo>
                    <a:cubicBezTo>
                      <a:pt x="111" y="24"/>
                      <a:pt x="105" y="26"/>
                      <a:pt x="99" y="24"/>
                    </a:cubicBezTo>
                    <a:cubicBezTo>
                      <a:pt x="99" y="24"/>
                      <a:pt x="98" y="23"/>
                      <a:pt x="97" y="23"/>
                    </a:cubicBezTo>
                    <a:cubicBezTo>
                      <a:pt x="96" y="23"/>
                      <a:pt x="96" y="23"/>
                      <a:pt x="96" y="23"/>
                    </a:cubicBezTo>
                    <a:cubicBezTo>
                      <a:pt x="95" y="23"/>
                      <a:pt x="95" y="23"/>
                      <a:pt x="95" y="23"/>
                    </a:cubicBezTo>
                    <a:lnTo>
                      <a:pt x="94" y="23"/>
                    </a:lnTo>
                    <a:lnTo>
                      <a:pt x="93" y="23"/>
                    </a:lnTo>
                    <a:cubicBezTo>
                      <a:pt x="92" y="23"/>
                      <a:pt x="91" y="23"/>
                      <a:pt x="91" y="24"/>
                    </a:cubicBezTo>
                    <a:cubicBezTo>
                      <a:pt x="91" y="23"/>
                      <a:pt x="92" y="23"/>
                      <a:pt x="92" y="23"/>
                    </a:cubicBezTo>
                    <a:cubicBezTo>
                      <a:pt x="91" y="23"/>
                      <a:pt x="91" y="24"/>
                      <a:pt x="89" y="24"/>
                    </a:cubicBezTo>
                    <a:cubicBezTo>
                      <a:pt x="89" y="25"/>
                      <a:pt x="88" y="26"/>
                      <a:pt x="87" y="26"/>
                    </a:cubicBezTo>
                    <a:cubicBezTo>
                      <a:pt x="86" y="27"/>
                      <a:pt x="86" y="27"/>
                      <a:pt x="85" y="28"/>
                    </a:cubicBezTo>
                    <a:cubicBezTo>
                      <a:pt x="82" y="31"/>
                      <a:pt x="79" y="35"/>
                      <a:pt x="77" y="38"/>
                    </a:cubicBezTo>
                    <a:cubicBezTo>
                      <a:pt x="72" y="46"/>
                      <a:pt x="67" y="53"/>
                      <a:pt x="63" y="61"/>
                    </a:cubicBezTo>
                    <a:cubicBezTo>
                      <a:pt x="58" y="70"/>
                      <a:pt x="54" y="79"/>
                      <a:pt x="50" y="88"/>
                    </a:cubicBezTo>
                    <a:cubicBezTo>
                      <a:pt x="48" y="95"/>
                      <a:pt x="46" y="101"/>
                      <a:pt x="43" y="107"/>
                    </a:cubicBezTo>
                    <a:cubicBezTo>
                      <a:pt x="40" y="117"/>
                      <a:pt x="37" y="127"/>
                      <a:pt x="33" y="137"/>
                    </a:cubicBezTo>
                    <a:cubicBezTo>
                      <a:pt x="33" y="139"/>
                      <a:pt x="33" y="140"/>
                      <a:pt x="32" y="141"/>
                    </a:cubicBezTo>
                    <a:cubicBezTo>
                      <a:pt x="32" y="145"/>
                      <a:pt x="31" y="148"/>
                      <a:pt x="30" y="152"/>
                    </a:cubicBezTo>
                    <a:cubicBezTo>
                      <a:pt x="29" y="157"/>
                      <a:pt x="27" y="162"/>
                      <a:pt x="26" y="167"/>
                    </a:cubicBezTo>
                    <a:cubicBezTo>
                      <a:pt x="23" y="181"/>
                      <a:pt x="21" y="194"/>
                      <a:pt x="19" y="207"/>
                    </a:cubicBezTo>
                    <a:cubicBezTo>
                      <a:pt x="20" y="207"/>
                      <a:pt x="20" y="207"/>
                      <a:pt x="20" y="206"/>
                    </a:cubicBezTo>
                    <a:cubicBezTo>
                      <a:pt x="19" y="214"/>
                      <a:pt x="19" y="223"/>
                      <a:pt x="19" y="231"/>
                    </a:cubicBezTo>
                    <a:cubicBezTo>
                      <a:pt x="19" y="232"/>
                      <a:pt x="19" y="232"/>
                      <a:pt x="19" y="232"/>
                    </a:cubicBezTo>
                    <a:lnTo>
                      <a:pt x="19" y="231"/>
                    </a:lnTo>
                    <a:cubicBezTo>
                      <a:pt x="19" y="236"/>
                      <a:pt x="20" y="241"/>
                      <a:pt x="21" y="246"/>
                    </a:cubicBezTo>
                    <a:cubicBezTo>
                      <a:pt x="21" y="245"/>
                      <a:pt x="21" y="245"/>
                      <a:pt x="21" y="245"/>
                    </a:cubicBezTo>
                    <a:cubicBezTo>
                      <a:pt x="22" y="253"/>
                      <a:pt x="24" y="261"/>
                      <a:pt x="27" y="268"/>
                    </a:cubicBezTo>
                    <a:cubicBezTo>
                      <a:pt x="26" y="268"/>
                      <a:pt x="26" y="268"/>
                      <a:pt x="26" y="267"/>
                    </a:cubicBezTo>
                    <a:cubicBezTo>
                      <a:pt x="28" y="271"/>
                      <a:pt x="29" y="275"/>
                      <a:pt x="31" y="279"/>
                    </a:cubicBezTo>
                    <a:cubicBezTo>
                      <a:pt x="32" y="281"/>
                      <a:pt x="33" y="282"/>
                      <a:pt x="34" y="284"/>
                    </a:cubicBezTo>
                    <a:cubicBezTo>
                      <a:pt x="36" y="287"/>
                      <a:pt x="37" y="290"/>
                      <a:pt x="40" y="293"/>
                    </a:cubicBezTo>
                    <a:cubicBezTo>
                      <a:pt x="43" y="296"/>
                      <a:pt x="47" y="300"/>
                      <a:pt x="50" y="303"/>
                    </a:cubicBezTo>
                    <a:cubicBezTo>
                      <a:pt x="50" y="303"/>
                      <a:pt x="50" y="302"/>
                      <a:pt x="49" y="302"/>
                    </a:cubicBezTo>
                    <a:cubicBezTo>
                      <a:pt x="53" y="306"/>
                      <a:pt x="57" y="309"/>
                      <a:pt x="61" y="313"/>
                    </a:cubicBezTo>
                    <a:cubicBezTo>
                      <a:pt x="65" y="316"/>
                      <a:pt x="66" y="322"/>
                      <a:pt x="63" y="326"/>
                    </a:cubicBezTo>
                    <a:cubicBezTo>
                      <a:pt x="61" y="329"/>
                      <a:pt x="58" y="330"/>
                      <a:pt x="55" y="330"/>
                    </a:cubicBezTo>
                    <a:cubicBezTo>
                      <a:pt x="53" y="330"/>
                      <a:pt x="51" y="329"/>
                      <a:pt x="49" y="3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2" name="Google Shape;792;p7"/>
              <p:cNvSpPr/>
              <p:nvPr/>
            </p:nvSpPr>
            <p:spPr>
              <a:xfrm>
                <a:off x="871560" y="4129200"/>
                <a:ext cx="89280" cy="168840"/>
              </a:xfrm>
              <a:custGeom>
                <a:avLst/>
                <a:gdLst/>
                <a:ahLst/>
                <a:cxnLst/>
                <a:rect l="l" t="t" r="r" b="b"/>
                <a:pathLst>
                  <a:path w="248" h="469" extrusionOk="0">
                    <a:moveTo>
                      <a:pt x="32" y="271"/>
                    </a:moveTo>
                    <a:lnTo>
                      <a:pt x="34" y="271"/>
                    </a:lnTo>
                    <a:cubicBezTo>
                      <a:pt x="35" y="271"/>
                      <a:pt x="36" y="270"/>
                      <a:pt x="37" y="270"/>
                    </a:cubicBezTo>
                    <a:cubicBezTo>
                      <a:pt x="39" y="270"/>
                      <a:pt x="41" y="269"/>
                      <a:pt x="42" y="268"/>
                    </a:cubicBezTo>
                    <a:cubicBezTo>
                      <a:pt x="44" y="267"/>
                      <a:pt x="46" y="266"/>
                      <a:pt x="48" y="265"/>
                    </a:cubicBezTo>
                    <a:cubicBezTo>
                      <a:pt x="51" y="263"/>
                      <a:pt x="53" y="262"/>
                      <a:pt x="56" y="259"/>
                    </a:cubicBezTo>
                    <a:cubicBezTo>
                      <a:pt x="60" y="255"/>
                      <a:pt x="66" y="250"/>
                      <a:pt x="70" y="246"/>
                    </a:cubicBezTo>
                    <a:lnTo>
                      <a:pt x="70" y="245"/>
                    </a:lnTo>
                    <a:lnTo>
                      <a:pt x="71" y="245"/>
                    </a:lnTo>
                    <a:cubicBezTo>
                      <a:pt x="70" y="245"/>
                      <a:pt x="70" y="245"/>
                      <a:pt x="70" y="245"/>
                    </a:cubicBezTo>
                    <a:cubicBezTo>
                      <a:pt x="74" y="241"/>
                      <a:pt x="78" y="236"/>
                      <a:pt x="82" y="232"/>
                    </a:cubicBezTo>
                    <a:cubicBezTo>
                      <a:pt x="85" y="227"/>
                      <a:pt x="88" y="222"/>
                      <a:pt x="91" y="217"/>
                    </a:cubicBezTo>
                    <a:cubicBezTo>
                      <a:pt x="91" y="216"/>
                      <a:pt x="91" y="216"/>
                      <a:pt x="91" y="216"/>
                    </a:cubicBezTo>
                    <a:cubicBezTo>
                      <a:pt x="91" y="215"/>
                      <a:pt x="90" y="214"/>
                      <a:pt x="90" y="214"/>
                    </a:cubicBezTo>
                    <a:cubicBezTo>
                      <a:pt x="88" y="212"/>
                      <a:pt x="87" y="210"/>
                      <a:pt x="86" y="209"/>
                    </a:cubicBezTo>
                    <a:cubicBezTo>
                      <a:pt x="84" y="206"/>
                      <a:pt x="82" y="204"/>
                      <a:pt x="80" y="202"/>
                    </a:cubicBezTo>
                    <a:cubicBezTo>
                      <a:pt x="79" y="201"/>
                      <a:pt x="78" y="200"/>
                      <a:pt x="77" y="200"/>
                    </a:cubicBezTo>
                    <a:cubicBezTo>
                      <a:pt x="76" y="199"/>
                      <a:pt x="75" y="199"/>
                      <a:pt x="74" y="198"/>
                    </a:cubicBezTo>
                    <a:cubicBezTo>
                      <a:pt x="72" y="197"/>
                      <a:pt x="69" y="196"/>
                      <a:pt x="67" y="195"/>
                    </a:cubicBezTo>
                    <a:cubicBezTo>
                      <a:pt x="65" y="194"/>
                      <a:pt x="63" y="193"/>
                      <a:pt x="61" y="193"/>
                    </a:cubicBezTo>
                    <a:cubicBezTo>
                      <a:pt x="60" y="193"/>
                      <a:pt x="59" y="192"/>
                      <a:pt x="57" y="192"/>
                    </a:cubicBezTo>
                    <a:cubicBezTo>
                      <a:pt x="57" y="192"/>
                      <a:pt x="56" y="192"/>
                      <a:pt x="55" y="192"/>
                    </a:cubicBezTo>
                    <a:cubicBezTo>
                      <a:pt x="54" y="192"/>
                      <a:pt x="52" y="192"/>
                      <a:pt x="51" y="193"/>
                    </a:cubicBezTo>
                    <a:lnTo>
                      <a:pt x="50" y="193"/>
                    </a:lnTo>
                    <a:lnTo>
                      <a:pt x="49" y="193"/>
                    </a:lnTo>
                    <a:lnTo>
                      <a:pt x="50" y="193"/>
                    </a:lnTo>
                    <a:lnTo>
                      <a:pt x="49" y="193"/>
                    </a:lnTo>
                    <a:lnTo>
                      <a:pt x="50" y="193"/>
                    </a:lnTo>
                    <a:lnTo>
                      <a:pt x="51" y="193"/>
                    </a:lnTo>
                    <a:cubicBezTo>
                      <a:pt x="50" y="193"/>
                      <a:pt x="49" y="193"/>
                      <a:pt x="49" y="193"/>
                    </a:cubicBezTo>
                    <a:lnTo>
                      <a:pt x="48" y="194"/>
                    </a:lnTo>
                    <a:cubicBezTo>
                      <a:pt x="46" y="195"/>
                      <a:pt x="45" y="196"/>
                      <a:pt x="43" y="197"/>
                    </a:cubicBezTo>
                    <a:cubicBezTo>
                      <a:pt x="41" y="199"/>
                      <a:pt x="39" y="202"/>
                      <a:pt x="37" y="203"/>
                    </a:cubicBezTo>
                    <a:cubicBezTo>
                      <a:pt x="35" y="205"/>
                      <a:pt x="34" y="207"/>
                      <a:pt x="33" y="208"/>
                    </a:cubicBezTo>
                    <a:cubicBezTo>
                      <a:pt x="32" y="209"/>
                      <a:pt x="31" y="211"/>
                      <a:pt x="31" y="212"/>
                    </a:cubicBezTo>
                    <a:cubicBezTo>
                      <a:pt x="30" y="215"/>
                      <a:pt x="28" y="218"/>
                      <a:pt x="27" y="221"/>
                    </a:cubicBezTo>
                    <a:cubicBezTo>
                      <a:pt x="25" y="225"/>
                      <a:pt x="24" y="231"/>
                      <a:pt x="23" y="236"/>
                    </a:cubicBezTo>
                    <a:cubicBezTo>
                      <a:pt x="21" y="240"/>
                      <a:pt x="21" y="244"/>
                      <a:pt x="20" y="248"/>
                    </a:cubicBezTo>
                    <a:cubicBezTo>
                      <a:pt x="20" y="250"/>
                      <a:pt x="20" y="252"/>
                      <a:pt x="20" y="253"/>
                    </a:cubicBezTo>
                    <a:cubicBezTo>
                      <a:pt x="20" y="255"/>
                      <a:pt x="21" y="256"/>
                      <a:pt x="21" y="257"/>
                    </a:cubicBezTo>
                    <a:cubicBezTo>
                      <a:pt x="21" y="260"/>
                      <a:pt x="22" y="262"/>
                      <a:pt x="23" y="264"/>
                    </a:cubicBezTo>
                    <a:lnTo>
                      <a:pt x="23" y="263"/>
                    </a:lnTo>
                    <a:cubicBezTo>
                      <a:pt x="23" y="264"/>
                      <a:pt x="23" y="264"/>
                      <a:pt x="23" y="265"/>
                    </a:cubicBezTo>
                    <a:cubicBezTo>
                      <a:pt x="24" y="266"/>
                      <a:pt x="24" y="267"/>
                      <a:pt x="24" y="268"/>
                    </a:cubicBezTo>
                    <a:cubicBezTo>
                      <a:pt x="24" y="268"/>
                      <a:pt x="25" y="268"/>
                      <a:pt x="25" y="269"/>
                    </a:cubicBezTo>
                    <a:cubicBezTo>
                      <a:pt x="25" y="269"/>
                      <a:pt x="26" y="270"/>
                      <a:pt x="27" y="270"/>
                    </a:cubicBezTo>
                    <a:lnTo>
                      <a:pt x="28" y="271"/>
                    </a:lnTo>
                    <a:cubicBezTo>
                      <a:pt x="29" y="271"/>
                      <a:pt x="30" y="271"/>
                      <a:pt x="30" y="271"/>
                    </a:cubicBezTo>
                    <a:cubicBezTo>
                      <a:pt x="31" y="271"/>
                      <a:pt x="31" y="271"/>
                      <a:pt x="32" y="271"/>
                    </a:cubicBezTo>
                    <a:moveTo>
                      <a:pt x="102" y="467"/>
                    </a:moveTo>
                    <a:cubicBezTo>
                      <a:pt x="98" y="464"/>
                      <a:pt x="97" y="458"/>
                      <a:pt x="99" y="454"/>
                    </a:cubicBezTo>
                    <a:cubicBezTo>
                      <a:pt x="115" y="432"/>
                      <a:pt x="130" y="410"/>
                      <a:pt x="145" y="388"/>
                    </a:cubicBezTo>
                    <a:cubicBezTo>
                      <a:pt x="150" y="380"/>
                      <a:pt x="155" y="373"/>
                      <a:pt x="161" y="365"/>
                    </a:cubicBezTo>
                    <a:cubicBezTo>
                      <a:pt x="175" y="344"/>
                      <a:pt x="189" y="323"/>
                      <a:pt x="201" y="301"/>
                    </a:cubicBezTo>
                    <a:cubicBezTo>
                      <a:pt x="206" y="291"/>
                      <a:pt x="211" y="280"/>
                      <a:pt x="215" y="270"/>
                    </a:cubicBezTo>
                    <a:cubicBezTo>
                      <a:pt x="218" y="262"/>
                      <a:pt x="220" y="255"/>
                      <a:pt x="222" y="247"/>
                    </a:cubicBezTo>
                    <a:cubicBezTo>
                      <a:pt x="222" y="248"/>
                      <a:pt x="222" y="248"/>
                      <a:pt x="222" y="249"/>
                    </a:cubicBezTo>
                    <a:cubicBezTo>
                      <a:pt x="224" y="238"/>
                      <a:pt x="225" y="227"/>
                      <a:pt x="226" y="217"/>
                    </a:cubicBezTo>
                    <a:cubicBezTo>
                      <a:pt x="227" y="206"/>
                      <a:pt x="228" y="195"/>
                      <a:pt x="227" y="184"/>
                    </a:cubicBezTo>
                    <a:lnTo>
                      <a:pt x="227" y="183"/>
                    </a:lnTo>
                    <a:cubicBezTo>
                      <a:pt x="226" y="172"/>
                      <a:pt x="225" y="162"/>
                      <a:pt x="224" y="151"/>
                    </a:cubicBezTo>
                    <a:cubicBezTo>
                      <a:pt x="222" y="143"/>
                      <a:pt x="219" y="135"/>
                      <a:pt x="217" y="126"/>
                    </a:cubicBezTo>
                    <a:cubicBezTo>
                      <a:pt x="214" y="117"/>
                      <a:pt x="211" y="109"/>
                      <a:pt x="207" y="101"/>
                    </a:cubicBezTo>
                    <a:lnTo>
                      <a:pt x="207" y="100"/>
                    </a:lnTo>
                    <a:cubicBezTo>
                      <a:pt x="202" y="90"/>
                      <a:pt x="196" y="80"/>
                      <a:pt x="190" y="70"/>
                    </a:cubicBezTo>
                    <a:cubicBezTo>
                      <a:pt x="190" y="71"/>
                      <a:pt x="190" y="72"/>
                      <a:pt x="190" y="73"/>
                    </a:cubicBezTo>
                    <a:cubicBezTo>
                      <a:pt x="192" y="80"/>
                      <a:pt x="193" y="86"/>
                      <a:pt x="193" y="92"/>
                    </a:cubicBezTo>
                    <a:cubicBezTo>
                      <a:pt x="195" y="102"/>
                      <a:pt x="196" y="114"/>
                      <a:pt x="197" y="124"/>
                    </a:cubicBezTo>
                    <a:cubicBezTo>
                      <a:pt x="197" y="140"/>
                      <a:pt x="196" y="155"/>
                      <a:pt x="194" y="171"/>
                    </a:cubicBezTo>
                    <a:cubicBezTo>
                      <a:pt x="193" y="178"/>
                      <a:pt x="192" y="186"/>
                      <a:pt x="190" y="194"/>
                    </a:cubicBezTo>
                    <a:cubicBezTo>
                      <a:pt x="188" y="203"/>
                      <a:pt x="186" y="212"/>
                      <a:pt x="183" y="221"/>
                    </a:cubicBezTo>
                    <a:cubicBezTo>
                      <a:pt x="180" y="232"/>
                      <a:pt x="177" y="243"/>
                      <a:pt x="172" y="253"/>
                    </a:cubicBezTo>
                    <a:cubicBezTo>
                      <a:pt x="169" y="258"/>
                      <a:pt x="166" y="263"/>
                      <a:pt x="162" y="267"/>
                    </a:cubicBezTo>
                    <a:cubicBezTo>
                      <a:pt x="159" y="271"/>
                      <a:pt x="155" y="275"/>
                      <a:pt x="151" y="278"/>
                    </a:cubicBezTo>
                    <a:cubicBezTo>
                      <a:pt x="147" y="280"/>
                      <a:pt x="142" y="282"/>
                      <a:pt x="137" y="283"/>
                    </a:cubicBezTo>
                    <a:cubicBezTo>
                      <a:pt x="133" y="283"/>
                      <a:pt x="128" y="282"/>
                      <a:pt x="124" y="280"/>
                    </a:cubicBezTo>
                    <a:cubicBezTo>
                      <a:pt x="115" y="274"/>
                      <a:pt x="111" y="264"/>
                      <a:pt x="108" y="256"/>
                    </a:cubicBezTo>
                    <a:cubicBezTo>
                      <a:pt x="106" y="249"/>
                      <a:pt x="104" y="243"/>
                      <a:pt x="104" y="236"/>
                    </a:cubicBezTo>
                    <a:cubicBezTo>
                      <a:pt x="102" y="238"/>
                      <a:pt x="101" y="239"/>
                      <a:pt x="100" y="241"/>
                    </a:cubicBezTo>
                    <a:cubicBezTo>
                      <a:pt x="96" y="247"/>
                      <a:pt x="92" y="252"/>
                      <a:pt x="87" y="257"/>
                    </a:cubicBezTo>
                    <a:cubicBezTo>
                      <a:pt x="81" y="263"/>
                      <a:pt x="76" y="269"/>
                      <a:pt x="70" y="274"/>
                    </a:cubicBezTo>
                    <a:cubicBezTo>
                      <a:pt x="65" y="278"/>
                      <a:pt x="60" y="283"/>
                      <a:pt x="53" y="286"/>
                    </a:cubicBezTo>
                    <a:cubicBezTo>
                      <a:pt x="48" y="290"/>
                      <a:pt x="40" y="292"/>
                      <a:pt x="33" y="292"/>
                    </a:cubicBezTo>
                    <a:cubicBezTo>
                      <a:pt x="30" y="292"/>
                      <a:pt x="27" y="292"/>
                      <a:pt x="23" y="291"/>
                    </a:cubicBezTo>
                    <a:cubicBezTo>
                      <a:pt x="20" y="291"/>
                      <a:pt x="18" y="290"/>
                      <a:pt x="16" y="288"/>
                    </a:cubicBezTo>
                    <a:cubicBezTo>
                      <a:pt x="13" y="287"/>
                      <a:pt x="11" y="285"/>
                      <a:pt x="10" y="283"/>
                    </a:cubicBezTo>
                    <a:cubicBezTo>
                      <a:pt x="7" y="281"/>
                      <a:pt x="6" y="278"/>
                      <a:pt x="4" y="275"/>
                    </a:cubicBezTo>
                    <a:cubicBezTo>
                      <a:pt x="2" y="269"/>
                      <a:pt x="0" y="262"/>
                      <a:pt x="0" y="256"/>
                    </a:cubicBezTo>
                    <a:cubicBezTo>
                      <a:pt x="0" y="248"/>
                      <a:pt x="1" y="241"/>
                      <a:pt x="2" y="234"/>
                    </a:cubicBezTo>
                    <a:cubicBezTo>
                      <a:pt x="5" y="220"/>
                      <a:pt x="10" y="205"/>
                      <a:pt x="18" y="193"/>
                    </a:cubicBezTo>
                    <a:cubicBezTo>
                      <a:pt x="23" y="189"/>
                      <a:pt x="27" y="184"/>
                      <a:pt x="32" y="180"/>
                    </a:cubicBezTo>
                    <a:cubicBezTo>
                      <a:pt x="34" y="178"/>
                      <a:pt x="37" y="176"/>
                      <a:pt x="40" y="175"/>
                    </a:cubicBezTo>
                    <a:cubicBezTo>
                      <a:pt x="43" y="173"/>
                      <a:pt x="46" y="172"/>
                      <a:pt x="50" y="172"/>
                    </a:cubicBezTo>
                    <a:cubicBezTo>
                      <a:pt x="58" y="171"/>
                      <a:pt x="66" y="172"/>
                      <a:pt x="74" y="175"/>
                    </a:cubicBezTo>
                    <a:cubicBezTo>
                      <a:pt x="81" y="178"/>
                      <a:pt x="88" y="181"/>
                      <a:pt x="94" y="186"/>
                    </a:cubicBezTo>
                    <a:cubicBezTo>
                      <a:pt x="97" y="188"/>
                      <a:pt x="99" y="191"/>
                      <a:pt x="102" y="195"/>
                    </a:cubicBezTo>
                    <a:cubicBezTo>
                      <a:pt x="104" y="192"/>
                      <a:pt x="107" y="190"/>
                      <a:pt x="111" y="190"/>
                    </a:cubicBezTo>
                    <a:cubicBezTo>
                      <a:pt x="115" y="191"/>
                      <a:pt x="118" y="193"/>
                      <a:pt x="120" y="197"/>
                    </a:cubicBezTo>
                    <a:cubicBezTo>
                      <a:pt x="121" y="200"/>
                      <a:pt x="122" y="203"/>
                      <a:pt x="122" y="206"/>
                    </a:cubicBezTo>
                    <a:cubicBezTo>
                      <a:pt x="122" y="209"/>
                      <a:pt x="122" y="211"/>
                      <a:pt x="122" y="213"/>
                    </a:cubicBezTo>
                    <a:cubicBezTo>
                      <a:pt x="122" y="217"/>
                      <a:pt x="122" y="220"/>
                      <a:pt x="123" y="223"/>
                    </a:cubicBezTo>
                    <a:cubicBezTo>
                      <a:pt x="123" y="228"/>
                      <a:pt x="123" y="232"/>
                      <a:pt x="124" y="237"/>
                    </a:cubicBezTo>
                    <a:cubicBezTo>
                      <a:pt x="125" y="241"/>
                      <a:pt x="126" y="245"/>
                      <a:pt x="127" y="250"/>
                    </a:cubicBezTo>
                    <a:cubicBezTo>
                      <a:pt x="127" y="251"/>
                      <a:pt x="128" y="253"/>
                      <a:pt x="129" y="255"/>
                    </a:cubicBezTo>
                    <a:cubicBezTo>
                      <a:pt x="130" y="256"/>
                      <a:pt x="130" y="257"/>
                      <a:pt x="131" y="257"/>
                    </a:cubicBezTo>
                    <a:cubicBezTo>
                      <a:pt x="131" y="258"/>
                      <a:pt x="131" y="259"/>
                      <a:pt x="132" y="259"/>
                    </a:cubicBezTo>
                    <a:cubicBezTo>
                      <a:pt x="133" y="260"/>
                      <a:pt x="133" y="260"/>
                      <a:pt x="133" y="261"/>
                    </a:cubicBezTo>
                    <a:cubicBezTo>
                      <a:pt x="133" y="260"/>
                      <a:pt x="133" y="260"/>
                      <a:pt x="133" y="260"/>
                    </a:cubicBezTo>
                    <a:cubicBezTo>
                      <a:pt x="133" y="260"/>
                      <a:pt x="133" y="261"/>
                      <a:pt x="134" y="261"/>
                    </a:cubicBezTo>
                    <a:lnTo>
                      <a:pt x="134" y="262"/>
                    </a:lnTo>
                    <a:lnTo>
                      <a:pt x="135" y="262"/>
                    </a:lnTo>
                    <a:lnTo>
                      <a:pt x="136" y="262"/>
                    </a:lnTo>
                    <a:lnTo>
                      <a:pt x="137" y="262"/>
                    </a:lnTo>
                    <a:cubicBezTo>
                      <a:pt x="137" y="261"/>
                      <a:pt x="138" y="261"/>
                      <a:pt x="138" y="261"/>
                    </a:cubicBezTo>
                    <a:lnTo>
                      <a:pt x="139" y="260"/>
                    </a:lnTo>
                    <a:cubicBezTo>
                      <a:pt x="140" y="260"/>
                      <a:pt x="140" y="260"/>
                      <a:pt x="140" y="259"/>
                    </a:cubicBezTo>
                    <a:cubicBezTo>
                      <a:pt x="142" y="258"/>
                      <a:pt x="144" y="256"/>
                      <a:pt x="145" y="255"/>
                    </a:cubicBezTo>
                    <a:cubicBezTo>
                      <a:pt x="147" y="253"/>
                      <a:pt x="149" y="250"/>
                      <a:pt x="150" y="248"/>
                    </a:cubicBezTo>
                    <a:cubicBezTo>
                      <a:pt x="152" y="246"/>
                      <a:pt x="154" y="243"/>
                      <a:pt x="155" y="241"/>
                    </a:cubicBezTo>
                    <a:cubicBezTo>
                      <a:pt x="157" y="238"/>
                      <a:pt x="158" y="234"/>
                      <a:pt x="159" y="231"/>
                    </a:cubicBezTo>
                    <a:cubicBezTo>
                      <a:pt x="162" y="224"/>
                      <a:pt x="165" y="216"/>
                      <a:pt x="166" y="208"/>
                    </a:cubicBezTo>
                    <a:cubicBezTo>
                      <a:pt x="168" y="204"/>
                      <a:pt x="169" y="200"/>
                      <a:pt x="170" y="196"/>
                    </a:cubicBezTo>
                    <a:cubicBezTo>
                      <a:pt x="173" y="181"/>
                      <a:pt x="176" y="166"/>
                      <a:pt x="177" y="151"/>
                    </a:cubicBezTo>
                    <a:cubicBezTo>
                      <a:pt x="178" y="141"/>
                      <a:pt x="178" y="130"/>
                      <a:pt x="178" y="120"/>
                    </a:cubicBezTo>
                    <a:cubicBezTo>
                      <a:pt x="178" y="111"/>
                      <a:pt x="176" y="102"/>
                      <a:pt x="175" y="93"/>
                    </a:cubicBezTo>
                    <a:cubicBezTo>
                      <a:pt x="174" y="87"/>
                      <a:pt x="173" y="81"/>
                      <a:pt x="172" y="75"/>
                    </a:cubicBezTo>
                    <a:cubicBezTo>
                      <a:pt x="172" y="76"/>
                      <a:pt x="172" y="76"/>
                      <a:pt x="172" y="77"/>
                    </a:cubicBezTo>
                    <a:cubicBezTo>
                      <a:pt x="169" y="61"/>
                      <a:pt x="166" y="45"/>
                      <a:pt x="161" y="29"/>
                    </a:cubicBezTo>
                    <a:cubicBezTo>
                      <a:pt x="159" y="26"/>
                      <a:pt x="158" y="22"/>
                      <a:pt x="157" y="19"/>
                    </a:cubicBezTo>
                    <a:cubicBezTo>
                      <a:pt x="157" y="19"/>
                      <a:pt x="157" y="18"/>
                      <a:pt x="157" y="17"/>
                    </a:cubicBezTo>
                    <a:cubicBezTo>
                      <a:pt x="154" y="12"/>
                      <a:pt x="155" y="6"/>
                      <a:pt x="161" y="3"/>
                    </a:cubicBezTo>
                    <a:cubicBezTo>
                      <a:pt x="166" y="0"/>
                      <a:pt x="172" y="2"/>
                      <a:pt x="175" y="7"/>
                    </a:cubicBezTo>
                    <a:cubicBezTo>
                      <a:pt x="177" y="10"/>
                      <a:pt x="179" y="13"/>
                      <a:pt x="180" y="16"/>
                    </a:cubicBezTo>
                    <a:cubicBezTo>
                      <a:pt x="183" y="19"/>
                      <a:pt x="185" y="23"/>
                      <a:pt x="187" y="27"/>
                    </a:cubicBezTo>
                    <a:cubicBezTo>
                      <a:pt x="193" y="35"/>
                      <a:pt x="198" y="44"/>
                      <a:pt x="203" y="52"/>
                    </a:cubicBezTo>
                    <a:cubicBezTo>
                      <a:pt x="206" y="58"/>
                      <a:pt x="210" y="63"/>
                      <a:pt x="212" y="68"/>
                    </a:cubicBezTo>
                    <a:cubicBezTo>
                      <a:pt x="220" y="81"/>
                      <a:pt x="227" y="95"/>
                      <a:pt x="232" y="110"/>
                    </a:cubicBezTo>
                    <a:cubicBezTo>
                      <a:pt x="238" y="125"/>
                      <a:pt x="241" y="140"/>
                      <a:pt x="244" y="156"/>
                    </a:cubicBezTo>
                    <a:cubicBezTo>
                      <a:pt x="246" y="171"/>
                      <a:pt x="247" y="187"/>
                      <a:pt x="246" y="203"/>
                    </a:cubicBezTo>
                    <a:cubicBezTo>
                      <a:pt x="246" y="218"/>
                      <a:pt x="244" y="234"/>
                      <a:pt x="241" y="249"/>
                    </a:cubicBezTo>
                    <a:cubicBezTo>
                      <a:pt x="238" y="264"/>
                      <a:pt x="232" y="279"/>
                      <a:pt x="226" y="293"/>
                    </a:cubicBezTo>
                    <a:cubicBezTo>
                      <a:pt x="215" y="317"/>
                      <a:pt x="201" y="339"/>
                      <a:pt x="186" y="361"/>
                    </a:cubicBezTo>
                    <a:cubicBezTo>
                      <a:pt x="179" y="372"/>
                      <a:pt x="171" y="383"/>
                      <a:pt x="164" y="393"/>
                    </a:cubicBezTo>
                    <a:cubicBezTo>
                      <a:pt x="147" y="417"/>
                      <a:pt x="131" y="440"/>
                      <a:pt x="115" y="464"/>
                    </a:cubicBezTo>
                    <a:cubicBezTo>
                      <a:pt x="113" y="466"/>
                      <a:pt x="110" y="468"/>
                      <a:pt x="106" y="468"/>
                    </a:cubicBezTo>
                    <a:cubicBezTo>
                      <a:pt x="105" y="468"/>
                      <a:pt x="104" y="467"/>
                      <a:pt x="102" y="46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3" name="Google Shape;793;p7"/>
              <p:cNvSpPr/>
              <p:nvPr/>
            </p:nvSpPr>
            <p:spPr>
              <a:xfrm>
                <a:off x="471240" y="4776480"/>
                <a:ext cx="62640" cy="80280"/>
              </a:xfrm>
              <a:custGeom>
                <a:avLst/>
                <a:gdLst/>
                <a:ahLst/>
                <a:cxnLst/>
                <a:rect l="l" t="t" r="r" b="b"/>
                <a:pathLst>
                  <a:path w="174" h="223" extrusionOk="0">
                    <a:moveTo>
                      <a:pt x="91" y="222"/>
                    </a:moveTo>
                    <a:cubicBezTo>
                      <a:pt x="85" y="222"/>
                      <a:pt x="79" y="220"/>
                      <a:pt x="74" y="217"/>
                    </a:cubicBezTo>
                    <a:cubicBezTo>
                      <a:pt x="69" y="214"/>
                      <a:pt x="65" y="210"/>
                      <a:pt x="61" y="205"/>
                    </a:cubicBezTo>
                    <a:cubicBezTo>
                      <a:pt x="53" y="196"/>
                      <a:pt x="48" y="184"/>
                      <a:pt x="44" y="172"/>
                    </a:cubicBezTo>
                    <a:cubicBezTo>
                      <a:pt x="40" y="159"/>
                      <a:pt x="39" y="145"/>
                      <a:pt x="39" y="132"/>
                    </a:cubicBezTo>
                    <a:cubicBezTo>
                      <a:pt x="39" y="118"/>
                      <a:pt x="40" y="105"/>
                      <a:pt x="43" y="91"/>
                    </a:cubicBezTo>
                    <a:cubicBezTo>
                      <a:pt x="44" y="86"/>
                      <a:pt x="46" y="79"/>
                      <a:pt x="49" y="74"/>
                    </a:cubicBezTo>
                    <a:cubicBezTo>
                      <a:pt x="51" y="70"/>
                      <a:pt x="56" y="66"/>
                      <a:pt x="62" y="66"/>
                    </a:cubicBezTo>
                    <a:cubicBezTo>
                      <a:pt x="65" y="66"/>
                      <a:pt x="69" y="69"/>
                      <a:pt x="72" y="72"/>
                    </a:cubicBezTo>
                    <a:cubicBezTo>
                      <a:pt x="74" y="74"/>
                      <a:pt x="75" y="77"/>
                      <a:pt x="75" y="81"/>
                    </a:cubicBezTo>
                    <a:cubicBezTo>
                      <a:pt x="74" y="86"/>
                      <a:pt x="70" y="90"/>
                      <a:pt x="65" y="90"/>
                    </a:cubicBezTo>
                    <a:cubicBezTo>
                      <a:pt x="64" y="94"/>
                      <a:pt x="64" y="97"/>
                      <a:pt x="62" y="101"/>
                    </a:cubicBezTo>
                    <a:cubicBezTo>
                      <a:pt x="61" y="106"/>
                      <a:pt x="61" y="112"/>
                      <a:pt x="60" y="118"/>
                    </a:cubicBezTo>
                    <a:cubicBezTo>
                      <a:pt x="60" y="125"/>
                      <a:pt x="60" y="132"/>
                      <a:pt x="60" y="139"/>
                    </a:cubicBezTo>
                    <a:cubicBezTo>
                      <a:pt x="60" y="145"/>
                      <a:pt x="61" y="151"/>
                      <a:pt x="62" y="157"/>
                    </a:cubicBezTo>
                    <a:cubicBezTo>
                      <a:pt x="62" y="162"/>
                      <a:pt x="64" y="167"/>
                      <a:pt x="65" y="172"/>
                    </a:cubicBezTo>
                    <a:cubicBezTo>
                      <a:pt x="66" y="175"/>
                      <a:pt x="67" y="178"/>
                      <a:pt x="69" y="181"/>
                    </a:cubicBezTo>
                    <a:cubicBezTo>
                      <a:pt x="69" y="183"/>
                      <a:pt x="71" y="185"/>
                      <a:pt x="72" y="188"/>
                    </a:cubicBezTo>
                    <a:cubicBezTo>
                      <a:pt x="73" y="189"/>
                      <a:pt x="74" y="190"/>
                      <a:pt x="75" y="192"/>
                    </a:cubicBezTo>
                    <a:cubicBezTo>
                      <a:pt x="76" y="193"/>
                      <a:pt x="78" y="195"/>
                      <a:pt x="79" y="196"/>
                    </a:cubicBezTo>
                    <a:cubicBezTo>
                      <a:pt x="81" y="197"/>
                      <a:pt x="82" y="198"/>
                      <a:pt x="83" y="199"/>
                    </a:cubicBezTo>
                    <a:lnTo>
                      <a:pt x="84" y="200"/>
                    </a:lnTo>
                    <a:cubicBezTo>
                      <a:pt x="85" y="200"/>
                      <a:pt x="87" y="201"/>
                      <a:pt x="88" y="201"/>
                    </a:cubicBezTo>
                    <a:cubicBezTo>
                      <a:pt x="89" y="201"/>
                      <a:pt x="89" y="201"/>
                      <a:pt x="90" y="202"/>
                    </a:cubicBezTo>
                    <a:lnTo>
                      <a:pt x="92" y="202"/>
                    </a:lnTo>
                    <a:lnTo>
                      <a:pt x="93" y="202"/>
                    </a:lnTo>
                    <a:cubicBezTo>
                      <a:pt x="95" y="202"/>
                      <a:pt x="96" y="202"/>
                      <a:pt x="97" y="202"/>
                    </a:cubicBezTo>
                    <a:cubicBezTo>
                      <a:pt x="97" y="201"/>
                      <a:pt x="98" y="201"/>
                      <a:pt x="99" y="201"/>
                    </a:cubicBezTo>
                    <a:cubicBezTo>
                      <a:pt x="100" y="201"/>
                      <a:pt x="101" y="200"/>
                      <a:pt x="102" y="200"/>
                    </a:cubicBezTo>
                    <a:cubicBezTo>
                      <a:pt x="103" y="200"/>
                      <a:pt x="104" y="199"/>
                      <a:pt x="104" y="199"/>
                    </a:cubicBezTo>
                    <a:cubicBezTo>
                      <a:pt x="106" y="197"/>
                      <a:pt x="107" y="197"/>
                      <a:pt x="108" y="196"/>
                    </a:cubicBezTo>
                    <a:cubicBezTo>
                      <a:pt x="110" y="194"/>
                      <a:pt x="112" y="192"/>
                      <a:pt x="114" y="190"/>
                    </a:cubicBezTo>
                    <a:cubicBezTo>
                      <a:pt x="116" y="188"/>
                      <a:pt x="118" y="186"/>
                      <a:pt x="120" y="183"/>
                    </a:cubicBezTo>
                    <a:lnTo>
                      <a:pt x="120" y="184"/>
                    </a:lnTo>
                    <a:cubicBezTo>
                      <a:pt x="124" y="178"/>
                      <a:pt x="127" y="172"/>
                      <a:pt x="130" y="167"/>
                    </a:cubicBezTo>
                    <a:cubicBezTo>
                      <a:pt x="131" y="166"/>
                      <a:pt x="131" y="166"/>
                      <a:pt x="131" y="165"/>
                    </a:cubicBezTo>
                    <a:cubicBezTo>
                      <a:pt x="131" y="166"/>
                      <a:pt x="131" y="166"/>
                      <a:pt x="131" y="166"/>
                    </a:cubicBezTo>
                    <a:cubicBezTo>
                      <a:pt x="135" y="158"/>
                      <a:pt x="138" y="150"/>
                      <a:pt x="142" y="141"/>
                    </a:cubicBezTo>
                    <a:cubicBezTo>
                      <a:pt x="145" y="133"/>
                      <a:pt x="148" y="124"/>
                      <a:pt x="149" y="115"/>
                    </a:cubicBezTo>
                    <a:cubicBezTo>
                      <a:pt x="151" y="109"/>
                      <a:pt x="152" y="102"/>
                      <a:pt x="153" y="96"/>
                    </a:cubicBezTo>
                    <a:cubicBezTo>
                      <a:pt x="153" y="93"/>
                      <a:pt x="153" y="90"/>
                      <a:pt x="153" y="87"/>
                    </a:cubicBezTo>
                    <a:cubicBezTo>
                      <a:pt x="153" y="83"/>
                      <a:pt x="152" y="79"/>
                      <a:pt x="152" y="76"/>
                    </a:cubicBezTo>
                    <a:cubicBezTo>
                      <a:pt x="151" y="73"/>
                      <a:pt x="150" y="70"/>
                      <a:pt x="149" y="67"/>
                    </a:cubicBezTo>
                    <a:cubicBezTo>
                      <a:pt x="149" y="64"/>
                      <a:pt x="148" y="62"/>
                      <a:pt x="146" y="59"/>
                    </a:cubicBezTo>
                    <a:cubicBezTo>
                      <a:pt x="145" y="55"/>
                      <a:pt x="143" y="52"/>
                      <a:pt x="141" y="49"/>
                    </a:cubicBezTo>
                    <a:cubicBezTo>
                      <a:pt x="139" y="46"/>
                      <a:pt x="137" y="44"/>
                      <a:pt x="135" y="41"/>
                    </a:cubicBezTo>
                    <a:cubicBezTo>
                      <a:pt x="134" y="39"/>
                      <a:pt x="131" y="37"/>
                      <a:pt x="129" y="34"/>
                    </a:cubicBezTo>
                    <a:cubicBezTo>
                      <a:pt x="127" y="33"/>
                      <a:pt x="124" y="30"/>
                      <a:pt x="122" y="28"/>
                    </a:cubicBezTo>
                    <a:cubicBezTo>
                      <a:pt x="120" y="27"/>
                      <a:pt x="118" y="27"/>
                      <a:pt x="117" y="26"/>
                    </a:cubicBezTo>
                    <a:cubicBezTo>
                      <a:pt x="114" y="24"/>
                      <a:pt x="112" y="23"/>
                      <a:pt x="110" y="23"/>
                    </a:cubicBezTo>
                    <a:cubicBezTo>
                      <a:pt x="108" y="22"/>
                      <a:pt x="106" y="21"/>
                      <a:pt x="104" y="21"/>
                    </a:cubicBezTo>
                    <a:cubicBezTo>
                      <a:pt x="103" y="20"/>
                      <a:pt x="102" y="20"/>
                      <a:pt x="100" y="20"/>
                    </a:cubicBezTo>
                    <a:cubicBezTo>
                      <a:pt x="99" y="20"/>
                      <a:pt x="97" y="20"/>
                      <a:pt x="96" y="20"/>
                    </a:cubicBezTo>
                    <a:cubicBezTo>
                      <a:pt x="95" y="20"/>
                      <a:pt x="92" y="20"/>
                      <a:pt x="90" y="21"/>
                    </a:cubicBezTo>
                    <a:cubicBezTo>
                      <a:pt x="87" y="21"/>
                      <a:pt x="84" y="23"/>
                      <a:pt x="81" y="23"/>
                    </a:cubicBezTo>
                    <a:lnTo>
                      <a:pt x="82" y="23"/>
                    </a:lnTo>
                    <a:cubicBezTo>
                      <a:pt x="74" y="26"/>
                      <a:pt x="67" y="28"/>
                      <a:pt x="60" y="31"/>
                    </a:cubicBezTo>
                    <a:cubicBezTo>
                      <a:pt x="52" y="35"/>
                      <a:pt x="44" y="40"/>
                      <a:pt x="36" y="43"/>
                    </a:cubicBezTo>
                    <a:cubicBezTo>
                      <a:pt x="29" y="47"/>
                      <a:pt x="22" y="50"/>
                      <a:pt x="15" y="54"/>
                    </a:cubicBezTo>
                    <a:cubicBezTo>
                      <a:pt x="11" y="56"/>
                      <a:pt x="5" y="55"/>
                      <a:pt x="3" y="50"/>
                    </a:cubicBezTo>
                    <a:cubicBezTo>
                      <a:pt x="0" y="45"/>
                      <a:pt x="1" y="40"/>
                      <a:pt x="6" y="37"/>
                    </a:cubicBezTo>
                    <a:cubicBezTo>
                      <a:pt x="14" y="33"/>
                      <a:pt x="21" y="29"/>
                      <a:pt x="29" y="26"/>
                    </a:cubicBezTo>
                    <a:cubicBezTo>
                      <a:pt x="39" y="21"/>
                      <a:pt x="48" y="15"/>
                      <a:pt x="59" y="11"/>
                    </a:cubicBezTo>
                    <a:cubicBezTo>
                      <a:pt x="66" y="8"/>
                      <a:pt x="73" y="6"/>
                      <a:pt x="79" y="3"/>
                    </a:cubicBezTo>
                    <a:cubicBezTo>
                      <a:pt x="87" y="2"/>
                      <a:pt x="94" y="0"/>
                      <a:pt x="102" y="1"/>
                    </a:cubicBezTo>
                    <a:cubicBezTo>
                      <a:pt x="115" y="2"/>
                      <a:pt x="128" y="9"/>
                      <a:pt x="139" y="17"/>
                    </a:cubicBezTo>
                    <a:cubicBezTo>
                      <a:pt x="149" y="27"/>
                      <a:pt x="158" y="38"/>
                      <a:pt x="164" y="51"/>
                    </a:cubicBezTo>
                    <a:cubicBezTo>
                      <a:pt x="170" y="65"/>
                      <a:pt x="173" y="79"/>
                      <a:pt x="172" y="94"/>
                    </a:cubicBezTo>
                    <a:cubicBezTo>
                      <a:pt x="172" y="101"/>
                      <a:pt x="171" y="109"/>
                      <a:pt x="169" y="116"/>
                    </a:cubicBezTo>
                    <a:cubicBezTo>
                      <a:pt x="168" y="124"/>
                      <a:pt x="166" y="132"/>
                      <a:pt x="163" y="139"/>
                    </a:cubicBezTo>
                    <a:cubicBezTo>
                      <a:pt x="159" y="154"/>
                      <a:pt x="152" y="168"/>
                      <a:pt x="145" y="181"/>
                    </a:cubicBezTo>
                    <a:cubicBezTo>
                      <a:pt x="139" y="192"/>
                      <a:pt x="132" y="201"/>
                      <a:pt x="124" y="210"/>
                    </a:cubicBezTo>
                    <a:cubicBezTo>
                      <a:pt x="119" y="213"/>
                      <a:pt x="114" y="217"/>
                      <a:pt x="108" y="219"/>
                    </a:cubicBezTo>
                    <a:cubicBezTo>
                      <a:pt x="104" y="221"/>
                      <a:pt x="98" y="222"/>
                      <a:pt x="92" y="222"/>
                    </a:cubicBezTo>
                    <a:lnTo>
                      <a:pt x="91" y="22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4" name="Google Shape;794;p7"/>
              <p:cNvSpPr/>
              <p:nvPr/>
            </p:nvSpPr>
            <p:spPr>
              <a:xfrm>
                <a:off x="92520" y="4823280"/>
                <a:ext cx="37800" cy="17640"/>
              </a:xfrm>
              <a:custGeom>
                <a:avLst/>
                <a:gdLst/>
                <a:ahLst/>
                <a:cxnLst/>
                <a:rect l="l" t="t" r="r" b="b"/>
                <a:pathLst>
                  <a:path w="105" h="49" extrusionOk="0">
                    <a:moveTo>
                      <a:pt x="6" y="45"/>
                    </a:moveTo>
                    <a:cubicBezTo>
                      <a:pt x="4" y="44"/>
                      <a:pt x="2" y="41"/>
                      <a:pt x="2" y="38"/>
                    </a:cubicBezTo>
                    <a:cubicBezTo>
                      <a:pt x="0" y="35"/>
                      <a:pt x="2" y="33"/>
                      <a:pt x="3" y="30"/>
                    </a:cubicBezTo>
                    <a:cubicBezTo>
                      <a:pt x="6" y="24"/>
                      <a:pt x="13" y="22"/>
                      <a:pt x="18" y="20"/>
                    </a:cubicBezTo>
                    <a:cubicBezTo>
                      <a:pt x="23" y="18"/>
                      <a:pt x="28" y="16"/>
                      <a:pt x="33" y="15"/>
                    </a:cubicBezTo>
                    <a:cubicBezTo>
                      <a:pt x="39" y="13"/>
                      <a:pt x="45" y="11"/>
                      <a:pt x="52" y="10"/>
                    </a:cubicBezTo>
                    <a:cubicBezTo>
                      <a:pt x="65" y="7"/>
                      <a:pt x="78" y="4"/>
                      <a:pt x="91" y="1"/>
                    </a:cubicBezTo>
                    <a:cubicBezTo>
                      <a:pt x="96" y="0"/>
                      <a:pt x="102" y="3"/>
                      <a:pt x="103" y="8"/>
                    </a:cubicBezTo>
                    <a:cubicBezTo>
                      <a:pt x="104" y="13"/>
                      <a:pt x="101" y="19"/>
                      <a:pt x="95" y="20"/>
                    </a:cubicBezTo>
                    <a:cubicBezTo>
                      <a:pt x="85" y="23"/>
                      <a:pt x="74" y="25"/>
                      <a:pt x="64" y="28"/>
                    </a:cubicBezTo>
                    <a:cubicBezTo>
                      <a:pt x="55" y="31"/>
                      <a:pt x="45" y="33"/>
                      <a:pt x="35" y="36"/>
                    </a:cubicBezTo>
                    <a:cubicBezTo>
                      <a:pt x="32" y="37"/>
                      <a:pt x="28" y="38"/>
                      <a:pt x="25" y="40"/>
                    </a:cubicBezTo>
                    <a:lnTo>
                      <a:pt x="24" y="40"/>
                    </a:lnTo>
                    <a:cubicBezTo>
                      <a:pt x="24" y="42"/>
                      <a:pt x="23" y="44"/>
                      <a:pt x="21" y="44"/>
                    </a:cubicBezTo>
                    <a:cubicBezTo>
                      <a:pt x="19" y="45"/>
                      <a:pt x="17" y="46"/>
                      <a:pt x="16" y="47"/>
                    </a:cubicBezTo>
                    <a:cubicBezTo>
                      <a:pt x="15" y="47"/>
                      <a:pt x="14" y="48"/>
                      <a:pt x="13" y="48"/>
                    </a:cubicBezTo>
                    <a:cubicBezTo>
                      <a:pt x="11" y="48"/>
                      <a:pt x="9" y="46"/>
                      <a:pt x="6" y="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5" name="Google Shape;795;p7"/>
              <p:cNvSpPr/>
              <p:nvPr/>
            </p:nvSpPr>
            <p:spPr>
              <a:xfrm>
                <a:off x="172440" y="4765680"/>
                <a:ext cx="10152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167" extrusionOk="0">
                    <a:moveTo>
                      <a:pt x="48" y="110"/>
                    </a:moveTo>
                    <a:lnTo>
                      <a:pt x="49" y="110"/>
                    </a:lnTo>
                    <a:cubicBezTo>
                      <a:pt x="51" y="110"/>
                      <a:pt x="51" y="109"/>
                      <a:pt x="52" y="109"/>
                    </a:cubicBezTo>
                    <a:cubicBezTo>
                      <a:pt x="53" y="109"/>
                      <a:pt x="54" y="109"/>
                      <a:pt x="55" y="108"/>
                    </a:cubicBezTo>
                    <a:cubicBezTo>
                      <a:pt x="56" y="107"/>
                      <a:pt x="57" y="107"/>
                      <a:pt x="58" y="106"/>
                    </a:cubicBezTo>
                    <a:cubicBezTo>
                      <a:pt x="59" y="106"/>
                      <a:pt x="60" y="104"/>
                      <a:pt x="62" y="104"/>
                    </a:cubicBezTo>
                    <a:cubicBezTo>
                      <a:pt x="63" y="103"/>
                      <a:pt x="65" y="101"/>
                      <a:pt x="66" y="100"/>
                    </a:cubicBezTo>
                    <a:cubicBezTo>
                      <a:pt x="67" y="98"/>
                      <a:pt x="69" y="96"/>
                      <a:pt x="70" y="95"/>
                    </a:cubicBezTo>
                    <a:cubicBezTo>
                      <a:pt x="72" y="92"/>
                      <a:pt x="73" y="89"/>
                      <a:pt x="75" y="86"/>
                    </a:cubicBezTo>
                    <a:cubicBezTo>
                      <a:pt x="73" y="86"/>
                      <a:pt x="70" y="85"/>
                      <a:pt x="67" y="84"/>
                    </a:cubicBezTo>
                    <a:cubicBezTo>
                      <a:pt x="62" y="81"/>
                      <a:pt x="60" y="74"/>
                      <a:pt x="62" y="69"/>
                    </a:cubicBezTo>
                    <a:cubicBezTo>
                      <a:pt x="65" y="64"/>
                      <a:pt x="72" y="61"/>
                      <a:pt x="77" y="64"/>
                    </a:cubicBezTo>
                    <a:lnTo>
                      <a:pt x="78" y="64"/>
                    </a:lnTo>
                    <a:cubicBezTo>
                      <a:pt x="78" y="62"/>
                      <a:pt x="79" y="60"/>
                      <a:pt x="79" y="57"/>
                    </a:cubicBezTo>
                    <a:cubicBezTo>
                      <a:pt x="80" y="54"/>
                      <a:pt x="80" y="52"/>
                      <a:pt x="81" y="49"/>
                    </a:cubicBezTo>
                    <a:cubicBezTo>
                      <a:pt x="81" y="47"/>
                      <a:pt x="82" y="44"/>
                      <a:pt x="83" y="42"/>
                    </a:cubicBezTo>
                    <a:cubicBezTo>
                      <a:pt x="83" y="41"/>
                      <a:pt x="84" y="40"/>
                      <a:pt x="85" y="39"/>
                    </a:cubicBezTo>
                    <a:cubicBezTo>
                      <a:pt x="84" y="37"/>
                      <a:pt x="84" y="35"/>
                      <a:pt x="83" y="33"/>
                    </a:cubicBezTo>
                    <a:cubicBezTo>
                      <a:pt x="83" y="33"/>
                      <a:pt x="83" y="32"/>
                      <a:pt x="82" y="32"/>
                    </a:cubicBezTo>
                    <a:cubicBezTo>
                      <a:pt x="82" y="32"/>
                      <a:pt x="81" y="32"/>
                      <a:pt x="81" y="31"/>
                    </a:cubicBezTo>
                    <a:lnTo>
                      <a:pt x="81" y="30"/>
                    </a:lnTo>
                    <a:cubicBezTo>
                      <a:pt x="80" y="30"/>
                      <a:pt x="79" y="29"/>
                      <a:pt x="78" y="28"/>
                    </a:cubicBezTo>
                    <a:cubicBezTo>
                      <a:pt x="77" y="28"/>
                      <a:pt x="75" y="26"/>
                      <a:pt x="74" y="26"/>
                    </a:cubicBezTo>
                    <a:cubicBezTo>
                      <a:pt x="71" y="24"/>
                      <a:pt x="69" y="23"/>
                      <a:pt x="66" y="22"/>
                    </a:cubicBezTo>
                    <a:cubicBezTo>
                      <a:pt x="65" y="22"/>
                      <a:pt x="63" y="21"/>
                      <a:pt x="62" y="21"/>
                    </a:cubicBezTo>
                    <a:cubicBezTo>
                      <a:pt x="60" y="21"/>
                      <a:pt x="59" y="21"/>
                      <a:pt x="59" y="21"/>
                    </a:cubicBezTo>
                    <a:cubicBezTo>
                      <a:pt x="58" y="21"/>
                      <a:pt x="56" y="22"/>
                      <a:pt x="55" y="22"/>
                    </a:cubicBezTo>
                    <a:cubicBezTo>
                      <a:pt x="53" y="23"/>
                      <a:pt x="51" y="23"/>
                      <a:pt x="49" y="24"/>
                    </a:cubicBezTo>
                    <a:cubicBezTo>
                      <a:pt x="48" y="25"/>
                      <a:pt x="48" y="25"/>
                      <a:pt x="47" y="25"/>
                    </a:cubicBezTo>
                    <a:cubicBezTo>
                      <a:pt x="46" y="26"/>
                      <a:pt x="46" y="26"/>
                      <a:pt x="45" y="27"/>
                    </a:cubicBezTo>
                    <a:cubicBezTo>
                      <a:pt x="46" y="26"/>
                      <a:pt x="46" y="26"/>
                      <a:pt x="46" y="26"/>
                    </a:cubicBezTo>
                    <a:cubicBezTo>
                      <a:pt x="45" y="27"/>
                      <a:pt x="45" y="28"/>
                      <a:pt x="44" y="29"/>
                    </a:cubicBezTo>
                    <a:lnTo>
                      <a:pt x="44" y="28"/>
                    </a:lnTo>
                    <a:cubicBezTo>
                      <a:pt x="42" y="30"/>
                      <a:pt x="40" y="33"/>
                      <a:pt x="38" y="36"/>
                    </a:cubicBezTo>
                    <a:cubicBezTo>
                      <a:pt x="36" y="39"/>
                      <a:pt x="34" y="43"/>
                      <a:pt x="31" y="46"/>
                    </a:cubicBezTo>
                    <a:lnTo>
                      <a:pt x="32" y="46"/>
                    </a:lnTo>
                    <a:cubicBezTo>
                      <a:pt x="30" y="50"/>
                      <a:pt x="28" y="53"/>
                      <a:pt x="27" y="57"/>
                    </a:cubicBezTo>
                    <a:cubicBezTo>
                      <a:pt x="25" y="61"/>
                      <a:pt x="24" y="64"/>
                      <a:pt x="23" y="68"/>
                    </a:cubicBezTo>
                    <a:cubicBezTo>
                      <a:pt x="23" y="71"/>
                      <a:pt x="23" y="73"/>
                      <a:pt x="22" y="76"/>
                    </a:cubicBezTo>
                    <a:cubicBezTo>
                      <a:pt x="22" y="78"/>
                      <a:pt x="22" y="79"/>
                      <a:pt x="22" y="82"/>
                    </a:cubicBezTo>
                    <a:cubicBezTo>
                      <a:pt x="22" y="83"/>
                      <a:pt x="22" y="85"/>
                      <a:pt x="23" y="86"/>
                    </a:cubicBezTo>
                    <a:cubicBezTo>
                      <a:pt x="23" y="88"/>
                      <a:pt x="23" y="89"/>
                      <a:pt x="24" y="90"/>
                    </a:cubicBezTo>
                    <a:cubicBezTo>
                      <a:pt x="24" y="92"/>
                      <a:pt x="24" y="93"/>
                      <a:pt x="25" y="94"/>
                    </a:cubicBezTo>
                    <a:cubicBezTo>
                      <a:pt x="25" y="95"/>
                      <a:pt x="26" y="96"/>
                      <a:pt x="27" y="97"/>
                    </a:cubicBezTo>
                    <a:cubicBezTo>
                      <a:pt x="27" y="99"/>
                      <a:pt x="28" y="99"/>
                      <a:pt x="29" y="100"/>
                    </a:cubicBezTo>
                    <a:cubicBezTo>
                      <a:pt x="30" y="101"/>
                      <a:pt x="31" y="102"/>
                      <a:pt x="31" y="103"/>
                    </a:cubicBezTo>
                    <a:cubicBezTo>
                      <a:pt x="32" y="104"/>
                      <a:pt x="34" y="105"/>
                      <a:pt x="35" y="106"/>
                    </a:cubicBezTo>
                    <a:cubicBezTo>
                      <a:pt x="36" y="106"/>
                      <a:pt x="37" y="107"/>
                      <a:pt x="38" y="108"/>
                    </a:cubicBezTo>
                    <a:cubicBezTo>
                      <a:pt x="39" y="108"/>
                      <a:pt x="39" y="109"/>
                      <a:pt x="40" y="109"/>
                    </a:cubicBezTo>
                    <a:cubicBezTo>
                      <a:pt x="41" y="109"/>
                      <a:pt x="42" y="109"/>
                      <a:pt x="43" y="110"/>
                    </a:cubicBezTo>
                    <a:cubicBezTo>
                      <a:pt x="44" y="110"/>
                      <a:pt x="45" y="110"/>
                      <a:pt x="45" y="110"/>
                    </a:cubicBezTo>
                    <a:cubicBezTo>
                      <a:pt x="46" y="110"/>
                      <a:pt x="46" y="110"/>
                      <a:pt x="48" y="110"/>
                    </a:cubicBezTo>
                    <a:moveTo>
                      <a:pt x="136" y="166"/>
                    </a:moveTo>
                    <a:cubicBezTo>
                      <a:pt x="130" y="165"/>
                      <a:pt x="125" y="163"/>
                      <a:pt x="119" y="161"/>
                    </a:cubicBezTo>
                    <a:cubicBezTo>
                      <a:pt x="114" y="159"/>
                      <a:pt x="108" y="156"/>
                      <a:pt x="104" y="153"/>
                    </a:cubicBezTo>
                    <a:cubicBezTo>
                      <a:pt x="99" y="149"/>
                      <a:pt x="95" y="146"/>
                      <a:pt x="93" y="142"/>
                    </a:cubicBezTo>
                    <a:cubicBezTo>
                      <a:pt x="89" y="137"/>
                      <a:pt x="87" y="132"/>
                      <a:pt x="85" y="127"/>
                    </a:cubicBezTo>
                    <a:cubicBezTo>
                      <a:pt x="83" y="123"/>
                      <a:pt x="81" y="119"/>
                      <a:pt x="80" y="114"/>
                    </a:cubicBezTo>
                    <a:cubicBezTo>
                      <a:pt x="74" y="121"/>
                      <a:pt x="66" y="127"/>
                      <a:pt x="57" y="130"/>
                    </a:cubicBezTo>
                    <a:cubicBezTo>
                      <a:pt x="51" y="131"/>
                      <a:pt x="44" y="131"/>
                      <a:pt x="38" y="130"/>
                    </a:cubicBezTo>
                    <a:cubicBezTo>
                      <a:pt x="31" y="128"/>
                      <a:pt x="25" y="124"/>
                      <a:pt x="20" y="120"/>
                    </a:cubicBezTo>
                    <a:cubicBezTo>
                      <a:pt x="9" y="111"/>
                      <a:pt x="3" y="99"/>
                      <a:pt x="2" y="85"/>
                    </a:cubicBezTo>
                    <a:cubicBezTo>
                      <a:pt x="0" y="71"/>
                      <a:pt x="5" y="56"/>
                      <a:pt x="10" y="43"/>
                    </a:cubicBezTo>
                    <a:cubicBezTo>
                      <a:pt x="13" y="37"/>
                      <a:pt x="16" y="30"/>
                      <a:pt x="20" y="25"/>
                    </a:cubicBezTo>
                    <a:cubicBezTo>
                      <a:pt x="22" y="22"/>
                      <a:pt x="24" y="19"/>
                      <a:pt x="26" y="17"/>
                    </a:cubicBezTo>
                    <a:cubicBezTo>
                      <a:pt x="28" y="14"/>
                      <a:pt x="31" y="11"/>
                      <a:pt x="34" y="9"/>
                    </a:cubicBezTo>
                    <a:cubicBezTo>
                      <a:pt x="39" y="5"/>
                      <a:pt x="45" y="3"/>
                      <a:pt x="51" y="1"/>
                    </a:cubicBezTo>
                    <a:cubicBezTo>
                      <a:pt x="57" y="0"/>
                      <a:pt x="64" y="0"/>
                      <a:pt x="70" y="1"/>
                    </a:cubicBezTo>
                    <a:cubicBezTo>
                      <a:pt x="76" y="3"/>
                      <a:pt x="82" y="6"/>
                      <a:pt x="87" y="9"/>
                    </a:cubicBezTo>
                    <a:cubicBezTo>
                      <a:pt x="93" y="12"/>
                      <a:pt x="97" y="16"/>
                      <a:pt x="100" y="21"/>
                    </a:cubicBezTo>
                    <a:cubicBezTo>
                      <a:pt x="103" y="26"/>
                      <a:pt x="105" y="31"/>
                      <a:pt x="106" y="37"/>
                    </a:cubicBezTo>
                    <a:cubicBezTo>
                      <a:pt x="106" y="37"/>
                      <a:pt x="106" y="38"/>
                      <a:pt x="107" y="39"/>
                    </a:cubicBezTo>
                    <a:cubicBezTo>
                      <a:pt x="108" y="41"/>
                      <a:pt x="109" y="44"/>
                      <a:pt x="109" y="47"/>
                    </a:cubicBezTo>
                    <a:cubicBezTo>
                      <a:pt x="109" y="50"/>
                      <a:pt x="108" y="53"/>
                      <a:pt x="108" y="56"/>
                    </a:cubicBezTo>
                    <a:cubicBezTo>
                      <a:pt x="108" y="60"/>
                      <a:pt x="106" y="64"/>
                      <a:pt x="105" y="68"/>
                    </a:cubicBezTo>
                    <a:cubicBezTo>
                      <a:pt x="104" y="74"/>
                      <a:pt x="101" y="81"/>
                      <a:pt x="98" y="86"/>
                    </a:cubicBezTo>
                    <a:cubicBezTo>
                      <a:pt x="98" y="87"/>
                      <a:pt x="98" y="88"/>
                      <a:pt x="97" y="88"/>
                    </a:cubicBezTo>
                    <a:cubicBezTo>
                      <a:pt x="97" y="89"/>
                      <a:pt x="97" y="90"/>
                      <a:pt x="97" y="90"/>
                    </a:cubicBezTo>
                    <a:cubicBezTo>
                      <a:pt x="98" y="95"/>
                      <a:pt x="98" y="100"/>
                      <a:pt x="99" y="104"/>
                    </a:cubicBezTo>
                    <a:cubicBezTo>
                      <a:pt x="99" y="107"/>
                      <a:pt x="101" y="111"/>
                      <a:pt x="101" y="114"/>
                    </a:cubicBezTo>
                    <a:cubicBezTo>
                      <a:pt x="102" y="117"/>
                      <a:pt x="104" y="121"/>
                      <a:pt x="105" y="124"/>
                    </a:cubicBezTo>
                    <a:cubicBezTo>
                      <a:pt x="106" y="125"/>
                      <a:pt x="106" y="127"/>
                      <a:pt x="107" y="128"/>
                    </a:cubicBezTo>
                    <a:cubicBezTo>
                      <a:pt x="108" y="128"/>
                      <a:pt x="108" y="130"/>
                      <a:pt x="109" y="130"/>
                    </a:cubicBezTo>
                    <a:cubicBezTo>
                      <a:pt x="110" y="132"/>
                      <a:pt x="111" y="133"/>
                      <a:pt x="113" y="134"/>
                    </a:cubicBezTo>
                    <a:cubicBezTo>
                      <a:pt x="113" y="135"/>
                      <a:pt x="115" y="136"/>
                      <a:pt x="116" y="137"/>
                    </a:cubicBezTo>
                    <a:cubicBezTo>
                      <a:pt x="118" y="138"/>
                      <a:pt x="120" y="139"/>
                      <a:pt x="122" y="141"/>
                    </a:cubicBezTo>
                    <a:cubicBezTo>
                      <a:pt x="123" y="141"/>
                      <a:pt x="125" y="142"/>
                      <a:pt x="127" y="142"/>
                    </a:cubicBezTo>
                    <a:cubicBezTo>
                      <a:pt x="129" y="144"/>
                      <a:pt x="132" y="144"/>
                      <a:pt x="134" y="145"/>
                    </a:cubicBezTo>
                    <a:cubicBezTo>
                      <a:pt x="136" y="145"/>
                      <a:pt x="138" y="146"/>
                      <a:pt x="140" y="146"/>
                    </a:cubicBezTo>
                    <a:cubicBezTo>
                      <a:pt x="142" y="146"/>
                      <a:pt x="144" y="146"/>
                      <a:pt x="146" y="146"/>
                    </a:cubicBezTo>
                    <a:cubicBezTo>
                      <a:pt x="148" y="146"/>
                      <a:pt x="151" y="145"/>
                      <a:pt x="154" y="145"/>
                    </a:cubicBezTo>
                    <a:cubicBezTo>
                      <a:pt x="158" y="144"/>
                      <a:pt x="163" y="143"/>
                      <a:pt x="168" y="141"/>
                    </a:cubicBezTo>
                    <a:cubicBezTo>
                      <a:pt x="172" y="140"/>
                      <a:pt x="175" y="138"/>
                      <a:pt x="179" y="137"/>
                    </a:cubicBezTo>
                    <a:cubicBezTo>
                      <a:pt x="184" y="135"/>
                      <a:pt x="189" y="132"/>
                      <a:pt x="193" y="130"/>
                    </a:cubicBezTo>
                    <a:cubicBezTo>
                      <a:pt x="201" y="124"/>
                      <a:pt x="210" y="117"/>
                      <a:pt x="217" y="110"/>
                    </a:cubicBezTo>
                    <a:cubicBezTo>
                      <a:pt x="225" y="103"/>
                      <a:pt x="233" y="97"/>
                      <a:pt x="241" y="90"/>
                    </a:cubicBezTo>
                    <a:cubicBezTo>
                      <a:pt x="249" y="84"/>
                      <a:pt x="257" y="76"/>
                      <a:pt x="266" y="69"/>
                    </a:cubicBezTo>
                    <a:cubicBezTo>
                      <a:pt x="269" y="66"/>
                      <a:pt x="275" y="65"/>
                      <a:pt x="278" y="70"/>
                    </a:cubicBezTo>
                    <a:cubicBezTo>
                      <a:pt x="281" y="73"/>
                      <a:pt x="281" y="79"/>
                      <a:pt x="278" y="82"/>
                    </a:cubicBezTo>
                    <a:cubicBezTo>
                      <a:pt x="270" y="89"/>
                      <a:pt x="261" y="97"/>
                      <a:pt x="253" y="104"/>
                    </a:cubicBezTo>
                    <a:cubicBezTo>
                      <a:pt x="245" y="111"/>
                      <a:pt x="236" y="119"/>
                      <a:pt x="228" y="126"/>
                    </a:cubicBezTo>
                    <a:cubicBezTo>
                      <a:pt x="220" y="133"/>
                      <a:pt x="211" y="140"/>
                      <a:pt x="202" y="146"/>
                    </a:cubicBezTo>
                    <a:cubicBezTo>
                      <a:pt x="192" y="153"/>
                      <a:pt x="182" y="158"/>
                      <a:pt x="170" y="162"/>
                    </a:cubicBezTo>
                    <a:cubicBezTo>
                      <a:pt x="161" y="164"/>
                      <a:pt x="153" y="166"/>
                      <a:pt x="143" y="166"/>
                    </a:cubicBezTo>
                    <a:cubicBezTo>
                      <a:pt x="141" y="166"/>
                      <a:pt x="139" y="166"/>
                      <a:pt x="136" y="1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96" name="Google Shape;796;p7"/>
            <p:cNvGrpSpPr/>
            <p:nvPr/>
          </p:nvGrpSpPr>
          <p:grpSpPr>
            <a:xfrm>
              <a:off x="-374311" y="4254597"/>
              <a:ext cx="1094323" cy="1490076"/>
              <a:chOff x="4084200" y="3439800"/>
              <a:chExt cx="508680" cy="692640"/>
            </a:xfrm>
          </p:grpSpPr>
          <p:sp>
            <p:nvSpPr>
              <p:cNvPr id="797" name="Google Shape;797;p7"/>
              <p:cNvSpPr/>
              <p:nvPr/>
            </p:nvSpPr>
            <p:spPr>
              <a:xfrm>
                <a:off x="4136040" y="4028760"/>
                <a:ext cx="66240" cy="103680"/>
              </a:xfrm>
              <a:custGeom>
                <a:avLst/>
                <a:gdLst/>
                <a:ahLst/>
                <a:cxnLst/>
                <a:rect l="l" t="t" r="r" b="b"/>
                <a:pathLst>
                  <a:path w="184" h="288" extrusionOk="0">
                    <a:moveTo>
                      <a:pt x="64" y="287"/>
                    </a:moveTo>
                    <a:cubicBezTo>
                      <a:pt x="45" y="287"/>
                      <a:pt x="27" y="281"/>
                      <a:pt x="12" y="271"/>
                    </a:cubicBezTo>
                    <a:cubicBezTo>
                      <a:pt x="7" y="268"/>
                      <a:pt x="6" y="261"/>
                      <a:pt x="9" y="257"/>
                    </a:cubicBezTo>
                    <a:cubicBezTo>
                      <a:pt x="12" y="252"/>
                      <a:pt x="19" y="250"/>
                      <a:pt x="24" y="254"/>
                    </a:cubicBezTo>
                    <a:cubicBezTo>
                      <a:pt x="47" y="270"/>
                      <a:pt x="82" y="270"/>
                      <a:pt x="111" y="252"/>
                    </a:cubicBezTo>
                    <a:cubicBezTo>
                      <a:pt x="139" y="236"/>
                      <a:pt x="155" y="210"/>
                      <a:pt x="153" y="183"/>
                    </a:cubicBezTo>
                    <a:cubicBezTo>
                      <a:pt x="151" y="151"/>
                      <a:pt x="121" y="130"/>
                      <a:pt x="94" y="123"/>
                    </a:cubicBezTo>
                    <a:cubicBezTo>
                      <a:pt x="70" y="117"/>
                      <a:pt x="37" y="119"/>
                      <a:pt x="20" y="145"/>
                    </a:cubicBezTo>
                    <a:cubicBezTo>
                      <a:pt x="17" y="150"/>
                      <a:pt x="12" y="151"/>
                      <a:pt x="7" y="150"/>
                    </a:cubicBezTo>
                    <a:cubicBezTo>
                      <a:pt x="3" y="148"/>
                      <a:pt x="0" y="143"/>
                      <a:pt x="1" y="139"/>
                    </a:cubicBezTo>
                    <a:cubicBezTo>
                      <a:pt x="7" y="101"/>
                      <a:pt x="29" y="64"/>
                      <a:pt x="61" y="38"/>
                    </a:cubicBezTo>
                    <a:cubicBezTo>
                      <a:pt x="93" y="13"/>
                      <a:pt x="134" y="0"/>
                      <a:pt x="173" y="3"/>
                    </a:cubicBezTo>
                    <a:cubicBezTo>
                      <a:pt x="178" y="4"/>
                      <a:pt x="183" y="9"/>
                      <a:pt x="182" y="14"/>
                    </a:cubicBezTo>
                    <a:cubicBezTo>
                      <a:pt x="181" y="20"/>
                      <a:pt x="176" y="24"/>
                      <a:pt x="171" y="24"/>
                    </a:cubicBezTo>
                    <a:cubicBezTo>
                      <a:pt x="113" y="19"/>
                      <a:pt x="55" y="56"/>
                      <a:pt x="31" y="109"/>
                    </a:cubicBezTo>
                    <a:cubicBezTo>
                      <a:pt x="50" y="99"/>
                      <a:pt x="75" y="97"/>
                      <a:pt x="99" y="103"/>
                    </a:cubicBezTo>
                    <a:cubicBezTo>
                      <a:pt x="134" y="112"/>
                      <a:pt x="170" y="139"/>
                      <a:pt x="174" y="181"/>
                    </a:cubicBezTo>
                    <a:cubicBezTo>
                      <a:pt x="177" y="216"/>
                      <a:pt x="157" y="250"/>
                      <a:pt x="122" y="270"/>
                    </a:cubicBezTo>
                    <a:cubicBezTo>
                      <a:pt x="103" y="281"/>
                      <a:pt x="83" y="287"/>
                      <a:pt x="64" y="2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8" name="Google Shape;798;p7"/>
              <p:cNvSpPr/>
              <p:nvPr/>
            </p:nvSpPr>
            <p:spPr>
              <a:xfrm>
                <a:off x="4254840" y="4071960"/>
                <a:ext cx="58320" cy="13680"/>
              </a:xfrm>
              <a:custGeom>
                <a:avLst/>
                <a:gdLst/>
                <a:ahLst/>
                <a:cxnLst/>
                <a:rect l="l" t="t" r="r" b="b"/>
                <a:pathLst>
                  <a:path w="162" h="38" extrusionOk="0">
                    <a:moveTo>
                      <a:pt x="150" y="37"/>
                    </a:moveTo>
                    <a:cubicBezTo>
                      <a:pt x="149" y="37"/>
                      <a:pt x="149" y="37"/>
                      <a:pt x="149" y="37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4" y="21"/>
                      <a:pt x="0" y="16"/>
                      <a:pt x="1" y="10"/>
                    </a:cubicBezTo>
                    <a:cubicBezTo>
                      <a:pt x="1" y="4"/>
                      <a:pt x="6" y="0"/>
                      <a:pt x="12" y="0"/>
                    </a:cubicBezTo>
                    <a:cubicBezTo>
                      <a:pt x="151" y="16"/>
                      <a:pt x="151" y="16"/>
                      <a:pt x="151" y="16"/>
                    </a:cubicBezTo>
                    <a:cubicBezTo>
                      <a:pt x="157" y="17"/>
                      <a:pt x="161" y="22"/>
                      <a:pt x="160" y="27"/>
                    </a:cubicBezTo>
                    <a:cubicBezTo>
                      <a:pt x="160" y="33"/>
                      <a:pt x="155" y="37"/>
                      <a:pt x="150" y="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9" name="Google Shape;799;p7"/>
              <p:cNvSpPr/>
              <p:nvPr/>
            </p:nvSpPr>
            <p:spPr>
              <a:xfrm>
                <a:off x="4253760" y="4072320"/>
                <a:ext cx="48240" cy="3204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89" extrusionOk="0">
                    <a:moveTo>
                      <a:pt x="29" y="88"/>
                    </a:moveTo>
                    <a:cubicBezTo>
                      <a:pt x="24" y="88"/>
                      <a:pt x="20" y="84"/>
                      <a:pt x="19" y="80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0" y="9"/>
                      <a:pt x="4" y="3"/>
                      <a:pt x="9" y="2"/>
                    </a:cubicBezTo>
                    <a:cubicBezTo>
                      <a:pt x="15" y="0"/>
                      <a:pt x="21" y="3"/>
                      <a:pt x="22" y="9"/>
                    </a:cubicBezTo>
                    <a:cubicBezTo>
                      <a:pt x="37" y="66"/>
                      <a:pt x="37" y="66"/>
                      <a:pt x="37" y="66"/>
                    </a:cubicBezTo>
                    <a:cubicBezTo>
                      <a:pt x="122" y="62"/>
                      <a:pt x="122" y="62"/>
                      <a:pt x="122" y="62"/>
                    </a:cubicBezTo>
                    <a:cubicBezTo>
                      <a:pt x="128" y="62"/>
                      <a:pt x="133" y="66"/>
                      <a:pt x="133" y="72"/>
                    </a:cubicBezTo>
                    <a:cubicBezTo>
                      <a:pt x="133" y="78"/>
                      <a:pt x="129" y="83"/>
                      <a:pt x="123" y="83"/>
                    </a:cubicBezTo>
                    <a:cubicBezTo>
                      <a:pt x="30" y="88"/>
                      <a:pt x="30" y="88"/>
                      <a:pt x="30" y="88"/>
                    </a:cubicBezTo>
                    <a:cubicBezTo>
                      <a:pt x="29" y="88"/>
                      <a:pt x="29" y="88"/>
                      <a:pt x="29" y="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0" name="Google Shape;800;p7"/>
              <p:cNvSpPr/>
              <p:nvPr/>
            </p:nvSpPr>
            <p:spPr>
              <a:xfrm>
                <a:off x="4344840" y="4022640"/>
                <a:ext cx="68400" cy="102240"/>
              </a:xfrm>
              <a:custGeom>
                <a:avLst/>
                <a:gdLst/>
                <a:ahLst/>
                <a:cxnLst/>
                <a:rect l="l" t="t" r="r" b="b"/>
                <a:pathLst>
                  <a:path w="190" h="284" extrusionOk="0">
                    <a:moveTo>
                      <a:pt x="12" y="283"/>
                    </a:moveTo>
                    <a:cubicBezTo>
                      <a:pt x="7" y="283"/>
                      <a:pt x="3" y="280"/>
                      <a:pt x="2" y="276"/>
                    </a:cubicBezTo>
                    <a:cubicBezTo>
                      <a:pt x="0" y="270"/>
                      <a:pt x="2" y="266"/>
                      <a:pt x="7" y="263"/>
                    </a:cubicBezTo>
                    <a:cubicBezTo>
                      <a:pt x="87" y="217"/>
                      <a:pt x="134" y="116"/>
                      <a:pt x="119" y="25"/>
                    </a:cubicBezTo>
                    <a:cubicBezTo>
                      <a:pt x="101" y="35"/>
                      <a:pt x="86" y="53"/>
                      <a:pt x="81" y="74"/>
                    </a:cubicBezTo>
                    <a:cubicBezTo>
                      <a:pt x="79" y="80"/>
                      <a:pt x="73" y="83"/>
                      <a:pt x="68" y="82"/>
                    </a:cubicBezTo>
                    <a:cubicBezTo>
                      <a:pt x="62" y="80"/>
                      <a:pt x="59" y="75"/>
                      <a:pt x="60" y="69"/>
                    </a:cubicBezTo>
                    <a:cubicBezTo>
                      <a:pt x="68" y="37"/>
                      <a:pt x="93" y="10"/>
                      <a:pt x="124" y="1"/>
                    </a:cubicBezTo>
                    <a:cubicBezTo>
                      <a:pt x="127" y="0"/>
                      <a:pt x="130" y="0"/>
                      <a:pt x="132" y="1"/>
                    </a:cubicBezTo>
                    <a:cubicBezTo>
                      <a:pt x="135" y="2"/>
                      <a:pt x="137" y="5"/>
                      <a:pt x="137" y="8"/>
                    </a:cubicBezTo>
                    <a:cubicBezTo>
                      <a:pt x="149" y="58"/>
                      <a:pt x="143" y="114"/>
                      <a:pt x="121" y="164"/>
                    </a:cubicBezTo>
                    <a:cubicBezTo>
                      <a:pt x="105" y="201"/>
                      <a:pt x="80" y="233"/>
                      <a:pt x="51" y="257"/>
                    </a:cubicBezTo>
                    <a:cubicBezTo>
                      <a:pt x="176" y="245"/>
                      <a:pt x="176" y="245"/>
                      <a:pt x="176" y="245"/>
                    </a:cubicBezTo>
                    <a:cubicBezTo>
                      <a:pt x="182" y="245"/>
                      <a:pt x="187" y="249"/>
                      <a:pt x="188" y="255"/>
                    </a:cubicBezTo>
                    <a:cubicBezTo>
                      <a:pt x="189" y="260"/>
                      <a:pt x="184" y="266"/>
                      <a:pt x="179" y="266"/>
                    </a:cubicBezTo>
                    <a:cubicBezTo>
                      <a:pt x="13" y="283"/>
                      <a:pt x="13" y="283"/>
                      <a:pt x="13" y="283"/>
                    </a:cubicBezTo>
                    <a:lnTo>
                      <a:pt x="12" y="28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1" name="Google Shape;801;p7"/>
              <p:cNvSpPr/>
              <p:nvPr/>
            </p:nvSpPr>
            <p:spPr>
              <a:xfrm>
                <a:off x="4449240" y="4000320"/>
                <a:ext cx="7920" cy="129600"/>
              </a:xfrm>
              <a:custGeom>
                <a:avLst/>
                <a:gdLst/>
                <a:ahLst/>
                <a:cxnLst/>
                <a:rect l="l" t="t" r="r" b="b"/>
                <a:pathLst>
                  <a:path w="22" h="360" extrusionOk="0">
                    <a:moveTo>
                      <a:pt x="10" y="359"/>
                    </a:moveTo>
                    <a:cubicBezTo>
                      <a:pt x="5" y="359"/>
                      <a:pt x="0" y="354"/>
                      <a:pt x="0" y="349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4"/>
                      <a:pt x="5" y="0"/>
                      <a:pt x="10" y="0"/>
                    </a:cubicBezTo>
                    <a:cubicBezTo>
                      <a:pt x="16" y="0"/>
                      <a:pt x="21" y="4"/>
                      <a:pt x="21" y="10"/>
                    </a:cubicBezTo>
                    <a:cubicBezTo>
                      <a:pt x="21" y="349"/>
                      <a:pt x="21" y="349"/>
                      <a:pt x="21" y="349"/>
                    </a:cubicBezTo>
                    <a:cubicBezTo>
                      <a:pt x="21" y="354"/>
                      <a:pt x="16" y="359"/>
                      <a:pt x="10" y="35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2" name="Google Shape;802;p7"/>
              <p:cNvSpPr/>
              <p:nvPr/>
            </p:nvSpPr>
            <p:spPr>
              <a:xfrm>
                <a:off x="4466880" y="4016520"/>
                <a:ext cx="20160" cy="91080"/>
              </a:xfrm>
              <a:custGeom>
                <a:avLst/>
                <a:gdLst/>
                <a:ahLst/>
                <a:cxnLst/>
                <a:rect l="l" t="t" r="r" b="b"/>
                <a:pathLst>
                  <a:path w="56" h="253" extrusionOk="0">
                    <a:moveTo>
                      <a:pt x="44" y="252"/>
                    </a:moveTo>
                    <a:cubicBezTo>
                      <a:pt x="38" y="252"/>
                      <a:pt x="34" y="248"/>
                      <a:pt x="33" y="24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7"/>
                      <a:pt x="4" y="1"/>
                      <a:pt x="10" y="1"/>
                    </a:cubicBezTo>
                    <a:cubicBezTo>
                      <a:pt x="15" y="0"/>
                      <a:pt x="20" y="4"/>
                      <a:pt x="21" y="9"/>
                    </a:cubicBezTo>
                    <a:cubicBezTo>
                      <a:pt x="53" y="240"/>
                      <a:pt x="53" y="240"/>
                      <a:pt x="53" y="240"/>
                    </a:cubicBezTo>
                    <a:cubicBezTo>
                      <a:pt x="55" y="245"/>
                      <a:pt x="51" y="251"/>
                      <a:pt x="45" y="252"/>
                    </a:cubicBezTo>
                    <a:cubicBezTo>
                      <a:pt x="44" y="252"/>
                      <a:pt x="44" y="252"/>
                      <a:pt x="44" y="2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3" name="Google Shape;803;p7"/>
              <p:cNvSpPr/>
              <p:nvPr/>
            </p:nvSpPr>
            <p:spPr>
              <a:xfrm>
                <a:off x="4426560" y="3984120"/>
                <a:ext cx="85680" cy="41040"/>
              </a:xfrm>
              <a:custGeom>
                <a:avLst/>
                <a:gdLst/>
                <a:ahLst/>
                <a:cxnLst/>
                <a:rect l="l" t="t" r="r" b="b"/>
                <a:pathLst>
                  <a:path w="238" h="114" extrusionOk="0">
                    <a:moveTo>
                      <a:pt x="11" y="113"/>
                    </a:moveTo>
                    <a:cubicBezTo>
                      <a:pt x="9" y="113"/>
                      <a:pt x="7" y="112"/>
                      <a:pt x="4" y="110"/>
                    </a:cubicBezTo>
                    <a:cubicBezTo>
                      <a:pt x="0" y="107"/>
                      <a:pt x="0" y="100"/>
                      <a:pt x="3" y="96"/>
                    </a:cubicBezTo>
                    <a:cubicBezTo>
                      <a:pt x="56" y="32"/>
                      <a:pt x="146" y="0"/>
                      <a:pt x="228" y="17"/>
                    </a:cubicBezTo>
                    <a:cubicBezTo>
                      <a:pt x="234" y="18"/>
                      <a:pt x="237" y="23"/>
                      <a:pt x="236" y="29"/>
                    </a:cubicBezTo>
                    <a:cubicBezTo>
                      <a:pt x="235" y="35"/>
                      <a:pt x="230" y="38"/>
                      <a:pt x="224" y="37"/>
                    </a:cubicBezTo>
                    <a:cubicBezTo>
                      <a:pt x="150" y="22"/>
                      <a:pt x="68" y="51"/>
                      <a:pt x="19" y="109"/>
                    </a:cubicBezTo>
                    <a:cubicBezTo>
                      <a:pt x="17" y="111"/>
                      <a:pt x="14" y="113"/>
                      <a:pt x="11" y="1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4" name="Google Shape;804;p7"/>
              <p:cNvSpPr/>
              <p:nvPr/>
            </p:nvSpPr>
            <p:spPr>
              <a:xfrm>
                <a:off x="4532400" y="4011480"/>
                <a:ext cx="7920" cy="101520"/>
              </a:xfrm>
              <a:custGeom>
                <a:avLst/>
                <a:gdLst/>
                <a:ahLst/>
                <a:cxnLst/>
                <a:rect l="l" t="t" r="r" b="b"/>
                <a:pathLst>
                  <a:path w="22" h="282" extrusionOk="0">
                    <a:moveTo>
                      <a:pt x="10" y="281"/>
                    </a:moveTo>
                    <a:cubicBezTo>
                      <a:pt x="4" y="281"/>
                      <a:pt x="0" y="277"/>
                      <a:pt x="0" y="271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4"/>
                      <a:pt x="4" y="0"/>
                      <a:pt x="10" y="0"/>
                    </a:cubicBezTo>
                    <a:cubicBezTo>
                      <a:pt x="16" y="0"/>
                      <a:pt x="21" y="4"/>
                      <a:pt x="21" y="10"/>
                    </a:cubicBezTo>
                    <a:cubicBezTo>
                      <a:pt x="21" y="271"/>
                      <a:pt x="21" y="271"/>
                      <a:pt x="21" y="271"/>
                    </a:cubicBezTo>
                    <a:cubicBezTo>
                      <a:pt x="21" y="277"/>
                      <a:pt x="16" y="281"/>
                      <a:pt x="10" y="2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5" name="Google Shape;805;p7"/>
              <p:cNvSpPr/>
              <p:nvPr/>
            </p:nvSpPr>
            <p:spPr>
              <a:xfrm>
                <a:off x="4537440" y="4008960"/>
                <a:ext cx="54720" cy="7596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211" extrusionOk="0">
                    <a:moveTo>
                      <a:pt x="102" y="210"/>
                    </a:moveTo>
                    <a:cubicBezTo>
                      <a:pt x="83" y="210"/>
                      <a:pt x="64" y="203"/>
                      <a:pt x="50" y="190"/>
                    </a:cubicBezTo>
                    <a:cubicBezTo>
                      <a:pt x="25" y="166"/>
                      <a:pt x="17" y="130"/>
                      <a:pt x="10" y="102"/>
                    </a:cubicBezTo>
                    <a:cubicBezTo>
                      <a:pt x="9" y="98"/>
                      <a:pt x="10" y="94"/>
                      <a:pt x="13" y="92"/>
                    </a:cubicBezTo>
                    <a:cubicBezTo>
                      <a:pt x="16" y="89"/>
                      <a:pt x="19" y="89"/>
                      <a:pt x="24" y="90"/>
                    </a:cubicBezTo>
                    <a:cubicBezTo>
                      <a:pt x="33" y="93"/>
                      <a:pt x="45" y="90"/>
                      <a:pt x="55" y="83"/>
                    </a:cubicBezTo>
                    <a:cubicBezTo>
                      <a:pt x="65" y="75"/>
                      <a:pt x="70" y="64"/>
                      <a:pt x="69" y="54"/>
                    </a:cubicBezTo>
                    <a:cubicBezTo>
                      <a:pt x="68" y="42"/>
                      <a:pt x="60" y="33"/>
                      <a:pt x="49" y="27"/>
                    </a:cubicBezTo>
                    <a:cubicBezTo>
                      <a:pt x="38" y="22"/>
                      <a:pt x="26" y="22"/>
                      <a:pt x="17" y="27"/>
                    </a:cubicBezTo>
                    <a:cubicBezTo>
                      <a:pt x="12" y="30"/>
                      <a:pt x="5" y="29"/>
                      <a:pt x="3" y="23"/>
                    </a:cubicBezTo>
                    <a:cubicBezTo>
                      <a:pt x="0" y="19"/>
                      <a:pt x="1" y="12"/>
                      <a:pt x="6" y="9"/>
                    </a:cubicBezTo>
                    <a:cubicBezTo>
                      <a:pt x="21" y="0"/>
                      <a:pt x="41" y="0"/>
                      <a:pt x="58" y="9"/>
                    </a:cubicBezTo>
                    <a:cubicBezTo>
                      <a:pt x="77" y="17"/>
                      <a:pt x="88" y="34"/>
                      <a:pt x="90" y="51"/>
                    </a:cubicBezTo>
                    <a:cubicBezTo>
                      <a:pt x="92" y="69"/>
                      <a:pt x="84" y="87"/>
                      <a:pt x="68" y="99"/>
                    </a:cubicBezTo>
                    <a:cubicBezTo>
                      <a:pt x="58" y="107"/>
                      <a:pt x="46" y="112"/>
                      <a:pt x="34" y="112"/>
                    </a:cubicBezTo>
                    <a:cubicBezTo>
                      <a:pt x="40" y="134"/>
                      <a:pt x="48" y="159"/>
                      <a:pt x="65" y="175"/>
                    </a:cubicBezTo>
                    <a:cubicBezTo>
                      <a:pt x="75" y="185"/>
                      <a:pt x="92" y="191"/>
                      <a:pt x="107" y="189"/>
                    </a:cubicBezTo>
                    <a:cubicBezTo>
                      <a:pt x="114" y="189"/>
                      <a:pt x="124" y="186"/>
                      <a:pt x="130" y="176"/>
                    </a:cubicBezTo>
                    <a:cubicBezTo>
                      <a:pt x="134" y="172"/>
                      <a:pt x="140" y="171"/>
                      <a:pt x="145" y="174"/>
                    </a:cubicBezTo>
                    <a:cubicBezTo>
                      <a:pt x="149" y="177"/>
                      <a:pt x="151" y="183"/>
                      <a:pt x="148" y="189"/>
                    </a:cubicBezTo>
                    <a:cubicBezTo>
                      <a:pt x="139" y="201"/>
                      <a:pt x="125" y="208"/>
                      <a:pt x="109" y="210"/>
                    </a:cubicBezTo>
                    <a:cubicBezTo>
                      <a:pt x="106" y="210"/>
                      <a:pt x="104" y="210"/>
                      <a:pt x="102" y="2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6" name="Google Shape;806;p7"/>
              <p:cNvSpPr/>
              <p:nvPr/>
            </p:nvSpPr>
            <p:spPr>
              <a:xfrm>
                <a:off x="4096440" y="3443040"/>
                <a:ext cx="496440" cy="496440"/>
              </a:xfrm>
              <a:custGeom>
                <a:avLst/>
                <a:gdLst/>
                <a:ahLst/>
                <a:cxnLst/>
                <a:rect l="l" t="t" r="r" b="b"/>
                <a:pathLst>
                  <a:path w="1379" h="1379" extrusionOk="0">
                    <a:moveTo>
                      <a:pt x="689" y="1378"/>
                    </a:moveTo>
                    <a:cubicBezTo>
                      <a:pt x="505" y="1378"/>
                      <a:pt x="332" y="1306"/>
                      <a:pt x="201" y="1176"/>
                    </a:cubicBezTo>
                    <a:cubicBezTo>
                      <a:pt x="72" y="1046"/>
                      <a:pt x="0" y="873"/>
                      <a:pt x="0" y="689"/>
                    </a:cubicBezTo>
                    <a:cubicBezTo>
                      <a:pt x="0" y="505"/>
                      <a:pt x="72" y="332"/>
                      <a:pt x="201" y="202"/>
                    </a:cubicBezTo>
                    <a:cubicBezTo>
                      <a:pt x="332" y="72"/>
                      <a:pt x="505" y="0"/>
                      <a:pt x="689" y="0"/>
                    </a:cubicBezTo>
                    <a:cubicBezTo>
                      <a:pt x="873" y="0"/>
                      <a:pt x="1046" y="72"/>
                      <a:pt x="1176" y="202"/>
                    </a:cubicBezTo>
                    <a:cubicBezTo>
                      <a:pt x="1306" y="332"/>
                      <a:pt x="1378" y="505"/>
                      <a:pt x="1378" y="689"/>
                    </a:cubicBezTo>
                    <a:cubicBezTo>
                      <a:pt x="1378" y="873"/>
                      <a:pt x="1306" y="1046"/>
                      <a:pt x="1176" y="1176"/>
                    </a:cubicBezTo>
                    <a:cubicBezTo>
                      <a:pt x="1046" y="1306"/>
                      <a:pt x="873" y="1378"/>
                      <a:pt x="689" y="1378"/>
                    </a:cubicBezTo>
                    <a:moveTo>
                      <a:pt x="689" y="20"/>
                    </a:moveTo>
                    <a:cubicBezTo>
                      <a:pt x="320" y="20"/>
                      <a:pt x="20" y="320"/>
                      <a:pt x="20" y="689"/>
                    </a:cubicBezTo>
                    <a:cubicBezTo>
                      <a:pt x="20" y="1058"/>
                      <a:pt x="320" y="1357"/>
                      <a:pt x="689" y="1357"/>
                    </a:cubicBezTo>
                    <a:cubicBezTo>
                      <a:pt x="1057" y="1357"/>
                      <a:pt x="1357" y="1058"/>
                      <a:pt x="1357" y="689"/>
                    </a:cubicBezTo>
                    <a:cubicBezTo>
                      <a:pt x="1357" y="320"/>
                      <a:pt x="1057" y="20"/>
                      <a:pt x="689" y="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7" name="Google Shape;807;p7"/>
              <p:cNvSpPr/>
              <p:nvPr/>
            </p:nvSpPr>
            <p:spPr>
              <a:xfrm>
                <a:off x="4084200" y="3439800"/>
                <a:ext cx="146160" cy="137520"/>
              </a:xfrm>
              <a:custGeom>
                <a:avLst/>
                <a:gdLst/>
                <a:ahLst/>
                <a:cxnLst/>
                <a:rect l="l" t="t" r="r" b="b"/>
                <a:pathLst>
                  <a:path w="406" h="382" extrusionOk="0">
                    <a:moveTo>
                      <a:pt x="12" y="381"/>
                    </a:moveTo>
                    <a:cubicBezTo>
                      <a:pt x="10" y="381"/>
                      <a:pt x="8" y="380"/>
                      <a:pt x="7" y="380"/>
                    </a:cubicBezTo>
                    <a:cubicBezTo>
                      <a:pt x="2" y="377"/>
                      <a:pt x="0" y="371"/>
                      <a:pt x="3" y="366"/>
                    </a:cubicBezTo>
                    <a:cubicBezTo>
                      <a:pt x="40" y="294"/>
                      <a:pt x="89" y="228"/>
                      <a:pt x="149" y="171"/>
                    </a:cubicBezTo>
                    <a:cubicBezTo>
                      <a:pt x="195" y="127"/>
                      <a:pt x="245" y="90"/>
                      <a:pt x="300" y="60"/>
                    </a:cubicBezTo>
                    <a:cubicBezTo>
                      <a:pt x="262" y="65"/>
                      <a:pt x="262" y="65"/>
                      <a:pt x="262" y="65"/>
                    </a:cubicBezTo>
                    <a:cubicBezTo>
                      <a:pt x="258" y="65"/>
                      <a:pt x="253" y="62"/>
                      <a:pt x="251" y="58"/>
                    </a:cubicBezTo>
                    <a:cubicBezTo>
                      <a:pt x="250" y="54"/>
                      <a:pt x="252" y="49"/>
                      <a:pt x="255" y="46"/>
                    </a:cubicBezTo>
                    <a:cubicBezTo>
                      <a:pt x="297" y="19"/>
                      <a:pt x="345" y="3"/>
                      <a:pt x="394" y="0"/>
                    </a:cubicBezTo>
                    <a:cubicBezTo>
                      <a:pt x="398" y="0"/>
                      <a:pt x="402" y="3"/>
                      <a:pt x="403" y="6"/>
                    </a:cubicBezTo>
                    <a:cubicBezTo>
                      <a:pt x="405" y="10"/>
                      <a:pt x="405" y="14"/>
                      <a:pt x="402" y="18"/>
                    </a:cubicBezTo>
                    <a:cubicBezTo>
                      <a:pt x="301" y="119"/>
                      <a:pt x="301" y="119"/>
                      <a:pt x="301" y="119"/>
                    </a:cubicBezTo>
                    <a:cubicBezTo>
                      <a:pt x="297" y="123"/>
                      <a:pt x="291" y="123"/>
                      <a:pt x="287" y="119"/>
                    </a:cubicBezTo>
                    <a:cubicBezTo>
                      <a:pt x="283" y="115"/>
                      <a:pt x="283" y="109"/>
                      <a:pt x="287" y="105"/>
                    </a:cubicBezTo>
                    <a:cubicBezTo>
                      <a:pt x="318" y="73"/>
                      <a:pt x="318" y="73"/>
                      <a:pt x="318" y="73"/>
                    </a:cubicBezTo>
                    <a:cubicBezTo>
                      <a:pt x="191" y="141"/>
                      <a:pt x="86" y="246"/>
                      <a:pt x="21" y="375"/>
                    </a:cubicBezTo>
                    <a:cubicBezTo>
                      <a:pt x="19" y="379"/>
                      <a:pt x="15" y="381"/>
                      <a:pt x="12" y="381"/>
                    </a:cubicBezTo>
                    <a:moveTo>
                      <a:pt x="367" y="24"/>
                    </a:moveTo>
                    <a:cubicBezTo>
                      <a:pt x="349" y="27"/>
                      <a:pt x="332" y="32"/>
                      <a:pt x="315" y="38"/>
                    </a:cubicBezTo>
                    <a:cubicBezTo>
                      <a:pt x="355" y="34"/>
                      <a:pt x="355" y="34"/>
                      <a:pt x="355" y="34"/>
                    </a:cubicBezTo>
                    <a:cubicBezTo>
                      <a:pt x="355" y="34"/>
                      <a:pt x="356" y="34"/>
                      <a:pt x="357" y="34"/>
                    </a:cubicBezTo>
                    <a:lnTo>
                      <a:pt x="367" y="24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8" name="Google Shape;808;p7"/>
              <p:cNvSpPr/>
              <p:nvPr/>
            </p:nvSpPr>
            <p:spPr>
              <a:xfrm>
                <a:off x="4344480" y="3673080"/>
                <a:ext cx="31680" cy="23760"/>
              </a:xfrm>
              <a:custGeom>
                <a:avLst/>
                <a:gdLst/>
                <a:ahLst/>
                <a:cxnLst/>
                <a:rect l="l" t="t" r="r" b="b"/>
                <a:pathLst>
                  <a:path w="88" h="66" extrusionOk="0">
                    <a:moveTo>
                      <a:pt x="51" y="65"/>
                    </a:moveTo>
                    <a:cubicBezTo>
                      <a:pt x="47" y="65"/>
                      <a:pt x="43" y="62"/>
                      <a:pt x="42" y="58"/>
                    </a:cubicBezTo>
                    <a:cubicBezTo>
                      <a:pt x="12" y="61"/>
                      <a:pt x="12" y="61"/>
                      <a:pt x="12" y="61"/>
                    </a:cubicBezTo>
                    <a:cubicBezTo>
                      <a:pt x="9" y="62"/>
                      <a:pt x="5" y="61"/>
                      <a:pt x="4" y="59"/>
                    </a:cubicBezTo>
                    <a:cubicBezTo>
                      <a:pt x="1" y="57"/>
                      <a:pt x="0" y="54"/>
                      <a:pt x="0" y="51"/>
                    </a:cubicBezTo>
                    <a:cubicBezTo>
                      <a:pt x="1" y="35"/>
                      <a:pt x="12" y="19"/>
                      <a:pt x="28" y="10"/>
                    </a:cubicBezTo>
                    <a:cubicBezTo>
                      <a:pt x="43" y="1"/>
                      <a:pt x="61" y="0"/>
                      <a:pt x="77" y="7"/>
                    </a:cubicBezTo>
                    <a:cubicBezTo>
                      <a:pt x="78" y="8"/>
                      <a:pt x="79" y="9"/>
                      <a:pt x="81" y="11"/>
                    </a:cubicBezTo>
                    <a:cubicBezTo>
                      <a:pt x="87" y="21"/>
                      <a:pt x="87" y="34"/>
                      <a:pt x="81" y="46"/>
                    </a:cubicBezTo>
                    <a:cubicBezTo>
                      <a:pt x="75" y="57"/>
                      <a:pt x="64" y="65"/>
                      <a:pt x="52" y="65"/>
                    </a:cubicBezTo>
                    <a:cubicBezTo>
                      <a:pt x="51" y="65"/>
                      <a:pt x="51" y="65"/>
                      <a:pt x="51" y="65"/>
                    </a:cubicBezTo>
                    <a:moveTo>
                      <a:pt x="56" y="22"/>
                    </a:moveTo>
                    <a:cubicBezTo>
                      <a:pt x="50" y="22"/>
                      <a:pt x="43" y="24"/>
                      <a:pt x="37" y="28"/>
                    </a:cubicBezTo>
                    <a:cubicBezTo>
                      <a:pt x="32" y="30"/>
                      <a:pt x="28" y="35"/>
                      <a:pt x="25" y="40"/>
                    </a:cubicBezTo>
                    <a:cubicBezTo>
                      <a:pt x="55" y="36"/>
                      <a:pt x="55" y="36"/>
                      <a:pt x="55" y="36"/>
                    </a:cubicBezTo>
                    <a:cubicBezTo>
                      <a:pt x="58" y="35"/>
                      <a:pt x="60" y="36"/>
                      <a:pt x="63" y="37"/>
                    </a:cubicBezTo>
                    <a:lnTo>
                      <a:pt x="63" y="36"/>
                    </a:lnTo>
                    <a:cubicBezTo>
                      <a:pt x="65" y="33"/>
                      <a:pt x="66" y="28"/>
                      <a:pt x="65" y="24"/>
                    </a:cubicBezTo>
                    <a:cubicBezTo>
                      <a:pt x="62" y="23"/>
                      <a:pt x="58" y="22"/>
                      <a:pt x="56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9" name="Google Shape;809;p7"/>
              <p:cNvSpPr/>
              <p:nvPr/>
            </p:nvSpPr>
            <p:spPr>
              <a:xfrm>
                <a:off x="4390200" y="3670920"/>
                <a:ext cx="172440" cy="20880"/>
              </a:xfrm>
              <a:custGeom>
                <a:avLst/>
                <a:gdLst/>
                <a:ahLst/>
                <a:cxnLst/>
                <a:rect l="l" t="t" r="r" b="b"/>
                <a:pathLst>
                  <a:path w="479" h="58" extrusionOk="0">
                    <a:moveTo>
                      <a:pt x="11" y="57"/>
                    </a:moveTo>
                    <a:cubicBezTo>
                      <a:pt x="6" y="57"/>
                      <a:pt x="2" y="53"/>
                      <a:pt x="1" y="49"/>
                    </a:cubicBezTo>
                    <a:cubicBezTo>
                      <a:pt x="0" y="43"/>
                      <a:pt x="4" y="38"/>
                      <a:pt x="9" y="37"/>
                    </a:cubicBezTo>
                    <a:cubicBezTo>
                      <a:pt x="160" y="10"/>
                      <a:pt x="314" y="0"/>
                      <a:pt x="468" y="10"/>
                    </a:cubicBezTo>
                    <a:cubicBezTo>
                      <a:pt x="473" y="10"/>
                      <a:pt x="478" y="15"/>
                      <a:pt x="477" y="21"/>
                    </a:cubicBezTo>
                    <a:cubicBezTo>
                      <a:pt x="476" y="26"/>
                      <a:pt x="472" y="30"/>
                      <a:pt x="466" y="30"/>
                    </a:cubicBezTo>
                    <a:cubicBezTo>
                      <a:pt x="315" y="21"/>
                      <a:pt x="162" y="30"/>
                      <a:pt x="13" y="57"/>
                    </a:cubicBezTo>
                    <a:cubicBezTo>
                      <a:pt x="13" y="57"/>
                      <a:pt x="12" y="57"/>
                      <a:pt x="11" y="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0" name="Google Shape;810;p7"/>
              <p:cNvSpPr/>
              <p:nvPr/>
            </p:nvSpPr>
            <p:spPr>
              <a:xfrm>
                <a:off x="4520880" y="3657240"/>
                <a:ext cx="45360" cy="5148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143" extrusionOk="0">
                    <a:moveTo>
                      <a:pt x="29" y="142"/>
                    </a:moveTo>
                    <a:cubicBezTo>
                      <a:pt x="28" y="142"/>
                      <a:pt x="27" y="142"/>
                      <a:pt x="25" y="141"/>
                    </a:cubicBezTo>
                    <a:cubicBezTo>
                      <a:pt x="20" y="139"/>
                      <a:pt x="18" y="133"/>
                      <a:pt x="21" y="127"/>
                    </a:cubicBezTo>
                    <a:cubicBezTo>
                      <a:pt x="37" y="95"/>
                      <a:pt x="62" y="65"/>
                      <a:pt x="91" y="43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3" y="20"/>
                      <a:pt x="0" y="14"/>
                      <a:pt x="1" y="9"/>
                    </a:cubicBezTo>
                    <a:cubicBezTo>
                      <a:pt x="3" y="3"/>
                      <a:pt x="8" y="0"/>
                      <a:pt x="14" y="2"/>
                    </a:cubicBezTo>
                    <a:cubicBezTo>
                      <a:pt x="117" y="29"/>
                      <a:pt x="117" y="29"/>
                      <a:pt x="117" y="29"/>
                    </a:cubicBezTo>
                    <a:cubicBezTo>
                      <a:pt x="121" y="30"/>
                      <a:pt x="124" y="34"/>
                      <a:pt x="124" y="38"/>
                    </a:cubicBezTo>
                    <a:cubicBezTo>
                      <a:pt x="125" y="41"/>
                      <a:pt x="123" y="45"/>
                      <a:pt x="120" y="48"/>
                    </a:cubicBezTo>
                    <a:cubicBezTo>
                      <a:pt x="85" y="69"/>
                      <a:pt x="56" y="100"/>
                      <a:pt x="39" y="137"/>
                    </a:cubicBezTo>
                    <a:cubicBezTo>
                      <a:pt x="37" y="140"/>
                      <a:pt x="34" y="142"/>
                      <a:pt x="29" y="1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solidFill>
          <a:srgbClr val="FFFFFF"/>
        </a:solidFill>
        <a:effectLst/>
      </p:bgPr>
    </p:bg>
    <p:spTree>
      <p:nvGrpSpPr>
        <p:cNvPr id="1" name="Shape 1045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BLANK_1_1_1_1_1_1">
    <p:spTree>
      <p:nvGrpSpPr>
        <p:cNvPr id="1" name="Shape 10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7" name="Google Shape;1047;p13"/>
          <p:cNvSpPr/>
          <p:nvPr/>
        </p:nvSpPr>
        <p:spPr>
          <a:xfrm>
            <a:off x="-302011" y="-169892"/>
            <a:ext cx="9748023" cy="5483284"/>
          </a:xfrm>
          <a:custGeom>
            <a:avLst/>
            <a:gdLst/>
            <a:ahLst/>
            <a:cxnLst/>
            <a:rect l="l" t="t" r="r" b="b"/>
            <a:pathLst>
              <a:path w="24222" h="15750" extrusionOk="0">
                <a:moveTo>
                  <a:pt x="19" y="15749"/>
                </a:moveTo>
                <a:lnTo>
                  <a:pt x="19" y="15748"/>
                </a:lnTo>
                <a:lnTo>
                  <a:pt x="1079" y="15748"/>
                </a:lnTo>
                <a:lnTo>
                  <a:pt x="1079" y="15749"/>
                </a:lnTo>
                <a:lnTo>
                  <a:pt x="1147" y="15749"/>
                </a:lnTo>
                <a:lnTo>
                  <a:pt x="1147" y="15748"/>
                </a:lnTo>
                <a:lnTo>
                  <a:pt x="2046" y="15748"/>
                </a:lnTo>
                <a:lnTo>
                  <a:pt x="2046" y="15749"/>
                </a:lnTo>
                <a:lnTo>
                  <a:pt x="2115" y="15749"/>
                </a:lnTo>
                <a:lnTo>
                  <a:pt x="2115" y="15748"/>
                </a:lnTo>
                <a:lnTo>
                  <a:pt x="3174" y="15748"/>
                </a:lnTo>
                <a:lnTo>
                  <a:pt x="3174" y="15749"/>
                </a:lnTo>
                <a:lnTo>
                  <a:pt x="3244" y="15749"/>
                </a:lnTo>
                <a:lnTo>
                  <a:pt x="3244" y="15748"/>
                </a:lnTo>
                <a:lnTo>
                  <a:pt x="4143" y="15748"/>
                </a:lnTo>
                <a:lnTo>
                  <a:pt x="4143" y="15749"/>
                </a:lnTo>
                <a:lnTo>
                  <a:pt x="4211" y="15749"/>
                </a:lnTo>
                <a:lnTo>
                  <a:pt x="4211" y="15748"/>
                </a:lnTo>
                <a:lnTo>
                  <a:pt x="5271" y="15748"/>
                </a:lnTo>
                <a:lnTo>
                  <a:pt x="5271" y="15749"/>
                </a:lnTo>
                <a:lnTo>
                  <a:pt x="5339" y="15749"/>
                </a:lnTo>
                <a:lnTo>
                  <a:pt x="5339" y="15748"/>
                </a:lnTo>
                <a:lnTo>
                  <a:pt x="6238" y="15748"/>
                </a:lnTo>
                <a:lnTo>
                  <a:pt x="6238" y="15749"/>
                </a:lnTo>
                <a:lnTo>
                  <a:pt x="6308" y="15749"/>
                </a:lnTo>
                <a:lnTo>
                  <a:pt x="6308" y="15748"/>
                </a:lnTo>
                <a:lnTo>
                  <a:pt x="7366" y="15748"/>
                </a:lnTo>
                <a:lnTo>
                  <a:pt x="7366" y="15749"/>
                </a:lnTo>
                <a:lnTo>
                  <a:pt x="7436" y="15749"/>
                </a:lnTo>
                <a:lnTo>
                  <a:pt x="7436" y="15748"/>
                </a:lnTo>
                <a:lnTo>
                  <a:pt x="8335" y="15748"/>
                </a:lnTo>
                <a:lnTo>
                  <a:pt x="8335" y="15749"/>
                </a:lnTo>
                <a:lnTo>
                  <a:pt x="8403" y="15749"/>
                </a:lnTo>
                <a:lnTo>
                  <a:pt x="8403" y="15748"/>
                </a:lnTo>
                <a:lnTo>
                  <a:pt x="9463" y="15748"/>
                </a:lnTo>
                <a:lnTo>
                  <a:pt x="9463" y="15749"/>
                </a:lnTo>
                <a:lnTo>
                  <a:pt x="9531" y="15749"/>
                </a:lnTo>
                <a:lnTo>
                  <a:pt x="9531" y="15748"/>
                </a:lnTo>
                <a:lnTo>
                  <a:pt x="10430" y="15748"/>
                </a:lnTo>
                <a:lnTo>
                  <a:pt x="10430" y="15749"/>
                </a:lnTo>
                <a:lnTo>
                  <a:pt x="10500" y="15749"/>
                </a:lnTo>
                <a:lnTo>
                  <a:pt x="10500" y="15748"/>
                </a:lnTo>
                <a:lnTo>
                  <a:pt x="11559" y="15748"/>
                </a:lnTo>
                <a:lnTo>
                  <a:pt x="11559" y="15749"/>
                </a:lnTo>
                <a:lnTo>
                  <a:pt x="11628" y="15749"/>
                </a:lnTo>
                <a:lnTo>
                  <a:pt x="11628" y="15748"/>
                </a:lnTo>
                <a:lnTo>
                  <a:pt x="12526" y="15748"/>
                </a:lnTo>
                <a:lnTo>
                  <a:pt x="12526" y="15749"/>
                </a:lnTo>
                <a:lnTo>
                  <a:pt x="12594" y="15749"/>
                </a:lnTo>
                <a:lnTo>
                  <a:pt x="12594" y="15748"/>
                </a:lnTo>
                <a:lnTo>
                  <a:pt x="13654" y="15748"/>
                </a:lnTo>
                <a:lnTo>
                  <a:pt x="13654" y="15749"/>
                </a:lnTo>
                <a:lnTo>
                  <a:pt x="13722" y="15749"/>
                </a:lnTo>
                <a:lnTo>
                  <a:pt x="13722" y="15748"/>
                </a:lnTo>
                <a:lnTo>
                  <a:pt x="14622" y="15748"/>
                </a:lnTo>
                <a:lnTo>
                  <a:pt x="14622" y="15749"/>
                </a:lnTo>
                <a:lnTo>
                  <a:pt x="14691" y="15749"/>
                </a:lnTo>
                <a:lnTo>
                  <a:pt x="14691" y="15748"/>
                </a:lnTo>
                <a:lnTo>
                  <a:pt x="15750" y="15748"/>
                </a:lnTo>
                <a:lnTo>
                  <a:pt x="15750" y="15749"/>
                </a:lnTo>
                <a:lnTo>
                  <a:pt x="15819" y="15749"/>
                </a:lnTo>
                <a:lnTo>
                  <a:pt x="15819" y="15748"/>
                </a:lnTo>
                <a:lnTo>
                  <a:pt x="16718" y="15748"/>
                </a:lnTo>
                <a:lnTo>
                  <a:pt x="16718" y="15749"/>
                </a:lnTo>
                <a:lnTo>
                  <a:pt x="16786" y="15749"/>
                </a:lnTo>
                <a:lnTo>
                  <a:pt x="16786" y="15748"/>
                </a:lnTo>
                <a:lnTo>
                  <a:pt x="17846" y="15748"/>
                </a:lnTo>
                <a:lnTo>
                  <a:pt x="17846" y="15749"/>
                </a:lnTo>
                <a:lnTo>
                  <a:pt x="17914" y="15749"/>
                </a:lnTo>
                <a:lnTo>
                  <a:pt x="17914" y="15748"/>
                </a:lnTo>
                <a:lnTo>
                  <a:pt x="18814" y="15748"/>
                </a:lnTo>
                <a:lnTo>
                  <a:pt x="18814" y="15749"/>
                </a:lnTo>
                <a:lnTo>
                  <a:pt x="18883" y="15749"/>
                </a:lnTo>
                <a:lnTo>
                  <a:pt x="18883" y="15748"/>
                </a:lnTo>
                <a:lnTo>
                  <a:pt x="19942" y="15748"/>
                </a:lnTo>
                <a:lnTo>
                  <a:pt x="19942" y="15749"/>
                </a:lnTo>
                <a:lnTo>
                  <a:pt x="20011" y="15749"/>
                </a:lnTo>
                <a:lnTo>
                  <a:pt x="20011" y="15748"/>
                </a:lnTo>
                <a:lnTo>
                  <a:pt x="20910" y="15748"/>
                </a:lnTo>
                <a:lnTo>
                  <a:pt x="20910" y="15749"/>
                </a:lnTo>
                <a:lnTo>
                  <a:pt x="20978" y="15749"/>
                </a:lnTo>
                <a:lnTo>
                  <a:pt x="20978" y="15748"/>
                </a:lnTo>
                <a:lnTo>
                  <a:pt x="22038" y="15748"/>
                </a:lnTo>
                <a:lnTo>
                  <a:pt x="22038" y="15749"/>
                </a:lnTo>
                <a:lnTo>
                  <a:pt x="22106" y="15749"/>
                </a:lnTo>
                <a:lnTo>
                  <a:pt x="22106" y="15748"/>
                </a:lnTo>
                <a:lnTo>
                  <a:pt x="23006" y="15748"/>
                </a:lnTo>
                <a:lnTo>
                  <a:pt x="23006" y="15749"/>
                </a:lnTo>
                <a:lnTo>
                  <a:pt x="23075" y="15749"/>
                </a:lnTo>
                <a:lnTo>
                  <a:pt x="23075" y="15748"/>
                </a:lnTo>
                <a:lnTo>
                  <a:pt x="24134" y="15748"/>
                </a:lnTo>
                <a:lnTo>
                  <a:pt x="24134" y="15749"/>
                </a:lnTo>
                <a:lnTo>
                  <a:pt x="24203" y="15749"/>
                </a:lnTo>
                <a:lnTo>
                  <a:pt x="24203" y="15748"/>
                </a:lnTo>
                <a:lnTo>
                  <a:pt x="24221" y="15748"/>
                </a:lnTo>
                <a:lnTo>
                  <a:pt x="24221" y="15680"/>
                </a:lnTo>
                <a:lnTo>
                  <a:pt x="24203" y="15680"/>
                </a:lnTo>
                <a:lnTo>
                  <a:pt x="24203" y="14726"/>
                </a:lnTo>
                <a:lnTo>
                  <a:pt x="24221" y="14726"/>
                </a:lnTo>
                <a:lnTo>
                  <a:pt x="24221" y="14657"/>
                </a:lnTo>
                <a:lnTo>
                  <a:pt x="24203" y="14657"/>
                </a:lnTo>
                <a:lnTo>
                  <a:pt x="24203" y="13651"/>
                </a:lnTo>
                <a:lnTo>
                  <a:pt x="24221" y="13651"/>
                </a:lnTo>
                <a:lnTo>
                  <a:pt x="24221" y="13583"/>
                </a:lnTo>
                <a:lnTo>
                  <a:pt x="24203" y="13583"/>
                </a:lnTo>
                <a:lnTo>
                  <a:pt x="24203" y="12630"/>
                </a:lnTo>
                <a:lnTo>
                  <a:pt x="24221" y="12630"/>
                </a:lnTo>
                <a:lnTo>
                  <a:pt x="24221" y="12561"/>
                </a:lnTo>
                <a:lnTo>
                  <a:pt x="24203" y="12561"/>
                </a:lnTo>
                <a:lnTo>
                  <a:pt x="24203" y="11556"/>
                </a:lnTo>
                <a:lnTo>
                  <a:pt x="24221" y="11556"/>
                </a:lnTo>
                <a:lnTo>
                  <a:pt x="24221" y="11487"/>
                </a:lnTo>
                <a:lnTo>
                  <a:pt x="24203" y="11487"/>
                </a:lnTo>
                <a:lnTo>
                  <a:pt x="24203" y="10533"/>
                </a:lnTo>
                <a:lnTo>
                  <a:pt x="24221" y="10533"/>
                </a:lnTo>
                <a:lnTo>
                  <a:pt x="24221" y="10465"/>
                </a:lnTo>
                <a:lnTo>
                  <a:pt x="24203" y="10465"/>
                </a:lnTo>
                <a:lnTo>
                  <a:pt x="24203" y="9459"/>
                </a:lnTo>
                <a:lnTo>
                  <a:pt x="24221" y="9459"/>
                </a:lnTo>
                <a:lnTo>
                  <a:pt x="24221" y="9391"/>
                </a:lnTo>
                <a:lnTo>
                  <a:pt x="24203" y="9391"/>
                </a:lnTo>
                <a:lnTo>
                  <a:pt x="24203" y="8438"/>
                </a:lnTo>
                <a:lnTo>
                  <a:pt x="24221" y="8438"/>
                </a:lnTo>
                <a:lnTo>
                  <a:pt x="24221" y="8369"/>
                </a:lnTo>
                <a:lnTo>
                  <a:pt x="24203" y="8369"/>
                </a:lnTo>
                <a:lnTo>
                  <a:pt x="24203" y="7364"/>
                </a:lnTo>
                <a:lnTo>
                  <a:pt x="24221" y="7364"/>
                </a:lnTo>
                <a:lnTo>
                  <a:pt x="24221" y="7296"/>
                </a:lnTo>
                <a:lnTo>
                  <a:pt x="24203" y="7296"/>
                </a:lnTo>
                <a:lnTo>
                  <a:pt x="24203" y="6342"/>
                </a:lnTo>
                <a:lnTo>
                  <a:pt x="24221" y="6342"/>
                </a:lnTo>
                <a:lnTo>
                  <a:pt x="24221" y="6274"/>
                </a:lnTo>
                <a:lnTo>
                  <a:pt x="24203" y="6274"/>
                </a:lnTo>
                <a:lnTo>
                  <a:pt x="24203" y="5268"/>
                </a:lnTo>
                <a:lnTo>
                  <a:pt x="24221" y="5268"/>
                </a:lnTo>
                <a:lnTo>
                  <a:pt x="24221" y="5200"/>
                </a:lnTo>
                <a:lnTo>
                  <a:pt x="24203" y="5200"/>
                </a:lnTo>
                <a:lnTo>
                  <a:pt x="24203" y="4247"/>
                </a:lnTo>
                <a:lnTo>
                  <a:pt x="24221" y="4247"/>
                </a:lnTo>
                <a:lnTo>
                  <a:pt x="24221" y="4178"/>
                </a:lnTo>
                <a:lnTo>
                  <a:pt x="24203" y="4178"/>
                </a:lnTo>
                <a:lnTo>
                  <a:pt x="24203" y="3172"/>
                </a:lnTo>
                <a:lnTo>
                  <a:pt x="24221" y="3172"/>
                </a:lnTo>
                <a:lnTo>
                  <a:pt x="24221" y="3104"/>
                </a:lnTo>
                <a:lnTo>
                  <a:pt x="24203" y="3104"/>
                </a:lnTo>
                <a:lnTo>
                  <a:pt x="24203" y="2150"/>
                </a:lnTo>
                <a:lnTo>
                  <a:pt x="24221" y="2150"/>
                </a:lnTo>
                <a:lnTo>
                  <a:pt x="24221" y="2082"/>
                </a:lnTo>
                <a:lnTo>
                  <a:pt x="24203" y="2082"/>
                </a:lnTo>
                <a:lnTo>
                  <a:pt x="24203" y="1076"/>
                </a:lnTo>
                <a:lnTo>
                  <a:pt x="24221" y="1076"/>
                </a:lnTo>
                <a:lnTo>
                  <a:pt x="24221" y="1007"/>
                </a:lnTo>
                <a:lnTo>
                  <a:pt x="24203" y="1007"/>
                </a:lnTo>
                <a:lnTo>
                  <a:pt x="24203" y="55"/>
                </a:lnTo>
                <a:lnTo>
                  <a:pt x="24221" y="55"/>
                </a:lnTo>
                <a:lnTo>
                  <a:pt x="24221" y="0"/>
                </a:lnTo>
                <a:lnTo>
                  <a:pt x="0" y="0"/>
                </a:lnTo>
                <a:lnTo>
                  <a:pt x="0" y="15749"/>
                </a:lnTo>
                <a:lnTo>
                  <a:pt x="19" y="15749"/>
                </a:lnTo>
                <a:moveTo>
                  <a:pt x="23075" y="55"/>
                </a:moveTo>
                <a:lnTo>
                  <a:pt x="24134" y="55"/>
                </a:lnTo>
                <a:lnTo>
                  <a:pt x="24134" y="1007"/>
                </a:lnTo>
                <a:lnTo>
                  <a:pt x="23075" y="1007"/>
                </a:lnTo>
                <a:lnTo>
                  <a:pt x="23075" y="55"/>
                </a:lnTo>
                <a:moveTo>
                  <a:pt x="23075" y="1076"/>
                </a:moveTo>
                <a:lnTo>
                  <a:pt x="24134" y="1076"/>
                </a:lnTo>
                <a:lnTo>
                  <a:pt x="24134" y="2082"/>
                </a:lnTo>
                <a:lnTo>
                  <a:pt x="23075" y="2082"/>
                </a:lnTo>
                <a:lnTo>
                  <a:pt x="23075" y="1076"/>
                </a:lnTo>
                <a:moveTo>
                  <a:pt x="23075" y="2150"/>
                </a:moveTo>
                <a:lnTo>
                  <a:pt x="24134" y="2150"/>
                </a:lnTo>
                <a:lnTo>
                  <a:pt x="24134" y="3104"/>
                </a:lnTo>
                <a:lnTo>
                  <a:pt x="23075" y="3104"/>
                </a:lnTo>
                <a:lnTo>
                  <a:pt x="23075" y="2150"/>
                </a:lnTo>
                <a:moveTo>
                  <a:pt x="23075" y="3172"/>
                </a:moveTo>
                <a:lnTo>
                  <a:pt x="24134" y="3172"/>
                </a:lnTo>
                <a:lnTo>
                  <a:pt x="24134" y="4178"/>
                </a:lnTo>
                <a:lnTo>
                  <a:pt x="23075" y="4178"/>
                </a:lnTo>
                <a:lnTo>
                  <a:pt x="23075" y="3172"/>
                </a:lnTo>
                <a:moveTo>
                  <a:pt x="23075" y="4247"/>
                </a:moveTo>
                <a:lnTo>
                  <a:pt x="24134" y="4247"/>
                </a:lnTo>
                <a:lnTo>
                  <a:pt x="24134" y="5200"/>
                </a:lnTo>
                <a:lnTo>
                  <a:pt x="23075" y="5200"/>
                </a:lnTo>
                <a:lnTo>
                  <a:pt x="23075" y="4247"/>
                </a:lnTo>
                <a:moveTo>
                  <a:pt x="23075" y="5268"/>
                </a:moveTo>
                <a:lnTo>
                  <a:pt x="24134" y="5268"/>
                </a:lnTo>
                <a:lnTo>
                  <a:pt x="24134" y="6274"/>
                </a:lnTo>
                <a:lnTo>
                  <a:pt x="23075" y="6274"/>
                </a:lnTo>
                <a:lnTo>
                  <a:pt x="23075" y="5268"/>
                </a:lnTo>
                <a:moveTo>
                  <a:pt x="23075" y="6342"/>
                </a:moveTo>
                <a:lnTo>
                  <a:pt x="24134" y="6342"/>
                </a:lnTo>
                <a:lnTo>
                  <a:pt x="24134" y="7296"/>
                </a:lnTo>
                <a:lnTo>
                  <a:pt x="23075" y="7296"/>
                </a:lnTo>
                <a:lnTo>
                  <a:pt x="23075" y="6342"/>
                </a:lnTo>
                <a:moveTo>
                  <a:pt x="23075" y="7364"/>
                </a:moveTo>
                <a:lnTo>
                  <a:pt x="24134" y="7364"/>
                </a:lnTo>
                <a:lnTo>
                  <a:pt x="24134" y="8369"/>
                </a:lnTo>
                <a:lnTo>
                  <a:pt x="23075" y="8369"/>
                </a:lnTo>
                <a:lnTo>
                  <a:pt x="23075" y="7364"/>
                </a:lnTo>
                <a:moveTo>
                  <a:pt x="23075" y="8438"/>
                </a:moveTo>
                <a:lnTo>
                  <a:pt x="24134" y="8438"/>
                </a:lnTo>
                <a:lnTo>
                  <a:pt x="24134" y="9391"/>
                </a:lnTo>
                <a:lnTo>
                  <a:pt x="23075" y="9391"/>
                </a:lnTo>
                <a:lnTo>
                  <a:pt x="23075" y="8438"/>
                </a:lnTo>
                <a:moveTo>
                  <a:pt x="23075" y="9459"/>
                </a:moveTo>
                <a:lnTo>
                  <a:pt x="24134" y="9459"/>
                </a:lnTo>
                <a:lnTo>
                  <a:pt x="24134" y="10465"/>
                </a:lnTo>
                <a:lnTo>
                  <a:pt x="23075" y="10465"/>
                </a:lnTo>
                <a:lnTo>
                  <a:pt x="23075" y="9459"/>
                </a:lnTo>
                <a:moveTo>
                  <a:pt x="23075" y="10533"/>
                </a:moveTo>
                <a:lnTo>
                  <a:pt x="24134" y="10533"/>
                </a:lnTo>
                <a:lnTo>
                  <a:pt x="24134" y="11487"/>
                </a:lnTo>
                <a:lnTo>
                  <a:pt x="23075" y="11487"/>
                </a:lnTo>
                <a:lnTo>
                  <a:pt x="23075" y="10533"/>
                </a:lnTo>
                <a:moveTo>
                  <a:pt x="23075" y="11556"/>
                </a:moveTo>
                <a:lnTo>
                  <a:pt x="24134" y="11556"/>
                </a:lnTo>
                <a:lnTo>
                  <a:pt x="24134" y="12561"/>
                </a:lnTo>
                <a:lnTo>
                  <a:pt x="23075" y="12561"/>
                </a:lnTo>
                <a:lnTo>
                  <a:pt x="23075" y="11556"/>
                </a:lnTo>
                <a:moveTo>
                  <a:pt x="23075" y="12630"/>
                </a:moveTo>
                <a:lnTo>
                  <a:pt x="24134" y="12630"/>
                </a:lnTo>
                <a:lnTo>
                  <a:pt x="24134" y="13583"/>
                </a:lnTo>
                <a:lnTo>
                  <a:pt x="23075" y="13583"/>
                </a:lnTo>
                <a:lnTo>
                  <a:pt x="23075" y="12630"/>
                </a:lnTo>
                <a:moveTo>
                  <a:pt x="23075" y="13651"/>
                </a:moveTo>
                <a:lnTo>
                  <a:pt x="24134" y="13651"/>
                </a:lnTo>
                <a:lnTo>
                  <a:pt x="24134" y="14657"/>
                </a:lnTo>
                <a:lnTo>
                  <a:pt x="23075" y="14657"/>
                </a:lnTo>
                <a:lnTo>
                  <a:pt x="23075" y="13651"/>
                </a:lnTo>
                <a:moveTo>
                  <a:pt x="23075" y="14726"/>
                </a:moveTo>
                <a:lnTo>
                  <a:pt x="24134" y="14726"/>
                </a:lnTo>
                <a:lnTo>
                  <a:pt x="24134" y="15680"/>
                </a:lnTo>
                <a:lnTo>
                  <a:pt x="23075" y="15680"/>
                </a:lnTo>
                <a:lnTo>
                  <a:pt x="23075" y="14726"/>
                </a:lnTo>
                <a:moveTo>
                  <a:pt x="22106" y="55"/>
                </a:moveTo>
                <a:lnTo>
                  <a:pt x="23006" y="55"/>
                </a:lnTo>
                <a:lnTo>
                  <a:pt x="23006" y="1007"/>
                </a:lnTo>
                <a:lnTo>
                  <a:pt x="22106" y="1007"/>
                </a:lnTo>
                <a:lnTo>
                  <a:pt x="22106" y="55"/>
                </a:lnTo>
                <a:moveTo>
                  <a:pt x="22106" y="1076"/>
                </a:moveTo>
                <a:lnTo>
                  <a:pt x="23006" y="1076"/>
                </a:lnTo>
                <a:lnTo>
                  <a:pt x="23006" y="2082"/>
                </a:lnTo>
                <a:lnTo>
                  <a:pt x="22106" y="2082"/>
                </a:lnTo>
                <a:lnTo>
                  <a:pt x="22106" y="1076"/>
                </a:lnTo>
                <a:moveTo>
                  <a:pt x="22106" y="2150"/>
                </a:moveTo>
                <a:lnTo>
                  <a:pt x="23006" y="2150"/>
                </a:lnTo>
                <a:lnTo>
                  <a:pt x="23006" y="3104"/>
                </a:lnTo>
                <a:lnTo>
                  <a:pt x="22106" y="3104"/>
                </a:lnTo>
                <a:lnTo>
                  <a:pt x="22106" y="2150"/>
                </a:lnTo>
                <a:moveTo>
                  <a:pt x="22106" y="3172"/>
                </a:moveTo>
                <a:lnTo>
                  <a:pt x="23006" y="3172"/>
                </a:lnTo>
                <a:lnTo>
                  <a:pt x="23006" y="4178"/>
                </a:lnTo>
                <a:lnTo>
                  <a:pt x="22106" y="4178"/>
                </a:lnTo>
                <a:lnTo>
                  <a:pt x="22106" y="3172"/>
                </a:lnTo>
                <a:moveTo>
                  <a:pt x="22106" y="4247"/>
                </a:moveTo>
                <a:lnTo>
                  <a:pt x="23006" y="4247"/>
                </a:lnTo>
                <a:lnTo>
                  <a:pt x="23006" y="5200"/>
                </a:lnTo>
                <a:lnTo>
                  <a:pt x="22106" y="5200"/>
                </a:lnTo>
                <a:lnTo>
                  <a:pt x="22106" y="4247"/>
                </a:lnTo>
                <a:moveTo>
                  <a:pt x="22106" y="5268"/>
                </a:moveTo>
                <a:lnTo>
                  <a:pt x="23006" y="5268"/>
                </a:lnTo>
                <a:lnTo>
                  <a:pt x="23006" y="6274"/>
                </a:lnTo>
                <a:lnTo>
                  <a:pt x="22106" y="6274"/>
                </a:lnTo>
                <a:lnTo>
                  <a:pt x="22106" y="5268"/>
                </a:lnTo>
                <a:moveTo>
                  <a:pt x="22106" y="6342"/>
                </a:moveTo>
                <a:lnTo>
                  <a:pt x="23006" y="6342"/>
                </a:lnTo>
                <a:lnTo>
                  <a:pt x="23006" y="7296"/>
                </a:lnTo>
                <a:lnTo>
                  <a:pt x="22106" y="7296"/>
                </a:lnTo>
                <a:lnTo>
                  <a:pt x="22106" y="6342"/>
                </a:lnTo>
                <a:moveTo>
                  <a:pt x="22106" y="7364"/>
                </a:moveTo>
                <a:lnTo>
                  <a:pt x="23006" y="7364"/>
                </a:lnTo>
                <a:lnTo>
                  <a:pt x="23006" y="8369"/>
                </a:lnTo>
                <a:lnTo>
                  <a:pt x="22106" y="8369"/>
                </a:lnTo>
                <a:lnTo>
                  <a:pt x="22106" y="7364"/>
                </a:lnTo>
                <a:moveTo>
                  <a:pt x="22106" y="8438"/>
                </a:moveTo>
                <a:lnTo>
                  <a:pt x="23006" y="8438"/>
                </a:lnTo>
                <a:lnTo>
                  <a:pt x="23006" y="9391"/>
                </a:lnTo>
                <a:lnTo>
                  <a:pt x="22106" y="9391"/>
                </a:lnTo>
                <a:lnTo>
                  <a:pt x="22106" y="8438"/>
                </a:lnTo>
                <a:moveTo>
                  <a:pt x="22106" y="9459"/>
                </a:moveTo>
                <a:lnTo>
                  <a:pt x="23006" y="9459"/>
                </a:lnTo>
                <a:lnTo>
                  <a:pt x="23006" y="10465"/>
                </a:lnTo>
                <a:lnTo>
                  <a:pt x="22106" y="10465"/>
                </a:lnTo>
                <a:lnTo>
                  <a:pt x="22106" y="9459"/>
                </a:lnTo>
                <a:moveTo>
                  <a:pt x="22106" y="10533"/>
                </a:moveTo>
                <a:lnTo>
                  <a:pt x="23006" y="10533"/>
                </a:lnTo>
                <a:lnTo>
                  <a:pt x="23006" y="11487"/>
                </a:lnTo>
                <a:lnTo>
                  <a:pt x="22106" y="11487"/>
                </a:lnTo>
                <a:lnTo>
                  <a:pt x="22106" y="10533"/>
                </a:lnTo>
                <a:moveTo>
                  <a:pt x="22106" y="11556"/>
                </a:moveTo>
                <a:lnTo>
                  <a:pt x="23006" y="11556"/>
                </a:lnTo>
                <a:lnTo>
                  <a:pt x="23006" y="12561"/>
                </a:lnTo>
                <a:lnTo>
                  <a:pt x="22106" y="12561"/>
                </a:lnTo>
                <a:lnTo>
                  <a:pt x="22106" y="11556"/>
                </a:lnTo>
                <a:moveTo>
                  <a:pt x="22106" y="12630"/>
                </a:moveTo>
                <a:lnTo>
                  <a:pt x="23006" y="12630"/>
                </a:lnTo>
                <a:lnTo>
                  <a:pt x="23006" y="13583"/>
                </a:lnTo>
                <a:lnTo>
                  <a:pt x="22106" y="13583"/>
                </a:lnTo>
                <a:lnTo>
                  <a:pt x="22106" y="12630"/>
                </a:lnTo>
                <a:moveTo>
                  <a:pt x="22106" y="13651"/>
                </a:moveTo>
                <a:lnTo>
                  <a:pt x="23006" y="13651"/>
                </a:lnTo>
                <a:lnTo>
                  <a:pt x="23006" y="14657"/>
                </a:lnTo>
                <a:lnTo>
                  <a:pt x="22106" y="14657"/>
                </a:lnTo>
                <a:lnTo>
                  <a:pt x="22106" y="13651"/>
                </a:lnTo>
                <a:moveTo>
                  <a:pt x="22106" y="14726"/>
                </a:moveTo>
                <a:lnTo>
                  <a:pt x="23006" y="14726"/>
                </a:lnTo>
                <a:lnTo>
                  <a:pt x="23006" y="15680"/>
                </a:lnTo>
                <a:lnTo>
                  <a:pt x="22106" y="15680"/>
                </a:lnTo>
                <a:lnTo>
                  <a:pt x="22106" y="14726"/>
                </a:lnTo>
                <a:moveTo>
                  <a:pt x="20978" y="55"/>
                </a:moveTo>
                <a:lnTo>
                  <a:pt x="22038" y="55"/>
                </a:lnTo>
                <a:lnTo>
                  <a:pt x="22038" y="1007"/>
                </a:lnTo>
                <a:lnTo>
                  <a:pt x="20978" y="1007"/>
                </a:lnTo>
                <a:lnTo>
                  <a:pt x="20978" y="55"/>
                </a:lnTo>
                <a:moveTo>
                  <a:pt x="20978" y="1076"/>
                </a:moveTo>
                <a:lnTo>
                  <a:pt x="22038" y="1076"/>
                </a:lnTo>
                <a:lnTo>
                  <a:pt x="22038" y="2082"/>
                </a:lnTo>
                <a:lnTo>
                  <a:pt x="20978" y="2082"/>
                </a:lnTo>
                <a:lnTo>
                  <a:pt x="20978" y="1076"/>
                </a:lnTo>
                <a:moveTo>
                  <a:pt x="20978" y="2150"/>
                </a:moveTo>
                <a:lnTo>
                  <a:pt x="22038" y="2150"/>
                </a:lnTo>
                <a:lnTo>
                  <a:pt x="22038" y="3104"/>
                </a:lnTo>
                <a:lnTo>
                  <a:pt x="20978" y="3104"/>
                </a:lnTo>
                <a:lnTo>
                  <a:pt x="20978" y="2150"/>
                </a:lnTo>
                <a:moveTo>
                  <a:pt x="20978" y="3172"/>
                </a:moveTo>
                <a:lnTo>
                  <a:pt x="22038" y="3172"/>
                </a:lnTo>
                <a:lnTo>
                  <a:pt x="22038" y="4178"/>
                </a:lnTo>
                <a:lnTo>
                  <a:pt x="20978" y="4178"/>
                </a:lnTo>
                <a:lnTo>
                  <a:pt x="20978" y="3172"/>
                </a:lnTo>
                <a:moveTo>
                  <a:pt x="20978" y="4247"/>
                </a:moveTo>
                <a:lnTo>
                  <a:pt x="22038" y="4247"/>
                </a:lnTo>
                <a:lnTo>
                  <a:pt x="22038" y="5200"/>
                </a:lnTo>
                <a:lnTo>
                  <a:pt x="20978" y="5200"/>
                </a:lnTo>
                <a:lnTo>
                  <a:pt x="20978" y="4247"/>
                </a:lnTo>
                <a:moveTo>
                  <a:pt x="20978" y="5268"/>
                </a:moveTo>
                <a:lnTo>
                  <a:pt x="22038" y="5268"/>
                </a:lnTo>
                <a:lnTo>
                  <a:pt x="22038" y="6274"/>
                </a:lnTo>
                <a:lnTo>
                  <a:pt x="20978" y="6274"/>
                </a:lnTo>
                <a:lnTo>
                  <a:pt x="20978" y="5268"/>
                </a:lnTo>
                <a:moveTo>
                  <a:pt x="20978" y="6342"/>
                </a:moveTo>
                <a:lnTo>
                  <a:pt x="22038" y="6342"/>
                </a:lnTo>
                <a:lnTo>
                  <a:pt x="22038" y="7296"/>
                </a:lnTo>
                <a:lnTo>
                  <a:pt x="20978" y="7296"/>
                </a:lnTo>
                <a:lnTo>
                  <a:pt x="20978" y="6342"/>
                </a:lnTo>
                <a:moveTo>
                  <a:pt x="20978" y="7364"/>
                </a:moveTo>
                <a:lnTo>
                  <a:pt x="22038" y="7364"/>
                </a:lnTo>
                <a:lnTo>
                  <a:pt x="22038" y="8369"/>
                </a:lnTo>
                <a:lnTo>
                  <a:pt x="20978" y="8369"/>
                </a:lnTo>
                <a:lnTo>
                  <a:pt x="20978" y="7364"/>
                </a:lnTo>
                <a:moveTo>
                  <a:pt x="20978" y="8438"/>
                </a:moveTo>
                <a:lnTo>
                  <a:pt x="22038" y="8438"/>
                </a:lnTo>
                <a:lnTo>
                  <a:pt x="22038" y="9391"/>
                </a:lnTo>
                <a:lnTo>
                  <a:pt x="20978" y="9391"/>
                </a:lnTo>
                <a:lnTo>
                  <a:pt x="20978" y="8438"/>
                </a:lnTo>
                <a:moveTo>
                  <a:pt x="20978" y="9459"/>
                </a:moveTo>
                <a:lnTo>
                  <a:pt x="22038" y="9459"/>
                </a:lnTo>
                <a:lnTo>
                  <a:pt x="22038" y="10465"/>
                </a:lnTo>
                <a:lnTo>
                  <a:pt x="20978" y="10465"/>
                </a:lnTo>
                <a:lnTo>
                  <a:pt x="20978" y="9459"/>
                </a:lnTo>
                <a:moveTo>
                  <a:pt x="20978" y="10533"/>
                </a:moveTo>
                <a:lnTo>
                  <a:pt x="22038" y="10533"/>
                </a:lnTo>
                <a:lnTo>
                  <a:pt x="22038" y="11487"/>
                </a:lnTo>
                <a:lnTo>
                  <a:pt x="20978" y="11487"/>
                </a:lnTo>
                <a:lnTo>
                  <a:pt x="20978" y="10533"/>
                </a:lnTo>
                <a:moveTo>
                  <a:pt x="20978" y="11556"/>
                </a:moveTo>
                <a:lnTo>
                  <a:pt x="22038" y="11556"/>
                </a:lnTo>
                <a:lnTo>
                  <a:pt x="22038" y="12561"/>
                </a:lnTo>
                <a:lnTo>
                  <a:pt x="20978" y="12561"/>
                </a:lnTo>
                <a:lnTo>
                  <a:pt x="20978" y="11556"/>
                </a:lnTo>
                <a:moveTo>
                  <a:pt x="20978" y="12630"/>
                </a:moveTo>
                <a:lnTo>
                  <a:pt x="22038" y="12630"/>
                </a:lnTo>
                <a:lnTo>
                  <a:pt x="22038" y="13583"/>
                </a:lnTo>
                <a:lnTo>
                  <a:pt x="20978" y="13583"/>
                </a:lnTo>
                <a:lnTo>
                  <a:pt x="20978" y="12630"/>
                </a:lnTo>
                <a:moveTo>
                  <a:pt x="20978" y="13651"/>
                </a:moveTo>
                <a:lnTo>
                  <a:pt x="22038" y="13651"/>
                </a:lnTo>
                <a:lnTo>
                  <a:pt x="22038" y="14657"/>
                </a:lnTo>
                <a:lnTo>
                  <a:pt x="20978" y="14657"/>
                </a:lnTo>
                <a:lnTo>
                  <a:pt x="20978" y="13651"/>
                </a:lnTo>
                <a:moveTo>
                  <a:pt x="20978" y="14726"/>
                </a:moveTo>
                <a:lnTo>
                  <a:pt x="22038" y="14726"/>
                </a:lnTo>
                <a:lnTo>
                  <a:pt x="22038" y="15680"/>
                </a:lnTo>
                <a:lnTo>
                  <a:pt x="20978" y="15680"/>
                </a:lnTo>
                <a:lnTo>
                  <a:pt x="20978" y="14726"/>
                </a:lnTo>
                <a:moveTo>
                  <a:pt x="20011" y="55"/>
                </a:moveTo>
                <a:lnTo>
                  <a:pt x="20910" y="55"/>
                </a:lnTo>
                <a:lnTo>
                  <a:pt x="20910" y="1007"/>
                </a:lnTo>
                <a:lnTo>
                  <a:pt x="20011" y="1007"/>
                </a:lnTo>
                <a:lnTo>
                  <a:pt x="20011" y="55"/>
                </a:lnTo>
                <a:moveTo>
                  <a:pt x="20011" y="1076"/>
                </a:moveTo>
                <a:lnTo>
                  <a:pt x="20910" y="1076"/>
                </a:lnTo>
                <a:lnTo>
                  <a:pt x="20910" y="2082"/>
                </a:lnTo>
                <a:lnTo>
                  <a:pt x="20011" y="2082"/>
                </a:lnTo>
                <a:lnTo>
                  <a:pt x="20011" y="1076"/>
                </a:lnTo>
                <a:moveTo>
                  <a:pt x="20011" y="2150"/>
                </a:moveTo>
                <a:lnTo>
                  <a:pt x="20910" y="2150"/>
                </a:lnTo>
                <a:lnTo>
                  <a:pt x="20910" y="3104"/>
                </a:lnTo>
                <a:lnTo>
                  <a:pt x="20011" y="3104"/>
                </a:lnTo>
                <a:lnTo>
                  <a:pt x="20011" y="2150"/>
                </a:lnTo>
                <a:moveTo>
                  <a:pt x="20011" y="3172"/>
                </a:moveTo>
                <a:lnTo>
                  <a:pt x="20910" y="3172"/>
                </a:lnTo>
                <a:lnTo>
                  <a:pt x="20910" y="4178"/>
                </a:lnTo>
                <a:lnTo>
                  <a:pt x="20011" y="4178"/>
                </a:lnTo>
                <a:lnTo>
                  <a:pt x="20011" y="3172"/>
                </a:lnTo>
                <a:moveTo>
                  <a:pt x="20011" y="4247"/>
                </a:moveTo>
                <a:lnTo>
                  <a:pt x="20910" y="4247"/>
                </a:lnTo>
                <a:lnTo>
                  <a:pt x="20910" y="5200"/>
                </a:lnTo>
                <a:lnTo>
                  <a:pt x="20011" y="5200"/>
                </a:lnTo>
                <a:lnTo>
                  <a:pt x="20011" y="4247"/>
                </a:lnTo>
                <a:moveTo>
                  <a:pt x="20011" y="5268"/>
                </a:moveTo>
                <a:lnTo>
                  <a:pt x="20910" y="5268"/>
                </a:lnTo>
                <a:lnTo>
                  <a:pt x="20910" y="6274"/>
                </a:lnTo>
                <a:lnTo>
                  <a:pt x="20011" y="6274"/>
                </a:lnTo>
                <a:lnTo>
                  <a:pt x="20011" y="5268"/>
                </a:lnTo>
                <a:moveTo>
                  <a:pt x="20011" y="6342"/>
                </a:moveTo>
                <a:lnTo>
                  <a:pt x="20910" y="6342"/>
                </a:lnTo>
                <a:lnTo>
                  <a:pt x="20910" y="7296"/>
                </a:lnTo>
                <a:lnTo>
                  <a:pt x="20011" y="7296"/>
                </a:lnTo>
                <a:lnTo>
                  <a:pt x="20011" y="6342"/>
                </a:lnTo>
                <a:moveTo>
                  <a:pt x="20011" y="7364"/>
                </a:moveTo>
                <a:lnTo>
                  <a:pt x="20910" y="7364"/>
                </a:lnTo>
                <a:lnTo>
                  <a:pt x="20910" y="8369"/>
                </a:lnTo>
                <a:lnTo>
                  <a:pt x="20011" y="8369"/>
                </a:lnTo>
                <a:lnTo>
                  <a:pt x="20011" y="7364"/>
                </a:lnTo>
                <a:moveTo>
                  <a:pt x="20011" y="8438"/>
                </a:moveTo>
                <a:lnTo>
                  <a:pt x="20910" y="8438"/>
                </a:lnTo>
                <a:lnTo>
                  <a:pt x="20910" y="9391"/>
                </a:lnTo>
                <a:lnTo>
                  <a:pt x="20011" y="9391"/>
                </a:lnTo>
                <a:lnTo>
                  <a:pt x="20011" y="8438"/>
                </a:lnTo>
                <a:moveTo>
                  <a:pt x="20011" y="9459"/>
                </a:moveTo>
                <a:lnTo>
                  <a:pt x="20910" y="9459"/>
                </a:lnTo>
                <a:lnTo>
                  <a:pt x="20910" y="10465"/>
                </a:lnTo>
                <a:lnTo>
                  <a:pt x="20011" y="10465"/>
                </a:lnTo>
                <a:lnTo>
                  <a:pt x="20011" y="9459"/>
                </a:lnTo>
                <a:moveTo>
                  <a:pt x="20011" y="10533"/>
                </a:moveTo>
                <a:lnTo>
                  <a:pt x="20910" y="10533"/>
                </a:lnTo>
                <a:lnTo>
                  <a:pt x="20910" y="11487"/>
                </a:lnTo>
                <a:lnTo>
                  <a:pt x="20011" y="11487"/>
                </a:lnTo>
                <a:lnTo>
                  <a:pt x="20011" y="10533"/>
                </a:lnTo>
                <a:moveTo>
                  <a:pt x="20011" y="11556"/>
                </a:moveTo>
                <a:lnTo>
                  <a:pt x="20910" y="11556"/>
                </a:lnTo>
                <a:lnTo>
                  <a:pt x="20910" y="12561"/>
                </a:lnTo>
                <a:lnTo>
                  <a:pt x="20011" y="12561"/>
                </a:lnTo>
                <a:lnTo>
                  <a:pt x="20011" y="11556"/>
                </a:lnTo>
                <a:moveTo>
                  <a:pt x="20011" y="12630"/>
                </a:moveTo>
                <a:lnTo>
                  <a:pt x="20910" y="12630"/>
                </a:lnTo>
                <a:lnTo>
                  <a:pt x="20910" y="13583"/>
                </a:lnTo>
                <a:lnTo>
                  <a:pt x="20011" y="13583"/>
                </a:lnTo>
                <a:lnTo>
                  <a:pt x="20011" y="12630"/>
                </a:lnTo>
                <a:moveTo>
                  <a:pt x="20011" y="13651"/>
                </a:moveTo>
                <a:lnTo>
                  <a:pt x="20910" y="13651"/>
                </a:lnTo>
                <a:lnTo>
                  <a:pt x="20910" y="14657"/>
                </a:lnTo>
                <a:lnTo>
                  <a:pt x="20011" y="14657"/>
                </a:lnTo>
                <a:lnTo>
                  <a:pt x="20011" y="13651"/>
                </a:lnTo>
                <a:moveTo>
                  <a:pt x="20011" y="14726"/>
                </a:moveTo>
                <a:lnTo>
                  <a:pt x="20910" y="14726"/>
                </a:lnTo>
                <a:lnTo>
                  <a:pt x="20910" y="15680"/>
                </a:lnTo>
                <a:lnTo>
                  <a:pt x="20011" y="15680"/>
                </a:lnTo>
                <a:lnTo>
                  <a:pt x="20011" y="14726"/>
                </a:lnTo>
                <a:moveTo>
                  <a:pt x="18883" y="55"/>
                </a:moveTo>
                <a:lnTo>
                  <a:pt x="19942" y="55"/>
                </a:lnTo>
                <a:lnTo>
                  <a:pt x="19942" y="1007"/>
                </a:lnTo>
                <a:lnTo>
                  <a:pt x="18883" y="1007"/>
                </a:lnTo>
                <a:lnTo>
                  <a:pt x="18883" y="55"/>
                </a:lnTo>
                <a:moveTo>
                  <a:pt x="18883" y="1076"/>
                </a:moveTo>
                <a:lnTo>
                  <a:pt x="19942" y="1076"/>
                </a:lnTo>
                <a:lnTo>
                  <a:pt x="19942" y="2082"/>
                </a:lnTo>
                <a:lnTo>
                  <a:pt x="18883" y="2082"/>
                </a:lnTo>
                <a:lnTo>
                  <a:pt x="18883" y="1076"/>
                </a:lnTo>
                <a:moveTo>
                  <a:pt x="18883" y="2150"/>
                </a:moveTo>
                <a:lnTo>
                  <a:pt x="19942" y="2150"/>
                </a:lnTo>
                <a:lnTo>
                  <a:pt x="19942" y="3104"/>
                </a:lnTo>
                <a:lnTo>
                  <a:pt x="18883" y="3104"/>
                </a:lnTo>
                <a:lnTo>
                  <a:pt x="18883" y="2150"/>
                </a:lnTo>
                <a:moveTo>
                  <a:pt x="18883" y="3172"/>
                </a:moveTo>
                <a:lnTo>
                  <a:pt x="19942" y="3172"/>
                </a:lnTo>
                <a:lnTo>
                  <a:pt x="19942" y="4178"/>
                </a:lnTo>
                <a:lnTo>
                  <a:pt x="18883" y="4178"/>
                </a:lnTo>
                <a:lnTo>
                  <a:pt x="18883" y="3172"/>
                </a:lnTo>
                <a:moveTo>
                  <a:pt x="18883" y="4247"/>
                </a:moveTo>
                <a:lnTo>
                  <a:pt x="19942" y="4247"/>
                </a:lnTo>
                <a:lnTo>
                  <a:pt x="19942" y="5200"/>
                </a:lnTo>
                <a:lnTo>
                  <a:pt x="18883" y="5200"/>
                </a:lnTo>
                <a:lnTo>
                  <a:pt x="18883" y="4247"/>
                </a:lnTo>
                <a:moveTo>
                  <a:pt x="18883" y="5268"/>
                </a:moveTo>
                <a:lnTo>
                  <a:pt x="19942" y="5268"/>
                </a:lnTo>
                <a:lnTo>
                  <a:pt x="19942" y="6274"/>
                </a:lnTo>
                <a:lnTo>
                  <a:pt x="18883" y="6274"/>
                </a:lnTo>
                <a:lnTo>
                  <a:pt x="18883" y="5268"/>
                </a:lnTo>
                <a:moveTo>
                  <a:pt x="18883" y="6342"/>
                </a:moveTo>
                <a:lnTo>
                  <a:pt x="19942" y="6342"/>
                </a:lnTo>
                <a:lnTo>
                  <a:pt x="19942" y="7296"/>
                </a:lnTo>
                <a:lnTo>
                  <a:pt x="18883" y="7296"/>
                </a:lnTo>
                <a:lnTo>
                  <a:pt x="18883" y="6342"/>
                </a:lnTo>
                <a:moveTo>
                  <a:pt x="18883" y="7364"/>
                </a:moveTo>
                <a:lnTo>
                  <a:pt x="19942" y="7364"/>
                </a:lnTo>
                <a:lnTo>
                  <a:pt x="19942" y="8369"/>
                </a:lnTo>
                <a:lnTo>
                  <a:pt x="18883" y="8369"/>
                </a:lnTo>
                <a:lnTo>
                  <a:pt x="18883" y="7364"/>
                </a:lnTo>
                <a:moveTo>
                  <a:pt x="18883" y="8438"/>
                </a:moveTo>
                <a:lnTo>
                  <a:pt x="19942" y="8438"/>
                </a:lnTo>
                <a:lnTo>
                  <a:pt x="19942" y="9391"/>
                </a:lnTo>
                <a:lnTo>
                  <a:pt x="18883" y="9391"/>
                </a:lnTo>
                <a:lnTo>
                  <a:pt x="18883" y="8438"/>
                </a:lnTo>
                <a:moveTo>
                  <a:pt x="18883" y="9459"/>
                </a:moveTo>
                <a:lnTo>
                  <a:pt x="19942" y="9459"/>
                </a:lnTo>
                <a:lnTo>
                  <a:pt x="19942" y="10465"/>
                </a:lnTo>
                <a:lnTo>
                  <a:pt x="18883" y="10465"/>
                </a:lnTo>
                <a:lnTo>
                  <a:pt x="18883" y="9459"/>
                </a:lnTo>
                <a:moveTo>
                  <a:pt x="18883" y="10533"/>
                </a:moveTo>
                <a:lnTo>
                  <a:pt x="19942" y="10533"/>
                </a:lnTo>
                <a:lnTo>
                  <a:pt x="19942" y="11487"/>
                </a:lnTo>
                <a:lnTo>
                  <a:pt x="18883" y="11487"/>
                </a:lnTo>
                <a:lnTo>
                  <a:pt x="18883" y="10533"/>
                </a:lnTo>
                <a:moveTo>
                  <a:pt x="18883" y="11556"/>
                </a:moveTo>
                <a:lnTo>
                  <a:pt x="19942" y="11556"/>
                </a:lnTo>
                <a:lnTo>
                  <a:pt x="19942" y="12561"/>
                </a:lnTo>
                <a:lnTo>
                  <a:pt x="18883" y="12561"/>
                </a:lnTo>
                <a:lnTo>
                  <a:pt x="18883" y="11556"/>
                </a:lnTo>
                <a:moveTo>
                  <a:pt x="18883" y="12630"/>
                </a:moveTo>
                <a:lnTo>
                  <a:pt x="19942" y="12630"/>
                </a:lnTo>
                <a:lnTo>
                  <a:pt x="19942" y="13583"/>
                </a:lnTo>
                <a:lnTo>
                  <a:pt x="18883" y="13583"/>
                </a:lnTo>
                <a:lnTo>
                  <a:pt x="18883" y="12630"/>
                </a:lnTo>
                <a:moveTo>
                  <a:pt x="18883" y="13651"/>
                </a:moveTo>
                <a:lnTo>
                  <a:pt x="19942" y="13651"/>
                </a:lnTo>
                <a:lnTo>
                  <a:pt x="19942" y="14657"/>
                </a:lnTo>
                <a:lnTo>
                  <a:pt x="18883" y="14657"/>
                </a:lnTo>
                <a:lnTo>
                  <a:pt x="18883" y="13651"/>
                </a:lnTo>
                <a:moveTo>
                  <a:pt x="18883" y="14726"/>
                </a:moveTo>
                <a:lnTo>
                  <a:pt x="19942" y="14726"/>
                </a:lnTo>
                <a:lnTo>
                  <a:pt x="19942" y="15680"/>
                </a:lnTo>
                <a:lnTo>
                  <a:pt x="18883" y="15680"/>
                </a:lnTo>
                <a:lnTo>
                  <a:pt x="18883" y="14726"/>
                </a:lnTo>
                <a:moveTo>
                  <a:pt x="17914" y="55"/>
                </a:moveTo>
                <a:lnTo>
                  <a:pt x="18814" y="55"/>
                </a:lnTo>
                <a:lnTo>
                  <a:pt x="18814" y="1007"/>
                </a:lnTo>
                <a:lnTo>
                  <a:pt x="17914" y="1007"/>
                </a:lnTo>
                <a:lnTo>
                  <a:pt x="17914" y="55"/>
                </a:lnTo>
                <a:moveTo>
                  <a:pt x="17914" y="1076"/>
                </a:moveTo>
                <a:lnTo>
                  <a:pt x="18814" y="1076"/>
                </a:lnTo>
                <a:lnTo>
                  <a:pt x="18814" y="2082"/>
                </a:lnTo>
                <a:lnTo>
                  <a:pt x="17914" y="2082"/>
                </a:lnTo>
                <a:lnTo>
                  <a:pt x="17914" y="1076"/>
                </a:lnTo>
                <a:moveTo>
                  <a:pt x="17914" y="2150"/>
                </a:moveTo>
                <a:lnTo>
                  <a:pt x="18814" y="2150"/>
                </a:lnTo>
                <a:lnTo>
                  <a:pt x="18814" y="3104"/>
                </a:lnTo>
                <a:lnTo>
                  <a:pt x="17914" y="3104"/>
                </a:lnTo>
                <a:lnTo>
                  <a:pt x="17914" y="2150"/>
                </a:lnTo>
                <a:moveTo>
                  <a:pt x="17914" y="3172"/>
                </a:moveTo>
                <a:lnTo>
                  <a:pt x="18814" y="3172"/>
                </a:lnTo>
                <a:lnTo>
                  <a:pt x="18814" y="4178"/>
                </a:lnTo>
                <a:lnTo>
                  <a:pt x="17914" y="4178"/>
                </a:lnTo>
                <a:lnTo>
                  <a:pt x="17914" y="3172"/>
                </a:lnTo>
                <a:moveTo>
                  <a:pt x="17914" y="4247"/>
                </a:moveTo>
                <a:lnTo>
                  <a:pt x="18814" y="4247"/>
                </a:lnTo>
                <a:lnTo>
                  <a:pt x="18814" y="5200"/>
                </a:lnTo>
                <a:lnTo>
                  <a:pt x="17914" y="5200"/>
                </a:lnTo>
                <a:lnTo>
                  <a:pt x="17914" y="4247"/>
                </a:lnTo>
                <a:moveTo>
                  <a:pt x="17914" y="5268"/>
                </a:moveTo>
                <a:lnTo>
                  <a:pt x="18814" y="5268"/>
                </a:lnTo>
                <a:lnTo>
                  <a:pt x="18814" y="6274"/>
                </a:lnTo>
                <a:lnTo>
                  <a:pt x="17914" y="6274"/>
                </a:lnTo>
                <a:lnTo>
                  <a:pt x="17914" y="5268"/>
                </a:lnTo>
                <a:moveTo>
                  <a:pt x="17914" y="6342"/>
                </a:moveTo>
                <a:lnTo>
                  <a:pt x="18814" y="6342"/>
                </a:lnTo>
                <a:lnTo>
                  <a:pt x="18814" y="7296"/>
                </a:lnTo>
                <a:lnTo>
                  <a:pt x="17914" y="7296"/>
                </a:lnTo>
                <a:lnTo>
                  <a:pt x="17914" y="6342"/>
                </a:lnTo>
                <a:moveTo>
                  <a:pt x="17914" y="7364"/>
                </a:moveTo>
                <a:lnTo>
                  <a:pt x="18814" y="7364"/>
                </a:lnTo>
                <a:lnTo>
                  <a:pt x="18814" y="8369"/>
                </a:lnTo>
                <a:lnTo>
                  <a:pt x="17914" y="8369"/>
                </a:lnTo>
                <a:lnTo>
                  <a:pt x="17914" y="7364"/>
                </a:lnTo>
                <a:moveTo>
                  <a:pt x="17914" y="8438"/>
                </a:moveTo>
                <a:lnTo>
                  <a:pt x="18814" y="8438"/>
                </a:lnTo>
                <a:lnTo>
                  <a:pt x="18814" y="9391"/>
                </a:lnTo>
                <a:lnTo>
                  <a:pt x="17914" y="9391"/>
                </a:lnTo>
                <a:lnTo>
                  <a:pt x="17914" y="8438"/>
                </a:lnTo>
                <a:moveTo>
                  <a:pt x="17914" y="9459"/>
                </a:moveTo>
                <a:lnTo>
                  <a:pt x="18814" y="9459"/>
                </a:lnTo>
                <a:lnTo>
                  <a:pt x="18814" y="10465"/>
                </a:lnTo>
                <a:lnTo>
                  <a:pt x="17914" y="10465"/>
                </a:lnTo>
                <a:lnTo>
                  <a:pt x="17914" y="9459"/>
                </a:lnTo>
                <a:moveTo>
                  <a:pt x="17914" y="10533"/>
                </a:moveTo>
                <a:lnTo>
                  <a:pt x="18814" y="10533"/>
                </a:lnTo>
                <a:lnTo>
                  <a:pt x="18814" y="11487"/>
                </a:lnTo>
                <a:lnTo>
                  <a:pt x="17914" y="11487"/>
                </a:lnTo>
                <a:lnTo>
                  <a:pt x="17914" y="10533"/>
                </a:lnTo>
                <a:moveTo>
                  <a:pt x="17914" y="11556"/>
                </a:moveTo>
                <a:lnTo>
                  <a:pt x="18814" y="11556"/>
                </a:lnTo>
                <a:lnTo>
                  <a:pt x="18814" y="12561"/>
                </a:lnTo>
                <a:lnTo>
                  <a:pt x="17914" y="12561"/>
                </a:lnTo>
                <a:lnTo>
                  <a:pt x="17914" y="11556"/>
                </a:lnTo>
                <a:moveTo>
                  <a:pt x="17914" y="12630"/>
                </a:moveTo>
                <a:lnTo>
                  <a:pt x="18814" y="12630"/>
                </a:lnTo>
                <a:lnTo>
                  <a:pt x="18814" y="13583"/>
                </a:lnTo>
                <a:lnTo>
                  <a:pt x="17914" y="13583"/>
                </a:lnTo>
                <a:lnTo>
                  <a:pt x="17914" y="12630"/>
                </a:lnTo>
                <a:moveTo>
                  <a:pt x="17914" y="13651"/>
                </a:moveTo>
                <a:lnTo>
                  <a:pt x="18814" y="13651"/>
                </a:lnTo>
                <a:lnTo>
                  <a:pt x="18814" y="14657"/>
                </a:lnTo>
                <a:lnTo>
                  <a:pt x="17914" y="14657"/>
                </a:lnTo>
                <a:lnTo>
                  <a:pt x="17914" y="13651"/>
                </a:lnTo>
                <a:moveTo>
                  <a:pt x="17914" y="14726"/>
                </a:moveTo>
                <a:lnTo>
                  <a:pt x="18814" y="14726"/>
                </a:lnTo>
                <a:lnTo>
                  <a:pt x="18814" y="15680"/>
                </a:lnTo>
                <a:lnTo>
                  <a:pt x="17914" y="15680"/>
                </a:lnTo>
                <a:lnTo>
                  <a:pt x="17914" y="14726"/>
                </a:lnTo>
                <a:moveTo>
                  <a:pt x="16786" y="55"/>
                </a:moveTo>
                <a:lnTo>
                  <a:pt x="17846" y="55"/>
                </a:lnTo>
                <a:lnTo>
                  <a:pt x="17846" y="1007"/>
                </a:lnTo>
                <a:lnTo>
                  <a:pt x="16786" y="1007"/>
                </a:lnTo>
                <a:lnTo>
                  <a:pt x="16786" y="55"/>
                </a:lnTo>
                <a:moveTo>
                  <a:pt x="16786" y="1076"/>
                </a:moveTo>
                <a:lnTo>
                  <a:pt x="17846" y="1076"/>
                </a:lnTo>
                <a:lnTo>
                  <a:pt x="17846" y="2082"/>
                </a:lnTo>
                <a:lnTo>
                  <a:pt x="16786" y="2082"/>
                </a:lnTo>
                <a:lnTo>
                  <a:pt x="16786" y="1076"/>
                </a:lnTo>
                <a:moveTo>
                  <a:pt x="16786" y="2150"/>
                </a:moveTo>
                <a:lnTo>
                  <a:pt x="17846" y="2150"/>
                </a:lnTo>
                <a:lnTo>
                  <a:pt x="17846" y="3104"/>
                </a:lnTo>
                <a:lnTo>
                  <a:pt x="16786" y="3104"/>
                </a:lnTo>
                <a:lnTo>
                  <a:pt x="16786" y="2150"/>
                </a:lnTo>
                <a:moveTo>
                  <a:pt x="16786" y="3172"/>
                </a:moveTo>
                <a:lnTo>
                  <a:pt x="17846" y="3172"/>
                </a:lnTo>
                <a:lnTo>
                  <a:pt x="17846" y="4178"/>
                </a:lnTo>
                <a:lnTo>
                  <a:pt x="16786" y="4178"/>
                </a:lnTo>
                <a:lnTo>
                  <a:pt x="16786" y="3172"/>
                </a:lnTo>
                <a:moveTo>
                  <a:pt x="16786" y="4247"/>
                </a:moveTo>
                <a:lnTo>
                  <a:pt x="17846" y="4247"/>
                </a:lnTo>
                <a:lnTo>
                  <a:pt x="17846" y="5200"/>
                </a:lnTo>
                <a:lnTo>
                  <a:pt x="16786" y="5200"/>
                </a:lnTo>
                <a:lnTo>
                  <a:pt x="16786" y="4247"/>
                </a:lnTo>
                <a:moveTo>
                  <a:pt x="16786" y="5268"/>
                </a:moveTo>
                <a:lnTo>
                  <a:pt x="17846" y="5268"/>
                </a:lnTo>
                <a:lnTo>
                  <a:pt x="17846" y="6274"/>
                </a:lnTo>
                <a:lnTo>
                  <a:pt x="16786" y="6274"/>
                </a:lnTo>
                <a:lnTo>
                  <a:pt x="16786" y="5268"/>
                </a:lnTo>
                <a:moveTo>
                  <a:pt x="16786" y="6342"/>
                </a:moveTo>
                <a:lnTo>
                  <a:pt x="17846" y="6342"/>
                </a:lnTo>
                <a:lnTo>
                  <a:pt x="17846" y="7296"/>
                </a:lnTo>
                <a:lnTo>
                  <a:pt x="16786" y="7296"/>
                </a:lnTo>
                <a:lnTo>
                  <a:pt x="16786" y="6342"/>
                </a:lnTo>
                <a:moveTo>
                  <a:pt x="16786" y="7364"/>
                </a:moveTo>
                <a:lnTo>
                  <a:pt x="17846" y="7364"/>
                </a:lnTo>
                <a:lnTo>
                  <a:pt x="17846" y="8369"/>
                </a:lnTo>
                <a:lnTo>
                  <a:pt x="16786" y="8369"/>
                </a:lnTo>
                <a:lnTo>
                  <a:pt x="16786" y="7364"/>
                </a:lnTo>
                <a:moveTo>
                  <a:pt x="16786" y="8438"/>
                </a:moveTo>
                <a:lnTo>
                  <a:pt x="17846" y="8438"/>
                </a:lnTo>
                <a:lnTo>
                  <a:pt x="17846" y="9391"/>
                </a:lnTo>
                <a:lnTo>
                  <a:pt x="16786" y="9391"/>
                </a:lnTo>
                <a:lnTo>
                  <a:pt x="16786" y="8438"/>
                </a:lnTo>
                <a:moveTo>
                  <a:pt x="16786" y="9459"/>
                </a:moveTo>
                <a:lnTo>
                  <a:pt x="17846" y="9459"/>
                </a:lnTo>
                <a:lnTo>
                  <a:pt x="17846" y="10465"/>
                </a:lnTo>
                <a:lnTo>
                  <a:pt x="16786" y="10465"/>
                </a:lnTo>
                <a:lnTo>
                  <a:pt x="16786" y="9459"/>
                </a:lnTo>
                <a:moveTo>
                  <a:pt x="16786" y="10533"/>
                </a:moveTo>
                <a:lnTo>
                  <a:pt x="17846" y="10533"/>
                </a:lnTo>
                <a:lnTo>
                  <a:pt x="17846" y="11487"/>
                </a:lnTo>
                <a:lnTo>
                  <a:pt x="16786" y="11487"/>
                </a:lnTo>
                <a:lnTo>
                  <a:pt x="16786" y="10533"/>
                </a:lnTo>
                <a:moveTo>
                  <a:pt x="16786" y="11556"/>
                </a:moveTo>
                <a:lnTo>
                  <a:pt x="17846" y="11556"/>
                </a:lnTo>
                <a:lnTo>
                  <a:pt x="17846" y="12561"/>
                </a:lnTo>
                <a:lnTo>
                  <a:pt x="16786" y="12561"/>
                </a:lnTo>
                <a:lnTo>
                  <a:pt x="16786" y="11556"/>
                </a:lnTo>
                <a:moveTo>
                  <a:pt x="16786" y="12630"/>
                </a:moveTo>
                <a:lnTo>
                  <a:pt x="17846" y="12630"/>
                </a:lnTo>
                <a:lnTo>
                  <a:pt x="17846" y="13583"/>
                </a:lnTo>
                <a:lnTo>
                  <a:pt x="16786" y="13583"/>
                </a:lnTo>
                <a:lnTo>
                  <a:pt x="16786" y="12630"/>
                </a:lnTo>
                <a:moveTo>
                  <a:pt x="16786" y="13651"/>
                </a:moveTo>
                <a:lnTo>
                  <a:pt x="17846" y="13651"/>
                </a:lnTo>
                <a:lnTo>
                  <a:pt x="17846" y="14657"/>
                </a:lnTo>
                <a:lnTo>
                  <a:pt x="16786" y="14657"/>
                </a:lnTo>
                <a:lnTo>
                  <a:pt x="16786" y="13651"/>
                </a:lnTo>
                <a:moveTo>
                  <a:pt x="16786" y="14726"/>
                </a:moveTo>
                <a:lnTo>
                  <a:pt x="17846" y="14726"/>
                </a:lnTo>
                <a:lnTo>
                  <a:pt x="17846" y="15680"/>
                </a:lnTo>
                <a:lnTo>
                  <a:pt x="16786" y="15680"/>
                </a:lnTo>
                <a:lnTo>
                  <a:pt x="16786" y="14726"/>
                </a:lnTo>
                <a:moveTo>
                  <a:pt x="15819" y="55"/>
                </a:moveTo>
                <a:lnTo>
                  <a:pt x="16718" y="55"/>
                </a:lnTo>
                <a:lnTo>
                  <a:pt x="16718" y="1007"/>
                </a:lnTo>
                <a:lnTo>
                  <a:pt x="15819" y="1007"/>
                </a:lnTo>
                <a:lnTo>
                  <a:pt x="15819" y="55"/>
                </a:lnTo>
                <a:moveTo>
                  <a:pt x="15819" y="1076"/>
                </a:moveTo>
                <a:lnTo>
                  <a:pt x="16718" y="1076"/>
                </a:lnTo>
                <a:lnTo>
                  <a:pt x="16718" y="2082"/>
                </a:lnTo>
                <a:lnTo>
                  <a:pt x="15819" y="2082"/>
                </a:lnTo>
                <a:lnTo>
                  <a:pt x="15819" y="1076"/>
                </a:lnTo>
                <a:moveTo>
                  <a:pt x="15819" y="2150"/>
                </a:moveTo>
                <a:lnTo>
                  <a:pt x="16718" y="2150"/>
                </a:lnTo>
                <a:lnTo>
                  <a:pt x="16718" y="3104"/>
                </a:lnTo>
                <a:lnTo>
                  <a:pt x="15819" y="3104"/>
                </a:lnTo>
                <a:lnTo>
                  <a:pt x="15819" y="2150"/>
                </a:lnTo>
                <a:moveTo>
                  <a:pt x="15819" y="3172"/>
                </a:moveTo>
                <a:lnTo>
                  <a:pt x="16718" y="3172"/>
                </a:lnTo>
                <a:lnTo>
                  <a:pt x="16718" y="4178"/>
                </a:lnTo>
                <a:lnTo>
                  <a:pt x="15819" y="4178"/>
                </a:lnTo>
                <a:lnTo>
                  <a:pt x="15819" y="3172"/>
                </a:lnTo>
                <a:moveTo>
                  <a:pt x="15819" y="4247"/>
                </a:moveTo>
                <a:lnTo>
                  <a:pt x="16718" y="4247"/>
                </a:lnTo>
                <a:lnTo>
                  <a:pt x="16718" y="5200"/>
                </a:lnTo>
                <a:lnTo>
                  <a:pt x="15819" y="5200"/>
                </a:lnTo>
                <a:lnTo>
                  <a:pt x="15819" y="4247"/>
                </a:lnTo>
                <a:moveTo>
                  <a:pt x="15819" y="5268"/>
                </a:moveTo>
                <a:lnTo>
                  <a:pt x="16718" y="5268"/>
                </a:lnTo>
                <a:lnTo>
                  <a:pt x="16718" y="6274"/>
                </a:lnTo>
                <a:lnTo>
                  <a:pt x="15819" y="6274"/>
                </a:lnTo>
                <a:lnTo>
                  <a:pt x="15819" y="5268"/>
                </a:lnTo>
                <a:moveTo>
                  <a:pt x="15819" y="6342"/>
                </a:moveTo>
                <a:lnTo>
                  <a:pt x="16718" y="6342"/>
                </a:lnTo>
                <a:lnTo>
                  <a:pt x="16718" y="7296"/>
                </a:lnTo>
                <a:lnTo>
                  <a:pt x="15819" y="7296"/>
                </a:lnTo>
                <a:lnTo>
                  <a:pt x="15819" y="6342"/>
                </a:lnTo>
                <a:moveTo>
                  <a:pt x="15819" y="7364"/>
                </a:moveTo>
                <a:lnTo>
                  <a:pt x="16718" y="7364"/>
                </a:lnTo>
                <a:lnTo>
                  <a:pt x="16718" y="8369"/>
                </a:lnTo>
                <a:lnTo>
                  <a:pt x="15819" y="8369"/>
                </a:lnTo>
                <a:lnTo>
                  <a:pt x="15819" y="7364"/>
                </a:lnTo>
                <a:moveTo>
                  <a:pt x="15819" y="8438"/>
                </a:moveTo>
                <a:lnTo>
                  <a:pt x="16718" y="8438"/>
                </a:lnTo>
                <a:lnTo>
                  <a:pt x="16718" y="9391"/>
                </a:lnTo>
                <a:lnTo>
                  <a:pt x="15819" y="9391"/>
                </a:lnTo>
                <a:lnTo>
                  <a:pt x="15819" y="8438"/>
                </a:lnTo>
                <a:moveTo>
                  <a:pt x="15819" y="9459"/>
                </a:moveTo>
                <a:lnTo>
                  <a:pt x="16718" y="9459"/>
                </a:lnTo>
                <a:lnTo>
                  <a:pt x="16718" y="10465"/>
                </a:lnTo>
                <a:lnTo>
                  <a:pt x="15819" y="10465"/>
                </a:lnTo>
                <a:lnTo>
                  <a:pt x="15819" y="9459"/>
                </a:lnTo>
                <a:moveTo>
                  <a:pt x="15819" y="10533"/>
                </a:moveTo>
                <a:lnTo>
                  <a:pt x="16718" y="10533"/>
                </a:lnTo>
                <a:lnTo>
                  <a:pt x="16718" y="11487"/>
                </a:lnTo>
                <a:lnTo>
                  <a:pt x="15819" y="11487"/>
                </a:lnTo>
                <a:lnTo>
                  <a:pt x="15819" y="10533"/>
                </a:lnTo>
                <a:moveTo>
                  <a:pt x="15819" y="11556"/>
                </a:moveTo>
                <a:lnTo>
                  <a:pt x="16718" y="11556"/>
                </a:lnTo>
                <a:lnTo>
                  <a:pt x="16718" y="12561"/>
                </a:lnTo>
                <a:lnTo>
                  <a:pt x="15819" y="12561"/>
                </a:lnTo>
                <a:lnTo>
                  <a:pt x="15819" y="11556"/>
                </a:lnTo>
                <a:moveTo>
                  <a:pt x="15819" y="12630"/>
                </a:moveTo>
                <a:lnTo>
                  <a:pt x="16718" y="12630"/>
                </a:lnTo>
                <a:lnTo>
                  <a:pt x="16718" y="13583"/>
                </a:lnTo>
                <a:lnTo>
                  <a:pt x="15819" y="13583"/>
                </a:lnTo>
                <a:lnTo>
                  <a:pt x="15819" y="12630"/>
                </a:lnTo>
                <a:moveTo>
                  <a:pt x="15819" y="13651"/>
                </a:moveTo>
                <a:lnTo>
                  <a:pt x="16718" y="13651"/>
                </a:lnTo>
                <a:lnTo>
                  <a:pt x="16718" y="14657"/>
                </a:lnTo>
                <a:lnTo>
                  <a:pt x="15819" y="14657"/>
                </a:lnTo>
                <a:lnTo>
                  <a:pt x="15819" y="13651"/>
                </a:lnTo>
                <a:moveTo>
                  <a:pt x="15819" y="14726"/>
                </a:moveTo>
                <a:lnTo>
                  <a:pt x="16718" y="14726"/>
                </a:lnTo>
                <a:lnTo>
                  <a:pt x="16718" y="15680"/>
                </a:lnTo>
                <a:lnTo>
                  <a:pt x="15819" y="15680"/>
                </a:lnTo>
                <a:lnTo>
                  <a:pt x="15819" y="14726"/>
                </a:lnTo>
                <a:moveTo>
                  <a:pt x="14691" y="55"/>
                </a:moveTo>
                <a:lnTo>
                  <a:pt x="15750" y="55"/>
                </a:lnTo>
                <a:lnTo>
                  <a:pt x="15750" y="1007"/>
                </a:lnTo>
                <a:lnTo>
                  <a:pt x="14691" y="1007"/>
                </a:lnTo>
                <a:lnTo>
                  <a:pt x="14691" y="55"/>
                </a:lnTo>
                <a:moveTo>
                  <a:pt x="14691" y="1076"/>
                </a:moveTo>
                <a:lnTo>
                  <a:pt x="15750" y="1076"/>
                </a:lnTo>
                <a:lnTo>
                  <a:pt x="15750" y="2082"/>
                </a:lnTo>
                <a:lnTo>
                  <a:pt x="14691" y="2082"/>
                </a:lnTo>
                <a:lnTo>
                  <a:pt x="14691" y="1076"/>
                </a:lnTo>
                <a:moveTo>
                  <a:pt x="14691" y="2150"/>
                </a:moveTo>
                <a:lnTo>
                  <a:pt x="15750" y="2150"/>
                </a:lnTo>
                <a:lnTo>
                  <a:pt x="15750" y="3104"/>
                </a:lnTo>
                <a:lnTo>
                  <a:pt x="14691" y="3104"/>
                </a:lnTo>
                <a:lnTo>
                  <a:pt x="14691" y="2150"/>
                </a:lnTo>
                <a:moveTo>
                  <a:pt x="14691" y="3172"/>
                </a:moveTo>
                <a:lnTo>
                  <a:pt x="15750" y="3172"/>
                </a:lnTo>
                <a:lnTo>
                  <a:pt x="15750" y="4178"/>
                </a:lnTo>
                <a:lnTo>
                  <a:pt x="14691" y="4178"/>
                </a:lnTo>
                <a:lnTo>
                  <a:pt x="14691" y="3172"/>
                </a:lnTo>
                <a:moveTo>
                  <a:pt x="14691" y="4247"/>
                </a:moveTo>
                <a:lnTo>
                  <a:pt x="15750" y="4247"/>
                </a:lnTo>
                <a:lnTo>
                  <a:pt x="15750" y="5200"/>
                </a:lnTo>
                <a:lnTo>
                  <a:pt x="14691" y="5200"/>
                </a:lnTo>
                <a:lnTo>
                  <a:pt x="14691" y="4247"/>
                </a:lnTo>
                <a:moveTo>
                  <a:pt x="14691" y="5268"/>
                </a:moveTo>
                <a:lnTo>
                  <a:pt x="15750" y="5268"/>
                </a:lnTo>
                <a:lnTo>
                  <a:pt x="15750" y="6274"/>
                </a:lnTo>
                <a:lnTo>
                  <a:pt x="14691" y="6274"/>
                </a:lnTo>
                <a:lnTo>
                  <a:pt x="14691" y="5268"/>
                </a:lnTo>
                <a:moveTo>
                  <a:pt x="14691" y="6342"/>
                </a:moveTo>
                <a:lnTo>
                  <a:pt x="15750" y="6342"/>
                </a:lnTo>
                <a:lnTo>
                  <a:pt x="15750" y="7296"/>
                </a:lnTo>
                <a:lnTo>
                  <a:pt x="14691" y="7296"/>
                </a:lnTo>
                <a:lnTo>
                  <a:pt x="14691" y="6342"/>
                </a:lnTo>
                <a:moveTo>
                  <a:pt x="14691" y="7364"/>
                </a:moveTo>
                <a:lnTo>
                  <a:pt x="15750" y="7364"/>
                </a:lnTo>
                <a:lnTo>
                  <a:pt x="15750" y="8369"/>
                </a:lnTo>
                <a:lnTo>
                  <a:pt x="14691" y="8369"/>
                </a:lnTo>
                <a:lnTo>
                  <a:pt x="14691" y="7364"/>
                </a:lnTo>
                <a:moveTo>
                  <a:pt x="14691" y="8438"/>
                </a:moveTo>
                <a:lnTo>
                  <a:pt x="15750" y="8438"/>
                </a:lnTo>
                <a:lnTo>
                  <a:pt x="15750" y="9391"/>
                </a:lnTo>
                <a:lnTo>
                  <a:pt x="14691" y="9391"/>
                </a:lnTo>
                <a:lnTo>
                  <a:pt x="14691" y="8438"/>
                </a:lnTo>
                <a:moveTo>
                  <a:pt x="14691" y="9459"/>
                </a:moveTo>
                <a:lnTo>
                  <a:pt x="15750" y="9459"/>
                </a:lnTo>
                <a:lnTo>
                  <a:pt x="15750" y="10465"/>
                </a:lnTo>
                <a:lnTo>
                  <a:pt x="14691" y="10465"/>
                </a:lnTo>
                <a:lnTo>
                  <a:pt x="14691" y="9459"/>
                </a:lnTo>
                <a:moveTo>
                  <a:pt x="14691" y="10533"/>
                </a:moveTo>
                <a:lnTo>
                  <a:pt x="15750" y="10533"/>
                </a:lnTo>
                <a:lnTo>
                  <a:pt x="15750" y="11487"/>
                </a:lnTo>
                <a:lnTo>
                  <a:pt x="14691" y="11487"/>
                </a:lnTo>
                <a:lnTo>
                  <a:pt x="14691" y="10533"/>
                </a:lnTo>
                <a:moveTo>
                  <a:pt x="14691" y="11556"/>
                </a:moveTo>
                <a:lnTo>
                  <a:pt x="15750" y="11556"/>
                </a:lnTo>
                <a:lnTo>
                  <a:pt x="15750" y="12561"/>
                </a:lnTo>
                <a:lnTo>
                  <a:pt x="14691" y="12561"/>
                </a:lnTo>
                <a:lnTo>
                  <a:pt x="14691" y="11556"/>
                </a:lnTo>
                <a:moveTo>
                  <a:pt x="14691" y="12630"/>
                </a:moveTo>
                <a:lnTo>
                  <a:pt x="15750" y="12630"/>
                </a:lnTo>
                <a:lnTo>
                  <a:pt x="15750" y="13583"/>
                </a:lnTo>
                <a:lnTo>
                  <a:pt x="14691" y="13583"/>
                </a:lnTo>
                <a:lnTo>
                  <a:pt x="14691" y="12630"/>
                </a:lnTo>
                <a:moveTo>
                  <a:pt x="14691" y="13651"/>
                </a:moveTo>
                <a:lnTo>
                  <a:pt x="15750" y="13651"/>
                </a:lnTo>
                <a:lnTo>
                  <a:pt x="15750" y="14657"/>
                </a:lnTo>
                <a:lnTo>
                  <a:pt x="14691" y="14657"/>
                </a:lnTo>
                <a:lnTo>
                  <a:pt x="14691" y="13651"/>
                </a:lnTo>
                <a:moveTo>
                  <a:pt x="14691" y="14726"/>
                </a:moveTo>
                <a:lnTo>
                  <a:pt x="15750" y="14726"/>
                </a:lnTo>
                <a:lnTo>
                  <a:pt x="15750" y="15680"/>
                </a:lnTo>
                <a:lnTo>
                  <a:pt x="14691" y="15680"/>
                </a:lnTo>
                <a:lnTo>
                  <a:pt x="14691" y="14726"/>
                </a:lnTo>
                <a:moveTo>
                  <a:pt x="13722" y="55"/>
                </a:moveTo>
                <a:lnTo>
                  <a:pt x="14622" y="55"/>
                </a:lnTo>
                <a:lnTo>
                  <a:pt x="14622" y="1007"/>
                </a:lnTo>
                <a:lnTo>
                  <a:pt x="13722" y="1007"/>
                </a:lnTo>
                <a:lnTo>
                  <a:pt x="13722" y="55"/>
                </a:lnTo>
                <a:moveTo>
                  <a:pt x="13722" y="1076"/>
                </a:moveTo>
                <a:lnTo>
                  <a:pt x="14622" y="1076"/>
                </a:lnTo>
                <a:lnTo>
                  <a:pt x="14622" y="2082"/>
                </a:lnTo>
                <a:lnTo>
                  <a:pt x="13722" y="2082"/>
                </a:lnTo>
                <a:lnTo>
                  <a:pt x="13722" y="1076"/>
                </a:lnTo>
                <a:moveTo>
                  <a:pt x="13722" y="2150"/>
                </a:moveTo>
                <a:lnTo>
                  <a:pt x="14622" y="2150"/>
                </a:lnTo>
                <a:lnTo>
                  <a:pt x="14622" y="3104"/>
                </a:lnTo>
                <a:lnTo>
                  <a:pt x="13722" y="3104"/>
                </a:lnTo>
                <a:lnTo>
                  <a:pt x="13722" y="2150"/>
                </a:lnTo>
                <a:moveTo>
                  <a:pt x="13722" y="3172"/>
                </a:moveTo>
                <a:lnTo>
                  <a:pt x="14622" y="3172"/>
                </a:lnTo>
                <a:lnTo>
                  <a:pt x="14622" y="4178"/>
                </a:lnTo>
                <a:lnTo>
                  <a:pt x="13722" y="4178"/>
                </a:lnTo>
                <a:lnTo>
                  <a:pt x="13722" y="3172"/>
                </a:lnTo>
                <a:moveTo>
                  <a:pt x="13722" y="4247"/>
                </a:moveTo>
                <a:lnTo>
                  <a:pt x="14622" y="4247"/>
                </a:lnTo>
                <a:lnTo>
                  <a:pt x="14622" y="5200"/>
                </a:lnTo>
                <a:lnTo>
                  <a:pt x="13722" y="5200"/>
                </a:lnTo>
                <a:lnTo>
                  <a:pt x="13722" y="4247"/>
                </a:lnTo>
                <a:moveTo>
                  <a:pt x="13722" y="5268"/>
                </a:moveTo>
                <a:lnTo>
                  <a:pt x="14622" y="5268"/>
                </a:lnTo>
                <a:lnTo>
                  <a:pt x="14622" y="6274"/>
                </a:lnTo>
                <a:lnTo>
                  <a:pt x="13722" y="6274"/>
                </a:lnTo>
                <a:lnTo>
                  <a:pt x="13722" y="5268"/>
                </a:lnTo>
                <a:moveTo>
                  <a:pt x="13722" y="6342"/>
                </a:moveTo>
                <a:lnTo>
                  <a:pt x="14622" y="6342"/>
                </a:lnTo>
                <a:lnTo>
                  <a:pt x="14622" y="7296"/>
                </a:lnTo>
                <a:lnTo>
                  <a:pt x="13722" y="7296"/>
                </a:lnTo>
                <a:lnTo>
                  <a:pt x="13722" y="6342"/>
                </a:lnTo>
                <a:moveTo>
                  <a:pt x="13722" y="7364"/>
                </a:moveTo>
                <a:lnTo>
                  <a:pt x="14622" y="7364"/>
                </a:lnTo>
                <a:lnTo>
                  <a:pt x="14622" y="8369"/>
                </a:lnTo>
                <a:lnTo>
                  <a:pt x="13722" y="8369"/>
                </a:lnTo>
                <a:lnTo>
                  <a:pt x="13722" y="7364"/>
                </a:lnTo>
                <a:moveTo>
                  <a:pt x="13722" y="8438"/>
                </a:moveTo>
                <a:lnTo>
                  <a:pt x="14622" y="8438"/>
                </a:lnTo>
                <a:lnTo>
                  <a:pt x="14622" y="9391"/>
                </a:lnTo>
                <a:lnTo>
                  <a:pt x="13722" y="9391"/>
                </a:lnTo>
                <a:lnTo>
                  <a:pt x="13722" y="8438"/>
                </a:lnTo>
                <a:moveTo>
                  <a:pt x="13722" y="9459"/>
                </a:moveTo>
                <a:lnTo>
                  <a:pt x="14622" y="9459"/>
                </a:lnTo>
                <a:lnTo>
                  <a:pt x="14622" y="10465"/>
                </a:lnTo>
                <a:lnTo>
                  <a:pt x="13722" y="10465"/>
                </a:lnTo>
                <a:lnTo>
                  <a:pt x="13722" y="9459"/>
                </a:lnTo>
                <a:moveTo>
                  <a:pt x="13722" y="10533"/>
                </a:moveTo>
                <a:lnTo>
                  <a:pt x="14622" y="10533"/>
                </a:lnTo>
                <a:lnTo>
                  <a:pt x="14622" y="11487"/>
                </a:lnTo>
                <a:lnTo>
                  <a:pt x="13722" y="11487"/>
                </a:lnTo>
                <a:lnTo>
                  <a:pt x="13722" y="10533"/>
                </a:lnTo>
                <a:moveTo>
                  <a:pt x="13722" y="11556"/>
                </a:moveTo>
                <a:lnTo>
                  <a:pt x="14622" y="11556"/>
                </a:lnTo>
                <a:lnTo>
                  <a:pt x="14622" y="12561"/>
                </a:lnTo>
                <a:lnTo>
                  <a:pt x="13722" y="12561"/>
                </a:lnTo>
                <a:lnTo>
                  <a:pt x="13722" y="11556"/>
                </a:lnTo>
                <a:moveTo>
                  <a:pt x="13722" y="12630"/>
                </a:moveTo>
                <a:lnTo>
                  <a:pt x="14622" y="12630"/>
                </a:lnTo>
                <a:lnTo>
                  <a:pt x="14622" y="13583"/>
                </a:lnTo>
                <a:lnTo>
                  <a:pt x="13722" y="13583"/>
                </a:lnTo>
                <a:lnTo>
                  <a:pt x="13722" y="12630"/>
                </a:lnTo>
                <a:moveTo>
                  <a:pt x="13722" y="13651"/>
                </a:moveTo>
                <a:lnTo>
                  <a:pt x="14622" y="13651"/>
                </a:lnTo>
                <a:lnTo>
                  <a:pt x="14622" y="14657"/>
                </a:lnTo>
                <a:lnTo>
                  <a:pt x="13722" y="14657"/>
                </a:lnTo>
                <a:lnTo>
                  <a:pt x="13722" y="13651"/>
                </a:lnTo>
                <a:moveTo>
                  <a:pt x="13722" y="14726"/>
                </a:moveTo>
                <a:lnTo>
                  <a:pt x="14622" y="14726"/>
                </a:lnTo>
                <a:lnTo>
                  <a:pt x="14622" y="15680"/>
                </a:lnTo>
                <a:lnTo>
                  <a:pt x="13722" y="15680"/>
                </a:lnTo>
                <a:lnTo>
                  <a:pt x="13722" y="14726"/>
                </a:lnTo>
                <a:moveTo>
                  <a:pt x="12594" y="55"/>
                </a:moveTo>
                <a:lnTo>
                  <a:pt x="13654" y="55"/>
                </a:lnTo>
                <a:lnTo>
                  <a:pt x="13654" y="1007"/>
                </a:lnTo>
                <a:lnTo>
                  <a:pt x="12594" y="1007"/>
                </a:lnTo>
                <a:lnTo>
                  <a:pt x="12594" y="55"/>
                </a:lnTo>
                <a:moveTo>
                  <a:pt x="12594" y="1076"/>
                </a:moveTo>
                <a:lnTo>
                  <a:pt x="13654" y="1076"/>
                </a:lnTo>
                <a:lnTo>
                  <a:pt x="13654" y="2082"/>
                </a:lnTo>
                <a:lnTo>
                  <a:pt x="12594" y="2082"/>
                </a:lnTo>
                <a:lnTo>
                  <a:pt x="12594" y="1076"/>
                </a:lnTo>
                <a:moveTo>
                  <a:pt x="12594" y="2150"/>
                </a:moveTo>
                <a:lnTo>
                  <a:pt x="13654" y="2150"/>
                </a:lnTo>
                <a:lnTo>
                  <a:pt x="13654" y="3104"/>
                </a:lnTo>
                <a:lnTo>
                  <a:pt x="12594" y="3104"/>
                </a:lnTo>
                <a:lnTo>
                  <a:pt x="12594" y="2150"/>
                </a:lnTo>
                <a:moveTo>
                  <a:pt x="12594" y="3172"/>
                </a:moveTo>
                <a:lnTo>
                  <a:pt x="13654" y="3172"/>
                </a:lnTo>
                <a:lnTo>
                  <a:pt x="13654" y="4178"/>
                </a:lnTo>
                <a:lnTo>
                  <a:pt x="12594" y="4178"/>
                </a:lnTo>
                <a:lnTo>
                  <a:pt x="12594" y="3172"/>
                </a:lnTo>
                <a:moveTo>
                  <a:pt x="12594" y="4247"/>
                </a:moveTo>
                <a:lnTo>
                  <a:pt x="13654" y="4247"/>
                </a:lnTo>
                <a:lnTo>
                  <a:pt x="13654" y="5200"/>
                </a:lnTo>
                <a:lnTo>
                  <a:pt x="12594" y="5200"/>
                </a:lnTo>
                <a:lnTo>
                  <a:pt x="12594" y="4247"/>
                </a:lnTo>
                <a:moveTo>
                  <a:pt x="12594" y="5268"/>
                </a:moveTo>
                <a:lnTo>
                  <a:pt x="13654" y="5268"/>
                </a:lnTo>
                <a:lnTo>
                  <a:pt x="13654" y="6274"/>
                </a:lnTo>
                <a:lnTo>
                  <a:pt x="12594" y="6274"/>
                </a:lnTo>
                <a:lnTo>
                  <a:pt x="12594" y="5268"/>
                </a:lnTo>
                <a:moveTo>
                  <a:pt x="12594" y="6342"/>
                </a:moveTo>
                <a:lnTo>
                  <a:pt x="13654" y="6342"/>
                </a:lnTo>
                <a:lnTo>
                  <a:pt x="13654" y="7296"/>
                </a:lnTo>
                <a:lnTo>
                  <a:pt x="12594" y="7296"/>
                </a:lnTo>
                <a:lnTo>
                  <a:pt x="12594" y="6342"/>
                </a:lnTo>
                <a:moveTo>
                  <a:pt x="12594" y="7364"/>
                </a:moveTo>
                <a:lnTo>
                  <a:pt x="13654" y="7364"/>
                </a:lnTo>
                <a:lnTo>
                  <a:pt x="13654" y="8369"/>
                </a:lnTo>
                <a:lnTo>
                  <a:pt x="12594" y="8369"/>
                </a:lnTo>
                <a:lnTo>
                  <a:pt x="12594" y="7364"/>
                </a:lnTo>
                <a:moveTo>
                  <a:pt x="12594" y="8438"/>
                </a:moveTo>
                <a:lnTo>
                  <a:pt x="13654" y="8438"/>
                </a:lnTo>
                <a:lnTo>
                  <a:pt x="13654" y="9391"/>
                </a:lnTo>
                <a:lnTo>
                  <a:pt x="12594" y="9391"/>
                </a:lnTo>
                <a:lnTo>
                  <a:pt x="12594" y="8438"/>
                </a:lnTo>
                <a:moveTo>
                  <a:pt x="12594" y="9459"/>
                </a:moveTo>
                <a:lnTo>
                  <a:pt x="13654" y="9459"/>
                </a:lnTo>
                <a:lnTo>
                  <a:pt x="13654" y="10465"/>
                </a:lnTo>
                <a:lnTo>
                  <a:pt x="12594" y="10465"/>
                </a:lnTo>
                <a:lnTo>
                  <a:pt x="12594" y="9459"/>
                </a:lnTo>
                <a:moveTo>
                  <a:pt x="12594" y="10533"/>
                </a:moveTo>
                <a:lnTo>
                  <a:pt x="13654" y="10533"/>
                </a:lnTo>
                <a:lnTo>
                  <a:pt x="13654" y="11487"/>
                </a:lnTo>
                <a:lnTo>
                  <a:pt x="12594" y="11487"/>
                </a:lnTo>
                <a:lnTo>
                  <a:pt x="12594" y="10533"/>
                </a:lnTo>
                <a:moveTo>
                  <a:pt x="12594" y="11556"/>
                </a:moveTo>
                <a:lnTo>
                  <a:pt x="13654" y="11556"/>
                </a:lnTo>
                <a:lnTo>
                  <a:pt x="13654" y="12561"/>
                </a:lnTo>
                <a:lnTo>
                  <a:pt x="12594" y="12561"/>
                </a:lnTo>
                <a:lnTo>
                  <a:pt x="12594" y="11556"/>
                </a:lnTo>
                <a:moveTo>
                  <a:pt x="12594" y="12630"/>
                </a:moveTo>
                <a:lnTo>
                  <a:pt x="13654" y="12630"/>
                </a:lnTo>
                <a:lnTo>
                  <a:pt x="13654" y="13583"/>
                </a:lnTo>
                <a:lnTo>
                  <a:pt x="12594" y="13583"/>
                </a:lnTo>
                <a:lnTo>
                  <a:pt x="12594" y="12630"/>
                </a:lnTo>
                <a:moveTo>
                  <a:pt x="12594" y="13651"/>
                </a:moveTo>
                <a:lnTo>
                  <a:pt x="13654" y="13651"/>
                </a:lnTo>
                <a:lnTo>
                  <a:pt x="13654" y="14657"/>
                </a:lnTo>
                <a:lnTo>
                  <a:pt x="12594" y="14657"/>
                </a:lnTo>
                <a:lnTo>
                  <a:pt x="12594" y="13651"/>
                </a:lnTo>
                <a:moveTo>
                  <a:pt x="12594" y="14726"/>
                </a:moveTo>
                <a:lnTo>
                  <a:pt x="13654" y="14726"/>
                </a:lnTo>
                <a:lnTo>
                  <a:pt x="13654" y="15680"/>
                </a:lnTo>
                <a:lnTo>
                  <a:pt x="12594" y="15680"/>
                </a:lnTo>
                <a:lnTo>
                  <a:pt x="12594" y="14726"/>
                </a:lnTo>
                <a:moveTo>
                  <a:pt x="11628" y="55"/>
                </a:moveTo>
                <a:lnTo>
                  <a:pt x="12526" y="55"/>
                </a:lnTo>
                <a:lnTo>
                  <a:pt x="12526" y="1007"/>
                </a:lnTo>
                <a:lnTo>
                  <a:pt x="11628" y="1007"/>
                </a:lnTo>
                <a:lnTo>
                  <a:pt x="11628" y="55"/>
                </a:lnTo>
                <a:moveTo>
                  <a:pt x="11628" y="1076"/>
                </a:moveTo>
                <a:lnTo>
                  <a:pt x="12526" y="1076"/>
                </a:lnTo>
                <a:lnTo>
                  <a:pt x="12526" y="2082"/>
                </a:lnTo>
                <a:lnTo>
                  <a:pt x="11628" y="2082"/>
                </a:lnTo>
                <a:lnTo>
                  <a:pt x="11628" y="1076"/>
                </a:lnTo>
                <a:moveTo>
                  <a:pt x="11628" y="2150"/>
                </a:moveTo>
                <a:lnTo>
                  <a:pt x="12526" y="2150"/>
                </a:lnTo>
                <a:lnTo>
                  <a:pt x="12526" y="3104"/>
                </a:lnTo>
                <a:lnTo>
                  <a:pt x="11628" y="3104"/>
                </a:lnTo>
                <a:lnTo>
                  <a:pt x="11628" y="2150"/>
                </a:lnTo>
                <a:moveTo>
                  <a:pt x="11628" y="3172"/>
                </a:moveTo>
                <a:lnTo>
                  <a:pt x="12526" y="3172"/>
                </a:lnTo>
                <a:lnTo>
                  <a:pt x="12526" y="4178"/>
                </a:lnTo>
                <a:lnTo>
                  <a:pt x="11628" y="4178"/>
                </a:lnTo>
                <a:lnTo>
                  <a:pt x="11628" y="3172"/>
                </a:lnTo>
                <a:moveTo>
                  <a:pt x="11628" y="4247"/>
                </a:moveTo>
                <a:lnTo>
                  <a:pt x="12526" y="4247"/>
                </a:lnTo>
                <a:lnTo>
                  <a:pt x="12526" y="5200"/>
                </a:lnTo>
                <a:lnTo>
                  <a:pt x="11628" y="5200"/>
                </a:lnTo>
                <a:lnTo>
                  <a:pt x="11628" y="4247"/>
                </a:lnTo>
                <a:moveTo>
                  <a:pt x="11628" y="5268"/>
                </a:moveTo>
                <a:lnTo>
                  <a:pt x="12526" y="5268"/>
                </a:lnTo>
                <a:lnTo>
                  <a:pt x="12526" y="6274"/>
                </a:lnTo>
                <a:lnTo>
                  <a:pt x="11628" y="6274"/>
                </a:lnTo>
                <a:lnTo>
                  <a:pt x="11628" y="5268"/>
                </a:lnTo>
                <a:moveTo>
                  <a:pt x="11628" y="6342"/>
                </a:moveTo>
                <a:lnTo>
                  <a:pt x="12526" y="6342"/>
                </a:lnTo>
                <a:lnTo>
                  <a:pt x="12526" y="7296"/>
                </a:lnTo>
                <a:lnTo>
                  <a:pt x="11628" y="7296"/>
                </a:lnTo>
                <a:lnTo>
                  <a:pt x="11628" y="6342"/>
                </a:lnTo>
                <a:moveTo>
                  <a:pt x="11628" y="7364"/>
                </a:moveTo>
                <a:lnTo>
                  <a:pt x="12526" y="7364"/>
                </a:lnTo>
                <a:lnTo>
                  <a:pt x="12526" y="8369"/>
                </a:lnTo>
                <a:lnTo>
                  <a:pt x="11628" y="8369"/>
                </a:lnTo>
                <a:lnTo>
                  <a:pt x="11628" y="7364"/>
                </a:lnTo>
                <a:moveTo>
                  <a:pt x="11628" y="8438"/>
                </a:moveTo>
                <a:lnTo>
                  <a:pt x="12526" y="8438"/>
                </a:lnTo>
                <a:lnTo>
                  <a:pt x="12526" y="9391"/>
                </a:lnTo>
                <a:lnTo>
                  <a:pt x="11628" y="9391"/>
                </a:lnTo>
                <a:lnTo>
                  <a:pt x="11628" y="8438"/>
                </a:lnTo>
                <a:moveTo>
                  <a:pt x="11628" y="9459"/>
                </a:moveTo>
                <a:lnTo>
                  <a:pt x="12526" y="9459"/>
                </a:lnTo>
                <a:lnTo>
                  <a:pt x="12526" y="10465"/>
                </a:lnTo>
                <a:lnTo>
                  <a:pt x="11628" y="10465"/>
                </a:lnTo>
                <a:lnTo>
                  <a:pt x="11628" y="9459"/>
                </a:lnTo>
                <a:moveTo>
                  <a:pt x="11628" y="10533"/>
                </a:moveTo>
                <a:lnTo>
                  <a:pt x="12526" y="10533"/>
                </a:lnTo>
                <a:lnTo>
                  <a:pt x="12526" y="11487"/>
                </a:lnTo>
                <a:lnTo>
                  <a:pt x="11628" y="11487"/>
                </a:lnTo>
                <a:lnTo>
                  <a:pt x="11628" y="10533"/>
                </a:lnTo>
                <a:moveTo>
                  <a:pt x="11628" y="11556"/>
                </a:moveTo>
                <a:lnTo>
                  <a:pt x="12526" y="11556"/>
                </a:lnTo>
                <a:lnTo>
                  <a:pt x="12526" y="12561"/>
                </a:lnTo>
                <a:lnTo>
                  <a:pt x="11628" y="12561"/>
                </a:lnTo>
                <a:lnTo>
                  <a:pt x="11628" y="11556"/>
                </a:lnTo>
                <a:moveTo>
                  <a:pt x="11628" y="12630"/>
                </a:moveTo>
                <a:lnTo>
                  <a:pt x="12526" y="12630"/>
                </a:lnTo>
                <a:lnTo>
                  <a:pt x="12526" y="13583"/>
                </a:lnTo>
                <a:lnTo>
                  <a:pt x="11628" y="13583"/>
                </a:lnTo>
                <a:lnTo>
                  <a:pt x="11628" y="12630"/>
                </a:lnTo>
                <a:moveTo>
                  <a:pt x="11628" y="13651"/>
                </a:moveTo>
                <a:lnTo>
                  <a:pt x="12526" y="13651"/>
                </a:lnTo>
                <a:lnTo>
                  <a:pt x="12526" y="14657"/>
                </a:lnTo>
                <a:lnTo>
                  <a:pt x="11628" y="14657"/>
                </a:lnTo>
                <a:lnTo>
                  <a:pt x="11628" y="13651"/>
                </a:lnTo>
                <a:moveTo>
                  <a:pt x="11628" y="14726"/>
                </a:moveTo>
                <a:lnTo>
                  <a:pt x="12526" y="14726"/>
                </a:lnTo>
                <a:lnTo>
                  <a:pt x="12526" y="15680"/>
                </a:lnTo>
                <a:lnTo>
                  <a:pt x="11628" y="15680"/>
                </a:lnTo>
                <a:lnTo>
                  <a:pt x="11628" y="14726"/>
                </a:lnTo>
                <a:moveTo>
                  <a:pt x="10500" y="55"/>
                </a:moveTo>
                <a:lnTo>
                  <a:pt x="11559" y="55"/>
                </a:lnTo>
                <a:lnTo>
                  <a:pt x="11559" y="1007"/>
                </a:lnTo>
                <a:lnTo>
                  <a:pt x="10500" y="1007"/>
                </a:lnTo>
                <a:lnTo>
                  <a:pt x="10500" y="55"/>
                </a:lnTo>
                <a:moveTo>
                  <a:pt x="10500" y="1076"/>
                </a:moveTo>
                <a:lnTo>
                  <a:pt x="11559" y="1076"/>
                </a:lnTo>
                <a:lnTo>
                  <a:pt x="11559" y="2082"/>
                </a:lnTo>
                <a:lnTo>
                  <a:pt x="10500" y="2082"/>
                </a:lnTo>
                <a:lnTo>
                  <a:pt x="10500" y="1076"/>
                </a:lnTo>
                <a:moveTo>
                  <a:pt x="10500" y="2150"/>
                </a:moveTo>
                <a:lnTo>
                  <a:pt x="11559" y="2150"/>
                </a:lnTo>
                <a:lnTo>
                  <a:pt x="11559" y="3104"/>
                </a:lnTo>
                <a:lnTo>
                  <a:pt x="10500" y="3104"/>
                </a:lnTo>
                <a:lnTo>
                  <a:pt x="10500" y="2150"/>
                </a:lnTo>
                <a:moveTo>
                  <a:pt x="10500" y="3172"/>
                </a:moveTo>
                <a:lnTo>
                  <a:pt x="11559" y="3172"/>
                </a:lnTo>
                <a:lnTo>
                  <a:pt x="11559" y="4178"/>
                </a:lnTo>
                <a:lnTo>
                  <a:pt x="10500" y="4178"/>
                </a:lnTo>
                <a:lnTo>
                  <a:pt x="10500" y="3172"/>
                </a:lnTo>
                <a:moveTo>
                  <a:pt x="10500" y="4247"/>
                </a:moveTo>
                <a:lnTo>
                  <a:pt x="11559" y="4247"/>
                </a:lnTo>
                <a:lnTo>
                  <a:pt x="11559" y="5200"/>
                </a:lnTo>
                <a:lnTo>
                  <a:pt x="10500" y="5200"/>
                </a:lnTo>
                <a:lnTo>
                  <a:pt x="10500" y="4247"/>
                </a:lnTo>
                <a:moveTo>
                  <a:pt x="10500" y="5268"/>
                </a:moveTo>
                <a:lnTo>
                  <a:pt x="11559" y="5268"/>
                </a:lnTo>
                <a:lnTo>
                  <a:pt x="11559" y="6274"/>
                </a:lnTo>
                <a:lnTo>
                  <a:pt x="10500" y="6274"/>
                </a:lnTo>
                <a:lnTo>
                  <a:pt x="10500" y="5268"/>
                </a:lnTo>
                <a:moveTo>
                  <a:pt x="10500" y="6342"/>
                </a:moveTo>
                <a:lnTo>
                  <a:pt x="11559" y="6342"/>
                </a:lnTo>
                <a:lnTo>
                  <a:pt x="11559" y="7296"/>
                </a:lnTo>
                <a:lnTo>
                  <a:pt x="10500" y="7296"/>
                </a:lnTo>
                <a:lnTo>
                  <a:pt x="10500" y="6342"/>
                </a:lnTo>
                <a:moveTo>
                  <a:pt x="10500" y="7364"/>
                </a:moveTo>
                <a:lnTo>
                  <a:pt x="11559" y="7364"/>
                </a:lnTo>
                <a:lnTo>
                  <a:pt x="11559" y="8369"/>
                </a:lnTo>
                <a:lnTo>
                  <a:pt x="10500" y="8369"/>
                </a:lnTo>
                <a:lnTo>
                  <a:pt x="10500" y="7364"/>
                </a:lnTo>
                <a:moveTo>
                  <a:pt x="10500" y="8438"/>
                </a:moveTo>
                <a:lnTo>
                  <a:pt x="11559" y="8438"/>
                </a:lnTo>
                <a:lnTo>
                  <a:pt x="11559" y="9391"/>
                </a:lnTo>
                <a:lnTo>
                  <a:pt x="10500" y="9391"/>
                </a:lnTo>
                <a:lnTo>
                  <a:pt x="10500" y="8438"/>
                </a:lnTo>
                <a:moveTo>
                  <a:pt x="10500" y="9459"/>
                </a:moveTo>
                <a:lnTo>
                  <a:pt x="11559" y="9459"/>
                </a:lnTo>
                <a:lnTo>
                  <a:pt x="11559" y="10465"/>
                </a:lnTo>
                <a:lnTo>
                  <a:pt x="10500" y="10465"/>
                </a:lnTo>
                <a:lnTo>
                  <a:pt x="10500" y="9459"/>
                </a:lnTo>
                <a:moveTo>
                  <a:pt x="10500" y="10533"/>
                </a:moveTo>
                <a:lnTo>
                  <a:pt x="11559" y="10533"/>
                </a:lnTo>
                <a:lnTo>
                  <a:pt x="11559" y="11487"/>
                </a:lnTo>
                <a:lnTo>
                  <a:pt x="10500" y="11487"/>
                </a:lnTo>
                <a:lnTo>
                  <a:pt x="10500" y="10533"/>
                </a:lnTo>
                <a:moveTo>
                  <a:pt x="10500" y="11556"/>
                </a:moveTo>
                <a:lnTo>
                  <a:pt x="11559" y="11556"/>
                </a:lnTo>
                <a:lnTo>
                  <a:pt x="11559" y="12561"/>
                </a:lnTo>
                <a:lnTo>
                  <a:pt x="10500" y="12561"/>
                </a:lnTo>
                <a:lnTo>
                  <a:pt x="10500" y="11556"/>
                </a:lnTo>
                <a:moveTo>
                  <a:pt x="10500" y="12630"/>
                </a:moveTo>
                <a:lnTo>
                  <a:pt x="11559" y="12630"/>
                </a:lnTo>
                <a:lnTo>
                  <a:pt x="11559" y="13583"/>
                </a:lnTo>
                <a:lnTo>
                  <a:pt x="10500" y="13583"/>
                </a:lnTo>
                <a:lnTo>
                  <a:pt x="10500" y="12630"/>
                </a:lnTo>
                <a:moveTo>
                  <a:pt x="10500" y="13651"/>
                </a:moveTo>
                <a:lnTo>
                  <a:pt x="11559" y="13651"/>
                </a:lnTo>
                <a:lnTo>
                  <a:pt x="11559" y="14657"/>
                </a:lnTo>
                <a:lnTo>
                  <a:pt x="10500" y="14657"/>
                </a:lnTo>
                <a:lnTo>
                  <a:pt x="10500" y="13651"/>
                </a:lnTo>
                <a:moveTo>
                  <a:pt x="10500" y="14726"/>
                </a:moveTo>
                <a:lnTo>
                  <a:pt x="11559" y="14726"/>
                </a:lnTo>
                <a:lnTo>
                  <a:pt x="11559" y="15680"/>
                </a:lnTo>
                <a:lnTo>
                  <a:pt x="10500" y="15680"/>
                </a:lnTo>
                <a:lnTo>
                  <a:pt x="10500" y="14726"/>
                </a:lnTo>
                <a:moveTo>
                  <a:pt x="9531" y="55"/>
                </a:moveTo>
                <a:lnTo>
                  <a:pt x="10430" y="55"/>
                </a:lnTo>
                <a:lnTo>
                  <a:pt x="10430" y="1007"/>
                </a:lnTo>
                <a:lnTo>
                  <a:pt x="9531" y="1007"/>
                </a:lnTo>
                <a:lnTo>
                  <a:pt x="9531" y="55"/>
                </a:lnTo>
                <a:moveTo>
                  <a:pt x="9531" y="1076"/>
                </a:moveTo>
                <a:lnTo>
                  <a:pt x="10430" y="1076"/>
                </a:lnTo>
                <a:lnTo>
                  <a:pt x="10430" y="2082"/>
                </a:lnTo>
                <a:lnTo>
                  <a:pt x="9531" y="2082"/>
                </a:lnTo>
                <a:lnTo>
                  <a:pt x="9531" y="1076"/>
                </a:lnTo>
                <a:moveTo>
                  <a:pt x="9531" y="2150"/>
                </a:moveTo>
                <a:lnTo>
                  <a:pt x="10430" y="2150"/>
                </a:lnTo>
                <a:lnTo>
                  <a:pt x="10430" y="3104"/>
                </a:lnTo>
                <a:lnTo>
                  <a:pt x="9531" y="3104"/>
                </a:lnTo>
                <a:lnTo>
                  <a:pt x="9531" y="2150"/>
                </a:lnTo>
                <a:moveTo>
                  <a:pt x="9531" y="3172"/>
                </a:moveTo>
                <a:lnTo>
                  <a:pt x="10430" y="3172"/>
                </a:lnTo>
                <a:lnTo>
                  <a:pt x="10430" y="4178"/>
                </a:lnTo>
                <a:lnTo>
                  <a:pt x="9531" y="4178"/>
                </a:lnTo>
                <a:lnTo>
                  <a:pt x="9531" y="3172"/>
                </a:lnTo>
                <a:moveTo>
                  <a:pt x="9531" y="4247"/>
                </a:moveTo>
                <a:lnTo>
                  <a:pt x="10430" y="4247"/>
                </a:lnTo>
                <a:lnTo>
                  <a:pt x="10430" y="5200"/>
                </a:lnTo>
                <a:lnTo>
                  <a:pt x="9531" y="5200"/>
                </a:lnTo>
                <a:lnTo>
                  <a:pt x="9531" y="4247"/>
                </a:lnTo>
                <a:moveTo>
                  <a:pt x="9531" y="5268"/>
                </a:moveTo>
                <a:lnTo>
                  <a:pt x="10430" y="5268"/>
                </a:lnTo>
                <a:lnTo>
                  <a:pt x="10430" y="6274"/>
                </a:lnTo>
                <a:lnTo>
                  <a:pt x="9531" y="6274"/>
                </a:lnTo>
                <a:lnTo>
                  <a:pt x="9531" y="5268"/>
                </a:lnTo>
                <a:moveTo>
                  <a:pt x="9531" y="6342"/>
                </a:moveTo>
                <a:lnTo>
                  <a:pt x="10430" y="6342"/>
                </a:lnTo>
                <a:lnTo>
                  <a:pt x="10430" y="7296"/>
                </a:lnTo>
                <a:lnTo>
                  <a:pt x="9531" y="7296"/>
                </a:lnTo>
                <a:lnTo>
                  <a:pt x="9531" y="6342"/>
                </a:lnTo>
                <a:moveTo>
                  <a:pt x="9531" y="7364"/>
                </a:moveTo>
                <a:lnTo>
                  <a:pt x="10430" y="7364"/>
                </a:lnTo>
                <a:lnTo>
                  <a:pt x="10430" y="8369"/>
                </a:lnTo>
                <a:lnTo>
                  <a:pt x="9531" y="8369"/>
                </a:lnTo>
                <a:lnTo>
                  <a:pt x="9531" y="7364"/>
                </a:lnTo>
                <a:moveTo>
                  <a:pt x="9531" y="8438"/>
                </a:moveTo>
                <a:lnTo>
                  <a:pt x="10430" y="8438"/>
                </a:lnTo>
                <a:lnTo>
                  <a:pt x="10430" y="9391"/>
                </a:lnTo>
                <a:lnTo>
                  <a:pt x="9531" y="9391"/>
                </a:lnTo>
                <a:lnTo>
                  <a:pt x="9531" y="8438"/>
                </a:lnTo>
                <a:moveTo>
                  <a:pt x="9531" y="9459"/>
                </a:moveTo>
                <a:lnTo>
                  <a:pt x="10430" y="9459"/>
                </a:lnTo>
                <a:lnTo>
                  <a:pt x="10430" y="10465"/>
                </a:lnTo>
                <a:lnTo>
                  <a:pt x="9531" y="10465"/>
                </a:lnTo>
                <a:lnTo>
                  <a:pt x="9531" y="9459"/>
                </a:lnTo>
                <a:moveTo>
                  <a:pt x="9531" y="10533"/>
                </a:moveTo>
                <a:lnTo>
                  <a:pt x="10430" y="10533"/>
                </a:lnTo>
                <a:lnTo>
                  <a:pt x="10430" y="11487"/>
                </a:lnTo>
                <a:lnTo>
                  <a:pt x="9531" y="11487"/>
                </a:lnTo>
                <a:lnTo>
                  <a:pt x="9531" y="10533"/>
                </a:lnTo>
                <a:moveTo>
                  <a:pt x="9531" y="11556"/>
                </a:moveTo>
                <a:lnTo>
                  <a:pt x="10430" y="11556"/>
                </a:lnTo>
                <a:lnTo>
                  <a:pt x="10430" y="12561"/>
                </a:lnTo>
                <a:lnTo>
                  <a:pt x="9531" y="12561"/>
                </a:lnTo>
                <a:lnTo>
                  <a:pt x="9531" y="11556"/>
                </a:lnTo>
                <a:moveTo>
                  <a:pt x="9531" y="12630"/>
                </a:moveTo>
                <a:lnTo>
                  <a:pt x="10430" y="12630"/>
                </a:lnTo>
                <a:lnTo>
                  <a:pt x="10430" y="13583"/>
                </a:lnTo>
                <a:lnTo>
                  <a:pt x="9531" y="13583"/>
                </a:lnTo>
                <a:lnTo>
                  <a:pt x="9531" y="12630"/>
                </a:lnTo>
                <a:moveTo>
                  <a:pt x="9531" y="13651"/>
                </a:moveTo>
                <a:lnTo>
                  <a:pt x="10430" y="13651"/>
                </a:lnTo>
                <a:lnTo>
                  <a:pt x="10430" y="14657"/>
                </a:lnTo>
                <a:lnTo>
                  <a:pt x="9531" y="14657"/>
                </a:lnTo>
                <a:lnTo>
                  <a:pt x="9531" y="13651"/>
                </a:lnTo>
                <a:moveTo>
                  <a:pt x="9531" y="14726"/>
                </a:moveTo>
                <a:lnTo>
                  <a:pt x="10430" y="14726"/>
                </a:lnTo>
                <a:lnTo>
                  <a:pt x="10430" y="15680"/>
                </a:lnTo>
                <a:lnTo>
                  <a:pt x="9531" y="15680"/>
                </a:lnTo>
                <a:lnTo>
                  <a:pt x="9531" y="14726"/>
                </a:lnTo>
                <a:moveTo>
                  <a:pt x="8403" y="55"/>
                </a:moveTo>
                <a:lnTo>
                  <a:pt x="9463" y="55"/>
                </a:lnTo>
                <a:lnTo>
                  <a:pt x="9463" y="1007"/>
                </a:lnTo>
                <a:lnTo>
                  <a:pt x="8403" y="1007"/>
                </a:lnTo>
                <a:lnTo>
                  <a:pt x="8403" y="55"/>
                </a:lnTo>
                <a:moveTo>
                  <a:pt x="8403" y="1076"/>
                </a:moveTo>
                <a:lnTo>
                  <a:pt x="9463" y="1076"/>
                </a:lnTo>
                <a:lnTo>
                  <a:pt x="9463" y="2082"/>
                </a:lnTo>
                <a:lnTo>
                  <a:pt x="8403" y="2082"/>
                </a:lnTo>
                <a:lnTo>
                  <a:pt x="8403" y="1076"/>
                </a:lnTo>
                <a:moveTo>
                  <a:pt x="8403" y="2150"/>
                </a:moveTo>
                <a:lnTo>
                  <a:pt x="9463" y="2150"/>
                </a:lnTo>
                <a:lnTo>
                  <a:pt x="9463" y="3104"/>
                </a:lnTo>
                <a:lnTo>
                  <a:pt x="8403" y="3104"/>
                </a:lnTo>
                <a:lnTo>
                  <a:pt x="8403" y="2150"/>
                </a:lnTo>
                <a:moveTo>
                  <a:pt x="8403" y="3172"/>
                </a:moveTo>
                <a:lnTo>
                  <a:pt x="9463" y="3172"/>
                </a:lnTo>
                <a:lnTo>
                  <a:pt x="9463" y="4178"/>
                </a:lnTo>
                <a:lnTo>
                  <a:pt x="8403" y="4178"/>
                </a:lnTo>
                <a:lnTo>
                  <a:pt x="8403" y="3172"/>
                </a:lnTo>
                <a:moveTo>
                  <a:pt x="8403" y="4247"/>
                </a:moveTo>
                <a:lnTo>
                  <a:pt x="9463" y="4247"/>
                </a:lnTo>
                <a:lnTo>
                  <a:pt x="9463" y="5200"/>
                </a:lnTo>
                <a:lnTo>
                  <a:pt x="8403" y="5200"/>
                </a:lnTo>
                <a:lnTo>
                  <a:pt x="8403" y="4247"/>
                </a:lnTo>
                <a:moveTo>
                  <a:pt x="8403" y="5268"/>
                </a:moveTo>
                <a:lnTo>
                  <a:pt x="9463" y="5268"/>
                </a:lnTo>
                <a:lnTo>
                  <a:pt x="9463" y="6274"/>
                </a:lnTo>
                <a:lnTo>
                  <a:pt x="8403" y="6274"/>
                </a:lnTo>
                <a:lnTo>
                  <a:pt x="8403" y="5268"/>
                </a:lnTo>
                <a:moveTo>
                  <a:pt x="8403" y="6342"/>
                </a:moveTo>
                <a:lnTo>
                  <a:pt x="9463" y="6342"/>
                </a:lnTo>
                <a:lnTo>
                  <a:pt x="9463" y="7296"/>
                </a:lnTo>
                <a:lnTo>
                  <a:pt x="8403" y="7296"/>
                </a:lnTo>
                <a:lnTo>
                  <a:pt x="8403" y="6342"/>
                </a:lnTo>
                <a:moveTo>
                  <a:pt x="8403" y="7364"/>
                </a:moveTo>
                <a:lnTo>
                  <a:pt x="9463" y="7364"/>
                </a:lnTo>
                <a:lnTo>
                  <a:pt x="9463" y="8369"/>
                </a:lnTo>
                <a:lnTo>
                  <a:pt x="8403" y="8369"/>
                </a:lnTo>
                <a:lnTo>
                  <a:pt x="8403" y="7364"/>
                </a:lnTo>
                <a:moveTo>
                  <a:pt x="8403" y="8438"/>
                </a:moveTo>
                <a:lnTo>
                  <a:pt x="9463" y="8438"/>
                </a:lnTo>
                <a:lnTo>
                  <a:pt x="9463" y="9391"/>
                </a:lnTo>
                <a:lnTo>
                  <a:pt x="8403" y="9391"/>
                </a:lnTo>
                <a:lnTo>
                  <a:pt x="8403" y="8438"/>
                </a:lnTo>
                <a:moveTo>
                  <a:pt x="8403" y="9459"/>
                </a:moveTo>
                <a:lnTo>
                  <a:pt x="9463" y="9459"/>
                </a:lnTo>
                <a:lnTo>
                  <a:pt x="9463" y="10465"/>
                </a:lnTo>
                <a:lnTo>
                  <a:pt x="8403" y="10465"/>
                </a:lnTo>
                <a:lnTo>
                  <a:pt x="8403" y="9459"/>
                </a:lnTo>
                <a:moveTo>
                  <a:pt x="8403" y="10533"/>
                </a:moveTo>
                <a:lnTo>
                  <a:pt x="9463" y="10533"/>
                </a:lnTo>
                <a:lnTo>
                  <a:pt x="9463" y="11487"/>
                </a:lnTo>
                <a:lnTo>
                  <a:pt x="8403" y="11487"/>
                </a:lnTo>
                <a:lnTo>
                  <a:pt x="8403" y="10533"/>
                </a:lnTo>
                <a:moveTo>
                  <a:pt x="8403" y="11556"/>
                </a:moveTo>
                <a:lnTo>
                  <a:pt x="9463" y="11556"/>
                </a:lnTo>
                <a:lnTo>
                  <a:pt x="9463" y="12561"/>
                </a:lnTo>
                <a:lnTo>
                  <a:pt x="8403" y="12561"/>
                </a:lnTo>
                <a:lnTo>
                  <a:pt x="8403" y="11556"/>
                </a:lnTo>
                <a:moveTo>
                  <a:pt x="8403" y="12630"/>
                </a:moveTo>
                <a:lnTo>
                  <a:pt x="9463" y="12630"/>
                </a:lnTo>
                <a:lnTo>
                  <a:pt x="9463" y="13583"/>
                </a:lnTo>
                <a:lnTo>
                  <a:pt x="8403" y="13583"/>
                </a:lnTo>
                <a:lnTo>
                  <a:pt x="8403" y="12630"/>
                </a:lnTo>
                <a:moveTo>
                  <a:pt x="8403" y="13651"/>
                </a:moveTo>
                <a:lnTo>
                  <a:pt x="9463" y="13651"/>
                </a:lnTo>
                <a:lnTo>
                  <a:pt x="9463" y="14657"/>
                </a:lnTo>
                <a:lnTo>
                  <a:pt x="8403" y="14657"/>
                </a:lnTo>
                <a:lnTo>
                  <a:pt x="8403" y="13651"/>
                </a:lnTo>
                <a:moveTo>
                  <a:pt x="8403" y="14726"/>
                </a:moveTo>
                <a:lnTo>
                  <a:pt x="9463" y="14726"/>
                </a:lnTo>
                <a:lnTo>
                  <a:pt x="9463" y="15680"/>
                </a:lnTo>
                <a:lnTo>
                  <a:pt x="8403" y="15680"/>
                </a:lnTo>
                <a:lnTo>
                  <a:pt x="8403" y="14726"/>
                </a:lnTo>
                <a:moveTo>
                  <a:pt x="7436" y="55"/>
                </a:moveTo>
                <a:lnTo>
                  <a:pt x="8335" y="55"/>
                </a:lnTo>
                <a:lnTo>
                  <a:pt x="8335" y="1007"/>
                </a:lnTo>
                <a:lnTo>
                  <a:pt x="7436" y="1007"/>
                </a:lnTo>
                <a:lnTo>
                  <a:pt x="7436" y="55"/>
                </a:lnTo>
                <a:moveTo>
                  <a:pt x="7436" y="1076"/>
                </a:moveTo>
                <a:lnTo>
                  <a:pt x="8335" y="1076"/>
                </a:lnTo>
                <a:lnTo>
                  <a:pt x="8335" y="2082"/>
                </a:lnTo>
                <a:lnTo>
                  <a:pt x="7436" y="2082"/>
                </a:lnTo>
                <a:lnTo>
                  <a:pt x="7436" y="1076"/>
                </a:lnTo>
                <a:moveTo>
                  <a:pt x="7436" y="2150"/>
                </a:moveTo>
                <a:lnTo>
                  <a:pt x="8335" y="2150"/>
                </a:lnTo>
                <a:lnTo>
                  <a:pt x="8335" y="3104"/>
                </a:lnTo>
                <a:lnTo>
                  <a:pt x="7436" y="3104"/>
                </a:lnTo>
                <a:lnTo>
                  <a:pt x="7436" y="2150"/>
                </a:lnTo>
                <a:moveTo>
                  <a:pt x="7436" y="3172"/>
                </a:moveTo>
                <a:lnTo>
                  <a:pt x="8335" y="3172"/>
                </a:lnTo>
                <a:lnTo>
                  <a:pt x="8335" y="4178"/>
                </a:lnTo>
                <a:lnTo>
                  <a:pt x="7436" y="4178"/>
                </a:lnTo>
                <a:lnTo>
                  <a:pt x="7436" y="3172"/>
                </a:lnTo>
                <a:moveTo>
                  <a:pt x="7436" y="4247"/>
                </a:moveTo>
                <a:lnTo>
                  <a:pt x="8335" y="4247"/>
                </a:lnTo>
                <a:lnTo>
                  <a:pt x="8335" y="5200"/>
                </a:lnTo>
                <a:lnTo>
                  <a:pt x="7436" y="5200"/>
                </a:lnTo>
                <a:lnTo>
                  <a:pt x="7436" y="4247"/>
                </a:lnTo>
                <a:moveTo>
                  <a:pt x="7436" y="5268"/>
                </a:moveTo>
                <a:lnTo>
                  <a:pt x="8335" y="5268"/>
                </a:lnTo>
                <a:lnTo>
                  <a:pt x="8335" y="6274"/>
                </a:lnTo>
                <a:lnTo>
                  <a:pt x="7436" y="6274"/>
                </a:lnTo>
                <a:lnTo>
                  <a:pt x="7436" y="5268"/>
                </a:lnTo>
                <a:moveTo>
                  <a:pt x="7436" y="6342"/>
                </a:moveTo>
                <a:lnTo>
                  <a:pt x="8335" y="6342"/>
                </a:lnTo>
                <a:lnTo>
                  <a:pt x="8335" y="7296"/>
                </a:lnTo>
                <a:lnTo>
                  <a:pt x="7436" y="7296"/>
                </a:lnTo>
                <a:lnTo>
                  <a:pt x="7436" y="6342"/>
                </a:lnTo>
                <a:moveTo>
                  <a:pt x="7436" y="7364"/>
                </a:moveTo>
                <a:lnTo>
                  <a:pt x="8335" y="7364"/>
                </a:lnTo>
                <a:lnTo>
                  <a:pt x="8335" y="8369"/>
                </a:lnTo>
                <a:lnTo>
                  <a:pt x="7436" y="8369"/>
                </a:lnTo>
                <a:lnTo>
                  <a:pt x="7436" y="7364"/>
                </a:lnTo>
                <a:moveTo>
                  <a:pt x="7436" y="8438"/>
                </a:moveTo>
                <a:lnTo>
                  <a:pt x="8335" y="8438"/>
                </a:lnTo>
                <a:lnTo>
                  <a:pt x="8335" y="9391"/>
                </a:lnTo>
                <a:lnTo>
                  <a:pt x="7436" y="9391"/>
                </a:lnTo>
                <a:lnTo>
                  <a:pt x="7436" y="8438"/>
                </a:lnTo>
                <a:moveTo>
                  <a:pt x="7436" y="9459"/>
                </a:moveTo>
                <a:lnTo>
                  <a:pt x="8335" y="9459"/>
                </a:lnTo>
                <a:lnTo>
                  <a:pt x="8335" y="10465"/>
                </a:lnTo>
                <a:lnTo>
                  <a:pt x="7436" y="10465"/>
                </a:lnTo>
                <a:lnTo>
                  <a:pt x="7436" y="9459"/>
                </a:lnTo>
                <a:moveTo>
                  <a:pt x="7436" y="10533"/>
                </a:moveTo>
                <a:lnTo>
                  <a:pt x="8335" y="10533"/>
                </a:lnTo>
                <a:lnTo>
                  <a:pt x="8335" y="11487"/>
                </a:lnTo>
                <a:lnTo>
                  <a:pt x="7436" y="11487"/>
                </a:lnTo>
                <a:lnTo>
                  <a:pt x="7436" y="10533"/>
                </a:lnTo>
                <a:moveTo>
                  <a:pt x="7436" y="11556"/>
                </a:moveTo>
                <a:lnTo>
                  <a:pt x="8335" y="11556"/>
                </a:lnTo>
                <a:lnTo>
                  <a:pt x="8335" y="12561"/>
                </a:lnTo>
                <a:lnTo>
                  <a:pt x="7436" y="12561"/>
                </a:lnTo>
                <a:lnTo>
                  <a:pt x="7436" y="11556"/>
                </a:lnTo>
                <a:moveTo>
                  <a:pt x="7436" y="12630"/>
                </a:moveTo>
                <a:lnTo>
                  <a:pt x="8335" y="12630"/>
                </a:lnTo>
                <a:lnTo>
                  <a:pt x="8335" y="13583"/>
                </a:lnTo>
                <a:lnTo>
                  <a:pt x="7436" y="13583"/>
                </a:lnTo>
                <a:lnTo>
                  <a:pt x="7436" y="12630"/>
                </a:lnTo>
                <a:moveTo>
                  <a:pt x="7436" y="13651"/>
                </a:moveTo>
                <a:lnTo>
                  <a:pt x="8335" y="13651"/>
                </a:lnTo>
                <a:lnTo>
                  <a:pt x="8335" y="14657"/>
                </a:lnTo>
                <a:lnTo>
                  <a:pt x="7436" y="14657"/>
                </a:lnTo>
                <a:lnTo>
                  <a:pt x="7436" y="13651"/>
                </a:lnTo>
                <a:moveTo>
                  <a:pt x="7436" y="14726"/>
                </a:moveTo>
                <a:lnTo>
                  <a:pt x="8335" y="14726"/>
                </a:lnTo>
                <a:lnTo>
                  <a:pt x="8335" y="15680"/>
                </a:lnTo>
                <a:lnTo>
                  <a:pt x="7436" y="15680"/>
                </a:lnTo>
                <a:lnTo>
                  <a:pt x="7436" y="14726"/>
                </a:lnTo>
                <a:moveTo>
                  <a:pt x="6308" y="55"/>
                </a:moveTo>
                <a:lnTo>
                  <a:pt x="7366" y="55"/>
                </a:lnTo>
                <a:lnTo>
                  <a:pt x="7366" y="1007"/>
                </a:lnTo>
                <a:lnTo>
                  <a:pt x="6308" y="1007"/>
                </a:lnTo>
                <a:lnTo>
                  <a:pt x="6308" y="55"/>
                </a:lnTo>
                <a:moveTo>
                  <a:pt x="6308" y="1076"/>
                </a:moveTo>
                <a:lnTo>
                  <a:pt x="7366" y="1076"/>
                </a:lnTo>
                <a:lnTo>
                  <a:pt x="7366" y="2082"/>
                </a:lnTo>
                <a:lnTo>
                  <a:pt x="6308" y="2082"/>
                </a:lnTo>
                <a:lnTo>
                  <a:pt x="6308" y="1076"/>
                </a:lnTo>
                <a:moveTo>
                  <a:pt x="6308" y="2150"/>
                </a:moveTo>
                <a:lnTo>
                  <a:pt x="7366" y="2150"/>
                </a:lnTo>
                <a:lnTo>
                  <a:pt x="7366" y="3104"/>
                </a:lnTo>
                <a:lnTo>
                  <a:pt x="6308" y="3104"/>
                </a:lnTo>
                <a:lnTo>
                  <a:pt x="6308" y="2150"/>
                </a:lnTo>
                <a:moveTo>
                  <a:pt x="6308" y="3172"/>
                </a:moveTo>
                <a:lnTo>
                  <a:pt x="7366" y="3172"/>
                </a:lnTo>
                <a:lnTo>
                  <a:pt x="7366" y="4178"/>
                </a:lnTo>
                <a:lnTo>
                  <a:pt x="6308" y="4178"/>
                </a:lnTo>
                <a:lnTo>
                  <a:pt x="6308" y="3172"/>
                </a:lnTo>
                <a:moveTo>
                  <a:pt x="6308" y="4247"/>
                </a:moveTo>
                <a:lnTo>
                  <a:pt x="7366" y="4247"/>
                </a:lnTo>
                <a:lnTo>
                  <a:pt x="7366" y="5200"/>
                </a:lnTo>
                <a:lnTo>
                  <a:pt x="6308" y="5200"/>
                </a:lnTo>
                <a:lnTo>
                  <a:pt x="6308" y="4247"/>
                </a:lnTo>
                <a:moveTo>
                  <a:pt x="6308" y="5268"/>
                </a:moveTo>
                <a:lnTo>
                  <a:pt x="7366" y="5268"/>
                </a:lnTo>
                <a:lnTo>
                  <a:pt x="7366" y="6274"/>
                </a:lnTo>
                <a:lnTo>
                  <a:pt x="6308" y="6274"/>
                </a:lnTo>
                <a:lnTo>
                  <a:pt x="6308" y="5268"/>
                </a:lnTo>
                <a:moveTo>
                  <a:pt x="6308" y="6342"/>
                </a:moveTo>
                <a:lnTo>
                  <a:pt x="7366" y="6342"/>
                </a:lnTo>
                <a:lnTo>
                  <a:pt x="7366" y="7296"/>
                </a:lnTo>
                <a:lnTo>
                  <a:pt x="6308" y="7296"/>
                </a:lnTo>
                <a:lnTo>
                  <a:pt x="6308" y="6342"/>
                </a:lnTo>
                <a:moveTo>
                  <a:pt x="6308" y="7364"/>
                </a:moveTo>
                <a:lnTo>
                  <a:pt x="7366" y="7364"/>
                </a:lnTo>
                <a:lnTo>
                  <a:pt x="7366" y="8369"/>
                </a:lnTo>
                <a:lnTo>
                  <a:pt x="6308" y="8369"/>
                </a:lnTo>
                <a:lnTo>
                  <a:pt x="6308" y="7364"/>
                </a:lnTo>
                <a:moveTo>
                  <a:pt x="6308" y="8438"/>
                </a:moveTo>
                <a:lnTo>
                  <a:pt x="7366" y="8438"/>
                </a:lnTo>
                <a:lnTo>
                  <a:pt x="7366" y="9391"/>
                </a:lnTo>
                <a:lnTo>
                  <a:pt x="6308" y="9391"/>
                </a:lnTo>
                <a:lnTo>
                  <a:pt x="6308" y="8438"/>
                </a:lnTo>
                <a:moveTo>
                  <a:pt x="6308" y="9459"/>
                </a:moveTo>
                <a:lnTo>
                  <a:pt x="7366" y="9459"/>
                </a:lnTo>
                <a:lnTo>
                  <a:pt x="7366" y="10465"/>
                </a:lnTo>
                <a:lnTo>
                  <a:pt x="6308" y="10465"/>
                </a:lnTo>
                <a:lnTo>
                  <a:pt x="6308" y="9459"/>
                </a:lnTo>
                <a:moveTo>
                  <a:pt x="6308" y="10533"/>
                </a:moveTo>
                <a:lnTo>
                  <a:pt x="7366" y="10533"/>
                </a:lnTo>
                <a:lnTo>
                  <a:pt x="7366" y="11487"/>
                </a:lnTo>
                <a:lnTo>
                  <a:pt x="6308" y="11487"/>
                </a:lnTo>
                <a:lnTo>
                  <a:pt x="6308" y="10533"/>
                </a:lnTo>
                <a:moveTo>
                  <a:pt x="6308" y="11556"/>
                </a:moveTo>
                <a:lnTo>
                  <a:pt x="7366" y="11556"/>
                </a:lnTo>
                <a:lnTo>
                  <a:pt x="7366" y="12561"/>
                </a:lnTo>
                <a:lnTo>
                  <a:pt x="6308" y="12561"/>
                </a:lnTo>
                <a:lnTo>
                  <a:pt x="6308" y="11556"/>
                </a:lnTo>
                <a:moveTo>
                  <a:pt x="6308" y="12630"/>
                </a:moveTo>
                <a:lnTo>
                  <a:pt x="7366" y="12630"/>
                </a:lnTo>
                <a:lnTo>
                  <a:pt x="7366" y="13583"/>
                </a:lnTo>
                <a:lnTo>
                  <a:pt x="6308" y="13583"/>
                </a:lnTo>
                <a:lnTo>
                  <a:pt x="6308" y="12630"/>
                </a:lnTo>
                <a:moveTo>
                  <a:pt x="6308" y="13651"/>
                </a:moveTo>
                <a:lnTo>
                  <a:pt x="7366" y="13651"/>
                </a:lnTo>
                <a:lnTo>
                  <a:pt x="7366" y="14657"/>
                </a:lnTo>
                <a:lnTo>
                  <a:pt x="6308" y="14657"/>
                </a:lnTo>
                <a:lnTo>
                  <a:pt x="6308" y="13651"/>
                </a:lnTo>
                <a:moveTo>
                  <a:pt x="6308" y="14726"/>
                </a:moveTo>
                <a:lnTo>
                  <a:pt x="7366" y="14726"/>
                </a:lnTo>
                <a:lnTo>
                  <a:pt x="7366" y="15680"/>
                </a:lnTo>
                <a:lnTo>
                  <a:pt x="6308" y="15680"/>
                </a:lnTo>
                <a:lnTo>
                  <a:pt x="6308" y="14726"/>
                </a:lnTo>
                <a:moveTo>
                  <a:pt x="5339" y="55"/>
                </a:moveTo>
                <a:lnTo>
                  <a:pt x="6238" y="55"/>
                </a:lnTo>
                <a:lnTo>
                  <a:pt x="6238" y="1007"/>
                </a:lnTo>
                <a:lnTo>
                  <a:pt x="5339" y="1007"/>
                </a:lnTo>
                <a:lnTo>
                  <a:pt x="5339" y="55"/>
                </a:lnTo>
                <a:moveTo>
                  <a:pt x="5339" y="1076"/>
                </a:moveTo>
                <a:lnTo>
                  <a:pt x="6238" y="1076"/>
                </a:lnTo>
                <a:lnTo>
                  <a:pt x="6238" y="2082"/>
                </a:lnTo>
                <a:lnTo>
                  <a:pt x="5339" y="2082"/>
                </a:lnTo>
                <a:lnTo>
                  <a:pt x="5339" y="1076"/>
                </a:lnTo>
                <a:moveTo>
                  <a:pt x="5339" y="2150"/>
                </a:moveTo>
                <a:lnTo>
                  <a:pt x="6238" y="2150"/>
                </a:lnTo>
                <a:lnTo>
                  <a:pt x="6238" y="3104"/>
                </a:lnTo>
                <a:lnTo>
                  <a:pt x="5339" y="3104"/>
                </a:lnTo>
                <a:lnTo>
                  <a:pt x="5339" y="2150"/>
                </a:lnTo>
                <a:moveTo>
                  <a:pt x="5339" y="3172"/>
                </a:moveTo>
                <a:lnTo>
                  <a:pt x="6238" y="3172"/>
                </a:lnTo>
                <a:lnTo>
                  <a:pt x="6238" y="4178"/>
                </a:lnTo>
                <a:lnTo>
                  <a:pt x="5339" y="4178"/>
                </a:lnTo>
                <a:lnTo>
                  <a:pt x="5339" y="3172"/>
                </a:lnTo>
                <a:moveTo>
                  <a:pt x="5339" y="4247"/>
                </a:moveTo>
                <a:lnTo>
                  <a:pt x="6238" y="4247"/>
                </a:lnTo>
                <a:lnTo>
                  <a:pt x="6238" y="5200"/>
                </a:lnTo>
                <a:lnTo>
                  <a:pt x="5339" y="5200"/>
                </a:lnTo>
                <a:lnTo>
                  <a:pt x="5339" y="4247"/>
                </a:lnTo>
                <a:moveTo>
                  <a:pt x="5339" y="5268"/>
                </a:moveTo>
                <a:lnTo>
                  <a:pt x="6238" y="5268"/>
                </a:lnTo>
                <a:lnTo>
                  <a:pt x="6238" y="6274"/>
                </a:lnTo>
                <a:lnTo>
                  <a:pt x="5339" y="6274"/>
                </a:lnTo>
                <a:lnTo>
                  <a:pt x="5339" y="5268"/>
                </a:lnTo>
                <a:moveTo>
                  <a:pt x="5339" y="6342"/>
                </a:moveTo>
                <a:lnTo>
                  <a:pt x="6238" y="6342"/>
                </a:lnTo>
                <a:lnTo>
                  <a:pt x="6238" y="7296"/>
                </a:lnTo>
                <a:lnTo>
                  <a:pt x="5339" y="7296"/>
                </a:lnTo>
                <a:lnTo>
                  <a:pt x="5339" y="6342"/>
                </a:lnTo>
                <a:moveTo>
                  <a:pt x="5339" y="7364"/>
                </a:moveTo>
                <a:lnTo>
                  <a:pt x="6238" y="7364"/>
                </a:lnTo>
                <a:lnTo>
                  <a:pt x="6238" y="8369"/>
                </a:lnTo>
                <a:lnTo>
                  <a:pt x="5339" y="8369"/>
                </a:lnTo>
                <a:lnTo>
                  <a:pt x="5339" y="7364"/>
                </a:lnTo>
                <a:moveTo>
                  <a:pt x="5339" y="8438"/>
                </a:moveTo>
                <a:lnTo>
                  <a:pt x="6238" y="8438"/>
                </a:lnTo>
                <a:lnTo>
                  <a:pt x="6238" y="9391"/>
                </a:lnTo>
                <a:lnTo>
                  <a:pt x="5339" y="9391"/>
                </a:lnTo>
                <a:lnTo>
                  <a:pt x="5339" y="8438"/>
                </a:lnTo>
                <a:moveTo>
                  <a:pt x="5339" y="9459"/>
                </a:moveTo>
                <a:lnTo>
                  <a:pt x="6238" y="9459"/>
                </a:lnTo>
                <a:lnTo>
                  <a:pt x="6238" y="10465"/>
                </a:lnTo>
                <a:lnTo>
                  <a:pt x="5339" y="10465"/>
                </a:lnTo>
                <a:lnTo>
                  <a:pt x="5339" y="9459"/>
                </a:lnTo>
                <a:moveTo>
                  <a:pt x="5339" y="10533"/>
                </a:moveTo>
                <a:lnTo>
                  <a:pt x="6238" y="10533"/>
                </a:lnTo>
                <a:lnTo>
                  <a:pt x="6238" y="11487"/>
                </a:lnTo>
                <a:lnTo>
                  <a:pt x="5339" y="11487"/>
                </a:lnTo>
                <a:lnTo>
                  <a:pt x="5339" y="10533"/>
                </a:lnTo>
                <a:moveTo>
                  <a:pt x="5339" y="11556"/>
                </a:moveTo>
                <a:lnTo>
                  <a:pt x="6238" y="11556"/>
                </a:lnTo>
                <a:lnTo>
                  <a:pt x="6238" y="12561"/>
                </a:lnTo>
                <a:lnTo>
                  <a:pt x="5339" y="12561"/>
                </a:lnTo>
                <a:lnTo>
                  <a:pt x="5339" y="11556"/>
                </a:lnTo>
                <a:moveTo>
                  <a:pt x="5339" y="12630"/>
                </a:moveTo>
                <a:lnTo>
                  <a:pt x="6238" y="12630"/>
                </a:lnTo>
                <a:lnTo>
                  <a:pt x="6238" y="13583"/>
                </a:lnTo>
                <a:lnTo>
                  <a:pt x="5339" y="13583"/>
                </a:lnTo>
                <a:lnTo>
                  <a:pt x="5339" y="12630"/>
                </a:lnTo>
                <a:moveTo>
                  <a:pt x="5339" y="13651"/>
                </a:moveTo>
                <a:lnTo>
                  <a:pt x="6238" y="13651"/>
                </a:lnTo>
                <a:lnTo>
                  <a:pt x="6238" y="14657"/>
                </a:lnTo>
                <a:lnTo>
                  <a:pt x="5339" y="14657"/>
                </a:lnTo>
                <a:lnTo>
                  <a:pt x="5339" y="13651"/>
                </a:lnTo>
                <a:moveTo>
                  <a:pt x="5339" y="14726"/>
                </a:moveTo>
                <a:lnTo>
                  <a:pt x="6238" y="14726"/>
                </a:lnTo>
                <a:lnTo>
                  <a:pt x="6238" y="15680"/>
                </a:lnTo>
                <a:lnTo>
                  <a:pt x="5339" y="15680"/>
                </a:lnTo>
                <a:lnTo>
                  <a:pt x="5339" y="14726"/>
                </a:lnTo>
                <a:moveTo>
                  <a:pt x="4211" y="55"/>
                </a:moveTo>
                <a:lnTo>
                  <a:pt x="5271" y="55"/>
                </a:lnTo>
                <a:lnTo>
                  <a:pt x="5271" y="1007"/>
                </a:lnTo>
                <a:lnTo>
                  <a:pt x="4211" y="1007"/>
                </a:lnTo>
                <a:lnTo>
                  <a:pt x="4211" y="55"/>
                </a:lnTo>
                <a:moveTo>
                  <a:pt x="4211" y="1076"/>
                </a:moveTo>
                <a:lnTo>
                  <a:pt x="5271" y="1076"/>
                </a:lnTo>
                <a:lnTo>
                  <a:pt x="5271" y="2082"/>
                </a:lnTo>
                <a:lnTo>
                  <a:pt x="4211" y="2082"/>
                </a:lnTo>
                <a:lnTo>
                  <a:pt x="4211" y="1076"/>
                </a:lnTo>
                <a:moveTo>
                  <a:pt x="4211" y="2150"/>
                </a:moveTo>
                <a:lnTo>
                  <a:pt x="5271" y="2150"/>
                </a:lnTo>
                <a:lnTo>
                  <a:pt x="5271" y="3104"/>
                </a:lnTo>
                <a:lnTo>
                  <a:pt x="4211" y="3104"/>
                </a:lnTo>
                <a:lnTo>
                  <a:pt x="4211" y="2150"/>
                </a:lnTo>
                <a:moveTo>
                  <a:pt x="4211" y="3172"/>
                </a:moveTo>
                <a:lnTo>
                  <a:pt x="5271" y="3172"/>
                </a:lnTo>
                <a:lnTo>
                  <a:pt x="5271" y="4178"/>
                </a:lnTo>
                <a:lnTo>
                  <a:pt x="4211" y="4178"/>
                </a:lnTo>
                <a:lnTo>
                  <a:pt x="4211" y="3172"/>
                </a:lnTo>
                <a:moveTo>
                  <a:pt x="4211" y="4247"/>
                </a:moveTo>
                <a:lnTo>
                  <a:pt x="5271" y="4247"/>
                </a:lnTo>
                <a:lnTo>
                  <a:pt x="5271" y="5200"/>
                </a:lnTo>
                <a:lnTo>
                  <a:pt x="4211" y="5200"/>
                </a:lnTo>
                <a:lnTo>
                  <a:pt x="4211" y="4247"/>
                </a:lnTo>
                <a:moveTo>
                  <a:pt x="4211" y="5268"/>
                </a:moveTo>
                <a:lnTo>
                  <a:pt x="5271" y="5268"/>
                </a:lnTo>
                <a:lnTo>
                  <a:pt x="5271" y="6274"/>
                </a:lnTo>
                <a:lnTo>
                  <a:pt x="4211" y="6274"/>
                </a:lnTo>
                <a:lnTo>
                  <a:pt x="4211" y="5268"/>
                </a:lnTo>
                <a:moveTo>
                  <a:pt x="4211" y="6342"/>
                </a:moveTo>
                <a:lnTo>
                  <a:pt x="5271" y="6342"/>
                </a:lnTo>
                <a:lnTo>
                  <a:pt x="5271" y="7296"/>
                </a:lnTo>
                <a:lnTo>
                  <a:pt x="4211" y="7296"/>
                </a:lnTo>
                <a:lnTo>
                  <a:pt x="4211" y="6342"/>
                </a:lnTo>
                <a:moveTo>
                  <a:pt x="4211" y="7364"/>
                </a:moveTo>
                <a:lnTo>
                  <a:pt x="5271" y="7364"/>
                </a:lnTo>
                <a:lnTo>
                  <a:pt x="5271" y="8369"/>
                </a:lnTo>
                <a:lnTo>
                  <a:pt x="4211" y="8369"/>
                </a:lnTo>
                <a:lnTo>
                  <a:pt x="4211" y="7364"/>
                </a:lnTo>
                <a:moveTo>
                  <a:pt x="4211" y="8438"/>
                </a:moveTo>
                <a:lnTo>
                  <a:pt x="5271" y="8438"/>
                </a:lnTo>
                <a:lnTo>
                  <a:pt x="5271" y="9391"/>
                </a:lnTo>
                <a:lnTo>
                  <a:pt x="4211" y="9391"/>
                </a:lnTo>
                <a:lnTo>
                  <a:pt x="4211" y="8438"/>
                </a:lnTo>
                <a:moveTo>
                  <a:pt x="4211" y="9459"/>
                </a:moveTo>
                <a:lnTo>
                  <a:pt x="5271" y="9459"/>
                </a:lnTo>
                <a:lnTo>
                  <a:pt x="5271" y="10465"/>
                </a:lnTo>
                <a:lnTo>
                  <a:pt x="4211" y="10465"/>
                </a:lnTo>
                <a:lnTo>
                  <a:pt x="4211" y="9459"/>
                </a:lnTo>
                <a:moveTo>
                  <a:pt x="4211" y="10533"/>
                </a:moveTo>
                <a:lnTo>
                  <a:pt x="5271" y="10533"/>
                </a:lnTo>
                <a:lnTo>
                  <a:pt x="5271" y="11487"/>
                </a:lnTo>
                <a:lnTo>
                  <a:pt x="4211" y="11487"/>
                </a:lnTo>
                <a:lnTo>
                  <a:pt x="4211" y="10533"/>
                </a:lnTo>
                <a:moveTo>
                  <a:pt x="4211" y="11556"/>
                </a:moveTo>
                <a:lnTo>
                  <a:pt x="5271" y="11556"/>
                </a:lnTo>
                <a:lnTo>
                  <a:pt x="5271" y="12561"/>
                </a:lnTo>
                <a:lnTo>
                  <a:pt x="4211" y="12561"/>
                </a:lnTo>
                <a:lnTo>
                  <a:pt x="4211" y="11556"/>
                </a:lnTo>
                <a:moveTo>
                  <a:pt x="4211" y="12630"/>
                </a:moveTo>
                <a:lnTo>
                  <a:pt x="5271" y="12630"/>
                </a:lnTo>
                <a:lnTo>
                  <a:pt x="5271" y="13583"/>
                </a:lnTo>
                <a:lnTo>
                  <a:pt x="4211" y="13583"/>
                </a:lnTo>
                <a:lnTo>
                  <a:pt x="4211" y="12630"/>
                </a:lnTo>
                <a:moveTo>
                  <a:pt x="4211" y="13651"/>
                </a:moveTo>
                <a:lnTo>
                  <a:pt x="5271" y="13651"/>
                </a:lnTo>
                <a:lnTo>
                  <a:pt x="5271" y="14657"/>
                </a:lnTo>
                <a:lnTo>
                  <a:pt x="4211" y="14657"/>
                </a:lnTo>
                <a:lnTo>
                  <a:pt x="4211" y="13651"/>
                </a:lnTo>
                <a:moveTo>
                  <a:pt x="4211" y="14726"/>
                </a:moveTo>
                <a:lnTo>
                  <a:pt x="5271" y="14726"/>
                </a:lnTo>
                <a:lnTo>
                  <a:pt x="5271" y="15680"/>
                </a:lnTo>
                <a:lnTo>
                  <a:pt x="4211" y="15680"/>
                </a:lnTo>
                <a:lnTo>
                  <a:pt x="4211" y="14726"/>
                </a:lnTo>
                <a:moveTo>
                  <a:pt x="3244" y="55"/>
                </a:moveTo>
                <a:lnTo>
                  <a:pt x="4143" y="55"/>
                </a:lnTo>
                <a:lnTo>
                  <a:pt x="4143" y="1007"/>
                </a:lnTo>
                <a:lnTo>
                  <a:pt x="3244" y="1007"/>
                </a:lnTo>
                <a:lnTo>
                  <a:pt x="3244" y="55"/>
                </a:lnTo>
                <a:moveTo>
                  <a:pt x="3244" y="1076"/>
                </a:moveTo>
                <a:lnTo>
                  <a:pt x="4143" y="1076"/>
                </a:lnTo>
                <a:lnTo>
                  <a:pt x="4143" y="2082"/>
                </a:lnTo>
                <a:lnTo>
                  <a:pt x="3244" y="2082"/>
                </a:lnTo>
                <a:lnTo>
                  <a:pt x="3244" y="1076"/>
                </a:lnTo>
                <a:moveTo>
                  <a:pt x="3244" y="2150"/>
                </a:moveTo>
                <a:lnTo>
                  <a:pt x="4143" y="2150"/>
                </a:lnTo>
                <a:lnTo>
                  <a:pt x="4143" y="3104"/>
                </a:lnTo>
                <a:lnTo>
                  <a:pt x="3244" y="3104"/>
                </a:lnTo>
                <a:lnTo>
                  <a:pt x="3244" y="2150"/>
                </a:lnTo>
                <a:moveTo>
                  <a:pt x="3244" y="3172"/>
                </a:moveTo>
                <a:lnTo>
                  <a:pt x="4143" y="3172"/>
                </a:lnTo>
                <a:lnTo>
                  <a:pt x="4143" y="4178"/>
                </a:lnTo>
                <a:lnTo>
                  <a:pt x="3244" y="4178"/>
                </a:lnTo>
                <a:lnTo>
                  <a:pt x="3244" y="3172"/>
                </a:lnTo>
                <a:moveTo>
                  <a:pt x="3244" y="4247"/>
                </a:moveTo>
                <a:lnTo>
                  <a:pt x="4143" y="4247"/>
                </a:lnTo>
                <a:lnTo>
                  <a:pt x="4143" y="5200"/>
                </a:lnTo>
                <a:lnTo>
                  <a:pt x="3244" y="5200"/>
                </a:lnTo>
                <a:lnTo>
                  <a:pt x="3244" y="4247"/>
                </a:lnTo>
                <a:moveTo>
                  <a:pt x="3244" y="5268"/>
                </a:moveTo>
                <a:lnTo>
                  <a:pt x="4143" y="5268"/>
                </a:lnTo>
                <a:lnTo>
                  <a:pt x="4143" y="6274"/>
                </a:lnTo>
                <a:lnTo>
                  <a:pt x="3244" y="6274"/>
                </a:lnTo>
                <a:lnTo>
                  <a:pt x="3244" y="5268"/>
                </a:lnTo>
                <a:moveTo>
                  <a:pt x="3244" y="6342"/>
                </a:moveTo>
                <a:lnTo>
                  <a:pt x="4143" y="6342"/>
                </a:lnTo>
                <a:lnTo>
                  <a:pt x="4143" y="7296"/>
                </a:lnTo>
                <a:lnTo>
                  <a:pt x="3244" y="7296"/>
                </a:lnTo>
                <a:lnTo>
                  <a:pt x="3244" y="6342"/>
                </a:lnTo>
                <a:moveTo>
                  <a:pt x="3244" y="7364"/>
                </a:moveTo>
                <a:lnTo>
                  <a:pt x="4143" y="7364"/>
                </a:lnTo>
                <a:lnTo>
                  <a:pt x="4143" y="8369"/>
                </a:lnTo>
                <a:lnTo>
                  <a:pt x="3244" y="8369"/>
                </a:lnTo>
                <a:lnTo>
                  <a:pt x="3244" y="7364"/>
                </a:lnTo>
                <a:moveTo>
                  <a:pt x="3244" y="8438"/>
                </a:moveTo>
                <a:lnTo>
                  <a:pt x="4143" y="8438"/>
                </a:lnTo>
                <a:lnTo>
                  <a:pt x="4143" y="9391"/>
                </a:lnTo>
                <a:lnTo>
                  <a:pt x="3244" y="9391"/>
                </a:lnTo>
                <a:lnTo>
                  <a:pt x="3244" y="8438"/>
                </a:lnTo>
                <a:moveTo>
                  <a:pt x="3244" y="9459"/>
                </a:moveTo>
                <a:lnTo>
                  <a:pt x="4143" y="9459"/>
                </a:lnTo>
                <a:lnTo>
                  <a:pt x="4143" y="10465"/>
                </a:lnTo>
                <a:lnTo>
                  <a:pt x="3244" y="10465"/>
                </a:lnTo>
                <a:lnTo>
                  <a:pt x="3244" y="9459"/>
                </a:lnTo>
                <a:moveTo>
                  <a:pt x="3244" y="10533"/>
                </a:moveTo>
                <a:lnTo>
                  <a:pt x="4143" y="10533"/>
                </a:lnTo>
                <a:lnTo>
                  <a:pt x="4143" y="11487"/>
                </a:lnTo>
                <a:lnTo>
                  <a:pt x="3244" y="11487"/>
                </a:lnTo>
                <a:lnTo>
                  <a:pt x="3244" y="10533"/>
                </a:lnTo>
                <a:moveTo>
                  <a:pt x="3244" y="11556"/>
                </a:moveTo>
                <a:lnTo>
                  <a:pt x="4143" y="11556"/>
                </a:lnTo>
                <a:lnTo>
                  <a:pt x="4143" y="12561"/>
                </a:lnTo>
                <a:lnTo>
                  <a:pt x="3244" y="12561"/>
                </a:lnTo>
                <a:lnTo>
                  <a:pt x="3244" y="11556"/>
                </a:lnTo>
                <a:moveTo>
                  <a:pt x="3244" y="12630"/>
                </a:moveTo>
                <a:lnTo>
                  <a:pt x="4143" y="12630"/>
                </a:lnTo>
                <a:lnTo>
                  <a:pt x="4143" y="13583"/>
                </a:lnTo>
                <a:lnTo>
                  <a:pt x="3244" y="13583"/>
                </a:lnTo>
                <a:lnTo>
                  <a:pt x="3244" y="12630"/>
                </a:lnTo>
                <a:moveTo>
                  <a:pt x="3244" y="13651"/>
                </a:moveTo>
                <a:lnTo>
                  <a:pt x="4143" y="13651"/>
                </a:lnTo>
                <a:lnTo>
                  <a:pt x="4143" y="14657"/>
                </a:lnTo>
                <a:lnTo>
                  <a:pt x="3244" y="14657"/>
                </a:lnTo>
                <a:lnTo>
                  <a:pt x="3244" y="13651"/>
                </a:lnTo>
                <a:moveTo>
                  <a:pt x="3244" y="14726"/>
                </a:moveTo>
                <a:lnTo>
                  <a:pt x="4143" y="14726"/>
                </a:lnTo>
                <a:lnTo>
                  <a:pt x="4143" y="15680"/>
                </a:lnTo>
                <a:lnTo>
                  <a:pt x="3244" y="15680"/>
                </a:lnTo>
                <a:lnTo>
                  <a:pt x="3244" y="14726"/>
                </a:lnTo>
                <a:moveTo>
                  <a:pt x="2115" y="55"/>
                </a:moveTo>
                <a:lnTo>
                  <a:pt x="3174" y="55"/>
                </a:lnTo>
                <a:lnTo>
                  <a:pt x="3174" y="1007"/>
                </a:lnTo>
                <a:lnTo>
                  <a:pt x="2115" y="1007"/>
                </a:lnTo>
                <a:lnTo>
                  <a:pt x="2115" y="55"/>
                </a:lnTo>
                <a:moveTo>
                  <a:pt x="2115" y="1076"/>
                </a:moveTo>
                <a:lnTo>
                  <a:pt x="3174" y="1076"/>
                </a:lnTo>
                <a:lnTo>
                  <a:pt x="3174" y="2082"/>
                </a:lnTo>
                <a:lnTo>
                  <a:pt x="2115" y="2082"/>
                </a:lnTo>
                <a:lnTo>
                  <a:pt x="2115" y="1076"/>
                </a:lnTo>
                <a:moveTo>
                  <a:pt x="2115" y="2150"/>
                </a:moveTo>
                <a:lnTo>
                  <a:pt x="3174" y="2150"/>
                </a:lnTo>
                <a:lnTo>
                  <a:pt x="3174" y="3104"/>
                </a:lnTo>
                <a:lnTo>
                  <a:pt x="2115" y="3104"/>
                </a:lnTo>
                <a:lnTo>
                  <a:pt x="2115" y="2150"/>
                </a:lnTo>
                <a:moveTo>
                  <a:pt x="2115" y="3172"/>
                </a:moveTo>
                <a:lnTo>
                  <a:pt x="3174" y="3172"/>
                </a:lnTo>
                <a:lnTo>
                  <a:pt x="3174" y="4178"/>
                </a:lnTo>
                <a:lnTo>
                  <a:pt x="2115" y="4178"/>
                </a:lnTo>
                <a:lnTo>
                  <a:pt x="2115" y="3172"/>
                </a:lnTo>
                <a:moveTo>
                  <a:pt x="2115" y="4247"/>
                </a:moveTo>
                <a:lnTo>
                  <a:pt x="3174" y="4247"/>
                </a:lnTo>
                <a:lnTo>
                  <a:pt x="3174" y="5200"/>
                </a:lnTo>
                <a:lnTo>
                  <a:pt x="2115" y="5200"/>
                </a:lnTo>
                <a:lnTo>
                  <a:pt x="2115" y="4247"/>
                </a:lnTo>
                <a:moveTo>
                  <a:pt x="2115" y="5268"/>
                </a:moveTo>
                <a:lnTo>
                  <a:pt x="3174" y="5268"/>
                </a:lnTo>
                <a:lnTo>
                  <a:pt x="3174" y="6274"/>
                </a:lnTo>
                <a:lnTo>
                  <a:pt x="2115" y="6274"/>
                </a:lnTo>
                <a:lnTo>
                  <a:pt x="2115" y="5268"/>
                </a:lnTo>
                <a:moveTo>
                  <a:pt x="2115" y="6342"/>
                </a:moveTo>
                <a:lnTo>
                  <a:pt x="3174" y="6342"/>
                </a:lnTo>
                <a:lnTo>
                  <a:pt x="3174" y="7296"/>
                </a:lnTo>
                <a:lnTo>
                  <a:pt x="2115" y="7296"/>
                </a:lnTo>
                <a:lnTo>
                  <a:pt x="2115" y="6342"/>
                </a:lnTo>
                <a:moveTo>
                  <a:pt x="2115" y="7364"/>
                </a:moveTo>
                <a:lnTo>
                  <a:pt x="3174" y="7364"/>
                </a:lnTo>
                <a:lnTo>
                  <a:pt x="3174" y="8369"/>
                </a:lnTo>
                <a:lnTo>
                  <a:pt x="2115" y="8369"/>
                </a:lnTo>
                <a:lnTo>
                  <a:pt x="2115" y="7364"/>
                </a:lnTo>
                <a:moveTo>
                  <a:pt x="2115" y="8438"/>
                </a:moveTo>
                <a:lnTo>
                  <a:pt x="3174" y="8438"/>
                </a:lnTo>
                <a:lnTo>
                  <a:pt x="3174" y="9391"/>
                </a:lnTo>
                <a:lnTo>
                  <a:pt x="2115" y="9391"/>
                </a:lnTo>
                <a:lnTo>
                  <a:pt x="2115" y="8438"/>
                </a:lnTo>
                <a:moveTo>
                  <a:pt x="2115" y="9459"/>
                </a:moveTo>
                <a:lnTo>
                  <a:pt x="3174" y="9459"/>
                </a:lnTo>
                <a:lnTo>
                  <a:pt x="3174" y="10465"/>
                </a:lnTo>
                <a:lnTo>
                  <a:pt x="2115" y="10465"/>
                </a:lnTo>
                <a:lnTo>
                  <a:pt x="2115" y="9459"/>
                </a:lnTo>
                <a:moveTo>
                  <a:pt x="2115" y="10533"/>
                </a:moveTo>
                <a:lnTo>
                  <a:pt x="3174" y="10533"/>
                </a:lnTo>
                <a:lnTo>
                  <a:pt x="3174" y="11487"/>
                </a:lnTo>
                <a:lnTo>
                  <a:pt x="2115" y="11487"/>
                </a:lnTo>
                <a:lnTo>
                  <a:pt x="2115" y="10533"/>
                </a:lnTo>
                <a:moveTo>
                  <a:pt x="2115" y="11556"/>
                </a:moveTo>
                <a:lnTo>
                  <a:pt x="3174" y="11556"/>
                </a:lnTo>
                <a:lnTo>
                  <a:pt x="3174" y="12561"/>
                </a:lnTo>
                <a:lnTo>
                  <a:pt x="2115" y="12561"/>
                </a:lnTo>
                <a:lnTo>
                  <a:pt x="2115" y="11556"/>
                </a:lnTo>
                <a:moveTo>
                  <a:pt x="2115" y="12630"/>
                </a:moveTo>
                <a:lnTo>
                  <a:pt x="3174" y="12630"/>
                </a:lnTo>
                <a:lnTo>
                  <a:pt x="3174" y="13583"/>
                </a:lnTo>
                <a:lnTo>
                  <a:pt x="2115" y="13583"/>
                </a:lnTo>
                <a:lnTo>
                  <a:pt x="2115" y="12630"/>
                </a:lnTo>
                <a:moveTo>
                  <a:pt x="2115" y="13651"/>
                </a:moveTo>
                <a:lnTo>
                  <a:pt x="3174" y="13651"/>
                </a:lnTo>
                <a:lnTo>
                  <a:pt x="3174" y="14657"/>
                </a:lnTo>
                <a:lnTo>
                  <a:pt x="2115" y="14657"/>
                </a:lnTo>
                <a:lnTo>
                  <a:pt x="2115" y="13651"/>
                </a:lnTo>
                <a:moveTo>
                  <a:pt x="2115" y="14726"/>
                </a:moveTo>
                <a:lnTo>
                  <a:pt x="3174" y="14726"/>
                </a:lnTo>
                <a:lnTo>
                  <a:pt x="3174" y="15680"/>
                </a:lnTo>
                <a:lnTo>
                  <a:pt x="2115" y="15680"/>
                </a:lnTo>
                <a:lnTo>
                  <a:pt x="2115" y="14726"/>
                </a:lnTo>
                <a:moveTo>
                  <a:pt x="1147" y="55"/>
                </a:moveTo>
                <a:lnTo>
                  <a:pt x="2046" y="55"/>
                </a:lnTo>
                <a:lnTo>
                  <a:pt x="2046" y="1007"/>
                </a:lnTo>
                <a:lnTo>
                  <a:pt x="1147" y="1007"/>
                </a:lnTo>
                <a:lnTo>
                  <a:pt x="1147" y="55"/>
                </a:lnTo>
                <a:moveTo>
                  <a:pt x="1147" y="1076"/>
                </a:moveTo>
                <a:lnTo>
                  <a:pt x="2046" y="1076"/>
                </a:lnTo>
                <a:lnTo>
                  <a:pt x="2046" y="2082"/>
                </a:lnTo>
                <a:lnTo>
                  <a:pt x="1147" y="2082"/>
                </a:lnTo>
                <a:lnTo>
                  <a:pt x="1147" y="1076"/>
                </a:lnTo>
                <a:moveTo>
                  <a:pt x="1147" y="2150"/>
                </a:moveTo>
                <a:lnTo>
                  <a:pt x="2046" y="2150"/>
                </a:lnTo>
                <a:lnTo>
                  <a:pt x="2046" y="3104"/>
                </a:lnTo>
                <a:lnTo>
                  <a:pt x="1147" y="3104"/>
                </a:lnTo>
                <a:lnTo>
                  <a:pt x="1147" y="2150"/>
                </a:lnTo>
                <a:moveTo>
                  <a:pt x="1147" y="3172"/>
                </a:moveTo>
                <a:lnTo>
                  <a:pt x="2046" y="3172"/>
                </a:lnTo>
                <a:lnTo>
                  <a:pt x="2046" y="4178"/>
                </a:lnTo>
                <a:lnTo>
                  <a:pt x="1147" y="4178"/>
                </a:lnTo>
                <a:lnTo>
                  <a:pt x="1147" y="3172"/>
                </a:lnTo>
                <a:moveTo>
                  <a:pt x="1147" y="4247"/>
                </a:moveTo>
                <a:lnTo>
                  <a:pt x="2046" y="4247"/>
                </a:lnTo>
                <a:lnTo>
                  <a:pt x="2046" y="5200"/>
                </a:lnTo>
                <a:lnTo>
                  <a:pt x="1147" y="5200"/>
                </a:lnTo>
                <a:lnTo>
                  <a:pt x="1147" y="4247"/>
                </a:lnTo>
                <a:moveTo>
                  <a:pt x="1147" y="5268"/>
                </a:moveTo>
                <a:lnTo>
                  <a:pt x="2046" y="5268"/>
                </a:lnTo>
                <a:lnTo>
                  <a:pt x="2046" y="6274"/>
                </a:lnTo>
                <a:lnTo>
                  <a:pt x="1147" y="6274"/>
                </a:lnTo>
                <a:lnTo>
                  <a:pt x="1147" y="5268"/>
                </a:lnTo>
                <a:moveTo>
                  <a:pt x="1147" y="6342"/>
                </a:moveTo>
                <a:lnTo>
                  <a:pt x="2046" y="6342"/>
                </a:lnTo>
                <a:lnTo>
                  <a:pt x="2046" y="7296"/>
                </a:lnTo>
                <a:lnTo>
                  <a:pt x="1147" y="7296"/>
                </a:lnTo>
                <a:lnTo>
                  <a:pt x="1147" y="6342"/>
                </a:lnTo>
                <a:moveTo>
                  <a:pt x="1147" y="7364"/>
                </a:moveTo>
                <a:lnTo>
                  <a:pt x="2046" y="7364"/>
                </a:lnTo>
                <a:lnTo>
                  <a:pt x="2046" y="8369"/>
                </a:lnTo>
                <a:lnTo>
                  <a:pt x="1147" y="8369"/>
                </a:lnTo>
                <a:lnTo>
                  <a:pt x="1147" y="7364"/>
                </a:lnTo>
                <a:moveTo>
                  <a:pt x="1147" y="8438"/>
                </a:moveTo>
                <a:lnTo>
                  <a:pt x="2046" y="8438"/>
                </a:lnTo>
                <a:lnTo>
                  <a:pt x="2046" y="9391"/>
                </a:lnTo>
                <a:lnTo>
                  <a:pt x="1147" y="9391"/>
                </a:lnTo>
                <a:lnTo>
                  <a:pt x="1147" y="8438"/>
                </a:lnTo>
                <a:moveTo>
                  <a:pt x="1147" y="9459"/>
                </a:moveTo>
                <a:lnTo>
                  <a:pt x="2046" y="9459"/>
                </a:lnTo>
                <a:lnTo>
                  <a:pt x="2046" y="10465"/>
                </a:lnTo>
                <a:lnTo>
                  <a:pt x="1147" y="10465"/>
                </a:lnTo>
                <a:lnTo>
                  <a:pt x="1147" y="9459"/>
                </a:lnTo>
                <a:moveTo>
                  <a:pt x="1147" y="10533"/>
                </a:moveTo>
                <a:lnTo>
                  <a:pt x="2046" y="10533"/>
                </a:lnTo>
                <a:lnTo>
                  <a:pt x="2046" y="11487"/>
                </a:lnTo>
                <a:lnTo>
                  <a:pt x="1147" y="11487"/>
                </a:lnTo>
                <a:lnTo>
                  <a:pt x="1147" y="10533"/>
                </a:lnTo>
                <a:moveTo>
                  <a:pt x="1147" y="11556"/>
                </a:moveTo>
                <a:lnTo>
                  <a:pt x="2046" y="11556"/>
                </a:lnTo>
                <a:lnTo>
                  <a:pt x="2046" y="12561"/>
                </a:lnTo>
                <a:lnTo>
                  <a:pt x="1147" y="12561"/>
                </a:lnTo>
                <a:lnTo>
                  <a:pt x="1147" y="11556"/>
                </a:lnTo>
                <a:moveTo>
                  <a:pt x="1147" y="12630"/>
                </a:moveTo>
                <a:lnTo>
                  <a:pt x="2046" y="12630"/>
                </a:lnTo>
                <a:lnTo>
                  <a:pt x="2046" y="13583"/>
                </a:lnTo>
                <a:lnTo>
                  <a:pt x="1147" y="13583"/>
                </a:lnTo>
                <a:lnTo>
                  <a:pt x="1147" y="12630"/>
                </a:lnTo>
                <a:moveTo>
                  <a:pt x="1147" y="13651"/>
                </a:moveTo>
                <a:lnTo>
                  <a:pt x="2046" y="13651"/>
                </a:lnTo>
                <a:lnTo>
                  <a:pt x="2046" y="14657"/>
                </a:lnTo>
                <a:lnTo>
                  <a:pt x="1147" y="14657"/>
                </a:lnTo>
                <a:lnTo>
                  <a:pt x="1147" y="13651"/>
                </a:lnTo>
                <a:moveTo>
                  <a:pt x="1147" y="14726"/>
                </a:moveTo>
                <a:lnTo>
                  <a:pt x="2046" y="14726"/>
                </a:lnTo>
                <a:lnTo>
                  <a:pt x="2046" y="15680"/>
                </a:lnTo>
                <a:lnTo>
                  <a:pt x="1147" y="15680"/>
                </a:lnTo>
                <a:lnTo>
                  <a:pt x="1147" y="14726"/>
                </a:lnTo>
                <a:moveTo>
                  <a:pt x="19" y="55"/>
                </a:moveTo>
                <a:lnTo>
                  <a:pt x="1079" y="55"/>
                </a:lnTo>
                <a:lnTo>
                  <a:pt x="1079" y="1007"/>
                </a:lnTo>
                <a:lnTo>
                  <a:pt x="19" y="1007"/>
                </a:lnTo>
                <a:lnTo>
                  <a:pt x="19" y="55"/>
                </a:lnTo>
                <a:moveTo>
                  <a:pt x="19" y="1076"/>
                </a:moveTo>
                <a:lnTo>
                  <a:pt x="1079" y="1076"/>
                </a:lnTo>
                <a:lnTo>
                  <a:pt x="1079" y="2082"/>
                </a:lnTo>
                <a:lnTo>
                  <a:pt x="19" y="2082"/>
                </a:lnTo>
                <a:lnTo>
                  <a:pt x="19" y="1076"/>
                </a:lnTo>
                <a:moveTo>
                  <a:pt x="19" y="2150"/>
                </a:moveTo>
                <a:lnTo>
                  <a:pt x="1079" y="2150"/>
                </a:lnTo>
                <a:lnTo>
                  <a:pt x="1079" y="3104"/>
                </a:lnTo>
                <a:lnTo>
                  <a:pt x="19" y="3104"/>
                </a:lnTo>
                <a:lnTo>
                  <a:pt x="19" y="2150"/>
                </a:lnTo>
                <a:moveTo>
                  <a:pt x="19" y="3172"/>
                </a:moveTo>
                <a:lnTo>
                  <a:pt x="1079" y="3172"/>
                </a:lnTo>
                <a:lnTo>
                  <a:pt x="1079" y="4178"/>
                </a:lnTo>
                <a:lnTo>
                  <a:pt x="19" y="4178"/>
                </a:lnTo>
                <a:lnTo>
                  <a:pt x="19" y="3172"/>
                </a:lnTo>
                <a:moveTo>
                  <a:pt x="19" y="4247"/>
                </a:moveTo>
                <a:lnTo>
                  <a:pt x="1079" y="4247"/>
                </a:lnTo>
                <a:lnTo>
                  <a:pt x="1079" y="5200"/>
                </a:lnTo>
                <a:lnTo>
                  <a:pt x="19" y="5200"/>
                </a:lnTo>
                <a:lnTo>
                  <a:pt x="19" y="4247"/>
                </a:lnTo>
                <a:moveTo>
                  <a:pt x="19" y="5268"/>
                </a:moveTo>
                <a:lnTo>
                  <a:pt x="1079" y="5268"/>
                </a:lnTo>
                <a:lnTo>
                  <a:pt x="1079" y="6274"/>
                </a:lnTo>
                <a:lnTo>
                  <a:pt x="19" y="6274"/>
                </a:lnTo>
                <a:lnTo>
                  <a:pt x="19" y="5268"/>
                </a:lnTo>
                <a:moveTo>
                  <a:pt x="19" y="6342"/>
                </a:moveTo>
                <a:lnTo>
                  <a:pt x="1079" y="6342"/>
                </a:lnTo>
                <a:lnTo>
                  <a:pt x="1079" y="7296"/>
                </a:lnTo>
                <a:lnTo>
                  <a:pt x="19" y="7296"/>
                </a:lnTo>
                <a:lnTo>
                  <a:pt x="19" y="6342"/>
                </a:lnTo>
                <a:moveTo>
                  <a:pt x="19" y="7364"/>
                </a:moveTo>
                <a:lnTo>
                  <a:pt x="1079" y="7364"/>
                </a:lnTo>
                <a:lnTo>
                  <a:pt x="1079" y="8369"/>
                </a:lnTo>
                <a:lnTo>
                  <a:pt x="19" y="8369"/>
                </a:lnTo>
                <a:lnTo>
                  <a:pt x="19" y="7364"/>
                </a:lnTo>
                <a:moveTo>
                  <a:pt x="19" y="8438"/>
                </a:moveTo>
                <a:lnTo>
                  <a:pt x="1079" y="8438"/>
                </a:lnTo>
                <a:lnTo>
                  <a:pt x="1079" y="9391"/>
                </a:lnTo>
                <a:lnTo>
                  <a:pt x="19" y="9391"/>
                </a:lnTo>
                <a:lnTo>
                  <a:pt x="19" y="8438"/>
                </a:lnTo>
                <a:moveTo>
                  <a:pt x="19" y="9459"/>
                </a:moveTo>
                <a:lnTo>
                  <a:pt x="1079" y="9459"/>
                </a:lnTo>
                <a:lnTo>
                  <a:pt x="1079" y="10465"/>
                </a:lnTo>
                <a:lnTo>
                  <a:pt x="19" y="10465"/>
                </a:lnTo>
                <a:lnTo>
                  <a:pt x="19" y="9459"/>
                </a:lnTo>
                <a:moveTo>
                  <a:pt x="19" y="10533"/>
                </a:moveTo>
                <a:lnTo>
                  <a:pt x="1079" y="10533"/>
                </a:lnTo>
                <a:lnTo>
                  <a:pt x="1079" y="11487"/>
                </a:lnTo>
                <a:lnTo>
                  <a:pt x="19" y="11487"/>
                </a:lnTo>
                <a:lnTo>
                  <a:pt x="19" y="10533"/>
                </a:lnTo>
                <a:moveTo>
                  <a:pt x="19" y="11556"/>
                </a:moveTo>
                <a:lnTo>
                  <a:pt x="1079" y="11556"/>
                </a:lnTo>
                <a:lnTo>
                  <a:pt x="1079" y="12561"/>
                </a:lnTo>
                <a:lnTo>
                  <a:pt x="19" y="12561"/>
                </a:lnTo>
                <a:lnTo>
                  <a:pt x="19" y="11556"/>
                </a:lnTo>
                <a:moveTo>
                  <a:pt x="19" y="12630"/>
                </a:moveTo>
                <a:lnTo>
                  <a:pt x="1079" y="12630"/>
                </a:lnTo>
                <a:lnTo>
                  <a:pt x="1079" y="13583"/>
                </a:lnTo>
                <a:lnTo>
                  <a:pt x="19" y="13583"/>
                </a:lnTo>
                <a:lnTo>
                  <a:pt x="19" y="12630"/>
                </a:lnTo>
                <a:moveTo>
                  <a:pt x="19" y="13651"/>
                </a:moveTo>
                <a:lnTo>
                  <a:pt x="1079" y="13651"/>
                </a:lnTo>
                <a:lnTo>
                  <a:pt x="1079" y="14657"/>
                </a:lnTo>
                <a:lnTo>
                  <a:pt x="19" y="14657"/>
                </a:lnTo>
                <a:lnTo>
                  <a:pt x="19" y="13651"/>
                </a:lnTo>
                <a:moveTo>
                  <a:pt x="19" y="14726"/>
                </a:moveTo>
                <a:lnTo>
                  <a:pt x="1079" y="14726"/>
                </a:lnTo>
                <a:lnTo>
                  <a:pt x="1079" y="15680"/>
                </a:lnTo>
                <a:lnTo>
                  <a:pt x="19" y="15680"/>
                </a:lnTo>
                <a:lnTo>
                  <a:pt x="19" y="14726"/>
                </a:lnTo>
              </a:path>
            </a:pathLst>
          </a:custGeom>
          <a:solidFill>
            <a:schemeClr val="dk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48" name="Google Shape;1048;p13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9pPr>
          </a:lstStyle>
          <a:p>
            <a:endParaRPr/>
          </a:p>
        </p:txBody>
      </p:sp>
      <p:sp>
        <p:nvSpPr>
          <p:cNvPr id="1049" name="Google Shape;1049;p13"/>
          <p:cNvSpPr txBox="1">
            <a:spLocks noGrp="1"/>
          </p:cNvSpPr>
          <p:nvPr>
            <p:ph type="subTitle" idx="1"/>
          </p:nvPr>
        </p:nvSpPr>
        <p:spPr>
          <a:xfrm>
            <a:off x="719976" y="2146504"/>
            <a:ext cx="23055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50" name="Google Shape;1050;p13"/>
          <p:cNvSpPr txBox="1">
            <a:spLocks noGrp="1"/>
          </p:cNvSpPr>
          <p:nvPr>
            <p:ph type="subTitle" idx="2"/>
          </p:nvPr>
        </p:nvSpPr>
        <p:spPr>
          <a:xfrm>
            <a:off x="3419247" y="2146504"/>
            <a:ext cx="23055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51" name="Google Shape;1051;p13"/>
          <p:cNvSpPr txBox="1">
            <a:spLocks noGrp="1"/>
          </p:cNvSpPr>
          <p:nvPr>
            <p:ph type="subTitle" idx="3"/>
          </p:nvPr>
        </p:nvSpPr>
        <p:spPr>
          <a:xfrm>
            <a:off x="2069615" y="3826852"/>
            <a:ext cx="23055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52" name="Google Shape;1052;p13"/>
          <p:cNvSpPr txBox="1">
            <a:spLocks noGrp="1"/>
          </p:cNvSpPr>
          <p:nvPr>
            <p:ph type="subTitle" idx="4"/>
          </p:nvPr>
        </p:nvSpPr>
        <p:spPr>
          <a:xfrm>
            <a:off x="4768885" y="3826852"/>
            <a:ext cx="23055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53" name="Google Shape;1053;p13"/>
          <p:cNvSpPr txBox="1">
            <a:spLocks noGrp="1"/>
          </p:cNvSpPr>
          <p:nvPr>
            <p:ph type="subTitle" idx="5"/>
          </p:nvPr>
        </p:nvSpPr>
        <p:spPr>
          <a:xfrm>
            <a:off x="6118524" y="2146504"/>
            <a:ext cx="23055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54" name="Google Shape;1054;p13"/>
          <p:cNvSpPr txBox="1">
            <a:spLocks noGrp="1"/>
          </p:cNvSpPr>
          <p:nvPr>
            <p:ph type="title" idx="6" hasCustomPrompt="1"/>
          </p:nvPr>
        </p:nvSpPr>
        <p:spPr>
          <a:xfrm>
            <a:off x="1505376" y="1369175"/>
            <a:ext cx="734700" cy="447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1055" name="Google Shape;1055;p13"/>
          <p:cNvSpPr txBox="1">
            <a:spLocks noGrp="1"/>
          </p:cNvSpPr>
          <p:nvPr>
            <p:ph type="title" idx="7" hasCustomPrompt="1"/>
          </p:nvPr>
        </p:nvSpPr>
        <p:spPr>
          <a:xfrm>
            <a:off x="2855015" y="3048937"/>
            <a:ext cx="734700" cy="447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1056" name="Google Shape;1056;p13"/>
          <p:cNvSpPr txBox="1">
            <a:spLocks noGrp="1"/>
          </p:cNvSpPr>
          <p:nvPr>
            <p:ph type="title" idx="8" hasCustomPrompt="1"/>
          </p:nvPr>
        </p:nvSpPr>
        <p:spPr>
          <a:xfrm>
            <a:off x="4204647" y="1369175"/>
            <a:ext cx="734700" cy="447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1057" name="Google Shape;1057;p13"/>
          <p:cNvSpPr txBox="1">
            <a:spLocks noGrp="1"/>
          </p:cNvSpPr>
          <p:nvPr>
            <p:ph type="title" idx="9" hasCustomPrompt="1"/>
          </p:nvPr>
        </p:nvSpPr>
        <p:spPr>
          <a:xfrm>
            <a:off x="5554285" y="3048937"/>
            <a:ext cx="734700" cy="447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1058" name="Google Shape;1058;p13"/>
          <p:cNvSpPr txBox="1">
            <a:spLocks noGrp="1"/>
          </p:cNvSpPr>
          <p:nvPr>
            <p:ph type="title" idx="13" hasCustomPrompt="1"/>
          </p:nvPr>
        </p:nvSpPr>
        <p:spPr>
          <a:xfrm>
            <a:off x="6903924" y="1369175"/>
            <a:ext cx="734700" cy="447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1059" name="Google Shape;1059;p13"/>
          <p:cNvSpPr txBox="1">
            <a:spLocks noGrp="1"/>
          </p:cNvSpPr>
          <p:nvPr>
            <p:ph type="subTitle" idx="14"/>
          </p:nvPr>
        </p:nvSpPr>
        <p:spPr>
          <a:xfrm>
            <a:off x="719976" y="1814548"/>
            <a:ext cx="2305500" cy="484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000">
                <a:solidFill>
                  <a:schemeClr val="lt2"/>
                </a:solidFill>
                <a:latin typeface="Asap SemiBold"/>
                <a:ea typeface="Asap SemiBold"/>
                <a:cs typeface="Asap SemiBold"/>
                <a:sym typeface="Asap SemiBold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400" b="1">
                <a:latin typeface="Asap"/>
                <a:ea typeface="Asap"/>
                <a:cs typeface="Asap"/>
                <a:sym typeface="Asap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400" b="1">
                <a:latin typeface="Asap"/>
                <a:ea typeface="Asap"/>
                <a:cs typeface="Asap"/>
                <a:sym typeface="Asap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400" b="1">
                <a:latin typeface="Asap"/>
                <a:ea typeface="Asap"/>
                <a:cs typeface="Asap"/>
                <a:sym typeface="Asap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400" b="1">
                <a:latin typeface="Asap"/>
                <a:ea typeface="Asap"/>
                <a:cs typeface="Asap"/>
                <a:sym typeface="Asap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400" b="1">
                <a:latin typeface="Asap"/>
                <a:ea typeface="Asap"/>
                <a:cs typeface="Asap"/>
                <a:sym typeface="Asap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400" b="1">
                <a:latin typeface="Asap"/>
                <a:ea typeface="Asap"/>
                <a:cs typeface="Asap"/>
                <a:sym typeface="Asap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400" b="1">
                <a:latin typeface="Asap"/>
                <a:ea typeface="Asap"/>
                <a:cs typeface="Asap"/>
                <a:sym typeface="Asap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400" b="1">
                <a:latin typeface="Asap"/>
                <a:ea typeface="Asap"/>
                <a:cs typeface="Asap"/>
                <a:sym typeface="Asap"/>
              </a:defRPr>
            </a:lvl9pPr>
          </a:lstStyle>
          <a:p>
            <a:endParaRPr/>
          </a:p>
        </p:txBody>
      </p:sp>
      <p:sp>
        <p:nvSpPr>
          <p:cNvPr id="1060" name="Google Shape;1060;p13"/>
          <p:cNvSpPr txBox="1">
            <a:spLocks noGrp="1"/>
          </p:cNvSpPr>
          <p:nvPr>
            <p:ph type="subTitle" idx="15"/>
          </p:nvPr>
        </p:nvSpPr>
        <p:spPr>
          <a:xfrm>
            <a:off x="3419247" y="1814548"/>
            <a:ext cx="2305500" cy="484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000">
                <a:solidFill>
                  <a:schemeClr val="lt2"/>
                </a:solidFill>
                <a:latin typeface="Asap SemiBold"/>
                <a:ea typeface="Asap SemiBold"/>
                <a:cs typeface="Asap SemiBold"/>
                <a:sym typeface="Asap SemiBold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400" b="1">
                <a:latin typeface="Asap"/>
                <a:ea typeface="Asap"/>
                <a:cs typeface="Asap"/>
                <a:sym typeface="Asap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400" b="1">
                <a:latin typeface="Asap"/>
                <a:ea typeface="Asap"/>
                <a:cs typeface="Asap"/>
                <a:sym typeface="Asap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400" b="1">
                <a:latin typeface="Asap"/>
                <a:ea typeface="Asap"/>
                <a:cs typeface="Asap"/>
                <a:sym typeface="Asap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400" b="1">
                <a:latin typeface="Asap"/>
                <a:ea typeface="Asap"/>
                <a:cs typeface="Asap"/>
                <a:sym typeface="Asap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400" b="1">
                <a:latin typeface="Asap"/>
                <a:ea typeface="Asap"/>
                <a:cs typeface="Asap"/>
                <a:sym typeface="Asap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400" b="1">
                <a:latin typeface="Asap"/>
                <a:ea typeface="Asap"/>
                <a:cs typeface="Asap"/>
                <a:sym typeface="Asap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400" b="1">
                <a:latin typeface="Asap"/>
                <a:ea typeface="Asap"/>
                <a:cs typeface="Asap"/>
                <a:sym typeface="Asap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400" b="1">
                <a:latin typeface="Asap"/>
                <a:ea typeface="Asap"/>
                <a:cs typeface="Asap"/>
                <a:sym typeface="Asap"/>
              </a:defRPr>
            </a:lvl9pPr>
          </a:lstStyle>
          <a:p>
            <a:endParaRPr/>
          </a:p>
        </p:txBody>
      </p:sp>
      <p:sp>
        <p:nvSpPr>
          <p:cNvPr id="1061" name="Google Shape;1061;p13"/>
          <p:cNvSpPr txBox="1">
            <a:spLocks noGrp="1"/>
          </p:cNvSpPr>
          <p:nvPr>
            <p:ph type="subTitle" idx="16"/>
          </p:nvPr>
        </p:nvSpPr>
        <p:spPr>
          <a:xfrm>
            <a:off x="6118524" y="1814548"/>
            <a:ext cx="2305500" cy="484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000">
                <a:solidFill>
                  <a:schemeClr val="lt2"/>
                </a:solidFill>
                <a:latin typeface="Asap SemiBold"/>
                <a:ea typeface="Asap SemiBold"/>
                <a:cs typeface="Asap SemiBold"/>
                <a:sym typeface="Asap SemiBold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400" b="1">
                <a:latin typeface="Asap"/>
                <a:ea typeface="Asap"/>
                <a:cs typeface="Asap"/>
                <a:sym typeface="Asap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400" b="1">
                <a:latin typeface="Asap"/>
                <a:ea typeface="Asap"/>
                <a:cs typeface="Asap"/>
                <a:sym typeface="Asap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400" b="1">
                <a:latin typeface="Asap"/>
                <a:ea typeface="Asap"/>
                <a:cs typeface="Asap"/>
                <a:sym typeface="Asap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400" b="1">
                <a:latin typeface="Asap"/>
                <a:ea typeface="Asap"/>
                <a:cs typeface="Asap"/>
                <a:sym typeface="Asap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400" b="1">
                <a:latin typeface="Asap"/>
                <a:ea typeface="Asap"/>
                <a:cs typeface="Asap"/>
                <a:sym typeface="Asap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400" b="1">
                <a:latin typeface="Asap"/>
                <a:ea typeface="Asap"/>
                <a:cs typeface="Asap"/>
                <a:sym typeface="Asap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400" b="1">
                <a:latin typeface="Asap"/>
                <a:ea typeface="Asap"/>
                <a:cs typeface="Asap"/>
                <a:sym typeface="Asap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400" b="1">
                <a:latin typeface="Asap"/>
                <a:ea typeface="Asap"/>
                <a:cs typeface="Asap"/>
                <a:sym typeface="Asap"/>
              </a:defRPr>
            </a:lvl9pPr>
          </a:lstStyle>
          <a:p>
            <a:endParaRPr/>
          </a:p>
        </p:txBody>
      </p:sp>
      <p:sp>
        <p:nvSpPr>
          <p:cNvPr id="1062" name="Google Shape;1062;p13"/>
          <p:cNvSpPr txBox="1">
            <a:spLocks noGrp="1"/>
          </p:cNvSpPr>
          <p:nvPr>
            <p:ph type="subTitle" idx="17"/>
          </p:nvPr>
        </p:nvSpPr>
        <p:spPr>
          <a:xfrm>
            <a:off x="2069615" y="3494377"/>
            <a:ext cx="2305500" cy="484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000">
                <a:solidFill>
                  <a:schemeClr val="lt2"/>
                </a:solidFill>
                <a:latin typeface="Asap SemiBold"/>
                <a:ea typeface="Asap SemiBold"/>
                <a:cs typeface="Asap SemiBold"/>
                <a:sym typeface="Asap SemiBold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400" b="1">
                <a:latin typeface="Asap"/>
                <a:ea typeface="Asap"/>
                <a:cs typeface="Asap"/>
                <a:sym typeface="Asap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400" b="1">
                <a:latin typeface="Asap"/>
                <a:ea typeface="Asap"/>
                <a:cs typeface="Asap"/>
                <a:sym typeface="Asap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400" b="1">
                <a:latin typeface="Asap"/>
                <a:ea typeface="Asap"/>
                <a:cs typeface="Asap"/>
                <a:sym typeface="Asap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400" b="1">
                <a:latin typeface="Asap"/>
                <a:ea typeface="Asap"/>
                <a:cs typeface="Asap"/>
                <a:sym typeface="Asap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400" b="1">
                <a:latin typeface="Asap"/>
                <a:ea typeface="Asap"/>
                <a:cs typeface="Asap"/>
                <a:sym typeface="Asap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400" b="1">
                <a:latin typeface="Asap"/>
                <a:ea typeface="Asap"/>
                <a:cs typeface="Asap"/>
                <a:sym typeface="Asap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400" b="1">
                <a:latin typeface="Asap"/>
                <a:ea typeface="Asap"/>
                <a:cs typeface="Asap"/>
                <a:sym typeface="Asap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400" b="1">
                <a:latin typeface="Asap"/>
                <a:ea typeface="Asap"/>
                <a:cs typeface="Asap"/>
                <a:sym typeface="Asap"/>
              </a:defRPr>
            </a:lvl9pPr>
          </a:lstStyle>
          <a:p>
            <a:endParaRPr/>
          </a:p>
        </p:txBody>
      </p:sp>
      <p:sp>
        <p:nvSpPr>
          <p:cNvPr id="1063" name="Google Shape;1063;p13"/>
          <p:cNvSpPr txBox="1">
            <a:spLocks noGrp="1"/>
          </p:cNvSpPr>
          <p:nvPr>
            <p:ph type="subTitle" idx="18"/>
          </p:nvPr>
        </p:nvSpPr>
        <p:spPr>
          <a:xfrm>
            <a:off x="4768885" y="3494377"/>
            <a:ext cx="2305500" cy="484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000">
                <a:solidFill>
                  <a:schemeClr val="lt2"/>
                </a:solidFill>
                <a:latin typeface="Asap SemiBold"/>
                <a:ea typeface="Asap SemiBold"/>
                <a:cs typeface="Asap SemiBold"/>
                <a:sym typeface="Asap SemiBold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400" b="1">
                <a:latin typeface="Asap"/>
                <a:ea typeface="Asap"/>
                <a:cs typeface="Asap"/>
                <a:sym typeface="Asap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400" b="1">
                <a:latin typeface="Asap"/>
                <a:ea typeface="Asap"/>
                <a:cs typeface="Asap"/>
                <a:sym typeface="Asap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400" b="1">
                <a:latin typeface="Asap"/>
                <a:ea typeface="Asap"/>
                <a:cs typeface="Asap"/>
                <a:sym typeface="Asap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400" b="1">
                <a:latin typeface="Asap"/>
                <a:ea typeface="Asap"/>
                <a:cs typeface="Asap"/>
                <a:sym typeface="Asap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400" b="1">
                <a:latin typeface="Asap"/>
                <a:ea typeface="Asap"/>
                <a:cs typeface="Asap"/>
                <a:sym typeface="Asap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400" b="1">
                <a:latin typeface="Asap"/>
                <a:ea typeface="Asap"/>
                <a:cs typeface="Asap"/>
                <a:sym typeface="Asap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400" b="1">
                <a:latin typeface="Asap"/>
                <a:ea typeface="Asap"/>
                <a:cs typeface="Asap"/>
                <a:sym typeface="Asap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400" b="1">
                <a:latin typeface="Asap"/>
                <a:ea typeface="Asap"/>
                <a:cs typeface="Asap"/>
                <a:sym typeface="Asap"/>
              </a:defRPr>
            </a:lvl9pPr>
          </a:lstStyle>
          <a:p>
            <a:endParaRPr/>
          </a:p>
        </p:txBody>
      </p:sp>
      <p:grpSp>
        <p:nvGrpSpPr>
          <p:cNvPr id="1064" name="Google Shape;1064;p13"/>
          <p:cNvGrpSpPr/>
          <p:nvPr/>
        </p:nvGrpSpPr>
        <p:grpSpPr>
          <a:xfrm>
            <a:off x="-146278" y="6"/>
            <a:ext cx="11228264" cy="5426603"/>
            <a:chOff x="-146278" y="6"/>
            <a:chExt cx="11228264" cy="5426603"/>
          </a:xfrm>
        </p:grpSpPr>
        <p:grpSp>
          <p:nvGrpSpPr>
            <p:cNvPr id="1065" name="Google Shape;1065;p13"/>
            <p:cNvGrpSpPr/>
            <p:nvPr/>
          </p:nvGrpSpPr>
          <p:grpSpPr>
            <a:xfrm>
              <a:off x="8424012" y="6"/>
              <a:ext cx="2657974" cy="1278647"/>
              <a:chOff x="3368880" y="572760"/>
              <a:chExt cx="1235520" cy="594360"/>
            </a:xfrm>
          </p:grpSpPr>
          <p:sp>
            <p:nvSpPr>
              <p:cNvPr id="1066" name="Google Shape;1066;p13"/>
              <p:cNvSpPr/>
              <p:nvPr/>
            </p:nvSpPr>
            <p:spPr>
              <a:xfrm>
                <a:off x="3565800" y="572760"/>
                <a:ext cx="13680" cy="594360"/>
              </a:xfrm>
              <a:custGeom>
                <a:avLst/>
                <a:gdLst/>
                <a:ahLst/>
                <a:cxnLst/>
                <a:rect l="l" t="t" r="r" b="b"/>
                <a:pathLst>
                  <a:path w="38" h="1651" extrusionOk="0">
                    <a:moveTo>
                      <a:pt x="0" y="1638"/>
                    </a:moveTo>
                    <a:cubicBezTo>
                      <a:pt x="0" y="1621"/>
                      <a:pt x="0" y="1604"/>
                      <a:pt x="0" y="1587"/>
                    </a:cubicBezTo>
                    <a:cubicBezTo>
                      <a:pt x="1" y="1570"/>
                      <a:pt x="1" y="1553"/>
                      <a:pt x="2" y="1536"/>
                    </a:cubicBezTo>
                    <a:cubicBezTo>
                      <a:pt x="2" y="1500"/>
                      <a:pt x="2" y="1465"/>
                      <a:pt x="3" y="1429"/>
                    </a:cubicBezTo>
                    <a:cubicBezTo>
                      <a:pt x="3" y="1359"/>
                      <a:pt x="4" y="1290"/>
                      <a:pt x="4" y="1220"/>
                    </a:cubicBezTo>
                    <a:cubicBezTo>
                      <a:pt x="5" y="1149"/>
                      <a:pt x="6" y="1078"/>
                      <a:pt x="6" y="1006"/>
                    </a:cubicBezTo>
                    <a:cubicBezTo>
                      <a:pt x="7" y="935"/>
                      <a:pt x="8" y="864"/>
                      <a:pt x="9" y="793"/>
                    </a:cubicBezTo>
                    <a:cubicBezTo>
                      <a:pt x="9" y="722"/>
                      <a:pt x="10" y="651"/>
                      <a:pt x="10" y="580"/>
                    </a:cubicBezTo>
                    <a:cubicBezTo>
                      <a:pt x="11" y="509"/>
                      <a:pt x="11" y="438"/>
                      <a:pt x="12" y="367"/>
                    </a:cubicBezTo>
                    <a:cubicBezTo>
                      <a:pt x="13" y="297"/>
                      <a:pt x="13" y="227"/>
                      <a:pt x="14" y="157"/>
                    </a:cubicBezTo>
                    <a:cubicBezTo>
                      <a:pt x="14" y="132"/>
                      <a:pt x="14" y="106"/>
                      <a:pt x="14" y="80"/>
                    </a:cubicBezTo>
                    <a:cubicBezTo>
                      <a:pt x="14" y="81"/>
                      <a:pt x="14" y="81"/>
                      <a:pt x="14" y="82"/>
                    </a:cubicBezTo>
                    <a:cubicBezTo>
                      <a:pt x="14" y="76"/>
                      <a:pt x="14" y="70"/>
                      <a:pt x="14" y="65"/>
                    </a:cubicBezTo>
                    <a:lnTo>
                      <a:pt x="14" y="66"/>
                    </a:lnTo>
                    <a:cubicBezTo>
                      <a:pt x="14" y="65"/>
                      <a:pt x="14" y="65"/>
                      <a:pt x="14" y="63"/>
                    </a:cubicBezTo>
                    <a:cubicBezTo>
                      <a:pt x="14" y="64"/>
                      <a:pt x="14" y="65"/>
                      <a:pt x="14" y="65"/>
                    </a:cubicBezTo>
                    <a:cubicBezTo>
                      <a:pt x="14" y="59"/>
                      <a:pt x="14" y="53"/>
                      <a:pt x="14" y="48"/>
                    </a:cubicBezTo>
                    <a:lnTo>
                      <a:pt x="14" y="49"/>
                    </a:lnTo>
                    <a:cubicBezTo>
                      <a:pt x="14" y="42"/>
                      <a:pt x="14" y="34"/>
                      <a:pt x="14" y="27"/>
                    </a:cubicBezTo>
                    <a:cubicBezTo>
                      <a:pt x="14" y="21"/>
                      <a:pt x="14" y="16"/>
                      <a:pt x="14" y="10"/>
                    </a:cubicBezTo>
                    <a:cubicBezTo>
                      <a:pt x="14" y="11"/>
                      <a:pt x="14" y="12"/>
                      <a:pt x="14" y="12"/>
                    </a:cubicBezTo>
                    <a:cubicBezTo>
                      <a:pt x="14" y="9"/>
                      <a:pt x="16" y="6"/>
                      <a:pt x="17" y="4"/>
                    </a:cubicBezTo>
                    <a:cubicBezTo>
                      <a:pt x="19" y="2"/>
                      <a:pt x="22" y="0"/>
                      <a:pt x="25" y="0"/>
                    </a:cubicBezTo>
                    <a:cubicBezTo>
                      <a:pt x="31" y="0"/>
                      <a:pt x="37" y="5"/>
                      <a:pt x="37" y="10"/>
                    </a:cubicBezTo>
                    <a:cubicBezTo>
                      <a:pt x="37" y="17"/>
                      <a:pt x="36" y="24"/>
                      <a:pt x="36" y="31"/>
                    </a:cubicBezTo>
                    <a:cubicBezTo>
                      <a:pt x="36" y="40"/>
                      <a:pt x="36" y="48"/>
                      <a:pt x="35" y="56"/>
                    </a:cubicBezTo>
                    <a:cubicBezTo>
                      <a:pt x="35" y="74"/>
                      <a:pt x="35" y="91"/>
                      <a:pt x="35" y="109"/>
                    </a:cubicBezTo>
                    <a:cubicBezTo>
                      <a:pt x="35" y="144"/>
                      <a:pt x="34" y="179"/>
                      <a:pt x="34" y="214"/>
                    </a:cubicBezTo>
                    <a:cubicBezTo>
                      <a:pt x="34" y="249"/>
                      <a:pt x="33" y="284"/>
                      <a:pt x="33" y="320"/>
                    </a:cubicBezTo>
                    <a:cubicBezTo>
                      <a:pt x="33" y="354"/>
                      <a:pt x="32" y="389"/>
                      <a:pt x="32" y="423"/>
                    </a:cubicBezTo>
                    <a:cubicBezTo>
                      <a:pt x="32" y="493"/>
                      <a:pt x="31" y="563"/>
                      <a:pt x="30" y="633"/>
                    </a:cubicBezTo>
                    <a:cubicBezTo>
                      <a:pt x="30" y="705"/>
                      <a:pt x="29" y="778"/>
                      <a:pt x="28" y="850"/>
                    </a:cubicBezTo>
                    <a:cubicBezTo>
                      <a:pt x="28" y="920"/>
                      <a:pt x="27" y="992"/>
                      <a:pt x="27" y="1062"/>
                    </a:cubicBezTo>
                    <a:cubicBezTo>
                      <a:pt x="26" y="1133"/>
                      <a:pt x="25" y="1204"/>
                      <a:pt x="25" y="1274"/>
                    </a:cubicBezTo>
                    <a:cubicBezTo>
                      <a:pt x="24" y="1344"/>
                      <a:pt x="24" y="1414"/>
                      <a:pt x="23" y="1483"/>
                    </a:cubicBezTo>
                    <a:cubicBezTo>
                      <a:pt x="23" y="1507"/>
                      <a:pt x="23" y="1530"/>
                      <a:pt x="23" y="1554"/>
                    </a:cubicBezTo>
                    <a:lnTo>
                      <a:pt x="23" y="1553"/>
                    </a:lnTo>
                    <a:cubicBezTo>
                      <a:pt x="23" y="1556"/>
                      <a:pt x="23" y="1560"/>
                      <a:pt x="23" y="1563"/>
                    </a:cubicBezTo>
                    <a:cubicBezTo>
                      <a:pt x="23" y="1562"/>
                      <a:pt x="23" y="1562"/>
                      <a:pt x="23" y="1561"/>
                    </a:cubicBezTo>
                    <a:cubicBezTo>
                      <a:pt x="23" y="1578"/>
                      <a:pt x="23" y="1593"/>
                      <a:pt x="23" y="1609"/>
                    </a:cubicBezTo>
                    <a:lnTo>
                      <a:pt x="23" y="1608"/>
                    </a:lnTo>
                    <a:cubicBezTo>
                      <a:pt x="23" y="1615"/>
                      <a:pt x="23" y="1623"/>
                      <a:pt x="23" y="1631"/>
                    </a:cubicBezTo>
                    <a:cubicBezTo>
                      <a:pt x="23" y="1633"/>
                      <a:pt x="23" y="1635"/>
                      <a:pt x="23" y="1638"/>
                    </a:cubicBezTo>
                    <a:cubicBezTo>
                      <a:pt x="23" y="1644"/>
                      <a:pt x="18" y="1649"/>
                      <a:pt x="12" y="1650"/>
                    </a:cubicBezTo>
                    <a:cubicBezTo>
                      <a:pt x="11" y="1650"/>
                      <a:pt x="11" y="1650"/>
                      <a:pt x="11" y="1650"/>
                    </a:cubicBezTo>
                    <a:cubicBezTo>
                      <a:pt x="4" y="1650"/>
                      <a:pt x="0" y="1644"/>
                      <a:pt x="0" y="16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7" name="Google Shape;1067;p13"/>
              <p:cNvSpPr/>
              <p:nvPr/>
            </p:nvSpPr>
            <p:spPr>
              <a:xfrm>
                <a:off x="3555720" y="574560"/>
                <a:ext cx="53280" cy="73800"/>
              </a:xfrm>
              <a:custGeom>
                <a:avLst/>
                <a:gdLst/>
                <a:ahLst/>
                <a:cxnLst/>
                <a:rect l="l" t="t" r="r" b="b"/>
                <a:pathLst>
                  <a:path w="148" h="205" extrusionOk="0">
                    <a:moveTo>
                      <a:pt x="125" y="196"/>
                    </a:moveTo>
                    <a:cubicBezTo>
                      <a:pt x="120" y="181"/>
                      <a:pt x="115" y="165"/>
                      <a:pt x="109" y="149"/>
                    </a:cubicBezTo>
                    <a:cubicBezTo>
                      <a:pt x="106" y="145"/>
                      <a:pt x="105" y="140"/>
                      <a:pt x="103" y="135"/>
                    </a:cubicBezTo>
                    <a:cubicBezTo>
                      <a:pt x="98" y="124"/>
                      <a:pt x="93" y="114"/>
                      <a:pt x="88" y="103"/>
                    </a:cubicBezTo>
                    <a:cubicBezTo>
                      <a:pt x="86" y="98"/>
                      <a:pt x="83" y="93"/>
                      <a:pt x="80" y="88"/>
                    </a:cubicBezTo>
                    <a:cubicBezTo>
                      <a:pt x="77" y="82"/>
                      <a:pt x="74" y="78"/>
                      <a:pt x="72" y="72"/>
                    </a:cubicBezTo>
                    <a:cubicBezTo>
                      <a:pt x="72" y="73"/>
                      <a:pt x="72" y="74"/>
                      <a:pt x="72" y="74"/>
                    </a:cubicBezTo>
                    <a:cubicBezTo>
                      <a:pt x="66" y="64"/>
                      <a:pt x="60" y="54"/>
                      <a:pt x="53" y="44"/>
                    </a:cubicBezTo>
                    <a:cubicBezTo>
                      <a:pt x="49" y="65"/>
                      <a:pt x="45" y="86"/>
                      <a:pt x="40" y="106"/>
                    </a:cubicBezTo>
                    <a:cubicBezTo>
                      <a:pt x="35" y="129"/>
                      <a:pt x="31" y="152"/>
                      <a:pt x="26" y="175"/>
                    </a:cubicBezTo>
                    <a:cubicBezTo>
                      <a:pt x="25" y="181"/>
                      <a:pt x="24" y="187"/>
                      <a:pt x="22" y="192"/>
                    </a:cubicBezTo>
                    <a:cubicBezTo>
                      <a:pt x="21" y="198"/>
                      <a:pt x="16" y="201"/>
                      <a:pt x="11" y="201"/>
                    </a:cubicBezTo>
                    <a:cubicBezTo>
                      <a:pt x="6" y="201"/>
                      <a:pt x="0" y="195"/>
                      <a:pt x="1" y="189"/>
                    </a:cubicBezTo>
                    <a:cubicBezTo>
                      <a:pt x="2" y="183"/>
                      <a:pt x="3" y="177"/>
                      <a:pt x="5" y="170"/>
                    </a:cubicBezTo>
                    <a:cubicBezTo>
                      <a:pt x="6" y="164"/>
                      <a:pt x="7" y="159"/>
                      <a:pt x="7" y="153"/>
                    </a:cubicBezTo>
                    <a:cubicBezTo>
                      <a:pt x="10" y="142"/>
                      <a:pt x="12" y="132"/>
                      <a:pt x="13" y="121"/>
                    </a:cubicBezTo>
                    <a:cubicBezTo>
                      <a:pt x="17" y="97"/>
                      <a:pt x="20" y="74"/>
                      <a:pt x="24" y="50"/>
                    </a:cubicBezTo>
                    <a:cubicBezTo>
                      <a:pt x="25" y="44"/>
                      <a:pt x="25" y="37"/>
                      <a:pt x="27" y="31"/>
                    </a:cubicBezTo>
                    <a:cubicBezTo>
                      <a:pt x="28" y="24"/>
                      <a:pt x="30" y="16"/>
                      <a:pt x="31" y="9"/>
                    </a:cubicBezTo>
                    <a:cubicBezTo>
                      <a:pt x="31" y="9"/>
                      <a:pt x="31" y="10"/>
                      <a:pt x="31" y="11"/>
                    </a:cubicBezTo>
                    <a:lnTo>
                      <a:pt x="31" y="12"/>
                    </a:lnTo>
                    <a:cubicBezTo>
                      <a:pt x="31" y="8"/>
                      <a:pt x="31" y="5"/>
                      <a:pt x="34" y="2"/>
                    </a:cubicBezTo>
                    <a:cubicBezTo>
                      <a:pt x="37" y="0"/>
                      <a:pt x="41" y="0"/>
                      <a:pt x="44" y="0"/>
                    </a:cubicBezTo>
                    <a:cubicBezTo>
                      <a:pt x="47" y="1"/>
                      <a:pt x="50" y="3"/>
                      <a:pt x="52" y="6"/>
                    </a:cubicBezTo>
                    <a:cubicBezTo>
                      <a:pt x="53" y="9"/>
                      <a:pt x="53" y="13"/>
                      <a:pt x="51" y="16"/>
                    </a:cubicBezTo>
                    <a:cubicBezTo>
                      <a:pt x="52" y="16"/>
                      <a:pt x="52" y="15"/>
                      <a:pt x="52" y="15"/>
                    </a:cubicBezTo>
                    <a:lnTo>
                      <a:pt x="52" y="14"/>
                    </a:lnTo>
                    <a:cubicBezTo>
                      <a:pt x="52" y="15"/>
                      <a:pt x="52" y="15"/>
                      <a:pt x="52" y="16"/>
                    </a:cubicBezTo>
                    <a:cubicBezTo>
                      <a:pt x="52" y="16"/>
                      <a:pt x="53" y="16"/>
                      <a:pt x="54" y="17"/>
                    </a:cubicBezTo>
                    <a:cubicBezTo>
                      <a:pt x="58" y="18"/>
                      <a:pt x="61" y="20"/>
                      <a:pt x="63" y="23"/>
                    </a:cubicBezTo>
                    <a:cubicBezTo>
                      <a:pt x="69" y="28"/>
                      <a:pt x="73" y="33"/>
                      <a:pt x="76" y="39"/>
                    </a:cubicBezTo>
                    <a:cubicBezTo>
                      <a:pt x="78" y="42"/>
                      <a:pt x="80" y="45"/>
                      <a:pt x="81" y="48"/>
                    </a:cubicBezTo>
                    <a:cubicBezTo>
                      <a:pt x="84" y="53"/>
                      <a:pt x="87" y="57"/>
                      <a:pt x="90" y="62"/>
                    </a:cubicBezTo>
                    <a:cubicBezTo>
                      <a:pt x="102" y="82"/>
                      <a:pt x="112" y="104"/>
                      <a:pt x="122" y="125"/>
                    </a:cubicBezTo>
                    <a:cubicBezTo>
                      <a:pt x="122" y="126"/>
                      <a:pt x="122" y="126"/>
                      <a:pt x="122" y="127"/>
                    </a:cubicBezTo>
                    <a:lnTo>
                      <a:pt x="122" y="126"/>
                    </a:lnTo>
                    <a:cubicBezTo>
                      <a:pt x="124" y="131"/>
                      <a:pt x="126" y="136"/>
                      <a:pt x="129" y="142"/>
                    </a:cubicBezTo>
                    <a:cubicBezTo>
                      <a:pt x="132" y="149"/>
                      <a:pt x="134" y="157"/>
                      <a:pt x="137" y="164"/>
                    </a:cubicBezTo>
                    <a:cubicBezTo>
                      <a:pt x="140" y="173"/>
                      <a:pt x="143" y="181"/>
                      <a:pt x="146" y="189"/>
                    </a:cubicBezTo>
                    <a:cubicBezTo>
                      <a:pt x="147" y="195"/>
                      <a:pt x="144" y="202"/>
                      <a:pt x="139" y="203"/>
                    </a:cubicBezTo>
                    <a:cubicBezTo>
                      <a:pt x="137" y="204"/>
                      <a:pt x="137" y="204"/>
                      <a:pt x="136" y="204"/>
                    </a:cubicBezTo>
                    <a:cubicBezTo>
                      <a:pt x="131" y="204"/>
                      <a:pt x="126" y="201"/>
                      <a:pt x="125" y="1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8" name="Google Shape;1068;p13"/>
              <p:cNvSpPr/>
              <p:nvPr/>
            </p:nvSpPr>
            <p:spPr>
              <a:xfrm>
                <a:off x="3502440" y="582120"/>
                <a:ext cx="44280" cy="132840"/>
              </a:xfrm>
              <a:custGeom>
                <a:avLst/>
                <a:gdLst/>
                <a:ahLst/>
                <a:cxnLst/>
                <a:rect l="l" t="t" r="r" b="b"/>
                <a:pathLst>
                  <a:path w="123" h="369" extrusionOk="0">
                    <a:moveTo>
                      <a:pt x="99" y="346"/>
                    </a:moveTo>
                    <a:cubicBezTo>
                      <a:pt x="99" y="346"/>
                      <a:pt x="99" y="344"/>
                      <a:pt x="100" y="343"/>
                    </a:cubicBezTo>
                    <a:cubicBezTo>
                      <a:pt x="100" y="336"/>
                      <a:pt x="101" y="328"/>
                      <a:pt x="101" y="320"/>
                    </a:cubicBezTo>
                    <a:cubicBezTo>
                      <a:pt x="101" y="321"/>
                      <a:pt x="101" y="321"/>
                      <a:pt x="101" y="322"/>
                    </a:cubicBezTo>
                    <a:cubicBezTo>
                      <a:pt x="101" y="317"/>
                      <a:pt x="101" y="313"/>
                      <a:pt x="101" y="308"/>
                    </a:cubicBezTo>
                    <a:lnTo>
                      <a:pt x="101" y="309"/>
                    </a:lnTo>
                    <a:cubicBezTo>
                      <a:pt x="101" y="308"/>
                      <a:pt x="101" y="308"/>
                      <a:pt x="101" y="308"/>
                    </a:cubicBezTo>
                    <a:cubicBezTo>
                      <a:pt x="101" y="286"/>
                      <a:pt x="100" y="265"/>
                      <a:pt x="99" y="243"/>
                    </a:cubicBezTo>
                    <a:cubicBezTo>
                      <a:pt x="98" y="221"/>
                      <a:pt x="96" y="199"/>
                      <a:pt x="95" y="177"/>
                    </a:cubicBezTo>
                    <a:cubicBezTo>
                      <a:pt x="94" y="161"/>
                      <a:pt x="93" y="145"/>
                      <a:pt x="92" y="129"/>
                    </a:cubicBezTo>
                    <a:cubicBezTo>
                      <a:pt x="92" y="123"/>
                      <a:pt x="92" y="117"/>
                      <a:pt x="91" y="111"/>
                    </a:cubicBezTo>
                    <a:cubicBezTo>
                      <a:pt x="91" y="106"/>
                      <a:pt x="91" y="100"/>
                      <a:pt x="91" y="94"/>
                    </a:cubicBezTo>
                    <a:cubicBezTo>
                      <a:pt x="91" y="95"/>
                      <a:pt x="91" y="96"/>
                      <a:pt x="90" y="97"/>
                    </a:cubicBezTo>
                    <a:cubicBezTo>
                      <a:pt x="87" y="107"/>
                      <a:pt x="83" y="116"/>
                      <a:pt x="79" y="125"/>
                    </a:cubicBezTo>
                    <a:cubicBezTo>
                      <a:pt x="75" y="135"/>
                      <a:pt x="69" y="145"/>
                      <a:pt x="60" y="152"/>
                    </a:cubicBezTo>
                    <a:cubicBezTo>
                      <a:pt x="65" y="153"/>
                      <a:pt x="69" y="157"/>
                      <a:pt x="68" y="162"/>
                    </a:cubicBezTo>
                    <a:cubicBezTo>
                      <a:pt x="66" y="176"/>
                      <a:pt x="65" y="191"/>
                      <a:pt x="65" y="205"/>
                    </a:cubicBezTo>
                    <a:cubicBezTo>
                      <a:pt x="64" y="220"/>
                      <a:pt x="62" y="235"/>
                      <a:pt x="62" y="250"/>
                    </a:cubicBezTo>
                    <a:cubicBezTo>
                      <a:pt x="62" y="259"/>
                      <a:pt x="63" y="268"/>
                      <a:pt x="64" y="276"/>
                    </a:cubicBezTo>
                    <a:lnTo>
                      <a:pt x="64" y="277"/>
                    </a:lnTo>
                    <a:cubicBezTo>
                      <a:pt x="65" y="286"/>
                      <a:pt x="66" y="294"/>
                      <a:pt x="69" y="302"/>
                    </a:cubicBezTo>
                    <a:cubicBezTo>
                      <a:pt x="70" y="307"/>
                      <a:pt x="72" y="311"/>
                      <a:pt x="73" y="315"/>
                    </a:cubicBezTo>
                    <a:cubicBezTo>
                      <a:pt x="75" y="319"/>
                      <a:pt x="76" y="322"/>
                      <a:pt x="78" y="325"/>
                    </a:cubicBezTo>
                    <a:cubicBezTo>
                      <a:pt x="80" y="328"/>
                      <a:pt x="81" y="330"/>
                      <a:pt x="83" y="333"/>
                    </a:cubicBezTo>
                    <a:cubicBezTo>
                      <a:pt x="85" y="335"/>
                      <a:pt x="86" y="337"/>
                      <a:pt x="89" y="339"/>
                    </a:cubicBezTo>
                    <a:cubicBezTo>
                      <a:pt x="90" y="340"/>
                      <a:pt x="91" y="342"/>
                      <a:pt x="92" y="343"/>
                    </a:cubicBezTo>
                    <a:cubicBezTo>
                      <a:pt x="93" y="343"/>
                      <a:pt x="94" y="344"/>
                      <a:pt x="95" y="344"/>
                    </a:cubicBezTo>
                    <a:cubicBezTo>
                      <a:pt x="96" y="345"/>
                      <a:pt x="97" y="346"/>
                      <a:pt x="97" y="346"/>
                    </a:cubicBezTo>
                    <a:cubicBezTo>
                      <a:pt x="98" y="346"/>
                      <a:pt x="98" y="346"/>
                      <a:pt x="98" y="346"/>
                    </a:cubicBezTo>
                    <a:lnTo>
                      <a:pt x="99" y="346"/>
                    </a:lnTo>
                    <a:moveTo>
                      <a:pt x="70" y="350"/>
                    </a:moveTo>
                    <a:cubicBezTo>
                      <a:pt x="61" y="340"/>
                      <a:pt x="54" y="326"/>
                      <a:pt x="50" y="312"/>
                    </a:cubicBezTo>
                    <a:cubicBezTo>
                      <a:pt x="48" y="305"/>
                      <a:pt x="47" y="298"/>
                      <a:pt x="45" y="291"/>
                    </a:cubicBezTo>
                    <a:cubicBezTo>
                      <a:pt x="44" y="284"/>
                      <a:pt x="44" y="276"/>
                      <a:pt x="43" y="269"/>
                    </a:cubicBezTo>
                    <a:cubicBezTo>
                      <a:pt x="42" y="257"/>
                      <a:pt x="42" y="245"/>
                      <a:pt x="43" y="233"/>
                    </a:cubicBezTo>
                    <a:cubicBezTo>
                      <a:pt x="45" y="209"/>
                      <a:pt x="47" y="185"/>
                      <a:pt x="50" y="161"/>
                    </a:cubicBezTo>
                    <a:cubicBezTo>
                      <a:pt x="50" y="159"/>
                      <a:pt x="50" y="158"/>
                      <a:pt x="50" y="157"/>
                    </a:cubicBezTo>
                    <a:cubicBezTo>
                      <a:pt x="48" y="157"/>
                      <a:pt x="47" y="158"/>
                      <a:pt x="44" y="158"/>
                    </a:cubicBezTo>
                    <a:cubicBezTo>
                      <a:pt x="42" y="158"/>
                      <a:pt x="38" y="158"/>
                      <a:pt x="36" y="157"/>
                    </a:cubicBezTo>
                    <a:cubicBezTo>
                      <a:pt x="33" y="156"/>
                      <a:pt x="31" y="155"/>
                      <a:pt x="29" y="152"/>
                    </a:cubicBezTo>
                    <a:cubicBezTo>
                      <a:pt x="26" y="150"/>
                      <a:pt x="24" y="147"/>
                      <a:pt x="23" y="143"/>
                    </a:cubicBezTo>
                    <a:cubicBezTo>
                      <a:pt x="20" y="137"/>
                      <a:pt x="17" y="129"/>
                      <a:pt x="15" y="122"/>
                    </a:cubicBezTo>
                    <a:cubicBezTo>
                      <a:pt x="13" y="117"/>
                      <a:pt x="12" y="111"/>
                      <a:pt x="11" y="106"/>
                    </a:cubicBezTo>
                    <a:lnTo>
                      <a:pt x="11" y="105"/>
                    </a:lnTo>
                    <a:lnTo>
                      <a:pt x="11" y="104"/>
                    </a:lnTo>
                    <a:cubicBezTo>
                      <a:pt x="10" y="104"/>
                      <a:pt x="10" y="103"/>
                      <a:pt x="10" y="103"/>
                    </a:cubicBezTo>
                    <a:cubicBezTo>
                      <a:pt x="6" y="89"/>
                      <a:pt x="3" y="74"/>
                      <a:pt x="1" y="60"/>
                    </a:cubicBezTo>
                    <a:cubicBezTo>
                      <a:pt x="1" y="53"/>
                      <a:pt x="0" y="46"/>
                      <a:pt x="1" y="39"/>
                    </a:cubicBezTo>
                    <a:cubicBezTo>
                      <a:pt x="1" y="33"/>
                      <a:pt x="1" y="26"/>
                      <a:pt x="2" y="20"/>
                    </a:cubicBezTo>
                    <a:cubicBezTo>
                      <a:pt x="3" y="18"/>
                      <a:pt x="4" y="15"/>
                      <a:pt x="7" y="13"/>
                    </a:cubicBezTo>
                    <a:cubicBezTo>
                      <a:pt x="10" y="11"/>
                      <a:pt x="13" y="11"/>
                      <a:pt x="17" y="12"/>
                    </a:cubicBezTo>
                    <a:cubicBezTo>
                      <a:pt x="22" y="14"/>
                      <a:pt x="25" y="19"/>
                      <a:pt x="24" y="25"/>
                    </a:cubicBezTo>
                    <a:cubicBezTo>
                      <a:pt x="24" y="25"/>
                      <a:pt x="23" y="26"/>
                      <a:pt x="23" y="27"/>
                    </a:cubicBezTo>
                    <a:cubicBezTo>
                      <a:pt x="23" y="28"/>
                      <a:pt x="23" y="29"/>
                      <a:pt x="22" y="30"/>
                    </a:cubicBezTo>
                    <a:cubicBezTo>
                      <a:pt x="22" y="36"/>
                      <a:pt x="22" y="42"/>
                      <a:pt x="22" y="48"/>
                    </a:cubicBezTo>
                    <a:cubicBezTo>
                      <a:pt x="22" y="53"/>
                      <a:pt x="22" y="58"/>
                      <a:pt x="23" y="63"/>
                    </a:cubicBezTo>
                    <a:cubicBezTo>
                      <a:pt x="23" y="68"/>
                      <a:pt x="24" y="73"/>
                      <a:pt x="25" y="78"/>
                    </a:cubicBezTo>
                    <a:cubicBezTo>
                      <a:pt x="26" y="83"/>
                      <a:pt x="27" y="89"/>
                      <a:pt x="29" y="94"/>
                    </a:cubicBezTo>
                    <a:cubicBezTo>
                      <a:pt x="32" y="107"/>
                      <a:pt x="36" y="119"/>
                      <a:pt x="41" y="131"/>
                    </a:cubicBezTo>
                    <a:cubicBezTo>
                      <a:pt x="41" y="132"/>
                      <a:pt x="42" y="134"/>
                      <a:pt x="43" y="135"/>
                    </a:cubicBezTo>
                    <a:lnTo>
                      <a:pt x="43" y="136"/>
                    </a:lnTo>
                    <a:lnTo>
                      <a:pt x="44" y="136"/>
                    </a:lnTo>
                    <a:lnTo>
                      <a:pt x="45" y="136"/>
                    </a:lnTo>
                    <a:cubicBezTo>
                      <a:pt x="46" y="136"/>
                      <a:pt x="47" y="136"/>
                      <a:pt x="47" y="136"/>
                    </a:cubicBezTo>
                    <a:cubicBezTo>
                      <a:pt x="47" y="135"/>
                      <a:pt x="47" y="135"/>
                      <a:pt x="47" y="135"/>
                    </a:cubicBezTo>
                    <a:cubicBezTo>
                      <a:pt x="48" y="135"/>
                      <a:pt x="48" y="134"/>
                      <a:pt x="49" y="134"/>
                    </a:cubicBezTo>
                    <a:cubicBezTo>
                      <a:pt x="50" y="132"/>
                      <a:pt x="51" y="131"/>
                      <a:pt x="52" y="130"/>
                    </a:cubicBezTo>
                    <a:cubicBezTo>
                      <a:pt x="54" y="128"/>
                      <a:pt x="55" y="127"/>
                      <a:pt x="56" y="125"/>
                    </a:cubicBezTo>
                    <a:cubicBezTo>
                      <a:pt x="59" y="120"/>
                      <a:pt x="62" y="114"/>
                      <a:pt x="64" y="108"/>
                    </a:cubicBezTo>
                    <a:cubicBezTo>
                      <a:pt x="65" y="108"/>
                      <a:pt x="65" y="107"/>
                      <a:pt x="65" y="107"/>
                    </a:cubicBezTo>
                    <a:lnTo>
                      <a:pt x="65" y="108"/>
                    </a:lnTo>
                    <a:cubicBezTo>
                      <a:pt x="73" y="87"/>
                      <a:pt x="80" y="65"/>
                      <a:pt x="86" y="43"/>
                    </a:cubicBezTo>
                    <a:cubicBezTo>
                      <a:pt x="87" y="38"/>
                      <a:pt x="89" y="32"/>
                      <a:pt x="90" y="27"/>
                    </a:cubicBezTo>
                    <a:cubicBezTo>
                      <a:pt x="92" y="20"/>
                      <a:pt x="93" y="14"/>
                      <a:pt x="96" y="8"/>
                    </a:cubicBezTo>
                    <a:cubicBezTo>
                      <a:pt x="97" y="2"/>
                      <a:pt x="103" y="0"/>
                      <a:pt x="107" y="1"/>
                    </a:cubicBezTo>
                    <a:cubicBezTo>
                      <a:pt x="110" y="1"/>
                      <a:pt x="112" y="3"/>
                      <a:pt x="114" y="5"/>
                    </a:cubicBezTo>
                    <a:cubicBezTo>
                      <a:pt x="115" y="8"/>
                      <a:pt x="116" y="11"/>
                      <a:pt x="115" y="13"/>
                    </a:cubicBezTo>
                    <a:cubicBezTo>
                      <a:pt x="115" y="15"/>
                      <a:pt x="115" y="16"/>
                      <a:pt x="115" y="18"/>
                    </a:cubicBezTo>
                    <a:cubicBezTo>
                      <a:pt x="115" y="18"/>
                      <a:pt x="115" y="17"/>
                      <a:pt x="115" y="16"/>
                    </a:cubicBezTo>
                    <a:cubicBezTo>
                      <a:pt x="113" y="32"/>
                      <a:pt x="112" y="47"/>
                      <a:pt x="111" y="62"/>
                    </a:cubicBezTo>
                    <a:cubicBezTo>
                      <a:pt x="111" y="71"/>
                      <a:pt x="111" y="81"/>
                      <a:pt x="111" y="90"/>
                    </a:cubicBezTo>
                    <a:cubicBezTo>
                      <a:pt x="111" y="96"/>
                      <a:pt x="111" y="101"/>
                      <a:pt x="111" y="107"/>
                    </a:cubicBezTo>
                    <a:cubicBezTo>
                      <a:pt x="111" y="112"/>
                      <a:pt x="111" y="117"/>
                      <a:pt x="112" y="121"/>
                    </a:cubicBezTo>
                    <a:cubicBezTo>
                      <a:pt x="112" y="132"/>
                      <a:pt x="112" y="143"/>
                      <a:pt x="113" y="154"/>
                    </a:cubicBezTo>
                    <a:cubicBezTo>
                      <a:pt x="114" y="177"/>
                      <a:pt x="116" y="200"/>
                      <a:pt x="118" y="223"/>
                    </a:cubicBezTo>
                    <a:cubicBezTo>
                      <a:pt x="119" y="245"/>
                      <a:pt x="120" y="268"/>
                      <a:pt x="121" y="291"/>
                    </a:cubicBezTo>
                    <a:cubicBezTo>
                      <a:pt x="121" y="302"/>
                      <a:pt x="122" y="312"/>
                      <a:pt x="122" y="323"/>
                    </a:cubicBezTo>
                    <a:cubicBezTo>
                      <a:pt x="121" y="330"/>
                      <a:pt x="121" y="336"/>
                      <a:pt x="121" y="342"/>
                    </a:cubicBezTo>
                    <a:cubicBezTo>
                      <a:pt x="121" y="348"/>
                      <a:pt x="120" y="354"/>
                      <a:pt x="117" y="359"/>
                    </a:cubicBezTo>
                    <a:cubicBezTo>
                      <a:pt x="113" y="364"/>
                      <a:pt x="108" y="367"/>
                      <a:pt x="102" y="368"/>
                    </a:cubicBezTo>
                    <a:cubicBezTo>
                      <a:pt x="101" y="368"/>
                      <a:pt x="101" y="368"/>
                      <a:pt x="100" y="368"/>
                    </a:cubicBezTo>
                    <a:cubicBezTo>
                      <a:pt x="88" y="368"/>
                      <a:pt x="78" y="359"/>
                      <a:pt x="70" y="3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9" name="Google Shape;1069;p13"/>
              <p:cNvSpPr/>
              <p:nvPr/>
            </p:nvSpPr>
            <p:spPr>
              <a:xfrm>
                <a:off x="3510720" y="736560"/>
                <a:ext cx="24840" cy="80640"/>
              </a:xfrm>
              <a:custGeom>
                <a:avLst/>
                <a:gdLst/>
                <a:ahLst/>
                <a:cxnLst/>
                <a:rect l="l" t="t" r="r" b="b"/>
                <a:pathLst>
                  <a:path w="69" h="224" extrusionOk="0">
                    <a:moveTo>
                      <a:pt x="46" y="213"/>
                    </a:moveTo>
                    <a:cubicBezTo>
                      <a:pt x="45" y="188"/>
                      <a:pt x="45" y="163"/>
                      <a:pt x="45" y="138"/>
                    </a:cubicBezTo>
                    <a:cubicBezTo>
                      <a:pt x="45" y="125"/>
                      <a:pt x="45" y="113"/>
                      <a:pt x="45" y="100"/>
                    </a:cubicBezTo>
                    <a:cubicBezTo>
                      <a:pt x="45" y="90"/>
                      <a:pt x="46" y="79"/>
                      <a:pt x="46" y="68"/>
                    </a:cubicBezTo>
                    <a:cubicBezTo>
                      <a:pt x="46" y="67"/>
                      <a:pt x="46" y="66"/>
                      <a:pt x="46" y="65"/>
                    </a:cubicBezTo>
                    <a:cubicBezTo>
                      <a:pt x="45" y="69"/>
                      <a:pt x="43" y="73"/>
                      <a:pt x="42" y="77"/>
                    </a:cubicBezTo>
                    <a:cubicBezTo>
                      <a:pt x="36" y="94"/>
                      <a:pt x="29" y="111"/>
                      <a:pt x="24" y="128"/>
                    </a:cubicBezTo>
                    <a:cubicBezTo>
                      <a:pt x="24" y="130"/>
                      <a:pt x="23" y="133"/>
                      <a:pt x="22" y="136"/>
                    </a:cubicBezTo>
                    <a:cubicBezTo>
                      <a:pt x="21" y="142"/>
                      <a:pt x="15" y="146"/>
                      <a:pt x="10" y="144"/>
                    </a:cubicBezTo>
                    <a:cubicBezTo>
                      <a:pt x="4" y="143"/>
                      <a:pt x="0" y="137"/>
                      <a:pt x="1" y="131"/>
                    </a:cubicBezTo>
                    <a:cubicBezTo>
                      <a:pt x="2" y="127"/>
                      <a:pt x="3" y="122"/>
                      <a:pt x="5" y="118"/>
                    </a:cubicBezTo>
                    <a:cubicBezTo>
                      <a:pt x="7" y="112"/>
                      <a:pt x="8" y="107"/>
                      <a:pt x="10" y="102"/>
                    </a:cubicBezTo>
                    <a:cubicBezTo>
                      <a:pt x="14" y="91"/>
                      <a:pt x="18" y="82"/>
                      <a:pt x="21" y="72"/>
                    </a:cubicBezTo>
                    <a:cubicBezTo>
                      <a:pt x="25" y="62"/>
                      <a:pt x="28" y="54"/>
                      <a:pt x="32" y="44"/>
                    </a:cubicBezTo>
                    <a:cubicBezTo>
                      <a:pt x="34" y="38"/>
                      <a:pt x="35" y="33"/>
                      <a:pt x="38" y="28"/>
                    </a:cubicBezTo>
                    <a:cubicBezTo>
                      <a:pt x="40" y="21"/>
                      <a:pt x="42" y="14"/>
                      <a:pt x="45" y="8"/>
                    </a:cubicBezTo>
                    <a:cubicBezTo>
                      <a:pt x="48" y="2"/>
                      <a:pt x="56" y="0"/>
                      <a:pt x="61" y="3"/>
                    </a:cubicBezTo>
                    <a:cubicBezTo>
                      <a:pt x="62" y="5"/>
                      <a:pt x="63" y="5"/>
                      <a:pt x="64" y="6"/>
                    </a:cubicBezTo>
                    <a:cubicBezTo>
                      <a:pt x="66" y="8"/>
                      <a:pt x="66" y="10"/>
                      <a:pt x="67" y="11"/>
                    </a:cubicBezTo>
                    <a:cubicBezTo>
                      <a:pt x="68" y="15"/>
                      <a:pt x="67" y="19"/>
                      <a:pt x="67" y="22"/>
                    </a:cubicBezTo>
                    <a:cubicBezTo>
                      <a:pt x="68" y="33"/>
                      <a:pt x="67" y="44"/>
                      <a:pt x="67" y="55"/>
                    </a:cubicBezTo>
                    <a:cubicBezTo>
                      <a:pt x="67" y="62"/>
                      <a:pt x="66" y="70"/>
                      <a:pt x="66" y="77"/>
                    </a:cubicBezTo>
                    <a:cubicBezTo>
                      <a:pt x="66" y="90"/>
                      <a:pt x="66" y="104"/>
                      <a:pt x="65" y="117"/>
                    </a:cubicBezTo>
                    <a:lnTo>
                      <a:pt x="65" y="116"/>
                    </a:lnTo>
                    <a:cubicBezTo>
                      <a:pt x="65" y="148"/>
                      <a:pt x="65" y="180"/>
                      <a:pt x="67" y="212"/>
                    </a:cubicBezTo>
                    <a:cubicBezTo>
                      <a:pt x="67" y="218"/>
                      <a:pt x="63" y="223"/>
                      <a:pt x="57" y="223"/>
                    </a:cubicBezTo>
                    <a:lnTo>
                      <a:pt x="56" y="223"/>
                    </a:lnTo>
                    <a:cubicBezTo>
                      <a:pt x="51" y="223"/>
                      <a:pt x="46" y="219"/>
                      <a:pt x="46" y="2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0" name="Google Shape;1070;p13"/>
              <p:cNvSpPr/>
              <p:nvPr/>
            </p:nvSpPr>
            <p:spPr>
              <a:xfrm>
                <a:off x="3503880" y="915120"/>
                <a:ext cx="39240" cy="3852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107" extrusionOk="0">
                    <a:moveTo>
                      <a:pt x="41" y="85"/>
                    </a:moveTo>
                    <a:cubicBezTo>
                      <a:pt x="42" y="85"/>
                      <a:pt x="43" y="85"/>
                      <a:pt x="43" y="85"/>
                    </a:cubicBezTo>
                    <a:lnTo>
                      <a:pt x="44" y="85"/>
                    </a:lnTo>
                    <a:cubicBezTo>
                      <a:pt x="46" y="84"/>
                      <a:pt x="47" y="84"/>
                      <a:pt x="48" y="84"/>
                    </a:cubicBezTo>
                    <a:cubicBezTo>
                      <a:pt x="50" y="83"/>
                      <a:pt x="51" y="82"/>
                      <a:pt x="53" y="81"/>
                    </a:cubicBezTo>
                    <a:cubicBezTo>
                      <a:pt x="54" y="80"/>
                      <a:pt x="56" y="80"/>
                      <a:pt x="57" y="78"/>
                    </a:cubicBezTo>
                    <a:cubicBezTo>
                      <a:pt x="59" y="77"/>
                      <a:pt x="61" y="75"/>
                      <a:pt x="62" y="74"/>
                    </a:cubicBezTo>
                    <a:lnTo>
                      <a:pt x="62" y="75"/>
                    </a:lnTo>
                    <a:cubicBezTo>
                      <a:pt x="62" y="74"/>
                      <a:pt x="64" y="73"/>
                      <a:pt x="65" y="71"/>
                    </a:cubicBezTo>
                    <a:cubicBezTo>
                      <a:pt x="66" y="70"/>
                      <a:pt x="67" y="68"/>
                      <a:pt x="68" y="66"/>
                    </a:cubicBezTo>
                    <a:cubicBezTo>
                      <a:pt x="68" y="67"/>
                      <a:pt x="68" y="67"/>
                      <a:pt x="68" y="67"/>
                    </a:cubicBezTo>
                    <a:lnTo>
                      <a:pt x="68" y="66"/>
                    </a:lnTo>
                    <a:cubicBezTo>
                      <a:pt x="74" y="56"/>
                      <a:pt x="79" y="46"/>
                      <a:pt x="84" y="35"/>
                    </a:cubicBezTo>
                    <a:cubicBezTo>
                      <a:pt x="85" y="33"/>
                      <a:pt x="86" y="31"/>
                      <a:pt x="86" y="28"/>
                    </a:cubicBezTo>
                    <a:lnTo>
                      <a:pt x="87" y="27"/>
                    </a:lnTo>
                    <a:cubicBezTo>
                      <a:pt x="87" y="26"/>
                      <a:pt x="87" y="25"/>
                      <a:pt x="87" y="25"/>
                    </a:cubicBezTo>
                    <a:cubicBezTo>
                      <a:pt x="87" y="24"/>
                      <a:pt x="87" y="24"/>
                      <a:pt x="87" y="24"/>
                    </a:cubicBezTo>
                    <a:cubicBezTo>
                      <a:pt x="87" y="23"/>
                      <a:pt x="87" y="22"/>
                      <a:pt x="86" y="22"/>
                    </a:cubicBezTo>
                    <a:cubicBezTo>
                      <a:pt x="85" y="22"/>
                      <a:pt x="83" y="22"/>
                      <a:pt x="82" y="23"/>
                    </a:cubicBezTo>
                    <a:cubicBezTo>
                      <a:pt x="81" y="23"/>
                      <a:pt x="79" y="24"/>
                      <a:pt x="78" y="24"/>
                    </a:cubicBezTo>
                    <a:cubicBezTo>
                      <a:pt x="77" y="25"/>
                      <a:pt x="76" y="25"/>
                      <a:pt x="75" y="25"/>
                    </a:cubicBezTo>
                    <a:cubicBezTo>
                      <a:pt x="75" y="26"/>
                      <a:pt x="74" y="27"/>
                      <a:pt x="72" y="27"/>
                    </a:cubicBezTo>
                    <a:cubicBezTo>
                      <a:pt x="71" y="29"/>
                      <a:pt x="69" y="30"/>
                      <a:pt x="68" y="32"/>
                    </a:cubicBezTo>
                    <a:cubicBezTo>
                      <a:pt x="65" y="34"/>
                      <a:pt x="64" y="36"/>
                      <a:pt x="61" y="39"/>
                    </a:cubicBezTo>
                    <a:cubicBezTo>
                      <a:pt x="56" y="46"/>
                      <a:pt x="51" y="53"/>
                      <a:pt x="46" y="61"/>
                    </a:cubicBezTo>
                    <a:cubicBezTo>
                      <a:pt x="43" y="66"/>
                      <a:pt x="40" y="71"/>
                      <a:pt x="37" y="75"/>
                    </a:cubicBezTo>
                    <a:cubicBezTo>
                      <a:pt x="38" y="75"/>
                      <a:pt x="38" y="75"/>
                      <a:pt x="38" y="74"/>
                    </a:cubicBezTo>
                    <a:cubicBezTo>
                      <a:pt x="36" y="77"/>
                      <a:pt x="35" y="80"/>
                      <a:pt x="33" y="82"/>
                    </a:cubicBezTo>
                    <a:cubicBezTo>
                      <a:pt x="34" y="83"/>
                      <a:pt x="34" y="83"/>
                      <a:pt x="34" y="84"/>
                    </a:cubicBezTo>
                    <a:cubicBezTo>
                      <a:pt x="35" y="84"/>
                      <a:pt x="36" y="84"/>
                      <a:pt x="36" y="84"/>
                    </a:cubicBezTo>
                    <a:lnTo>
                      <a:pt x="37" y="85"/>
                    </a:lnTo>
                    <a:cubicBezTo>
                      <a:pt x="37" y="85"/>
                      <a:pt x="38" y="85"/>
                      <a:pt x="39" y="85"/>
                    </a:cubicBezTo>
                    <a:cubicBezTo>
                      <a:pt x="40" y="85"/>
                      <a:pt x="41" y="85"/>
                      <a:pt x="41" y="85"/>
                    </a:cubicBezTo>
                    <a:moveTo>
                      <a:pt x="30" y="105"/>
                    </a:moveTo>
                    <a:cubicBezTo>
                      <a:pt x="26" y="103"/>
                      <a:pt x="23" y="102"/>
                      <a:pt x="20" y="99"/>
                    </a:cubicBezTo>
                    <a:cubicBezTo>
                      <a:pt x="18" y="100"/>
                      <a:pt x="15" y="99"/>
                      <a:pt x="13" y="98"/>
                    </a:cubicBezTo>
                    <a:cubicBezTo>
                      <a:pt x="8" y="96"/>
                      <a:pt x="6" y="90"/>
                      <a:pt x="9" y="85"/>
                    </a:cubicBezTo>
                    <a:lnTo>
                      <a:pt x="9" y="84"/>
                    </a:lnTo>
                    <a:cubicBezTo>
                      <a:pt x="8" y="82"/>
                      <a:pt x="8" y="80"/>
                      <a:pt x="7" y="77"/>
                    </a:cubicBezTo>
                    <a:cubicBezTo>
                      <a:pt x="4" y="70"/>
                      <a:pt x="2" y="63"/>
                      <a:pt x="2" y="56"/>
                    </a:cubicBezTo>
                    <a:cubicBezTo>
                      <a:pt x="1" y="49"/>
                      <a:pt x="0" y="43"/>
                      <a:pt x="1" y="36"/>
                    </a:cubicBezTo>
                    <a:cubicBezTo>
                      <a:pt x="2" y="30"/>
                      <a:pt x="8" y="26"/>
                      <a:pt x="14" y="27"/>
                    </a:cubicBezTo>
                    <a:cubicBezTo>
                      <a:pt x="20" y="28"/>
                      <a:pt x="23" y="35"/>
                      <a:pt x="22" y="41"/>
                    </a:cubicBezTo>
                    <a:lnTo>
                      <a:pt x="22" y="42"/>
                    </a:lnTo>
                    <a:lnTo>
                      <a:pt x="22" y="43"/>
                    </a:lnTo>
                    <a:cubicBezTo>
                      <a:pt x="22" y="48"/>
                      <a:pt x="22" y="51"/>
                      <a:pt x="23" y="54"/>
                    </a:cubicBezTo>
                    <a:cubicBezTo>
                      <a:pt x="23" y="56"/>
                      <a:pt x="23" y="58"/>
                      <a:pt x="24" y="59"/>
                    </a:cubicBezTo>
                    <a:cubicBezTo>
                      <a:pt x="26" y="56"/>
                      <a:pt x="28" y="52"/>
                      <a:pt x="30" y="49"/>
                    </a:cubicBezTo>
                    <a:cubicBezTo>
                      <a:pt x="36" y="39"/>
                      <a:pt x="42" y="29"/>
                      <a:pt x="49" y="21"/>
                    </a:cubicBezTo>
                    <a:cubicBezTo>
                      <a:pt x="54" y="16"/>
                      <a:pt x="59" y="11"/>
                      <a:pt x="65" y="8"/>
                    </a:cubicBezTo>
                    <a:cubicBezTo>
                      <a:pt x="70" y="4"/>
                      <a:pt x="78" y="2"/>
                      <a:pt x="84" y="1"/>
                    </a:cubicBezTo>
                    <a:cubicBezTo>
                      <a:pt x="90" y="0"/>
                      <a:pt x="97" y="1"/>
                      <a:pt x="101" y="6"/>
                    </a:cubicBezTo>
                    <a:cubicBezTo>
                      <a:pt x="103" y="8"/>
                      <a:pt x="105" y="10"/>
                      <a:pt x="106" y="13"/>
                    </a:cubicBezTo>
                    <a:cubicBezTo>
                      <a:pt x="107" y="17"/>
                      <a:pt x="108" y="20"/>
                      <a:pt x="108" y="24"/>
                    </a:cubicBezTo>
                    <a:cubicBezTo>
                      <a:pt x="108" y="31"/>
                      <a:pt x="106" y="36"/>
                      <a:pt x="104" y="42"/>
                    </a:cubicBezTo>
                    <a:cubicBezTo>
                      <a:pt x="101" y="47"/>
                      <a:pt x="100" y="51"/>
                      <a:pt x="97" y="55"/>
                    </a:cubicBezTo>
                    <a:cubicBezTo>
                      <a:pt x="96" y="59"/>
                      <a:pt x="94" y="62"/>
                      <a:pt x="92" y="66"/>
                    </a:cubicBezTo>
                    <a:cubicBezTo>
                      <a:pt x="89" y="73"/>
                      <a:pt x="85" y="79"/>
                      <a:pt x="81" y="85"/>
                    </a:cubicBezTo>
                    <a:cubicBezTo>
                      <a:pt x="76" y="91"/>
                      <a:pt x="71" y="95"/>
                      <a:pt x="65" y="99"/>
                    </a:cubicBezTo>
                    <a:cubicBezTo>
                      <a:pt x="62" y="101"/>
                      <a:pt x="59" y="102"/>
                      <a:pt x="55" y="103"/>
                    </a:cubicBezTo>
                    <a:cubicBezTo>
                      <a:pt x="52" y="105"/>
                      <a:pt x="48" y="106"/>
                      <a:pt x="44" y="106"/>
                    </a:cubicBezTo>
                    <a:cubicBezTo>
                      <a:pt x="44" y="106"/>
                      <a:pt x="43" y="106"/>
                      <a:pt x="41" y="106"/>
                    </a:cubicBezTo>
                    <a:cubicBezTo>
                      <a:pt x="37" y="106"/>
                      <a:pt x="33" y="106"/>
                      <a:pt x="30" y="1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1" name="Google Shape;1071;p13"/>
              <p:cNvSpPr/>
              <p:nvPr/>
            </p:nvSpPr>
            <p:spPr>
              <a:xfrm>
                <a:off x="3470760" y="1025280"/>
                <a:ext cx="40320" cy="1476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41" extrusionOk="0">
                    <a:moveTo>
                      <a:pt x="20" y="40"/>
                    </a:moveTo>
                    <a:cubicBezTo>
                      <a:pt x="19" y="40"/>
                      <a:pt x="18" y="40"/>
                      <a:pt x="17" y="40"/>
                    </a:cubicBezTo>
                    <a:cubicBezTo>
                      <a:pt x="16" y="40"/>
                      <a:pt x="14" y="40"/>
                      <a:pt x="13" y="40"/>
                    </a:cubicBezTo>
                    <a:cubicBezTo>
                      <a:pt x="4" y="39"/>
                      <a:pt x="0" y="29"/>
                      <a:pt x="6" y="22"/>
                    </a:cubicBezTo>
                    <a:cubicBezTo>
                      <a:pt x="9" y="18"/>
                      <a:pt x="16" y="16"/>
                      <a:pt x="21" y="14"/>
                    </a:cubicBezTo>
                    <a:cubicBezTo>
                      <a:pt x="24" y="13"/>
                      <a:pt x="28" y="12"/>
                      <a:pt x="31" y="11"/>
                    </a:cubicBezTo>
                    <a:cubicBezTo>
                      <a:pt x="38" y="10"/>
                      <a:pt x="45" y="8"/>
                      <a:pt x="53" y="7"/>
                    </a:cubicBezTo>
                    <a:cubicBezTo>
                      <a:pt x="59" y="6"/>
                      <a:pt x="66" y="5"/>
                      <a:pt x="73" y="4"/>
                    </a:cubicBezTo>
                    <a:cubicBezTo>
                      <a:pt x="82" y="3"/>
                      <a:pt x="91" y="2"/>
                      <a:pt x="100" y="1"/>
                    </a:cubicBezTo>
                    <a:cubicBezTo>
                      <a:pt x="105" y="0"/>
                      <a:pt x="111" y="5"/>
                      <a:pt x="111" y="10"/>
                    </a:cubicBezTo>
                    <a:cubicBezTo>
                      <a:pt x="111" y="16"/>
                      <a:pt x="106" y="20"/>
                      <a:pt x="101" y="21"/>
                    </a:cubicBezTo>
                    <a:cubicBezTo>
                      <a:pt x="100" y="21"/>
                      <a:pt x="98" y="21"/>
                      <a:pt x="96" y="22"/>
                    </a:cubicBezTo>
                    <a:lnTo>
                      <a:pt x="97" y="22"/>
                    </a:lnTo>
                    <a:cubicBezTo>
                      <a:pt x="86" y="23"/>
                      <a:pt x="74" y="25"/>
                      <a:pt x="63" y="26"/>
                    </a:cubicBezTo>
                    <a:cubicBezTo>
                      <a:pt x="58" y="28"/>
                      <a:pt x="52" y="29"/>
                      <a:pt x="46" y="29"/>
                    </a:cubicBezTo>
                    <a:cubicBezTo>
                      <a:pt x="41" y="30"/>
                      <a:pt x="37" y="32"/>
                      <a:pt x="32" y="33"/>
                    </a:cubicBezTo>
                    <a:lnTo>
                      <a:pt x="33" y="33"/>
                    </a:lnTo>
                    <a:cubicBezTo>
                      <a:pt x="32" y="33"/>
                      <a:pt x="31" y="33"/>
                      <a:pt x="31" y="33"/>
                    </a:cubicBezTo>
                    <a:cubicBezTo>
                      <a:pt x="29" y="37"/>
                      <a:pt x="25" y="40"/>
                      <a:pt x="21" y="40"/>
                    </a:cubicBezTo>
                    <a:cubicBezTo>
                      <a:pt x="20" y="40"/>
                      <a:pt x="20" y="40"/>
                      <a:pt x="20" y="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2" name="Google Shape;1072;p13"/>
              <p:cNvSpPr/>
              <p:nvPr/>
            </p:nvSpPr>
            <p:spPr>
              <a:xfrm>
                <a:off x="3512520" y="1025640"/>
                <a:ext cx="20520" cy="91440"/>
              </a:xfrm>
              <a:custGeom>
                <a:avLst/>
                <a:gdLst/>
                <a:ahLst/>
                <a:cxnLst/>
                <a:rect l="l" t="t" r="r" b="b"/>
                <a:pathLst>
                  <a:path w="57" h="254" extrusionOk="0">
                    <a:moveTo>
                      <a:pt x="35" y="243"/>
                    </a:moveTo>
                    <a:cubicBezTo>
                      <a:pt x="35" y="223"/>
                      <a:pt x="35" y="204"/>
                      <a:pt x="36" y="184"/>
                    </a:cubicBezTo>
                    <a:lnTo>
                      <a:pt x="36" y="185"/>
                    </a:lnTo>
                    <a:cubicBezTo>
                      <a:pt x="36" y="177"/>
                      <a:pt x="36" y="171"/>
                      <a:pt x="36" y="163"/>
                    </a:cubicBezTo>
                    <a:cubicBezTo>
                      <a:pt x="36" y="164"/>
                      <a:pt x="36" y="164"/>
                      <a:pt x="36" y="164"/>
                    </a:cubicBezTo>
                    <a:cubicBezTo>
                      <a:pt x="36" y="155"/>
                      <a:pt x="36" y="147"/>
                      <a:pt x="36" y="137"/>
                    </a:cubicBezTo>
                    <a:cubicBezTo>
                      <a:pt x="36" y="138"/>
                      <a:pt x="36" y="138"/>
                      <a:pt x="36" y="139"/>
                    </a:cubicBezTo>
                    <a:cubicBezTo>
                      <a:pt x="36" y="138"/>
                      <a:pt x="36" y="138"/>
                      <a:pt x="36" y="137"/>
                    </a:cubicBezTo>
                    <a:lnTo>
                      <a:pt x="36" y="138"/>
                    </a:lnTo>
                    <a:cubicBezTo>
                      <a:pt x="37" y="129"/>
                      <a:pt x="37" y="119"/>
                      <a:pt x="37" y="109"/>
                    </a:cubicBezTo>
                    <a:cubicBezTo>
                      <a:pt x="37" y="94"/>
                      <a:pt x="36" y="78"/>
                      <a:pt x="36" y="62"/>
                    </a:cubicBezTo>
                    <a:cubicBezTo>
                      <a:pt x="36" y="61"/>
                      <a:pt x="36" y="60"/>
                      <a:pt x="36" y="59"/>
                    </a:cubicBezTo>
                    <a:cubicBezTo>
                      <a:pt x="32" y="69"/>
                      <a:pt x="28" y="80"/>
                      <a:pt x="25" y="91"/>
                    </a:cubicBezTo>
                    <a:cubicBezTo>
                      <a:pt x="25" y="92"/>
                      <a:pt x="24" y="93"/>
                      <a:pt x="24" y="94"/>
                    </a:cubicBezTo>
                    <a:cubicBezTo>
                      <a:pt x="24" y="98"/>
                      <a:pt x="23" y="103"/>
                      <a:pt x="18" y="105"/>
                    </a:cubicBezTo>
                    <a:cubicBezTo>
                      <a:pt x="14" y="106"/>
                      <a:pt x="9" y="106"/>
                      <a:pt x="5" y="102"/>
                    </a:cubicBezTo>
                    <a:cubicBezTo>
                      <a:pt x="0" y="96"/>
                      <a:pt x="3" y="89"/>
                      <a:pt x="5" y="83"/>
                    </a:cubicBezTo>
                    <a:cubicBezTo>
                      <a:pt x="6" y="79"/>
                      <a:pt x="8" y="75"/>
                      <a:pt x="9" y="71"/>
                    </a:cubicBezTo>
                    <a:cubicBezTo>
                      <a:pt x="11" y="64"/>
                      <a:pt x="13" y="59"/>
                      <a:pt x="16" y="53"/>
                    </a:cubicBezTo>
                    <a:cubicBezTo>
                      <a:pt x="18" y="46"/>
                      <a:pt x="21" y="39"/>
                      <a:pt x="23" y="32"/>
                    </a:cubicBezTo>
                    <a:cubicBezTo>
                      <a:pt x="24" y="28"/>
                      <a:pt x="25" y="25"/>
                      <a:pt x="27" y="22"/>
                    </a:cubicBezTo>
                    <a:cubicBezTo>
                      <a:pt x="29" y="16"/>
                      <a:pt x="31" y="8"/>
                      <a:pt x="37" y="3"/>
                    </a:cubicBezTo>
                    <a:cubicBezTo>
                      <a:pt x="39" y="2"/>
                      <a:pt x="41" y="0"/>
                      <a:pt x="44" y="1"/>
                    </a:cubicBezTo>
                    <a:cubicBezTo>
                      <a:pt x="47" y="1"/>
                      <a:pt x="50" y="2"/>
                      <a:pt x="52" y="4"/>
                    </a:cubicBezTo>
                    <a:cubicBezTo>
                      <a:pt x="53" y="6"/>
                      <a:pt x="54" y="7"/>
                      <a:pt x="55" y="9"/>
                    </a:cubicBezTo>
                    <a:cubicBezTo>
                      <a:pt x="55" y="12"/>
                      <a:pt x="56" y="14"/>
                      <a:pt x="56" y="17"/>
                    </a:cubicBezTo>
                    <a:cubicBezTo>
                      <a:pt x="56" y="20"/>
                      <a:pt x="56" y="23"/>
                      <a:pt x="56" y="26"/>
                    </a:cubicBezTo>
                    <a:cubicBezTo>
                      <a:pt x="56" y="31"/>
                      <a:pt x="56" y="35"/>
                      <a:pt x="56" y="41"/>
                    </a:cubicBezTo>
                    <a:cubicBezTo>
                      <a:pt x="56" y="51"/>
                      <a:pt x="56" y="62"/>
                      <a:pt x="56" y="73"/>
                    </a:cubicBezTo>
                    <a:cubicBezTo>
                      <a:pt x="56" y="94"/>
                      <a:pt x="56" y="116"/>
                      <a:pt x="56" y="138"/>
                    </a:cubicBezTo>
                    <a:lnTo>
                      <a:pt x="56" y="137"/>
                    </a:lnTo>
                    <a:cubicBezTo>
                      <a:pt x="56" y="138"/>
                      <a:pt x="56" y="138"/>
                      <a:pt x="56" y="139"/>
                    </a:cubicBezTo>
                    <a:lnTo>
                      <a:pt x="56" y="138"/>
                    </a:lnTo>
                    <a:cubicBezTo>
                      <a:pt x="56" y="139"/>
                      <a:pt x="56" y="140"/>
                      <a:pt x="56" y="141"/>
                    </a:cubicBezTo>
                    <a:cubicBezTo>
                      <a:pt x="56" y="141"/>
                      <a:pt x="56" y="143"/>
                      <a:pt x="56" y="144"/>
                    </a:cubicBezTo>
                    <a:cubicBezTo>
                      <a:pt x="56" y="145"/>
                      <a:pt x="56" y="147"/>
                      <a:pt x="56" y="148"/>
                    </a:cubicBezTo>
                    <a:cubicBezTo>
                      <a:pt x="56" y="147"/>
                      <a:pt x="56" y="147"/>
                      <a:pt x="56" y="147"/>
                    </a:cubicBezTo>
                    <a:cubicBezTo>
                      <a:pt x="56" y="149"/>
                      <a:pt x="56" y="151"/>
                      <a:pt x="56" y="154"/>
                    </a:cubicBezTo>
                    <a:cubicBezTo>
                      <a:pt x="56" y="155"/>
                      <a:pt x="56" y="155"/>
                      <a:pt x="56" y="156"/>
                    </a:cubicBezTo>
                    <a:cubicBezTo>
                      <a:pt x="56" y="158"/>
                      <a:pt x="56" y="159"/>
                      <a:pt x="56" y="161"/>
                    </a:cubicBezTo>
                    <a:cubicBezTo>
                      <a:pt x="56" y="162"/>
                      <a:pt x="56" y="162"/>
                      <a:pt x="56" y="163"/>
                    </a:cubicBezTo>
                    <a:cubicBezTo>
                      <a:pt x="56" y="165"/>
                      <a:pt x="56" y="168"/>
                      <a:pt x="56" y="169"/>
                    </a:cubicBezTo>
                    <a:lnTo>
                      <a:pt x="56" y="168"/>
                    </a:lnTo>
                    <a:cubicBezTo>
                      <a:pt x="56" y="172"/>
                      <a:pt x="56" y="176"/>
                      <a:pt x="56" y="180"/>
                    </a:cubicBezTo>
                    <a:cubicBezTo>
                      <a:pt x="56" y="182"/>
                      <a:pt x="56" y="183"/>
                      <a:pt x="56" y="184"/>
                    </a:cubicBezTo>
                    <a:cubicBezTo>
                      <a:pt x="56" y="203"/>
                      <a:pt x="56" y="222"/>
                      <a:pt x="56" y="242"/>
                    </a:cubicBezTo>
                    <a:cubicBezTo>
                      <a:pt x="56" y="247"/>
                      <a:pt x="52" y="253"/>
                      <a:pt x="46" y="253"/>
                    </a:cubicBezTo>
                    <a:cubicBezTo>
                      <a:pt x="41" y="253"/>
                      <a:pt x="35" y="249"/>
                      <a:pt x="35" y="24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3" name="Google Shape;1073;p13"/>
              <p:cNvSpPr/>
              <p:nvPr/>
            </p:nvSpPr>
            <p:spPr>
              <a:xfrm>
                <a:off x="3368880" y="893520"/>
                <a:ext cx="1036080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2878" h="40" extrusionOk="0">
                    <a:moveTo>
                      <a:pt x="2865" y="39"/>
                    </a:moveTo>
                    <a:cubicBezTo>
                      <a:pt x="2836" y="39"/>
                      <a:pt x="2807" y="38"/>
                      <a:pt x="2778" y="38"/>
                    </a:cubicBezTo>
                    <a:cubicBezTo>
                      <a:pt x="2747" y="38"/>
                      <a:pt x="2716" y="38"/>
                      <a:pt x="2685" y="38"/>
                    </a:cubicBezTo>
                    <a:cubicBezTo>
                      <a:pt x="2623" y="37"/>
                      <a:pt x="2562" y="36"/>
                      <a:pt x="2501" y="36"/>
                    </a:cubicBezTo>
                    <a:cubicBezTo>
                      <a:pt x="2489" y="36"/>
                      <a:pt x="2477" y="36"/>
                      <a:pt x="2465" y="36"/>
                    </a:cubicBezTo>
                    <a:cubicBezTo>
                      <a:pt x="2466" y="36"/>
                      <a:pt x="2466" y="36"/>
                      <a:pt x="2467" y="36"/>
                    </a:cubicBezTo>
                    <a:cubicBezTo>
                      <a:pt x="2465" y="36"/>
                      <a:pt x="2463" y="36"/>
                      <a:pt x="2461" y="36"/>
                    </a:cubicBezTo>
                    <a:lnTo>
                      <a:pt x="2462" y="36"/>
                    </a:lnTo>
                    <a:cubicBezTo>
                      <a:pt x="2457" y="36"/>
                      <a:pt x="2451" y="36"/>
                      <a:pt x="2445" y="36"/>
                    </a:cubicBezTo>
                    <a:cubicBezTo>
                      <a:pt x="2444" y="36"/>
                      <a:pt x="2443" y="36"/>
                      <a:pt x="2441" y="36"/>
                    </a:cubicBezTo>
                    <a:cubicBezTo>
                      <a:pt x="2440" y="36"/>
                      <a:pt x="2440" y="36"/>
                      <a:pt x="2439" y="36"/>
                    </a:cubicBezTo>
                    <a:cubicBezTo>
                      <a:pt x="2440" y="36"/>
                      <a:pt x="2440" y="36"/>
                      <a:pt x="2440" y="36"/>
                    </a:cubicBezTo>
                    <a:cubicBezTo>
                      <a:pt x="2429" y="36"/>
                      <a:pt x="2417" y="36"/>
                      <a:pt x="2405" y="35"/>
                    </a:cubicBezTo>
                    <a:cubicBezTo>
                      <a:pt x="2406" y="35"/>
                      <a:pt x="2407" y="35"/>
                      <a:pt x="2407" y="35"/>
                    </a:cubicBezTo>
                    <a:cubicBezTo>
                      <a:pt x="2346" y="35"/>
                      <a:pt x="2285" y="35"/>
                      <a:pt x="2225" y="34"/>
                    </a:cubicBezTo>
                    <a:cubicBezTo>
                      <a:pt x="2164" y="34"/>
                      <a:pt x="2104" y="34"/>
                      <a:pt x="2044" y="33"/>
                    </a:cubicBezTo>
                    <a:cubicBezTo>
                      <a:pt x="1981" y="33"/>
                      <a:pt x="1918" y="32"/>
                      <a:pt x="1856" y="32"/>
                    </a:cubicBezTo>
                    <a:cubicBezTo>
                      <a:pt x="1793" y="32"/>
                      <a:pt x="1730" y="31"/>
                      <a:pt x="1667" y="31"/>
                    </a:cubicBezTo>
                    <a:cubicBezTo>
                      <a:pt x="1545" y="30"/>
                      <a:pt x="1422" y="29"/>
                      <a:pt x="1299" y="29"/>
                    </a:cubicBezTo>
                    <a:cubicBezTo>
                      <a:pt x="1177" y="28"/>
                      <a:pt x="1055" y="27"/>
                      <a:pt x="934" y="27"/>
                    </a:cubicBezTo>
                    <a:cubicBezTo>
                      <a:pt x="810" y="26"/>
                      <a:pt x="687" y="25"/>
                      <a:pt x="563" y="24"/>
                    </a:cubicBezTo>
                    <a:cubicBezTo>
                      <a:pt x="449" y="24"/>
                      <a:pt x="334" y="23"/>
                      <a:pt x="219" y="22"/>
                    </a:cubicBezTo>
                    <a:cubicBezTo>
                      <a:pt x="220" y="22"/>
                      <a:pt x="221" y="22"/>
                      <a:pt x="221" y="22"/>
                    </a:cubicBezTo>
                    <a:cubicBezTo>
                      <a:pt x="183" y="22"/>
                      <a:pt x="146" y="22"/>
                      <a:pt x="109" y="22"/>
                    </a:cubicBezTo>
                    <a:cubicBezTo>
                      <a:pt x="91" y="22"/>
                      <a:pt x="74" y="22"/>
                      <a:pt x="56" y="22"/>
                    </a:cubicBezTo>
                    <a:cubicBezTo>
                      <a:pt x="47" y="22"/>
                      <a:pt x="38" y="22"/>
                      <a:pt x="28" y="22"/>
                    </a:cubicBezTo>
                    <a:cubicBezTo>
                      <a:pt x="22" y="22"/>
                      <a:pt x="17" y="22"/>
                      <a:pt x="11" y="22"/>
                    </a:cubicBezTo>
                    <a:cubicBezTo>
                      <a:pt x="4" y="22"/>
                      <a:pt x="0" y="17"/>
                      <a:pt x="0" y="11"/>
                    </a:cubicBezTo>
                    <a:cubicBezTo>
                      <a:pt x="0" y="8"/>
                      <a:pt x="2" y="5"/>
                      <a:pt x="4" y="3"/>
                    </a:cubicBezTo>
                    <a:cubicBezTo>
                      <a:pt x="7" y="1"/>
                      <a:pt x="9" y="0"/>
                      <a:pt x="12" y="0"/>
                    </a:cubicBezTo>
                    <a:cubicBezTo>
                      <a:pt x="17" y="0"/>
                      <a:pt x="22" y="1"/>
                      <a:pt x="27" y="1"/>
                    </a:cubicBezTo>
                    <a:cubicBezTo>
                      <a:pt x="34" y="1"/>
                      <a:pt x="42" y="1"/>
                      <a:pt x="50" y="1"/>
                    </a:cubicBezTo>
                    <a:cubicBezTo>
                      <a:pt x="65" y="1"/>
                      <a:pt x="81" y="1"/>
                      <a:pt x="96" y="1"/>
                    </a:cubicBezTo>
                    <a:cubicBezTo>
                      <a:pt x="127" y="1"/>
                      <a:pt x="158" y="2"/>
                      <a:pt x="189" y="3"/>
                    </a:cubicBezTo>
                    <a:cubicBezTo>
                      <a:pt x="250" y="3"/>
                      <a:pt x="312" y="3"/>
                      <a:pt x="374" y="4"/>
                    </a:cubicBezTo>
                    <a:cubicBezTo>
                      <a:pt x="497" y="4"/>
                      <a:pt x="620" y="6"/>
                      <a:pt x="743" y="6"/>
                    </a:cubicBezTo>
                    <a:cubicBezTo>
                      <a:pt x="864" y="7"/>
                      <a:pt x="987" y="8"/>
                      <a:pt x="1109" y="8"/>
                    </a:cubicBezTo>
                    <a:cubicBezTo>
                      <a:pt x="1113" y="8"/>
                      <a:pt x="1117" y="8"/>
                      <a:pt x="1121" y="8"/>
                    </a:cubicBezTo>
                    <a:lnTo>
                      <a:pt x="1120" y="8"/>
                    </a:lnTo>
                    <a:cubicBezTo>
                      <a:pt x="1241" y="8"/>
                      <a:pt x="1363" y="9"/>
                      <a:pt x="1484" y="10"/>
                    </a:cubicBezTo>
                    <a:cubicBezTo>
                      <a:pt x="1575" y="11"/>
                      <a:pt x="1666" y="11"/>
                      <a:pt x="1756" y="12"/>
                    </a:cubicBezTo>
                    <a:lnTo>
                      <a:pt x="1755" y="12"/>
                    </a:lnTo>
                    <a:cubicBezTo>
                      <a:pt x="1878" y="12"/>
                      <a:pt x="2001" y="13"/>
                      <a:pt x="2125" y="14"/>
                    </a:cubicBezTo>
                    <a:cubicBezTo>
                      <a:pt x="2150" y="14"/>
                      <a:pt x="2176" y="14"/>
                      <a:pt x="2202" y="14"/>
                    </a:cubicBezTo>
                    <a:cubicBezTo>
                      <a:pt x="2202" y="14"/>
                      <a:pt x="2201" y="14"/>
                      <a:pt x="2200" y="14"/>
                    </a:cubicBezTo>
                    <a:cubicBezTo>
                      <a:pt x="2202" y="14"/>
                      <a:pt x="2203" y="14"/>
                      <a:pt x="2204" y="14"/>
                    </a:cubicBezTo>
                    <a:lnTo>
                      <a:pt x="2203" y="14"/>
                    </a:lnTo>
                    <a:cubicBezTo>
                      <a:pt x="2211" y="14"/>
                      <a:pt x="2218" y="14"/>
                      <a:pt x="2226" y="14"/>
                    </a:cubicBezTo>
                    <a:cubicBezTo>
                      <a:pt x="2225" y="14"/>
                      <a:pt x="2225" y="14"/>
                      <a:pt x="2225" y="14"/>
                    </a:cubicBezTo>
                    <a:cubicBezTo>
                      <a:pt x="2277" y="14"/>
                      <a:pt x="2330" y="15"/>
                      <a:pt x="2383" y="15"/>
                    </a:cubicBezTo>
                    <a:cubicBezTo>
                      <a:pt x="2438" y="15"/>
                      <a:pt x="2493" y="16"/>
                      <a:pt x="2549" y="16"/>
                    </a:cubicBezTo>
                    <a:cubicBezTo>
                      <a:pt x="2548" y="16"/>
                      <a:pt x="2548" y="16"/>
                      <a:pt x="2547" y="16"/>
                    </a:cubicBezTo>
                    <a:cubicBezTo>
                      <a:pt x="2630" y="17"/>
                      <a:pt x="2713" y="17"/>
                      <a:pt x="2795" y="17"/>
                    </a:cubicBezTo>
                    <a:lnTo>
                      <a:pt x="2794" y="17"/>
                    </a:lnTo>
                    <a:cubicBezTo>
                      <a:pt x="2817" y="17"/>
                      <a:pt x="2841" y="17"/>
                      <a:pt x="2865" y="17"/>
                    </a:cubicBezTo>
                    <a:cubicBezTo>
                      <a:pt x="2871" y="17"/>
                      <a:pt x="2876" y="21"/>
                      <a:pt x="2877" y="27"/>
                    </a:cubicBezTo>
                    <a:cubicBezTo>
                      <a:pt x="2877" y="31"/>
                      <a:pt x="2876" y="34"/>
                      <a:pt x="2874" y="36"/>
                    </a:cubicBezTo>
                    <a:cubicBezTo>
                      <a:pt x="2872" y="38"/>
                      <a:pt x="2869" y="39"/>
                      <a:pt x="2865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4" name="Google Shape;1074;p13"/>
              <p:cNvSpPr/>
              <p:nvPr/>
            </p:nvSpPr>
            <p:spPr>
              <a:xfrm>
                <a:off x="4346640" y="891000"/>
                <a:ext cx="94680" cy="32040"/>
              </a:xfrm>
              <a:custGeom>
                <a:avLst/>
                <a:gdLst/>
                <a:ahLst/>
                <a:cxnLst/>
                <a:rect l="l" t="t" r="r" b="b"/>
                <a:pathLst>
                  <a:path w="263" h="89" extrusionOk="0">
                    <a:moveTo>
                      <a:pt x="66" y="77"/>
                    </a:moveTo>
                    <a:cubicBezTo>
                      <a:pt x="66" y="71"/>
                      <a:pt x="71" y="66"/>
                      <a:pt x="76" y="66"/>
                    </a:cubicBezTo>
                    <a:cubicBezTo>
                      <a:pt x="94" y="64"/>
                      <a:pt x="111" y="63"/>
                      <a:pt x="128" y="61"/>
                    </a:cubicBezTo>
                    <a:cubicBezTo>
                      <a:pt x="144" y="60"/>
                      <a:pt x="159" y="59"/>
                      <a:pt x="174" y="57"/>
                    </a:cubicBezTo>
                    <a:cubicBezTo>
                      <a:pt x="181" y="57"/>
                      <a:pt x="186" y="56"/>
                      <a:pt x="192" y="54"/>
                    </a:cubicBezTo>
                    <a:cubicBezTo>
                      <a:pt x="195" y="54"/>
                      <a:pt x="198" y="54"/>
                      <a:pt x="201" y="53"/>
                    </a:cubicBezTo>
                    <a:cubicBezTo>
                      <a:pt x="204" y="52"/>
                      <a:pt x="207" y="52"/>
                      <a:pt x="211" y="50"/>
                    </a:cubicBezTo>
                    <a:cubicBezTo>
                      <a:pt x="216" y="49"/>
                      <a:pt x="220" y="48"/>
                      <a:pt x="224" y="46"/>
                    </a:cubicBezTo>
                    <a:cubicBezTo>
                      <a:pt x="227" y="45"/>
                      <a:pt x="230" y="43"/>
                      <a:pt x="232" y="42"/>
                    </a:cubicBezTo>
                    <a:cubicBezTo>
                      <a:pt x="233" y="42"/>
                      <a:pt x="234" y="42"/>
                      <a:pt x="234" y="41"/>
                    </a:cubicBezTo>
                    <a:cubicBezTo>
                      <a:pt x="230" y="41"/>
                      <a:pt x="225" y="40"/>
                      <a:pt x="221" y="39"/>
                    </a:cubicBezTo>
                    <a:cubicBezTo>
                      <a:pt x="176" y="34"/>
                      <a:pt x="131" y="31"/>
                      <a:pt x="86" y="27"/>
                    </a:cubicBezTo>
                    <a:cubicBezTo>
                      <a:pt x="64" y="25"/>
                      <a:pt x="41" y="23"/>
                      <a:pt x="19" y="22"/>
                    </a:cubicBezTo>
                    <a:cubicBezTo>
                      <a:pt x="17" y="24"/>
                      <a:pt x="15" y="25"/>
                      <a:pt x="12" y="25"/>
                    </a:cubicBezTo>
                    <a:cubicBezTo>
                      <a:pt x="6" y="26"/>
                      <a:pt x="1" y="21"/>
                      <a:pt x="1" y="15"/>
                    </a:cubicBezTo>
                    <a:cubicBezTo>
                      <a:pt x="0" y="13"/>
                      <a:pt x="0" y="10"/>
                      <a:pt x="1" y="7"/>
                    </a:cubicBezTo>
                    <a:cubicBezTo>
                      <a:pt x="5" y="1"/>
                      <a:pt x="12" y="0"/>
                      <a:pt x="18" y="1"/>
                    </a:cubicBezTo>
                    <a:cubicBezTo>
                      <a:pt x="24" y="1"/>
                      <a:pt x="30" y="1"/>
                      <a:pt x="36" y="1"/>
                    </a:cubicBezTo>
                    <a:cubicBezTo>
                      <a:pt x="47" y="3"/>
                      <a:pt x="59" y="4"/>
                      <a:pt x="70" y="4"/>
                    </a:cubicBezTo>
                    <a:cubicBezTo>
                      <a:pt x="94" y="7"/>
                      <a:pt x="118" y="9"/>
                      <a:pt x="142" y="11"/>
                    </a:cubicBezTo>
                    <a:cubicBezTo>
                      <a:pt x="164" y="13"/>
                      <a:pt x="187" y="15"/>
                      <a:pt x="209" y="17"/>
                    </a:cubicBezTo>
                    <a:cubicBezTo>
                      <a:pt x="215" y="18"/>
                      <a:pt x="220" y="18"/>
                      <a:pt x="225" y="19"/>
                    </a:cubicBezTo>
                    <a:cubicBezTo>
                      <a:pt x="228" y="19"/>
                      <a:pt x="231" y="20"/>
                      <a:pt x="234" y="20"/>
                    </a:cubicBezTo>
                    <a:cubicBezTo>
                      <a:pt x="239" y="21"/>
                      <a:pt x="245" y="21"/>
                      <a:pt x="251" y="23"/>
                    </a:cubicBezTo>
                    <a:cubicBezTo>
                      <a:pt x="256" y="25"/>
                      <a:pt x="260" y="29"/>
                      <a:pt x="262" y="35"/>
                    </a:cubicBezTo>
                    <a:cubicBezTo>
                      <a:pt x="262" y="38"/>
                      <a:pt x="262" y="40"/>
                      <a:pt x="262" y="43"/>
                    </a:cubicBezTo>
                    <a:cubicBezTo>
                      <a:pt x="260" y="46"/>
                      <a:pt x="259" y="49"/>
                      <a:pt x="256" y="51"/>
                    </a:cubicBezTo>
                    <a:cubicBezTo>
                      <a:pt x="255" y="53"/>
                      <a:pt x="252" y="55"/>
                      <a:pt x="249" y="57"/>
                    </a:cubicBezTo>
                    <a:cubicBezTo>
                      <a:pt x="246" y="59"/>
                      <a:pt x="243" y="60"/>
                      <a:pt x="240" y="62"/>
                    </a:cubicBezTo>
                    <a:cubicBezTo>
                      <a:pt x="235" y="65"/>
                      <a:pt x="230" y="67"/>
                      <a:pt x="224" y="68"/>
                    </a:cubicBezTo>
                    <a:cubicBezTo>
                      <a:pt x="214" y="72"/>
                      <a:pt x="203" y="75"/>
                      <a:pt x="191" y="76"/>
                    </a:cubicBezTo>
                    <a:cubicBezTo>
                      <a:pt x="180" y="78"/>
                      <a:pt x="168" y="79"/>
                      <a:pt x="157" y="80"/>
                    </a:cubicBezTo>
                    <a:cubicBezTo>
                      <a:pt x="134" y="82"/>
                      <a:pt x="111" y="84"/>
                      <a:pt x="89" y="87"/>
                    </a:cubicBezTo>
                    <a:cubicBezTo>
                      <a:pt x="85" y="87"/>
                      <a:pt x="82" y="87"/>
                      <a:pt x="78" y="88"/>
                    </a:cubicBezTo>
                    <a:lnTo>
                      <a:pt x="77" y="88"/>
                    </a:lnTo>
                    <a:cubicBezTo>
                      <a:pt x="71" y="88"/>
                      <a:pt x="66" y="82"/>
                      <a:pt x="66" y="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5" name="Google Shape;1075;p13"/>
              <p:cNvSpPr/>
              <p:nvPr/>
            </p:nvSpPr>
            <p:spPr>
              <a:xfrm>
                <a:off x="4155480" y="630720"/>
                <a:ext cx="23040" cy="519480"/>
              </a:xfrm>
              <a:custGeom>
                <a:avLst/>
                <a:gdLst/>
                <a:ahLst/>
                <a:cxnLst/>
                <a:rect l="l" t="t" r="r" b="b"/>
                <a:pathLst>
                  <a:path w="64" h="1443" extrusionOk="0">
                    <a:moveTo>
                      <a:pt x="41" y="1432"/>
                    </a:moveTo>
                    <a:cubicBezTo>
                      <a:pt x="40" y="1401"/>
                      <a:pt x="39" y="1370"/>
                      <a:pt x="38" y="1339"/>
                    </a:cubicBezTo>
                    <a:cubicBezTo>
                      <a:pt x="38" y="1308"/>
                      <a:pt x="36" y="1278"/>
                      <a:pt x="36" y="1248"/>
                    </a:cubicBezTo>
                    <a:cubicBezTo>
                      <a:pt x="35" y="1216"/>
                      <a:pt x="35" y="1184"/>
                      <a:pt x="35" y="1152"/>
                    </a:cubicBezTo>
                    <a:cubicBezTo>
                      <a:pt x="35" y="1153"/>
                      <a:pt x="35" y="1153"/>
                      <a:pt x="35" y="1153"/>
                    </a:cubicBezTo>
                    <a:cubicBezTo>
                      <a:pt x="35" y="1152"/>
                      <a:pt x="35" y="1150"/>
                      <a:pt x="35" y="1148"/>
                    </a:cubicBezTo>
                    <a:lnTo>
                      <a:pt x="35" y="1149"/>
                    </a:lnTo>
                    <a:cubicBezTo>
                      <a:pt x="35" y="1145"/>
                      <a:pt x="35" y="1142"/>
                      <a:pt x="35" y="1138"/>
                    </a:cubicBezTo>
                    <a:cubicBezTo>
                      <a:pt x="35" y="1107"/>
                      <a:pt x="34" y="1076"/>
                      <a:pt x="33" y="1046"/>
                    </a:cubicBezTo>
                    <a:cubicBezTo>
                      <a:pt x="32" y="1016"/>
                      <a:pt x="30" y="986"/>
                      <a:pt x="28" y="956"/>
                    </a:cubicBezTo>
                    <a:cubicBezTo>
                      <a:pt x="27" y="925"/>
                      <a:pt x="24" y="894"/>
                      <a:pt x="22" y="863"/>
                    </a:cubicBezTo>
                    <a:cubicBezTo>
                      <a:pt x="20" y="831"/>
                      <a:pt x="17" y="799"/>
                      <a:pt x="14" y="767"/>
                    </a:cubicBezTo>
                    <a:cubicBezTo>
                      <a:pt x="11" y="737"/>
                      <a:pt x="9" y="706"/>
                      <a:pt x="8" y="676"/>
                    </a:cubicBezTo>
                    <a:cubicBezTo>
                      <a:pt x="7" y="646"/>
                      <a:pt x="6" y="616"/>
                      <a:pt x="6" y="586"/>
                    </a:cubicBezTo>
                    <a:cubicBezTo>
                      <a:pt x="6" y="525"/>
                      <a:pt x="6" y="463"/>
                      <a:pt x="5" y="402"/>
                    </a:cubicBezTo>
                    <a:cubicBezTo>
                      <a:pt x="4" y="359"/>
                      <a:pt x="4" y="315"/>
                      <a:pt x="4" y="273"/>
                    </a:cubicBezTo>
                    <a:lnTo>
                      <a:pt x="4" y="274"/>
                    </a:lnTo>
                    <a:cubicBezTo>
                      <a:pt x="4" y="254"/>
                      <a:pt x="5" y="234"/>
                      <a:pt x="6" y="214"/>
                    </a:cubicBezTo>
                    <a:cubicBezTo>
                      <a:pt x="6" y="194"/>
                      <a:pt x="6" y="175"/>
                      <a:pt x="6" y="155"/>
                    </a:cubicBezTo>
                    <a:cubicBezTo>
                      <a:pt x="6" y="156"/>
                      <a:pt x="6" y="156"/>
                      <a:pt x="6" y="157"/>
                    </a:cubicBezTo>
                    <a:cubicBezTo>
                      <a:pt x="6" y="132"/>
                      <a:pt x="6" y="107"/>
                      <a:pt x="4" y="82"/>
                    </a:cubicBezTo>
                    <a:cubicBezTo>
                      <a:pt x="4" y="77"/>
                      <a:pt x="4" y="71"/>
                      <a:pt x="4" y="66"/>
                    </a:cubicBezTo>
                    <a:cubicBezTo>
                      <a:pt x="4" y="59"/>
                      <a:pt x="3" y="52"/>
                      <a:pt x="3" y="46"/>
                    </a:cubicBezTo>
                    <a:cubicBezTo>
                      <a:pt x="2" y="39"/>
                      <a:pt x="2" y="33"/>
                      <a:pt x="2" y="28"/>
                    </a:cubicBezTo>
                    <a:cubicBezTo>
                      <a:pt x="1" y="22"/>
                      <a:pt x="0" y="17"/>
                      <a:pt x="1" y="11"/>
                    </a:cubicBezTo>
                    <a:cubicBezTo>
                      <a:pt x="1" y="5"/>
                      <a:pt x="7" y="0"/>
                      <a:pt x="13" y="1"/>
                    </a:cubicBezTo>
                    <a:cubicBezTo>
                      <a:pt x="19" y="1"/>
                      <a:pt x="24" y="8"/>
                      <a:pt x="23" y="14"/>
                    </a:cubicBezTo>
                    <a:lnTo>
                      <a:pt x="23" y="15"/>
                    </a:lnTo>
                    <a:cubicBezTo>
                      <a:pt x="22" y="15"/>
                      <a:pt x="22" y="17"/>
                      <a:pt x="22" y="17"/>
                    </a:cubicBezTo>
                    <a:cubicBezTo>
                      <a:pt x="23" y="35"/>
                      <a:pt x="24" y="52"/>
                      <a:pt x="25" y="70"/>
                    </a:cubicBezTo>
                    <a:cubicBezTo>
                      <a:pt x="25" y="89"/>
                      <a:pt x="26" y="109"/>
                      <a:pt x="26" y="128"/>
                    </a:cubicBezTo>
                    <a:lnTo>
                      <a:pt x="26" y="127"/>
                    </a:lnTo>
                    <a:cubicBezTo>
                      <a:pt x="26" y="136"/>
                      <a:pt x="26" y="145"/>
                      <a:pt x="26" y="154"/>
                    </a:cubicBezTo>
                    <a:lnTo>
                      <a:pt x="26" y="155"/>
                    </a:lnTo>
                    <a:cubicBezTo>
                      <a:pt x="26" y="175"/>
                      <a:pt x="25" y="195"/>
                      <a:pt x="25" y="214"/>
                    </a:cubicBezTo>
                    <a:cubicBezTo>
                      <a:pt x="25" y="234"/>
                      <a:pt x="25" y="254"/>
                      <a:pt x="24" y="274"/>
                    </a:cubicBezTo>
                    <a:cubicBezTo>
                      <a:pt x="24" y="274"/>
                      <a:pt x="24" y="273"/>
                      <a:pt x="24" y="272"/>
                    </a:cubicBezTo>
                    <a:cubicBezTo>
                      <a:pt x="24" y="280"/>
                      <a:pt x="24" y="287"/>
                      <a:pt x="24" y="294"/>
                    </a:cubicBezTo>
                    <a:cubicBezTo>
                      <a:pt x="24" y="295"/>
                      <a:pt x="24" y="296"/>
                      <a:pt x="24" y="298"/>
                    </a:cubicBezTo>
                    <a:cubicBezTo>
                      <a:pt x="24" y="297"/>
                      <a:pt x="24" y="297"/>
                      <a:pt x="24" y="297"/>
                    </a:cubicBezTo>
                    <a:cubicBezTo>
                      <a:pt x="25" y="328"/>
                      <a:pt x="25" y="359"/>
                      <a:pt x="25" y="389"/>
                    </a:cubicBezTo>
                    <a:cubicBezTo>
                      <a:pt x="25" y="420"/>
                      <a:pt x="25" y="451"/>
                      <a:pt x="25" y="482"/>
                    </a:cubicBezTo>
                    <a:cubicBezTo>
                      <a:pt x="26" y="512"/>
                      <a:pt x="26" y="542"/>
                      <a:pt x="27" y="572"/>
                    </a:cubicBezTo>
                    <a:cubicBezTo>
                      <a:pt x="27" y="588"/>
                      <a:pt x="27" y="603"/>
                      <a:pt x="27" y="618"/>
                    </a:cubicBezTo>
                    <a:cubicBezTo>
                      <a:pt x="27" y="634"/>
                      <a:pt x="27" y="649"/>
                      <a:pt x="28" y="665"/>
                    </a:cubicBezTo>
                    <a:cubicBezTo>
                      <a:pt x="29" y="682"/>
                      <a:pt x="29" y="698"/>
                      <a:pt x="30" y="715"/>
                    </a:cubicBezTo>
                    <a:cubicBezTo>
                      <a:pt x="31" y="730"/>
                      <a:pt x="32" y="745"/>
                      <a:pt x="34" y="761"/>
                    </a:cubicBezTo>
                    <a:cubicBezTo>
                      <a:pt x="36" y="790"/>
                      <a:pt x="39" y="819"/>
                      <a:pt x="41" y="849"/>
                    </a:cubicBezTo>
                    <a:cubicBezTo>
                      <a:pt x="44" y="880"/>
                      <a:pt x="46" y="911"/>
                      <a:pt x="48" y="942"/>
                    </a:cubicBezTo>
                    <a:cubicBezTo>
                      <a:pt x="50" y="975"/>
                      <a:pt x="52" y="1007"/>
                      <a:pt x="53" y="1039"/>
                    </a:cubicBezTo>
                    <a:cubicBezTo>
                      <a:pt x="55" y="1058"/>
                      <a:pt x="55" y="1076"/>
                      <a:pt x="55" y="1094"/>
                    </a:cubicBezTo>
                    <a:cubicBezTo>
                      <a:pt x="56" y="1114"/>
                      <a:pt x="56" y="1134"/>
                      <a:pt x="56" y="1154"/>
                    </a:cubicBezTo>
                    <a:cubicBezTo>
                      <a:pt x="56" y="1213"/>
                      <a:pt x="58" y="1273"/>
                      <a:pt x="59" y="1333"/>
                    </a:cubicBezTo>
                    <a:cubicBezTo>
                      <a:pt x="60" y="1366"/>
                      <a:pt x="61" y="1398"/>
                      <a:pt x="62" y="1431"/>
                    </a:cubicBezTo>
                    <a:cubicBezTo>
                      <a:pt x="63" y="1436"/>
                      <a:pt x="58" y="1442"/>
                      <a:pt x="52" y="1442"/>
                    </a:cubicBezTo>
                    <a:cubicBezTo>
                      <a:pt x="46" y="1442"/>
                      <a:pt x="41" y="1438"/>
                      <a:pt x="41" y="14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6" name="Google Shape;1076;p13"/>
              <p:cNvSpPr/>
              <p:nvPr/>
            </p:nvSpPr>
            <p:spPr>
              <a:xfrm>
                <a:off x="3905640" y="756720"/>
                <a:ext cx="381240" cy="299520"/>
              </a:xfrm>
              <a:custGeom>
                <a:avLst/>
                <a:gdLst/>
                <a:ahLst/>
                <a:cxnLst/>
                <a:rect l="l" t="t" r="r" b="b"/>
                <a:pathLst>
                  <a:path w="1059" h="832" extrusionOk="0">
                    <a:moveTo>
                      <a:pt x="1044" y="831"/>
                    </a:moveTo>
                    <a:cubicBezTo>
                      <a:pt x="1027" y="828"/>
                      <a:pt x="1010" y="825"/>
                      <a:pt x="993" y="823"/>
                    </a:cubicBezTo>
                    <a:cubicBezTo>
                      <a:pt x="994" y="823"/>
                      <a:pt x="994" y="823"/>
                      <a:pt x="995" y="823"/>
                    </a:cubicBezTo>
                    <a:cubicBezTo>
                      <a:pt x="950" y="817"/>
                      <a:pt x="905" y="812"/>
                      <a:pt x="860" y="807"/>
                    </a:cubicBezTo>
                    <a:cubicBezTo>
                      <a:pt x="835" y="804"/>
                      <a:pt x="811" y="802"/>
                      <a:pt x="787" y="799"/>
                    </a:cubicBezTo>
                    <a:cubicBezTo>
                      <a:pt x="776" y="797"/>
                      <a:pt x="765" y="796"/>
                      <a:pt x="754" y="795"/>
                    </a:cubicBezTo>
                    <a:cubicBezTo>
                      <a:pt x="742" y="793"/>
                      <a:pt x="730" y="792"/>
                      <a:pt x="719" y="790"/>
                    </a:cubicBezTo>
                    <a:cubicBezTo>
                      <a:pt x="697" y="786"/>
                      <a:pt x="674" y="783"/>
                      <a:pt x="651" y="779"/>
                    </a:cubicBezTo>
                    <a:cubicBezTo>
                      <a:pt x="628" y="775"/>
                      <a:pt x="605" y="770"/>
                      <a:pt x="582" y="765"/>
                    </a:cubicBezTo>
                    <a:cubicBezTo>
                      <a:pt x="536" y="756"/>
                      <a:pt x="491" y="746"/>
                      <a:pt x="445" y="736"/>
                    </a:cubicBezTo>
                    <a:cubicBezTo>
                      <a:pt x="423" y="732"/>
                      <a:pt x="401" y="726"/>
                      <a:pt x="378" y="721"/>
                    </a:cubicBezTo>
                    <a:cubicBezTo>
                      <a:pt x="367" y="718"/>
                      <a:pt x="356" y="715"/>
                      <a:pt x="345" y="712"/>
                    </a:cubicBezTo>
                    <a:cubicBezTo>
                      <a:pt x="339" y="710"/>
                      <a:pt x="334" y="709"/>
                      <a:pt x="328" y="707"/>
                    </a:cubicBezTo>
                    <a:cubicBezTo>
                      <a:pt x="323" y="705"/>
                      <a:pt x="317" y="704"/>
                      <a:pt x="311" y="701"/>
                    </a:cubicBezTo>
                    <a:cubicBezTo>
                      <a:pt x="305" y="700"/>
                      <a:pt x="299" y="697"/>
                      <a:pt x="293" y="696"/>
                    </a:cubicBezTo>
                    <a:cubicBezTo>
                      <a:pt x="288" y="693"/>
                      <a:pt x="282" y="691"/>
                      <a:pt x="276" y="689"/>
                    </a:cubicBezTo>
                    <a:cubicBezTo>
                      <a:pt x="265" y="684"/>
                      <a:pt x="255" y="679"/>
                      <a:pt x="244" y="673"/>
                    </a:cubicBezTo>
                    <a:cubicBezTo>
                      <a:pt x="234" y="668"/>
                      <a:pt x="224" y="662"/>
                      <a:pt x="214" y="657"/>
                    </a:cubicBezTo>
                    <a:cubicBezTo>
                      <a:pt x="205" y="652"/>
                      <a:pt x="195" y="647"/>
                      <a:pt x="186" y="641"/>
                    </a:cubicBezTo>
                    <a:cubicBezTo>
                      <a:pt x="181" y="637"/>
                      <a:pt x="176" y="634"/>
                      <a:pt x="170" y="630"/>
                    </a:cubicBezTo>
                    <a:cubicBezTo>
                      <a:pt x="165" y="627"/>
                      <a:pt x="160" y="623"/>
                      <a:pt x="155" y="620"/>
                    </a:cubicBezTo>
                    <a:cubicBezTo>
                      <a:pt x="145" y="613"/>
                      <a:pt x="137" y="606"/>
                      <a:pt x="128" y="598"/>
                    </a:cubicBezTo>
                    <a:cubicBezTo>
                      <a:pt x="111" y="583"/>
                      <a:pt x="94" y="567"/>
                      <a:pt x="78" y="551"/>
                    </a:cubicBezTo>
                    <a:cubicBezTo>
                      <a:pt x="66" y="537"/>
                      <a:pt x="52" y="522"/>
                      <a:pt x="40" y="507"/>
                    </a:cubicBezTo>
                    <a:cubicBezTo>
                      <a:pt x="35" y="500"/>
                      <a:pt x="30" y="493"/>
                      <a:pt x="26" y="485"/>
                    </a:cubicBezTo>
                    <a:cubicBezTo>
                      <a:pt x="25" y="485"/>
                      <a:pt x="25" y="484"/>
                      <a:pt x="25" y="483"/>
                    </a:cubicBezTo>
                    <a:cubicBezTo>
                      <a:pt x="25" y="483"/>
                      <a:pt x="25" y="484"/>
                      <a:pt x="25" y="485"/>
                    </a:cubicBezTo>
                    <a:cubicBezTo>
                      <a:pt x="25" y="483"/>
                      <a:pt x="24" y="483"/>
                      <a:pt x="24" y="482"/>
                    </a:cubicBezTo>
                    <a:cubicBezTo>
                      <a:pt x="24" y="481"/>
                      <a:pt x="24" y="481"/>
                      <a:pt x="23" y="481"/>
                    </a:cubicBezTo>
                    <a:cubicBezTo>
                      <a:pt x="20" y="475"/>
                      <a:pt x="16" y="468"/>
                      <a:pt x="14" y="461"/>
                    </a:cubicBezTo>
                    <a:cubicBezTo>
                      <a:pt x="11" y="454"/>
                      <a:pt x="8" y="447"/>
                      <a:pt x="7" y="440"/>
                    </a:cubicBezTo>
                    <a:cubicBezTo>
                      <a:pt x="4" y="433"/>
                      <a:pt x="3" y="426"/>
                      <a:pt x="2" y="420"/>
                    </a:cubicBezTo>
                    <a:cubicBezTo>
                      <a:pt x="1" y="413"/>
                      <a:pt x="0" y="405"/>
                      <a:pt x="0" y="398"/>
                    </a:cubicBezTo>
                    <a:lnTo>
                      <a:pt x="0" y="397"/>
                    </a:lnTo>
                    <a:lnTo>
                      <a:pt x="0" y="398"/>
                    </a:lnTo>
                    <a:cubicBezTo>
                      <a:pt x="0" y="396"/>
                      <a:pt x="0" y="394"/>
                      <a:pt x="0" y="393"/>
                    </a:cubicBezTo>
                    <a:lnTo>
                      <a:pt x="0" y="394"/>
                    </a:lnTo>
                    <a:cubicBezTo>
                      <a:pt x="0" y="382"/>
                      <a:pt x="1" y="370"/>
                      <a:pt x="5" y="359"/>
                    </a:cubicBezTo>
                    <a:cubicBezTo>
                      <a:pt x="7" y="353"/>
                      <a:pt x="8" y="348"/>
                      <a:pt x="11" y="342"/>
                    </a:cubicBezTo>
                    <a:cubicBezTo>
                      <a:pt x="14" y="337"/>
                      <a:pt x="17" y="331"/>
                      <a:pt x="20" y="327"/>
                    </a:cubicBezTo>
                    <a:cubicBezTo>
                      <a:pt x="26" y="317"/>
                      <a:pt x="33" y="308"/>
                      <a:pt x="42" y="300"/>
                    </a:cubicBezTo>
                    <a:cubicBezTo>
                      <a:pt x="49" y="292"/>
                      <a:pt x="57" y="284"/>
                      <a:pt x="66" y="277"/>
                    </a:cubicBezTo>
                    <a:cubicBezTo>
                      <a:pt x="74" y="270"/>
                      <a:pt x="82" y="262"/>
                      <a:pt x="91" y="255"/>
                    </a:cubicBezTo>
                    <a:cubicBezTo>
                      <a:pt x="94" y="253"/>
                      <a:pt x="96" y="250"/>
                      <a:pt x="99" y="248"/>
                    </a:cubicBezTo>
                    <a:cubicBezTo>
                      <a:pt x="104" y="245"/>
                      <a:pt x="109" y="242"/>
                      <a:pt x="114" y="239"/>
                    </a:cubicBezTo>
                    <a:cubicBezTo>
                      <a:pt x="119" y="237"/>
                      <a:pt x="124" y="235"/>
                      <a:pt x="130" y="232"/>
                    </a:cubicBezTo>
                    <a:cubicBezTo>
                      <a:pt x="141" y="228"/>
                      <a:pt x="152" y="225"/>
                      <a:pt x="163" y="221"/>
                    </a:cubicBezTo>
                    <a:cubicBezTo>
                      <a:pt x="175" y="217"/>
                      <a:pt x="186" y="214"/>
                      <a:pt x="197" y="210"/>
                    </a:cubicBezTo>
                    <a:cubicBezTo>
                      <a:pt x="219" y="203"/>
                      <a:pt x="240" y="196"/>
                      <a:pt x="261" y="189"/>
                    </a:cubicBezTo>
                    <a:cubicBezTo>
                      <a:pt x="285" y="182"/>
                      <a:pt x="307" y="174"/>
                      <a:pt x="331" y="165"/>
                    </a:cubicBezTo>
                    <a:cubicBezTo>
                      <a:pt x="373" y="150"/>
                      <a:pt x="414" y="131"/>
                      <a:pt x="457" y="119"/>
                    </a:cubicBezTo>
                    <a:cubicBezTo>
                      <a:pt x="503" y="105"/>
                      <a:pt x="549" y="93"/>
                      <a:pt x="595" y="81"/>
                    </a:cubicBezTo>
                    <a:cubicBezTo>
                      <a:pt x="617" y="76"/>
                      <a:pt x="639" y="71"/>
                      <a:pt x="661" y="66"/>
                    </a:cubicBezTo>
                    <a:cubicBezTo>
                      <a:pt x="684" y="60"/>
                      <a:pt x="707" y="55"/>
                      <a:pt x="730" y="51"/>
                    </a:cubicBezTo>
                    <a:cubicBezTo>
                      <a:pt x="748" y="47"/>
                      <a:pt x="765" y="44"/>
                      <a:pt x="783" y="40"/>
                    </a:cubicBezTo>
                    <a:cubicBezTo>
                      <a:pt x="803" y="36"/>
                      <a:pt x="821" y="32"/>
                      <a:pt x="840" y="28"/>
                    </a:cubicBezTo>
                    <a:lnTo>
                      <a:pt x="839" y="28"/>
                    </a:lnTo>
                    <a:cubicBezTo>
                      <a:pt x="849" y="26"/>
                      <a:pt x="858" y="23"/>
                      <a:pt x="867" y="20"/>
                    </a:cubicBezTo>
                    <a:cubicBezTo>
                      <a:pt x="876" y="17"/>
                      <a:pt x="885" y="14"/>
                      <a:pt x="893" y="12"/>
                    </a:cubicBezTo>
                    <a:cubicBezTo>
                      <a:pt x="897" y="10"/>
                      <a:pt x="900" y="9"/>
                      <a:pt x="903" y="7"/>
                    </a:cubicBezTo>
                    <a:cubicBezTo>
                      <a:pt x="905" y="3"/>
                      <a:pt x="910" y="0"/>
                      <a:pt x="915" y="1"/>
                    </a:cubicBezTo>
                    <a:cubicBezTo>
                      <a:pt x="921" y="2"/>
                      <a:pt x="924" y="8"/>
                      <a:pt x="923" y="14"/>
                    </a:cubicBezTo>
                    <a:cubicBezTo>
                      <a:pt x="921" y="23"/>
                      <a:pt x="913" y="27"/>
                      <a:pt x="905" y="30"/>
                    </a:cubicBezTo>
                    <a:cubicBezTo>
                      <a:pt x="900" y="32"/>
                      <a:pt x="895" y="34"/>
                      <a:pt x="889" y="35"/>
                    </a:cubicBezTo>
                    <a:cubicBezTo>
                      <a:pt x="878" y="39"/>
                      <a:pt x="867" y="42"/>
                      <a:pt x="855" y="45"/>
                    </a:cubicBezTo>
                    <a:cubicBezTo>
                      <a:pt x="832" y="51"/>
                      <a:pt x="808" y="56"/>
                      <a:pt x="785" y="60"/>
                    </a:cubicBezTo>
                    <a:cubicBezTo>
                      <a:pt x="762" y="65"/>
                      <a:pt x="740" y="69"/>
                      <a:pt x="718" y="74"/>
                    </a:cubicBezTo>
                    <a:cubicBezTo>
                      <a:pt x="696" y="79"/>
                      <a:pt x="674" y="83"/>
                      <a:pt x="652" y="88"/>
                    </a:cubicBezTo>
                    <a:cubicBezTo>
                      <a:pt x="619" y="97"/>
                      <a:pt x="585" y="105"/>
                      <a:pt x="552" y="113"/>
                    </a:cubicBezTo>
                    <a:lnTo>
                      <a:pt x="553" y="113"/>
                    </a:lnTo>
                    <a:cubicBezTo>
                      <a:pt x="530" y="119"/>
                      <a:pt x="508" y="125"/>
                      <a:pt x="486" y="132"/>
                    </a:cubicBezTo>
                    <a:cubicBezTo>
                      <a:pt x="475" y="135"/>
                      <a:pt x="464" y="139"/>
                      <a:pt x="452" y="142"/>
                    </a:cubicBezTo>
                    <a:cubicBezTo>
                      <a:pt x="441" y="146"/>
                      <a:pt x="430" y="150"/>
                      <a:pt x="419" y="153"/>
                    </a:cubicBezTo>
                    <a:cubicBezTo>
                      <a:pt x="398" y="161"/>
                      <a:pt x="377" y="169"/>
                      <a:pt x="356" y="177"/>
                    </a:cubicBezTo>
                    <a:cubicBezTo>
                      <a:pt x="334" y="186"/>
                      <a:pt x="310" y="194"/>
                      <a:pt x="288" y="202"/>
                    </a:cubicBezTo>
                    <a:cubicBezTo>
                      <a:pt x="267" y="209"/>
                      <a:pt x="246" y="215"/>
                      <a:pt x="226" y="222"/>
                    </a:cubicBezTo>
                    <a:cubicBezTo>
                      <a:pt x="203" y="229"/>
                      <a:pt x="180" y="237"/>
                      <a:pt x="158" y="245"/>
                    </a:cubicBezTo>
                    <a:cubicBezTo>
                      <a:pt x="151" y="247"/>
                      <a:pt x="145" y="249"/>
                      <a:pt x="138" y="252"/>
                    </a:cubicBezTo>
                    <a:cubicBezTo>
                      <a:pt x="132" y="254"/>
                      <a:pt x="126" y="257"/>
                      <a:pt x="120" y="261"/>
                    </a:cubicBezTo>
                    <a:cubicBezTo>
                      <a:pt x="117" y="263"/>
                      <a:pt x="114" y="264"/>
                      <a:pt x="112" y="266"/>
                    </a:cubicBezTo>
                    <a:cubicBezTo>
                      <a:pt x="95" y="279"/>
                      <a:pt x="80" y="293"/>
                      <a:pt x="64" y="307"/>
                    </a:cubicBezTo>
                    <a:cubicBezTo>
                      <a:pt x="57" y="314"/>
                      <a:pt x="51" y="321"/>
                      <a:pt x="45" y="328"/>
                    </a:cubicBezTo>
                    <a:cubicBezTo>
                      <a:pt x="42" y="333"/>
                      <a:pt x="39" y="338"/>
                      <a:pt x="36" y="343"/>
                    </a:cubicBezTo>
                    <a:cubicBezTo>
                      <a:pt x="34" y="346"/>
                      <a:pt x="32" y="349"/>
                      <a:pt x="31" y="352"/>
                    </a:cubicBezTo>
                    <a:cubicBezTo>
                      <a:pt x="29" y="357"/>
                      <a:pt x="27" y="362"/>
                      <a:pt x="26" y="366"/>
                    </a:cubicBezTo>
                    <a:cubicBezTo>
                      <a:pt x="25" y="369"/>
                      <a:pt x="25" y="372"/>
                      <a:pt x="24" y="376"/>
                    </a:cubicBezTo>
                    <a:cubicBezTo>
                      <a:pt x="23" y="381"/>
                      <a:pt x="22" y="387"/>
                      <a:pt x="22" y="393"/>
                    </a:cubicBezTo>
                    <a:cubicBezTo>
                      <a:pt x="22" y="400"/>
                      <a:pt x="23" y="406"/>
                      <a:pt x="24" y="412"/>
                    </a:cubicBezTo>
                    <a:cubicBezTo>
                      <a:pt x="24" y="416"/>
                      <a:pt x="25" y="419"/>
                      <a:pt x="25" y="422"/>
                    </a:cubicBezTo>
                    <a:cubicBezTo>
                      <a:pt x="26" y="426"/>
                      <a:pt x="27" y="430"/>
                      <a:pt x="28" y="433"/>
                    </a:cubicBezTo>
                    <a:cubicBezTo>
                      <a:pt x="29" y="437"/>
                      <a:pt x="29" y="440"/>
                      <a:pt x="31" y="443"/>
                    </a:cubicBezTo>
                    <a:cubicBezTo>
                      <a:pt x="32" y="447"/>
                      <a:pt x="33" y="450"/>
                      <a:pt x="35" y="454"/>
                    </a:cubicBezTo>
                    <a:cubicBezTo>
                      <a:pt x="36" y="457"/>
                      <a:pt x="38" y="461"/>
                      <a:pt x="39" y="464"/>
                    </a:cubicBezTo>
                    <a:cubicBezTo>
                      <a:pt x="41" y="468"/>
                      <a:pt x="43" y="471"/>
                      <a:pt x="45" y="474"/>
                    </a:cubicBezTo>
                    <a:cubicBezTo>
                      <a:pt x="47" y="478"/>
                      <a:pt x="50" y="482"/>
                      <a:pt x="52" y="486"/>
                    </a:cubicBezTo>
                    <a:cubicBezTo>
                      <a:pt x="55" y="490"/>
                      <a:pt x="57" y="493"/>
                      <a:pt x="60" y="497"/>
                    </a:cubicBezTo>
                    <a:cubicBezTo>
                      <a:pt x="65" y="503"/>
                      <a:pt x="71" y="510"/>
                      <a:pt x="76" y="515"/>
                    </a:cubicBezTo>
                    <a:cubicBezTo>
                      <a:pt x="82" y="522"/>
                      <a:pt x="88" y="529"/>
                      <a:pt x="95" y="536"/>
                    </a:cubicBezTo>
                    <a:cubicBezTo>
                      <a:pt x="115" y="556"/>
                      <a:pt x="135" y="576"/>
                      <a:pt x="158" y="594"/>
                    </a:cubicBezTo>
                    <a:cubicBezTo>
                      <a:pt x="164" y="599"/>
                      <a:pt x="170" y="604"/>
                      <a:pt x="177" y="609"/>
                    </a:cubicBezTo>
                    <a:cubicBezTo>
                      <a:pt x="184" y="613"/>
                      <a:pt x="191" y="618"/>
                      <a:pt x="199" y="623"/>
                    </a:cubicBezTo>
                    <a:lnTo>
                      <a:pt x="200" y="623"/>
                    </a:lnTo>
                    <a:cubicBezTo>
                      <a:pt x="200" y="624"/>
                      <a:pt x="200" y="624"/>
                      <a:pt x="201" y="624"/>
                    </a:cubicBezTo>
                    <a:cubicBezTo>
                      <a:pt x="200" y="624"/>
                      <a:pt x="200" y="624"/>
                      <a:pt x="200" y="623"/>
                    </a:cubicBezTo>
                    <a:cubicBezTo>
                      <a:pt x="202" y="625"/>
                      <a:pt x="205" y="626"/>
                      <a:pt x="207" y="628"/>
                    </a:cubicBezTo>
                    <a:cubicBezTo>
                      <a:pt x="208" y="628"/>
                      <a:pt x="208" y="629"/>
                      <a:pt x="208" y="629"/>
                    </a:cubicBezTo>
                    <a:lnTo>
                      <a:pt x="209" y="629"/>
                    </a:lnTo>
                    <a:cubicBezTo>
                      <a:pt x="208" y="629"/>
                      <a:pt x="208" y="629"/>
                      <a:pt x="208" y="629"/>
                    </a:cubicBezTo>
                    <a:cubicBezTo>
                      <a:pt x="209" y="629"/>
                      <a:pt x="209" y="629"/>
                      <a:pt x="209" y="629"/>
                    </a:cubicBezTo>
                    <a:cubicBezTo>
                      <a:pt x="210" y="630"/>
                      <a:pt x="211" y="630"/>
                      <a:pt x="211" y="630"/>
                    </a:cubicBezTo>
                    <a:cubicBezTo>
                      <a:pt x="223" y="637"/>
                      <a:pt x="236" y="644"/>
                      <a:pt x="248" y="651"/>
                    </a:cubicBezTo>
                    <a:cubicBezTo>
                      <a:pt x="254" y="654"/>
                      <a:pt x="260" y="657"/>
                      <a:pt x="267" y="660"/>
                    </a:cubicBezTo>
                    <a:cubicBezTo>
                      <a:pt x="272" y="663"/>
                      <a:pt x="278" y="665"/>
                      <a:pt x="284" y="668"/>
                    </a:cubicBezTo>
                    <a:cubicBezTo>
                      <a:pt x="289" y="670"/>
                      <a:pt x="295" y="673"/>
                      <a:pt x="301" y="675"/>
                    </a:cubicBezTo>
                    <a:cubicBezTo>
                      <a:pt x="307" y="677"/>
                      <a:pt x="313" y="679"/>
                      <a:pt x="318" y="682"/>
                    </a:cubicBezTo>
                    <a:cubicBezTo>
                      <a:pt x="324" y="684"/>
                      <a:pt x="331" y="686"/>
                      <a:pt x="336" y="687"/>
                    </a:cubicBezTo>
                    <a:cubicBezTo>
                      <a:pt x="342" y="689"/>
                      <a:pt x="348" y="691"/>
                      <a:pt x="354" y="693"/>
                    </a:cubicBezTo>
                    <a:cubicBezTo>
                      <a:pt x="398" y="704"/>
                      <a:pt x="444" y="714"/>
                      <a:pt x="489" y="723"/>
                    </a:cubicBezTo>
                    <a:cubicBezTo>
                      <a:pt x="534" y="733"/>
                      <a:pt x="578" y="743"/>
                      <a:pt x="623" y="752"/>
                    </a:cubicBezTo>
                    <a:cubicBezTo>
                      <a:pt x="641" y="756"/>
                      <a:pt x="657" y="759"/>
                      <a:pt x="675" y="762"/>
                    </a:cubicBezTo>
                    <a:cubicBezTo>
                      <a:pt x="691" y="764"/>
                      <a:pt x="707" y="767"/>
                      <a:pt x="723" y="769"/>
                    </a:cubicBezTo>
                    <a:lnTo>
                      <a:pt x="722" y="769"/>
                    </a:lnTo>
                    <a:cubicBezTo>
                      <a:pt x="768" y="775"/>
                      <a:pt x="815" y="781"/>
                      <a:pt x="862" y="786"/>
                    </a:cubicBezTo>
                    <a:cubicBezTo>
                      <a:pt x="907" y="791"/>
                      <a:pt x="952" y="796"/>
                      <a:pt x="997" y="802"/>
                    </a:cubicBezTo>
                    <a:cubicBezTo>
                      <a:pt x="1014" y="804"/>
                      <a:pt x="1031" y="806"/>
                      <a:pt x="1048" y="809"/>
                    </a:cubicBezTo>
                    <a:cubicBezTo>
                      <a:pt x="1054" y="810"/>
                      <a:pt x="1058" y="816"/>
                      <a:pt x="1057" y="822"/>
                    </a:cubicBezTo>
                    <a:cubicBezTo>
                      <a:pt x="1056" y="827"/>
                      <a:pt x="1051" y="831"/>
                      <a:pt x="1046" y="831"/>
                    </a:cubicBezTo>
                    <a:lnTo>
                      <a:pt x="1044" y="83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7" name="Google Shape;1077;p13"/>
              <p:cNvSpPr/>
              <p:nvPr/>
            </p:nvSpPr>
            <p:spPr>
              <a:xfrm>
                <a:off x="3659040" y="926640"/>
                <a:ext cx="34200" cy="51480"/>
              </a:xfrm>
              <a:custGeom>
                <a:avLst/>
                <a:gdLst/>
                <a:ahLst/>
                <a:cxnLst/>
                <a:rect l="l" t="t" r="r" b="b"/>
                <a:pathLst>
                  <a:path w="95" h="143" extrusionOk="0">
                    <a:moveTo>
                      <a:pt x="67" y="142"/>
                    </a:moveTo>
                    <a:cubicBezTo>
                      <a:pt x="61" y="141"/>
                      <a:pt x="56" y="136"/>
                      <a:pt x="57" y="130"/>
                    </a:cubicBezTo>
                    <a:cubicBezTo>
                      <a:pt x="58" y="111"/>
                      <a:pt x="60" y="92"/>
                      <a:pt x="61" y="73"/>
                    </a:cubicBezTo>
                    <a:cubicBezTo>
                      <a:pt x="63" y="66"/>
                      <a:pt x="63" y="59"/>
                      <a:pt x="64" y="52"/>
                    </a:cubicBezTo>
                    <a:cubicBezTo>
                      <a:pt x="62" y="54"/>
                      <a:pt x="59" y="57"/>
                      <a:pt x="57" y="59"/>
                    </a:cubicBezTo>
                    <a:cubicBezTo>
                      <a:pt x="51" y="64"/>
                      <a:pt x="46" y="70"/>
                      <a:pt x="40" y="74"/>
                    </a:cubicBezTo>
                    <a:cubicBezTo>
                      <a:pt x="33" y="80"/>
                      <a:pt x="28" y="85"/>
                      <a:pt x="21" y="91"/>
                    </a:cubicBezTo>
                    <a:cubicBezTo>
                      <a:pt x="19" y="95"/>
                      <a:pt x="14" y="97"/>
                      <a:pt x="10" y="96"/>
                    </a:cubicBezTo>
                    <a:cubicBezTo>
                      <a:pt x="4" y="95"/>
                      <a:pt x="0" y="89"/>
                      <a:pt x="1" y="83"/>
                    </a:cubicBezTo>
                    <a:cubicBezTo>
                      <a:pt x="3" y="77"/>
                      <a:pt x="8" y="74"/>
                      <a:pt x="13" y="70"/>
                    </a:cubicBezTo>
                    <a:cubicBezTo>
                      <a:pt x="17" y="66"/>
                      <a:pt x="21" y="63"/>
                      <a:pt x="25" y="59"/>
                    </a:cubicBezTo>
                    <a:cubicBezTo>
                      <a:pt x="32" y="53"/>
                      <a:pt x="39" y="46"/>
                      <a:pt x="46" y="41"/>
                    </a:cubicBezTo>
                    <a:cubicBezTo>
                      <a:pt x="52" y="34"/>
                      <a:pt x="58" y="28"/>
                      <a:pt x="63" y="21"/>
                    </a:cubicBezTo>
                    <a:cubicBezTo>
                      <a:pt x="65" y="19"/>
                      <a:pt x="66" y="17"/>
                      <a:pt x="67" y="16"/>
                    </a:cubicBezTo>
                    <a:cubicBezTo>
                      <a:pt x="70" y="13"/>
                      <a:pt x="72" y="9"/>
                      <a:pt x="75" y="6"/>
                    </a:cubicBezTo>
                    <a:cubicBezTo>
                      <a:pt x="82" y="0"/>
                      <a:pt x="93" y="5"/>
                      <a:pt x="94" y="14"/>
                    </a:cubicBezTo>
                    <a:cubicBezTo>
                      <a:pt x="94" y="16"/>
                      <a:pt x="94" y="17"/>
                      <a:pt x="94" y="18"/>
                    </a:cubicBezTo>
                    <a:cubicBezTo>
                      <a:pt x="93" y="21"/>
                      <a:pt x="92" y="22"/>
                      <a:pt x="92" y="25"/>
                    </a:cubicBezTo>
                    <a:cubicBezTo>
                      <a:pt x="91" y="27"/>
                      <a:pt x="91" y="28"/>
                      <a:pt x="91" y="30"/>
                    </a:cubicBezTo>
                    <a:cubicBezTo>
                      <a:pt x="89" y="34"/>
                      <a:pt x="89" y="37"/>
                      <a:pt x="88" y="41"/>
                    </a:cubicBezTo>
                    <a:cubicBezTo>
                      <a:pt x="87" y="47"/>
                      <a:pt x="85" y="54"/>
                      <a:pt x="84" y="61"/>
                    </a:cubicBezTo>
                    <a:cubicBezTo>
                      <a:pt x="81" y="84"/>
                      <a:pt x="79" y="108"/>
                      <a:pt x="78" y="132"/>
                    </a:cubicBezTo>
                    <a:cubicBezTo>
                      <a:pt x="78" y="137"/>
                      <a:pt x="73" y="142"/>
                      <a:pt x="67" y="1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8" name="Google Shape;1078;p13"/>
              <p:cNvSpPr/>
              <p:nvPr/>
            </p:nvSpPr>
            <p:spPr>
              <a:xfrm>
                <a:off x="3857760" y="930240"/>
                <a:ext cx="45720" cy="73440"/>
              </a:xfrm>
              <a:custGeom>
                <a:avLst/>
                <a:gdLst/>
                <a:ahLst/>
                <a:cxnLst/>
                <a:rect l="l" t="t" r="r" b="b"/>
                <a:pathLst>
                  <a:path w="127" h="204" extrusionOk="0">
                    <a:moveTo>
                      <a:pt x="18" y="202"/>
                    </a:moveTo>
                    <a:cubicBezTo>
                      <a:pt x="15" y="202"/>
                      <a:pt x="12" y="201"/>
                      <a:pt x="9" y="200"/>
                    </a:cubicBezTo>
                    <a:cubicBezTo>
                      <a:pt x="3" y="198"/>
                      <a:pt x="0" y="191"/>
                      <a:pt x="2" y="186"/>
                    </a:cubicBezTo>
                    <a:cubicBezTo>
                      <a:pt x="4" y="180"/>
                      <a:pt x="10" y="177"/>
                      <a:pt x="16" y="179"/>
                    </a:cubicBezTo>
                    <a:cubicBezTo>
                      <a:pt x="17" y="179"/>
                      <a:pt x="18" y="180"/>
                      <a:pt x="20" y="180"/>
                    </a:cubicBezTo>
                    <a:lnTo>
                      <a:pt x="21" y="180"/>
                    </a:lnTo>
                    <a:cubicBezTo>
                      <a:pt x="23" y="180"/>
                      <a:pt x="24" y="180"/>
                      <a:pt x="27" y="180"/>
                    </a:cubicBezTo>
                    <a:cubicBezTo>
                      <a:pt x="26" y="180"/>
                      <a:pt x="25" y="180"/>
                      <a:pt x="25" y="180"/>
                    </a:cubicBezTo>
                    <a:cubicBezTo>
                      <a:pt x="28" y="180"/>
                      <a:pt x="31" y="180"/>
                      <a:pt x="34" y="180"/>
                    </a:cubicBezTo>
                    <a:cubicBezTo>
                      <a:pt x="42" y="180"/>
                      <a:pt x="51" y="180"/>
                      <a:pt x="59" y="179"/>
                    </a:cubicBezTo>
                    <a:cubicBezTo>
                      <a:pt x="65" y="178"/>
                      <a:pt x="70" y="177"/>
                      <a:pt x="76" y="176"/>
                    </a:cubicBezTo>
                    <a:cubicBezTo>
                      <a:pt x="79" y="174"/>
                      <a:pt x="82" y="173"/>
                      <a:pt x="85" y="172"/>
                    </a:cubicBezTo>
                    <a:cubicBezTo>
                      <a:pt x="87" y="172"/>
                      <a:pt x="88" y="170"/>
                      <a:pt x="90" y="170"/>
                    </a:cubicBezTo>
                    <a:cubicBezTo>
                      <a:pt x="92" y="169"/>
                      <a:pt x="93" y="167"/>
                      <a:pt x="95" y="167"/>
                    </a:cubicBezTo>
                    <a:cubicBezTo>
                      <a:pt x="95" y="166"/>
                      <a:pt x="96" y="166"/>
                      <a:pt x="97" y="165"/>
                    </a:cubicBezTo>
                    <a:cubicBezTo>
                      <a:pt x="97" y="165"/>
                      <a:pt x="98" y="164"/>
                      <a:pt x="98" y="163"/>
                    </a:cubicBezTo>
                    <a:cubicBezTo>
                      <a:pt x="99" y="163"/>
                      <a:pt x="99" y="162"/>
                      <a:pt x="100" y="160"/>
                    </a:cubicBezTo>
                    <a:cubicBezTo>
                      <a:pt x="101" y="159"/>
                      <a:pt x="101" y="159"/>
                      <a:pt x="102" y="158"/>
                    </a:cubicBezTo>
                    <a:cubicBezTo>
                      <a:pt x="102" y="156"/>
                      <a:pt x="102" y="156"/>
                      <a:pt x="102" y="155"/>
                    </a:cubicBezTo>
                    <a:cubicBezTo>
                      <a:pt x="103" y="152"/>
                      <a:pt x="104" y="151"/>
                      <a:pt x="104" y="148"/>
                    </a:cubicBezTo>
                    <a:cubicBezTo>
                      <a:pt x="104" y="147"/>
                      <a:pt x="104" y="145"/>
                      <a:pt x="104" y="144"/>
                    </a:cubicBezTo>
                    <a:cubicBezTo>
                      <a:pt x="104" y="144"/>
                      <a:pt x="104" y="143"/>
                      <a:pt x="104" y="142"/>
                    </a:cubicBezTo>
                    <a:cubicBezTo>
                      <a:pt x="104" y="141"/>
                      <a:pt x="104" y="139"/>
                      <a:pt x="104" y="138"/>
                    </a:cubicBezTo>
                    <a:cubicBezTo>
                      <a:pt x="103" y="136"/>
                      <a:pt x="102" y="135"/>
                      <a:pt x="102" y="134"/>
                    </a:cubicBezTo>
                    <a:cubicBezTo>
                      <a:pt x="101" y="132"/>
                      <a:pt x="100" y="130"/>
                      <a:pt x="99" y="128"/>
                    </a:cubicBezTo>
                    <a:lnTo>
                      <a:pt x="100" y="129"/>
                    </a:lnTo>
                    <a:cubicBezTo>
                      <a:pt x="98" y="126"/>
                      <a:pt x="96" y="123"/>
                      <a:pt x="94" y="120"/>
                    </a:cubicBezTo>
                    <a:cubicBezTo>
                      <a:pt x="92" y="117"/>
                      <a:pt x="90" y="114"/>
                      <a:pt x="88" y="112"/>
                    </a:cubicBezTo>
                    <a:cubicBezTo>
                      <a:pt x="86" y="110"/>
                      <a:pt x="84" y="109"/>
                      <a:pt x="82" y="107"/>
                    </a:cubicBezTo>
                    <a:cubicBezTo>
                      <a:pt x="75" y="102"/>
                      <a:pt x="67" y="97"/>
                      <a:pt x="60" y="91"/>
                    </a:cubicBezTo>
                    <a:cubicBezTo>
                      <a:pt x="57" y="89"/>
                      <a:pt x="55" y="87"/>
                      <a:pt x="53" y="84"/>
                    </a:cubicBezTo>
                    <a:cubicBezTo>
                      <a:pt x="51" y="81"/>
                      <a:pt x="51" y="78"/>
                      <a:pt x="51" y="74"/>
                    </a:cubicBezTo>
                    <a:cubicBezTo>
                      <a:pt x="51" y="71"/>
                      <a:pt x="52" y="68"/>
                      <a:pt x="55" y="65"/>
                    </a:cubicBezTo>
                    <a:cubicBezTo>
                      <a:pt x="56" y="63"/>
                      <a:pt x="59" y="60"/>
                      <a:pt x="62" y="58"/>
                    </a:cubicBezTo>
                    <a:cubicBezTo>
                      <a:pt x="64" y="56"/>
                      <a:pt x="66" y="53"/>
                      <a:pt x="68" y="50"/>
                    </a:cubicBezTo>
                    <a:cubicBezTo>
                      <a:pt x="70" y="48"/>
                      <a:pt x="72" y="45"/>
                      <a:pt x="73" y="43"/>
                    </a:cubicBezTo>
                    <a:cubicBezTo>
                      <a:pt x="75" y="40"/>
                      <a:pt x="76" y="38"/>
                      <a:pt x="77" y="35"/>
                    </a:cubicBezTo>
                    <a:cubicBezTo>
                      <a:pt x="78" y="34"/>
                      <a:pt x="79" y="32"/>
                      <a:pt x="79" y="31"/>
                    </a:cubicBezTo>
                    <a:cubicBezTo>
                      <a:pt x="79" y="29"/>
                      <a:pt x="79" y="28"/>
                      <a:pt x="80" y="28"/>
                    </a:cubicBezTo>
                    <a:cubicBezTo>
                      <a:pt x="80" y="28"/>
                      <a:pt x="79" y="28"/>
                      <a:pt x="79" y="29"/>
                    </a:cubicBezTo>
                    <a:cubicBezTo>
                      <a:pt x="79" y="28"/>
                      <a:pt x="80" y="27"/>
                      <a:pt x="80" y="26"/>
                    </a:cubicBezTo>
                    <a:cubicBezTo>
                      <a:pt x="80" y="26"/>
                      <a:pt x="79" y="26"/>
                      <a:pt x="79" y="25"/>
                    </a:cubicBezTo>
                    <a:cubicBezTo>
                      <a:pt x="79" y="24"/>
                      <a:pt x="79" y="24"/>
                      <a:pt x="78" y="24"/>
                    </a:cubicBezTo>
                    <a:lnTo>
                      <a:pt x="77" y="23"/>
                    </a:lnTo>
                    <a:cubicBezTo>
                      <a:pt x="77" y="22"/>
                      <a:pt x="76" y="22"/>
                      <a:pt x="76" y="22"/>
                    </a:cubicBezTo>
                    <a:lnTo>
                      <a:pt x="77" y="22"/>
                    </a:lnTo>
                    <a:lnTo>
                      <a:pt x="76" y="22"/>
                    </a:lnTo>
                    <a:cubicBezTo>
                      <a:pt x="77" y="22"/>
                      <a:pt x="77" y="22"/>
                      <a:pt x="77" y="22"/>
                    </a:cubicBezTo>
                    <a:lnTo>
                      <a:pt x="76" y="22"/>
                    </a:lnTo>
                    <a:cubicBezTo>
                      <a:pt x="76" y="22"/>
                      <a:pt x="75" y="22"/>
                      <a:pt x="74" y="22"/>
                    </a:cubicBezTo>
                    <a:lnTo>
                      <a:pt x="73" y="22"/>
                    </a:lnTo>
                    <a:lnTo>
                      <a:pt x="72" y="22"/>
                    </a:lnTo>
                    <a:cubicBezTo>
                      <a:pt x="69" y="22"/>
                      <a:pt x="67" y="22"/>
                      <a:pt x="65" y="23"/>
                    </a:cubicBezTo>
                    <a:cubicBezTo>
                      <a:pt x="60" y="24"/>
                      <a:pt x="55" y="26"/>
                      <a:pt x="51" y="28"/>
                    </a:cubicBezTo>
                    <a:cubicBezTo>
                      <a:pt x="49" y="28"/>
                      <a:pt x="48" y="29"/>
                      <a:pt x="46" y="30"/>
                    </a:cubicBezTo>
                    <a:cubicBezTo>
                      <a:pt x="45" y="31"/>
                      <a:pt x="44" y="31"/>
                      <a:pt x="43" y="32"/>
                    </a:cubicBezTo>
                    <a:cubicBezTo>
                      <a:pt x="45" y="34"/>
                      <a:pt x="45" y="36"/>
                      <a:pt x="45" y="39"/>
                    </a:cubicBezTo>
                    <a:cubicBezTo>
                      <a:pt x="45" y="45"/>
                      <a:pt x="39" y="50"/>
                      <a:pt x="34" y="49"/>
                    </a:cubicBezTo>
                    <a:cubicBezTo>
                      <a:pt x="28" y="49"/>
                      <a:pt x="23" y="47"/>
                      <a:pt x="20" y="43"/>
                    </a:cubicBezTo>
                    <a:cubicBezTo>
                      <a:pt x="18" y="42"/>
                      <a:pt x="17" y="40"/>
                      <a:pt x="16" y="38"/>
                    </a:cubicBezTo>
                    <a:cubicBezTo>
                      <a:pt x="16" y="35"/>
                      <a:pt x="16" y="33"/>
                      <a:pt x="16" y="31"/>
                    </a:cubicBezTo>
                    <a:cubicBezTo>
                      <a:pt x="17" y="25"/>
                      <a:pt x="22" y="21"/>
                      <a:pt x="25" y="18"/>
                    </a:cubicBezTo>
                    <a:cubicBezTo>
                      <a:pt x="37" y="9"/>
                      <a:pt x="52" y="3"/>
                      <a:pt x="67" y="0"/>
                    </a:cubicBezTo>
                    <a:cubicBezTo>
                      <a:pt x="69" y="0"/>
                      <a:pt x="72" y="0"/>
                      <a:pt x="74" y="0"/>
                    </a:cubicBezTo>
                    <a:cubicBezTo>
                      <a:pt x="77" y="0"/>
                      <a:pt x="80" y="1"/>
                      <a:pt x="83" y="1"/>
                    </a:cubicBezTo>
                    <a:cubicBezTo>
                      <a:pt x="87" y="3"/>
                      <a:pt x="91" y="6"/>
                      <a:pt x="95" y="10"/>
                    </a:cubicBezTo>
                    <a:cubicBezTo>
                      <a:pt x="98" y="13"/>
                      <a:pt x="101" y="18"/>
                      <a:pt x="101" y="24"/>
                    </a:cubicBezTo>
                    <a:cubicBezTo>
                      <a:pt x="101" y="30"/>
                      <a:pt x="99" y="36"/>
                      <a:pt x="97" y="43"/>
                    </a:cubicBezTo>
                    <a:cubicBezTo>
                      <a:pt x="95" y="48"/>
                      <a:pt x="92" y="53"/>
                      <a:pt x="89" y="58"/>
                    </a:cubicBezTo>
                    <a:cubicBezTo>
                      <a:pt x="88" y="60"/>
                      <a:pt x="87" y="61"/>
                      <a:pt x="85" y="64"/>
                    </a:cubicBezTo>
                    <a:cubicBezTo>
                      <a:pt x="84" y="66"/>
                      <a:pt x="82" y="68"/>
                      <a:pt x="80" y="70"/>
                    </a:cubicBezTo>
                    <a:cubicBezTo>
                      <a:pt x="79" y="71"/>
                      <a:pt x="77" y="74"/>
                      <a:pt x="75" y="75"/>
                    </a:cubicBezTo>
                    <a:cubicBezTo>
                      <a:pt x="80" y="79"/>
                      <a:pt x="84" y="82"/>
                      <a:pt x="90" y="86"/>
                    </a:cubicBezTo>
                    <a:cubicBezTo>
                      <a:pt x="93" y="89"/>
                      <a:pt x="97" y="91"/>
                      <a:pt x="99" y="94"/>
                    </a:cubicBezTo>
                    <a:cubicBezTo>
                      <a:pt x="104" y="99"/>
                      <a:pt x="108" y="103"/>
                      <a:pt x="112" y="109"/>
                    </a:cubicBezTo>
                    <a:cubicBezTo>
                      <a:pt x="120" y="119"/>
                      <a:pt x="125" y="131"/>
                      <a:pt x="126" y="143"/>
                    </a:cubicBezTo>
                    <a:cubicBezTo>
                      <a:pt x="126" y="150"/>
                      <a:pt x="125" y="157"/>
                      <a:pt x="122" y="163"/>
                    </a:cubicBezTo>
                    <a:cubicBezTo>
                      <a:pt x="120" y="169"/>
                      <a:pt x="118" y="174"/>
                      <a:pt x="113" y="179"/>
                    </a:cubicBezTo>
                    <a:cubicBezTo>
                      <a:pt x="110" y="183"/>
                      <a:pt x="105" y="186"/>
                      <a:pt x="101" y="188"/>
                    </a:cubicBezTo>
                    <a:cubicBezTo>
                      <a:pt x="94" y="192"/>
                      <a:pt x="87" y="194"/>
                      <a:pt x="81" y="197"/>
                    </a:cubicBezTo>
                    <a:cubicBezTo>
                      <a:pt x="70" y="199"/>
                      <a:pt x="59" y="201"/>
                      <a:pt x="49" y="201"/>
                    </a:cubicBezTo>
                    <a:cubicBezTo>
                      <a:pt x="44" y="202"/>
                      <a:pt x="39" y="202"/>
                      <a:pt x="34" y="203"/>
                    </a:cubicBezTo>
                    <a:cubicBezTo>
                      <a:pt x="32" y="203"/>
                      <a:pt x="29" y="203"/>
                      <a:pt x="26" y="203"/>
                    </a:cubicBezTo>
                    <a:cubicBezTo>
                      <a:pt x="25" y="203"/>
                      <a:pt x="24" y="203"/>
                      <a:pt x="24" y="203"/>
                    </a:cubicBezTo>
                    <a:cubicBezTo>
                      <a:pt x="22" y="203"/>
                      <a:pt x="20" y="203"/>
                      <a:pt x="18" y="20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9" name="Google Shape;1079;p13"/>
              <p:cNvSpPr/>
              <p:nvPr/>
            </p:nvSpPr>
            <p:spPr>
              <a:xfrm>
                <a:off x="4181760" y="941040"/>
                <a:ext cx="33120" cy="70560"/>
              </a:xfrm>
              <a:custGeom>
                <a:avLst/>
                <a:gdLst/>
                <a:ahLst/>
                <a:cxnLst/>
                <a:rect l="l" t="t" r="r" b="b"/>
                <a:pathLst>
                  <a:path w="92" h="196" extrusionOk="0">
                    <a:moveTo>
                      <a:pt x="30" y="194"/>
                    </a:moveTo>
                    <a:cubicBezTo>
                      <a:pt x="27" y="194"/>
                      <a:pt x="24" y="193"/>
                      <a:pt x="21" y="193"/>
                    </a:cubicBezTo>
                    <a:cubicBezTo>
                      <a:pt x="19" y="192"/>
                      <a:pt x="18" y="192"/>
                      <a:pt x="16" y="191"/>
                    </a:cubicBezTo>
                    <a:cubicBezTo>
                      <a:pt x="13" y="191"/>
                      <a:pt x="10" y="189"/>
                      <a:pt x="8" y="188"/>
                    </a:cubicBezTo>
                    <a:cubicBezTo>
                      <a:pt x="2" y="185"/>
                      <a:pt x="0" y="178"/>
                      <a:pt x="3" y="172"/>
                    </a:cubicBezTo>
                    <a:cubicBezTo>
                      <a:pt x="5" y="167"/>
                      <a:pt x="12" y="164"/>
                      <a:pt x="18" y="167"/>
                    </a:cubicBezTo>
                    <a:cubicBezTo>
                      <a:pt x="19" y="168"/>
                      <a:pt x="20" y="168"/>
                      <a:pt x="21" y="168"/>
                    </a:cubicBezTo>
                    <a:cubicBezTo>
                      <a:pt x="22" y="169"/>
                      <a:pt x="23" y="169"/>
                      <a:pt x="24" y="170"/>
                    </a:cubicBezTo>
                    <a:cubicBezTo>
                      <a:pt x="28" y="171"/>
                      <a:pt x="33" y="172"/>
                      <a:pt x="37" y="172"/>
                    </a:cubicBezTo>
                    <a:cubicBezTo>
                      <a:pt x="39" y="172"/>
                      <a:pt x="41" y="172"/>
                      <a:pt x="43" y="172"/>
                    </a:cubicBezTo>
                    <a:cubicBezTo>
                      <a:pt x="45" y="172"/>
                      <a:pt x="47" y="172"/>
                      <a:pt x="50" y="172"/>
                    </a:cubicBezTo>
                    <a:cubicBezTo>
                      <a:pt x="51" y="172"/>
                      <a:pt x="53" y="172"/>
                      <a:pt x="55" y="171"/>
                    </a:cubicBezTo>
                    <a:cubicBezTo>
                      <a:pt x="56" y="171"/>
                      <a:pt x="57" y="171"/>
                      <a:pt x="58" y="171"/>
                    </a:cubicBezTo>
                    <a:cubicBezTo>
                      <a:pt x="58" y="170"/>
                      <a:pt x="59" y="170"/>
                      <a:pt x="60" y="170"/>
                    </a:cubicBezTo>
                    <a:cubicBezTo>
                      <a:pt x="60" y="169"/>
                      <a:pt x="61" y="169"/>
                      <a:pt x="61" y="168"/>
                    </a:cubicBezTo>
                    <a:cubicBezTo>
                      <a:pt x="62" y="168"/>
                      <a:pt x="63" y="168"/>
                      <a:pt x="63" y="167"/>
                    </a:cubicBezTo>
                    <a:cubicBezTo>
                      <a:pt x="63" y="167"/>
                      <a:pt x="64" y="166"/>
                      <a:pt x="64" y="165"/>
                    </a:cubicBezTo>
                    <a:cubicBezTo>
                      <a:pt x="65" y="165"/>
                      <a:pt x="65" y="165"/>
                      <a:pt x="65" y="164"/>
                    </a:cubicBezTo>
                    <a:lnTo>
                      <a:pt x="66" y="163"/>
                    </a:lnTo>
                    <a:cubicBezTo>
                      <a:pt x="67" y="162"/>
                      <a:pt x="67" y="161"/>
                      <a:pt x="67" y="160"/>
                    </a:cubicBezTo>
                    <a:cubicBezTo>
                      <a:pt x="67" y="159"/>
                      <a:pt x="68" y="158"/>
                      <a:pt x="68" y="157"/>
                    </a:cubicBezTo>
                    <a:cubicBezTo>
                      <a:pt x="68" y="154"/>
                      <a:pt x="68" y="153"/>
                      <a:pt x="68" y="150"/>
                    </a:cubicBezTo>
                    <a:cubicBezTo>
                      <a:pt x="68" y="143"/>
                      <a:pt x="67" y="136"/>
                      <a:pt x="66" y="129"/>
                    </a:cubicBezTo>
                    <a:cubicBezTo>
                      <a:pt x="65" y="123"/>
                      <a:pt x="64" y="119"/>
                      <a:pt x="63" y="114"/>
                    </a:cubicBezTo>
                    <a:cubicBezTo>
                      <a:pt x="62" y="110"/>
                      <a:pt x="61" y="107"/>
                      <a:pt x="60" y="103"/>
                    </a:cubicBezTo>
                    <a:cubicBezTo>
                      <a:pt x="58" y="100"/>
                      <a:pt x="57" y="98"/>
                      <a:pt x="56" y="95"/>
                    </a:cubicBezTo>
                    <a:cubicBezTo>
                      <a:pt x="54" y="93"/>
                      <a:pt x="53" y="91"/>
                      <a:pt x="52" y="89"/>
                    </a:cubicBezTo>
                    <a:cubicBezTo>
                      <a:pt x="51" y="88"/>
                      <a:pt x="50" y="86"/>
                      <a:pt x="48" y="85"/>
                    </a:cubicBezTo>
                    <a:cubicBezTo>
                      <a:pt x="47" y="84"/>
                      <a:pt x="46" y="83"/>
                      <a:pt x="45" y="82"/>
                    </a:cubicBezTo>
                    <a:cubicBezTo>
                      <a:pt x="44" y="82"/>
                      <a:pt x="43" y="80"/>
                      <a:pt x="42" y="80"/>
                    </a:cubicBezTo>
                    <a:cubicBezTo>
                      <a:pt x="41" y="79"/>
                      <a:pt x="40" y="79"/>
                      <a:pt x="40" y="79"/>
                    </a:cubicBezTo>
                    <a:cubicBezTo>
                      <a:pt x="39" y="79"/>
                      <a:pt x="37" y="78"/>
                      <a:pt x="36" y="77"/>
                    </a:cubicBezTo>
                    <a:lnTo>
                      <a:pt x="35" y="77"/>
                    </a:lnTo>
                    <a:cubicBezTo>
                      <a:pt x="33" y="77"/>
                      <a:pt x="32" y="77"/>
                      <a:pt x="31" y="77"/>
                    </a:cubicBezTo>
                    <a:cubicBezTo>
                      <a:pt x="32" y="77"/>
                      <a:pt x="32" y="77"/>
                      <a:pt x="33" y="77"/>
                    </a:cubicBezTo>
                    <a:cubicBezTo>
                      <a:pt x="32" y="77"/>
                      <a:pt x="30" y="77"/>
                      <a:pt x="29" y="77"/>
                    </a:cubicBezTo>
                    <a:cubicBezTo>
                      <a:pt x="30" y="77"/>
                      <a:pt x="30" y="77"/>
                      <a:pt x="30" y="77"/>
                    </a:cubicBezTo>
                    <a:cubicBezTo>
                      <a:pt x="30" y="77"/>
                      <a:pt x="29" y="77"/>
                      <a:pt x="28" y="77"/>
                    </a:cubicBezTo>
                    <a:cubicBezTo>
                      <a:pt x="27" y="77"/>
                      <a:pt x="27" y="77"/>
                      <a:pt x="26" y="78"/>
                    </a:cubicBezTo>
                    <a:cubicBezTo>
                      <a:pt x="25" y="80"/>
                      <a:pt x="22" y="82"/>
                      <a:pt x="20" y="83"/>
                    </a:cubicBezTo>
                    <a:cubicBezTo>
                      <a:pt x="14" y="86"/>
                      <a:pt x="8" y="83"/>
                      <a:pt x="5" y="77"/>
                    </a:cubicBezTo>
                    <a:cubicBezTo>
                      <a:pt x="3" y="73"/>
                      <a:pt x="4" y="69"/>
                      <a:pt x="5" y="66"/>
                    </a:cubicBezTo>
                    <a:cubicBezTo>
                      <a:pt x="7" y="64"/>
                      <a:pt x="9" y="62"/>
                      <a:pt x="11" y="61"/>
                    </a:cubicBezTo>
                    <a:cubicBezTo>
                      <a:pt x="12" y="60"/>
                      <a:pt x="12" y="59"/>
                      <a:pt x="13" y="58"/>
                    </a:cubicBezTo>
                    <a:cubicBezTo>
                      <a:pt x="14" y="57"/>
                      <a:pt x="14" y="56"/>
                      <a:pt x="15" y="55"/>
                    </a:cubicBezTo>
                    <a:lnTo>
                      <a:pt x="14" y="56"/>
                    </a:lnTo>
                    <a:cubicBezTo>
                      <a:pt x="17" y="52"/>
                      <a:pt x="18" y="48"/>
                      <a:pt x="20" y="44"/>
                    </a:cubicBezTo>
                    <a:cubicBezTo>
                      <a:pt x="22" y="40"/>
                      <a:pt x="24" y="35"/>
                      <a:pt x="25" y="30"/>
                    </a:cubicBezTo>
                    <a:cubicBezTo>
                      <a:pt x="26" y="27"/>
                      <a:pt x="27" y="23"/>
                      <a:pt x="28" y="20"/>
                    </a:cubicBezTo>
                    <a:cubicBezTo>
                      <a:pt x="29" y="15"/>
                      <a:pt x="30" y="9"/>
                      <a:pt x="32" y="5"/>
                    </a:cubicBezTo>
                    <a:cubicBezTo>
                      <a:pt x="35" y="2"/>
                      <a:pt x="39" y="0"/>
                      <a:pt x="42" y="1"/>
                    </a:cubicBezTo>
                    <a:cubicBezTo>
                      <a:pt x="47" y="1"/>
                      <a:pt x="50" y="3"/>
                      <a:pt x="51" y="8"/>
                    </a:cubicBezTo>
                    <a:cubicBezTo>
                      <a:pt x="52" y="8"/>
                      <a:pt x="52" y="9"/>
                      <a:pt x="52" y="10"/>
                    </a:cubicBezTo>
                    <a:cubicBezTo>
                      <a:pt x="52" y="9"/>
                      <a:pt x="52" y="9"/>
                      <a:pt x="52" y="9"/>
                    </a:cubicBezTo>
                    <a:cubicBezTo>
                      <a:pt x="53" y="12"/>
                      <a:pt x="52" y="16"/>
                      <a:pt x="51" y="18"/>
                    </a:cubicBezTo>
                    <a:cubicBezTo>
                      <a:pt x="50" y="18"/>
                      <a:pt x="50" y="19"/>
                      <a:pt x="50" y="19"/>
                    </a:cubicBezTo>
                    <a:cubicBezTo>
                      <a:pt x="48" y="29"/>
                      <a:pt x="46" y="39"/>
                      <a:pt x="42" y="48"/>
                    </a:cubicBezTo>
                    <a:cubicBezTo>
                      <a:pt x="41" y="51"/>
                      <a:pt x="40" y="53"/>
                      <a:pt x="39" y="56"/>
                    </a:cubicBezTo>
                    <a:cubicBezTo>
                      <a:pt x="51" y="58"/>
                      <a:pt x="61" y="66"/>
                      <a:pt x="69" y="76"/>
                    </a:cubicBezTo>
                    <a:cubicBezTo>
                      <a:pt x="78" y="87"/>
                      <a:pt x="83" y="101"/>
                      <a:pt x="86" y="116"/>
                    </a:cubicBezTo>
                    <a:cubicBezTo>
                      <a:pt x="88" y="123"/>
                      <a:pt x="89" y="130"/>
                      <a:pt x="89" y="137"/>
                    </a:cubicBezTo>
                    <a:cubicBezTo>
                      <a:pt x="90" y="147"/>
                      <a:pt x="91" y="158"/>
                      <a:pt x="88" y="168"/>
                    </a:cubicBezTo>
                    <a:cubicBezTo>
                      <a:pt x="86" y="174"/>
                      <a:pt x="83" y="178"/>
                      <a:pt x="79" y="183"/>
                    </a:cubicBezTo>
                    <a:cubicBezTo>
                      <a:pt x="74" y="188"/>
                      <a:pt x="68" y="191"/>
                      <a:pt x="61" y="193"/>
                    </a:cubicBezTo>
                    <a:cubicBezTo>
                      <a:pt x="56" y="195"/>
                      <a:pt x="50" y="195"/>
                      <a:pt x="44" y="195"/>
                    </a:cubicBezTo>
                    <a:cubicBezTo>
                      <a:pt x="39" y="195"/>
                      <a:pt x="35" y="195"/>
                      <a:pt x="30" y="1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0" name="Google Shape;1080;p13"/>
              <p:cNvSpPr/>
              <p:nvPr/>
            </p:nvSpPr>
            <p:spPr>
              <a:xfrm>
                <a:off x="4196520" y="928080"/>
                <a:ext cx="59400" cy="32400"/>
              </a:xfrm>
              <a:custGeom>
                <a:avLst/>
                <a:gdLst/>
                <a:ahLst/>
                <a:cxnLst/>
                <a:rect l="l" t="t" r="r" b="b"/>
                <a:pathLst>
                  <a:path w="165" h="90" extrusionOk="0">
                    <a:moveTo>
                      <a:pt x="0" y="79"/>
                    </a:moveTo>
                    <a:cubicBezTo>
                      <a:pt x="0" y="77"/>
                      <a:pt x="0" y="76"/>
                      <a:pt x="0" y="74"/>
                    </a:cubicBezTo>
                    <a:cubicBezTo>
                      <a:pt x="0" y="72"/>
                      <a:pt x="0" y="69"/>
                      <a:pt x="0" y="66"/>
                    </a:cubicBezTo>
                    <a:cubicBezTo>
                      <a:pt x="2" y="60"/>
                      <a:pt x="4" y="55"/>
                      <a:pt x="8" y="50"/>
                    </a:cubicBezTo>
                    <a:cubicBezTo>
                      <a:pt x="17" y="39"/>
                      <a:pt x="29" y="32"/>
                      <a:pt x="41" y="27"/>
                    </a:cubicBezTo>
                    <a:cubicBezTo>
                      <a:pt x="50" y="24"/>
                      <a:pt x="59" y="21"/>
                      <a:pt x="67" y="18"/>
                    </a:cubicBezTo>
                    <a:cubicBezTo>
                      <a:pt x="73" y="17"/>
                      <a:pt x="78" y="16"/>
                      <a:pt x="83" y="14"/>
                    </a:cubicBezTo>
                    <a:cubicBezTo>
                      <a:pt x="105" y="9"/>
                      <a:pt x="129" y="5"/>
                      <a:pt x="151" y="2"/>
                    </a:cubicBezTo>
                    <a:cubicBezTo>
                      <a:pt x="157" y="0"/>
                      <a:pt x="162" y="4"/>
                      <a:pt x="163" y="9"/>
                    </a:cubicBezTo>
                    <a:cubicBezTo>
                      <a:pt x="164" y="14"/>
                      <a:pt x="161" y="20"/>
                      <a:pt x="155" y="21"/>
                    </a:cubicBezTo>
                    <a:cubicBezTo>
                      <a:pt x="142" y="23"/>
                      <a:pt x="129" y="25"/>
                      <a:pt x="116" y="28"/>
                    </a:cubicBezTo>
                    <a:cubicBezTo>
                      <a:pt x="104" y="31"/>
                      <a:pt x="93" y="33"/>
                      <a:pt x="82" y="36"/>
                    </a:cubicBezTo>
                    <a:cubicBezTo>
                      <a:pt x="73" y="39"/>
                      <a:pt x="63" y="42"/>
                      <a:pt x="54" y="45"/>
                    </a:cubicBezTo>
                    <a:lnTo>
                      <a:pt x="55" y="45"/>
                    </a:lnTo>
                    <a:cubicBezTo>
                      <a:pt x="54" y="45"/>
                      <a:pt x="54" y="45"/>
                      <a:pt x="54" y="45"/>
                    </a:cubicBezTo>
                    <a:cubicBezTo>
                      <a:pt x="53" y="45"/>
                      <a:pt x="53" y="45"/>
                      <a:pt x="53" y="45"/>
                    </a:cubicBezTo>
                    <a:cubicBezTo>
                      <a:pt x="49" y="47"/>
                      <a:pt x="45" y="49"/>
                      <a:pt x="40" y="52"/>
                    </a:cubicBezTo>
                    <a:cubicBezTo>
                      <a:pt x="37" y="53"/>
                      <a:pt x="34" y="55"/>
                      <a:pt x="31" y="58"/>
                    </a:cubicBezTo>
                    <a:cubicBezTo>
                      <a:pt x="30" y="59"/>
                      <a:pt x="29" y="59"/>
                      <a:pt x="28" y="60"/>
                    </a:cubicBezTo>
                    <a:cubicBezTo>
                      <a:pt x="27" y="62"/>
                      <a:pt x="26" y="63"/>
                      <a:pt x="25" y="63"/>
                    </a:cubicBezTo>
                    <a:cubicBezTo>
                      <a:pt x="24" y="65"/>
                      <a:pt x="24" y="66"/>
                      <a:pt x="23" y="67"/>
                    </a:cubicBezTo>
                    <a:lnTo>
                      <a:pt x="22" y="68"/>
                    </a:lnTo>
                    <a:lnTo>
                      <a:pt x="22" y="69"/>
                    </a:lnTo>
                    <a:cubicBezTo>
                      <a:pt x="21" y="70"/>
                      <a:pt x="21" y="70"/>
                      <a:pt x="21" y="71"/>
                    </a:cubicBezTo>
                    <a:cubicBezTo>
                      <a:pt x="21" y="73"/>
                      <a:pt x="22" y="75"/>
                      <a:pt x="22" y="77"/>
                    </a:cubicBezTo>
                    <a:cubicBezTo>
                      <a:pt x="23" y="83"/>
                      <a:pt x="17" y="88"/>
                      <a:pt x="11" y="89"/>
                    </a:cubicBezTo>
                    <a:cubicBezTo>
                      <a:pt x="6" y="89"/>
                      <a:pt x="0" y="84"/>
                      <a:pt x="0" y="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1" name="Google Shape;1081;p13"/>
              <p:cNvSpPr/>
              <p:nvPr/>
            </p:nvSpPr>
            <p:spPr>
              <a:xfrm>
                <a:off x="4221720" y="681120"/>
                <a:ext cx="39600" cy="51120"/>
              </a:xfrm>
              <a:custGeom>
                <a:avLst/>
                <a:gdLst/>
                <a:ahLst/>
                <a:cxnLst/>
                <a:rect l="l" t="t" r="r" b="b"/>
                <a:pathLst>
                  <a:path w="110" h="142" extrusionOk="0">
                    <a:moveTo>
                      <a:pt x="89" y="136"/>
                    </a:moveTo>
                    <a:cubicBezTo>
                      <a:pt x="82" y="125"/>
                      <a:pt x="75" y="114"/>
                      <a:pt x="67" y="104"/>
                    </a:cubicBezTo>
                    <a:cubicBezTo>
                      <a:pt x="63" y="99"/>
                      <a:pt x="59" y="93"/>
                      <a:pt x="54" y="88"/>
                    </a:cubicBezTo>
                    <a:cubicBezTo>
                      <a:pt x="49" y="82"/>
                      <a:pt x="45" y="76"/>
                      <a:pt x="41" y="71"/>
                    </a:cubicBezTo>
                    <a:cubicBezTo>
                      <a:pt x="35" y="65"/>
                      <a:pt x="29" y="59"/>
                      <a:pt x="24" y="53"/>
                    </a:cubicBezTo>
                    <a:cubicBezTo>
                      <a:pt x="20" y="47"/>
                      <a:pt x="15" y="41"/>
                      <a:pt x="11" y="35"/>
                    </a:cubicBezTo>
                    <a:cubicBezTo>
                      <a:pt x="8" y="32"/>
                      <a:pt x="6" y="27"/>
                      <a:pt x="3" y="23"/>
                    </a:cubicBezTo>
                    <a:cubicBezTo>
                      <a:pt x="1" y="20"/>
                      <a:pt x="0" y="16"/>
                      <a:pt x="0" y="12"/>
                    </a:cubicBezTo>
                    <a:cubicBezTo>
                      <a:pt x="0" y="9"/>
                      <a:pt x="0" y="6"/>
                      <a:pt x="3" y="4"/>
                    </a:cubicBezTo>
                    <a:cubicBezTo>
                      <a:pt x="5" y="1"/>
                      <a:pt x="8" y="0"/>
                      <a:pt x="11" y="0"/>
                    </a:cubicBezTo>
                    <a:cubicBezTo>
                      <a:pt x="15" y="0"/>
                      <a:pt x="18" y="2"/>
                      <a:pt x="22" y="5"/>
                    </a:cubicBezTo>
                    <a:cubicBezTo>
                      <a:pt x="27" y="8"/>
                      <a:pt x="28" y="14"/>
                      <a:pt x="25" y="19"/>
                    </a:cubicBezTo>
                    <a:cubicBezTo>
                      <a:pt x="28" y="22"/>
                      <a:pt x="30" y="26"/>
                      <a:pt x="32" y="29"/>
                    </a:cubicBezTo>
                    <a:cubicBezTo>
                      <a:pt x="45" y="45"/>
                      <a:pt x="59" y="61"/>
                      <a:pt x="71" y="76"/>
                    </a:cubicBezTo>
                    <a:cubicBezTo>
                      <a:pt x="84" y="92"/>
                      <a:pt x="96" y="107"/>
                      <a:pt x="106" y="124"/>
                    </a:cubicBezTo>
                    <a:cubicBezTo>
                      <a:pt x="109" y="129"/>
                      <a:pt x="108" y="136"/>
                      <a:pt x="103" y="139"/>
                    </a:cubicBezTo>
                    <a:cubicBezTo>
                      <a:pt x="102" y="140"/>
                      <a:pt x="99" y="141"/>
                      <a:pt x="98" y="141"/>
                    </a:cubicBezTo>
                    <a:cubicBezTo>
                      <a:pt x="94" y="141"/>
                      <a:pt x="91" y="139"/>
                      <a:pt x="89" y="1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2" name="Google Shape;1082;p13"/>
              <p:cNvSpPr/>
              <p:nvPr/>
            </p:nvSpPr>
            <p:spPr>
              <a:xfrm>
                <a:off x="4224240" y="676440"/>
                <a:ext cx="43920" cy="6516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181" extrusionOk="0">
                    <a:moveTo>
                      <a:pt x="6" y="179"/>
                    </a:moveTo>
                    <a:cubicBezTo>
                      <a:pt x="1" y="175"/>
                      <a:pt x="0" y="169"/>
                      <a:pt x="3" y="163"/>
                    </a:cubicBezTo>
                    <a:cubicBezTo>
                      <a:pt x="10" y="152"/>
                      <a:pt x="18" y="140"/>
                      <a:pt x="25" y="129"/>
                    </a:cubicBezTo>
                    <a:lnTo>
                      <a:pt x="24" y="130"/>
                    </a:lnTo>
                    <a:cubicBezTo>
                      <a:pt x="27" y="126"/>
                      <a:pt x="29" y="121"/>
                      <a:pt x="32" y="116"/>
                    </a:cubicBezTo>
                    <a:cubicBezTo>
                      <a:pt x="44" y="97"/>
                      <a:pt x="55" y="77"/>
                      <a:pt x="66" y="57"/>
                    </a:cubicBezTo>
                    <a:cubicBezTo>
                      <a:pt x="70" y="48"/>
                      <a:pt x="75" y="39"/>
                      <a:pt x="80" y="30"/>
                    </a:cubicBezTo>
                    <a:cubicBezTo>
                      <a:pt x="83" y="25"/>
                      <a:pt x="86" y="21"/>
                      <a:pt x="89" y="17"/>
                    </a:cubicBezTo>
                    <a:cubicBezTo>
                      <a:pt x="94" y="10"/>
                      <a:pt x="101" y="0"/>
                      <a:pt x="111" y="3"/>
                    </a:cubicBezTo>
                    <a:cubicBezTo>
                      <a:pt x="117" y="4"/>
                      <a:pt x="121" y="11"/>
                      <a:pt x="119" y="17"/>
                    </a:cubicBezTo>
                    <a:cubicBezTo>
                      <a:pt x="117" y="21"/>
                      <a:pt x="114" y="24"/>
                      <a:pt x="110" y="24"/>
                    </a:cubicBezTo>
                    <a:cubicBezTo>
                      <a:pt x="109" y="25"/>
                      <a:pt x="108" y="27"/>
                      <a:pt x="108" y="27"/>
                    </a:cubicBezTo>
                    <a:cubicBezTo>
                      <a:pt x="106" y="29"/>
                      <a:pt x="104" y="32"/>
                      <a:pt x="103" y="34"/>
                    </a:cubicBezTo>
                    <a:cubicBezTo>
                      <a:pt x="101" y="38"/>
                      <a:pt x="98" y="41"/>
                      <a:pt x="96" y="44"/>
                    </a:cubicBezTo>
                    <a:cubicBezTo>
                      <a:pt x="92" y="52"/>
                      <a:pt x="88" y="59"/>
                      <a:pt x="84" y="66"/>
                    </a:cubicBezTo>
                    <a:cubicBezTo>
                      <a:pt x="80" y="75"/>
                      <a:pt x="74" y="85"/>
                      <a:pt x="69" y="94"/>
                    </a:cubicBezTo>
                    <a:cubicBezTo>
                      <a:pt x="60" y="110"/>
                      <a:pt x="50" y="126"/>
                      <a:pt x="41" y="142"/>
                    </a:cubicBezTo>
                    <a:cubicBezTo>
                      <a:pt x="40" y="144"/>
                      <a:pt x="38" y="147"/>
                      <a:pt x="37" y="149"/>
                    </a:cubicBezTo>
                    <a:lnTo>
                      <a:pt x="37" y="148"/>
                    </a:lnTo>
                    <a:cubicBezTo>
                      <a:pt x="37" y="149"/>
                      <a:pt x="36" y="149"/>
                      <a:pt x="36" y="150"/>
                    </a:cubicBezTo>
                    <a:lnTo>
                      <a:pt x="36" y="149"/>
                    </a:lnTo>
                    <a:cubicBezTo>
                      <a:pt x="31" y="158"/>
                      <a:pt x="26" y="167"/>
                      <a:pt x="21" y="176"/>
                    </a:cubicBezTo>
                    <a:cubicBezTo>
                      <a:pt x="19" y="179"/>
                      <a:pt x="15" y="180"/>
                      <a:pt x="12" y="180"/>
                    </a:cubicBezTo>
                    <a:cubicBezTo>
                      <a:pt x="10" y="180"/>
                      <a:pt x="8" y="180"/>
                      <a:pt x="6" y="1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3" name="Google Shape;1083;p13"/>
              <p:cNvSpPr/>
              <p:nvPr/>
            </p:nvSpPr>
            <p:spPr>
              <a:xfrm>
                <a:off x="4281480" y="690120"/>
                <a:ext cx="2736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76" h="33" extrusionOk="0">
                    <a:moveTo>
                      <a:pt x="13" y="31"/>
                    </a:moveTo>
                    <a:cubicBezTo>
                      <a:pt x="8" y="30"/>
                      <a:pt x="4" y="28"/>
                      <a:pt x="2" y="23"/>
                    </a:cubicBezTo>
                    <a:cubicBezTo>
                      <a:pt x="0" y="18"/>
                      <a:pt x="2" y="13"/>
                      <a:pt x="4" y="9"/>
                    </a:cubicBezTo>
                    <a:cubicBezTo>
                      <a:pt x="7" y="7"/>
                      <a:pt x="10" y="6"/>
                      <a:pt x="14" y="5"/>
                    </a:cubicBezTo>
                    <a:lnTo>
                      <a:pt x="13" y="5"/>
                    </a:lnTo>
                    <a:cubicBezTo>
                      <a:pt x="16" y="4"/>
                      <a:pt x="18" y="3"/>
                      <a:pt x="20" y="2"/>
                    </a:cubicBezTo>
                    <a:cubicBezTo>
                      <a:pt x="25" y="0"/>
                      <a:pt x="32" y="1"/>
                      <a:pt x="34" y="7"/>
                    </a:cubicBezTo>
                    <a:cubicBezTo>
                      <a:pt x="35" y="8"/>
                      <a:pt x="35" y="9"/>
                      <a:pt x="35" y="11"/>
                    </a:cubicBezTo>
                    <a:cubicBezTo>
                      <a:pt x="45" y="11"/>
                      <a:pt x="54" y="9"/>
                      <a:pt x="63" y="9"/>
                    </a:cubicBezTo>
                    <a:cubicBezTo>
                      <a:pt x="69" y="9"/>
                      <a:pt x="74" y="13"/>
                      <a:pt x="75" y="19"/>
                    </a:cubicBezTo>
                    <a:cubicBezTo>
                      <a:pt x="75" y="25"/>
                      <a:pt x="71" y="30"/>
                      <a:pt x="65" y="30"/>
                    </a:cubicBezTo>
                    <a:cubicBezTo>
                      <a:pt x="53" y="31"/>
                      <a:pt x="42" y="32"/>
                      <a:pt x="30" y="32"/>
                    </a:cubicBezTo>
                    <a:cubicBezTo>
                      <a:pt x="29" y="32"/>
                      <a:pt x="28" y="32"/>
                      <a:pt x="27" y="32"/>
                    </a:cubicBezTo>
                    <a:cubicBezTo>
                      <a:pt x="22" y="32"/>
                      <a:pt x="17" y="32"/>
                      <a:pt x="13" y="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4" name="Google Shape;1084;p13"/>
              <p:cNvSpPr/>
              <p:nvPr/>
            </p:nvSpPr>
            <p:spPr>
              <a:xfrm>
                <a:off x="4272840" y="708480"/>
                <a:ext cx="48240" cy="1620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45" extrusionOk="0">
                    <a:moveTo>
                      <a:pt x="7" y="42"/>
                    </a:moveTo>
                    <a:cubicBezTo>
                      <a:pt x="3" y="41"/>
                      <a:pt x="0" y="36"/>
                      <a:pt x="0" y="32"/>
                    </a:cubicBezTo>
                    <a:cubicBezTo>
                      <a:pt x="2" y="25"/>
                      <a:pt x="7" y="20"/>
                      <a:pt x="14" y="22"/>
                    </a:cubicBezTo>
                    <a:lnTo>
                      <a:pt x="15" y="22"/>
                    </a:lnTo>
                    <a:cubicBezTo>
                      <a:pt x="16" y="22"/>
                      <a:pt x="17" y="22"/>
                      <a:pt x="19" y="22"/>
                    </a:cubicBezTo>
                    <a:cubicBezTo>
                      <a:pt x="27" y="21"/>
                      <a:pt x="36" y="19"/>
                      <a:pt x="44" y="17"/>
                    </a:cubicBezTo>
                    <a:cubicBezTo>
                      <a:pt x="53" y="16"/>
                      <a:pt x="62" y="14"/>
                      <a:pt x="70" y="12"/>
                    </a:cubicBezTo>
                    <a:cubicBezTo>
                      <a:pt x="87" y="9"/>
                      <a:pt x="104" y="5"/>
                      <a:pt x="121" y="2"/>
                    </a:cubicBezTo>
                    <a:cubicBezTo>
                      <a:pt x="126" y="0"/>
                      <a:pt x="132" y="4"/>
                      <a:pt x="132" y="9"/>
                    </a:cubicBezTo>
                    <a:cubicBezTo>
                      <a:pt x="133" y="14"/>
                      <a:pt x="130" y="20"/>
                      <a:pt x="125" y="21"/>
                    </a:cubicBezTo>
                    <a:cubicBezTo>
                      <a:pt x="105" y="25"/>
                      <a:pt x="85" y="30"/>
                      <a:pt x="65" y="34"/>
                    </a:cubicBezTo>
                    <a:cubicBezTo>
                      <a:pt x="57" y="37"/>
                      <a:pt x="49" y="38"/>
                      <a:pt x="41" y="39"/>
                    </a:cubicBezTo>
                    <a:cubicBezTo>
                      <a:pt x="34" y="41"/>
                      <a:pt x="27" y="43"/>
                      <a:pt x="20" y="44"/>
                    </a:cubicBezTo>
                    <a:cubicBezTo>
                      <a:pt x="18" y="44"/>
                      <a:pt x="16" y="44"/>
                      <a:pt x="14" y="44"/>
                    </a:cubicBezTo>
                    <a:cubicBezTo>
                      <a:pt x="12" y="44"/>
                      <a:pt x="9" y="44"/>
                      <a:pt x="7" y="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5" name="Google Shape;1085;p13"/>
              <p:cNvSpPr/>
              <p:nvPr/>
            </p:nvSpPr>
            <p:spPr>
              <a:xfrm>
                <a:off x="4314240" y="670320"/>
                <a:ext cx="58320" cy="86760"/>
              </a:xfrm>
              <a:custGeom>
                <a:avLst/>
                <a:gdLst/>
                <a:ahLst/>
                <a:cxnLst/>
                <a:rect l="l" t="t" r="r" b="b"/>
                <a:pathLst>
                  <a:path w="162" h="241" extrusionOk="0">
                    <a:moveTo>
                      <a:pt x="13" y="240"/>
                    </a:moveTo>
                    <a:cubicBezTo>
                      <a:pt x="10" y="240"/>
                      <a:pt x="7" y="239"/>
                      <a:pt x="5" y="236"/>
                    </a:cubicBezTo>
                    <a:cubicBezTo>
                      <a:pt x="2" y="231"/>
                      <a:pt x="0" y="226"/>
                      <a:pt x="1" y="220"/>
                    </a:cubicBezTo>
                    <a:cubicBezTo>
                      <a:pt x="2" y="213"/>
                      <a:pt x="6" y="207"/>
                      <a:pt x="9" y="201"/>
                    </a:cubicBezTo>
                    <a:cubicBezTo>
                      <a:pt x="16" y="192"/>
                      <a:pt x="24" y="184"/>
                      <a:pt x="34" y="178"/>
                    </a:cubicBezTo>
                    <a:cubicBezTo>
                      <a:pt x="42" y="173"/>
                      <a:pt x="53" y="169"/>
                      <a:pt x="63" y="169"/>
                    </a:cubicBezTo>
                    <a:cubicBezTo>
                      <a:pt x="66" y="167"/>
                      <a:pt x="68" y="164"/>
                      <a:pt x="70" y="161"/>
                    </a:cubicBezTo>
                    <a:cubicBezTo>
                      <a:pt x="76" y="155"/>
                      <a:pt x="80" y="149"/>
                      <a:pt x="86" y="143"/>
                    </a:cubicBezTo>
                    <a:cubicBezTo>
                      <a:pt x="90" y="137"/>
                      <a:pt x="95" y="130"/>
                      <a:pt x="100" y="124"/>
                    </a:cubicBezTo>
                    <a:cubicBezTo>
                      <a:pt x="102" y="122"/>
                      <a:pt x="103" y="119"/>
                      <a:pt x="105" y="117"/>
                    </a:cubicBezTo>
                    <a:cubicBezTo>
                      <a:pt x="107" y="113"/>
                      <a:pt x="110" y="110"/>
                      <a:pt x="112" y="106"/>
                    </a:cubicBezTo>
                    <a:cubicBezTo>
                      <a:pt x="115" y="102"/>
                      <a:pt x="118" y="98"/>
                      <a:pt x="120" y="93"/>
                    </a:cubicBezTo>
                    <a:cubicBezTo>
                      <a:pt x="125" y="84"/>
                      <a:pt x="129" y="76"/>
                      <a:pt x="133" y="67"/>
                    </a:cubicBezTo>
                    <a:cubicBezTo>
                      <a:pt x="134" y="63"/>
                      <a:pt x="136" y="59"/>
                      <a:pt x="137" y="55"/>
                    </a:cubicBezTo>
                    <a:cubicBezTo>
                      <a:pt x="138" y="52"/>
                      <a:pt x="139" y="49"/>
                      <a:pt x="139" y="46"/>
                    </a:cubicBezTo>
                    <a:cubicBezTo>
                      <a:pt x="139" y="43"/>
                      <a:pt x="139" y="39"/>
                      <a:pt x="139" y="35"/>
                    </a:cubicBezTo>
                    <a:cubicBezTo>
                      <a:pt x="139" y="33"/>
                      <a:pt x="139" y="31"/>
                      <a:pt x="139" y="29"/>
                    </a:cubicBezTo>
                    <a:lnTo>
                      <a:pt x="139" y="28"/>
                    </a:lnTo>
                    <a:cubicBezTo>
                      <a:pt x="139" y="29"/>
                      <a:pt x="139" y="29"/>
                      <a:pt x="139" y="30"/>
                    </a:cubicBezTo>
                    <a:cubicBezTo>
                      <a:pt x="138" y="30"/>
                      <a:pt x="137" y="31"/>
                      <a:pt x="137" y="32"/>
                    </a:cubicBezTo>
                    <a:cubicBezTo>
                      <a:pt x="137" y="33"/>
                      <a:pt x="136" y="34"/>
                      <a:pt x="136" y="34"/>
                    </a:cubicBezTo>
                    <a:cubicBezTo>
                      <a:pt x="140" y="38"/>
                      <a:pt x="140" y="44"/>
                      <a:pt x="137" y="48"/>
                    </a:cubicBezTo>
                    <a:cubicBezTo>
                      <a:pt x="134" y="52"/>
                      <a:pt x="126" y="54"/>
                      <a:pt x="122" y="51"/>
                    </a:cubicBezTo>
                    <a:cubicBezTo>
                      <a:pt x="118" y="48"/>
                      <a:pt x="115" y="44"/>
                      <a:pt x="115" y="39"/>
                    </a:cubicBezTo>
                    <a:cubicBezTo>
                      <a:pt x="113" y="33"/>
                      <a:pt x="115" y="27"/>
                      <a:pt x="118" y="21"/>
                    </a:cubicBezTo>
                    <a:cubicBezTo>
                      <a:pt x="120" y="16"/>
                      <a:pt x="124" y="11"/>
                      <a:pt x="129" y="7"/>
                    </a:cubicBezTo>
                    <a:cubicBezTo>
                      <a:pt x="133" y="3"/>
                      <a:pt x="140" y="0"/>
                      <a:pt x="146" y="3"/>
                    </a:cubicBezTo>
                    <a:cubicBezTo>
                      <a:pt x="149" y="4"/>
                      <a:pt x="151" y="5"/>
                      <a:pt x="153" y="7"/>
                    </a:cubicBezTo>
                    <a:cubicBezTo>
                      <a:pt x="155" y="9"/>
                      <a:pt x="157" y="11"/>
                      <a:pt x="158" y="14"/>
                    </a:cubicBezTo>
                    <a:cubicBezTo>
                      <a:pt x="161" y="21"/>
                      <a:pt x="161" y="29"/>
                      <a:pt x="161" y="36"/>
                    </a:cubicBezTo>
                    <a:cubicBezTo>
                      <a:pt x="161" y="44"/>
                      <a:pt x="160" y="52"/>
                      <a:pt x="158" y="59"/>
                    </a:cubicBezTo>
                    <a:cubicBezTo>
                      <a:pt x="155" y="67"/>
                      <a:pt x="152" y="75"/>
                      <a:pt x="148" y="83"/>
                    </a:cubicBezTo>
                    <a:cubicBezTo>
                      <a:pt x="146" y="90"/>
                      <a:pt x="141" y="97"/>
                      <a:pt x="138" y="104"/>
                    </a:cubicBezTo>
                    <a:cubicBezTo>
                      <a:pt x="136" y="106"/>
                      <a:pt x="135" y="108"/>
                      <a:pt x="133" y="111"/>
                    </a:cubicBezTo>
                    <a:cubicBezTo>
                      <a:pt x="132" y="113"/>
                      <a:pt x="130" y="116"/>
                      <a:pt x="129" y="118"/>
                    </a:cubicBezTo>
                    <a:cubicBezTo>
                      <a:pt x="125" y="123"/>
                      <a:pt x="122" y="129"/>
                      <a:pt x="118" y="134"/>
                    </a:cubicBezTo>
                    <a:cubicBezTo>
                      <a:pt x="115" y="139"/>
                      <a:pt x="111" y="143"/>
                      <a:pt x="107" y="148"/>
                    </a:cubicBezTo>
                    <a:cubicBezTo>
                      <a:pt x="100" y="157"/>
                      <a:pt x="93" y="166"/>
                      <a:pt x="85" y="175"/>
                    </a:cubicBezTo>
                    <a:cubicBezTo>
                      <a:pt x="88" y="177"/>
                      <a:pt x="91" y="179"/>
                      <a:pt x="95" y="181"/>
                    </a:cubicBezTo>
                    <a:cubicBezTo>
                      <a:pt x="101" y="185"/>
                      <a:pt x="106" y="190"/>
                      <a:pt x="111" y="196"/>
                    </a:cubicBezTo>
                    <a:cubicBezTo>
                      <a:pt x="115" y="200"/>
                      <a:pt x="115" y="207"/>
                      <a:pt x="110" y="211"/>
                    </a:cubicBezTo>
                    <a:cubicBezTo>
                      <a:pt x="108" y="212"/>
                      <a:pt x="105" y="214"/>
                      <a:pt x="102" y="214"/>
                    </a:cubicBezTo>
                    <a:cubicBezTo>
                      <a:pt x="100" y="213"/>
                      <a:pt x="97" y="212"/>
                      <a:pt x="95" y="210"/>
                    </a:cubicBezTo>
                    <a:cubicBezTo>
                      <a:pt x="94" y="209"/>
                      <a:pt x="94" y="208"/>
                      <a:pt x="93" y="208"/>
                    </a:cubicBezTo>
                    <a:cubicBezTo>
                      <a:pt x="91" y="205"/>
                      <a:pt x="88" y="203"/>
                      <a:pt x="86" y="201"/>
                    </a:cubicBezTo>
                    <a:cubicBezTo>
                      <a:pt x="83" y="199"/>
                      <a:pt x="81" y="198"/>
                      <a:pt x="79" y="196"/>
                    </a:cubicBezTo>
                    <a:cubicBezTo>
                      <a:pt x="77" y="196"/>
                      <a:pt x="76" y="194"/>
                      <a:pt x="74" y="194"/>
                    </a:cubicBezTo>
                    <a:cubicBezTo>
                      <a:pt x="73" y="193"/>
                      <a:pt x="72" y="193"/>
                      <a:pt x="70" y="193"/>
                    </a:cubicBezTo>
                    <a:cubicBezTo>
                      <a:pt x="67" y="196"/>
                      <a:pt x="65" y="199"/>
                      <a:pt x="62" y="202"/>
                    </a:cubicBezTo>
                    <a:cubicBezTo>
                      <a:pt x="53" y="211"/>
                      <a:pt x="45" y="219"/>
                      <a:pt x="37" y="229"/>
                    </a:cubicBezTo>
                    <a:cubicBezTo>
                      <a:pt x="32" y="233"/>
                      <a:pt x="28" y="238"/>
                      <a:pt x="22" y="239"/>
                    </a:cubicBezTo>
                    <a:cubicBezTo>
                      <a:pt x="20" y="240"/>
                      <a:pt x="18" y="240"/>
                      <a:pt x="16" y="240"/>
                    </a:cubicBezTo>
                    <a:cubicBezTo>
                      <a:pt x="15" y="240"/>
                      <a:pt x="14" y="240"/>
                      <a:pt x="13" y="2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6" name="Google Shape;1086;p13"/>
              <p:cNvSpPr/>
              <p:nvPr/>
            </p:nvSpPr>
            <p:spPr>
              <a:xfrm>
                <a:off x="4379760" y="692280"/>
                <a:ext cx="52200" cy="148320"/>
              </a:xfrm>
              <a:custGeom>
                <a:avLst/>
                <a:gdLst/>
                <a:ahLst/>
                <a:cxnLst/>
                <a:rect l="l" t="t" r="r" b="b"/>
                <a:pathLst>
                  <a:path w="145" h="412" extrusionOk="0">
                    <a:moveTo>
                      <a:pt x="47" y="410"/>
                    </a:moveTo>
                    <a:cubicBezTo>
                      <a:pt x="43" y="410"/>
                      <a:pt x="40" y="408"/>
                      <a:pt x="38" y="405"/>
                    </a:cubicBezTo>
                    <a:cubicBezTo>
                      <a:pt x="32" y="403"/>
                      <a:pt x="27" y="397"/>
                      <a:pt x="24" y="393"/>
                    </a:cubicBezTo>
                    <a:cubicBezTo>
                      <a:pt x="19" y="386"/>
                      <a:pt x="16" y="380"/>
                      <a:pt x="13" y="373"/>
                    </a:cubicBezTo>
                    <a:cubicBezTo>
                      <a:pt x="7" y="359"/>
                      <a:pt x="4" y="343"/>
                      <a:pt x="2" y="327"/>
                    </a:cubicBezTo>
                    <a:cubicBezTo>
                      <a:pt x="0" y="311"/>
                      <a:pt x="0" y="295"/>
                      <a:pt x="3" y="279"/>
                    </a:cubicBezTo>
                    <a:cubicBezTo>
                      <a:pt x="5" y="265"/>
                      <a:pt x="10" y="252"/>
                      <a:pt x="15" y="240"/>
                    </a:cubicBezTo>
                    <a:cubicBezTo>
                      <a:pt x="18" y="235"/>
                      <a:pt x="20" y="230"/>
                      <a:pt x="23" y="224"/>
                    </a:cubicBezTo>
                    <a:cubicBezTo>
                      <a:pt x="27" y="216"/>
                      <a:pt x="32" y="207"/>
                      <a:pt x="36" y="199"/>
                    </a:cubicBezTo>
                    <a:cubicBezTo>
                      <a:pt x="39" y="194"/>
                      <a:pt x="45" y="192"/>
                      <a:pt x="50" y="195"/>
                    </a:cubicBezTo>
                    <a:cubicBezTo>
                      <a:pt x="55" y="197"/>
                      <a:pt x="57" y="203"/>
                      <a:pt x="54" y="209"/>
                    </a:cubicBezTo>
                    <a:cubicBezTo>
                      <a:pt x="50" y="216"/>
                      <a:pt x="46" y="224"/>
                      <a:pt x="42" y="231"/>
                    </a:cubicBezTo>
                    <a:cubicBezTo>
                      <a:pt x="39" y="238"/>
                      <a:pt x="36" y="244"/>
                      <a:pt x="33" y="250"/>
                    </a:cubicBezTo>
                    <a:cubicBezTo>
                      <a:pt x="31" y="257"/>
                      <a:pt x="28" y="263"/>
                      <a:pt x="26" y="270"/>
                    </a:cubicBezTo>
                    <a:cubicBezTo>
                      <a:pt x="25" y="276"/>
                      <a:pt x="24" y="282"/>
                      <a:pt x="22" y="288"/>
                    </a:cubicBezTo>
                    <a:cubicBezTo>
                      <a:pt x="22" y="294"/>
                      <a:pt x="21" y="301"/>
                      <a:pt x="21" y="307"/>
                    </a:cubicBezTo>
                    <a:cubicBezTo>
                      <a:pt x="21" y="313"/>
                      <a:pt x="22" y="320"/>
                      <a:pt x="22" y="327"/>
                    </a:cubicBezTo>
                    <a:cubicBezTo>
                      <a:pt x="24" y="334"/>
                      <a:pt x="25" y="341"/>
                      <a:pt x="26" y="348"/>
                    </a:cubicBezTo>
                    <a:cubicBezTo>
                      <a:pt x="28" y="354"/>
                      <a:pt x="30" y="359"/>
                      <a:pt x="32" y="364"/>
                    </a:cubicBezTo>
                    <a:cubicBezTo>
                      <a:pt x="33" y="367"/>
                      <a:pt x="35" y="370"/>
                      <a:pt x="36" y="373"/>
                    </a:cubicBezTo>
                    <a:cubicBezTo>
                      <a:pt x="38" y="376"/>
                      <a:pt x="39" y="378"/>
                      <a:pt x="41" y="380"/>
                    </a:cubicBezTo>
                    <a:cubicBezTo>
                      <a:pt x="42" y="382"/>
                      <a:pt x="43" y="382"/>
                      <a:pt x="43" y="383"/>
                    </a:cubicBezTo>
                    <a:cubicBezTo>
                      <a:pt x="45" y="384"/>
                      <a:pt x="46" y="386"/>
                      <a:pt x="47" y="386"/>
                    </a:cubicBezTo>
                    <a:cubicBezTo>
                      <a:pt x="47" y="387"/>
                      <a:pt x="48" y="387"/>
                      <a:pt x="49" y="388"/>
                    </a:cubicBezTo>
                    <a:cubicBezTo>
                      <a:pt x="50" y="389"/>
                      <a:pt x="51" y="389"/>
                      <a:pt x="52" y="389"/>
                    </a:cubicBezTo>
                    <a:cubicBezTo>
                      <a:pt x="52" y="390"/>
                      <a:pt x="52" y="390"/>
                      <a:pt x="52" y="390"/>
                    </a:cubicBezTo>
                    <a:cubicBezTo>
                      <a:pt x="53" y="390"/>
                      <a:pt x="53" y="390"/>
                      <a:pt x="53" y="390"/>
                    </a:cubicBezTo>
                    <a:cubicBezTo>
                      <a:pt x="54" y="390"/>
                      <a:pt x="54" y="390"/>
                      <a:pt x="55" y="390"/>
                    </a:cubicBezTo>
                    <a:lnTo>
                      <a:pt x="56" y="390"/>
                    </a:lnTo>
                    <a:cubicBezTo>
                      <a:pt x="56" y="389"/>
                      <a:pt x="56" y="389"/>
                      <a:pt x="57" y="389"/>
                    </a:cubicBezTo>
                    <a:lnTo>
                      <a:pt x="58" y="389"/>
                    </a:lnTo>
                    <a:cubicBezTo>
                      <a:pt x="58" y="388"/>
                      <a:pt x="59" y="387"/>
                      <a:pt x="59" y="387"/>
                    </a:cubicBezTo>
                    <a:cubicBezTo>
                      <a:pt x="60" y="386"/>
                      <a:pt x="60" y="386"/>
                      <a:pt x="61" y="384"/>
                    </a:cubicBezTo>
                    <a:cubicBezTo>
                      <a:pt x="63" y="381"/>
                      <a:pt x="63" y="378"/>
                      <a:pt x="64" y="375"/>
                    </a:cubicBezTo>
                    <a:lnTo>
                      <a:pt x="64" y="376"/>
                    </a:lnTo>
                    <a:cubicBezTo>
                      <a:pt x="66" y="366"/>
                      <a:pt x="67" y="357"/>
                      <a:pt x="69" y="347"/>
                    </a:cubicBezTo>
                    <a:cubicBezTo>
                      <a:pt x="70" y="340"/>
                      <a:pt x="71" y="333"/>
                      <a:pt x="72" y="326"/>
                    </a:cubicBezTo>
                    <a:cubicBezTo>
                      <a:pt x="75" y="305"/>
                      <a:pt x="78" y="283"/>
                      <a:pt x="80" y="262"/>
                    </a:cubicBezTo>
                    <a:cubicBezTo>
                      <a:pt x="81" y="250"/>
                      <a:pt x="82" y="239"/>
                      <a:pt x="84" y="228"/>
                    </a:cubicBezTo>
                    <a:cubicBezTo>
                      <a:pt x="85" y="220"/>
                      <a:pt x="85" y="212"/>
                      <a:pt x="86" y="205"/>
                    </a:cubicBezTo>
                    <a:cubicBezTo>
                      <a:pt x="87" y="199"/>
                      <a:pt x="87" y="194"/>
                      <a:pt x="88" y="189"/>
                    </a:cubicBezTo>
                    <a:cubicBezTo>
                      <a:pt x="90" y="176"/>
                      <a:pt x="92" y="163"/>
                      <a:pt x="93" y="150"/>
                    </a:cubicBezTo>
                    <a:cubicBezTo>
                      <a:pt x="95" y="139"/>
                      <a:pt x="98" y="128"/>
                      <a:pt x="100" y="117"/>
                    </a:cubicBezTo>
                    <a:cubicBezTo>
                      <a:pt x="102" y="109"/>
                      <a:pt x="104" y="100"/>
                      <a:pt x="106" y="91"/>
                    </a:cubicBezTo>
                    <a:cubicBezTo>
                      <a:pt x="97" y="100"/>
                      <a:pt x="86" y="106"/>
                      <a:pt x="75" y="108"/>
                    </a:cubicBezTo>
                    <a:cubicBezTo>
                      <a:pt x="63" y="111"/>
                      <a:pt x="49" y="108"/>
                      <a:pt x="42" y="97"/>
                    </a:cubicBezTo>
                    <a:cubicBezTo>
                      <a:pt x="39" y="92"/>
                      <a:pt x="37" y="87"/>
                      <a:pt x="36" y="82"/>
                    </a:cubicBezTo>
                    <a:cubicBezTo>
                      <a:pt x="35" y="75"/>
                      <a:pt x="35" y="68"/>
                      <a:pt x="35" y="61"/>
                    </a:cubicBezTo>
                    <a:cubicBezTo>
                      <a:pt x="36" y="57"/>
                      <a:pt x="36" y="52"/>
                      <a:pt x="38" y="48"/>
                    </a:cubicBezTo>
                    <a:cubicBezTo>
                      <a:pt x="38" y="43"/>
                      <a:pt x="39" y="39"/>
                      <a:pt x="40" y="35"/>
                    </a:cubicBezTo>
                    <a:cubicBezTo>
                      <a:pt x="44" y="22"/>
                      <a:pt x="50" y="9"/>
                      <a:pt x="62" y="3"/>
                    </a:cubicBezTo>
                    <a:cubicBezTo>
                      <a:pt x="67" y="0"/>
                      <a:pt x="74" y="0"/>
                      <a:pt x="79" y="3"/>
                    </a:cubicBezTo>
                    <a:cubicBezTo>
                      <a:pt x="82" y="5"/>
                      <a:pt x="86" y="9"/>
                      <a:pt x="89" y="12"/>
                    </a:cubicBezTo>
                    <a:cubicBezTo>
                      <a:pt x="92" y="17"/>
                      <a:pt x="91" y="24"/>
                      <a:pt x="86" y="27"/>
                    </a:cubicBezTo>
                    <a:cubicBezTo>
                      <a:pt x="81" y="31"/>
                      <a:pt x="74" y="30"/>
                      <a:pt x="71" y="24"/>
                    </a:cubicBezTo>
                    <a:cubicBezTo>
                      <a:pt x="70" y="24"/>
                      <a:pt x="70" y="24"/>
                      <a:pt x="70" y="24"/>
                    </a:cubicBezTo>
                    <a:cubicBezTo>
                      <a:pt x="70" y="24"/>
                      <a:pt x="68" y="25"/>
                      <a:pt x="68" y="26"/>
                    </a:cubicBezTo>
                    <a:cubicBezTo>
                      <a:pt x="67" y="27"/>
                      <a:pt x="67" y="28"/>
                      <a:pt x="66" y="29"/>
                    </a:cubicBezTo>
                    <a:cubicBezTo>
                      <a:pt x="66" y="30"/>
                      <a:pt x="65" y="31"/>
                      <a:pt x="64" y="33"/>
                    </a:cubicBezTo>
                    <a:cubicBezTo>
                      <a:pt x="63" y="36"/>
                      <a:pt x="61" y="40"/>
                      <a:pt x="60" y="43"/>
                    </a:cubicBezTo>
                    <a:cubicBezTo>
                      <a:pt x="59" y="49"/>
                      <a:pt x="58" y="54"/>
                      <a:pt x="57" y="60"/>
                    </a:cubicBezTo>
                    <a:cubicBezTo>
                      <a:pt x="57" y="62"/>
                      <a:pt x="57" y="65"/>
                      <a:pt x="57" y="68"/>
                    </a:cubicBezTo>
                    <a:cubicBezTo>
                      <a:pt x="57" y="70"/>
                      <a:pt x="57" y="72"/>
                      <a:pt x="57" y="75"/>
                    </a:cubicBezTo>
                    <a:cubicBezTo>
                      <a:pt x="57" y="77"/>
                      <a:pt x="58" y="79"/>
                      <a:pt x="59" y="81"/>
                    </a:cubicBezTo>
                    <a:cubicBezTo>
                      <a:pt x="59" y="82"/>
                      <a:pt x="59" y="82"/>
                      <a:pt x="59" y="83"/>
                    </a:cubicBezTo>
                    <a:cubicBezTo>
                      <a:pt x="59" y="84"/>
                      <a:pt x="60" y="84"/>
                      <a:pt x="60" y="84"/>
                    </a:cubicBezTo>
                    <a:cubicBezTo>
                      <a:pt x="60" y="84"/>
                      <a:pt x="60" y="85"/>
                      <a:pt x="61" y="85"/>
                    </a:cubicBezTo>
                    <a:lnTo>
                      <a:pt x="61" y="86"/>
                    </a:lnTo>
                    <a:cubicBezTo>
                      <a:pt x="62" y="86"/>
                      <a:pt x="63" y="86"/>
                      <a:pt x="63" y="87"/>
                    </a:cubicBezTo>
                    <a:lnTo>
                      <a:pt x="64" y="87"/>
                    </a:lnTo>
                    <a:cubicBezTo>
                      <a:pt x="64" y="87"/>
                      <a:pt x="65" y="87"/>
                      <a:pt x="66" y="87"/>
                    </a:cubicBezTo>
                    <a:lnTo>
                      <a:pt x="67" y="87"/>
                    </a:lnTo>
                    <a:cubicBezTo>
                      <a:pt x="68" y="87"/>
                      <a:pt x="69" y="87"/>
                      <a:pt x="70" y="87"/>
                    </a:cubicBezTo>
                    <a:cubicBezTo>
                      <a:pt x="71" y="87"/>
                      <a:pt x="72" y="87"/>
                      <a:pt x="74" y="86"/>
                    </a:cubicBezTo>
                    <a:cubicBezTo>
                      <a:pt x="74" y="86"/>
                      <a:pt x="75" y="86"/>
                      <a:pt x="76" y="86"/>
                    </a:cubicBezTo>
                    <a:cubicBezTo>
                      <a:pt x="78" y="84"/>
                      <a:pt x="80" y="84"/>
                      <a:pt x="82" y="83"/>
                    </a:cubicBezTo>
                    <a:cubicBezTo>
                      <a:pt x="84" y="82"/>
                      <a:pt x="86" y="80"/>
                      <a:pt x="88" y="79"/>
                    </a:cubicBezTo>
                    <a:cubicBezTo>
                      <a:pt x="91" y="76"/>
                      <a:pt x="95" y="73"/>
                      <a:pt x="98" y="70"/>
                    </a:cubicBezTo>
                    <a:cubicBezTo>
                      <a:pt x="104" y="65"/>
                      <a:pt x="109" y="59"/>
                      <a:pt x="114" y="52"/>
                    </a:cubicBezTo>
                    <a:cubicBezTo>
                      <a:pt x="116" y="50"/>
                      <a:pt x="118" y="47"/>
                      <a:pt x="120" y="44"/>
                    </a:cubicBezTo>
                    <a:cubicBezTo>
                      <a:pt x="121" y="43"/>
                      <a:pt x="121" y="41"/>
                      <a:pt x="122" y="40"/>
                    </a:cubicBezTo>
                    <a:cubicBezTo>
                      <a:pt x="125" y="35"/>
                      <a:pt x="131" y="33"/>
                      <a:pt x="137" y="36"/>
                    </a:cubicBezTo>
                    <a:cubicBezTo>
                      <a:pt x="142" y="38"/>
                      <a:pt x="144" y="45"/>
                      <a:pt x="141" y="50"/>
                    </a:cubicBezTo>
                    <a:cubicBezTo>
                      <a:pt x="141" y="51"/>
                      <a:pt x="141" y="52"/>
                      <a:pt x="140" y="54"/>
                    </a:cubicBezTo>
                    <a:cubicBezTo>
                      <a:pt x="140" y="53"/>
                      <a:pt x="140" y="53"/>
                      <a:pt x="141" y="52"/>
                    </a:cubicBezTo>
                    <a:cubicBezTo>
                      <a:pt x="139" y="57"/>
                      <a:pt x="137" y="62"/>
                      <a:pt x="135" y="66"/>
                    </a:cubicBezTo>
                    <a:cubicBezTo>
                      <a:pt x="134" y="72"/>
                      <a:pt x="131" y="79"/>
                      <a:pt x="130" y="85"/>
                    </a:cubicBezTo>
                    <a:cubicBezTo>
                      <a:pt x="127" y="94"/>
                      <a:pt x="125" y="104"/>
                      <a:pt x="122" y="113"/>
                    </a:cubicBezTo>
                    <a:cubicBezTo>
                      <a:pt x="121" y="115"/>
                      <a:pt x="121" y="118"/>
                      <a:pt x="120" y="121"/>
                    </a:cubicBezTo>
                    <a:cubicBezTo>
                      <a:pt x="119" y="127"/>
                      <a:pt x="118" y="133"/>
                      <a:pt x="117" y="140"/>
                    </a:cubicBezTo>
                    <a:cubicBezTo>
                      <a:pt x="116" y="144"/>
                      <a:pt x="115" y="147"/>
                      <a:pt x="114" y="151"/>
                    </a:cubicBezTo>
                    <a:cubicBezTo>
                      <a:pt x="113" y="154"/>
                      <a:pt x="113" y="158"/>
                      <a:pt x="113" y="161"/>
                    </a:cubicBezTo>
                    <a:cubicBezTo>
                      <a:pt x="111" y="172"/>
                      <a:pt x="109" y="182"/>
                      <a:pt x="108" y="192"/>
                    </a:cubicBezTo>
                    <a:cubicBezTo>
                      <a:pt x="106" y="205"/>
                      <a:pt x="104" y="217"/>
                      <a:pt x="103" y="230"/>
                    </a:cubicBezTo>
                    <a:cubicBezTo>
                      <a:pt x="102" y="241"/>
                      <a:pt x="101" y="252"/>
                      <a:pt x="99" y="263"/>
                    </a:cubicBezTo>
                    <a:cubicBezTo>
                      <a:pt x="97" y="285"/>
                      <a:pt x="95" y="307"/>
                      <a:pt x="92" y="329"/>
                    </a:cubicBezTo>
                    <a:lnTo>
                      <a:pt x="92" y="330"/>
                    </a:lnTo>
                    <a:cubicBezTo>
                      <a:pt x="91" y="337"/>
                      <a:pt x="90" y="344"/>
                      <a:pt x="89" y="351"/>
                    </a:cubicBezTo>
                    <a:cubicBezTo>
                      <a:pt x="88" y="357"/>
                      <a:pt x="87" y="362"/>
                      <a:pt x="86" y="368"/>
                    </a:cubicBezTo>
                    <a:cubicBezTo>
                      <a:pt x="85" y="375"/>
                      <a:pt x="84" y="380"/>
                      <a:pt x="82" y="387"/>
                    </a:cubicBezTo>
                    <a:cubicBezTo>
                      <a:pt x="81" y="393"/>
                      <a:pt x="77" y="399"/>
                      <a:pt x="72" y="404"/>
                    </a:cubicBezTo>
                    <a:cubicBezTo>
                      <a:pt x="68" y="408"/>
                      <a:pt x="63" y="411"/>
                      <a:pt x="56" y="411"/>
                    </a:cubicBezTo>
                    <a:cubicBezTo>
                      <a:pt x="56" y="411"/>
                      <a:pt x="55" y="411"/>
                      <a:pt x="54" y="411"/>
                    </a:cubicBezTo>
                    <a:cubicBezTo>
                      <a:pt x="52" y="411"/>
                      <a:pt x="49" y="411"/>
                      <a:pt x="47" y="4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7" name="Google Shape;1087;p13"/>
              <p:cNvSpPr/>
              <p:nvPr/>
            </p:nvSpPr>
            <p:spPr>
              <a:xfrm>
                <a:off x="4446360" y="669240"/>
                <a:ext cx="29160" cy="56880"/>
              </a:xfrm>
              <a:custGeom>
                <a:avLst/>
                <a:gdLst/>
                <a:ahLst/>
                <a:cxnLst/>
                <a:rect l="l" t="t" r="r" b="b"/>
                <a:pathLst>
                  <a:path w="81" h="158" extrusionOk="0">
                    <a:moveTo>
                      <a:pt x="56" y="31"/>
                    </a:moveTo>
                    <a:lnTo>
                      <a:pt x="57" y="31"/>
                    </a:lnTo>
                    <a:cubicBezTo>
                      <a:pt x="57" y="30"/>
                      <a:pt x="57" y="30"/>
                      <a:pt x="57" y="30"/>
                    </a:cubicBezTo>
                    <a:cubicBezTo>
                      <a:pt x="57" y="28"/>
                      <a:pt x="57" y="28"/>
                      <a:pt x="56" y="27"/>
                    </a:cubicBezTo>
                    <a:lnTo>
                      <a:pt x="56" y="26"/>
                    </a:lnTo>
                    <a:cubicBezTo>
                      <a:pt x="56" y="25"/>
                      <a:pt x="55" y="25"/>
                      <a:pt x="55" y="24"/>
                    </a:cubicBezTo>
                    <a:cubicBezTo>
                      <a:pt x="54" y="24"/>
                      <a:pt x="54" y="23"/>
                      <a:pt x="54" y="23"/>
                    </a:cubicBezTo>
                    <a:lnTo>
                      <a:pt x="53" y="23"/>
                    </a:lnTo>
                    <a:lnTo>
                      <a:pt x="52" y="23"/>
                    </a:lnTo>
                    <a:cubicBezTo>
                      <a:pt x="52" y="24"/>
                      <a:pt x="52" y="24"/>
                      <a:pt x="51" y="24"/>
                    </a:cubicBezTo>
                    <a:cubicBezTo>
                      <a:pt x="51" y="24"/>
                      <a:pt x="50" y="24"/>
                      <a:pt x="50" y="25"/>
                    </a:cubicBezTo>
                    <a:cubicBezTo>
                      <a:pt x="49" y="26"/>
                      <a:pt x="49" y="26"/>
                      <a:pt x="49" y="26"/>
                    </a:cubicBezTo>
                    <a:cubicBezTo>
                      <a:pt x="49" y="26"/>
                      <a:pt x="49" y="27"/>
                      <a:pt x="48" y="27"/>
                    </a:cubicBezTo>
                    <a:lnTo>
                      <a:pt x="48" y="28"/>
                    </a:lnTo>
                    <a:lnTo>
                      <a:pt x="48" y="29"/>
                    </a:lnTo>
                    <a:lnTo>
                      <a:pt x="48" y="30"/>
                    </a:lnTo>
                    <a:lnTo>
                      <a:pt x="49" y="30"/>
                    </a:lnTo>
                    <a:cubicBezTo>
                      <a:pt x="50" y="30"/>
                      <a:pt x="50" y="30"/>
                      <a:pt x="50" y="30"/>
                    </a:cubicBezTo>
                    <a:lnTo>
                      <a:pt x="51" y="30"/>
                    </a:lnTo>
                    <a:cubicBezTo>
                      <a:pt x="52" y="31"/>
                      <a:pt x="54" y="31"/>
                      <a:pt x="56" y="31"/>
                    </a:cubicBezTo>
                    <a:moveTo>
                      <a:pt x="32" y="157"/>
                    </a:moveTo>
                    <a:cubicBezTo>
                      <a:pt x="29" y="156"/>
                      <a:pt x="26" y="155"/>
                      <a:pt x="23" y="155"/>
                    </a:cubicBezTo>
                    <a:cubicBezTo>
                      <a:pt x="18" y="154"/>
                      <a:pt x="12" y="153"/>
                      <a:pt x="7" y="150"/>
                    </a:cubicBezTo>
                    <a:cubicBezTo>
                      <a:pt x="6" y="148"/>
                      <a:pt x="4" y="146"/>
                      <a:pt x="3" y="144"/>
                    </a:cubicBezTo>
                    <a:cubicBezTo>
                      <a:pt x="1" y="142"/>
                      <a:pt x="1" y="140"/>
                      <a:pt x="0" y="137"/>
                    </a:cubicBezTo>
                    <a:cubicBezTo>
                      <a:pt x="0" y="132"/>
                      <a:pt x="3" y="126"/>
                      <a:pt x="7" y="123"/>
                    </a:cubicBezTo>
                    <a:cubicBezTo>
                      <a:pt x="10" y="118"/>
                      <a:pt x="14" y="114"/>
                      <a:pt x="18" y="109"/>
                    </a:cubicBezTo>
                    <a:cubicBezTo>
                      <a:pt x="21" y="106"/>
                      <a:pt x="24" y="102"/>
                      <a:pt x="27" y="99"/>
                    </a:cubicBezTo>
                    <a:cubicBezTo>
                      <a:pt x="33" y="91"/>
                      <a:pt x="39" y="82"/>
                      <a:pt x="45" y="73"/>
                    </a:cubicBezTo>
                    <a:cubicBezTo>
                      <a:pt x="48" y="69"/>
                      <a:pt x="50" y="63"/>
                      <a:pt x="53" y="59"/>
                    </a:cubicBezTo>
                    <a:cubicBezTo>
                      <a:pt x="53" y="56"/>
                      <a:pt x="54" y="55"/>
                      <a:pt x="55" y="53"/>
                    </a:cubicBezTo>
                    <a:cubicBezTo>
                      <a:pt x="51" y="53"/>
                      <a:pt x="48" y="52"/>
                      <a:pt x="45" y="52"/>
                    </a:cubicBezTo>
                    <a:cubicBezTo>
                      <a:pt x="32" y="49"/>
                      <a:pt x="23" y="36"/>
                      <a:pt x="26" y="24"/>
                    </a:cubicBezTo>
                    <a:cubicBezTo>
                      <a:pt x="27" y="17"/>
                      <a:pt x="30" y="13"/>
                      <a:pt x="35" y="8"/>
                    </a:cubicBezTo>
                    <a:cubicBezTo>
                      <a:pt x="40" y="4"/>
                      <a:pt x="46" y="1"/>
                      <a:pt x="52" y="0"/>
                    </a:cubicBezTo>
                    <a:cubicBezTo>
                      <a:pt x="59" y="0"/>
                      <a:pt x="64" y="3"/>
                      <a:pt x="69" y="7"/>
                    </a:cubicBezTo>
                    <a:cubicBezTo>
                      <a:pt x="74" y="12"/>
                      <a:pt x="77" y="18"/>
                      <a:pt x="78" y="24"/>
                    </a:cubicBezTo>
                    <a:cubicBezTo>
                      <a:pt x="80" y="31"/>
                      <a:pt x="80" y="38"/>
                      <a:pt x="79" y="45"/>
                    </a:cubicBezTo>
                    <a:cubicBezTo>
                      <a:pt x="78" y="53"/>
                      <a:pt x="75" y="60"/>
                      <a:pt x="72" y="68"/>
                    </a:cubicBezTo>
                    <a:cubicBezTo>
                      <a:pt x="67" y="79"/>
                      <a:pt x="61" y="89"/>
                      <a:pt x="54" y="98"/>
                    </a:cubicBezTo>
                    <a:cubicBezTo>
                      <a:pt x="47" y="108"/>
                      <a:pt x="40" y="118"/>
                      <a:pt x="32" y="128"/>
                    </a:cubicBezTo>
                    <a:cubicBezTo>
                      <a:pt x="31" y="129"/>
                      <a:pt x="29" y="132"/>
                      <a:pt x="27" y="133"/>
                    </a:cubicBezTo>
                    <a:cubicBezTo>
                      <a:pt x="30" y="134"/>
                      <a:pt x="33" y="134"/>
                      <a:pt x="36" y="135"/>
                    </a:cubicBezTo>
                    <a:cubicBezTo>
                      <a:pt x="42" y="136"/>
                      <a:pt x="46" y="142"/>
                      <a:pt x="45" y="148"/>
                    </a:cubicBezTo>
                    <a:cubicBezTo>
                      <a:pt x="43" y="154"/>
                      <a:pt x="39" y="157"/>
                      <a:pt x="34" y="157"/>
                    </a:cubicBezTo>
                    <a:cubicBezTo>
                      <a:pt x="33" y="157"/>
                      <a:pt x="32" y="157"/>
                      <a:pt x="32" y="1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8" name="Google Shape;1088;p13"/>
              <p:cNvSpPr/>
              <p:nvPr/>
            </p:nvSpPr>
            <p:spPr>
              <a:xfrm>
                <a:off x="4500000" y="709200"/>
                <a:ext cx="2916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81" h="28" extrusionOk="0">
                    <a:moveTo>
                      <a:pt x="5" y="23"/>
                    </a:moveTo>
                    <a:cubicBezTo>
                      <a:pt x="4" y="22"/>
                      <a:pt x="3" y="21"/>
                      <a:pt x="3" y="19"/>
                    </a:cubicBezTo>
                    <a:cubicBezTo>
                      <a:pt x="0" y="15"/>
                      <a:pt x="2" y="11"/>
                      <a:pt x="4" y="8"/>
                    </a:cubicBezTo>
                    <a:cubicBezTo>
                      <a:pt x="7" y="4"/>
                      <a:pt x="11" y="3"/>
                      <a:pt x="14" y="3"/>
                    </a:cubicBezTo>
                    <a:cubicBezTo>
                      <a:pt x="18" y="2"/>
                      <a:pt x="21" y="2"/>
                      <a:pt x="25" y="1"/>
                    </a:cubicBezTo>
                    <a:cubicBezTo>
                      <a:pt x="30" y="1"/>
                      <a:pt x="34" y="1"/>
                      <a:pt x="38" y="1"/>
                    </a:cubicBezTo>
                    <a:cubicBezTo>
                      <a:pt x="48" y="1"/>
                      <a:pt x="58" y="1"/>
                      <a:pt x="68" y="0"/>
                    </a:cubicBezTo>
                    <a:cubicBezTo>
                      <a:pt x="74" y="0"/>
                      <a:pt x="79" y="4"/>
                      <a:pt x="80" y="10"/>
                    </a:cubicBezTo>
                    <a:cubicBezTo>
                      <a:pt x="80" y="16"/>
                      <a:pt x="76" y="22"/>
                      <a:pt x="70" y="22"/>
                    </a:cubicBezTo>
                    <a:cubicBezTo>
                      <a:pt x="61" y="22"/>
                      <a:pt x="52" y="22"/>
                      <a:pt x="44" y="22"/>
                    </a:cubicBezTo>
                    <a:cubicBezTo>
                      <a:pt x="37" y="23"/>
                      <a:pt x="29" y="23"/>
                      <a:pt x="22" y="23"/>
                    </a:cubicBezTo>
                    <a:cubicBezTo>
                      <a:pt x="21" y="23"/>
                      <a:pt x="21" y="23"/>
                      <a:pt x="20" y="23"/>
                    </a:cubicBezTo>
                    <a:cubicBezTo>
                      <a:pt x="20" y="24"/>
                      <a:pt x="19" y="25"/>
                      <a:pt x="19" y="25"/>
                    </a:cubicBezTo>
                    <a:cubicBezTo>
                      <a:pt x="17" y="26"/>
                      <a:pt x="15" y="27"/>
                      <a:pt x="13" y="27"/>
                    </a:cubicBezTo>
                    <a:cubicBezTo>
                      <a:pt x="10" y="27"/>
                      <a:pt x="7" y="25"/>
                      <a:pt x="5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9" name="Google Shape;1089;p13"/>
              <p:cNvSpPr/>
              <p:nvPr/>
            </p:nvSpPr>
            <p:spPr>
              <a:xfrm>
                <a:off x="4510080" y="684720"/>
                <a:ext cx="12960" cy="49320"/>
              </a:xfrm>
              <a:custGeom>
                <a:avLst/>
                <a:gdLst/>
                <a:ahLst/>
                <a:cxnLst/>
                <a:rect l="l" t="t" r="r" b="b"/>
                <a:pathLst>
                  <a:path w="36" h="137" extrusionOk="0">
                    <a:moveTo>
                      <a:pt x="0" y="126"/>
                    </a:moveTo>
                    <a:cubicBezTo>
                      <a:pt x="0" y="106"/>
                      <a:pt x="1" y="86"/>
                      <a:pt x="3" y="67"/>
                    </a:cubicBezTo>
                    <a:cubicBezTo>
                      <a:pt x="5" y="57"/>
                      <a:pt x="6" y="48"/>
                      <a:pt x="7" y="38"/>
                    </a:cubicBezTo>
                    <a:cubicBezTo>
                      <a:pt x="8" y="33"/>
                      <a:pt x="9" y="29"/>
                      <a:pt x="10" y="23"/>
                    </a:cubicBezTo>
                    <a:cubicBezTo>
                      <a:pt x="11" y="19"/>
                      <a:pt x="12" y="15"/>
                      <a:pt x="12" y="11"/>
                    </a:cubicBezTo>
                    <a:lnTo>
                      <a:pt x="12" y="10"/>
                    </a:lnTo>
                    <a:lnTo>
                      <a:pt x="12" y="11"/>
                    </a:lnTo>
                    <a:cubicBezTo>
                      <a:pt x="14" y="4"/>
                      <a:pt x="20" y="0"/>
                      <a:pt x="26" y="1"/>
                    </a:cubicBezTo>
                    <a:cubicBezTo>
                      <a:pt x="28" y="2"/>
                      <a:pt x="31" y="4"/>
                      <a:pt x="32" y="6"/>
                    </a:cubicBezTo>
                    <a:cubicBezTo>
                      <a:pt x="34" y="9"/>
                      <a:pt x="35" y="12"/>
                      <a:pt x="34" y="16"/>
                    </a:cubicBezTo>
                    <a:cubicBezTo>
                      <a:pt x="32" y="22"/>
                      <a:pt x="31" y="29"/>
                      <a:pt x="30" y="35"/>
                    </a:cubicBezTo>
                    <a:cubicBezTo>
                      <a:pt x="28" y="43"/>
                      <a:pt x="27" y="51"/>
                      <a:pt x="26" y="58"/>
                    </a:cubicBezTo>
                    <a:cubicBezTo>
                      <a:pt x="25" y="68"/>
                      <a:pt x="24" y="77"/>
                      <a:pt x="23" y="87"/>
                    </a:cubicBezTo>
                    <a:cubicBezTo>
                      <a:pt x="23" y="91"/>
                      <a:pt x="22" y="97"/>
                      <a:pt x="21" y="101"/>
                    </a:cubicBezTo>
                    <a:cubicBezTo>
                      <a:pt x="21" y="107"/>
                      <a:pt x="21" y="112"/>
                      <a:pt x="21" y="118"/>
                    </a:cubicBezTo>
                    <a:cubicBezTo>
                      <a:pt x="21" y="120"/>
                      <a:pt x="21" y="122"/>
                      <a:pt x="21" y="125"/>
                    </a:cubicBezTo>
                    <a:cubicBezTo>
                      <a:pt x="21" y="131"/>
                      <a:pt x="17" y="136"/>
                      <a:pt x="11" y="136"/>
                    </a:cubicBezTo>
                    <a:lnTo>
                      <a:pt x="10" y="136"/>
                    </a:lnTo>
                    <a:cubicBezTo>
                      <a:pt x="5" y="136"/>
                      <a:pt x="0" y="132"/>
                      <a:pt x="0" y="1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0" name="Google Shape;1090;p13"/>
              <p:cNvSpPr/>
              <p:nvPr/>
            </p:nvSpPr>
            <p:spPr>
              <a:xfrm>
                <a:off x="4557600" y="667440"/>
                <a:ext cx="46800" cy="104760"/>
              </a:xfrm>
              <a:custGeom>
                <a:avLst/>
                <a:gdLst/>
                <a:ahLst/>
                <a:cxnLst/>
                <a:rect l="l" t="t" r="r" b="b"/>
                <a:pathLst>
                  <a:path w="130" h="291" extrusionOk="0">
                    <a:moveTo>
                      <a:pt x="1" y="281"/>
                    </a:moveTo>
                    <a:cubicBezTo>
                      <a:pt x="0" y="275"/>
                      <a:pt x="4" y="269"/>
                      <a:pt x="10" y="268"/>
                    </a:cubicBezTo>
                    <a:cubicBezTo>
                      <a:pt x="12" y="268"/>
                      <a:pt x="14" y="267"/>
                      <a:pt x="17" y="267"/>
                    </a:cubicBezTo>
                    <a:cubicBezTo>
                      <a:pt x="17" y="267"/>
                      <a:pt x="16" y="267"/>
                      <a:pt x="15" y="267"/>
                    </a:cubicBezTo>
                    <a:cubicBezTo>
                      <a:pt x="19" y="266"/>
                      <a:pt x="22" y="265"/>
                      <a:pt x="25" y="264"/>
                    </a:cubicBezTo>
                    <a:cubicBezTo>
                      <a:pt x="33" y="262"/>
                      <a:pt x="41" y="259"/>
                      <a:pt x="49" y="256"/>
                    </a:cubicBezTo>
                    <a:cubicBezTo>
                      <a:pt x="55" y="254"/>
                      <a:pt x="61" y="251"/>
                      <a:pt x="66" y="248"/>
                    </a:cubicBezTo>
                    <a:cubicBezTo>
                      <a:pt x="70" y="246"/>
                      <a:pt x="73" y="244"/>
                      <a:pt x="77" y="241"/>
                    </a:cubicBezTo>
                    <a:cubicBezTo>
                      <a:pt x="80" y="239"/>
                      <a:pt x="82" y="236"/>
                      <a:pt x="85" y="234"/>
                    </a:cubicBezTo>
                    <a:cubicBezTo>
                      <a:pt x="87" y="232"/>
                      <a:pt x="89" y="230"/>
                      <a:pt x="91" y="227"/>
                    </a:cubicBezTo>
                    <a:cubicBezTo>
                      <a:pt x="93" y="225"/>
                      <a:pt x="95" y="222"/>
                      <a:pt x="97" y="219"/>
                    </a:cubicBezTo>
                    <a:cubicBezTo>
                      <a:pt x="98" y="216"/>
                      <a:pt x="99" y="214"/>
                      <a:pt x="101" y="211"/>
                    </a:cubicBezTo>
                    <a:cubicBezTo>
                      <a:pt x="102" y="208"/>
                      <a:pt x="103" y="205"/>
                      <a:pt x="104" y="202"/>
                    </a:cubicBezTo>
                    <a:cubicBezTo>
                      <a:pt x="105" y="200"/>
                      <a:pt x="106" y="196"/>
                      <a:pt x="106" y="193"/>
                    </a:cubicBezTo>
                    <a:cubicBezTo>
                      <a:pt x="106" y="190"/>
                      <a:pt x="106" y="187"/>
                      <a:pt x="107" y="184"/>
                    </a:cubicBezTo>
                    <a:cubicBezTo>
                      <a:pt x="106" y="180"/>
                      <a:pt x="106" y="176"/>
                      <a:pt x="106" y="173"/>
                    </a:cubicBezTo>
                    <a:cubicBezTo>
                      <a:pt x="105" y="168"/>
                      <a:pt x="105" y="164"/>
                      <a:pt x="103" y="160"/>
                    </a:cubicBezTo>
                    <a:cubicBezTo>
                      <a:pt x="102" y="156"/>
                      <a:pt x="101" y="153"/>
                      <a:pt x="100" y="149"/>
                    </a:cubicBezTo>
                    <a:cubicBezTo>
                      <a:pt x="99" y="148"/>
                      <a:pt x="98" y="145"/>
                      <a:pt x="97" y="144"/>
                    </a:cubicBezTo>
                    <a:cubicBezTo>
                      <a:pt x="96" y="142"/>
                      <a:pt x="95" y="140"/>
                      <a:pt x="94" y="138"/>
                    </a:cubicBezTo>
                    <a:cubicBezTo>
                      <a:pt x="92" y="137"/>
                      <a:pt x="90" y="134"/>
                      <a:pt x="88" y="133"/>
                    </a:cubicBezTo>
                    <a:cubicBezTo>
                      <a:pt x="87" y="131"/>
                      <a:pt x="85" y="129"/>
                      <a:pt x="82" y="127"/>
                    </a:cubicBezTo>
                    <a:cubicBezTo>
                      <a:pt x="81" y="126"/>
                      <a:pt x="79" y="124"/>
                      <a:pt x="77" y="123"/>
                    </a:cubicBezTo>
                    <a:cubicBezTo>
                      <a:pt x="75" y="122"/>
                      <a:pt x="74" y="121"/>
                      <a:pt x="72" y="121"/>
                    </a:cubicBezTo>
                    <a:cubicBezTo>
                      <a:pt x="70" y="120"/>
                      <a:pt x="69" y="120"/>
                      <a:pt x="67" y="119"/>
                    </a:cubicBezTo>
                    <a:lnTo>
                      <a:pt x="66" y="119"/>
                    </a:lnTo>
                    <a:lnTo>
                      <a:pt x="64" y="120"/>
                    </a:lnTo>
                    <a:cubicBezTo>
                      <a:pt x="60" y="122"/>
                      <a:pt x="57" y="123"/>
                      <a:pt x="53" y="123"/>
                    </a:cubicBezTo>
                    <a:cubicBezTo>
                      <a:pt x="49" y="122"/>
                      <a:pt x="44" y="119"/>
                      <a:pt x="43" y="113"/>
                    </a:cubicBezTo>
                    <a:cubicBezTo>
                      <a:pt x="43" y="111"/>
                      <a:pt x="43" y="109"/>
                      <a:pt x="43" y="106"/>
                    </a:cubicBezTo>
                    <a:cubicBezTo>
                      <a:pt x="45" y="103"/>
                      <a:pt x="46" y="101"/>
                      <a:pt x="49" y="99"/>
                    </a:cubicBezTo>
                    <a:cubicBezTo>
                      <a:pt x="51" y="98"/>
                      <a:pt x="53" y="97"/>
                      <a:pt x="56" y="97"/>
                    </a:cubicBezTo>
                    <a:cubicBezTo>
                      <a:pt x="57" y="96"/>
                      <a:pt x="57" y="95"/>
                      <a:pt x="58" y="94"/>
                    </a:cubicBezTo>
                    <a:cubicBezTo>
                      <a:pt x="60" y="91"/>
                      <a:pt x="63" y="88"/>
                      <a:pt x="64" y="85"/>
                    </a:cubicBezTo>
                    <a:cubicBezTo>
                      <a:pt x="67" y="80"/>
                      <a:pt x="69" y="76"/>
                      <a:pt x="71" y="71"/>
                    </a:cubicBezTo>
                    <a:cubicBezTo>
                      <a:pt x="74" y="66"/>
                      <a:pt x="75" y="60"/>
                      <a:pt x="77" y="54"/>
                    </a:cubicBezTo>
                    <a:cubicBezTo>
                      <a:pt x="78" y="51"/>
                      <a:pt x="79" y="47"/>
                      <a:pt x="80" y="43"/>
                    </a:cubicBezTo>
                    <a:cubicBezTo>
                      <a:pt x="80" y="41"/>
                      <a:pt x="80" y="39"/>
                      <a:pt x="80" y="37"/>
                    </a:cubicBezTo>
                    <a:cubicBezTo>
                      <a:pt x="80" y="35"/>
                      <a:pt x="80" y="33"/>
                      <a:pt x="80" y="32"/>
                    </a:cubicBezTo>
                    <a:cubicBezTo>
                      <a:pt x="80" y="31"/>
                      <a:pt x="80" y="30"/>
                      <a:pt x="79" y="29"/>
                    </a:cubicBezTo>
                    <a:cubicBezTo>
                      <a:pt x="79" y="28"/>
                      <a:pt x="78" y="28"/>
                      <a:pt x="78" y="27"/>
                    </a:cubicBezTo>
                    <a:cubicBezTo>
                      <a:pt x="78" y="26"/>
                      <a:pt x="78" y="26"/>
                      <a:pt x="78" y="26"/>
                    </a:cubicBezTo>
                    <a:cubicBezTo>
                      <a:pt x="77" y="25"/>
                      <a:pt x="77" y="25"/>
                      <a:pt x="77" y="25"/>
                    </a:cubicBezTo>
                    <a:lnTo>
                      <a:pt x="77" y="24"/>
                    </a:lnTo>
                    <a:lnTo>
                      <a:pt x="76" y="24"/>
                    </a:lnTo>
                    <a:lnTo>
                      <a:pt x="75" y="24"/>
                    </a:lnTo>
                    <a:lnTo>
                      <a:pt x="75" y="23"/>
                    </a:lnTo>
                    <a:cubicBezTo>
                      <a:pt x="74" y="24"/>
                      <a:pt x="74" y="24"/>
                      <a:pt x="74" y="24"/>
                    </a:cubicBezTo>
                    <a:cubicBezTo>
                      <a:pt x="73" y="24"/>
                      <a:pt x="73" y="24"/>
                      <a:pt x="72" y="24"/>
                    </a:cubicBezTo>
                    <a:lnTo>
                      <a:pt x="73" y="24"/>
                    </a:lnTo>
                    <a:cubicBezTo>
                      <a:pt x="72" y="24"/>
                      <a:pt x="71" y="25"/>
                      <a:pt x="70" y="25"/>
                    </a:cubicBezTo>
                    <a:lnTo>
                      <a:pt x="71" y="25"/>
                    </a:lnTo>
                    <a:cubicBezTo>
                      <a:pt x="70" y="26"/>
                      <a:pt x="68" y="26"/>
                      <a:pt x="68" y="27"/>
                    </a:cubicBezTo>
                    <a:cubicBezTo>
                      <a:pt x="67" y="28"/>
                      <a:pt x="66" y="28"/>
                      <a:pt x="66" y="29"/>
                    </a:cubicBezTo>
                    <a:lnTo>
                      <a:pt x="66" y="30"/>
                    </a:lnTo>
                    <a:cubicBezTo>
                      <a:pt x="67" y="36"/>
                      <a:pt x="63" y="42"/>
                      <a:pt x="57" y="43"/>
                    </a:cubicBezTo>
                    <a:cubicBezTo>
                      <a:pt x="55" y="43"/>
                      <a:pt x="53" y="43"/>
                      <a:pt x="51" y="43"/>
                    </a:cubicBezTo>
                    <a:cubicBezTo>
                      <a:pt x="47" y="43"/>
                      <a:pt x="45" y="42"/>
                      <a:pt x="43" y="39"/>
                    </a:cubicBezTo>
                    <a:cubicBezTo>
                      <a:pt x="41" y="36"/>
                      <a:pt x="40" y="33"/>
                      <a:pt x="40" y="30"/>
                    </a:cubicBezTo>
                    <a:cubicBezTo>
                      <a:pt x="40" y="26"/>
                      <a:pt x="42" y="22"/>
                      <a:pt x="45" y="19"/>
                    </a:cubicBezTo>
                    <a:cubicBezTo>
                      <a:pt x="50" y="12"/>
                      <a:pt x="57" y="7"/>
                      <a:pt x="66" y="3"/>
                    </a:cubicBezTo>
                    <a:cubicBezTo>
                      <a:pt x="72" y="0"/>
                      <a:pt x="81" y="0"/>
                      <a:pt x="87" y="4"/>
                    </a:cubicBezTo>
                    <a:cubicBezTo>
                      <a:pt x="102" y="14"/>
                      <a:pt x="103" y="33"/>
                      <a:pt x="101" y="49"/>
                    </a:cubicBezTo>
                    <a:cubicBezTo>
                      <a:pt x="99" y="60"/>
                      <a:pt x="95" y="71"/>
                      <a:pt x="90" y="81"/>
                    </a:cubicBezTo>
                    <a:cubicBezTo>
                      <a:pt x="91" y="81"/>
                      <a:pt x="91" y="81"/>
                      <a:pt x="91" y="80"/>
                    </a:cubicBezTo>
                    <a:cubicBezTo>
                      <a:pt x="90" y="82"/>
                      <a:pt x="89" y="84"/>
                      <a:pt x="88" y="86"/>
                    </a:cubicBezTo>
                    <a:cubicBezTo>
                      <a:pt x="88" y="85"/>
                      <a:pt x="89" y="85"/>
                      <a:pt x="89" y="85"/>
                    </a:cubicBezTo>
                    <a:cubicBezTo>
                      <a:pt x="88" y="86"/>
                      <a:pt x="88" y="87"/>
                      <a:pt x="87" y="88"/>
                    </a:cubicBezTo>
                    <a:cubicBezTo>
                      <a:pt x="88" y="88"/>
                      <a:pt x="88" y="87"/>
                      <a:pt x="88" y="86"/>
                    </a:cubicBezTo>
                    <a:cubicBezTo>
                      <a:pt x="86" y="91"/>
                      <a:pt x="84" y="96"/>
                      <a:pt x="81" y="100"/>
                    </a:cubicBezTo>
                    <a:cubicBezTo>
                      <a:pt x="84" y="102"/>
                      <a:pt x="85" y="103"/>
                      <a:pt x="88" y="104"/>
                    </a:cubicBezTo>
                    <a:cubicBezTo>
                      <a:pt x="94" y="108"/>
                      <a:pt x="100" y="113"/>
                      <a:pt x="105" y="118"/>
                    </a:cubicBezTo>
                    <a:cubicBezTo>
                      <a:pt x="109" y="123"/>
                      <a:pt x="113" y="129"/>
                      <a:pt x="117" y="135"/>
                    </a:cubicBezTo>
                    <a:cubicBezTo>
                      <a:pt x="121" y="142"/>
                      <a:pt x="123" y="149"/>
                      <a:pt x="125" y="157"/>
                    </a:cubicBezTo>
                    <a:cubicBezTo>
                      <a:pt x="129" y="173"/>
                      <a:pt x="129" y="190"/>
                      <a:pt x="126" y="205"/>
                    </a:cubicBezTo>
                    <a:cubicBezTo>
                      <a:pt x="122" y="220"/>
                      <a:pt x="115" y="233"/>
                      <a:pt x="105" y="245"/>
                    </a:cubicBezTo>
                    <a:cubicBezTo>
                      <a:pt x="95" y="256"/>
                      <a:pt x="82" y="264"/>
                      <a:pt x="69" y="271"/>
                    </a:cubicBezTo>
                    <a:cubicBezTo>
                      <a:pt x="59" y="276"/>
                      <a:pt x="47" y="280"/>
                      <a:pt x="35" y="285"/>
                    </a:cubicBezTo>
                    <a:cubicBezTo>
                      <a:pt x="28" y="287"/>
                      <a:pt x="21" y="289"/>
                      <a:pt x="14" y="290"/>
                    </a:cubicBezTo>
                    <a:cubicBezTo>
                      <a:pt x="13" y="290"/>
                      <a:pt x="13" y="290"/>
                      <a:pt x="12" y="290"/>
                    </a:cubicBezTo>
                    <a:cubicBezTo>
                      <a:pt x="7" y="290"/>
                      <a:pt x="1" y="286"/>
                      <a:pt x="1" y="2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1" name="Google Shape;1091;p13"/>
              <p:cNvSpPr/>
              <p:nvPr/>
            </p:nvSpPr>
            <p:spPr>
              <a:xfrm>
                <a:off x="4394160" y="948240"/>
                <a:ext cx="41040" cy="4140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5" extrusionOk="0">
                    <a:moveTo>
                      <a:pt x="95" y="112"/>
                    </a:moveTo>
                    <a:cubicBezTo>
                      <a:pt x="82" y="103"/>
                      <a:pt x="70" y="92"/>
                      <a:pt x="59" y="81"/>
                    </a:cubicBezTo>
                    <a:cubicBezTo>
                      <a:pt x="49" y="70"/>
                      <a:pt x="39" y="60"/>
                      <a:pt x="29" y="49"/>
                    </a:cubicBezTo>
                    <a:cubicBezTo>
                      <a:pt x="25" y="45"/>
                      <a:pt x="21" y="40"/>
                      <a:pt x="17" y="35"/>
                    </a:cubicBezTo>
                    <a:cubicBezTo>
                      <a:pt x="15" y="33"/>
                      <a:pt x="13" y="31"/>
                      <a:pt x="10" y="28"/>
                    </a:cubicBezTo>
                    <a:cubicBezTo>
                      <a:pt x="9" y="27"/>
                      <a:pt x="8" y="25"/>
                      <a:pt x="7" y="23"/>
                    </a:cubicBezTo>
                    <a:cubicBezTo>
                      <a:pt x="5" y="21"/>
                      <a:pt x="3" y="19"/>
                      <a:pt x="2" y="17"/>
                    </a:cubicBezTo>
                    <a:cubicBezTo>
                      <a:pt x="0" y="13"/>
                      <a:pt x="0" y="8"/>
                      <a:pt x="4" y="4"/>
                    </a:cubicBezTo>
                    <a:cubicBezTo>
                      <a:pt x="7" y="1"/>
                      <a:pt x="12" y="0"/>
                      <a:pt x="16" y="2"/>
                    </a:cubicBezTo>
                    <a:cubicBezTo>
                      <a:pt x="19" y="3"/>
                      <a:pt x="21" y="5"/>
                      <a:pt x="22" y="8"/>
                    </a:cubicBezTo>
                    <a:cubicBezTo>
                      <a:pt x="29" y="17"/>
                      <a:pt x="37" y="25"/>
                      <a:pt x="44" y="34"/>
                    </a:cubicBezTo>
                    <a:cubicBezTo>
                      <a:pt x="51" y="42"/>
                      <a:pt x="57" y="49"/>
                      <a:pt x="64" y="57"/>
                    </a:cubicBezTo>
                    <a:cubicBezTo>
                      <a:pt x="70" y="62"/>
                      <a:pt x="75" y="67"/>
                      <a:pt x="80" y="73"/>
                    </a:cubicBezTo>
                    <a:cubicBezTo>
                      <a:pt x="85" y="77"/>
                      <a:pt x="91" y="81"/>
                      <a:pt x="96" y="86"/>
                    </a:cubicBezTo>
                    <a:cubicBezTo>
                      <a:pt x="99" y="89"/>
                      <a:pt x="104" y="92"/>
                      <a:pt x="108" y="95"/>
                    </a:cubicBezTo>
                    <a:cubicBezTo>
                      <a:pt x="112" y="98"/>
                      <a:pt x="113" y="105"/>
                      <a:pt x="110" y="109"/>
                    </a:cubicBezTo>
                    <a:cubicBezTo>
                      <a:pt x="108" y="112"/>
                      <a:pt x="105" y="114"/>
                      <a:pt x="101" y="114"/>
                    </a:cubicBezTo>
                    <a:cubicBezTo>
                      <a:pt x="99" y="114"/>
                      <a:pt x="97" y="113"/>
                      <a:pt x="95" y="1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2" name="Google Shape;1092;p13"/>
              <p:cNvSpPr/>
              <p:nvPr/>
            </p:nvSpPr>
            <p:spPr>
              <a:xfrm>
                <a:off x="4386600" y="940680"/>
                <a:ext cx="66960" cy="81720"/>
              </a:xfrm>
              <a:custGeom>
                <a:avLst/>
                <a:gdLst/>
                <a:ahLst/>
                <a:cxnLst/>
                <a:rect l="l" t="t" r="r" b="b"/>
                <a:pathLst>
                  <a:path w="186" h="227" extrusionOk="0">
                    <a:moveTo>
                      <a:pt x="7" y="225"/>
                    </a:moveTo>
                    <a:cubicBezTo>
                      <a:pt x="2" y="222"/>
                      <a:pt x="0" y="217"/>
                      <a:pt x="3" y="211"/>
                    </a:cubicBezTo>
                    <a:cubicBezTo>
                      <a:pt x="8" y="201"/>
                      <a:pt x="14" y="190"/>
                      <a:pt x="20" y="179"/>
                    </a:cubicBezTo>
                    <a:cubicBezTo>
                      <a:pt x="25" y="170"/>
                      <a:pt x="30" y="160"/>
                      <a:pt x="36" y="151"/>
                    </a:cubicBezTo>
                    <a:lnTo>
                      <a:pt x="35" y="151"/>
                    </a:lnTo>
                    <a:cubicBezTo>
                      <a:pt x="36" y="151"/>
                      <a:pt x="36" y="151"/>
                      <a:pt x="36" y="150"/>
                    </a:cubicBezTo>
                    <a:cubicBezTo>
                      <a:pt x="37" y="149"/>
                      <a:pt x="38" y="147"/>
                      <a:pt x="39" y="146"/>
                    </a:cubicBezTo>
                    <a:lnTo>
                      <a:pt x="38" y="146"/>
                    </a:lnTo>
                    <a:cubicBezTo>
                      <a:pt x="42" y="141"/>
                      <a:pt x="45" y="136"/>
                      <a:pt x="48" y="131"/>
                    </a:cubicBezTo>
                    <a:lnTo>
                      <a:pt x="47" y="131"/>
                    </a:lnTo>
                    <a:cubicBezTo>
                      <a:pt x="48" y="131"/>
                      <a:pt x="48" y="130"/>
                      <a:pt x="49" y="129"/>
                    </a:cubicBezTo>
                    <a:lnTo>
                      <a:pt x="48" y="130"/>
                    </a:lnTo>
                    <a:cubicBezTo>
                      <a:pt x="52" y="124"/>
                      <a:pt x="55" y="120"/>
                      <a:pt x="58" y="115"/>
                    </a:cubicBezTo>
                    <a:cubicBezTo>
                      <a:pt x="60" y="111"/>
                      <a:pt x="63" y="107"/>
                      <a:pt x="66" y="104"/>
                    </a:cubicBezTo>
                    <a:cubicBezTo>
                      <a:pt x="70" y="98"/>
                      <a:pt x="74" y="91"/>
                      <a:pt x="78" y="85"/>
                    </a:cubicBezTo>
                    <a:cubicBezTo>
                      <a:pt x="81" y="81"/>
                      <a:pt x="84" y="77"/>
                      <a:pt x="87" y="74"/>
                    </a:cubicBezTo>
                    <a:cubicBezTo>
                      <a:pt x="91" y="69"/>
                      <a:pt x="94" y="64"/>
                      <a:pt x="98" y="60"/>
                    </a:cubicBezTo>
                    <a:cubicBezTo>
                      <a:pt x="102" y="55"/>
                      <a:pt x="106" y="49"/>
                      <a:pt x="111" y="44"/>
                    </a:cubicBezTo>
                    <a:cubicBezTo>
                      <a:pt x="118" y="36"/>
                      <a:pt x="125" y="28"/>
                      <a:pt x="133" y="21"/>
                    </a:cubicBezTo>
                    <a:cubicBezTo>
                      <a:pt x="139" y="16"/>
                      <a:pt x="144" y="11"/>
                      <a:pt x="150" y="8"/>
                    </a:cubicBezTo>
                    <a:cubicBezTo>
                      <a:pt x="156" y="4"/>
                      <a:pt x="163" y="0"/>
                      <a:pt x="170" y="1"/>
                    </a:cubicBezTo>
                    <a:cubicBezTo>
                      <a:pt x="172" y="1"/>
                      <a:pt x="173" y="1"/>
                      <a:pt x="175" y="2"/>
                    </a:cubicBezTo>
                    <a:cubicBezTo>
                      <a:pt x="181" y="3"/>
                      <a:pt x="185" y="9"/>
                      <a:pt x="183" y="14"/>
                    </a:cubicBezTo>
                    <a:cubicBezTo>
                      <a:pt x="182" y="20"/>
                      <a:pt x="176" y="24"/>
                      <a:pt x="171" y="23"/>
                    </a:cubicBezTo>
                    <a:lnTo>
                      <a:pt x="170" y="23"/>
                    </a:lnTo>
                    <a:lnTo>
                      <a:pt x="169" y="23"/>
                    </a:lnTo>
                    <a:lnTo>
                      <a:pt x="168" y="23"/>
                    </a:lnTo>
                    <a:cubicBezTo>
                      <a:pt x="168" y="23"/>
                      <a:pt x="167" y="23"/>
                      <a:pt x="166" y="24"/>
                    </a:cubicBezTo>
                    <a:cubicBezTo>
                      <a:pt x="165" y="24"/>
                      <a:pt x="164" y="25"/>
                      <a:pt x="163" y="25"/>
                    </a:cubicBezTo>
                    <a:cubicBezTo>
                      <a:pt x="160" y="27"/>
                      <a:pt x="157" y="29"/>
                      <a:pt x="154" y="31"/>
                    </a:cubicBezTo>
                    <a:cubicBezTo>
                      <a:pt x="150" y="35"/>
                      <a:pt x="145" y="39"/>
                      <a:pt x="141" y="43"/>
                    </a:cubicBezTo>
                    <a:cubicBezTo>
                      <a:pt x="131" y="53"/>
                      <a:pt x="122" y="63"/>
                      <a:pt x="113" y="74"/>
                    </a:cubicBezTo>
                    <a:cubicBezTo>
                      <a:pt x="109" y="80"/>
                      <a:pt x="104" y="85"/>
                      <a:pt x="99" y="91"/>
                    </a:cubicBezTo>
                    <a:cubicBezTo>
                      <a:pt x="96" y="96"/>
                      <a:pt x="92" y="101"/>
                      <a:pt x="89" y="106"/>
                    </a:cubicBezTo>
                    <a:cubicBezTo>
                      <a:pt x="85" y="111"/>
                      <a:pt x="81" y="116"/>
                      <a:pt x="78" y="121"/>
                    </a:cubicBezTo>
                    <a:cubicBezTo>
                      <a:pt x="74" y="127"/>
                      <a:pt x="70" y="134"/>
                      <a:pt x="65" y="141"/>
                    </a:cubicBezTo>
                    <a:cubicBezTo>
                      <a:pt x="66" y="140"/>
                      <a:pt x="66" y="140"/>
                      <a:pt x="66" y="140"/>
                    </a:cubicBezTo>
                    <a:lnTo>
                      <a:pt x="65" y="141"/>
                    </a:lnTo>
                    <a:lnTo>
                      <a:pt x="65" y="142"/>
                    </a:lnTo>
                    <a:cubicBezTo>
                      <a:pt x="62" y="147"/>
                      <a:pt x="59" y="152"/>
                      <a:pt x="56" y="157"/>
                    </a:cubicBezTo>
                    <a:cubicBezTo>
                      <a:pt x="55" y="158"/>
                      <a:pt x="54" y="159"/>
                      <a:pt x="53" y="161"/>
                    </a:cubicBezTo>
                    <a:lnTo>
                      <a:pt x="52" y="162"/>
                    </a:lnTo>
                    <a:cubicBezTo>
                      <a:pt x="53" y="162"/>
                      <a:pt x="53" y="161"/>
                      <a:pt x="53" y="161"/>
                    </a:cubicBezTo>
                    <a:cubicBezTo>
                      <a:pt x="48" y="170"/>
                      <a:pt x="42" y="180"/>
                      <a:pt x="37" y="189"/>
                    </a:cubicBezTo>
                    <a:cubicBezTo>
                      <a:pt x="31" y="200"/>
                      <a:pt x="26" y="210"/>
                      <a:pt x="21" y="221"/>
                    </a:cubicBezTo>
                    <a:cubicBezTo>
                      <a:pt x="19" y="224"/>
                      <a:pt x="15" y="226"/>
                      <a:pt x="12" y="226"/>
                    </a:cubicBezTo>
                    <a:cubicBezTo>
                      <a:pt x="10" y="226"/>
                      <a:pt x="9" y="226"/>
                      <a:pt x="7" y="2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3" name="Google Shape;1093;p13"/>
              <p:cNvSpPr/>
              <p:nvPr/>
            </p:nvSpPr>
            <p:spPr>
              <a:xfrm>
                <a:off x="3907440" y="882000"/>
                <a:ext cx="124200" cy="125280"/>
              </a:xfrm>
              <a:custGeom>
                <a:avLst/>
                <a:gdLst/>
                <a:ahLst/>
                <a:cxnLst/>
                <a:rect l="l" t="t" r="r" b="b"/>
                <a:pathLst>
                  <a:path w="345" h="348" extrusionOk="0">
                    <a:moveTo>
                      <a:pt x="324" y="344"/>
                    </a:moveTo>
                    <a:cubicBezTo>
                      <a:pt x="322" y="341"/>
                      <a:pt x="319" y="337"/>
                      <a:pt x="315" y="334"/>
                    </a:cubicBezTo>
                    <a:cubicBezTo>
                      <a:pt x="313" y="332"/>
                      <a:pt x="311" y="330"/>
                      <a:pt x="309" y="328"/>
                    </a:cubicBezTo>
                    <a:cubicBezTo>
                      <a:pt x="301" y="323"/>
                      <a:pt x="292" y="318"/>
                      <a:pt x="285" y="313"/>
                    </a:cubicBezTo>
                    <a:cubicBezTo>
                      <a:pt x="277" y="306"/>
                      <a:pt x="270" y="299"/>
                      <a:pt x="262" y="292"/>
                    </a:cubicBezTo>
                    <a:cubicBezTo>
                      <a:pt x="262" y="293"/>
                      <a:pt x="262" y="293"/>
                      <a:pt x="262" y="293"/>
                    </a:cubicBezTo>
                    <a:cubicBezTo>
                      <a:pt x="246" y="278"/>
                      <a:pt x="231" y="262"/>
                      <a:pt x="216" y="247"/>
                    </a:cubicBezTo>
                    <a:cubicBezTo>
                      <a:pt x="200" y="232"/>
                      <a:pt x="185" y="216"/>
                      <a:pt x="171" y="200"/>
                    </a:cubicBezTo>
                    <a:cubicBezTo>
                      <a:pt x="156" y="183"/>
                      <a:pt x="140" y="166"/>
                      <a:pt x="124" y="150"/>
                    </a:cubicBezTo>
                    <a:cubicBezTo>
                      <a:pt x="109" y="134"/>
                      <a:pt x="93" y="117"/>
                      <a:pt x="78" y="100"/>
                    </a:cubicBezTo>
                    <a:cubicBezTo>
                      <a:pt x="66" y="86"/>
                      <a:pt x="53" y="72"/>
                      <a:pt x="41" y="59"/>
                    </a:cubicBezTo>
                    <a:cubicBezTo>
                      <a:pt x="35" y="52"/>
                      <a:pt x="28" y="46"/>
                      <a:pt x="23" y="39"/>
                    </a:cubicBezTo>
                    <a:cubicBezTo>
                      <a:pt x="19" y="36"/>
                      <a:pt x="16" y="32"/>
                      <a:pt x="13" y="29"/>
                    </a:cubicBezTo>
                    <a:cubicBezTo>
                      <a:pt x="10" y="25"/>
                      <a:pt x="6" y="22"/>
                      <a:pt x="4" y="18"/>
                    </a:cubicBezTo>
                    <a:cubicBezTo>
                      <a:pt x="0" y="13"/>
                      <a:pt x="2" y="5"/>
                      <a:pt x="8" y="2"/>
                    </a:cubicBezTo>
                    <a:cubicBezTo>
                      <a:pt x="10" y="0"/>
                      <a:pt x="14" y="0"/>
                      <a:pt x="17" y="1"/>
                    </a:cubicBezTo>
                    <a:cubicBezTo>
                      <a:pt x="20" y="3"/>
                      <a:pt x="22" y="5"/>
                      <a:pt x="22" y="7"/>
                    </a:cubicBezTo>
                    <a:lnTo>
                      <a:pt x="23" y="7"/>
                    </a:lnTo>
                    <a:cubicBezTo>
                      <a:pt x="24" y="10"/>
                      <a:pt x="26" y="12"/>
                      <a:pt x="28" y="15"/>
                    </a:cubicBezTo>
                    <a:cubicBezTo>
                      <a:pt x="35" y="23"/>
                      <a:pt x="43" y="32"/>
                      <a:pt x="50" y="40"/>
                    </a:cubicBezTo>
                    <a:cubicBezTo>
                      <a:pt x="57" y="47"/>
                      <a:pt x="64" y="56"/>
                      <a:pt x="71" y="64"/>
                    </a:cubicBezTo>
                    <a:cubicBezTo>
                      <a:pt x="86" y="80"/>
                      <a:pt x="101" y="97"/>
                      <a:pt x="116" y="113"/>
                    </a:cubicBezTo>
                    <a:cubicBezTo>
                      <a:pt x="132" y="130"/>
                      <a:pt x="147" y="146"/>
                      <a:pt x="163" y="163"/>
                    </a:cubicBezTo>
                    <a:cubicBezTo>
                      <a:pt x="178" y="179"/>
                      <a:pt x="192" y="195"/>
                      <a:pt x="207" y="210"/>
                    </a:cubicBezTo>
                    <a:cubicBezTo>
                      <a:pt x="217" y="220"/>
                      <a:pt x="227" y="230"/>
                      <a:pt x="237" y="240"/>
                    </a:cubicBezTo>
                    <a:cubicBezTo>
                      <a:pt x="248" y="250"/>
                      <a:pt x="259" y="260"/>
                      <a:pt x="269" y="271"/>
                    </a:cubicBezTo>
                    <a:cubicBezTo>
                      <a:pt x="280" y="280"/>
                      <a:pt x="290" y="289"/>
                      <a:pt x="301" y="297"/>
                    </a:cubicBezTo>
                    <a:cubicBezTo>
                      <a:pt x="301" y="298"/>
                      <a:pt x="302" y="298"/>
                      <a:pt x="302" y="298"/>
                    </a:cubicBezTo>
                    <a:lnTo>
                      <a:pt x="301" y="297"/>
                    </a:lnTo>
                    <a:cubicBezTo>
                      <a:pt x="308" y="302"/>
                      <a:pt x="315" y="306"/>
                      <a:pt x="321" y="311"/>
                    </a:cubicBezTo>
                    <a:cubicBezTo>
                      <a:pt x="322" y="311"/>
                      <a:pt x="322" y="311"/>
                      <a:pt x="322" y="311"/>
                    </a:cubicBezTo>
                    <a:cubicBezTo>
                      <a:pt x="329" y="317"/>
                      <a:pt x="334" y="322"/>
                      <a:pt x="340" y="329"/>
                    </a:cubicBezTo>
                    <a:cubicBezTo>
                      <a:pt x="344" y="334"/>
                      <a:pt x="344" y="340"/>
                      <a:pt x="340" y="344"/>
                    </a:cubicBezTo>
                    <a:cubicBezTo>
                      <a:pt x="338" y="346"/>
                      <a:pt x="335" y="347"/>
                      <a:pt x="332" y="347"/>
                    </a:cubicBezTo>
                    <a:cubicBezTo>
                      <a:pt x="329" y="347"/>
                      <a:pt x="326" y="346"/>
                      <a:pt x="324" y="3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4" name="Google Shape;1094;p13"/>
              <p:cNvSpPr/>
              <p:nvPr/>
            </p:nvSpPr>
            <p:spPr>
              <a:xfrm>
                <a:off x="3924720" y="854640"/>
                <a:ext cx="170280" cy="178200"/>
              </a:xfrm>
              <a:custGeom>
                <a:avLst/>
                <a:gdLst/>
                <a:ahLst/>
                <a:cxnLst/>
                <a:rect l="l" t="t" r="r" b="b"/>
                <a:pathLst>
                  <a:path w="473" h="495" extrusionOk="0">
                    <a:moveTo>
                      <a:pt x="452" y="491"/>
                    </a:moveTo>
                    <a:cubicBezTo>
                      <a:pt x="451" y="491"/>
                      <a:pt x="451" y="490"/>
                      <a:pt x="451" y="490"/>
                    </a:cubicBezTo>
                    <a:lnTo>
                      <a:pt x="451" y="491"/>
                    </a:lnTo>
                    <a:cubicBezTo>
                      <a:pt x="451" y="490"/>
                      <a:pt x="450" y="489"/>
                      <a:pt x="450" y="488"/>
                    </a:cubicBezTo>
                    <a:cubicBezTo>
                      <a:pt x="450" y="489"/>
                      <a:pt x="450" y="489"/>
                      <a:pt x="450" y="489"/>
                    </a:cubicBezTo>
                    <a:cubicBezTo>
                      <a:pt x="434" y="474"/>
                      <a:pt x="419" y="460"/>
                      <a:pt x="404" y="444"/>
                    </a:cubicBezTo>
                    <a:cubicBezTo>
                      <a:pt x="389" y="429"/>
                      <a:pt x="374" y="414"/>
                      <a:pt x="359" y="398"/>
                    </a:cubicBezTo>
                    <a:cubicBezTo>
                      <a:pt x="345" y="382"/>
                      <a:pt x="331" y="366"/>
                      <a:pt x="316" y="351"/>
                    </a:cubicBezTo>
                    <a:cubicBezTo>
                      <a:pt x="301" y="336"/>
                      <a:pt x="286" y="320"/>
                      <a:pt x="271" y="305"/>
                    </a:cubicBezTo>
                    <a:cubicBezTo>
                      <a:pt x="255" y="289"/>
                      <a:pt x="239" y="274"/>
                      <a:pt x="224" y="258"/>
                    </a:cubicBezTo>
                    <a:cubicBezTo>
                      <a:pt x="208" y="242"/>
                      <a:pt x="193" y="227"/>
                      <a:pt x="178" y="211"/>
                    </a:cubicBezTo>
                    <a:cubicBezTo>
                      <a:pt x="163" y="196"/>
                      <a:pt x="148" y="181"/>
                      <a:pt x="134" y="165"/>
                    </a:cubicBezTo>
                    <a:cubicBezTo>
                      <a:pt x="119" y="148"/>
                      <a:pt x="104" y="131"/>
                      <a:pt x="87" y="114"/>
                    </a:cubicBezTo>
                    <a:cubicBezTo>
                      <a:pt x="73" y="98"/>
                      <a:pt x="58" y="83"/>
                      <a:pt x="42" y="67"/>
                    </a:cubicBezTo>
                    <a:cubicBezTo>
                      <a:pt x="39" y="63"/>
                      <a:pt x="35" y="59"/>
                      <a:pt x="32" y="55"/>
                    </a:cubicBezTo>
                    <a:cubicBezTo>
                      <a:pt x="28" y="51"/>
                      <a:pt x="25" y="48"/>
                      <a:pt x="22" y="44"/>
                    </a:cubicBezTo>
                    <a:cubicBezTo>
                      <a:pt x="15" y="35"/>
                      <a:pt x="9" y="26"/>
                      <a:pt x="3" y="17"/>
                    </a:cubicBezTo>
                    <a:cubicBezTo>
                      <a:pt x="0" y="12"/>
                      <a:pt x="3" y="5"/>
                      <a:pt x="8" y="2"/>
                    </a:cubicBezTo>
                    <a:cubicBezTo>
                      <a:pt x="13" y="0"/>
                      <a:pt x="20" y="2"/>
                      <a:pt x="23" y="7"/>
                    </a:cubicBezTo>
                    <a:cubicBezTo>
                      <a:pt x="24" y="10"/>
                      <a:pt x="26" y="13"/>
                      <a:pt x="28" y="17"/>
                    </a:cubicBezTo>
                    <a:cubicBezTo>
                      <a:pt x="31" y="21"/>
                      <a:pt x="34" y="27"/>
                      <a:pt x="38" y="31"/>
                    </a:cubicBezTo>
                    <a:lnTo>
                      <a:pt x="38" y="32"/>
                    </a:lnTo>
                    <a:cubicBezTo>
                      <a:pt x="39" y="33"/>
                      <a:pt x="40" y="33"/>
                      <a:pt x="40" y="34"/>
                    </a:cubicBezTo>
                    <a:cubicBezTo>
                      <a:pt x="40" y="33"/>
                      <a:pt x="39" y="33"/>
                      <a:pt x="39" y="33"/>
                    </a:cubicBezTo>
                    <a:cubicBezTo>
                      <a:pt x="41" y="35"/>
                      <a:pt x="42" y="37"/>
                      <a:pt x="45" y="39"/>
                    </a:cubicBezTo>
                    <a:cubicBezTo>
                      <a:pt x="44" y="39"/>
                      <a:pt x="44" y="38"/>
                      <a:pt x="44" y="38"/>
                    </a:cubicBezTo>
                    <a:cubicBezTo>
                      <a:pt x="47" y="42"/>
                      <a:pt x="51" y="47"/>
                      <a:pt x="55" y="51"/>
                    </a:cubicBezTo>
                    <a:cubicBezTo>
                      <a:pt x="59" y="55"/>
                      <a:pt x="63" y="59"/>
                      <a:pt x="66" y="63"/>
                    </a:cubicBezTo>
                    <a:cubicBezTo>
                      <a:pt x="73" y="70"/>
                      <a:pt x="80" y="78"/>
                      <a:pt x="86" y="85"/>
                    </a:cubicBezTo>
                    <a:cubicBezTo>
                      <a:pt x="102" y="101"/>
                      <a:pt x="117" y="118"/>
                      <a:pt x="132" y="135"/>
                    </a:cubicBezTo>
                    <a:cubicBezTo>
                      <a:pt x="147" y="151"/>
                      <a:pt x="161" y="167"/>
                      <a:pt x="176" y="183"/>
                    </a:cubicBezTo>
                    <a:cubicBezTo>
                      <a:pt x="190" y="199"/>
                      <a:pt x="206" y="214"/>
                      <a:pt x="221" y="229"/>
                    </a:cubicBezTo>
                    <a:cubicBezTo>
                      <a:pt x="236" y="245"/>
                      <a:pt x="253" y="260"/>
                      <a:pt x="269" y="276"/>
                    </a:cubicBezTo>
                    <a:cubicBezTo>
                      <a:pt x="284" y="291"/>
                      <a:pt x="298" y="305"/>
                      <a:pt x="313" y="320"/>
                    </a:cubicBezTo>
                    <a:cubicBezTo>
                      <a:pt x="329" y="336"/>
                      <a:pt x="344" y="352"/>
                      <a:pt x="359" y="369"/>
                    </a:cubicBezTo>
                    <a:cubicBezTo>
                      <a:pt x="374" y="384"/>
                      <a:pt x="388" y="400"/>
                      <a:pt x="403" y="415"/>
                    </a:cubicBezTo>
                    <a:cubicBezTo>
                      <a:pt x="414" y="426"/>
                      <a:pt x="425" y="437"/>
                      <a:pt x="437" y="449"/>
                    </a:cubicBezTo>
                    <a:cubicBezTo>
                      <a:pt x="447" y="457"/>
                      <a:pt x="457" y="466"/>
                      <a:pt x="467" y="475"/>
                    </a:cubicBezTo>
                    <a:cubicBezTo>
                      <a:pt x="471" y="479"/>
                      <a:pt x="472" y="486"/>
                      <a:pt x="468" y="491"/>
                    </a:cubicBezTo>
                    <a:cubicBezTo>
                      <a:pt x="467" y="492"/>
                      <a:pt x="464" y="494"/>
                      <a:pt x="461" y="494"/>
                    </a:cubicBezTo>
                    <a:lnTo>
                      <a:pt x="460" y="494"/>
                    </a:lnTo>
                    <a:cubicBezTo>
                      <a:pt x="457" y="494"/>
                      <a:pt x="454" y="493"/>
                      <a:pt x="452" y="49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5" name="Google Shape;1095;p13"/>
              <p:cNvSpPr/>
              <p:nvPr/>
            </p:nvSpPr>
            <p:spPr>
              <a:xfrm>
                <a:off x="3954240" y="841320"/>
                <a:ext cx="173880" cy="194760"/>
              </a:xfrm>
              <a:custGeom>
                <a:avLst/>
                <a:gdLst/>
                <a:ahLst/>
                <a:cxnLst/>
                <a:rect l="l" t="t" r="r" b="b"/>
                <a:pathLst>
                  <a:path w="483" h="541" extrusionOk="0">
                    <a:moveTo>
                      <a:pt x="462" y="537"/>
                    </a:moveTo>
                    <a:cubicBezTo>
                      <a:pt x="458" y="532"/>
                      <a:pt x="453" y="526"/>
                      <a:pt x="448" y="521"/>
                    </a:cubicBezTo>
                    <a:cubicBezTo>
                      <a:pt x="443" y="515"/>
                      <a:pt x="439" y="511"/>
                      <a:pt x="433" y="505"/>
                    </a:cubicBezTo>
                    <a:cubicBezTo>
                      <a:pt x="423" y="495"/>
                      <a:pt x="413" y="486"/>
                      <a:pt x="403" y="476"/>
                    </a:cubicBezTo>
                    <a:lnTo>
                      <a:pt x="402" y="475"/>
                    </a:lnTo>
                    <a:cubicBezTo>
                      <a:pt x="400" y="473"/>
                      <a:pt x="398" y="472"/>
                      <a:pt x="397" y="470"/>
                    </a:cubicBezTo>
                    <a:lnTo>
                      <a:pt x="396" y="470"/>
                    </a:lnTo>
                    <a:cubicBezTo>
                      <a:pt x="396" y="469"/>
                      <a:pt x="396" y="469"/>
                      <a:pt x="396" y="469"/>
                    </a:cubicBezTo>
                    <a:cubicBezTo>
                      <a:pt x="394" y="468"/>
                      <a:pt x="393" y="466"/>
                      <a:pt x="391" y="465"/>
                    </a:cubicBezTo>
                    <a:cubicBezTo>
                      <a:pt x="390" y="465"/>
                      <a:pt x="390" y="464"/>
                      <a:pt x="390" y="464"/>
                    </a:cubicBezTo>
                    <a:cubicBezTo>
                      <a:pt x="375" y="450"/>
                      <a:pt x="360" y="436"/>
                      <a:pt x="345" y="421"/>
                    </a:cubicBezTo>
                    <a:cubicBezTo>
                      <a:pt x="338" y="414"/>
                      <a:pt x="331" y="406"/>
                      <a:pt x="324" y="398"/>
                    </a:cubicBezTo>
                    <a:cubicBezTo>
                      <a:pt x="317" y="389"/>
                      <a:pt x="310" y="381"/>
                      <a:pt x="302" y="373"/>
                    </a:cubicBezTo>
                    <a:cubicBezTo>
                      <a:pt x="288" y="356"/>
                      <a:pt x="274" y="340"/>
                      <a:pt x="260" y="324"/>
                    </a:cubicBezTo>
                    <a:cubicBezTo>
                      <a:pt x="246" y="307"/>
                      <a:pt x="231" y="292"/>
                      <a:pt x="217" y="275"/>
                    </a:cubicBezTo>
                    <a:cubicBezTo>
                      <a:pt x="196" y="252"/>
                      <a:pt x="176" y="228"/>
                      <a:pt x="157" y="204"/>
                    </a:cubicBezTo>
                    <a:cubicBezTo>
                      <a:pt x="151" y="198"/>
                      <a:pt x="146" y="191"/>
                      <a:pt x="140" y="184"/>
                    </a:cubicBezTo>
                    <a:cubicBezTo>
                      <a:pt x="135" y="177"/>
                      <a:pt x="130" y="171"/>
                      <a:pt x="124" y="164"/>
                    </a:cubicBezTo>
                    <a:lnTo>
                      <a:pt x="125" y="165"/>
                    </a:lnTo>
                    <a:cubicBezTo>
                      <a:pt x="124" y="165"/>
                      <a:pt x="124" y="164"/>
                      <a:pt x="124" y="164"/>
                    </a:cubicBezTo>
                    <a:cubicBezTo>
                      <a:pt x="124" y="164"/>
                      <a:pt x="124" y="163"/>
                      <a:pt x="123" y="163"/>
                    </a:cubicBezTo>
                    <a:cubicBezTo>
                      <a:pt x="124" y="163"/>
                      <a:pt x="124" y="164"/>
                      <a:pt x="124" y="164"/>
                    </a:cubicBezTo>
                    <a:cubicBezTo>
                      <a:pt x="123" y="162"/>
                      <a:pt x="122" y="161"/>
                      <a:pt x="120" y="160"/>
                    </a:cubicBezTo>
                    <a:cubicBezTo>
                      <a:pt x="121" y="160"/>
                      <a:pt x="121" y="160"/>
                      <a:pt x="122" y="161"/>
                    </a:cubicBezTo>
                    <a:cubicBezTo>
                      <a:pt x="120" y="160"/>
                      <a:pt x="120" y="159"/>
                      <a:pt x="119" y="158"/>
                    </a:cubicBezTo>
                    <a:lnTo>
                      <a:pt x="119" y="159"/>
                    </a:lnTo>
                    <a:cubicBezTo>
                      <a:pt x="119" y="158"/>
                      <a:pt x="118" y="157"/>
                      <a:pt x="118" y="156"/>
                    </a:cubicBezTo>
                    <a:cubicBezTo>
                      <a:pt x="116" y="155"/>
                      <a:pt x="116" y="154"/>
                      <a:pt x="115" y="153"/>
                    </a:cubicBezTo>
                    <a:cubicBezTo>
                      <a:pt x="114" y="152"/>
                      <a:pt x="114" y="151"/>
                      <a:pt x="112" y="149"/>
                    </a:cubicBezTo>
                    <a:cubicBezTo>
                      <a:pt x="112" y="150"/>
                      <a:pt x="113" y="150"/>
                      <a:pt x="113" y="151"/>
                    </a:cubicBezTo>
                    <a:cubicBezTo>
                      <a:pt x="112" y="149"/>
                      <a:pt x="111" y="149"/>
                      <a:pt x="111" y="148"/>
                    </a:cubicBezTo>
                    <a:cubicBezTo>
                      <a:pt x="111" y="148"/>
                      <a:pt x="110" y="147"/>
                      <a:pt x="109" y="146"/>
                    </a:cubicBezTo>
                    <a:cubicBezTo>
                      <a:pt x="110" y="147"/>
                      <a:pt x="110" y="147"/>
                      <a:pt x="110" y="147"/>
                    </a:cubicBezTo>
                    <a:cubicBezTo>
                      <a:pt x="109" y="146"/>
                      <a:pt x="109" y="145"/>
                      <a:pt x="108" y="144"/>
                    </a:cubicBezTo>
                    <a:cubicBezTo>
                      <a:pt x="94" y="128"/>
                      <a:pt x="81" y="112"/>
                      <a:pt x="67" y="96"/>
                    </a:cubicBezTo>
                    <a:cubicBezTo>
                      <a:pt x="59" y="87"/>
                      <a:pt x="51" y="78"/>
                      <a:pt x="43" y="69"/>
                    </a:cubicBezTo>
                    <a:cubicBezTo>
                      <a:pt x="36" y="61"/>
                      <a:pt x="30" y="54"/>
                      <a:pt x="23" y="46"/>
                    </a:cubicBezTo>
                    <a:cubicBezTo>
                      <a:pt x="20" y="42"/>
                      <a:pt x="17" y="39"/>
                      <a:pt x="14" y="35"/>
                    </a:cubicBezTo>
                    <a:cubicBezTo>
                      <a:pt x="11" y="29"/>
                      <a:pt x="7" y="24"/>
                      <a:pt x="3" y="18"/>
                    </a:cubicBezTo>
                    <a:cubicBezTo>
                      <a:pt x="0" y="14"/>
                      <a:pt x="1" y="7"/>
                      <a:pt x="6" y="3"/>
                    </a:cubicBezTo>
                    <a:cubicBezTo>
                      <a:pt x="10" y="0"/>
                      <a:pt x="18" y="1"/>
                      <a:pt x="21" y="6"/>
                    </a:cubicBezTo>
                    <a:cubicBezTo>
                      <a:pt x="27" y="14"/>
                      <a:pt x="33" y="23"/>
                      <a:pt x="38" y="31"/>
                    </a:cubicBezTo>
                    <a:cubicBezTo>
                      <a:pt x="44" y="38"/>
                      <a:pt x="49" y="45"/>
                      <a:pt x="55" y="52"/>
                    </a:cubicBezTo>
                    <a:cubicBezTo>
                      <a:pt x="71" y="71"/>
                      <a:pt x="87" y="90"/>
                      <a:pt x="103" y="109"/>
                    </a:cubicBezTo>
                    <a:cubicBezTo>
                      <a:pt x="109" y="116"/>
                      <a:pt x="115" y="124"/>
                      <a:pt x="120" y="131"/>
                    </a:cubicBezTo>
                    <a:cubicBezTo>
                      <a:pt x="129" y="141"/>
                      <a:pt x="137" y="151"/>
                      <a:pt x="144" y="160"/>
                    </a:cubicBezTo>
                    <a:cubicBezTo>
                      <a:pt x="153" y="172"/>
                      <a:pt x="162" y="182"/>
                      <a:pt x="171" y="192"/>
                    </a:cubicBezTo>
                    <a:cubicBezTo>
                      <a:pt x="170" y="192"/>
                      <a:pt x="170" y="192"/>
                      <a:pt x="169" y="192"/>
                    </a:cubicBezTo>
                    <a:cubicBezTo>
                      <a:pt x="175" y="198"/>
                      <a:pt x="180" y="204"/>
                      <a:pt x="185" y="211"/>
                    </a:cubicBezTo>
                    <a:cubicBezTo>
                      <a:pt x="185" y="210"/>
                      <a:pt x="185" y="210"/>
                      <a:pt x="185" y="209"/>
                    </a:cubicBezTo>
                    <a:cubicBezTo>
                      <a:pt x="212" y="243"/>
                      <a:pt x="241" y="275"/>
                      <a:pt x="270" y="307"/>
                    </a:cubicBezTo>
                    <a:cubicBezTo>
                      <a:pt x="299" y="338"/>
                      <a:pt x="327" y="371"/>
                      <a:pt x="356" y="403"/>
                    </a:cubicBezTo>
                    <a:cubicBezTo>
                      <a:pt x="363" y="411"/>
                      <a:pt x="372" y="419"/>
                      <a:pt x="380" y="426"/>
                    </a:cubicBezTo>
                    <a:cubicBezTo>
                      <a:pt x="388" y="434"/>
                      <a:pt x="396" y="441"/>
                      <a:pt x="404" y="449"/>
                    </a:cubicBezTo>
                    <a:lnTo>
                      <a:pt x="405" y="449"/>
                    </a:lnTo>
                    <a:cubicBezTo>
                      <a:pt x="404" y="449"/>
                      <a:pt x="404" y="449"/>
                      <a:pt x="404" y="449"/>
                    </a:cubicBezTo>
                    <a:cubicBezTo>
                      <a:pt x="405" y="449"/>
                      <a:pt x="405" y="449"/>
                      <a:pt x="405" y="449"/>
                    </a:cubicBezTo>
                    <a:cubicBezTo>
                      <a:pt x="407" y="451"/>
                      <a:pt x="408" y="452"/>
                      <a:pt x="410" y="454"/>
                    </a:cubicBezTo>
                    <a:lnTo>
                      <a:pt x="410" y="455"/>
                    </a:lnTo>
                    <a:cubicBezTo>
                      <a:pt x="411" y="455"/>
                      <a:pt x="411" y="455"/>
                      <a:pt x="411" y="455"/>
                    </a:cubicBezTo>
                    <a:cubicBezTo>
                      <a:pt x="412" y="456"/>
                      <a:pt x="414" y="458"/>
                      <a:pt x="416" y="461"/>
                    </a:cubicBezTo>
                    <a:cubicBezTo>
                      <a:pt x="416" y="460"/>
                      <a:pt x="416" y="460"/>
                      <a:pt x="416" y="460"/>
                    </a:cubicBezTo>
                    <a:cubicBezTo>
                      <a:pt x="427" y="470"/>
                      <a:pt x="438" y="480"/>
                      <a:pt x="448" y="491"/>
                    </a:cubicBezTo>
                    <a:cubicBezTo>
                      <a:pt x="459" y="501"/>
                      <a:pt x="469" y="512"/>
                      <a:pt x="478" y="522"/>
                    </a:cubicBezTo>
                    <a:cubicBezTo>
                      <a:pt x="482" y="526"/>
                      <a:pt x="482" y="533"/>
                      <a:pt x="478" y="537"/>
                    </a:cubicBezTo>
                    <a:cubicBezTo>
                      <a:pt x="476" y="539"/>
                      <a:pt x="474" y="540"/>
                      <a:pt x="471" y="540"/>
                    </a:cubicBezTo>
                    <a:cubicBezTo>
                      <a:pt x="468" y="540"/>
                      <a:pt x="465" y="539"/>
                      <a:pt x="462" y="5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6" name="Google Shape;1096;p13"/>
              <p:cNvSpPr/>
              <p:nvPr/>
            </p:nvSpPr>
            <p:spPr>
              <a:xfrm>
                <a:off x="3974760" y="827640"/>
                <a:ext cx="190800" cy="219960"/>
              </a:xfrm>
              <a:custGeom>
                <a:avLst/>
                <a:gdLst/>
                <a:ahLst/>
                <a:cxnLst/>
                <a:rect l="l" t="t" r="r" b="b"/>
                <a:pathLst>
                  <a:path w="530" h="611" extrusionOk="0">
                    <a:moveTo>
                      <a:pt x="516" y="610"/>
                    </a:moveTo>
                    <a:cubicBezTo>
                      <a:pt x="513" y="610"/>
                      <a:pt x="511" y="609"/>
                      <a:pt x="509" y="607"/>
                    </a:cubicBezTo>
                    <a:cubicBezTo>
                      <a:pt x="506" y="605"/>
                      <a:pt x="504" y="603"/>
                      <a:pt x="502" y="600"/>
                    </a:cubicBezTo>
                    <a:lnTo>
                      <a:pt x="502" y="601"/>
                    </a:lnTo>
                    <a:cubicBezTo>
                      <a:pt x="502" y="600"/>
                      <a:pt x="501" y="600"/>
                      <a:pt x="501" y="599"/>
                    </a:cubicBezTo>
                    <a:cubicBezTo>
                      <a:pt x="501" y="599"/>
                      <a:pt x="500" y="599"/>
                      <a:pt x="500" y="598"/>
                    </a:cubicBezTo>
                    <a:cubicBezTo>
                      <a:pt x="500" y="599"/>
                      <a:pt x="500" y="599"/>
                      <a:pt x="501" y="599"/>
                    </a:cubicBezTo>
                    <a:cubicBezTo>
                      <a:pt x="497" y="596"/>
                      <a:pt x="494" y="592"/>
                      <a:pt x="490" y="589"/>
                    </a:cubicBezTo>
                    <a:cubicBezTo>
                      <a:pt x="486" y="586"/>
                      <a:pt x="483" y="583"/>
                      <a:pt x="479" y="579"/>
                    </a:cubicBezTo>
                    <a:cubicBezTo>
                      <a:pt x="471" y="572"/>
                      <a:pt x="465" y="564"/>
                      <a:pt x="459" y="556"/>
                    </a:cubicBezTo>
                    <a:cubicBezTo>
                      <a:pt x="445" y="540"/>
                      <a:pt x="431" y="524"/>
                      <a:pt x="417" y="507"/>
                    </a:cubicBezTo>
                    <a:cubicBezTo>
                      <a:pt x="408" y="495"/>
                      <a:pt x="399" y="483"/>
                      <a:pt x="389" y="471"/>
                    </a:cubicBezTo>
                    <a:cubicBezTo>
                      <a:pt x="388" y="471"/>
                      <a:pt x="388" y="470"/>
                      <a:pt x="387" y="469"/>
                    </a:cubicBezTo>
                    <a:lnTo>
                      <a:pt x="388" y="469"/>
                    </a:lnTo>
                    <a:cubicBezTo>
                      <a:pt x="387" y="469"/>
                      <a:pt x="387" y="469"/>
                      <a:pt x="387" y="469"/>
                    </a:cubicBezTo>
                    <a:cubicBezTo>
                      <a:pt x="387" y="469"/>
                      <a:pt x="386" y="469"/>
                      <a:pt x="386" y="468"/>
                    </a:cubicBezTo>
                    <a:cubicBezTo>
                      <a:pt x="386" y="468"/>
                      <a:pt x="386" y="469"/>
                      <a:pt x="387" y="469"/>
                    </a:cubicBezTo>
                    <a:cubicBezTo>
                      <a:pt x="386" y="468"/>
                      <a:pt x="385" y="466"/>
                      <a:pt x="384" y="465"/>
                    </a:cubicBezTo>
                    <a:cubicBezTo>
                      <a:pt x="384" y="466"/>
                      <a:pt x="384" y="466"/>
                      <a:pt x="384" y="466"/>
                    </a:cubicBezTo>
                    <a:cubicBezTo>
                      <a:pt x="383" y="465"/>
                      <a:pt x="383" y="464"/>
                      <a:pt x="382" y="464"/>
                    </a:cubicBezTo>
                    <a:cubicBezTo>
                      <a:pt x="382" y="463"/>
                      <a:pt x="382" y="463"/>
                      <a:pt x="382" y="462"/>
                    </a:cubicBezTo>
                    <a:lnTo>
                      <a:pt x="381" y="462"/>
                    </a:lnTo>
                    <a:cubicBezTo>
                      <a:pt x="381" y="462"/>
                      <a:pt x="381" y="461"/>
                      <a:pt x="380" y="461"/>
                    </a:cubicBezTo>
                    <a:lnTo>
                      <a:pt x="381" y="461"/>
                    </a:lnTo>
                    <a:cubicBezTo>
                      <a:pt x="377" y="457"/>
                      <a:pt x="374" y="453"/>
                      <a:pt x="371" y="449"/>
                    </a:cubicBezTo>
                    <a:cubicBezTo>
                      <a:pt x="371" y="450"/>
                      <a:pt x="371" y="450"/>
                      <a:pt x="371" y="450"/>
                    </a:cubicBezTo>
                    <a:cubicBezTo>
                      <a:pt x="354" y="430"/>
                      <a:pt x="338" y="409"/>
                      <a:pt x="322" y="388"/>
                    </a:cubicBezTo>
                    <a:lnTo>
                      <a:pt x="322" y="389"/>
                    </a:lnTo>
                    <a:cubicBezTo>
                      <a:pt x="321" y="387"/>
                      <a:pt x="319" y="385"/>
                      <a:pt x="317" y="383"/>
                    </a:cubicBezTo>
                    <a:cubicBezTo>
                      <a:pt x="290" y="351"/>
                      <a:pt x="262" y="319"/>
                      <a:pt x="236" y="286"/>
                    </a:cubicBezTo>
                    <a:cubicBezTo>
                      <a:pt x="208" y="254"/>
                      <a:pt x="180" y="221"/>
                      <a:pt x="151" y="188"/>
                    </a:cubicBezTo>
                    <a:cubicBezTo>
                      <a:pt x="123" y="156"/>
                      <a:pt x="93" y="124"/>
                      <a:pt x="65" y="92"/>
                    </a:cubicBezTo>
                    <a:cubicBezTo>
                      <a:pt x="58" y="84"/>
                      <a:pt x="51" y="77"/>
                      <a:pt x="45" y="70"/>
                    </a:cubicBezTo>
                    <a:cubicBezTo>
                      <a:pt x="39" y="63"/>
                      <a:pt x="33" y="56"/>
                      <a:pt x="27" y="49"/>
                    </a:cubicBezTo>
                    <a:cubicBezTo>
                      <a:pt x="27" y="49"/>
                      <a:pt x="28" y="49"/>
                      <a:pt x="28" y="50"/>
                    </a:cubicBezTo>
                    <a:cubicBezTo>
                      <a:pt x="27" y="49"/>
                      <a:pt x="27" y="49"/>
                      <a:pt x="26" y="49"/>
                    </a:cubicBezTo>
                    <a:cubicBezTo>
                      <a:pt x="26" y="48"/>
                      <a:pt x="25" y="46"/>
                      <a:pt x="24" y="45"/>
                    </a:cubicBezTo>
                    <a:lnTo>
                      <a:pt x="23" y="45"/>
                    </a:lnTo>
                    <a:cubicBezTo>
                      <a:pt x="23" y="44"/>
                      <a:pt x="22" y="43"/>
                      <a:pt x="21" y="42"/>
                    </a:cubicBezTo>
                    <a:cubicBezTo>
                      <a:pt x="22" y="42"/>
                      <a:pt x="22" y="42"/>
                      <a:pt x="22" y="42"/>
                    </a:cubicBezTo>
                    <a:cubicBezTo>
                      <a:pt x="21" y="42"/>
                      <a:pt x="21" y="42"/>
                      <a:pt x="21" y="42"/>
                    </a:cubicBezTo>
                    <a:lnTo>
                      <a:pt x="21" y="41"/>
                    </a:lnTo>
                    <a:lnTo>
                      <a:pt x="20" y="41"/>
                    </a:lnTo>
                    <a:cubicBezTo>
                      <a:pt x="14" y="34"/>
                      <a:pt x="9" y="27"/>
                      <a:pt x="4" y="19"/>
                    </a:cubicBezTo>
                    <a:cubicBezTo>
                      <a:pt x="0" y="14"/>
                      <a:pt x="1" y="7"/>
                      <a:pt x="6" y="4"/>
                    </a:cubicBezTo>
                    <a:cubicBezTo>
                      <a:pt x="11" y="0"/>
                      <a:pt x="18" y="2"/>
                      <a:pt x="21" y="6"/>
                    </a:cubicBezTo>
                    <a:cubicBezTo>
                      <a:pt x="28" y="17"/>
                      <a:pt x="36" y="27"/>
                      <a:pt x="43" y="37"/>
                    </a:cubicBezTo>
                    <a:lnTo>
                      <a:pt x="43" y="36"/>
                    </a:lnTo>
                    <a:lnTo>
                      <a:pt x="43" y="37"/>
                    </a:lnTo>
                    <a:cubicBezTo>
                      <a:pt x="44" y="38"/>
                      <a:pt x="44" y="39"/>
                      <a:pt x="46" y="39"/>
                    </a:cubicBezTo>
                    <a:cubicBezTo>
                      <a:pt x="47" y="42"/>
                      <a:pt x="50" y="45"/>
                      <a:pt x="51" y="47"/>
                    </a:cubicBezTo>
                    <a:lnTo>
                      <a:pt x="51" y="46"/>
                    </a:lnTo>
                    <a:cubicBezTo>
                      <a:pt x="52" y="48"/>
                      <a:pt x="53" y="49"/>
                      <a:pt x="55" y="51"/>
                    </a:cubicBezTo>
                    <a:cubicBezTo>
                      <a:pt x="54" y="51"/>
                      <a:pt x="54" y="50"/>
                      <a:pt x="54" y="50"/>
                    </a:cubicBezTo>
                    <a:cubicBezTo>
                      <a:pt x="61" y="58"/>
                      <a:pt x="67" y="66"/>
                      <a:pt x="74" y="73"/>
                    </a:cubicBezTo>
                    <a:cubicBezTo>
                      <a:pt x="81" y="81"/>
                      <a:pt x="88" y="89"/>
                      <a:pt x="95" y="97"/>
                    </a:cubicBezTo>
                    <a:cubicBezTo>
                      <a:pt x="109" y="113"/>
                      <a:pt x="124" y="130"/>
                      <a:pt x="138" y="146"/>
                    </a:cubicBezTo>
                    <a:cubicBezTo>
                      <a:pt x="153" y="163"/>
                      <a:pt x="167" y="180"/>
                      <a:pt x="182" y="197"/>
                    </a:cubicBezTo>
                    <a:cubicBezTo>
                      <a:pt x="196" y="212"/>
                      <a:pt x="209" y="228"/>
                      <a:pt x="223" y="244"/>
                    </a:cubicBezTo>
                    <a:cubicBezTo>
                      <a:pt x="250" y="277"/>
                      <a:pt x="278" y="309"/>
                      <a:pt x="306" y="341"/>
                    </a:cubicBezTo>
                    <a:cubicBezTo>
                      <a:pt x="324" y="362"/>
                      <a:pt x="341" y="382"/>
                      <a:pt x="358" y="402"/>
                    </a:cubicBezTo>
                    <a:cubicBezTo>
                      <a:pt x="367" y="414"/>
                      <a:pt x="377" y="426"/>
                      <a:pt x="386" y="438"/>
                    </a:cubicBezTo>
                    <a:lnTo>
                      <a:pt x="387" y="438"/>
                    </a:lnTo>
                    <a:cubicBezTo>
                      <a:pt x="386" y="438"/>
                      <a:pt x="386" y="437"/>
                      <a:pt x="386" y="437"/>
                    </a:cubicBezTo>
                    <a:cubicBezTo>
                      <a:pt x="389" y="441"/>
                      <a:pt x="393" y="445"/>
                      <a:pt x="396" y="449"/>
                    </a:cubicBezTo>
                    <a:lnTo>
                      <a:pt x="395" y="448"/>
                    </a:lnTo>
                    <a:cubicBezTo>
                      <a:pt x="395" y="448"/>
                      <a:pt x="396" y="448"/>
                      <a:pt x="396" y="449"/>
                    </a:cubicBezTo>
                    <a:cubicBezTo>
                      <a:pt x="396" y="449"/>
                      <a:pt x="396" y="450"/>
                      <a:pt x="397" y="450"/>
                    </a:cubicBezTo>
                    <a:lnTo>
                      <a:pt x="396" y="450"/>
                    </a:lnTo>
                    <a:cubicBezTo>
                      <a:pt x="397" y="450"/>
                      <a:pt x="397" y="450"/>
                      <a:pt x="397" y="450"/>
                    </a:cubicBezTo>
                    <a:lnTo>
                      <a:pt x="397" y="451"/>
                    </a:lnTo>
                    <a:cubicBezTo>
                      <a:pt x="398" y="451"/>
                      <a:pt x="399" y="452"/>
                      <a:pt x="399" y="454"/>
                    </a:cubicBezTo>
                    <a:cubicBezTo>
                      <a:pt x="399" y="453"/>
                      <a:pt x="399" y="452"/>
                      <a:pt x="399" y="452"/>
                    </a:cubicBezTo>
                    <a:cubicBezTo>
                      <a:pt x="399" y="454"/>
                      <a:pt x="400" y="454"/>
                      <a:pt x="401" y="455"/>
                    </a:cubicBezTo>
                    <a:cubicBezTo>
                      <a:pt x="402" y="456"/>
                      <a:pt x="403" y="457"/>
                      <a:pt x="403" y="458"/>
                    </a:cubicBezTo>
                    <a:lnTo>
                      <a:pt x="403" y="457"/>
                    </a:lnTo>
                    <a:cubicBezTo>
                      <a:pt x="416" y="473"/>
                      <a:pt x="428" y="490"/>
                      <a:pt x="442" y="506"/>
                    </a:cubicBezTo>
                    <a:cubicBezTo>
                      <a:pt x="441" y="506"/>
                      <a:pt x="441" y="505"/>
                      <a:pt x="441" y="505"/>
                    </a:cubicBezTo>
                    <a:cubicBezTo>
                      <a:pt x="450" y="515"/>
                      <a:pt x="459" y="526"/>
                      <a:pt x="469" y="537"/>
                    </a:cubicBezTo>
                    <a:cubicBezTo>
                      <a:pt x="478" y="547"/>
                      <a:pt x="487" y="557"/>
                      <a:pt x="497" y="567"/>
                    </a:cubicBezTo>
                    <a:cubicBezTo>
                      <a:pt x="497" y="567"/>
                      <a:pt x="497" y="566"/>
                      <a:pt x="496" y="566"/>
                    </a:cubicBezTo>
                    <a:cubicBezTo>
                      <a:pt x="505" y="575"/>
                      <a:pt x="515" y="583"/>
                      <a:pt x="524" y="592"/>
                    </a:cubicBezTo>
                    <a:cubicBezTo>
                      <a:pt x="529" y="596"/>
                      <a:pt x="528" y="603"/>
                      <a:pt x="524" y="607"/>
                    </a:cubicBezTo>
                    <a:cubicBezTo>
                      <a:pt x="522" y="609"/>
                      <a:pt x="519" y="610"/>
                      <a:pt x="516" y="6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7" name="Google Shape;1097;p13"/>
              <p:cNvSpPr/>
              <p:nvPr/>
            </p:nvSpPr>
            <p:spPr>
              <a:xfrm>
                <a:off x="4005000" y="820800"/>
                <a:ext cx="167040" cy="200160"/>
              </a:xfrm>
              <a:custGeom>
                <a:avLst/>
                <a:gdLst/>
                <a:ahLst/>
                <a:cxnLst/>
                <a:rect l="l" t="t" r="r" b="b"/>
                <a:pathLst>
                  <a:path w="464" h="556" extrusionOk="0">
                    <a:moveTo>
                      <a:pt x="452" y="555"/>
                    </a:moveTo>
                    <a:cubicBezTo>
                      <a:pt x="448" y="554"/>
                      <a:pt x="446" y="552"/>
                      <a:pt x="443" y="550"/>
                    </a:cubicBezTo>
                    <a:cubicBezTo>
                      <a:pt x="443" y="549"/>
                      <a:pt x="442" y="548"/>
                      <a:pt x="442" y="547"/>
                    </a:cubicBezTo>
                    <a:cubicBezTo>
                      <a:pt x="439" y="544"/>
                      <a:pt x="435" y="540"/>
                      <a:pt x="432" y="537"/>
                    </a:cubicBezTo>
                    <a:cubicBezTo>
                      <a:pt x="429" y="533"/>
                      <a:pt x="426" y="529"/>
                      <a:pt x="423" y="526"/>
                    </a:cubicBezTo>
                    <a:lnTo>
                      <a:pt x="423" y="525"/>
                    </a:lnTo>
                    <a:lnTo>
                      <a:pt x="422" y="525"/>
                    </a:lnTo>
                    <a:lnTo>
                      <a:pt x="423" y="525"/>
                    </a:lnTo>
                    <a:cubicBezTo>
                      <a:pt x="411" y="511"/>
                      <a:pt x="399" y="498"/>
                      <a:pt x="387" y="484"/>
                    </a:cubicBezTo>
                    <a:cubicBezTo>
                      <a:pt x="388" y="484"/>
                      <a:pt x="388" y="485"/>
                      <a:pt x="388" y="485"/>
                    </a:cubicBezTo>
                    <a:cubicBezTo>
                      <a:pt x="387" y="484"/>
                      <a:pt x="386" y="482"/>
                      <a:pt x="384" y="481"/>
                    </a:cubicBezTo>
                    <a:cubicBezTo>
                      <a:pt x="384" y="480"/>
                      <a:pt x="383" y="479"/>
                      <a:pt x="383" y="478"/>
                    </a:cubicBezTo>
                    <a:lnTo>
                      <a:pt x="383" y="479"/>
                    </a:lnTo>
                    <a:cubicBezTo>
                      <a:pt x="382" y="478"/>
                      <a:pt x="381" y="477"/>
                      <a:pt x="381" y="477"/>
                    </a:cubicBezTo>
                    <a:cubicBezTo>
                      <a:pt x="368" y="460"/>
                      <a:pt x="354" y="445"/>
                      <a:pt x="340" y="429"/>
                    </a:cubicBezTo>
                    <a:cubicBezTo>
                      <a:pt x="333" y="421"/>
                      <a:pt x="326" y="413"/>
                      <a:pt x="319" y="406"/>
                    </a:cubicBezTo>
                    <a:cubicBezTo>
                      <a:pt x="312" y="397"/>
                      <a:pt x="305" y="389"/>
                      <a:pt x="298" y="381"/>
                    </a:cubicBezTo>
                    <a:cubicBezTo>
                      <a:pt x="295" y="377"/>
                      <a:pt x="292" y="374"/>
                      <a:pt x="290" y="371"/>
                    </a:cubicBezTo>
                    <a:cubicBezTo>
                      <a:pt x="290" y="371"/>
                      <a:pt x="289" y="371"/>
                      <a:pt x="289" y="370"/>
                    </a:cubicBezTo>
                    <a:cubicBezTo>
                      <a:pt x="288" y="369"/>
                      <a:pt x="288" y="368"/>
                      <a:pt x="287" y="367"/>
                    </a:cubicBezTo>
                    <a:cubicBezTo>
                      <a:pt x="286" y="366"/>
                      <a:pt x="285" y="365"/>
                      <a:pt x="284" y="364"/>
                    </a:cubicBezTo>
                    <a:cubicBezTo>
                      <a:pt x="285" y="364"/>
                      <a:pt x="285" y="364"/>
                      <a:pt x="285" y="364"/>
                    </a:cubicBezTo>
                    <a:lnTo>
                      <a:pt x="284" y="364"/>
                    </a:lnTo>
                    <a:cubicBezTo>
                      <a:pt x="284" y="363"/>
                      <a:pt x="283" y="363"/>
                      <a:pt x="282" y="361"/>
                    </a:cubicBezTo>
                    <a:cubicBezTo>
                      <a:pt x="282" y="362"/>
                      <a:pt x="283" y="363"/>
                      <a:pt x="283" y="363"/>
                    </a:cubicBezTo>
                    <a:cubicBezTo>
                      <a:pt x="269" y="346"/>
                      <a:pt x="255" y="329"/>
                      <a:pt x="241" y="312"/>
                    </a:cubicBezTo>
                    <a:cubicBezTo>
                      <a:pt x="234" y="304"/>
                      <a:pt x="226" y="295"/>
                      <a:pt x="219" y="286"/>
                    </a:cubicBezTo>
                    <a:cubicBezTo>
                      <a:pt x="213" y="277"/>
                      <a:pt x="206" y="268"/>
                      <a:pt x="200" y="259"/>
                    </a:cubicBezTo>
                    <a:cubicBezTo>
                      <a:pt x="188" y="244"/>
                      <a:pt x="178" y="227"/>
                      <a:pt x="166" y="211"/>
                    </a:cubicBezTo>
                    <a:cubicBezTo>
                      <a:pt x="160" y="202"/>
                      <a:pt x="153" y="192"/>
                      <a:pt x="146" y="184"/>
                    </a:cubicBezTo>
                    <a:cubicBezTo>
                      <a:pt x="140" y="175"/>
                      <a:pt x="134" y="168"/>
                      <a:pt x="127" y="160"/>
                    </a:cubicBezTo>
                    <a:cubicBezTo>
                      <a:pt x="128" y="160"/>
                      <a:pt x="128" y="161"/>
                      <a:pt x="128" y="161"/>
                    </a:cubicBezTo>
                    <a:cubicBezTo>
                      <a:pt x="128" y="161"/>
                      <a:pt x="128" y="160"/>
                      <a:pt x="127" y="160"/>
                    </a:cubicBezTo>
                    <a:cubicBezTo>
                      <a:pt x="127" y="160"/>
                      <a:pt x="127" y="159"/>
                      <a:pt x="126" y="159"/>
                    </a:cubicBezTo>
                    <a:lnTo>
                      <a:pt x="127" y="159"/>
                    </a:lnTo>
                    <a:cubicBezTo>
                      <a:pt x="122" y="153"/>
                      <a:pt x="116" y="147"/>
                      <a:pt x="111" y="141"/>
                    </a:cubicBezTo>
                    <a:cubicBezTo>
                      <a:pt x="112" y="141"/>
                      <a:pt x="112" y="141"/>
                      <a:pt x="112" y="142"/>
                    </a:cubicBezTo>
                    <a:cubicBezTo>
                      <a:pt x="99" y="125"/>
                      <a:pt x="85" y="110"/>
                      <a:pt x="71" y="94"/>
                    </a:cubicBezTo>
                    <a:cubicBezTo>
                      <a:pt x="56" y="78"/>
                      <a:pt x="41" y="61"/>
                      <a:pt x="26" y="45"/>
                    </a:cubicBezTo>
                    <a:cubicBezTo>
                      <a:pt x="21" y="41"/>
                      <a:pt x="18" y="37"/>
                      <a:pt x="14" y="33"/>
                    </a:cubicBezTo>
                    <a:cubicBezTo>
                      <a:pt x="12" y="30"/>
                      <a:pt x="11" y="29"/>
                      <a:pt x="9" y="26"/>
                    </a:cubicBezTo>
                    <a:cubicBezTo>
                      <a:pt x="7" y="24"/>
                      <a:pt x="6" y="21"/>
                      <a:pt x="4" y="18"/>
                    </a:cubicBezTo>
                    <a:cubicBezTo>
                      <a:pt x="0" y="13"/>
                      <a:pt x="2" y="6"/>
                      <a:pt x="8" y="2"/>
                    </a:cubicBezTo>
                    <a:cubicBezTo>
                      <a:pt x="14" y="0"/>
                      <a:pt x="21" y="2"/>
                      <a:pt x="23" y="9"/>
                    </a:cubicBezTo>
                    <a:cubicBezTo>
                      <a:pt x="23" y="9"/>
                      <a:pt x="24" y="9"/>
                      <a:pt x="24" y="10"/>
                    </a:cubicBezTo>
                    <a:lnTo>
                      <a:pt x="24" y="11"/>
                    </a:lnTo>
                    <a:lnTo>
                      <a:pt x="24" y="12"/>
                    </a:lnTo>
                    <a:cubicBezTo>
                      <a:pt x="26" y="14"/>
                      <a:pt x="27" y="16"/>
                      <a:pt x="29" y="18"/>
                    </a:cubicBezTo>
                    <a:cubicBezTo>
                      <a:pt x="31" y="21"/>
                      <a:pt x="33" y="23"/>
                      <a:pt x="35" y="25"/>
                    </a:cubicBezTo>
                    <a:cubicBezTo>
                      <a:pt x="34" y="25"/>
                      <a:pt x="34" y="25"/>
                      <a:pt x="34" y="24"/>
                    </a:cubicBezTo>
                    <a:cubicBezTo>
                      <a:pt x="34" y="25"/>
                      <a:pt x="35" y="26"/>
                      <a:pt x="36" y="26"/>
                    </a:cubicBezTo>
                    <a:cubicBezTo>
                      <a:pt x="35" y="26"/>
                      <a:pt x="35" y="26"/>
                      <a:pt x="35" y="25"/>
                    </a:cubicBezTo>
                    <a:cubicBezTo>
                      <a:pt x="48" y="39"/>
                      <a:pt x="60" y="53"/>
                      <a:pt x="73" y="68"/>
                    </a:cubicBezTo>
                    <a:cubicBezTo>
                      <a:pt x="79" y="74"/>
                      <a:pt x="84" y="81"/>
                      <a:pt x="90" y="88"/>
                    </a:cubicBezTo>
                    <a:cubicBezTo>
                      <a:pt x="97" y="95"/>
                      <a:pt x="103" y="101"/>
                      <a:pt x="109" y="109"/>
                    </a:cubicBezTo>
                    <a:lnTo>
                      <a:pt x="108" y="108"/>
                    </a:lnTo>
                    <a:cubicBezTo>
                      <a:pt x="114" y="115"/>
                      <a:pt x="120" y="122"/>
                      <a:pt x="126" y="130"/>
                    </a:cubicBezTo>
                    <a:cubicBezTo>
                      <a:pt x="126" y="129"/>
                      <a:pt x="126" y="129"/>
                      <a:pt x="126" y="129"/>
                    </a:cubicBezTo>
                    <a:cubicBezTo>
                      <a:pt x="131" y="136"/>
                      <a:pt x="136" y="143"/>
                      <a:pt x="142" y="149"/>
                    </a:cubicBezTo>
                    <a:lnTo>
                      <a:pt x="141" y="149"/>
                    </a:lnTo>
                    <a:cubicBezTo>
                      <a:pt x="155" y="166"/>
                      <a:pt x="169" y="184"/>
                      <a:pt x="182" y="201"/>
                    </a:cubicBezTo>
                    <a:cubicBezTo>
                      <a:pt x="188" y="210"/>
                      <a:pt x="194" y="219"/>
                      <a:pt x="200" y="228"/>
                    </a:cubicBezTo>
                    <a:cubicBezTo>
                      <a:pt x="207" y="237"/>
                      <a:pt x="213" y="246"/>
                      <a:pt x="219" y="255"/>
                    </a:cubicBezTo>
                    <a:cubicBezTo>
                      <a:pt x="226" y="263"/>
                      <a:pt x="233" y="272"/>
                      <a:pt x="240" y="281"/>
                    </a:cubicBezTo>
                    <a:cubicBezTo>
                      <a:pt x="239" y="281"/>
                      <a:pt x="239" y="281"/>
                      <a:pt x="239" y="281"/>
                    </a:cubicBezTo>
                    <a:cubicBezTo>
                      <a:pt x="243" y="284"/>
                      <a:pt x="246" y="289"/>
                      <a:pt x="249" y="293"/>
                    </a:cubicBezTo>
                    <a:cubicBezTo>
                      <a:pt x="249" y="292"/>
                      <a:pt x="249" y="292"/>
                      <a:pt x="249" y="291"/>
                    </a:cubicBezTo>
                    <a:cubicBezTo>
                      <a:pt x="267" y="314"/>
                      <a:pt x="287" y="336"/>
                      <a:pt x="305" y="359"/>
                    </a:cubicBezTo>
                    <a:cubicBezTo>
                      <a:pt x="305" y="358"/>
                      <a:pt x="305" y="358"/>
                      <a:pt x="305" y="358"/>
                    </a:cubicBezTo>
                    <a:cubicBezTo>
                      <a:pt x="307" y="361"/>
                      <a:pt x="310" y="364"/>
                      <a:pt x="313" y="368"/>
                    </a:cubicBezTo>
                    <a:lnTo>
                      <a:pt x="312" y="367"/>
                    </a:lnTo>
                    <a:cubicBezTo>
                      <a:pt x="326" y="383"/>
                      <a:pt x="340" y="399"/>
                      <a:pt x="354" y="415"/>
                    </a:cubicBezTo>
                    <a:cubicBezTo>
                      <a:pt x="369" y="431"/>
                      <a:pt x="383" y="447"/>
                      <a:pt x="397" y="463"/>
                    </a:cubicBezTo>
                    <a:cubicBezTo>
                      <a:pt x="407" y="476"/>
                      <a:pt x="418" y="488"/>
                      <a:pt x="429" y="500"/>
                    </a:cubicBezTo>
                    <a:cubicBezTo>
                      <a:pt x="439" y="512"/>
                      <a:pt x="450" y="524"/>
                      <a:pt x="460" y="536"/>
                    </a:cubicBezTo>
                    <a:cubicBezTo>
                      <a:pt x="462" y="538"/>
                      <a:pt x="463" y="541"/>
                      <a:pt x="463" y="544"/>
                    </a:cubicBezTo>
                    <a:cubicBezTo>
                      <a:pt x="463" y="547"/>
                      <a:pt x="462" y="550"/>
                      <a:pt x="460" y="552"/>
                    </a:cubicBezTo>
                    <a:cubicBezTo>
                      <a:pt x="458" y="554"/>
                      <a:pt x="455" y="555"/>
                      <a:pt x="453" y="555"/>
                    </a:cubicBezTo>
                    <a:cubicBezTo>
                      <a:pt x="452" y="555"/>
                      <a:pt x="452" y="555"/>
                      <a:pt x="452" y="55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8" name="Google Shape;1098;p13"/>
              <p:cNvSpPr/>
              <p:nvPr/>
            </p:nvSpPr>
            <p:spPr>
              <a:xfrm>
                <a:off x="4027320" y="813960"/>
                <a:ext cx="146520" cy="168840"/>
              </a:xfrm>
              <a:custGeom>
                <a:avLst/>
                <a:gdLst/>
                <a:ahLst/>
                <a:cxnLst/>
                <a:rect l="l" t="t" r="r" b="b"/>
                <a:pathLst>
                  <a:path w="407" h="469" extrusionOk="0">
                    <a:moveTo>
                      <a:pt x="390" y="467"/>
                    </a:moveTo>
                    <a:cubicBezTo>
                      <a:pt x="385" y="464"/>
                      <a:pt x="381" y="460"/>
                      <a:pt x="377" y="456"/>
                    </a:cubicBezTo>
                    <a:cubicBezTo>
                      <a:pt x="374" y="453"/>
                      <a:pt x="370" y="449"/>
                      <a:pt x="367" y="445"/>
                    </a:cubicBezTo>
                    <a:cubicBezTo>
                      <a:pt x="361" y="437"/>
                      <a:pt x="354" y="429"/>
                      <a:pt x="347" y="422"/>
                    </a:cubicBezTo>
                    <a:cubicBezTo>
                      <a:pt x="340" y="414"/>
                      <a:pt x="333" y="406"/>
                      <a:pt x="326" y="398"/>
                    </a:cubicBezTo>
                    <a:cubicBezTo>
                      <a:pt x="319" y="389"/>
                      <a:pt x="312" y="380"/>
                      <a:pt x="306" y="372"/>
                    </a:cubicBezTo>
                    <a:cubicBezTo>
                      <a:pt x="286" y="347"/>
                      <a:pt x="266" y="322"/>
                      <a:pt x="245" y="296"/>
                    </a:cubicBezTo>
                    <a:lnTo>
                      <a:pt x="246" y="297"/>
                    </a:lnTo>
                    <a:cubicBezTo>
                      <a:pt x="242" y="292"/>
                      <a:pt x="238" y="288"/>
                      <a:pt x="234" y="282"/>
                    </a:cubicBezTo>
                    <a:cubicBezTo>
                      <a:pt x="234" y="283"/>
                      <a:pt x="234" y="283"/>
                      <a:pt x="234" y="283"/>
                    </a:cubicBezTo>
                    <a:lnTo>
                      <a:pt x="234" y="282"/>
                    </a:lnTo>
                    <a:cubicBezTo>
                      <a:pt x="233" y="282"/>
                      <a:pt x="233" y="281"/>
                      <a:pt x="233" y="281"/>
                    </a:cubicBezTo>
                    <a:lnTo>
                      <a:pt x="233" y="282"/>
                    </a:lnTo>
                    <a:cubicBezTo>
                      <a:pt x="230" y="277"/>
                      <a:pt x="226" y="273"/>
                      <a:pt x="222" y="268"/>
                    </a:cubicBezTo>
                    <a:lnTo>
                      <a:pt x="223" y="268"/>
                    </a:lnTo>
                    <a:cubicBezTo>
                      <a:pt x="222" y="268"/>
                      <a:pt x="222" y="268"/>
                      <a:pt x="222" y="268"/>
                    </a:cubicBezTo>
                    <a:lnTo>
                      <a:pt x="222" y="267"/>
                    </a:lnTo>
                    <a:cubicBezTo>
                      <a:pt x="218" y="263"/>
                      <a:pt x="213" y="257"/>
                      <a:pt x="209" y="253"/>
                    </a:cubicBezTo>
                    <a:lnTo>
                      <a:pt x="209" y="252"/>
                    </a:lnTo>
                    <a:lnTo>
                      <a:pt x="208" y="252"/>
                    </a:lnTo>
                    <a:cubicBezTo>
                      <a:pt x="209" y="252"/>
                      <a:pt x="209" y="252"/>
                      <a:pt x="209" y="252"/>
                    </a:cubicBezTo>
                    <a:cubicBezTo>
                      <a:pt x="205" y="248"/>
                      <a:pt x="201" y="243"/>
                      <a:pt x="197" y="238"/>
                    </a:cubicBezTo>
                    <a:cubicBezTo>
                      <a:pt x="198" y="238"/>
                      <a:pt x="198" y="239"/>
                      <a:pt x="198" y="239"/>
                    </a:cubicBezTo>
                    <a:cubicBezTo>
                      <a:pt x="183" y="222"/>
                      <a:pt x="169" y="205"/>
                      <a:pt x="154" y="187"/>
                    </a:cubicBezTo>
                    <a:cubicBezTo>
                      <a:pt x="140" y="172"/>
                      <a:pt x="126" y="156"/>
                      <a:pt x="112" y="140"/>
                    </a:cubicBezTo>
                    <a:cubicBezTo>
                      <a:pt x="97" y="124"/>
                      <a:pt x="83" y="108"/>
                      <a:pt x="68" y="93"/>
                    </a:cubicBezTo>
                    <a:cubicBezTo>
                      <a:pt x="60" y="83"/>
                      <a:pt x="52" y="74"/>
                      <a:pt x="43" y="66"/>
                    </a:cubicBezTo>
                    <a:cubicBezTo>
                      <a:pt x="36" y="59"/>
                      <a:pt x="29" y="51"/>
                      <a:pt x="22" y="44"/>
                    </a:cubicBezTo>
                    <a:cubicBezTo>
                      <a:pt x="20" y="41"/>
                      <a:pt x="17" y="38"/>
                      <a:pt x="15" y="35"/>
                    </a:cubicBezTo>
                    <a:lnTo>
                      <a:pt x="14" y="34"/>
                    </a:lnTo>
                    <a:lnTo>
                      <a:pt x="15" y="35"/>
                    </a:lnTo>
                    <a:cubicBezTo>
                      <a:pt x="14" y="34"/>
                      <a:pt x="14" y="33"/>
                      <a:pt x="12" y="33"/>
                    </a:cubicBezTo>
                    <a:cubicBezTo>
                      <a:pt x="13" y="33"/>
                      <a:pt x="14" y="33"/>
                      <a:pt x="14" y="34"/>
                    </a:cubicBezTo>
                    <a:cubicBezTo>
                      <a:pt x="12" y="33"/>
                      <a:pt x="11" y="31"/>
                      <a:pt x="11" y="30"/>
                    </a:cubicBezTo>
                    <a:lnTo>
                      <a:pt x="11" y="31"/>
                    </a:lnTo>
                    <a:cubicBezTo>
                      <a:pt x="8" y="27"/>
                      <a:pt x="5" y="23"/>
                      <a:pt x="3" y="19"/>
                    </a:cubicBezTo>
                    <a:cubicBezTo>
                      <a:pt x="0" y="14"/>
                      <a:pt x="0" y="8"/>
                      <a:pt x="5" y="4"/>
                    </a:cubicBezTo>
                    <a:cubicBezTo>
                      <a:pt x="11" y="0"/>
                      <a:pt x="18" y="2"/>
                      <a:pt x="21" y="8"/>
                    </a:cubicBezTo>
                    <a:cubicBezTo>
                      <a:pt x="22" y="9"/>
                      <a:pt x="23" y="10"/>
                      <a:pt x="24" y="12"/>
                    </a:cubicBezTo>
                    <a:cubicBezTo>
                      <a:pt x="26" y="16"/>
                      <a:pt x="29" y="19"/>
                      <a:pt x="32" y="23"/>
                    </a:cubicBezTo>
                    <a:cubicBezTo>
                      <a:pt x="46" y="39"/>
                      <a:pt x="60" y="54"/>
                      <a:pt x="74" y="70"/>
                    </a:cubicBezTo>
                    <a:cubicBezTo>
                      <a:pt x="89" y="86"/>
                      <a:pt x="103" y="102"/>
                      <a:pt x="117" y="119"/>
                    </a:cubicBezTo>
                    <a:cubicBezTo>
                      <a:pt x="147" y="153"/>
                      <a:pt x="177" y="186"/>
                      <a:pt x="206" y="220"/>
                    </a:cubicBezTo>
                    <a:cubicBezTo>
                      <a:pt x="220" y="236"/>
                      <a:pt x="234" y="253"/>
                      <a:pt x="248" y="270"/>
                    </a:cubicBezTo>
                    <a:cubicBezTo>
                      <a:pt x="263" y="288"/>
                      <a:pt x="278" y="305"/>
                      <a:pt x="292" y="323"/>
                    </a:cubicBezTo>
                    <a:cubicBezTo>
                      <a:pt x="304" y="337"/>
                      <a:pt x="315" y="352"/>
                      <a:pt x="326" y="366"/>
                    </a:cubicBezTo>
                    <a:cubicBezTo>
                      <a:pt x="326" y="365"/>
                      <a:pt x="326" y="365"/>
                      <a:pt x="326" y="365"/>
                    </a:cubicBezTo>
                    <a:cubicBezTo>
                      <a:pt x="338" y="379"/>
                      <a:pt x="350" y="393"/>
                      <a:pt x="362" y="407"/>
                    </a:cubicBezTo>
                    <a:cubicBezTo>
                      <a:pt x="368" y="414"/>
                      <a:pt x="374" y="421"/>
                      <a:pt x="380" y="427"/>
                    </a:cubicBezTo>
                    <a:cubicBezTo>
                      <a:pt x="385" y="433"/>
                      <a:pt x="391" y="440"/>
                      <a:pt x="397" y="445"/>
                    </a:cubicBezTo>
                    <a:cubicBezTo>
                      <a:pt x="397" y="446"/>
                      <a:pt x="398" y="446"/>
                      <a:pt x="398" y="447"/>
                    </a:cubicBezTo>
                    <a:cubicBezTo>
                      <a:pt x="399" y="447"/>
                      <a:pt x="399" y="447"/>
                      <a:pt x="400" y="447"/>
                    </a:cubicBezTo>
                    <a:cubicBezTo>
                      <a:pt x="405" y="450"/>
                      <a:pt x="406" y="457"/>
                      <a:pt x="404" y="461"/>
                    </a:cubicBezTo>
                    <a:cubicBezTo>
                      <a:pt x="402" y="465"/>
                      <a:pt x="398" y="468"/>
                      <a:pt x="394" y="468"/>
                    </a:cubicBezTo>
                    <a:cubicBezTo>
                      <a:pt x="392" y="468"/>
                      <a:pt x="391" y="467"/>
                      <a:pt x="390" y="46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9" name="Google Shape;1099;p13"/>
              <p:cNvSpPr/>
              <p:nvPr/>
            </p:nvSpPr>
            <p:spPr>
              <a:xfrm>
                <a:off x="4054320" y="801720"/>
                <a:ext cx="123840" cy="136800"/>
              </a:xfrm>
              <a:custGeom>
                <a:avLst/>
                <a:gdLst/>
                <a:ahLst/>
                <a:cxnLst/>
                <a:rect l="l" t="t" r="r" b="b"/>
                <a:pathLst>
                  <a:path w="344" h="380" extrusionOk="0">
                    <a:moveTo>
                      <a:pt x="329" y="378"/>
                    </a:moveTo>
                    <a:cubicBezTo>
                      <a:pt x="325" y="378"/>
                      <a:pt x="322" y="375"/>
                      <a:pt x="320" y="373"/>
                    </a:cubicBezTo>
                    <a:cubicBezTo>
                      <a:pt x="317" y="371"/>
                      <a:pt x="315" y="369"/>
                      <a:pt x="313" y="367"/>
                    </a:cubicBezTo>
                    <a:cubicBezTo>
                      <a:pt x="310" y="364"/>
                      <a:pt x="306" y="360"/>
                      <a:pt x="303" y="356"/>
                    </a:cubicBezTo>
                    <a:cubicBezTo>
                      <a:pt x="295" y="349"/>
                      <a:pt x="288" y="341"/>
                      <a:pt x="280" y="333"/>
                    </a:cubicBezTo>
                    <a:cubicBezTo>
                      <a:pt x="265" y="317"/>
                      <a:pt x="251" y="300"/>
                      <a:pt x="238" y="282"/>
                    </a:cubicBezTo>
                    <a:cubicBezTo>
                      <a:pt x="227" y="267"/>
                      <a:pt x="217" y="252"/>
                      <a:pt x="206" y="238"/>
                    </a:cubicBezTo>
                    <a:cubicBezTo>
                      <a:pt x="200" y="230"/>
                      <a:pt x="195" y="222"/>
                      <a:pt x="188" y="214"/>
                    </a:cubicBezTo>
                    <a:cubicBezTo>
                      <a:pt x="183" y="207"/>
                      <a:pt x="178" y="200"/>
                      <a:pt x="172" y="193"/>
                    </a:cubicBezTo>
                    <a:cubicBezTo>
                      <a:pt x="168" y="188"/>
                      <a:pt x="164" y="184"/>
                      <a:pt x="160" y="179"/>
                    </a:cubicBezTo>
                    <a:cubicBezTo>
                      <a:pt x="157" y="175"/>
                      <a:pt x="153" y="170"/>
                      <a:pt x="149" y="166"/>
                    </a:cubicBezTo>
                    <a:cubicBezTo>
                      <a:pt x="142" y="159"/>
                      <a:pt x="135" y="151"/>
                      <a:pt x="128" y="143"/>
                    </a:cubicBezTo>
                    <a:cubicBezTo>
                      <a:pt x="112" y="127"/>
                      <a:pt x="96" y="110"/>
                      <a:pt x="80" y="94"/>
                    </a:cubicBezTo>
                    <a:cubicBezTo>
                      <a:pt x="70" y="84"/>
                      <a:pt x="59" y="74"/>
                      <a:pt x="48" y="64"/>
                    </a:cubicBezTo>
                    <a:lnTo>
                      <a:pt x="48" y="63"/>
                    </a:lnTo>
                    <a:lnTo>
                      <a:pt x="48" y="64"/>
                    </a:lnTo>
                    <a:cubicBezTo>
                      <a:pt x="41" y="57"/>
                      <a:pt x="34" y="51"/>
                      <a:pt x="28" y="45"/>
                    </a:cubicBezTo>
                    <a:cubicBezTo>
                      <a:pt x="24" y="42"/>
                      <a:pt x="21" y="39"/>
                      <a:pt x="17" y="36"/>
                    </a:cubicBezTo>
                    <a:cubicBezTo>
                      <a:pt x="12" y="30"/>
                      <a:pt x="6" y="25"/>
                      <a:pt x="3" y="18"/>
                    </a:cubicBezTo>
                    <a:cubicBezTo>
                      <a:pt x="0" y="12"/>
                      <a:pt x="2" y="6"/>
                      <a:pt x="8" y="3"/>
                    </a:cubicBezTo>
                    <a:cubicBezTo>
                      <a:pt x="12" y="0"/>
                      <a:pt x="19" y="2"/>
                      <a:pt x="22" y="8"/>
                    </a:cubicBezTo>
                    <a:cubicBezTo>
                      <a:pt x="23" y="8"/>
                      <a:pt x="23" y="9"/>
                      <a:pt x="23" y="10"/>
                    </a:cubicBezTo>
                    <a:cubicBezTo>
                      <a:pt x="24" y="11"/>
                      <a:pt x="25" y="12"/>
                      <a:pt x="26" y="14"/>
                    </a:cubicBezTo>
                    <a:cubicBezTo>
                      <a:pt x="34" y="23"/>
                      <a:pt x="43" y="31"/>
                      <a:pt x="51" y="39"/>
                    </a:cubicBezTo>
                    <a:cubicBezTo>
                      <a:pt x="59" y="47"/>
                      <a:pt x="68" y="55"/>
                      <a:pt x="76" y="63"/>
                    </a:cubicBezTo>
                    <a:cubicBezTo>
                      <a:pt x="91" y="78"/>
                      <a:pt x="107" y="94"/>
                      <a:pt x="122" y="110"/>
                    </a:cubicBezTo>
                    <a:cubicBezTo>
                      <a:pt x="137" y="127"/>
                      <a:pt x="154" y="143"/>
                      <a:pt x="168" y="160"/>
                    </a:cubicBezTo>
                    <a:cubicBezTo>
                      <a:pt x="183" y="177"/>
                      <a:pt x="197" y="194"/>
                      <a:pt x="210" y="212"/>
                    </a:cubicBezTo>
                    <a:cubicBezTo>
                      <a:pt x="221" y="226"/>
                      <a:pt x="231" y="240"/>
                      <a:pt x="241" y="254"/>
                    </a:cubicBezTo>
                    <a:cubicBezTo>
                      <a:pt x="251" y="268"/>
                      <a:pt x="262" y="280"/>
                      <a:pt x="272" y="293"/>
                    </a:cubicBezTo>
                    <a:cubicBezTo>
                      <a:pt x="290" y="314"/>
                      <a:pt x="309" y="333"/>
                      <a:pt x="329" y="351"/>
                    </a:cubicBezTo>
                    <a:cubicBezTo>
                      <a:pt x="329" y="351"/>
                      <a:pt x="328" y="351"/>
                      <a:pt x="327" y="351"/>
                    </a:cubicBezTo>
                    <a:cubicBezTo>
                      <a:pt x="330" y="353"/>
                      <a:pt x="332" y="355"/>
                      <a:pt x="335" y="357"/>
                    </a:cubicBezTo>
                    <a:cubicBezTo>
                      <a:pt x="336" y="358"/>
                      <a:pt x="337" y="358"/>
                      <a:pt x="338" y="359"/>
                    </a:cubicBezTo>
                    <a:cubicBezTo>
                      <a:pt x="341" y="362"/>
                      <a:pt x="343" y="368"/>
                      <a:pt x="341" y="372"/>
                    </a:cubicBezTo>
                    <a:lnTo>
                      <a:pt x="340" y="372"/>
                    </a:lnTo>
                    <a:cubicBezTo>
                      <a:pt x="338" y="376"/>
                      <a:pt x="335" y="379"/>
                      <a:pt x="331" y="379"/>
                    </a:cubicBezTo>
                    <a:cubicBezTo>
                      <a:pt x="330" y="379"/>
                      <a:pt x="330" y="378"/>
                      <a:pt x="329" y="3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0" name="Google Shape;1100;p13"/>
              <p:cNvSpPr/>
              <p:nvPr/>
            </p:nvSpPr>
            <p:spPr>
              <a:xfrm>
                <a:off x="4083480" y="794880"/>
                <a:ext cx="78840" cy="83880"/>
              </a:xfrm>
              <a:custGeom>
                <a:avLst/>
                <a:gdLst/>
                <a:ahLst/>
                <a:cxnLst/>
                <a:rect l="l" t="t" r="r" b="b"/>
                <a:pathLst>
                  <a:path w="219" h="233" extrusionOk="0">
                    <a:moveTo>
                      <a:pt x="198" y="228"/>
                    </a:moveTo>
                    <a:cubicBezTo>
                      <a:pt x="193" y="222"/>
                      <a:pt x="188" y="215"/>
                      <a:pt x="183" y="209"/>
                    </a:cubicBezTo>
                    <a:cubicBezTo>
                      <a:pt x="178" y="203"/>
                      <a:pt x="173" y="196"/>
                      <a:pt x="168" y="190"/>
                    </a:cubicBezTo>
                    <a:lnTo>
                      <a:pt x="169" y="191"/>
                    </a:lnTo>
                    <a:cubicBezTo>
                      <a:pt x="162" y="183"/>
                      <a:pt x="155" y="174"/>
                      <a:pt x="148" y="166"/>
                    </a:cubicBezTo>
                    <a:cubicBezTo>
                      <a:pt x="140" y="158"/>
                      <a:pt x="133" y="150"/>
                      <a:pt x="126" y="143"/>
                    </a:cubicBezTo>
                    <a:cubicBezTo>
                      <a:pt x="109" y="126"/>
                      <a:pt x="93" y="109"/>
                      <a:pt x="77" y="93"/>
                    </a:cubicBezTo>
                    <a:cubicBezTo>
                      <a:pt x="55" y="69"/>
                      <a:pt x="32" y="45"/>
                      <a:pt x="8" y="23"/>
                    </a:cubicBezTo>
                    <a:cubicBezTo>
                      <a:pt x="7" y="23"/>
                      <a:pt x="7" y="22"/>
                      <a:pt x="6" y="21"/>
                    </a:cubicBezTo>
                    <a:cubicBezTo>
                      <a:pt x="4" y="21"/>
                      <a:pt x="3" y="19"/>
                      <a:pt x="2" y="17"/>
                    </a:cubicBezTo>
                    <a:cubicBezTo>
                      <a:pt x="0" y="14"/>
                      <a:pt x="0" y="11"/>
                      <a:pt x="0" y="8"/>
                    </a:cubicBezTo>
                    <a:cubicBezTo>
                      <a:pt x="2" y="5"/>
                      <a:pt x="4" y="2"/>
                      <a:pt x="9" y="0"/>
                    </a:cubicBezTo>
                    <a:cubicBezTo>
                      <a:pt x="12" y="0"/>
                      <a:pt x="16" y="1"/>
                      <a:pt x="18" y="4"/>
                    </a:cubicBezTo>
                    <a:cubicBezTo>
                      <a:pt x="50" y="35"/>
                      <a:pt x="80" y="68"/>
                      <a:pt x="111" y="101"/>
                    </a:cubicBezTo>
                    <a:cubicBezTo>
                      <a:pt x="126" y="116"/>
                      <a:pt x="141" y="131"/>
                      <a:pt x="156" y="147"/>
                    </a:cubicBezTo>
                    <a:cubicBezTo>
                      <a:pt x="171" y="163"/>
                      <a:pt x="186" y="179"/>
                      <a:pt x="200" y="197"/>
                    </a:cubicBezTo>
                    <a:cubicBezTo>
                      <a:pt x="201" y="198"/>
                      <a:pt x="201" y="198"/>
                      <a:pt x="201" y="199"/>
                    </a:cubicBezTo>
                    <a:lnTo>
                      <a:pt x="201" y="198"/>
                    </a:lnTo>
                    <a:cubicBezTo>
                      <a:pt x="202" y="199"/>
                      <a:pt x="203" y="200"/>
                      <a:pt x="204" y="202"/>
                    </a:cubicBezTo>
                    <a:cubicBezTo>
                      <a:pt x="204" y="201"/>
                      <a:pt x="204" y="201"/>
                      <a:pt x="204" y="201"/>
                    </a:cubicBezTo>
                    <a:cubicBezTo>
                      <a:pt x="205" y="203"/>
                      <a:pt x="206" y="204"/>
                      <a:pt x="207" y="206"/>
                    </a:cubicBezTo>
                    <a:lnTo>
                      <a:pt x="207" y="205"/>
                    </a:lnTo>
                    <a:cubicBezTo>
                      <a:pt x="209" y="208"/>
                      <a:pt x="211" y="211"/>
                      <a:pt x="214" y="214"/>
                    </a:cubicBezTo>
                    <a:cubicBezTo>
                      <a:pt x="218" y="218"/>
                      <a:pt x="218" y="225"/>
                      <a:pt x="214" y="229"/>
                    </a:cubicBezTo>
                    <a:cubicBezTo>
                      <a:pt x="212" y="231"/>
                      <a:pt x="209" y="232"/>
                      <a:pt x="206" y="232"/>
                    </a:cubicBezTo>
                    <a:cubicBezTo>
                      <a:pt x="203" y="232"/>
                      <a:pt x="201" y="231"/>
                      <a:pt x="198" y="2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1" name="Google Shape;1101;p13"/>
              <p:cNvSpPr/>
              <p:nvPr/>
            </p:nvSpPr>
            <p:spPr>
              <a:xfrm>
                <a:off x="4110840" y="784440"/>
                <a:ext cx="53280" cy="53640"/>
              </a:xfrm>
              <a:custGeom>
                <a:avLst/>
                <a:gdLst/>
                <a:ahLst/>
                <a:cxnLst/>
                <a:rect l="l" t="t" r="r" b="b"/>
                <a:pathLst>
                  <a:path w="148" h="149" extrusionOk="0">
                    <a:moveTo>
                      <a:pt x="128" y="145"/>
                    </a:moveTo>
                    <a:cubicBezTo>
                      <a:pt x="124" y="141"/>
                      <a:pt x="119" y="136"/>
                      <a:pt x="114" y="131"/>
                    </a:cubicBezTo>
                    <a:cubicBezTo>
                      <a:pt x="111" y="127"/>
                      <a:pt x="107" y="123"/>
                      <a:pt x="104" y="120"/>
                    </a:cubicBezTo>
                    <a:cubicBezTo>
                      <a:pt x="96" y="111"/>
                      <a:pt x="87" y="103"/>
                      <a:pt x="79" y="95"/>
                    </a:cubicBezTo>
                    <a:cubicBezTo>
                      <a:pt x="64" y="79"/>
                      <a:pt x="48" y="64"/>
                      <a:pt x="33" y="49"/>
                    </a:cubicBezTo>
                    <a:cubicBezTo>
                      <a:pt x="28" y="44"/>
                      <a:pt x="24" y="39"/>
                      <a:pt x="19" y="35"/>
                    </a:cubicBezTo>
                    <a:cubicBezTo>
                      <a:pt x="17" y="33"/>
                      <a:pt x="15" y="31"/>
                      <a:pt x="13" y="29"/>
                    </a:cubicBezTo>
                    <a:cubicBezTo>
                      <a:pt x="9" y="25"/>
                      <a:pt x="5" y="21"/>
                      <a:pt x="3" y="16"/>
                    </a:cubicBezTo>
                    <a:cubicBezTo>
                      <a:pt x="0" y="8"/>
                      <a:pt x="7" y="0"/>
                      <a:pt x="15" y="2"/>
                    </a:cubicBezTo>
                    <a:cubicBezTo>
                      <a:pt x="17" y="2"/>
                      <a:pt x="19" y="3"/>
                      <a:pt x="21" y="4"/>
                    </a:cubicBezTo>
                    <a:cubicBezTo>
                      <a:pt x="23" y="6"/>
                      <a:pt x="24" y="8"/>
                      <a:pt x="25" y="10"/>
                    </a:cubicBezTo>
                    <a:cubicBezTo>
                      <a:pt x="32" y="20"/>
                      <a:pt x="41" y="28"/>
                      <a:pt x="49" y="36"/>
                    </a:cubicBezTo>
                    <a:cubicBezTo>
                      <a:pt x="57" y="43"/>
                      <a:pt x="64" y="52"/>
                      <a:pt x="72" y="59"/>
                    </a:cubicBezTo>
                    <a:cubicBezTo>
                      <a:pt x="87" y="76"/>
                      <a:pt x="103" y="91"/>
                      <a:pt x="119" y="108"/>
                    </a:cubicBezTo>
                    <a:cubicBezTo>
                      <a:pt x="126" y="114"/>
                      <a:pt x="132" y="120"/>
                      <a:pt x="139" y="127"/>
                    </a:cubicBezTo>
                    <a:cubicBezTo>
                      <a:pt x="140" y="128"/>
                      <a:pt x="141" y="128"/>
                      <a:pt x="142" y="129"/>
                    </a:cubicBezTo>
                    <a:cubicBezTo>
                      <a:pt x="146" y="133"/>
                      <a:pt x="147" y="139"/>
                      <a:pt x="143" y="144"/>
                    </a:cubicBezTo>
                    <a:cubicBezTo>
                      <a:pt x="141" y="146"/>
                      <a:pt x="138" y="148"/>
                      <a:pt x="135" y="148"/>
                    </a:cubicBezTo>
                    <a:cubicBezTo>
                      <a:pt x="132" y="148"/>
                      <a:pt x="130" y="147"/>
                      <a:pt x="128" y="1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2" name="Google Shape;1102;p13"/>
              <p:cNvSpPr/>
              <p:nvPr/>
            </p:nvSpPr>
            <p:spPr>
              <a:xfrm>
                <a:off x="4136760" y="780840"/>
                <a:ext cx="23040" cy="21960"/>
              </a:xfrm>
              <a:custGeom>
                <a:avLst/>
                <a:gdLst/>
                <a:ahLst/>
                <a:cxnLst/>
                <a:rect l="l" t="t" r="r" b="b"/>
                <a:pathLst>
                  <a:path w="64" h="61" extrusionOk="0">
                    <a:moveTo>
                      <a:pt x="44" y="57"/>
                    </a:moveTo>
                    <a:cubicBezTo>
                      <a:pt x="36" y="48"/>
                      <a:pt x="28" y="39"/>
                      <a:pt x="20" y="31"/>
                    </a:cubicBezTo>
                    <a:lnTo>
                      <a:pt x="21" y="32"/>
                    </a:lnTo>
                    <a:cubicBezTo>
                      <a:pt x="17" y="28"/>
                      <a:pt x="13" y="26"/>
                      <a:pt x="9" y="22"/>
                    </a:cubicBezTo>
                    <a:cubicBezTo>
                      <a:pt x="6" y="21"/>
                      <a:pt x="3" y="19"/>
                      <a:pt x="2" y="16"/>
                    </a:cubicBezTo>
                    <a:cubicBezTo>
                      <a:pt x="0" y="9"/>
                      <a:pt x="5" y="2"/>
                      <a:pt x="12" y="1"/>
                    </a:cubicBezTo>
                    <a:cubicBezTo>
                      <a:pt x="15" y="0"/>
                      <a:pt x="19" y="2"/>
                      <a:pt x="21" y="5"/>
                    </a:cubicBezTo>
                    <a:cubicBezTo>
                      <a:pt x="23" y="6"/>
                      <a:pt x="26" y="7"/>
                      <a:pt x="27" y="9"/>
                    </a:cubicBezTo>
                    <a:cubicBezTo>
                      <a:pt x="31" y="13"/>
                      <a:pt x="34" y="16"/>
                      <a:pt x="38" y="19"/>
                    </a:cubicBezTo>
                    <a:cubicBezTo>
                      <a:pt x="45" y="27"/>
                      <a:pt x="52" y="35"/>
                      <a:pt x="59" y="42"/>
                    </a:cubicBezTo>
                    <a:cubicBezTo>
                      <a:pt x="63" y="47"/>
                      <a:pt x="63" y="53"/>
                      <a:pt x="59" y="58"/>
                    </a:cubicBezTo>
                    <a:cubicBezTo>
                      <a:pt x="57" y="59"/>
                      <a:pt x="54" y="60"/>
                      <a:pt x="51" y="60"/>
                    </a:cubicBezTo>
                    <a:cubicBezTo>
                      <a:pt x="49" y="60"/>
                      <a:pt x="46" y="59"/>
                      <a:pt x="44" y="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3" name="Google Shape;1103;p13"/>
              <p:cNvSpPr/>
              <p:nvPr/>
            </p:nvSpPr>
            <p:spPr>
              <a:xfrm>
                <a:off x="3894120" y="758520"/>
                <a:ext cx="417600" cy="301680"/>
              </a:xfrm>
              <a:custGeom>
                <a:avLst/>
                <a:gdLst/>
                <a:ahLst/>
                <a:cxnLst/>
                <a:rect l="l" t="t" r="r" b="b"/>
                <a:pathLst>
                  <a:path w="1160" h="838" extrusionOk="0">
                    <a:moveTo>
                      <a:pt x="1137" y="837"/>
                    </a:moveTo>
                    <a:cubicBezTo>
                      <a:pt x="1097" y="836"/>
                      <a:pt x="1056" y="833"/>
                      <a:pt x="1015" y="832"/>
                    </a:cubicBezTo>
                    <a:cubicBezTo>
                      <a:pt x="994" y="831"/>
                      <a:pt x="973" y="830"/>
                      <a:pt x="952" y="829"/>
                    </a:cubicBezTo>
                    <a:cubicBezTo>
                      <a:pt x="932" y="827"/>
                      <a:pt x="912" y="826"/>
                      <a:pt x="891" y="825"/>
                    </a:cubicBezTo>
                    <a:cubicBezTo>
                      <a:pt x="851" y="823"/>
                      <a:pt x="811" y="822"/>
                      <a:pt x="771" y="818"/>
                    </a:cubicBezTo>
                    <a:cubicBezTo>
                      <a:pt x="730" y="813"/>
                      <a:pt x="688" y="807"/>
                      <a:pt x="648" y="798"/>
                    </a:cubicBezTo>
                    <a:cubicBezTo>
                      <a:pt x="620" y="792"/>
                      <a:pt x="592" y="785"/>
                      <a:pt x="564" y="779"/>
                    </a:cubicBezTo>
                    <a:cubicBezTo>
                      <a:pt x="537" y="773"/>
                      <a:pt x="510" y="765"/>
                      <a:pt x="482" y="758"/>
                    </a:cubicBezTo>
                    <a:cubicBezTo>
                      <a:pt x="443" y="749"/>
                      <a:pt x="403" y="740"/>
                      <a:pt x="363" y="730"/>
                    </a:cubicBezTo>
                    <a:cubicBezTo>
                      <a:pt x="344" y="725"/>
                      <a:pt x="324" y="720"/>
                      <a:pt x="305" y="714"/>
                    </a:cubicBezTo>
                    <a:cubicBezTo>
                      <a:pt x="286" y="708"/>
                      <a:pt x="268" y="701"/>
                      <a:pt x="250" y="694"/>
                    </a:cubicBezTo>
                    <a:cubicBezTo>
                      <a:pt x="222" y="683"/>
                      <a:pt x="195" y="670"/>
                      <a:pt x="169" y="653"/>
                    </a:cubicBezTo>
                    <a:cubicBezTo>
                      <a:pt x="143" y="636"/>
                      <a:pt x="118" y="617"/>
                      <a:pt x="95" y="595"/>
                    </a:cubicBezTo>
                    <a:cubicBezTo>
                      <a:pt x="96" y="596"/>
                      <a:pt x="97" y="596"/>
                      <a:pt x="98" y="597"/>
                    </a:cubicBezTo>
                    <a:cubicBezTo>
                      <a:pt x="95" y="594"/>
                      <a:pt x="92" y="592"/>
                      <a:pt x="90" y="590"/>
                    </a:cubicBezTo>
                    <a:cubicBezTo>
                      <a:pt x="91" y="590"/>
                      <a:pt x="91" y="590"/>
                      <a:pt x="91" y="591"/>
                    </a:cubicBezTo>
                    <a:cubicBezTo>
                      <a:pt x="63" y="562"/>
                      <a:pt x="35" y="531"/>
                      <a:pt x="18" y="495"/>
                    </a:cubicBezTo>
                    <a:cubicBezTo>
                      <a:pt x="10" y="477"/>
                      <a:pt x="5" y="457"/>
                      <a:pt x="2" y="438"/>
                    </a:cubicBezTo>
                    <a:cubicBezTo>
                      <a:pt x="1" y="428"/>
                      <a:pt x="0" y="417"/>
                      <a:pt x="2" y="406"/>
                    </a:cubicBezTo>
                    <a:cubicBezTo>
                      <a:pt x="3" y="396"/>
                      <a:pt x="5" y="386"/>
                      <a:pt x="9" y="377"/>
                    </a:cubicBezTo>
                    <a:cubicBezTo>
                      <a:pt x="14" y="362"/>
                      <a:pt x="21" y="348"/>
                      <a:pt x="29" y="335"/>
                    </a:cubicBezTo>
                    <a:cubicBezTo>
                      <a:pt x="36" y="322"/>
                      <a:pt x="44" y="309"/>
                      <a:pt x="52" y="297"/>
                    </a:cubicBezTo>
                    <a:lnTo>
                      <a:pt x="53" y="297"/>
                    </a:lnTo>
                    <a:cubicBezTo>
                      <a:pt x="53" y="296"/>
                      <a:pt x="53" y="295"/>
                      <a:pt x="53" y="295"/>
                    </a:cubicBezTo>
                    <a:lnTo>
                      <a:pt x="53" y="296"/>
                    </a:lnTo>
                    <a:cubicBezTo>
                      <a:pt x="58" y="289"/>
                      <a:pt x="64" y="283"/>
                      <a:pt x="70" y="276"/>
                    </a:cubicBezTo>
                    <a:cubicBezTo>
                      <a:pt x="84" y="262"/>
                      <a:pt x="100" y="250"/>
                      <a:pt x="117" y="239"/>
                    </a:cubicBezTo>
                    <a:cubicBezTo>
                      <a:pt x="126" y="233"/>
                      <a:pt x="134" y="227"/>
                      <a:pt x="144" y="222"/>
                    </a:cubicBezTo>
                    <a:cubicBezTo>
                      <a:pt x="152" y="217"/>
                      <a:pt x="161" y="213"/>
                      <a:pt x="170" y="209"/>
                    </a:cubicBezTo>
                    <a:cubicBezTo>
                      <a:pt x="187" y="200"/>
                      <a:pt x="206" y="192"/>
                      <a:pt x="224" y="183"/>
                    </a:cubicBezTo>
                    <a:cubicBezTo>
                      <a:pt x="242" y="175"/>
                      <a:pt x="259" y="166"/>
                      <a:pt x="277" y="158"/>
                    </a:cubicBezTo>
                    <a:cubicBezTo>
                      <a:pt x="288" y="153"/>
                      <a:pt x="299" y="148"/>
                      <a:pt x="310" y="143"/>
                    </a:cubicBezTo>
                    <a:lnTo>
                      <a:pt x="309" y="143"/>
                    </a:lnTo>
                    <a:cubicBezTo>
                      <a:pt x="310" y="143"/>
                      <a:pt x="310" y="143"/>
                      <a:pt x="310" y="143"/>
                    </a:cubicBezTo>
                    <a:cubicBezTo>
                      <a:pt x="311" y="143"/>
                      <a:pt x="311" y="143"/>
                      <a:pt x="312" y="142"/>
                    </a:cubicBezTo>
                    <a:cubicBezTo>
                      <a:pt x="312" y="142"/>
                      <a:pt x="312" y="143"/>
                      <a:pt x="311" y="143"/>
                    </a:cubicBezTo>
                    <a:cubicBezTo>
                      <a:pt x="312" y="142"/>
                      <a:pt x="312" y="142"/>
                      <a:pt x="312" y="142"/>
                    </a:cubicBezTo>
                    <a:cubicBezTo>
                      <a:pt x="313" y="142"/>
                      <a:pt x="315" y="141"/>
                      <a:pt x="317" y="141"/>
                    </a:cubicBezTo>
                    <a:cubicBezTo>
                      <a:pt x="317" y="140"/>
                      <a:pt x="318" y="140"/>
                      <a:pt x="318" y="140"/>
                    </a:cubicBezTo>
                    <a:cubicBezTo>
                      <a:pt x="319" y="139"/>
                      <a:pt x="319" y="139"/>
                      <a:pt x="319" y="139"/>
                    </a:cubicBezTo>
                    <a:lnTo>
                      <a:pt x="320" y="139"/>
                    </a:lnTo>
                    <a:cubicBezTo>
                      <a:pt x="338" y="131"/>
                      <a:pt x="356" y="124"/>
                      <a:pt x="374" y="117"/>
                    </a:cubicBezTo>
                    <a:cubicBezTo>
                      <a:pt x="393" y="110"/>
                      <a:pt x="412" y="104"/>
                      <a:pt x="432" y="99"/>
                    </a:cubicBezTo>
                    <a:cubicBezTo>
                      <a:pt x="471" y="89"/>
                      <a:pt x="511" y="81"/>
                      <a:pt x="551" y="75"/>
                    </a:cubicBezTo>
                    <a:cubicBezTo>
                      <a:pt x="558" y="74"/>
                      <a:pt x="564" y="72"/>
                      <a:pt x="571" y="71"/>
                    </a:cubicBezTo>
                    <a:cubicBezTo>
                      <a:pt x="571" y="72"/>
                      <a:pt x="570" y="72"/>
                      <a:pt x="569" y="72"/>
                    </a:cubicBezTo>
                    <a:cubicBezTo>
                      <a:pt x="588" y="69"/>
                      <a:pt x="607" y="65"/>
                      <a:pt x="627" y="62"/>
                    </a:cubicBezTo>
                    <a:cubicBezTo>
                      <a:pt x="648" y="58"/>
                      <a:pt x="669" y="55"/>
                      <a:pt x="689" y="52"/>
                    </a:cubicBezTo>
                    <a:cubicBezTo>
                      <a:pt x="709" y="48"/>
                      <a:pt x="729" y="44"/>
                      <a:pt x="749" y="40"/>
                    </a:cubicBezTo>
                    <a:cubicBezTo>
                      <a:pt x="768" y="36"/>
                      <a:pt x="786" y="32"/>
                      <a:pt x="806" y="28"/>
                    </a:cubicBezTo>
                    <a:cubicBezTo>
                      <a:pt x="826" y="24"/>
                      <a:pt x="846" y="19"/>
                      <a:pt x="866" y="14"/>
                    </a:cubicBezTo>
                    <a:cubicBezTo>
                      <a:pt x="876" y="11"/>
                      <a:pt x="885" y="9"/>
                      <a:pt x="895" y="6"/>
                    </a:cubicBezTo>
                    <a:cubicBezTo>
                      <a:pt x="899" y="5"/>
                      <a:pt x="904" y="4"/>
                      <a:pt x="908" y="3"/>
                    </a:cubicBezTo>
                    <a:cubicBezTo>
                      <a:pt x="913" y="2"/>
                      <a:pt x="917" y="0"/>
                      <a:pt x="922" y="1"/>
                    </a:cubicBezTo>
                    <a:cubicBezTo>
                      <a:pt x="924" y="1"/>
                      <a:pt x="927" y="1"/>
                      <a:pt x="929" y="2"/>
                    </a:cubicBezTo>
                    <a:cubicBezTo>
                      <a:pt x="935" y="5"/>
                      <a:pt x="939" y="11"/>
                      <a:pt x="940" y="17"/>
                    </a:cubicBezTo>
                    <a:cubicBezTo>
                      <a:pt x="940" y="24"/>
                      <a:pt x="937" y="30"/>
                      <a:pt x="931" y="33"/>
                    </a:cubicBezTo>
                    <a:cubicBezTo>
                      <a:pt x="928" y="36"/>
                      <a:pt x="923" y="37"/>
                      <a:pt x="918" y="38"/>
                    </a:cubicBezTo>
                    <a:cubicBezTo>
                      <a:pt x="913" y="39"/>
                      <a:pt x="908" y="40"/>
                      <a:pt x="903" y="41"/>
                    </a:cubicBezTo>
                    <a:cubicBezTo>
                      <a:pt x="895" y="44"/>
                      <a:pt x="886" y="46"/>
                      <a:pt x="877" y="48"/>
                    </a:cubicBezTo>
                    <a:cubicBezTo>
                      <a:pt x="857" y="54"/>
                      <a:pt x="838" y="59"/>
                      <a:pt x="818" y="63"/>
                    </a:cubicBezTo>
                    <a:cubicBezTo>
                      <a:pt x="798" y="68"/>
                      <a:pt x="778" y="72"/>
                      <a:pt x="758" y="76"/>
                    </a:cubicBezTo>
                    <a:cubicBezTo>
                      <a:pt x="739" y="80"/>
                      <a:pt x="720" y="84"/>
                      <a:pt x="701" y="88"/>
                    </a:cubicBezTo>
                    <a:cubicBezTo>
                      <a:pt x="681" y="91"/>
                      <a:pt x="661" y="95"/>
                      <a:pt x="640" y="98"/>
                    </a:cubicBezTo>
                    <a:cubicBezTo>
                      <a:pt x="620" y="101"/>
                      <a:pt x="600" y="105"/>
                      <a:pt x="580" y="108"/>
                    </a:cubicBezTo>
                    <a:cubicBezTo>
                      <a:pt x="560" y="112"/>
                      <a:pt x="541" y="114"/>
                      <a:pt x="521" y="118"/>
                    </a:cubicBezTo>
                    <a:cubicBezTo>
                      <a:pt x="501" y="122"/>
                      <a:pt x="481" y="126"/>
                      <a:pt x="461" y="131"/>
                    </a:cubicBezTo>
                    <a:cubicBezTo>
                      <a:pt x="451" y="134"/>
                      <a:pt x="441" y="136"/>
                      <a:pt x="432" y="139"/>
                    </a:cubicBezTo>
                    <a:cubicBezTo>
                      <a:pt x="433" y="139"/>
                      <a:pt x="434" y="138"/>
                      <a:pt x="434" y="138"/>
                    </a:cubicBezTo>
                    <a:cubicBezTo>
                      <a:pt x="415" y="143"/>
                      <a:pt x="397" y="150"/>
                      <a:pt x="379" y="157"/>
                    </a:cubicBezTo>
                    <a:cubicBezTo>
                      <a:pt x="360" y="164"/>
                      <a:pt x="342" y="171"/>
                      <a:pt x="324" y="179"/>
                    </a:cubicBezTo>
                    <a:cubicBezTo>
                      <a:pt x="296" y="191"/>
                      <a:pt x="270" y="205"/>
                      <a:pt x="242" y="218"/>
                    </a:cubicBezTo>
                    <a:cubicBezTo>
                      <a:pt x="215" y="231"/>
                      <a:pt x="187" y="244"/>
                      <a:pt x="161" y="258"/>
                    </a:cubicBezTo>
                    <a:cubicBezTo>
                      <a:pt x="145" y="267"/>
                      <a:pt x="131" y="277"/>
                      <a:pt x="117" y="288"/>
                    </a:cubicBezTo>
                    <a:cubicBezTo>
                      <a:pt x="110" y="293"/>
                      <a:pt x="103" y="299"/>
                      <a:pt x="97" y="305"/>
                    </a:cubicBezTo>
                    <a:cubicBezTo>
                      <a:pt x="92" y="310"/>
                      <a:pt x="88" y="315"/>
                      <a:pt x="85" y="319"/>
                    </a:cubicBezTo>
                    <a:cubicBezTo>
                      <a:pt x="78" y="330"/>
                      <a:pt x="71" y="340"/>
                      <a:pt x="66" y="351"/>
                    </a:cubicBezTo>
                    <a:cubicBezTo>
                      <a:pt x="59" y="362"/>
                      <a:pt x="53" y="373"/>
                      <a:pt x="48" y="385"/>
                    </a:cubicBezTo>
                    <a:cubicBezTo>
                      <a:pt x="46" y="390"/>
                      <a:pt x="45" y="396"/>
                      <a:pt x="44" y="401"/>
                    </a:cubicBezTo>
                    <a:cubicBezTo>
                      <a:pt x="44" y="400"/>
                      <a:pt x="44" y="400"/>
                      <a:pt x="44" y="400"/>
                    </a:cubicBezTo>
                    <a:cubicBezTo>
                      <a:pt x="44" y="400"/>
                      <a:pt x="44" y="401"/>
                      <a:pt x="43" y="402"/>
                    </a:cubicBezTo>
                    <a:cubicBezTo>
                      <a:pt x="42" y="405"/>
                      <a:pt x="42" y="408"/>
                      <a:pt x="42" y="411"/>
                    </a:cubicBezTo>
                    <a:cubicBezTo>
                      <a:pt x="41" y="414"/>
                      <a:pt x="41" y="417"/>
                      <a:pt x="41" y="420"/>
                    </a:cubicBezTo>
                    <a:cubicBezTo>
                      <a:pt x="41" y="426"/>
                      <a:pt x="42" y="432"/>
                      <a:pt x="43" y="437"/>
                    </a:cubicBezTo>
                    <a:cubicBezTo>
                      <a:pt x="44" y="445"/>
                      <a:pt x="46" y="452"/>
                      <a:pt x="48" y="459"/>
                    </a:cubicBezTo>
                    <a:cubicBezTo>
                      <a:pt x="49" y="464"/>
                      <a:pt x="52" y="470"/>
                      <a:pt x="53" y="476"/>
                    </a:cubicBezTo>
                    <a:cubicBezTo>
                      <a:pt x="56" y="481"/>
                      <a:pt x="59" y="487"/>
                      <a:pt x="62" y="492"/>
                    </a:cubicBezTo>
                    <a:cubicBezTo>
                      <a:pt x="69" y="502"/>
                      <a:pt x="75" y="512"/>
                      <a:pt x="82" y="521"/>
                    </a:cubicBezTo>
                    <a:cubicBezTo>
                      <a:pt x="94" y="536"/>
                      <a:pt x="106" y="549"/>
                      <a:pt x="119" y="562"/>
                    </a:cubicBezTo>
                    <a:cubicBezTo>
                      <a:pt x="119" y="562"/>
                      <a:pt x="120" y="563"/>
                      <a:pt x="121" y="564"/>
                    </a:cubicBezTo>
                    <a:cubicBezTo>
                      <a:pt x="120" y="563"/>
                      <a:pt x="120" y="563"/>
                      <a:pt x="119" y="562"/>
                    </a:cubicBezTo>
                    <a:cubicBezTo>
                      <a:pt x="121" y="563"/>
                      <a:pt x="123" y="565"/>
                      <a:pt x="124" y="567"/>
                    </a:cubicBezTo>
                    <a:cubicBezTo>
                      <a:pt x="138" y="580"/>
                      <a:pt x="152" y="592"/>
                      <a:pt x="168" y="603"/>
                    </a:cubicBezTo>
                    <a:cubicBezTo>
                      <a:pt x="175" y="609"/>
                      <a:pt x="183" y="614"/>
                      <a:pt x="192" y="619"/>
                    </a:cubicBezTo>
                    <a:cubicBezTo>
                      <a:pt x="199" y="625"/>
                      <a:pt x="207" y="629"/>
                      <a:pt x="215" y="633"/>
                    </a:cubicBezTo>
                    <a:cubicBezTo>
                      <a:pt x="222" y="637"/>
                      <a:pt x="230" y="642"/>
                      <a:pt x="238" y="646"/>
                    </a:cubicBezTo>
                    <a:cubicBezTo>
                      <a:pt x="247" y="649"/>
                      <a:pt x="256" y="653"/>
                      <a:pt x="264" y="657"/>
                    </a:cubicBezTo>
                    <a:cubicBezTo>
                      <a:pt x="283" y="664"/>
                      <a:pt x="302" y="671"/>
                      <a:pt x="321" y="677"/>
                    </a:cubicBezTo>
                    <a:cubicBezTo>
                      <a:pt x="342" y="684"/>
                      <a:pt x="363" y="689"/>
                      <a:pt x="384" y="694"/>
                    </a:cubicBezTo>
                    <a:cubicBezTo>
                      <a:pt x="387" y="695"/>
                      <a:pt x="390" y="696"/>
                      <a:pt x="393" y="696"/>
                    </a:cubicBezTo>
                    <a:cubicBezTo>
                      <a:pt x="421" y="703"/>
                      <a:pt x="448" y="709"/>
                      <a:pt x="476" y="716"/>
                    </a:cubicBezTo>
                    <a:cubicBezTo>
                      <a:pt x="504" y="723"/>
                      <a:pt x="532" y="730"/>
                      <a:pt x="560" y="737"/>
                    </a:cubicBezTo>
                    <a:lnTo>
                      <a:pt x="559" y="737"/>
                    </a:lnTo>
                    <a:cubicBezTo>
                      <a:pt x="562" y="737"/>
                      <a:pt x="563" y="738"/>
                      <a:pt x="565" y="738"/>
                    </a:cubicBezTo>
                    <a:lnTo>
                      <a:pt x="564" y="738"/>
                    </a:lnTo>
                    <a:cubicBezTo>
                      <a:pt x="565" y="738"/>
                      <a:pt x="566" y="738"/>
                      <a:pt x="566" y="738"/>
                    </a:cubicBezTo>
                    <a:lnTo>
                      <a:pt x="567" y="739"/>
                    </a:lnTo>
                    <a:lnTo>
                      <a:pt x="566" y="738"/>
                    </a:lnTo>
                    <a:cubicBezTo>
                      <a:pt x="568" y="739"/>
                      <a:pt x="570" y="739"/>
                      <a:pt x="571" y="740"/>
                    </a:cubicBezTo>
                    <a:lnTo>
                      <a:pt x="571" y="739"/>
                    </a:lnTo>
                    <a:cubicBezTo>
                      <a:pt x="603" y="747"/>
                      <a:pt x="635" y="754"/>
                      <a:pt x="667" y="761"/>
                    </a:cubicBezTo>
                    <a:cubicBezTo>
                      <a:pt x="698" y="768"/>
                      <a:pt x="730" y="773"/>
                      <a:pt x="762" y="777"/>
                    </a:cubicBezTo>
                    <a:cubicBezTo>
                      <a:pt x="802" y="781"/>
                      <a:pt x="842" y="784"/>
                      <a:pt x="883" y="785"/>
                    </a:cubicBezTo>
                    <a:cubicBezTo>
                      <a:pt x="903" y="785"/>
                      <a:pt x="924" y="787"/>
                      <a:pt x="944" y="788"/>
                    </a:cubicBezTo>
                    <a:cubicBezTo>
                      <a:pt x="965" y="790"/>
                      <a:pt x="986" y="791"/>
                      <a:pt x="1007" y="792"/>
                    </a:cubicBezTo>
                    <a:cubicBezTo>
                      <a:pt x="1029" y="793"/>
                      <a:pt x="1051" y="794"/>
                      <a:pt x="1074" y="794"/>
                    </a:cubicBezTo>
                    <a:cubicBezTo>
                      <a:pt x="1085" y="795"/>
                      <a:pt x="1096" y="795"/>
                      <a:pt x="1108" y="795"/>
                    </a:cubicBezTo>
                    <a:cubicBezTo>
                      <a:pt x="1119" y="795"/>
                      <a:pt x="1131" y="795"/>
                      <a:pt x="1142" y="798"/>
                    </a:cubicBezTo>
                    <a:cubicBezTo>
                      <a:pt x="1151" y="799"/>
                      <a:pt x="1159" y="808"/>
                      <a:pt x="1158" y="818"/>
                    </a:cubicBezTo>
                    <a:cubicBezTo>
                      <a:pt x="1158" y="829"/>
                      <a:pt x="1149" y="837"/>
                      <a:pt x="1138" y="837"/>
                    </a:cubicBezTo>
                    <a:lnTo>
                      <a:pt x="1137" y="83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104" name="Google Shape;1104;p13"/>
            <p:cNvGrpSpPr/>
            <p:nvPr/>
          </p:nvGrpSpPr>
          <p:grpSpPr>
            <a:xfrm>
              <a:off x="-146278" y="3887741"/>
              <a:ext cx="1669753" cy="1538868"/>
              <a:chOff x="1321200" y="687960"/>
              <a:chExt cx="776160" cy="715320"/>
            </a:xfrm>
          </p:grpSpPr>
          <p:sp>
            <p:nvSpPr>
              <p:cNvPr id="1105" name="Google Shape;1105;p13"/>
              <p:cNvSpPr/>
              <p:nvPr/>
            </p:nvSpPr>
            <p:spPr>
              <a:xfrm>
                <a:off x="1462680" y="687960"/>
                <a:ext cx="15840" cy="715320"/>
              </a:xfrm>
              <a:custGeom>
                <a:avLst/>
                <a:gdLst/>
                <a:ahLst/>
                <a:cxnLst/>
                <a:rect l="l" t="t" r="r" b="b"/>
                <a:pathLst>
                  <a:path w="44" h="1987" extrusionOk="0">
                    <a:moveTo>
                      <a:pt x="18" y="1973"/>
                    </a:moveTo>
                    <a:cubicBezTo>
                      <a:pt x="17" y="1935"/>
                      <a:pt x="18" y="1898"/>
                      <a:pt x="18" y="1861"/>
                    </a:cubicBezTo>
                    <a:cubicBezTo>
                      <a:pt x="18" y="1819"/>
                      <a:pt x="17" y="1777"/>
                      <a:pt x="17" y="1736"/>
                    </a:cubicBezTo>
                    <a:cubicBezTo>
                      <a:pt x="17" y="1694"/>
                      <a:pt x="16" y="1652"/>
                      <a:pt x="16" y="1610"/>
                    </a:cubicBezTo>
                    <a:cubicBezTo>
                      <a:pt x="15" y="1568"/>
                      <a:pt x="15" y="1526"/>
                      <a:pt x="15" y="1484"/>
                    </a:cubicBezTo>
                    <a:cubicBezTo>
                      <a:pt x="14" y="1400"/>
                      <a:pt x="14" y="1315"/>
                      <a:pt x="13" y="1231"/>
                    </a:cubicBezTo>
                    <a:cubicBezTo>
                      <a:pt x="12" y="1147"/>
                      <a:pt x="11" y="1064"/>
                      <a:pt x="10" y="980"/>
                    </a:cubicBezTo>
                    <a:cubicBezTo>
                      <a:pt x="10" y="895"/>
                      <a:pt x="9" y="810"/>
                      <a:pt x="8" y="725"/>
                    </a:cubicBezTo>
                    <a:cubicBezTo>
                      <a:pt x="7" y="644"/>
                      <a:pt x="6" y="562"/>
                      <a:pt x="6" y="480"/>
                    </a:cubicBezTo>
                    <a:cubicBezTo>
                      <a:pt x="6" y="439"/>
                      <a:pt x="5" y="398"/>
                      <a:pt x="4" y="357"/>
                    </a:cubicBezTo>
                    <a:cubicBezTo>
                      <a:pt x="4" y="316"/>
                      <a:pt x="4" y="275"/>
                      <a:pt x="3" y="234"/>
                    </a:cubicBezTo>
                    <a:cubicBezTo>
                      <a:pt x="3" y="197"/>
                      <a:pt x="3" y="160"/>
                      <a:pt x="2" y="123"/>
                    </a:cubicBezTo>
                    <a:cubicBezTo>
                      <a:pt x="2" y="105"/>
                      <a:pt x="2" y="88"/>
                      <a:pt x="1" y="70"/>
                    </a:cubicBezTo>
                    <a:cubicBezTo>
                      <a:pt x="1" y="51"/>
                      <a:pt x="1" y="32"/>
                      <a:pt x="1" y="13"/>
                    </a:cubicBezTo>
                    <a:cubicBezTo>
                      <a:pt x="0" y="6"/>
                      <a:pt x="6" y="0"/>
                      <a:pt x="13" y="0"/>
                    </a:cubicBezTo>
                    <a:cubicBezTo>
                      <a:pt x="20" y="0"/>
                      <a:pt x="26" y="6"/>
                      <a:pt x="26" y="13"/>
                    </a:cubicBezTo>
                    <a:cubicBezTo>
                      <a:pt x="26" y="32"/>
                      <a:pt x="26" y="53"/>
                      <a:pt x="26" y="73"/>
                    </a:cubicBezTo>
                    <a:cubicBezTo>
                      <a:pt x="26" y="92"/>
                      <a:pt x="26" y="112"/>
                      <a:pt x="26" y="131"/>
                    </a:cubicBezTo>
                    <a:cubicBezTo>
                      <a:pt x="27" y="171"/>
                      <a:pt x="27" y="211"/>
                      <a:pt x="27" y="251"/>
                    </a:cubicBezTo>
                    <a:cubicBezTo>
                      <a:pt x="28" y="292"/>
                      <a:pt x="28" y="332"/>
                      <a:pt x="28" y="374"/>
                    </a:cubicBezTo>
                    <a:cubicBezTo>
                      <a:pt x="29" y="415"/>
                      <a:pt x="29" y="455"/>
                      <a:pt x="29" y="497"/>
                    </a:cubicBezTo>
                    <a:cubicBezTo>
                      <a:pt x="29" y="537"/>
                      <a:pt x="30" y="578"/>
                      <a:pt x="30" y="618"/>
                    </a:cubicBezTo>
                    <a:cubicBezTo>
                      <a:pt x="31" y="660"/>
                      <a:pt x="31" y="702"/>
                      <a:pt x="31" y="743"/>
                    </a:cubicBezTo>
                    <a:cubicBezTo>
                      <a:pt x="31" y="785"/>
                      <a:pt x="32" y="827"/>
                      <a:pt x="32" y="869"/>
                    </a:cubicBezTo>
                    <a:cubicBezTo>
                      <a:pt x="33" y="912"/>
                      <a:pt x="33" y="954"/>
                      <a:pt x="33" y="997"/>
                    </a:cubicBezTo>
                    <a:cubicBezTo>
                      <a:pt x="35" y="1080"/>
                      <a:pt x="35" y="1164"/>
                      <a:pt x="35" y="1247"/>
                    </a:cubicBezTo>
                    <a:cubicBezTo>
                      <a:pt x="36" y="1332"/>
                      <a:pt x="37" y="1417"/>
                      <a:pt x="38" y="1502"/>
                    </a:cubicBezTo>
                    <a:cubicBezTo>
                      <a:pt x="38" y="1544"/>
                      <a:pt x="39" y="1586"/>
                      <a:pt x="39" y="1628"/>
                    </a:cubicBezTo>
                    <a:cubicBezTo>
                      <a:pt x="39" y="1668"/>
                      <a:pt x="40" y="1710"/>
                      <a:pt x="40" y="1751"/>
                    </a:cubicBezTo>
                    <a:cubicBezTo>
                      <a:pt x="40" y="1791"/>
                      <a:pt x="41" y="1830"/>
                      <a:pt x="42" y="1869"/>
                    </a:cubicBezTo>
                    <a:cubicBezTo>
                      <a:pt x="42" y="1904"/>
                      <a:pt x="43" y="1938"/>
                      <a:pt x="43" y="1973"/>
                    </a:cubicBezTo>
                    <a:cubicBezTo>
                      <a:pt x="43" y="1980"/>
                      <a:pt x="38" y="1986"/>
                      <a:pt x="31" y="1986"/>
                    </a:cubicBezTo>
                    <a:cubicBezTo>
                      <a:pt x="24" y="1986"/>
                      <a:pt x="18" y="1980"/>
                      <a:pt x="18" y="19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6" name="Google Shape;1106;p13"/>
              <p:cNvSpPr/>
              <p:nvPr/>
            </p:nvSpPr>
            <p:spPr>
              <a:xfrm>
                <a:off x="1321200" y="1259280"/>
                <a:ext cx="753480" cy="17280"/>
              </a:xfrm>
              <a:custGeom>
                <a:avLst/>
                <a:gdLst/>
                <a:ahLst/>
                <a:cxnLst/>
                <a:rect l="l" t="t" r="r" b="b"/>
                <a:pathLst>
                  <a:path w="2093" h="48" extrusionOk="0">
                    <a:moveTo>
                      <a:pt x="76" y="47"/>
                    </a:moveTo>
                    <a:cubicBezTo>
                      <a:pt x="68" y="46"/>
                      <a:pt x="59" y="45"/>
                      <a:pt x="51" y="44"/>
                    </a:cubicBezTo>
                    <a:cubicBezTo>
                      <a:pt x="45" y="43"/>
                      <a:pt x="40" y="42"/>
                      <a:pt x="35" y="42"/>
                    </a:cubicBezTo>
                    <a:cubicBezTo>
                      <a:pt x="33" y="42"/>
                      <a:pt x="30" y="42"/>
                      <a:pt x="28" y="42"/>
                    </a:cubicBezTo>
                    <a:cubicBezTo>
                      <a:pt x="23" y="42"/>
                      <a:pt x="17" y="42"/>
                      <a:pt x="12" y="41"/>
                    </a:cubicBezTo>
                    <a:cubicBezTo>
                      <a:pt x="4" y="40"/>
                      <a:pt x="0" y="32"/>
                      <a:pt x="2" y="25"/>
                    </a:cubicBezTo>
                    <a:cubicBezTo>
                      <a:pt x="2" y="21"/>
                      <a:pt x="7" y="17"/>
                      <a:pt x="12" y="16"/>
                    </a:cubicBezTo>
                    <a:cubicBezTo>
                      <a:pt x="17" y="16"/>
                      <a:pt x="22" y="16"/>
                      <a:pt x="27" y="17"/>
                    </a:cubicBezTo>
                    <a:cubicBezTo>
                      <a:pt x="29" y="17"/>
                      <a:pt x="31" y="17"/>
                      <a:pt x="33" y="18"/>
                    </a:cubicBezTo>
                    <a:cubicBezTo>
                      <a:pt x="39" y="18"/>
                      <a:pt x="45" y="18"/>
                      <a:pt x="51" y="18"/>
                    </a:cubicBezTo>
                    <a:cubicBezTo>
                      <a:pt x="62" y="18"/>
                      <a:pt x="73" y="18"/>
                      <a:pt x="85" y="18"/>
                    </a:cubicBezTo>
                    <a:cubicBezTo>
                      <a:pt x="107" y="18"/>
                      <a:pt x="129" y="18"/>
                      <a:pt x="150" y="18"/>
                    </a:cubicBezTo>
                    <a:cubicBezTo>
                      <a:pt x="195" y="18"/>
                      <a:pt x="239" y="18"/>
                      <a:pt x="283" y="17"/>
                    </a:cubicBezTo>
                    <a:cubicBezTo>
                      <a:pt x="372" y="17"/>
                      <a:pt x="460" y="16"/>
                      <a:pt x="550" y="16"/>
                    </a:cubicBezTo>
                    <a:cubicBezTo>
                      <a:pt x="594" y="15"/>
                      <a:pt x="640" y="14"/>
                      <a:pt x="685" y="14"/>
                    </a:cubicBezTo>
                    <a:cubicBezTo>
                      <a:pt x="727" y="14"/>
                      <a:pt x="770" y="14"/>
                      <a:pt x="813" y="13"/>
                    </a:cubicBezTo>
                    <a:cubicBezTo>
                      <a:pt x="903" y="13"/>
                      <a:pt x="992" y="13"/>
                      <a:pt x="1081" y="11"/>
                    </a:cubicBezTo>
                    <a:cubicBezTo>
                      <a:pt x="1172" y="11"/>
                      <a:pt x="1262" y="10"/>
                      <a:pt x="1353" y="10"/>
                    </a:cubicBezTo>
                    <a:cubicBezTo>
                      <a:pt x="1442" y="9"/>
                      <a:pt x="1530" y="8"/>
                      <a:pt x="1618" y="7"/>
                    </a:cubicBezTo>
                    <a:cubicBezTo>
                      <a:pt x="1663" y="6"/>
                      <a:pt x="1708" y="6"/>
                      <a:pt x="1753" y="5"/>
                    </a:cubicBezTo>
                    <a:cubicBezTo>
                      <a:pt x="1798" y="4"/>
                      <a:pt x="1843" y="4"/>
                      <a:pt x="1887" y="4"/>
                    </a:cubicBezTo>
                    <a:cubicBezTo>
                      <a:pt x="1921" y="3"/>
                      <a:pt x="1953" y="3"/>
                      <a:pt x="1986" y="2"/>
                    </a:cubicBezTo>
                    <a:cubicBezTo>
                      <a:pt x="2002" y="2"/>
                      <a:pt x="2017" y="2"/>
                      <a:pt x="2032" y="2"/>
                    </a:cubicBezTo>
                    <a:cubicBezTo>
                      <a:pt x="2048" y="1"/>
                      <a:pt x="2063" y="1"/>
                      <a:pt x="2079" y="0"/>
                    </a:cubicBezTo>
                    <a:cubicBezTo>
                      <a:pt x="2086" y="0"/>
                      <a:pt x="2092" y="6"/>
                      <a:pt x="2092" y="13"/>
                    </a:cubicBezTo>
                    <a:cubicBezTo>
                      <a:pt x="2092" y="20"/>
                      <a:pt x="2086" y="26"/>
                      <a:pt x="2079" y="26"/>
                    </a:cubicBezTo>
                    <a:cubicBezTo>
                      <a:pt x="2058" y="26"/>
                      <a:pt x="2037" y="26"/>
                      <a:pt x="2016" y="26"/>
                    </a:cubicBezTo>
                    <a:cubicBezTo>
                      <a:pt x="1995" y="26"/>
                      <a:pt x="1973" y="26"/>
                      <a:pt x="1951" y="26"/>
                    </a:cubicBezTo>
                    <a:cubicBezTo>
                      <a:pt x="1907" y="26"/>
                      <a:pt x="1861" y="26"/>
                      <a:pt x="1816" y="27"/>
                    </a:cubicBezTo>
                    <a:cubicBezTo>
                      <a:pt x="1728" y="27"/>
                      <a:pt x="1640" y="28"/>
                      <a:pt x="1552" y="28"/>
                    </a:cubicBezTo>
                    <a:cubicBezTo>
                      <a:pt x="1462" y="28"/>
                      <a:pt x="1371" y="30"/>
                      <a:pt x="1281" y="30"/>
                    </a:cubicBezTo>
                    <a:cubicBezTo>
                      <a:pt x="1190" y="31"/>
                      <a:pt x="1101" y="32"/>
                      <a:pt x="1010" y="32"/>
                    </a:cubicBezTo>
                    <a:cubicBezTo>
                      <a:pt x="924" y="33"/>
                      <a:pt x="836" y="34"/>
                      <a:pt x="749" y="35"/>
                    </a:cubicBezTo>
                    <a:cubicBezTo>
                      <a:pt x="704" y="36"/>
                      <a:pt x="659" y="36"/>
                      <a:pt x="614" y="37"/>
                    </a:cubicBezTo>
                    <a:cubicBezTo>
                      <a:pt x="569" y="37"/>
                      <a:pt x="526" y="37"/>
                      <a:pt x="481" y="38"/>
                    </a:cubicBezTo>
                    <a:cubicBezTo>
                      <a:pt x="392" y="38"/>
                      <a:pt x="302" y="39"/>
                      <a:pt x="213" y="40"/>
                    </a:cubicBezTo>
                    <a:cubicBezTo>
                      <a:pt x="180" y="41"/>
                      <a:pt x="146" y="41"/>
                      <a:pt x="113" y="41"/>
                    </a:cubicBezTo>
                    <a:cubicBezTo>
                      <a:pt x="104" y="41"/>
                      <a:pt x="96" y="41"/>
                      <a:pt x="87" y="42"/>
                    </a:cubicBezTo>
                    <a:cubicBezTo>
                      <a:pt x="85" y="45"/>
                      <a:pt x="81" y="47"/>
                      <a:pt x="77" y="47"/>
                    </a:cubicBezTo>
                    <a:lnTo>
                      <a:pt x="76" y="4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7" name="Google Shape;1107;p13"/>
              <p:cNvSpPr/>
              <p:nvPr/>
            </p:nvSpPr>
            <p:spPr>
              <a:xfrm>
                <a:off x="2006280" y="1254600"/>
                <a:ext cx="79560" cy="25200"/>
              </a:xfrm>
              <a:custGeom>
                <a:avLst/>
                <a:gdLst/>
                <a:ahLst/>
                <a:cxnLst/>
                <a:rect l="l" t="t" r="r" b="b"/>
                <a:pathLst>
                  <a:path w="221" h="70" extrusionOk="0">
                    <a:moveTo>
                      <a:pt x="73" y="60"/>
                    </a:moveTo>
                    <a:cubicBezTo>
                      <a:pt x="72" y="54"/>
                      <a:pt x="76" y="47"/>
                      <a:pt x="82" y="45"/>
                    </a:cubicBezTo>
                    <a:cubicBezTo>
                      <a:pt x="102" y="40"/>
                      <a:pt x="122" y="36"/>
                      <a:pt x="142" y="32"/>
                    </a:cubicBezTo>
                    <a:cubicBezTo>
                      <a:pt x="123" y="29"/>
                      <a:pt x="104" y="27"/>
                      <a:pt x="84" y="26"/>
                    </a:cubicBezTo>
                    <a:cubicBezTo>
                      <a:pt x="72" y="25"/>
                      <a:pt x="60" y="25"/>
                      <a:pt x="48" y="25"/>
                    </a:cubicBezTo>
                    <a:cubicBezTo>
                      <a:pt x="37" y="25"/>
                      <a:pt x="26" y="26"/>
                      <a:pt x="14" y="26"/>
                    </a:cubicBezTo>
                    <a:cubicBezTo>
                      <a:pt x="14" y="26"/>
                      <a:pt x="13" y="26"/>
                      <a:pt x="12" y="26"/>
                    </a:cubicBezTo>
                    <a:cubicBezTo>
                      <a:pt x="6" y="26"/>
                      <a:pt x="0" y="21"/>
                      <a:pt x="0" y="14"/>
                    </a:cubicBezTo>
                    <a:cubicBezTo>
                      <a:pt x="0" y="7"/>
                      <a:pt x="6" y="1"/>
                      <a:pt x="12" y="1"/>
                    </a:cubicBezTo>
                    <a:cubicBezTo>
                      <a:pt x="17" y="2"/>
                      <a:pt x="22" y="1"/>
                      <a:pt x="27" y="1"/>
                    </a:cubicBezTo>
                    <a:cubicBezTo>
                      <a:pt x="34" y="1"/>
                      <a:pt x="40" y="1"/>
                      <a:pt x="46" y="1"/>
                    </a:cubicBezTo>
                    <a:cubicBezTo>
                      <a:pt x="60" y="0"/>
                      <a:pt x="73" y="1"/>
                      <a:pt x="87" y="2"/>
                    </a:cubicBezTo>
                    <a:cubicBezTo>
                      <a:pt x="113" y="4"/>
                      <a:pt x="139" y="8"/>
                      <a:pt x="165" y="10"/>
                    </a:cubicBezTo>
                    <a:cubicBezTo>
                      <a:pt x="175" y="11"/>
                      <a:pt x="184" y="12"/>
                      <a:pt x="193" y="13"/>
                    </a:cubicBezTo>
                    <a:cubicBezTo>
                      <a:pt x="196" y="13"/>
                      <a:pt x="198" y="13"/>
                      <a:pt x="201" y="14"/>
                    </a:cubicBezTo>
                    <a:cubicBezTo>
                      <a:pt x="204" y="14"/>
                      <a:pt x="208" y="14"/>
                      <a:pt x="213" y="15"/>
                    </a:cubicBezTo>
                    <a:cubicBezTo>
                      <a:pt x="217" y="17"/>
                      <a:pt x="220" y="22"/>
                      <a:pt x="220" y="26"/>
                    </a:cubicBezTo>
                    <a:cubicBezTo>
                      <a:pt x="220" y="31"/>
                      <a:pt x="217" y="36"/>
                      <a:pt x="213" y="38"/>
                    </a:cubicBezTo>
                    <a:cubicBezTo>
                      <a:pt x="207" y="40"/>
                      <a:pt x="202" y="41"/>
                      <a:pt x="197" y="42"/>
                    </a:cubicBezTo>
                    <a:cubicBezTo>
                      <a:pt x="192" y="44"/>
                      <a:pt x="186" y="45"/>
                      <a:pt x="181" y="46"/>
                    </a:cubicBezTo>
                    <a:cubicBezTo>
                      <a:pt x="172" y="49"/>
                      <a:pt x="162" y="51"/>
                      <a:pt x="152" y="53"/>
                    </a:cubicBezTo>
                    <a:cubicBezTo>
                      <a:pt x="131" y="58"/>
                      <a:pt x="110" y="64"/>
                      <a:pt x="88" y="69"/>
                    </a:cubicBezTo>
                    <a:cubicBezTo>
                      <a:pt x="88" y="69"/>
                      <a:pt x="87" y="69"/>
                      <a:pt x="86" y="69"/>
                    </a:cubicBezTo>
                    <a:cubicBezTo>
                      <a:pt x="80" y="69"/>
                      <a:pt x="75" y="66"/>
                      <a:pt x="73" y="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8" name="Google Shape;1108;p13"/>
              <p:cNvSpPr/>
              <p:nvPr/>
            </p:nvSpPr>
            <p:spPr>
              <a:xfrm>
                <a:off x="1449720" y="689040"/>
                <a:ext cx="36360" cy="79200"/>
              </a:xfrm>
              <a:custGeom>
                <a:avLst/>
                <a:gdLst/>
                <a:ahLst/>
                <a:cxnLst/>
                <a:rect l="l" t="t" r="r" b="b"/>
                <a:pathLst>
                  <a:path w="101" h="220" extrusionOk="0">
                    <a:moveTo>
                      <a:pt x="74" y="208"/>
                    </a:moveTo>
                    <a:cubicBezTo>
                      <a:pt x="72" y="184"/>
                      <a:pt x="68" y="160"/>
                      <a:pt x="65" y="137"/>
                    </a:cubicBezTo>
                    <a:cubicBezTo>
                      <a:pt x="64" y="128"/>
                      <a:pt x="62" y="119"/>
                      <a:pt x="61" y="110"/>
                    </a:cubicBezTo>
                    <a:cubicBezTo>
                      <a:pt x="60" y="116"/>
                      <a:pt x="57" y="122"/>
                      <a:pt x="55" y="127"/>
                    </a:cubicBezTo>
                    <a:cubicBezTo>
                      <a:pt x="50" y="140"/>
                      <a:pt x="46" y="152"/>
                      <a:pt x="41" y="165"/>
                    </a:cubicBezTo>
                    <a:cubicBezTo>
                      <a:pt x="38" y="171"/>
                      <a:pt x="36" y="177"/>
                      <a:pt x="33" y="184"/>
                    </a:cubicBezTo>
                    <a:cubicBezTo>
                      <a:pt x="30" y="191"/>
                      <a:pt x="27" y="198"/>
                      <a:pt x="23" y="205"/>
                    </a:cubicBezTo>
                    <a:cubicBezTo>
                      <a:pt x="21" y="209"/>
                      <a:pt x="15" y="211"/>
                      <a:pt x="11" y="211"/>
                    </a:cubicBezTo>
                    <a:cubicBezTo>
                      <a:pt x="5" y="210"/>
                      <a:pt x="1" y="205"/>
                      <a:pt x="0" y="200"/>
                    </a:cubicBezTo>
                    <a:cubicBezTo>
                      <a:pt x="0" y="198"/>
                      <a:pt x="0" y="196"/>
                      <a:pt x="1" y="194"/>
                    </a:cubicBezTo>
                    <a:lnTo>
                      <a:pt x="1" y="195"/>
                    </a:lnTo>
                    <a:cubicBezTo>
                      <a:pt x="1" y="193"/>
                      <a:pt x="2" y="190"/>
                      <a:pt x="4" y="188"/>
                    </a:cubicBezTo>
                    <a:cubicBezTo>
                      <a:pt x="4" y="187"/>
                      <a:pt x="5" y="186"/>
                      <a:pt x="5" y="186"/>
                    </a:cubicBezTo>
                    <a:cubicBezTo>
                      <a:pt x="19" y="158"/>
                      <a:pt x="30" y="130"/>
                      <a:pt x="40" y="101"/>
                    </a:cubicBezTo>
                    <a:cubicBezTo>
                      <a:pt x="44" y="90"/>
                      <a:pt x="47" y="79"/>
                      <a:pt x="50" y="68"/>
                    </a:cubicBezTo>
                    <a:cubicBezTo>
                      <a:pt x="50" y="69"/>
                      <a:pt x="50" y="69"/>
                      <a:pt x="50" y="69"/>
                    </a:cubicBezTo>
                    <a:cubicBezTo>
                      <a:pt x="52" y="59"/>
                      <a:pt x="54" y="49"/>
                      <a:pt x="55" y="38"/>
                    </a:cubicBezTo>
                    <a:cubicBezTo>
                      <a:pt x="55" y="36"/>
                      <a:pt x="55" y="33"/>
                      <a:pt x="55" y="31"/>
                    </a:cubicBezTo>
                    <a:cubicBezTo>
                      <a:pt x="55" y="24"/>
                      <a:pt x="54" y="16"/>
                      <a:pt x="57" y="9"/>
                    </a:cubicBezTo>
                    <a:cubicBezTo>
                      <a:pt x="59" y="4"/>
                      <a:pt x="65" y="0"/>
                      <a:pt x="71" y="1"/>
                    </a:cubicBezTo>
                    <a:cubicBezTo>
                      <a:pt x="76" y="2"/>
                      <a:pt x="80" y="5"/>
                      <a:pt x="82" y="11"/>
                    </a:cubicBezTo>
                    <a:cubicBezTo>
                      <a:pt x="83" y="15"/>
                      <a:pt x="82" y="19"/>
                      <a:pt x="82" y="24"/>
                    </a:cubicBezTo>
                    <a:cubicBezTo>
                      <a:pt x="82" y="27"/>
                      <a:pt x="81" y="30"/>
                      <a:pt x="81" y="33"/>
                    </a:cubicBezTo>
                    <a:cubicBezTo>
                      <a:pt x="81" y="36"/>
                      <a:pt x="80" y="38"/>
                      <a:pt x="79" y="40"/>
                    </a:cubicBezTo>
                    <a:cubicBezTo>
                      <a:pt x="79" y="45"/>
                      <a:pt x="80" y="50"/>
                      <a:pt x="80" y="54"/>
                    </a:cubicBezTo>
                    <a:cubicBezTo>
                      <a:pt x="81" y="63"/>
                      <a:pt x="81" y="71"/>
                      <a:pt x="81" y="80"/>
                    </a:cubicBezTo>
                    <a:cubicBezTo>
                      <a:pt x="85" y="122"/>
                      <a:pt x="92" y="163"/>
                      <a:pt x="99" y="205"/>
                    </a:cubicBezTo>
                    <a:cubicBezTo>
                      <a:pt x="100" y="212"/>
                      <a:pt x="95" y="218"/>
                      <a:pt x="88" y="219"/>
                    </a:cubicBezTo>
                    <a:cubicBezTo>
                      <a:pt x="88" y="219"/>
                      <a:pt x="87" y="219"/>
                      <a:pt x="86" y="219"/>
                    </a:cubicBezTo>
                    <a:cubicBezTo>
                      <a:pt x="81" y="219"/>
                      <a:pt x="75" y="215"/>
                      <a:pt x="74" y="2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9" name="Google Shape;1109;p13"/>
              <p:cNvSpPr/>
              <p:nvPr/>
            </p:nvSpPr>
            <p:spPr>
              <a:xfrm>
                <a:off x="2042640" y="1306440"/>
                <a:ext cx="40680" cy="2808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78" extrusionOk="0">
                    <a:moveTo>
                      <a:pt x="13" y="77"/>
                    </a:moveTo>
                    <a:cubicBezTo>
                      <a:pt x="6" y="76"/>
                      <a:pt x="1" y="70"/>
                      <a:pt x="2" y="63"/>
                    </a:cubicBezTo>
                    <a:cubicBezTo>
                      <a:pt x="3" y="58"/>
                      <a:pt x="3" y="54"/>
                      <a:pt x="4" y="48"/>
                    </a:cubicBezTo>
                    <a:cubicBezTo>
                      <a:pt x="4" y="46"/>
                      <a:pt x="4" y="43"/>
                      <a:pt x="4" y="40"/>
                    </a:cubicBezTo>
                    <a:cubicBezTo>
                      <a:pt x="3" y="36"/>
                      <a:pt x="3" y="32"/>
                      <a:pt x="2" y="28"/>
                    </a:cubicBezTo>
                    <a:cubicBezTo>
                      <a:pt x="1" y="21"/>
                      <a:pt x="0" y="13"/>
                      <a:pt x="4" y="7"/>
                    </a:cubicBezTo>
                    <a:cubicBezTo>
                      <a:pt x="7" y="4"/>
                      <a:pt x="13" y="1"/>
                      <a:pt x="17" y="0"/>
                    </a:cubicBezTo>
                    <a:cubicBezTo>
                      <a:pt x="20" y="0"/>
                      <a:pt x="23" y="0"/>
                      <a:pt x="26" y="1"/>
                    </a:cubicBezTo>
                    <a:cubicBezTo>
                      <a:pt x="29" y="2"/>
                      <a:pt x="33" y="3"/>
                      <a:pt x="36" y="4"/>
                    </a:cubicBezTo>
                    <a:cubicBezTo>
                      <a:pt x="43" y="7"/>
                      <a:pt x="49" y="10"/>
                      <a:pt x="56" y="14"/>
                    </a:cubicBezTo>
                    <a:cubicBezTo>
                      <a:pt x="64" y="19"/>
                      <a:pt x="73" y="24"/>
                      <a:pt x="81" y="30"/>
                    </a:cubicBezTo>
                    <a:cubicBezTo>
                      <a:pt x="89" y="35"/>
                      <a:pt x="98" y="42"/>
                      <a:pt x="106" y="49"/>
                    </a:cubicBezTo>
                    <a:cubicBezTo>
                      <a:pt x="111" y="54"/>
                      <a:pt x="112" y="61"/>
                      <a:pt x="108" y="66"/>
                    </a:cubicBezTo>
                    <a:cubicBezTo>
                      <a:pt x="104" y="71"/>
                      <a:pt x="96" y="73"/>
                      <a:pt x="91" y="68"/>
                    </a:cubicBezTo>
                    <a:cubicBezTo>
                      <a:pt x="86" y="64"/>
                      <a:pt x="81" y="59"/>
                      <a:pt x="75" y="55"/>
                    </a:cubicBezTo>
                    <a:cubicBezTo>
                      <a:pt x="71" y="51"/>
                      <a:pt x="66" y="48"/>
                      <a:pt x="61" y="44"/>
                    </a:cubicBezTo>
                    <a:cubicBezTo>
                      <a:pt x="52" y="39"/>
                      <a:pt x="43" y="34"/>
                      <a:pt x="34" y="30"/>
                    </a:cubicBezTo>
                    <a:cubicBezTo>
                      <a:pt x="31" y="28"/>
                      <a:pt x="29" y="27"/>
                      <a:pt x="26" y="26"/>
                    </a:cubicBezTo>
                    <a:cubicBezTo>
                      <a:pt x="27" y="33"/>
                      <a:pt x="28" y="38"/>
                      <a:pt x="28" y="45"/>
                    </a:cubicBezTo>
                    <a:cubicBezTo>
                      <a:pt x="28" y="52"/>
                      <a:pt x="27" y="59"/>
                      <a:pt x="26" y="67"/>
                    </a:cubicBezTo>
                    <a:cubicBezTo>
                      <a:pt x="26" y="73"/>
                      <a:pt x="20" y="77"/>
                      <a:pt x="14" y="77"/>
                    </a:cubicBezTo>
                    <a:cubicBezTo>
                      <a:pt x="13" y="77"/>
                      <a:pt x="13" y="77"/>
                      <a:pt x="13" y="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0" name="Google Shape;1110;p13"/>
              <p:cNvSpPr/>
              <p:nvPr/>
            </p:nvSpPr>
            <p:spPr>
              <a:xfrm>
                <a:off x="2038680" y="1298520"/>
                <a:ext cx="58680" cy="70920"/>
              </a:xfrm>
              <a:custGeom>
                <a:avLst/>
                <a:gdLst/>
                <a:ahLst/>
                <a:cxnLst/>
                <a:rect l="l" t="t" r="r" b="b"/>
                <a:pathLst>
                  <a:path w="163" h="197" extrusionOk="0">
                    <a:moveTo>
                      <a:pt x="8" y="195"/>
                    </a:moveTo>
                    <a:cubicBezTo>
                      <a:pt x="3" y="193"/>
                      <a:pt x="0" y="186"/>
                      <a:pt x="2" y="180"/>
                    </a:cubicBezTo>
                    <a:cubicBezTo>
                      <a:pt x="5" y="173"/>
                      <a:pt x="9" y="165"/>
                      <a:pt x="12" y="158"/>
                    </a:cubicBezTo>
                    <a:cubicBezTo>
                      <a:pt x="12" y="159"/>
                      <a:pt x="12" y="159"/>
                      <a:pt x="12" y="159"/>
                    </a:cubicBezTo>
                    <a:cubicBezTo>
                      <a:pt x="18" y="148"/>
                      <a:pt x="24" y="137"/>
                      <a:pt x="30" y="126"/>
                    </a:cubicBezTo>
                    <a:cubicBezTo>
                      <a:pt x="36" y="115"/>
                      <a:pt x="43" y="104"/>
                      <a:pt x="50" y="94"/>
                    </a:cubicBezTo>
                    <a:cubicBezTo>
                      <a:pt x="57" y="83"/>
                      <a:pt x="64" y="72"/>
                      <a:pt x="72" y="62"/>
                    </a:cubicBezTo>
                    <a:cubicBezTo>
                      <a:pt x="77" y="57"/>
                      <a:pt x="81" y="51"/>
                      <a:pt x="85" y="46"/>
                    </a:cubicBezTo>
                    <a:cubicBezTo>
                      <a:pt x="90" y="41"/>
                      <a:pt x="95" y="35"/>
                      <a:pt x="100" y="30"/>
                    </a:cubicBezTo>
                    <a:cubicBezTo>
                      <a:pt x="107" y="22"/>
                      <a:pt x="116" y="15"/>
                      <a:pt x="124" y="10"/>
                    </a:cubicBezTo>
                    <a:cubicBezTo>
                      <a:pt x="132" y="4"/>
                      <a:pt x="140" y="1"/>
                      <a:pt x="149" y="0"/>
                    </a:cubicBezTo>
                    <a:cubicBezTo>
                      <a:pt x="156" y="0"/>
                      <a:pt x="162" y="6"/>
                      <a:pt x="162" y="13"/>
                    </a:cubicBezTo>
                    <a:cubicBezTo>
                      <a:pt x="162" y="20"/>
                      <a:pt x="156" y="26"/>
                      <a:pt x="149" y="25"/>
                    </a:cubicBezTo>
                    <a:lnTo>
                      <a:pt x="148" y="25"/>
                    </a:lnTo>
                    <a:lnTo>
                      <a:pt x="149" y="25"/>
                    </a:lnTo>
                    <a:cubicBezTo>
                      <a:pt x="148" y="25"/>
                      <a:pt x="148" y="25"/>
                      <a:pt x="146" y="25"/>
                    </a:cubicBezTo>
                    <a:cubicBezTo>
                      <a:pt x="146" y="26"/>
                      <a:pt x="146" y="26"/>
                      <a:pt x="145" y="26"/>
                    </a:cubicBezTo>
                    <a:cubicBezTo>
                      <a:pt x="144" y="27"/>
                      <a:pt x="143" y="27"/>
                      <a:pt x="142" y="28"/>
                    </a:cubicBezTo>
                    <a:cubicBezTo>
                      <a:pt x="139" y="29"/>
                      <a:pt x="137" y="30"/>
                      <a:pt x="134" y="32"/>
                    </a:cubicBezTo>
                    <a:cubicBezTo>
                      <a:pt x="131" y="34"/>
                      <a:pt x="128" y="36"/>
                      <a:pt x="125" y="39"/>
                    </a:cubicBezTo>
                    <a:cubicBezTo>
                      <a:pt x="117" y="46"/>
                      <a:pt x="109" y="55"/>
                      <a:pt x="102" y="63"/>
                    </a:cubicBezTo>
                    <a:cubicBezTo>
                      <a:pt x="95" y="70"/>
                      <a:pt x="89" y="77"/>
                      <a:pt x="84" y="85"/>
                    </a:cubicBezTo>
                    <a:cubicBezTo>
                      <a:pt x="81" y="88"/>
                      <a:pt x="78" y="92"/>
                      <a:pt x="75" y="95"/>
                    </a:cubicBezTo>
                    <a:cubicBezTo>
                      <a:pt x="72" y="100"/>
                      <a:pt x="70" y="105"/>
                      <a:pt x="66" y="109"/>
                    </a:cubicBezTo>
                    <a:cubicBezTo>
                      <a:pt x="61" y="116"/>
                      <a:pt x="57" y="124"/>
                      <a:pt x="53" y="131"/>
                    </a:cubicBezTo>
                    <a:cubicBezTo>
                      <a:pt x="47" y="140"/>
                      <a:pt x="43" y="150"/>
                      <a:pt x="37" y="158"/>
                    </a:cubicBezTo>
                    <a:cubicBezTo>
                      <a:pt x="33" y="169"/>
                      <a:pt x="28" y="179"/>
                      <a:pt x="24" y="189"/>
                    </a:cubicBezTo>
                    <a:cubicBezTo>
                      <a:pt x="22" y="193"/>
                      <a:pt x="17" y="196"/>
                      <a:pt x="12" y="196"/>
                    </a:cubicBezTo>
                    <a:cubicBezTo>
                      <a:pt x="11" y="196"/>
                      <a:pt x="10" y="196"/>
                      <a:pt x="8" y="19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1" name="Google Shape;1111;p13"/>
              <p:cNvSpPr/>
              <p:nvPr/>
            </p:nvSpPr>
            <p:spPr>
              <a:xfrm>
                <a:off x="1386360" y="691920"/>
                <a:ext cx="46080" cy="129960"/>
              </a:xfrm>
              <a:custGeom>
                <a:avLst/>
                <a:gdLst/>
                <a:ahLst/>
                <a:cxnLst/>
                <a:rect l="l" t="t" r="r" b="b"/>
                <a:pathLst>
                  <a:path w="128" h="361" extrusionOk="0">
                    <a:moveTo>
                      <a:pt x="54" y="336"/>
                    </a:moveTo>
                    <a:lnTo>
                      <a:pt x="54" y="335"/>
                    </a:lnTo>
                    <a:cubicBezTo>
                      <a:pt x="55" y="333"/>
                      <a:pt x="56" y="331"/>
                      <a:pt x="56" y="328"/>
                    </a:cubicBezTo>
                    <a:cubicBezTo>
                      <a:pt x="58" y="320"/>
                      <a:pt x="59" y="310"/>
                      <a:pt x="60" y="301"/>
                    </a:cubicBezTo>
                    <a:cubicBezTo>
                      <a:pt x="61" y="278"/>
                      <a:pt x="61" y="254"/>
                      <a:pt x="63" y="232"/>
                    </a:cubicBezTo>
                    <a:cubicBezTo>
                      <a:pt x="63" y="223"/>
                      <a:pt x="63" y="215"/>
                      <a:pt x="63" y="207"/>
                    </a:cubicBezTo>
                    <a:cubicBezTo>
                      <a:pt x="57" y="217"/>
                      <a:pt x="52" y="227"/>
                      <a:pt x="46" y="238"/>
                    </a:cubicBezTo>
                    <a:cubicBezTo>
                      <a:pt x="47" y="238"/>
                      <a:pt x="47" y="237"/>
                      <a:pt x="47" y="237"/>
                    </a:cubicBezTo>
                    <a:cubicBezTo>
                      <a:pt x="43" y="243"/>
                      <a:pt x="41" y="249"/>
                      <a:pt x="39" y="256"/>
                    </a:cubicBezTo>
                    <a:cubicBezTo>
                      <a:pt x="37" y="258"/>
                      <a:pt x="37" y="260"/>
                      <a:pt x="36" y="262"/>
                    </a:cubicBezTo>
                    <a:cubicBezTo>
                      <a:pt x="36" y="267"/>
                      <a:pt x="35" y="273"/>
                      <a:pt x="35" y="278"/>
                    </a:cubicBezTo>
                    <a:cubicBezTo>
                      <a:pt x="34" y="282"/>
                      <a:pt x="34" y="287"/>
                      <a:pt x="35" y="291"/>
                    </a:cubicBezTo>
                    <a:cubicBezTo>
                      <a:pt x="35" y="294"/>
                      <a:pt x="35" y="298"/>
                      <a:pt x="36" y="300"/>
                    </a:cubicBezTo>
                    <a:cubicBezTo>
                      <a:pt x="36" y="300"/>
                      <a:pt x="36" y="299"/>
                      <a:pt x="35" y="299"/>
                    </a:cubicBezTo>
                    <a:cubicBezTo>
                      <a:pt x="36" y="303"/>
                      <a:pt x="37" y="306"/>
                      <a:pt x="39" y="310"/>
                    </a:cubicBezTo>
                    <a:cubicBezTo>
                      <a:pt x="38" y="310"/>
                      <a:pt x="38" y="310"/>
                      <a:pt x="38" y="310"/>
                    </a:cubicBezTo>
                    <a:cubicBezTo>
                      <a:pt x="40" y="314"/>
                      <a:pt x="42" y="318"/>
                      <a:pt x="43" y="322"/>
                    </a:cubicBezTo>
                    <a:cubicBezTo>
                      <a:pt x="45" y="325"/>
                      <a:pt x="46" y="327"/>
                      <a:pt x="48" y="330"/>
                    </a:cubicBezTo>
                    <a:cubicBezTo>
                      <a:pt x="49" y="331"/>
                      <a:pt x="50" y="333"/>
                      <a:pt x="51" y="334"/>
                    </a:cubicBezTo>
                    <a:lnTo>
                      <a:pt x="52" y="335"/>
                    </a:lnTo>
                    <a:cubicBezTo>
                      <a:pt x="53" y="335"/>
                      <a:pt x="53" y="335"/>
                      <a:pt x="53" y="335"/>
                    </a:cubicBezTo>
                    <a:lnTo>
                      <a:pt x="54" y="336"/>
                    </a:lnTo>
                    <a:moveTo>
                      <a:pt x="53" y="360"/>
                    </a:moveTo>
                    <a:cubicBezTo>
                      <a:pt x="50" y="360"/>
                      <a:pt x="47" y="359"/>
                      <a:pt x="44" y="358"/>
                    </a:cubicBezTo>
                    <a:cubicBezTo>
                      <a:pt x="37" y="354"/>
                      <a:pt x="33" y="349"/>
                      <a:pt x="29" y="342"/>
                    </a:cubicBezTo>
                    <a:cubicBezTo>
                      <a:pt x="25" y="336"/>
                      <a:pt x="21" y="330"/>
                      <a:pt x="19" y="323"/>
                    </a:cubicBezTo>
                    <a:cubicBezTo>
                      <a:pt x="16" y="315"/>
                      <a:pt x="14" y="307"/>
                      <a:pt x="13" y="299"/>
                    </a:cubicBezTo>
                    <a:cubicBezTo>
                      <a:pt x="12" y="292"/>
                      <a:pt x="12" y="284"/>
                      <a:pt x="13" y="277"/>
                    </a:cubicBezTo>
                    <a:cubicBezTo>
                      <a:pt x="14" y="268"/>
                      <a:pt x="15" y="259"/>
                      <a:pt x="18" y="251"/>
                    </a:cubicBezTo>
                    <a:cubicBezTo>
                      <a:pt x="21" y="244"/>
                      <a:pt x="23" y="237"/>
                      <a:pt x="27" y="230"/>
                    </a:cubicBezTo>
                    <a:cubicBezTo>
                      <a:pt x="31" y="222"/>
                      <a:pt x="36" y="214"/>
                      <a:pt x="40" y="206"/>
                    </a:cubicBezTo>
                    <a:cubicBezTo>
                      <a:pt x="47" y="193"/>
                      <a:pt x="56" y="180"/>
                      <a:pt x="63" y="167"/>
                    </a:cubicBezTo>
                    <a:cubicBezTo>
                      <a:pt x="64" y="166"/>
                      <a:pt x="65" y="164"/>
                      <a:pt x="66" y="162"/>
                    </a:cubicBezTo>
                    <a:cubicBezTo>
                      <a:pt x="66" y="159"/>
                      <a:pt x="66" y="156"/>
                      <a:pt x="67" y="153"/>
                    </a:cubicBezTo>
                    <a:cubicBezTo>
                      <a:pt x="67" y="144"/>
                      <a:pt x="68" y="136"/>
                      <a:pt x="70" y="127"/>
                    </a:cubicBezTo>
                    <a:cubicBezTo>
                      <a:pt x="68" y="129"/>
                      <a:pt x="66" y="130"/>
                      <a:pt x="64" y="132"/>
                    </a:cubicBezTo>
                    <a:cubicBezTo>
                      <a:pt x="59" y="136"/>
                      <a:pt x="54" y="139"/>
                      <a:pt x="48" y="141"/>
                    </a:cubicBezTo>
                    <a:cubicBezTo>
                      <a:pt x="43" y="143"/>
                      <a:pt x="37" y="145"/>
                      <a:pt x="32" y="144"/>
                    </a:cubicBezTo>
                    <a:cubicBezTo>
                      <a:pt x="26" y="143"/>
                      <a:pt x="21" y="141"/>
                      <a:pt x="17" y="137"/>
                    </a:cubicBezTo>
                    <a:cubicBezTo>
                      <a:pt x="12" y="134"/>
                      <a:pt x="9" y="129"/>
                      <a:pt x="8" y="123"/>
                    </a:cubicBezTo>
                    <a:cubicBezTo>
                      <a:pt x="3" y="111"/>
                      <a:pt x="1" y="98"/>
                      <a:pt x="1" y="85"/>
                    </a:cubicBezTo>
                    <a:cubicBezTo>
                      <a:pt x="0" y="78"/>
                      <a:pt x="0" y="71"/>
                      <a:pt x="1" y="65"/>
                    </a:cubicBezTo>
                    <a:cubicBezTo>
                      <a:pt x="1" y="59"/>
                      <a:pt x="1" y="53"/>
                      <a:pt x="3" y="48"/>
                    </a:cubicBezTo>
                    <a:cubicBezTo>
                      <a:pt x="4" y="43"/>
                      <a:pt x="8" y="39"/>
                      <a:pt x="12" y="38"/>
                    </a:cubicBezTo>
                    <a:cubicBezTo>
                      <a:pt x="16" y="37"/>
                      <a:pt x="21" y="38"/>
                      <a:pt x="24" y="41"/>
                    </a:cubicBezTo>
                    <a:cubicBezTo>
                      <a:pt x="30" y="44"/>
                      <a:pt x="30" y="53"/>
                      <a:pt x="26" y="58"/>
                    </a:cubicBezTo>
                    <a:cubicBezTo>
                      <a:pt x="26" y="59"/>
                      <a:pt x="26" y="59"/>
                      <a:pt x="26" y="59"/>
                    </a:cubicBezTo>
                    <a:cubicBezTo>
                      <a:pt x="25" y="63"/>
                      <a:pt x="25" y="67"/>
                      <a:pt x="24" y="71"/>
                    </a:cubicBezTo>
                    <a:cubicBezTo>
                      <a:pt x="24" y="76"/>
                      <a:pt x="24" y="81"/>
                      <a:pt x="24" y="87"/>
                    </a:cubicBezTo>
                    <a:cubicBezTo>
                      <a:pt x="25" y="92"/>
                      <a:pt x="25" y="97"/>
                      <a:pt x="26" y="102"/>
                    </a:cubicBezTo>
                    <a:cubicBezTo>
                      <a:pt x="27" y="106"/>
                      <a:pt x="28" y="109"/>
                      <a:pt x="29" y="113"/>
                    </a:cubicBezTo>
                    <a:lnTo>
                      <a:pt x="29" y="112"/>
                    </a:lnTo>
                    <a:cubicBezTo>
                      <a:pt x="29" y="113"/>
                      <a:pt x="29" y="113"/>
                      <a:pt x="29" y="113"/>
                    </a:cubicBezTo>
                    <a:cubicBezTo>
                      <a:pt x="30" y="115"/>
                      <a:pt x="30" y="116"/>
                      <a:pt x="30" y="117"/>
                    </a:cubicBezTo>
                    <a:cubicBezTo>
                      <a:pt x="31" y="118"/>
                      <a:pt x="31" y="118"/>
                      <a:pt x="31" y="118"/>
                    </a:cubicBezTo>
                    <a:cubicBezTo>
                      <a:pt x="32" y="118"/>
                      <a:pt x="32" y="119"/>
                      <a:pt x="32" y="119"/>
                    </a:cubicBezTo>
                    <a:cubicBezTo>
                      <a:pt x="33" y="120"/>
                      <a:pt x="33" y="120"/>
                      <a:pt x="33" y="120"/>
                    </a:cubicBezTo>
                    <a:lnTo>
                      <a:pt x="34" y="120"/>
                    </a:lnTo>
                    <a:lnTo>
                      <a:pt x="35" y="120"/>
                    </a:lnTo>
                    <a:lnTo>
                      <a:pt x="36" y="120"/>
                    </a:lnTo>
                    <a:cubicBezTo>
                      <a:pt x="36" y="120"/>
                      <a:pt x="37" y="120"/>
                      <a:pt x="38" y="120"/>
                    </a:cubicBezTo>
                    <a:cubicBezTo>
                      <a:pt x="40" y="119"/>
                      <a:pt x="42" y="119"/>
                      <a:pt x="43" y="118"/>
                    </a:cubicBezTo>
                    <a:cubicBezTo>
                      <a:pt x="44" y="117"/>
                      <a:pt x="46" y="116"/>
                      <a:pt x="47" y="115"/>
                    </a:cubicBezTo>
                    <a:cubicBezTo>
                      <a:pt x="49" y="114"/>
                      <a:pt x="51" y="112"/>
                      <a:pt x="53" y="111"/>
                    </a:cubicBezTo>
                    <a:cubicBezTo>
                      <a:pt x="55" y="109"/>
                      <a:pt x="57" y="107"/>
                      <a:pt x="59" y="105"/>
                    </a:cubicBezTo>
                    <a:cubicBezTo>
                      <a:pt x="61" y="102"/>
                      <a:pt x="63" y="99"/>
                      <a:pt x="65" y="97"/>
                    </a:cubicBezTo>
                    <a:cubicBezTo>
                      <a:pt x="70" y="90"/>
                      <a:pt x="74" y="83"/>
                      <a:pt x="78" y="76"/>
                    </a:cubicBezTo>
                    <a:cubicBezTo>
                      <a:pt x="80" y="63"/>
                      <a:pt x="83" y="50"/>
                      <a:pt x="87" y="37"/>
                    </a:cubicBezTo>
                    <a:cubicBezTo>
                      <a:pt x="89" y="30"/>
                      <a:pt x="92" y="23"/>
                      <a:pt x="95" y="17"/>
                    </a:cubicBezTo>
                    <a:cubicBezTo>
                      <a:pt x="98" y="11"/>
                      <a:pt x="102" y="4"/>
                      <a:pt x="109" y="2"/>
                    </a:cubicBezTo>
                    <a:cubicBezTo>
                      <a:pt x="114" y="0"/>
                      <a:pt x="121" y="3"/>
                      <a:pt x="124" y="9"/>
                    </a:cubicBezTo>
                    <a:cubicBezTo>
                      <a:pt x="127" y="14"/>
                      <a:pt x="125" y="23"/>
                      <a:pt x="123" y="28"/>
                    </a:cubicBezTo>
                    <a:cubicBezTo>
                      <a:pt x="120" y="35"/>
                      <a:pt x="117" y="42"/>
                      <a:pt x="114" y="49"/>
                    </a:cubicBezTo>
                    <a:cubicBezTo>
                      <a:pt x="112" y="55"/>
                      <a:pt x="109" y="60"/>
                      <a:pt x="107" y="66"/>
                    </a:cubicBezTo>
                    <a:cubicBezTo>
                      <a:pt x="104" y="72"/>
                      <a:pt x="102" y="78"/>
                      <a:pt x="99" y="84"/>
                    </a:cubicBezTo>
                    <a:cubicBezTo>
                      <a:pt x="98" y="85"/>
                      <a:pt x="98" y="87"/>
                      <a:pt x="97" y="89"/>
                    </a:cubicBezTo>
                    <a:lnTo>
                      <a:pt x="97" y="88"/>
                    </a:lnTo>
                    <a:cubicBezTo>
                      <a:pt x="97" y="89"/>
                      <a:pt x="97" y="89"/>
                      <a:pt x="97" y="90"/>
                    </a:cubicBezTo>
                    <a:cubicBezTo>
                      <a:pt x="96" y="99"/>
                      <a:pt x="94" y="108"/>
                      <a:pt x="92" y="118"/>
                    </a:cubicBezTo>
                    <a:cubicBezTo>
                      <a:pt x="93" y="116"/>
                      <a:pt x="94" y="115"/>
                      <a:pt x="95" y="113"/>
                    </a:cubicBezTo>
                    <a:cubicBezTo>
                      <a:pt x="97" y="109"/>
                      <a:pt x="104" y="107"/>
                      <a:pt x="109" y="110"/>
                    </a:cubicBezTo>
                    <a:cubicBezTo>
                      <a:pt x="113" y="112"/>
                      <a:pt x="114" y="119"/>
                      <a:pt x="112" y="123"/>
                    </a:cubicBezTo>
                    <a:cubicBezTo>
                      <a:pt x="103" y="137"/>
                      <a:pt x="95" y="152"/>
                      <a:pt x="86" y="166"/>
                    </a:cubicBezTo>
                    <a:cubicBezTo>
                      <a:pt x="86" y="171"/>
                      <a:pt x="86" y="174"/>
                      <a:pt x="85" y="178"/>
                    </a:cubicBezTo>
                    <a:cubicBezTo>
                      <a:pt x="84" y="203"/>
                      <a:pt x="83" y="227"/>
                      <a:pt x="82" y="252"/>
                    </a:cubicBezTo>
                    <a:cubicBezTo>
                      <a:pt x="82" y="264"/>
                      <a:pt x="82" y="276"/>
                      <a:pt x="82" y="288"/>
                    </a:cubicBezTo>
                    <a:cubicBezTo>
                      <a:pt x="82" y="300"/>
                      <a:pt x="81" y="313"/>
                      <a:pt x="79" y="326"/>
                    </a:cubicBezTo>
                    <a:cubicBezTo>
                      <a:pt x="79" y="331"/>
                      <a:pt x="78" y="338"/>
                      <a:pt x="76" y="343"/>
                    </a:cubicBezTo>
                    <a:cubicBezTo>
                      <a:pt x="74" y="349"/>
                      <a:pt x="70" y="356"/>
                      <a:pt x="63" y="359"/>
                    </a:cubicBezTo>
                    <a:cubicBezTo>
                      <a:pt x="60" y="359"/>
                      <a:pt x="58" y="360"/>
                      <a:pt x="55" y="360"/>
                    </a:cubicBezTo>
                    <a:cubicBezTo>
                      <a:pt x="54" y="360"/>
                      <a:pt x="54" y="360"/>
                      <a:pt x="53" y="3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2" name="Google Shape;1112;p13"/>
              <p:cNvSpPr/>
              <p:nvPr/>
            </p:nvSpPr>
            <p:spPr>
              <a:xfrm>
                <a:off x="1354680" y="883080"/>
                <a:ext cx="497160" cy="492480"/>
              </a:xfrm>
              <a:custGeom>
                <a:avLst/>
                <a:gdLst/>
                <a:ahLst/>
                <a:cxnLst/>
                <a:rect l="l" t="t" r="r" b="b"/>
                <a:pathLst>
                  <a:path w="1381" h="1368" extrusionOk="0">
                    <a:moveTo>
                      <a:pt x="1356" y="1363"/>
                    </a:moveTo>
                    <a:cubicBezTo>
                      <a:pt x="1347" y="1354"/>
                      <a:pt x="1338" y="1344"/>
                      <a:pt x="1329" y="1336"/>
                    </a:cubicBezTo>
                    <a:cubicBezTo>
                      <a:pt x="1320" y="1326"/>
                      <a:pt x="1310" y="1316"/>
                      <a:pt x="1300" y="1306"/>
                    </a:cubicBezTo>
                    <a:cubicBezTo>
                      <a:pt x="1280" y="1284"/>
                      <a:pt x="1258" y="1264"/>
                      <a:pt x="1237" y="1243"/>
                    </a:cubicBezTo>
                    <a:cubicBezTo>
                      <a:pt x="1217" y="1223"/>
                      <a:pt x="1196" y="1202"/>
                      <a:pt x="1175" y="1182"/>
                    </a:cubicBezTo>
                    <a:cubicBezTo>
                      <a:pt x="1154" y="1161"/>
                      <a:pt x="1134" y="1140"/>
                      <a:pt x="1113" y="1119"/>
                    </a:cubicBezTo>
                    <a:cubicBezTo>
                      <a:pt x="1072" y="1079"/>
                      <a:pt x="1031" y="1038"/>
                      <a:pt x="991" y="998"/>
                    </a:cubicBezTo>
                    <a:cubicBezTo>
                      <a:pt x="949" y="956"/>
                      <a:pt x="907" y="914"/>
                      <a:pt x="865" y="873"/>
                    </a:cubicBezTo>
                    <a:cubicBezTo>
                      <a:pt x="823" y="831"/>
                      <a:pt x="781" y="789"/>
                      <a:pt x="739" y="748"/>
                    </a:cubicBezTo>
                    <a:cubicBezTo>
                      <a:pt x="697" y="706"/>
                      <a:pt x="656" y="665"/>
                      <a:pt x="614" y="624"/>
                    </a:cubicBezTo>
                    <a:cubicBezTo>
                      <a:pt x="572" y="582"/>
                      <a:pt x="530" y="540"/>
                      <a:pt x="488" y="498"/>
                    </a:cubicBezTo>
                    <a:cubicBezTo>
                      <a:pt x="447" y="458"/>
                      <a:pt x="406" y="417"/>
                      <a:pt x="365" y="377"/>
                    </a:cubicBezTo>
                    <a:cubicBezTo>
                      <a:pt x="322" y="333"/>
                      <a:pt x="278" y="290"/>
                      <a:pt x="234" y="247"/>
                    </a:cubicBezTo>
                    <a:cubicBezTo>
                      <a:pt x="193" y="206"/>
                      <a:pt x="152" y="165"/>
                      <a:pt x="110" y="125"/>
                    </a:cubicBezTo>
                    <a:cubicBezTo>
                      <a:pt x="93" y="108"/>
                      <a:pt x="76" y="90"/>
                      <a:pt x="59" y="74"/>
                    </a:cubicBezTo>
                    <a:cubicBezTo>
                      <a:pt x="49" y="65"/>
                      <a:pt x="39" y="56"/>
                      <a:pt x="30" y="46"/>
                    </a:cubicBezTo>
                    <a:cubicBezTo>
                      <a:pt x="26" y="42"/>
                      <a:pt x="21" y="37"/>
                      <a:pt x="17" y="33"/>
                    </a:cubicBezTo>
                    <a:cubicBezTo>
                      <a:pt x="12" y="29"/>
                      <a:pt x="8" y="26"/>
                      <a:pt x="4" y="22"/>
                    </a:cubicBezTo>
                    <a:cubicBezTo>
                      <a:pt x="0" y="17"/>
                      <a:pt x="0" y="9"/>
                      <a:pt x="4" y="4"/>
                    </a:cubicBezTo>
                    <a:cubicBezTo>
                      <a:pt x="10" y="0"/>
                      <a:pt x="17" y="0"/>
                      <a:pt x="22" y="4"/>
                    </a:cubicBezTo>
                    <a:cubicBezTo>
                      <a:pt x="26" y="8"/>
                      <a:pt x="31" y="13"/>
                      <a:pt x="35" y="18"/>
                    </a:cubicBezTo>
                    <a:cubicBezTo>
                      <a:pt x="41" y="23"/>
                      <a:pt x="47" y="29"/>
                      <a:pt x="53" y="36"/>
                    </a:cubicBezTo>
                    <a:cubicBezTo>
                      <a:pt x="63" y="45"/>
                      <a:pt x="72" y="55"/>
                      <a:pt x="82" y="65"/>
                    </a:cubicBezTo>
                    <a:cubicBezTo>
                      <a:pt x="103" y="87"/>
                      <a:pt x="125" y="109"/>
                      <a:pt x="146" y="130"/>
                    </a:cubicBezTo>
                    <a:cubicBezTo>
                      <a:pt x="187" y="171"/>
                      <a:pt x="228" y="211"/>
                      <a:pt x="269" y="252"/>
                    </a:cubicBezTo>
                    <a:cubicBezTo>
                      <a:pt x="312" y="295"/>
                      <a:pt x="356" y="338"/>
                      <a:pt x="399" y="381"/>
                    </a:cubicBezTo>
                    <a:cubicBezTo>
                      <a:pt x="440" y="421"/>
                      <a:pt x="481" y="462"/>
                      <a:pt x="522" y="502"/>
                    </a:cubicBezTo>
                    <a:cubicBezTo>
                      <a:pt x="564" y="544"/>
                      <a:pt x="606" y="585"/>
                      <a:pt x="648" y="627"/>
                    </a:cubicBezTo>
                    <a:cubicBezTo>
                      <a:pt x="689" y="668"/>
                      <a:pt x="731" y="709"/>
                      <a:pt x="773" y="751"/>
                    </a:cubicBezTo>
                    <a:cubicBezTo>
                      <a:pt x="815" y="792"/>
                      <a:pt x="856" y="833"/>
                      <a:pt x="898" y="875"/>
                    </a:cubicBezTo>
                    <a:cubicBezTo>
                      <a:pt x="940" y="916"/>
                      <a:pt x="981" y="957"/>
                      <a:pt x="1023" y="999"/>
                    </a:cubicBezTo>
                    <a:cubicBezTo>
                      <a:pt x="1065" y="1040"/>
                      <a:pt x="1107" y="1081"/>
                      <a:pt x="1149" y="1122"/>
                    </a:cubicBezTo>
                    <a:cubicBezTo>
                      <a:pt x="1190" y="1163"/>
                      <a:pt x="1231" y="1204"/>
                      <a:pt x="1272" y="1245"/>
                    </a:cubicBezTo>
                    <a:cubicBezTo>
                      <a:pt x="1290" y="1263"/>
                      <a:pt x="1308" y="1280"/>
                      <a:pt x="1326" y="1298"/>
                    </a:cubicBezTo>
                    <a:cubicBezTo>
                      <a:pt x="1334" y="1306"/>
                      <a:pt x="1343" y="1313"/>
                      <a:pt x="1351" y="1321"/>
                    </a:cubicBezTo>
                    <a:cubicBezTo>
                      <a:pt x="1359" y="1329"/>
                      <a:pt x="1367" y="1336"/>
                      <a:pt x="1375" y="1344"/>
                    </a:cubicBezTo>
                    <a:cubicBezTo>
                      <a:pt x="1380" y="1349"/>
                      <a:pt x="1380" y="1358"/>
                      <a:pt x="1375" y="1363"/>
                    </a:cubicBezTo>
                    <a:cubicBezTo>
                      <a:pt x="1372" y="1365"/>
                      <a:pt x="1369" y="1367"/>
                      <a:pt x="1365" y="1367"/>
                    </a:cubicBezTo>
                    <a:cubicBezTo>
                      <a:pt x="1362" y="1367"/>
                      <a:pt x="1358" y="1365"/>
                      <a:pt x="1356" y="13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3" name="Google Shape;1113;p13"/>
              <p:cNvSpPr/>
              <p:nvPr/>
            </p:nvSpPr>
            <p:spPr>
              <a:xfrm>
                <a:off x="1398960" y="994680"/>
                <a:ext cx="36000" cy="65520"/>
              </a:xfrm>
              <a:custGeom>
                <a:avLst/>
                <a:gdLst/>
                <a:ahLst/>
                <a:cxnLst/>
                <a:rect l="l" t="t" r="r" b="b"/>
                <a:pathLst>
                  <a:path w="100" h="182" extrusionOk="0">
                    <a:moveTo>
                      <a:pt x="44" y="181"/>
                    </a:moveTo>
                    <a:cubicBezTo>
                      <a:pt x="37" y="180"/>
                      <a:pt x="32" y="173"/>
                      <a:pt x="33" y="167"/>
                    </a:cubicBezTo>
                    <a:cubicBezTo>
                      <a:pt x="36" y="154"/>
                      <a:pt x="39" y="141"/>
                      <a:pt x="41" y="128"/>
                    </a:cubicBezTo>
                    <a:cubicBezTo>
                      <a:pt x="44" y="116"/>
                      <a:pt x="46" y="104"/>
                      <a:pt x="49" y="92"/>
                    </a:cubicBezTo>
                    <a:cubicBezTo>
                      <a:pt x="51" y="84"/>
                      <a:pt x="54" y="75"/>
                      <a:pt x="56" y="67"/>
                    </a:cubicBezTo>
                    <a:cubicBezTo>
                      <a:pt x="53" y="71"/>
                      <a:pt x="49" y="75"/>
                      <a:pt x="46" y="78"/>
                    </a:cubicBezTo>
                    <a:cubicBezTo>
                      <a:pt x="41" y="83"/>
                      <a:pt x="36" y="88"/>
                      <a:pt x="32" y="93"/>
                    </a:cubicBezTo>
                    <a:cubicBezTo>
                      <a:pt x="30" y="95"/>
                      <a:pt x="28" y="97"/>
                      <a:pt x="26" y="99"/>
                    </a:cubicBezTo>
                    <a:cubicBezTo>
                      <a:pt x="25" y="100"/>
                      <a:pt x="23" y="102"/>
                      <a:pt x="22" y="103"/>
                    </a:cubicBezTo>
                    <a:cubicBezTo>
                      <a:pt x="19" y="105"/>
                      <a:pt x="15" y="106"/>
                      <a:pt x="12" y="106"/>
                    </a:cubicBezTo>
                    <a:cubicBezTo>
                      <a:pt x="8" y="105"/>
                      <a:pt x="4" y="102"/>
                      <a:pt x="2" y="98"/>
                    </a:cubicBezTo>
                    <a:cubicBezTo>
                      <a:pt x="0" y="92"/>
                      <a:pt x="2" y="86"/>
                      <a:pt x="8" y="82"/>
                    </a:cubicBezTo>
                    <a:cubicBezTo>
                      <a:pt x="8" y="82"/>
                      <a:pt x="9" y="82"/>
                      <a:pt x="9" y="81"/>
                    </a:cubicBezTo>
                    <a:cubicBezTo>
                      <a:pt x="24" y="67"/>
                      <a:pt x="38" y="53"/>
                      <a:pt x="51" y="38"/>
                    </a:cubicBezTo>
                    <a:cubicBezTo>
                      <a:pt x="58" y="30"/>
                      <a:pt x="64" y="23"/>
                      <a:pt x="69" y="15"/>
                    </a:cubicBezTo>
                    <a:cubicBezTo>
                      <a:pt x="72" y="11"/>
                      <a:pt x="75" y="6"/>
                      <a:pt x="78" y="4"/>
                    </a:cubicBezTo>
                    <a:cubicBezTo>
                      <a:pt x="83" y="1"/>
                      <a:pt x="88" y="0"/>
                      <a:pt x="92" y="2"/>
                    </a:cubicBezTo>
                    <a:cubicBezTo>
                      <a:pt x="96" y="5"/>
                      <a:pt x="99" y="10"/>
                      <a:pt x="98" y="15"/>
                    </a:cubicBezTo>
                    <a:cubicBezTo>
                      <a:pt x="97" y="20"/>
                      <a:pt x="95" y="25"/>
                      <a:pt x="93" y="30"/>
                    </a:cubicBezTo>
                    <a:cubicBezTo>
                      <a:pt x="91" y="35"/>
                      <a:pt x="89" y="39"/>
                      <a:pt x="88" y="44"/>
                    </a:cubicBezTo>
                    <a:cubicBezTo>
                      <a:pt x="79" y="70"/>
                      <a:pt x="71" y="96"/>
                      <a:pt x="65" y="123"/>
                    </a:cubicBezTo>
                    <a:cubicBezTo>
                      <a:pt x="62" y="139"/>
                      <a:pt x="60" y="155"/>
                      <a:pt x="58" y="170"/>
                    </a:cubicBezTo>
                    <a:cubicBezTo>
                      <a:pt x="57" y="176"/>
                      <a:pt x="51" y="181"/>
                      <a:pt x="46" y="181"/>
                    </a:cubicBezTo>
                    <a:cubicBezTo>
                      <a:pt x="45" y="181"/>
                      <a:pt x="44" y="181"/>
                      <a:pt x="44" y="1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4" name="Google Shape;1114;p13"/>
              <p:cNvSpPr/>
              <p:nvPr/>
            </p:nvSpPr>
            <p:spPr>
              <a:xfrm>
                <a:off x="1705680" y="1290240"/>
                <a:ext cx="30600" cy="57600"/>
              </a:xfrm>
              <a:custGeom>
                <a:avLst/>
                <a:gdLst/>
                <a:ahLst/>
                <a:cxnLst/>
                <a:rect l="l" t="t" r="r" b="b"/>
                <a:pathLst>
                  <a:path w="85" h="160" extrusionOk="0">
                    <a:moveTo>
                      <a:pt x="26" y="159"/>
                    </a:moveTo>
                    <a:cubicBezTo>
                      <a:pt x="19" y="157"/>
                      <a:pt x="15" y="149"/>
                      <a:pt x="18" y="142"/>
                    </a:cubicBezTo>
                    <a:cubicBezTo>
                      <a:pt x="21" y="133"/>
                      <a:pt x="24" y="124"/>
                      <a:pt x="28" y="114"/>
                    </a:cubicBezTo>
                    <a:cubicBezTo>
                      <a:pt x="33" y="98"/>
                      <a:pt x="39" y="82"/>
                      <a:pt x="44" y="66"/>
                    </a:cubicBezTo>
                    <a:cubicBezTo>
                      <a:pt x="45" y="65"/>
                      <a:pt x="45" y="63"/>
                      <a:pt x="45" y="62"/>
                    </a:cubicBezTo>
                    <a:cubicBezTo>
                      <a:pt x="44" y="63"/>
                      <a:pt x="44" y="64"/>
                      <a:pt x="42" y="65"/>
                    </a:cubicBezTo>
                    <a:cubicBezTo>
                      <a:pt x="36" y="72"/>
                      <a:pt x="29" y="80"/>
                      <a:pt x="23" y="87"/>
                    </a:cubicBezTo>
                    <a:cubicBezTo>
                      <a:pt x="17" y="92"/>
                      <a:pt x="9" y="92"/>
                      <a:pt x="5" y="87"/>
                    </a:cubicBezTo>
                    <a:cubicBezTo>
                      <a:pt x="0" y="82"/>
                      <a:pt x="0" y="74"/>
                      <a:pt x="5" y="69"/>
                    </a:cubicBezTo>
                    <a:cubicBezTo>
                      <a:pt x="18" y="56"/>
                      <a:pt x="31" y="43"/>
                      <a:pt x="44" y="29"/>
                    </a:cubicBezTo>
                    <a:cubicBezTo>
                      <a:pt x="47" y="25"/>
                      <a:pt x="49" y="22"/>
                      <a:pt x="52" y="19"/>
                    </a:cubicBezTo>
                    <a:cubicBezTo>
                      <a:pt x="54" y="16"/>
                      <a:pt x="55" y="15"/>
                      <a:pt x="57" y="12"/>
                    </a:cubicBezTo>
                    <a:cubicBezTo>
                      <a:pt x="58" y="11"/>
                      <a:pt x="59" y="9"/>
                      <a:pt x="61" y="8"/>
                    </a:cubicBezTo>
                    <a:cubicBezTo>
                      <a:pt x="62" y="6"/>
                      <a:pt x="65" y="5"/>
                      <a:pt x="67" y="4"/>
                    </a:cubicBezTo>
                    <a:cubicBezTo>
                      <a:pt x="74" y="0"/>
                      <a:pt x="83" y="6"/>
                      <a:pt x="84" y="13"/>
                    </a:cubicBezTo>
                    <a:cubicBezTo>
                      <a:pt x="84" y="16"/>
                      <a:pt x="84" y="19"/>
                      <a:pt x="83" y="22"/>
                    </a:cubicBezTo>
                    <a:cubicBezTo>
                      <a:pt x="83" y="23"/>
                      <a:pt x="82" y="25"/>
                      <a:pt x="82" y="27"/>
                    </a:cubicBezTo>
                    <a:cubicBezTo>
                      <a:pt x="80" y="30"/>
                      <a:pt x="80" y="32"/>
                      <a:pt x="79" y="35"/>
                    </a:cubicBezTo>
                    <a:cubicBezTo>
                      <a:pt x="79" y="34"/>
                      <a:pt x="79" y="34"/>
                      <a:pt x="79" y="34"/>
                    </a:cubicBezTo>
                    <a:lnTo>
                      <a:pt x="79" y="35"/>
                    </a:lnTo>
                    <a:cubicBezTo>
                      <a:pt x="79" y="36"/>
                      <a:pt x="79" y="36"/>
                      <a:pt x="78" y="36"/>
                    </a:cubicBezTo>
                    <a:cubicBezTo>
                      <a:pt x="79" y="36"/>
                      <a:pt x="79" y="36"/>
                      <a:pt x="79" y="36"/>
                    </a:cubicBezTo>
                    <a:lnTo>
                      <a:pt x="79" y="35"/>
                    </a:lnTo>
                    <a:cubicBezTo>
                      <a:pt x="79" y="36"/>
                      <a:pt x="79" y="36"/>
                      <a:pt x="79" y="36"/>
                    </a:cubicBezTo>
                    <a:cubicBezTo>
                      <a:pt x="79" y="35"/>
                      <a:pt x="79" y="35"/>
                      <a:pt x="79" y="35"/>
                    </a:cubicBezTo>
                    <a:lnTo>
                      <a:pt x="79" y="36"/>
                    </a:lnTo>
                    <a:cubicBezTo>
                      <a:pt x="78" y="36"/>
                      <a:pt x="78" y="36"/>
                      <a:pt x="78" y="36"/>
                    </a:cubicBezTo>
                    <a:cubicBezTo>
                      <a:pt x="72" y="55"/>
                      <a:pt x="65" y="74"/>
                      <a:pt x="59" y="93"/>
                    </a:cubicBezTo>
                    <a:cubicBezTo>
                      <a:pt x="52" y="112"/>
                      <a:pt x="47" y="131"/>
                      <a:pt x="41" y="150"/>
                    </a:cubicBezTo>
                    <a:cubicBezTo>
                      <a:pt x="39" y="156"/>
                      <a:pt x="34" y="159"/>
                      <a:pt x="29" y="159"/>
                    </a:cubicBezTo>
                    <a:cubicBezTo>
                      <a:pt x="28" y="159"/>
                      <a:pt x="27" y="159"/>
                      <a:pt x="26" y="15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5" name="Google Shape;1115;p13"/>
              <p:cNvSpPr/>
              <p:nvPr/>
            </p:nvSpPr>
            <p:spPr>
              <a:xfrm>
                <a:off x="1400040" y="1305000"/>
                <a:ext cx="4140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120" extrusionOk="0">
                    <a:moveTo>
                      <a:pt x="62" y="96"/>
                    </a:moveTo>
                    <a:cubicBezTo>
                      <a:pt x="63" y="96"/>
                      <a:pt x="64" y="96"/>
                      <a:pt x="65" y="96"/>
                    </a:cubicBezTo>
                    <a:cubicBezTo>
                      <a:pt x="66" y="95"/>
                      <a:pt x="66" y="95"/>
                      <a:pt x="67" y="95"/>
                    </a:cubicBezTo>
                    <a:cubicBezTo>
                      <a:pt x="68" y="94"/>
                      <a:pt x="68" y="94"/>
                      <a:pt x="69" y="94"/>
                    </a:cubicBezTo>
                    <a:cubicBezTo>
                      <a:pt x="69" y="94"/>
                      <a:pt x="70" y="93"/>
                      <a:pt x="71" y="93"/>
                    </a:cubicBezTo>
                    <a:cubicBezTo>
                      <a:pt x="73" y="91"/>
                      <a:pt x="75" y="90"/>
                      <a:pt x="76" y="89"/>
                    </a:cubicBezTo>
                    <a:cubicBezTo>
                      <a:pt x="78" y="87"/>
                      <a:pt x="79" y="86"/>
                      <a:pt x="80" y="84"/>
                    </a:cubicBezTo>
                    <a:cubicBezTo>
                      <a:pt x="82" y="82"/>
                      <a:pt x="84" y="80"/>
                      <a:pt x="86" y="77"/>
                    </a:cubicBezTo>
                    <a:cubicBezTo>
                      <a:pt x="87" y="76"/>
                      <a:pt x="87" y="75"/>
                      <a:pt x="88" y="74"/>
                    </a:cubicBezTo>
                    <a:cubicBezTo>
                      <a:pt x="89" y="73"/>
                      <a:pt x="89" y="71"/>
                      <a:pt x="90" y="70"/>
                    </a:cubicBezTo>
                    <a:cubicBezTo>
                      <a:pt x="90" y="68"/>
                      <a:pt x="90" y="67"/>
                      <a:pt x="91" y="66"/>
                    </a:cubicBezTo>
                    <a:cubicBezTo>
                      <a:pt x="91" y="65"/>
                      <a:pt x="91" y="64"/>
                      <a:pt x="91" y="62"/>
                    </a:cubicBezTo>
                    <a:cubicBezTo>
                      <a:pt x="91" y="63"/>
                      <a:pt x="91" y="64"/>
                      <a:pt x="91" y="64"/>
                    </a:cubicBezTo>
                    <a:cubicBezTo>
                      <a:pt x="91" y="63"/>
                      <a:pt x="91" y="62"/>
                      <a:pt x="91" y="61"/>
                    </a:cubicBezTo>
                    <a:cubicBezTo>
                      <a:pt x="91" y="59"/>
                      <a:pt x="90" y="57"/>
                      <a:pt x="90" y="55"/>
                    </a:cubicBezTo>
                    <a:cubicBezTo>
                      <a:pt x="90" y="54"/>
                      <a:pt x="90" y="53"/>
                      <a:pt x="89" y="52"/>
                    </a:cubicBezTo>
                    <a:cubicBezTo>
                      <a:pt x="89" y="50"/>
                      <a:pt x="87" y="48"/>
                      <a:pt x="87" y="45"/>
                    </a:cubicBezTo>
                    <a:cubicBezTo>
                      <a:pt x="86" y="44"/>
                      <a:pt x="85" y="43"/>
                      <a:pt x="84" y="41"/>
                    </a:cubicBezTo>
                    <a:lnTo>
                      <a:pt x="83" y="40"/>
                    </a:lnTo>
                    <a:cubicBezTo>
                      <a:pt x="82" y="38"/>
                      <a:pt x="80" y="37"/>
                      <a:pt x="78" y="36"/>
                    </a:cubicBezTo>
                    <a:cubicBezTo>
                      <a:pt x="79" y="36"/>
                      <a:pt x="79" y="36"/>
                      <a:pt x="79" y="37"/>
                    </a:cubicBezTo>
                    <a:cubicBezTo>
                      <a:pt x="79" y="36"/>
                      <a:pt x="78" y="35"/>
                      <a:pt x="76" y="34"/>
                    </a:cubicBezTo>
                    <a:lnTo>
                      <a:pt x="75" y="33"/>
                    </a:lnTo>
                    <a:lnTo>
                      <a:pt x="74" y="33"/>
                    </a:lnTo>
                    <a:lnTo>
                      <a:pt x="75" y="33"/>
                    </a:lnTo>
                    <a:cubicBezTo>
                      <a:pt x="74" y="33"/>
                      <a:pt x="73" y="32"/>
                      <a:pt x="72" y="32"/>
                    </a:cubicBezTo>
                    <a:cubicBezTo>
                      <a:pt x="71" y="31"/>
                      <a:pt x="69" y="31"/>
                      <a:pt x="68" y="31"/>
                    </a:cubicBezTo>
                    <a:cubicBezTo>
                      <a:pt x="66" y="30"/>
                      <a:pt x="65" y="30"/>
                      <a:pt x="64" y="30"/>
                    </a:cubicBezTo>
                    <a:cubicBezTo>
                      <a:pt x="61" y="30"/>
                      <a:pt x="58" y="30"/>
                      <a:pt x="55" y="30"/>
                    </a:cubicBezTo>
                    <a:cubicBezTo>
                      <a:pt x="49" y="31"/>
                      <a:pt x="43" y="31"/>
                      <a:pt x="37" y="33"/>
                    </a:cubicBezTo>
                    <a:cubicBezTo>
                      <a:pt x="37" y="33"/>
                      <a:pt x="38" y="32"/>
                      <a:pt x="39" y="32"/>
                    </a:cubicBezTo>
                    <a:cubicBezTo>
                      <a:pt x="38" y="33"/>
                      <a:pt x="37" y="33"/>
                      <a:pt x="36" y="33"/>
                    </a:cubicBezTo>
                    <a:cubicBezTo>
                      <a:pt x="36" y="34"/>
                      <a:pt x="35" y="36"/>
                      <a:pt x="34" y="37"/>
                    </a:cubicBezTo>
                    <a:cubicBezTo>
                      <a:pt x="32" y="41"/>
                      <a:pt x="30" y="46"/>
                      <a:pt x="28" y="51"/>
                    </a:cubicBezTo>
                    <a:cubicBezTo>
                      <a:pt x="27" y="54"/>
                      <a:pt x="26" y="57"/>
                      <a:pt x="26" y="60"/>
                    </a:cubicBezTo>
                    <a:cubicBezTo>
                      <a:pt x="25" y="62"/>
                      <a:pt x="25" y="64"/>
                      <a:pt x="25" y="65"/>
                    </a:cubicBezTo>
                    <a:cubicBezTo>
                      <a:pt x="25" y="66"/>
                      <a:pt x="25" y="66"/>
                      <a:pt x="25" y="68"/>
                    </a:cubicBezTo>
                    <a:cubicBezTo>
                      <a:pt x="25" y="69"/>
                      <a:pt x="25" y="70"/>
                      <a:pt x="25" y="72"/>
                    </a:cubicBezTo>
                    <a:cubicBezTo>
                      <a:pt x="26" y="72"/>
                      <a:pt x="26" y="73"/>
                      <a:pt x="26" y="74"/>
                    </a:cubicBezTo>
                    <a:cubicBezTo>
                      <a:pt x="27" y="76"/>
                      <a:pt x="27" y="77"/>
                      <a:pt x="28" y="78"/>
                    </a:cubicBezTo>
                    <a:cubicBezTo>
                      <a:pt x="29" y="80"/>
                      <a:pt x="29" y="81"/>
                      <a:pt x="30" y="82"/>
                    </a:cubicBezTo>
                    <a:cubicBezTo>
                      <a:pt x="31" y="84"/>
                      <a:pt x="32" y="85"/>
                      <a:pt x="33" y="86"/>
                    </a:cubicBezTo>
                    <a:cubicBezTo>
                      <a:pt x="34" y="87"/>
                      <a:pt x="35" y="88"/>
                      <a:pt x="36" y="89"/>
                    </a:cubicBezTo>
                    <a:cubicBezTo>
                      <a:pt x="36" y="89"/>
                      <a:pt x="37" y="89"/>
                      <a:pt x="37" y="90"/>
                    </a:cubicBezTo>
                    <a:cubicBezTo>
                      <a:pt x="37" y="90"/>
                      <a:pt x="38" y="90"/>
                      <a:pt x="39" y="91"/>
                    </a:cubicBezTo>
                    <a:cubicBezTo>
                      <a:pt x="40" y="91"/>
                      <a:pt x="42" y="92"/>
                      <a:pt x="44" y="93"/>
                    </a:cubicBezTo>
                    <a:cubicBezTo>
                      <a:pt x="45" y="93"/>
                      <a:pt x="47" y="94"/>
                      <a:pt x="48" y="94"/>
                    </a:cubicBezTo>
                    <a:cubicBezTo>
                      <a:pt x="52" y="95"/>
                      <a:pt x="56" y="96"/>
                      <a:pt x="59" y="96"/>
                    </a:cubicBezTo>
                    <a:cubicBezTo>
                      <a:pt x="61" y="96"/>
                      <a:pt x="61" y="96"/>
                      <a:pt x="62" y="96"/>
                    </a:cubicBezTo>
                    <a:moveTo>
                      <a:pt x="50" y="118"/>
                    </a:moveTo>
                    <a:cubicBezTo>
                      <a:pt x="46" y="118"/>
                      <a:pt x="42" y="117"/>
                      <a:pt x="39" y="116"/>
                    </a:cubicBezTo>
                    <a:cubicBezTo>
                      <a:pt x="30" y="114"/>
                      <a:pt x="23" y="110"/>
                      <a:pt x="18" y="104"/>
                    </a:cubicBezTo>
                    <a:cubicBezTo>
                      <a:pt x="6" y="94"/>
                      <a:pt x="0" y="77"/>
                      <a:pt x="1" y="62"/>
                    </a:cubicBezTo>
                    <a:cubicBezTo>
                      <a:pt x="2" y="54"/>
                      <a:pt x="5" y="47"/>
                      <a:pt x="7" y="38"/>
                    </a:cubicBezTo>
                    <a:cubicBezTo>
                      <a:pt x="9" y="35"/>
                      <a:pt x="10" y="31"/>
                      <a:pt x="12" y="27"/>
                    </a:cubicBezTo>
                    <a:cubicBezTo>
                      <a:pt x="10" y="21"/>
                      <a:pt x="13" y="15"/>
                      <a:pt x="20" y="13"/>
                    </a:cubicBezTo>
                    <a:cubicBezTo>
                      <a:pt x="23" y="10"/>
                      <a:pt x="25" y="7"/>
                      <a:pt x="27" y="5"/>
                    </a:cubicBezTo>
                    <a:cubicBezTo>
                      <a:pt x="33" y="1"/>
                      <a:pt x="40" y="0"/>
                      <a:pt x="45" y="5"/>
                    </a:cubicBezTo>
                    <a:cubicBezTo>
                      <a:pt x="46" y="6"/>
                      <a:pt x="47" y="6"/>
                      <a:pt x="47" y="8"/>
                    </a:cubicBezTo>
                    <a:cubicBezTo>
                      <a:pt x="61" y="6"/>
                      <a:pt x="77" y="7"/>
                      <a:pt x="89" y="15"/>
                    </a:cubicBezTo>
                    <a:cubicBezTo>
                      <a:pt x="101" y="23"/>
                      <a:pt x="110" y="37"/>
                      <a:pt x="113" y="51"/>
                    </a:cubicBezTo>
                    <a:cubicBezTo>
                      <a:pt x="114" y="59"/>
                      <a:pt x="114" y="67"/>
                      <a:pt x="113" y="75"/>
                    </a:cubicBezTo>
                    <a:cubicBezTo>
                      <a:pt x="110" y="83"/>
                      <a:pt x="105" y="91"/>
                      <a:pt x="100" y="97"/>
                    </a:cubicBezTo>
                    <a:cubicBezTo>
                      <a:pt x="95" y="103"/>
                      <a:pt x="90" y="108"/>
                      <a:pt x="83" y="112"/>
                    </a:cubicBezTo>
                    <a:cubicBezTo>
                      <a:pt x="80" y="114"/>
                      <a:pt x="78" y="116"/>
                      <a:pt x="74" y="117"/>
                    </a:cubicBezTo>
                    <a:cubicBezTo>
                      <a:pt x="70" y="118"/>
                      <a:pt x="66" y="119"/>
                      <a:pt x="61" y="119"/>
                    </a:cubicBezTo>
                    <a:cubicBezTo>
                      <a:pt x="61" y="119"/>
                      <a:pt x="60" y="119"/>
                      <a:pt x="59" y="119"/>
                    </a:cubicBezTo>
                    <a:cubicBezTo>
                      <a:pt x="57" y="119"/>
                      <a:pt x="53" y="119"/>
                      <a:pt x="50" y="11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6" name="Google Shape;1116;p13"/>
              <p:cNvSpPr/>
              <p:nvPr/>
            </p:nvSpPr>
            <p:spPr>
              <a:xfrm>
                <a:off x="1547640" y="993600"/>
                <a:ext cx="10800" cy="40320"/>
              </a:xfrm>
              <a:custGeom>
                <a:avLst/>
                <a:gdLst/>
                <a:ahLst/>
                <a:cxnLst/>
                <a:rect l="l" t="t" r="r" b="b"/>
                <a:pathLst>
                  <a:path w="30" h="112" extrusionOk="0">
                    <a:moveTo>
                      <a:pt x="4" y="99"/>
                    </a:moveTo>
                    <a:cubicBezTo>
                      <a:pt x="4" y="85"/>
                      <a:pt x="3" y="71"/>
                      <a:pt x="3" y="57"/>
                    </a:cubicBezTo>
                    <a:cubicBezTo>
                      <a:pt x="3" y="50"/>
                      <a:pt x="3" y="43"/>
                      <a:pt x="3" y="36"/>
                    </a:cubicBezTo>
                    <a:cubicBezTo>
                      <a:pt x="3" y="31"/>
                      <a:pt x="3" y="25"/>
                      <a:pt x="3" y="19"/>
                    </a:cubicBezTo>
                    <a:cubicBezTo>
                      <a:pt x="0" y="12"/>
                      <a:pt x="4" y="4"/>
                      <a:pt x="11" y="2"/>
                    </a:cubicBezTo>
                    <a:cubicBezTo>
                      <a:pt x="17" y="0"/>
                      <a:pt x="23" y="3"/>
                      <a:pt x="26" y="8"/>
                    </a:cubicBezTo>
                    <a:cubicBezTo>
                      <a:pt x="29" y="12"/>
                      <a:pt x="28" y="19"/>
                      <a:pt x="28" y="24"/>
                    </a:cubicBezTo>
                    <a:cubicBezTo>
                      <a:pt x="27" y="31"/>
                      <a:pt x="27" y="38"/>
                      <a:pt x="26" y="45"/>
                    </a:cubicBezTo>
                    <a:cubicBezTo>
                      <a:pt x="26" y="58"/>
                      <a:pt x="26" y="72"/>
                      <a:pt x="28" y="86"/>
                    </a:cubicBezTo>
                    <a:cubicBezTo>
                      <a:pt x="27" y="85"/>
                      <a:pt x="27" y="85"/>
                      <a:pt x="27" y="85"/>
                    </a:cubicBezTo>
                    <a:cubicBezTo>
                      <a:pt x="28" y="89"/>
                      <a:pt x="28" y="93"/>
                      <a:pt x="28" y="98"/>
                    </a:cubicBezTo>
                    <a:cubicBezTo>
                      <a:pt x="29" y="104"/>
                      <a:pt x="25" y="110"/>
                      <a:pt x="18" y="111"/>
                    </a:cubicBezTo>
                    <a:cubicBezTo>
                      <a:pt x="17" y="111"/>
                      <a:pt x="17" y="111"/>
                      <a:pt x="17" y="111"/>
                    </a:cubicBezTo>
                    <a:cubicBezTo>
                      <a:pt x="10" y="111"/>
                      <a:pt x="5" y="106"/>
                      <a:pt x="4" y="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7" name="Google Shape;1117;p13"/>
              <p:cNvSpPr/>
              <p:nvPr/>
            </p:nvSpPr>
            <p:spPr>
              <a:xfrm>
                <a:off x="1523160" y="1015200"/>
                <a:ext cx="69120" cy="15480"/>
              </a:xfrm>
              <a:custGeom>
                <a:avLst/>
                <a:gdLst/>
                <a:ahLst/>
                <a:cxnLst/>
                <a:rect l="l" t="t" r="r" b="b"/>
                <a:pathLst>
                  <a:path w="192" h="43" extrusionOk="0">
                    <a:moveTo>
                      <a:pt x="1" y="32"/>
                    </a:moveTo>
                    <a:cubicBezTo>
                      <a:pt x="0" y="25"/>
                      <a:pt x="5" y="19"/>
                      <a:pt x="12" y="18"/>
                    </a:cubicBezTo>
                    <a:cubicBezTo>
                      <a:pt x="26" y="17"/>
                      <a:pt x="40" y="16"/>
                      <a:pt x="54" y="14"/>
                    </a:cubicBezTo>
                    <a:cubicBezTo>
                      <a:pt x="68" y="13"/>
                      <a:pt x="82" y="11"/>
                      <a:pt x="96" y="10"/>
                    </a:cubicBezTo>
                    <a:cubicBezTo>
                      <a:pt x="108" y="8"/>
                      <a:pt x="121" y="6"/>
                      <a:pt x="135" y="5"/>
                    </a:cubicBezTo>
                    <a:cubicBezTo>
                      <a:pt x="149" y="3"/>
                      <a:pt x="166" y="0"/>
                      <a:pt x="180" y="4"/>
                    </a:cubicBezTo>
                    <a:cubicBezTo>
                      <a:pt x="181" y="4"/>
                      <a:pt x="181" y="4"/>
                      <a:pt x="181" y="4"/>
                    </a:cubicBezTo>
                    <a:cubicBezTo>
                      <a:pt x="187" y="5"/>
                      <a:pt x="191" y="12"/>
                      <a:pt x="189" y="19"/>
                    </a:cubicBezTo>
                    <a:cubicBezTo>
                      <a:pt x="188" y="26"/>
                      <a:pt x="181" y="31"/>
                      <a:pt x="174" y="28"/>
                    </a:cubicBezTo>
                    <a:cubicBezTo>
                      <a:pt x="173" y="28"/>
                      <a:pt x="172" y="28"/>
                      <a:pt x="171" y="27"/>
                    </a:cubicBezTo>
                    <a:cubicBezTo>
                      <a:pt x="168" y="27"/>
                      <a:pt x="166" y="26"/>
                      <a:pt x="164" y="26"/>
                    </a:cubicBezTo>
                    <a:cubicBezTo>
                      <a:pt x="160" y="26"/>
                      <a:pt x="156" y="26"/>
                      <a:pt x="153" y="26"/>
                    </a:cubicBezTo>
                    <a:cubicBezTo>
                      <a:pt x="130" y="29"/>
                      <a:pt x="107" y="32"/>
                      <a:pt x="85" y="34"/>
                    </a:cubicBezTo>
                    <a:cubicBezTo>
                      <a:pt x="61" y="37"/>
                      <a:pt x="38" y="39"/>
                      <a:pt x="15" y="42"/>
                    </a:cubicBezTo>
                    <a:cubicBezTo>
                      <a:pt x="14" y="42"/>
                      <a:pt x="13" y="42"/>
                      <a:pt x="13" y="42"/>
                    </a:cubicBezTo>
                    <a:cubicBezTo>
                      <a:pt x="7" y="42"/>
                      <a:pt x="2" y="38"/>
                      <a:pt x="1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8" name="Google Shape;1118;p13"/>
              <p:cNvSpPr/>
              <p:nvPr/>
            </p:nvSpPr>
            <p:spPr>
              <a:xfrm>
                <a:off x="1568880" y="1037160"/>
                <a:ext cx="34920" cy="29520"/>
              </a:xfrm>
              <a:custGeom>
                <a:avLst/>
                <a:gdLst/>
                <a:ahLst/>
                <a:cxnLst/>
                <a:rect l="l" t="t" r="r" b="b"/>
                <a:pathLst>
                  <a:path w="97" h="82" extrusionOk="0">
                    <a:moveTo>
                      <a:pt x="77" y="79"/>
                    </a:moveTo>
                    <a:cubicBezTo>
                      <a:pt x="62" y="70"/>
                      <a:pt x="47" y="60"/>
                      <a:pt x="33" y="50"/>
                    </a:cubicBezTo>
                    <a:cubicBezTo>
                      <a:pt x="27" y="45"/>
                      <a:pt x="21" y="41"/>
                      <a:pt x="15" y="36"/>
                    </a:cubicBezTo>
                    <a:cubicBezTo>
                      <a:pt x="11" y="32"/>
                      <a:pt x="7" y="29"/>
                      <a:pt x="3" y="25"/>
                    </a:cubicBezTo>
                    <a:cubicBezTo>
                      <a:pt x="2" y="23"/>
                      <a:pt x="1" y="21"/>
                      <a:pt x="0" y="19"/>
                    </a:cubicBezTo>
                    <a:cubicBezTo>
                      <a:pt x="0" y="17"/>
                      <a:pt x="0" y="16"/>
                      <a:pt x="0" y="14"/>
                    </a:cubicBezTo>
                    <a:cubicBezTo>
                      <a:pt x="0" y="10"/>
                      <a:pt x="2" y="7"/>
                      <a:pt x="5" y="5"/>
                    </a:cubicBezTo>
                    <a:cubicBezTo>
                      <a:pt x="11" y="0"/>
                      <a:pt x="20" y="3"/>
                      <a:pt x="23" y="9"/>
                    </a:cubicBezTo>
                    <a:cubicBezTo>
                      <a:pt x="24" y="10"/>
                      <a:pt x="24" y="10"/>
                      <a:pt x="25" y="11"/>
                    </a:cubicBezTo>
                    <a:cubicBezTo>
                      <a:pt x="30" y="16"/>
                      <a:pt x="36" y="21"/>
                      <a:pt x="41" y="26"/>
                    </a:cubicBezTo>
                    <a:cubicBezTo>
                      <a:pt x="50" y="34"/>
                      <a:pt x="60" y="41"/>
                      <a:pt x="70" y="47"/>
                    </a:cubicBezTo>
                    <a:cubicBezTo>
                      <a:pt x="69" y="46"/>
                      <a:pt x="69" y="46"/>
                      <a:pt x="69" y="46"/>
                    </a:cubicBezTo>
                    <a:cubicBezTo>
                      <a:pt x="75" y="51"/>
                      <a:pt x="82" y="55"/>
                      <a:pt x="89" y="59"/>
                    </a:cubicBezTo>
                    <a:cubicBezTo>
                      <a:pt x="94" y="62"/>
                      <a:pt x="96" y="69"/>
                      <a:pt x="93" y="74"/>
                    </a:cubicBezTo>
                    <a:cubicBezTo>
                      <a:pt x="91" y="78"/>
                      <a:pt x="87" y="81"/>
                      <a:pt x="83" y="81"/>
                    </a:cubicBezTo>
                    <a:cubicBezTo>
                      <a:pt x="81" y="81"/>
                      <a:pt x="79" y="80"/>
                      <a:pt x="77" y="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9" name="Google Shape;1119;p13"/>
              <p:cNvSpPr/>
              <p:nvPr/>
            </p:nvSpPr>
            <p:spPr>
              <a:xfrm>
                <a:off x="1577880" y="1047240"/>
                <a:ext cx="33120" cy="16920"/>
              </a:xfrm>
              <a:custGeom>
                <a:avLst/>
                <a:gdLst/>
                <a:ahLst/>
                <a:cxnLst/>
                <a:rect l="l" t="t" r="r" b="b"/>
                <a:pathLst>
                  <a:path w="92" h="47" extrusionOk="0">
                    <a:moveTo>
                      <a:pt x="4" y="42"/>
                    </a:moveTo>
                    <a:cubicBezTo>
                      <a:pt x="0" y="37"/>
                      <a:pt x="1" y="28"/>
                      <a:pt x="6" y="25"/>
                    </a:cubicBezTo>
                    <a:cubicBezTo>
                      <a:pt x="16" y="18"/>
                      <a:pt x="27" y="13"/>
                      <a:pt x="38" y="9"/>
                    </a:cubicBezTo>
                    <a:cubicBezTo>
                      <a:pt x="40" y="8"/>
                      <a:pt x="42" y="7"/>
                      <a:pt x="45" y="6"/>
                    </a:cubicBezTo>
                    <a:cubicBezTo>
                      <a:pt x="50" y="4"/>
                      <a:pt x="56" y="3"/>
                      <a:pt x="62" y="2"/>
                    </a:cubicBezTo>
                    <a:cubicBezTo>
                      <a:pt x="67" y="0"/>
                      <a:pt x="71" y="0"/>
                      <a:pt x="76" y="0"/>
                    </a:cubicBezTo>
                    <a:cubicBezTo>
                      <a:pt x="81" y="1"/>
                      <a:pt x="84" y="4"/>
                      <a:pt x="87" y="7"/>
                    </a:cubicBezTo>
                    <a:cubicBezTo>
                      <a:pt x="91" y="13"/>
                      <a:pt x="89" y="22"/>
                      <a:pt x="83" y="26"/>
                    </a:cubicBezTo>
                    <a:cubicBezTo>
                      <a:pt x="79" y="28"/>
                      <a:pt x="74" y="28"/>
                      <a:pt x="70" y="25"/>
                    </a:cubicBezTo>
                    <a:cubicBezTo>
                      <a:pt x="67" y="25"/>
                      <a:pt x="64" y="26"/>
                      <a:pt x="61" y="27"/>
                    </a:cubicBezTo>
                    <a:cubicBezTo>
                      <a:pt x="59" y="27"/>
                      <a:pt x="56" y="28"/>
                      <a:pt x="54" y="28"/>
                    </a:cubicBezTo>
                    <a:cubicBezTo>
                      <a:pt x="46" y="31"/>
                      <a:pt x="38" y="35"/>
                      <a:pt x="30" y="39"/>
                    </a:cubicBezTo>
                    <a:cubicBezTo>
                      <a:pt x="27" y="40"/>
                      <a:pt x="24" y="42"/>
                      <a:pt x="22" y="43"/>
                    </a:cubicBezTo>
                    <a:cubicBezTo>
                      <a:pt x="21" y="43"/>
                      <a:pt x="21" y="43"/>
                      <a:pt x="21" y="44"/>
                    </a:cubicBezTo>
                    <a:cubicBezTo>
                      <a:pt x="19" y="45"/>
                      <a:pt x="16" y="46"/>
                      <a:pt x="13" y="46"/>
                    </a:cubicBezTo>
                    <a:cubicBezTo>
                      <a:pt x="10" y="46"/>
                      <a:pt x="7" y="45"/>
                      <a:pt x="4" y="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0" name="Google Shape;1120;p13"/>
              <p:cNvSpPr/>
              <p:nvPr/>
            </p:nvSpPr>
            <p:spPr>
              <a:xfrm>
                <a:off x="1584720" y="1066680"/>
                <a:ext cx="66240" cy="54360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51" extrusionOk="0">
                    <a:moveTo>
                      <a:pt x="34" y="126"/>
                    </a:moveTo>
                    <a:cubicBezTo>
                      <a:pt x="34" y="126"/>
                      <a:pt x="33" y="126"/>
                      <a:pt x="32" y="127"/>
                    </a:cubicBezTo>
                    <a:cubicBezTo>
                      <a:pt x="34" y="126"/>
                      <a:pt x="37" y="125"/>
                      <a:pt x="38" y="125"/>
                    </a:cubicBezTo>
                    <a:lnTo>
                      <a:pt x="37" y="125"/>
                    </a:lnTo>
                    <a:cubicBezTo>
                      <a:pt x="40" y="125"/>
                      <a:pt x="44" y="124"/>
                      <a:pt x="47" y="123"/>
                    </a:cubicBezTo>
                    <a:cubicBezTo>
                      <a:pt x="54" y="120"/>
                      <a:pt x="61" y="117"/>
                      <a:pt x="68" y="114"/>
                    </a:cubicBezTo>
                    <a:cubicBezTo>
                      <a:pt x="66" y="114"/>
                      <a:pt x="64" y="113"/>
                      <a:pt x="62" y="113"/>
                    </a:cubicBezTo>
                    <a:cubicBezTo>
                      <a:pt x="63" y="113"/>
                      <a:pt x="63" y="113"/>
                      <a:pt x="63" y="113"/>
                    </a:cubicBezTo>
                    <a:cubicBezTo>
                      <a:pt x="55" y="113"/>
                      <a:pt x="47" y="113"/>
                      <a:pt x="39" y="113"/>
                    </a:cubicBezTo>
                    <a:cubicBezTo>
                      <a:pt x="36" y="113"/>
                      <a:pt x="33" y="113"/>
                      <a:pt x="30" y="114"/>
                    </a:cubicBezTo>
                    <a:cubicBezTo>
                      <a:pt x="29" y="114"/>
                      <a:pt x="28" y="114"/>
                      <a:pt x="27" y="115"/>
                    </a:cubicBezTo>
                    <a:cubicBezTo>
                      <a:pt x="26" y="115"/>
                      <a:pt x="25" y="115"/>
                      <a:pt x="25" y="116"/>
                    </a:cubicBezTo>
                    <a:lnTo>
                      <a:pt x="24" y="117"/>
                    </a:lnTo>
                    <a:cubicBezTo>
                      <a:pt x="24" y="118"/>
                      <a:pt x="24" y="119"/>
                      <a:pt x="24" y="120"/>
                    </a:cubicBezTo>
                    <a:cubicBezTo>
                      <a:pt x="24" y="120"/>
                      <a:pt x="25" y="120"/>
                      <a:pt x="25" y="121"/>
                    </a:cubicBezTo>
                    <a:lnTo>
                      <a:pt x="25" y="122"/>
                    </a:lnTo>
                    <a:lnTo>
                      <a:pt x="25" y="123"/>
                    </a:lnTo>
                    <a:cubicBezTo>
                      <a:pt x="26" y="123"/>
                      <a:pt x="26" y="123"/>
                      <a:pt x="26" y="124"/>
                    </a:cubicBezTo>
                    <a:cubicBezTo>
                      <a:pt x="27" y="124"/>
                      <a:pt x="27" y="124"/>
                      <a:pt x="28" y="125"/>
                    </a:cubicBezTo>
                    <a:cubicBezTo>
                      <a:pt x="28" y="124"/>
                      <a:pt x="27" y="124"/>
                      <a:pt x="27" y="124"/>
                    </a:cubicBezTo>
                    <a:cubicBezTo>
                      <a:pt x="27" y="124"/>
                      <a:pt x="28" y="124"/>
                      <a:pt x="28" y="125"/>
                    </a:cubicBezTo>
                    <a:cubicBezTo>
                      <a:pt x="29" y="125"/>
                      <a:pt x="29" y="125"/>
                      <a:pt x="30" y="125"/>
                    </a:cubicBezTo>
                    <a:cubicBezTo>
                      <a:pt x="30" y="126"/>
                      <a:pt x="30" y="126"/>
                      <a:pt x="31" y="126"/>
                    </a:cubicBezTo>
                    <a:cubicBezTo>
                      <a:pt x="31" y="126"/>
                      <a:pt x="32" y="126"/>
                      <a:pt x="32" y="127"/>
                    </a:cubicBezTo>
                    <a:cubicBezTo>
                      <a:pt x="32" y="126"/>
                      <a:pt x="32" y="126"/>
                      <a:pt x="31" y="126"/>
                    </a:cubicBezTo>
                    <a:lnTo>
                      <a:pt x="32" y="127"/>
                    </a:lnTo>
                    <a:cubicBezTo>
                      <a:pt x="31" y="127"/>
                      <a:pt x="31" y="126"/>
                      <a:pt x="31" y="126"/>
                    </a:cubicBezTo>
                    <a:lnTo>
                      <a:pt x="31" y="127"/>
                    </a:lnTo>
                    <a:cubicBezTo>
                      <a:pt x="31" y="126"/>
                      <a:pt x="31" y="126"/>
                      <a:pt x="31" y="126"/>
                    </a:cubicBezTo>
                    <a:cubicBezTo>
                      <a:pt x="32" y="127"/>
                      <a:pt x="33" y="127"/>
                      <a:pt x="34" y="126"/>
                    </a:cubicBezTo>
                    <a:moveTo>
                      <a:pt x="24" y="149"/>
                    </a:moveTo>
                    <a:cubicBezTo>
                      <a:pt x="20" y="149"/>
                      <a:pt x="18" y="147"/>
                      <a:pt x="15" y="145"/>
                    </a:cubicBezTo>
                    <a:cubicBezTo>
                      <a:pt x="12" y="143"/>
                      <a:pt x="9" y="141"/>
                      <a:pt x="7" y="138"/>
                    </a:cubicBezTo>
                    <a:cubicBezTo>
                      <a:pt x="3" y="133"/>
                      <a:pt x="0" y="127"/>
                      <a:pt x="0" y="121"/>
                    </a:cubicBezTo>
                    <a:cubicBezTo>
                      <a:pt x="0" y="114"/>
                      <a:pt x="1" y="107"/>
                      <a:pt x="4" y="102"/>
                    </a:cubicBezTo>
                    <a:cubicBezTo>
                      <a:pt x="7" y="97"/>
                      <a:pt x="14" y="93"/>
                      <a:pt x="19" y="92"/>
                    </a:cubicBezTo>
                    <a:cubicBezTo>
                      <a:pt x="27" y="90"/>
                      <a:pt x="34" y="89"/>
                      <a:pt x="41" y="89"/>
                    </a:cubicBezTo>
                    <a:cubicBezTo>
                      <a:pt x="51" y="89"/>
                      <a:pt x="62" y="91"/>
                      <a:pt x="71" y="92"/>
                    </a:cubicBezTo>
                    <a:cubicBezTo>
                      <a:pt x="77" y="93"/>
                      <a:pt x="82" y="99"/>
                      <a:pt x="81" y="104"/>
                    </a:cubicBezTo>
                    <a:cubicBezTo>
                      <a:pt x="81" y="106"/>
                      <a:pt x="80" y="107"/>
                      <a:pt x="80" y="107"/>
                    </a:cubicBezTo>
                    <a:cubicBezTo>
                      <a:pt x="84" y="106"/>
                      <a:pt x="88" y="103"/>
                      <a:pt x="92" y="102"/>
                    </a:cubicBezTo>
                    <a:cubicBezTo>
                      <a:pt x="91" y="102"/>
                      <a:pt x="91" y="102"/>
                      <a:pt x="91" y="102"/>
                    </a:cubicBezTo>
                    <a:lnTo>
                      <a:pt x="92" y="102"/>
                    </a:lnTo>
                    <a:lnTo>
                      <a:pt x="92" y="101"/>
                    </a:lnTo>
                    <a:cubicBezTo>
                      <a:pt x="94" y="100"/>
                      <a:pt x="97" y="99"/>
                      <a:pt x="98" y="98"/>
                    </a:cubicBezTo>
                    <a:cubicBezTo>
                      <a:pt x="98" y="99"/>
                      <a:pt x="98" y="99"/>
                      <a:pt x="98" y="99"/>
                    </a:cubicBezTo>
                    <a:cubicBezTo>
                      <a:pt x="106" y="95"/>
                      <a:pt x="113" y="91"/>
                      <a:pt x="122" y="87"/>
                    </a:cubicBezTo>
                    <a:cubicBezTo>
                      <a:pt x="118" y="86"/>
                      <a:pt x="114" y="85"/>
                      <a:pt x="110" y="84"/>
                    </a:cubicBezTo>
                    <a:cubicBezTo>
                      <a:pt x="97" y="81"/>
                      <a:pt x="85" y="74"/>
                      <a:pt x="77" y="64"/>
                    </a:cubicBezTo>
                    <a:cubicBezTo>
                      <a:pt x="73" y="60"/>
                      <a:pt x="70" y="55"/>
                      <a:pt x="68" y="49"/>
                    </a:cubicBezTo>
                    <a:cubicBezTo>
                      <a:pt x="67" y="47"/>
                      <a:pt x="67" y="43"/>
                      <a:pt x="67" y="41"/>
                    </a:cubicBezTo>
                    <a:cubicBezTo>
                      <a:pt x="67" y="37"/>
                      <a:pt x="68" y="35"/>
                      <a:pt x="69" y="32"/>
                    </a:cubicBezTo>
                    <a:cubicBezTo>
                      <a:pt x="72" y="27"/>
                      <a:pt x="77" y="23"/>
                      <a:pt x="82" y="19"/>
                    </a:cubicBezTo>
                    <a:cubicBezTo>
                      <a:pt x="87" y="15"/>
                      <a:pt x="94" y="12"/>
                      <a:pt x="100" y="10"/>
                    </a:cubicBezTo>
                    <a:cubicBezTo>
                      <a:pt x="108" y="7"/>
                      <a:pt x="117" y="4"/>
                      <a:pt x="126" y="2"/>
                    </a:cubicBezTo>
                    <a:cubicBezTo>
                      <a:pt x="132" y="1"/>
                      <a:pt x="139" y="0"/>
                      <a:pt x="145" y="1"/>
                    </a:cubicBezTo>
                    <a:cubicBezTo>
                      <a:pt x="148" y="2"/>
                      <a:pt x="151" y="2"/>
                      <a:pt x="152" y="4"/>
                    </a:cubicBezTo>
                    <a:cubicBezTo>
                      <a:pt x="154" y="5"/>
                      <a:pt x="155" y="7"/>
                      <a:pt x="156" y="8"/>
                    </a:cubicBezTo>
                    <a:lnTo>
                      <a:pt x="155" y="7"/>
                    </a:lnTo>
                    <a:lnTo>
                      <a:pt x="154" y="7"/>
                    </a:lnTo>
                    <a:cubicBezTo>
                      <a:pt x="157" y="9"/>
                      <a:pt x="159" y="12"/>
                      <a:pt x="159" y="16"/>
                    </a:cubicBezTo>
                    <a:cubicBezTo>
                      <a:pt x="159" y="21"/>
                      <a:pt x="157" y="25"/>
                      <a:pt x="152" y="27"/>
                    </a:cubicBezTo>
                    <a:cubicBezTo>
                      <a:pt x="149" y="29"/>
                      <a:pt x="145" y="29"/>
                      <a:pt x="141" y="28"/>
                    </a:cubicBezTo>
                    <a:cubicBezTo>
                      <a:pt x="140" y="27"/>
                      <a:pt x="138" y="26"/>
                      <a:pt x="138" y="25"/>
                    </a:cubicBezTo>
                    <a:cubicBezTo>
                      <a:pt x="137" y="25"/>
                      <a:pt x="137" y="25"/>
                      <a:pt x="136" y="25"/>
                    </a:cubicBezTo>
                    <a:cubicBezTo>
                      <a:pt x="134" y="25"/>
                      <a:pt x="133" y="26"/>
                      <a:pt x="131" y="26"/>
                    </a:cubicBezTo>
                    <a:cubicBezTo>
                      <a:pt x="123" y="28"/>
                      <a:pt x="116" y="30"/>
                      <a:pt x="109" y="32"/>
                    </a:cubicBezTo>
                    <a:cubicBezTo>
                      <a:pt x="106" y="33"/>
                      <a:pt x="103" y="35"/>
                      <a:pt x="99" y="36"/>
                    </a:cubicBezTo>
                    <a:cubicBezTo>
                      <a:pt x="99" y="36"/>
                      <a:pt x="98" y="37"/>
                      <a:pt x="97" y="37"/>
                    </a:cubicBezTo>
                    <a:cubicBezTo>
                      <a:pt x="96" y="39"/>
                      <a:pt x="95" y="39"/>
                      <a:pt x="93" y="40"/>
                    </a:cubicBezTo>
                    <a:cubicBezTo>
                      <a:pt x="93" y="41"/>
                      <a:pt x="92" y="42"/>
                      <a:pt x="92" y="42"/>
                    </a:cubicBezTo>
                    <a:lnTo>
                      <a:pt x="91" y="43"/>
                    </a:lnTo>
                    <a:cubicBezTo>
                      <a:pt x="91" y="44"/>
                      <a:pt x="92" y="44"/>
                      <a:pt x="92" y="44"/>
                    </a:cubicBezTo>
                    <a:cubicBezTo>
                      <a:pt x="92" y="44"/>
                      <a:pt x="92" y="45"/>
                      <a:pt x="92" y="46"/>
                    </a:cubicBezTo>
                    <a:cubicBezTo>
                      <a:pt x="94" y="47"/>
                      <a:pt x="94" y="48"/>
                      <a:pt x="95" y="49"/>
                    </a:cubicBezTo>
                    <a:cubicBezTo>
                      <a:pt x="97" y="50"/>
                      <a:pt x="98" y="52"/>
                      <a:pt x="99" y="53"/>
                    </a:cubicBezTo>
                    <a:cubicBezTo>
                      <a:pt x="101" y="54"/>
                      <a:pt x="102" y="56"/>
                      <a:pt x="104" y="56"/>
                    </a:cubicBezTo>
                    <a:cubicBezTo>
                      <a:pt x="105" y="57"/>
                      <a:pt x="107" y="58"/>
                      <a:pt x="109" y="59"/>
                    </a:cubicBezTo>
                    <a:cubicBezTo>
                      <a:pt x="112" y="60"/>
                      <a:pt x="114" y="61"/>
                      <a:pt x="117" y="62"/>
                    </a:cubicBezTo>
                    <a:cubicBezTo>
                      <a:pt x="124" y="64"/>
                      <a:pt x="130" y="66"/>
                      <a:pt x="137" y="67"/>
                    </a:cubicBezTo>
                    <a:cubicBezTo>
                      <a:pt x="143" y="68"/>
                      <a:pt x="148" y="69"/>
                      <a:pt x="154" y="69"/>
                    </a:cubicBezTo>
                    <a:cubicBezTo>
                      <a:pt x="155" y="69"/>
                      <a:pt x="157" y="69"/>
                      <a:pt x="158" y="69"/>
                    </a:cubicBezTo>
                    <a:lnTo>
                      <a:pt x="159" y="69"/>
                    </a:lnTo>
                    <a:cubicBezTo>
                      <a:pt x="159" y="69"/>
                      <a:pt x="160" y="69"/>
                      <a:pt x="161" y="69"/>
                    </a:cubicBezTo>
                    <a:cubicBezTo>
                      <a:pt x="162" y="70"/>
                      <a:pt x="165" y="70"/>
                      <a:pt x="166" y="70"/>
                    </a:cubicBezTo>
                    <a:cubicBezTo>
                      <a:pt x="169" y="70"/>
                      <a:pt x="171" y="69"/>
                      <a:pt x="173" y="70"/>
                    </a:cubicBezTo>
                    <a:cubicBezTo>
                      <a:pt x="179" y="71"/>
                      <a:pt x="183" y="76"/>
                      <a:pt x="183" y="82"/>
                    </a:cubicBezTo>
                    <a:cubicBezTo>
                      <a:pt x="183" y="88"/>
                      <a:pt x="179" y="93"/>
                      <a:pt x="173" y="94"/>
                    </a:cubicBezTo>
                    <a:cubicBezTo>
                      <a:pt x="172" y="94"/>
                      <a:pt x="171" y="94"/>
                      <a:pt x="171" y="94"/>
                    </a:cubicBezTo>
                    <a:cubicBezTo>
                      <a:pt x="165" y="95"/>
                      <a:pt x="159" y="97"/>
                      <a:pt x="154" y="99"/>
                    </a:cubicBezTo>
                    <a:cubicBezTo>
                      <a:pt x="147" y="101"/>
                      <a:pt x="140" y="104"/>
                      <a:pt x="133" y="107"/>
                    </a:cubicBezTo>
                    <a:cubicBezTo>
                      <a:pt x="127" y="110"/>
                      <a:pt x="121" y="113"/>
                      <a:pt x="115" y="116"/>
                    </a:cubicBezTo>
                    <a:cubicBezTo>
                      <a:pt x="114" y="116"/>
                      <a:pt x="113" y="116"/>
                      <a:pt x="113" y="117"/>
                    </a:cubicBezTo>
                    <a:cubicBezTo>
                      <a:pt x="113" y="116"/>
                      <a:pt x="113" y="116"/>
                      <a:pt x="114" y="116"/>
                    </a:cubicBezTo>
                    <a:cubicBezTo>
                      <a:pt x="104" y="121"/>
                      <a:pt x="94" y="126"/>
                      <a:pt x="85" y="131"/>
                    </a:cubicBezTo>
                    <a:cubicBezTo>
                      <a:pt x="71" y="138"/>
                      <a:pt x="57" y="146"/>
                      <a:pt x="43" y="149"/>
                    </a:cubicBezTo>
                    <a:cubicBezTo>
                      <a:pt x="40" y="150"/>
                      <a:pt x="37" y="150"/>
                      <a:pt x="34" y="150"/>
                    </a:cubicBezTo>
                    <a:cubicBezTo>
                      <a:pt x="34" y="150"/>
                      <a:pt x="33" y="150"/>
                      <a:pt x="32" y="150"/>
                    </a:cubicBezTo>
                    <a:cubicBezTo>
                      <a:pt x="29" y="150"/>
                      <a:pt x="27" y="150"/>
                      <a:pt x="24" y="1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1" name="Google Shape;1121;p13"/>
              <p:cNvSpPr/>
              <p:nvPr/>
            </p:nvSpPr>
            <p:spPr>
              <a:xfrm>
                <a:off x="1651320" y="1120320"/>
                <a:ext cx="16200" cy="14040"/>
              </a:xfrm>
              <a:custGeom>
                <a:avLst/>
                <a:gdLst/>
                <a:ahLst/>
                <a:cxnLst/>
                <a:rect l="l" t="t" r="r" b="b"/>
                <a:pathLst>
                  <a:path w="45" h="39" extrusionOk="0">
                    <a:moveTo>
                      <a:pt x="24" y="36"/>
                    </a:moveTo>
                    <a:cubicBezTo>
                      <a:pt x="23" y="36"/>
                      <a:pt x="22" y="35"/>
                      <a:pt x="22" y="35"/>
                    </a:cubicBezTo>
                    <a:cubicBezTo>
                      <a:pt x="21" y="34"/>
                      <a:pt x="19" y="33"/>
                      <a:pt x="18" y="33"/>
                    </a:cubicBezTo>
                    <a:cubicBezTo>
                      <a:pt x="13" y="34"/>
                      <a:pt x="7" y="33"/>
                      <a:pt x="4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3" y="26"/>
                      <a:pt x="2" y="25"/>
                      <a:pt x="1" y="24"/>
                    </a:cubicBezTo>
                    <a:cubicBezTo>
                      <a:pt x="0" y="19"/>
                      <a:pt x="1" y="14"/>
                      <a:pt x="4" y="11"/>
                    </a:cubicBezTo>
                    <a:cubicBezTo>
                      <a:pt x="14" y="0"/>
                      <a:pt x="29" y="10"/>
                      <a:pt x="38" y="16"/>
                    </a:cubicBezTo>
                    <a:cubicBezTo>
                      <a:pt x="43" y="20"/>
                      <a:pt x="44" y="28"/>
                      <a:pt x="40" y="33"/>
                    </a:cubicBezTo>
                    <a:cubicBezTo>
                      <a:pt x="38" y="36"/>
                      <a:pt x="35" y="38"/>
                      <a:pt x="31" y="38"/>
                    </a:cubicBezTo>
                    <a:cubicBezTo>
                      <a:pt x="28" y="38"/>
                      <a:pt x="26" y="37"/>
                      <a:pt x="24" y="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2" name="Google Shape;1122;p13"/>
              <p:cNvSpPr/>
              <p:nvPr/>
            </p:nvSpPr>
            <p:spPr>
              <a:xfrm>
                <a:off x="1635480" y="1124640"/>
                <a:ext cx="25560" cy="19800"/>
              </a:xfrm>
              <a:custGeom>
                <a:avLst/>
                <a:gdLst/>
                <a:ahLst/>
                <a:cxnLst/>
                <a:rect l="l" t="t" r="r" b="b"/>
                <a:pathLst>
                  <a:path w="71" h="55" extrusionOk="0">
                    <a:moveTo>
                      <a:pt x="52" y="52"/>
                    </a:moveTo>
                    <a:cubicBezTo>
                      <a:pt x="42" y="46"/>
                      <a:pt x="32" y="41"/>
                      <a:pt x="22" y="35"/>
                    </a:cubicBezTo>
                    <a:cubicBezTo>
                      <a:pt x="20" y="33"/>
                      <a:pt x="17" y="31"/>
                      <a:pt x="15" y="30"/>
                    </a:cubicBezTo>
                    <a:cubicBezTo>
                      <a:pt x="12" y="28"/>
                      <a:pt x="9" y="25"/>
                      <a:pt x="6" y="22"/>
                    </a:cubicBezTo>
                    <a:cubicBezTo>
                      <a:pt x="0" y="15"/>
                      <a:pt x="4" y="4"/>
                      <a:pt x="13" y="1"/>
                    </a:cubicBezTo>
                    <a:cubicBezTo>
                      <a:pt x="19" y="0"/>
                      <a:pt x="25" y="3"/>
                      <a:pt x="28" y="9"/>
                    </a:cubicBezTo>
                    <a:cubicBezTo>
                      <a:pt x="32" y="13"/>
                      <a:pt x="37" y="15"/>
                      <a:pt x="42" y="18"/>
                    </a:cubicBezTo>
                    <a:cubicBezTo>
                      <a:pt x="47" y="22"/>
                      <a:pt x="53" y="26"/>
                      <a:pt x="59" y="29"/>
                    </a:cubicBezTo>
                    <a:cubicBezTo>
                      <a:pt x="59" y="30"/>
                      <a:pt x="60" y="30"/>
                      <a:pt x="60" y="31"/>
                    </a:cubicBezTo>
                    <a:cubicBezTo>
                      <a:pt x="61" y="31"/>
                      <a:pt x="62" y="32"/>
                      <a:pt x="63" y="32"/>
                    </a:cubicBezTo>
                    <a:cubicBezTo>
                      <a:pt x="68" y="36"/>
                      <a:pt x="70" y="42"/>
                      <a:pt x="67" y="48"/>
                    </a:cubicBezTo>
                    <a:cubicBezTo>
                      <a:pt x="65" y="52"/>
                      <a:pt x="61" y="54"/>
                      <a:pt x="57" y="54"/>
                    </a:cubicBezTo>
                    <a:cubicBezTo>
                      <a:pt x="55" y="54"/>
                      <a:pt x="53" y="53"/>
                      <a:pt x="52" y="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3" name="Google Shape;1123;p13"/>
              <p:cNvSpPr/>
              <p:nvPr/>
            </p:nvSpPr>
            <p:spPr>
              <a:xfrm>
                <a:off x="1663920" y="1139400"/>
                <a:ext cx="74160" cy="38520"/>
              </a:xfrm>
              <a:custGeom>
                <a:avLst/>
                <a:gdLst/>
                <a:ahLst/>
                <a:cxnLst/>
                <a:rect l="l" t="t" r="r" b="b"/>
                <a:pathLst>
                  <a:path w="206" h="107" extrusionOk="0">
                    <a:moveTo>
                      <a:pt x="4" y="100"/>
                    </a:moveTo>
                    <a:cubicBezTo>
                      <a:pt x="0" y="95"/>
                      <a:pt x="2" y="86"/>
                      <a:pt x="8" y="83"/>
                    </a:cubicBezTo>
                    <a:cubicBezTo>
                      <a:pt x="31" y="71"/>
                      <a:pt x="54" y="59"/>
                      <a:pt x="77" y="46"/>
                    </a:cubicBezTo>
                    <a:cubicBezTo>
                      <a:pt x="73" y="46"/>
                      <a:pt x="70" y="46"/>
                      <a:pt x="66" y="46"/>
                    </a:cubicBezTo>
                    <a:cubicBezTo>
                      <a:pt x="61" y="46"/>
                      <a:pt x="55" y="46"/>
                      <a:pt x="50" y="46"/>
                    </a:cubicBezTo>
                    <a:cubicBezTo>
                      <a:pt x="48" y="46"/>
                      <a:pt x="48" y="46"/>
                      <a:pt x="47" y="46"/>
                    </a:cubicBezTo>
                    <a:lnTo>
                      <a:pt x="46" y="46"/>
                    </a:lnTo>
                    <a:cubicBezTo>
                      <a:pt x="40" y="47"/>
                      <a:pt x="34" y="44"/>
                      <a:pt x="32" y="39"/>
                    </a:cubicBezTo>
                    <a:cubicBezTo>
                      <a:pt x="29" y="33"/>
                      <a:pt x="32" y="26"/>
                      <a:pt x="37" y="23"/>
                    </a:cubicBezTo>
                    <a:cubicBezTo>
                      <a:pt x="38" y="22"/>
                      <a:pt x="39" y="22"/>
                      <a:pt x="40" y="22"/>
                    </a:cubicBezTo>
                    <a:cubicBezTo>
                      <a:pt x="46" y="21"/>
                      <a:pt x="51" y="21"/>
                      <a:pt x="57" y="22"/>
                    </a:cubicBezTo>
                    <a:cubicBezTo>
                      <a:pt x="62" y="22"/>
                      <a:pt x="68" y="22"/>
                      <a:pt x="73" y="22"/>
                    </a:cubicBezTo>
                    <a:cubicBezTo>
                      <a:pt x="83" y="23"/>
                      <a:pt x="92" y="23"/>
                      <a:pt x="102" y="22"/>
                    </a:cubicBezTo>
                    <a:cubicBezTo>
                      <a:pt x="107" y="22"/>
                      <a:pt x="112" y="22"/>
                      <a:pt x="118" y="21"/>
                    </a:cubicBezTo>
                    <a:cubicBezTo>
                      <a:pt x="122" y="21"/>
                      <a:pt x="126" y="20"/>
                      <a:pt x="130" y="19"/>
                    </a:cubicBezTo>
                    <a:cubicBezTo>
                      <a:pt x="135" y="17"/>
                      <a:pt x="140" y="15"/>
                      <a:pt x="146" y="13"/>
                    </a:cubicBezTo>
                    <a:cubicBezTo>
                      <a:pt x="151" y="11"/>
                      <a:pt x="156" y="9"/>
                      <a:pt x="161" y="7"/>
                    </a:cubicBezTo>
                    <a:cubicBezTo>
                      <a:pt x="167" y="5"/>
                      <a:pt x="172" y="3"/>
                      <a:pt x="178" y="1"/>
                    </a:cubicBezTo>
                    <a:cubicBezTo>
                      <a:pt x="181" y="1"/>
                      <a:pt x="184" y="0"/>
                      <a:pt x="186" y="0"/>
                    </a:cubicBezTo>
                    <a:cubicBezTo>
                      <a:pt x="189" y="0"/>
                      <a:pt x="192" y="1"/>
                      <a:pt x="195" y="1"/>
                    </a:cubicBezTo>
                    <a:cubicBezTo>
                      <a:pt x="200" y="3"/>
                      <a:pt x="205" y="9"/>
                      <a:pt x="204" y="15"/>
                    </a:cubicBezTo>
                    <a:cubicBezTo>
                      <a:pt x="203" y="18"/>
                      <a:pt x="203" y="21"/>
                      <a:pt x="200" y="23"/>
                    </a:cubicBezTo>
                    <a:cubicBezTo>
                      <a:pt x="198" y="25"/>
                      <a:pt x="195" y="27"/>
                      <a:pt x="192" y="28"/>
                    </a:cubicBezTo>
                    <a:cubicBezTo>
                      <a:pt x="189" y="30"/>
                      <a:pt x="185" y="30"/>
                      <a:pt x="181" y="32"/>
                    </a:cubicBezTo>
                    <a:cubicBezTo>
                      <a:pt x="175" y="33"/>
                      <a:pt x="169" y="34"/>
                      <a:pt x="163" y="36"/>
                    </a:cubicBezTo>
                    <a:cubicBezTo>
                      <a:pt x="154" y="38"/>
                      <a:pt x="145" y="40"/>
                      <a:pt x="136" y="41"/>
                    </a:cubicBezTo>
                    <a:cubicBezTo>
                      <a:pt x="129" y="44"/>
                      <a:pt x="123" y="47"/>
                      <a:pt x="117" y="51"/>
                    </a:cubicBezTo>
                    <a:cubicBezTo>
                      <a:pt x="117" y="51"/>
                      <a:pt x="117" y="50"/>
                      <a:pt x="118" y="50"/>
                    </a:cubicBezTo>
                    <a:cubicBezTo>
                      <a:pt x="84" y="67"/>
                      <a:pt x="52" y="85"/>
                      <a:pt x="20" y="104"/>
                    </a:cubicBezTo>
                    <a:cubicBezTo>
                      <a:pt x="19" y="106"/>
                      <a:pt x="16" y="106"/>
                      <a:pt x="15" y="106"/>
                    </a:cubicBezTo>
                    <a:cubicBezTo>
                      <a:pt x="10" y="106"/>
                      <a:pt x="6" y="104"/>
                      <a:pt x="4" y="10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4" name="Google Shape;1124;p13"/>
              <p:cNvSpPr/>
              <p:nvPr/>
            </p:nvSpPr>
            <p:spPr>
              <a:xfrm>
                <a:off x="1465560" y="1028880"/>
                <a:ext cx="254880" cy="244440"/>
              </a:xfrm>
              <a:custGeom>
                <a:avLst/>
                <a:gdLst/>
                <a:ahLst/>
                <a:cxnLst/>
                <a:rect l="l" t="t" r="r" b="b"/>
                <a:pathLst>
                  <a:path w="708" h="679" extrusionOk="0">
                    <a:moveTo>
                      <a:pt x="276" y="677"/>
                    </a:moveTo>
                    <a:cubicBezTo>
                      <a:pt x="269" y="677"/>
                      <a:pt x="263" y="670"/>
                      <a:pt x="263" y="663"/>
                    </a:cubicBezTo>
                    <a:cubicBezTo>
                      <a:pt x="263" y="656"/>
                      <a:pt x="266" y="649"/>
                      <a:pt x="267" y="642"/>
                    </a:cubicBezTo>
                    <a:cubicBezTo>
                      <a:pt x="269" y="637"/>
                      <a:pt x="271" y="631"/>
                      <a:pt x="273" y="626"/>
                    </a:cubicBezTo>
                    <a:cubicBezTo>
                      <a:pt x="276" y="614"/>
                      <a:pt x="279" y="602"/>
                      <a:pt x="283" y="591"/>
                    </a:cubicBezTo>
                    <a:cubicBezTo>
                      <a:pt x="286" y="584"/>
                      <a:pt x="288" y="577"/>
                      <a:pt x="292" y="570"/>
                    </a:cubicBezTo>
                    <a:lnTo>
                      <a:pt x="291" y="571"/>
                    </a:lnTo>
                    <a:cubicBezTo>
                      <a:pt x="300" y="554"/>
                      <a:pt x="308" y="537"/>
                      <a:pt x="317" y="521"/>
                    </a:cubicBezTo>
                    <a:cubicBezTo>
                      <a:pt x="327" y="503"/>
                      <a:pt x="337" y="487"/>
                      <a:pt x="348" y="470"/>
                    </a:cubicBezTo>
                    <a:cubicBezTo>
                      <a:pt x="348" y="469"/>
                      <a:pt x="350" y="467"/>
                      <a:pt x="350" y="466"/>
                    </a:cubicBezTo>
                    <a:cubicBezTo>
                      <a:pt x="351" y="466"/>
                      <a:pt x="351" y="465"/>
                      <a:pt x="351" y="465"/>
                    </a:cubicBezTo>
                    <a:cubicBezTo>
                      <a:pt x="360" y="450"/>
                      <a:pt x="370" y="436"/>
                      <a:pt x="379" y="421"/>
                    </a:cubicBezTo>
                    <a:cubicBezTo>
                      <a:pt x="379" y="422"/>
                      <a:pt x="379" y="422"/>
                      <a:pt x="379" y="423"/>
                    </a:cubicBezTo>
                    <a:cubicBezTo>
                      <a:pt x="385" y="413"/>
                      <a:pt x="392" y="402"/>
                      <a:pt x="398" y="392"/>
                    </a:cubicBezTo>
                    <a:cubicBezTo>
                      <a:pt x="404" y="383"/>
                      <a:pt x="409" y="373"/>
                      <a:pt x="414" y="363"/>
                    </a:cubicBezTo>
                    <a:cubicBezTo>
                      <a:pt x="418" y="355"/>
                      <a:pt x="421" y="347"/>
                      <a:pt x="424" y="338"/>
                    </a:cubicBezTo>
                    <a:cubicBezTo>
                      <a:pt x="425" y="335"/>
                      <a:pt x="426" y="332"/>
                      <a:pt x="427" y="329"/>
                    </a:cubicBezTo>
                    <a:cubicBezTo>
                      <a:pt x="427" y="327"/>
                      <a:pt x="427" y="325"/>
                      <a:pt x="427" y="323"/>
                    </a:cubicBezTo>
                    <a:lnTo>
                      <a:pt x="427" y="322"/>
                    </a:lnTo>
                    <a:cubicBezTo>
                      <a:pt x="427" y="321"/>
                      <a:pt x="427" y="321"/>
                      <a:pt x="427" y="320"/>
                    </a:cubicBezTo>
                    <a:cubicBezTo>
                      <a:pt x="427" y="319"/>
                      <a:pt x="427" y="319"/>
                      <a:pt x="427" y="319"/>
                    </a:cubicBezTo>
                    <a:lnTo>
                      <a:pt x="426" y="319"/>
                    </a:lnTo>
                    <a:cubicBezTo>
                      <a:pt x="425" y="319"/>
                      <a:pt x="424" y="320"/>
                      <a:pt x="422" y="321"/>
                    </a:cubicBezTo>
                    <a:cubicBezTo>
                      <a:pt x="420" y="321"/>
                      <a:pt x="418" y="322"/>
                      <a:pt x="417" y="323"/>
                    </a:cubicBezTo>
                    <a:cubicBezTo>
                      <a:pt x="414" y="324"/>
                      <a:pt x="411" y="326"/>
                      <a:pt x="408" y="328"/>
                    </a:cubicBezTo>
                    <a:cubicBezTo>
                      <a:pt x="400" y="333"/>
                      <a:pt x="393" y="339"/>
                      <a:pt x="386" y="346"/>
                    </a:cubicBezTo>
                    <a:cubicBezTo>
                      <a:pt x="381" y="350"/>
                      <a:pt x="377" y="354"/>
                      <a:pt x="372" y="359"/>
                    </a:cubicBezTo>
                    <a:cubicBezTo>
                      <a:pt x="368" y="363"/>
                      <a:pt x="365" y="368"/>
                      <a:pt x="361" y="372"/>
                    </a:cubicBezTo>
                    <a:cubicBezTo>
                      <a:pt x="346" y="390"/>
                      <a:pt x="332" y="409"/>
                      <a:pt x="319" y="428"/>
                    </a:cubicBezTo>
                    <a:cubicBezTo>
                      <a:pt x="305" y="449"/>
                      <a:pt x="290" y="470"/>
                      <a:pt x="276" y="490"/>
                    </a:cubicBezTo>
                    <a:cubicBezTo>
                      <a:pt x="262" y="510"/>
                      <a:pt x="246" y="530"/>
                      <a:pt x="231" y="550"/>
                    </a:cubicBezTo>
                    <a:cubicBezTo>
                      <a:pt x="216" y="569"/>
                      <a:pt x="200" y="589"/>
                      <a:pt x="184" y="607"/>
                    </a:cubicBezTo>
                    <a:cubicBezTo>
                      <a:pt x="177" y="617"/>
                      <a:pt x="168" y="625"/>
                      <a:pt x="160" y="634"/>
                    </a:cubicBezTo>
                    <a:cubicBezTo>
                      <a:pt x="156" y="638"/>
                      <a:pt x="152" y="642"/>
                      <a:pt x="147" y="646"/>
                    </a:cubicBezTo>
                    <a:cubicBezTo>
                      <a:pt x="145" y="649"/>
                      <a:pt x="143" y="651"/>
                      <a:pt x="140" y="653"/>
                    </a:cubicBezTo>
                    <a:cubicBezTo>
                      <a:pt x="137" y="655"/>
                      <a:pt x="135" y="657"/>
                      <a:pt x="131" y="658"/>
                    </a:cubicBezTo>
                    <a:cubicBezTo>
                      <a:pt x="125" y="660"/>
                      <a:pt x="117" y="658"/>
                      <a:pt x="114" y="652"/>
                    </a:cubicBezTo>
                    <a:cubicBezTo>
                      <a:pt x="111" y="647"/>
                      <a:pt x="111" y="642"/>
                      <a:pt x="112" y="637"/>
                    </a:cubicBezTo>
                    <a:cubicBezTo>
                      <a:pt x="114" y="633"/>
                      <a:pt x="114" y="630"/>
                      <a:pt x="115" y="627"/>
                    </a:cubicBezTo>
                    <a:cubicBezTo>
                      <a:pt x="117" y="622"/>
                      <a:pt x="119" y="617"/>
                      <a:pt x="122" y="611"/>
                    </a:cubicBezTo>
                    <a:cubicBezTo>
                      <a:pt x="126" y="600"/>
                      <a:pt x="131" y="590"/>
                      <a:pt x="135" y="579"/>
                    </a:cubicBezTo>
                    <a:cubicBezTo>
                      <a:pt x="140" y="568"/>
                      <a:pt x="146" y="558"/>
                      <a:pt x="152" y="547"/>
                    </a:cubicBezTo>
                    <a:cubicBezTo>
                      <a:pt x="157" y="536"/>
                      <a:pt x="164" y="525"/>
                      <a:pt x="170" y="514"/>
                    </a:cubicBezTo>
                    <a:cubicBezTo>
                      <a:pt x="182" y="494"/>
                      <a:pt x="195" y="474"/>
                      <a:pt x="208" y="454"/>
                    </a:cubicBezTo>
                    <a:cubicBezTo>
                      <a:pt x="216" y="442"/>
                      <a:pt x="224" y="431"/>
                      <a:pt x="231" y="419"/>
                    </a:cubicBezTo>
                    <a:cubicBezTo>
                      <a:pt x="240" y="406"/>
                      <a:pt x="248" y="394"/>
                      <a:pt x="256" y="381"/>
                    </a:cubicBezTo>
                    <a:cubicBezTo>
                      <a:pt x="256" y="382"/>
                      <a:pt x="256" y="382"/>
                      <a:pt x="256" y="383"/>
                    </a:cubicBezTo>
                    <a:cubicBezTo>
                      <a:pt x="260" y="375"/>
                      <a:pt x="266" y="367"/>
                      <a:pt x="271" y="358"/>
                    </a:cubicBezTo>
                    <a:cubicBezTo>
                      <a:pt x="277" y="349"/>
                      <a:pt x="283" y="339"/>
                      <a:pt x="288" y="329"/>
                    </a:cubicBezTo>
                    <a:cubicBezTo>
                      <a:pt x="298" y="312"/>
                      <a:pt x="308" y="294"/>
                      <a:pt x="316" y="277"/>
                    </a:cubicBezTo>
                    <a:cubicBezTo>
                      <a:pt x="319" y="272"/>
                      <a:pt x="321" y="267"/>
                      <a:pt x="323" y="263"/>
                    </a:cubicBezTo>
                    <a:cubicBezTo>
                      <a:pt x="325" y="258"/>
                      <a:pt x="327" y="252"/>
                      <a:pt x="329" y="247"/>
                    </a:cubicBezTo>
                    <a:cubicBezTo>
                      <a:pt x="329" y="246"/>
                      <a:pt x="329" y="245"/>
                      <a:pt x="329" y="245"/>
                    </a:cubicBezTo>
                    <a:cubicBezTo>
                      <a:pt x="327" y="246"/>
                      <a:pt x="326" y="247"/>
                      <a:pt x="324" y="248"/>
                    </a:cubicBezTo>
                    <a:cubicBezTo>
                      <a:pt x="324" y="248"/>
                      <a:pt x="325" y="248"/>
                      <a:pt x="325" y="247"/>
                    </a:cubicBezTo>
                    <a:cubicBezTo>
                      <a:pt x="318" y="252"/>
                      <a:pt x="311" y="258"/>
                      <a:pt x="304" y="264"/>
                    </a:cubicBezTo>
                    <a:cubicBezTo>
                      <a:pt x="290" y="277"/>
                      <a:pt x="276" y="292"/>
                      <a:pt x="263" y="307"/>
                    </a:cubicBezTo>
                    <a:cubicBezTo>
                      <a:pt x="248" y="325"/>
                      <a:pt x="234" y="344"/>
                      <a:pt x="219" y="362"/>
                    </a:cubicBezTo>
                    <a:cubicBezTo>
                      <a:pt x="205" y="382"/>
                      <a:pt x="190" y="400"/>
                      <a:pt x="175" y="420"/>
                    </a:cubicBezTo>
                    <a:cubicBezTo>
                      <a:pt x="163" y="437"/>
                      <a:pt x="150" y="454"/>
                      <a:pt x="138" y="471"/>
                    </a:cubicBezTo>
                    <a:cubicBezTo>
                      <a:pt x="127" y="488"/>
                      <a:pt x="117" y="504"/>
                      <a:pt x="105" y="520"/>
                    </a:cubicBezTo>
                    <a:cubicBezTo>
                      <a:pt x="99" y="530"/>
                      <a:pt x="93" y="540"/>
                      <a:pt x="86" y="550"/>
                    </a:cubicBezTo>
                    <a:cubicBezTo>
                      <a:pt x="79" y="560"/>
                      <a:pt x="72" y="570"/>
                      <a:pt x="65" y="580"/>
                    </a:cubicBezTo>
                    <a:cubicBezTo>
                      <a:pt x="62" y="586"/>
                      <a:pt x="58" y="591"/>
                      <a:pt x="54" y="597"/>
                    </a:cubicBezTo>
                    <a:cubicBezTo>
                      <a:pt x="51" y="600"/>
                      <a:pt x="48" y="604"/>
                      <a:pt x="44" y="607"/>
                    </a:cubicBezTo>
                    <a:cubicBezTo>
                      <a:pt x="38" y="611"/>
                      <a:pt x="30" y="611"/>
                      <a:pt x="26" y="607"/>
                    </a:cubicBezTo>
                    <a:cubicBezTo>
                      <a:pt x="19" y="600"/>
                      <a:pt x="22" y="590"/>
                      <a:pt x="23" y="583"/>
                    </a:cubicBezTo>
                    <a:cubicBezTo>
                      <a:pt x="24" y="577"/>
                      <a:pt x="27" y="571"/>
                      <a:pt x="29" y="565"/>
                    </a:cubicBezTo>
                    <a:cubicBezTo>
                      <a:pt x="36" y="544"/>
                      <a:pt x="45" y="522"/>
                      <a:pt x="54" y="501"/>
                    </a:cubicBezTo>
                    <a:cubicBezTo>
                      <a:pt x="64" y="478"/>
                      <a:pt x="75" y="456"/>
                      <a:pt x="87" y="435"/>
                    </a:cubicBezTo>
                    <a:cubicBezTo>
                      <a:pt x="111" y="393"/>
                      <a:pt x="135" y="351"/>
                      <a:pt x="158" y="310"/>
                    </a:cubicBezTo>
                    <a:cubicBezTo>
                      <a:pt x="178" y="276"/>
                      <a:pt x="196" y="242"/>
                      <a:pt x="213" y="208"/>
                    </a:cubicBezTo>
                    <a:cubicBezTo>
                      <a:pt x="213" y="209"/>
                      <a:pt x="213" y="209"/>
                      <a:pt x="213" y="210"/>
                    </a:cubicBezTo>
                    <a:cubicBezTo>
                      <a:pt x="215" y="204"/>
                      <a:pt x="218" y="198"/>
                      <a:pt x="220" y="192"/>
                    </a:cubicBezTo>
                    <a:cubicBezTo>
                      <a:pt x="219" y="192"/>
                      <a:pt x="219" y="193"/>
                      <a:pt x="218" y="194"/>
                    </a:cubicBezTo>
                    <a:cubicBezTo>
                      <a:pt x="209" y="200"/>
                      <a:pt x="200" y="207"/>
                      <a:pt x="192" y="214"/>
                    </a:cubicBezTo>
                    <a:cubicBezTo>
                      <a:pt x="193" y="214"/>
                      <a:pt x="193" y="213"/>
                      <a:pt x="193" y="213"/>
                    </a:cubicBezTo>
                    <a:cubicBezTo>
                      <a:pt x="165" y="238"/>
                      <a:pt x="139" y="267"/>
                      <a:pt x="115" y="296"/>
                    </a:cubicBezTo>
                    <a:lnTo>
                      <a:pt x="115" y="295"/>
                    </a:lnTo>
                    <a:cubicBezTo>
                      <a:pt x="100" y="314"/>
                      <a:pt x="84" y="333"/>
                      <a:pt x="68" y="351"/>
                    </a:cubicBezTo>
                    <a:cubicBezTo>
                      <a:pt x="64" y="355"/>
                      <a:pt x="60" y="359"/>
                      <a:pt x="56" y="363"/>
                    </a:cubicBezTo>
                    <a:cubicBezTo>
                      <a:pt x="51" y="368"/>
                      <a:pt x="46" y="372"/>
                      <a:pt x="41" y="375"/>
                    </a:cubicBezTo>
                    <a:cubicBezTo>
                      <a:pt x="35" y="379"/>
                      <a:pt x="28" y="379"/>
                      <a:pt x="22" y="376"/>
                    </a:cubicBezTo>
                    <a:cubicBezTo>
                      <a:pt x="16" y="374"/>
                      <a:pt x="14" y="367"/>
                      <a:pt x="14" y="362"/>
                    </a:cubicBezTo>
                    <a:cubicBezTo>
                      <a:pt x="14" y="358"/>
                      <a:pt x="15" y="354"/>
                      <a:pt x="16" y="350"/>
                    </a:cubicBezTo>
                    <a:cubicBezTo>
                      <a:pt x="17" y="345"/>
                      <a:pt x="19" y="339"/>
                      <a:pt x="20" y="334"/>
                    </a:cubicBezTo>
                    <a:cubicBezTo>
                      <a:pt x="36" y="287"/>
                      <a:pt x="60" y="244"/>
                      <a:pt x="82" y="201"/>
                    </a:cubicBezTo>
                    <a:cubicBezTo>
                      <a:pt x="90" y="185"/>
                      <a:pt x="98" y="170"/>
                      <a:pt x="107" y="155"/>
                    </a:cubicBezTo>
                    <a:cubicBezTo>
                      <a:pt x="112" y="145"/>
                      <a:pt x="119" y="134"/>
                      <a:pt x="124" y="123"/>
                    </a:cubicBezTo>
                    <a:cubicBezTo>
                      <a:pt x="100" y="148"/>
                      <a:pt x="78" y="174"/>
                      <a:pt x="54" y="199"/>
                    </a:cubicBezTo>
                    <a:cubicBezTo>
                      <a:pt x="52" y="202"/>
                      <a:pt x="50" y="204"/>
                      <a:pt x="47" y="207"/>
                    </a:cubicBezTo>
                    <a:cubicBezTo>
                      <a:pt x="45" y="209"/>
                      <a:pt x="43" y="210"/>
                      <a:pt x="41" y="213"/>
                    </a:cubicBezTo>
                    <a:cubicBezTo>
                      <a:pt x="40" y="214"/>
                      <a:pt x="38" y="216"/>
                      <a:pt x="36" y="216"/>
                    </a:cubicBezTo>
                    <a:cubicBezTo>
                      <a:pt x="34" y="218"/>
                      <a:pt x="31" y="219"/>
                      <a:pt x="29" y="219"/>
                    </a:cubicBezTo>
                    <a:cubicBezTo>
                      <a:pt x="26" y="220"/>
                      <a:pt x="22" y="219"/>
                      <a:pt x="20" y="217"/>
                    </a:cubicBezTo>
                    <a:cubicBezTo>
                      <a:pt x="17" y="215"/>
                      <a:pt x="15" y="211"/>
                      <a:pt x="15" y="208"/>
                    </a:cubicBezTo>
                    <a:cubicBezTo>
                      <a:pt x="15" y="204"/>
                      <a:pt x="15" y="201"/>
                      <a:pt x="16" y="198"/>
                    </a:cubicBezTo>
                    <a:cubicBezTo>
                      <a:pt x="17" y="196"/>
                      <a:pt x="17" y="195"/>
                      <a:pt x="18" y="194"/>
                    </a:cubicBezTo>
                    <a:cubicBezTo>
                      <a:pt x="19" y="191"/>
                      <a:pt x="20" y="188"/>
                      <a:pt x="22" y="185"/>
                    </a:cubicBezTo>
                    <a:cubicBezTo>
                      <a:pt x="24" y="181"/>
                      <a:pt x="26" y="176"/>
                      <a:pt x="28" y="171"/>
                    </a:cubicBezTo>
                    <a:cubicBezTo>
                      <a:pt x="33" y="159"/>
                      <a:pt x="38" y="148"/>
                      <a:pt x="43" y="136"/>
                    </a:cubicBezTo>
                    <a:cubicBezTo>
                      <a:pt x="52" y="114"/>
                      <a:pt x="62" y="93"/>
                      <a:pt x="73" y="71"/>
                    </a:cubicBezTo>
                    <a:cubicBezTo>
                      <a:pt x="78" y="61"/>
                      <a:pt x="83" y="51"/>
                      <a:pt x="88" y="41"/>
                    </a:cubicBezTo>
                    <a:cubicBezTo>
                      <a:pt x="89" y="40"/>
                      <a:pt x="89" y="39"/>
                      <a:pt x="90" y="38"/>
                    </a:cubicBezTo>
                    <a:cubicBezTo>
                      <a:pt x="86" y="41"/>
                      <a:pt x="82" y="43"/>
                      <a:pt x="79" y="46"/>
                    </a:cubicBezTo>
                    <a:cubicBezTo>
                      <a:pt x="72" y="52"/>
                      <a:pt x="65" y="57"/>
                      <a:pt x="59" y="63"/>
                    </a:cubicBezTo>
                    <a:lnTo>
                      <a:pt x="59" y="62"/>
                    </a:lnTo>
                    <a:cubicBezTo>
                      <a:pt x="56" y="66"/>
                      <a:pt x="52" y="69"/>
                      <a:pt x="49" y="72"/>
                    </a:cubicBezTo>
                    <a:cubicBezTo>
                      <a:pt x="45" y="76"/>
                      <a:pt x="41" y="81"/>
                      <a:pt x="37" y="85"/>
                    </a:cubicBezTo>
                    <a:cubicBezTo>
                      <a:pt x="34" y="89"/>
                      <a:pt x="31" y="93"/>
                      <a:pt x="27" y="97"/>
                    </a:cubicBezTo>
                    <a:cubicBezTo>
                      <a:pt x="27" y="98"/>
                      <a:pt x="26" y="100"/>
                      <a:pt x="25" y="101"/>
                    </a:cubicBezTo>
                    <a:lnTo>
                      <a:pt x="24" y="101"/>
                    </a:lnTo>
                    <a:cubicBezTo>
                      <a:pt x="24" y="103"/>
                      <a:pt x="23" y="105"/>
                      <a:pt x="22" y="107"/>
                    </a:cubicBezTo>
                    <a:cubicBezTo>
                      <a:pt x="21" y="107"/>
                      <a:pt x="20" y="108"/>
                      <a:pt x="19" y="108"/>
                    </a:cubicBezTo>
                    <a:cubicBezTo>
                      <a:pt x="15" y="111"/>
                      <a:pt x="8" y="111"/>
                      <a:pt x="4" y="107"/>
                    </a:cubicBezTo>
                    <a:cubicBezTo>
                      <a:pt x="1" y="104"/>
                      <a:pt x="0" y="100"/>
                      <a:pt x="1" y="96"/>
                    </a:cubicBezTo>
                    <a:cubicBezTo>
                      <a:pt x="1" y="96"/>
                      <a:pt x="1" y="95"/>
                      <a:pt x="1" y="94"/>
                    </a:cubicBezTo>
                    <a:cubicBezTo>
                      <a:pt x="1" y="93"/>
                      <a:pt x="2" y="93"/>
                      <a:pt x="2" y="92"/>
                    </a:cubicBezTo>
                    <a:lnTo>
                      <a:pt x="2" y="91"/>
                    </a:lnTo>
                    <a:cubicBezTo>
                      <a:pt x="5" y="86"/>
                      <a:pt x="9" y="82"/>
                      <a:pt x="13" y="77"/>
                    </a:cubicBezTo>
                    <a:cubicBezTo>
                      <a:pt x="17" y="72"/>
                      <a:pt x="22" y="67"/>
                      <a:pt x="26" y="62"/>
                    </a:cubicBezTo>
                    <a:cubicBezTo>
                      <a:pt x="34" y="53"/>
                      <a:pt x="44" y="46"/>
                      <a:pt x="53" y="37"/>
                    </a:cubicBezTo>
                    <a:cubicBezTo>
                      <a:pt x="62" y="30"/>
                      <a:pt x="72" y="23"/>
                      <a:pt x="81" y="15"/>
                    </a:cubicBezTo>
                    <a:cubicBezTo>
                      <a:pt x="86" y="12"/>
                      <a:pt x="90" y="8"/>
                      <a:pt x="95" y="5"/>
                    </a:cubicBezTo>
                    <a:cubicBezTo>
                      <a:pt x="100" y="2"/>
                      <a:pt x="105" y="0"/>
                      <a:pt x="111" y="0"/>
                    </a:cubicBezTo>
                    <a:cubicBezTo>
                      <a:pt x="118" y="1"/>
                      <a:pt x="122" y="7"/>
                      <a:pt x="123" y="14"/>
                    </a:cubicBezTo>
                    <a:cubicBezTo>
                      <a:pt x="124" y="20"/>
                      <a:pt x="121" y="27"/>
                      <a:pt x="118" y="33"/>
                    </a:cubicBezTo>
                    <a:cubicBezTo>
                      <a:pt x="117" y="37"/>
                      <a:pt x="115" y="40"/>
                      <a:pt x="114" y="43"/>
                    </a:cubicBezTo>
                    <a:cubicBezTo>
                      <a:pt x="110" y="50"/>
                      <a:pt x="107" y="57"/>
                      <a:pt x="103" y="64"/>
                    </a:cubicBezTo>
                    <a:cubicBezTo>
                      <a:pt x="96" y="79"/>
                      <a:pt x="88" y="93"/>
                      <a:pt x="81" y="108"/>
                    </a:cubicBezTo>
                    <a:cubicBezTo>
                      <a:pt x="73" y="124"/>
                      <a:pt x="66" y="141"/>
                      <a:pt x="59" y="157"/>
                    </a:cubicBezTo>
                    <a:cubicBezTo>
                      <a:pt x="58" y="159"/>
                      <a:pt x="57" y="162"/>
                      <a:pt x="56" y="164"/>
                    </a:cubicBezTo>
                    <a:cubicBezTo>
                      <a:pt x="63" y="156"/>
                      <a:pt x="70" y="149"/>
                      <a:pt x="76" y="142"/>
                    </a:cubicBezTo>
                    <a:cubicBezTo>
                      <a:pt x="93" y="124"/>
                      <a:pt x="110" y="107"/>
                      <a:pt x="125" y="89"/>
                    </a:cubicBezTo>
                    <a:cubicBezTo>
                      <a:pt x="129" y="85"/>
                      <a:pt x="133" y="80"/>
                      <a:pt x="138" y="76"/>
                    </a:cubicBezTo>
                    <a:cubicBezTo>
                      <a:pt x="140" y="73"/>
                      <a:pt x="145" y="70"/>
                      <a:pt x="149" y="69"/>
                    </a:cubicBezTo>
                    <a:cubicBezTo>
                      <a:pt x="156" y="67"/>
                      <a:pt x="162" y="71"/>
                      <a:pt x="165" y="77"/>
                    </a:cubicBezTo>
                    <a:cubicBezTo>
                      <a:pt x="167" y="82"/>
                      <a:pt x="165" y="89"/>
                      <a:pt x="164" y="94"/>
                    </a:cubicBezTo>
                    <a:cubicBezTo>
                      <a:pt x="163" y="98"/>
                      <a:pt x="161" y="101"/>
                      <a:pt x="159" y="105"/>
                    </a:cubicBezTo>
                    <a:cubicBezTo>
                      <a:pt x="157" y="111"/>
                      <a:pt x="154" y="116"/>
                      <a:pt x="151" y="121"/>
                    </a:cubicBezTo>
                    <a:cubicBezTo>
                      <a:pt x="140" y="143"/>
                      <a:pt x="128" y="165"/>
                      <a:pt x="115" y="186"/>
                    </a:cubicBezTo>
                    <a:cubicBezTo>
                      <a:pt x="107" y="201"/>
                      <a:pt x="99" y="216"/>
                      <a:pt x="91" y="232"/>
                    </a:cubicBezTo>
                    <a:cubicBezTo>
                      <a:pt x="83" y="248"/>
                      <a:pt x="75" y="263"/>
                      <a:pt x="67" y="280"/>
                    </a:cubicBezTo>
                    <a:cubicBezTo>
                      <a:pt x="67" y="279"/>
                      <a:pt x="67" y="279"/>
                      <a:pt x="67" y="279"/>
                    </a:cubicBezTo>
                    <a:cubicBezTo>
                      <a:pt x="58" y="298"/>
                      <a:pt x="50" y="317"/>
                      <a:pt x="44" y="336"/>
                    </a:cubicBezTo>
                    <a:cubicBezTo>
                      <a:pt x="43" y="339"/>
                      <a:pt x="43" y="341"/>
                      <a:pt x="42" y="344"/>
                    </a:cubicBezTo>
                    <a:cubicBezTo>
                      <a:pt x="43" y="343"/>
                      <a:pt x="45" y="342"/>
                      <a:pt x="46" y="340"/>
                    </a:cubicBezTo>
                    <a:cubicBezTo>
                      <a:pt x="54" y="333"/>
                      <a:pt x="61" y="325"/>
                      <a:pt x="68" y="317"/>
                    </a:cubicBezTo>
                    <a:cubicBezTo>
                      <a:pt x="68" y="316"/>
                      <a:pt x="69" y="316"/>
                      <a:pt x="69" y="316"/>
                    </a:cubicBezTo>
                    <a:cubicBezTo>
                      <a:pt x="84" y="298"/>
                      <a:pt x="100" y="280"/>
                      <a:pt x="115" y="262"/>
                    </a:cubicBezTo>
                    <a:cubicBezTo>
                      <a:pt x="131" y="244"/>
                      <a:pt x="147" y="226"/>
                      <a:pt x="164" y="210"/>
                    </a:cubicBezTo>
                    <a:cubicBezTo>
                      <a:pt x="172" y="201"/>
                      <a:pt x="181" y="192"/>
                      <a:pt x="191" y="184"/>
                    </a:cubicBezTo>
                    <a:cubicBezTo>
                      <a:pt x="199" y="177"/>
                      <a:pt x="208" y="170"/>
                      <a:pt x="218" y="164"/>
                    </a:cubicBezTo>
                    <a:cubicBezTo>
                      <a:pt x="221" y="163"/>
                      <a:pt x="223" y="162"/>
                      <a:pt x="226" y="161"/>
                    </a:cubicBezTo>
                    <a:cubicBezTo>
                      <a:pt x="232" y="158"/>
                      <a:pt x="239" y="158"/>
                      <a:pt x="245" y="163"/>
                    </a:cubicBezTo>
                    <a:cubicBezTo>
                      <a:pt x="249" y="168"/>
                      <a:pt x="249" y="174"/>
                      <a:pt x="249" y="180"/>
                    </a:cubicBezTo>
                    <a:cubicBezTo>
                      <a:pt x="248" y="184"/>
                      <a:pt x="247" y="188"/>
                      <a:pt x="245" y="192"/>
                    </a:cubicBezTo>
                    <a:cubicBezTo>
                      <a:pt x="241" y="205"/>
                      <a:pt x="235" y="216"/>
                      <a:pt x="230" y="227"/>
                    </a:cubicBezTo>
                    <a:cubicBezTo>
                      <a:pt x="219" y="248"/>
                      <a:pt x="207" y="269"/>
                      <a:pt x="195" y="289"/>
                    </a:cubicBezTo>
                    <a:cubicBezTo>
                      <a:pt x="184" y="310"/>
                      <a:pt x="171" y="331"/>
                      <a:pt x="158" y="352"/>
                    </a:cubicBezTo>
                    <a:cubicBezTo>
                      <a:pt x="146" y="373"/>
                      <a:pt x="134" y="395"/>
                      <a:pt x="122" y="415"/>
                    </a:cubicBezTo>
                    <a:cubicBezTo>
                      <a:pt x="110" y="437"/>
                      <a:pt x="98" y="458"/>
                      <a:pt x="88" y="480"/>
                    </a:cubicBezTo>
                    <a:cubicBezTo>
                      <a:pt x="87" y="481"/>
                      <a:pt x="87" y="481"/>
                      <a:pt x="87" y="481"/>
                    </a:cubicBezTo>
                    <a:cubicBezTo>
                      <a:pt x="80" y="495"/>
                      <a:pt x="74" y="510"/>
                      <a:pt x="68" y="525"/>
                    </a:cubicBezTo>
                    <a:cubicBezTo>
                      <a:pt x="65" y="534"/>
                      <a:pt x="62" y="543"/>
                      <a:pt x="58" y="551"/>
                    </a:cubicBezTo>
                    <a:cubicBezTo>
                      <a:pt x="65" y="542"/>
                      <a:pt x="72" y="533"/>
                      <a:pt x="78" y="523"/>
                    </a:cubicBezTo>
                    <a:cubicBezTo>
                      <a:pt x="92" y="503"/>
                      <a:pt x="106" y="483"/>
                      <a:pt x="120" y="463"/>
                    </a:cubicBezTo>
                    <a:cubicBezTo>
                      <a:pt x="134" y="443"/>
                      <a:pt x="149" y="424"/>
                      <a:pt x="163" y="404"/>
                    </a:cubicBezTo>
                    <a:cubicBezTo>
                      <a:pt x="177" y="385"/>
                      <a:pt x="191" y="367"/>
                      <a:pt x="205" y="347"/>
                    </a:cubicBezTo>
                    <a:cubicBezTo>
                      <a:pt x="212" y="338"/>
                      <a:pt x="220" y="328"/>
                      <a:pt x="227" y="319"/>
                    </a:cubicBezTo>
                    <a:cubicBezTo>
                      <a:pt x="234" y="309"/>
                      <a:pt x="241" y="300"/>
                      <a:pt x="248" y="290"/>
                    </a:cubicBezTo>
                    <a:cubicBezTo>
                      <a:pt x="264" y="272"/>
                      <a:pt x="281" y="253"/>
                      <a:pt x="300" y="237"/>
                    </a:cubicBezTo>
                    <a:cubicBezTo>
                      <a:pt x="309" y="229"/>
                      <a:pt x="318" y="221"/>
                      <a:pt x="329" y="217"/>
                    </a:cubicBezTo>
                    <a:cubicBezTo>
                      <a:pt x="333" y="216"/>
                      <a:pt x="337" y="214"/>
                      <a:pt x="341" y="215"/>
                    </a:cubicBezTo>
                    <a:cubicBezTo>
                      <a:pt x="344" y="215"/>
                      <a:pt x="347" y="216"/>
                      <a:pt x="350" y="217"/>
                    </a:cubicBezTo>
                    <a:cubicBezTo>
                      <a:pt x="353" y="220"/>
                      <a:pt x="354" y="223"/>
                      <a:pt x="355" y="227"/>
                    </a:cubicBezTo>
                    <a:cubicBezTo>
                      <a:pt x="357" y="234"/>
                      <a:pt x="355" y="241"/>
                      <a:pt x="354" y="248"/>
                    </a:cubicBezTo>
                    <a:cubicBezTo>
                      <a:pt x="353" y="252"/>
                      <a:pt x="351" y="257"/>
                      <a:pt x="349" y="262"/>
                    </a:cubicBezTo>
                    <a:cubicBezTo>
                      <a:pt x="345" y="273"/>
                      <a:pt x="339" y="284"/>
                      <a:pt x="334" y="295"/>
                    </a:cubicBezTo>
                    <a:cubicBezTo>
                      <a:pt x="328" y="306"/>
                      <a:pt x="322" y="316"/>
                      <a:pt x="316" y="327"/>
                    </a:cubicBezTo>
                    <a:cubicBezTo>
                      <a:pt x="292" y="369"/>
                      <a:pt x="263" y="410"/>
                      <a:pt x="236" y="450"/>
                    </a:cubicBezTo>
                    <a:cubicBezTo>
                      <a:pt x="232" y="456"/>
                      <a:pt x="229" y="461"/>
                      <a:pt x="226" y="467"/>
                    </a:cubicBezTo>
                    <a:cubicBezTo>
                      <a:pt x="226" y="466"/>
                      <a:pt x="226" y="466"/>
                      <a:pt x="226" y="466"/>
                    </a:cubicBezTo>
                    <a:cubicBezTo>
                      <a:pt x="226" y="467"/>
                      <a:pt x="226" y="467"/>
                      <a:pt x="225" y="467"/>
                    </a:cubicBezTo>
                    <a:cubicBezTo>
                      <a:pt x="204" y="500"/>
                      <a:pt x="184" y="533"/>
                      <a:pt x="167" y="568"/>
                    </a:cubicBezTo>
                    <a:lnTo>
                      <a:pt x="167" y="567"/>
                    </a:lnTo>
                    <a:cubicBezTo>
                      <a:pt x="160" y="583"/>
                      <a:pt x="153" y="598"/>
                      <a:pt x="146" y="614"/>
                    </a:cubicBezTo>
                    <a:cubicBezTo>
                      <a:pt x="149" y="612"/>
                      <a:pt x="152" y="609"/>
                      <a:pt x="154" y="607"/>
                    </a:cubicBezTo>
                    <a:cubicBezTo>
                      <a:pt x="162" y="598"/>
                      <a:pt x="171" y="589"/>
                      <a:pt x="179" y="580"/>
                    </a:cubicBezTo>
                    <a:cubicBezTo>
                      <a:pt x="186" y="570"/>
                      <a:pt x="195" y="561"/>
                      <a:pt x="202" y="551"/>
                    </a:cubicBezTo>
                    <a:cubicBezTo>
                      <a:pt x="210" y="542"/>
                      <a:pt x="217" y="533"/>
                      <a:pt x="224" y="524"/>
                    </a:cubicBezTo>
                    <a:cubicBezTo>
                      <a:pt x="232" y="513"/>
                      <a:pt x="240" y="503"/>
                      <a:pt x="248" y="493"/>
                    </a:cubicBezTo>
                    <a:cubicBezTo>
                      <a:pt x="254" y="484"/>
                      <a:pt x="260" y="475"/>
                      <a:pt x="267" y="466"/>
                    </a:cubicBezTo>
                    <a:cubicBezTo>
                      <a:pt x="281" y="445"/>
                      <a:pt x="296" y="424"/>
                      <a:pt x="310" y="403"/>
                    </a:cubicBezTo>
                    <a:cubicBezTo>
                      <a:pt x="317" y="393"/>
                      <a:pt x="325" y="383"/>
                      <a:pt x="332" y="373"/>
                    </a:cubicBezTo>
                    <a:cubicBezTo>
                      <a:pt x="339" y="364"/>
                      <a:pt x="346" y="355"/>
                      <a:pt x="354" y="346"/>
                    </a:cubicBezTo>
                    <a:cubicBezTo>
                      <a:pt x="362" y="337"/>
                      <a:pt x="371" y="328"/>
                      <a:pt x="380" y="320"/>
                    </a:cubicBezTo>
                    <a:cubicBezTo>
                      <a:pt x="385" y="316"/>
                      <a:pt x="390" y="312"/>
                      <a:pt x="395" y="308"/>
                    </a:cubicBezTo>
                    <a:cubicBezTo>
                      <a:pt x="400" y="305"/>
                      <a:pt x="404" y="301"/>
                      <a:pt x="410" y="299"/>
                    </a:cubicBezTo>
                    <a:cubicBezTo>
                      <a:pt x="414" y="297"/>
                      <a:pt x="420" y="295"/>
                      <a:pt x="424" y="294"/>
                    </a:cubicBezTo>
                    <a:cubicBezTo>
                      <a:pt x="431" y="293"/>
                      <a:pt x="438" y="295"/>
                      <a:pt x="443" y="300"/>
                    </a:cubicBezTo>
                    <a:cubicBezTo>
                      <a:pt x="445" y="302"/>
                      <a:pt x="447" y="305"/>
                      <a:pt x="449" y="308"/>
                    </a:cubicBezTo>
                    <a:cubicBezTo>
                      <a:pt x="450" y="311"/>
                      <a:pt x="450" y="314"/>
                      <a:pt x="451" y="318"/>
                    </a:cubicBezTo>
                    <a:cubicBezTo>
                      <a:pt x="452" y="325"/>
                      <a:pt x="450" y="333"/>
                      <a:pt x="448" y="341"/>
                    </a:cubicBezTo>
                    <a:cubicBezTo>
                      <a:pt x="446" y="348"/>
                      <a:pt x="443" y="355"/>
                      <a:pt x="440" y="362"/>
                    </a:cubicBezTo>
                    <a:cubicBezTo>
                      <a:pt x="437" y="369"/>
                      <a:pt x="435" y="375"/>
                      <a:pt x="431" y="381"/>
                    </a:cubicBezTo>
                    <a:cubicBezTo>
                      <a:pt x="422" y="397"/>
                      <a:pt x="412" y="413"/>
                      <a:pt x="402" y="429"/>
                    </a:cubicBezTo>
                    <a:cubicBezTo>
                      <a:pt x="392" y="445"/>
                      <a:pt x="381" y="460"/>
                      <a:pt x="371" y="476"/>
                    </a:cubicBezTo>
                    <a:lnTo>
                      <a:pt x="371" y="475"/>
                    </a:lnTo>
                    <a:cubicBezTo>
                      <a:pt x="351" y="506"/>
                      <a:pt x="333" y="538"/>
                      <a:pt x="317" y="572"/>
                    </a:cubicBezTo>
                    <a:cubicBezTo>
                      <a:pt x="317" y="571"/>
                      <a:pt x="318" y="570"/>
                      <a:pt x="318" y="570"/>
                    </a:cubicBezTo>
                    <a:cubicBezTo>
                      <a:pt x="315" y="576"/>
                      <a:pt x="312" y="582"/>
                      <a:pt x="310" y="587"/>
                    </a:cubicBezTo>
                    <a:cubicBezTo>
                      <a:pt x="308" y="593"/>
                      <a:pt x="306" y="599"/>
                      <a:pt x="304" y="604"/>
                    </a:cubicBezTo>
                    <a:cubicBezTo>
                      <a:pt x="303" y="607"/>
                      <a:pt x="302" y="610"/>
                      <a:pt x="301" y="612"/>
                    </a:cubicBezTo>
                    <a:cubicBezTo>
                      <a:pt x="299" y="621"/>
                      <a:pt x="297" y="628"/>
                      <a:pt x="294" y="636"/>
                    </a:cubicBezTo>
                    <a:cubicBezTo>
                      <a:pt x="299" y="632"/>
                      <a:pt x="304" y="626"/>
                      <a:pt x="308" y="621"/>
                    </a:cubicBezTo>
                    <a:cubicBezTo>
                      <a:pt x="316" y="611"/>
                      <a:pt x="325" y="601"/>
                      <a:pt x="332" y="591"/>
                    </a:cubicBezTo>
                    <a:cubicBezTo>
                      <a:pt x="339" y="582"/>
                      <a:pt x="346" y="573"/>
                      <a:pt x="353" y="564"/>
                    </a:cubicBezTo>
                    <a:cubicBezTo>
                      <a:pt x="368" y="544"/>
                      <a:pt x="383" y="524"/>
                      <a:pt x="399" y="505"/>
                    </a:cubicBezTo>
                    <a:cubicBezTo>
                      <a:pt x="407" y="495"/>
                      <a:pt x="415" y="486"/>
                      <a:pt x="424" y="477"/>
                    </a:cubicBezTo>
                    <a:cubicBezTo>
                      <a:pt x="432" y="467"/>
                      <a:pt x="441" y="457"/>
                      <a:pt x="449" y="448"/>
                    </a:cubicBezTo>
                    <a:cubicBezTo>
                      <a:pt x="457" y="440"/>
                      <a:pt x="465" y="431"/>
                      <a:pt x="474" y="424"/>
                    </a:cubicBezTo>
                    <a:cubicBezTo>
                      <a:pt x="476" y="422"/>
                      <a:pt x="478" y="420"/>
                      <a:pt x="481" y="418"/>
                    </a:cubicBezTo>
                    <a:cubicBezTo>
                      <a:pt x="485" y="414"/>
                      <a:pt x="489" y="411"/>
                      <a:pt x="495" y="411"/>
                    </a:cubicBezTo>
                    <a:cubicBezTo>
                      <a:pt x="501" y="411"/>
                      <a:pt x="508" y="415"/>
                      <a:pt x="509" y="422"/>
                    </a:cubicBezTo>
                    <a:cubicBezTo>
                      <a:pt x="511" y="428"/>
                      <a:pt x="510" y="435"/>
                      <a:pt x="508" y="442"/>
                    </a:cubicBezTo>
                    <a:cubicBezTo>
                      <a:pt x="506" y="453"/>
                      <a:pt x="502" y="463"/>
                      <a:pt x="498" y="473"/>
                    </a:cubicBezTo>
                    <a:cubicBezTo>
                      <a:pt x="494" y="482"/>
                      <a:pt x="490" y="491"/>
                      <a:pt x="486" y="499"/>
                    </a:cubicBezTo>
                    <a:cubicBezTo>
                      <a:pt x="478" y="517"/>
                      <a:pt x="469" y="536"/>
                      <a:pt x="460" y="554"/>
                    </a:cubicBezTo>
                    <a:lnTo>
                      <a:pt x="460" y="555"/>
                    </a:lnTo>
                    <a:cubicBezTo>
                      <a:pt x="459" y="556"/>
                      <a:pt x="458" y="558"/>
                      <a:pt x="457" y="560"/>
                    </a:cubicBezTo>
                    <a:cubicBezTo>
                      <a:pt x="457" y="559"/>
                      <a:pt x="457" y="559"/>
                      <a:pt x="458" y="559"/>
                    </a:cubicBezTo>
                    <a:cubicBezTo>
                      <a:pt x="457" y="560"/>
                      <a:pt x="457" y="561"/>
                      <a:pt x="456" y="562"/>
                    </a:cubicBezTo>
                    <a:lnTo>
                      <a:pt x="457" y="561"/>
                    </a:lnTo>
                    <a:cubicBezTo>
                      <a:pt x="456" y="562"/>
                      <a:pt x="456" y="563"/>
                      <a:pt x="455" y="564"/>
                    </a:cubicBezTo>
                    <a:cubicBezTo>
                      <a:pt x="456" y="564"/>
                      <a:pt x="456" y="563"/>
                      <a:pt x="456" y="563"/>
                    </a:cubicBezTo>
                    <a:cubicBezTo>
                      <a:pt x="455" y="564"/>
                      <a:pt x="455" y="565"/>
                      <a:pt x="454" y="566"/>
                    </a:cubicBezTo>
                    <a:cubicBezTo>
                      <a:pt x="449" y="578"/>
                      <a:pt x="443" y="590"/>
                      <a:pt x="438" y="603"/>
                    </a:cubicBezTo>
                    <a:cubicBezTo>
                      <a:pt x="444" y="597"/>
                      <a:pt x="450" y="591"/>
                      <a:pt x="456" y="585"/>
                    </a:cubicBezTo>
                    <a:cubicBezTo>
                      <a:pt x="466" y="576"/>
                      <a:pt x="475" y="566"/>
                      <a:pt x="484" y="557"/>
                    </a:cubicBezTo>
                    <a:cubicBezTo>
                      <a:pt x="501" y="540"/>
                      <a:pt x="517" y="524"/>
                      <a:pt x="534" y="508"/>
                    </a:cubicBezTo>
                    <a:cubicBezTo>
                      <a:pt x="540" y="501"/>
                      <a:pt x="546" y="495"/>
                      <a:pt x="552" y="489"/>
                    </a:cubicBezTo>
                    <a:cubicBezTo>
                      <a:pt x="558" y="483"/>
                      <a:pt x="564" y="477"/>
                      <a:pt x="570" y="472"/>
                    </a:cubicBezTo>
                    <a:cubicBezTo>
                      <a:pt x="575" y="467"/>
                      <a:pt x="580" y="463"/>
                      <a:pt x="588" y="463"/>
                    </a:cubicBezTo>
                    <a:cubicBezTo>
                      <a:pt x="592" y="464"/>
                      <a:pt x="596" y="467"/>
                      <a:pt x="599" y="470"/>
                    </a:cubicBezTo>
                    <a:cubicBezTo>
                      <a:pt x="601" y="473"/>
                      <a:pt x="602" y="478"/>
                      <a:pt x="603" y="482"/>
                    </a:cubicBezTo>
                    <a:cubicBezTo>
                      <a:pt x="604" y="493"/>
                      <a:pt x="601" y="503"/>
                      <a:pt x="598" y="512"/>
                    </a:cubicBezTo>
                    <a:cubicBezTo>
                      <a:pt x="597" y="517"/>
                      <a:pt x="596" y="522"/>
                      <a:pt x="594" y="526"/>
                    </a:cubicBezTo>
                    <a:cubicBezTo>
                      <a:pt x="594" y="526"/>
                      <a:pt x="594" y="525"/>
                      <a:pt x="595" y="525"/>
                    </a:cubicBezTo>
                    <a:cubicBezTo>
                      <a:pt x="592" y="534"/>
                      <a:pt x="588" y="543"/>
                      <a:pt x="584" y="552"/>
                    </a:cubicBezTo>
                    <a:cubicBezTo>
                      <a:pt x="580" y="561"/>
                      <a:pt x="576" y="571"/>
                      <a:pt x="572" y="581"/>
                    </a:cubicBezTo>
                    <a:cubicBezTo>
                      <a:pt x="569" y="589"/>
                      <a:pt x="565" y="597"/>
                      <a:pt x="562" y="605"/>
                    </a:cubicBezTo>
                    <a:cubicBezTo>
                      <a:pt x="564" y="604"/>
                      <a:pt x="566" y="602"/>
                      <a:pt x="568" y="600"/>
                    </a:cubicBezTo>
                    <a:cubicBezTo>
                      <a:pt x="576" y="592"/>
                      <a:pt x="584" y="584"/>
                      <a:pt x="593" y="576"/>
                    </a:cubicBezTo>
                    <a:cubicBezTo>
                      <a:pt x="597" y="572"/>
                      <a:pt x="602" y="568"/>
                      <a:pt x="607" y="563"/>
                    </a:cubicBezTo>
                    <a:cubicBezTo>
                      <a:pt x="611" y="559"/>
                      <a:pt x="615" y="556"/>
                      <a:pt x="620" y="552"/>
                    </a:cubicBezTo>
                    <a:cubicBezTo>
                      <a:pt x="623" y="549"/>
                      <a:pt x="628" y="546"/>
                      <a:pt x="632" y="545"/>
                    </a:cubicBezTo>
                    <a:cubicBezTo>
                      <a:pt x="638" y="543"/>
                      <a:pt x="646" y="545"/>
                      <a:pt x="648" y="551"/>
                    </a:cubicBezTo>
                    <a:cubicBezTo>
                      <a:pt x="650" y="554"/>
                      <a:pt x="651" y="556"/>
                      <a:pt x="651" y="559"/>
                    </a:cubicBezTo>
                    <a:cubicBezTo>
                      <a:pt x="651" y="563"/>
                      <a:pt x="650" y="566"/>
                      <a:pt x="650" y="569"/>
                    </a:cubicBezTo>
                    <a:cubicBezTo>
                      <a:pt x="649" y="572"/>
                      <a:pt x="648" y="575"/>
                      <a:pt x="647" y="578"/>
                    </a:cubicBezTo>
                    <a:cubicBezTo>
                      <a:pt x="644" y="592"/>
                      <a:pt x="640" y="605"/>
                      <a:pt x="637" y="619"/>
                    </a:cubicBezTo>
                    <a:cubicBezTo>
                      <a:pt x="638" y="619"/>
                      <a:pt x="639" y="618"/>
                      <a:pt x="640" y="618"/>
                    </a:cubicBezTo>
                    <a:cubicBezTo>
                      <a:pt x="653" y="609"/>
                      <a:pt x="665" y="600"/>
                      <a:pt x="677" y="590"/>
                    </a:cubicBezTo>
                    <a:cubicBezTo>
                      <a:pt x="681" y="588"/>
                      <a:pt x="684" y="586"/>
                      <a:pt x="688" y="586"/>
                    </a:cubicBezTo>
                    <a:cubicBezTo>
                      <a:pt x="692" y="585"/>
                      <a:pt x="697" y="587"/>
                      <a:pt x="700" y="590"/>
                    </a:cubicBezTo>
                    <a:cubicBezTo>
                      <a:pt x="706" y="596"/>
                      <a:pt x="706" y="604"/>
                      <a:pt x="706" y="611"/>
                    </a:cubicBezTo>
                    <a:cubicBezTo>
                      <a:pt x="705" y="619"/>
                      <a:pt x="704" y="626"/>
                      <a:pt x="703" y="634"/>
                    </a:cubicBezTo>
                    <a:cubicBezTo>
                      <a:pt x="703" y="635"/>
                      <a:pt x="703" y="635"/>
                      <a:pt x="703" y="636"/>
                    </a:cubicBezTo>
                    <a:cubicBezTo>
                      <a:pt x="703" y="635"/>
                      <a:pt x="703" y="635"/>
                      <a:pt x="703" y="635"/>
                    </a:cubicBezTo>
                    <a:cubicBezTo>
                      <a:pt x="703" y="636"/>
                      <a:pt x="703" y="637"/>
                      <a:pt x="703" y="639"/>
                    </a:cubicBezTo>
                    <a:cubicBezTo>
                      <a:pt x="707" y="642"/>
                      <a:pt x="707" y="647"/>
                      <a:pt x="706" y="652"/>
                    </a:cubicBezTo>
                    <a:cubicBezTo>
                      <a:pt x="703" y="658"/>
                      <a:pt x="696" y="661"/>
                      <a:pt x="690" y="659"/>
                    </a:cubicBezTo>
                    <a:cubicBezTo>
                      <a:pt x="689" y="658"/>
                      <a:pt x="688" y="658"/>
                      <a:pt x="686" y="657"/>
                    </a:cubicBezTo>
                    <a:cubicBezTo>
                      <a:pt x="685" y="656"/>
                      <a:pt x="683" y="655"/>
                      <a:pt x="682" y="653"/>
                    </a:cubicBezTo>
                    <a:cubicBezTo>
                      <a:pt x="679" y="650"/>
                      <a:pt x="679" y="647"/>
                      <a:pt x="678" y="643"/>
                    </a:cubicBezTo>
                    <a:cubicBezTo>
                      <a:pt x="678" y="639"/>
                      <a:pt x="678" y="633"/>
                      <a:pt x="679" y="629"/>
                    </a:cubicBezTo>
                    <a:cubicBezTo>
                      <a:pt x="679" y="625"/>
                      <a:pt x="680" y="622"/>
                      <a:pt x="681" y="618"/>
                    </a:cubicBezTo>
                    <a:cubicBezTo>
                      <a:pt x="671" y="625"/>
                      <a:pt x="662" y="632"/>
                      <a:pt x="653" y="638"/>
                    </a:cubicBezTo>
                    <a:cubicBezTo>
                      <a:pt x="653" y="637"/>
                      <a:pt x="654" y="637"/>
                      <a:pt x="654" y="637"/>
                    </a:cubicBezTo>
                    <a:cubicBezTo>
                      <a:pt x="653" y="638"/>
                      <a:pt x="651" y="639"/>
                      <a:pt x="649" y="640"/>
                    </a:cubicBezTo>
                    <a:cubicBezTo>
                      <a:pt x="644" y="643"/>
                      <a:pt x="640" y="646"/>
                      <a:pt x="636" y="648"/>
                    </a:cubicBezTo>
                    <a:cubicBezTo>
                      <a:pt x="632" y="650"/>
                      <a:pt x="626" y="651"/>
                      <a:pt x="621" y="650"/>
                    </a:cubicBezTo>
                    <a:cubicBezTo>
                      <a:pt x="617" y="649"/>
                      <a:pt x="613" y="646"/>
                      <a:pt x="611" y="643"/>
                    </a:cubicBezTo>
                    <a:cubicBezTo>
                      <a:pt x="608" y="636"/>
                      <a:pt x="609" y="630"/>
                      <a:pt x="611" y="623"/>
                    </a:cubicBezTo>
                    <a:cubicBezTo>
                      <a:pt x="611" y="619"/>
                      <a:pt x="612" y="616"/>
                      <a:pt x="614" y="612"/>
                    </a:cubicBezTo>
                    <a:cubicBezTo>
                      <a:pt x="615" y="604"/>
                      <a:pt x="618" y="596"/>
                      <a:pt x="620" y="587"/>
                    </a:cubicBezTo>
                    <a:cubicBezTo>
                      <a:pt x="621" y="585"/>
                      <a:pt x="621" y="583"/>
                      <a:pt x="621" y="582"/>
                    </a:cubicBezTo>
                    <a:cubicBezTo>
                      <a:pt x="617" y="585"/>
                      <a:pt x="612" y="589"/>
                      <a:pt x="608" y="593"/>
                    </a:cubicBezTo>
                    <a:cubicBezTo>
                      <a:pt x="608" y="592"/>
                      <a:pt x="609" y="592"/>
                      <a:pt x="609" y="592"/>
                    </a:cubicBezTo>
                    <a:cubicBezTo>
                      <a:pt x="591" y="608"/>
                      <a:pt x="575" y="626"/>
                      <a:pt x="558" y="643"/>
                    </a:cubicBezTo>
                    <a:cubicBezTo>
                      <a:pt x="556" y="646"/>
                      <a:pt x="553" y="648"/>
                      <a:pt x="550" y="650"/>
                    </a:cubicBezTo>
                    <a:cubicBezTo>
                      <a:pt x="548" y="653"/>
                      <a:pt x="545" y="654"/>
                      <a:pt x="542" y="656"/>
                    </a:cubicBezTo>
                    <a:cubicBezTo>
                      <a:pt x="535" y="657"/>
                      <a:pt x="528" y="654"/>
                      <a:pt x="525" y="648"/>
                    </a:cubicBezTo>
                    <a:cubicBezTo>
                      <a:pt x="522" y="640"/>
                      <a:pt x="526" y="632"/>
                      <a:pt x="529" y="624"/>
                    </a:cubicBezTo>
                    <a:cubicBezTo>
                      <a:pt x="533" y="613"/>
                      <a:pt x="538" y="602"/>
                      <a:pt x="543" y="590"/>
                    </a:cubicBezTo>
                    <a:cubicBezTo>
                      <a:pt x="548" y="578"/>
                      <a:pt x="553" y="566"/>
                      <a:pt x="558" y="554"/>
                    </a:cubicBezTo>
                    <a:cubicBezTo>
                      <a:pt x="563" y="542"/>
                      <a:pt x="568" y="530"/>
                      <a:pt x="572" y="518"/>
                    </a:cubicBezTo>
                    <a:cubicBezTo>
                      <a:pt x="574" y="512"/>
                      <a:pt x="576" y="505"/>
                      <a:pt x="577" y="498"/>
                    </a:cubicBezTo>
                    <a:cubicBezTo>
                      <a:pt x="575" y="501"/>
                      <a:pt x="572" y="502"/>
                      <a:pt x="570" y="505"/>
                    </a:cubicBezTo>
                    <a:lnTo>
                      <a:pt x="570" y="504"/>
                    </a:lnTo>
                    <a:cubicBezTo>
                      <a:pt x="534" y="537"/>
                      <a:pt x="501" y="573"/>
                      <a:pt x="466" y="608"/>
                    </a:cubicBezTo>
                    <a:cubicBezTo>
                      <a:pt x="457" y="617"/>
                      <a:pt x="449" y="625"/>
                      <a:pt x="439" y="634"/>
                    </a:cubicBezTo>
                    <a:cubicBezTo>
                      <a:pt x="436" y="637"/>
                      <a:pt x="432" y="640"/>
                      <a:pt x="428" y="644"/>
                    </a:cubicBezTo>
                    <a:cubicBezTo>
                      <a:pt x="422" y="648"/>
                      <a:pt x="415" y="651"/>
                      <a:pt x="409" y="649"/>
                    </a:cubicBezTo>
                    <a:cubicBezTo>
                      <a:pt x="403" y="646"/>
                      <a:pt x="400" y="640"/>
                      <a:pt x="400" y="635"/>
                    </a:cubicBezTo>
                    <a:cubicBezTo>
                      <a:pt x="400" y="630"/>
                      <a:pt x="403" y="625"/>
                      <a:pt x="404" y="621"/>
                    </a:cubicBezTo>
                    <a:cubicBezTo>
                      <a:pt x="409" y="610"/>
                      <a:pt x="414" y="599"/>
                      <a:pt x="418" y="589"/>
                    </a:cubicBezTo>
                    <a:cubicBezTo>
                      <a:pt x="424" y="577"/>
                      <a:pt x="428" y="566"/>
                      <a:pt x="434" y="556"/>
                    </a:cubicBezTo>
                    <a:cubicBezTo>
                      <a:pt x="440" y="543"/>
                      <a:pt x="446" y="530"/>
                      <a:pt x="452" y="516"/>
                    </a:cubicBezTo>
                    <a:lnTo>
                      <a:pt x="452" y="517"/>
                    </a:lnTo>
                    <a:cubicBezTo>
                      <a:pt x="452" y="516"/>
                      <a:pt x="453" y="516"/>
                      <a:pt x="453" y="516"/>
                    </a:cubicBezTo>
                    <a:cubicBezTo>
                      <a:pt x="454" y="511"/>
                      <a:pt x="457" y="506"/>
                      <a:pt x="459" y="502"/>
                    </a:cubicBezTo>
                    <a:lnTo>
                      <a:pt x="459" y="503"/>
                    </a:lnTo>
                    <a:cubicBezTo>
                      <a:pt x="463" y="494"/>
                      <a:pt x="467" y="485"/>
                      <a:pt x="471" y="475"/>
                    </a:cubicBezTo>
                    <a:cubicBezTo>
                      <a:pt x="473" y="470"/>
                      <a:pt x="475" y="465"/>
                      <a:pt x="477" y="459"/>
                    </a:cubicBezTo>
                    <a:cubicBezTo>
                      <a:pt x="478" y="457"/>
                      <a:pt x="479" y="454"/>
                      <a:pt x="480" y="451"/>
                    </a:cubicBezTo>
                    <a:cubicBezTo>
                      <a:pt x="461" y="469"/>
                      <a:pt x="444" y="488"/>
                      <a:pt x="427" y="507"/>
                    </a:cubicBezTo>
                    <a:cubicBezTo>
                      <a:pt x="427" y="506"/>
                      <a:pt x="428" y="506"/>
                      <a:pt x="428" y="506"/>
                    </a:cubicBezTo>
                    <a:cubicBezTo>
                      <a:pt x="420" y="515"/>
                      <a:pt x="413" y="524"/>
                      <a:pt x="405" y="533"/>
                    </a:cubicBezTo>
                    <a:cubicBezTo>
                      <a:pt x="397" y="543"/>
                      <a:pt x="389" y="554"/>
                      <a:pt x="380" y="564"/>
                    </a:cubicBezTo>
                    <a:cubicBezTo>
                      <a:pt x="367" y="583"/>
                      <a:pt x="353" y="602"/>
                      <a:pt x="338" y="621"/>
                    </a:cubicBezTo>
                    <a:cubicBezTo>
                      <a:pt x="334" y="625"/>
                      <a:pt x="330" y="630"/>
                      <a:pt x="326" y="636"/>
                    </a:cubicBezTo>
                    <a:cubicBezTo>
                      <a:pt x="322" y="640"/>
                      <a:pt x="318" y="646"/>
                      <a:pt x="313" y="650"/>
                    </a:cubicBezTo>
                    <a:cubicBezTo>
                      <a:pt x="307" y="657"/>
                      <a:pt x="301" y="665"/>
                      <a:pt x="294" y="671"/>
                    </a:cubicBezTo>
                    <a:cubicBezTo>
                      <a:pt x="289" y="674"/>
                      <a:pt x="283" y="678"/>
                      <a:pt x="277" y="678"/>
                    </a:cubicBezTo>
                    <a:cubicBezTo>
                      <a:pt x="277" y="678"/>
                      <a:pt x="276" y="678"/>
                      <a:pt x="276" y="6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5" name="Google Shape;1125;p13"/>
              <p:cNvSpPr/>
              <p:nvPr/>
            </p:nvSpPr>
            <p:spPr>
              <a:xfrm>
                <a:off x="1349280" y="874080"/>
                <a:ext cx="512280" cy="509400"/>
              </a:xfrm>
              <a:custGeom>
                <a:avLst/>
                <a:gdLst/>
                <a:ahLst/>
                <a:cxnLst/>
                <a:rect l="l" t="t" r="r" b="b"/>
                <a:pathLst>
                  <a:path w="1423" h="1415" extrusionOk="0">
                    <a:moveTo>
                      <a:pt x="1387" y="1412"/>
                    </a:moveTo>
                    <a:cubicBezTo>
                      <a:pt x="1369" y="1401"/>
                      <a:pt x="1353" y="1388"/>
                      <a:pt x="1337" y="1374"/>
                    </a:cubicBezTo>
                    <a:cubicBezTo>
                      <a:pt x="1320" y="1360"/>
                      <a:pt x="1303" y="1346"/>
                      <a:pt x="1287" y="1331"/>
                    </a:cubicBezTo>
                    <a:cubicBezTo>
                      <a:pt x="1271" y="1316"/>
                      <a:pt x="1256" y="1302"/>
                      <a:pt x="1241" y="1287"/>
                    </a:cubicBezTo>
                    <a:cubicBezTo>
                      <a:pt x="1224" y="1271"/>
                      <a:pt x="1209" y="1255"/>
                      <a:pt x="1194" y="1238"/>
                    </a:cubicBezTo>
                    <a:cubicBezTo>
                      <a:pt x="1185" y="1229"/>
                      <a:pt x="1176" y="1220"/>
                      <a:pt x="1168" y="1210"/>
                    </a:cubicBezTo>
                    <a:cubicBezTo>
                      <a:pt x="1138" y="1179"/>
                      <a:pt x="1105" y="1153"/>
                      <a:pt x="1073" y="1125"/>
                    </a:cubicBezTo>
                    <a:cubicBezTo>
                      <a:pt x="1056" y="1111"/>
                      <a:pt x="1040" y="1097"/>
                      <a:pt x="1024" y="1083"/>
                    </a:cubicBezTo>
                    <a:cubicBezTo>
                      <a:pt x="1009" y="1067"/>
                      <a:pt x="993" y="1052"/>
                      <a:pt x="977" y="1036"/>
                    </a:cubicBezTo>
                    <a:cubicBezTo>
                      <a:pt x="947" y="1006"/>
                      <a:pt x="916" y="976"/>
                      <a:pt x="885" y="947"/>
                    </a:cubicBezTo>
                    <a:cubicBezTo>
                      <a:pt x="856" y="919"/>
                      <a:pt x="826" y="893"/>
                      <a:pt x="798" y="864"/>
                    </a:cubicBezTo>
                    <a:lnTo>
                      <a:pt x="797" y="864"/>
                    </a:lnTo>
                    <a:lnTo>
                      <a:pt x="798" y="864"/>
                    </a:lnTo>
                    <a:cubicBezTo>
                      <a:pt x="781" y="847"/>
                      <a:pt x="765" y="829"/>
                      <a:pt x="749" y="812"/>
                    </a:cubicBezTo>
                    <a:lnTo>
                      <a:pt x="750" y="813"/>
                    </a:lnTo>
                    <a:cubicBezTo>
                      <a:pt x="720" y="782"/>
                      <a:pt x="689" y="752"/>
                      <a:pt x="660" y="721"/>
                    </a:cubicBezTo>
                    <a:cubicBezTo>
                      <a:pt x="646" y="705"/>
                      <a:pt x="632" y="689"/>
                      <a:pt x="619" y="673"/>
                    </a:cubicBezTo>
                    <a:cubicBezTo>
                      <a:pt x="607" y="658"/>
                      <a:pt x="595" y="642"/>
                      <a:pt x="582" y="627"/>
                    </a:cubicBezTo>
                    <a:cubicBezTo>
                      <a:pt x="573" y="616"/>
                      <a:pt x="563" y="606"/>
                      <a:pt x="554" y="596"/>
                    </a:cubicBezTo>
                    <a:lnTo>
                      <a:pt x="555" y="597"/>
                    </a:lnTo>
                    <a:cubicBezTo>
                      <a:pt x="554" y="596"/>
                      <a:pt x="554" y="596"/>
                      <a:pt x="554" y="596"/>
                    </a:cubicBezTo>
                    <a:cubicBezTo>
                      <a:pt x="554" y="596"/>
                      <a:pt x="553" y="595"/>
                      <a:pt x="552" y="594"/>
                    </a:cubicBezTo>
                    <a:cubicBezTo>
                      <a:pt x="553" y="595"/>
                      <a:pt x="553" y="595"/>
                      <a:pt x="554" y="596"/>
                    </a:cubicBezTo>
                    <a:cubicBezTo>
                      <a:pt x="524" y="565"/>
                      <a:pt x="492" y="536"/>
                      <a:pt x="462" y="506"/>
                    </a:cubicBezTo>
                    <a:cubicBezTo>
                      <a:pt x="446" y="491"/>
                      <a:pt x="430" y="474"/>
                      <a:pt x="415" y="457"/>
                    </a:cubicBezTo>
                    <a:cubicBezTo>
                      <a:pt x="401" y="441"/>
                      <a:pt x="389" y="424"/>
                      <a:pt x="375" y="408"/>
                    </a:cubicBezTo>
                    <a:cubicBezTo>
                      <a:pt x="365" y="396"/>
                      <a:pt x="354" y="385"/>
                      <a:pt x="344" y="374"/>
                    </a:cubicBezTo>
                    <a:cubicBezTo>
                      <a:pt x="293" y="321"/>
                      <a:pt x="238" y="272"/>
                      <a:pt x="187" y="219"/>
                    </a:cubicBezTo>
                    <a:cubicBezTo>
                      <a:pt x="157" y="187"/>
                      <a:pt x="122" y="160"/>
                      <a:pt x="91" y="130"/>
                    </a:cubicBezTo>
                    <a:cubicBezTo>
                      <a:pt x="76" y="115"/>
                      <a:pt x="62" y="100"/>
                      <a:pt x="48" y="84"/>
                    </a:cubicBezTo>
                    <a:cubicBezTo>
                      <a:pt x="35" y="69"/>
                      <a:pt x="22" y="54"/>
                      <a:pt x="9" y="39"/>
                    </a:cubicBezTo>
                    <a:cubicBezTo>
                      <a:pt x="0" y="30"/>
                      <a:pt x="0" y="16"/>
                      <a:pt x="9" y="8"/>
                    </a:cubicBezTo>
                    <a:cubicBezTo>
                      <a:pt x="19" y="0"/>
                      <a:pt x="34" y="2"/>
                      <a:pt x="40" y="13"/>
                    </a:cubicBezTo>
                    <a:cubicBezTo>
                      <a:pt x="41" y="13"/>
                      <a:pt x="41" y="13"/>
                      <a:pt x="41" y="13"/>
                    </a:cubicBezTo>
                    <a:cubicBezTo>
                      <a:pt x="41" y="14"/>
                      <a:pt x="41" y="14"/>
                      <a:pt x="41" y="15"/>
                    </a:cubicBezTo>
                    <a:cubicBezTo>
                      <a:pt x="42" y="15"/>
                      <a:pt x="42" y="15"/>
                      <a:pt x="42" y="15"/>
                    </a:cubicBezTo>
                    <a:lnTo>
                      <a:pt x="41" y="15"/>
                    </a:lnTo>
                    <a:cubicBezTo>
                      <a:pt x="42" y="15"/>
                      <a:pt x="43" y="16"/>
                      <a:pt x="43" y="17"/>
                    </a:cubicBezTo>
                    <a:cubicBezTo>
                      <a:pt x="52" y="28"/>
                      <a:pt x="62" y="39"/>
                      <a:pt x="71" y="50"/>
                    </a:cubicBezTo>
                    <a:cubicBezTo>
                      <a:pt x="81" y="60"/>
                      <a:pt x="90" y="71"/>
                      <a:pt x="100" y="81"/>
                    </a:cubicBezTo>
                    <a:cubicBezTo>
                      <a:pt x="130" y="112"/>
                      <a:pt x="163" y="140"/>
                      <a:pt x="195" y="169"/>
                    </a:cubicBezTo>
                    <a:cubicBezTo>
                      <a:pt x="211" y="183"/>
                      <a:pt x="225" y="199"/>
                      <a:pt x="240" y="214"/>
                    </a:cubicBezTo>
                    <a:cubicBezTo>
                      <a:pt x="255" y="230"/>
                      <a:pt x="271" y="245"/>
                      <a:pt x="287" y="261"/>
                    </a:cubicBezTo>
                    <a:cubicBezTo>
                      <a:pt x="319" y="292"/>
                      <a:pt x="352" y="322"/>
                      <a:pt x="382" y="355"/>
                    </a:cubicBezTo>
                    <a:cubicBezTo>
                      <a:pt x="397" y="371"/>
                      <a:pt x="411" y="387"/>
                      <a:pt x="425" y="404"/>
                    </a:cubicBezTo>
                    <a:cubicBezTo>
                      <a:pt x="438" y="421"/>
                      <a:pt x="452" y="437"/>
                      <a:pt x="466" y="452"/>
                    </a:cubicBezTo>
                    <a:cubicBezTo>
                      <a:pt x="505" y="491"/>
                      <a:pt x="545" y="527"/>
                      <a:pt x="583" y="566"/>
                    </a:cubicBezTo>
                    <a:cubicBezTo>
                      <a:pt x="585" y="568"/>
                      <a:pt x="586" y="569"/>
                      <a:pt x="588" y="571"/>
                    </a:cubicBezTo>
                    <a:lnTo>
                      <a:pt x="587" y="571"/>
                    </a:lnTo>
                    <a:cubicBezTo>
                      <a:pt x="588" y="571"/>
                      <a:pt x="588" y="571"/>
                      <a:pt x="589" y="571"/>
                    </a:cubicBezTo>
                    <a:cubicBezTo>
                      <a:pt x="589" y="572"/>
                      <a:pt x="589" y="572"/>
                      <a:pt x="590" y="572"/>
                    </a:cubicBezTo>
                    <a:cubicBezTo>
                      <a:pt x="589" y="572"/>
                      <a:pt x="589" y="572"/>
                      <a:pt x="589" y="572"/>
                    </a:cubicBezTo>
                    <a:cubicBezTo>
                      <a:pt x="599" y="582"/>
                      <a:pt x="608" y="593"/>
                      <a:pt x="618" y="603"/>
                    </a:cubicBezTo>
                    <a:cubicBezTo>
                      <a:pt x="627" y="615"/>
                      <a:pt x="636" y="626"/>
                      <a:pt x="644" y="638"/>
                    </a:cubicBezTo>
                    <a:cubicBezTo>
                      <a:pt x="664" y="662"/>
                      <a:pt x="684" y="685"/>
                      <a:pt x="704" y="707"/>
                    </a:cubicBezTo>
                    <a:cubicBezTo>
                      <a:pt x="721" y="724"/>
                      <a:pt x="738" y="741"/>
                      <a:pt x="755" y="758"/>
                    </a:cubicBezTo>
                    <a:cubicBezTo>
                      <a:pt x="772" y="774"/>
                      <a:pt x="788" y="792"/>
                      <a:pt x="805" y="809"/>
                    </a:cubicBezTo>
                    <a:cubicBezTo>
                      <a:pt x="804" y="809"/>
                      <a:pt x="804" y="808"/>
                      <a:pt x="802" y="807"/>
                    </a:cubicBezTo>
                    <a:cubicBezTo>
                      <a:pt x="805" y="809"/>
                      <a:pt x="807" y="812"/>
                      <a:pt x="809" y="813"/>
                    </a:cubicBezTo>
                    <a:cubicBezTo>
                      <a:pt x="808" y="813"/>
                      <a:pt x="808" y="812"/>
                      <a:pt x="807" y="812"/>
                    </a:cubicBezTo>
                    <a:cubicBezTo>
                      <a:pt x="809" y="813"/>
                      <a:pt x="811" y="816"/>
                      <a:pt x="812" y="818"/>
                    </a:cubicBezTo>
                    <a:cubicBezTo>
                      <a:pt x="812" y="817"/>
                      <a:pt x="811" y="816"/>
                      <a:pt x="811" y="816"/>
                    </a:cubicBezTo>
                    <a:cubicBezTo>
                      <a:pt x="812" y="817"/>
                      <a:pt x="813" y="818"/>
                      <a:pt x="814" y="819"/>
                    </a:cubicBezTo>
                    <a:lnTo>
                      <a:pt x="813" y="819"/>
                    </a:lnTo>
                    <a:cubicBezTo>
                      <a:pt x="821" y="827"/>
                      <a:pt x="829" y="834"/>
                      <a:pt x="837" y="843"/>
                    </a:cubicBezTo>
                    <a:cubicBezTo>
                      <a:pt x="836" y="843"/>
                      <a:pt x="836" y="842"/>
                      <a:pt x="836" y="842"/>
                    </a:cubicBezTo>
                    <a:cubicBezTo>
                      <a:pt x="836" y="843"/>
                      <a:pt x="837" y="843"/>
                      <a:pt x="837" y="843"/>
                    </a:cubicBezTo>
                    <a:cubicBezTo>
                      <a:pt x="837" y="843"/>
                      <a:pt x="837" y="844"/>
                      <a:pt x="838" y="844"/>
                    </a:cubicBezTo>
                    <a:cubicBezTo>
                      <a:pt x="837" y="844"/>
                      <a:pt x="837" y="844"/>
                      <a:pt x="837" y="843"/>
                    </a:cubicBezTo>
                    <a:cubicBezTo>
                      <a:pt x="851" y="857"/>
                      <a:pt x="865" y="871"/>
                      <a:pt x="879" y="883"/>
                    </a:cubicBezTo>
                    <a:cubicBezTo>
                      <a:pt x="894" y="898"/>
                      <a:pt x="910" y="912"/>
                      <a:pt x="925" y="926"/>
                    </a:cubicBezTo>
                    <a:cubicBezTo>
                      <a:pt x="957" y="955"/>
                      <a:pt x="987" y="986"/>
                      <a:pt x="1017" y="1017"/>
                    </a:cubicBezTo>
                    <a:cubicBezTo>
                      <a:pt x="1032" y="1032"/>
                      <a:pt x="1048" y="1047"/>
                      <a:pt x="1065" y="1062"/>
                    </a:cubicBezTo>
                    <a:cubicBezTo>
                      <a:pt x="1080" y="1076"/>
                      <a:pt x="1097" y="1090"/>
                      <a:pt x="1113" y="1104"/>
                    </a:cubicBezTo>
                    <a:cubicBezTo>
                      <a:pt x="1129" y="1117"/>
                      <a:pt x="1145" y="1130"/>
                      <a:pt x="1160" y="1144"/>
                    </a:cubicBezTo>
                    <a:cubicBezTo>
                      <a:pt x="1169" y="1151"/>
                      <a:pt x="1177" y="1159"/>
                      <a:pt x="1185" y="1167"/>
                    </a:cubicBezTo>
                    <a:cubicBezTo>
                      <a:pt x="1193" y="1175"/>
                      <a:pt x="1201" y="1183"/>
                      <a:pt x="1209" y="1192"/>
                    </a:cubicBezTo>
                    <a:cubicBezTo>
                      <a:pt x="1225" y="1208"/>
                      <a:pt x="1241" y="1226"/>
                      <a:pt x="1256" y="1243"/>
                    </a:cubicBezTo>
                    <a:lnTo>
                      <a:pt x="1256" y="1242"/>
                    </a:lnTo>
                    <a:cubicBezTo>
                      <a:pt x="1273" y="1259"/>
                      <a:pt x="1290" y="1275"/>
                      <a:pt x="1308" y="1292"/>
                    </a:cubicBezTo>
                    <a:cubicBezTo>
                      <a:pt x="1326" y="1308"/>
                      <a:pt x="1343" y="1324"/>
                      <a:pt x="1362" y="1339"/>
                    </a:cubicBezTo>
                    <a:cubicBezTo>
                      <a:pt x="1361" y="1338"/>
                      <a:pt x="1361" y="1338"/>
                      <a:pt x="1359" y="1337"/>
                    </a:cubicBezTo>
                    <a:cubicBezTo>
                      <a:pt x="1376" y="1350"/>
                      <a:pt x="1393" y="1362"/>
                      <a:pt x="1410" y="1375"/>
                    </a:cubicBezTo>
                    <a:cubicBezTo>
                      <a:pt x="1418" y="1382"/>
                      <a:pt x="1422" y="1393"/>
                      <a:pt x="1416" y="1403"/>
                    </a:cubicBezTo>
                    <a:cubicBezTo>
                      <a:pt x="1413" y="1410"/>
                      <a:pt x="1405" y="1414"/>
                      <a:pt x="1397" y="1414"/>
                    </a:cubicBezTo>
                    <a:cubicBezTo>
                      <a:pt x="1394" y="1414"/>
                      <a:pt x="1390" y="1414"/>
                      <a:pt x="1387" y="14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>
  <p:cSld name="TITLE_ONLY_1_1">
    <p:spTree>
      <p:nvGrpSpPr>
        <p:cNvPr id="1" name="Shape 13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6" name="Google Shape;1356;p16"/>
          <p:cNvSpPr/>
          <p:nvPr/>
        </p:nvSpPr>
        <p:spPr>
          <a:xfrm>
            <a:off x="-302011" y="-169892"/>
            <a:ext cx="9748023" cy="5483284"/>
          </a:xfrm>
          <a:custGeom>
            <a:avLst/>
            <a:gdLst/>
            <a:ahLst/>
            <a:cxnLst/>
            <a:rect l="l" t="t" r="r" b="b"/>
            <a:pathLst>
              <a:path w="24222" h="15750" extrusionOk="0">
                <a:moveTo>
                  <a:pt x="19" y="15749"/>
                </a:moveTo>
                <a:lnTo>
                  <a:pt x="19" y="15748"/>
                </a:lnTo>
                <a:lnTo>
                  <a:pt x="1079" y="15748"/>
                </a:lnTo>
                <a:lnTo>
                  <a:pt x="1079" y="15749"/>
                </a:lnTo>
                <a:lnTo>
                  <a:pt x="1147" y="15749"/>
                </a:lnTo>
                <a:lnTo>
                  <a:pt x="1147" y="15748"/>
                </a:lnTo>
                <a:lnTo>
                  <a:pt x="2046" y="15748"/>
                </a:lnTo>
                <a:lnTo>
                  <a:pt x="2046" y="15749"/>
                </a:lnTo>
                <a:lnTo>
                  <a:pt x="2115" y="15749"/>
                </a:lnTo>
                <a:lnTo>
                  <a:pt x="2115" y="15748"/>
                </a:lnTo>
                <a:lnTo>
                  <a:pt x="3174" y="15748"/>
                </a:lnTo>
                <a:lnTo>
                  <a:pt x="3174" y="15749"/>
                </a:lnTo>
                <a:lnTo>
                  <a:pt x="3244" y="15749"/>
                </a:lnTo>
                <a:lnTo>
                  <a:pt x="3244" y="15748"/>
                </a:lnTo>
                <a:lnTo>
                  <a:pt x="4143" y="15748"/>
                </a:lnTo>
                <a:lnTo>
                  <a:pt x="4143" y="15749"/>
                </a:lnTo>
                <a:lnTo>
                  <a:pt x="4211" y="15749"/>
                </a:lnTo>
                <a:lnTo>
                  <a:pt x="4211" y="15748"/>
                </a:lnTo>
                <a:lnTo>
                  <a:pt x="5271" y="15748"/>
                </a:lnTo>
                <a:lnTo>
                  <a:pt x="5271" y="15749"/>
                </a:lnTo>
                <a:lnTo>
                  <a:pt x="5339" y="15749"/>
                </a:lnTo>
                <a:lnTo>
                  <a:pt x="5339" y="15748"/>
                </a:lnTo>
                <a:lnTo>
                  <a:pt x="6238" y="15748"/>
                </a:lnTo>
                <a:lnTo>
                  <a:pt x="6238" y="15749"/>
                </a:lnTo>
                <a:lnTo>
                  <a:pt x="6308" y="15749"/>
                </a:lnTo>
                <a:lnTo>
                  <a:pt x="6308" y="15748"/>
                </a:lnTo>
                <a:lnTo>
                  <a:pt x="7366" y="15748"/>
                </a:lnTo>
                <a:lnTo>
                  <a:pt x="7366" y="15749"/>
                </a:lnTo>
                <a:lnTo>
                  <a:pt x="7436" y="15749"/>
                </a:lnTo>
                <a:lnTo>
                  <a:pt x="7436" y="15748"/>
                </a:lnTo>
                <a:lnTo>
                  <a:pt x="8335" y="15748"/>
                </a:lnTo>
                <a:lnTo>
                  <a:pt x="8335" y="15749"/>
                </a:lnTo>
                <a:lnTo>
                  <a:pt x="8403" y="15749"/>
                </a:lnTo>
                <a:lnTo>
                  <a:pt x="8403" y="15748"/>
                </a:lnTo>
                <a:lnTo>
                  <a:pt x="9463" y="15748"/>
                </a:lnTo>
                <a:lnTo>
                  <a:pt x="9463" y="15749"/>
                </a:lnTo>
                <a:lnTo>
                  <a:pt x="9531" y="15749"/>
                </a:lnTo>
                <a:lnTo>
                  <a:pt x="9531" y="15748"/>
                </a:lnTo>
                <a:lnTo>
                  <a:pt x="10430" y="15748"/>
                </a:lnTo>
                <a:lnTo>
                  <a:pt x="10430" y="15749"/>
                </a:lnTo>
                <a:lnTo>
                  <a:pt x="10500" y="15749"/>
                </a:lnTo>
                <a:lnTo>
                  <a:pt x="10500" y="15748"/>
                </a:lnTo>
                <a:lnTo>
                  <a:pt x="11559" y="15748"/>
                </a:lnTo>
                <a:lnTo>
                  <a:pt x="11559" y="15749"/>
                </a:lnTo>
                <a:lnTo>
                  <a:pt x="11628" y="15749"/>
                </a:lnTo>
                <a:lnTo>
                  <a:pt x="11628" y="15748"/>
                </a:lnTo>
                <a:lnTo>
                  <a:pt x="12526" y="15748"/>
                </a:lnTo>
                <a:lnTo>
                  <a:pt x="12526" y="15749"/>
                </a:lnTo>
                <a:lnTo>
                  <a:pt x="12594" y="15749"/>
                </a:lnTo>
                <a:lnTo>
                  <a:pt x="12594" y="15748"/>
                </a:lnTo>
                <a:lnTo>
                  <a:pt x="13654" y="15748"/>
                </a:lnTo>
                <a:lnTo>
                  <a:pt x="13654" y="15749"/>
                </a:lnTo>
                <a:lnTo>
                  <a:pt x="13722" y="15749"/>
                </a:lnTo>
                <a:lnTo>
                  <a:pt x="13722" y="15748"/>
                </a:lnTo>
                <a:lnTo>
                  <a:pt x="14622" y="15748"/>
                </a:lnTo>
                <a:lnTo>
                  <a:pt x="14622" y="15749"/>
                </a:lnTo>
                <a:lnTo>
                  <a:pt x="14691" y="15749"/>
                </a:lnTo>
                <a:lnTo>
                  <a:pt x="14691" y="15748"/>
                </a:lnTo>
                <a:lnTo>
                  <a:pt x="15750" y="15748"/>
                </a:lnTo>
                <a:lnTo>
                  <a:pt x="15750" y="15749"/>
                </a:lnTo>
                <a:lnTo>
                  <a:pt x="15819" y="15749"/>
                </a:lnTo>
                <a:lnTo>
                  <a:pt x="15819" y="15748"/>
                </a:lnTo>
                <a:lnTo>
                  <a:pt x="16718" y="15748"/>
                </a:lnTo>
                <a:lnTo>
                  <a:pt x="16718" y="15749"/>
                </a:lnTo>
                <a:lnTo>
                  <a:pt x="16786" y="15749"/>
                </a:lnTo>
                <a:lnTo>
                  <a:pt x="16786" y="15748"/>
                </a:lnTo>
                <a:lnTo>
                  <a:pt x="17846" y="15748"/>
                </a:lnTo>
                <a:lnTo>
                  <a:pt x="17846" y="15749"/>
                </a:lnTo>
                <a:lnTo>
                  <a:pt x="17914" y="15749"/>
                </a:lnTo>
                <a:lnTo>
                  <a:pt x="17914" y="15748"/>
                </a:lnTo>
                <a:lnTo>
                  <a:pt x="18814" y="15748"/>
                </a:lnTo>
                <a:lnTo>
                  <a:pt x="18814" y="15749"/>
                </a:lnTo>
                <a:lnTo>
                  <a:pt x="18883" y="15749"/>
                </a:lnTo>
                <a:lnTo>
                  <a:pt x="18883" y="15748"/>
                </a:lnTo>
                <a:lnTo>
                  <a:pt x="19942" y="15748"/>
                </a:lnTo>
                <a:lnTo>
                  <a:pt x="19942" y="15749"/>
                </a:lnTo>
                <a:lnTo>
                  <a:pt x="20011" y="15749"/>
                </a:lnTo>
                <a:lnTo>
                  <a:pt x="20011" y="15748"/>
                </a:lnTo>
                <a:lnTo>
                  <a:pt x="20910" y="15748"/>
                </a:lnTo>
                <a:lnTo>
                  <a:pt x="20910" y="15749"/>
                </a:lnTo>
                <a:lnTo>
                  <a:pt x="20978" y="15749"/>
                </a:lnTo>
                <a:lnTo>
                  <a:pt x="20978" y="15748"/>
                </a:lnTo>
                <a:lnTo>
                  <a:pt x="22038" y="15748"/>
                </a:lnTo>
                <a:lnTo>
                  <a:pt x="22038" y="15749"/>
                </a:lnTo>
                <a:lnTo>
                  <a:pt x="22106" y="15749"/>
                </a:lnTo>
                <a:lnTo>
                  <a:pt x="22106" y="15748"/>
                </a:lnTo>
                <a:lnTo>
                  <a:pt x="23006" y="15748"/>
                </a:lnTo>
                <a:lnTo>
                  <a:pt x="23006" y="15749"/>
                </a:lnTo>
                <a:lnTo>
                  <a:pt x="23075" y="15749"/>
                </a:lnTo>
                <a:lnTo>
                  <a:pt x="23075" y="15748"/>
                </a:lnTo>
                <a:lnTo>
                  <a:pt x="24134" y="15748"/>
                </a:lnTo>
                <a:lnTo>
                  <a:pt x="24134" y="15749"/>
                </a:lnTo>
                <a:lnTo>
                  <a:pt x="24203" y="15749"/>
                </a:lnTo>
                <a:lnTo>
                  <a:pt x="24203" y="15748"/>
                </a:lnTo>
                <a:lnTo>
                  <a:pt x="24221" y="15748"/>
                </a:lnTo>
                <a:lnTo>
                  <a:pt x="24221" y="15680"/>
                </a:lnTo>
                <a:lnTo>
                  <a:pt x="24203" y="15680"/>
                </a:lnTo>
                <a:lnTo>
                  <a:pt x="24203" y="14726"/>
                </a:lnTo>
                <a:lnTo>
                  <a:pt x="24221" y="14726"/>
                </a:lnTo>
                <a:lnTo>
                  <a:pt x="24221" y="14657"/>
                </a:lnTo>
                <a:lnTo>
                  <a:pt x="24203" y="14657"/>
                </a:lnTo>
                <a:lnTo>
                  <a:pt x="24203" y="13651"/>
                </a:lnTo>
                <a:lnTo>
                  <a:pt x="24221" y="13651"/>
                </a:lnTo>
                <a:lnTo>
                  <a:pt x="24221" y="13583"/>
                </a:lnTo>
                <a:lnTo>
                  <a:pt x="24203" y="13583"/>
                </a:lnTo>
                <a:lnTo>
                  <a:pt x="24203" y="12630"/>
                </a:lnTo>
                <a:lnTo>
                  <a:pt x="24221" y="12630"/>
                </a:lnTo>
                <a:lnTo>
                  <a:pt x="24221" y="12561"/>
                </a:lnTo>
                <a:lnTo>
                  <a:pt x="24203" y="12561"/>
                </a:lnTo>
                <a:lnTo>
                  <a:pt x="24203" y="11556"/>
                </a:lnTo>
                <a:lnTo>
                  <a:pt x="24221" y="11556"/>
                </a:lnTo>
                <a:lnTo>
                  <a:pt x="24221" y="11487"/>
                </a:lnTo>
                <a:lnTo>
                  <a:pt x="24203" y="11487"/>
                </a:lnTo>
                <a:lnTo>
                  <a:pt x="24203" y="10533"/>
                </a:lnTo>
                <a:lnTo>
                  <a:pt x="24221" y="10533"/>
                </a:lnTo>
                <a:lnTo>
                  <a:pt x="24221" y="10465"/>
                </a:lnTo>
                <a:lnTo>
                  <a:pt x="24203" y="10465"/>
                </a:lnTo>
                <a:lnTo>
                  <a:pt x="24203" y="9459"/>
                </a:lnTo>
                <a:lnTo>
                  <a:pt x="24221" y="9459"/>
                </a:lnTo>
                <a:lnTo>
                  <a:pt x="24221" y="9391"/>
                </a:lnTo>
                <a:lnTo>
                  <a:pt x="24203" y="9391"/>
                </a:lnTo>
                <a:lnTo>
                  <a:pt x="24203" y="8438"/>
                </a:lnTo>
                <a:lnTo>
                  <a:pt x="24221" y="8438"/>
                </a:lnTo>
                <a:lnTo>
                  <a:pt x="24221" y="8369"/>
                </a:lnTo>
                <a:lnTo>
                  <a:pt x="24203" y="8369"/>
                </a:lnTo>
                <a:lnTo>
                  <a:pt x="24203" y="7364"/>
                </a:lnTo>
                <a:lnTo>
                  <a:pt x="24221" y="7364"/>
                </a:lnTo>
                <a:lnTo>
                  <a:pt x="24221" y="7296"/>
                </a:lnTo>
                <a:lnTo>
                  <a:pt x="24203" y="7296"/>
                </a:lnTo>
                <a:lnTo>
                  <a:pt x="24203" y="6342"/>
                </a:lnTo>
                <a:lnTo>
                  <a:pt x="24221" y="6342"/>
                </a:lnTo>
                <a:lnTo>
                  <a:pt x="24221" y="6274"/>
                </a:lnTo>
                <a:lnTo>
                  <a:pt x="24203" y="6274"/>
                </a:lnTo>
                <a:lnTo>
                  <a:pt x="24203" y="5268"/>
                </a:lnTo>
                <a:lnTo>
                  <a:pt x="24221" y="5268"/>
                </a:lnTo>
                <a:lnTo>
                  <a:pt x="24221" y="5200"/>
                </a:lnTo>
                <a:lnTo>
                  <a:pt x="24203" y="5200"/>
                </a:lnTo>
                <a:lnTo>
                  <a:pt x="24203" y="4247"/>
                </a:lnTo>
                <a:lnTo>
                  <a:pt x="24221" y="4247"/>
                </a:lnTo>
                <a:lnTo>
                  <a:pt x="24221" y="4178"/>
                </a:lnTo>
                <a:lnTo>
                  <a:pt x="24203" y="4178"/>
                </a:lnTo>
                <a:lnTo>
                  <a:pt x="24203" y="3172"/>
                </a:lnTo>
                <a:lnTo>
                  <a:pt x="24221" y="3172"/>
                </a:lnTo>
                <a:lnTo>
                  <a:pt x="24221" y="3104"/>
                </a:lnTo>
                <a:lnTo>
                  <a:pt x="24203" y="3104"/>
                </a:lnTo>
                <a:lnTo>
                  <a:pt x="24203" y="2150"/>
                </a:lnTo>
                <a:lnTo>
                  <a:pt x="24221" y="2150"/>
                </a:lnTo>
                <a:lnTo>
                  <a:pt x="24221" y="2082"/>
                </a:lnTo>
                <a:lnTo>
                  <a:pt x="24203" y="2082"/>
                </a:lnTo>
                <a:lnTo>
                  <a:pt x="24203" y="1076"/>
                </a:lnTo>
                <a:lnTo>
                  <a:pt x="24221" y="1076"/>
                </a:lnTo>
                <a:lnTo>
                  <a:pt x="24221" y="1007"/>
                </a:lnTo>
                <a:lnTo>
                  <a:pt x="24203" y="1007"/>
                </a:lnTo>
                <a:lnTo>
                  <a:pt x="24203" y="55"/>
                </a:lnTo>
                <a:lnTo>
                  <a:pt x="24221" y="55"/>
                </a:lnTo>
                <a:lnTo>
                  <a:pt x="24221" y="0"/>
                </a:lnTo>
                <a:lnTo>
                  <a:pt x="0" y="0"/>
                </a:lnTo>
                <a:lnTo>
                  <a:pt x="0" y="15749"/>
                </a:lnTo>
                <a:lnTo>
                  <a:pt x="19" y="15749"/>
                </a:lnTo>
                <a:moveTo>
                  <a:pt x="23075" y="55"/>
                </a:moveTo>
                <a:lnTo>
                  <a:pt x="24134" y="55"/>
                </a:lnTo>
                <a:lnTo>
                  <a:pt x="24134" y="1007"/>
                </a:lnTo>
                <a:lnTo>
                  <a:pt x="23075" y="1007"/>
                </a:lnTo>
                <a:lnTo>
                  <a:pt x="23075" y="55"/>
                </a:lnTo>
                <a:moveTo>
                  <a:pt x="23075" y="1076"/>
                </a:moveTo>
                <a:lnTo>
                  <a:pt x="24134" y="1076"/>
                </a:lnTo>
                <a:lnTo>
                  <a:pt x="24134" y="2082"/>
                </a:lnTo>
                <a:lnTo>
                  <a:pt x="23075" y="2082"/>
                </a:lnTo>
                <a:lnTo>
                  <a:pt x="23075" y="1076"/>
                </a:lnTo>
                <a:moveTo>
                  <a:pt x="23075" y="2150"/>
                </a:moveTo>
                <a:lnTo>
                  <a:pt x="24134" y="2150"/>
                </a:lnTo>
                <a:lnTo>
                  <a:pt x="24134" y="3104"/>
                </a:lnTo>
                <a:lnTo>
                  <a:pt x="23075" y="3104"/>
                </a:lnTo>
                <a:lnTo>
                  <a:pt x="23075" y="2150"/>
                </a:lnTo>
                <a:moveTo>
                  <a:pt x="23075" y="3172"/>
                </a:moveTo>
                <a:lnTo>
                  <a:pt x="24134" y="3172"/>
                </a:lnTo>
                <a:lnTo>
                  <a:pt x="24134" y="4178"/>
                </a:lnTo>
                <a:lnTo>
                  <a:pt x="23075" y="4178"/>
                </a:lnTo>
                <a:lnTo>
                  <a:pt x="23075" y="3172"/>
                </a:lnTo>
                <a:moveTo>
                  <a:pt x="23075" y="4247"/>
                </a:moveTo>
                <a:lnTo>
                  <a:pt x="24134" y="4247"/>
                </a:lnTo>
                <a:lnTo>
                  <a:pt x="24134" y="5200"/>
                </a:lnTo>
                <a:lnTo>
                  <a:pt x="23075" y="5200"/>
                </a:lnTo>
                <a:lnTo>
                  <a:pt x="23075" y="4247"/>
                </a:lnTo>
                <a:moveTo>
                  <a:pt x="23075" y="5268"/>
                </a:moveTo>
                <a:lnTo>
                  <a:pt x="24134" y="5268"/>
                </a:lnTo>
                <a:lnTo>
                  <a:pt x="24134" y="6274"/>
                </a:lnTo>
                <a:lnTo>
                  <a:pt x="23075" y="6274"/>
                </a:lnTo>
                <a:lnTo>
                  <a:pt x="23075" y="5268"/>
                </a:lnTo>
                <a:moveTo>
                  <a:pt x="23075" y="6342"/>
                </a:moveTo>
                <a:lnTo>
                  <a:pt x="24134" y="6342"/>
                </a:lnTo>
                <a:lnTo>
                  <a:pt x="24134" y="7296"/>
                </a:lnTo>
                <a:lnTo>
                  <a:pt x="23075" y="7296"/>
                </a:lnTo>
                <a:lnTo>
                  <a:pt x="23075" y="6342"/>
                </a:lnTo>
                <a:moveTo>
                  <a:pt x="23075" y="7364"/>
                </a:moveTo>
                <a:lnTo>
                  <a:pt x="24134" y="7364"/>
                </a:lnTo>
                <a:lnTo>
                  <a:pt x="24134" y="8369"/>
                </a:lnTo>
                <a:lnTo>
                  <a:pt x="23075" y="8369"/>
                </a:lnTo>
                <a:lnTo>
                  <a:pt x="23075" y="7364"/>
                </a:lnTo>
                <a:moveTo>
                  <a:pt x="23075" y="8438"/>
                </a:moveTo>
                <a:lnTo>
                  <a:pt x="24134" y="8438"/>
                </a:lnTo>
                <a:lnTo>
                  <a:pt x="24134" y="9391"/>
                </a:lnTo>
                <a:lnTo>
                  <a:pt x="23075" y="9391"/>
                </a:lnTo>
                <a:lnTo>
                  <a:pt x="23075" y="8438"/>
                </a:lnTo>
                <a:moveTo>
                  <a:pt x="23075" y="9459"/>
                </a:moveTo>
                <a:lnTo>
                  <a:pt x="24134" y="9459"/>
                </a:lnTo>
                <a:lnTo>
                  <a:pt x="24134" y="10465"/>
                </a:lnTo>
                <a:lnTo>
                  <a:pt x="23075" y="10465"/>
                </a:lnTo>
                <a:lnTo>
                  <a:pt x="23075" y="9459"/>
                </a:lnTo>
                <a:moveTo>
                  <a:pt x="23075" y="10533"/>
                </a:moveTo>
                <a:lnTo>
                  <a:pt x="24134" y="10533"/>
                </a:lnTo>
                <a:lnTo>
                  <a:pt x="24134" y="11487"/>
                </a:lnTo>
                <a:lnTo>
                  <a:pt x="23075" y="11487"/>
                </a:lnTo>
                <a:lnTo>
                  <a:pt x="23075" y="10533"/>
                </a:lnTo>
                <a:moveTo>
                  <a:pt x="23075" y="11556"/>
                </a:moveTo>
                <a:lnTo>
                  <a:pt x="24134" y="11556"/>
                </a:lnTo>
                <a:lnTo>
                  <a:pt x="24134" y="12561"/>
                </a:lnTo>
                <a:lnTo>
                  <a:pt x="23075" y="12561"/>
                </a:lnTo>
                <a:lnTo>
                  <a:pt x="23075" y="11556"/>
                </a:lnTo>
                <a:moveTo>
                  <a:pt x="23075" y="12630"/>
                </a:moveTo>
                <a:lnTo>
                  <a:pt x="24134" y="12630"/>
                </a:lnTo>
                <a:lnTo>
                  <a:pt x="24134" y="13583"/>
                </a:lnTo>
                <a:lnTo>
                  <a:pt x="23075" y="13583"/>
                </a:lnTo>
                <a:lnTo>
                  <a:pt x="23075" y="12630"/>
                </a:lnTo>
                <a:moveTo>
                  <a:pt x="23075" y="13651"/>
                </a:moveTo>
                <a:lnTo>
                  <a:pt x="24134" y="13651"/>
                </a:lnTo>
                <a:lnTo>
                  <a:pt x="24134" y="14657"/>
                </a:lnTo>
                <a:lnTo>
                  <a:pt x="23075" y="14657"/>
                </a:lnTo>
                <a:lnTo>
                  <a:pt x="23075" y="13651"/>
                </a:lnTo>
                <a:moveTo>
                  <a:pt x="23075" y="14726"/>
                </a:moveTo>
                <a:lnTo>
                  <a:pt x="24134" y="14726"/>
                </a:lnTo>
                <a:lnTo>
                  <a:pt x="24134" y="15680"/>
                </a:lnTo>
                <a:lnTo>
                  <a:pt x="23075" y="15680"/>
                </a:lnTo>
                <a:lnTo>
                  <a:pt x="23075" y="14726"/>
                </a:lnTo>
                <a:moveTo>
                  <a:pt x="22106" y="55"/>
                </a:moveTo>
                <a:lnTo>
                  <a:pt x="23006" y="55"/>
                </a:lnTo>
                <a:lnTo>
                  <a:pt x="23006" y="1007"/>
                </a:lnTo>
                <a:lnTo>
                  <a:pt x="22106" y="1007"/>
                </a:lnTo>
                <a:lnTo>
                  <a:pt x="22106" y="55"/>
                </a:lnTo>
                <a:moveTo>
                  <a:pt x="22106" y="1076"/>
                </a:moveTo>
                <a:lnTo>
                  <a:pt x="23006" y="1076"/>
                </a:lnTo>
                <a:lnTo>
                  <a:pt x="23006" y="2082"/>
                </a:lnTo>
                <a:lnTo>
                  <a:pt x="22106" y="2082"/>
                </a:lnTo>
                <a:lnTo>
                  <a:pt x="22106" y="1076"/>
                </a:lnTo>
                <a:moveTo>
                  <a:pt x="22106" y="2150"/>
                </a:moveTo>
                <a:lnTo>
                  <a:pt x="23006" y="2150"/>
                </a:lnTo>
                <a:lnTo>
                  <a:pt x="23006" y="3104"/>
                </a:lnTo>
                <a:lnTo>
                  <a:pt x="22106" y="3104"/>
                </a:lnTo>
                <a:lnTo>
                  <a:pt x="22106" y="2150"/>
                </a:lnTo>
                <a:moveTo>
                  <a:pt x="22106" y="3172"/>
                </a:moveTo>
                <a:lnTo>
                  <a:pt x="23006" y="3172"/>
                </a:lnTo>
                <a:lnTo>
                  <a:pt x="23006" y="4178"/>
                </a:lnTo>
                <a:lnTo>
                  <a:pt x="22106" y="4178"/>
                </a:lnTo>
                <a:lnTo>
                  <a:pt x="22106" y="3172"/>
                </a:lnTo>
                <a:moveTo>
                  <a:pt x="22106" y="4247"/>
                </a:moveTo>
                <a:lnTo>
                  <a:pt x="23006" y="4247"/>
                </a:lnTo>
                <a:lnTo>
                  <a:pt x="23006" y="5200"/>
                </a:lnTo>
                <a:lnTo>
                  <a:pt x="22106" y="5200"/>
                </a:lnTo>
                <a:lnTo>
                  <a:pt x="22106" y="4247"/>
                </a:lnTo>
                <a:moveTo>
                  <a:pt x="22106" y="5268"/>
                </a:moveTo>
                <a:lnTo>
                  <a:pt x="23006" y="5268"/>
                </a:lnTo>
                <a:lnTo>
                  <a:pt x="23006" y="6274"/>
                </a:lnTo>
                <a:lnTo>
                  <a:pt x="22106" y="6274"/>
                </a:lnTo>
                <a:lnTo>
                  <a:pt x="22106" y="5268"/>
                </a:lnTo>
                <a:moveTo>
                  <a:pt x="22106" y="6342"/>
                </a:moveTo>
                <a:lnTo>
                  <a:pt x="23006" y="6342"/>
                </a:lnTo>
                <a:lnTo>
                  <a:pt x="23006" y="7296"/>
                </a:lnTo>
                <a:lnTo>
                  <a:pt x="22106" y="7296"/>
                </a:lnTo>
                <a:lnTo>
                  <a:pt x="22106" y="6342"/>
                </a:lnTo>
                <a:moveTo>
                  <a:pt x="22106" y="7364"/>
                </a:moveTo>
                <a:lnTo>
                  <a:pt x="23006" y="7364"/>
                </a:lnTo>
                <a:lnTo>
                  <a:pt x="23006" y="8369"/>
                </a:lnTo>
                <a:lnTo>
                  <a:pt x="22106" y="8369"/>
                </a:lnTo>
                <a:lnTo>
                  <a:pt x="22106" y="7364"/>
                </a:lnTo>
                <a:moveTo>
                  <a:pt x="22106" y="8438"/>
                </a:moveTo>
                <a:lnTo>
                  <a:pt x="23006" y="8438"/>
                </a:lnTo>
                <a:lnTo>
                  <a:pt x="23006" y="9391"/>
                </a:lnTo>
                <a:lnTo>
                  <a:pt x="22106" y="9391"/>
                </a:lnTo>
                <a:lnTo>
                  <a:pt x="22106" y="8438"/>
                </a:lnTo>
                <a:moveTo>
                  <a:pt x="22106" y="9459"/>
                </a:moveTo>
                <a:lnTo>
                  <a:pt x="23006" y="9459"/>
                </a:lnTo>
                <a:lnTo>
                  <a:pt x="23006" y="10465"/>
                </a:lnTo>
                <a:lnTo>
                  <a:pt x="22106" y="10465"/>
                </a:lnTo>
                <a:lnTo>
                  <a:pt x="22106" y="9459"/>
                </a:lnTo>
                <a:moveTo>
                  <a:pt x="22106" y="10533"/>
                </a:moveTo>
                <a:lnTo>
                  <a:pt x="23006" y="10533"/>
                </a:lnTo>
                <a:lnTo>
                  <a:pt x="23006" y="11487"/>
                </a:lnTo>
                <a:lnTo>
                  <a:pt x="22106" y="11487"/>
                </a:lnTo>
                <a:lnTo>
                  <a:pt x="22106" y="10533"/>
                </a:lnTo>
                <a:moveTo>
                  <a:pt x="22106" y="11556"/>
                </a:moveTo>
                <a:lnTo>
                  <a:pt x="23006" y="11556"/>
                </a:lnTo>
                <a:lnTo>
                  <a:pt x="23006" y="12561"/>
                </a:lnTo>
                <a:lnTo>
                  <a:pt x="22106" y="12561"/>
                </a:lnTo>
                <a:lnTo>
                  <a:pt x="22106" y="11556"/>
                </a:lnTo>
                <a:moveTo>
                  <a:pt x="22106" y="12630"/>
                </a:moveTo>
                <a:lnTo>
                  <a:pt x="23006" y="12630"/>
                </a:lnTo>
                <a:lnTo>
                  <a:pt x="23006" y="13583"/>
                </a:lnTo>
                <a:lnTo>
                  <a:pt x="22106" y="13583"/>
                </a:lnTo>
                <a:lnTo>
                  <a:pt x="22106" y="12630"/>
                </a:lnTo>
                <a:moveTo>
                  <a:pt x="22106" y="13651"/>
                </a:moveTo>
                <a:lnTo>
                  <a:pt x="23006" y="13651"/>
                </a:lnTo>
                <a:lnTo>
                  <a:pt x="23006" y="14657"/>
                </a:lnTo>
                <a:lnTo>
                  <a:pt x="22106" y="14657"/>
                </a:lnTo>
                <a:lnTo>
                  <a:pt x="22106" y="13651"/>
                </a:lnTo>
                <a:moveTo>
                  <a:pt x="22106" y="14726"/>
                </a:moveTo>
                <a:lnTo>
                  <a:pt x="23006" y="14726"/>
                </a:lnTo>
                <a:lnTo>
                  <a:pt x="23006" y="15680"/>
                </a:lnTo>
                <a:lnTo>
                  <a:pt x="22106" y="15680"/>
                </a:lnTo>
                <a:lnTo>
                  <a:pt x="22106" y="14726"/>
                </a:lnTo>
                <a:moveTo>
                  <a:pt x="20978" y="55"/>
                </a:moveTo>
                <a:lnTo>
                  <a:pt x="22038" y="55"/>
                </a:lnTo>
                <a:lnTo>
                  <a:pt x="22038" y="1007"/>
                </a:lnTo>
                <a:lnTo>
                  <a:pt x="20978" y="1007"/>
                </a:lnTo>
                <a:lnTo>
                  <a:pt x="20978" y="55"/>
                </a:lnTo>
                <a:moveTo>
                  <a:pt x="20978" y="1076"/>
                </a:moveTo>
                <a:lnTo>
                  <a:pt x="22038" y="1076"/>
                </a:lnTo>
                <a:lnTo>
                  <a:pt x="22038" y="2082"/>
                </a:lnTo>
                <a:lnTo>
                  <a:pt x="20978" y="2082"/>
                </a:lnTo>
                <a:lnTo>
                  <a:pt x="20978" y="1076"/>
                </a:lnTo>
                <a:moveTo>
                  <a:pt x="20978" y="2150"/>
                </a:moveTo>
                <a:lnTo>
                  <a:pt x="22038" y="2150"/>
                </a:lnTo>
                <a:lnTo>
                  <a:pt x="22038" y="3104"/>
                </a:lnTo>
                <a:lnTo>
                  <a:pt x="20978" y="3104"/>
                </a:lnTo>
                <a:lnTo>
                  <a:pt x="20978" y="2150"/>
                </a:lnTo>
                <a:moveTo>
                  <a:pt x="20978" y="3172"/>
                </a:moveTo>
                <a:lnTo>
                  <a:pt x="22038" y="3172"/>
                </a:lnTo>
                <a:lnTo>
                  <a:pt x="22038" y="4178"/>
                </a:lnTo>
                <a:lnTo>
                  <a:pt x="20978" y="4178"/>
                </a:lnTo>
                <a:lnTo>
                  <a:pt x="20978" y="3172"/>
                </a:lnTo>
                <a:moveTo>
                  <a:pt x="20978" y="4247"/>
                </a:moveTo>
                <a:lnTo>
                  <a:pt x="22038" y="4247"/>
                </a:lnTo>
                <a:lnTo>
                  <a:pt x="22038" y="5200"/>
                </a:lnTo>
                <a:lnTo>
                  <a:pt x="20978" y="5200"/>
                </a:lnTo>
                <a:lnTo>
                  <a:pt x="20978" y="4247"/>
                </a:lnTo>
                <a:moveTo>
                  <a:pt x="20978" y="5268"/>
                </a:moveTo>
                <a:lnTo>
                  <a:pt x="22038" y="5268"/>
                </a:lnTo>
                <a:lnTo>
                  <a:pt x="22038" y="6274"/>
                </a:lnTo>
                <a:lnTo>
                  <a:pt x="20978" y="6274"/>
                </a:lnTo>
                <a:lnTo>
                  <a:pt x="20978" y="5268"/>
                </a:lnTo>
                <a:moveTo>
                  <a:pt x="20978" y="6342"/>
                </a:moveTo>
                <a:lnTo>
                  <a:pt x="22038" y="6342"/>
                </a:lnTo>
                <a:lnTo>
                  <a:pt x="22038" y="7296"/>
                </a:lnTo>
                <a:lnTo>
                  <a:pt x="20978" y="7296"/>
                </a:lnTo>
                <a:lnTo>
                  <a:pt x="20978" y="6342"/>
                </a:lnTo>
                <a:moveTo>
                  <a:pt x="20978" y="7364"/>
                </a:moveTo>
                <a:lnTo>
                  <a:pt x="22038" y="7364"/>
                </a:lnTo>
                <a:lnTo>
                  <a:pt x="22038" y="8369"/>
                </a:lnTo>
                <a:lnTo>
                  <a:pt x="20978" y="8369"/>
                </a:lnTo>
                <a:lnTo>
                  <a:pt x="20978" y="7364"/>
                </a:lnTo>
                <a:moveTo>
                  <a:pt x="20978" y="8438"/>
                </a:moveTo>
                <a:lnTo>
                  <a:pt x="22038" y="8438"/>
                </a:lnTo>
                <a:lnTo>
                  <a:pt x="22038" y="9391"/>
                </a:lnTo>
                <a:lnTo>
                  <a:pt x="20978" y="9391"/>
                </a:lnTo>
                <a:lnTo>
                  <a:pt x="20978" y="8438"/>
                </a:lnTo>
                <a:moveTo>
                  <a:pt x="20978" y="9459"/>
                </a:moveTo>
                <a:lnTo>
                  <a:pt x="22038" y="9459"/>
                </a:lnTo>
                <a:lnTo>
                  <a:pt x="22038" y="10465"/>
                </a:lnTo>
                <a:lnTo>
                  <a:pt x="20978" y="10465"/>
                </a:lnTo>
                <a:lnTo>
                  <a:pt x="20978" y="9459"/>
                </a:lnTo>
                <a:moveTo>
                  <a:pt x="20978" y="10533"/>
                </a:moveTo>
                <a:lnTo>
                  <a:pt x="22038" y="10533"/>
                </a:lnTo>
                <a:lnTo>
                  <a:pt x="22038" y="11487"/>
                </a:lnTo>
                <a:lnTo>
                  <a:pt x="20978" y="11487"/>
                </a:lnTo>
                <a:lnTo>
                  <a:pt x="20978" y="10533"/>
                </a:lnTo>
                <a:moveTo>
                  <a:pt x="20978" y="11556"/>
                </a:moveTo>
                <a:lnTo>
                  <a:pt x="22038" y="11556"/>
                </a:lnTo>
                <a:lnTo>
                  <a:pt x="22038" y="12561"/>
                </a:lnTo>
                <a:lnTo>
                  <a:pt x="20978" y="12561"/>
                </a:lnTo>
                <a:lnTo>
                  <a:pt x="20978" y="11556"/>
                </a:lnTo>
                <a:moveTo>
                  <a:pt x="20978" y="12630"/>
                </a:moveTo>
                <a:lnTo>
                  <a:pt x="22038" y="12630"/>
                </a:lnTo>
                <a:lnTo>
                  <a:pt x="22038" y="13583"/>
                </a:lnTo>
                <a:lnTo>
                  <a:pt x="20978" y="13583"/>
                </a:lnTo>
                <a:lnTo>
                  <a:pt x="20978" y="12630"/>
                </a:lnTo>
                <a:moveTo>
                  <a:pt x="20978" y="13651"/>
                </a:moveTo>
                <a:lnTo>
                  <a:pt x="22038" y="13651"/>
                </a:lnTo>
                <a:lnTo>
                  <a:pt x="22038" y="14657"/>
                </a:lnTo>
                <a:lnTo>
                  <a:pt x="20978" y="14657"/>
                </a:lnTo>
                <a:lnTo>
                  <a:pt x="20978" y="13651"/>
                </a:lnTo>
                <a:moveTo>
                  <a:pt x="20978" y="14726"/>
                </a:moveTo>
                <a:lnTo>
                  <a:pt x="22038" y="14726"/>
                </a:lnTo>
                <a:lnTo>
                  <a:pt x="22038" y="15680"/>
                </a:lnTo>
                <a:lnTo>
                  <a:pt x="20978" y="15680"/>
                </a:lnTo>
                <a:lnTo>
                  <a:pt x="20978" y="14726"/>
                </a:lnTo>
                <a:moveTo>
                  <a:pt x="20011" y="55"/>
                </a:moveTo>
                <a:lnTo>
                  <a:pt x="20910" y="55"/>
                </a:lnTo>
                <a:lnTo>
                  <a:pt x="20910" y="1007"/>
                </a:lnTo>
                <a:lnTo>
                  <a:pt x="20011" y="1007"/>
                </a:lnTo>
                <a:lnTo>
                  <a:pt x="20011" y="55"/>
                </a:lnTo>
                <a:moveTo>
                  <a:pt x="20011" y="1076"/>
                </a:moveTo>
                <a:lnTo>
                  <a:pt x="20910" y="1076"/>
                </a:lnTo>
                <a:lnTo>
                  <a:pt x="20910" y="2082"/>
                </a:lnTo>
                <a:lnTo>
                  <a:pt x="20011" y="2082"/>
                </a:lnTo>
                <a:lnTo>
                  <a:pt x="20011" y="1076"/>
                </a:lnTo>
                <a:moveTo>
                  <a:pt x="20011" y="2150"/>
                </a:moveTo>
                <a:lnTo>
                  <a:pt x="20910" y="2150"/>
                </a:lnTo>
                <a:lnTo>
                  <a:pt x="20910" y="3104"/>
                </a:lnTo>
                <a:lnTo>
                  <a:pt x="20011" y="3104"/>
                </a:lnTo>
                <a:lnTo>
                  <a:pt x="20011" y="2150"/>
                </a:lnTo>
                <a:moveTo>
                  <a:pt x="20011" y="3172"/>
                </a:moveTo>
                <a:lnTo>
                  <a:pt x="20910" y="3172"/>
                </a:lnTo>
                <a:lnTo>
                  <a:pt x="20910" y="4178"/>
                </a:lnTo>
                <a:lnTo>
                  <a:pt x="20011" y="4178"/>
                </a:lnTo>
                <a:lnTo>
                  <a:pt x="20011" y="3172"/>
                </a:lnTo>
                <a:moveTo>
                  <a:pt x="20011" y="4247"/>
                </a:moveTo>
                <a:lnTo>
                  <a:pt x="20910" y="4247"/>
                </a:lnTo>
                <a:lnTo>
                  <a:pt x="20910" y="5200"/>
                </a:lnTo>
                <a:lnTo>
                  <a:pt x="20011" y="5200"/>
                </a:lnTo>
                <a:lnTo>
                  <a:pt x="20011" y="4247"/>
                </a:lnTo>
                <a:moveTo>
                  <a:pt x="20011" y="5268"/>
                </a:moveTo>
                <a:lnTo>
                  <a:pt x="20910" y="5268"/>
                </a:lnTo>
                <a:lnTo>
                  <a:pt x="20910" y="6274"/>
                </a:lnTo>
                <a:lnTo>
                  <a:pt x="20011" y="6274"/>
                </a:lnTo>
                <a:lnTo>
                  <a:pt x="20011" y="5268"/>
                </a:lnTo>
                <a:moveTo>
                  <a:pt x="20011" y="6342"/>
                </a:moveTo>
                <a:lnTo>
                  <a:pt x="20910" y="6342"/>
                </a:lnTo>
                <a:lnTo>
                  <a:pt x="20910" y="7296"/>
                </a:lnTo>
                <a:lnTo>
                  <a:pt x="20011" y="7296"/>
                </a:lnTo>
                <a:lnTo>
                  <a:pt x="20011" y="6342"/>
                </a:lnTo>
                <a:moveTo>
                  <a:pt x="20011" y="7364"/>
                </a:moveTo>
                <a:lnTo>
                  <a:pt x="20910" y="7364"/>
                </a:lnTo>
                <a:lnTo>
                  <a:pt x="20910" y="8369"/>
                </a:lnTo>
                <a:lnTo>
                  <a:pt x="20011" y="8369"/>
                </a:lnTo>
                <a:lnTo>
                  <a:pt x="20011" y="7364"/>
                </a:lnTo>
                <a:moveTo>
                  <a:pt x="20011" y="8438"/>
                </a:moveTo>
                <a:lnTo>
                  <a:pt x="20910" y="8438"/>
                </a:lnTo>
                <a:lnTo>
                  <a:pt x="20910" y="9391"/>
                </a:lnTo>
                <a:lnTo>
                  <a:pt x="20011" y="9391"/>
                </a:lnTo>
                <a:lnTo>
                  <a:pt x="20011" y="8438"/>
                </a:lnTo>
                <a:moveTo>
                  <a:pt x="20011" y="9459"/>
                </a:moveTo>
                <a:lnTo>
                  <a:pt x="20910" y="9459"/>
                </a:lnTo>
                <a:lnTo>
                  <a:pt x="20910" y="10465"/>
                </a:lnTo>
                <a:lnTo>
                  <a:pt x="20011" y="10465"/>
                </a:lnTo>
                <a:lnTo>
                  <a:pt x="20011" y="9459"/>
                </a:lnTo>
                <a:moveTo>
                  <a:pt x="20011" y="10533"/>
                </a:moveTo>
                <a:lnTo>
                  <a:pt x="20910" y="10533"/>
                </a:lnTo>
                <a:lnTo>
                  <a:pt x="20910" y="11487"/>
                </a:lnTo>
                <a:lnTo>
                  <a:pt x="20011" y="11487"/>
                </a:lnTo>
                <a:lnTo>
                  <a:pt x="20011" y="10533"/>
                </a:lnTo>
                <a:moveTo>
                  <a:pt x="20011" y="11556"/>
                </a:moveTo>
                <a:lnTo>
                  <a:pt x="20910" y="11556"/>
                </a:lnTo>
                <a:lnTo>
                  <a:pt x="20910" y="12561"/>
                </a:lnTo>
                <a:lnTo>
                  <a:pt x="20011" y="12561"/>
                </a:lnTo>
                <a:lnTo>
                  <a:pt x="20011" y="11556"/>
                </a:lnTo>
                <a:moveTo>
                  <a:pt x="20011" y="12630"/>
                </a:moveTo>
                <a:lnTo>
                  <a:pt x="20910" y="12630"/>
                </a:lnTo>
                <a:lnTo>
                  <a:pt x="20910" y="13583"/>
                </a:lnTo>
                <a:lnTo>
                  <a:pt x="20011" y="13583"/>
                </a:lnTo>
                <a:lnTo>
                  <a:pt x="20011" y="12630"/>
                </a:lnTo>
                <a:moveTo>
                  <a:pt x="20011" y="13651"/>
                </a:moveTo>
                <a:lnTo>
                  <a:pt x="20910" y="13651"/>
                </a:lnTo>
                <a:lnTo>
                  <a:pt x="20910" y="14657"/>
                </a:lnTo>
                <a:lnTo>
                  <a:pt x="20011" y="14657"/>
                </a:lnTo>
                <a:lnTo>
                  <a:pt x="20011" y="13651"/>
                </a:lnTo>
                <a:moveTo>
                  <a:pt x="20011" y="14726"/>
                </a:moveTo>
                <a:lnTo>
                  <a:pt x="20910" y="14726"/>
                </a:lnTo>
                <a:lnTo>
                  <a:pt x="20910" y="15680"/>
                </a:lnTo>
                <a:lnTo>
                  <a:pt x="20011" y="15680"/>
                </a:lnTo>
                <a:lnTo>
                  <a:pt x="20011" y="14726"/>
                </a:lnTo>
                <a:moveTo>
                  <a:pt x="18883" y="55"/>
                </a:moveTo>
                <a:lnTo>
                  <a:pt x="19942" y="55"/>
                </a:lnTo>
                <a:lnTo>
                  <a:pt x="19942" y="1007"/>
                </a:lnTo>
                <a:lnTo>
                  <a:pt x="18883" y="1007"/>
                </a:lnTo>
                <a:lnTo>
                  <a:pt x="18883" y="55"/>
                </a:lnTo>
                <a:moveTo>
                  <a:pt x="18883" y="1076"/>
                </a:moveTo>
                <a:lnTo>
                  <a:pt x="19942" y="1076"/>
                </a:lnTo>
                <a:lnTo>
                  <a:pt x="19942" y="2082"/>
                </a:lnTo>
                <a:lnTo>
                  <a:pt x="18883" y="2082"/>
                </a:lnTo>
                <a:lnTo>
                  <a:pt x="18883" y="1076"/>
                </a:lnTo>
                <a:moveTo>
                  <a:pt x="18883" y="2150"/>
                </a:moveTo>
                <a:lnTo>
                  <a:pt x="19942" y="2150"/>
                </a:lnTo>
                <a:lnTo>
                  <a:pt x="19942" y="3104"/>
                </a:lnTo>
                <a:lnTo>
                  <a:pt x="18883" y="3104"/>
                </a:lnTo>
                <a:lnTo>
                  <a:pt x="18883" y="2150"/>
                </a:lnTo>
                <a:moveTo>
                  <a:pt x="18883" y="3172"/>
                </a:moveTo>
                <a:lnTo>
                  <a:pt x="19942" y="3172"/>
                </a:lnTo>
                <a:lnTo>
                  <a:pt x="19942" y="4178"/>
                </a:lnTo>
                <a:lnTo>
                  <a:pt x="18883" y="4178"/>
                </a:lnTo>
                <a:lnTo>
                  <a:pt x="18883" y="3172"/>
                </a:lnTo>
                <a:moveTo>
                  <a:pt x="18883" y="4247"/>
                </a:moveTo>
                <a:lnTo>
                  <a:pt x="19942" y="4247"/>
                </a:lnTo>
                <a:lnTo>
                  <a:pt x="19942" y="5200"/>
                </a:lnTo>
                <a:lnTo>
                  <a:pt x="18883" y="5200"/>
                </a:lnTo>
                <a:lnTo>
                  <a:pt x="18883" y="4247"/>
                </a:lnTo>
                <a:moveTo>
                  <a:pt x="18883" y="5268"/>
                </a:moveTo>
                <a:lnTo>
                  <a:pt x="19942" y="5268"/>
                </a:lnTo>
                <a:lnTo>
                  <a:pt x="19942" y="6274"/>
                </a:lnTo>
                <a:lnTo>
                  <a:pt x="18883" y="6274"/>
                </a:lnTo>
                <a:lnTo>
                  <a:pt x="18883" y="5268"/>
                </a:lnTo>
                <a:moveTo>
                  <a:pt x="18883" y="6342"/>
                </a:moveTo>
                <a:lnTo>
                  <a:pt x="19942" y="6342"/>
                </a:lnTo>
                <a:lnTo>
                  <a:pt x="19942" y="7296"/>
                </a:lnTo>
                <a:lnTo>
                  <a:pt x="18883" y="7296"/>
                </a:lnTo>
                <a:lnTo>
                  <a:pt x="18883" y="6342"/>
                </a:lnTo>
                <a:moveTo>
                  <a:pt x="18883" y="7364"/>
                </a:moveTo>
                <a:lnTo>
                  <a:pt x="19942" y="7364"/>
                </a:lnTo>
                <a:lnTo>
                  <a:pt x="19942" y="8369"/>
                </a:lnTo>
                <a:lnTo>
                  <a:pt x="18883" y="8369"/>
                </a:lnTo>
                <a:lnTo>
                  <a:pt x="18883" y="7364"/>
                </a:lnTo>
                <a:moveTo>
                  <a:pt x="18883" y="8438"/>
                </a:moveTo>
                <a:lnTo>
                  <a:pt x="19942" y="8438"/>
                </a:lnTo>
                <a:lnTo>
                  <a:pt x="19942" y="9391"/>
                </a:lnTo>
                <a:lnTo>
                  <a:pt x="18883" y="9391"/>
                </a:lnTo>
                <a:lnTo>
                  <a:pt x="18883" y="8438"/>
                </a:lnTo>
                <a:moveTo>
                  <a:pt x="18883" y="9459"/>
                </a:moveTo>
                <a:lnTo>
                  <a:pt x="19942" y="9459"/>
                </a:lnTo>
                <a:lnTo>
                  <a:pt x="19942" y="10465"/>
                </a:lnTo>
                <a:lnTo>
                  <a:pt x="18883" y="10465"/>
                </a:lnTo>
                <a:lnTo>
                  <a:pt x="18883" y="9459"/>
                </a:lnTo>
                <a:moveTo>
                  <a:pt x="18883" y="10533"/>
                </a:moveTo>
                <a:lnTo>
                  <a:pt x="19942" y="10533"/>
                </a:lnTo>
                <a:lnTo>
                  <a:pt x="19942" y="11487"/>
                </a:lnTo>
                <a:lnTo>
                  <a:pt x="18883" y="11487"/>
                </a:lnTo>
                <a:lnTo>
                  <a:pt x="18883" y="10533"/>
                </a:lnTo>
                <a:moveTo>
                  <a:pt x="18883" y="11556"/>
                </a:moveTo>
                <a:lnTo>
                  <a:pt x="19942" y="11556"/>
                </a:lnTo>
                <a:lnTo>
                  <a:pt x="19942" y="12561"/>
                </a:lnTo>
                <a:lnTo>
                  <a:pt x="18883" y="12561"/>
                </a:lnTo>
                <a:lnTo>
                  <a:pt x="18883" y="11556"/>
                </a:lnTo>
                <a:moveTo>
                  <a:pt x="18883" y="12630"/>
                </a:moveTo>
                <a:lnTo>
                  <a:pt x="19942" y="12630"/>
                </a:lnTo>
                <a:lnTo>
                  <a:pt x="19942" y="13583"/>
                </a:lnTo>
                <a:lnTo>
                  <a:pt x="18883" y="13583"/>
                </a:lnTo>
                <a:lnTo>
                  <a:pt x="18883" y="12630"/>
                </a:lnTo>
                <a:moveTo>
                  <a:pt x="18883" y="13651"/>
                </a:moveTo>
                <a:lnTo>
                  <a:pt x="19942" y="13651"/>
                </a:lnTo>
                <a:lnTo>
                  <a:pt x="19942" y="14657"/>
                </a:lnTo>
                <a:lnTo>
                  <a:pt x="18883" y="14657"/>
                </a:lnTo>
                <a:lnTo>
                  <a:pt x="18883" y="13651"/>
                </a:lnTo>
                <a:moveTo>
                  <a:pt x="18883" y="14726"/>
                </a:moveTo>
                <a:lnTo>
                  <a:pt x="19942" y="14726"/>
                </a:lnTo>
                <a:lnTo>
                  <a:pt x="19942" y="15680"/>
                </a:lnTo>
                <a:lnTo>
                  <a:pt x="18883" y="15680"/>
                </a:lnTo>
                <a:lnTo>
                  <a:pt x="18883" y="14726"/>
                </a:lnTo>
                <a:moveTo>
                  <a:pt x="17914" y="55"/>
                </a:moveTo>
                <a:lnTo>
                  <a:pt x="18814" y="55"/>
                </a:lnTo>
                <a:lnTo>
                  <a:pt x="18814" y="1007"/>
                </a:lnTo>
                <a:lnTo>
                  <a:pt x="17914" y="1007"/>
                </a:lnTo>
                <a:lnTo>
                  <a:pt x="17914" y="55"/>
                </a:lnTo>
                <a:moveTo>
                  <a:pt x="17914" y="1076"/>
                </a:moveTo>
                <a:lnTo>
                  <a:pt x="18814" y="1076"/>
                </a:lnTo>
                <a:lnTo>
                  <a:pt x="18814" y="2082"/>
                </a:lnTo>
                <a:lnTo>
                  <a:pt x="17914" y="2082"/>
                </a:lnTo>
                <a:lnTo>
                  <a:pt x="17914" y="1076"/>
                </a:lnTo>
                <a:moveTo>
                  <a:pt x="17914" y="2150"/>
                </a:moveTo>
                <a:lnTo>
                  <a:pt x="18814" y="2150"/>
                </a:lnTo>
                <a:lnTo>
                  <a:pt x="18814" y="3104"/>
                </a:lnTo>
                <a:lnTo>
                  <a:pt x="17914" y="3104"/>
                </a:lnTo>
                <a:lnTo>
                  <a:pt x="17914" y="2150"/>
                </a:lnTo>
                <a:moveTo>
                  <a:pt x="17914" y="3172"/>
                </a:moveTo>
                <a:lnTo>
                  <a:pt x="18814" y="3172"/>
                </a:lnTo>
                <a:lnTo>
                  <a:pt x="18814" y="4178"/>
                </a:lnTo>
                <a:lnTo>
                  <a:pt x="17914" y="4178"/>
                </a:lnTo>
                <a:lnTo>
                  <a:pt x="17914" y="3172"/>
                </a:lnTo>
                <a:moveTo>
                  <a:pt x="17914" y="4247"/>
                </a:moveTo>
                <a:lnTo>
                  <a:pt x="18814" y="4247"/>
                </a:lnTo>
                <a:lnTo>
                  <a:pt x="18814" y="5200"/>
                </a:lnTo>
                <a:lnTo>
                  <a:pt x="17914" y="5200"/>
                </a:lnTo>
                <a:lnTo>
                  <a:pt x="17914" y="4247"/>
                </a:lnTo>
                <a:moveTo>
                  <a:pt x="17914" y="5268"/>
                </a:moveTo>
                <a:lnTo>
                  <a:pt x="18814" y="5268"/>
                </a:lnTo>
                <a:lnTo>
                  <a:pt x="18814" y="6274"/>
                </a:lnTo>
                <a:lnTo>
                  <a:pt x="17914" y="6274"/>
                </a:lnTo>
                <a:lnTo>
                  <a:pt x="17914" y="5268"/>
                </a:lnTo>
                <a:moveTo>
                  <a:pt x="17914" y="6342"/>
                </a:moveTo>
                <a:lnTo>
                  <a:pt x="18814" y="6342"/>
                </a:lnTo>
                <a:lnTo>
                  <a:pt x="18814" y="7296"/>
                </a:lnTo>
                <a:lnTo>
                  <a:pt x="17914" y="7296"/>
                </a:lnTo>
                <a:lnTo>
                  <a:pt x="17914" y="6342"/>
                </a:lnTo>
                <a:moveTo>
                  <a:pt x="17914" y="7364"/>
                </a:moveTo>
                <a:lnTo>
                  <a:pt x="18814" y="7364"/>
                </a:lnTo>
                <a:lnTo>
                  <a:pt x="18814" y="8369"/>
                </a:lnTo>
                <a:lnTo>
                  <a:pt x="17914" y="8369"/>
                </a:lnTo>
                <a:lnTo>
                  <a:pt x="17914" y="7364"/>
                </a:lnTo>
                <a:moveTo>
                  <a:pt x="17914" y="8438"/>
                </a:moveTo>
                <a:lnTo>
                  <a:pt x="18814" y="8438"/>
                </a:lnTo>
                <a:lnTo>
                  <a:pt x="18814" y="9391"/>
                </a:lnTo>
                <a:lnTo>
                  <a:pt x="17914" y="9391"/>
                </a:lnTo>
                <a:lnTo>
                  <a:pt x="17914" y="8438"/>
                </a:lnTo>
                <a:moveTo>
                  <a:pt x="17914" y="9459"/>
                </a:moveTo>
                <a:lnTo>
                  <a:pt x="18814" y="9459"/>
                </a:lnTo>
                <a:lnTo>
                  <a:pt x="18814" y="10465"/>
                </a:lnTo>
                <a:lnTo>
                  <a:pt x="17914" y="10465"/>
                </a:lnTo>
                <a:lnTo>
                  <a:pt x="17914" y="9459"/>
                </a:lnTo>
                <a:moveTo>
                  <a:pt x="17914" y="10533"/>
                </a:moveTo>
                <a:lnTo>
                  <a:pt x="18814" y="10533"/>
                </a:lnTo>
                <a:lnTo>
                  <a:pt x="18814" y="11487"/>
                </a:lnTo>
                <a:lnTo>
                  <a:pt x="17914" y="11487"/>
                </a:lnTo>
                <a:lnTo>
                  <a:pt x="17914" y="10533"/>
                </a:lnTo>
                <a:moveTo>
                  <a:pt x="17914" y="11556"/>
                </a:moveTo>
                <a:lnTo>
                  <a:pt x="18814" y="11556"/>
                </a:lnTo>
                <a:lnTo>
                  <a:pt x="18814" y="12561"/>
                </a:lnTo>
                <a:lnTo>
                  <a:pt x="17914" y="12561"/>
                </a:lnTo>
                <a:lnTo>
                  <a:pt x="17914" y="11556"/>
                </a:lnTo>
                <a:moveTo>
                  <a:pt x="17914" y="12630"/>
                </a:moveTo>
                <a:lnTo>
                  <a:pt x="18814" y="12630"/>
                </a:lnTo>
                <a:lnTo>
                  <a:pt x="18814" y="13583"/>
                </a:lnTo>
                <a:lnTo>
                  <a:pt x="17914" y="13583"/>
                </a:lnTo>
                <a:lnTo>
                  <a:pt x="17914" y="12630"/>
                </a:lnTo>
                <a:moveTo>
                  <a:pt x="17914" y="13651"/>
                </a:moveTo>
                <a:lnTo>
                  <a:pt x="18814" y="13651"/>
                </a:lnTo>
                <a:lnTo>
                  <a:pt x="18814" y="14657"/>
                </a:lnTo>
                <a:lnTo>
                  <a:pt x="17914" y="14657"/>
                </a:lnTo>
                <a:lnTo>
                  <a:pt x="17914" y="13651"/>
                </a:lnTo>
                <a:moveTo>
                  <a:pt x="17914" y="14726"/>
                </a:moveTo>
                <a:lnTo>
                  <a:pt x="18814" y="14726"/>
                </a:lnTo>
                <a:lnTo>
                  <a:pt x="18814" y="15680"/>
                </a:lnTo>
                <a:lnTo>
                  <a:pt x="17914" y="15680"/>
                </a:lnTo>
                <a:lnTo>
                  <a:pt x="17914" y="14726"/>
                </a:lnTo>
                <a:moveTo>
                  <a:pt x="16786" y="55"/>
                </a:moveTo>
                <a:lnTo>
                  <a:pt x="17846" y="55"/>
                </a:lnTo>
                <a:lnTo>
                  <a:pt x="17846" y="1007"/>
                </a:lnTo>
                <a:lnTo>
                  <a:pt x="16786" y="1007"/>
                </a:lnTo>
                <a:lnTo>
                  <a:pt x="16786" y="55"/>
                </a:lnTo>
                <a:moveTo>
                  <a:pt x="16786" y="1076"/>
                </a:moveTo>
                <a:lnTo>
                  <a:pt x="17846" y="1076"/>
                </a:lnTo>
                <a:lnTo>
                  <a:pt x="17846" y="2082"/>
                </a:lnTo>
                <a:lnTo>
                  <a:pt x="16786" y="2082"/>
                </a:lnTo>
                <a:lnTo>
                  <a:pt x="16786" y="1076"/>
                </a:lnTo>
                <a:moveTo>
                  <a:pt x="16786" y="2150"/>
                </a:moveTo>
                <a:lnTo>
                  <a:pt x="17846" y="2150"/>
                </a:lnTo>
                <a:lnTo>
                  <a:pt x="17846" y="3104"/>
                </a:lnTo>
                <a:lnTo>
                  <a:pt x="16786" y="3104"/>
                </a:lnTo>
                <a:lnTo>
                  <a:pt x="16786" y="2150"/>
                </a:lnTo>
                <a:moveTo>
                  <a:pt x="16786" y="3172"/>
                </a:moveTo>
                <a:lnTo>
                  <a:pt x="17846" y="3172"/>
                </a:lnTo>
                <a:lnTo>
                  <a:pt x="17846" y="4178"/>
                </a:lnTo>
                <a:lnTo>
                  <a:pt x="16786" y="4178"/>
                </a:lnTo>
                <a:lnTo>
                  <a:pt x="16786" y="3172"/>
                </a:lnTo>
                <a:moveTo>
                  <a:pt x="16786" y="4247"/>
                </a:moveTo>
                <a:lnTo>
                  <a:pt x="17846" y="4247"/>
                </a:lnTo>
                <a:lnTo>
                  <a:pt x="17846" y="5200"/>
                </a:lnTo>
                <a:lnTo>
                  <a:pt x="16786" y="5200"/>
                </a:lnTo>
                <a:lnTo>
                  <a:pt x="16786" y="4247"/>
                </a:lnTo>
                <a:moveTo>
                  <a:pt x="16786" y="5268"/>
                </a:moveTo>
                <a:lnTo>
                  <a:pt x="17846" y="5268"/>
                </a:lnTo>
                <a:lnTo>
                  <a:pt x="17846" y="6274"/>
                </a:lnTo>
                <a:lnTo>
                  <a:pt x="16786" y="6274"/>
                </a:lnTo>
                <a:lnTo>
                  <a:pt x="16786" y="5268"/>
                </a:lnTo>
                <a:moveTo>
                  <a:pt x="16786" y="6342"/>
                </a:moveTo>
                <a:lnTo>
                  <a:pt x="17846" y="6342"/>
                </a:lnTo>
                <a:lnTo>
                  <a:pt x="17846" y="7296"/>
                </a:lnTo>
                <a:lnTo>
                  <a:pt x="16786" y="7296"/>
                </a:lnTo>
                <a:lnTo>
                  <a:pt x="16786" y="6342"/>
                </a:lnTo>
                <a:moveTo>
                  <a:pt x="16786" y="7364"/>
                </a:moveTo>
                <a:lnTo>
                  <a:pt x="17846" y="7364"/>
                </a:lnTo>
                <a:lnTo>
                  <a:pt x="17846" y="8369"/>
                </a:lnTo>
                <a:lnTo>
                  <a:pt x="16786" y="8369"/>
                </a:lnTo>
                <a:lnTo>
                  <a:pt x="16786" y="7364"/>
                </a:lnTo>
                <a:moveTo>
                  <a:pt x="16786" y="8438"/>
                </a:moveTo>
                <a:lnTo>
                  <a:pt x="17846" y="8438"/>
                </a:lnTo>
                <a:lnTo>
                  <a:pt x="17846" y="9391"/>
                </a:lnTo>
                <a:lnTo>
                  <a:pt x="16786" y="9391"/>
                </a:lnTo>
                <a:lnTo>
                  <a:pt x="16786" y="8438"/>
                </a:lnTo>
                <a:moveTo>
                  <a:pt x="16786" y="9459"/>
                </a:moveTo>
                <a:lnTo>
                  <a:pt x="17846" y="9459"/>
                </a:lnTo>
                <a:lnTo>
                  <a:pt x="17846" y="10465"/>
                </a:lnTo>
                <a:lnTo>
                  <a:pt x="16786" y="10465"/>
                </a:lnTo>
                <a:lnTo>
                  <a:pt x="16786" y="9459"/>
                </a:lnTo>
                <a:moveTo>
                  <a:pt x="16786" y="10533"/>
                </a:moveTo>
                <a:lnTo>
                  <a:pt x="17846" y="10533"/>
                </a:lnTo>
                <a:lnTo>
                  <a:pt x="17846" y="11487"/>
                </a:lnTo>
                <a:lnTo>
                  <a:pt x="16786" y="11487"/>
                </a:lnTo>
                <a:lnTo>
                  <a:pt x="16786" y="10533"/>
                </a:lnTo>
                <a:moveTo>
                  <a:pt x="16786" y="11556"/>
                </a:moveTo>
                <a:lnTo>
                  <a:pt x="17846" y="11556"/>
                </a:lnTo>
                <a:lnTo>
                  <a:pt x="17846" y="12561"/>
                </a:lnTo>
                <a:lnTo>
                  <a:pt x="16786" y="12561"/>
                </a:lnTo>
                <a:lnTo>
                  <a:pt x="16786" y="11556"/>
                </a:lnTo>
                <a:moveTo>
                  <a:pt x="16786" y="12630"/>
                </a:moveTo>
                <a:lnTo>
                  <a:pt x="17846" y="12630"/>
                </a:lnTo>
                <a:lnTo>
                  <a:pt x="17846" y="13583"/>
                </a:lnTo>
                <a:lnTo>
                  <a:pt x="16786" y="13583"/>
                </a:lnTo>
                <a:lnTo>
                  <a:pt x="16786" y="12630"/>
                </a:lnTo>
                <a:moveTo>
                  <a:pt x="16786" y="13651"/>
                </a:moveTo>
                <a:lnTo>
                  <a:pt x="17846" y="13651"/>
                </a:lnTo>
                <a:lnTo>
                  <a:pt x="17846" y="14657"/>
                </a:lnTo>
                <a:lnTo>
                  <a:pt x="16786" y="14657"/>
                </a:lnTo>
                <a:lnTo>
                  <a:pt x="16786" y="13651"/>
                </a:lnTo>
                <a:moveTo>
                  <a:pt x="16786" y="14726"/>
                </a:moveTo>
                <a:lnTo>
                  <a:pt x="17846" y="14726"/>
                </a:lnTo>
                <a:lnTo>
                  <a:pt x="17846" y="15680"/>
                </a:lnTo>
                <a:lnTo>
                  <a:pt x="16786" y="15680"/>
                </a:lnTo>
                <a:lnTo>
                  <a:pt x="16786" y="14726"/>
                </a:lnTo>
                <a:moveTo>
                  <a:pt x="15819" y="55"/>
                </a:moveTo>
                <a:lnTo>
                  <a:pt x="16718" y="55"/>
                </a:lnTo>
                <a:lnTo>
                  <a:pt x="16718" y="1007"/>
                </a:lnTo>
                <a:lnTo>
                  <a:pt x="15819" y="1007"/>
                </a:lnTo>
                <a:lnTo>
                  <a:pt x="15819" y="55"/>
                </a:lnTo>
                <a:moveTo>
                  <a:pt x="15819" y="1076"/>
                </a:moveTo>
                <a:lnTo>
                  <a:pt x="16718" y="1076"/>
                </a:lnTo>
                <a:lnTo>
                  <a:pt x="16718" y="2082"/>
                </a:lnTo>
                <a:lnTo>
                  <a:pt x="15819" y="2082"/>
                </a:lnTo>
                <a:lnTo>
                  <a:pt x="15819" y="1076"/>
                </a:lnTo>
                <a:moveTo>
                  <a:pt x="15819" y="2150"/>
                </a:moveTo>
                <a:lnTo>
                  <a:pt x="16718" y="2150"/>
                </a:lnTo>
                <a:lnTo>
                  <a:pt x="16718" y="3104"/>
                </a:lnTo>
                <a:lnTo>
                  <a:pt x="15819" y="3104"/>
                </a:lnTo>
                <a:lnTo>
                  <a:pt x="15819" y="2150"/>
                </a:lnTo>
                <a:moveTo>
                  <a:pt x="15819" y="3172"/>
                </a:moveTo>
                <a:lnTo>
                  <a:pt x="16718" y="3172"/>
                </a:lnTo>
                <a:lnTo>
                  <a:pt x="16718" y="4178"/>
                </a:lnTo>
                <a:lnTo>
                  <a:pt x="15819" y="4178"/>
                </a:lnTo>
                <a:lnTo>
                  <a:pt x="15819" y="3172"/>
                </a:lnTo>
                <a:moveTo>
                  <a:pt x="15819" y="4247"/>
                </a:moveTo>
                <a:lnTo>
                  <a:pt x="16718" y="4247"/>
                </a:lnTo>
                <a:lnTo>
                  <a:pt x="16718" y="5200"/>
                </a:lnTo>
                <a:lnTo>
                  <a:pt x="15819" y="5200"/>
                </a:lnTo>
                <a:lnTo>
                  <a:pt x="15819" y="4247"/>
                </a:lnTo>
                <a:moveTo>
                  <a:pt x="15819" y="5268"/>
                </a:moveTo>
                <a:lnTo>
                  <a:pt x="16718" y="5268"/>
                </a:lnTo>
                <a:lnTo>
                  <a:pt x="16718" y="6274"/>
                </a:lnTo>
                <a:lnTo>
                  <a:pt x="15819" y="6274"/>
                </a:lnTo>
                <a:lnTo>
                  <a:pt x="15819" y="5268"/>
                </a:lnTo>
                <a:moveTo>
                  <a:pt x="15819" y="6342"/>
                </a:moveTo>
                <a:lnTo>
                  <a:pt x="16718" y="6342"/>
                </a:lnTo>
                <a:lnTo>
                  <a:pt x="16718" y="7296"/>
                </a:lnTo>
                <a:lnTo>
                  <a:pt x="15819" y="7296"/>
                </a:lnTo>
                <a:lnTo>
                  <a:pt x="15819" y="6342"/>
                </a:lnTo>
                <a:moveTo>
                  <a:pt x="15819" y="7364"/>
                </a:moveTo>
                <a:lnTo>
                  <a:pt x="16718" y="7364"/>
                </a:lnTo>
                <a:lnTo>
                  <a:pt x="16718" y="8369"/>
                </a:lnTo>
                <a:lnTo>
                  <a:pt x="15819" y="8369"/>
                </a:lnTo>
                <a:lnTo>
                  <a:pt x="15819" y="7364"/>
                </a:lnTo>
                <a:moveTo>
                  <a:pt x="15819" y="8438"/>
                </a:moveTo>
                <a:lnTo>
                  <a:pt x="16718" y="8438"/>
                </a:lnTo>
                <a:lnTo>
                  <a:pt x="16718" y="9391"/>
                </a:lnTo>
                <a:lnTo>
                  <a:pt x="15819" y="9391"/>
                </a:lnTo>
                <a:lnTo>
                  <a:pt x="15819" y="8438"/>
                </a:lnTo>
                <a:moveTo>
                  <a:pt x="15819" y="9459"/>
                </a:moveTo>
                <a:lnTo>
                  <a:pt x="16718" y="9459"/>
                </a:lnTo>
                <a:lnTo>
                  <a:pt x="16718" y="10465"/>
                </a:lnTo>
                <a:lnTo>
                  <a:pt x="15819" y="10465"/>
                </a:lnTo>
                <a:lnTo>
                  <a:pt x="15819" y="9459"/>
                </a:lnTo>
                <a:moveTo>
                  <a:pt x="15819" y="10533"/>
                </a:moveTo>
                <a:lnTo>
                  <a:pt x="16718" y="10533"/>
                </a:lnTo>
                <a:lnTo>
                  <a:pt x="16718" y="11487"/>
                </a:lnTo>
                <a:lnTo>
                  <a:pt x="15819" y="11487"/>
                </a:lnTo>
                <a:lnTo>
                  <a:pt x="15819" y="10533"/>
                </a:lnTo>
                <a:moveTo>
                  <a:pt x="15819" y="11556"/>
                </a:moveTo>
                <a:lnTo>
                  <a:pt x="16718" y="11556"/>
                </a:lnTo>
                <a:lnTo>
                  <a:pt x="16718" y="12561"/>
                </a:lnTo>
                <a:lnTo>
                  <a:pt x="15819" y="12561"/>
                </a:lnTo>
                <a:lnTo>
                  <a:pt x="15819" y="11556"/>
                </a:lnTo>
                <a:moveTo>
                  <a:pt x="15819" y="12630"/>
                </a:moveTo>
                <a:lnTo>
                  <a:pt x="16718" y="12630"/>
                </a:lnTo>
                <a:lnTo>
                  <a:pt x="16718" y="13583"/>
                </a:lnTo>
                <a:lnTo>
                  <a:pt x="15819" y="13583"/>
                </a:lnTo>
                <a:lnTo>
                  <a:pt x="15819" y="12630"/>
                </a:lnTo>
                <a:moveTo>
                  <a:pt x="15819" y="13651"/>
                </a:moveTo>
                <a:lnTo>
                  <a:pt x="16718" y="13651"/>
                </a:lnTo>
                <a:lnTo>
                  <a:pt x="16718" y="14657"/>
                </a:lnTo>
                <a:lnTo>
                  <a:pt x="15819" y="14657"/>
                </a:lnTo>
                <a:lnTo>
                  <a:pt x="15819" y="13651"/>
                </a:lnTo>
                <a:moveTo>
                  <a:pt x="15819" y="14726"/>
                </a:moveTo>
                <a:lnTo>
                  <a:pt x="16718" y="14726"/>
                </a:lnTo>
                <a:lnTo>
                  <a:pt x="16718" y="15680"/>
                </a:lnTo>
                <a:lnTo>
                  <a:pt x="15819" y="15680"/>
                </a:lnTo>
                <a:lnTo>
                  <a:pt x="15819" y="14726"/>
                </a:lnTo>
                <a:moveTo>
                  <a:pt x="14691" y="55"/>
                </a:moveTo>
                <a:lnTo>
                  <a:pt x="15750" y="55"/>
                </a:lnTo>
                <a:lnTo>
                  <a:pt x="15750" y="1007"/>
                </a:lnTo>
                <a:lnTo>
                  <a:pt x="14691" y="1007"/>
                </a:lnTo>
                <a:lnTo>
                  <a:pt x="14691" y="55"/>
                </a:lnTo>
                <a:moveTo>
                  <a:pt x="14691" y="1076"/>
                </a:moveTo>
                <a:lnTo>
                  <a:pt x="15750" y="1076"/>
                </a:lnTo>
                <a:lnTo>
                  <a:pt x="15750" y="2082"/>
                </a:lnTo>
                <a:lnTo>
                  <a:pt x="14691" y="2082"/>
                </a:lnTo>
                <a:lnTo>
                  <a:pt x="14691" y="1076"/>
                </a:lnTo>
                <a:moveTo>
                  <a:pt x="14691" y="2150"/>
                </a:moveTo>
                <a:lnTo>
                  <a:pt x="15750" y="2150"/>
                </a:lnTo>
                <a:lnTo>
                  <a:pt x="15750" y="3104"/>
                </a:lnTo>
                <a:lnTo>
                  <a:pt x="14691" y="3104"/>
                </a:lnTo>
                <a:lnTo>
                  <a:pt x="14691" y="2150"/>
                </a:lnTo>
                <a:moveTo>
                  <a:pt x="14691" y="3172"/>
                </a:moveTo>
                <a:lnTo>
                  <a:pt x="15750" y="3172"/>
                </a:lnTo>
                <a:lnTo>
                  <a:pt x="15750" y="4178"/>
                </a:lnTo>
                <a:lnTo>
                  <a:pt x="14691" y="4178"/>
                </a:lnTo>
                <a:lnTo>
                  <a:pt x="14691" y="3172"/>
                </a:lnTo>
                <a:moveTo>
                  <a:pt x="14691" y="4247"/>
                </a:moveTo>
                <a:lnTo>
                  <a:pt x="15750" y="4247"/>
                </a:lnTo>
                <a:lnTo>
                  <a:pt x="15750" y="5200"/>
                </a:lnTo>
                <a:lnTo>
                  <a:pt x="14691" y="5200"/>
                </a:lnTo>
                <a:lnTo>
                  <a:pt x="14691" y="4247"/>
                </a:lnTo>
                <a:moveTo>
                  <a:pt x="14691" y="5268"/>
                </a:moveTo>
                <a:lnTo>
                  <a:pt x="15750" y="5268"/>
                </a:lnTo>
                <a:lnTo>
                  <a:pt x="15750" y="6274"/>
                </a:lnTo>
                <a:lnTo>
                  <a:pt x="14691" y="6274"/>
                </a:lnTo>
                <a:lnTo>
                  <a:pt x="14691" y="5268"/>
                </a:lnTo>
                <a:moveTo>
                  <a:pt x="14691" y="6342"/>
                </a:moveTo>
                <a:lnTo>
                  <a:pt x="15750" y="6342"/>
                </a:lnTo>
                <a:lnTo>
                  <a:pt x="15750" y="7296"/>
                </a:lnTo>
                <a:lnTo>
                  <a:pt x="14691" y="7296"/>
                </a:lnTo>
                <a:lnTo>
                  <a:pt x="14691" y="6342"/>
                </a:lnTo>
                <a:moveTo>
                  <a:pt x="14691" y="7364"/>
                </a:moveTo>
                <a:lnTo>
                  <a:pt x="15750" y="7364"/>
                </a:lnTo>
                <a:lnTo>
                  <a:pt x="15750" y="8369"/>
                </a:lnTo>
                <a:lnTo>
                  <a:pt x="14691" y="8369"/>
                </a:lnTo>
                <a:lnTo>
                  <a:pt x="14691" y="7364"/>
                </a:lnTo>
                <a:moveTo>
                  <a:pt x="14691" y="8438"/>
                </a:moveTo>
                <a:lnTo>
                  <a:pt x="15750" y="8438"/>
                </a:lnTo>
                <a:lnTo>
                  <a:pt x="15750" y="9391"/>
                </a:lnTo>
                <a:lnTo>
                  <a:pt x="14691" y="9391"/>
                </a:lnTo>
                <a:lnTo>
                  <a:pt x="14691" y="8438"/>
                </a:lnTo>
                <a:moveTo>
                  <a:pt x="14691" y="9459"/>
                </a:moveTo>
                <a:lnTo>
                  <a:pt x="15750" y="9459"/>
                </a:lnTo>
                <a:lnTo>
                  <a:pt x="15750" y="10465"/>
                </a:lnTo>
                <a:lnTo>
                  <a:pt x="14691" y="10465"/>
                </a:lnTo>
                <a:lnTo>
                  <a:pt x="14691" y="9459"/>
                </a:lnTo>
                <a:moveTo>
                  <a:pt x="14691" y="10533"/>
                </a:moveTo>
                <a:lnTo>
                  <a:pt x="15750" y="10533"/>
                </a:lnTo>
                <a:lnTo>
                  <a:pt x="15750" y="11487"/>
                </a:lnTo>
                <a:lnTo>
                  <a:pt x="14691" y="11487"/>
                </a:lnTo>
                <a:lnTo>
                  <a:pt x="14691" y="10533"/>
                </a:lnTo>
                <a:moveTo>
                  <a:pt x="14691" y="11556"/>
                </a:moveTo>
                <a:lnTo>
                  <a:pt x="15750" y="11556"/>
                </a:lnTo>
                <a:lnTo>
                  <a:pt x="15750" y="12561"/>
                </a:lnTo>
                <a:lnTo>
                  <a:pt x="14691" y="12561"/>
                </a:lnTo>
                <a:lnTo>
                  <a:pt x="14691" y="11556"/>
                </a:lnTo>
                <a:moveTo>
                  <a:pt x="14691" y="12630"/>
                </a:moveTo>
                <a:lnTo>
                  <a:pt x="15750" y="12630"/>
                </a:lnTo>
                <a:lnTo>
                  <a:pt x="15750" y="13583"/>
                </a:lnTo>
                <a:lnTo>
                  <a:pt x="14691" y="13583"/>
                </a:lnTo>
                <a:lnTo>
                  <a:pt x="14691" y="12630"/>
                </a:lnTo>
                <a:moveTo>
                  <a:pt x="14691" y="13651"/>
                </a:moveTo>
                <a:lnTo>
                  <a:pt x="15750" y="13651"/>
                </a:lnTo>
                <a:lnTo>
                  <a:pt x="15750" y="14657"/>
                </a:lnTo>
                <a:lnTo>
                  <a:pt x="14691" y="14657"/>
                </a:lnTo>
                <a:lnTo>
                  <a:pt x="14691" y="13651"/>
                </a:lnTo>
                <a:moveTo>
                  <a:pt x="14691" y="14726"/>
                </a:moveTo>
                <a:lnTo>
                  <a:pt x="15750" y="14726"/>
                </a:lnTo>
                <a:lnTo>
                  <a:pt x="15750" y="15680"/>
                </a:lnTo>
                <a:lnTo>
                  <a:pt x="14691" y="15680"/>
                </a:lnTo>
                <a:lnTo>
                  <a:pt x="14691" y="14726"/>
                </a:lnTo>
                <a:moveTo>
                  <a:pt x="13722" y="55"/>
                </a:moveTo>
                <a:lnTo>
                  <a:pt x="14622" y="55"/>
                </a:lnTo>
                <a:lnTo>
                  <a:pt x="14622" y="1007"/>
                </a:lnTo>
                <a:lnTo>
                  <a:pt x="13722" y="1007"/>
                </a:lnTo>
                <a:lnTo>
                  <a:pt x="13722" y="55"/>
                </a:lnTo>
                <a:moveTo>
                  <a:pt x="13722" y="1076"/>
                </a:moveTo>
                <a:lnTo>
                  <a:pt x="14622" y="1076"/>
                </a:lnTo>
                <a:lnTo>
                  <a:pt x="14622" y="2082"/>
                </a:lnTo>
                <a:lnTo>
                  <a:pt x="13722" y="2082"/>
                </a:lnTo>
                <a:lnTo>
                  <a:pt x="13722" y="1076"/>
                </a:lnTo>
                <a:moveTo>
                  <a:pt x="13722" y="2150"/>
                </a:moveTo>
                <a:lnTo>
                  <a:pt x="14622" y="2150"/>
                </a:lnTo>
                <a:lnTo>
                  <a:pt x="14622" y="3104"/>
                </a:lnTo>
                <a:lnTo>
                  <a:pt x="13722" y="3104"/>
                </a:lnTo>
                <a:lnTo>
                  <a:pt x="13722" y="2150"/>
                </a:lnTo>
                <a:moveTo>
                  <a:pt x="13722" y="3172"/>
                </a:moveTo>
                <a:lnTo>
                  <a:pt x="14622" y="3172"/>
                </a:lnTo>
                <a:lnTo>
                  <a:pt x="14622" y="4178"/>
                </a:lnTo>
                <a:lnTo>
                  <a:pt x="13722" y="4178"/>
                </a:lnTo>
                <a:lnTo>
                  <a:pt x="13722" y="3172"/>
                </a:lnTo>
                <a:moveTo>
                  <a:pt x="13722" y="4247"/>
                </a:moveTo>
                <a:lnTo>
                  <a:pt x="14622" y="4247"/>
                </a:lnTo>
                <a:lnTo>
                  <a:pt x="14622" y="5200"/>
                </a:lnTo>
                <a:lnTo>
                  <a:pt x="13722" y="5200"/>
                </a:lnTo>
                <a:lnTo>
                  <a:pt x="13722" y="4247"/>
                </a:lnTo>
                <a:moveTo>
                  <a:pt x="13722" y="5268"/>
                </a:moveTo>
                <a:lnTo>
                  <a:pt x="14622" y="5268"/>
                </a:lnTo>
                <a:lnTo>
                  <a:pt x="14622" y="6274"/>
                </a:lnTo>
                <a:lnTo>
                  <a:pt x="13722" y="6274"/>
                </a:lnTo>
                <a:lnTo>
                  <a:pt x="13722" y="5268"/>
                </a:lnTo>
                <a:moveTo>
                  <a:pt x="13722" y="6342"/>
                </a:moveTo>
                <a:lnTo>
                  <a:pt x="14622" y="6342"/>
                </a:lnTo>
                <a:lnTo>
                  <a:pt x="14622" y="7296"/>
                </a:lnTo>
                <a:lnTo>
                  <a:pt x="13722" y="7296"/>
                </a:lnTo>
                <a:lnTo>
                  <a:pt x="13722" y="6342"/>
                </a:lnTo>
                <a:moveTo>
                  <a:pt x="13722" y="7364"/>
                </a:moveTo>
                <a:lnTo>
                  <a:pt x="14622" y="7364"/>
                </a:lnTo>
                <a:lnTo>
                  <a:pt x="14622" y="8369"/>
                </a:lnTo>
                <a:lnTo>
                  <a:pt x="13722" y="8369"/>
                </a:lnTo>
                <a:lnTo>
                  <a:pt x="13722" y="7364"/>
                </a:lnTo>
                <a:moveTo>
                  <a:pt x="13722" y="8438"/>
                </a:moveTo>
                <a:lnTo>
                  <a:pt x="14622" y="8438"/>
                </a:lnTo>
                <a:lnTo>
                  <a:pt x="14622" y="9391"/>
                </a:lnTo>
                <a:lnTo>
                  <a:pt x="13722" y="9391"/>
                </a:lnTo>
                <a:lnTo>
                  <a:pt x="13722" y="8438"/>
                </a:lnTo>
                <a:moveTo>
                  <a:pt x="13722" y="9459"/>
                </a:moveTo>
                <a:lnTo>
                  <a:pt x="14622" y="9459"/>
                </a:lnTo>
                <a:lnTo>
                  <a:pt x="14622" y="10465"/>
                </a:lnTo>
                <a:lnTo>
                  <a:pt x="13722" y="10465"/>
                </a:lnTo>
                <a:lnTo>
                  <a:pt x="13722" y="9459"/>
                </a:lnTo>
                <a:moveTo>
                  <a:pt x="13722" y="10533"/>
                </a:moveTo>
                <a:lnTo>
                  <a:pt x="14622" y="10533"/>
                </a:lnTo>
                <a:lnTo>
                  <a:pt x="14622" y="11487"/>
                </a:lnTo>
                <a:lnTo>
                  <a:pt x="13722" y="11487"/>
                </a:lnTo>
                <a:lnTo>
                  <a:pt x="13722" y="10533"/>
                </a:lnTo>
                <a:moveTo>
                  <a:pt x="13722" y="11556"/>
                </a:moveTo>
                <a:lnTo>
                  <a:pt x="14622" y="11556"/>
                </a:lnTo>
                <a:lnTo>
                  <a:pt x="14622" y="12561"/>
                </a:lnTo>
                <a:lnTo>
                  <a:pt x="13722" y="12561"/>
                </a:lnTo>
                <a:lnTo>
                  <a:pt x="13722" y="11556"/>
                </a:lnTo>
                <a:moveTo>
                  <a:pt x="13722" y="12630"/>
                </a:moveTo>
                <a:lnTo>
                  <a:pt x="14622" y="12630"/>
                </a:lnTo>
                <a:lnTo>
                  <a:pt x="14622" y="13583"/>
                </a:lnTo>
                <a:lnTo>
                  <a:pt x="13722" y="13583"/>
                </a:lnTo>
                <a:lnTo>
                  <a:pt x="13722" y="12630"/>
                </a:lnTo>
                <a:moveTo>
                  <a:pt x="13722" y="13651"/>
                </a:moveTo>
                <a:lnTo>
                  <a:pt x="14622" y="13651"/>
                </a:lnTo>
                <a:lnTo>
                  <a:pt x="14622" y="14657"/>
                </a:lnTo>
                <a:lnTo>
                  <a:pt x="13722" y="14657"/>
                </a:lnTo>
                <a:lnTo>
                  <a:pt x="13722" y="13651"/>
                </a:lnTo>
                <a:moveTo>
                  <a:pt x="13722" y="14726"/>
                </a:moveTo>
                <a:lnTo>
                  <a:pt x="14622" y="14726"/>
                </a:lnTo>
                <a:lnTo>
                  <a:pt x="14622" y="15680"/>
                </a:lnTo>
                <a:lnTo>
                  <a:pt x="13722" y="15680"/>
                </a:lnTo>
                <a:lnTo>
                  <a:pt x="13722" y="14726"/>
                </a:lnTo>
                <a:moveTo>
                  <a:pt x="12594" y="55"/>
                </a:moveTo>
                <a:lnTo>
                  <a:pt x="13654" y="55"/>
                </a:lnTo>
                <a:lnTo>
                  <a:pt x="13654" y="1007"/>
                </a:lnTo>
                <a:lnTo>
                  <a:pt x="12594" y="1007"/>
                </a:lnTo>
                <a:lnTo>
                  <a:pt x="12594" y="55"/>
                </a:lnTo>
                <a:moveTo>
                  <a:pt x="12594" y="1076"/>
                </a:moveTo>
                <a:lnTo>
                  <a:pt x="13654" y="1076"/>
                </a:lnTo>
                <a:lnTo>
                  <a:pt x="13654" y="2082"/>
                </a:lnTo>
                <a:lnTo>
                  <a:pt x="12594" y="2082"/>
                </a:lnTo>
                <a:lnTo>
                  <a:pt x="12594" y="1076"/>
                </a:lnTo>
                <a:moveTo>
                  <a:pt x="12594" y="2150"/>
                </a:moveTo>
                <a:lnTo>
                  <a:pt x="13654" y="2150"/>
                </a:lnTo>
                <a:lnTo>
                  <a:pt x="13654" y="3104"/>
                </a:lnTo>
                <a:lnTo>
                  <a:pt x="12594" y="3104"/>
                </a:lnTo>
                <a:lnTo>
                  <a:pt x="12594" y="2150"/>
                </a:lnTo>
                <a:moveTo>
                  <a:pt x="12594" y="3172"/>
                </a:moveTo>
                <a:lnTo>
                  <a:pt x="13654" y="3172"/>
                </a:lnTo>
                <a:lnTo>
                  <a:pt x="13654" y="4178"/>
                </a:lnTo>
                <a:lnTo>
                  <a:pt x="12594" y="4178"/>
                </a:lnTo>
                <a:lnTo>
                  <a:pt x="12594" y="3172"/>
                </a:lnTo>
                <a:moveTo>
                  <a:pt x="12594" y="4247"/>
                </a:moveTo>
                <a:lnTo>
                  <a:pt x="13654" y="4247"/>
                </a:lnTo>
                <a:lnTo>
                  <a:pt x="13654" y="5200"/>
                </a:lnTo>
                <a:lnTo>
                  <a:pt x="12594" y="5200"/>
                </a:lnTo>
                <a:lnTo>
                  <a:pt x="12594" y="4247"/>
                </a:lnTo>
                <a:moveTo>
                  <a:pt x="12594" y="5268"/>
                </a:moveTo>
                <a:lnTo>
                  <a:pt x="13654" y="5268"/>
                </a:lnTo>
                <a:lnTo>
                  <a:pt x="13654" y="6274"/>
                </a:lnTo>
                <a:lnTo>
                  <a:pt x="12594" y="6274"/>
                </a:lnTo>
                <a:lnTo>
                  <a:pt x="12594" y="5268"/>
                </a:lnTo>
                <a:moveTo>
                  <a:pt x="12594" y="6342"/>
                </a:moveTo>
                <a:lnTo>
                  <a:pt x="13654" y="6342"/>
                </a:lnTo>
                <a:lnTo>
                  <a:pt x="13654" y="7296"/>
                </a:lnTo>
                <a:lnTo>
                  <a:pt x="12594" y="7296"/>
                </a:lnTo>
                <a:lnTo>
                  <a:pt x="12594" y="6342"/>
                </a:lnTo>
                <a:moveTo>
                  <a:pt x="12594" y="7364"/>
                </a:moveTo>
                <a:lnTo>
                  <a:pt x="13654" y="7364"/>
                </a:lnTo>
                <a:lnTo>
                  <a:pt x="13654" y="8369"/>
                </a:lnTo>
                <a:lnTo>
                  <a:pt x="12594" y="8369"/>
                </a:lnTo>
                <a:lnTo>
                  <a:pt x="12594" y="7364"/>
                </a:lnTo>
                <a:moveTo>
                  <a:pt x="12594" y="8438"/>
                </a:moveTo>
                <a:lnTo>
                  <a:pt x="13654" y="8438"/>
                </a:lnTo>
                <a:lnTo>
                  <a:pt x="13654" y="9391"/>
                </a:lnTo>
                <a:lnTo>
                  <a:pt x="12594" y="9391"/>
                </a:lnTo>
                <a:lnTo>
                  <a:pt x="12594" y="8438"/>
                </a:lnTo>
                <a:moveTo>
                  <a:pt x="12594" y="9459"/>
                </a:moveTo>
                <a:lnTo>
                  <a:pt x="13654" y="9459"/>
                </a:lnTo>
                <a:lnTo>
                  <a:pt x="13654" y="10465"/>
                </a:lnTo>
                <a:lnTo>
                  <a:pt x="12594" y="10465"/>
                </a:lnTo>
                <a:lnTo>
                  <a:pt x="12594" y="9459"/>
                </a:lnTo>
                <a:moveTo>
                  <a:pt x="12594" y="10533"/>
                </a:moveTo>
                <a:lnTo>
                  <a:pt x="13654" y="10533"/>
                </a:lnTo>
                <a:lnTo>
                  <a:pt x="13654" y="11487"/>
                </a:lnTo>
                <a:lnTo>
                  <a:pt x="12594" y="11487"/>
                </a:lnTo>
                <a:lnTo>
                  <a:pt x="12594" y="10533"/>
                </a:lnTo>
                <a:moveTo>
                  <a:pt x="12594" y="11556"/>
                </a:moveTo>
                <a:lnTo>
                  <a:pt x="13654" y="11556"/>
                </a:lnTo>
                <a:lnTo>
                  <a:pt x="13654" y="12561"/>
                </a:lnTo>
                <a:lnTo>
                  <a:pt x="12594" y="12561"/>
                </a:lnTo>
                <a:lnTo>
                  <a:pt x="12594" y="11556"/>
                </a:lnTo>
                <a:moveTo>
                  <a:pt x="12594" y="12630"/>
                </a:moveTo>
                <a:lnTo>
                  <a:pt x="13654" y="12630"/>
                </a:lnTo>
                <a:lnTo>
                  <a:pt x="13654" y="13583"/>
                </a:lnTo>
                <a:lnTo>
                  <a:pt x="12594" y="13583"/>
                </a:lnTo>
                <a:lnTo>
                  <a:pt x="12594" y="12630"/>
                </a:lnTo>
                <a:moveTo>
                  <a:pt x="12594" y="13651"/>
                </a:moveTo>
                <a:lnTo>
                  <a:pt x="13654" y="13651"/>
                </a:lnTo>
                <a:lnTo>
                  <a:pt x="13654" y="14657"/>
                </a:lnTo>
                <a:lnTo>
                  <a:pt x="12594" y="14657"/>
                </a:lnTo>
                <a:lnTo>
                  <a:pt x="12594" y="13651"/>
                </a:lnTo>
                <a:moveTo>
                  <a:pt x="12594" y="14726"/>
                </a:moveTo>
                <a:lnTo>
                  <a:pt x="13654" y="14726"/>
                </a:lnTo>
                <a:lnTo>
                  <a:pt x="13654" y="15680"/>
                </a:lnTo>
                <a:lnTo>
                  <a:pt x="12594" y="15680"/>
                </a:lnTo>
                <a:lnTo>
                  <a:pt x="12594" y="14726"/>
                </a:lnTo>
                <a:moveTo>
                  <a:pt x="11628" y="55"/>
                </a:moveTo>
                <a:lnTo>
                  <a:pt x="12526" y="55"/>
                </a:lnTo>
                <a:lnTo>
                  <a:pt x="12526" y="1007"/>
                </a:lnTo>
                <a:lnTo>
                  <a:pt x="11628" y="1007"/>
                </a:lnTo>
                <a:lnTo>
                  <a:pt x="11628" y="55"/>
                </a:lnTo>
                <a:moveTo>
                  <a:pt x="11628" y="1076"/>
                </a:moveTo>
                <a:lnTo>
                  <a:pt x="12526" y="1076"/>
                </a:lnTo>
                <a:lnTo>
                  <a:pt x="12526" y="2082"/>
                </a:lnTo>
                <a:lnTo>
                  <a:pt x="11628" y="2082"/>
                </a:lnTo>
                <a:lnTo>
                  <a:pt x="11628" y="1076"/>
                </a:lnTo>
                <a:moveTo>
                  <a:pt x="11628" y="2150"/>
                </a:moveTo>
                <a:lnTo>
                  <a:pt x="12526" y="2150"/>
                </a:lnTo>
                <a:lnTo>
                  <a:pt x="12526" y="3104"/>
                </a:lnTo>
                <a:lnTo>
                  <a:pt x="11628" y="3104"/>
                </a:lnTo>
                <a:lnTo>
                  <a:pt x="11628" y="2150"/>
                </a:lnTo>
                <a:moveTo>
                  <a:pt x="11628" y="3172"/>
                </a:moveTo>
                <a:lnTo>
                  <a:pt x="12526" y="3172"/>
                </a:lnTo>
                <a:lnTo>
                  <a:pt x="12526" y="4178"/>
                </a:lnTo>
                <a:lnTo>
                  <a:pt x="11628" y="4178"/>
                </a:lnTo>
                <a:lnTo>
                  <a:pt x="11628" y="3172"/>
                </a:lnTo>
                <a:moveTo>
                  <a:pt x="11628" y="4247"/>
                </a:moveTo>
                <a:lnTo>
                  <a:pt x="12526" y="4247"/>
                </a:lnTo>
                <a:lnTo>
                  <a:pt x="12526" y="5200"/>
                </a:lnTo>
                <a:lnTo>
                  <a:pt x="11628" y="5200"/>
                </a:lnTo>
                <a:lnTo>
                  <a:pt x="11628" y="4247"/>
                </a:lnTo>
                <a:moveTo>
                  <a:pt x="11628" y="5268"/>
                </a:moveTo>
                <a:lnTo>
                  <a:pt x="12526" y="5268"/>
                </a:lnTo>
                <a:lnTo>
                  <a:pt x="12526" y="6274"/>
                </a:lnTo>
                <a:lnTo>
                  <a:pt x="11628" y="6274"/>
                </a:lnTo>
                <a:lnTo>
                  <a:pt x="11628" y="5268"/>
                </a:lnTo>
                <a:moveTo>
                  <a:pt x="11628" y="6342"/>
                </a:moveTo>
                <a:lnTo>
                  <a:pt x="12526" y="6342"/>
                </a:lnTo>
                <a:lnTo>
                  <a:pt x="12526" y="7296"/>
                </a:lnTo>
                <a:lnTo>
                  <a:pt x="11628" y="7296"/>
                </a:lnTo>
                <a:lnTo>
                  <a:pt x="11628" y="6342"/>
                </a:lnTo>
                <a:moveTo>
                  <a:pt x="11628" y="7364"/>
                </a:moveTo>
                <a:lnTo>
                  <a:pt x="12526" y="7364"/>
                </a:lnTo>
                <a:lnTo>
                  <a:pt x="12526" y="8369"/>
                </a:lnTo>
                <a:lnTo>
                  <a:pt x="11628" y="8369"/>
                </a:lnTo>
                <a:lnTo>
                  <a:pt x="11628" y="7364"/>
                </a:lnTo>
                <a:moveTo>
                  <a:pt x="11628" y="8438"/>
                </a:moveTo>
                <a:lnTo>
                  <a:pt x="12526" y="8438"/>
                </a:lnTo>
                <a:lnTo>
                  <a:pt x="12526" y="9391"/>
                </a:lnTo>
                <a:lnTo>
                  <a:pt x="11628" y="9391"/>
                </a:lnTo>
                <a:lnTo>
                  <a:pt x="11628" y="8438"/>
                </a:lnTo>
                <a:moveTo>
                  <a:pt x="11628" y="9459"/>
                </a:moveTo>
                <a:lnTo>
                  <a:pt x="12526" y="9459"/>
                </a:lnTo>
                <a:lnTo>
                  <a:pt x="12526" y="10465"/>
                </a:lnTo>
                <a:lnTo>
                  <a:pt x="11628" y="10465"/>
                </a:lnTo>
                <a:lnTo>
                  <a:pt x="11628" y="9459"/>
                </a:lnTo>
                <a:moveTo>
                  <a:pt x="11628" y="10533"/>
                </a:moveTo>
                <a:lnTo>
                  <a:pt x="12526" y="10533"/>
                </a:lnTo>
                <a:lnTo>
                  <a:pt x="12526" y="11487"/>
                </a:lnTo>
                <a:lnTo>
                  <a:pt x="11628" y="11487"/>
                </a:lnTo>
                <a:lnTo>
                  <a:pt x="11628" y="10533"/>
                </a:lnTo>
                <a:moveTo>
                  <a:pt x="11628" y="11556"/>
                </a:moveTo>
                <a:lnTo>
                  <a:pt x="12526" y="11556"/>
                </a:lnTo>
                <a:lnTo>
                  <a:pt x="12526" y="12561"/>
                </a:lnTo>
                <a:lnTo>
                  <a:pt x="11628" y="12561"/>
                </a:lnTo>
                <a:lnTo>
                  <a:pt x="11628" y="11556"/>
                </a:lnTo>
                <a:moveTo>
                  <a:pt x="11628" y="12630"/>
                </a:moveTo>
                <a:lnTo>
                  <a:pt x="12526" y="12630"/>
                </a:lnTo>
                <a:lnTo>
                  <a:pt x="12526" y="13583"/>
                </a:lnTo>
                <a:lnTo>
                  <a:pt x="11628" y="13583"/>
                </a:lnTo>
                <a:lnTo>
                  <a:pt x="11628" y="12630"/>
                </a:lnTo>
                <a:moveTo>
                  <a:pt x="11628" y="13651"/>
                </a:moveTo>
                <a:lnTo>
                  <a:pt x="12526" y="13651"/>
                </a:lnTo>
                <a:lnTo>
                  <a:pt x="12526" y="14657"/>
                </a:lnTo>
                <a:lnTo>
                  <a:pt x="11628" y="14657"/>
                </a:lnTo>
                <a:lnTo>
                  <a:pt x="11628" y="13651"/>
                </a:lnTo>
                <a:moveTo>
                  <a:pt x="11628" y="14726"/>
                </a:moveTo>
                <a:lnTo>
                  <a:pt x="12526" y="14726"/>
                </a:lnTo>
                <a:lnTo>
                  <a:pt x="12526" y="15680"/>
                </a:lnTo>
                <a:lnTo>
                  <a:pt x="11628" y="15680"/>
                </a:lnTo>
                <a:lnTo>
                  <a:pt x="11628" y="14726"/>
                </a:lnTo>
                <a:moveTo>
                  <a:pt x="10500" y="55"/>
                </a:moveTo>
                <a:lnTo>
                  <a:pt x="11559" y="55"/>
                </a:lnTo>
                <a:lnTo>
                  <a:pt x="11559" y="1007"/>
                </a:lnTo>
                <a:lnTo>
                  <a:pt x="10500" y="1007"/>
                </a:lnTo>
                <a:lnTo>
                  <a:pt x="10500" y="55"/>
                </a:lnTo>
                <a:moveTo>
                  <a:pt x="10500" y="1076"/>
                </a:moveTo>
                <a:lnTo>
                  <a:pt x="11559" y="1076"/>
                </a:lnTo>
                <a:lnTo>
                  <a:pt x="11559" y="2082"/>
                </a:lnTo>
                <a:lnTo>
                  <a:pt x="10500" y="2082"/>
                </a:lnTo>
                <a:lnTo>
                  <a:pt x="10500" y="1076"/>
                </a:lnTo>
                <a:moveTo>
                  <a:pt x="10500" y="2150"/>
                </a:moveTo>
                <a:lnTo>
                  <a:pt x="11559" y="2150"/>
                </a:lnTo>
                <a:lnTo>
                  <a:pt x="11559" y="3104"/>
                </a:lnTo>
                <a:lnTo>
                  <a:pt x="10500" y="3104"/>
                </a:lnTo>
                <a:lnTo>
                  <a:pt x="10500" y="2150"/>
                </a:lnTo>
                <a:moveTo>
                  <a:pt x="10500" y="3172"/>
                </a:moveTo>
                <a:lnTo>
                  <a:pt x="11559" y="3172"/>
                </a:lnTo>
                <a:lnTo>
                  <a:pt x="11559" y="4178"/>
                </a:lnTo>
                <a:lnTo>
                  <a:pt x="10500" y="4178"/>
                </a:lnTo>
                <a:lnTo>
                  <a:pt x="10500" y="3172"/>
                </a:lnTo>
                <a:moveTo>
                  <a:pt x="10500" y="4247"/>
                </a:moveTo>
                <a:lnTo>
                  <a:pt x="11559" y="4247"/>
                </a:lnTo>
                <a:lnTo>
                  <a:pt x="11559" y="5200"/>
                </a:lnTo>
                <a:lnTo>
                  <a:pt x="10500" y="5200"/>
                </a:lnTo>
                <a:lnTo>
                  <a:pt x="10500" y="4247"/>
                </a:lnTo>
                <a:moveTo>
                  <a:pt x="10500" y="5268"/>
                </a:moveTo>
                <a:lnTo>
                  <a:pt x="11559" y="5268"/>
                </a:lnTo>
                <a:lnTo>
                  <a:pt x="11559" y="6274"/>
                </a:lnTo>
                <a:lnTo>
                  <a:pt x="10500" y="6274"/>
                </a:lnTo>
                <a:lnTo>
                  <a:pt x="10500" y="5268"/>
                </a:lnTo>
                <a:moveTo>
                  <a:pt x="10500" y="6342"/>
                </a:moveTo>
                <a:lnTo>
                  <a:pt x="11559" y="6342"/>
                </a:lnTo>
                <a:lnTo>
                  <a:pt x="11559" y="7296"/>
                </a:lnTo>
                <a:lnTo>
                  <a:pt x="10500" y="7296"/>
                </a:lnTo>
                <a:lnTo>
                  <a:pt x="10500" y="6342"/>
                </a:lnTo>
                <a:moveTo>
                  <a:pt x="10500" y="7364"/>
                </a:moveTo>
                <a:lnTo>
                  <a:pt x="11559" y="7364"/>
                </a:lnTo>
                <a:lnTo>
                  <a:pt x="11559" y="8369"/>
                </a:lnTo>
                <a:lnTo>
                  <a:pt x="10500" y="8369"/>
                </a:lnTo>
                <a:lnTo>
                  <a:pt x="10500" y="7364"/>
                </a:lnTo>
                <a:moveTo>
                  <a:pt x="10500" y="8438"/>
                </a:moveTo>
                <a:lnTo>
                  <a:pt x="11559" y="8438"/>
                </a:lnTo>
                <a:lnTo>
                  <a:pt x="11559" y="9391"/>
                </a:lnTo>
                <a:lnTo>
                  <a:pt x="10500" y="9391"/>
                </a:lnTo>
                <a:lnTo>
                  <a:pt x="10500" y="8438"/>
                </a:lnTo>
                <a:moveTo>
                  <a:pt x="10500" y="9459"/>
                </a:moveTo>
                <a:lnTo>
                  <a:pt x="11559" y="9459"/>
                </a:lnTo>
                <a:lnTo>
                  <a:pt x="11559" y="10465"/>
                </a:lnTo>
                <a:lnTo>
                  <a:pt x="10500" y="10465"/>
                </a:lnTo>
                <a:lnTo>
                  <a:pt x="10500" y="9459"/>
                </a:lnTo>
                <a:moveTo>
                  <a:pt x="10500" y="10533"/>
                </a:moveTo>
                <a:lnTo>
                  <a:pt x="11559" y="10533"/>
                </a:lnTo>
                <a:lnTo>
                  <a:pt x="11559" y="11487"/>
                </a:lnTo>
                <a:lnTo>
                  <a:pt x="10500" y="11487"/>
                </a:lnTo>
                <a:lnTo>
                  <a:pt x="10500" y="10533"/>
                </a:lnTo>
                <a:moveTo>
                  <a:pt x="10500" y="11556"/>
                </a:moveTo>
                <a:lnTo>
                  <a:pt x="11559" y="11556"/>
                </a:lnTo>
                <a:lnTo>
                  <a:pt x="11559" y="12561"/>
                </a:lnTo>
                <a:lnTo>
                  <a:pt x="10500" y="12561"/>
                </a:lnTo>
                <a:lnTo>
                  <a:pt x="10500" y="11556"/>
                </a:lnTo>
                <a:moveTo>
                  <a:pt x="10500" y="12630"/>
                </a:moveTo>
                <a:lnTo>
                  <a:pt x="11559" y="12630"/>
                </a:lnTo>
                <a:lnTo>
                  <a:pt x="11559" y="13583"/>
                </a:lnTo>
                <a:lnTo>
                  <a:pt x="10500" y="13583"/>
                </a:lnTo>
                <a:lnTo>
                  <a:pt x="10500" y="12630"/>
                </a:lnTo>
                <a:moveTo>
                  <a:pt x="10500" y="13651"/>
                </a:moveTo>
                <a:lnTo>
                  <a:pt x="11559" y="13651"/>
                </a:lnTo>
                <a:lnTo>
                  <a:pt x="11559" y="14657"/>
                </a:lnTo>
                <a:lnTo>
                  <a:pt x="10500" y="14657"/>
                </a:lnTo>
                <a:lnTo>
                  <a:pt x="10500" y="13651"/>
                </a:lnTo>
                <a:moveTo>
                  <a:pt x="10500" y="14726"/>
                </a:moveTo>
                <a:lnTo>
                  <a:pt x="11559" y="14726"/>
                </a:lnTo>
                <a:lnTo>
                  <a:pt x="11559" y="15680"/>
                </a:lnTo>
                <a:lnTo>
                  <a:pt x="10500" y="15680"/>
                </a:lnTo>
                <a:lnTo>
                  <a:pt x="10500" y="14726"/>
                </a:lnTo>
                <a:moveTo>
                  <a:pt x="9531" y="55"/>
                </a:moveTo>
                <a:lnTo>
                  <a:pt x="10430" y="55"/>
                </a:lnTo>
                <a:lnTo>
                  <a:pt x="10430" y="1007"/>
                </a:lnTo>
                <a:lnTo>
                  <a:pt x="9531" y="1007"/>
                </a:lnTo>
                <a:lnTo>
                  <a:pt x="9531" y="55"/>
                </a:lnTo>
                <a:moveTo>
                  <a:pt x="9531" y="1076"/>
                </a:moveTo>
                <a:lnTo>
                  <a:pt x="10430" y="1076"/>
                </a:lnTo>
                <a:lnTo>
                  <a:pt x="10430" y="2082"/>
                </a:lnTo>
                <a:lnTo>
                  <a:pt x="9531" y="2082"/>
                </a:lnTo>
                <a:lnTo>
                  <a:pt x="9531" y="1076"/>
                </a:lnTo>
                <a:moveTo>
                  <a:pt x="9531" y="2150"/>
                </a:moveTo>
                <a:lnTo>
                  <a:pt x="10430" y="2150"/>
                </a:lnTo>
                <a:lnTo>
                  <a:pt x="10430" y="3104"/>
                </a:lnTo>
                <a:lnTo>
                  <a:pt x="9531" y="3104"/>
                </a:lnTo>
                <a:lnTo>
                  <a:pt x="9531" y="2150"/>
                </a:lnTo>
                <a:moveTo>
                  <a:pt x="9531" y="3172"/>
                </a:moveTo>
                <a:lnTo>
                  <a:pt x="10430" y="3172"/>
                </a:lnTo>
                <a:lnTo>
                  <a:pt x="10430" y="4178"/>
                </a:lnTo>
                <a:lnTo>
                  <a:pt x="9531" y="4178"/>
                </a:lnTo>
                <a:lnTo>
                  <a:pt x="9531" y="3172"/>
                </a:lnTo>
                <a:moveTo>
                  <a:pt x="9531" y="4247"/>
                </a:moveTo>
                <a:lnTo>
                  <a:pt x="10430" y="4247"/>
                </a:lnTo>
                <a:lnTo>
                  <a:pt x="10430" y="5200"/>
                </a:lnTo>
                <a:lnTo>
                  <a:pt x="9531" y="5200"/>
                </a:lnTo>
                <a:lnTo>
                  <a:pt x="9531" y="4247"/>
                </a:lnTo>
                <a:moveTo>
                  <a:pt x="9531" y="5268"/>
                </a:moveTo>
                <a:lnTo>
                  <a:pt x="10430" y="5268"/>
                </a:lnTo>
                <a:lnTo>
                  <a:pt x="10430" y="6274"/>
                </a:lnTo>
                <a:lnTo>
                  <a:pt x="9531" y="6274"/>
                </a:lnTo>
                <a:lnTo>
                  <a:pt x="9531" y="5268"/>
                </a:lnTo>
                <a:moveTo>
                  <a:pt x="9531" y="6342"/>
                </a:moveTo>
                <a:lnTo>
                  <a:pt x="10430" y="6342"/>
                </a:lnTo>
                <a:lnTo>
                  <a:pt x="10430" y="7296"/>
                </a:lnTo>
                <a:lnTo>
                  <a:pt x="9531" y="7296"/>
                </a:lnTo>
                <a:lnTo>
                  <a:pt x="9531" y="6342"/>
                </a:lnTo>
                <a:moveTo>
                  <a:pt x="9531" y="7364"/>
                </a:moveTo>
                <a:lnTo>
                  <a:pt x="10430" y="7364"/>
                </a:lnTo>
                <a:lnTo>
                  <a:pt x="10430" y="8369"/>
                </a:lnTo>
                <a:lnTo>
                  <a:pt x="9531" y="8369"/>
                </a:lnTo>
                <a:lnTo>
                  <a:pt x="9531" y="7364"/>
                </a:lnTo>
                <a:moveTo>
                  <a:pt x="9531" y="8438"/>
                </a:moveTo>
                <a:lnTo>
                  <a:pt x="10430" y="8438"/>
                </a:lnTo>
                <a:lnTo>
                  <a:pt x="10430" y="9391"/>
                </a:lnTo>
                <a:lnTo>
                  <a:pt x="9531" y="9391"/>
                </a:lnTo>
                <a:lnTo>
                  <a:pt x="9531" y="8438"/>
                </a:lnTo>
                <a:moveTo>
                  <a:pt x="9531" y="9459"/>
                </a:moveTo>
                <a:lnTo>
                  <a:pt x="10430" y="9459"/>
                </a:lnTo>
                <a:lnTo>
                  <a:pt x="10430" y="10465"/>
                </a:lnTo>
                <a:lnTo>
                  <a:pt x="9531" y="10465"/>
                </a:lnTo>
                <a:lnTo>
                  <a:pt x="9531" y="9459"/>
                </a:lnTo>
                <a:moveTo>
                  <a:pt x="9531" y="10533"/>
                </a:moveTo>
                <a:lnTo>
                  <a:pt x="10430" y="10533"/>
                </a:lnTo>
                <a:lnTo>
                  <a:pt x="10430" y="11487"/>
                </a:lnTo>
                <a:lnTo>
                  <a:pt x="9531" y="11487"/>
                </a:lnTo>
                <a:lnTo>
                  <a:pt x="9531" y="10533"/>
                </a:lnTo>
                <a:moveTo>
                  <a:pt x="9531" y="11556"/>
                </a:moveTo>
                <a:lnTo>
                  <a:pt x="10430" y="11556"/>
                </a:lnTo>
                <a:lnTo>
                  <a:pt x="10430" y="12561"/>
                </a:lnTo>
                <a:lnTo>
                  <a:pt x="9531" y="12561"/>
                </a:lnTo>
                <a:lnTo>
                  <a:pt x="9531" y="11556"/>
                </a:lnTo>
                <a:moveTo>
                  <a:pt x="9531" y="12630"/>
                </a:moveTo>
                <a:lnTo>
                  <a:pt x="10430" y="12630"/>
                </a:lnTo>
                <a:lnTo>
                  <a:pt x="10430" y="13583"/>
                </a:lnTo>
                <a:lnTo>
                  <a:pt x="9531" y="13583"/>
                </a:lnTo>
                <a:lnTo>
                  <a:pt x="9531" y="12630"/>
                </a:lnTo>
                <a:moveTo>
                  <a:pt x="9531" y="13651"/>
                </a:moveTo>
                <a:lnTo>
                  <a:pt x="10430" y="13651"/>
                </a:lnTo>
                <a:lnTo>
                  <a:pt x="10430" y="14657"/>
                </a:lnTo>
                <a:lnTo>
                  <a:pt x="9531" y="14657"/>
                </a:lnTo>
                <a:lnTo>
                  <a:pt x="9531" y="13651"/>
                </a:lnTo>
                <a:moveTo>
                  <a:pt x="9531" y="14726"/>
                </a:moveTo>
                <a:lnTo>
                  <a:pt x="10430" y="14726"/>
                </a:lnTo>
                <a:lnTo>
                  <a:pt x="10430" y="15680"/>
                </a:lnTo>
                <a:lnTo>
                  <a:pt x="9531" y="15680"/>
                </a:lnTo>
                <a:lnTo>
                  <a:pt x="9531" y="14726"/>
                </a:lnTo>
                <a:moveTo>
                  <a:pt x="8403" y="55"/>
                </a:moveTo>
                <a:lnTo>
                  <a:pt x="9463" y="55"/>
                </a:lnTo>
                <a:lnTo>
                  <a:pt x="9463" y="1007"/>
                </a:lnTo>
                <a:lnTo>
                  <a:pt x="8403" y="1007"/>
                </a:lnTo>
                <a:lnTo>
                  <a:pt x="8403" y="55"/>
                </a:lnTo>
                <a:moveTo>
                  <a:pt x="8403" y="1076"/>
                </a:moveTo>
                <a:lnTo>
                  <a:pt x="9463" y="1076"/>
                </a:lnTo>
                <a:lnTo>
                  <a:pt x="9463" y="2082"/>
                </a:lnTo>
                <a:lnTo>
                  <a:pt x="8403" y="2082"/>
                </a:lnTo>
                <a:lnTo>
                  <a:pt x="8403" y="1076"/>
                </a:lnTo>
                <a:moveTo>
                  <a:pt x="8403" y="2150"/>
                </a:moveTo>
                <a:lnTo>
                  <a:pt x="9463" y="2150"/>
                </a:lnTo>
                <a:lnTo>
                  <a:pt x="9463" y="3104"/>
                </a:lnTo>
                <a:lnTo>
                  <a:pt x="8403" y="3104"/>
                </a:lnTo>
                <a:lnTo>
                  <a:pt x="8403" y="2150"/>
                </a:lnTo>
                <a:moveTo>
                  <a:pt x="8403" y="3172"/>
                </a:moveTo>
                <a:lnTo>
                  <a:pt x="9463" y="3172"/>
                </a:lnTo>
                <a:lnTo>
                  <a:pt x="9463" y="4178"/>
                </a:lnTo>
                <a:lnTo>
                  <a:pt x="8403" y="4178"/>
                </a:lnTo>
                <a:lnTo>
                  <a:pt x="8403" y="3172"/>
                </a:lnTo>
                <a:moveTo>
                  <a:pt x="8403" y="4247"/>
                </a:moveTo>
                <a:lnTo>
                  <a:pt x="9463" y="4247"/>
                </a:lnTo>
                <a:lnTo>
                  <a:pt x="9463" y="5200"/>
                </a:lnTo>
                <a:lnTo>
                  <a:pt x="8403" y="5200"/>
                </a:lnTo>
                <a:lnTo>
                  <a:pt x="8403" y="4247"/>
                </a:lnTo>
                <a:moveTo>
                  <a:pt x="8403" y="5268"/>
                </a:moveTo>
                <a:lnTo>
                  <a:pt x="9463" y="5268"/>
                </a:lnTo>
                <a:lnTo>
                  <a:pt x="9463" y="6274"/>
                </a:lnTo>
                <a:lnTo>
                  <a:pt x="8403" y="6274"/>
                </a:lnTo>
                <a:lnTo>
                  <a:pt x="8403" y="5268"/>
                </a:lnTo>
                <a:moveTo>
                  <a:pt x="8403" y="6342"/>
                </a:moveTo>
                <a:lnTo>
                  <a:pt x="9463" y="6342"/>
                </a:lnTo>
                <a:lnTo>
                  <a:pt x="9463" y="7296"/>
                </a:lnTo>
                <a:lnTo>
                  <a:pt x="8403" y="7296"/>
                </a:lnTo>
                <a:lnTo>
                  <a:pt x="8403" y="6342"/>
                </a:lnTo>
                <a:moveTo>
                  <a:pt x="8403" y="7364"/>
                </a:moveTo>
                <a:lnTo>
                  <a:pt x="9463" y="7364"/>
                </a:lnTo>
                <a:lnTo>
                  <a:pt x="9463" y="8369"/>
                </a:lnTo>
                <a:lnTo>
                  <a:pt x="8403" y="8369"/>
                </a:lnTo>
                <a:lnTo>
                  <a:pt x="8403" y="7364"/>
                </a:lnTo>
                <a:moveTo>
                  <a:pt x="8403" y="8438"/>
                </a:moveTo>
                <a:lnTo>
                  <a:pt x="9463" y="8438"/>
                </a:lnTo>
                <a:lnTo>
                  <a:pt x="9463" y="9391"/>
                </a:lnTo>
                <a:lnTo>
                  <a:pt x="8403" y="9391"/>
                </a:lnTo>
                <a:lnTo>
                  <a:pt x="8403" y="8438"/>
                </a:lnTo>
                <a:moveTo>
                  <a:pt x="8403" y="9459"/>
                </a:moveTo>
                <a:lnTo>
                  <a:pt x="9463" y="9459"/>
                </a:lnTo>
                <a:lnTo>
                  <a:pt x="9463" y="10465"/>
                </a:lnTo>
                <a:lnTo>
                  <a:pt x="8403" y="10465"/>
                </a:lnTo>
                <a:lnTo>
                  <a:pt x="8403" y="9459"/>
                </a:lnTo>
                <a:moveTo>
                  <a:pt x="8403" y="10533"/>
                </a:moveTo>
                <a:lnTo>
                  <a:pt x="9463" y="10533"/>
                </a:lnTo>
                <a:lnTo>
                  <a:pt x="9463" y="11487"/>
                </a:lnTo>
                <a:lnTo>
                  <a:pt x="8403" y="11487"/>
                </a:lnTo>
                <a:lnTo>
                  <a:pt x="8403" y="10533"/>
                </a:lnTo>
                <a:moveTo>
                  <a:pt x="8403" y="11556"/>
                </a:moveTo>
                <a:lnTo>
                  <a:pt x="9463" y="11556"/>
                </a:lnTo>
                <a:lnTo>
                  <a:pt x="9463" y="12561"/>
                </a:lnTo>
                <a:lnTo>
                  <a:pt x="8403" y="12561"/>
                </a:lnTo>
                <a:lnTo>
                  <a:pt x="8403" y="11556"/>
                </a:lnTo>
                <a:moveTo>
                  <a:pt x="8403" y="12630"/>
                </a:moveTo>
                <a:lnTo>
                  <a:pt x="9463" y="12630"/>
                </a:lnTo>
                <a:lnTo>
                  <a:pt x="9463" y="13583"/>
                </a:lnTo>
                <a:lnTo>
                  <a:pt x="8403" y="13583"/>
                </a:lnTo>
                <a:lnTo>
                  <a:pt x="8403" y="12630"/>
                </a:lnTo>
                <a:moveTo>
                  <a:pt x="8403" y="13651"/>
                </a:moveTo>
                <a:lnTo>
                  <a:pt x="9463" y="13651"/>
                </a:lnTo>
                <a:lnTo>
                  <a:pt x="9463" y="14657"/>
                </a:lnTo>
                <a:lnTo>
                  <a:pt x="8403" y="14657"/>
                </a:lnTo>
                <a:lnTo>
                  <a:pt x="8403" y="13651"/>
                </a:lnTo>
                <a:moveTo>
                  <a:pt x="8403" y="14726"/>
                </a:moveTo>
                <a:lnTo>
                  <a:pt x="9463" y="14726"/>
                </a:lnTo>
                <a:lnTo>
                  <a:pt x="9463" y="15680"/>
                </a:lnTo>
                <a:lnTo>
                  <a:pt x="8403" y="15680"/>
                </a:lnTo>
                <a:lnTo>
                  <a:pt x="8403" y="14726"/>
                </a:lnTo>
                <a:moveTo>
                  <a:pt x="7436" y="55"/>
                </a:moveTo>
                <a:lnTo>
                  <a:pt x="8335" y="55"/>
                </a:lnTo>
                <a:lnTo>
                  <a:pt x="8335" y="1007"/>
                </a:lnTo>
                <a:lnTo>
                  <a:pt x="7436" y="1007"/>
                </a:lnTo>
                <a:lnTo>
                  <a:pt x="7436" y="55"/>
                </a:lnTo>
                <a:moveTo>
                  <a:pt x="7436" y="1076"/>
                </a:moveTo>
                <a:lnTo>
                  <a:pt x="8335" y="1076"/>
                </a:lnTo>
                <a:lnTo>
                  <a:pt x="8335" y="2082"/>
                </a:lnTo>
                <a:lnTo>
                  <a:pt x="7436" y="2082"/>
                </a:lnTo>
                <a:lnTo>
                  <a:pt x="7436" y="1076"/>
                </a:lnTo>
                <a:moveTo>
                  <a:pt x="7436" y="2150"/>
                </a:moveTo>
                <a:lnTo>
                  <a:pt x="8335" y="2150"/>
                </a:lnTo>
                <a:lnTo>
                  <a:pt x="8335" y="3104"/>
                </a:lnTo>
                <a:lnTo>
                  <a:pt x="7436" y="3104"/>
                </a:lnTo>
                <a:lnTo>
                  <a:pt x="7436" y="2150"/>
                </a:lnTo>
                <a:moveTo>
                  <a:pt x="7436" y="3172"/>
                </a:moveTo>
                <a:lnTo>
                  <a:pt x="8335" y="3172"/>
                </a:lnTo>
                <a:lnTo>
                  <a:pt x="8335" y="4178"/>
                </a:lnTo>
                <a:lnTo>
                  <a:pt x="7436" y="4178"/>
                </a:lnTo>
                <a:lnTo>
                  <a:pt x="7436" y="3172"/>
                </a:lnTo>
                <a:moveTo>
                  <a:pt x="7436" y="4247"/>
                </a:moveTo>
                <a:lnTo>
                  <a:pt x="8335" y="4247"/>
                </a:lnTo>
                <a:lnTo>
                  <a:pt x="8335" y="5200"/>
                </a:lnTo>
                <a:lnTo>
                  <a:pt x="7436" y="5200"/>
                </a:lnTo>
                <a:lnTo>
                  <a:pt x="7436" y="4247"/>
                </a:lnTo>
                <a:moveTo>
                  <a:pt x="7436" y="5268"/>
                </a:moveTo>
                <a:lnTo>
                  <a:pt x="8335" y="5268"/>
                </a:lnTo>
                <a:lnTo>
                  <a:pt x="8335" y="6274"/>
                </a:lnTo>
                <a:lnTo>
                  <a:pt x="7436" y="6274"/>
                </a:lnTo>
                <a:lnTo>
                  <a:pt x="7436" y="5268"/>
                </a:lnTo>
                <a:moveTo>
                  <a:pt x="7436" y="6342"/>
                </a:moveTo>
                <a:lnTo>
                  <a:pt x="8335" y="6342"/>
                </a:lnTo>
                <a:lnTo>
                  <a:pt x="8335" y="7296"/>
                </a:lnTo>
                <a:lnTo>
                  <a:pt x="7436" y="7296"/>
                </a:lnTo>
                <a:lnTo>
                  <a:pt x="7436" y="6342"/>
                </a:lnTo>
                <a:moveTo>
                  <a:pt x="7436" y="7364"/>
                </a:moveTo>
                <a:lnTo>
                  <a:pt x="8335" y="7364"/>
                </a:lnTo>
                <a:lnTo>
                  <a:pt x="8335" y="8369"/>
                </a:lnTo>
                <a:lnTo>
                  <a:pt x="7436" y="8369"/>
                </a:lnTo>
                <a:lnTo>
                  <a:pt x="7436" y="7364"/>
                </a:lnTo>
                <a:moveTo>
                  <a:pt x="7436" y="8438"/>
                </a:moveTo>
                <a:lnTo>
                  <a:pt x="8335" y="8438"/>
                </a:lnTo>
                <a:lnTo>
                  <a:pt x="8335" y="9391"/>
                </a:lnTo>
                <a:lnTo>
                  <a:pt x="7436" y="9391"/>
                </a:lnTo>
                <a:lnTo>
                  <a:pt x="7436" y="8438"/>
                </a:lnTo>
                <a:moveTo>
                  <a:pt x="7436" y="9459"/>
                </a:moveTo>
                <a:lnTo>
                  <a:pt x="8335" y="9459"/>
                </a:lnTo>
                <a:lnTo>
                  <a:pt x="8335" y="10465"/>
                </a:lnTo>
                <a:lnTo>
                  <a:pt x="7436" y="10465"/>
                </a:lnTo>
                <a:lnTo>
                  <a:pt x="7436" y="9459"/>
                </a:lnTo>
                <a:moveTo>
                  <a:pt x="7436" y="10533"/>
                </a:moveTo>
                <a:lnTo>
                  <a:pt x="8335" y="10533"/>
                </a:lnTo>
                <a:lnTo>
                  <a:pt x="8335" y="11487"/>
                </a:lnTo>
                <a:lnTo>
                  <a:pt x="7436" y="11487"/>
                </a:lnTo>
                <a:lnTo>
                  <a:pt x="7436" y="10533"/>
                </a:lnTo>
                <a:moveTo>
                  <a:pt x="7436" y="11556"/>
                </a:moveTo>
                <a:lnTo>
                  <a:pt x="8335" y="11556"/>
                </a:lnTo>
                <a:lnTo>
                  <a:pt x="8335" y="12561"/>
                </a:lnTo>
                <a:lnTo>
                  <a:pt x="7436" y="12561"/>
                </a:lnTo>
                <a:lnTo>
                  <a:pt x="7436" y="11556"/>
                </a:lnTo>
                <a:moveTo>
                  <a:pt x="7436" y="12630"/>
                </a:moveTo>
                <a:lnTo>
                  <a:pt x="8335" y="12630"/>
                </a:lnTo>
                <a:lnTo>
                  <a:pt x="8335" y="13583"/>
                </a:lnTo>
                <a:lnTo>
                  <a:pt x="7436" y="13583"/>
                </a:lnTo>
                <a:lnTo>
                  <a:pt x="7436" y="12630"/>
                </a:lnTo>
                <a:moveTo>
                  <a:pt x="7436" y="13651"/>
                </a:moveTo>
                <a:lnTo>
                  <a:pt x="8335" y="13651"/>
                </a:lnTo>
                <a:lnTo>
                  <a:pt x="8335" y="14657"/>
                </a:lnTo>
                <a:lnTo>
                  <a:pt x="7436" y="14657"/>
                </a:lnTo>
                <a:lnTo>
                  <a:pt x="7436" y="13651"/>
                </a:lnTo>
                <a:moveTo>
                  <a:pt x="7436" y="14726"/>
                </a:moveTo>
                <a:lnTo>
                  <a:pt x="8335" y="14726"/>
                </a:lnTo>
                <a:lnTo>
                  <a:pt x="8335" y="15680"/>
                </a:lnTo>
                <a:lnTo>
                  <a:pt x="7436" y="15680"/>
                </a:lnTo>
                <a:lnTo>
                  <a:pt x="7436" y="14726"/>
                </a:lnTo>
                <a:moveTo>
                  <a:pt x="6308" y="55"/>
                </a:moveTo>
                <a:lnTo>
                  <a:pt x="7366" y="55"/>
                </a:lnTo>
                <a:lnTo>
                  <a:pt x="7366" y="1007"/>
                </a:lnTo>
                <a:lnTo>
                  <a:pt x="6308" y="1007"/>
                </a:lnTo>
                <a:lnTo>
                  <a:pt x="6308" y="55"/>
                </a:lnTo>
                <a:moveTo>
                  <a:pt x="6308" y="1076"/>
                </a:moveTo>
                <a:lnTo>
                  <a:pt x="7366" y="1076"/>
                </a:lnTo>
                <a:lnTo>
                  <a:pt x="7366" y="2082"/>
                </a:lnTo>
                <a:lnTo>
                  <a:pt x="6308" y="2082"/>
                </a:lnTo>
                <a:lnTo>
                  <a:pt x="6308" y="1076"/>
                </a:lnTo>
                <a:moveTo>
                  <a:pt x="6308" y="2150"/>
                </a:moveTo>
                <a:lnTo>
                  <a:pt x="7366" y="2150"/>
                </a:lnTo>
                <a:lnTo>
                  <a:pt x="7366" y="3104"/>
                </a:lnTo>
                <a:lnTo>
                  <a:pt x="6308" y="3104"/>
                </a:lnTo>
                <a:lnTo>
                  <a:pt x="6308" y="2150"/>
                </a:lnTo>
                <a:moveTo>
                  <a:pt x="6308" y="3172"/>
                </a:moveTo>
                <a:lnTo>
                  <a:pt x="7366" y="3172"/>
                </a:lnTo>
                <a:lnTo>
                  <a:pt x="7366" y="4178"/>
                </a:lnTo>
                <a:lnTo>
                  <a:pt x="6308" y="4178"/>
                </a:lnTo>
                <a:lnTo>
                  <a:pt x="6308" y="3172"/>
                </a:lnTo>
                <a:moveTo>
                  <a:pt x="6308" y="4247"/>
                </a:moveTo>
                <a:lnTo>
                  <a:pt x="7366" y="4247"/>
                </a:lnTo>
                <a:lnTo>
                  <a:pt x="7366" y="5200"/>
                </a:lnTo>
                <a:lnTo>
                  <a:pt x="6308" y="5200"/>
                </a:lnTo>
                <a:lnTo>
                  <a:pt x="6308" y="4247"/>
                </a:lnTo>
                <a:moveTo>
                  <a:pt x="6308" y="5268"/>
                </a:moveTo>
                <a:lnTo>
                  <a:pt x="7366" y="5268"/>
                </a:lnTo>
                <a:lnTo>
                  <a:pt x="7366" y="6274"/>
                </a:lnTo>
                <a:lnTo>
                  <a:pt x="6308" y="6274"/>
                </a:lnTo>
                <a:lnTo>
                  <a:pt x="6308" y="5268"/>
                </a:lnTo>
                <a:moveTo>
                  <a:pt x="6308" y="6342"/>
                </a:moveTo>
                <a:lnTo>
                  <a:pt x="7366" y="6342"/>
                </a:lnTo>
                <a:lnTo>
                  <a:pt x="7366" y="7296"/>
                </a:lnTo>
                <a:lnTo>
                  <a:pt x="6308" y="7296"/>
                </a:lnTo>
                <a:lnTo>
                  <a:pt x="6308" y="6342"/>
                </a:lnTo>
                <a:moveTo>
                  <a:pt x="6308" y="7364"/>
                </a:moveTo>
                <a:lnTo>
                  <a:pt x="7366" y="7364"/>
                </a:lnTo>
                <a:lnTo>
                  <a:pt x="7366" y="8369"/>
                </a:lnTo>
                <a:lnTo>
                  <a:pt x="6308" y="8369"/>
                </a:lnTo>
                <a:lnTo>
                  <a:pt x="6308" y="7364"/>
                </a:lnTo>
                <a:moveTo>
                  <a:pt x="6308" y="8438"/>
                </a:moveTo>
                <a:lnTo>
                  <a:pt x="7366" y="8438"/>
                </a:lnTo>
                <a:lnTo>
                  <a:pt x="7366" y="9391"/>
                </a:lnTo>
                <a:lnTo>
                  <a:pt x="6308" y="9391"/>
                </a:lnTo>
                <a:lnTo>
                  <a:pt x="6308" y="8438"/>
                </a:lnTo>
                <a:moveTo>
                  <a:pt x="6308" y="9459"/>
                </a:moveTo>
                <a:lnTo>
                  <a:pt x="7366" y="9459"/>
                </a:lnTo>
                <a:lnTo>
                  <a:pt x="7366" y="10465"/>
                </a:lnTo>
                <a:lnTo>
                  <a:pt x="6308" y="10465"/>
                </a:lnTo>
                <a:lnTo>
                  <a:pt x="6308" y="9459"/>
                </a:lnTo>
                <a:moveTo>
                  <a:pt x="6308" y="10533"/>
                </a:moveTo>
                <a:lnTo>
                  <a:pt x="7366" y="10533"/>
                </a:lnTo>
                <a:lnTo>
                  <a:pt x="7366" y="11487"/>
                </a:lnTo>
                <a:lnTo>
                  <a:pt x="6308" y="11487"/>
                </a:lnTo>
                <a:lnTo>
                  <a:pt x="6308" y="10533"/>
                </a:lnTo>
                <a:moveTo>
                  <a:pt x="6308" y="11556"/>
                </a:moveTo>
                <a:lnTo>
                  <a:pt x="7366" y="11556"/>
                </a:lnTo>
                <a:lnTo>
                  <a:pt x="7366" y="12561"/>
                </a:lnTo>
                <a:lnTo>
                  <a:pt x="6308" y="12561"/>
                </a:lnTo>
                <a:lnTo>
                  <a:pt x="6308" y="11556"/>
                </a:lnTo>
                <a:moveTo>
                  <a:pt x="6308" y="12630"/>
                </a:moveTo>
                <a:lnTo>
                  <a:pt x="7366" y="12630"/>
                </a:lnTo>
                <a:lnTo>
                  <a:pt x="7366" y="13583"/>
                </a:lnTo>
                <a:lnTo>
                  <a:pt x="6308" y="13583"/>
                </a:lnTo>
                <a:lnTo>
                  <a:pt x="6308" y="12630"/>
                </a:lnTo>
                <a:moveTo>
                  <a:pt x="6308" y="13651"/>
                </a:moveTo>
                <a:lnTo>
                  <a:pt x="7366" y="13651"/>
                </a:lnTo>
                <a:lnTo>
                  <a:pt x="7366" y="14657"/>
                </a:lnTo>
                <a:lnTo>
                  <a:pt x="6308" y="14657"/>
                </a:lnTo>
                <a:lnTo>
                  <a:pt x="6308" y="13651"/>
                </a:lnTo>
                <a:moveTo>
                  <a:pt x="6308" y="14726"/>
                </a:moveTo>
                <a:lnTo>
                  <a:pt x="7366" y="14726"/>
                </a:lnTo>
                <a:lnTo>
                  <a:pt x="7366" y="15680"/>
                </a:lnTo>
                <a:lnTo>
                  <a:pt x="6308" y="15680"/>
                </a:lnTo>
                <a:lnTo>
                  <a:pt x="6308" y="14726"/>
                </a:lnTo>
                <a:moveTo>
                  <a:pt x="5339" y="55"/>
                </a:moveTo>
                <a:lnTo>
                  <a:pt x="6238" y="55"/>
                </a:lnTo>
                <a:lnTo>
                  <a:pt x="6238" y="1007"/>
                </a:lnTo>
                <a:lnTo>
                  <a:pt x="5339" y="1007"/>
                </a:lnTo>
                <a:lnTo>
                  <a:pt x="5339" y="55"/>
                </a:lnTo>
                <a:moveTo>
                  <a:pt x="5339" y="1076"/>
                </a:moveTo>
                <a:lnTo>
                  <a:pt x="6238" y="1076"/>
                </a:lnTo>
                <a:lnTo>
                  <a:pt x="6238" y="2082"/>
                </a:lnTo>
                <a:lnTo>
                  <a:pt x="5339" y="2082"/>
                </a:lnTo>
                <a:lnTo>
                  <a:pt x="5339" y="1076"/>
                </a:lnTo>
                <a:moveTo>
                  <a:pt x="5339" y="2150"/>
                </a:moveTo>
                <a:lnTo>
                  <a:pt x="6238" y="2150"/>
                </a:lnTo>
                <a:lnTo>
                  <a:pt x="6238" y="3104"/>
                </a:lnTo>
                <a:lnTo>
                  <a:pt x="5339" y="3104"/>
                </a:lnTo>
                <a:lnTo>
                  <a:pt x="5339" y="2150"/>
                </a:lnTo>
                <a:moveTo>
                  <a:pt x="5339" y="3172"/>
                </a:moveTo>
                <a:lnTo>
                  <a:pt x="6238" y="3172"/>
                </a:lnTo>
                <a:lnTo>
                  <a:pt x="6238" y="4178"/>
                </a:lnTo>
                <a:lnTo>
                  <a:pt x="5339" y="4178"/>
                </a:lnTo>
                <a:lnTo>
                  <a:pt x="5339" y="3172"/>
                </a:lnTo>
                <a:moveTo>
                  <a:pt x="5339" y="4247"/>
                </a:moveTo>
                <a:lnTo>
                  <a:pt x="6238" y="4247"/>
                </a:lnTo>
                <a:lnTo>
                  <a:pt x="6238" y="5200"/>
                </a:lnTo>
                <a:lnTo>
                  <a:pt x="5339" y="5200"/>
                </a:lnTo>
                <a:lnTo>
                  <a:pt x="5339" y="4247"/>
                </a:lnTo>
                <a:moveTo>
                  <a:pt x="5339" y="5268"/>
                </a:moveTo>
                <a:lnTo>
                  <a:pt x="6238" y="5268"/>
                </a:lnTo>
                <a:lnTo>
                  <a:pt x="6238" y="6274"/>
                </a:lnTo>
                <a:lnTo>
                  <a:pt x="5339" y="6274"/>
                </a:lnTo>
                <a:lnTo>
                  <a:pt x="5339" y="5268"/>
                </a:lnTo>
                <a:moveTo>
                  <a:pt x="5339" y="6342"/>
                </a:moveTo>
                <a:lnTo>
                  <a:pt x="6238" y="6342"/>
                </a:lnTo>
                <a:lnTo>
                  <a:pt x="6238" y="7296"/>
                </a:lnTo>
                <a:lnTo>
                  <a:pt x="5339" y="7296"/>
                </a:lnTo>
                <a:lnTo>
                  <a:pt x="5339" y="6342"/>
                </a:lnTo>
                <a:moveTo>
                  <a:pt x="5339" y="7364"/>
                </a:moveTo>
                <a:lnTo>
                  <a:pt x="6238" y="7364"/>
                </a:lnTo>
                <a:lnTo>
                  <a:pt x="6238" y="8369"/>
                </a:lnTo>
                <a:lnTo>
                  <a:pt x="5339" y="8369"/>
                </a:lnTo>
                <a:lnTo>
                  <a:pt x="5339" y="7364"/>
                </a:lnTo>
                <a:moveTo>
                  <a:pt x="5339" y="8438"/>
                </a:moveTo>
                <a:lnTo>
                  <a:pt x="6238" y="8438"/>
                </a:lnTo>
                <a:lnTo>
                  <a:pt x="6238" y="9391"/>
                </a:lnTo>
                <a:lnTo>
                  <a:pt x="5339" y="9391"/>
                </a:lnTo>
                <a:lnTo>
                  <a:pt x="5339" y="8438"/>
                </a:lnTo>
                <a:moveTo>
                  <a:pt x="5339" y="9459"/>
                </a:moveTo>
                <a:lnTo>
                  <a:pt x="6238" y="9459"/>
                </a:lnTo>
                <a:lnTo>
                  <a:pt x="6238" y="10465"/>
                </a:lnTo>
                <a:lnTo>
                  <a:pt x="5339" y="10465"/>
                </a:lnTo>
                <a:lnTo>
                  <a:pt x="5339" y="9459"/>
                </a:lnTo>
                <a:moveTo>
                  <a:pt x="5339" y="10533"/>
                </a:moveTo>
                <a:lnTo>
                  <a:pt x="6238" y="10533"/>
                </a:lnTo>
                <a:lnTo>
                  <a:pt x="6238" y="11487"/>
                </a:lnTo>
                <a:lnTo>
                  <a:pt x="5339" y="11487"/>
                </a:lnTo>
                <a:lnTo>
                  <a:pt x="5339" y="10533"/>
                </a:lnTo>
                <a:moveTo>
                  <a:pt x="5339" y="11556"/>
                </a:moveTo>
                <a:lnTo>
                  <a:pt x="6238" y="11556"/>
                </a:lnTo>
                <a:lnTo>
                  <a:pt x="6238" y="12561"/>
                </a:lnTo>
                <a:lnTo>
                  <a:pt x="5339" y="12561"/>
                </a:lnTo>
                <a:lnTo>
                  <a:pt x="5339" y="11556"/>
                </a:lnTo>
                <a:moveTo>
                  <a:pt x="5339" y="12630"/>
                </a:moveTo>
                <a:lnTo>
                  <a:pt x="6238" y="12630"/>
                </a:lnTo>
                <a:lnTo>
                  <a:pt x="6238" y="13583"/>
                </a:lnTo>
                <a:lnTo>
                  <a:pt x="5339" y="13583"/>
                </a:lnTo>
                <a:lnTo>
                  <a:pt x="5339" y="12630"/>
                </a:lnTo>
                <a:moveTo>
                  <a:pt x="5339" y="13651"/>
                </a:moveTo>
                <a:lnTo>
                  <a:pt x="6238" y="13651"/>
                </a:lnTo>
                <a:lnTo>
                  <a:pt x="6238" y="14657"/>
                </a:lnTo>
                <a:lnTo>
                  <a:pt x="5339" y="14657"/>
                </a:lnTo>
                <a:lnTo>
                  <a:pt x="5339" y="13651"/>
                </a:lnTo>
                <a:moveTo>
                  <a:pt x="5339" y="14726"/>
                </a:moveTo>
                <a:lnTo>
                  <a:pt x="6238" y="14726"/>
                </a:lnTo>
                <a:lnTo>
                  <a:pt x="6238" y="15680"/>
                </a:lnTo>
                <a:lnTo>
                  <a:pt x="5339" y="15680"/>
                </a:lnTo>
                <a:lnTo>
                  <a:pt x="5339" y="14726"/>
                </a:lnTo>
                <a:moveTo>
                  <a:pt x="4211" y="55"/>
                </a:moveTo>
                <a:lnTo>
                  <a:pt x="5271" y="55"/>
                </a:lnTo>
                <a:lnTo>
                  <a:pt x="5271" y="1007"/>
                </a:lnTo>
                <a:lnTo>
                  <a:pt x="4211" y="1007"/>
                </a:lnTo>
                <a:lnTo>
                  <a:pt x="4211" y="55"/>
                </a:lnTo>
                <a:moveTo>
                  <a:pt x="4211" y="1076"/>
                </a:moveTo>
                <a:lnTo>
                  <a:pt x="5271" y="1076"/>
                </a:lnTo>
                <a:lnTo>
                  <a:pt x="5271" y="2082"/>
                </a:lnTo>
                <a:lnTo>
                  <a:pt x="4211" y="2082"/>
                </a:lnTo>
                <a:lnTo>
                  <a:pt x="4211" y="1076"/>
                </a:lnTo>
                <a:moveTo>
                  <a:pt x="4211" y="2150"/>
                </a:moveTo>
                <a:lnTo>
                  <a:pt x="5271" y="2150"/>
                </a:lnTo>
                <a:lnTo>
                  <a:pt x="5271" y="3104"/>
                </a:lnTo>
                <a:lnTo>
                  <a:pt x="4211" y="3104"/>
                </a:lnTo>
                <a:lnTo>
                  <a:pt x="4211" y="2150"/>
                </a:lnTo>
                <a:moveTo>
                  <a:pt x="4211" y="3172"/>
                </a:moveTo>
                <a:lnTo>
                  <a:pt x="5271" y="3172"/>
                </a:lnTo>
                <a:lnTo>
                  <a:pt x="5271" y="4178"/>
                </a:lnTo>
                <a:lnTo>
                  <a:pt x="4211" y="4178"/>
                </a:lnTo>
                <a:lnTo>
                  <a:pt x="4211" y="3172"/>
                </a:lnTo>
                <a:moveTo>
                  <a:pt x="4211" y="4247"/>
                </a:moveTo>
                <a:lnTo>
                  <a:pt x="5271" y="4247"/>
                </a:lnTo>
                <a:lnTo>
                  <a:pt x="5271" y="5200"/>
                </a:lnTo>
                <a:lnTo>
                  <a:pt x="4211" y="5200"/>
                </a:lnTo>
                <a:lnTo>
                  <a:pt x="4211" y="4247"/>
                </a:lnTo>
                <a:moveTo>
                  <a:pt x="4211" y="5268"/>
                </a:moveTo>
                <a:lnTo>
                  <a:pt x="5271" y="5268"/>
                </a:lnTo>
                <a:lnTo>
                  <a:pt x="5271" y="6274"/>
                </a:lnTo>
                <a:lnTo>
                  <a:pt x="4211" y="6274"/>
                </a:lnTo>
                <a:lnTo>
                  <a:pt x="4211" y="5268"/>
                </a:lnTo>
                <a:moveTo>
                  <a:pt x="4211" y="6342"/>
                </a:moveTo>
                <a:lnTo>
                  <a:pt x="5271" y="6342"/>
                </a:lnTo>
                <a:lnTo>
                  <a:pt x="5271" y="7296"/>
                </a:lnTo>
                <a:lnTo>
                  <a:pt x="4211" y="7296"/>
                </a:lnTo>
                <a:lnTo>
                  <a:pt x="4211" y="6342"/>
                </a:lnTo>
                <a:moveTo>
                  <a:pt x="4211" y="7364"/>
                </a:moveTo>
                <a:lnTo>
                  <a:pt x="5271" y="7364"/>
                </a:lnTo>
                <a:lnTo>
                  <a:pt x="5271" y="8369"/>
                </a:lnTo>
                <a:lnTo>
                  <a:pt x="4211" y="8369"/>
                </a:lnTo>
                <a:lnTo>
                  <a:pt x="4211" y="7364"/>
                </a:lnTo>
                <a:moveTo>
                  <a:pt x="4211" y="8438"/>
                </a:moveTo>
                <a:lnTo>
                  <a:pt x="5271" y="8438"/>
                </a:lnTo>
                <a:lnTo>
                  <a:pt x="5271" y="9391"/>
                </a:lnTo>
                <a:lnTo>
                  <a:pt x="4211" y="9391"/>
                </a:lnTo>
                <a:lnTo>
                  <a:pt x="4211" y="8438"/>
                </a:lnTo>
                <a:moveTo>
                  <a:pt x="4211" y="9459"/>
                </a:moveTo>
                <a:lnTo>
                  <a:pt x="5271" y="9459"/>
                </a:lnTo>
                <a:lnTo>
                  <a:pt x="5271" y="10465"/>
                </a:lnTo>
                <a:lnTo>
                  <a:pt x="4211" y="10465"/>
                </a:lnTo>
                <a:lnTo>
                  <a:pt x="4211" y="9459"/>
                </a:lnTo>
                <a:moveTo>
                  <a:pt x="4211" y="10533"/>
                </a:moveTo>
                <a:lnTo>
                  <a:pt x="5271" y="10533"/>
                </a:lnTo>
                <a:lnTo>
                  <a:pt x="5271" y="11487"/>
                </a:lnTo>
                <a:lnTo>
                  <a:pt x="4211" y="11487"/>
                </a:lnTo>
                <a:lnTo>
                  <a:pt x="4211" y="10533"/>
                </a:lnTo>
                <a:moveTo>
                  <a:pt x="4211" y="11556"/>
                </a:moveTo>
                <a:lnTo>
                  <a:pt x="5271" y="11556"/>
                </a:lnTo>
                <a:lnTo>
                  <a:pt x="5271" y="12561"/>
                </a:lnTo>
                <a:lnTo>
                  <a:pt x="4211" y="12561"/>
                </a:lnTo>
                <a:lnTo>
                  <a:pt x="4211" y="11556"/>
                </a:lnTo>
                <a:moveTo>
                  <a:pt x="4211" y="12630"/>
                </a:moveTo>
                <a:lnTo>
                  <a:pt x="5271" y="12630"/>
                </a:lnTo>
                <a:lnTo>
                  <a:pt x="5271" y="13583"/>
                </a:lnTo>
                <a:lnTo>
                  <a:pt x="4211" y="13583"/>
                </a:lnTo>
                <a:lnTo>
                  <a:pt x="4211" y="12630"/>
                </a:lnTo>
                <a:moveTo>
                  <a:pt x="4211" y="13651"/>
                </a:moveTo>
                <a:lnTo>
                  <a:pt x="5271" y="13651"/>
                </a:lnTo>
                <a:lnTo>
                  <a:pt x="5271" y="14657"/>
                </a:lnTo>
                <a:lnTo>
                  <a:pt x="4211" y="14657"/>
                </a:lnTo>
                <a:lnTo>
                  <a:pt x="4211" y="13651"/>
                </a:lnTo>
                <a:moveTo>
                  <a:pt x="4211" y="14726"/>
                </a:moveTo>
                <a:lnTo>
                  <a:pt x="5271" y="14726"/>
                </a:lnTo>
                <a:lnTo>
                  <a:pt x="5271" y="15680"/>
                </a:lnTo>
                <a:lnTo>
                  <a:pt x="4211" y="15680"/>
                </a:lnTo>
                <a:lnTo>
                  <a:pt x="4211" y="14726"/>
                </a:lnTo>
                <a:moveTo>
                  <a:pt x="3244" y="55"/>
                </a:moveTo>
                <a:lnTo>
                  <a:pt x="4143" y="55"/>
                </a:lnTo>
                <a:lnTo>
                  <a:pt x="4143" y="1007"/>
                </a:lnTo>
                <a:lnTo>
                  <a:pt x="3244" y="1007"/>
                </a:lnTo>
                <a:lnTo>
                  <a:pt x="3244" y="55"/>
                </a:lnTo>
                <a:moveTo>
                  <a:pt x="3244" y="1076"/>
                </a:moveTo>
                <a:lnTo>
                  <a:pt x="4143" y="1076"/>
                </a:lnTo>
                <a:lnTo>
                  <a:pt x="4143" y="2082"/>
                </a:lnTo>
                <a:lnTo>
                  <a:pt x="3244" y="2082"/>
                </a:lnTo>
                <a:lnTo>
                  <a:pt x="3244" y="1076"/>
                </a:lnTo>
                <a:moveTo>
                  <a:pt x="3244" y="2150"/>
                </a:moveTo>
                <a:lnTo>
                  <a:pt x="4143" y="2150"/>
                </a:lnTo>
                <a:lnTo>
                  <a:pt x="4143" y="3104"/>
                </a:lnTo>
                <a:lnTo>
                  <a:pt x="3244" y="3104"/>
                </a:lnTo>
                <a:lnTo>
                  <a:pt x="3244" y="2150"/>
                </a:lnTo>
                <a:moveTo>
                  <a:pt x="3244" y="3172"/>
                </a:moveTo>
                <a:lnTo>
                  <a:pt x="4143" y="3172"/>
                </a:lnTo>
                <a:lnTo>
                  <a:pt x="4143" y="4178"/>
                </a:lnTo>
                <a:lnTo>
                  <a:pt x="3244" y="4178"/>
                </a:lnTo>
                <a:lnTo>
                  <a:pt x="3244" y="3172"/>
                </a:lnTo>
                <a:moveTo>
                  <a:pt x="3244" y="4247"/>
                </a:moveTo>
                <a:lnTo>
                  <a:pt x="4143" y="4247"/>
                </a:lnTo>
                <a:lnTo>
                  <a:pt x="4143" y="5200"/>
                </a:lnTo>
                <a:lnTo>
                  <a:pt x="3244" y="5200"/>
                </a:lnTo>
                <a:lnTo>
                  <a:pt x="3244" y="4247"/>
                </a:lnTo>
                <a:moveTo>
                  <a:pt x="3244" y="5268"/>
                </a:moveTo>
                <a:lnTo>
                  <a:pt x="4143" y="5268"/>
                </a:lnTo>
                <a:lnTo>
                  <a:pt x="4143" y="6274"/>
                </a:lnTo>
                <a:lnTo>
                  <a:pt x="3244" y="6274"/>
                </a:lnTo>
                <a:lnTo>
                  <a:pt x="3244" y="5268"/>
                </a:lnTo>
                <a:moveTo>
                  <a:pt x="3244" y="6342"/>
                </a:moveTo>
                <a:lnTo>
                  <a:pt x="4143" y="6342"/>
                </a:lnTo>
                <a:lnTo>
                  <a:pt x="4143" y="7296"/>
                </a:lnTo>
                <a:lnTo>
                  <a:pt x="3244" y="7296"/>
                </a:lnTo>
                <a:lnTo>
                  <a:pt x="3244" y="6342"/>
                </a:lnTo>
                <a:moveTo>
                  <a:pt x="3244" y="7364"/>
                </a:moveTo>
                <a:lnTo>
                  <a:pt x="4143" y="7364"/>
                </a:lnTo>
                <a:lnTo>
                  <a:pt x="4143" y="8369"/>
                </a:lnTo>
                <a:lnTo>
                  <a:pt x="3244" y="8369"/>
                </a:lnTo>
                <a:lnTo>
                  <a:pt x="3244" y="7364"/>
                </a:lnTo>
                <a:moveTo>
                  <a:pt x="3244" y="8438"/>
                </a:moveTo>
                <a:lnTo>
                  <a:pt x="4143" y="8438"/>
                </a:lnTo>
                <a:lnTo>
                  <a:pt x="4143" y="9391"/>
                </a:lnTo>
                <a:lnTo>
                  <a:pt x="3244" y="9391"/>
                </a:lnTo>
                <a:lnTo>
                  <a:pt x="3244" y="8438"/>
                </a:lnTo>
                <a:moveTo>
                  <a:pt x="3244" y="9459"/>
                </a:moveTo>
                <a:lnTo>
                  <a:pt x="4143" y="9459"/>
                </a:lnTo>
                <a:lnTo>
                  <a:pt x="4143" y="10465"/>
                </a:lnTo>
                <a:lnTo>
                  <a:pt x="3244" y="10465"/>
                </a:lnTo>
                <a:lnTo>
                  <a:pt x="3244" y="9459"/>
                </a:lnTo>
                <a:moveTo>
                  <a:pt x="3244" y="10533"/>
                </a:moveTo>
                <a:lnTo>
                  <a:pt x="4143" y="10533"/>
                </a:lnTo>
                <a:lnTo>
                  <a:pt x="4143" y="11487"/>
                </a:lnTo>
                <a:lnTo>
                  <a:pt x="3244" y="11487"/>
                </a:lnTo>
                <a:lnTo>
                  <a:pt x="3244" y="10533"/>
                </a:lnTo>
                <a:moveTo>
                  <a:pt x="3244" y="11556"/>
                </a:moveTo>
                <a:lnTo>
                  <a:pt x="4143" y="11556"/>
                </a:lnTo>
                <a:lnTo>
                  <a:pt x="4143" y="12561"/>
                </a:lnTo>
                <a:lnTo>
                  <a:pt x="3244" y="12561"/>
                </a:lnTo>
                <a:lnTo>
                  <a:pt x="3244" y="11556"/>
                </a:lnTo>
                <a:moveTo>
                  <a:pt x="3244" y="12630"/>
                </a:moveTo>
                <a:lnTo>
                  <a:pt x="4143" y="12630"/>
                </a:lnTo>
                <a:lnTo>
                  <a:pt x="4143" y="13583"/>
                </a:lnTo>
                <a:lnTo>
                  <a:pt x="3244" y="13583"/>
                </a:lnTo>
                <a:lnTo>
                  <a:pt x="3244" y="12630"/>
                </a:lnTo>
                <a:moveTo>
                  <a:pt x="3244" y="13651"/>
                </a:moveTo>
                <a:lnTo>
                  <a:pt x="4143" y="13651"/>
                </a:lnTo>
                <a:lnTo>
                  <a:pt x="4143" y="14657"/>
                </a:lnTo>
                <a:lnTo>
                  <a:pt x="3244" y="14657"/>
                </a:lnTo>
                <a:lnTo>
                  <a:pt x="3244" y="13651"/>
                </a:lnTo>
                <a:moveTo>
                  <a:pt x="3244" y="14726"/>
                </a:moveTo>
                <a:lnTo>
                  <a:pt x="4143" y="14726"/>
                </a:lnTo>
                <a:lnTo>
                  <a:pt x="4143" y="15680"/>
                </a:lnTo>
                <a:lnTo>
                  <a:pt x="3244" y="15680"/>
                </a:lnTo>
                <a:lnTo>
                  <a:pt x="3244" y="14726"/>
                </a:lnTo>
                <a:moveTo>
                  <a:pt x="2115" y="55"/>
                </a:moveTo>
                <a:lnTo>
                  <a:pt x="3174" y="55"/>
                </a:lnTo>
                <a:lnTo>
                  <a:pt x="3174" y="1007"/>
                </a:lnTo>
                <a:lnTo>
                  <a:pt x="2115" y="1007"/>
                </a:lnTo>
                <a:lnTo>
                  <a:pt x="2115" y="55"/>
                </a:lnTo>
                <a:moveTo>
                  <a:pt x="2115" y="1076"/>
                </a:moveTo>
                <a:lnTo>
                  <a:pt x="3174" y="1076"/>
                </a:lnTo>
                <a:lnTo>
                  <a:pt x="3174" y="2082"/>
                </a:lnTo>
                <a:lnTo>
                  <a:pt x="2115" y="2082"/>
                </a:lnTo>
                <a:lnTo>
                  <a:pt x="2115" y="1076"/>
                </a:lnTo>
                <a:moveTo>
                  <a:pt x="2115" y="2150"/>
                </a:moveTo>
                <a:lnTo>
                  <a:pt x="3174" y="2150"/>
                </a:lnTo>
                <a:lnTo>
                  <a:pt x="3174" y="3104"/>
                </a:lnTo>
                <a:lnTo>
                  <a:pt x="2115" y="3104"/>
                </a:lnTo>
                <a:lnTo>
                  <a:pt x="2115" y="2150"/>
                </a:lnTo>
                <a:moveTo>
                  <a:pt x="2115" y="3172"/>
                </a:moveTo>
                <a:lnTo>
                  <a:pt x="3174" y="3172"/>
                </a:lnTo>
                <a:lnTo>
                  <a:pt x="3174" y="4178"/>
                </a:lnTo>
                <a:lnTo>
                  <a:pt x="2115" y="4178"/>
                </a:lnTo>
                <a:lnTo>
                  <a:pt x="2115" y="3172"/>
                </a:lnTo>
                <a:moveTo>
                  <a:pt x="2115" y="4247"/>
                </a:moveTo>
                <a:lnTo>
                  <a:pt x="3174" y="4247"/>
                </a:lnTo>
                <a:lnTo>
                  <a:pt x="3174" y="5200"/>
                </a:lnTo>
                <a:lnTo>
                  <a:pt x="2115" y="5200"/>
                </a:lnTo>
                <a:lnTo>
                  <a:pt x="2115" y="4247"/>
                </a:lnTo>
                <a:moveTo>
                  <a:pt x="2115" y="5268"/>
                </a:moveTo>
                <a:lnTo>
                  <a:pt x="3174" y="5268"/>
                </a:lnTo>
                <a:lnTo>
                  <a:pt x="3174" y="6274"/>
                </a:lnTo>
                <a:lnTo>
                  <a:pt x="2115" y="6274"/>
                </a:lnTo>
                <a:lnTo>
                  <a:pt x="2115" y="5268"/>
                </a:lnTo>
                <a:moveTo>
                  <a:pt x="2115" y="6342"/>
                </a:moveTo>
                <a:lnTo>
                  <a:pt x="3174" y="6342"/>
                </a:lnTo>
                <a:lnTo>
                  <a:pt x="3174" y="7296"/>
                </a:lnTo>
                <a:lnTo>
                  <a:pt x="2115" y="7296"/>
                </a:lnTo>
                <a:lnTo>
                  <a:pt x="2115" y="6342"/>
                </a:lnTo>
                <a:moveTo>
                  <a:pt x="2115" y="7364"/>
                </a:moveTo>
                <a:lnTo>
                  <a:pt x="3174" y="7364"/>
                </a:lnTo>
                <a:lnTo>
                  <a:pt x="3174" y="8369"/>
                </a:lnTo>
                <a:lnTo>
                  <a:pt x="2115" y="8369"/>
                </a:lnTo>
                <a:lnTo>
                  <a:pt x="2115" y="7364"/>
                </a:lnTo>
                <a:moveTo>
                  <a:pt x="2115" y="8438"/>
                </a:moveTo>
                <a:lnTo>
                  <a:pt x="3174" y="8438"/>
                </a:lnTo>
                <a:lnTo>
                  <a:pt x="3174" y="9391"/>
                </a:lnTo>
                <a:lnTo>
                  <a:pt x="2115" y="9391"/>
                </a:lnTo>
                <a:lnTo>
                  <a:pt x="2115" y="8438"/>
                </a:lnTo>
                <a:moveTo>
                  <a:pt x="2115" y="9459"/>
                </a:moveTo>
                <a:lnTo>
                  <a:pt x="3174" y="9459"/>
                </a:lnTo>
                <a:lnTo>
                  <a:pt x="3174" y="10465"/>
                </a:lnTo>
                <a:lnTo>
                  <a:pt x="2115" y="10465"/>
                </a:lnTo>
                <a:lnTo>
                  <a:pt x="2115" y="9459"/>
                </a:lnTo>
                <a:moveTo>
                  <a:pt x="2115" y="10533"/>
                </a:moveTo>
                <a:lnTo>
                  <a:pt x="3174" y="10533"/>
                </a:lnTo>
                <a:lnTo>
                  <a:pt x="3174" y="11487"/>
                </a:lnTo>
                <a:lnTo>
                  <a:pt x="2115" y="11487"/>
                </a:lnTo>
                <a:lnTo>
                  <a:pt x="2115" y="10533"/>
                </a:lnTo>
                <a:moveTo>
                  <a:pt x="2115" y="11556"/>
                </a:moveTo>
                <a:lnTo>
                  <a:pt x="3174" y="11556"/>
                </a:lnTo>
                <a:lnTo>
                  <a:pt x="3174" y="12561"/>
                </a:lnTo>
                <a:lnTo>
                  <a:pt x="2115" y="12561"/>
                </a:lnTo>
                <a:lnTo>
                  <a:pt x="2115" y="11556"/>
                </a:lnTo>
                <a:moveTo>
                  <a:pt x="2115" y="12630"/>
                </a:moveTo>
                <a:lnTo>
                  <a:pt x="3174" y="12630"/>
                </a:lnTo>
                <a:lnTo>
                  <a:pt x="3174" y="13583"/>
                </a:lnTo>
                <a:lnTo>
                  <a:pt x="2115" y="13583"/>
                </a:lnTo>
                <a:lnTo>
                  <a:pt x="2115" y="12630"/>
                </a:lnTo>
                <a:moveTo>
                  <a:pt x="2115" y="13651"/>
                </a:moveTo>
                <a:lnTo>
                  <a:pt x="3174" y="13651"/>
                </a:lnTo>
                <a:lnTo>
                  <a:pt x="3174" y="14657"/>
                </a:lnTo>
                <a:lnTo>
                  <a:pt x="2115" y="14657"/>
                </a:lnTo>
                <a:lnTo>
                  <a:pt x="2115" y="13651"/>
                </a:lnTo>
                <a:moveTo>
                  <a:pt x="2115" y="14726"/>
                </a:moveTo>
                <a:lnTo>
                  <a:pt x="3174" y="14726"/>
                </a:lnTo>
                <a:lnTo>
                  <a:pt x="3174" y="15680"/>
                </a:lnTo>
                <a:lnTo>
                  <a:pt x="2115" y="15680"/>
                </a:lnTo>
                <a:lnTo>
                  <a:pt x="2115" y="14726"/>
                </a:lnTo>
                <a:moveTo>
                  <a:pt x="1147" y="55"/>
                </a:moveTo>
                <a:lnTo>
                  <a:pt x="2046" y="55"/>
                </a:lnTo>
                <a:lnTo>
                  <a:pt x="2046" y="1007"/>
                </a:lnTo>
                <a:lnTo>
                  <a:pt x="1147" y="1007"/>
                </a:lnTo>
                <a:lnTo>
                  <a:pt x="1147" y="55"/>
                </a:lnTo>
                <a:moveTo>
                  <a:pt x="1147" y="1076"/>
                </a:moveTo>
                <a:lnTo>
                  <a:pt x="2046" y="1076"/>
                </a:lnTo>
                <a:lnTo>
                  <a:pt x="2046" y="2082"/>
                </a:lnTo>
                <a:lnTo>
                  <a:pt x="1147" y="2082"/>
                </a:lnTo>
                <a:lnTo>
                  <a:pt x="1147" y="1076"/>
                </a:lnTo>
                <a:moveTo>
                  <a:pt x="1147" y="2150"/>
                </a:moveTo>
                <a:lnTo>
                  <a:pt x="2046" y="2150"/>
                </a:lnTo>
                <a:lnTo>
                  <a:pt x="2046" y="3104"/>
                </a:lnTo>
                <a:lnTo>
                  <a:pt x="1147" y="3104"/>
                </a:lnTo>
                <a:lnTo>
                  <a:pt x="1147" y="2150"/>
                </a:lnTo>
                <a:moveTo>
                  <a:pt x="1147" y="3172"/>
                </a:moveTo>
                <a:lnTo>
                  <a:pt x="2046" y="3172"/>
                </a:lnTo>
                <a:lnTo>
                  <a:pt x="2046" y="4178"/>
                </a:lnTo>
                <a:lnTo>
                  <a:pt x="1147" y="4178"/>
                </a:lnTo>
                <a:lnTo>
                  <a:pt x="1147" y="3172"/>
                </a:lnTo>
                <a:moveTo>
                  <a:pt x="1147" y="4247"/>
                </a:moveTo>
                <a:lnTo>
                  <a:pt x="2046" y="4247"/>
                </a:lnTo>
                <a:lnTo>
                  <a:pt x="2046" y="5200"/>
                </a:lnTo>
                <a:lnTo>
                  <a:pt x="1147" y="5200"/>
                </a:lnTo>
                <a:lnTo>
                  <a:pt x="1147" y="4247"/>
                </a:lnTo>
                <a:moveTo>
                  <a:pt x="1147" y="5268"/>
                </a:moveTo>
                <a:lnTo>
                  <a:pt x="2046" y="5268"/>
                </a:lnTo>
                <a:lnTo>
                  <a:pt x="2046" y="6274"/>
                </a:lnTo>
                <a:lnTo>
                  <a:pt x="1147" y="6274"/>
                </a:lnTo>
                <a:lnTo>
                  <a:pt x="1147" y="5268"/>
                </a:lnTo>
                <a:moveTo>
                  <a:pt x="1147" y="6342"/>
                </a:moveTo>
                <a:lnTo>
                  <a:pt x="2046" y="6342"/>
                </a:lnTo>
                <a:lnTo>
                  <a:pt x="2046" y="7296"/>
                </a:lnTo>
                <a:lnTo>
                  <a:pt x="1147" y="7296"/>
                </a:lnTo>
                <a:lnTo>
                  <a:pt x="1147" y="6342"/>
                </a:lnTo>
                <a:moveTo>
                  <a:pt x="1147" y="7364"/>
                </a:moveTo>
                <a:lnTo>
                  <a:pt x="2046" y="7364"/>
                </a:lnTo>
                <a:lnTo>
                  <a:pt x="2046" y="8369"/>
                </a:lnTo>
                <a:lnTo>
                  <a:pt x="1147" y="8369"/>
                </a:lnTo>
                <a:lnTo>
                  <a:pt x="1147" y="7364"/>
                </a:lnTo>
                <a:moveTo>
                  <a:pt x="1147" y="8438"/>
                </a:moveTo>
                <a:lnTo>
                  <a:pt x="2046" y="8438"/>
                </a:lnTo>
                <a:lnTo>
                  <a:pt x="2046" y="9391"/>
                </a:lnTo>
                <a:lnTo>
                  <a:pt x="1147" y="9391"/>
                </a:lnTo>
                <a:lnTo>
                  <a:pt x="1147" y="8438"/>
                </a:lnTo>
                <a:moveTo>
                  <a:pt x="1147" y="9459"/>
                </a:moveTo>
                <a:lnTo>
                  <a:pt x="2046" y="9459"/>
                </a:lnTo>
                <a:lnTo>
                  <a:pt x="2046" y="10465"/>
                </a:lnTo>
                <a:lnTo>
                  <a:pt x="1147" y="10465"/>
                </a:lnTo>
                <a:lnTo>
                  <a:pt x="1147" y="9459"/>
                </a:lnTo>
                <a:moveTo>
                  <a:pt x="1147" y="10533"/>
                </a:moveTo>
                <a:lnTo>
                  <a:pt x="2046" y="10533"/>
                </a:lnTo>
                <a:lnTo>
                  <a:pt x="2046" y="11487"/>
                </a:lnTo>
                <a:lnTo>
                  <a:pt x="1147" y="11487"/>
                </a:lnTo>
                <a:lnTo>
                  <a:pt x="1147" y="10533"/>
                </a:lnTo>
                <a:moveTo>
                  <a:pt x="1147" y="11556"/>
                </a:moveTo>
                <a:lnTo>
                  <a:pt x="2046" y="11556"/>
                </a:lnTo>
                <a:lnTo>
                  <a:pt x="2046" y="12561"/>
                </a:lnTo>
                <a:lnTo>
                  <a:pt x="1147" y="12561"/>
                </a:lnTo>
                <a:lnTo>
                  <a:pt x="1147" y="11556"/>
                </a:lnTo>
                <a:moveTo>
                  <a:pt x="1147" y="12630"/>
                </a:moveTo>
                <a:lnTo>
                  <a:pt x="2046" y="12630"/>
                </a:lnTo>
                <a:lnTo>
                  <a:pt x="2046" y="13583"/>
                </a:lnTo>
                <a:lnTo>
                  <a:pt x="1147" y="13583"/>
                </a:lnTo>
                <a:lnTo>
                  <a:pt x="1147" y="12630"/>
                </a:lnTo>
                <a:moveTo>
                  <a:pt x="1147" y="13651"/>
                </a:moveTo>
                <a:lnTo>
                  <a:pt x="2046" y="13651"/>
                </a:lnTo>
                <a:lnTo>
                  <a:pt x="2046" y="14657"/>
                </a:lnTo>
                <a:lnTo>
                  <a:pt x="1147" y="14657"/>
                </a:lnTo>
                <a:lnTo>
                  <a:pt x="1147" y="13651"/>
                </a:lnTo>
                <a:moveTo>
                  <a:pt x="1147" y="14726"/>
                </a:moveTo>
                <a:lnTo>
                  <a:pt x="2046" y="14726"/>
                </a:lnTo>
                <a:lnTo>
                  <a:pt x="2046" y="15680"/>
                </a:lnTo>
                <a:lnTo>
                  <a:pt x="1147" y="15680"/>
                </a:lnTo>
                <a:lnTo>
                  <a:pt x="1147" y="14726"/>
                </a:lnTo>
                <a:moveTo>
                  <a:pt x="19" y="55"/>
                </a:moveTo>
                <a:lnTo>
                  <a:pt x="1079" y="55"/>
                </a:lnTo>
                <a:lnTo>
                  <a:pt x="1079" y="1007"/>
                </a:lnTo>
                <a:lnTo>
                  <a:pt x="19" y="1007"/>
                </a:lnTo>
                <a:lnTo>
                  <a:pt x="19" y="55"/>
                </a:lnTo>
                <a:moveTo>
                  <a:pt x="19" y="1076"/>
                </a:moveTo>
                <a:lnTo>
                  <a:pt x="1079" y="1076"/>
                </a:lnTo>
                <a:lnTo>
                  <a:pt x="1079" y="2082"/>
                </a:lnTo>
                <a:lnTo>
                  <a:pt x="19" y="2082"/>
                </a:lnTo>
                <a:lnTo>
                  <a:pt x="19" y="1076"/>
                </a:lnTo>
                <a:moveTo>
                  <a:pt x="19" y="2150"/>
                </a:moveTo>
                <a:lnTo>
                  <a:pt x="1079" y="2150"/>
                </a:lnTo>
                <a:lnTo>
                  <a:pt x="1079" y="3104"/>
                </a:lnTo>
                <a:lnTo>
                  <a:pt x="19" y="3104"/>
                </a:lnTo>
                <a:lnTo>
                  <a:pt x="19" y="2150"/>
                </a:lnTo>
                <a:moveTo>
                  <a:pt x="19" y="3172"/>
                </a:moveTo>
                <a:lnTo>
                  <a:pt x="1079" y="3172"/>
                </a:lnTo>
                <a:lnTo>
                  <a:pt x="1079" y="4178"/>
                </a:lnTo>
                <a:lnTo>
                  <a:pt x="19" y="4178"/>
                </a:lnTo>
                <a:lnTo>
                  <a:pt x="19" y="3172"/>
                </a:lnTo>
                <a:moveTo>
                  <a:pt x="19" y="4247"/>
                </a:moveTo>
                <a:lnTo>
                  <a:pt x="1079" y="4247"/>
                </a:lnTo>
                <a:lnTo>
                  <a:pt x="1079" y="5200"/>
                </a:lnTo>
                <a:lnTo>
                  <a:pt x="19" y="5200"/>
                </a:lnTo>
                <a:lnTo>
                  <a:pt x="19" y="4247"/>
                </a:lnTo>
                <a:moveTo>
                  <a:pt x="19" y="5268"/>
                </a:moveTo>
                <a:lnTo>
                  <a:pt x="1079" y="5268"/>
                </a:lnTo>
                <a:lnTo>
                  <a:pt x="1079" y="6274"/>
                </a:lnTo>
                <a:lnTo>
                  <a:pt x="19" y="6274"/>
                </a:lnTo>
                <a:lnTo>
                  <a:pt x="19" y="5268"/>
                </a:lnTo>
                <a:moveTo>
                  <a:pt x="19" y="6342"/>
                </a:moveTo>
                <a:lnTo>
                  <a:pt x="1079" y="6342"/>
                </a:lnTo>
                <a:lnTo>
                  <a:pt x="1079" y="7296"/>
                </a:lnTo>
                <a:lnTo>
                  <a:pt x="19" y="7296"/>
                </a:lnTo>
                <a:lnTo>
                  <a:pt x="19" y="6342"/>
                </a:lnTo>
                <a:moveTo>
                  <a:pt x="19" y="7364"/>
                </a:moveTo>
                <a:lnTo>
                  <a:pt x="1079" y="7364"/>
                </a:lnTo>
                <a:lnTo>
                  <a:pt x="1079" y="8369"/>
                </a:lnTo>
                <a:lnTo>
                  <a:pt x="19" y="8369"/>
                </a:lnTo>
                <a:lnTo>
                  <a:pt x="19" y="7364"/>
                </a:lnTo>
                <a:moveTo>
                  <a:pt x="19" y="8438"/>
                </a:moveTo>
                <a:lnTo>
                  <a:pt x="1079" y="8438"/>
                </a:lnTo>
                <a:lnTo>
                  <a:pt x="1079" y="9391"/>
                </a:lnTo>
                <a:lnTo>
                  <a:pt x="19" y="9391"/>
                </a:lnTo>
                <a:lnTo>
                  <a:pt x="19" y="8438"/>
                </a:lnTo>
                <a:moveTo>
                  <a:pt x="19" y="9459"/>
                </a:moveTo>
                <a:lnTo>
                  <a:pt x="1079" y="9459"/>
                </a:lnTo>
                <a:lnTo>
                  <a:pt x="1079" y="10465"/>
                </a:lnTo>
                <a:lnTo>
                  <a:pt x="19" y="10465"/>
                </a:lnTo>
                <a:lnTo>
                  <a:pt x="19" y="9459"/>
                </a:lnTo>
                <a:moveTo>
                  <a:pt x="19" y="10533"/>
                </a:moveTo>
                <a:lnTo>
                  <a:pt x="1079" y="10533"/>
                </a:lnTo>
                <a:lnTo>
                  <a:pt x="1079" y="11487"/>
                </a:lnTo>
                <a:lnTo>
                  <a:pt x="19" y="11487"/>
                </a:lnTo>
                <a:lnTo>
                  <a:pt x="19" y="10533"/>
                </a:lnTo>
                <a:moveTo>
                  <a:pt x="19" y="11556"/>
                </a:moveTo>
                <a:lnTo>
                  <a:pt x="1079" y="11556"/>
                </a:lnTo>
                <a:lnTo>
                  <a:pt x="1079" y="12561"/>
                </a:lnTo>
                <a:lnTo>
                  <a:pt x="19" y="12561"/>
                </a:lnTo>
                <a:lnTo>
                  <a:pt x="19" y="11556"/>
                </a:lnTo>
                <a:moveTo>
                  <a:pt x="19" y="12630"/>
                </a:moveTo>
                <a:lnTo>
                  <a:pt x="1079" y="12630"/>
                </a:lnTo>
                <a:lnTo>
                  <a:pt x="1079" y="13583"/>
                </a:lnTo>
                <a:lnTo>
                  <a:pt x="19" y="13583"/>
                </a:lnTo>
                <a:lnTo>
                  <a:pt x="19" y="12630"/>
                </a:lnTo>
                <a:moveTo>
                  <a:pt x="19" y="13651"/>
                </a:moveTo>
                <a:lnTo>
                  <a:pt x="1079" y="13651"/>
                </a:lnTo>
                <a:lnTo>
                  <a:pt x="1079" y="14657"/>
                </a:lnTo>
                <a:lnTo>
                  <a:pt x="19" y="14657"/>
                </a:lnTo>
                <a:lnTo>
                  <a:pt x="19" y="13651"/>
                </a:lnTo>
                <a:moveTo>
                  <a:pt x="19" y="14726"/>
                </a:moveTo>
                <a:lnTo>
                  <a:pt x="1079" y="14726"/>
                </a:lnTo>
                <a:lnTo>
                  <a:pt x="1079" y="15680"/>
                </a:lnTo>
                <a:lnTo>
                  <a:pt x="19" y="15680"/>
                </a:lnTo>
                <a:lnTo>
                  <a:pt x="19" y="14726"/>
                </a:lnTo>
              </a:path>
            </a:pathLst>
          </a:custGeom>
          <a:solidFill>
            <a:schemeClr val="dk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57" name="Google Shape;1357;p16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9pPr>
          </a:lstStyle>
          <a:p>
            <a:endParaRPr/>
          </a:p>
        </p:txBody>
      </p:sp>
      <p:grpSp>
        <p:nvGrpSpPr>
          <p:cNvPr id="1358" name="Google Shape;1358;p16"/>
          <p:cNvGrpSpPr/>
          <p:nvPr/>
        </p:nvGrpSpPr>
        <p:grpSpPr>
          <a:xfrm>
            <a:off x="-846151" y="-548249"/>
            <a:ext cx="13183250" cy="5861398"/>
            <a:chOff x="-846151" y="-548249"/>
            <a:chExt cx="13183250" cy="5861398"/>
          </a:xfrm>
        </p:grpSpPr>
        <p:grpSp>
          <p:nvGrpSpPr>
            <p:cNvPr id="1359" name="Google Shape;1359;p16"/>
            <p:cNvGrpSpPr/>
            <p:nvPr/>
          </p:nvGrpSpPr>
          <p:grpSpPr>
            <a:xfrm>
              <a:off x="-846151" y="4367523"/>
              <a:ext cx="1352996" cy="945625"/>
              <a:chOff x="2379960" y="470880"/>
              <a:chExt cx="628920" cy="439560"/>
            </a:xfrm>
          </p:grpSpPr>
          <p:sp>
            <p:nvSpPr>
              <p:cNvPr id="1360" name="Google Shape;1360;p16"/>
              <p:cNvSpPr/>
              <p:nvPr/>
            </p:nvSpPr>
            <p:spPr>
              <a:xfrm>
                <a:off x="2415600" y="493920"/>
                <a:ext cx="28800" cy="68400"/>
              </a:xfrm>
              <a:custGeom>
                <a:avLst/>
                <a:gdLst/>
                <a:ahLst/>
                <a:cxnLst/>
                <a:rect l="l" t="t" r="r" b="b"/>
                <a:pathLst>
                  <a:path w="80" h="190" extrusionOk="0">
                    <a:moveTo>
                      <a:pt x="58" y="181"/>
                    </a:moveTo>
                    <a:cubicBezTo>
                      <a:pt x="55" y="171"/>
                      <a:pt x="52" y="161"/>
                      <a:pt x="49" y="150"/>
                    </a:cubicBezTo>
                    <a:cubicBezTo>
                      <a:pt x="47" y="142"/>
                      <a:pt x="44" y="133"/>
                      <a:pt x="41" y="125"/>
                    </a:cubicBezTo>
                    <a:cubicBezTo>
                      <a:pt x="38" y="117"/>
                      <a:pt x="35" y="109"/>
                      <a:pt x="32" y="101"/>
                    </a:cubicBezTo>
                    <a:cubicBezTo>
                      <a:pt x="28" y="92"/>
                      <a:pt x="24" y="83"/>
                      <a:pt x="21" y="74"/>
                    </a:cubicBezTo>
                    <a:cubicBezTo>
                      <a:pt x="17" y="65"/>
                      <a:pt x="13" y="56"/>
                      <a:pt x="10" y="46"/>
                    </a:cubicBezTo>
                    <a:cubicBezTo>
                      <a:pt x="8" y="42"/>
                      <a:pt x="7" y="37"/>
                      <a:pt x="5" y="32"/>
                    </a:cubicBezTo>
                    <a:cubicBezTo>
                      <a:pt x="4" y="27"/>
                      <a:pt x="3" y="23"/>
                      <a:pt x="1" y="17"/>
                    </a:cubicBezTo>
                    <a:cubicBezTo>
                      <a:pt x="0" y="13"/>
                      <a:pt x="2" y="7"/>
                      <a:pt x="5" y="4"/>
                    </a:cubicBezTo>
                    <a:cubicBezTo>
                      <a:pt x="9" y="0"/>
                      <a:pt x="14" y="0"/>
                      <a:pt x="19" y="2"/>
                    </a:cubicBezTo>
                    <a:cubicBezTo>
                      <a:pt x="21" y="3"/>
                      <a:pt x="23" y="5"/>
                      <a:pt x="24" y="6"/>
                    </a:cubicBezTo>
                    <a:cubicBezTo>
                      <a:pt x="26" y="9"/>
                      <a:pt x="28" y="11"/>
                      <a:pt x="29" y="14"/>
                    </a:cubicBezTo>
                    <a:cubicBezTo>
                      <a:pt x="31" y="16"/>
                      <a:pt x="32" y="19"/>
                      <a:pt x="33" y="21"/>
                    </a:cubicBezTo>
                    <a:cubicBezTo>
                      <a:pt x="35" y="25"/>
                      <a:pt x="38" y="30"/>
                      <a:pt x="40" y="35"/>
                    </a:cubicBezTo>
                    <a:cubicBezTo>
                      <a:pt x="45" y="44"/>
                      <a:pt x="50" y="52"/>
                      <a:pt x="55" y="61"/>
                    </a:cubicBezTo>
                    <a:cubicBezTo>
                      <a:pt x="56" y="64"/>
                      <a:pt x="57" y="66"/>
                      <a:pt x="56" y="69"/>
                    </a:cubicBezTo>
                    <a:cubicBezTo>
                      <a:pt x="56" y="72"/>
                      <a:pt x="54" y="74"/>
                      <a:pt x="51" y="76"/>
                    </a:cubicBezTo>
                    <a:cubicBezTo>
                      <a:pt x="49" y="77"/>
                      <a:pt x="46" y="78"/>
                      <a:pt x="43" y="77"/>
                    </a:cubicBezTo>
                    <a:cubicBezTo>
                      <a:pt x="48" y="89"/>
                      <a:pt x="53" y="100"/>
                      <a:pt x="57" y="112"/>
                    </a:cubicBezTo>
                    <a:cubicBezTo>
                      <a:pt x="65" y="133"/>
                      <a:pt x="71" y="154"/>
                      <a:pt x="78" y="175"/>
                    </a:cubicBezTo>
                    <a:cubicBezTo>
                      <a:pt x="79" y="180"/>
                      <a:pt x="77" y="186"/>
                      <a:pt x="71" y="188"/>
                    </a:cubicBezTo>
                    <a:cubicBezTo>
                      <a:pt x="70" y="188"/>
                      <a:pt x="69" y="189"/>
                      <a:pt x="68" y="189"/>
                    </a:cubicBezTo>
                    <a:cubicBezTo>
                      <a:pt x="64" y="189"/>
                      <a:pt x="59" y="185"/>
                      <a:pt x="58" y="1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1" name="Google Shape;1361;p16"/>
              <p:cNvSpPr/>
              <p:nvPr/>
            </p:nvSpPr>
            <p:spPr>
              <a:xfrm>
                <a:off x="2414520" y="490680"/>
                <a:ext cx="60840" cy="6804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89" extrusionOk="0">
                    <a:moveTo>
                      <a:pt x="4" y="185"/>
                    </a:moveTo>
                    <a:cubicBezTo>
                      <a:pt x="0" y="181"/>
                      <a:pt x="0" y="174"/>
                      <a:pt x="4" y="170"/>
                    </a:cubicBezTo>
                    <a:cubicBezTo>
                      <a:pt x="11" y="163"/>
                      <a:pt x="18" y="154"/>
                      <a:pt x="25" y="147"/>
                    </a:cubicBezTo>
                    <a:cubicBezTo>
                      <a:pt x="39" y="129"/>
                      <a:pt x="54" y="111"/>
                      <a:pt x="68" y="92"/>
                    </a:cubicBezTo>
                    <a:cubicBezTo>
                      <a:pt x="74" y="83"/>
                      <a:pt x="81" y="74"/>
                      <a:pt x="88" y="65"/>
                    </a:cubicBezTo>
                    <a:cubicBezTo>
                      <a:pt x="92" y="61"/>
                      <a:pt x="95" y="56"/>
                      <a:pt x="98" y="52"/>
                    </a:cubicBezTo>
                    <a:cubicBezTo>
                      <a:pt x="102" y="47"/>
                      <a:pt x="106" y="43"/>
                      <a:pt x="110" y="38"/>
                    </a:cubicBezTo>
                    <a:cubicBezTo>
                      <a:pt x="114" y="33"/>
                      <a:pt x="119" y="28"/>
                      <a:pt x="123" y="23"/>
                    </a:cubicBezTo>
                    <a:cubicBezTo>
                      <a:pt x="131" y="15"/>
                      <a:pt x="140" y="7"/>
                      <a:pt x="151" y="2"/>
                    </a:cubicBezTo>
                    <a:cubicBezTo>
                      <a:pt x="156" y="0"/>
                      <a:pt x="163" y="2"/>
                      <a:pt x="165" y="8"/>
                    </a:cubicBezTo>
                    <a:cubicBezTo>
                      <a:pt x="168" y="13"/>
                      <a:pt x="165" y="20"/>
                      <a:pt x="159" y="22"/>
                    </a:cubicBezTo>
                    <a:cubicBezTo>
                      <a:pt x="158" y="22"/>
                      <a:pt x="157" y="23"/>
                      <a:pt x="156" y="23"/>
                    </a:cubicBezTo>
                    <a:cubicBezTo>
                      <a:pt x="155" y="24"/>
                      <a:pt x="154" y="25"/>
                      <a:pt x="152" y="26"/>
                    </a:cubicBezTo>
                    <a:cubicBezTo>
                      <a:pt x="149" y="28"/>
                      <a:pt x="147" y="30"/>
                      <a:pt x="145" y="32"/>
                    </a:cubicBezTo>
                    <a:cubicBezTo>
                      <a:pt x="137" y="39"/>
                      <a:pt x="131" y="46"/>
                      <a:pt x="124" y="53"/>
                    </a:cubicBezTo>
                    <a:cubicBezTo>
                      <a:pt x="117" y="62"/>
                      <a:pt x="109" y="72"/>
                      <a:pt x="102" y="81"/>
                    </a:cubicBezTo>
                    <a:cubicBezTo>
                      <a:pt x="96" y="89"/>
                      <a:pt x="89" y="97"/>
                      <a:pt x="83" y="106"/>
                    </a:cubicBezTo>
                    <a:cubicBezTo>
                      <a:pt x="68" y="125"/>
                      <a:pt x="54" y="143"/>
                      <a:pt x="39" y="161"/>
                    </a:cubicBezTo>
                    <a:cubicBezTo>
                      <a:pt x="34" y="168"/>
                      <a:pt x="29" y="174"/>
                      <a:pt x="24" y="180"/>
                    </a:cubicBezTo>
                    <a:cubicBezTo>
                      <a:pt x="22" y="181"/>
                      <a:pt x="21" y="183"/>
                      <a:pt x="20" y="185"/>
                    </a:cubicBezTo>
                    <a:cubicBezTo>
                      <a:pt x="18" y="187"/>
                      <a:pt x="15" y="188"/>
                      <a:pt x="12" y="188"/>
                    </a:cubicBezTo>
                    <a:cubicBezTo>
                      <a:pt x="9" y="188"/>
                      <a:pt x="6" y="187"/>
                      <a:pt x="4" y="18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2" name="Google Shape;1362;p16"/>
              <p:cNvSpPr/>
              <p:nvPr/>
            </p:nvSpPr>
            <p:spPr>
              <a:xfrm>
                <a:off x="2472120" y="523080"/>
                <a:ext cx="2772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77" h="31" extrusionOk="0">
                    <a:moveTo>
                      <a:pt x="7" y="27"/>
                    </a:moveTo>
                    <a:cubicBezTo>
                      <a:pt x="5" y="25"/>
                      <a:pt x="2" y="23"/>
                      <a:pt x="1" y="21"/>
                    </a:cubicBezTo>
                    <a:cubicBezTo>
                      <a:pt x="0" y="18"/>
                      <a:pt x="0" y="14"/>
                      <a:pt x="1" y="11"/>
                    </a:cubicBezTo>
                    <a:cubicBezTo>
                      <a:pt x="5" y="2"/>
                      <a:pt x="16" y="3"/>
                      <a:pt x="24" y="4"/>
                    </a:cubicBezTo>
                    <a:cubicBezTo>
                      <a:pt x="27" y="4"/>
                      <a:pt x="30" y="5"/>
                      <a:pt x="31" y="7"/>
                    </a:cubicBezTo>
                    <a:cubicBezTo>
                      <a:pt x="32" y="7"/>
                      <a:pt x="33" y="7"/>
                      <a:pt x="33" y="7"/>
                    </a:cubicBezTo>
                    <a:cubicBezTo>
                      <a:pt x="41" y="6"/>
                      <a:pt x="49" y="4"/>
                      <a:pt x="57" y="2"/>
                    </a:cubicBezTo>
                    <a:cubicBezTo>
                      <a:pt x="59" y="2"/>
                      <a:pt x="61" y="2"/>
                      <a:pt x="62" y="1"/>
                    </a:cubicBezTo>
                    <a:cubicBezTo>
                      <a:pt x="68" y="0"/>
                      <a:pt x="73" y="3"/>
                      <a:pt x="75" y="9"/>
                    </a:cubicBezTo>
                    <a:cubicBezTo>
                      <a:pt x="76" y="11"/>
                      <a:pt x="76" y="14"/>
                      <a:pt x="75" y="17"/>
                    </a:cubicBezTo>
                    <a:cubicBezTo>
                      <a:pt x="73" y="20"/>
                      <a:pt x="70" y="21"/>
                      <a:pt x="67" y="22"/>
                    </a:cubicBezTo>
                    <a:cubicBezTo>
                      <a:pt x="59" y="23"/>
                      <a:pt x="52" y="25"/>
                      <a:pt x="45" y="26"/>
                    </a:cubicBezTo>
                    <a:cubicBezTo>
                      <a:pt x="39" y="27"/>
                      <a:pt x="33" y="28"/>
                      <a:pt x="27" y="29"/>
                    </a:cubicBezTo>
                    <a:cubicBezTo>
                      <a:pt x="25" y="29"/>
                      <a:pt x="22" y="30"/>
                      <a:pt x="20" y="30"/>
                    </a:cubicBezTo>
                    <a:cubicBezTo>
                      <a:pt x="15" y="30"/>
                      <a:pt x="10" y="28"/>
                      <a:pt x="7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3" name="Google Shape;1363;p16"/>
              <p:cNvSpPr/>
              <p:nvPr/>
            </p:nvSpPr>
            <p:spPr>
              <a:xfrm>
                <a:off x="2459520" y="536760"/>
                <a:ext cx="36360" cy="22320"/>
              </a:xfrm>
              <a:custGeom>
                <a:avLst/>
                <a:gdLst/>
                <a:ahLst/>
                <a:cxnLst/>
                <a:rect l="l" t="t" r="r" b="b"/>
                <a:pathLst>
                  <a:path w="101" h="62" extrusionOk="0">
                    <a:moveTo>
                      <a:pt x="9" y="61"/>
                    </a:moveTo>
                    <a:cubicBezTo>
                      <a:pt x="3" y="59"/>
                      <a:pt x="0" y="53"/>
                      <a:pt x="2" y="47"/>
                    </a:cubicBezTo>
                    <a:cubicBezTo>
                      <a:pt x="3" y="42"/>
                      <a:pt x="8" y="39"/>
                      <a:pt x="13" y="39"/>
                    </a:cubicBezTo>
                    <a:lnTo>
                      <a:pt x="14" y="39"/>
                    </a:lnTo>
                    <a:cubicBezTo>
                      <a:pt x="13" y="39"/>
                      <a:pt x="13" y="39"/>
                      <a:pt x="13" y="39"/>
                    </a:cubicBezTo>
                    <a:cubicBezTo>
                      <a:pt x="17" y="37"/>
                      <a:pt x="21" y="35"/>
                      <a:pt x="24" y="33"/>
                    </a:cubicBezTo>
                    <a:cubicBezTo>
                      <a:pt x="44" y="23"/>
                      <a:pt x="64" y="12"/>
                      <a:pt x="83" y="2"/>
                    </a:cubicBezTo>
                    <a:cubicBezTo>
                      <a:pt x="88" y="0"/>
                      <a:pt x="94" y="0"/>
                      <a:pt x="97" y="5"/>
                    </a:cubicBezTo>
                    <a:cubicBezTo>
                      <a:pt x="100" y="10"/>
                      <a:pt x="98" y="17"/>
                      <a:pt x="94" y="19"/>
                    </a:cubicBezTo>
                    <a:cubicBezTo>
                      <a:pt x="82" y="26"/>
                      <a:pt x="69" y="33"/>
                      <a:pt x="57" y="40"/>
                    </a:cubicBezTo>
                    <a:cubicBezTo>
                      <a:pt x="52" y="43"/>
                      <a:pt x="46" y="46"/>
                      <a:pt x="41" y="49"/>
                    </a:cubicBezTo>
                    <a:cubicBezTo>
                      <a:pt x="37" y="52"/>
                      <a:pt x="32" y="54"/>
                      <a:pt x="28" y="56"/>
                    </a:cubicBezTo>
                    <a:cubicBezTo>
                      <a:pt x="23" y="58"/>
                      <a:pt x="18" y="61"/>
                      <a:pt x="13" y="61"/>
                    </a:cubicBezTo>
                    <a:cubicBezTo>
                      <a:pt x="12" y="61"/>
                      <a:pt x="10" y="61"/>
                      <a:pt x="9" y="6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4" name="Google Shape;1364;p16"/>
              <p:cNvSpPr/>
              <p:nvPr/>
            </p:nvSpPr>
            <p:spPr>
              <a:xfrm>
                <a:off x="2504520" y="489600"/>
                <a:ext cx="55440" cy="85680"/>
              </a:xfrm>
              <a:custGeom>
                <a:avLst/>
                <a:gdLst/>
                <a:ahLst/>
                <a:cxnLst/>
                <a:rect l="l" t="t" r="r" b="b"/>
                <a:pathLst>
                  <a:path w="154" h="238" extrusionOk="0">
                    <a:moveTo>
                      <a:pt x="2" y="229"/>
                    </a:moveTo>
                    <a:cubicBezTo>
                      <a:pt x="2" y="227"/>
                      <a:pt x="1" y="226"/>
                      <a:pt x="1" y="224"/>
                    </a:cubicBezTo>
                    <a:cubicBezTo>
                      <a:pt x="0" y="222"/>
                      <a:pt x="1" y="220"/>
                      <a:pt x="2" y="218"/>
                    </a:cubicBezTo>
                    <a:cubicBezTo>
                      <a:pt x="2" y="214"/>
                      <a:pt x="5" y="210"/>
                      <a:pt x="6" y="207"/>
                    </a:cubicBezTo>
                    <a:cubicBezTo>
                      <a:pt x="9" y="204"/>
                      <a:pt x="11" y="201"/>
                      <a:pt x="13" y="198"/>
                    </a:cubicBezTo>
                    <a:cubicBezTo>
                      <a:pt x="16" y="195"/>
                      <a:pt x="18" y="192"/>
                      <a:pt x="21" y="189"/>
                    </a:cubicBezTo>
                    <a:cubicBezTo>
                      <a:pt x="27" y="183"/>
                      <a:pt x="33" y="177"/>
                      <a:pt x="39" y="171"/>
                    </a:cubicBezTo>
                    <a:cubicBezTo>
                      <a:pt x="45" y="165"/>
                      <a:pt x="53" y="161"/>
                      <a:pt x="60" y="157"/>
                    </a:cubicBezTo>
                    <a:cubicBezTo>
                      <a:pt x="61" y="157"/>
                      <a:pt x="62" y="156"/>
                      <a:pt x="62" y="156"/>
                    </a:cubicBezTo>
                    <a:cubicBezTo>
                      <a:pt x="65" y="153"/>
                      <a:pt x="67" y="150"/>
                      <a:pt x="69" y="147"/>
                    </a:cubicBezTo>
                    <a:cubicBezTo>
                      <a:pt x="72" y="143"/>
                      <a:pt x="74" y="139"/>
                      <a:pt x="77" y="136"/>
                    </a:cubicBezTo>
                    <a:cubicBezTo>
                      <a:pt x="79" y="133"/>
                      <a:pt x="81" y="131"/>
                      <a:pt x="83" y="128"/>
                    </a:cubicBezTo>
                    <a:cubicBezTo>
                      <a:pt x="87" y="121"/>
                      <a:pt x="91" y="116"/>
                      <a:pt x="95" y="109"/>
                    </a:cubicBezTo>
                    <a:cubicBezTo>
                      <a:pt x="105" y="94"/>
                      <a:pt x="114" y="79"/>
                      <a:pt x="122" y="63"/>
                    </a:cubicBezTo>
                    <a:cubicBezTo>
                      <a:pt x="122" y="63"/>
                      <a:pt x="122" y="64"/>
                      <a:pt x="121" y="64"/>
                    </a:cubicBezTo>
                    <a:cubicBezTo>
                      <a:pt x="122" y="64"/>
                      <a:pt x="122" y="63"/>
                      <a:pt x="122" y="63"/>
                    </a:cubicBezTo>
                    <a:cubicBezTo>
                      <a:pt x="124" y="58"/>
                      <a:pt x="126" y="53"/>
                      <a:pt x="128" y="47"/>
                    </a:cubicBezTo>
                    <a:cubicBezTo>
                      <a:pt x="129" y="43"/>
                      <a:pt x="130" y="40"/>
                      <a:pt x="131" y="36"/>
                    </a:cubicBezTo>
                    <a:cubicBezTo>
                      <a:pt x="132" y="33"/>
                      <a:pt x="132" y="30"/>
                      <a:pt x="132" y="26"/>
                    </a:cubicBezTo>
                    <a:cubicBezTo>
                      <a:pt x="132" y="26"/>
                      <a:pt x="132" y="25"/>
                      <a:pt x="132" y="24"/>
                    </a:cubicBezTo>
                    <a:cubicBezTo>
                      <a:pt x="132" y="24"/>
                      <a:pt x="132" y="23"/>
                      <a:pt x="132" y="22"/>
                    </a:cubicBezTo>
                    <a:cubicBezTo>
                      <a:pt x="131" y="23"/>
                      <a:pt x="131" y="24"/>
                      <a:pt x="130" y="24"/>
                    </a:cubicBezTo>
                    <a:cubicBezTo>
                      <a:pt x="129" y="25"/>
                      <a:pt x="128" y="26"/>
                      <a:pt x="127" y="28"/>
                    </a:cubicBezTo>
                    <a:cubicBezTo>
                      <a:pt x="125" y="30"/>
                      <a:pt x="123" y="32"/>
                      <a:pt x="121" y="35"/>
                    </a:cubicBezTo>
                    <a:cubicBezTo>
                      <a:pt x="119" y="37"/>
                      <a:pt x="118" y="39"/>
                      <a:pt x="117" y="42"/>
                    </a:cubicBezTo>
                    <a:cubicBezTo>
                      <a:pt x="119" y="43"/>
                      <a:pt x="120" y="46"/>
                      <a:pt x="121" y="48"/>
                    </a:cubicBezTo>
                    <a:cubicBezTo>
                      <a:pt x="122" y="54"/>
                      <a:pt x="118" y="60"/>
                      <a:pt x="112" y="61"/>
                    </a:cubicBezTo>
                    <a:cubicBezTo>
                      <a:pt x="108" y="61"/>
                      <a:pt x="104" y="61"/>
                      <a:pt x="101" y="58"/>
                    </a:cubicBezTo>
                    <a:cubicBezTo>
                      <a:pt x="99" y="57"/>
                      <a:pt x="97" y="55"/>
                      <a:pt x="96" y="53"/>
                    </a:cubicBezTo>
                    <a:cubicBezTo>
                      <a:pt x="95" y="50"/>
                      <a:pt x="95" y="47"/>
                      <a:pt x="95" y="43"/>
                    </a:cubicBezTo>
                    <a:cubicBezTo>
                      <a:pt x="95" y="39"/>
                      <a:pt x="98" y="33"/>
                      <a:pt x="100" y="29"/>
                    </a:cubicBezTo>
                    <a:cubicBezTo>
                      <a:pt x="101" y="27"/>
                      <a:pt x="103" y="25"/>
                      <a:pt x="104" y="22"/>
                    </a:cubicBezTo>
                    <a:cubicBezTo>
                      <a:pt x="108" y="17"/>
                      <a:pt x="112" y="12"/>
                      <a:pt x="116" y="7"/>
                    </a:cubicBezTo>
                    <a:cubicBezTo>
                      <a:pt x="120" y="4"/>
                      <a:pt x="126" y="0"/>
                      <a:pt x="132" y="0"/>
                    </a:cubicBezTo>
                    <a:cubicBezTo>
                      <a:pt x="139" y="0"/>
                      <a:pt x="145" y="3"/>
                      <a:pt x="148" y="8"/>
                    </a:cubicBezTo>
                    <a:cubicBezTo>
                      <a:pt x="152" y="14"/>
                      <a:pt x="153" y="20"/>
                      <a:pt x="153" y="26"/>
                    </a:cubicBezTo>
                    <a:cubicBezTo>
                      <a:pt x="153" y="34"/>
                      <a:pt x="151" y="42"/>
                      <a:pt x="149" y="49"/>
                    </a:cubicBezTo>
                    <a:cubicBezTo>
                      <a:pt x="145" y="64"/>
                      <a:pt x="137" y="77"/>
                      <a:pt x="130" y="91"/>
                    </a:cubicBezTo>
                    <a:cubicBezTo>
                      <a:pt x="126" y="97"/>
                      <a:pt x="122" y="103"/>
                      <a:pt x="119" y="109"/>
                    </a:cubicBezTo>
                    <a:cubicBezTo>
                      <a:pt x="116" y="113"/>
                      <a:pt x="113" y="117"/>
                      <a:pt x="111" y="121"/>
                    </a:cubicBezTo>
                    <a:cubicBezTo>
                      <a:pt x="107" y="127"/>
                      <a:pt x="103" y="133"/>
                      <a:pt x="99" y="139"/>
                    </a:cubicBezTo>
                    <a:cubicBezTo>
                      <a:pt x="96" y="143"/>
                      <a:pt x="93" y="147"/>
                      <a:pt x="90" y="152"/>
                    </a:cubicBezTo>
                    <a:cubicBezTo>
                      <a:pt x="95" y="152"/>
                      <a:pt x="101" y="155"/>
                      <a:pt x="106" y="157"/>
                    </a:cubicBezTo>
                    <a:cubicBezTo>
                      <a:pt x="113" y="160"/>
                      <a:pt x="119" y="165"/>
                      <a:pt x="125" y="170"/>
                    </a:cubicBezTo>
                    <a:cubicBezTo>
                      <a:pt x="129" y="174"/>
                      <a:pt x="132" y="179"/>
                      <a:pt x="134" y="184"/>
                    </a:cubicBezTo>
                    <a:cubicBezTo>
                      <a:pt x="135" y="185"/>
                      <a:pt x="136" y="186"/>
                      <a:pt x="137" y="187"/>
                    </a:cubicBezTo>
                    <a:cubicBezTo>
                      <a:pt x="141" y="192"/>
                      <a:pt x="140" y="199"/>
                      <a:pt x="135" y="202"/>
                    </a:cubicBezTo>
                    <a:cubicBezTo>
                      <a:pt x="130" y="206"/>
                      <a:pt x="124" y="205"/>
                      <a:pt x="120" y="201"/>
                    </a:cubicBezTo>
                    <a:cubicBezTo>
                      <a:pt x="118" y="198"/>
                      <a:pt x="116" y="196"/>
                      <a:pt x="115" y="194"/>
                    </a:cubicBezTo>
                    <a:cubicBezTo>
                      <a:pt x="114" y="192"/>
                      <a:pt x="113" y="191"/>
                      <a:pt x="112" y="190"/>
                    </a:cubicBezTo>
                    <a:cubicBezTo>
                      <a:pt x="111" y="188"/>
                      <a:pt x="110" y="187"/>
                      <a:pt x="109" y="185"/>
                    </a:cubicBezTo>
                    <a:cubicBezTo>
                      <a:pt x="108" y="184"/>
                      <a:pt x="107" y="184"/>
                      <a:pt x="106" y="183"/>
                    </a:cubicBezTo>
                    <a:cubicBezTo>
                      <a:pt x="104" y="181"/>
                      <a:pt x="103" y="180"/>
                      <a:pt x="101" y="179"/>
                    </a:cubicBezTo>
                    <a:cubicBezTo>
                      <a:pt x="99" y="178"/>
                      <a:pt x="97" y="176"/>
                      <a:pt x="94" y="175"/>
                    </a:cubicBezTo>
                    <a:cubicBezTo>
                      <a:pt x="92" y="174"/>
                      <a:pt x="91" y="174"/>
                      <a:pt x="89" y="173"/>
                    </a:cubicBezTo>
                    <a:cubicBezTo>
                      <a:pt x="88" y="173"/>
                      <a:pt x="87" y="173"/>
                      <a:pt x="86" y="172"/>
                    </a:cubicBezTo>
                    <a:cubicBezTo>
                      <a:pt x="85" y="172"/>
                      <a:pt x="84" y="172"/>
                      <a:pt x="84" y="172"/>
                    </a:cubicBezTo>
                    <a:cubicBezTo>
                      <a:pt x="83" y="172"/>
                      <a:pt x="81" y="172"/>
                      <a:pt x="81" y="172"/>
                    </a:cubicBezTo>
                    <a:cubicBezTo>
                      <a:pt x="80" y="172"/>
                      <a:pt x="79" y="172"/>
                      <a:pt x="79" y="173"/>
                    </a:cubicBezTo>
                    <a:cubicBezTo>
                      <a:pt x="77" y="173"/>
                      <a:pt x="76" y="173"/>
                      <a:pt x="74" y="174"/>
                    </a:cubicBezTo>
                    <a:cubicBezTo>
                      <a:pt x="74" y="174"/>
                      <a:pt x="73" y="174"/>
                      <a:pt x="72" y="174"/>
                    </a:cubicBezTo>
                    <a:cubicBezTo>
                      <a:pt x="72" y="176"/>
                      <a:pt x="70" y="177"/>
                      <a:pt x="70" y="178"/>
                    </a:cubicBezTo>
                    <a:cubicBezTo>
                      <a:pt x="62" y="187"/>
                      <a:pt x="55" y="195"/>
                      <a:pt x="48" y="204"/>
                    </a:cubicBezTo>
                    <a:cubicBezTo>
                      <a:pt x="44" y="209"/>
                      <a:pt x="41" y="213"/>
                      <a:pt x="37" y="218"/>
                    </a:cubicBezTo>
                    <a:cubicBezTo>
                      <a:pt x="35" y="220"/>
                      <a:pt x="33" y="222"/>
                      <a:pt x="31" y="224"/>
                    </a:cubicBezTo>
                    <a:cubicBezTo>
                      <a:pt x="30" y="226"/>
                      <a:pt x="28" y="227"/>
                      <a:pt x="27" y="229"/>
                    </a:cubicBezTo>
                    <a:cubicBezTo>
                      <a:pt x="25" y="231"/>
                      <a:pt x="23" y="234"/>
                      <a:pt x="20" y="235"/>
                    </a:cubicBezTo>
                    <a:cubicBezTo>
                      <a:pt x="18" y="236"/>
                      <a:pt x="16" y="236"/>
                      <a:pt x="14" y="237"/>
                    </a:cubicBezTo>
                    <a:lnTo>
                      <a:pt x="13" y="237"/>
                    </a:lnTo>
                    <a:cubicBezTo>
                      <a:pt x="8" y="237"/>
                      <a:pt x="3" y="233"/>
                      <a:pt x="2" y="2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5" name="Google Shape;1365;p16"/>
              <p:cNvSpPr/>
              <p:nvPr/>
            </p:nvSpPr>
            <p:spPr>
              <a:xfrm>
                <a:off x="2565360" y="516240"/>
                <a:ext cx="41040" cy="10368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288" extrusionOk="0">
                    <a:moveTo>
                      <a:pt x="29" y="286"/>
                    </a:moveTo>
                    <a:cubicBezTo>
                      <a:pt x="24" y="286"/>
                      <a:pt x="18" y="284"/>
                      <a:pt x="14" y="281"/>
                    </a:cubicBezTo>
                    <a:cubicBezTo>
                      <a:pt x="10" y="278"/>
                      <a:pt x="7" y="275"/>
                      <a:pt x="5" y="270"/>
                    </a:cubicBezTo>
                    <a:cubicBezTo>
                      <a:pt x="3" y="265"/>
                      <a:pt x="1" y="260"/>
                      <a:pt x="1" y="254"/>
                    </a:cubicBezTo>
                    <a:cubicBezTo>
                      <a:pt x="0" y="243"/>
                      <a:pt x="3" y="232"/>
                      <a:pt x="7" y="221"/>
                    </a:cubicBezTo>
                    <a:cubicBezTo>
                      <a:pt x="8" y="216"/>
                      <a:pt x="15" y="213"/>
                      <a:pt x="19" y="215"/>
                    </a:cubicBezTo>
                    <a:cubicBezTo>
                      <a:pt x="22" y="216"/>
                      <a:pt x="24" y="218"/>
                      <a:pt x="25" y="221"/>
                    </a:cubicBezTo>
                    <a:cubicBezTo>
                      <a:pt x="26" y="223"/>
                      <a:pt x="26" y="226"/>
                      <a:pt x="25" y="229"/>
                    </a:cubicBezTo>
                    <a:cubicBezTo>
                      <a:pt x="25" y="230"/>
                      <a:pt x="25" y="231"/>
                      <a:pt x="24" y="231"/>
                    </a:cubicBezTo>
                    <a:cubicBezTo>
                      <a:pt x="25" y="231"/>
                      <a:pt x="25" y="231"/>
                      <a:pt x="25" y="230"/>
                    </a:cubicBezTo>
                    <a:cubicBezTo>
                      <a:pt x="24" y="233"/>
                      <a:pt x="23" y="236"/>
                      <a:pt x="22" y="239"/>
                    </a:cubicBezTo>
                    <a:cubicBezTo>
                      <a:pt x="22" y="241"/>
                      <a:pt x="22" y="244"/>
                      <a:pt x="22" y="247"/>
                    </a:cubicBezTo>
                    <a:cubicBezTo>
                      <a:pt x="22" y="249"/>
                      <a:pt x="22" y="251"/>
                      <a:pt x="22" y="254"/>
                    </a:cubicBezTo>
                    <a:cubicBezTo>
                      <a:pt x="22" y="255"/>
                      <a:pt x="22" y="256"/>
                      <a:pt x="22" y="257"/>
                    </a:cubicBezTo>
                    <a:cubicBezTo>
                      <a:pt x="22" y="258"/>
                      <a:pt x="23" y="259"/>
                      <a:pt x="23" y="260"/>
                    </a:cubicBezTo>
                    <a:cubicBezTo>
                      <a:pt x="23" y="259"/>
                      <a:pt x="23" y="259"/>
                      <a:pt x="23" y="258"/>
                    </a:cubicBezTo>
                    <a:cubicBezTo>
                      <a:pt x="23" y="259"/>
                      <a:pt x="24" y="261"/>
                      <a:pt x="24" y="261"/>
                    </a:cubicBezTo>
                    <a:cubicBezTo>
                      <a:pt x="24" y="262"/>
                      <a:pt x="24" y="262"/>
                      <a:pt x="24" y="262"/>
                    </a:cubicBezTo>
                    <a:lnTo>
                      <a:pt x="24" y="261"/>
                    </a:lnTo>
                    <a:cubicBezTo>
                      <a:pt x="24" y="262"/>
                      <a:pt x="24" y="262"/>
                      <a:pt x="25" y="262"/>
                    </a:cubicBezTo>
                    <a:lnTo>
                      <a:pt x="25" y="263"/>
                    </a:lnTo>
                    <a:cubicBezTo>
                      <a:pt x="25" y="264"/>
                      <a:pt x="26" y="264"/>
                      <a:pt x="26" y="264"/>
                    </a:cubicBezTo>
                    <a:lnTo>
                      <a:pt x="27" y="264"/>
                    </a:lnTo>
                    <a:cubicBezTo>
                      <a:pt x="28" y="265"/>
                      <a:pt x="28" y="265"/>
                      <a:pt x="28" y="265"/>
                    </a:cubicBezTo>
                    <a:cubicBezTo>
                      <a:pt x="29" y="265"/>
                      <a:pt x="30" y="265"/>
                      <a:pt x="31" y="265"/>
                    </a:cubicBezTo>
                    <a:cubicBezTo>
                      <a:pt x="35" y="266"/>
                      <a:pt x="38" y="266"/>
                      <a:pt x="42" y="266"/>
                    </a:cubicBezTo>
                    <a:cubicBezTo>
                      <a:pt x="41" y="266"/>
                      <a:pt x="40" y="266"/>
                      <a:pt x="40" y="266"/>
                    </a:cubicBezTo>
                    <a:cubicBezTo>
                      <a:pt x="42" y="266"/>
                      <a:pt x="44" y="266"/>
                      <a:pt x="46" y="266"/>
                    </a:cubicBezTo>
                    <a:cubicBezTo>
                      <a:pt x="48" y="266"/>
                      <a:pt x="49" y="265"/>
                      <a:pt x="51" y="265"/>
                    </a:cubicBezTo>
                    <a:cubicBezTo>
                      <a:pt x="52" y="265"/>
                      <a:pt x="53" y="264"/>
                      <a:pt x="54" y="264"/>
                    </a:cubicBezTo>
                    <a:cubicBezTo>
                      <a:pt x="55" y="264"/>
                      <a:pt x="56" y="264"/>
                      <a:pt x="57" y="263"/>
                    </a:cubicBezTo>
                    <a:cubicBezTo>
                      <a:pt x="57" y="262"/>
                      <a:pt x="58" y="262"/>
                      <a:pt x="59" y="262"/>
                    </a:cubicBezTo>
                    <a:cubicBezTo>
                      <a:pt x="59" y="261"/>
                      <a:pt x="60" y="261"/>
                      <a:pt x="60" y="261"/>
                    </a:cubicBezTo>
                    <a:cubicBezTo>
                      <a:pt x="60" y="260"/>
                      <a:pt x="61" y="260"/>
                      <a:pt x="61" y="260"/>
                    </a:cubicBezTo>
                    <a:cubicBezTo>
                      <a:pt x="62" y="257"/>
                      <a:pt x="63" y="254"/>
                      <a:pt x="64" y="251"/>
                    </a:cubicBezTo>
                    <a:cubicBezTo>
                      <a:pt x="65" y="249"/>
                      <a:pt x="66" y="246"/>
                      <a:pt x="66" y="243"/>
                    </a:cubicBezTo>
                    <a:cubicBezTo>
                      <a:pt x="67" y="240"/>
                      <a:pt x="68" y="237"/>
                      <a:pt x="68" y="234"/>
                    </a:cubicBezTo>
                    <a:cubicBezTo>
                      <a:pt x="70" y="223"/>
                      <a:pt x="71" y="213"/>
                      <a:pt x="73" y="202"/>
                    </a:cubicBezTo>
                    <a:cubicBezTo>
                      <a:pt x="74" y="190"/>
                      <a:pt x="76" y="177"/>
                      <a:pt x="77" y="164"/>
                    </a:cubicBezTo>
                    <a:cubicBezTo>
                      <a:pt x="78" y="154"/>
                      <a:pt x="79" y="143"/>
                      <a:pt x="80" y="134"/>
                    </a:cubicBezTo>
                    <a:cubicBezTo>
                      <a:pt x="82" y="121"/>
                      <a:pt x="83" y="109"/>
                      <a:pt x="85" y="96"/>
                    </a:cubicBezTo>
                    <a:cubicBezTo>
                      <a:pt x="85" y="91"/>
                      <a:pt x="86" y="86"/>
                      <a:pt x="87" y="81"/>
                    </a:cubicBezTo>
                    <a:cubicBezTo>
                      <a:pt x="83" y="86"/>
                      <a:pt x="78" y="92"/>
                      <a:pt x="74" y="97"/>
                    </a:cubicBezTo>
                    <a:cubicBezTo>
                      <a:pt x="67" y="105"/>
                      <a:pt x="59" y="112"/>
                      <a:pt x="49" y="116"/>
                    </a:cubicBezTo>
                    <a:cubicBezTo>
                      <a:pt x="45" y="117"/>
                      <a:pt x="40" y="118"/>
                      <a:pt x="36" y="118"/>
                    </a:cubicBezTo>
                    <a:cubicBezTo>
                      <a:pt x="31" y="117"/>
                      <a:pt x="26" y="114"/>
                      <a:pt x="23" y="111"/>
                    </a:cubicBezTo>
                    <a:cubicBezTo>
                      <a:pt x="20" y="108"/>
                      <a:pt x="18" y="104"/>
                      <a:pt x="17" y="100"/>
                    </a:cubicBezTo>
                    <a:cubicBezTo>
                      <a:pt x="15" y="95"/>
                      <a:pt x="15" y="90"/>
                      <a:pt x="14" y="86"/>
                    </a:cubicBezTo>
                    <a:cubicBezTo>
                      <a:pt x="14" y="82"/>
                      <a:pt x="14" y="78"/>
                      <a:pt x="14" y="74"/>
                    </a:cubicBezTo>
                    <a:cubicBezTo>
                      <a:pt x="14" y="64"/>
                      <a:pt x="15" y="54"/>
                      <a:pt x="17" y="44"/>
                    </a:cubicBezTo>
                    <a:cubicBezTo>
                      <a:pt x="18" y="35"/>
                      <a:pt x="21" y="25"/>
                      <a:pt x="24" y="16"/>
                    </a:cubicBezTo>
                    <a:cubicBezTo>
                      <a:pt x="25" y="12"/>
                      <a:pt x="27" y="8"/>
                      <a:pt x="31" y="4"/>
                    </a:cubicBezTo>
                    <a:cubicBezTo>
                      <a:pt x="33" y="1"/>
                      <a:pt x="38" y="0"/>
                      <a:pt x="42" y="1"/>
                    </a:cubicBezTo>
                    <a:cubicBezTo>
                      <a:pt x="46" y="2"/>
                      <a:pt x="49" y="6"/>
                      <a:pt x="51" y="10"/>
                    </a:cubicBezTo>
                    <a:cubicBezTo>
                      <a:pt x="54" y="15"/>
                      <a:pt x="53" y="22"/>
                      <a:pt x="47" y="25"/>
                    </a:cubicBezTo>
                    <a:cubicBezTo>
                      <a:pt x="46" y="25"/>
                      <a:pt x="45" y="26"/>
                      <a:pt x="43" y="26"/>
                    </a:cubicBezTo>
                    <a:cubicBezTo>
                      <a:pt x="42" y="29"/>
                      <a:pt x="42" y="32"/>
                      <a:pt x="40" y="35"/>
                    </a:cubicBezTo>
                    <a:cubicBezTo>
                      <a:pt x="40" y="37"/>
                      <a:pt x="39" y="39"/>
                      <a:pt x="39" y="42"/>
                    </a:cubicBezTo>
                    <a:cubicBezTo>
                      <a:pt x="38" y="44"/>
                      <a:pt x="38" y="46"/>
                      <a:pt x="38" y="48"/>
                    </a:cubicBezTo>
                    <a:cubicBezTo>
                      <a:pt x="36" y="55"/>
                      <a:pt x="36" y="61"/>
                      <a:pt x="35" y="68"/>
                    </a:cubicBezTo>
                    <a:cubicBezTo>
                      <a:pt x="35" y="70"/>
                      <a:pt x="35" y="72"/>
                      <a:pt x="35" y="74"/>
                    </a:cubicBezTo>
                    <a:cubicBezTo>
                      <a:pt x="35" y="76"/>
                      <a:pt x="35" y="78"/>
                      <a:pt x="35" y="80"/>
                    </a:cubicBezTo>
                    <a:cubicBezTo>
                      <a:pt x="36" y="83"/>
                      <a:pt x="36" y="87"/>
                      <a:pt x="36" y="90"/>
                    </a:cubicBezTo>
                    <a:cubicBezTo>
                      <a:pt x="37" y="91"/>
                      <a:pt x="37" y="92"/>
                      <a:pt x="38" y="93"/>
                    </a:cubicBezTo>
                    <a:cubicBezTo>
                      <a:pt x="38" y="94"/>
                      <a:pt x="38" y="95"/>
                      <a:pt x="39" y="96"/>
                    </a:cubicBezTo>
                    <a:cubicBezTo>
                      <a:pt x="40" y="96"/>
                      <a:pt x="40" y="96"/>
                      <a:pt x="41" y="96"/>
                    </a:cubicBezTo>
                    <a:lnTo>
                      <a:pt x="42" y="96"/>
                    </a:lnTo>
                    <a:cubicBezTo>
                      <a:pt x="43" y="95"/>
                      <a:pt x="44" y="95"/>
                      <a:pt x="45" y="95"/>
                    </a:cubicBezTo>
                    <a:cubicBezTo>
                      <a:pt x="46" y="94"/>
                      <a:pt x="47" y="93"/>
                      <a:pt x="49" y="92"/>
                    </a:cubicBezTo>
                    <a:cubicBezTo>
                      <a:pt x="50" y="90"/>
                      <a:pt x="53" y="89"/>
                      <a:pt x="54" y="88"/>
                    </a:cubicBezTo>
                    <a:cubicBezTo>
                      <a:pt x="57" y="85"/>
                      <a:pt x="60" y="82"/>
                      <a:pt x="63" y="79"/>
                    </a:cubicBezTo>
                    <a:cubicBezTo>
                      <a:pt x="71" y="69"/>
                      <a:pt x="79" y="58"/>
                      <a:pt x="86" y="47"/>
                    </a:cubicBezTo>
                    <a:cubicBezTo>
                      <a:pt x="86" y="46"/>
                      <a:pt x="88" y="44"/>
                      <a:pt x="88" y="43"/>
                    </a:cubicBezTo>
                    <a:cubicBezTo>
                      <a:pt x="90" y="41"/>
                      <a:pt x="91" y="39"/>
                      <a:pt x="92" y="37"/>
                    </a:cubicBezTo>
                    <a:cubicBezTo>
                      <a:pt x="94" y="36"/>
                      <a:pt x="96" y="35"/>
                      <a:pt x="97" y="33"/>
                    </a:cubicBezTo>
                    <a:cubicBezTo>
                      <a:pt x="104" y="30"/>
                      <a:pt x="111" y="35"/>
                      <a:pt x="113" y="42"/>
                    </a:cubicBezTo>
                    <a:cubicBezTo>
                      <a:pt x="113" y="44"/>
                      <a:pt x="113" y="47"/>
                      <a:pt x="113" y="50"/>
                    </a:cubicBezTo>
                    <a:cubicBezTo>
                      <a:pt x="113" y="52"/>
                      <a:pt x="112" y="54"/>
                      <a:pt x="112" y="57"/>
                    </a:cubicBezTo>
                    <a:cubicBezTo>
                      <a:pt x="112" y="56"/>
                      <a:pt x="112" y="56"/>
                      <a:pt x="112" y="55"/>
                    </a:cubicBezTo>
                    <a:cubicBezTo>
                      <a:pt x="112" y="57"/>
                      <a:pt x="111" y="58"/>
                      <a:pt x="111" y="59"/>
                    </a:cubicBezTo>
                    <a:lnTo>
                      <a:pt x="111" y="58"/>
                    </a:lnTo>
                    <a:cubicBezTo>
                      <a:pt x="111" y="60"/>
                      <a:pt x="111" y="62"/>
                      <a:pt x="111" y="64"/>
                    </a:cubicBezTo>
                    <a:cubicBezTo>
                      <a:pt x="111" y="64"/>
                      <a:pt x="111" y="63"/>
                      <a:pt x="111" y="62"/>
                    </a:cubicBezTo>
                    <a:cubicBezTo>
                      <a:pt x="111" y="63"/>
                      <a:pt x="111" y="64"/>
                      <a:pt x="110" y="65"/>
                    </a:cubicBezTo>
                    <a:lnTo>
                      <a:pt x="110" y="64"/>
                    </a:lnTo>
                    <a:cubicBezTo>
                      <a:pt x="110" y="65"/>
                      <a:pt x="110" y="65"/>
                      <a:pt x="110" y="65"/>
                    </a:cubicBezTo>
                    <a:lnTo>
                      <a:pt x="110" y="66"/>
                    </a:lnTo>
                    <a:lnTo>
                      <a:pt x="110" y="65"/>
                    </a:lnTo>
                    <a:cubicBezTo>
                      <a:pt x="110" y="66"/>
                      <a:pt x="110" y="66"/>
                      <a:pt x="110" y="66"/>
                    </a:cubicBezTo>
                    <a:lnTo>
                      <a:pt x="110" y="65"/>
                    </a:lnTo>
                    <a:cubicBezTo>
                      <a:pt x="109" y="71"/>
                      <a:pt x="109" y="76"/>
                      <a:pt x="107" y="82"/>
                    </a:cubicBezTo>
                    <a:cubicBezTo>
                      <a:pt x="107" y="81"/>
                      <a:pt x="107" y="81"/>
                      <a:pt x="107" y="81"/>
                    </a:cubicBezTo>
                    <a:cubicBezTo>
                      <a:pt x="104" y="103"/>
                      <a:pt x="101" y="125"/>
                      <a:pt x="99" y="147"/>
                    </a:cubicBezTo>
                    <a:cubicBezTo>
                      <a:pt x="96" y="171"/>
                      <a:pt x="94" y="195"/>
                      <a:pt x="91" y="219"/>
                    </a:cubicBezTo>
                    <a:cubicBezTo>
                      <a:pt x="90" y="227"/>
                      <a:pt x="89" y="235"/>
                      <a:pt x="88" y="243"/>
                    </a:cubicBezTo>
                    <a:cubicBezTo>
                      <a:pt x="86" y="247"/>
                      <a:pt x="85" y="252"/>
                      <a:pt x="84" y="256"/>
                    </a:cubicBezTo>
                    <a:cubicBezTo>
                      <a:pt x="84" y="259"/>
                      <a:pt x="82" y="263"/>
                      <a:pt x="81" y="267"/>
                    </a:cubicBezTo>
                    <a:cubicBezTo>
                      <a:pt x="79" y="269"/>
                      <a:pt x="78" y="271"/>
                      <a:pt x="77" y="273"/>
                    </a:cubicBezTo>
                    <a:cubicBezTo>
                      <a:pt x="76" y="275"/>
                      <a:pt x="74" y="277"/>
                      <a:pt x="72" y="279"/>
                    </a:cubicBezTo>
                    <a:cubicBezTo>
                      <a:pt x="64" y="284"/>
                      <a:pt x="54" y="287"/>
                      <a:pt x="44" y="287"/>
                    </a:cubicBezTo>
                    <a:cubicBezTo>
                      <a:pt x="43" y="287"/>
                      <a:pt x="42" y="287"/>
                      <a:pt x="41" y="287"/>
                    </a:cubicBezTo>
                    <a:cubicBezTo>
                      <a:pt x="37" y="287"/>
                      <a:pt x="32" y="287"/>
                      <a:pt x="29" y="2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6" name="Google Shape;1366;p16"/>
              <p:cNvSpPr/>
              <p:nvPr/>
            </p:nvSpPr>
            <p:spPr>
              <a:xfrm>
                <a:off x="2627640" y="482400"/>
                <a:ext cx="38160" cy="45000"/>
              </a:xfrm>
              <a:custGeom>
                <a:avLst/>
                <a:gdLst/>
                <a:ahLst/>
                <a:cxnLst/>
                <a:rect l="l" t="t" r="r" b="b"/>
                <a:pathLst>
                  <a:path w="106" h="125" extrusionOk="0">
                    <a:moveTo>
                      <a:pt x="39" y="58"/>
                    </a:moveTo>
                    <a:cubicBezTo>
                      <a:pt x="41" y="56"/>
                      <a:pt x="42" y="53"/>
                      <a:pt x="44" y="50"/>
                    </a:cubicBezTo>
                    <a:cubicBezTo>
                      <a:pt x="44" y="48"/>
                      <a:pt x="45" y="46"/>
                      <a:pt x="45" y="45"/>
                    </a:cubicBezTo>
                    <a:cubicBezTo>
                      <a:pt x="46" y="42"/>
                      <a:pt x="47" y="39"/>
                      <a:pt x="48" y="37"/>
                    </a:cubicBezTo>
                    <a:cubicBezTo>
                      <a:pt x="48" y="34"/>
                      <a:pt x="48" y="32"/>
                      <a:pt x="48" y="29"/>
                    </a:cubicBezTo>
                    <a:cubicBezTo>
                      <a:pt x="48" y="28"/>
                      <a:pt x="48" y="26"/>
                      <a:pt x="48" y="24"/>
                    </a:cubicBezTo>
                    <a:cubicBezTo>
                      <a:pt x="48" y="25"/>
                      <a:pt x="48" y="25"/>
                      <a:pt x="48" y="26"/>
                    </a:cubicBezTo>
                    <a:cubicBezTo>
                      <a:pt x="48" y="25"/>
                      <a:pt x="48" y="24"/>
                      <a:pt x="48" y="24"/>
                    </a:cubicBezTo>
                    <a:cubicBezTo>
                      <a:pt x="48" y="23"/>
                      <a:pt x="48" y="23"/>
                      <a:pt x="48" y="23"/>
                    </a:cubicBezTo>
                    <a:cubicBezTo>
                      <a:pt x="48" y="23"/>
                      <a:pt x="47" y="23"/>
                      <a:pt x="46" y="23"/>
                    </a:cubicBezTo>
                    <a:cubicBezTo>
                      <a:pt x="45" y="24"/>
                      <a:pt x="42" y="26"/>
                      <a:pt x="40" y="27"/>
                    </a:cubicBezTo>
                    <a:cubicBezTo>
                      <a:pt x="38" y="29"/>
                      <a:pt x="36" y="30"/>
                      <a:pt x="34" y="32"/>
                    </a:cubicBezTo>
                    <a:cubicBezTo>
                      <a:pt x="33" y="33"/>
                      <a:pt x="32" y="34"/>
                      <a:pt x="31" y="35"/>
                    </a:cubicBezTo>
                    <a:cubicBezTo>
                      <a:pt x="30" y="37"/>
                      <a:pt x="28" y="39"/>
                      <a:pt x="27" y="41"/>
                    </a:cubicBezTo>
                    <a:cubicBezTo>
                      <a:pt x="26" y="42"/>
                      <a:pt x="25" y="44"/>
                      <a:pt x="25" y="45"/>
                    </a:cubicBezTo>
                    <a:cubicBezTo>
                      <a:pt x="24" y="46"/>
                      <a:pt x="24" y="47"/>
                      <a:pt x="23" y="49"/>
                    </a:cubicBezTo>
                    <a:cubicBezTo>
                      <a:pt x="23" y="50"/>
                      <a:pt x="23" y="51"/>
                      <a:pt x="23" y="52"/>
                    </a:cubicBezTo>
                    <a:cubicBezTo>
                      <a:pt x="23" y="53"/>
                      <a:pt x="22" y="54"/>
                      <a:pt x="22" y="55"/>
                    </a:cubicBezTo>
                    <a:lnTo>
                      <a:pt x="22" y="56"/>
                    </a:lnTo>
                    <a:cubicBezTo>
                      <a:pt x="23" y="56"/>
                      <a:pt x="23" y="56"/>
                      <a:pt x="24" y="56"/>
                    </a:cubicBezTo>
                    <a:cubicBezTo>
                      <a:pt x="27" y="56"/>
                      <a:pt x="30" y="56"/>
                      <a:pt x="33" y="56"/>
                    </a:cubicBezTo>
                    <a:cubicBezTo>
                      <a:pt x="35" y="56"/>
                      <a:pt x="37" y="57"/>
                      <a:pt x="39" y="58"/>
                    </a:cubicBezTo>
                    <a:moveTo>
                      <a:pt x="39" y="123"/>
                    </a:moveTo>
                    <a:cubicBezTo>
                      <a:pt x="34" y="123"/>
                      <a:pt x="29" y="123"/>
                      <a:pt x="24" y="121"/>
                    </a:cubicBezTo>
                    <a:cubicBezTo>
                      <a:pt x="20" y="120"/>
                      <a:pt x="16" y="117"/>
                      <a:pt x="14" y="113"/>
                    </a:cubicBezTo>
                    <a:cubicBezTo>
                      <a:pt x="13" y="112"/>
                      <a:pt x="12" y="111"/>
                      <a:pt x="11" y="109"/>
                    </a:cubicBezTo>
                    <a:cubicBezTo>
                      <a:pt x="11" y="106"/>
                      <a:pt x="11" y="104"/>
                      <a:pt x="11" y="101"/>
                    </a:cubicBezTo>
                    <a:cubicBezTo>
                      <a:pt x="11" y="96"/>
                      <a:pt x="15" y="92"/>
                      <a:pt x="18" y="88"/>
                    </a:cubicBezTo>
                    <a:cubicBezTo>
                      <a:pt x="21" y="85"/>
                      <a:pt x="24" y="81"/>
                      <a:pt x="27" y="78"/>
                    </a:cubicBezTo>
                    <a:lnTo>
                      <a:pt x="26" y="78"/>
                    </a:lnTo>
                    <a:cubicBezTo>
                      <a:pt x="22" y="78"/>
                      <a:pt x="18" y="78"/>
                      <a:pt x="14" y="77"/>
                    </a:cubicBezTo>
                    <a:cubicBezTo>
                      <a:pt x="9" y="75"/>
                      <a:pt x="5" y="71"/>
                      <a:pt x="3" y="66"/>
                    </a:cubicBezTo>
                    <a:cubicBezTo>
                      <a:pt x="2" y="64"/>
                      <a:pt x="1" y="61"/>
                      <a:pt x="1" y="58"/>
                    </a:cubicBezTo>
                    <a:cubicBezTo>
                      <a:pt x="0" y="55"/>
                      <a:pt x="1" y="51"/>
                      <a:pt x="2" y="48"/>
                    </a:cubicBezTo>
                    <a:cubicBezTo>
                      <a:pt x="3" y="42"/>
                      <a:pt x="5" y="36"/>
                      <a:pt x="8" y="31"/>
                    </a:cubicBezTo>
                    <a:cubicBezTo>
                      <a:pt x="12" y="25"/>
                      <a:pt x="16" y="19"/>
                      <a:pt x="21" y="14"/>
                    </a:cubicBezTo>
                    <a:cubicBezTo>
                      <a:pt x="27" y="10"/>
                      <a:pt x="32" y="6"/>
                      <a:pt x="38" y="3"/>
                    </a:cubicBezTo>
                    <a:cubicBezTo>
                      <a:pt x="44" y="0"/>
                      <a:pt x="52" y="0"/>
                      <a:pt x="58" y="3"/>
                    </a:cubicBezTo>
                    <a:cubicBezTo>
                      <a:pt x="63" y="5"/>
                      <a:pt x="67" y="10"/>
                      <a:pt x="68" y="16"/>
                    </a:cubicBezTo>
                    <a:cubicBezTo>
                      <a:pt x="70" y="23"/>
                      <a:pt x="70" y="30"/>
                      <a:pt x="69" y="38"/>
                    </a:cubicBezTo>
                    <a:cubicBezTo>
                      <a:pt x="67" y="45"/>
                      <a:pt x="66" y="52"/>
                      <a:pt x="63" y="58"/>
                    </a:cubicBezTo>
                    <a:cubicBezTo>
                      <a:pt x="61" y="62"/>
                      <a:pt x="59" y="66"/>
                      <a:pt x="57" y="70"/>
                    </a:cubicBezTo>
                    <a:cubicBezTo>
                      <a:pt x="51" y="80"/>
                      <a:pt x="45" y="89"/>
                      <a:pt x="38" y="98"/>
                    </a:cubicBezTo>
                    <a:cubicBezTo>
                      <a:pt x="37" y="99"/>
                      <a:pt x="37" y="101"/>
                      <a:pt x="35" y="102"/>
                    </a:cubicBezTo>
                    <a:cubicBezTo>
                      <a:pt x="39" y="102"/>
                      <a:pt x="42" y="102"/>
                      <a:pt x="46" y="102"/>
                    </a:cubicBezTo>
                    <a:cubicBezTo>
                      <a:pt x="50" y="102"/>
                      <a:pt x="54" y="102"/>
                      <a:pt x="58" y="102"/>
                    </a:cubicBezTo>
                    <a:cubicBezTo>
                      <a:pt x="62" y="102"/>
                      <a:pt x="66" y="102"/>
                      <a:pt x="70" y="101"/>
                    </a:cubicBezTo>
                    <a:cubicBezTo>
                      <a:pt x="78" y="101"/>
                      <a:pt x="85" y="99"/>
                      <a:pt x="93" y="99"/>
                    </a:cubicBezTo>
                    <a:cubicBezTo>
                      <a:pt x="98" y="98"/>
                      <a:pt x="104" y="101"/>
                      <a:pt x="105" y="107"/>
                    </a:cubicBezTo>
                    <a:cubicBezTo>
                      <a:pt x="105" y="112"/>
                      <a:pt x="102" y="118"/>
                      <a:pt x="96" y="119"/>
                    </a:cubicBezTo>
                    <a:cubicBezTo>
                      <a:pt x="79" y="121"/>
                      <a:pt x="63" y="124"/>
                      <a:pt x="45" y="124"/>
                    </a:cubicBezTo>
                    <a:cubicBezTo>
                      <a:pt x="44" y="124"/>
                      <a:pt x="41" y="124"/>
                      <a:pt x="39" y="1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7" name="Google Shape;1367;p16"/>
              <p:cNvSpPr/>
              <p:nvPr/>
            </p:nvSpPr>
            <p:spPr>
              <a:xfrm>
                <a:off x="2673720" y="530280"/>
                <a:ext cx="32760" cy="9360"/>
              </a:xfrm>
              <a:custGeom>
                <a:avLst/>
                <a:gdLst/>
                <a:ahLst/>
                <a:cxnLst/>
                <a:rect l="l" t="t" r="r" b="b"/>
                <a:pathLst>
                  <a:path w="91" h="26" extrusionOk="0">
                    <a:moveTo>
                      <a:pt x="44" y="25"/>
                    </a:moveTo>
                    <a:cubicBezTo>
                      <a:pt x="37" y="25"/>
                      <a:pt x="31" y="25"/>
                      <a:pt x="25" y="25"/>
                    </a:cubicBezTo>
                    <a:cubicBezTo>
                      <a:pt x="23" y="25"/>
                      <a:pt x="20" y="24"/>
                      <a:pt x="18" y="24"/>
                    </a:cubicBezTo>
                    <a:cubicBezTo>
                      <a:pt x="15" y="23"/>
                      <a:pt x="12" y="23"/>
                      <a:pt x="9" y="22"/>
                    </a:cubicBezTo>
                    <a:cubicBezTo>
                      <a:pt x="3" y="19"/>
                      <a:pt x="0" y="12"/>
                      <a:pt x="4" y="7"/>
                    </a:cubicBezTo>
                    <a:cubicBezTo>
                      <a:pt x="6" y="1"/>
                      <a:pt x="13" y="0"/>
                      <a:pt x="18" y="2"/>
                    </a:cubicBezTo>
                    <a:cubicBezTo>
                      <a:pt x="20" y="3"/>
                      <a:pt x="21" y="3"/>
                      <a:pt x="23" y="3"/>
                    </a:cubicBezTo>
                    <a:cubicBezTo>
                      <a:pt x="28" y="4"/>
                      <a:pt x="33" y="4"/>
                      <a:pt x="38" y="4"/>
                    </a:cubicBezTo>
                    <a:cubicBezTo>
                      <a:pt x="52" y="4"/>
                      <a:pt x="65" y="4"/>
                      <a:pt x="79" y="4"/>
                    </a:cubicBezTo>
                    <a:cubicBezTo>
                      <a:pt x="84" y="4"/>
                      <a:pt x="90" y="8"/>
                      <a:pt x="90" y="14"/>
                    </a:cubicBezTo>
                    <a:cubicBezTo>
                      <a:pt x="90" y="20"/>
                      <a:pt x="85" y="25"/>
                      <a:pt x="79" y="25"/>
                    </a:cubicBezTo>
                    <a:cubicBezTo>
                      <a:pt x="72" y="25"/>
                      <a:pt x="64" y="25"/>
                      <a:pt x="56" y="25"/>
                    </a:cubicBezTo>
                    <a:cubicBezTo>
                      <a:pt x="52" y="25"/>
                      <a:pt x="48" y="25"/>
                      <a:pt x="44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8" name="Google Shape;1368;p16"/>
              <p:cNvSpPr/>
              <p:nvPr/>
            </p:nvSpPr>
            <p:spPr>
              <a:xfrm>
                <a:off x="2691360" y="510480"/>
                <a:ext cx="24480" cy="34200"/>
              </a:xfrm>
              <a:custGeom>
                <a:avLst/>
                <a:gdLst/>
                <a:ahLst/>
                <a:cxnLst/>
                <a:rect l="l" t="t" r="r" b="b"/>
                <a:pathLst>
                  <a:path w="68" h="95" extrusionOk="0">
                    <a:moveTo>
                      <a:pt x="9" y="94"/>
                    </a:moveTo>
                    <a:cubicBezTo>
                      <a:pt x="4" y="92"/>
                      <a:pt x="0" y="86"/>
                      <a:pt x="2" y="81"/>
                    </a:cubicBezTo>
                    <a:cubicBezTo>
                      <a:pt x="5" y="68"/>
                      <a:pt x="10" y="56"/>
                      <a:pt x="16" y="44"/>
                    </a:cubicBezTo>
                    <a:cubicBezTo>
                      <a:pt x="17" y="41"/>
                      <a:pt x="19" y="38"/>
                      <a:pt x="21" y="34"/>
                    </a:cubicBezTo>
                    <a:cubicBezTo>
                      <a:pt x="23" y="29"/>
                      <a:pt x="27" y="24"/>
                      <a:pt x="31" y="19"/>
                    </a:cubicBezTo>
                    <a:cubicBezTo>
                      <a:pt x="35" y="12"/>
                      <a:pt x="41" y="7"/>
                      <a:pt x="48" y="3"/>
                    </a:cubicBezTo>
                    <a:cubicBezTo>
                      <a:pt x="53" y="0"/>
                      <a:pt x="60" y="2"/>
                      <a:pt x="63" y="7"/>
                    </a:cubicBezTo>
                    <a:cubicBezTo>
                      <a:pt x="67" y="13"/>
                      <a:pt x="64" y="20"/>
                      <a:pt x="58" y="23"/>
                    </a:cubicBezTo>
                    <a:cubicBezTo>
                      <a:pt x="57" y="23"/>
                      <a:pt x="57" y="24"/>
                      <a:pt x="56" y="24"/>
                    </a:cubicBezTo>
                    <a:cubicBezTo>
                      <a:pt x="56" y="24"/>
                      <a:pt x="55" y="24"/>
                      <a:pt x="55" y="25"/>
                    </a:cubicBezTo>
                    <a:cubicBezTo>
                      <a:pt x="53" y="26"/>
                      <a:pt x="52" y="27"/>
                      <a:pt x="51" y="27"/>
                    </a:cubicBezTo>
                    <a:cubicBezTo>
                      <a:pt x="51" y="28"/>
                      <a:pt x="50" y="28"/>
                      <a:pt x="50" y="29"/>
                    </a:cubicBezTo>
                    <a:cubicBezTo>
                      <a:pt x="48" y="31"/>
                      <a:pt x="46" y="34"/>
                      <a:pt x="43" y="37"/>
                    </a:cubicBezTo>
                    <a:cubicBezTo>
                      <a:pt x="40" y="43"/>
                      <a:pt x="37" y="49"/>
                      <a:pt x="34" y="55"/>
                    </a:cubicBezTo>
                    <a:cubicBezTo>
                      <a:pt x="32" y="59"/>
                      <a:pt x="30" y="64"/>
                      <a:pt x="28" y="69"/>
                    </a:cubicBezTo>
                    <a:cubicBezTo>
                      <a:pt x="25" y="74"/>
                      <a:pt x="23" y="81"/>
                      <a:pt x="21" y="87"/>
                    </a:cubicBezTo>
                    <a:cubicBezTo>
                      <a:pt x="20" y="91"/>
                      <a:pt x="16" y="94"/>
                      <a:pt x="11" y="94"/>
                    </a:cubicBezTo>
                    <a:cubicBezTo>
                      <a:pt x="10" y="94"/>
                      <a:pt x="10" y="94"/>
                      <a:pt x="9" y="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9" name="Google Shape;1369;p16"/>
              <p:cNvSpPr/>
              <p:nvPr/>
            </p:nvSpPr>
            <p:spPr>
              <a:xfrm>
                <a:off x="2721240" y="491760"/>
                <a:ext cx="39960" cy="84960"/>
              </a:xfrm>
              <a:custGeom>
                <a:avLst/>
                <a:gdLst/>
                <a:ahLst/>
                <a:cxnLst/>
                <a:rect l="l" t="t" r="r" b="b"/>
                <a:pathLst>
                  <a:path w="111" h="236" extrusionOk="0">
                    <a:moveTo>
                      <a:pt x="47" y="226"/>
                    </a:moveTo>
                    <a:cubicBezTo>
                      <a:pt x="46" y="220"/>
                      <a:pt x="50" y="214"/>
                      <a:pt x="57" y="213"/>
                    </a:cubicBezTo>
                    <a:cubicBezTo>
                      <a:pt x="58" y="213"/>
                      <a:pt x="59" y="213"/>
                      <a:pt x="60" y="213"/>
                    </a:cubicBezTo>
                    <a:cubicBezTo>
                      <a:pt x="61" y="212"/>
                      <a:pt x="62" y="212"/>
                      <a:pt x="64" y="211"/>
                    </a:cubicBezTo>
                    <a:cubicBezTo>
                      <a:pt x="65" y="210"/>
                      <a:pt x="68" y="209"/>
                      <a:pt x="70" y="207"/>
                    </a:cubicBezTo>
                    <a:cubicBezTo>
                      <a:pt x="72" y="206"/>
                      <a:pt x="74" y="204"/>
                      <a:pt x="76" y="203"/>
                    </a:cubicBezTo>
                    <a:cubicBezTo>
                      <a:pt x="77" y="202"/>
                      <a:pt x="78" y="200"/>
                      <a:pt x="79" y="199"/>
                    </a:cubicBezTo>
                    <a:cubicBezTo>
                      <a:pt x="81" y="197"/>
                      <a:pt x="81" y="196"/>
                      <a:pt x="82" y="195"/>
                    </a:cubicBezTo>
                    <a:cubicBezTo>
                      <a:pt x="83" y="194"/>
                      <a:pt x="83" y="193"/>
                      <a:pt x="84" y="192"/>
                    </a:cubicBezTo>
                    <a:cubicBezTo>
                      <a:pt x="85" y="191"/>
                      <a:pt x="85" y="189"/>
                      <a:pt x="86" y="188"/>
                    </a:cubicBezTo>
                    <a:cubicBezTo>
                      <a:pt x="86" y="186"/>
                      <a:pt x="87" y="183"/>
                      <a:pt x="88" y="181"/>
                    </a:cubicBezTo>
                    <a:cubicBezTo>
                      <a:pt x="88" y="178"/>
                      <a:pt x="88" y="174"/>
                      <a:pt x="89" y="171"/>
                    </a:cubicBezTo>
                    <a:cubicBezTo>
                      <a:pt x="89" y="169"/>
                      <a:pt x="89" y="167"/>
                      <a:pt x="88" y="164"/>
                    </a:cubicBezTo>
                    <a:cubicBezTo>
                      <a:pt x="88" y="162"/>
                      <a:pt x="88" y="160"/>
                      <a:pt x="87" y="157"/>
                    </a:cubicBezTo>
                    <a:cubicBezTo>
                      <a:pt x="86" y="154"/>
                      <a:pt x="86" y="152"/>
                      <a:pt x="85" y="149"/>
                    </a:cubicBezTo>
                    <a:cubicBezTo>
                      <a:pt x="83" y="146"/>
                      <a:pt x="82" y="143"/>
                      <a:pt x="81" y="140"/>
                    </a:cubicBezTo>
                    <a:cubicBezTo>
                      <a:pt x="79" y="138"/>
                      <a:pt x="78" y="136"/>
                      <a:pt x="77" y="134"/>
                    </a:cubicBezTo>
                    <a:cubicBezTo>
                      <a:pt x="75" y="132"/>
                      <a:pt x="74" y="130"/>
                      <a:pt x="72" y="128"/>
                    </a:cubicBezTo>
                    <a:cubicBezTo>
                      <a:pt x="71" y="127"/>
                      <a:pt x="70" y="126"/>
                      <a:pt x="69" y="125"/>
                    </a:cubicBezTo>
                    <a:cubicBezTo>
                      <a:pt x="67" y="123"/>
                      <a:pt x="65" y="122"/>
                      <a:pt x="63" y="121"/>
                    </a:cubicBezTo>
                    <a:cubicBezTo>
                      <a:pt x="61" y="119"/>
                      <a:pt x="59" y="118"/>
                      <a:pt x="57" y="117"/>
                    </a:cubicBezTo>
                    <a:cubicBezTo>
                      <a:pt x="55" y="117"/>
                      <a:pt x="54" y="116"/>
                      <a:pt x="52" y="115"/>
                    </a:cubicBezTo>
                    <a:cubicBezTo>
                      <a:pt x="48" y="114"/>
                      <a:pt x="46" y="114"/>
                      <a:pt x="43" y="112"/>
                    </a:cubicBezTo>
                    <a:cubicBezTo>
                      <a:pt x="39" y="109"/>
                      <a:pt x="36" y="104"/>
                      <a:pt x="38" y="98"/>
                    </a:cubicBezTo>
                    <a:cubicBezTo>
                      <a:pt x="40" y="94"/>
                      <a:pt x="44" y="89"/>
                      <a:pt x="47" y="85"/>
                    </a:cubicBezTo>
                    <a:cubicBezTo>
                      <a:pt x="49" y="81"/>
                      <a:pt x="51" y="76"/>
                      <a:pt x="54" y="72"/>
                    </a:cubicBezTo>
                    <a:cubicBezTo>
                      <a:pt x="56" y="67"/>
                      <a:pt x="58" y="62"/>
                      <a:pt x="60" y="57"/>
                    </a:cubicBezTo>
                    <a:cubicBezTo>
                      <a:pt x="61" y="52"/>
                      <a:pt x="62" y="48"/>
                      <a:pt x="62" y="43"/>
                    </a:cubicBezTo>
                    <a:cubicBezTo>
                      <a:pt x="63" y="41"/>
                      <a:pt x="64" y="38"/>
                      <a:pt x="64" y="36"/>
                    </a:cubicBezTo>
                    <a:cubicBezTo>
                      <a:pt x="64" y="34"/>
                      <a:pt x="64" y="31"/>
                      <a:pt x="64" y="30"/>
                    </a:cubicBezTo>
                    <a:cubicBezTo>
                      <a:pt x="64" y="29"/>
                      <a:pt x="63" y="28"/>
                      <a:pt x="63" y="27"/>
                    </a:cubicBezTo>
                    <a:lnTo>
                      <a:pt x="63" y="26"/>
                    </a:lnTo>
                    <a:cubicBezTo>
                      <a:pt x="62" y="26"/>
                      <a:pt x="62" y="26"/>
                      <a:pt x="62" y="25"/>
                    </a:cubicBezTo>
                    <a:cubicBezTo>
                      <a:pt x="61" y="24"/>
                      <a:pt x="61" y="24"/>
                      <a:pt x="61" y="24"/>
                    </a:cubicBezTo>
                    <a:lnTo>
                      <a:pt x="61" y="23"/>
                    </a:lnTo>
                    <a:lnTo>
                      <a:pt x="60" y="23"/>
                    </a:lnTo>
                    <a:lnTo>
                      <a:pt x="59" y="23"/>
                    </a:lnTo>
                    <a:lnTo>
                      <a:pt x="58" y="23"/>
                    </a:lnTo>
                    <a:lnTo>
                      <a:pt x="57" y="23"/>
                    </a:lnTo>
                    <a:cubicBezTo>
                      <a:pt x="56" y="23"/>
                      <a:pt x="55" y="23"/>
                      <a:pt x="55" y="23"/>
                    </a:cubicBezTo>
                    <a:cubicBezTo>
                      <a:pt x="53" y="25"/>
                      <a:pt x="51" y="26"/>
                      <a:pt x="49" y="27"/>
                    </a:cubicBezTo>
                    <a:cubicBezTo>
                      <a:pt x="44" y="30"/>
                      <a:pt x="40" y="34"/>
                      <a:pt x="36" y="37"/>
                    </a:cubicBezTo>
                    <a:cubicBezTo>
                      <a:pt x="34" y="40"/>
                      <a:pt x="32" y="42"/>
                      <a:pt x="29" y="45"/>
                    </a:cubicBezTo>
                    <a:cubicBezTo>
                      <a:pt x="28" y="47"/>
                      <a:pt x="26" y="48"/>
                      <a:pt x="25" y="50"/>
                    </a:cubicBezTo>
                    <a:cubicBezTo>
                      <a:pt x="25" y="51"/>
                      <a:pt x="25" y="51"/>
                      <a:pt x="24" y="52"/>
                    </a:cubicBezTo>
                    <a:cubicBezTo>
                      <a:pt x="25" y="54"/>
                      <a:pt x="26" y="55"/>
                      <a:pt x="26" y="57"/>
                    </a:cubicBezTo>
                    <a:cubicBezTo>
                      <a:pt x="26" y="64"/>
                      <a:pt x="21" y="68"/>
                      <a:pt x="15" y="68"/>
                    </a:cubicBezTo>
                    <a:cubicBezTo>
                      <a:pt x="14" y="68"/>
                      <a:pt x="14" y="68"/>
                      <a:pt x="14" y="68"/>
                    </a:cubicBezTo>
                    <a:lnTo>
                      <a:pt x="15" y="68"/>
                    </a:lnTo>
                    <a:cubicBezTo>
                      <a:pt x="14" y="68"/>
                      <a:pt x="14" y="68"/>
                      <a:pt x="14" y="68"/>
                    </a:cubicBezTo>
                    <a:cubicBezTo>
                      <a:pt x="11" y="68"/>
                      <a:pt x="8" y="68"/>
                      <a:pt x="5" y="66"/>
                    </a:cubicBezTo>
                    <a:cubicBezTo>
                      <a:pt x="3" y="65"/>
                      <a:pt x="2" y="62"/>
                      <a:pt x="1" y="60"/>
                    </a:cubicBezTo>
                    <a:cubicBezTo>
                      <a:pt x="0" y="57"/>
                      <a:pt x="0" y="54"/>
                      <a:pt x="1" y="50"/>
                    </a:cubicBezTo>
                    <a:cubicBezTo>
                      <a:pt x="2" y="47"/>
                      <a:pt x="4" y="44"/>
                      <a:pt x="5" y="41"/>
                    </a:cubicBezTo>
                    <a:cubicBezTo>
                      <a:pt x="7" y="38"/>
                      <a:pt x="9" y="36"/>
                      <a:pt x="11" y="33"/>
                    </a:cubicBezTo>
                    <a:cubicBezTo>
                      <a:pt x="15" y="28"/>
                      <a:pt x="20" y="23"/>
                      <a:pt x="25" y="19"/>
                    </a:cubicBezTo>
                    <a:cubicBezTo>
                      <a:pt x="30" y="15"/>
                      <a:pt x="35" y="11"/>
                      <a:pt x="41" y="7"/>
                    </a:cubicBezTo>
                    <a:cubicBezTo>
                      <a:pt x="46" y="4"/>
                      <a:pt x="50" y="2"/>
                      <a:pt x="55" y="1"/>
                    </a:cubicBezTo>
                    <a:cubicBezTo>
                      <a:pt x="62" y="0"/>
                      <a:pt x="69" y="2"/>
                      <a:pt x="74" y="6"/>
                    </a:cubicBezTo>
                    <a:cubicBezTo>
                      <a:pt x="79" y="10"/>
                      <a:pt x="82" y="16"/>
                      <a:pt x="84" y="22"/>
                    </a:cubicBezTo>
                    <a:cubicBezTo>
                      <a:pt x="86" y="29"/>
                      <a:pt x="85" y="37"/>
                      <a:pt x="84" y="44"/>
                    </a:cubicBezTo>
                    <a:cubicBezTo>
                      <a:pt x="82" y="54"/>
                      <a:pt x="79" y="64"/>
                      <a:pt x="76" y="73"/>
                    </a:cubicBezTo>
                    <a:cubicBezTo>
                      <a:pt x="75" y="78"/>
                      <a:pt x="72" y="83"/>
                      <a:pt x="69" y="89"/>
                    </a:cubicBezTo>
                    <a:cubicBezTo>
                      <a:pt x="68" y="92"/>
                      <a:pt x="67" y="94"/>
                      <a:pt x="65" y="97"/>
                    </a:cubicBezTo>
                    <a:cubicBezTo>
                      <a:pt x="76" y="103"/>
                      <a:pt x="85" y="110"/>
                      <a:pt x="92" y="119"/>
                    </a:cubicBezTo>
                    <a:cubicBezTo>
                      <a:pt x="102" y="133"/>
                      <a:pt x="108" y="149"/>
                      <a:pt x="110" y="165"/>
                    </a:cubicBezTo>
                    <a:cubicBezTo>
                      <a:pt x="110" y="172"/>
                      <a:pt x="109" y="181"/>
                      <a:pt x="107" y="188"/>
                    </a:cubicBezTo>
                    <a:cubicBezTo>
                      <a:pt x="106" y="197"/>
                      <a:pt x="102" y="204"/>
                      <a:pt x="97" y="211"/>
                    </a:cubicBezTo>
                    <a:cubicBezTo>
                      <a:pt x="93" y="217"/>
                      <a:pt x="87" y="223"/>
                      <a:pt x="81" y="227"/>
                    </a:cubicBezTo>
                    <a:cubicBezTo>
                      <a:pt x="77" y="229"/>
                      <a:pt x="74" y="231"/>
                      <a:pt x="70" y="232"/>
                    </a:cubicBezTo>
                    <a:cubicBezTo>
                      <a:pt x="67" y="234"/>
                      <a:pt x="64" y="235"/>
                      <a:pt x="60" y="235"/>
                    </a:cubicBezTo>
                    <a:cubicBezTo>
                      <a:pt x="60" y="235"/>
                      <a:pt x="59" y="235"/>
                      <a:pt x="58" y="235"/>
                    </a:cubicBezTo>
                    <a:cubicBezTo>
                      <a:pt x="53" y="235"/>
                      <a:pt x="48" y="232"/>
                      <a:pt x="47" y="2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0" name="Google Shape;1370;p16"/>
              <p:cNvSpPr/>
              <p:nvPr/>
            </p:nvSpPr>
            <p:spPr>
              <a:xfrm>
                <a:off x="2768760" y="549720"/>
                <a:ext cx="30960" cy="41400"/>
              </a:xfrm>
              <a:custGeom>
                <a:avLst/>
                <a:gdLst/>
                <a:ahLst/>
                <a:cxnLst/>
                <a:rect l="l" t="t" r="r" b="b"/>
                <a:pathLst>
                  <a:path w="86" h="115" extrusionOk="0">
                    <a:moveTo>
                      <a:pt x="7" y="113"/>
                    </a:moveTo>
                    <a:cubicBezTo>
                      <a:pt x="2" y="110"/>
                      <a:pt x="0" y="104"/>
                      <a:pt x="3" y="99"/>
                    </a:cubicBezTo>
                    <a:cubicBezTo>
                      <a:pt x="11" y="82"/>
                      <a:pt x="20" y="65"/>
                      <a:pt x="30" y="49"/>
                    </a:cubicBezTo>
                    <a:cubicBezTo>
                      <a:pt x="30" y="50"/>
                      <a:pt x="30" y="50"/>
                      <a:pt x="29" y="50"/>
                    </a:cubicBezTo>
                    <a:cubicBezTo>
                      <a:pt x="30" y="49"/>
                      <a:pt x="30" y="49"/>
                      <a:pt x="31" y="48"/>
                    </a:cubicBezTo>
                    <a:cubicBezTo>
                      <a:pt x="33" y="45"/>
                      <a:pt x="35" y="42"/>
                      <a:pt x="37" y="38"/>
                    </a:cubicBezTo>
                    <a:cubicBezTo>
                      <a:pt x="40" y="34"/>
                      <a:pt x="44" y="28"/>
                      <a:pt x="47" y="24"/>
                    </a:cubicBezTo>
                    <a:cubicBezTo>
                      <a:pt x="53" y="16"/>
                      <a:pt x="59" y="8"/>
                      <a:pt x="68" y="3"/>
                    </a:cubicBezTo>
                    <a:cubicBezTo>
                      <a:pt x="72" y="0"/>
                      <a:pt x="79" y="2"/>
                      <a:pt x="82" y="7"/>
                    </a:cubicBezTo>
                    <a:cubicBezTo>
                      <a:pt x="85" y="12"/>
                      <a:pt x="84" y="19"/>
                      <a:pt x="79" y="22"/>
                    </a:cubicBezTo>
                    <a:cubicBezTo>
                      <a:pt x="78" y="23"/>
                      <a:pt x="77" y="23"/>
                      <a:pt x="76" y="24"/>
                    </a:cubicBezTo>
                    <a:cubicBezTo>
                      <a:pt x="76" y="24"/>
                      <a:pt x="75" y="24"/>
                      <a:pt x="75" y="25"/>
                    </a:cubicBezTo>
                    <a:cubicBezTo>
                      <a:pt x="75" y="24"/>
                      <a:pt x="75" y="24"/>
                      <a:pt x="76" y="24"/>
                    </a:cubicBezTo>
                    <a:cubicBezTo>
                      <a:pt x="73" y="26"/>
                      <a:pt x="72" y="28"/>
                      <a:pt x="69" y="30"/>
                    </a:cubicBezTo>
                    <a:cubicBezTo>
                      <a:pt x="68" y="33"/>
                      <a:pt x="65" y="35"/>
                      <a:pt x="63" y="38"/>
                    </a:cubicBezTo>
                    <a:cubicBezTo>
                      <a:pt x="61" y="41"/>
                      <a:pt x="59" y="43"/>
                      <a:pt x="58" y="46"/>
                    </a:cubicBezTo>
                    <a:cubicBezTo>
                      <a:pt x="54" y="51"/>
                      <a:pt x="51" y="56"/>
                      <a:pt x="47" y="62"/>
                    </a:cubicBezTo>
                    <a:cubicBezTo>
                      <a:pt x="38" y="77"/>
                      <a:pt x="29" y="92"/>
                      <a:pt x="21" y="109"/>
                    </a:cubicBezTo>
                    <a:cubicBezTo>
                      <a:pt x="19" y="112"/>
                      <a:pt x="16" y="114"/>
                      <a:pt x="12" y="114"/>
                    </a:cubicBezTo>
                    <a:cubicBezTo>
                      <a:pt x="10" y="114"/>
                      <a:pt x="8" y="114"/>
                      <a:pt x="7" y="1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1" name="Google Shape;1371;p16"/>
              <p:cNvSpPr/>
              <p:nvPr/>
            </p:nvSpPr>
            <p:spPr>
              <a:xfrm>
                <a:off x="2819880" y="498960"/>
                <a:ext cx="27720" cy="53280"/>
              </a:xfrm>
              <a:custGeom>
                <a:avLst/>
                <a:gdLst/>
                <a:ahLst/>
                <a:cxnLst/>
                <a:rect l="l" t="t" r="r" b="b"/>
                <a:pathLst>
                  <a:path w="77" h="148" extrusionOk="0">
                    <a:moveTo>
                      <a:pt x="54" y="140"/>
                    </a:moveTo>
                    <a:cubicBezTo>
                      <a:pt x="46" y="119"/>
                      <a:pt x="38" y="98"/>
                      <a:pt x="29" y="77"/>
                    </a:cubicBezTo>
                    <a:cubicBezTo>
                      <a:pt x="26" y="67"/>
                      <a:pt x="22" y="58"/>
                      <a:pt x="18" y="48"/>
                    </a:cubicBezTo>
                    <a:cubicBezTo>
                      <a:pt x="14" y="40"/>
                      <a:pt x="10" y="32"/>
                      <a:pt x="6" y="24"/>
                    </a:cubicBezTo>
                    <a:cubicBezTo>
                      <a:pt x="2" y="21"/>
                      <a:pt x="0" y="17"/>
                      <a:pt x="1" y="13"/>
                    </a:cubicBezTo>
                    <a:cubicBezTo>
                      <a:pt x="1" y="12"/>
                      <a:pt x="1" y="11"/>
                      <a:pt x="1" y="11"/>
                    </a:cubicBezTo>
                    <a:cubicBezTo>
                      <a:pt x="1" y="5"/>
                      <a:pt x="7" y="0"/>
                      <a:pt x="13" y="1"/>
                    </a:cubicBezTo>
                    <a:cubicBezTo>
                      <a:pt x="15" y="1"/>
                      <a:pt x="18" y="2"/>
                      <a:pt x="20" y="4"/>
                    </a:cubicBezTo>
                    <a:cubicBezTo>
                      <a:pt x="22" y="6"/>
                      <a:pt x="23" y="9"/>
                      <a:pt x="24" y="11"/>
                    </a:cubicBezTo>
                    <a:cubicBezTo>
                      <a:pt x="26" y="14"/>
                      <a:pt x="27" y="18"/>
                      <a:pt x="29" y="21"/>
                    </a:cubicBezTo>
                    <a:cubicBezTo>
                      <a:pt x="30" y="26"/>
                      <a:pt x="33" y="31"/>
                      <a:pt x="35" y="37"/>
                    </a:cubicBezTo>
                    <a:cubicBezTo>
                      <a:pt x="39" y="46"/>
                      <a:pt x="43" y="57"/>
                      <a:pt x="47" y="67"/>
                    </a:cubicBezTo>
                    <a:cubicBezTo>
                      <a:pt x="57" y="88"/>
                      <a:pt x="65" y="110"/>
                      <a:pt x="74" y="131"/>
                    </a:cubicBezTo>
                    <a:cubicBezTo>
                      <a:pt x="76" y="137"/>
                      <a:pt x="74" y="143"/>
                      <a:pt x="68" y="145"/>
                    </a:cubicBezTo>
                    <a:cubicBezTo>
                      <a:pt x="67" y="146"/>
                      <a:pt x="65" y="147"/>
                      <a:pt x="64" y="147"/>
                    </a:cubicBezTo>
                    <a:cubicBezTo>
                      <a:pt x="60" y="147"/>
                      <a:pt x="55" y="144"/>
                      <a:pt x="54" y="1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2" name="Google Shape;1372;p16"/>
              <p:cNvSpPr/>
              <p:nvPr/>
            </p:nvSpPr>
            <p:spPr>
              <a:xfrm>
                <a:off x="2815200" y="502560"/>
                <a:ext cx="56520" cy="55080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53" extrusionOk="0">
                    <a:moveTo>
                      <a:pt x="7" y="151"/>
                    </a:moveTo>
                    <a:cubicBezTo>
                      <a:pt x="1" y="148"/>
                      <a:pt x="0" y="141"/>
                      <a:pt x="2" y="137"/>
                    </a:cubicBezTo>
                    <a:cubicBezTo>
                      <a:pt x="8" y="125"/>
                      <a:pt x="15" y="114"/>
                      <a:pt x="23" y="104"/>
                    </a:cubicBezTo>
                    <a:cubicBezTo>
                      <a:pt x="29" y="95"/>
                      <a:pt x="36" y="86"/>
                      <a:pt x="44" y="77"/>
                    </a:cubicBezTo>
                    <a:cubicBezTo>
                      <a:pt x="52" y="67"/>
                      <a:pt x="61" y="57"/>
                      <a:pt x="69" y="48"/>
                    </a:cubicBezTo>
                    <a:cubicBezTo>
                      <a:pt x="78" y="38"/>
                      <a:pt x="88" y="29"/>
                      <a:pt x="98" y="21"/>
                    </a:cubicBezTo>
                    <a:cubicBezTo>
                      <a:pt x="110" y="12"/>
                      <a:pt x="123" y="4"/>
                      <a:pt x="137" y="1"/>
                    </a:cubicBezTo>
                    <a:cubicBezTo>
                      <a:pt x="139" y="1"/>
                      <a:pt x="141" y="1"/>
                      <a:pt x="142" y="1"/>
                    </a:cubicBezTo>
                    <a:cubicBezTo>
                      <a:pt x="148" y="0"/>
                      <a:pt x="154" y="4"/>
                      <a:pt x="155" y="10"/>
                    </a:cubicBezTo>
                    <a:cubicBezTo>
                      <a:pt x="156" y="17"/>
                      <a:pt x="151" y="22"/>
                      <a:pt x="145" y="22"/>
                    </a:cubicBezTo>
                    <a:cubicBezTo>
                      <a:pt x="143" y="23"/>
                      <a:pt x="142" y="23"/>
                      <a:pt x="141" y="23"/>
                    </a:cubicBezTo>
                    <a:cubicBezTo>
                      <a:pt x="140" y="23"/>
                      <a:pt x="139" y="23"/>
                      <a:pt x="139" y="23"/>
                    </a:cubicBezTo>
                    <a:cubicBezTo>
                      <a:pt x="137" y="24"/>
                      <a:pt x="134" y="25"/>
                      <a:pt x="132" y="25"/>
                    </a:cubicBezTo>
                    <a:cubicBezTo>
                      <a:pt x="129" y="27"/>
                      <a:pt x="127" y="28"/>
                      <a:pt x="124" y="29"/>
                    </a:cubicBezTo>
                    <a:cubicBezTo>
                      <a:pt x="120" y="31"/>
                      <a:pt x="116" y="34"/>
                      <a:pt x="113" y="36"/>
                    </a:cubicBezTo>
                    <a:cubicBezTo>
                      <a:pt x="108" y="39"/>
                      <a:pt x="104" y="43"/>
                      <a:pt x="99" y="46"/>
                    </a:cubicBezTo>
                    <a:cubicBezTo>
                      <a:pt x="93" y="53"/>
                      <a:pt x="86" y="59"/>
                      <a:pt x="80" y="66"/>
                    </a:cubicBezTo>
                    <a:cubicBezTo>
                      <a:pt x="76" y="70"/>
                      <a:pt x="72" y="75"/>
                      <a:pt x="68" y="80"/>
                    </a:cubicBezTo>
                    <a:cubicBezTo>
                      <a:pt x="61" y="88"/>
                      <a:pt x="55" y="95"/>
                      <a:pt x="49" y="103"/>
                    </a:cubicBezTo>
                    <a:cubicBezTo>
                      <a:pt x="43" y="111"/>
                      <a:pt x="37" y="119"/>
                      <a:pt x="32" y="127"/>
                    </a:cubicBezTo>
                    <a:cubicBezTo>
                      <a:pt x="28" y="134"/>
                      <a:pt x="24" y="140"/>
                      <a:pt x="21" y="147"/>
                    </a:cubicBezTo>
                    <a:cubicBezTo>
                      <a:pt x="19" y="150"/>
                      <a:pt x="15" y="152"/>
                      <a:pt x="12" y="152"/>
                    </a:cubicBezTo>
                    <a:cubicBezTo>
                      <a:pt x="10" y="152"/>
                      <a:pt x="8" y="152"/>
                      <a:pt x="7" y="1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3" name="Google Shape;1373;p16"/>
              <p:cNvSpPr/>
              <p:nvPr/>
            </p:nvSpPr>
            <p:spPr>
              <a:xfrm>
                <a:off x="2885760" y="520560"/>
                <a:ext cx="1908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53" h="27" extrusionOk="0">
                    <a:moveTo>
                      <a:pt x="22" y="25"/>
                    </a:moveTo>
                    <a:cubicBezTo>
                      <a:pt x="19" y="25"/>
                      <a:pt x="17" y="24"/>
                      <a:pt x="14" y="24"/>
                    </a:cubicBezTo>
                    <a:cubicBezTo>
                      <a:pt x="13" y="24"/>
                      <a:pt x="12" y="23"/>
                      <a:pt x="11" y="23"/>
                    </a:cubicBezTo>
                    <a:cubicBezTo>
                      <a:pt x="8" y="22"/>
                      <a:pt x="5" y="21"/>
                      <a:pt x="3" y="18"/>
                    </a:cubicBezTo>
                    <a:cubicBezTo>
                      <a:pt x="0" y="16"/>
                      <a:pt x="0" y="10"/>
                      <a:pt x="2" y="6"/>
                    </a:cubicBezTo>
                    <a:cubicBezTo>
                      <a:pt x="4" y="2"/>
                      <a:pt x="9" y="0"/>
                      <a:pt x="14" y="1"/>
                    </a:cubicBezTo>
                    <a:cubicBezTo>
                      <a:pt x="15" y="1"/>
                      <a:pt x="15" y="2"/>
                      <a:pt x="16" y="2"/>
                    </a:cubicBezTo>
                    <a:cubicBezTo>
                      <a:pt x="25" y="3"/>
                      <a:pt x="33" y="3"/>
                      <a:pt x="41" y="4"/>
                    </a:cubicBezTo>
                    <a:cubicBezTo>
                      <a:pt x="47" y="5"/>
                      <a:pt x="52" y="10"/>
                      <a:pt x="51" y="16"/>
                    </a:cubicBezTo>
                    <a:cubicBezTo>
                      <a:pt x="51" y="21"/>
                      <a:pt x="45" y="25"/>
                      <a:pt x="40" y="25"/>
                    </a:cubicBezTo>
                    <a:cubicBezTo>
                      <a:pt x="36" y="25"/>
                      <a:pt x="33" y="25"/>
                      <a:pt x="30" y="24"/>
                    </a:cubicBezTo>
                    <a:cubicBezTo>
                      <a:pt x="28" y="25"/>
                      <a:pt x="26" y="26"/>
                      <a:pt x="24" y="26"/>
                    </a:cubicBezTo>
                    <a:cubicBezTo>
                      <a:pt x="23" y="26"/>
                      <a:pt x="22" y="26"/>
                      <a:pt x="22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4" name="Google Shape;1374;p16"/>
              <p:cNvSpPr/>
              <p:nvPr/>
            </p:nvSpPr>
            <p:spPr>
              <a:xfrm>
                <a:off x="2870280" y="533160"/>
                <a:ext cx="3600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100" h="36" extrusionOk="0">
                    <a:moveTo>
                      <a:pt x="8" y="34"/>
                    </a:moveTo>
                    <a:cubicBezTo>
                      <a:pt x="3" y="32"/>
                      <a:pt x="0" y="26"/>
                      <a:pt x="1" y="21"/>
                    </a:cubicBezTo>
                    <a:cubicBezTo>
                      <a:pt x="2" y="19"/>
                      <a:pt x="2" y="18"/>
                      <a:pt x="3" y="17"/>
                    </a:cubicBezTo>
                    <a:cubicBezTo>
                      <a:pt x="6" y="12"/>
                      <a:pt x="12" y="11"/>
                      <a:pt x="17" y="13"/>
                    </a:cubicBezTo>
                    <a:cubicBezTo>
                      <a:pt x="18" y="13"/>
                      <a:pt x="19" y="13"/>
                      <a:pt x="20" y="13"/>
                    </a:cubicBezTo>
                    <a:cubicBezTo>
                      <a:pt x="31" y="12"/>
                      <a:pt x="42" y="10"/>
                      <a:pt x="52" y="8"/>
                    </a:cubicBezTo>
                    <a:cubicBezTo>
                      <a:pt x="64" y="6"/>
                      <a:pt x="75" y="3"/>
                      <a:pt x="87" y="2"/>
                    </a:cubicBezTo>
                    <a:cubicBezTo>
                      <a:pt x="92" y="0"/>
                      <a:pt x="97" y="4"/>
                      <a:pt x="98" y="10"/>
                    </a:cubicBezTo>
                    <a:cubicBezTo>
                      <a:pt x="99" y="15"/>
                      <a:pt x="95" y="20"/>
                      <a:pt x="89" y="21"/>
                    </a:cubicBezTo>
                    <a:cubicBezTo>
                      <a:pt x="77" y="24"/>
                      <a:pt x="64" y="26"/>
                      <a:pt x="52" y="29"/>
                    </a:cubicBezTo>
                    <a:cubicBezTo>
                      <a:pt x="47" y="30"/>
                      <a:pt x="42" y="31"/>
                      <a:pt x="37" y="32"/>
                    </a:cubicBezTo>
                    <a:cubicBezTo>
                      <a:pt x="34" y="32"/>
                      <a:pt x="31" y="33"/>
                      <a:pt x="28" y="34"/>
                    </a:cubicBezTo>
                    <a:cubicBezTo>
                      <a:pt x="24" y="34"/>
                      <a:pt x="20" y="35"/>
                      <a:pt x="16" y="35"/>
                    </a:cubicBezTo>
                    <a:cubicBezTo>
                      <a:pt x="13" y="35"/>
                      <a:pt x="10" y="35"/>
                      <a:pt x="8" y="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5" name="Google Shape;1375;p16"/>
              <p:cNvSpPr/>
              <p:nvPr/>
            </p:nvSpPr>
            <p:spPr>
              <a:xfrm>
                <a:off x="2928240" y="496440"/>
                <a:ext cx="34920" cy="80280"/>
              </a:xfrm>
              <a:custGeom>
                <a:avLst/>
                <a:gdLst/>
                <a:ahLst/>
                <a:cxnLst/>
                <a:rect l="l" t="t" r="r" b="b"/>
                <a:pathLst>
                  <a:path w="97" h="223" extrusionOk="0">
                    <a:moveTo>
                      <a:pt x="9" y="221"/>
                    </a:moveTo>
                    <a:cubicBezTo>
                      <a:pt x="4" y="220"/>
                      <a:pt x="0" y="214"/>
                      <a:pt x="1" y="208"/>
                    </a:cubicBezTo>
                    <a:cubicBezTo>
                      <a:pt x="3" y="202"/>
                      <a:pt x="9" y="198"/>
                      <a:pt x="15" y="200"/>
                    </a:cubicBezTo>
                    <a:cubicBezTo>
                      <a:pt x="16" y="200"/>
                      <a:pt x="16" y="200"/>
                      <a:pt x="18" y="200"/>
                    </a:cubicBezTo>
                    <a:cubicBezTo>
                      <a:pt x="18" y="200"/>
                      <a:pt x="19" y="200"/>
                      <a:pt x="20" y="200"/>
                    </a:cubicBezTo>
                    <a:cubicBezTo>
                      <a:pt x="19" y="200"/>
                      <a:pt x="19" y="200"/>
                      <a:pt x="18" y="200"/>
                    </a:cubicBezTo>
                    <a:cubicBezTo>
                      <a:pt x="20" y="200"/>
                      <a:pt x="22" y="200"/>
                      <a:pt x="23" y="200"/>
                    </a:cubicBezTo>
                    <a:cubicBezTo>
                      <a:pt x="26" y="200"/>
                      <a:pt x="29" y="199"/>
                      <a:pt x="32" y="198"/>
                    </a:cubicBezTo>
                    <a:cubicBezTo>
                      <a:pt x="32" y="198"/>
                      <a:pt x="31" y="198"/>
                      <a:pt x="30" y="199"/>
                    </a:cubicBezTo>
                    <a:cubicBezTo>
                      <a:pt x="35" y="198"/>
                      <a:pt x="39" y="197"/>
                      <a:pt x="42" y="196"/>
                    </a:cubicBezTo>
                    <a:cubicBezTo>
                      <a:pt x="44" y="194"/>
                      <a:pt x="46" y="194"/>
                      <a:pt x="48" y="193"/>
                    </a:cubicBezTo>
                    <a:cubicBezTo>
                      <a:pt x="49" y="192"/>
                      <a:pt x="51" y="191"/>
                      <a:pt x="52" y="190"/>
                    </a:cubicBezTo>
                    <a:cubicBezTo>
                      <a:pt x="53" y="189"/>
                      <a:pt x="54" y="189"/>
                      <a:pt x="56" y="187"/>
                    </a:cubicBezTo>
                    <a:cubicBezTo>
                      <a:pt x="57" y="186"/>
                      <a:pt x="57" y="186"/>
                      <a:pt x="58" y="184"/>
                    </a:cubicBezTo>
                    <a:cubicBezTo>
                      <a:pt x="59" y="183"/>
                      <a:pt x="60" y="182"/>
                      <a:pt x="61" y="181"/>
                    </a:cubicBezTo>
                    <a:cubicBezTo>
                      <a:pt x="62" y="179"/>
                      <a:pt x="63" y="178"/>
                      <a:pt x="64" y="176"/>
                    </a:cubicBezTo>
                    <a:cubicBezTo>
                      <a:pt x="65" y="172"/>
                      <a:pt x="67" y="169"/>
                      <a:pt x="68" y="165"/>
                    </a:cubicBezTo>
                    <a:cubicBezTo>
                      <a:pt x="68" y="166"/>
                      <a:pt x="67" y="166"/>
                      <a:pt x="67" y="166"/>
                    </a:cubicBezTo>
                    <a:cubicBezTo>
                      <a:pt x="70" y="160"/>
                      <a:pt x="71" y="153"/>
                      <a:pt x="72" y="146"/>
                    </a:cubicBezTo>
                    <a:cubicBezTo>
                      <a:pt x="73" y="141"/>
                      <a:pt x="74" y="136"/>
                      <a:pt x="74" y="130"/>
                    </a:cubicBezTo>
                    <a:cubicBezTo>
                      <a:pt x="74" y="125"/>
                      <a:pt x="74" y="120"/>
                      <a:pt x="74" y="115"/>
                    </a:cubicBezTo>
                    <a:cubicBezTo>
                      <a:pt x="74" y="112"/>
                      <a:pt x="73" y="109"/>
                      <a:pt x="72" y="105"/>
                    </a:cubicBezTo>
                    <a:cubicBezTo>
                      <a:pt x="72" y="102"/>
                      <a:pt x="71" y="100"/>
                      <a:pt x="70" y="98"/>
                    </a:cubicBezTo>
                    <a:lnTo>
                      <a:pt x="70" y="97"/>
                    </a:lnTo>
                    <a:lnTo>
                      <a:pt x="70" y="98"/>
                    </a:lnTo>
                    <a:cubicBezTo>
                      <a:pt x="70" y="97"/>
                      <a:pt x="70" y="97"/>
                      <a:pt x="70" y="96"/>
                    </a:cubicBezTo>
                    <a:cubicBezTo>
                      <a:pt x="69" y="95"/>
                      <a:pt x="68" y="94"/>
                      <a:pt x="67" y="93"/>
                    </a:cubicBezTo>
                    <a:cubicBezTo>
                      <a:pt x="67" y="92"/>
                      <a:pt x="66" y="91"/>
                      <a:pt x="65" y="90"/>
                    </a:cubicBezTo>
                    <a:cubicBezTo>
                      <a:pt x="64" y="89"/>
                      <a:pt x="64" y="88"/>
                      <a:pt x="63" y="88"/>
                    </a:cubicBezTo>
                    <a:cubicBezTo>
                      <a:pt x="63" y="87"/>
                      <a:pt x="62" y="87"/>
                      <a:pt x="61" y="87"/>
                    </a:cubicBezTo>
                    <a:cubicBezTo>
                      <a:pt x="61" y="87"/>
                      <a:pt x="60" y="86"/>
                      <a:pt x="60" y="85"/>
                    </a:cubicBezTo>
                    <a:cubicBezTo>
                      <a:pt x="58" y="85"/>
                      <a:pt x="56" y="84"/>
                      <a:pt x="54" y="83"/>
                    </a:cubicBezTo>
                    <a:cubicBezTo>
                      <a:pt x="53" y="83"/>
                      <a:pt x="53" y="83"/>
                      <a:pt x="52" y="83"/>
                    </a:cubicBezTo>
                    <a:lnTo>
                      <a:pt x="53" y="83"/>
                    </a:lnTo>
                    <a:cubicBezTo>
                      <a:pt x="52" y="83"/>
                      <a:pt x="51" y="83"/>
                      <a:pt x="51" y="83"/>
                    </a:cubicBezTo>
                    <a:cubicBezTo>
                      <a:pt x="50" y="83"/>
                      <a:pt x="50" y="83"/>
                      <a:pt x="50" y="83"/>
                    </a:cubicBezTo>
                    <a:cubicBezTo>
                      <a:pt x="49" y="83"/>
                      <a:pt x="49" y="83"/>
                      <a:pt x="49" y="84"/>
                    </a:cubicBezTo>
                    <a:cubicBezTo>
                      <a:pt x="45" y="85"/>
                      <a:pt x="41" y="88"/>
                      <a:pt x="37" y="90"/>
                    </a:cubicBezTo>
                    <a:cubicBezTo>
                      <a:pt x="35" y="91"/>
                      <a:pt x="33" y="93"/>
                      <a:pt x="31" y="94"/>
                    </a:cubicBezTo>
                    <a:lnTo>
                      <a:pt x="32" y="94"/>
                    </a:lnTo>
                    <a:cubicBezTo>
                      <a:pt x="30" y="95"/>
                      <a:pt x="28" y="97"/>
                      <a:pt x="26" y="98"/>
                    </a:cubicBezTo>
                    <a:cubicBezTo>
                      <a:pt x="25" y="99"/>
                      <a:pt x="25" y="99"/>
                      <a:pt x="24" y="101"/>
                    </a:cubicBezTo>
                    <a:cubicBezTo>
                      <a:pt x="23" y="101"/>
                      <a:pt x="22" y="102"/>
                      <a:pt x="21" y="102"/>
                    </a:cubicBezTo>
                    <a:cubicBezTo>
                      <a:pt x="17" y="104"/>
                      <a:pt x="14" y="104"/>
                      <a:pt x="11" y="102"/>
                    </a:cubicBezTo>
                    <a:cubicBezTo>
                      <a:pt x="5" y="101"/>
                      <a:pt x="3" y="94"/>
                      <a:pt x="5" y="88"/>
                    </a:cubicBezTo>
                    <a:cubicBezTo>
                      <a:pt x="7" y="83"/>
                      <a:pt x="9" y="77"/>
                      <a:pt x="11" y="71"/>
                    </a:cubicBezTo>
                    <a:cubicBezTo>
                      <a:pt x="16" y="54"/>
                      <a:pt x="20" y="37"/>
                      <a:pt x="23" y="19"/>
                    </a:cubicBezTo>
                    <a:cubicBezTo>
                      <a:pt x="23" y="17"/>
                      <a:pt x="24" y="16"/>
                      <a:pt x="24" y="14"/>
                    </a:cubicBezTo>
                    <a:cubicBezTo>
                      <a:pt x="23" y="12"/>
                      <a:pt x="24" y="10"/>
                      <a:pt x="25" y="7"/>
                    </a:cubicBezTo>
                    <a:cubicBezTo>
                      <a:pt x="28" y="2"/>
                      <a:pt x="36" y="0"/>
                      <a:pt x="42" y="4"/>
                    </a:cubicBezTo>
                    <a:cubicBezTo>
                      <a:pt x="44" y="6"/>
                      <a:pt x="45" y="8"/>
                      <a:pt x="46" y="11"/>
                    </a:cubicBezTo>
                    <a:cubicBezTo>
                      <a:pt x="46" y="13"/>
                      <a:pt x="46" y="16"/>
                      <a:pt x="45" y="18"/>
                    </a:cubicBezTo>
                    <a:cubicBezTo>
                      <a:pt x="44" y="22"/>
                      <a:pt x="44" y="25"/>
                      <a:pt x="43" y="28"/>
                    </a:cubicBezTo>
                    <a:cubicBezTo>
                      <a:pt x="42" y="37"/>
                      <a:pt x="40" y="44"/>
                      <a:pt x="38" y="52"/>
                    </a:cubicBezTo>
                    <a:cubicBezTo>
                      <a:pt x="37" y="57"/>
                      <a:pt x="36" y="62"/>
                      <a:pt x="35" y="67"/>
                    </a:cubicBezTo>
                    <a:cubicBezTo>
                      <a:pt x="36" y="66"/>
                      <a:pt x="39" y="65"/>
                      <a:pt x="41" y="64"/>
                    </a:cubicBezTo>
                    <a:cubicBezTo>
                      <a:pt x="46" y="61"/>
                      <a:pt x="53" y="62"/>
                      <a:pt x="58" y="63"/>
                    </a:cubicBezTo>
                    <a:cubicBezTo>
                      <a:pt x="61" y="63"/>
                      <a:pt x="65" y="65"/>
                      <a:pt x="68" y="66"/>
                    </a:cubicBezTo>
                    <a:cubicBezTo>
                      <a:pt x="71" y="67"/>
                      <a:pt x="74" y="69"/>
                      <a:pt x="76" y="71"/>
                    </a:cubicBezTo>
                    <a:cubicBezTo>
                      <a:pt x="81" y="75"/>
                      <a:pt x="85" y="80"/>
                      <a:pt x="88" y="85"/>
                    </a:cubicBezTo>
                    <a:cubicBezTo>
                      <a:pt x="90" y="91"/>
                      <a:pt x="92" y="98"/>
                      <a:pt x="93" y="105"/>
                    </a:cubicBezTo>
                    <a:cubicBezTo>
                      <a:pt x="96" y="119"/>
                      <a:pt x="96" y="134"/>
                      <a:pt x="93" y="148"/>
                    </a:cubicBezTo>
                    <a:cubicBezTo>
                      <a:pt x="92" y="155"/>
                      <a:pt x="90" y="162"/>
                      <a:pt x="88" y="170"/>
                    </a:cubicBezTo>
                    <a:cubicBezTo>
                      <a:pt x="86" y="177"/>
                      <a:pt x="83" y="184"/>
                      <a:pt x="80" y="190"/>
                    </a:cubicBezTo>
                    <a:cubicBezTo>
                      <a:pt x="74" y="203"/>
                      <a:pt x="63" y="211"/>
                      <a:pt x="50" y="216"/>
                    </a:cubicBezTo>
                    <a:cubicBezTo>
                      <a:pt x="43" y="218"/>
                      <a:pt x="36" y="220"/>
                      <a:pt x="29" y="221"/>
                    </a:cubicBezTo>
                    <a:cubicBezTo>
                      <a:pt x="26" y="222"/>
                      <a:pt x="22" y="222"/>
                      <a:pt x="19" y="222"/>
                    </a:cubicBezTo>
                    <a:lnTo>
                      <a:pt x="18" y="222"/>
                    </a:lnTo>
                    <a:cubicBezTo>
                      <a:pt x="15" y="222"/>
                      <a:pt x="12" y="222"/>
                      <a:pt x="9" y="2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6" name="Google Shape;1376;p16"/>
              <p:cNvSpPr/>
              <p:nvPr/>
            </p:nvSpPr>
            <p:spPr>
              <a:xfrm>
                <a:off x="2932560" y="470880"/>
                <a:ext cx="76320" cy="38160"/>
              </a:xfrm>
              <a:custGeom>
                <a:avLst/>
                <a:gdLst/>
                <a:ahLst/>
                <a:cxnLst/>
                <a:rect l="l" t="t" r="r" b="b"/>
                <a:pathLst>
                  <a:path w="212" h="106" extrusionOk="0">
                    <a:moveTo>
                      <a:pt x="2" y="97"/>
                    </a:moveTo>
                    <a:cubicBezTo>
                      <a:pt x="0" y="94"/>
                      <a:pt x="1" y="90"/>
                      <a:pt x="3" y="87"/>
                    </a:cubicBezTo>
                    <a:cubicBezTo>
                      <a:pt x="4" y="85"/>
                      <a:pt x="6" y="84"/>
                      <a:pt x="7" y="84"/>
                    </a:cubicBezTo>
                    <a:cubicBezTo>
                      <a:pt x="27" y="71"/>
                      <a:pt x="49" y="62"/>
                      <a:pt x="71" y="53"/>
                    </a:cubicBezTo>
                    <a:cubicBezTo>
                      <a:pt x="90" y="45"/>
                      <a:pt x="111" y="37"/>
                      <a:pt x="130" y="29"/>
                    </a:cubicBezTo>
                    <a:cubicBezTo>
                      <a:pt x="152" y="20"/>
                      <a:pt x="174" y="11"/>
                      <a:pt x="196" y="2"/>
                    </a:cubicBezTo>
                    <a:cubicBezTo>
                      <a:pt x="201" y="0"/>
                      <a:pt x="207" y="2"/>
                      <a:pt x="209" y="7"/>
                    </a:cubicBezTo>
                    <a:cubicBezTo>
                      <a:pt x="211" y="11"/>
                      <a:pt x="209" y="17"/>
                      <a:pt x="204" y="20"/>
                    </a:cubicBezTo>
                    <a:cubicBezTo>
                      <a:pt x="181" y="29"/>
                      <a:pt x="158" y="39"/>
                      <a:pt x="135" y="48"/>
                    </a:cubicBezTo>
                    <a:cubicBezTo>
                      <a:pt x="115" y="57"/>
                      <a:pt x="95" y="65"/>
                      <a:pt x="76" y="73"/>
                    </a:cubicBezTo>
                    <a:cubicBezTo>
                      <a:pt x="64" y="78"/>
                      <a:pt x="53" y="83"/>
                      <a:pt x="42" y="88"/>
                    </a:cubicBezTo>
                    <a:cubicBezTo>
                      <a:pt x="39" y="91"/>
                      <a:pt x="35" y="92"/>
                      <a:pt x="32" y="94"/>
                    </a:cubicBezTo>
                    <a:cubicBezTo>
                      <a:pt x="30" y="95"/>
                      <a:pt x="27" y="97"/>
                      <a:pt x="24" y="99"/>
                    </a:cubicBezTo>
                    <a:cubicBezTo>
                      <a:pt x="22" y="101"/>
                      <a:pt x="20" y="102"/>
                      <a:pt x="18" y="103"/>
                    </a:cubicBezTo>
                    <a:cubicBezTo>
                      <a:pt x="16" y="105"/>
                      <a:pt x="14" y="105"/>
                      <a:pt x="12" y="105"/>
                    </a:cubicBezTo>
                    <a:cubicBezTo>
                      <a:pt x="7" y="105"/>
                      <a:pt x="3" y="102"/>
                      <a:pt x="2" y="9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7" name="Google Shape;1377;p16"/>
              <p:cNvSpPr/>
              <p:nvPr/>
            </p:nvSpPr>
            <p:spPr>
              <a:xfrm>
                <a:off x="2385720" y="642960"/>
                <a:ext cx="55440" cy="72000"/>
              </a:xfrm>
              <a:custGeom>
                <a:avLst/>
                <a:gdLst/>
                <a:ahLst/>
                <a:cxnLst/>
                <a:rect l="l" t="t" r="r" b="b"/>
                <a:pathLst>
                  <a:path w="154" h="200" extrusionOk="0">
                    <a:moveTo>
                      <a:pt x="62" y="199"/>
                    </a:moveTo>
                    <a:lnTo>
                      <a:pt x="63" y="199"/>
                    </a:lnTo>
                    <a:cubicBezTo>
                      <a:pt x="56" y="199"/>
                      <a:pt x="50" y="199"/>
                      <a:pt x="44" y="198"/>
                    </a:cubicBezTo>
                    <a:cubicBezTo>
                      <a:pt x="37" y="198"/>
                      <a:pt x="30" y="196"/>
                      <a:pt x="23" y="195"/>
                    </a:cubicBezTo>
                    <a:cubicBezTo>
                      <a:pt x="17" y="194"/>
                      <a:pt x="11" y="191"/>
                      <a:pt x="6" y="187"/>
                    </a:cubicBezTo>
                    <a:cubicBezTo>
                      <a:pt x="2" y="183"/>
                      <a:pt x="0" y="177"/>
                      <a:pt x="2" y="172"/>
                    </a:cubicBezTo>
                    <a:cubicBezTo>
                      <a:pt x="2" y="169"/>
                      <a:pt x="4" y="166"/>
                      <a:pt x="6" y="164"/>
                    </a:cubicBezTo>
                    <a:cubicBezTo>
                      <a:pt x="8" y="162"/>
                      <a:pt x="10" y="160"/>
                      <a:pt x="13" y="159"/>
                    </a:cubicBezTo>
                    <a:cubicBezTo>
                      <a:pt x="17" y="156"/>
                      <a:pt x="23" y="152"/>
                      <a:pt x="28" y="149"/>
                    </a:cubicBezTo>
                    <a:cubicBezTo>
                      <a:pt x="37" y="142"/>
                      <a:pt x="47" y="136"/>
                      <a:pt x="55" y="129"/>
                    </a:cubicBezTo>
                    <a:cubicBezTo>
                      <a:pt x="59" y="125"/>
                      <a:pt x="64" y="121"/>
                      <a:pt x="68" y="118"/>
                    </a:cubicBezTo>
                    <a:cubicBezTo>
                      <a:pt x="73" y="113"/>
                      <a:pt x="78" y="109"/>
                      <a:pt x="83" y="104"/>
                    </a:cubicBezTo>
                    <a:cubicBezTo>
                      <a:pt x="83" y="105"/>
                      <a:pt x="83" y="105"/>
                      <a:pt x="82" y="105"/>
                    </a:cubicBezTo>
                    <a:cubicBezTo>
                      <a:pt x="92" y="96"/>
                      <a:pt x="101" y="87"/>
                      <a:pt x="109" y="78"/>
                    </a:cubicBezTo>
                    <a:cubicBezTo>
                      <a:pt x="112" y="74"/>
                      <a:pt x="115" y="71"/>
                      <a:pt x="118" y="67"/>
                    </a:cubicBezTo>
                    <a:cubicBezTo>
                      <a:pt x="119" y="65"/>
                      <a:pt x="121" y="62"/>
                      <a:pt x="122" y="60"/>
                    </a:cubicBezTo>
                    <a:cubicBezTo>
                      <a:pt x="123" y="57"/>
                      <a:pt x="124" y="54"/>
                      <a:pt x="125" y="51"/>
                    </a:cubicBezTo>
                    <a:cubicBezTo>
                      <a:pt x="126" y="48"/>
                      <a:pt x="126" y="46"/>
                      <a:pt x="127" y="43"/>
                    </a:cubicBezTo>
                    <a:cubicBezTo>
                      <a:pt x="127" y="41"/>
                      <a:pt x="127" y="39"/>
                      <a:pt x="127" y="37"/>
                    </a:cubicBezTo>
                    <a:cubicBezTo>
                      <a:pt x="127" y="36"/>
                      <a:pt x="127" y="34"/>
                      <a:pt x="127" y="33"/>
                    </a:cubicBezTo>
                    <a:cubicBezTo>
                      <a:pt x="127" y="32"/>
                      <a:pt x="127" y="32"/>
                      <a:pt x="127" y="32"/>
                    </a:cubicBezTo>
                    <a:cubicBezTo>
                      <a:pt x="127" y="31"/>
                      <a:pt x="127" y="30"/>
                      <a:pt x="127" y="30"/>
                    </a:cubicBezTo>
                    <a:cubicBezTo>
                      <a:pt x="126" y="29"/>
                      <a:pt x="126" y="28"/>
                      <a:pt x="126" y="27"/>
                    </a:cubicBezTo>
                    <a:cubicBezTo>
                      <a:pt x="126" y="28"/>
                      <a:pt x="126" y="29"/>
                      <a:pt x="127" y="29"/>
                    </a:cubicBezTo>
                    <a:cubicBezTo>
                      <a:pt x="126" y="28"/>
                      <a:pt x="126" y="27"/>
                      <a:pt x="125" y="26"/>
                    </a:cubicBezTo>
                    <a:cubicBezTo>
                      <a:pt x="125" y="26"/>
                      <a:pt x="125" y="25"/>
                      <a:pt x="124" y="25"/>
                    </a:cubicBezTo>
                    <a:cubicBezTo>
                      <a:pt x="124" y="25"/>
                      <a:pt x="123" y="25"/>
                      <a:pt x="123" y="24"/>
                    </a:cubicBezTo>
                    <a:cubicBezTo>
                      <a:pt x="123" y="24"/>
                      <a:pt x="123" y="23"/>
                      <a:pt x="122" y="23"/>
                    </a:cubicBezTo>
                    <a:cubicBezTo>
                      <a:pt x="122" y="23"/>
                      <a:pt x="121" y="23"/>
                      <a:pt x="121" y="22"/>
                    </a:cubicBezTo>
                    <a:cubicBezTo>
                      <a:pt x="121" y="22"/>
                      <a:pt x="121" y="23"/>
                      <a:pt x="122" y="23"/>
                    </a:cubicBezTo>
                    <a:cubicBezTo>
                      <a:pt x="121" y="23"/>
                      <a:pt x="121" y="22"/>
                      <a:pt x="120" y="22"/>
                    </a:cubicBezTo>
                    <a:cubicBezTo>
                      <a:pt x="119" y="22"/>
                      <a:pt x="119" y="22"/>
                      <a:pt x="119" y="22"/>
                    </a:cubicBezTo>
                    <a:cubicBezTo>
                      <a:pt x="117" y="22"/>
                      <a:pt x="115" y="21"/>
                      <a:pt x="113" y="21"/>
                    </a:cubicBezTo>
                    <a:cubicBezTo>
                      <a:pt x="108" y="21"/>
                      <a:pt x="102" y="22"/>
                      <a:pt x="98" y="22"/>
                    </a:cubicBezTo>
                    <a:cubicBezTo>
                      <a:pt x="90" y="23"/>
                      <a:pt x="81" y="23"/>
                      <a:pt x="74" y="25"/>
                    </a:cubicBezTo>
                    <a:cubicBezTo>
                      <a:pt x="65" y="26"/>
                      <a:pt x="56" y="29"/>
                      <a:pt x="47" y="30"/>
                    </a:cubicBezTo>
                    <a:lnTo>
                      <a:pt x="48" y="30"/>
                    </a:lnTo>
                    <a:cubicBezTo>
                      <a:pt x="43" y="32"/>
                      <a:pt x="38" y="33"/>
                      <a:pt x="33" y="34"/>
                    </a:cubicBezTo>
                    <a:cubicBezTo>
                      <a:pt x="30" y="36"/>
                      <a:pt x="27" y="37"/>
                      <a:pt x="24" y="37"/>
                    </a:cubicBezTo>
                    <a:cubicBezTo>
                      <a:pt x="20" y="36"/>
                      <a:pt x="17" y="34"/>
                      <a:pt x="16" y="31"/>
                    </a:cubicBezTo>
                    <a:cubicBezTo>
                      <a:pt x="12" y="26"/>
                      <a:pt x="14" y="18"/>
                      <a:pt x="20" y="15"/>
                    </a:cubicBezTo>
                    <a:cubicBezTo>
                      <a:pt x="28" y="13"/>
                      <a:pt x="36" y="11"/>
                      <a:pt x="44" y="9"/>
                    </a:cubicBezTo>
                    <a:cubicBezTo>
                      <a:pt x="48" y="8"/>
                      <a:pt x="53" y="7"/>
                      <a:pt x="59" y="6"/>
                    </a:cubicBezTo>
                    <a:cubicBezTo>
                      <a:pt x="70" y="4"/>
                      <a:pt x="82" y="2"/>
                      <a:pt x="94" y="1"/>
                    </a:cubicBezTo>
                    <a:cubicBezTo>
                      <a:pt x="101" y="1"/>
                      <a:pt x="108" y="0"/>
                      <a:pt x="115" y="0"/>
                    </a:cubicBezTo>
                    <a:cubicBezTo>
                      <a:pt x="119" y="1"/>
                      <a:pt x="122" y="1"/>
                      <a:pt x="125" y="2"/>
                    </a:cubicBezTo>
                    <a:cubicBezTo>
                      <a:pt x="128" y="2"/>
                      <a:pt x="131" y="4"/>
                      <a:pt x="133" y="5"/>
                    </a:cubicBezTo>
                    <a:cubicBezTo>
                      <a:pt x="139" y="9"/>
                      <a:pt x="143" y="15"/>
                      <a:pt x="146" y="20"/>
                    </a:cubicBezTo>
                    <a:cubicBezTo>
                      <a:pt x="148" y="27"/>
                      <a:pt x="149" y="33"/>
                      <a:pt x="148" y="40"/>
                    </a:cubicBezTo>
                    <a:cubicBezTo>
                      <a:pt x="148" y="48"/>
                      <a:pt x="146" y="56"/>
                      <a:pt x="143" y="63"/>
                    </a:cubicBezTo>
                    <a:cubicBezTo>
                      <a:pt x="137" y="77"/>
                      <a:pt x="127" y="89"/>
                      <a:pt x="116" y="100"/>
                    </a:cubicBezTo>
                    <a:cubicBezTo>
                      <a:pt x="106" y="111"/>
                      <a:pt x="95" y="121"/>
                      <a:pt x="83" y="131"/>
                    </a:cubicBezTo>
                    <a:cubicBezTo>
                      <a:pt x="77" y="135"/>
                      <a:pt x="72" y="140"/>
                      <a:pt x="66" y="145"/>
                    </a:cubicBezTo>
                    <a:cubicBezTo>
                      <a:pt x="59" y="150"/>
                      <a:pt x="53" y="155"/>
                      <a:pt x="47" y="160"/>
                    </a:cubicBezTo>
                    <a:cubicBezTo>
                      <a:pt x="43" y="163"/>
                      <a:pt x="39" y="166"/>
                      <a:pt x="35" y="168"/>
                    </a:cubicBezTo>
                    <a:cubicBezTo>
                      <a:pt x="33" y="170"/>
                      <a:pt x="30" y="172"/>
                      <a:pt x="27" y="174"/>
                    </a:cubicBezTo>
                    <a:lnTo>
                      <a:pt x="28" y="174"/>
                    </a:lnTo>
                    <a:cubicBezTo>
                      <a:pt x="30" y="175"/>
                      <a:pt x="33" y="175"/>
                      <a:pt x="35" y="176"/>
                    </a:cubicBezTo>
                    <a:cubicBezTo>
                      <a:pt x="45" y="178"/>
                      <a:pt x="54" y="178"/>
                      <a:pt x="64" y="178"/>
                    </a:cubicBezTo>
                    <a:cubicBezTo>
                      <a:pt x="63" y="178"/>
                      <a:pt x="63" y="178"/>
                      <a:pt x="63" y="178"/>
                    </a:cubicBezTo>
                    <a:cubicBezTo>
                      <a:pt x="68" y="178"/>
                      <a:pt x="73" y="178"/>
                      <a:pt x="79" y="178"/>
                    </a:cubicBezTo>
                    <a:cubicBezTo>
                      <a:pt x="86" y="178"/>
                      <a:pt x="93" y="178"/>
                      <a:pt x="100" y="177"/>
                    </a:cubicBezTo>
                    <a:cubicBezTo>
                      <a:pt x="106" y="177"/>
                      <a:pt x="112" y="177"/>
                      <a:pt x="118" y="177"/>
                    </a:cubicBezTo>
                    <a:cubicBezTo>
                      <a:pt x="124" y="176"/>
                      <a:pt x="131" y="176"/>
                      <a:pt x="137" y="176"/>
                    </a:cubicBezTo>
                    <a:cubicBezTo>
                      <a:pt x="138" y="175"/>
                      <a:pt x="139" y="175"/>
                      <a:pt x="140" y="175"/>
                    </a:cubicBezTo>
                    <a:cubicBezTo>
                      <a:pt x="146" y="174"/>
                      <a:pt x="151" y="178"/>
                      <a:pt x="152" y="184"/>
                    </a:cubicBezTo>
                    <a:cubicBezTo>
                      <a:pt x="153" y="190"/>
                      <a:pt x="149" y="195"/>
                      <a:pt x="143" y="196"/>
                    </a:cubicBezTo>
                    <a:cubicBezTo>
                      <a:pt x="136" y="198"/>
                      <a:pt x="127" y="198"/>
                      <a:pt x="119" y="198"/>
                    </a:cubicBezTo>
                    <a:cubicBezTo>
                      <a:pt x="114" y="198"/>
                      <a:pt x="107" y="198"/>
                      <a:pt x="101" y="199"/>
                    </a:cubicBezTo>
                    <a:cubicBezTo>
                      <a:pt x="95" y="199"/>
                      <a:pt x="88" y="199"/>
                      <a:pt x="81" y="199"/>
                    </a:cubicBezTo>
                    <a:cubicBezTo>
                      <a:pt x="77" y="199"/>
                      <a:pt x="73" y="199"/>
                      <a:pt x="69" y="199"/>
                    </a:cubicBezTo>
                    <a:cubicBezTo>
                      <a:pt x="67" y="199"/>
                      <a:pt x="65" y="199"/>
                      <a:pt x="62" y="1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8" name="Google Shape;1378;p16"/>
              <p:cNvSpPr/>
              <p:nvPr/>
            </p:nvSpPr>
            <p:spPr>
              <a:xfrm>
                <a:off x="2390400" y="675360"/>
                <a:ext cx="52200" cy="15840"/>
              </a:xfrm>
              <a:custGeom>
                <a:avLst/>
                <a:gdLst/>
                <a:ahLst/>
                <a:cxnLst/>
                <a:rect l="l" t="t" r="r" b="b"/>
                <a:pathLst>
                  <a:path w="145" h="44" extrusionOk="0">
                    <a:moveTo>
                      <a:pt x="17" y="43"/>
                    </a:moveTo>
                    <a:cubicBezTo>
                      <a:pt x="14" y="42"/>
                      <a:pt x="10" y="42"/>
                      <a:pt x="7" y="41"/>
                    </a:cubicBezTo>
                    <a:cubicBezTo>
                      <a:pt x="4" y="39"/>
                      <a:pt x="1" y="36"/>
                      <a:pt x="1" y="32"/>
                    </a:cubicBezTo>
                    <a:cubicBezTo>
                      <a:pt x="0" y="28"/>
                      <a:pt x="2" y="23"/>
                      <a:pt x="6" y="21"/>
                    </a:cubicBezTo>
                    <a:cubicBezTo>
                      <a:pt x="8" y="20"/>
                      <a:pt x="10" y="19"/>
                      <a:pt x="13" y="18"/>
                    </a:cubicBezTo>
                    <a:cubicBezTo>
                      <a:pt x="14" y="18"/>
                      <a:pt x="16" y="18"/>
                      <a:pt x="18" y="18"/>
                    </a:cubicBezTo>
                    <a:cubicBezTo>
                      <a:pt x="21" y="17"/>
                      <a:pt x="24" y="17"/>
                      <a:pt x="27" y="16"/>
                    </a:cubicBezTo>
                    <a:cubicBezTo>
                      <a:pt x="31" y="16"/>
                      <a:pt x="36" y="15"/>
                      <a:pt x="40" y="14"/>
                    </a:cubicBezTo>
                    <a:cubicBezTo>
                      <a:pt x="50" y="13"/>
                      <a:pt x="60" y="11"/>
                      <a:pt x="70" y="10"/>
                    </a:cubicBezTo>
                    <a:cubicBezTo>
                      <a:pt x="91" y="6"/>
                      <a:pt x="112" y="3"/>
                      <a:pt x="133" y="0"/>
                    </a:cubicBezTo>
                    <a:cubicBezTo>
                      <a:pt x="138" y="0"/>
                      <a:pt x="142" y="3"/>
                      <a:pt x="144" y="9"/>
                    </a:cubicBezTo>
                    <a:cubicBezTo>
                      <a:pt x="144" y="14"/>
                      <a:pt x="141" y="19"/>
                      <a:pt x="135" y="20"/>
                    </a:cubicBezTo>
                    <a:cubicBezTo>
                      <a:pt x="115" y="23"/>
                      <a:pt x="95" y="25"/>
                      <a:pt x="75" y="29"/>
                    </a:cubicBezTo>
                    <a:cubicBezTo>
                      <a:pt x="66" y="31"/>
                      <a:pt x="56" y="33"/>
                      <a:pt x="46" y="34"/>
                    </a:cubicBezTo>
                    <a:cubicBezTo>
                      <a:pt x="41" y="35"/>
                      <a:pt x="36" y="36"/>
                      <a:pt x="32" y="37"/>
                    </a:cubicBezTo>
                    <a:cubicBezTo>
                      <a:pt x="31" y="37"/>
                      <a:pt x="29" y="37"/>
                      <a:pt x="28" y="38"/>
                    </a:cubicBezTo>
                    <a:cubicBezTo>
                      <a:pt x="27" y="41"/>
                      <a:pt x="23" y="43"/>
                      <a:pt x="19" y="43"/>
                    </a:cubicBezTo>
                    <a:cubicBezTo>
                      <a:pt x="18" y="43"/>
                      <a:pt x="17" y="43"/>
                      <a:pt x="17" y="4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9" name="Google Shape;1379;p16"/>
              <p:cNvSpPr/>
              <p:nvPr/>
            </p:nvSpPr>
            <p:spPr>
              <a:xfrm>
                <a:off x="2461320" y="661320"/>
                <a:ext cx="30600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85" h="30" extrusionOk="0">
                    <a:moveTo>
                      <a:pt x="11" y="29"/>
                    </a:moveTo>
                    <a:cubicBezTo>
                      <a:pt x="10" y="29"/>
                      <a:pt x="10" y="29"/>
                      <a:pt x="10" y="29"/>
                    </a:cubicBezTo>
                    <a:cubicBezTo>
                      <a:pt x="4" y="28"/>
                      <a:pt x="0" y="24"/>
                      <a:pt x="0" y="18"/>
                    </a:cubicBezTo>
                    <a:cubicBezTo>
                      <a:pt x="0" y="13"/>
                      <a:pt x="5" y="7"/>
                      <a:pt x="11" y="7"/>
                    </a:cubicBezTo>
                    <a:cubicBezTo>
                      <a:pt x="14" y="7"/>
                      <a:pt x="18" y="7"/>
                      <a:pt x="21" y="7"/>
                    </a:cubicBezTo>
                    <a:cubicBezTo>
                      <a:pt x="39" y="5"/>
                      <a:pt x="56" y="3"/>
                      <a:pt x="73" y="1"/>
                    </a:cubicBezTo>
                    <a:cubicBezTo>
                      <a:pt x="79" y="0"/>
                      <a:pt x="84" y="6"/>
                      <a:pt x="84" y="11"/>
                    </a:cubicBezTo>
                    <a:cubicBezTo>
                      <a:pt x="84" y="17"/>
                      <a:pt x="79" y="22"/>
                      <a:pt x="74" y="22"/>
                    </a:cubicBezTo>
                    <a:cubicBezTo>
                      <a:pt x="72" y="22"/>
                      <a:pt x="70" y="22"/>
                      <a:pt x="69" y="22"/>
                    </a:cubicBezTo>
                    <a:cubicBezTo>
                      <a:pt x="60" y="24"/>
                      <a:pt x="51" y="25"/>
                      <a:pt x="42" y="26"/>
                    </a:cubicBezTo>
                    <a:cubicBezTo>
                      <a:pt x="36" y="27"/>
                      <a:pt x="31" y="27"/>
                      <a:pt x="26" y="28"/>
                    </a:cubicBezTo>
                    <a:cubicBezTo>
                      <a:pt x="23" y="28"/>
                      <a:pt x="20" y="28"/>
                      <a:pt x="17" y="28"/>
                    </a:cubicBezTo>
                    <a:cubicBezTo>
                      <a:pt x="16" y="29"/>
                      <a:pt x="15" y="29"/>
                      <a:pt x="13" y="29"/>
                    </a:cubicBezTo>
                    <a:cubicBezTo>
                      <a:pt x="12" y="29"/>
                      <a:pt x="11" y="29"/>
                      <a:pt x="11" y="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0" name="Google Shape;1380;p16"/>
              <p:cNvSpPr/>
              <p:nvPr/>
            </p:nvSpPr>
            <p:spPr>
              <a:xfrm>
                <a:off x="2453760" y="678600"/>
                <a:ext cx="3888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108" h="33" extrusionOk="0">
                    <a:moveTo>
                      <a:pt x="11" y="32"/>
                    </a:moveTo>
                    <a:cubicBezTo>
                      <a:pt x="6" y="32"/>
                      <a:pt x="0" y="27"/>
                      <a:pt x="0" y="21"/>
                    </a:cubicBezTo>
                    <a:cubicBezTo>
                      <a:pt x="0" y="15"/>
                      <a:pt x="4" y="10"/>
                      <a:pt x="11" y="10"/>
                    </a:cubicBezTo>
                    <a:cubicBezTo>
                      <a:pt x="12" y="9"/>
                      <a:pt x="14" y="10"/>
                      <a:pt x="15" y="11"/>
                    </a:cubicBezTo>
                    <a:cubicBezTo>
                      <a:pt x="18" y="11"/>
                      <a:pt x="20" y="11"/>
                      <a:pt x="22" y="11"/>
                    </a:cubicBezTo>
                    <a:cubicBezTo>
                      <a:pt x="47" y="8"/>
                      <a:pt x="71" y="4"/>
                      <a:pt x="95" y="1"/>
                    </a:cubicBezTo>
                    <a:cubicBezTo>
                      <a:pt x="100" y="0"/>
                      <a:pt x="106" y="4"/>
                      <a:pt x="106" y="9"/>
                    </a:cubicBezTo>
                    <a:cubicBezTo>
                      <a:pt x="107" y="14"/>
                      <a:pt x="104" y="19"/>
                      <a:pt x="98" y="21"/>
                    </a:cubicBezTo>
                    <a:cubicBezTo>
                      <a:pt x="83" y="23"/>
                      <a:pt x="67" y="26"/>
                      <a:pt x="52" y="28"/>
                    </a:cubicBezTo>
                    <a:cubicBezTo>
                      <a:pt x="44" y="29"/>
                      <a:pt x="36" y="30"/>
                      <a:pt x="29" y="31"/>
                    </a:cubicBezTo>
                    <a:cubicBezTo>
                      <a:pt x="24" y="32"/>
                      <a:pt x="19" y="32"/>
                      <a:pt x="15" y="32"/>
                    </a:cubicBezTo>
                    <a:cubicBezTo>
                      <a:pt x="14" y="32"/>
                      <a:pt x="12" y="32"/>
                      <a:pt x="11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1" name="Google Shape;1381;p16"/>
              <p:cNvSpPr/>
              <p:nvPr/>
            </p:nvSpPr>
            <p:spPr>
              <a:xfrm>
                <a:off x="2511000" y="630360"/>
                <a:ext cx="39240" cy="9432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262" extrusionOk="0">
                    <a:moveTo>
                      <a:pt x="33" y="261"/>
                    </a:moveTo>
                    <a:cubicBezTo>
                      <a:pt x="27" y="261"/>
                      <a:pt x="22" y="254"/>
                      <a:pt x="24" y="248"/>
                    </a:cubicBezTo>
                    <a:cubicBezTo>
                      <a:pt x="27" y="234"/>
                      <a:pt x="29" y="220"/>
                      <a:pt x="32" y="206"/>
                    </a:cubicBezTo>
                    <a:lnTo>
                      <a:pt x="32" y="207"/>
                    </a:lnTo>
                    <a:cubicBezTo>
                      <a:pt x="34" y="195"/>
                      <a:pt x="36" y="182"/>
                      <a:pt x="39" y="170"/>
                    </a:cubicBezTo>
                    <a:cubicBezTo>
                      <a:pt x="41" y="160"/>
                      <a:pt x="42" y="150"/>
                      <a:pt x="44" y="141"/>
                    </a:cubicBezTo>
                    <a:cubicBezTo>
                      <a:pt x="47" y="128"/>
                      <a:pt x="49" y="116"/>
                      <a:pt x="52" y="104"/>
                    </a:cubicBezTo>
                    <a:cubicBezTo>
                      <a:pt x="53" y="100"/>
                      <a:pt x="54" y="97"/>
                      <a:pt x="55" y="93"/>
                    </a:cubicBezTo>
                    <a:cubicBezTo>
                      <a:pt x="48" y="102"/>
                      <a:pt x="42" y="111"/>
                      <a:pt x="36" y="120"/>
                    </a:cubicBezTo>
                    <a:cubicBezTo>
                      <a:pt x="33" y="125"/>
                      <a:pt x="30" y="129"/>
                      <a:pt x="27" y="135"/>
                    </a:cubicBezTo>
                    <a:cubicBezTo>
                      <a:pt x="27" y="134"/>
                      <a:pt x="27" y="134"/>
                      <a:pt x="27" y="134"/>
                    </a:cubicBezTo>
                    <a:cubicBezTo>
                      <a:pt x="26" y="136"/>
                      <a:pt x="24" y="138"/>
                      <a:pt x="23" y="141"/>
                    </a:cubicBezTo>
                    <a:cubicBezTo>
                      <a:pt x="23" y="142"/>
                      <a:pt x="23" y="142"/>
                      <a:pt x="22" y="142"/>
                    </a:cubicBezTo>
                    <a:cubicBezTo>
                      <a:pt x="22" y="148"/>
                      <a:pt x="15" y="152"/>
                      <a:pt x="10" y="150"/>
                    </a:cubicBezTo>
                    <a:cubicBezTo>
                      <a:pt x="4" y="149"/>
                      <a:pt x="0" y="143"/>
                      <a:pt x="1" y="137"/>
                    </a:cubicBezTo>
                    <a:cubicBezTo>
                      <a:pt x="3" y="130"/>
                      <a:pt x="8" y="124"/>
                      <a:pt x="12" y="118"/>
                    </a:cubicBezTo>
                    <a:cubicBezTo>
                      <a:pt x="15" y="114"/>
                      <a:pt x="17" y="110"/>
                      <a:pt x="20" y="106"/>
                    </a:cubicBezTo>
                    <a:cubicBezTo>
                      <a:pt x="26" y="98"/>
                      <a:pt x="32" y="89"/>
                      <a:pt x="39" y="81"/>
                    </a:cubicBezTo>
                    <a:cubicBezTo>
                      <a:pt x="50" y="66"/>
                      <a:pt x="61" y="51"/>
                      <a:pt x="71" y="35"/>
                    </a:cubicBezTo>
                    <a:lnTo>
                      <a:pt x="71" y="36"/>
                    </a:lnTo>
                    <a:cubicBezTo>
                      <a:pt x="72" y="34"/>
                      <a:pt x="73" y="32"/>
                      <a:pt x="74" y="30"/>
                    </a:cubicBezTo>
                    <a:cubicBezTo>
                      <a:pt x="75" y="26"/>
                      <a:pt x="77" y="22"/>
                      <a:pt x="79" y="19"/>
                    </a:cubicBezTo>
                    <a:cubicBezTo>
                      <a:pt x="81" y="14"/>
                      <a:pt x="84" y="9"/>
                      <a:pt x="87" y="5"/>
                    </a:cubicBezTo>
                    <a:cubicBezTo>
                      <a:pt x="89" y="2"/>
                      <a:pt x="93" y="0"/>
                      <a:pt x="97" y="1"/>
                    </a:cubicBezTo>
                    <a:cubicBezTo>
                      <a:pt x="101" y="1"/>
                      <a:pt x="105" y="4"/>
                      <a:pt x="106" y="8"/>
                    </a:cubicBezTo>
                    <a:cubicBezTo>
                      <a:pt x="107" y="11"/>
                      <a:pt x="108" y="12"/>
                      <a:pt x="107" y="15"/>
                    </a:cubicBezTo>
                    <a:cubicBezTo>
                      <a:pt x="106" y="18"/>
                      <a:pt x="104" y="21"/>
                      <a:pt x="103" y="24"/>
                    </a:cubicBezTo>
                    <a:cubicBezTo>
                      <a:pt x="102" y="26"/>
                      <a:pt x="100" y="28"/>
                      <a:pt x="99" y="30"/>
                    </a:cubicBezTo>
                    <a:cubicBezTo>
                      <a:pt x="97" y="33"/>
                      <a:pt x="95" y="36"/>
                      <a:pt x="94" y="39"/>
                    </a:cubicBezTo>
                    <a:cubicBezTo>
                      <a:pt x="91" y="44"/>
                      <a:pt x="89" y="50"/>
                      <a:pt x="87" y="55"/>
                    </a:cubicBezTo>
                    <a:cubicBezTo>
                      <a:pt x="85" y="62"/>
                      <a:pt x="82" y="68"/>
                      <a:pt x="81" y="75"/>
                    </a:cubicBezTo>
                    <a:cubicBezTo>
                      <a:pt x="78" y="84"/>
                      <a:pt x="75" y="92"/>
                      <a:pt x="73" y="101"/>
                    </a:cubicBezTo>
                    <a:cubicBezTo>
                      <a:pt x="71" y="111"/>
                      <a:pt x="69" y="121"/>
                      <a:pt x="66" y="132"/>
                    </a:cubicBezTo>
                    <a:cubicBezTo>
                      <a:pt x="64" y="142"/>
                      <a:pt x="62" y="153"/>
                      <a:pt x="60" y="163"/>
                    </a:cubicBezTo>
                    <a:cubicBezTo>
                      <a:pt x="58" y="173"/>
                      <a:pt x="57" y="182"/>
                      <a:pt x="55" y="192"/>
                    </a:cubicBezTo>
                    <a:lnTo>
                      <a:pt x="55" y="191"/>
                    </a:lnTo>
                    <a:cubicBezTo>
                      <a:pt x="54" y="197"/>
                      <a:pt x="53" y="203"/>
                      <a:pt x="52" y="210"/>
                    </a:cubicBezTo>
                    <a:lnTo>
                      <a:pt x="52" y="209"/>
                    </a:lnTo>
                    <a:lnTo>
                      <a:pt x="52" y="210"/>
                    </a:lnTo>
                    <a:cubicBezTo>
                      <a:pt x="52" y="209"/>
                      <a:pt x="52" y="209"/>
                      <a:pt x="52" y="209"/>
                    </a:cubicBezTo>
                    <a:lnTo>
                      <a:pt x="52" y="210"/>
                    </a:lnTo>
                    <a:cubicBezTo>
                      <a:pt x="51" y="215"/>
                      <a:pt x="50" y="220"/>
                      <a:pt x="49" y="225"/>
                    </a:cubicBezTo>
                    <a:cubicBezTo>
                      <a:pt x="49" y="224"/>
                      <a:pt x="49" y="224"/>
                      <a:pt x="49" y="224"/>
                    </a:cubicBezTo>
                    <a:cubicBezTo>
                      <a:pt x="48" y="233"/>
                      <a:pt x="46" y="242"/>
                      <a:pt x="45" y="251"/>
                    </a:cubicBezTo>
                    <a:cubicBezTo>
                      <a:pt x="44" y="257"/>
                      <a:pt x="40" y="261"/>
                      <a:pt x="34" y="261"/>
                    </a:cubicBezTo>
                    <a:lnTo>
                      <a:pt x="33" y="26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2" name="Google Shape;1382;p16"/>
              <p:cNvSpPr/>
              <p:nvPr/>
            </p:nvSpPr>
            <p:spPr>
              <a:xfrm>
                <a:off x="2558880" y="672480"/>
                <a:ext cx="3204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89" h="31" extrusionOk="0">
                    <a:moveTo>
                      <a:pt x="11" y="30"/>
                    </a:moveTo>
                    <a:cubicBezTo>
                      <a:pt x="5" y="29"/>
                      <a:pt x="0" y="23"/>
                      <a:pt x="2" y="17"/>
                    </a:cubicBezTo>
                    <a:lnTo>
                      <a:pt x="2" y="16"/>
                    </a:lnTo>
                    <a:cubicBezTo>
                      <a:pt x="3" y="12"/>
                      <a:pt x="7" y="8"/>
                      <a:pt x="11" y="8"/>
                    </a:cubicBezTo>
                    <a:cubicBezTo>
                      <a:pt x="14" y="7"/>
                      <a:pt x="16" y="7"/>
                      <a:pt x="18" y="8"/>
                    </a:cubicBezTo>
                    <a:cubicBezTo>
                      <a:pt x="23" y="8"/>
                      <a:pt x="28" y="8"/>
                      <a:pt x="32" y="8"/>
                    </a:cubicBezTo>
                    <a:cubicBezTo>
                      <a:pt x="46" y="6"/>
                      <a:pt x="60" y="4"/>
                      <a:pt x="75" y="1"/>
                    </a:cubicBezTo>
                    <a:cubicBezTo>
                      <a:pt x="80" y="0"/>
                      <a:pt x="86" y="4"/>
                      <a:pt x="87" y="10"/>
                    </a:cubicBezTo>
                    <a:cubicBezTo>
                      <a:pt x="88" y="15"/>
                      <a:pt x="84" y="21"/>
                      <a:pt x="78" y="22"/>
                    </a:cubicBezTo>
                    <a:cubicBezTo>
                      <a:pt x="67" y="24"/>
                      <a:pt x="56" y="25"/>
                      <a:pt x="46" y="27"/>
                    </a:cubicBezTo>
                    <a:cubicBezTo>
                      <a:pt x="41" y="28"/>
                      <a:pt x="36" y="29"/>
                      <a:pt x="32" y="29"/>
                    </a:cubicBezTo>
                    <a:cubicBezTo>
                      <a:pt x="27" y="29"/>
                      <a:pt x="22" y="30"/>
                      <a:pt x="17" y="30"/>
                    </a:cubicBezTo>
                    <a:cubicBezTo>
                      <a:pt x="15" y="30"/>
                      <a:pt x="13" y="30"/>
                      <a:pt x="11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3" name="Google Shape;1383;p16"/>
              <p:cNvSpPr/>
              <p:nvPr/>
            </p:nvSpPr>
            <p:spPr>
              <a:xfrm>
                <a:off x="2573280" y="651240"/>
                <a:ext cx="1836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51" h="135" extrusionOk="0">
                    <a:moveTo>
                      <a:pt x="2" y="124"/>
                    </a:moveTo>
                    <a:cubicBezTo>
                      <a:pt x="2" y="116"/>
                      <a:pt x="1" y="108"/>
                      <a:pt x="0" y="99"/>
                    </a:cubicBezTo>
                    <a:cubicBezTo>
                      <a:pt x="0" y="92"/>
                      <a:pt x="0" y="86"/>
                      <a:pt x="1" y="80"/>
                    </a:cubicBezTo>
                    <a:cubicBezTo>
                      <a:pt x="1" y="76"/>
                      <a:pt x="2" y="71"/>
                      <a:pt x="2" y="67"/>
                    </a:cubicBezTo>
                    <a:cubicBezTo>
                      <a:pt x="3" y="59"/>
                      <a:pt x="4" y="50"/>
                      <a:pt x="6" y="42"/>
                    </a:cubicBezTo>
                    <a:cubicBezTo>
                      <a:pt x="9" y="34"/>
                      <a:pt x="12" y="25"/>
                      <a:pt x="17" y="18"/>
                    </a:cubicBezTo>
                    <a:cubicBezTo>
                      <a:pt x="19" y="14"/>
                      <a:pt x="21" y="11"/>
                      <a:pt x="25" y="8"/>
                    </a:cubicBezTo>
                    <a:cubicBezTo>
                      <a:pt x="27" y="6"/>
                      <a:pt x="29" y="4"/>
                      <a:pt x="32" y="3"/>
                    </a:cubicBezTo>
                    <a:cubicBezTo>
                      <a:pt x="36" y="0"/>
                      <a:pt x="44" y="2"/>
                      <a:pt x="46" y="7"/>
                    </a:cubicBezTo>
                    <a:cubicBezTo>
                      <a:pt x="50" y="12"/>
                      <a:pt x="48" y="19"/>
                      <a:pt x="43" y="22"/>
                    </a:cubicBezTo>
                    <a:cubicBezTo>
                      <a:pt x="42" y="23"/>
                      <a:pt x="41" y="23"/>
                      <a:pt x="39" y="24"/>
                    </a:cubicBezTo>
                    <a:cubicBezTo>
                      <a:pt x="38" y="25"/>
                      <a:pt x="38" y="25"/>
                      <a:pt x="38" y="25"/>
                    </a:cubicBezTo>
                    <a:cubicBezTo>
                      <a:pt x="36" y="27"/>
                      <a:pt x="35" y="29"/>
                      <a:pt x="34" y="31"/>
                    </a:cubicBezTo>
                    <a:cubicBezTo>
                      <a:pt x="33" y="32"/>
                      <a:pt x="32" y="34"/>
                      <a:pt x="31" y="36"/>
                    </a:cubicBezTo>
                    <a:cubicBezTo>
                      <a:pt x="29" y="39"/>
                      <a:pt x="28" y="43"/>
                      <a:pt x="27" y="46"/>
                    </a:cubicBezTo>
                    <a:cubicBezTo>
                      <a:pt x="26" y="50"/>
                      <a:pt x="25" y="55"/>
                      <a:pt x="24" y="59"/>
                    </a:cubicBezTo>
                    <a:cubicBezTo>
                      <a:pt x="23" y="67"/>
                      <a:pt x="22" y="75"/>
                      <a:pt x="21" y="84"/>
                    </a:cubicBezTo>
                    <a:cubicBezTo>
                      <a:pt x="21" y="89"/>
                      <a:pt x="21" y="95"/>
                      <a:pt x="21" y="100"/>
                    </a:cubicBezTo>
                    <a:cubicBezTo>
                      <a:pt x="22" y="108"/>
                      <a:pt x="22" y="116"/>
                      <a:pt x="23" y="124"/>
                    </a:cubicBezTo>
                    <a:cubicBezTo>
                      <a:pt x="23" y="130"/>
                      <a:pt x="18" y="134"/>
                      <a:pt x="13" y="134"/>
                    </a:cubicBezTo>
                    <a:cubicBezTo>
                      <a:pt x="7" y="134"/>
                      <a:pt x="3" y="130"/>
                      <a:pt x="2" y="1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4" name="Google Shape;1384;p16"/>
              <p:cNvSpPr/>
              <p:nvPr/>
            </p:nvSpPr>
            <p:spPr>
              <a:xfrm>
                <a:off x="2609640" y="599040"/>
                <a:ext cx="375480" cy="133560"/>
              </a:xfrm>
              <a:custGeom>
                <a:avLst/>
                <a:gdLst/>
                <a:ahLst/>
                <a:cxnLst/>
                <a:rect l="l" t="t" r="r" b="b"/>
                <a:pathLst>
                  <a:path w="1043" h="371" extrusionOk="0">
                    <a:moveTo>
                      <a:pt x="14" y="363"/>
                    </a:moveTo>
                    <a:cubicBezTo>
                      <a:pt x="13" y="361"/>
                      <a:pt x="12" y="358"/>
                      <a:pt x="12" y="355"/>
                    </a:cubicBezTo>
                    <a:cubicBezTo>
                      <a:pt x="13" y="352"/>
                      <a:pt x="14" y="348"/>
                      <a:pt x="14" y="345"/>
                    </a:cubicBezTo>
                    <a:cubicBezTo>
                      <a:pt x="14" y="344"/>
                      <a:pt x="14" y="344"/>
                      <a:pt x="14" y="343"/>
                    </a:cubicBezTo>
                    <a:cubicBezTo>
                      <a:pt x="15" y="327"/>
                      <a:pt x="15" y="311"/>
                      <a:pt x="14" y="295"/>
                    </a:cubicBezTo>
                    <a:cubicBezTo>
                      <a:pt x="14" y="285"/>
                      <a:pt x="14" y="274"/>
                      <a:pt x="13" y="264"/>
                    </a:cubicBezTo>
                    <a:cubicBezTo>
                      <a:pt x="12" y="255"/>
                      <a:pt x="11" y="246"/>
                      <a:pt x="11" y="237"/>
                    </a:cubicBezTo>
                    <a:cubicBezTo>
                      <a:pt x="9" y="219"/>
                      <a:pt x="7" y="201"/>
                      <a:pt x="4" y="183"/>
                    </a:cubicBezTo>
                    <a:cubicBezTo>
                      <a:pt x="3" y="173"/>
                      <a:pt x="2" y="164"/>
                      <a:pt x="1" y="154"/>
                    </a:cubicBezTo>
                    <a:cubicBezTo>
                      <a:pt x="1" y="148"/>
                      <a:pt x="0" y="142"/>
                      <a:pt x="0" y="137"/>
                    </a:cubicBezTo>
                    <a:cubicBezTo>
                      <a:pt x="1" y="133"/>
                      <a:pt x="1" y="127"/>
                      <a:pt x="5" y="124"/>
                    </a:cubicBezTo>
                    <a:cubicBezTo>
                      <a:pt x="8" y="121"/>
                      <a:pt x="12" y="120"/>
                      <a:pt x="16" y="122"/>
                    </a:cubicBezTo>
                    <a:cubicBezTo>
                      <a:pt x="19" y="123"/>
                      <a:pt x="22" y="126"/>
                      <a:pt x="23" y="128"/>
                    </a:cubicBezTo>
                    <a:cubicBezTo>
                      <a:pt x="26" y="133"/>
                      <a:pt x="25" y="138"/>
                      <a:pt x="22" y="142"/>
                    </a:cubicBezTo>
                    <a:cubicBezTo>
                      <a:pt x="22" y="146"/>
                      <a:pt x="22" y="150"/>
                      <a:pt x="22" y="154"/>
                    </a:cubicBezTo>
                    <a:cubicBezTo>
                      <a:pt x="22" y="159"/>
                      <a:pt x="23" y="165"/>
                      <a:pt x="23" y="170"/>
                    </a:cubicBezTo>
                    <a:cubicBezTo>
                      <a:pt x="25" y="184"/>
                      <a:pt x="27" y="199"/>
                      <a:pt x="28" y="214"/>
                    </a:cubicBezTo>
                    <a:cubicBezTo>
                      <a:pt x="28" y="215"/>
                      <a:pt x="28" y="215"/>
                      <a:pt x="29" y="215"/>
                    </a:cubicBezTo>
                    <a:cubicBezTo>
                      <a:pt x="29" y="219"/>
                      <a:pt x="29" y="224"/>
                      <a:pt x="30" y="228"/>
                    </a:cubicBezTo>
                    <a:lnTo>
                      <a:pt x="30" y="229"/>
                    </a:lnTo>
                    <a:cubicBezTo>
                      <a:pt x="30" y="231"/>
                      <a:pt x="30" y="233"/>
                      <a:pt x="30" y="235"/>
                    </a:cubicBezTo>
                    <a:lnTo>
                      <a:pt x="30" y="236"/>
                    </a:lnTo>
                    <a:lnTo>
                      <a:pt x="30" y="235"/>
                    </a:lnTo>
                    <a:cubicBezTo>
                      <a:pt x="32" y="250"/>
                      <a:pt x="33" y="265"/>
                      <a:pt x="33" y="279"/>
                    </a:cubicBezTo>
                    <a:cubicBezTo>
                      <a:pt x="33" y="279"/>
                      <a:pt x="34" y="279"/>
                      <a:pt x="34" y="278"/>
                    </a:cubicBezTo>
                    <a:cubicBezTo>
                      <a:pt x="36" y="272"/>
                      <a:pt x="39" y="265"/>
                      <a:pt x="42" y="260"/>
                    </a:cubicBezTo>
                    <a:cubicBezTo>
                      <a:pt x="46" y="249"/>
                      <a:pt x="50" y="239"/>
                      <a:pt x="55" y="229"/>
                    </a:cubicBezTo>
                    <a:cubicBezTo>
                      <a:pt x="57" y="225"/>
                      <a:pt x="59" y="220"/>
                      <a:pt x="61" y="215"/>
                    </a:cubicBezTo>
                    <a:cubicBezTo>
                      <a:pt x="63" y="209"/>
                      <a:pt x="65" y="204"/>
                      <a:pt x="67" y="198"/>
                    </a:cubicBezTo>
                    <a:cubicBezTo>
                      <a:pt x="69" y="191"/>
                      <a:pt x="72" y="184"/>
                      <a:pt x="75" y="178"/>
                    </a:cubicBezTo>
                    <a:cubicBezTo>
                      <a:pt x="76" y="172"/>
                      <a:pt x="79" y="165"/>
                      <a:pt x="81" y="159"/>
                    </a:cubicBezTo>
                    <a:cubicBezTo>
                      <a:pt x="82" y="155"/>
                      <a:pt x="83" y="150"/>
                      <a:pt x="85" y="145"/>
                    </a:cubicBezTo>
                    <a:cubicBezTo>
                      <a:pt x="86" y="141"/>
                      <a:pt x="87" y="137"/>
                      <a:pt x="88" y="133"/>
                    </a:cubicBezTo>
                    <a:cubicBezTo>
                      <a:pt x="90" y="125"/>
                      <a:pt x="92" y="117"/>
                      <a:pt x="93" y="109"/>
                    </a:cubicBezTo>
                    <a:cubicBezTo>
                      <a:pt x="94" y="102"/>
                      <a:pt x="95" y="96"/>
                      <a:pt x="95" y="89"/>
                    </a:cubicBezTo>
                    <a:cubicBezTo>
                      <a:pt x="95" y="85"/>
                      <a:pt x="95" y="80"/>
                      <a:pt x="95" y="75"/>
                    </a:cubicBezTo>
                    <a:cubicBezTo>
                      <a:pt x="95" y="74"/>
                      <a:pt x="95" y="71"/>
                      <a:pt x="96" y="70"/>
                    </a:cubicBezTo>
                    <a:cubicBezTo>
                      <a:pt x="96" y="67"/>
                      <a:pt x="97" y="65"/>
                      <a:pt x="99" y="63"/>
                    </a:cubicBezTo>
                    <a:cubicBezTo>
                      <a:pt x="102" y="59"/>
                      <a:pt x="106" y="57"/>
                      <a:pt x="111" y="56"/>
                    </a:cubicBezTo>
                    <a:cubicBezTo>
                      <a:pt x="120" y="53"/>
                      <a:pt x="128" y="55"/>
                      <a:pt x="137" y="56"/>
                    </a:cubicBezTo>
                    <a:cubicBezTo>
                      <a:pt x="142" y="56"/>
                      <a:pt x="146" y="56"/>
                      <a:pt x="151" y="57"/>
                    </a:cubicBezTo>
                    <a:cubicBezTo>
                      <a:pt x="156" y="57"/>
                      <a:pt x="162" y="57"/>
                      <a:pt x="168" y="57"/>
                    </a:cubicBezTo>
                    <a:cubicBezTo>
                      <a:pt x="174" y="57"/>
                      <a:pt x="180" y="57"/>
                      <a:pt x="186" y="57"/>
                    </a:cubicBezTo>
                    <a:cubicBezTo>
                      <a:pt x="196" y="57"/>
                      <a:pt x="207" y="56"/>
                      <a:pt x="217" y="56"/>
                    </a:cubicBezTo>
                    <a:cubicBezTo>
                      <a:pt x="241" y="54"/>
                      <a:pt x="264" y="52"/>
                      <a:pt x="288" y="50"/>
                    </a:cubicBezTo>
                    <a:cubicBezTo>
                      <a:pt x="333" y="46"/>
                      <a:pt x="378" y="43"/>
                      <a:pt x="423" y="39"/>
                    </a:cubicBezTo>
                    <a:cubicBezTo>
                      <a:pt x="467" y="35"/>
                      <a:pt x="511" y="31"/>
                      <a:pt x="556" y="31"/>
                    </a:cubicBezTo>
                    <a:cubicBezTo>
                      <a:pt x="562" y="31"/>
                      <a:pt x="568" y="31"/>
                      <a:pt x="573" y="31"/>
                    </a:cubicBezTo>
                    <a:cubicBezTo>
                      <a:pt x="590" y="31"/>
                      <a:pt x="607" y="31"/>
                      <a:pt x="624" y="30"/>
                    </a:cubicBezTo>
                    <a:cubicBezTo>
                      <a:pt x="646" y="29"/>
                      <a:pt x="669" y="28"/>
                      <a:pt x="692" y="27"/>
                    </a:cubicBezTo>
                    <a:cubicBezTo>
                      <a:pt x="714" y="25"/>
                      <a:pt x="737" y="24"/>
                      <a:pt x="760" y="22"/>
                    </a:cubicBezTo>
                    <a:cubicBezTo>
                      <a:pt x="782" y="21"/>
                      <a:pt x="805" y="20"/>
                      <a:pt x="827" y="18"/>
                    </a:cubicBezTo>
                    <a:cubicBezTo>
                      <a:pt x="839" y="17"/>
                      <a:pt x="850" y="16"/>
                      <a:pt x="861" y="15"/>
                    </a:cubicBezTo>
                    <a:cubicBezTo>
                      <a:pt x="872" y="14"/>
                      <a:pt x="883" y="13"/>
                      <a:pt x="894" y="12"/>
                    </a:cubicBezTo>
                    <a:cubicBezTo>
                      <a:pt x="917" y="11"/>
                      <a:pt x="940" y="10"/>
                      <a:pt x="963" y="8"/>
                    </a:cubicBezTo>
                    <a:cubicBezTo>
                      <a:pt x="964" y="8"/>
                      <a:pt x="966" y="8"/>
                      <a:pt x="968" y="7"/>
                    </a:cubicBezTo>
                    <a:lnTo>
                      <a:pt x="967" y="7"/>
                    </a:lnTo>
                    <a:lnTo>
                      <a:pt x="968" y="7"/>
                    </a:lnTo>
                    <a:cubicBezTo>
                      <a:pt x="977" y="7"/>
                      <a:pt x="985" y="6"/>
                      <a:pt x="994" y="4"/>
                    </a:cubicBezTo>
                    <a:cubicBezTo>
                      <a:pt x="997" y="4"/>
                      <a:pt x="1001" y="3"/>
                      <a:pt x="1005" y="3"/>
                    </a:cubicBezTo>
                    <a:cubicBezTo>
                      <a:pt x="1006" y="2"/>
                      <a:pt x="1009" y="2"/>
                      <a:pt x="1010" y="1"/>
                    </a:cubicBezTo>
                    <a:cubicBezTo>
                      <a:pt x="1013" y="1"/>
                      <a:pt x="1017" y="0"/>
                      <a:pt x="1020" y="0"/>
                    </a:cubicBezTo>
                    <a:cubicBezTo>
                      <a:pt x="1024" y="0"/>
                      <a:pt x="1029" y="0"/>
                      <a:pt x="1033" y="2"/>
                    </a:cubicBezTo>
                    <a:cubicBezTo>
                      <a:pt x="1037" y="4"/>
                      <a:pt x="1040" y="8"/>
                      <a:pt x="1041" y="13"/>
                    </a:cubicBezTo>
                    <a:cubicBezTo>
                      <a:pt x="1042" y="17"/>
                      <a:pt x="1042" y="22"/>
                      <a:pt x="1042" y="27"/>
                    </a:cubicBezTo>
                    <a:cubicBezTo>
                      <a:pt x="1042" y="30"/>
                      <a:pt x="1041" y="33"/>
                      <a:pt x="1041" y="36"/>
                    </a:cubicBezTo>
                    <a:cubicBezTo>
                      <a:pt x="1041" y="39"/>
                      <a:pt x="1040" y="42"/>
                      <a:pt x="1039" y="46"/>
                    </a:cubicBezTo>
                    <a:cubicBezTo>
                      <a:pt x="1036" y="57"/>
                      <a:pt x="1032" y="68"/>
                      <a:pt x="1029" y="80"/>
                    </a:cubicBezTo>
                    <a:cubicBezTo>
                      <a:pt x="1027" y="86"/>
                      <a:pt x="1024" y="92"/>
                      <a:pt x="1022" y="98"/>
                    </a:cubicBezTo>
                    <a:cubicBezTo>
                      <a:pt x="1023" y="98"/>
                      <a:pt x="1023" y="98"/>
                      <a:pt x="1023" y="97"/>
                    </a:cubicBezTo>
                    <a:cubicBezTo>
                      <a:pt x="1020" y="105"/>
                      <a:pt x="1017" y="113"/>
                      <a:pt x="1015" y="121"/>
                    </a:cubicBezTo>
                    <a:cubicBezTo>
                      <a:pt x="1012" y="130"/>
                      <a:pt x="1009" y="138"/>
                      <a:pt x="1006" y="147"/>
                    </a:cubicBezTo>
                    <a:cubicBezTo>
                      <a:pt x="1004" y="152"/>
                      <a:pt x="998" y="155"/>
                      <a:pt x="992" y="153"/>
                    </a:cubicBezTo>
                    <a:cubicBezTo>
                      <a:pt x="987" y="151"/>
                      <a:pt x="984" y="145"/>
                      <a:pt x="986" y="139"/>
                    </a:cubicBezTo>
                    <a:cubicBezTo>
                      <a:pt x="994" y="117"/>
                      <a:pt x="1001" y="96"/>
                      <a:pt x="1008" y="74"/>
                    </a:cubicBezTo>
                    <a:cubicBezTo>
                      <a:pt x="1008" y="74"/>
                      <a:pt x="1009" y="74"/>
                      <a:pt x="1009" y="73"/>
                    </a:cubicBezTo>
                    <a:lnTo>
                      <a:pt x="1009" y="74"/>
                    </a:lnTo>
                    <a:lnTo>
                      <a:pt x="1009" y="73"/>
                    </a:lnTo>
                    <a:cubicBezTo>
                      <a:pt x="1009" y="74"/>
                      <a:pt x="1009" y="74"/>
                      <a:pt x="1008" y="74"/>
                    </a:cubicBezTo>
                    <a:cubicBezTo>
                      <a:pt x="1013" y="60"/>
                      <a:pt x="1017" y="46"/>
                      <a:pt x="1020" y="32"/>
                    </a:cubicBezTo>
                    <a:cubicBezTo>
                      <a:pt x="1020" y="30"/>
                      <a:pt x="1021" y="28"/>
                      <a:pt x="1021" y="25"/>
                    </a:cubicBezTo>
                    <a:cubicBezTo>
                      <a:pt x="1021" y="24"/>
                      <a:pt x="1021" y="23"/>
                      <a:pt x="1021" y="22"/>
                    </a:cubicBezTo>
                    <a:cubicBezTo>
                      <a:pt x="999" y="25"/>
                      <a:pt x="977" y="28"/>
                      <a:pt x="955" y="29"/>
                    </a:cubicBezTo>
                    <a:cubicBezTo>
                      <a:pt x="931" y="31"/>
                      <a:pt x="908" y="32"/>
                      <a:pt x="886" y="34"/>
                    </a:cubicBezTo>
                    <a:cubicBezTo>
                      <a:pt x="864" y="36"/>
                      <a:pt x="841" y="38"/>
                      <a:pt x="819" y="39"/>
                    </a:cubicBezTo>
                    <a:cubicBezTo>
                      <a:pt x="797" y="41"/>
                      <a:pt x="774" y="43"/>
                      <a:pt x="751" y="44"/>
                    </a:cubicBezTo>
                    <a:cubicBezTo>
                      <a:pt x="728" y="46"/>
                      <a:pt x="705" y="47"/>
                      <a:pt x="682" y="48"/>
                    </a:cubicBezTo>
                    <a:cubicBezTo>
                      <a:pt x="660" y="49"/>
                      <a:pt x="638" y="50"/>
                      <a:pt x="615" y="51"/>
                    </a:cubicBezTo>
                    <a:cubicBezTo>
                      <a:pt x="593" y="52"/>
                      <a:pt x="571" y="52"/>
                      <a:pt x="548" y="52"/>
                    </a:cubicBezTo>
                    <a:cubicBezTo>
                      <a:pt x="525" y="52"/>
                      <a:pt x="503" y="53"/>
                      <a:pt x="481" y="54"/>
                    </a:cubicBezTo>
                    <a:cubicBezTo>
                      <a:pt x="458" y="56"/>
                      <a:pt x="434" y="59"/>
                      <a:pt x="410" y="60"/>
                    </a:cubicBezTo>
                    <a:cubicBezTo>
                      <a:pt x="389" y="62"/>
                      <a:pt x="367" y="64"/>
                      <a:pt x="346" y="66"/>
                    </a:cubicBezTo>
                    <a:cubicBezTo>
                      <a:pt x="323" y="68"/>
                      <a:pt x="300" y="70"/>
                      <a:pt x="276" y="72"/>
                    </a:cubicBezTo>
                    <a:cubicBezTo>
                      <a:pt x="265" y="73"/>
                      <a:pt x="254" y="74"/>
                      <a:pt x="243" y="75"/>
                    </a:cubicBezTo>
                    <a:cubicBezTo>
                      <a:pt x="231" y="75"/>
                      <a:pt x="221" y="77"/>
                      <a:pt x="210" y="77"/>
                    </a:cubicBezTo>
                    <a:cubicBezTo>
                      <a:pt x="203" y="77"/>
                      <a:pt x="196" y="78"/>
                      <a:pt x="188" y="78"/>
                    </a:cubicBezTo>
                    <a:cubicBezTo>
                      <a:pt x="182" y="78"/>
                      <a:pt x="176" y="78"/>
                      <a:pt x="169" y="78"/>
                    </a:cubicBezTo>
                    <a:cubicBezTo>
                      <a:pt x="154" y="78"/>
                      <a:pt x="139" y="77"/>
                      <a:pt x="124" y="77"/>
                    </a:cubicBezTo>
                    <a:cubicBezTo>
                      <a:pt x="122" y="76"/>
                      <a:pt x="120" y="76"/>
                      <a:pt x="117" y="77"/>
                    </a:cubicBezTo>
                    <a:cubicBezTo>
                      <a:pt x="117" y="100"/>
                      <a:pt x="111" y="123"/>
                      <a:pt x="106" y="146"/>
                    </a:cubicBezTo>
                    <a:cubicBezTo>
                      <a:pt x="102" y="157"/>
                      <a:pt x="99" y="168"/>
                      <a:pt x="95" y="179"/>
                    </a:cubicBezTo>
                    <a:cubicBezTo>
                      <a:pt x="92" y="189"/>
                      <a:pt x="88" y="199"/>
                      <a:pt x="85" y="208"/>
                    </a:cubicBezTo>
                    <a:cubicBezTo>
                      <a:pt x="78" y="226"/>
                      <a:pt x="70" y="244"/>
                      <a:pt x="62" y="262"/>
                    </a:cubicBezTo>
                    <a:cubicBezTo>
                      <a:pt x="55" y="279"/>
                      <a:pt x="48" y="296"/>
                      <a:pt x="43" y="314"/>
                    </a:cubicBezTo>
                    <a:cubicBezTo>
                      <a:pt x="40" y="323"/>
                      <a:pt x="37" y="332"/>
                      <a:pt x="36" y="341"/>
                    </a:cubicBezTo>
                    <a:cubicBezTo>
                      <a:pt x="36" y="342"/>
                      <a:pt x="35" y="343"/>
                      <a:pt x="35" y="345"/>
                    </a:cubicBezTo>
                    <a:cubicBezTo>
                      <a:pt x="35" y="350"/>
                      <a:pt x="35" y="355"/>
                      <a:pt x="35" y="360"/>
                    </a:cubicBezTo>
                    <a:cubicBezTo>
                      <a:pt x="33" y="364"/>
                      <a:pt x="30" y="369"/>
                      <a:pt x="25" y="370"/>
                    </a:cubicBezTo>
                    <a:cubicBezTo>
                      <a:pt x="25" y="370"/>
                      <a:pt x="24" y="370"/>
                      <a:pt x="23" y="370"/>
                    </a:cubicBezTo>
                    <a:cubicBezTo>
                      <a:pt x="19" y="370"/>
                      <a:pt x="16" y="367"/>
                      <a:pt x="14" y="3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5" name="Google Shape;1385;p16"/>
              <p:cNvSpPr/>
              <p:nvPr/>
            </p:nvSpPr>
            <p:spPr>
              <a:xfrm>
                <a:off x="2647080" y="637920"/>
                <a:ext cx="48600" cy="76680"/>
              </a:xfrm>
              <a:custGeom>
                <a:avLst/>
                <a:gdLst/>
                <a:ahLst/>
                <a:cxnLst/>
                <a:rect l="l" t="t" r="r" b="b"/>
                <a:pathLst>
                  <a:path w="135" h="213" extrusionOk="0">
                    <a:moveTo>
                      <a:pt x="24" y="205"/>
                    </a:moveTo>
                    <a:cubicBezTo>
                      <a:pt x="23" y="202"/>
                      <a:pt x="23" y="199"/>
                      <a:pt x="23" y="195"/>
                    </a:cubicBezTo>
                    <a:cubicBezTo>
                      <a:pt x="24" y="190"/>
                      <a:pt x="30" y="187"/>
                      <a:pt x="35" y="187"/>
                    </a:cubicBezTo>
                    <a:cubicBezTo>
                      <a:pt x="37" y="187"/>
                      <a:pt x="38" y="188"/>
                      <a:pt x="39" y="188"/>
                    </a:cubicBezTo>
                    <a:cubicBezTo>
                      <a:pt x="41" y="187"/>
                      <a:pt x="44" y="187"/>
                      <a:pt x="46" y="185"/>
                    </a:cubicBezTo>
                    <a:cubicBezTo>
                      <a:pt x="48" y="184"/>
                      <a:pt x="51" y="182"/>
                      <a:pt x="54" y="180"/>
                    </a:cubicBezTo>
                    <a:cubicBezTo>
                      <a:pt x="57" y="178"/>
                      <a:pt x="60" y="175"/>
                      <a:pt x="63" y="173"/>
                    </a:cubicBezTo>
                    <a:cubicBezTo>
                      <a:pt x="65" y="171"/>
                      <a:pt x="68" y="168"/>
                      <a:pt x="70" y="166"/>
                    </a:cubicBezTo>
                    <a:cubicBezTo>
                      <a:pt x="72" y="164"/>
                      <a:pt x="73" y="163"/>
                      <a:pt x="74" y="161"/>
                    </a:cubicBezTo>
                    <a:cubicBezTo>
                      <a:pt x="74" y="160"/>
                      <a:pt x="75" y="159"/>
                      <a:pt x="76" y="157"/>
                    </a:cubicBezTo>
                    <a:cubicBezTo>
                      <a:pt x="77" y="154"/>
                      <a:pt x="79" y="150"/>
                      <a:pt x="80" y="147"/>
                    </a:cubicBezTo>
                    <a:cubicBezTo>
                      <a:pt x="83" y="136"/>
                      <a:pt x="86" y="127"/>
                      <a:pt x="88" y="116"/>
                    </a:cubicBezTo>
                    <a:cubicBezTo>
                      <a:pt x="89" y="108"/>
                      <a:pt x="91" y="101"/>
                      <a:pt x="92" y="93"/>
                    </a:cubicBezTo>
                    <a:cubicBezTo>
                      <a:pt x="92" y="94"/>
                      <a:pt x="92" y="94"/>
                      <a:pt x="92" y="94"/>
                    </a:cubicBezTo>
                    <a:cubicBezTo>
                      <a:pt x="82" y="103"/>
                      <a:pt x="72" y="111"/>
                      <a:pt x="61" y="118"/>
                    </a:cubicBezTo>
                    <a:cubicBezTo>
                      <a:pt x="45" y="128"/>
                      <a:pt x="18" y="138"/>
                      <a:pt x="5" y="117"/>
                    </a:cubicBezTo>
                    <a:cubicBezTo>
                      <a:pt x="3" y="113"/>
                      <a:pt x="1" y="108"/>
                      <a:pt x="0" y="104"/>
                    </a:cubicBezTo>
                    <a:cubicBezTo>
                      <a:pt x="0" y="98"/>
                      <a:pt x="2" y="93"/>
                      <a:pt x="4" y="88"/>
                    </a:cubicBezTo>
                    <a:cubicBezTo>
                      <a:pt x="7" y="81"/>
                      <a:pt x="11" y="75"/>
                      <a:pt x="14" y="69"/>
                    </a:cubicBezTo>
                    <a:cubicBezTo>
                      <a:pt x="19" y="62"/>
                      <a:pt x="24" y="56"/>
                      <a:pt x="30" y="50"/>
                    </a:cubicBezTo>
                    <a:cubicBezTo>
                      <a:pt x="35" y="43"/>
                      <a:pt x="42" y="36"/>
                      <a:pt x="48" y="30"/>
                    </a:cubicBezTo>
                    <a:cubicBezTo>
                      <a:pt x="56" y="23"/>
                      <a:pt x="65" y="16"/>
                      <a:pt x="74" y="11"/>
                    </a:cubicBezTo>
                    <a:cubicBezTo>
                      <a:pt x="83" y="5"/>
                      <a:pt x="92" y="1"/>
                      <a:pt x="103" y="1"/>
                    </a:cubicBezTo>
                    <a:cubicBezTo>
                      <a:pt x="112" y="0"/>
                      <a:pt x="122" y="1"/>
                      <a:pt x="128" y="9"/>
                    </a:cubicBezTo>
                    <a:cubicBezTo>
                      <a:pt x="130" y="12"/>
                      <a:pt x="133" y="15"/>
                      <a:pt x="133" y="19"/>
                    </a:cubicBezTo>
                    <a:cubicBezTo>
                      <a:pt x="134" y="25"/>
                      <a:pt x="133" y="29"/>
                      <a:pt x="132" y="34"/>
                    </a:cubicBezTo>
                    <a:cubicBezTo>
                      <a:pt x="130" y="40"/>
                      <a:pt x="129" y="45"/>
                      <a:pt x="126" y="50"/>
                    </a:cubicBezTo>
                    <a:cubicBezTo>
                      <a:pt x="124" y="54"/>
                      <a:pt x="119" y="56"/>
                      <a:pt x="115" y="55"/>
                    </a:cubicBezTo>
                    <a:cubicBezTo>
                      <a:pt x="111" y="55"/>
                      <a:pt x="106" y="51"/>
                      <a:pt x="105" y="47"/>
                    </a:cubicBezTo>
                    <a:cubicBezTo>
                      <a:pt x="105" y="43"/>
                      <a:pt x="106" y="40"/>
                      <a:pt x="107" y="36"/>
                    </a:cubicBezTo>
                    <a:cubicBezTo>
                      <a:pt x="107" y="33"/>
                      <a:pt x="109" y="30"/>
                      <a:pt x="111" y="29"/>
                    </a:cubicBezTo>
                    <a:cubicBezTo>
                      <a:pt x="111" y="27"/>
                      <a:pt x="112" y="26"/>
                      <a:pt x="112" y="25"/>
                    </a:cubicBezTo>
                    <a:lnTo>
                      <a:pt x="112" y="24"/>
                    </a:lnTo>
                    <a:lnTo>
                      <a:pt x="112" y="23"/>
                    </a:lnTo>
                    <a:cubicBezTo>
                      <a:pt x="111" y="23"/>
                      <a:pt x="111" y="22"/>
                      <a:pt x="111" y="22"/>
                    </a:cubicBezTo>
                    <a:cubicBezTo>
                      <a:pt x="111" y="22"/>
                      <a:pt x="111" y="23"/>
                      <a:pt x="112" y="23"/>
                    </a:cubicBezTo>
                    <a:cubicBezTo>
                      <a:pt x="111" y="23"/>
                      <a:pt x="111" y="22"/>
                      <a:pt x="111" y="22"/>
                    </a:cubicBezTo>
                    <a:lnTo>
                      <a:pt x="110" y="22"/>
                    </a:lnTo>
                    <a:cubicBezTo>
                      <a:pt x="109" y="22"/>
                      <a:pt x="109" y="22"/>
                      <a:pt x="109" y="22"/>
                    </a:cubicBezTo>
                    <a:cubicBezTo>
                      <a:pt x="108" y="22"/>
                      <a:pt x="108" y="22"/>
                      <a:pt x="108" y="22"/>
                    </a:cubicBezTo>
                    <a:cubicBezTo>
                      <a:pt x="106" y="22"/>
                      <a:pt x="105" y="22"/>
                      <a:pt x="104" y="22"/>
                    </a:cubicBezTo>
                    <a:cubicBezTo>
                      <a:pt x="102" y="22"/>
                      <a:pt x="102" y="22"/>
                      <a:pt x="101" y="22"/>
                    </a:cubicBezTo>
                    <a:cubicBezTo>
                      <a:pt x="98" y="23"/>
                      <a:pt x="97" y="23"/>
                      <a:pt x="94" y="24"/>
                    </a:cubicBezTo>
                    <a:cubicBezTo>
                      <a:pt x="91" y="25"/>
                      <a:pt x="88" y="26"/>
                      <a:pt x="86" y="28"/>
                    </a:cubicBezTo>
                    <a:cubicBezTo>
                      <a:pt x="83" y="30"/>
                      <a:pt x="80" y="32"/>
                      <a:pt x="77" y="33"/>
                    </a:cubicBezTo>
                    <a:cubicBezTo>
                      <a:pt x="72" y="37"/>
                      <a:pt x="67" y="40"/>
                      <a:pt x="63" y="44"/>
                    </a:cubicBezTo>
                    <a:cubicBezTo>
                      <a:pt x="58" y="50"/>
                      <a:pt x="52" y="55"/>
                      <a:pt x="46" y="61"/>
                    </a:cubicBezTo>
                    <a:cubicBezTo>
                      <a:pt x="44" y="65"/>
                      <a:pt x="41" y="68"/>
                      <a:pt x="39" y="71"/>
                    </a:cubicBezTo>
                    <a:cubicBezTo>
                      <a:pt x="37" y="74"/>
                      <a:pt x="34" y="78"/>
                      <a:pt x="32" y="80"/>
                    </a:cubicBezTo>
                    <a:cubicBezTo>
                      <a:pt x="30" y="85"/>
                      <a:pt x="27" y="89"/>
                      <a:pt x="25" y="93"/>
                    </a:cubicBezTo>
                    <a:cubicBezTo>
                      <a:pt x="24" y="95"/>
                      <a:pt x="23" y="97"/>
                      <a:pt x="23" y="100"/>
                    </a:cubicBezTo>
                    <a:cubicBezTo>
                      <a:pt x="22" y="100"/>
                      <a:pt x="22" y="100"/>
                      <a:pt x="22" y="101"/>
                    </a:cubicBezTo>
                    <a:cubicBezTo>
                      <a:pt x="22" y="102"/>
                      <a:pt x="22" y="102"/>
                      <a:pt x="22" y="102"/>
                    </a:cubicBezTo>
                    <a:lnTo>
                      <a:pt x="22" y="103"/>
                    </a:lnTo>
                    <a:lnTo>
                      <a:pt x="23" y="103"/>
                    </a:lnTo>
                    <a:cubicBezTo>
                      <a:pt x="23" y="104"/>
                      <a:pt x="23" y="104"/>
                      <a:pt x="23" y="104"/>
                    </a:cubicBezTo>
                    <a:cubicBezTo>
                      <a:pt x="23" y="105"/>
                      <a:pt x="23" y="105"/>
                      <a:pt x="24" y="106"/>
                    </a:cubicBezTo>
                    <a:cubicBezTo>
                      <a:pt x="24" y="106"/>
                      <a:pt x="24" y="107"/>
                      <a:pt x="25" y="107"/>
                    </a:cubicBezTo>
                    <a:cubicBezTo>
                      <a:pt x="25" y="108"/>
                      <a:pt x="25" y="108"/>
                      <a:pt x="26" y="108"/>
                    </a:cubicBezTo>
                    <a:cubicBezTo>
                      <a:pt x="27" y="108"/>
                      <a:pt x="27" y="108"/>
                      <a:pt x="27" y="108"/>
                    </a:cubicBezTo>
                    <a:cubicBezTo>
                      <a:pt x="28" y="108"/>
                      <a:pt x="28" y="108"/>
                      <a:pt x="29" y="108"/>
                    </a:cubicBezTo>
                    <a:cubicBezTo>
                      <a:pt x="31" y="108"/>
                      <a:pt x="32" y="107"/>
                      <a:pt x="34" y="107"/>
                    </a:cubicBezTo>
                    <a:cubicBezTo>
                      <a:pt x="35" y="107"/>
                      <a:pt x="37" y="106"/>
                      <a:pt x="38" y="106"/>
                    </a:cubicBezTo>
                    <a:cubicBezTo>
                      <a:pt x="40" y="105"/>
                      <a:pt x="43" y="104"/>
                      <a:pt x="45" y="103"/>
                    </a:cubicBezTo>
                    <a:cubicBezTo>
                      <a:pt x="50" y="100"/>
                      <a:pt x="54" y="97"/>
                      <a:pt x="58" y="94"/>
                    </a:cubicBezTo>
                    <a:cubicBezTo>
                      <a:pt x="65" y="89"/>
                      <a:pt x="72" y="83"/>
                      <a:pt x="79" y="78"/>
                    </a:cubicBezTo>
                    <a:cubicBezTo>
                      <a:pt x="84" y="73"/>
                      <a:pt x="88" y="68"/>
                      <a:pt x="92" y="64"/>
                    </a:cubicBezTo>
                    <a:cubicBezTo>
                      <a:pt x="93" y="62"/>
                      <a:pt x="94" y="61"/>
                      <a:pt x="95" y="60"/>
                    </a:cubicBezTo>
                    <a:cubicBezTo>
                      <a:pt x="97" y="58"/>
                      <a:pt x="99" y="57"/>
                      <a:pt x="100" y="56"/>
                    </a:cubicBezTo>
                    <a:cubicBezTo>
                      <a:pt x="106" y="52"/>
                      <a:pt x="114" y="55"/>
                      <a:pt x="116" y="62"/>
                    </a:cubicBezTo>
                    <a:cubicBezTo>
                      <a:pt x="117" y="65"/>
                      <a:pt x="118" y="68"/>
                      <a:pt x="118" y="71"/>
                    </a:cubicBezTo>
                    <a:cubicBezTo>
                      <a:pt x="117" y="75"/>
                      <a:pt x="116" y="78"/>
                      <a:pt x="116" y="82"/>
                    </a:cubicBezTo>
                    <a:cubicBezTo>
                      <a:pt x="115" y="86"/>
                      <a:pt x="115" y="89"/>
                      <a:pt x="113" y="93"/>
                    </a:cubicBezTo>
                    <a:cubicBezTo>
                      <a:pt x="112" y="99"/>
                      <a:pt x="112" y="104"/>
                      <a:pt x="110" y="109"/>
                    </a:cubicBezTo>
                    <a:cubicBezTo>
                      <a:pt x="108" y="121"/>
                      <a:pt x="105" y="132"/>
                      <a:pt x="102" y="144"/>
                    </a:cubicBezTo>
                    <a:cubicBezTo>
                      <a:pt x="99" y="153"/>
                      <a:pt x="97" y="163"/>
                      <a:pt x="92" y="172"/>
                    </a:cubicBezTo>
                    <a:cubicBezTo>
                      <a:pt x="86" y="182"/>
                      <a:pt x="76" y="190"/>
                      <a:pt x="67" y="198"/>
                    </a:cubicBezTo>
                    <a:cubicBezTo>
                      <a:pt x="62" y="201"/>
                      <a:pt x="57" y="204"/>
                      <a:pt x="52" y="207"/>
                    </a:cubicBezTo>
                    <a:cubicBezTo>
                      <a:pt x="49" y="209"/>
                      <a:pt x="45" y="210"/>
                      <a:pt x="41" y="211"/>
                    </a:cubicBezTo>
                    <a:cubicBezTo>
                      <a:pt x="39" y="211"/>
                      <a:pt x="38" y="212"/>
                      <a:pt x="37" y="212"/>
                    </a:cubicBezTo>
                    <a:cubicBezTo>
                      <a:pt x="32" y="212"/>
                      <a:pt x="27" y="209"/>
                      <a:pt x="24" y="2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6" name="Google Shape;1386;p16"/>
              <p:cNvSpPr/>
              <p:nvPr/>
            </p:nvSpPr>
            <p:spPr>
              <a:xfrm>
                <a:off x="2704680" y="662760"/>
                <a:ext cx="16560" cy="40320"/>
              </a:xfrm>
              <a:custGeom>
                <a:avLst/>
                <a:gdLst/>
                <a:ahLst/>
                <a:cxnLst/>
                <a:rect l="l" t="t" r="r" b="b"/>
                <a:pathLst>
                  <a:path w="46" h="112" extrusionOk="0">
                    <a:moveTo>
                      <a:pt x="23" y="105"/>
                    </a:moveTo>
                    <a:cubicBezTo>
                      <a:pt x="21" y="101"/>
                      <a:pt x="19" y="96"/>
                      <a:pt x="18" y="92"/>
                    </a:cubicBezTo>
                    <a:cubicBezTo>
                      <a:pt x="13" y="78"/>
                      <a:pt x="8" y="65"/>
                      <a:pt x="5" y="51"/>
                    </a:cubicBezTo>
                    <a:lnTo>
                      <a:pt x="5" y="52"/>
                    </a:lnTo>
                    <a:cubicBezTo>
                      <a:pt x="4" y="49"/>
                      <a:pt x="3" y="46"/>
                      <a:pt x="2" y="43"/>
                    </a:cubicBezTo>
                    <a:cubicBezTo>
                      <a:pt x="3" y="44"/>
                      <a:pt x="3" y="44"/>
                      <a:pt x="3" y="45"/>
                    </a:cubicBezTo>
                    <a:cubicBezTo>
                      <a:pt x="2" y="39"/>
                      <a:pt x="1" y="32"/>
                      <a:pt x="0" y="27"/>
                    </a:cubicBezTo>
                    <a:cubicBezTo>
                      <a:pt x="0" y="23"/>
                      <a:pt x="0" y="20"/>
                      <a:pt x="1" y="16"/>
                    </a:cubicBezTo>
                    <a:cubicBezTo>
                      <a:pt x="1" y="12"/>
                      <a:pt x="2" y="9"/>
                      <a:pt x="4" y="6"/>
                    </a:cubicBezTo>
                    <a:cubicBezTo>
                      <a:pt x="5" y="4"/>
                      <a:pt x="8" y="2"/>
                      <a:pt x="11" y="2"/>
                    </a:cubicBezTo>
                    <a:cubicBezTo>
                      <a:pt x="13" y="0"/>
                      <a:pt x="17" y="1"/>
                      <a:pt x="20" y="3"/>
                    </a:cubicBezTo>
                    <a:cubicBezTo>
                      <a:pt x="23" y="5"/>
                      <a:pt x="26" y="10"/>
                      <a:pt x="26" y="15"/>
                    </a:cubicBezTo>
                    <a:cubicBezTo>
                      <a:pt x="26" y="18"/>
                      <a:pt x="24" y="21"/>
                      <a:pt x="22" y="23"/>
                    </a:cubicBezTo>
                    <a:cubicBezTo>
                      <a:pt x="22" y="25"/>
                      <a:pt x="22" y="27"/>
                      <a:pt x="22" y="30"/>
                    </a:cubicBezTo>
                    <a:cubicBezTo>
                      <a:pt x="23" y="35"/>
                      <a:pt x="24" y="42"/>
                      <a:pt x="26" y="48"/>
                    </a:cubicBezTo>
                    <a:cubicBezTo>
                      <a:pt x="27" y="52"/>
                      <a:pt x="28" y="57"/>
                      <a:pt x="29" y="62"/>
                    </a:cubicBezTo>
                    <a:cubicBezTo>
                      <a:pt x="31" y="67"/>
                      <a:pt x="33" y="72"/>
                      <a:pt x="34" y="77"/>
                    </a:cubicBezTo>
                    <a:cubicBezTo>
                      <a:pt x="37" y="83"/>
                      <a:pt x="40" y="90"/>
                      <a:pt x="43" y="96"/>
                    </a:cubicBezTo>
                    <a:cubicBezTo>
                      <a:pt x="45" y="102"/>
                      <a:pt x="43" y="108"/>
                      <a:pt x="37" y="111"/>
                    </a:cubicBezTo>
                    <a:cubicBezTo>
                      <a:pt x="36" y="111"/>
                      <a:pt x="34" y="111"/>
                      <a:pt x="33" y="111"/>
                    </a:cubicBezTo>
                    <a:cubicBezTo>
                      <a:pt x="29" y="111"/>
                      <a:pt x="25" y="109"/>
                      <a:pt x="23" y="1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7" name="Google Shape;1387;p16"/>
              <p:cNvSpPr/>
              <p:nvPr/>
            </p:nvSpPr>
            <p:spPr>
              <a:xfrm>
                <a:off x="2687040" y="675360"/>
                <a:ext cx="45720" cy="50760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41" extrusionOk="0">
                    <a:moveTo>
                      <a:pt x="7" y="138"/>
                    </a:moveTo>
                    <a:cubicBezTo>
                      <a:pt x="2" y="136"/>
                      <a:pt x="0" y="129"/>
                      <a:pt x="3" y="124"/>
                    </a:cubicBezTo>
                    <a:cubicBezTo>
                      <a:pt x="9" y="113"/>
                      <a:pt x="15" y="102"/>
                      <a:pt x="22" y="92"/>
                    </a:cubicBezTo>
                    <a:cubicBezTo>
                      <a:pt x="25" y="87"/>
                      <a:pt x="28" y="83"/>
                      <a:pt x="31" y="78"/>
                    </a:cubicBezTo>
                    <a:cubicBezTo>
                      <a:pt x="34" y="73"/>
                      <a:pt x="37" y="68"/>
                      <a:pt x="41" y="63"/>
                    </a:cubicBezTo>
                    <a:cubicBezTo>
                      <a:pt x="44" y="59"/>
                      <a:pt x="47" y="54"/>
                      <a:pt x="51" y="49"/>
                    </a:cubicBezTo>
                    <a:cubicBezTo>
                      <a:pt x="54" y="45"/>
                      <a:pt x="59" y="40"/>
                      <a:pt x="62" y="35"/>
                    </a:cubicBezTo>
                    <a:cubicBezTo>
                      <a:pt x="67" y="30"/>
                      <a:pt x="71" y="25"/>
                      <a:pt x="76" y="20"/>
                    </a:cubicBezTo>
                    <a:cubicBezTo>
                      <a:pt x="81" y="14"/>
                      <a:pt x="87" y="9"/>
                      <a:pt x="94" y="5"/>
                    </a:cubicBezTo>
                    <a:cubicBezTo>
                      <a:pt x="99" y="2"/>
                      <a:pt x="105" y="0"/>
                      <a:pt x="112" y="0"/>
                    </a:cubicBezTo>
                    <a:cubicBezTo>
                      <a:pt x="114" y="1"/>
                      <a:pt x="117" y="2"/>
                      <a:pt x="119" y="3"/>
                    </a:cubicBezTo>
                    <a:cubicBezTo>
                      <a:pt x="125" y="6"/>
                      <a:pt x="126" y="14"/>
                      <a:pt x="123" y="20"/>
                    </a:cubicBezTo>
                    <a:cubicBezTo>
                      <a:pt x="119" y="24"/>
                      <a:pt x="113" y="25"/>
                      <a:pt x="108" y="23"/>
                    </a:cubicBezTo>
                    <a:lnTo>
                      <a:pt x="107" y="23"/>
                    </a:lnTo>
                    <a:lnTo>
                      <a:pt x="108" y="23"/>
                    </a:lnTo>
                    <a:lnTo>
                      <a:pt x="107" y="23"/>
                    </a:lnTo>
                    <a:lnTo>
                      <a:pt x="106" y="23"/>
                    </a:lnTo>
                    <a:lnTo>
                      <a:pt x="107" y="23"/>
                    </a:lnTo>
                    <a:lnTo>
                      <a:pt x="108" y="23"/>
                    </a:lnTo>
                    <a:cubicBezTo>
                      <a:pt x="107" y="23"/>
                      <a:pt x="107" y="23"/>
                      <a:pt x="106" y="23"/>
                    </a:cubicBezTo>
                    <a:cubicBezTo>
                      <a:pt x="106" y="23"/>
                      <a:pt x="105" y="23"/>
                      <a:pt x="105" y="24"/>
                    </a:cubicBezTo>
                    <a:cubicBezTo>
                      <a:pt x="103" y="24"/>
                      <a:pt x="102" y="25"/>
                      <a:pt x="101" y="26"/>
                    </a:cubicBezTo>
                    <a:lnTo>
                      <a:pt x="102" y="25"/>
                    </a:lnTo>
                    <a:cubicBezTo>
                      <a:pt x="100" y="27"/>
                      <a:pt x="98" y="28"/>
                      <a:pt x="97" y="30"/>
                    </a:cubicBezTo>
                    <a:cubicBezTo>
                      <a:pt x="91" y="35"/>
                      <a:pt x="85" y="42"/>
                      <a:pt x="79" y="48"/>
                    </a:cubicBezTo>
                    <a:cubicBezTo>
                      <a:pt x="74" y="55"/>
                      <a:pt x="68" y="61"/>
                      <a:pt x="63" y="67"/>
                    </a:cubicBezTo>
                    <a:cubicBezTo>
                      <a:pt x="61" y="71"/>
                      <a:pt x="59" y="74"/>
                      <a:pt x="56" y="77"/>
                    </a:cubicBezTo>
                    <a:cubicBezTo>
                      <a:pt x="53" y="82"/>
                      <a:pt x="50" y="86"/>
                      <a:pt x="48" y="90"/>
                    </a:cubicBezTo>
                    <a:cubicBezTo>
                      <a:pt x="38" y="105"/>
                      <a:pt x="29" y="119"/>
                      <a:pt x="22" y="134"/>
                    </a:cubicBezTo>
                    <a:cubicBezTo>
                      <a:pt x="20" y="138"/>
                      <a:pt x="16" y="140"/>
                      <a:pt x="13" y="140"/>
                    </a:cubicBezTo>
                    <a:cubicBezTo>
                      <a:pt x="11" y="140"/>
                      <a:pt x="9" y="139"/>
                      <a:pt x="7" y="1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8" name="Google Shape;1388;p16"/>
              <p:cNvSpPr/>
              <p:nvPr/>
            </p:nvSpPr>
            <p:spPr>
              <a:xfrm>
                <a:off x="2740320" y="641160"/>
                <a:ext cx="40320" cy="3816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06" extrusionOk="0">
                    <a:moveTo>
                      <a:pt x="42" y="27"/>
                    </a:moveTo>
                    <a:cubicBezTo>
                      <a:pt x="42" y="26"/>
                      <a:pt x="42" y="26"/>
                      <a:pt x="42" y="25"/>
                    </a:cubicBezTo>
                    <a:lnTo>
                      <a:pt x="41" y="24"/>
                    </a:lnTo>
                    <a:cubicBezTo>
                      <a:pt x="41" y="24"/>
                      <a:pt x="41" y="23"/>
                      <a:pt x="40" y="23"/>
                    </a:cubicBezTo>
                    <a:cubicBezTo>
                      <a:pt x="40" y="22"/>
                      <a:pt x="40" y="22"/>
                      <a:pt x="39" y="22"/>
                    </a:cubicBezTo>
                    <a:cubicBezTo>
                      <a:pt x="40" y="22"/>
                      <a:pt x="40" y="22"/>
                      <a:pt x="40" y="22"/>
                    </a:cubicBezTo>
                    <a:lnTo>
                      <a:pt x="39" y="22"/>
                    </a:lnTo>
                    <a:lnTo>
                      <a:pt x="38" y="22"/>
                    </a:lnTo>
                    <a:cubicBezTo>
                      <a:pt x="37" y="22"/>
                      <a:pt x="37" y="22"/>
                      <a:pt x="37" y="22"/>
                    </a:cubicBezTo>
                    <a:cubicBezTo>
                      <a:pt x="36" y="22"/>
                      <a:pt x="36" y="22"/>
                      <a:pt x="36" y="22"/>
                    </a:cubicBezTo>
                    <a:cubicBezTo>
                      <a:pt x="35" y="22"/>
                      <a:pt x="34" y="22"/>
                      <a:pt x="33" y="23"/>
                    </a:cubicBezTo>
                    <a:cubicBezTo>
                      <a:pt x="32" y="23"/>
                      <a:pt x="30" y="24"/>
                      <a:pt x="29" y="24"/>
                    </a:cubicBezTo>
                    <a:lnTo>
                      <a:pt x="28" y="25"/>
                    </a:lnTo>
                    <a:cubicBezTo>
                      <a:pt x="27" y="26"/>
                      <a:pt x="26" y="26"/>
                      <a:pt x="26" y="26"/>
                    </a:cubicBezTo>
                    <a:cubicBezTo>
                      <a:pt x="28" y="26"/>
                      <a:pt x="29" y="26"/>
                      <a:pt x="30" y="27"/>
                    </a:cubicBezTo>
                    <a:cubicBezTo>
                      <a:pt x="34" y="27"/>
                      <a:pt x="38" y="27"/>
                      <a:pt x="42" y="27"/>
                    </a:cubicBezTo>
                    <a:moveTo>
                      <a:pt x="54" y="105"/>
                    </a:moveTo>
                    <a:cubicBezTo>
                      <a:pt x="47" y="105"/>
                      <a:pt x="39" y="104"/>
                      <a:pt x="33" y="102"/>
                    </a:cubicBezTo>
                    <a:cubicBezTo>
                      <a:pt x="27" y="100"/>
                      <a:pt x="21" y="94"/>
                      <a:pt x="20" y="88"/>
                    </a:cubicBezTo>
                    <a:cubicBezTo>
                      <a:pt x="19" y="84"/>
                      <a:pt x="19" y="81"/>
                      <a:pt x="21" y="77"/>
                    </a:cubicBezTo>
                    <a:cubicBezTo>
                      <a:pt x="22" y="75"/>
                      <a:pt x="23" y="72"/>
                      <a:pt x="26" y="70"/>
                    </a:cubicBezTo>
                    <a:cubicBezTo>
                      <a:pt x="28" y="68"/>
                      <a:pt x="29" y="65"/>
                      <a:pt x="32" y="62"/>
                    </a:cubicBezTo>
                    <a:cubicBezTo>
                      <a:pt x="33" y="60"/>
                      <a:pt x="34" y="58"/>
                      <a:pt x="35" y="55"/>
                    </a:cubicBezTo>
                    <a:cubicBezTo>
                      <a:pt x="36" y="53"/>
                      <a:pt x="37" y="51"/>
                      <a:pt x="38" y="48"/>
                    </a:cubicBezTo>
                    <a:cubicBezTo>
                      <a:pt x="35" y="48"/>
                      <a:pt x="32" y="48"/>
                      <a:pt x="28" y="48"/>
                    </a:cubicBezTo>
                    <a:cubicBezTo>
                      <a:pt x="25" y="48"/>
                      <a:pt x="21" y="48"/>
                      <a:pt x="17" y="47"/>
                    </a:cubicBezTo>
                    <a:cubicBezTo>
                      <a:pt x="12" y="46"/>
                      <a:pt x="7" y="43"/>
                      <a:pt x="4" y="38"/>
                    </a:cubicBezTo>
                    <a:cubicBezTo>
                      <a:pt x="1" y="34"/>
                      <a:pt x="0" y="28"/>
                      <a:pt x="2" y="23"/>
                    </a:cubicBezTo>
                    <a:cubicBezTo>
                      <a:pt x="5" y="17"/>
                      <a:pt x="8" y="13"/>
                      <a:pt x="12" y="9"/>
                    </a:cubicBezTo>
                    <a:cubicBezTo>
                      <a:pt x="16" y="6"/>
                      <a:pt x="22" y="3"/>
                      <a:pt x="27" y="1"/>
                    </a:cubicBezTo>
                    <a:cubicBezTo>
                      <a:pt x="33" y="0"/>
                      <a:pt x="39" y="0"/>
                      <a:pt x="46" y="1"/>
                    </a:cubicBezTo>
                    <a:cubicBezTo>
                      <a:pt x="51" y="2"/>
                      <a:pt x="55" y="6"/>
                      <a:pt x="58" y="11"/>
                    </a:cubicBezTo>
                    <a:cubicBezTo>
                      <a:pt x="62" y="16"/>
                      <a:pt x="64" y="22"/>
                      <a:pt x="64" y="27"/>
                    </a:cubicBezTo>
                    <a:cubicBezTo>
                      <a:pt x="65" y="38"/>
                      <a:pt x="61" y="48"/>
                      <a:pt x="57" y="59"/>
                    </a:cubicBezTo>
                    <a:cubicBezTo>
                      <a:pt x="56" y="64"/>
                      <a:pt x="54" y="68"/>
                      <a:pt x="51" y="72"/>
                    </a:cubicBezTo>
                    <a:cubicBezTo>
                      <a:pt x="50" y="74"/>
                      <a:pt x="49" y="76"/>
                      <a:pt x="47" y="79"/>
                    </a:cubicBezTo>
                    <a:cubicBezTo>
                      <a:pt x="46" y="80"/>
                      <a:pt x="45" y="82"/>
                      <a:pt x="44" y="83"/>
                    </a:cubicBezTo>
                    <a:cubicBezTo>
                      <a:pt x="49" y="83"/>
                      <a:pt x="52" y="84"/>
                      <a:pt x="56" y="84"/>
                    </a:cubicBezTo>
                    <a:lnTo>
                      <a:pt x="55" y="84"/>
                    </a:lnTo>
                    <a:cubicBezTo>
                      <a:pt x="70" y="84"/>
                      <a:pt x="85" y="84"/>
                      <a:pt x="100" y="83"/>
                    </a:cubicBezTo>
                    <a:cubicBezTo>
                      <a:pt x="106" y="82"/>
                      <a:pt x="111" y="87"/>
                      <a:pt x="111" y="93"/>
                    </a:cubicBezTo>
                    <a:cubicBezTo>
                      <a:pt x="111" y="98"/>
                      <a:pt x="107" y="103"/>
                      <a:pt x="101" y="103"/>
                    </a:cubicBezTo>
                    <a:cubicBezTo>
                      <a:pt x="87" y="104"/>
                      <a:pt x="73" y="105"/>
                      <a:pt x="59" y="105"/>
                    </a:cubicBezTo>
                    <a:cubicBezTo>
                      <a:pt x="57" y="105"/>
                      <a:pt x="55" y="105"/>
                      <a:pt x="54" y="1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9" name="Google Shape;1389;p16"/>
              <p:cNvSpPr/>
              <p:nvPr/>
            </p:nvSpPr>
            <p:spPr>
              <a:xfrm>
                <a:off x="2778840" y="667440"/>
                <a:ext cx="2520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70" h="33" extrusionOk="0">
                    <a:moveTo>
                      <a:pt x="41" y="32"/>
                    </a:moveTo>
                    <a:cubicBezTo>
                      <a:pt x="35" y="32"/>
                      <a:pt x="30" y="31"/>
                      <a:pt x="25" y="30"/>
                    </a:cubicBezTo>
                    <a:cubicBezTo>
                      <a:pt x="20" y="29"/>
                      <a:pt x="16" y="28"/>
                      <a:pt x="11" y="26"/>
                    </a:cubicBezTo>
                    <a:cubicBezTo>
                      <a:pt x="8" y="25"/>
                      <a:pt x="6" y="24"/>
                      <a:pt x="4" y="22"/>
                    </a:cubicBezTo>
                    <a:cubicBezTo>
                      <a:pt x="2" y="19"/>
                      <a:pt x="1" y="17"/>
                      <a:pt x="1" y="15"/>
                    </a:cubicBezTo>
                    <a:cubicBezTo>
                      <a:pt x="0" y="11"/>
                      <a:pt x="2" y="7"/>
                      <a:pt x="5" y="4"/>
                    </a:cubicBezTo>
                    <a:cubicBezTo>
                      <a:pt x="6" y="3"/>
                      <a:pt x="8" y="3"/>
                      <a:pt x="10" y="2"/>
                    </a:cubicBezTo>
                    <a:cubicBezTo>
                      <a:pt x="15" y="0"/>
                      <a:pt x="20" y="3"/>
                      <a:pt x="23" y="7"/>
                    </a:cubicBezTo>
                    <a:cubicBezTo>
                      <a:pt x="27" y="8"/>
                      <a:pt x="30" y="9"/>
                      <a:pt x="34" y="10"/>
                    </a:cubicBezTo>
                    <a:cubicBezTo>
                      <a:pt x="37" y="10"/>
                      <a:pt x="40" y="11"/>
                      <a:pt x="42" y="11"/>
                    </a:cubicBezTo>
                    <a:cubicBezTo>
                      <a:pt x="46" y="11"/>
                      <a:pt x="49" y="11"/>
                      <a:pt x="53" y="11"/>
                    </a:cubicBezTo>
                    <a:cubicBezTo>
                      <a:pt x="54" y="10"/>
                      <a:pt x="55" y="10"/>
                      <a:pt x="56" y="10"/>
                    </a:cubicBezTo>
                    <a:cubicBezTo>
                      <a:pt x="62" y="10"/>
                      <a:pt x="67" y="13"/>
                      <a:pt x="68" y="19"/>
                    </a:cubicBezTo>
                    <a:cubicBezTo>
                      <a:pt x="69" y="24"/>
                      <a:pt x="65" y="31"/>
                      <a:pt x="59" y="31"/>
                    </a:cubicBezTo>
                    <a:cubicBezTo>
                      <a:pt x="54" y="32"/>
                      <a:pt x="49" y="32"/>
                      <a:pt x="44" y="32"/>
                    </a:cubicBezTo>
                    <a:cubicBezTo>
                      <a:pt x="42" y="32"/>
                      <a:pt x="41" y="32"/>
                      <a:pt x="41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0" name="Google Shape;1390;p16"/>
              <p:cNvSpPr/>
              <p:nvPr/>
            </p:nvSpPr>
            <p:spPr>
              <a:xfrm>
                <a:off x="2785320" y="643320"/>
                <a:ext cx="32760" cy="56520"/>
              </a:xfrm>
              <a:custGeom>
                <a:avLst/>
                <a:gdLst/>
                <a:ahLst/>
                <a:cxnLst/>
                <a:rect l="l" t="t" r="r" b="b"/>
                <a:pathLst>
                  <a:path w="91" h="157" extrusionOk="0">
                    <a:moveTo>
                      <a:pt x="10" y="155"/>
                    </a:moveTo>
                    <a:cubicBezTo>
                      <a:pt x="4" y="154"/>
                      <a:pt x="0" y="148"/>
                      <a:pt x="2" y="143"/>
                    </a:cubicBezTo>
                    <a:cubicBezTo>
                      <a:pt x="8" y="121"/>
                      <a:pt x="16" y="101"/>
                      <a:pt x="24" y="81"/>
                    </a:cubicBezTo>
                    <a:cubicBezTo>
                      <a:pt x="27" y="75"/>
                      <a:pt x="29" y="70"/>
                      <a:pt x="31" y="65"/>
                    </a:cubicBezTo>
                    <a:cubicBezTo>
                      <a:pt x="33" y="60"/>
                      <a:pt x="35" y="56"/>
                      <a:pt x="38" y="51"/>
                    </a:cubicBezTo>
                    <a:cubicBezTo>
                      <a:pt x="42" y="42"/>
                      <a:pt x="48" y="33"/>
                      <a:pt x="53" y="25"/>
                    </a:cubicBezTo>
                    <a:cubicBezTo>
                      <a:pt x="58" y="18"/>
                      <a:pt x="64" y="11"/>
                      <a:pt x="70" y="4"/>
                    </a:cubicBezTo>
                    <a:cubicBezTo>
                      <a:pt x="74" y="0"/>
                      <a:pt x="81" y="0"/>
                      <a:pt x="86" y="4"/>
                    </a:cubicBezTo>
                    <a:cubicBezTo>
                      <a:pt x="90" y="8"/>
                      <a:pt x="90" y="15"/>
                      <a:pt x="86" y="19"/>
                    </a:cubicBezTo>
                    <a:cubicBezTo>
                      <a:pt x="83" y="23"/>
                      <a:pt x="79" y="27"/>
                      <a:pt x="76" y="31"/>
                    </a:cubicBezTo>
                    <a:cubicBezTo>
                      <a:pt x="73" y="35"/>
                      <a:pt x="70" y="39"/>
                      <a:pt x="67" y="43"/>
                    </a:cubicBezTo>
                    <a:cubicBezTo>
                      <a:pt x="60" y="53"/>
                      <a:pt x="56" y="63"/>
                      <a:pt x="51" y="72"/>
                    </a:cubicBezTo>
                    <a:cubicBezTo>
                      <a:pt x="48" y="78"/>
                      <a:pt x="46" y="83"/>
                      <a:pt x="44" y="88"/>
                    </a:cubicBezTo>
                    <a:cubicBezTo>
                      <a:pt x="41" y="93"/>
                      <a:pt x="39" y="98"/>
                      <a:pt x="38" y="103"/>
                    </a:cubicBezTo>
                    <a:cubicBezTo>
                      <a:pt x="33" y="114"/>
                      <a:pt x="30" y="125"/>
                      <a:pt x="25" y="136"/>
                    </a:cubicBezTo>
                    <a:cubicBezTo>
                      <a:pt x="24" y="139"/>
                      <a:pt x="23" y="144"/>
                      <a:pt x="22" y="148"/>
                    </a:cubicBezTo>
                    <a:cubicBezTo>
                      <a:pt x="21" y="152"/>
                      <a:pt x="17" y="156"/>
                      <a:pt x="12" y="156"/>
                    </a:cubicBezTo>
                    <a:cubicBezTo>
                      <a:pt x="11" y="156"/>
                      <a:pt x="10" y="156"/>
                      <a:pt x="10" y="15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1" name="Google Shape;1391;p16"/>
              <p:cNvSpPr/>
              <p:nvPr/>
            </p:nvSpPr>
            <p:spPr>
              <a:xfrm>
                <a:off x="2828520" y="642240"/>
                <a:ext cx="41760" cy="6264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174" extrusionOk="0">
                    <a:moveTo>
                      <a:pt x="62" y="172"/>
                    </a:moveTo>
                    <a:cubicBezTo>
                      <a:pt x="56" y="170"/>
                      <a:pt x="53" y="163"/>
                      <a:pt x="55" y="158"/>
                    </a:cubicBezTo>
                    <a:cubicBezTo>
                      <a:pt x="61" y="141"/>
                      <a:pt x="66" y="124"/>
                      <a:pt x="72" y="108"/>
                    </a:cubicBezTo>
                    <a:cubicBezTo>
                      <a:pt x="73" y="105"/>
                      <a:pt x="75" y="101"/>
                      <a:pt x="76" y="98"/>
                    </a:cubicBezTo>
                    <a:cubicBezTo>
                      <a:pt x="70" y="104"/>
                      <a:pt x="64" y="110"/>
                      <a:pt x="57" y="116"/>
                    </a:cubicBezTo>
                    <a:cubicBezTo>
                      <a:pt x="54" y="119"/>
                      <a:pt x="51" y="121"/>
                      <a:pt x="48" y="123"/>
                    </a:cubicBezTo>
                    <a:cubicBezTo>
                      <a:pt x="46" y="124"/>
                      <a:pt x="43" y="127"/>
                      <a:pt x="40" y="128"/>
                    </a:cubicBezTo>
                    <a:cubicBezTo>
                      <a:pt x="34" y="131"/>
                      <a:pt x="27" y="133"/>
                      <a:pt x="20" y="131"/>
                    </a:cubicBezTo>
                    <a:cubicBezTo>
                      <a:pt x="15" y="131"/>
                      <a:pt x="9" y="128"/>
                      <a:pt x="5" y="123"/>
                    </a:cubicBezTo>
                    <a:cubicBezTo>
                      <a:pt x="1" y="119"/>
                      <a:pt x="0" y="112"/>
                      <a:pt x="1" y="105"/>
                    </a:cubicBezTo>
                    <a:cubicBezTo>
                      <a:pt x="1" y="98"/>
                      <a:pt x="3" y="91"/>
                      <a:pt x="5" y="85"/>
                    </a:cubicBezTo>
                    <a:cubicBezTo>
                      <a:pt x="7" y="80"/>
                      <a:pt x="9" y="74"/>
                      <a:pt x="11" y="69"/>
                    </a:cubicBezTo>
                    <a:cubicBezTo>
                      <a:pt x="13" y="63"/>
                      <a:pt x="16" y="57"/>
                      <a:pt x="18" y="52"/>
                    </a:cubicBezTo>
                    <a:cubicBezTo>
                      <a:pt x="18" y="53"/>
                      <a:pt x="18" y="53"/>
                      <a:pt x="18" y="53"/>
                    </a:cubicBezTo>
                    <a:cubicBezTo>
                      <a:pt x="24" y="41"/>
                      <a:pt x="30" y="27"/>
                      <a:pt x="38" y="16"/>
                    </a:cubicBezTo>
                    <a:cubicBezTo>
                      <a:pt x="44" y="10"/>
                      <a:pt x="50" y="2"/>
                      <a:pt x="59" y="1"/>
                    </a:cubicBezTo>
                    <a:cubicBezTo>
                      <a:pt x="65" y="0"/>
                      <a:pt x="72" y="3"/>
                      <a:pt x="74" y="8"/>
                    </a:cubicBezTo>
                    <a:cubicBezTo>
                      <a:pt x="77" y="14"/>
                      <a:pt x="73" y="22"/>
                      <a:pt x="67" y="24"/>
                    </a:cubicBezTo>
                    <a:cubicBezTo>
                      <a:pt x="65" y="24"/>
                      <a:pt x="63" y="24"/>
                      <a:pt x="61" y="24"/>
                    </a:cubicBezTo>
                    <a:cubicBezTo>
                      <a:pt x="59" y="25"/>
                      <a:pt x="57" y="27"/>
                      <a:pt x="55" y="29"/>
                    </a:cubicBezTo>
                    <a:cubicBezTo>
                      <a:pt x="53" y="32"/>
                      <a:pt x="51" y="35"/>
                      <a:pt x="50" y="37"/>
                    </a:cubicBezTo>
                    <a:cubicBezTo>
                      <a:pt x="47" y="42"/>
                      <a:pt x="44" y="46"/>
                      <a:pt x="42" y="51"/>
                    </a:cubicBezTo>
                    <a:cubicBezTo>
                      <a:pt x="42" y="51"/>
                      <a:pt x="42" y="50"/>
                      <a:pt x="43" y="50"/>
                    </a:cubicBezTo>
                    <a:cubicBezTo>
                      <a:pt x="42" y="52"/>
                      <a:pt x="41" y="53"/>
                      <a:pt x="40" y="54"/>
                    </a:cubicBezTo>
                    <a:cubicBezTo>
                      <a:pt x="40" y="56"/>
                      <a:pt x="38" y="58"/>
                      <a:pt x="38" y="60"/>
                    </a:cubicBezTo>
                    <a:lnTo>
                      <a:pt x="38" y="59"/>
                    </a:lnTo>
                    <a:cubicBezTo>
                      <a:pt x="37" y="60"/>
                      <a:pt x="37" y="62"/>
                      <a:pt x="37" y="63"/>
                    </a:cubicBezTo>
                    <a:cubicBezTo>
                      <a:pt x="37" y="62"/>
                      <a:pt x="37" y="62"/>
                      <a:pt x="37" y="62"/>
                    </a:cubicBezTo>
                    <a:cubicBezTo>
                      <a:pt x="33" y="70"/>
                      <a:pt x="30" y="78"/>
                      <a:pt x="27" y="87"/>
                    </a:cubicBezTo>
                    <a:cubicBezTo>
                      <a:pt x="27" y="87"/>
                      <a:pt x="27" y="86"/>
                      <a:pt x="27" y="85"/>
                    </a:cubicBezTo>
                    <a:cubicBezTo>
                      <a:pt x="27" y="87"/>
                      <a:pt x="26" y="88"/>
                      <a:pt x="26" y="89"/>
                    </a:cubicBezTo>
                    <a:cubicBezTo>
                      <a:pt x="26" y="88"/>
                      <a:pt x="26" y="88"/>
                      <a:pt x="26" y="88"/>
                    </a:cubicBezTo>
                    <a:cubicBezTo>
                      <a:pt x="26" y="89"/>
                      <a:pt x="26" y="90"/>
                      <a:pt x="26" y="91"/>
                    </a:cubicBezTo>
                    <a:cubicBezTo>
                      <a:pt x="25" y="91"/>
                      <a:pt x="25" y="92"/>
                      <a:pt x="25" y="92"/>
                    </a:cubicBezTo>
                    <a:cubicBezTo>
                      <a:pt x="24" y="95"/>
                      <a:pt x="23" y="98"/>
                      <a:pt x="23" y="102"/>
                    </a:cubicBezTo>
                    <a:cubicBezTo>
                      <a:pt x="23" y="103"/>
                      <a:pt x="22" y="105"/>
                      <a:pt x="22" y="106"/>
                    </a:cubicBezTo>
                    <a:cubicBezTo>
                      <a:pt x="22" y="107"/>
                      <a:pt x="22" y="108"/>
                      <a:pt x="22" y="109"/>
                    </a:cubicBezTo>
                    <a:cubicBezTo>
                      <a:pt x="22" y="109"/>
                      <a:pt x="23" y="109"/>
                      <a:pt x="23" y="110"/>
                    </a:cubicBezTo>
                    <a:lnTo>
                      <a:pt x="24" y="110"/>
                    </a:lnTo>
                    <a:lnTo>
                      <a:pt x="25" y="110"/>
                    </a:lnTo>
                    <a:lnTo>
                      <a:pt x="26" y="110"/>
                    </a:lnTo>
                    <a:cubicBezTo>
                      <a:pt x="27" y="110"/>
                      <a:pt x="27" y="110"/>
                      <a:pt x="28" y="110"/>
                    </a:cubicBezTo>
                    <a:cubicBezTo>
                      <a:pt x="29" y="110"/>
                      <a:pt x="29" y="109"/>
                      <a:pt x="30" y="109"/>
                    </a:cubicBezTo>
                    <a:lnTo>
                      <a:pt x="31" y="109"/>
                    </a:lnTo>
                    <a:cubicBezTo>
                      <a:pt x="33" y="108"/>
                      <a:pt x="34" y="107"/>
                      <a:pt x="36" y="106"/>
                    </a:cubicBezTo>
                    <a:cubicBezTo>
                      <a:pt x="41" y="102"/>
                      <a:pt x="47" y="97"/>
                      <a:pt x="52" y="92"/>
                    </a:cubicBezTo>
                    <a:lnTo>
                      <a:pt x="51" y="93"/>
                    </a:lnTo>
                    <a:cubicBezTo>
                      <a:pt x="55" y="89"/>
                      <a:pt x="60" y="85"/>
                      <a:pt x="64" y="80"/>
                    </a:cubicBezTo>
                    <a:cubicBezTo>
                      <a:pt x="69" y="75"/>
                      <a:pt x="73" y="70"/>
                      <a:pt x="78" y="65"/>
                    </a:cubicBezTo>
                    <a:cubicBezTo>
                      <a:pt x="81" y="62"/>
                      <a:pt x="85" y="58"/>
                      <a:pt x="87" y="54"/>
                    </a:cubicBezTo>
                    <a:cubicBezTo>
                      <a:pt x="89" y="52"/>
                      <a:pt x="90" y="50"/>
                      <a:pt x="91" y="49"/>
                    </a:cubicBezTo>
                    <a:cubicBezTo>
                      <a:pt x="93" y="46"/>
                      <a:pt x="94" y="45"/>
                      <a:pt x="97" y="43"/>
                    </a:cubicBezTo>
                    <a:cubicBezTo>
                      <a:pt x="99" y="42"/>
                      <a:pt x="102" y="41"/>
                      <a:pt x="105" y="42"/>
                    </a:cubicBezTo>
                    <a:cubicBezTo>
                      <a:pt x="108" y="42"/>
                      <a:pt x="110" y="43"/>
                      <a:pt x="112" y="45"/>
                    </a:cubicBezTo>
                    <a:cubicBezTo>
                      <a:pt x="114" y="48"/>
                      <a:pt x="115" y="52"/>
                      <a:pt x="114" y="55"/>
                    </a:cubicBezTo>
                    <a:cubicBezTo>
                      <a:pt x="111" y="66"/>
                      <a:pt x="107" y="75"/>
                      <a:pt x="103" y="86"/>
                    </a:cubicBezTo>
                    <a:cubicBezTo>
                      <a:pt x="99" y="95"/>
                      <a:pt x="96" y="105"/>
                      <a:pt x="93" y="113"/>
                    </a:cubicBezTo>
                    <a:cubicBezTo>
                      <a:pt x="87" y="129"/>
                      <a:pt x="82" y="144"/>
                      <a:pt x="78" y="159"/>
                    </a:cubicBezTo>
                    <a:lnTo>
                      <a:pt x="77" y="160"/>
                    </a:lnTo>
                    <a:lnTo>
                      <a:pt x="77" y="161"/>
                    </a:lnTo>
                    <a:cubicBezTo>
                      <a:pt x="76" y="162"/>
                      <a:pt x="76" y="163"/>
                      <a:pt x="76" y="164"/>
                    </a:cubicBezTo>
                    <a:cubicBezTo>
                      <a:pt x="74" y="169"/>
                      <a:pt x="70" y="173"/>
                      <a:pt x="65" y="173"/>
                    </a:cubicBezTo>
                    <a:cubicBezTo>
                      <a:pt x="64" y="173"/>
                      <a:pt x="64" y="172"/>
                      <a:pt x="62" y="17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2" name="Google Shape;1392;p16"/>
              <p:cNvSpPr/>
              <p:nvPr/>
            </p:nvSpPr>
            <p:spPr>
              <a:xfrm>
                <a:off x="2873160" y="647640"/>
                <a:ext cx="51480" cy="92880"/>
              </a:xfrm>
              <a:custGeom>
                <a:avLst/>
                <a:gdLst/>
                <a:ahLst/>
                <a:cxnLst/>
                <a:rect l="l" t="t" r="r" b="b"/>
                <a:pathLst>
                  <a:path w="143" h="258" extrusionOk="0">
                    <a:moveTo>
                      <a:pt x="36" y="235"/>
                    </a:moveTo>
                    <a:cubicBezTo>
                      <a:pt x="37" y="235"/>
                      <a:pt x="38" y="235"/>
                      <a:pt x="38" y="235"/>
                    </a:cubicBezTo>
                    <a:cubicBezTo>
                      <a:pt x="39" y="235"/>
                      <a:pt x="40" y="235"/>
                      <a:pt x="41" y="235"/>
                    </a:cubicBezTo>
                    <a:lnTo>
                      <a:pt x="40" y="235"/>
                    </a:lnTo>
                    <a:cubicBezTo>
                      <a:pt x="41" y="235"/>
                      <a:pt x="42" y="235"/>
                      <a:pt x="43" y="234"/>
                    </a:cubicBezTo>
                    <a:lnTo>
                      <a:pt x="44" y="234"/>
                    </a:lnTo>
                    <a:cubicBezTo>
                      <a:pt x="45" y="233"/>
                      <a:pt x="45" y="233"/>
                      <a:pt x="47" y="232"/>
                    </a:cubicBezTo>
                    <a:lnTo>
                      <a:pt x="48" y="231"/>
                    </a:lnTo>
                    <a:cubicBezTo>
                      <a:pt x="49" y="230"/>
                      <a:pt x="49" y="230"/>
                      <a:pt x="50" y="229"/>
                    </a:cubicBezTo>
                    <a:cubicBezTo>
                      <a:pt x="50" y="228"/>
                      <a:pt x="51" y="227"/>
                      <a:pt x="52" y="226"/>
                    </a:cubicBezTo>
                    <a:cubicBezTo>
                      <a:pt x="53" y="224"/>
                      <a:pt x="54" y="222"/>
                      <a:pt x="55" y="221"/>
                    </a:cubicBezTo>
                    <a:cubicBezTo>
                      <a:pt x="57" y="215"/>
                      <a:pt x="59" y="210"/>
                      <a:pt x="61" y="204"/>
                    </a:cubicBezTo>
                    <a:cubicBezTo>
                      <a:pt x="66" y="188"/>
                      <a:pt x="70" y="171"/>
                      <a:pt x="75" y="154"/>
                    </a:cubicBezTo>
                    <a:cubicBezTo>
                      <a:pt x="66" y="160"/>
                      <a:pt x="58" y="167"/>
                      <a:pt x="50" y="174"/>
                    </a:cubicBezTo>
                    <a:cubicBezTo>
                      <a:pt x="45" y="179"/>
                      <a:pt x="40" y="183"/>
                      <a:pt x="36" y="188"/>
                    </a:cubicBezTo>
                    <a:cubicBezTo>
                      <a:pt x="34" y="190"/>
                      <a:pt x="31" y="193"/>
                      <a:pt x="30" y="196"/>
                    </a:cubicBezTo>
                    <a:cubicBezTo>
                      <a:pt x="28" y="199"/>
                      <a:pt x="27" y="201"/>
                      <a:pt x="26" y="203"/>
                    </a:cubicBezTo>
                    <a:cubicBezTo>
                      <a:pt x="25" y="205"/>
                      <a:pt x="24" y="207"/>
                      <a:pt x="24" y="208"/>
                    </a:cubicBezTo>
                    <a:cubicBezTo>
                      <a:pt x="23" y="210"/>
                      <a:pt x="23" y="211"/>
                      <a:pt x="23" y="213"/>
                    </a:cubicBezTo>
                    <a:cubicBezTo>
                      <a:pt x="23" y="214"/>
                      <a:pt x="22" y="215"/>
                      <a:pt x="22" y="217"/>
                    </a:cubicBezTo>
                    <a:cubicBezTo>
                      <a:pt x="22" y="218"/>
                      <a:pt x="22" y="220"/>
                      <a:pt x="22" y="221"/>
                    </a:cubicBezTo>
                    <a:cubicBezTo>
                      <a:pt x="23" y="222"/>
                      <a:pt x="23" y="222"/>
                      <a:pt x="23" y="224"/>
                    </a:cubicBezTo>
                    <a:cubicBezTo>
                      <a:pt x="23" y="224"/>
                      <a:pt x="23" y="225"/>
                      <a:pt x="24" y="227"/>
                    </a:cubicBezTo>
                    <a:lnTo>
                      <a:pt x="24" y="228"/>
                    </a:lnTo>
                    <a:cubicBezTo>
                      <a:pt x="24" y="229"/>
                      <a:pt x="25" y="229"/>
                      <a:pt x="25" y="229"/>
                    </a:cubicBezTo>
                    <a:cubicBezTo>
                      <a:pt x="26" y="230"/>
                      <a:pt x="26" y="231"/>
                      <a:pt x="26" y="231"/>
                    </a:cubicBezTo>
                    <a:cubicBezTo>
                      <a:pt x="27" y="231"/>
                      <a:pt x="27" y="232"/>
                      <a:pt x="28" y="232"/>
                    </a:cubicBezTo>
                    <a:cubicBezTo>
                      <a:pt x="29" y="233"/>
                      <a:pt x="29" y="233"/>
                      <a:pt x="29" y="234"/>
                    </a:cubicBezTo>
                    <a:cubicBezTo>
                      <a:pt x="30" y="234"/>
                      <a:pt x="30" y="234"/>
                      <a:pt x="31" y="234"/>
                    </a:cubicBezTo>
                    <a:cubicBezTo>
                      <a:pt x="31" y="234"/>
                      <a:pt x="31" y="235"/>
                      <a:pt x="32" y="235"/>
                    </a:cubicBezTo>
                    <a:cubicBezTo>
                      <a:pt x="33" y="235"/>
                      <a:pt x="33" y="235"/>
                      <a:pt x="34" y="235"/>
                    </a:cubicBezTo>
                    <a:cubicBezTo>
                      <a:pt x="35" y="235"/>
                      <a:pt x="36" y="235"/>
                      <a:pt x="36" y="235"/>
                    </a:cubicBezTo>
                    <a:moveTo>
                      <a:pt x="26" y="256"/>
                    </a:moveTo>
                    <a:cubicBezTo>
                      <a:pt x="21" y="255"/>
                      <a:pt x="16" y="251"/>
                      <a:pt x="12" y="248"/>
                    </a:cubicBezTo>
                    <a:cubicBezTo>
                      <a:pt x="3" y="240"/>
                      <a:pt x="0" y="228"/>
                      <a:pt x="1" y="217"/>
                    </a:cubicBezTo>
                    <a:cubicBezTo>
                      <a:pt x="1" y="210"/>
                      <a:pt x="2" y="204"/>
                      <a:pt x="5" y="198"/>
                    </a:cubicBezTo>
                    <a:cubicBezTo>
                      <a:pt x="7" y="192"/>
                      <a:pt x="11" y="186"/>
                      <a:pt x="15" y="181"/>
                    </a:cubicBezTo>
                    <a:cubicBezTo>
                      <a:pt x="26" y="165"/>
                      <a:pt x="42" y="153"/>
                      <a:pt x="57" y="141"/>
                    </a:cubicBezTo>
                    <a:cubicBezTo>
                      <a:pt x="65" y="136"/>
                      <a:pt x="74" y="130"/>
                      <a:pt x="82" y="125"/>
                    </a:cubicBezTo>
                    <a:cubicBezTo>
                      <a:pt x="83" y="122"/>
                      <a:pt x="83" y="120"/>
                      <a:pt x="84" y="118"/>
                    </a:cubicBezTo>
                    <a:cubicBezTo>
                      <a:pt x="87" y="108"/>
                      <a:pt x="89" y="100"/>
                      <a:pt x="92" y="90"/>
                    </a:cubicBezTo>
                    <a:lnTo>
                      <a:pt x="93" y="89"/>
                    </a:lnTo>
                    <a:cubicBezTo>
                      <a:pt x="92" y="89"/>
                      <a:pt x="92" y="90"/>
                      <a:pt x="92" y="90"/>
                    </a:cubicBezTo>
                    <a:cubicBezTo>
                      <a:pt x="93" y="88"/>
                      <a:pt x="93" y="87"/>
                      <a:pt x="94" y="85"/>
                    </a:cubicBezTo>
                    <a:cubicBezTo>
                      <a:pt x="94" y="84"/>
                      <a:pt x="94" y="83"/>
                      <a:pt x="94" y="83"/>
                    </a:cubicBezTo>
                    <a:cubicBezTo>
                      <a:pt x="94" y="81"/>
                      <a:pt x="95" y="81"/>
                      <a:pt x="95" y="80"/>
                    </a:cubicBezTo>
                    <a:cubicBezTo>
                      <a:pt x="90" y="86"/>
                      <a:pt x="85" y="90"/>
                      <a:pt x="79" y="95"/>
                    </a:cubicBezTo>
                    <a:cubicBezTo>
                      <a:pt x="74" y="100"/>
                      <a:pt x="68" y="104"/>
                      <a:pt x="62" y="107"/>
                    </a:cubicBezTo>
                    <a:cubicBezTo>
                      <a:pt x="55" y="110"/>
                      <a:pt x="49" y="113"/>
                      <a:pt x="41" y="114"/>
                    </a:cubicBezTo>
                    <a:cubicBezTo>
                      <a:pt x="35" y="115"/>
                      <a:pt x="30" y="113"/>
                      <a:pt x="24" y="109"/>
                    </a:cubicBezTo>
                    <a:cubicBezTo>
                      <a:pt x="20" y="106"/>
                      <a:pt x="17" y="100"/>
                      <a:pt x="16" y="94"/>
                    </a:cubicBezTo>
                    <a:cubicBezTo>
                      <a:pt x="16" y="88"/>
                      <a:pt x="17" y="82"/>
                      <a:pt x="19" y="77"/>
                    </a:cubicBezTo>
                    <a:cubicBezTo>
                      <a:pt x="19" y="74"/>
                      <a:pt x="20" y="71"/>
                      <a:pt x="21" y="68"/>
                    </a:cubicBezTo>
                    <a:cubicBezTo>
                      <a:pt x="23" y="62"/>
                      <a:pt x="24" y="56"/>
                      <a:pt x="27" y="50"/>
                    </a:cubicBezTo>
                    <a:cubicBezTo>
                      <a:pt x="29" y="44"/>
                      <a:pt x="31" y="37"/>
                      <a:pt x="34" y="31"/>
                    </a:cubicBezTo>
                    <a:cubicBezTo>
                      <a:pt x="40" y="19"/>
                      <a:pt x="47" y="6"/>
                      <a:pt x="61" y="2"/>
                    </a:cubicBezTo>
                    <a:cubicBezTo>
                      <a:pt x="66" y="0"/>
                      <a:pt x="73" y="4"/>
                      <a:pt x="75" y="10"/>
                    </a:cubicBezTo>
                    <a:cubicBezTo>
                      <a:pt x="75" y="13"/>
                      <a:pt x="75" y="16"/>
                      <a:pt x="73" y="19"/>
                    </a:cubicBezTo>
                    <a:cubicBezTo>
                      <a:pt x="72" y="21"/>
                      <a:pt x="69" y="23"/>
                      <a:pt x="66" y="24"/>
                    </a:cubicBezTo>
                    <a:lnTo>
                      <a:pt x="65" y="24"/>
                    </a:lnTo>
                    <a:lnTo>
                      <a:pt x="64" y="25"/>
                    </a:lnTo>
                    <a:cubicBezTo>
                      <a:pt x="63" y="25"/>
                      <a:pt x="63" y="26"/>
                      <a:pt x="63" y="26"/>
                    </a:cubicBezTo>
                    <a:cubicBezTo>
                      <a:pt x="62" y="26"/>
                      <a:pt x="62" y="27"/>
                      <a:pt x="62" y="27"/>
                    </a:cubicBezTo>
                    <a:cubicBezTo>
                      <a:pt x="61" y="28"/>
                      <a:pt x="59" y="30"/>
                      <a:pt x="59" y="31"/>
                    </a:cubicBezTo>
                    <a:cubicBezTo>
                      <a:pt x="56" y="35"/>
                      <a:pt x="55" y="38"/>
                      <a:pt x="53" y="42"/>
                    </a:cubicBezTo>
                    <a:cubicBezTo>
                      <a:pt x="50" y="49"/>
                      <a:pt x="47" y="57"/>
                      <a:pt x="44" y="65"/>
                    </a:cubicBezTo>
                    <a:cubicBezTo>
                      <a:pt x="42" y="72"/>
                      <a:pt x="40" y="79"/>
                      <a:pt x="38" y="86"/>
                    </a:cubicBezTo>
                    <a:cubicBezTo>
                      <a:pt x="38" y="88"/>
                      <a:pt x="38" y="89"/>
                      <a:pt x="38" y="90"/>
                    </a:cubicBezTo>
                    <a:cubicBezTo>
                      <a:pt x="38" y="91"/>
                      <a:pt x="38" y="91"/>
                      <a:pt x="38" y="91"/>
                    </a:cubicBezTo>
                    <a:cubicBezTo>
                      <a:pt x="38" y="92"/>
                      <a:pt x="38" y="92"/>
                      <a:pt x="38" y="93"/>
                    </a:cubicBezTo>
                    <a:cubicBezTo>
                      <a:pt x="40" y="93"/>
                      <a:pt x="40" y="93"/>
                      <a:pt x="41" y="93"/>
                    </a:cubicBezTo>
                    <a:cubicBezTo>
                      <a:pt x="40" y="93"/>
                      <a:pt x="40" y="93"/>
                      <a:pt x="40" y="93"/>
                    </a:cubicBezTo>
                    <a:cubicBezTo>
                      <a:pt x="41" y="93"/>
                      <a:pt x="42" y="92"/>
                      <a:pt x="44" y="92"/>
                    </a:cubicBezTo>
                    <a:cubicBezTo>
                      <a:pt x="44" y="91"/>
                      <a:pt x="45" y="91"/>
                      <a:pt x="46" y="91"/>
                    </a:cubicBezTo>
                    <a:cubicBezTo>
                      <a:pt x="49" y="90"/>
                      <a:pt x="51" y="88"/>
                      <a:pt x="54" y="87"/>
                    </a:cubicBezTo>
                    <a:cubicBezTo>
                      <a:pt x="56" y="86"/>
                      <a:pt x="59" y="85"/>
                      <a:pt x="61" y="83"/>
                    </a:cubicBezTo>
                    <a:cubicBezTo>
                      <a:pt x="65" y="81"/>
                      <a:pt x="69" y="77"/>
                      <a:pt x="72" y="74"/>
                    </a:cubicBezTo>
                    <a:cubicBezTo>
                      <a:pt x="87" y="61"/>
                      <a:pt x="100" y="47"/>
                      <a:pt x="113" y="32"/>
                    </a:cubicBezTo>
                    <a:cubicBezTo>
                      <a:pt x="115" y="30"/>
                      <a:pt x="116" y="27"/>
                      <a:pt x="118" y="26"/>
                    </a:cubicBezTo>
                    <a:cubicBezTo>
                      <a:pt x="119" y="23"/>
                      <a:pt x="120" y="21"/>
                      <a:pt x="122" y="20"/>
                    </a:cubicBezTo>
                    <a:cubicBezTo>
                      <a:pt x="125" y="16"/>
                      <a:pt x="132" y="14"/>
                      <a:pt x="136" y="18"/>
                    </a:cubicBezTo>
                    <a:cubicBezTo>
                      <a:pt x="142" y="21"/>
                      <a:pt x="142" y="28"/>
                      <a:pt x="139" y="33"/>
                    </a:cubicBezTo>
                    <a:cubicBezTo>
                      <a:pt x="138" y="34"/>
                      <a:pt x="137" y="35"/>
                      <a:pt x="136" y="36"/>
                    </a:cubicBezTo>
                    <a:cubicBezTo>
                      <a:pt x="134" y="40"/>
                      <a:pt x="132" y="44"/>
                      <a:pt x="130" y="48"/>
                    </a:cubicBezTo>
                    <a:lnTo>
                      <a:pt x="130" y="47"/>
                    </a:lnTo>
                    <a:cubicBezTo>
                      <a:pt x="127" y="55"/>
                      <a:pt x="123" y="64"/>
                      <a:pt x="120" y="73"/>
                    </a:cubicBezTo>
                    <a:cubicBezTo>
                      <a:pt x="116" y="81"/>
                      <a:pt x="114" y="90"/>
                      <a:pt x="111" y="98"/>
                    </a:cubicBezTo>
                    <a:lnTo>
                      <a:pt x="111" y="97"/>
                    </a:lnTo>
                    <a:cubicBezTo>
                      <a:pt x="105" y="118"/>
                      <a:pt x="100" y="140"/>
                      <a:pt x="94" y="161"/>
                    </a:cubicBezTo>
                    <a:cubicBezTo>
                      <a:pt x="91" y="172"/>
                      <a:pt x="88" y="184"/>
                      <a:pt x="85" y="196"/>
                    </a:cubicBezTo>
                    <a:cubicBezTo>
                      <a:pt x="83" y="201"/>
                      <a:pt x="82" y="206"/>
                      <a:pt x="81" y="211"/>
                    </a:cubicBezTo>
                    <a:cubicBezTo>
                      <a:pt x="77" y="220"/>
                      <a:pt x="75" y="230"/>
                      <a:pt x="69" y="238"/>
                    </a:cubicBezTo>
                    <a:cubicBezTo>
                      <a:pt x="66" y="243"/>
                      <a:pt x="63" y="247"/>
                      <a:pt x="59" y="250"/>
                    </a:cubicBezTo>
                    <a:cubicBezTo>
                      <a:pt x="54" y="253"/>
                      <a:pt x="49" y="256"/>
                      <a:pt x="44" y="257"/>
                    </a:cubicBezTo>
                    <a:cubicBezTo>
                      <a:pt x="41" y="257"/>
                      <a:pt x="40" y="257"/>
                      <a:pt x="37" y="257"/>
                    </a:cubicBezTo>
                    <a:cubicBezTo>
                      <a:pt x="33" y="257"/>
                      <a:pt x="30" y="257"/>
                      <a:pt x="26" y="25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3" name="Google Shape;1393;p16"/>
              <p:cNvSpPr/>
              <p:nvPr/>
            </p:nvSpPr>
            <p:spPr>
              <a:xfrm>
                <a:off x="2932920" y="643680"/>
                <a:ext cx="25920" cy="35280"/>
              </a:xfrm>
              <a:custGeom>
                <a:avLst/>
                <a:gdLst/>
                <a:ahLst/>
                <a:cxnLst/>
                <a:rect l="l" t="t" r="r" b="b"/>
                <a:pathLst>
                  <a:path w="72" h="98" extrusionOk="0">
                    <a:moveTo>
                      <a:pt x="31" y="97"/>
                    </a:moveTo>
                    <a:cubicBezTo>
                      <a:pt x="23" y="97"/>
                      <a:pt x="14" y="92"/>
                      <a:pt x="12" y="84"/>
                    </a:cubicBezTo>
                    <a:cubicBezTo>
                      <a:pt x="9" y="74"/>
                      <a:pt x="13" y="66"/>
                      <a:pt x="17" y="59"/>
                    </a:cubicBezTo>
                    <a:cubicBezTo>
                      <a:pt x="19" y="55"/>
                      <a:pt x="21" y="51"/>
                      <a:pt x="23" y="48"/>
                    </a:cubicBezTo>
                    <a:cubicBezTo>
                      <a:pt x="24" y="45"/>
                      <a:pt x="25" y="43"/>
                      <a:pt x="26" y="41"/>
                    </a:cubicBezTo>
                    <a:cubicBezTo>
                      <a:pt x="26" y="39"/>
                      <a:pt x="27" y="37"/>
                      <a:pt x="27" y="35"/>
                    </a:cubicBezTo>
                    <a:cubicBezTo>
                      <a:pt x="27" y="34"/>
                      <a:pt x="27" y="33"/>
                      <a:pt x="27" y="32"/>
                    </a:cubicBezTo>
                    <a:lnTo>
                      <a:pt x="27" y="31"/>
                    </a:lnTo>
                    <a:lnTo>
                      <a:pt x="27" y="30"/>
                    </a:lnTo>
                    <a:cubicBezTo>
                      <a:pt x="26" y="29"/>
                      <a:pt x="26" y="28"/>
                      <a:pt x="26" y="28"/>
                    </a:cubicBezTo>
                    <a:cubicBezTo>
                      <a:pt x="25" y="28"/>
                      <a:pt x="25" y="28"/>
                      <a:pt x="25" y="28"/>
                    </a:cubicBezTo>
                    <a:cubicBezTo>
                      <a:pt x="24" y="27"/>
                      <a:pt x="24" y="27"/>
                      <a:pt x="24" y="27"/>
                    </a:cubicBezTo>
                    <a:lnTo>
                      <a:pt x="23" y="27"/>
                    </a:lnTo>
                    <a:cubicBezTo>
                      <a:pt x="16" y="29"/>
                      <a:pt x="7" y="30"/>
                      <a:pt x="3" y="22"/>
                    </a:cubicBezTo>
                    <a:cubicBezTo>
                      <a:pt x="0" y="17"/>
                      <a:pt x="1" y="11"/>
                      <a:pt x="4" y="8"/>
                    </a:cubicBezTo>
                    <a:cubicBezTo>
                      <a:pt x="5" y="7"/>
                      <a:pt x="6" y="6"/>
                      <a:pt x="8" y="5"/>
                    </a:cubicBezTo>
                    <a:cubicBezTo>
                      <a:pt x="10" y="4"/>
                      <a:pt x="13" y="4"/>
                      <a:pt x="15" y="3"/>
                    </a:cubicBezTo>
                    <a:cubicBezTo>
                      <a:pt x="17" y="3"/>
                      <a:pt x="20" y="3"/>
                      <a:pt x="23" y="4"/>
                    </a:cubicBezTo>
                    <a:cubicBezTo>
                      <a:pt x="23" y="3"/>
                      <a:pt x="24" y="3"/>
                      <a:pt x="24" y="3"/>
                    </a:cubicBezTo>
                    <a:cubicBezTo>
                      <a:pt x="30" y="0"/>
                      <a:pt x="36" y="3"/>
                      <a:pt x="38" y="9"/>
                    </a:cubicBezTo>
                    <a:cubicBezTo>
                      <a:pt x="39" y="10"/>
                      <a:pt x="39" y="10"/>
                      <a:pt x="40" y="11"/>
                    </a:cubicBezTo>
                    <a:cubicBezTo>
                      <a:pt x="44" y="14"/>
                      <a:pt x="47" y="20"/>
                      <a:pt x="48" y="25"/>
                    </a:cubicBezTo>
                    <a:cubicBezTo>
                      <a:pt x="50" y="30"/>
                      <a:pt x="50" y="35"/>
                      <a:pt x="48" y="39"/>
                    </a:cubicBezTo>
                    <a:cubicBezTo>
                      <a:pt x="47" y="46"/>
                      <a:pt x="45" y="52"/>
                      <a:pt x="42" y="58"/>
                    </a:cubicBezTo>
                    <a:cubicBezTo>
                      <a:pt x="40" y="63"/>
                      <a:pt x="37" y="68"/>
                      <a:pt x="34" y="73"/>
                    </a:cubicBezTo>
                    <a:lnTo>
                      <a:pt x="34" y="72"/>
                    </a:lnTo>
                    <a:cubicBezTo>
                      <a:pt x="34" y="73"/>
                      <a:pt x="34" y="74"/>
                      <a:pt x="33" y="76"/>
                    </a:cubicBezTo>
                    <a:cubicBezTo>
                      <a:pt x="34" y="76"/>
                      <a:pt x="36" y="76"/>
                      <a:pt x="37" y="76"/>
                    </a:cubicBezTo>
                    <a:cubicBezTo>
                      <a:pt x="40" y="75"/>
                      <a:pt x="43" y="74"/>
                      <a:pt x="46" y="74"/>
                    </a:cubicBezTo>
                    <a:cubicBezTo>
                      <a:pt x="50" y="73"/>
                      <a:pt x="53" y="72"/>
                      <a:pt x="57" y="71"/>
                    </a:cubicBezTo>
                    <a:cubicBezTo>
                      <a:pt x="62" y="69"/>
                      <a:pt x="68" y="73"/>
                      <a:pt x="69" y="78"/>
                    </a:cubicBezTo>
                    <a:cubicBezTo>
                      <a:pt x="71" y="84"/>
                      <a:pt x="68" y="89"/>
                      <a:pt x="62" y="91"/>
                    </a:cubicBezTo>
                    <a:cubicBezTo>
                      <a:pt x="53" y="94"/>
                      <a:pt x="43" y="97"/>
                      <a:pt x="33" y="97"/>
                    </a:cubicBezTo>
                    <a:cubicBezTo>
                      <a:pt x="33" y="97"/>
                      <a:pt x="32" y="97"/>
                      <a:pt x="31" y="9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4" name="Google Shape;1394;p16"/>
              <p:cNvSpPr/>
              <p:nvPr/>
            </p:nvSpPr>
            <p:spPr>
              <a:xfrm>
                <a:off x="2383200" y="781920"/>
                <a:ext cx="57960" cy="80640"/>
              </a:xfrm>
              <a:custGeom>
                <a:avLst/>
                <a:gdLst/>
                <a:ahLst/>
                <a:cxnLst/>
                <a:rect l="l" t="t" r="r" b="b"/>
                <a:pathLst>
                  <a:path w="161" h="224" extrusionOk="0">
                    <a:moveTo>
                      <a:pt x="118" y="223"/>
                    </a:moveTo>
                    <a:cubicBezTo>
                      <a:pt x="104" y="222"/>
                      <a:pt x="91" y="222"/>
                      <a:pt x="78" y="221"/>
                    </a:cubicBezTo>
                    <a:cubicBezTo>
                      <a:pt x="66" y="220"/>
                      <a:pt x="54" y="219"/>
                      <a:pt x="42" y="218"/>
                    </a:cubicBezTo>
                    <a:cubicBezTo>
                      <a:pt x="34" y="216"/>
                      <a:pt x="27" y="215"/>
                      <a:pt x="20" y="212"/>
                    </a:cubicBezTo>
                    <a:cubicBezTo>
                      <a:pt x="14" y="210"/>
                      <a:pt x="8" y="206"/>
                      <a:pt x="4" y="200"/>
                    </a:cubicBezTo>
                    <a:cubicBezTo>
                      <a:pt x="2" y="198"/>
                      <a:pt x="1" y="195"/>
                      <a:pt x="1" y="192"/>
                    </a:cubicBezTo>
                    <a:cubicBezTo>
                      <a:pt x="0" y="189"/>
                      <a:pt x="1" y="186"/>
                      <a:pt x="2" y="183"/>
                    </a:cubicBezTo>
                    <a:cubicBezTo>
                      <a:pt x="4" y="177"/>
                      <a:pt x="8" y="173"/>
                      <a:pt x="12" y="169"/>
                    </a:cubicBezTo>
                    <a:cubicBezTo>
                      <a:pt x="20" y="161"/>
                      <a:pt x="28" y="153"/>
                      <a:pt x="36" y="145"/>
                    </a:cubicBezTo>
                    <a:cubicBezTo>
                      <a:pt x="48" y="133"/>
                      <a:pt x="60" y="122"/>
                      <a:pt x="73" y="110"/>
                    </a:cubicBezTo>
                    <a:cubicBezTo>
                      <a:pt x="79" y="105"/>
                      <a:pt x="85" y="99"/>
                      <a:pt x="92" y="93"/>
                    </a:cubicBezTo>
                    <a:cubicBezTo>
                      <a:pt x="103" y="83"/>
                      <a:pt x="115" y="71"/>
                      <a:pt x="126" y="59"/>
                    </a:cubicBezTo>
                    <a:cubicBezTo>
                      <a:pt x="128" y="56"/>
                      <a:pt x="131" y="53"/>
                      <a:pt x="133" y="50"/>
                    </a:cubicBezTo>
                    <a:cubicBezTo>
                      <a:pt x="134" y="48"/>
                      <a:pt x="135" y="46"/>
                      <a:pt x="136" y="45"/>
                    </a:cubicBezTo>
                    <a:cubicBezTo>
                      <a:pt x="136" y="43"/>
                      <a:pt x="137" y="41"/>
                      <a:pt x="138" y="39"/>
                    </a:cubicBezTo>
                    <a:cubicBezTo>
                      <a:pt x="138" y="38"/>
                      <a:pt x="139" y="36"/>
                      <a:pt x="139" y="35"/>
                    </a:cubicBezTo>
                    <a:cubicBezTo>
                      <a:pt x="139" y="34"/>
                      <a:pt x="139" y="33"/>
                      <a:pt x="139" y="32"/>
                    </a:cubicBezTo>
                    <a:cubicBezTo>
                      <a:pt x="139" y="33"/>
                      <a:pt x="139" y="33"/>
                      <a:pt x="139" y="34"/>
                    </a:cubicBezTo>
                    <a:cubicBezTo>
                      <a:pt x="139" y="32"/>
                      <a:pt x="139" y="32"/>
                      <a:pt x="139" y="31"/>
                    </a:cubicBezTo>
                    <a:cubicBezTo>
                      <a:pt x="139" y="30"/>
                      <a:pt x="139" y="30"/>
                      <a:pt x="139" y="30"/>
                    </a:cubicBezTo>
                    <a:lnTo>
                      <a:pt x="139" y="31"/>
                    </a:lnTo>
                    <a:cubicBezTo>
                      <a:pt x="139" y="30"/>
                      <a:pt x="139" y="30"/>
                      <a:pt x="139" y="30"/>
                    </a:cubicBezTo>
                    <a:lnTo>
                      <a:pt x="139" y="31"/>
                    </a:lnTo>
                    <a:lnTo>
                      <a:pt x="139" y="30"/>
                    </a:lnTo>
                    <a:cubicBezTo>
                      <a:pt x="139" y="30"/>
                      <a:pt x="139" y="29"/>
                      <a:pt x="138" y="29"/>
                    </a:cubicBezTo>
                    <a:cubicBezTo>
                      <a:pt x="138" y="28"/>
                      <a:pt x="138" y="28"/>
                      <a:pt x="138" y="28"/>
                    </a:cubicBezTo>
                    <a:cubicBezTo>
                      <a:pt x="138" y="27"/>
                      <a:pt x="137" y="27"/>
                      <a:pt x="137" y="27"/>
                    </a:cubicBezTo>
                    <a:lnTo>
                      <a:pt x="136" y="26"/>
                    </a:lnTo>
                    <a:cubicBezTo>
                      <a:pt x="136" y="25"/>
                      <a:pt x="136" y="25"/>
                      <a:pt x="135" y="25"/>
                    </a:cubicBezTo>
                    <a:lnTo>
                      <a:pt x="134" y="25"/>
                    </a:lnTo>
                    <a:cubicBezTo>
                      <a:pt x="133" y="24"/>
                      <a:pt x="132" y="24"/>
                      <a:pt x="132" y="24"/>
                    </a:cubicBezTo>
                    <a:cubicBezTo>
                      <a:pt x="130" y="23"/>
                      <a:pt x="129" y="23"/>
                      <a:pt x="128" y="23"/>
                    </a:cubicBezTo>
                    <a:cubicBezTo>
                      <a:pt x="125" y="22"/>
                      <a:pt x="122" y="22"/>
                      <a:pt x="120" y="22"/>
                    </a:cubicBezTo>
                    <a:cubicBezTo>
                      <a:pt x="108" y="21"/>
                      <a:pt x="97" y="22"/>
                      <a:pt x="86" y="23"/>
                    </a:cubicBezTo>
                    <a:cubicBezTo>
                      <a:pt x="78" y="24"/>
                      <a:pt x="70" y="25"/>
                      <a:pt x="62" y="26"/>
                    </a:cubicBezTo>
                    <a:cubicBezTo>
                      <a:pt x="54" y="28"/>
                      <a:pt x="46" y="30"/>
                      <a:pt x="37" y="31"/>
                    </a:cubicBezTo>
                    <a:cubicBezTo>
                      <a:pt x="32" y="32"/>
                      <a:pt x="27" y="34"/>
                      <a:pt x="22" y="35"/>
                    </a:cubicBezTo>
                    <a:cubicBezTo>
                      <a:pt x="19" y="36"/>
                      <a:pt x="16" y="36"/>
                      <a:pt x="13" y="35"/>
                    </a:cubicBezTo>
                    <a:cubicBezTo>
                      <a:pt x="11" y="34"/>
                      <a:pt x="8" y="32"/>
                      <a:pt x="7" y="29"/>
                    </a:cubicBezTo>
                    <a:cubicBezTo>
                      <a:pt x="6" y="27"/>
                      <a:pt x="6" y="24"/>
                      <a:pt x="7" y="21"/>
                    </a:cubicBezTo>
                    <a:cubicBezTo>
                      <a:pt x="8" y="18"/>
                      <a:pt x="9" y="16"/>
                      <a:pt x="12" y="15"/>
                    </a:cubicBezTo>
                    <a:cubicBezTo>
                      <a:pt x="13" y="14"/>
                      <a:pt x="15" y="14"/>
                      <a:pt x="18" y="13"/>
                    </a:cubicBezTo>
                    <a:cubicBezTo>
                      <a:pt x="20" y="13"/>
                      <a:pt x="23" y="12"/>
                      <a:pt x="26" y="11"/>
                    </a:cubicBezTo>
                    <a:cubicBezTo>
                      <a:pt x="32" y="10"/>
                      <a:pt x="38" y="9"/>
                      <a:pt x="44" y="8"/>
                    </a:cubicBezTo>
                    <a:cubicBezTo>
                      <a:pt x="56" y="6"/>
                      <a:pt x="68" y="4"/>
                      <a:pt x="79" y="3"/>
                    </a:cubicBezTo>
                    <a:cubicBezTo>
                      <a:pt x="91" y="2"/>
                      <a:pt x="102" y="1"/>
                      <a:pt x="114" y="1"/>
                    </a:cubicBezTo>
                    <a:cubicBezTo>
                      <a:pt x="127" y="0"/>
                      <a:pt x="143" y="2"/>
                      <a:pt x="153" y="13"/>
                    </a:cubicBezTo>
                    <a:cubicBezTo>
                      <a:pt x="157" y="17"/>
                      <a:pt x="159" y="23"/>
                      <a:pt x="160" y="30"/>
                    </a:cubicBezTo>
                    <a:cubicBezTo>
                      <a:pt x="160" y="37"/>
                      <a:pt x="159" y="45"/>
                      <a:pt x="156" y="52"/>
                    </a:cubicBezTo>
                    <a:cubicBezTo>
                      <a:pt x="152" y="60"/>
                      <a:pt x="145" y="69"/>
                      <a:pt x="139" y="76"/>
                    </a:cubicBezTo>
                    <a:cubicBezTo>
                      <a:pt x="132" y="84"/>
                      <a:pt x="124" y="91"/>
                      <a:pt x="117" y="98"/>
                    </a:cubicBezTo>
                    <a:lnTo>
                      <a:pt x="117" y="97"/>
                    </a:lnTo>
                    <a:cubicBezTo>
                      <a:pt x="117" y="98"/>
                      <a:pt x="116" y="98"/>
                      <a:pt x="115" y="99"/>
                    </a:cubicBezTo>
                    <a:cubicBezTo>
                      <a:pt x="114" y="99"/>
                      <a:pt x="114" y="101"/>
                      <a:pt x="113" y="101"/>
                    </a:cubicBezTo>
                    <a:cubicBezTo>
                      <a:pt x="111" y="103"/>
                      <a:pt x="108" y="105"/>
                      <a:pt x="106" y="108"/>
                    </a:cubicBezTo>
                    <a:cubicBezTo>
                      <a:pt x="106" y="108"/>
                      <a:pt x="106" y="107"/>
                      <a:pt x="107" y="107"/>
                    </a:cubicBezTo>
                    <a:cubicBezTo>
                      <a:pt x="106" y="108"/>
                      <a:pt x="106" y="108"/>
                      <a:pt x="104" y="109"/>
                    </a:cubicBezTo>
                    <a:cubicBezTo>
                      <a:pt x="105" y="109"/>
                      <a:pt x="105" y="109"/>
                      <a:pt x="105" y="108"/>
                    </a:cubicBezTo>
                    <a:cubicBezTo>
                      <a:pt x="104" y="109"/>
                      <a:pt x="103" y="110"/>
                      <a:pt x="103" y="110"/>
                    </a:cubicBezTo>
                    <a:cubicBezTo>
                      <a:pt x="89" y="123"/>
                      <a:pt x="76" y="135"/>
                      <a:pt x="62" y="148"/>
                    </a:cubicBezTo>
                    <a:cubicBezTo>
                      <a:pt x="50" y="161"/>
                      <a:pt x="37" y="173"/>
                      <a:pt x="25" y="187"/>
                    </a:cubicBezTo>
                    <a:cubicBezTo>
                      <a:pt x="24" y="187"/>
                      <a:pt x="23" y="189"/>
                      <a:pt x="23" y="189"/>
                    </a:cubicBezTo>
                    <a:cubicBezTo>
                      <a:pt x="23" y="190"/>
                      <a:pt x="24" y="190"/>
                      <a:pt x="24" y="190"/>
                    </a:cubicBezTo>
                    <a:cubicBezTo>
                      <a:pt x="25" y="191"/>
                      <a:pt x="26" y="191"/>
                      <a:pt x="27" y="191"/>
                    </a:cubicBezTo>
                    <a:cubicBezTo>
                      <a:pt x="29" y="192"/>
                      <a:pt x="30" y="193"/>
                      <a:pt x="32" y="193"/>
                    </a:cubicBezTo>
                    <a:cubicBezTo>
                      <a:pt x="36" y="194"/>
                      <a:pt x="40" y="196"/>
                      <a:pt x="44" y="196"/>
                    </a:cubicBezTo>
                    <a:cubicBezTo>
                      <a:pt x="43" y="196"/>
                      <a:pt x="43" y="196"/>
                      <a:pt x="43" y="196"/>
                    </a:cubicBezTo>
                    <a:cubicBezTo>
                      <a:pt x="65" y="200"/>
                      <a:pt x="88" y="200"/>
                      <a:pt x="111" y="201"/>
                    </a:cubicBezTo>
                    <a:cubicBezTo>
                      <a:pt x="113" y="201"/>
                      <a:pt x="115" y="201"/>
                      <a:pt x="117" y="201"/>
                    </a:cubicBezTo>
                    <a:cubicBezTo>
                      <a:pt x="123" y="201"/>
                      <a:pt x="128" y="205"/>
                      <a:pt x="128" y="212"/>
                    </a:cubicBezTo>
                    <a:cubicBezTo>
                      <a:pt x="128" y="217"/>
                      <a:pt x="124" y="223"/>
                      <a:pt x="118" y="2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5" name="Google Shape;1395;p16"/>
              <p:cNvSpPr/>
              <p:nvPr/>
            </p:nvSpPr>
            <p:spPr>
              <a:xfrm>
                <a:off x="2379960" y="825840"/>
                <a:ext cx="68040" cy="15840"/>
              </a:xfrm>
              <a:custGeom>
                <a:avLst/>
                <a:gdLst/>
                <a:ahLst/>
                <a:cxnLst/>
                <a:rect l="l" t="t" r="r" b="b"/>
                <a:pathLst>
                  <a:path w="189" h="44" extrusionOk="0">
                    <a:moveTo>
                      <a:pt x="10" y="43"/>
                    </a:moveTo>
                    <a:cubicBezTo>
                      <a:pt x="5" y="43"/>
                      <a:pt x="1" y="38"/>
                      <a:pt x="0" y="33"/>
                    </a:cubicBezTo>
                    <a:lnTo>
                      <a:pt x="0" y="32"/>
                    </a:lnTo>
                    <a:cubicBezTo>
                      <a:pt x="0" y="29"/>
                      <a:pt x="2" y="25"/>
                      <a:pt x="6" y="23"/>
                    </a:cubicBezTo>
                    <a:cubicBezTo>
                      <a:pt x="9" y="21"/>
                      <a:pt x="12" y="20"/>
                      <a:pt x="15" y="22"/>
                    </a:cubicBezTo>
                    <a:lnTo>
                      <a:pt x="16" y="22"/>
                    </a:lnTo>
                    <a:cubicBezTo>
                      <a:pt x="28" y="20"/>
                      <a:pt x="39" y="18"/>
                      <a:pt x="50" y="16"/>
                    </a:cubicBezTo>
                    <a:cubicBezTo>
                      <a:pt x="62" y="15"/>
                      <a:pt x="75" y="12"/>
                      <a:pt x="87" y="11"/>
                    </a:cubicBezTo>
                    <a:cubicBezTo>
                      <a:pt x="109" y="8"/>
                      <a:pt x="130" y="5"/>
                      <a:pt x="152" y="3"/>
                    </a:cubicBezTo>
                    <a:cubicBezTo>
                      <a:pt x="160" y="2"/>
                      <a:pt x="168" y="1"/>
                      <a:pt x="176" y="1"/>
                    </a:cubicBezTo>
                    <a:cubicBezTo>
                      <a:pt x="181" y="0"/>
                      <a:pt x="187" y="3"/>
                      <a:pt x="187" y="9"/>
                    </a:cubicBezTo>
                    <a:cubicBezTo>
                      <a:pt x="188" y="13"/>
                      <a:pt x="184" y="19"/>
                      <a:pt x="179" y="20"/>
                    </a:cubicBezTo>
                    <a:cubicBezTo>
                      <a:pt x="156" y="22"/>
                      <a:pt x="132" y="25"/>
                      <a:pt x="109" y="28"/>
                    </a:cubicBezTo>
                    <a:cubicBezTo>
                      <a:pt x="86" y="32"/>
                      <a:pt x="63" y="35"/>
                      <a:pt x="39" y="40"/>
                    </a:cubicBezTo>
                    <a:cubicBezTo>
                      <a:pt x="36" y="40"/>
                      <a:pt x="32" y="41"/>
                      <a:pt x="29" y="41"/>
                    </a:cubicBezTo>
                    <a:cubicBezTo>
                      <a:pt x="24" y="42"/>
                      <a:pt x="18" y="43"/>
                      <a:pt x="13" y="43"/>
                    </a:cubicBezTo>
                    <a:cubicBezTo>
                      <a:pt x="12" y="43"/>
                      <a:pt x="11" y="43"/>
                      <a:pt x="10" y="4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6" name="Google Shape;1396;p16"/>
              <p:cNvSpPr/>
              <p:nvPr/>
            </p:nvSpPr>
            <p:spPr>
              <a:xfrm>
                <a:off x="2457720" y="811440"/>
                <a:ext cx="900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25" h="25" extrusionOk="0">
                    <a:moveTo>
                      <a:pt x="0" y="12"/>
                    </a:moveTo>
                    <a:cubicBezTo>
                      <a:pt x="0" y="6"/>
                      <a:pt x="5" y="0"/>
                      <a:pt x="11" y="0"/>
                    </a:cubicBezTo>
                    <a:cubicBezTo>
                      <a:pt x="18" y="0"/>
                      <a:pt x="24" y="5"/>
                      <a:pt x="24" y="12"/>
                    </a:cubicBezTo>
                    <a:cubicBezTo>
                      <a:pt x="24" y="17"/>
                      <a:pt x="19" y="24"/>
                      <a:pt x="13" y="24"/>
                    </a:cubicBezTo>
                    <a:cubicBezTo>
                      <a:pt x="6" y="24"/>
                      <a:pt x="0" y="19"/>
                      <a:pt x="0" y="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7" name="Google Shape;1397;p16"/>
              <p:cNvSpPr/>
              <p:nvPr/>
            </p:nvSpPr>
            <p:spPr>
              <a:xfrm>
                <a:off x="2447280" y="824040"/>
                <a:ext cx="43920" cy="1764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49" extrusionOk="0">
                    <a:moveTo>
                      <a:pt x="1" y="35"/>
                    </a:moveTo>
                    <a:cubicBezTo>
                      <a:pt x="0" y="31"/>
                      <a:pt x="2" y="27"/>
                      <a:pt x="4" y="25"/>
                    </a:cubicBezTo>
                    <a:cubicBezTo>
                      <a:pt x="6" y="23"/>
                      <a:pt x="9" y="21"/>
                      <a:pt x="11" y="20"/>
                    </a:cubicBezTo>
                    <a:cubicBezTo>
                      <a:pt x="16" y="17"/>
                      <a:pt x="23" y="18"/>
                      <a:pt x="26" y="24"/>
                    </a:cubicBezTo>
                    <a:cubicBezTo>
                      <a:pt x="27" y="24"/>
                      <a:pt x="27" y="25"/>
                      <a:pt x="27" y="25"/>
                    </a:cubicBezTo>
                    <a:cubicBezTo>
                      <a:pt x="33" y="25"/>
                      <a:pt x="39" y="24"/>
                      <a:pt x="44" y="23"/>
                    </a:cubicBezTo>
                    <a:cubicBezTo>
                      <a:pt x="50" y="21"/>
                      <a:pt x="57" y="20"/>
                      <a:pt x="63" y="18"/>
                    </a:cubicBezTo>
                    <a:cubicBezTo>
                      <a:pt x="70" y="16"/>
                      <a:pt x="77" y="13"/>
                      <a:pt x="85" y="10"/>
                    </a:cubicBezTo>
                    <a:cubicBezTo>
                      <a:pt x="84" y="10"/>
                      <a:pt x="84" y="11"/>
                      <a:pt x="84" y="11"/>
                    </a:cubicBezTo>
                    <a:cubicBezTo>
                      <a:pt x="91" y="8"/>
                      <a:pt x="99" y="5"/>
                      <a:pt x="106" y="2"/>
                    </a:cubicBezTo>
                    <a:cubicBezTo>
                      <a:pt x="111" y="0"/>
                      <a:pt x="117" y="2"/>
                      <a:pt x="119" y="7"/>
                    </a:cubicBezTo>
                    <a:cubicBezTo>
                      <a:pt x="121" y="12"/>
                      <a:pt x="119" y="18"/>
                      <a:pt x="114" y="20"/>
                    </a:cubicBezTo>
                    <a:cubicBezTo>
                      <a:pt x="105" y="24"/>
                      <a:pt x="97" y="27"/>
                      <a:pt x="88" y="31"/>
                    </a:cubicBezTo>
                    <a:cubicBezTo>
                      <a:pt x="84" y="32"/>
                      <a:pt x="81" y="34"/>
                      <a:pt x="77" y="35"/>
                    </a:cubicBezTo>
                    <a:cubicBezTo>
                      <a:pt x="73" y="36"/>
                      <a:pt x="69" y="38"/>
                      <a:pt x="64" y="39"/>
                    </a:cubicBezTo>
                    <a:cubicBezTo>
                      <a:pt x="50" y="43"/>
                      <a:pt x="36" y="47"/>
                      <a:pt x="21" y="48"/>
                    </a:cubicBezTo>
                    <a:cubicBezTo>
                      <a:pt x="13" y="48"/>
                      <a:pt x="2" y="45"/>
                      <a:pt x="1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8" name="Google Shape;1398;p16"/>
              <p:cNvSpPr/>
              <p:nvPr/>
            </p:nvSpPr>
            <p:spPr>
              <a:xfrm>
                <a:off x="2499840" y="763560"/>
                <a:ext cx="44640" cy="10152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282" extrusionOk="0">
                    <a:moveTo>
                      <a:pt x="68" y="270"/>
                    </a:moveTo>
                    <a:cubicBezTo>
                      <a:pt x="67" y="264"/>
                      <a:pt x="69" y="257"/>
                      <a:pt x="69" y="250"/>
                    </a:cubicBezTo>
                    <a:cubicBezTo>
                      <a:pt x="69" y="245"/>
                      <a:pt x="70" y="239"/>
                      <a:pt x="70" y="234"/>
                    </a:cubicBezTo>
                    <a:cubicBezTo>
                      <a:pt x="71" y="221"/>
                      <a:pt x="72" y="210"/>
                      <a:pt x="73" y="198"/>
                    </a:cubicBezTo>
                    <a:cubicBezTo>
                      <a:pt x="73" y="186"/>
                      <a:pt x="74" y="176"/>
                      <a:pt x="76" y="165"/>
                    </a:cubicBezTo>
                    <a:cubicBezTo>
                      <a:pt x="76" y="159"/>
                      <a:pt x="77" y="153"/>
                      <a:pt x="78" y="147"/>
                    </a:cubicBezTo>
                    <a:cubicBezTo>
                      <a:pt x="79" y="141"/>
                      <a:pt x="80" y="135"/>
                      <a:pt x="81" y="129"/>
                    </a:cubicBezTo>
                    <a:cubicBezTo>
                      <a:pt x="82" y="127"/>
                      <a:pt x="83" y="124"/>
                      <a:pt x="83" y="121"/>
                    </a:cubicBezTo>
                    <a:cubicBezTo>
                      <a:pt x="77" y="127"/>
                      <a:pt x="70" y="132"/>
                      <a:pt x="63" y="136"/>
                    </a:cubicBezTo>
                    <a:cubicBezTo>
                      <a:pt x="51" y="143"/>
                      <a:pt x="37" y="148"/>
                      <a:pt x="23" y="143"/>
                    </a:cubicBezTo>
                    <a:cubicBezTo>
                      <a:pt x="17" y="142"/>
                      <a:pt x="12" y="138"/>
                      <a:pt x="8" y="134"/>
                    </a:cubicBezTo>
                    <a:cubicBezTo>
                      <a:pt x="3" y="128"/>
                      <a:pt x="2" y="121"/>
                      <a:pt x="2" y="114"/>
                    </a:cubicBezTo>
                    <a:cubicBezTo>
                      <a:pt x="0" y="103"/>
                      <a:pt x="3" y="92"/>
                      <a:pt x="6" y="81"/>
                    </a:cubicBezTo>
                    <a:cubicBezTo>
                      <a:pt x="9" y="70"/>
                      <a:pt x="12" y="58"/>
                      <a:pt x="16" y="47"/>
                    </a:cubicBezTo>
                    <a:cubicBezTo>
                      <a:pt x="18" y="39"/>
                      <a:pt x="21" y="31"/>
                      <a:pt x="24" y="23"/>
                    </a:cubicBezTo>
                    <a:cubicBezTo>
                      <a:pt x="25" y="20"/>
                      <a:pt x="26" y="18"/>
                      <a:pt x="27" y="16"/>
                    </a:cubicBezTo>
                    <a:cubicBezTo>
                      <a:pt x="28" y="12"/>
                      <a:pt x="30" y="7"/>
                      <a:pt x="34" y="4"/>
                    </a:cubicBezTo>
                    <a:cubicBezTo>
                      <a:pt x="38" y="1"/>
                      <a:pt x="42" y="0"/>
                      <a:pt x="46" y="1"/>
                    </a:cubicBezTo>
                    <a:cubicBezTo>
                      <a:pt x="48" y="2"/>
                      <a:pt x="51" y="4"/>
                      <a:pt x="52" y="7"/>
                    </a:cubicBezTo>
                    <a:cubicBezTo>
                      <a:pt x="53" y="9"/>
                      <a:pt x="54" y="12"/>
                      <a:pt x="53" y="15"/>
                    </a:cubicBezTo>
                    <a:cubicBezTo>
                      <a:pt x="52" y="18"/>
                      <a:pt x="51" y="20"/>
                      <a:pt x="48" y="22"/>
                    </a:cubicBezTo>
                    <a:lnTo>
                      <a:pt x="47" y="23"/>
                    </a:lnTo>
                    <a:cubicBezTo>
                      <a:pt x="43" y="32"/>
                      <a:pt x="39" y="43"/>
                      <a:pt x="36" y="53"/>
                    </a:cubicBezTo>
                    <a:lnTo>
                      <a:pt x="36" y="52"/>
                    </a:lnTo>
                    <a:cubicBezTo>
                      <a:pt x="36" y="53"/>
                      <a:pt x="36" y="53"/>
                      <a:pt x="36" y="53"/>
                    </a:cubicBezTo>
                    <a:cubicBezTo>
                      <a:pt x="35" y="55"/>
                      <a:pt x="34" y="58"/>
                      <a:pt x="34" y="61"/>
                    </a:cubicBezTo>
                    <a:cubicBezTo>
                      <a:pt x="34" y="60"/>
                      <a:pt x="34" y="60"/>
                      <a:pt x="34" y="59"/>
                    </a:cubicBezTo>
                    <a:cubicBezTo>
                      <a:pt x="33" y="61"/>
                      <a:pt x="32" y="64"/>
                      <a:pt x="32" y="67"/>
                    </a:cubicBezTo>
                    <a:lnTo>
                      <a:pt x="32" y="66"/>
                    </a:lnTo>
                    <a:cubicBezTo>
                      <a:pt x="31" y="67"/>
                      <a:pt x="31" y="67"/>
                      <a:pt x="31" y="67"/>
                    </a:cubicBezTo>
                    <a:lnTo>
                      <a:pt x="31" y="68"/>
                    </a:lnTo>
                    <a:cubicBezTo>
                      <a:pt x="28" y="78"/>
                      <a:pt x="26" y="88"/>
                      <a:pt x="24" y="99"/>
                    </a:cubicBezTo>
                    <a:cubicBezTo>
                      <a:pt x="23" y="102"/>
                      <a:pt x="23" y="105"/>
                      <a:pt x="23" y="108"/>
                    </a:cubicBezTo>
                    <a:cubicBezTo>
                      <a:pt x="23" y="110"/>
                      <a:pt x="23" y="112"/>
                      <a:pt x="23" y="114"/>
                    </a:cubicBezTo>
                    <a:cubicBezTo>
                      <a:pt x="23" y="115"/>
                      <a:pt x="23" y="116"/>
                      <a:pt x="23" y="117"/>
                    </a:cubicBezTo>
                    <a:cubicBezTo>
                      <a:pt x="23" y="117"/>
                      <a:pt x="23" y="116"/>
                      <a:pt x="23" y="115"/>
                    </a:cubicBezTo>
                    <a:cubicBezTo>
                      <a:pt x="23" y="117"/>
                      <a:pt x="23" y="117"/>
                      <a:pt x="24" y="118"/>
                    </a:cubicBezTo>
                    <a:cubicBezTo>
                      <a:pt x="24" y="118"/>
                      <a:pt x="24" y="119"/>
                      <a:pt x="24" y="120"/>
                    </a:cubicBezTo>
                    <a:cubicBezTo>
                      <a:pt x="24" y="119"/>
                      <a:pt x="24" y="119"/>
                      <a:pt x="24" y="119"/>
                    </a:cubicBezTo>
                    <a:cubicBezTo>
                      <a:pt x="24" y="120"/>
                      <a:pt x="24" y="120"/>
                      <a:pt x="24" y="120"/>
                    </a:cubicBezTo>
                    <a:cubicBezTo>
                      <a:pt x="25" y="120"/>
                      <a:pt x="25" y="121"/>
                      <a:pt x="26" y="121"/>
                    </a:cubicBezTo>
                    <a:lnTo>
                      <a:pt x="26" y="122"/>
                    </a:lnTo>
                    <a:cubicBezTo>
                      <a:pt x="27" y="122"/>
                      <a:pt x="27" y="122"/>
                      <a:pt x="27" y="122"/>
                    </a:cubicBezTo>
                    <a:lnTo>
                      <a:pt x="28" y="123"/>
                    </a:lnTo>
                    <a:lnTo>
                      <a:pt x="29" y="124"/>
                    </a:lnTo>
                    <a:cubicBezTo>
                      <a:pt x="30" y="124"/>
                      <a:pt x="31" y="124"/>
                      <a:pt x="31" y="124"/>
                    </a:cubicBezTo>
                    <a:cubicBezTo>
                      <a:pt x="32" y="124"/>
                      <a:pt x="32" y="124"/>
                      <a:pt x="34" y="124"/>
                    </a:cubicBezTo>
                    <a:lnTo>
                      <a:pt x="35" y="124"/>
                    </a:lnTo>
                    <a:cubicBezTo>
                      <a:pt x="37" y="124"/>
                      <a:pt x="38" y="124"/>
                      <a:pt x="40" y="123"/>
                    </a:cubicBezTo>
                    <a:cubicBezTo>
                      <a:pt x="41" y="123"/>
                      <a:pt x="43" y="122"/>
                      <a:pt x="44" y="122"/>
                    </a:cubicBezTo>
                    <a:cubicBezTo>
                      <a:pt x="46" y="121"/>
                      <a:pt x="48" y="120"/>
                      <a:pt x="51" y="119"/>
                    </a:cubicBezTo>
                    <a:cubicBezTo>
                      <a:pt x="54" y="117"/>
                      <a:pt x="57" y="115"/>
                      <a:pt x="60" y="113"/>
                    </a:cubicBezTo>
                    <a:cubicBezTo>
                      <a:pt x="65" y="110"/>
                      <a:pt x="70" y="106"/>
                      <a:pt x="74" y="102"/>
                    </a:cubicBezTo>
                    <a:cubicBezTo>
                      <a:pt x="80" y="97"/>
                      <a:pt x="85" y="92"/>
                      <a:pt x="90" y="86"/>
                    </a:cubicBezTo>
                    <a:cubicBezTo>
                      <a:pt x="93" y="82"/>
                      <a:pt x="95" y="79"/>
                      <a:pt x="98" y="76"/>
                    </a:cubicBezTo>
                    <a:cubicBezTo>
                      <a:pt x="99" y="72"/>
                      <a:pt x="101" y="69"/>
                      <a:pt x="103" y="66"/>
                    </a:cubicBezTo>
                    <a:cubicBezTo>
                      <a:pt x="106" y="61"/>
                      <a:pt x="112" y="60"/>
                      <a:pt x="117" y="63"/>
                    </a:cubicBezTo>
                    <a:cubicBezTo>
                      <a:pt x="122" y="65"/>
                      <a:pt x="123" y="71"/>
                      <a:pt x="122" y="76"/>
                    </a:cubicBezTo>
                    <a:cubicBezTo>
                      <a:pt x="120" y="80"/>
                      <a:pt x="118" y="83"/>
                      <a:pt x="116" y="86"/>
                    </a:cubicBezTo>
                    <a:cubicBezTo>
                      <a:pt x="114" y="92"/>
                      <a:pt x="112" y="97"/>
                      <a:pt x="110" y="103"/>
                    </a:cubicBezTo>
                    <a:lnTo>
                      <a:pt x="110" y="102"/>
                    </a:lnTo>
                    <a:cubicBezTo>
                      <a:pt x="108" y="107"/>
                      <a:pt x="107" y="112"/>
                      <a:pt x="105" y="118"/>
                    </a:cubicBezTo>
                    <a:cubicBezTo>
                      <a:pt x="104" y="122"/>
                      <a:pt x="103" y="127"/>
                      <a:pt x="101" y="132"/>
                    </a:cubicBezTo>
                    <a:cubicBezTo>
                      <a:pt x="100" y="137"/>
                      <a:pt x="100" y="142"/>
                      <a:pt x="98" y="146"/>
                    </a:cubicBezTo>
                    <a:cubicBezTo>
                      <a:pt x="97" y="154"/>
                      <a:pt x="96" y="161"/>
                      <a:pt x="95" y="168"/>
                    </a:cubicBezTo>
                    <a:cubicBezTo>
                      <a:pt x="94" y="175"/>
                      <a:pt x="94" y="182"/>
                      <a:pt x="93" y="189"/>
                    </a:cubicBezTo>
                    <a:cubicBezTo>
                      <a:pt x="92" y="204"/>
                      <a:pt x="91" y="219"/>
                      <a:pt x="91" y="234"/>
                    </a:cubicBezTo>
                    <a:cubicBezTo>
                      <a:pt x="91" y="235"/>
                      <a:pt x="91" y="235"/>
                      <a:pt x="91" y="235"/>
                    </a:cubicBezTo>
                    <a:cubicBezTo>
                      <a:pt x="91" y="237"/>
                      <a:pt x="91" y="238"/>
                      <a:pt x="91" y="240"/>
                    </a:cubicBezTo>
                    <a:cubicBezTo>
                      <a:pt x="91" y="239"/>
                      <a:pt x="91" y="238"/>
                      <a:pt x="91" y="238"/>
                    </a:cubicBezTo>
                    <a:cubicBezTo>
                      <a:pt x="91" y="239"/>
                      <a:pt x="90" y="240"/>
                      <a:pt x="90" y="241"/>
                    </a:cubicBezTo>
                    <a:cubicBezTo>
                      <a:pt x="90" y="242"/>
                      <a:pt x="90" y="242"/>
                      <a:pt x="90" y="244"/>
                    </a:cubicBezTo>
                    <a:lnTo>
                      <a:pt x="90" y="243"/>
                    </a:lnTo>
                    <a:lnTo>
                      <a:pt x="90" y="244"/>
                    </a:lnTo>
                    <a:cubicBezTo>
                      <a:pt x="90" y="247"/>
                      <a:pt x="90" y="250"/>
                      <a:pt x="90" y="253"/>
                    </a:cubicBezTo>
                    <a:cubicBezTo>
                      <a:pt x="90" y="252"/>
                      <a:pt x="90" y="252"/>
                      <a:pt x="90" y="252"/>
                    </a:cubicBezTo>
                    <a:cubicBezTo>
                      <a:pt x="90" y="253"/>
                      <a:pt x="90" y="255"/>
                      <a:pt x="90" y="256"/>
                    </a:cubicBezTo>
                    <a:cubicBezTo>
                      <a:pt x="90" y="259"/>
                      <a:pt x="90" y="262"/>
                      <a:pt x="90" y="265"/>
                    </a:cubicBezTo>
                    <a:lnTo>
                      <a:pt x="90" y="264"/>
                    </a:lnTo>
                    <a:cubicBezTo>
                      <a:pt x="90" y="266"/>
                      <a:pt x="90" y="268"/>
                      <a:pt x="90" y="270"/>
                    </a:cubicBezTo>
                    <a:cubicBezTo>
                      <a:pt x="90" y="276"/>
                      <a:pt x="85" y="281"/>
                      <a:pt x="79" y="281"/>
                    </a:cubicBezTo>
                    <a:cubicBezTo>
                      <a:pt x="73" y="281"/>
                      <a:pt x="69" y="276"/>
                      <a:pt x="68" y="27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9" name="Google Shape;1399;p16"/>
              <p:cNvSpPr/>
              <p:nvPr/>
            </p:nvSpPr>
            <p:spPr>
              <a:xfrm>
                <a:off x="2561400" y="794160"/>
                <a:ext cx="27720" cy="15840"/>
              </a:xfrm>
              <a:custGeom>
                <a:avLst/>
                <a:gdLst/>
                <a:ahLst/>
                <a:cxnLst/>
                <a:rect l="l" t="t" r="r" b="b"/>
                <a:pathLst>
                  <a:path w="77" h="44" extrusionOk="0">
                    <a:moveTo>
                      <a:pt x="16" y="39"/>
                    </a:moveTo>
                    <a:cubicBezTo>
                      <a:pt x="11" y="37"/>
                      <a:pt x="7" y="35"/>
                      <a:pt x="4" y="30"/>
                    </a:cubicBezTo>
                    <a:cubicBezTo>
                      <a:pt x="0" y="26"/>
                      <a:pt x="0" y="21"/>
                      <a:pt x="1" y="16"/>
                    </a:cubicBezTo>
                    <a:cubicBezTo>
                      <a:pt x="4" y="9"/>
                      <a:pt x="10" y="7"/>
                      <a:pt x="15" y="4"/>
                    </a:cubicBezTo>
                    <a:cubicBezTo>
                      <a:pt x="20" y="0"/>
                      <a:pt x="27" y="2"/>
                      <a:pt x="30" y="7"/>
                    </a:cubicBezTo>
                    <a:cubicBezTo>
                      <a:pt x="33" y="11"/>
                      <a:pt x="32" y="17"/>
                      <a:pt x="29" y="21"/>
                    </a:cubicBezTo>
                    <a:cubicBezTo>
                      <a:pt x="30" y="21"/>
                      <a:pt x="30" y="21"/>
                      <a:pt x="31" y="21"/>
                    </a:cubicBezTo>
                    <a:cubicBezTo>
                      <a:pt x="35" y="22"/>
                      <a:pt x="38" y="22"/>
                      <a:pt x="42" y="22"/>
                    </a:cubicBezTo>
                    <a:cubicBezTo>
                      <a:pt x="47" y="22"/>
                      <a:pt x="53" y="22"/>
                      <a:pt x="58" y="22"/>
                    </a:cubicBezTo>
                    <a:cubicBezTo>
                      <a:pt x="60" y="21"/>
                      <a:pt x="61" y="21"/>
                      <a:pt x="63" y="21"/>
                    </a:cubicBezTo>
                    <a:cubicBezTo>
                      <a:pt x="69" y="21"/>
                      <a:pt x="74" y="24"/>
                      <a:pt x="75" y="30"/>
                    </a:cubicBezTo>
                    <a:cubicBezTo>
                      <a:pt x="76" y="35"/>
                      <a:pt x="72" y="42"/>
                      <a:pt x="67" y="42"/>
                    </a:cubicBezTo>
                    <a:cubicBezTo>
                      <a:pt x="59" y="43"/>
                      <a:pt x="52" y="43"/>
                      <a:pt x="44" y="43"/>
                    </a:cubicBezTo>
                    <a:cubicBezTo>
                      <a:pt x="35" y="43"/>
                      <a:pt x="26" y="42"/>
                      <a:pt x="16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0" name="Google Shape;1400;p16"/>
              <p:cNvSpPr/>
              <p:nvPr/>
            </p:nvSpPr>
            <p:spPr>
              <a:xfrm>
                <a:off x="2569680" y="773640"/>
                <a:ext cx="19800" cy="68400"/>
              </a:xfrm>
              <a:custGeom>
                <a:avLst/>
                <a:gdLst/>
                <a:ahLst/>
                <a:cxnLst/>
                <a:rect l="l" t="t" r="r" b="b"/>
                <a:pathLst>
                  <a:path w="55" h="190" extrusionOk="0">
                    <a:moveTo>
                      <a:pt x="10" y="189"/>
                    </a:moveTo>
                    <a:cubicBezTo>
                      <a:pt x="5" y="189"/>
                      <a:pt x="0" y="184"/>
                      <a:pt x="1" y="178"/>
                    </a:cubicBezTo>
                    <a:cubicBezTo>
                      <a:pt x="3" y="153"/>
                      <a:pt x="5" y="129"/>
                      <a:pt x="9" y="105"/>
                    </a:cubicBezTo>
                    <a:cubicBezTo>
                      <a:pt x="9" y="99"/>
                      <a:pt x="10" y="93"/>
                      <a:pt x="12" y="88"/>
                    </a:cubicBezTo>
                    <a:cubicBezTo>
                      <a:pt x="12" y="83"/>
                      <a:pt x="13" y="78"/>
                      <a:pt x="14" y="73"/>
                    </a:cubicBezTo>
                    <a:cubicBezTo>
                      <a:pt x="17" y="61"/>
                      <a:pt x="19" y="50"/>
                      <a:pt x="23" y="39"/>
                    </a:cubicBezTo>
                    <a:cubicBezTo>
                      <a:pt x="24" y="31"/>
                      <a:pt x="27" y="24"/>
                      <a:pt x="29" y="16"/>
                    </a:cubicBezTo>
                    <a:cubicBezTo>
                      <a:pt x="30" y="14"/>
                      <a:pt x="31" y="12"/>
                      <a:pt x="31" y="10"/>
                    </a:cubicBezTo>
                    <a:cubicBezTo>
                      <a:pt x="32" y="4"/>
                      <a:pt x="39" y="0"/>
                      <a:pt x="44" y="2"/>
                    </a:cubicBezTo>
                    <a:cubicBezTo>
                      <a:pt x="50" y="3"/>
                      <a:pt x="54" y="9"/>
                      <a:pt x="52" y="15"/>
                    </a:cubicBezTo>
                    <a:cubicBezTo>
                      <a:pt x="51" y="20"/>
                      <a:pt x="49" y="26"/>
                      <a:pt x="47" y="31"/>
                    </a:cubicBezTo>
                    <a:cubicBezTo>
                      <a:pt x="45" y="36"/>
                      <a:pt x="44" y="41"/>
                      <a:pt x="42" y="46"/>
                    </a:cubicBezTo>
                    <a:cubicBezTo>
                      <a:pt x="42" y="45"/>
                      <a:pt x="42" y="45"/>
                      <a:pt x="43" y="44"/>
                    </a:cubicBezTo>
                    <a:cubicBezTo>
                      <a:pt x="41" y="50"/>
                      <a:pt x="39" y="56"/>
                      <a:pt x="38" y="62"/>
                    </a:cubicBezTo>
                    <a:cubicBezTo>
                      <a:pt x="36" y="69"/>
                      <a:pt x="35" y="76"/>
                      <a:pt x="33" y="83"/>
                    </a:cubicBezTo>
                    <a:cubicBezTo>
                      <a:pt x="33" y="84"/>
                      <a:pt x="33" y="86"/>
                      <a:pt x="33" y="87"/>
                    </a:cubicBezTo>
                    <a:cubicBezTo>
                      <a:pt x="33" y="86"/>
                      <a:pt x="33" y="86"/>
                      <a:pt x="33" y="86"/>
                    </a:cubicBezTo>
                    <a:cubicBezTo>
                      <a:pt x="32" y="88"/>
                      <a:pt x="32" y="91"/>
                      <a:pt x="31" y="93"/>
                    </a:cubicBezTo>
                    <a:cubicBezTo>
                      <a:pt x="31" y="95"/>
                      <a:pt x="31" y="97"/>
                      <a:pt x="30" y="99"/>
                    </a:cubicBezTo>
                    <a:cubicBezTo>
                      <a:pt x="30" y="98"/>
                      <a:pt x="31" y="97"/>
                      <a:pt x="31" y="97"/>
                    </a:cubicBezTo>
                    <a:cubicBezTo>
                      <a:pt x="30" y="98"/>
                      <a:pt x="30" y="99"/>
                      <a:pt x="30" y="100"/>
                    </a:cubicBezTo>
                    <a:lnTo>
                      <a:pt x="30" y="99"/>
                    </a:lnTo>
                    <a:cubicBezTo>
                      <a:pt x="30" y="101"/>
                      <a:pt x="30" y="104"/>
                      <a:pt x="29" y="106"/>
                    </a:cubicBezTo>
                    <a:cubicBezTo>
                      <a:pt x="29" y="106"/>
                      <a:pt x="29" y="105"/>
                      <a:pt x="30" y="104"/>
                    </a:cubicBezTo>
                    <a:cubicBezTo>
                      <a:pt x="29" y="105"/>
                      <a:pt x="29" y="106"/>
                      <a:pt x="29" y="106"/>
                    </a:cubicBezTo>
                    <a:cubicBezTo>
                      <a:pt x="27" y="118"/>
                      <a:pt x="26" y="130"/>
                      <a:pt x="25" y="142"/>
                    </a:cubicBezTo>
                    <a:cubicBezTo>
                      <a:pt x="23" y="154"/>
                      <a:pt x="22" y="167"/>
                      <a:pt x="21" y="180"/>
                    </a:cubicBezTo>
                    <a:cubicBezTo>
                      <a:pt x="21" y="185"/>
                      <a:pt x="16" y="189"/>
                      <a:pt x="11" y="189"/>
                    </a:cubicBezTo>
                    <a:lnTo>
                      <a:pt x="10" y="18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1" name="Google Shape;1401;p16"/>
              <p:cNvSpPr/>
              <p:nvPr/>
            </p:nvSpPr>
            <p:spPr>
              <a:xfrm>
                <a:off x="2612520" y="734400"/>
                <a:ext cx="382680" cy="123840"/>
              </a:xfrm>
              <a:custGeom>
                <a:avLst/>
                <a:gdLst/>
                <a:ahLst/>
                <a:cxnLst/>
                <a:rect l="l" t="t" r="r" b="b"/>
                <a:pathLst>
                  <a:path w="1063" h="344" extrusionOk="0">
                    <a:moveTo>
                      <a:pt x="49" y="342"/>
                    </a:moveTo>
                    <a:cubicBezTo>
                      <a:pt x="47" y="341"/>
                      <a:pt x="46" y="340"/>
                      <a:pt x="45" y="339"/>
                    </a:cubicBezTo>
                    <a:cubicBezTo>
                      <a:pt x="43" y="337"/>
                      <a:pt x="42" y="335"/>
                      <a:pt x="42" y="333"/>
                    </a:cubicBezTo>
                    <a:cubicBezTo>
                      <a:pt x="42" y="330"/>
                      <a:pt x="42" y="328"/>
                      <a:pt x="41" y="325"/>
                    </a:cubicBezTo>
                    <a:cubicBezTo>
                      <a:pt x="40" y="321"/>
                      <a:pt x="40" y="317"/>
                      <a:pt x="39" y="313"/>
                    </a:cubicBezTo>
                    <a:cubicBezTo>
                      <a:pt x="38" y="306"/>
                      <a:pt x="36" y="298"/>
                      <a:pt x="34" y="291"/>
                    </a:cubicBezTo>
                    <a:cubicBezTo>
                      <a:pt x="33" y="286"/>
                      <a:pt x="32" y="281"/>
                      <a:pt x="31" y="276"/>
                    </a:cubicBezTo>
                    <a:lnTo>
                      <a:pt x="31" y="277"/>
                    </a:lnTo>
                    <a:cubicBezTo>
                      <a:pt x="26" y="256"/>
                      <a:pt x="20" y="235"/>
                      <a:pt x="14" y="213"/>
                    </a:cubicBezTo>
                    <a:cubicBezTo>
                      <a:pt x="13" y="207"/>
                      <a:pt x="11" y="201"/>
                      <a:pt x="10" y="195"/>
                    </a:cubicBezTo>
                    <a:cubicBezTo>
                      <a:pt x="8" y="188"/>
                      <a:pt x="7" y="181"/>
                      <a:pt x="6" y="175"/>
                    </a:cubicBezTo>
                    <a:cubicBezTo>
                      <a:pt x="4" y="170"/>
                      <a:pt x="4" y="165"/>
                      <a:pt x="3" y="160"/>
                    </a:cubicBezTo>
                    <a:cubicBezTo>
                      <a:pt x="1" y="150"/>
                      <a:pt x="0" y="141"/>
                      <a:pt x="0" y="132"/>
                    </a:cubicBezTo>
                    <a:cubicBezTo>
                      <a:pt x="0" y="126"/>
                      <a:pt x="0" y="120"/>
                      <a:pt x="0" y="114"/>
                    </a:cubicBezTo>
                    <a:cubicBezTo>
                      <a:pt x="1" y="108"/>
                      <a:pt x="7" y="104"/>
                      <a:pt x="13" y="104"/>
                    </a:cubicBezTo>
                    <a:cubicBezTo>
                      <a:pt x="18" y="105"/>
                      <a:pt x="23" y="111"/>
                      <a:pt x="22" y="117"/>
                    </a:cubicBezTo>
                    <a:cubicBezTo>
                      <a:pt x="22" y="120"/>
                      <a:pt x="21" y="124"/>
                      <a:pt x="21" y="127"/>
                    </a:cubicBezTo>
                    <a:cubicBezTo>
                      <a:pt x="21" y="134"/>
                      <a:pt x="21" y="140"/>
                      <a:pt x="22" y="146"/>
                    </a:cubicBezTo>
                    <a:cubicBezTo>
                      <a:pt x="22" y="150"/>
                      <a:pt x="23" y="153"/>
                      <a:pt x="23" y="157"/>
                    </a:cubicBezTo>
                    <a:cubicBezTo>
                      <a:pt x="24" y="160"/>
                      <a:pt x="24" y="164"/>
                      <a:pt x="25" y="167"/>
                    </a:cubicBezTo>
                    <a:cubicBezTo>
                      <a:pt x="26" y="175"/>
                      <a:pt x="28" y="182"/>
                      <a:pt x="29" y="190"/>
                    </a:cubicBezTo>
                    <a:cubicBezTo>
                      <a:pt x="29" y="189"/>
                      <a:pt x="29" y="189"/>
                      <a:pt x="29" y="189"/>
                    </a:cubicBezTo>
                    <a:cubicBezTo>
                      <a:pt x="31" y="198"/>
                      <a:pt x="34" y="208"/>
                      <a:pt x="36" y="217"/>
                    </a:cubicBezTo>
                    <a:cubicBezTo>
                      <a:pt x="39" y="229"/>
                      <a:pt x="42" y="240"/>
                      <a:pt x="45" y="251"/>
                    </a:cubicBezTo>
                    <a:cubicBezTo>
                      <a:pt x="47" y="261"/>
                      <a:pt x="50" y="272"/>
                      <a:pt x="53" y="281"/>
                    </a:cubicBezTo>
                    <a:cubicBezTo>
                      <a:pt x="54" y="274"/>
                      <a:pt x="56" y="266"/>
                      <a:pt x="58" y="259"/>
                    </a:cubicBezTo>
                    <a:cubicBezTo>
                      <a:pt x="62" y="244"/>
                      <a:pt x="67" y="229"/>
                      <a:pt x="71" y="215"/>
                    </a:cubicBezTo>
                    <a:cubicBezTo>
                      <a:pt x="71" y="214"/>
                      <a:pt x="71" y="213"/>
                      <a:pt x="71" y="213"/>
                    </a:cubicBezTo>
                    <a:cubicBezTo>
                      <a:pt x="72" y="212"/>
                      <a:pt x="73" y="210"/>
                      <a:pt x="73" y="209"/>
                    </a:cubicBezTo>
                    <a:cubicBezTo>
                      <a:pt x="74" y="205"/>
                      <a:pt x="75" y="202"/>
                      <a:pt x="76" y="198"/>
                    </a:cubicBezTo>
                    <a:cubicBezTo>
                      <a:pt x="77" y="198"/>
                      <a:pt x="77" y="198"/>
                      <a:pt x="77" y="197"/>
                    </a:cubicBezTo>
                    <a:lnTo>
                      <a:pt x="77" y="198"/>
                    </a:lnTo>
                    <a:cubicBezTo>
                      <a:pt x="77" y="197"/>
                      <a:pt x="77" y="196"/>
                      <a:pt x="77" y="196"/>
                    </a:cubicBezTo>
                    <a:lnTo>
                      <a:pt x="77" y="195"/>
                    </a:lnTo>
                    <a:lnTo>
                      <a:pt x="77" y="196"/>
                    </a:lnTo>
                    <a:cubicBezTo>
                      <a:pt x="77" y="195"/>
                      <a:pt x="77" y="195"/>
                      <a:pt x="77" y="195"/>
                    </a:cubicBezTo>
                    <a:lnTo>
                      <a:pt x="77" y="196"/>
                    </a:lnTo>
                    <a:cubicBezTo>
                      <a:pt x="79" y="190"/>
                      <a:pt x="81" y="184"/>
                      <a:pt x="82" y="178"/>
                    </a:cubicBezTo>
                    <a:cubicBezTo>
                      <a:pt x="89" y="157"/>
                      <a:pt x="96" y="135"/>
                      <a:pt x="101" y="113"/>
                    </a:cubicBezTo>
                    <a:cubicBezTo>
                      <a:pt x="102" y="107"/>
                      <a:pt x="105" y="101"/>
                      <a:pt x="110" y="97"/>
                    </a:cubicBezTo>
                    <a:cubicBezTo>
                      <a:pt x="115" y="92"/>
                      <a:pt x="121" y="89"/>
                      <a:pt x="128" y="86"/>
                    </a:cubicBezTo>
                    <a:cubicBezTo>
                      <a:pt x="143" y="80"/>
                      <a:pt x="159" y="78"/>
                      <a:pt x="175" y="76"/>
                    </a:cubicBezTo>
                    <a:cubicBezTo>
                      <a:pt x="181" y="75"/>
                      <a:pt x="187" y="75"/>
                      <a:pt x="194" y="75"/>
                    </a:cubicBezTo>
                    <a:cubicBezTo>
                      <a:pt x="199" y="74"/>
                      <a:pt x="204" y="74"/>
                      <a:pt x="208" y="74"/>
                    </a:cubicBezTo>
                    <a:cubicBezTo>
                      <a:pt x="232" y="73"/>
                      <a:pt x="254" y="72"/>
                      <a:pt x="278" y="72"/>
                    </a:cubicBezTo>
                    <a:cubicBezTo>
                      <a:pt x="290" y="72"/>
                      <a:pt x="303" y="71"/>
                      <a:pt x="316" y="71"/>
                    </a:cubicBezTo>
                    <a:cubicBezTo>
                      <a:pt x="327" y="71"/>
                      <a:pt x="337" y="71"/>
                      <a:pt x="348" y="69"/>
                    </a:cubicBezTo>
                    <a:cubicBezTo>
                      <a:pt x="353" y="69"/>
                      <a:pt x="359" y="69"/>
                      <a:pt x="365" y="68"/>
                    </a:cubicBezTo>
                    <a:cubicBezTo>
                      <a:pt x="376" y="67"/>
                      <a:pt x="386" y="67"/>
                      <a:pt x="396" y="65"/>
                    </a:cubicBezTo>
                    <a:cubicBezTo>
                      <a:pt x="409" y="62"/>
                      <a:pt x="421" y="60"/>
                      <a:pt x="434" y="58"/>
                    </a:cubicBezTo>
                    <a:cubicBezTo>
                      <a:pt x="444" y="57"/>
                      <a:pt x="454" y="55"/>
                      <a:pt x="464" y="54"/>
                    </a:cubicBezTo>
                    <a:cubicBezTo>
                      <a:pt x="476" y="53"/>
                      <a:pt x="487" y="51"/>
                      <a:pt x="499" y="50"/>
                    </a:cubicBezTo>
                    <a:cubicBezTo>
                      <a:pt x="510" y="49"/>
                      <a:pt x="522" y="48"/>
                      <a:pt x="533" y="48"/>
                    </a:cubicBezTo>
                    <a:cubicBezTo>
                      <a:pt x="545" y="48"/>
                      <a:pt x="557" y="48"/>
                      <a:pt x="570" y="48"/>
                    </a:cubicBezTo>
                    <a:cubicBezTo>
                      <a:pt x="592" y="47"/>
                      <a:pt x="616" y="47"/>
                      <a:pt x="638" y="47"/>
                    </a:cubicBezTo>
                    <a:cubicBezTo>
                      <a:pt x="685" y="46"/>
                      <a:pt x="731" y="41"/>
                      <a:pt x="777" y="39"/>
                    </a:cubicBezTo>
                    <a:cubicBezTo>
                      <a:pt x="799" y="37"/>
                      <a:pt x="820" y="37"/>
                      <a:pt x="842" y="37"/>
                    </a:cubicBezTo>
                    <a:cubicBezTo>
                      <a:pt x="852" y="37"/>
                      <a:pt x="862" y="37"/>
                      <a:pt x="873" y="37"/>
                    </a:cubicBezTo>
                    <a:cubicBezTo>
                      <a:pt x="882" y="36"/>
                      <a:pt x="893" y="36"/>
                      <a:pt x="903" y="35"/>
                    </a:cubicBezTo>
                    <a:cubicBezTo>
                      <a:pt x="914" y="34"/>
                      <a:pt x="925" y="33"/>
                      <a:pt x="936" y="31"/>
                    </a:cubicBezTo>
                    <a:cubicBezTo>
                      <a:pt x="948" y="29"/>
                      <a:pt x="960" y="26"/>
                      <a:pt x="973" y="23"/>
                    </a:cubicBezTo>
                    <a:cubicBezTo>
                      <a:pt x="972" y="23"/>
                      <a:pt x="972" y="23"/>
                      <a:pt x="972" y="24"/>
                    </a:cubicBezTo>
                    <a:lnTo>
                      <a:pt x="973" y="23"/>
                    </a:lnTo>
                    <a:lnTo>
                      <a:pt x="974" y="23"/>
                    </a:lnTo>
                    <a:cubicBezTo>
                      <a:pt x="974" y="23"/>
                      <a:pt x="975" y="23"/>
                      <a:pt x="976" y="23"/>
                    </a:cubicBezTo>
                    <a:lnTo>
                      <a:pt x="975" y="23"/>
                    </a:lnTo>
                    <a:cubicBezTo>
                      <a:pt x="976" y="23"/>
                      <a:pt x="977" y="22"/>
                      <a:pt x="978" y="22"/>
                    </a:cubicBezTo>
                    <a:cubicBezTo>
                      <a:pt x="979" y="22"/>
                      <a:pt x="979" y="22"/>
                      <a:pt x="980" y="22"/>
                    </a:cubicBezTo>
                    <a:lnTo>
                      <a:pt x="981" y="22"/>
                    </a:lnTo>
                    <a:cubicBezTo>
                      <a:pt x="981" y="22"/>
                      <a:pt x="982" y="22"/>
                      <a:pt x="982" y="21"/>
                    </a:cubicBezTo>
                    <a:cubicBezTo>
                      <a:pt x="983" y="21"/>
                      <a:pt x="983" y="21"/>
                      <a:pt x="983" y="21"/>
                    </a:cubicBezTo>
                    <a:lnTo>
                      <a:pt x="984" y="21"/>
                    </a:lnTo>
                    <a:cubicBezTo>
                      <a:pt x="984" y="21"/>
                      <a:pt x="985" y="21"/>
                      <a:pt x="986" y="21"/>
                    </a:cubicBezTo>
                    <a:cubicBezTo>
                      <a:pt x="986" y="21"/>
                      <a:pt x="987" y="21"/>
                      <a:pt x="988" y="20"/>
                    </a:cubicBezTo>
                    <a:cubicBezTo>
                      <a:pt x="987" y="20"/>
                      <a:pt x="987" y="21"/>
                      <a:pt x="987" y="21"/>
                    </a:cubicBezTo>
                    <a:cubicBezTo>
                      <a:pt x="1003" y="16"/>
                      <a:pt x="1019" y="12"/>
                      <a:pt x="1034" y="7"/>
                    </a:cubicBezTo>
                    <a:cubicBezTo>
                      <a:pt x="1037" y="6"/>
                      <a:pt x="1039" y="5"/>
                      <a:pt x="1041" y="4"/>
                    </a:cubicBezTo>
                    <a:cubicBezTo>
                      <a:pt x="1042" y="4"/>
                      <a:pt x="1043" y="4"/>
                      <a:pt x="1043" y="3"/>
                    </a:cubicBezTo>
                    <a:cubicBezTo>
                      <a:pt x="1045" y="2"/>
                      <a:pt x="1047" y="1"/>
                      <a:pt x="1050" y="1"/>
                    </a:cubicBezTo>
                    <a:cubicBezTo>
                      <a:pt x="1055" y="0"/>
                      <a:pt x="1061" y="4"/>
                      <a:pt x="1062" y="10"/>
                    </a:cubicBezTo>
                    <a:cubicBezTo>
                      <a:pt x="1062" y="12"/>
                      <a:pt x="1062" y="15"/>
                      <a:pt x="1062" y="17"/>
                    </a:cubicBezTo>
                    <a:cubicBezTo>
                      <a:pt x="1062" y="20"/>
                      <a:pt x="1061" y="22"/>
                      <a:pt x="1060" y="25"/>
                    </a:cubicBezTo>
                    <a:cubicBezTo>
                      <a:pt x="1059" y="27"/>
                      <a:pt x="1058" y="30"/>
                      <a:pt x="1057" y="33"/>
                    </a:cubicBezTo>
                    <a:cubicBezTo>
                      <a:pt x="1056" y="37"/>
                      <a:pt x="1054" y="43"/>
                      <a:pt x="1052" y="47"/>
                    </a:cubicBezTo>
                    <a:cubicBezTo>
                      <a:pt x="1048" y="58"/>
                      <a:pt x="1044" y="69"/>
                      <a:pt x="1040" y="79"/>
                    </a:cubicBezTo>
                    <a:cubicBezTo>
                      <a:pt x="1038" y="85"/>
                      <a:pt x="1032" y="88"/>
                      <a:pt x="1026" y="86"/>
                    </a:cubicBezTo>
                    <a:cubicBezTo>
                      <a:pt x="1021" y="83"/>
                      <a:pt x="1018" y="77"/>
                      <a:pt x="1020" y="71"/>
                    </a:cubicBezTo>
                    <a:cubicBezTo>
                      <a:pt x="1023" y="63"/>
                      <a:pt x="1026" y="55"/>
                      <a:pt x="1029" y="46"/>
                    </a:cubicBezTo>
                    <a:cubicBezTo>
                      <a:pt x="1032" y="41"/>
                      <a:pt x="1033" y="36"/>
                      <a:pt x="1036" y="30"/>
                    </a:cubicBezTo>
                    <a:cubicBezTo>
                      <a:pt x="1033" y="30"/>
                      <a:pt x="1031" y="31"/>
                      <a:pt x="1029" y="32"/>
                    </a:cubicBezTo>
                    <a:cubicBezTo>
                      <a:pt x="1021" y="34"/>
                      <a:pt x="1012" y="36"/>
                      <a:pt x="1003" y="38"/>
                    </a:cubicBezTo>
                    <a:cubicBezTo>
                      <a:pt x="999" y="39"/>
                      <a:pt x="995" y="40"/>
                      <a:pt x="991" y="41"/>
                    </a:cubicBezTo>
                    <a:lnTo>
                      <a:pt x="990" y="41"/>
                    </a:lnTo>
                    <a:cubicBezTo>
                      <a:pt x="987" y="41"/>
                      <a:pt x="985" y="42"/>
                      <a:pt x="983" y="43"/>
                    </a:cubicBezTo>
                    <a:cubicBezTo>
                      <a:pt x="983" y="43"/>
                      <a:pt x="982" y="43"/>
                      <a:pt x="981" y="43"/>
                    </a:cubicBezTo>
                    <a:cubicBezTo>
                      <a:pt x="978" y="44"/>
                      <a:pt x="974" y="44"/>
                      <a:pt x="971" y="46"/>
                    </a:cubicBezTo>
                    <a:cubicBezTo>
                      <a:pt x="965" y="47"/>
                      <a:pt x="960" y="48"/>
                      <a:pt x="955" y="49"/>
                    </a:cubicBezTo>
                    <a:cubicBezTo>
                      <a:pt x="949" y="50"/>
                      <a:pt x="944" y="51"/>
                      <a:pt x="938" y="52"/>
                    </a:cubicBezTo>
                    <a:cubicBezTo>
                      <a:pt x="932" y="53"/>
                      <a:pt x="927" y="54"/>
                      <a:pt x="921" y="54"/>
                    </a:cubicBezTo>
                    <a:cubicBezTo>
                      <a:pt x="915" y="55"/>
                      <a:pt x="909" y="56"/>
                      <a:pt x="903" y="56"/>
                    </a:cubicBezTo>
                    <a:cubicBezTo>
                      <a:pt x="898" y="57"/>
                      <a:pt x="892" y="57"/>
                      <a:pt x="886" y="57"/>
                    </a:cubicBezTo>
                    <a:cubicBezTo>
                      <a:pt x="879" y="57"/>
                      <a:pt x="873" y="57"/>
                      <a:pt x="867" y="57"/>
                    </a:cubicBezTo>
                    <a:cubicBezTo>
                      <a:pt x="856" y="57"/>
                      <a:pt x="845" y="57"/>
                      <a:pt x="833" y="57"/>
                    </a:cubicBezTo>
                    <a:cubicBezTo>
                      <a:pt x="823" y="57"/>
                      <a:pt x="812" y="57"/>
                      <a:pt x="801" y="58"/>
                    </a:cubicBezTo>
                    <a:cubicBezTo>
                      <a:pt x="789" y="58"/>
                      <a:pt x="776" y="59"/>
                      <a:pt x="763" y="60"/>
                    </a:cubicBezTo>
                    <a:cubicBezTo>
                      <a:pt x="753" y="60"/>
                      <a:pt x="741" y="61"/>
                      <a:pt x="731" y="62"/>
                    </a:cubicBezTo>
                    <a:cubicBezTo>
                      <a:pt x="708" y="64"/>
                      <a:pt x="686" y="65"/>
                      <a:pt x="664" y="66"/>
                    </a:cubicBezTo>
                    <a:cubicBezTo>
                      <a:pt x="652" y="67"/>
                      <a:pt x="640" y="67"/>
                      <a:pt x="628" y="67"/>
                    </a:cubicBezTo>
                    <a:cubicBezTo>
                      <a:pt x="616" y="68"/>
                      <a:pt x="605" y="68"/>
                      <a:pt x="593" y="68"/>
                    </a:cubicBezTo>
                    <a:cubicBezTo>
                      <a:pt x="578" y="68"/>
                      <a:pt x="563" y="68"/>
                      <a:pt x="547" y="68"/>
                    </a:cubicBezTo>
                    <a:cubicBezTo>
                      <a:pt x="539" y="68"/>
                      <a:pt x="531" y="68"/>
                      <a:pt x="522" y="68"/>
                    </a:cubicBezTo>
                    <a:cubicBezTo>
                      <a:pt x="514" y="69"/>
                      <a:pt x="506" y="69"/>
                      <a:pt x="498" y="70"/>
                    </a:cubicBezTo>
                    <a:cubicBezTo>
                      <a:pt x="476" y="72"/>
                      <a:pt x="454" y="75"/>
                      <a:pt x="433" y="79"/>
                    </a:cubicBezTo>
                    <a:cubicBezTo>
                      <a:pt x="410" y="83"/>
                      <a:pt x="387" y="87"/>
                      <a:pt x="364" y="89"/>
                    </a:cubicBezTo>
                    <a:cubicBezTo>
                      <a:pt x="342" y="90"/>
                      <a:pt x="318" y="91"/>
                      <a:pt x="296" y="92"/>
                    </a:cubicBezTo>
                    <a:cubicBezTo>
                      <a:pt x="273" y="92"/>
                      <a:pt x="250" y="92"/>
                      <a:pt x="227" y="93"/>
                    </a:cubicBezTo>
                    <a:cubicBezTo>
                      <a:pt x="211" y="94"/>
                      <a:pt x="195" y="96"/>
                      <a:pt x="179" y="97"/>
                    </a:cubicBezTo>
                    <a:cubicBezTo>
                      <a:pt x="170" y="98"/>
                      <a:pt x="162" y="99"/>
                      <a:pt x="153" y="100"/>
                    </a:cubicBezTo>
                    <a:cubicBezTo>
                      <a:pt x="149" y="101"/>
                      <a:pt x="144" y="103"/>
                      <a:pt x="140" y="104"/>
                    </a:cubicBezTo>
                    <a:cubicBezTo>
                      <a:pt x="138" y="106"/>
                      <a:pt x="135" y="107"/>
                      <a:pt x="133" y="108"/>
                    </a:cubicBezTo>
                    <a:cubicBezTo>
                      <a:pt x="131" y="108"/>
                      <a:pt x="130" y="110"/>
                      <a:pt x="128" y="111"/>
                    </a:cubicBezTo>
                    <a:cubicBezTo>
                      <a:pt x="127" y="111"/>
                      <a:pt x="126" y="112"/>
                      <a:pt x="125" y="113"/>
                    </a:cubicBezTo>
                    <a:cubicBezTo>
                      <a:pt x="124" y="113"/>
                      <a:pt x="124" y="114"/>
                      <a:pt x="124" y="114"/>
                    </a:cubicBezTo>
                    <a:lnTo>
                      <a:pt x="123" y="115"/>
                    </a:lnTo>
                    <a:lnTo>
                      <a:pt x="124" y="114"/>
                    </a:lnTo>
                    <a:lnTo>
                      <a:pt x="123" y="115"/>
                    </a:lnTo>
                    <a:lnTo>
                      <a:pt x="124" y="114"/>
                    </a:lnTo>
                    <a:cubicBezTo>
                      <a:pt x="124" y="114"/>
                      <a:pt x="124" y="115"/>
                      <a:pt x="123" y="115"/>
                    </a:cubicBezTo>
                    <a:cubicBezTo>
                      <a:pt x="123" y="117"/>
                      <a:pt x="122" y="118"/>
                      <a:pt x="121" y="119"/>
                    </a:cubicBezTo>
                    <a:cubicBezTo>
                      <a:pt x="115" y="141"/>
                      <a:pt x="109" y="162"/>
                      <a:pt x="102" y="183"/>
                    </a:cubicBezTo>
                    <a:cubicBezTo>
                      <a:pt x="100" y="189"/>
                      <a:pt x="98" y="196"/>
                      <a:pt x="96" y="202"/>
                    </a:cubicBezTo>
                    <a:lnTo>
                      <a:pt x="96" y="203"/>
                    </a:lnTo>
                    <a:lnTo>
                      <a:pt x="96" y="202"/>
                    </a:lnTo>
                    <a:cubicBezTo>
                      <a:pt x="96" y="203"/>
                      <a:pt x="96" y="203"/>
                      <a:pt x="96" y="203"/>
                    </a:cubicBezTo>
                    <a:lnTo>
                      <a:pt x="96" y="204"/>
                    </a:lnTo>
                    <a:cubicBezTo>
                      <a:pt x="95" y="205"/>
                      <a:pt x="95" y="205"/>
                      <a:pt x="95" y="206"/>
                    </a:cubicBezTo>
                    <a:lnTo>
                      <a:pt x="95" y="207"/>
                    </a:lnTo>
                    <a:lnTo>
                      <a:pt x="95" y="208"/>
                    </a:lnTo>
                    <a:cubicBezTo>
                      <a:pt x="94" y="208"/>
                      <a:pt x="94" y="209"/>
                      <a:pt x="94" y="210"/>
                    </a:cubicBezTo>
                    <a:cubicBezTo>
                      <a:pt x="94" y="209"/>
                      <a:pt x="94" y="209"/>
                      <a:pt x="94" y="209"/>
                    </a:cubicBezTo>
                    <a:cubicBezTo>
                      <a:pt x="94" y="210"/>
                      <a:pt x="94" y="210"/>
                      <a:pt x="94" y="210"/>
                    </a:cubicBezTo>
                    <a:cubicBezTo>
                      <a:pt x="94" y="211"/>
                      <a:pt x="93" y="212"/>
                      <a:pt x="93" y="213"/>
                    </a:cubicBezTo>
                    <a:cubicBezTo>
                      <a:pt x="93" y="212"/>
                      <a:pt x="93" y="212"/>
                      <a:pt x="93" y="212"/>
                    </a:cubicBezTo>
                    <a:cubicBezTo>
                      <a:pt x="93" y="213"/>
                      <a:pt x="93" y="213"/>
                      <a:pt x="93" y="213"/>
                    </a:cubicBezTo>
                    <a:cubicBezTo>
                      <a:pt x="92" y="213"/>
                      <a:pt x="92" y="213"/>
                      <a:pt x="92" y="213"/>
                    </a:cubicBezTo>
                    <a:cubicBezTo>
                      <a:pt x="92" y="215"/>
                      <a:pt x="92" y="216"/>
                      <a:pt x="91" y="218"/>
                    </a:cubicBezTo>
                    <a:lnTo>
                      <a:pt x="91" y="217"/>
                    </a:lnTo>
                    <a:lnTo>
                      <a:pt x="91" y="218"/>
                    </a:lnTo>
                    <a:cubicBezTo>
                      <a:pt x="91" y="219"/>
                      <a:pt x="91" y="219"/>
                      <a:pt x="91" y="219"/>
                    </a:cubicBezTo>
                    <a:lnTo>
                      <a:pt x="91" y="220"/>
                    </a:lnTo>
                    <a:cubicBezTo>
                      <a:pt x="91" y="219"/>
                      <a:pt x="91" y="219"/>
                      <a:pt x="91" y="219"/>
                    </a:cubicBezTo>
                    <a:lnTo>
                      <a:pt x="91" y="220"/>
                    </a:lnTo>
                    <a:cubicBezTo>
                      <a:pt x="91" y="221"/>
                      <a:pt x="90" y="221"/>
                      <a:pt x="90" y="221"/>
                    </a:cubicBezTo>
                    <a:cubicBezTo>
                      <a:pt x="89" y="226"/>
                      <a:pt x="87" y="232"/>
                      <a:pt x="85" y="238"/>
                    </a:cubicBezTo>
                    <a:cubicBezTo>
                      <a:pt x="83" y="244"/>
                      <a:pt x="82" y="250"/>
                      <a:pt x="80" y="256"/>
                    </a:cubicBezTo>
                    <a:cubicBezTo>
                      <a:pt x="78" y="262"/>
                      <a:pt x="77" y="268"/>
                      <a:pt x="75" y="274"/>
                    </a:cubicBezTo>
                    <a:cubicBezTo>
                      <a:pt x="74" y="280"/>
                      <a:pt x="73" y="287"/>
                      <a:pt x="71" y="293"/>
                    </a:cubicBezTo>
                    <a:cubicBezTo>
                      <a:pt x="71" y="292"/>
                      <a:pt x="72" y="291"/>
                      <a:pt x="72" y="291"/>
                    </a:cubicBezTo>
                    <a:cubicBezTo>
                      <a:pt x="71" y="297"/>
                      <a:pt x="70" y="303"/>
                      <a:pt x="68" y="309"/>
                    </a:cubicBezTo>
                    <a:cubicBezTo>
                      <a:pt x="69" y="308"/>
                      <a:pt x="69" y="308"/>
                      <a:pt x="69" y="307"/>
                    </a:cubicBezTo>
                    <a:cubicBezTo>
                      <a:pt x="67" y="316"/>
                      <a:pt x="67" y="326"/>
                      <a:pt x="64" y="335"/>
                    </a:cubicBezTo>
                    <a:cubicBezTo>
                      <a:pt x="64" y="340"/>
                      <a:pt x="59" y="343"/>
                      <a:pt x="54" y="343"/>
                    </a:cubicBezTo>
                    <a:cubicBezTo>
                      <a:pt x="52" y="343"/>
                      <a:pt x="50" y="343"/>
                      <a:pt x="49" y="3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2" name="Google Shape;1402;p16"/>
              <p:cNvSpPr/>
              <p:nvPr/>
            </p:nvSpPr>
            <p:spPr>
              <a:xfrm>
                <a:off x="2665800" y="782280"/>
                <a:ext cx="40680" cy="7452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207" extrusionOk="0">
                    <a:moveTo>
                      <a:pt x="33" y="86"/>
                    </a:moveTo>
                    <a:cubicBezTo>
                      <a:pt x="34" y="86"/>
                      <a:pt x="34" y="86"/>
                      <a:pt x="35" y="86"/>
                    </a:cubicBezTo>
                    <a:cubicBezTo>
                      <a:pt x="36" y="85"/>
                      <a:pt x="37" y="85"/>
                      <a:pt x="38" y="85"/>
                    </a:cubicBezTo>
                    <a:cubicBezTo>
                      <a:pt x="39" y="84"/>
                      <a:pt x="41" y="83"/>
                      <a:pt x="43" y="82"/>
                    </a:cubicBezTo>
                    <a:cubicBezTo>
                      <a:pt x="45" y="82"/>
                      <a:pt x="46" y="80"/>
                      <a:pt x="48" y="79"/>
                    </a:cubicBezTo>
                    <a:cubicBezTo>
                      <a:pt x="50" y="77"/>
                      <a:pt x="53" y="76"/>
                      <a:pt x="56" y="73"/>
                    </a:cubicBezTo>
                    <a:cubicBezTo>
                      <a:pt x="59" y="70"/>
                      <a:pt x="63" y="66"/>
                      <a:pt x="66" y="63"/>
                    </a:cubicBezTo>
                    <a:cubicBezTo>
                      <a:pt x="71" y="57"/>
                      <a:pt x="75" y="51"/>
                      <a:pt x="79" y="45"/>
                    </a:cubicBezTo>
                    <a:cubicBezTo>
                      <a:pt x="81" y="42"/>
                      <a:pt x="82" y="39"/>
                      <a:pt x="85" y="36"/>
                    </a:cubicBezTo>
                    <a:cubicBezTo>
                      <a:pt x="86" y="34"/>
                      <a:pt x="87" y="34"/>
                      <a:pt x="88" y="33"/>
                    </a:cubicBezTo>
                    <a:cubicBezTo>
                      <a:pt x="88" y="33"/>
                      <a:pt x="87" y="33"/>
                      <a:pt x="85" y="33"/>
                    </a:cubicBezTo>
                    <a:cubicBezTo>
                      <a:pt x="81" y="31"/>
                      <a:pt x="76" y="31"/>
                      <a:pt x="71" y="31"/>
                    </a:cubicBezTo>
                    <a:cubicBezTo>
                      <a:pt x="68" y="31"/>
                      <a:pt x="64" y="31"/>
                      <a:pt x="61" y="31"/>
                    </a:cubicBezTo>
                    <a:cubicBezTo>
                      <a:pt x="59" y="31"/>
                      <a:pt x="57" y="31"/>
                      <a:pt x="55" y="32"/>
                    </a:cubicBezTo>
                    <a:cubicBezTo>
                      <a:pt x="54" y="32"/>
                      <a:pt x="52" y="33"/>
                      <a:pt x="51" y="33"/>
                    </a:cubicBezTo>
                    <a:cubicBezTo>
                      <a:pt x="50" y="34"/>
                      <a:pt x="48" y="34"/>
                      <a:pt x="47" y="35"/>
                    </a:cubicBezTo>
                    <a:cubicBezTo>
                      <a:pt x="45" y="35"/>
                      <a:pt x="44" y="37"/>
                      <a:pt x="42" y="38"/>
                    </a:cubicBezTo>
                    <a:cubicBezTo>
                      <a:pt x="40" y="39"/>
                      <a:pt x="39" y="40"/>
                      <a:pt x="37" y="42"/>
                    </a:cubicBezTo>
                    <a:cubicBezTo>
                      <a:pt x="36" y="43"/>
                      <a:pt x="34" y="45"/>
                      <a:pt x="33" y="46"/>
                    </a:cubicBezTo>
                    <a:cubicBezTo>
                      <a:pt x="32" y="48"/>
                      <a:pt x="30" y="49"/>
                      <a:pt x="29" y="52"/>
                    </a:cubicBezTo>
                    <a:cubicBezTo>
                      <a:pt x="28" y="54"/>
                      <a:pt x="27" y="56"/>
                      <a:pt x="25" y="58"/>
                    </a:cubicBezTo>
                    <a:cubicBezTo>
                      <a:pt x="24" y="60"/>
                      <a:pt x="24" y="62"/>
                      <a:pt x="23" y="63"/>
                    </a:cubicBezTo>
                    <a:cubicBezTo>
                      <a:pt x="22" y="65"/>
                      <a:pt x="22" y="67"/>
                      <a:pt x="22" y="69"/>
                    </a:cubicBezTo>
                    <a:cubicBezTo>
                      <a:pt x="22" y="70"/>
                      <a:pt x="21" y="72"/>
                      <a:pt x="21" y="73"/>
                    </a:cubicBezTo>
                    <a:cubicBezTo>
                      <a:pt x="21" y="74"/>
                      <a:pt x="21" y="75"/>
                      <a:pt x="21" y="76"/>
                    </a:cubicBezTo>
                    <a:cubicBezTo>
                      <a:pt x="22" y="77"/>
                      <a:pt x="22" y="78"/>
                      <a:pt x="22" y="79"/>
                    </a:cubicBezTo>
                    <a:cubicBezTo>
                      <a:pt x="22" y="80"/>
                      <a:pt x="22" y="80"/>
                      <a:pt x="22" y="80"/>
                    </a:cubicBezTo>
                    <a:cubicBezTo>
                      <a:pt x="22" y="81"/>
                      <a:pt x="23" y="82"/>
                      <a:pt x="23" y="82"/>
                    </a:cubicBezTo>
                    <a:lnTo>
                      <a:pt x="24" y="83"/>
                    </a:lnTo>
                    <a:lnTo>
                      <a:pt x="24" y="84"/>
                    </a:lnTo>
                    <a:cubicBezTo>
                      <a:pt x="24" y="83"/>
                      <a:pt x="24" y="83"/>
                      <a:pt x="24" y="83"/>
                    </a:cubicBezTo>
                    <a:cubicBezTo>
                      <a:pt x="24" y="84"/>
                      <a:pt x="24" y="84"/>
                      <a:pt x="25" y="84"/>
                    </a:cubicBezTo>
                    <a:cubicBezTo>
                      <a:pt x="25" y="85"/>
                      <a:pt x="26" y="85"/>
                      <a:pt x="26" y="85"/>
                    </a:cubicBezTo>
                    <a:cubicBezTo>
                      <a:pt x="27" y="85"/>
                      <a:pt x="27" y="86"/>
                      <a:pt x="27" y="86"/>
                    </a:cubicBezTo>
                    <a:cubicBezTo>
                      <a:pt x="28" y="86"/>
                      <a:pt x="29" y="86"/>
                      <a:pt x="29" y="86"/>
                    </a:cubicBezTo>
                    <a:cubicBezTo>
                      <a:pt x="29" y="86"/>
                      <a:pt x="30" y="86"/>
                      <a:pt x="31" y="86"/>
                    </a:cubicBezTo>
                    <a:cubicBezTo>
                      <a:pt x="31" y="86"/>
                      <a:pt x="32" y="86"/>
                      <a:pt x="33" y="86"/>
                    </a:cubicBezTo>
                    <a:moveTo>
                      <a:pt x="20" y="204"/>
                    </a:moveTo>
                    <a:cubicBezTo>
                      <a:pt x="17" y="203"/>
                      <a:pt x="15" y="201"/>
                      <a:pt x="14" y="199"/>
                    </a:cubicBezTo>
                    <a:cubicBezTo>
                      <a:pt x="10" y="194"/>
                      <a:pt x="11" y="187"/>
                      <a:pt x="15" y="183"/>
                    </a:cubicBezTo>
                    <a:cubicBezTo>
                      <a:pt x="19" y="181"/>
                      <a:pt x="24" y="181"/>
                      <a:pt x="28" y="183"/>
                    </a:cubicBezTo>
                    <a:cubicBezTo>
                      <a:pt x="29" y="182"/>
                      <a:pt x="31" y="181"/>
                      <a:pt x="33" y="179"/>
                    </a:cubicBezTo>
                    <a:cubicBezTo>
                      <a:pt x="36" y="177"/>
                      <a:pt x="39" y="175"/>
                      <a:pt x="41" y="173"/>
                    </a:cubicBezTo>
                    <a:lnTo>
                      <a:pt x="40" y="174"/>
                    </a:lnTo>
                    <a:cubicBezTo>
                      <a:pt x="43" y="171"/>
                      <a:pt x="46" y="168"/>
                      <a:pt x="48" y="165"/>
                    </a:cubicBezTo>
                    <a:cubicBezTo>
                      <a:pt x="50" y="163"/>
                      <a:pt x="52" y="161"/>
                      <a:pt x="54" y="158"/>
                    </a:cubicBezTo>
                    <a:cubicBezTo>
                      <a:pt x="56" y="155"/>
                      <a:pt x="57" y="153"/>
                      <a:pt x="59" y="150"/>
                    </a:cubicBezTo>
                    <a:cubicBezTo>
                      <a:pt x="60" y="146"/>
                      <a:pt x="61" y="142"/>
                      <a:pt x="63" y="138"/>
                    </a:cubicBezTo>
                    <a:cubicBezTo>
                      <a:pt x="68" y="122"/>
                      <a:pt x="71" y="106"/>
                      <a:pt x="74" y="90"/>
                    </a:cubicBezTo>
                    <a:cubicBezTo>
                      <a:pt x="75" y="88"/>
                      <a:pt x="75" y="85"/>
                      <a:pt x="76" y="83"/>
                    </a:cubicBezTo>
                    <a:cubicBezTo>
                      <a:pt x="71" y="87"/>
                      <a:pt x="67" y="91"/>
                      <a:pt x="62" y="95"/>
                    </a:cubicBezTo>
                    <a:cubicBezTo>
                      <a:pt x="57" y="99"/>
                      <a:pt x="50" y="103"/>
                      <a:pt x="44" y="105"/>
                    </a:cubicBezTo>
                    <a:cubicBezTo>
                      <a:pt x="41" y="106"/>
                      <a:pt x="38" y="107"/>
                      <a:pt x="34" y="107"/>
                    </a:cubicBezTo>
                    <a:cubicBezTo>
                      <a:pt x="31" y="107"/>
                      <a:pt x="27" y="107"/>
                      <a:pt x="24" y="107"/>
                    </a:cubicBezTo>
                    <a:cubicBezTo>
                      <a:pt x="17" y="105"/>
                      <a:pt x="11" y="102"/>
                      <a:pt x="8" y="97"/>
                    </a:cubicBezTo>
                    <a:cubicBezTo>
                      <a:pt x="6" y="94"/>
                      <a:pt x="4" y="92"/>
                      <a:pt x="3" y="89"/>
                    </a:cubicBezTo>
                    <a:cubicBezTo>
                      <a:pt x="1" y="86"/>
                      <a:pt x="1" y="83"/>
                      <a:pt x="1" y="80"/>
                    </a:cubicBezTo>
                    <a:cubicBezTo>
                      <a:pt x="0" y="73"/>
                      <a:pt x="0" y="66"/>
                      <a:pt x="2" y="60"/>
                    </a:cubicBezTo>
                    <a:cubicBezTo>
                      <a:pt x="6" y="46"/>
                      <a:pt x="14" y="34"/>
                      <a:pt x="25" y="24"/>
                    </a:cubicBezTo>
                    <a:cubicBezTo>
                      <a:pt x="30" y="19"/>
                      <a:pt x="36" y="16"/>
                      <a:pt x="43" y="13"/>
                    </a:cubicBezTo>
                    <a:cubicBezTo>
                      <a:pt x="50" y="11"/>
                      <a:pt x="56" y="10"/>
                      <a:pt x="63" y="9"/>
                    </a:cubicBezTo>
                    <a:cubicBezTo>
                      <a:pt x="70" y="9"/>
                      <a:pt x="77" y="9"/>
                      <a:pt x="83" y="10"/>
                    </a:cubicBezTo>
                    <a:cubicBezTo>
                      <a:pt x="85" y="10"/>
                      <a:pt x="87" y="11"/>
                      <a:pt x="89" y="11"/>
                    </a:cubicBezTo>
                    <a:cubicBezTo>
                      <a:pt x="89" y="5"/>
                      <a:pt x="96" y="0"/>
                      <a:pt x="102" y="1"/>
                    </a:cubicBezTo>
                    <a:cubicBezTo>
                      <a:pt x="109" y="3"/>
                      <a:pt x="112" y="10"/>
                      <a:pt x="110" y="16"/>
                    </a:cubicBezTo>
                    <a:cubicBezTo>
                      <a:pt x="110" y="19"/>
                      <a:pt x="110" y="22"/>
                      <a:pt x="109" y="24"/>
                    </a:cubicBezTo>
                    <a:cubicBezTo>
                      <a:pt x="109" y="27"/>
                      <a:pt x="108" y="29"/>
                      <a:pt x="105" y="30"/>
                    </a:cubicBezTo>
                    <a:cubicBezTo>
                      <a:pt x="103" y="32"/>
                      <a:pt x="101" y="33"/>
                      <a:pt x="99" y="33"/>
                    </a:cubicBezTo>
                    <a:cubicBezTo>
                      <a:pt x="101" y="34"/>
                      <a:pt x="103" y="37"/>
                      <a:pt x="104" y="39"/>
                    </a:cubicBezTo>
                    <a:cubicBezTo>
                      <a:pt x="104" y="41"/>
                      <a:pt x="105" y="42"/>
                      <a:pt x="105" y="44"/>
                    </a:cubicBezTo>
                    <a:cubicBezTo>
                      <a:pt x="105" y="45"/>
                      <a:pt x="105" y="47"/>
                      <a:pt x="105" y="49"/>
                    </a:cubicBezTo>
                    <a:cubicBezTo>
                      <a:pt x="104" y="51"/>
                      <a:pt x="103" y="53"/>
                      <a:pt x="103" y="55"/>
                    </a:cubicBezTo>
                    <a:cubicBezTo>
                      <a:pt x="102" y="59"/>
                      <a:pt x="102" y="62"/>
                      <a:pt x="101" y="65"/>
                    </a:cubicBezTo>
                    <a:cubicBezTo>
                      <a:pt x="100" y="70"/>
                      <a:pt x="99" y="75"/>
                      <a:pt x="98" y="80"/>
                    </a:cubicBezTo>
                    <a:cubicBezTo>
                      <a:pt x="95" y="91"/>
                      <a:pt x="93" y="103"/>
                      <a:pt x="91" y="114"/>
                    </a:cubicBezTo>
                    <a:cubicBezTo>
                      <a:pt x="87" y="132"/>
                      <a:pt x="82" y="150"/>
                      <a:pt x="74" y="166"/>
                    </a:cubicBezTo>
                    <a:cubicBezTo>
                      <a:pt x="67" y="178"/>
                      <a:pt x="57" y="188"/>
                      <a:pt x="46" y="197"/>
                    </a:cubicBezTo>
                    <a:cubicBezTo>
                      <a:pt x="43" y="199"/>
                      <a:pt x="40" y="200"/>
                      <a:pt x="38" y="202"/>
                    </a:cubicBezTo>
                    <a:cubicBezTo>
                      <a:pt x="35" y="204"/>
                      <a:pt x="32" y="204"/>
                      <a:pt x="29" y="205"/>
                    </a:cubicBezTo>
                    <a:cubicBezTo>
                      <a:pt x="28" y="206"/>
                      <a:pt x="27" y="206"/>
                      <a:pt x="26" y="206"/>
                    </a:cubicBezTo>
                    <a:cubicBezTo>
                      <a:pt x="24" y="206"/>
                      <a:pt x="22" y="205"/>
                      <a:pt x="20" y="20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3" name="Google Shape;1403;p16"/>
              <p:cNvSpPr/>
              <p:nvPr/>
            </p:nvSpPr>
            <p:spPr>
              <a:xfrm>
                <a:off x="2721960" y="807120"/>
                <a:ext cx="14400" cy="30600"/>
              </a:xfrm>
              <a:custGeom>
                <a:avLst/>
                <a:gdLst/>
                <a:ahLst/>
                <a:cxnLst/>
                <a:rect l="l" t="t" r="r" b="b"/>
                <a:pathLst>
                  <a:path w="40" h="85" extrusionOk="0">
                    <a:moveTo>
                      <a:pt x="16" y="77"/>
                    </a:moveTo>
                    <a:cubicBezTo>
                      <a:pt x="12" y="65"/>
                      <a:pt x="9" y="53"/>
                      <a:pt x="5" y="41"/>
                    </a:cubicBezTo>
                    <a:cubicBezTo>
                      <a:pt x="3" y="34"/>
                      <a:pt x="2" y="25"/>
                      <a:pt x="0" y="18"/>
                    </a:cubicBezTo>
                    <a:cubicBezTo>
                      <a:pt x="0" y="12"/>
                      <a:pt x="1" y="6"/>
                      <a:pt x="6" y="2"/>
                    </a:cubicBezTo>
                    <a:cubicBezTo>
                      <a:pt x="7" y="0"/>
                      <a:pt x="10" y="0"/>
                      <a:pt x="13" y="0"/>
                    </a:cubicBezTo>
                    <a:cubicBezTo>
                      <a:pt x="16" y="0"/>
                      <a:pt x="19" y="1"/>
                      <a:pt x="21" y="2"/>
                    </a:cubicBezTo>
                    <a:cubicBezTo>
                      <a:pt x="25" y="6"/>
                      <a:pt x="26" y="12"/>
                      <a:pt x="24" y="17"/>
                    </a:cubicBezTo>
                    <a:cubicBezTo>
                      <a:pt x="23" y="17"/>
                      <a:pt x="23" y="18"/>
                      <a:pt x="23" y="18"/>
                    </a:cubicBezTo>
                    <a:cubicBezTo>
                      <a:pt x="23" y="22"/>
                      <a:pt x="24" y="26"/>
                      <a:pt x="25" y="30"/>
                    </a:cubicBezTo>
                    <a:cubicBezTo>
                      <a:pt x="28" y="43"/>
                      <a:pt x="32" y="57"/>
                      <a:pt x="37" y="70"/>
                    </a:cubicBezTo>
                    <a:cubicBezTo>
                      <a:pt x="39" y="76"/>
                      <a:pt x="35" y="82"/>
                      <a:pt x="30" y="84"/>
                    </a:cubicBezTo>
                    <a:cubicBezTo>
                      <a:pt x="29" y="84"/>
                      <a:pt x="28" y="84"/>
                      <a:pt x="27" y="84"/>
                    </a:cubicBezTo>
                    <a:cubicBezTo>
                      <a:pt x="22" y="84"/>
                      <a:pt x="18" y="81"/>
                      <a:pt x="16" y="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4" name="Google Shape;1404;p16"/>
              <p:cNvSpPr/>
              <p:nvPr/>
            </p:nvSpPr>
            <p:spPr>
              <a:xfrm>
                <a:off x="2707560" y="809280"/>
                <a:ext cx="4284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135" extrusionOk="0">
                    <a:moveTo>
                      <a:pt x="7" y="132"/>
                    </a:moveTo>
                    <a:cubicBezTo>
                      <a:pt x="2" y="130"/>
                      <a:pt x="0" y="123"/>
                      <a:pt x="3" y="118"/>
                    </a:cubicBezTo>
                    <a:cubicBezTo>
                      <a:pt x="10" y="107"/>
                      <a:pt x="17" y="96"/>
                      <a:pt x="24" y="85"/>
                    </a:cubicBezTo>
                    <a:cubicBezTo>
                      <a:pt x="30" y="76"/>
                      <a:pt x="37" y="67"/>
                      <a:pt x="43" y="58"/>
                    </a:cubicBezTo>
                    <a:cubicBezTo>
                      <a:pt x="46" y="53"/>
                      <a:pt x="50" y="48"/>
                      <a:pt x="53" y="44"/>
                    </a:cubicBezTo>
                    <a:cubicBezTo>
                      <a:pt x="55" y="41"/>
                      <a:pt x="57" y="39"/>
                      <a:pt x="59" y="37"/>
                    </a:cubicBezTo>
                    <a:cubicBezTo>
                      <a:pt x="60" y="34"/>
                      <a:pt x="62" y="33"/>
                      <a:pt x="64" y="30"/>
                    </a:cubicBezTo>
                    <a:cubicBezTo>
                      <a:pt x="69" y="25"/>
                      <a:pt x="74" y="19"/>
                      <a:pt x="80" y="14"/>
                    </a:cubicBezTo>
                    <a:cubicBezTo>
                      <a:pt x="84" y="9"/>
                      <a:pt x="90" y="5"/>
                      <a:pt x="96" y="2"/>
                    </a:cubicBezTo>
                    <a:cubicBezTo>
                      <a:pt x="99" y="0"/>
                      <a:pt x="104" y="0"/>
                      <a:pt x="108" y="1"/>
                    </a:cubicBezTo>
                    <a:cubicBezTo>
                      <a:pt x="114" y="2"/>
                      <a:pt x="118" y="9"/>
                      <a:pt x="116" y="14"/>
                    </a:cubicBezTo>
                    <a:cubicBezTo>
                      <a:pt x="115" y="20"/>
                      <a:pt x="108" y="24"/>
                      <a:pt x="103" y="22"/>
                    </a:cubicBezTo>
                    <a:cubicBezTo>
                      <a:pt x="102" y="23"/>
                      <a:pt x="101" y="23"/>
                      <a:pt x="100" y="24"/>
                    </a:cubicBezTo>
                    <a:cubicBezTo>
                      <a:pt x="98" y="26"/>
                      <a:pt x="96" y="28"/>
                      <a:pt x="94" y="29"/>
                    </a:cubicBezTo>
                    <a:cubicBezTo>
                      <a:pt x="88" y="34"/>
                      <a:pt x="84" y="40"/>
                      <a:pt x="78" y="45"/>
                    </a:cubicBezTo>
                    <a:cubicBezTo>
                      <a:pt x="79" y="45"/>
                      <a:pt x="79" y="44"/>
                      <a:pt x="80" y="44"/>
                    </a:cubicBezTo>
                    <a:cubicBezTo>
                      <a:pt x="76" y="48"/>
                      <a:pt x="73" y="52"/>
                      <a:pt x="70" y="56"/>
                    </a:cubicBezTo>
                    <a:cubicBezTo>
                      <a:pt x="66" y="61"/>
                      <a:pt x="63" y="66"/>
                      <a:pt x="59" y="71"/>
                    </a:cubicBezTo>
                    <a:cubicBezTo>
                      <a:pt x="53" y="79"/>
                      <a:pt x="47" y="89"/>
                      <a:pt x="41" y="98"/>
                    </a:cubicBezTo>
                    <a:cubicBezTo>
                      <a:pt x="41" y="97"/>
                      <a:pt x="41" y="97"/>
                      <a:pt x="41" y="97"/>
                    </a:cubicBezTo>
                    <a:cubicBezTo>
                      <a:pt x="39" y="101"/>
                      <a:pt x="37" y="104"/>
                      <a:pt x="34" y="108"/>
                    </a:cubicBezTo>
                    <a:cubicBezTo>
                      <a:pt x="30" y="115"/>
                      <a:pt x="25" y="121"/>
                      <a:pt x="21" y="128"/>
                    </a:cubicBezTo>
                    <a:cubicBezTo>
                      <a:pt x="20" y="132"/>
                      <a:pt x="16" y="134"/>
                      <a:pt x="12" y="134"/>
                    </a:cubicBezTo>
                    <a:cubicBezTo>
                      <a:pt x="10" y="134"/>
                      <a:pt x="9" y="133"/>
                      <a:pt x="7" y="1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5" name="Google Shape;1405;p16"/>
              <p:cNvSpPr/>
              <p:nvPr/>
            </p:nvSpPr>
            <p:spPr>
              <a:xfrm>
                <a:off x="2751840" y="781920"/>
                <a:ext cx="17280" cy="35640"/>
              </a:xfrm>
              <a:custGeom>
                <a:avLst/>
                <a:gdLst/>
                <a:ahLst/>
                <a:cxnLst/>
                <a:rect l="l" t="t" r="r" b="b"/>
                <a:pathLst>
                  <a:path w="48" h="99" extrusionOk="0">
                    <a:moveTo>
                      <a:pt x="14" y="95"/>
                    </a:moveTo>
                    <a:cubicBezTo>
                      <a:pt x="12" y="94"/>
                      <a:pt x="10" y="92"/>
                      <a:pt x="9" y="90"/>
                    </a:cubicBezTo>
                    <a:cubicBezTo>
                      <a:pt x="7" y="87"/>
                      <a:pt x="6" y="84"/>
                      <a:pt x="5" y="81"/>
                    </a:cubicBezTo>
                    <a:cubicBezTo>
                      <a:pt x="4" y="75"/>
                      <a:pt x="6" y="69"/>
                      <a:pt x="9" y="64"/>
                    </a:cubicBezTo>
                    <a:cubicBezTo>
                      <a:pt x="11" y="59"/>
                      <a:pt x="14" y="54"/>
                      <a:pt x="17" y="49"/>
                    </a:cubicBezTo>
                    <a:cubicBezTo>
                      <a:pt x="18" y="46"/>
                      <a:pt x="19" y="43"/>
                      <a:pt x="21" y="40"/>
                    </a:cubicBezTo>
                    <a:cubicBezTo>
                      <a:pt x="20" y="40"/>
                      <a:pt x="19" y="39"/>
                      <a:pt x="19" y="39"/>
                    </a:cubicBezTo>
                    <a:cubicBezTo>
                      <a:pt x="17" y="39"/>
                      <a:pt x="15" y="38"/>
                      <a:pt x="14" y="37"/>
                    </a:cubicBezTo>
                    <a:cubicBezTo>
                      <a:pt x="11" y="35"/>
                      <a:pt x="8" y="34"/>
                      <a:pt x="6" y="32"/>
                    </a:cubicBezTo>
                    <a:cubicBezTo>
                      <a:pt x="3" y="30"/>
                      <a:pt x="1" y="26"/>
                      <a:pt x="0" y="22"/>
                    </a:cubicBezTo>
                    <a:cubicBezTo>
                      <a:pt x="0" y="18"/>
                      <a:pt x="1" y="14"/>
                      <a:pt x="4" y="11"/>
                    </a:cubicBezTo>
                    <a:cubicBezTo>
                      <a:pt x="8" y="4"/>
                      <a:pt x="17" y="0"/>
                      <a:pt x="25" y="1"/>
                    </a:cubicBezTo>
                    <a:cubicBezTo>
                      <a:pt x="35" y="2"/>
                      <a:pt x="42" y="10"/>
                      <a:pt x="44" y="19"/>
                    </a:cubicBezTo>
                    <a:cubicBezTo>
                      <a:pt x="47" y="28"/>
                      <a:pt x="44" y="39"/>
                      <a:pt x="40" y="49"/>
                    </a:cubicBezTo>
                    <a:cubicBezTo>
                      <a:pt x="37" y="57"/>
                      <a:pt x="33" y="65"/>
                      <a:pt x="29" y="73"/>
                    </a:cubicBezTo>
                    <a:cubicBezTo>
                      <a:pt x="28" y="74"/>
                      <a:pt x="28" y="76"/>
                      <a:pt x="28" y="77"/>
                    </a:cubicBezTo>
                    <a:lnTo>
                      <a:pt x="28" y="78"/>
                    </a:lnTo>
                    <a:cubicBezTo>
                      <a:pt x="28" y="80"/>
                      <a:pt x="29" y="80"/>
                      <a:pt x="29" y="81"/>
                    </a:cubicBezTo>
                    <a:cubicBezTo>
                      <a:pt x="33" y="85"/>
                      <a:pt x="33" y="91"/>
                      <a:pt x="29" y="95"/>
                    </a:cubicBezTo>
                    <a:cubicBezTo>
                      <a:pt x="27" y="97"/>
                      <a:pt x="24" y="98"/>
                      <a:pt x="21" y="98"/>
                    </a:cubicBezTo>
                    <a:cubicBezTo>
                      <a:pt x="18" y="98"/>
                      <a:pt x="15" y="97"/>
                      <a:pt x="14" y="9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6" name="Google Shape;1406;p16"/>
              <p:cNvSpPr/>
              <p:nvPr/>
            </p:nvSpPr>
            <p:spPr>
              <a:xfrm>
                <a:off x="2781360" y="815400"/>
                <a:ext cx="24840" cy="13680"/>
              </a:xfrm>
              <a:custGeom>
                <a:avLst/>
                <a:gdLst/>
                <a:ahLst/>
                <a:cxnLst/>
                <a:rect l="l" t="t" r="r" b="b"/>
                <a:pathLst>
                  <a:path w="69" h="38" extrusionOk="0">
                    <a:moveTo>
                      <a:pt x="31" y="34"/>
                    </a:moveTo>
                    <a:cubicBezTo>
                      <a:pt x="25" y="32"/>
                      <a:pt x="18" y="30"/>
                      <a:pt x="13" y="27"/>
                    </a:cubicBezTo>
                    <a:cubicBezTo>
                      <a:pt x="7" y="24"/>
                      <a:pt x="0" y="20"/>
                      <a:pt x="1" y="12"/>
                    </a:cubicBezTo>
                    <a:cubicBezTo>
                      <a:pt x="2" y="7"/>
                      <a:pt x="5" y="3"/>
                      <a:pt x="10" y="2"/>
                    </a:cubicBezTo>
                    <a:cubicBezTo>
                      <a:pt x="15" y="0"/>
                      <a:pt x="21" y="3"/>
                      <a:pt x="24" y="8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7" y="10"/>
                      <a:pt x="29" y="11"/>
                      <a:pt x="31" y="12"/>
                    </a:cubicBezTo>
                    <a:cubicBezTo>
                      <a:pt x="35" y="13"/>
                      <a:pt x="39" y="14"/>
                      <a:pt x="43" y="15"/>
                    </a:cubicBezTo>
                    <a:cubicBezTo>
                      <a:pt x="45" y="15"/>
                      <a:pt x="47" y="15"/>
                      <a:pt x="49" y="15"/>
                    </a:cubicBezTo>
                    <a:cubicBezTo>
                      <a:pt x="52" y="15"/>
                      <a:pt x="54" y="15"/>
                      <a:pt x="57" y="15"/>
                    </a:cubicBezTo>
                    <a:cubicBezTo>
                      <a:pt x="63" y="15"/>
                      <a:pt x="68" y="20"/>
                      <a:pt x="68" y="26"/>
                    </a:cubicBezTo>
                    <a:cubicBezTo>
                      <a:pt x="68" y="31"/>
                      <a:pt x="63" y="37"/>
                      <a:pt x="57" y="37"/>
                    </a:cubicBezTo>
                    <a:cubicBezTo>
                      <a:pt x="55" y="37"/>
                      <a:pt x="53" y="37"/>
                      <a:pt x="51" y="37"/>
                    </a:cubicBezTo>
                    <a:cubicBezTo>
                      <a:pt x="44" y="37"/>
                      <a:pt x="38" y="36"/>
                      <a:pt x="31" y="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7" name="Google Shape;1407;p16"/>
              <p:cNvSpPr/>
              <p:nvPr/>
            </p:nvSpPr>
            <p:spPr>
              <a:xfrm>
                <a:off x="2786760" y="793080"/>
                <a:ext cx="12600" cy="47160"/>
              </a:xfrm>
              <a:custGeom>
                <a:avLst/>
                <a:gdLst/>
                <a:ahLst/>
                <a:cxnLst/>
                <a:rect l="l" t="t" r="r" b="b"/>
                <a:pathLst>
                  <a:path w="35" h="131" extrusionOk="0">
                    <a:moveTo>
                      <a:pt x="3" y="120"/>
                    </a:moveTo>
                    <a:cubicBezTo>
                      <a:pt x="2" y="104"/>
                      <a:pt x="2" y="89"/>
                      <a:pt x="2" y="74"/>
                    </a:cubicBezTo>
                    <a:cubicBezTo>
                      <a:pt x="1" y="52"/>
                      <a:pt x="0" y="27"/>
                      <a:pt x="12" y="7"/>
                    </a:cubicBezTo>
                    <a:cubicBezTo>
                      <a:pt x="15" y="2"/>
                      <a:pt x="21" y="0"/>
                      <a:pt x="27" y="3"/>
                    </a:cubicBezTo>
                    <a:cubicBezTo>
                      <a:pt x="32" y="6"/>
                      <a:pt x="34" y="13"/>
                      <a:pt x="31" y="18"/>
                    </a:cubicBezTo>
                    <a:cubicBezTo>
                      <a:pt x="30" y="20"/>
                      <a:pt x="28" y="22"/>
                      <a:pt x="27" y="25"/>
                    </a:cubicBezTo>
                    <a:cubicBezTo>
                      <a:pt x="27" y="26"/>
                      <a:pt x="26" y="27"/>
                      <a:pt x="26" y="28"/>
                    </a:cubicBezTo>
                    <a:cubicBezTo>
                      <a:pt x="25" y="30"/>
                      <a:pt x="24" y="33"/>
                      <a:pt x="24" y="35"/>
                    </a:cubicBezTo>
                    <a:cubicBezTo>
                      <a:pt x="23" y="40"/>
                      <a:pt x="23" y="46"/>
                      <a:pt x="23" y="52"/>
                    </a:cubicBezTo>
                    <a:cubicBezTo>
                      <a:pt x="22" y="74"/>
                      <a:pt x="23" y="97"/>
                      <a:pt x="23" y="120"/>
                    </a:cubicBezTo>
                    <a:cubicBezTo>
                      <a:pt x="24" y="125"/>
                      <a:pt x="19" y="130"/>
                      <a:pt x="13" y="130"/>
                    </a:cubicBezTo>
                    <a:cubicBezTo>
                      <a:pt x="7" y="130"/>
                      <a:pt x="3" y="125"/>
                      <a:pt x="3" y="1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8" name="Google Shape;1408;p16"/>
              <p:cNvSpPr/>
              <p:nvPr/>
            </p:nvSpPr>
            <p:spPr>
              <a:xfrm>
                <a:off x="2837160" y="770760"/>
                <a:ext cx="48240" cy="7020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195" extrusionOk="0">
                    <a:moveTo>
                      <a:pt x="70" y="194"/>
                    </a:moveTo>
                    <a:cubicBezTo>
                      <a:pt x="65" y="193"/>
                      <a:pt x="61" y="187"/>
                      <a:pt x="62" y="181"/>
                    </a:cubicBezTo>
                    <a:cubicBezTo>
                      <a:pt x="68" y="159"/>
                      <a:pt x="75" y="137"/>
                      <a:pt x="81" y="115"/>
                    </a:cubicBezTo>
                    <a:cubicBezTo>
                      <a:pt x="80" y="116"/>
                      <a:pt x="79" y="118"/>
                      <a:pt x="77" y="119"/>
                    </a:cubicBezTo>
                    <a:cubicBezTo>
                      <a:pt x="72" y="124"/>
                      <a:pt x="66" y="128"/>
                      <a:pt x="60" y="132"/>
                    </a:cubicBezTo>
                    <a:cubicBezTo>
                      <a:pt x="54" y="136"/>
                      <a:pt x="47" y="138"/>
                      <a:pt x="39" y="140"/>
                    </a:cubicBezTo>
                    <a:cubicBezTo>
                      <a:pt x="33" y="141"/>
                      <a:pt x="26" y="140"/>
                      <a:pt x="19" y="138"/>
                    </a:cubicBezTo>
                    <a:cubicBezTo>
                      <a:pt x="13" y="136"/>
                      <a:pt x="8" y="130"/>
                      <a:pt x="5" y="125"/>
                    </a:cubicBezTo>
                    <a:cubicBezTo>
                      <a:pt x="2" y="120"/>
                      <a:pt x="1" y="113"/>
                      <a:pt x="1" y="107"/>
                    </a:cubicBezTo>
                    <a:cubicBezTo>
                      <a:pt x="0" y="98"/>
                      <a:pt x="1" y="91"/>
                      <a:pt x="3" y="83"/>
                    </a:cubicBezTo>
                    <a:cubicBezTo>
                      <a:pt x="5" y="72"/>
                      <a:pt x="7" y="61"/>
                      <a:pt x="11" y="49"/>
                    </a:cubicBezTo>
                    <a:cubicBezTo>
                      <a:pt x="13" y="43"/>
                      <a:pt x="16" y="36"/>
                      <a:pt x="18" y="30"/>
                    </a:cubicBezTo>
                    <a:cubicBezTo>
                      <a:pt x="20" y="22"/>
                      <a:pt x="23" y="14"/>
                      <a:pt x="27" y="8"/>
                    </a:cubicBezTo>
                    <a:cubicBezTo>
                      <a:pt x="31" y="3"/>
                      <a:pt x="37" y="0"/>
                      <a:pt x="42" y="3"/>
                    </a:cubicBezTo>
                    <a:cubicBezTo>
                      <a:pt x="45" y="5"/>
                      <a:pt x="47" y="7"/>
                      <a:pt x="48" y="10"/>
                    </a:cubicBezTo>
                    <a:cubicBezTo>
                      <a:pt x="48" y="13"/>
                      <a:pt x="48" y="17"/>
                      <a:pt x="46" y="20"/>
                    </a:cubicBezTo>
                    <a:cubicBezTo>
                      <a:pt x="45" y="21"/>
                      <a:pt x="44" y="23"/>
                      <a:pt x="43" y="25"/>
                    </a:cubicBezTo>
                    <a:cubicBezTo>
                      <a:pt x="40" y="31"/>
                      <a:pt x="38" y="37"/>
                      <a:pt x="35" y="43"/>
                    </a:cubicBezTo>
                    <a:cubicBezTo>
                      <a:pt x="34" y="48"/>
                      <a:pt x="32" y="54"/>
                      <a:pt x="30" y="59"/>
                    </a:cubicBezTo>
                    <a:cubicBezTo>
                      <a:pt x="28" y="63"/>
                      <a:pt x="27" y="68"/>
                      <a:pt x="26" y="73"/>
                    </a:cubicBezTo>
                    <a:cubicBezTo>
                      <a:pt x="25" y="77"/>
                      <a:pt x="24" y="81"/>
                      <a:pt x="23" y="86"/>
                    </a:cubicBezTo>
                    <a:cubicBezTo>
                      <a:pt x="23" y="90"/>
                      <a:pt x="22" y="95"/>
                      <a:pt x="21" y="101"/>
                    </a:cubicBezTo>
                    <a:cubicBezTo>
                      <a:pt x="21" y="103"/>
                      <a:pt x="21" y="105"/>
                      <a:pt x="21" y="108"/>
                    </a:cubicBezTo>
                    <a:cubicBezTo>
                      <a:pt x="22" y="109"/>
                      <a:pt x="22" y="109"/>
                      <a:pt x="22" y="111"/>
                    </a:cubicBezTo>
                    <a:cubicBezTo>
                      <a:pt x="23" y="112"/>
                      <a:pt x="23" y="112"/>
                      <a:pt x="23" y="114"/>
                    </a:cubicBezTo>
                    <a:lnTo>
                      <a:pt x="23" y="115"/>
                    </a:ln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6"/>
                      <a:pt x="24" y="116"/>
                      <a:pt x="25" y="116"/>
                    </a:cubicBezTo>
                    <a:cubicBezTo>
                      <a:pt x="25" y="117"/>
                      <a:pt x="26" y="117"/>
                      <a:pt x="26" y="118"/>
                    </a:cubicBezTo>
                    <a:lnTo>
                      <a:pt x="27" y="118"/>
                    </a:lnTo>
                    <a:lnTo>
                      <a:pt x="28" y="119"/>
                    </a:lnTo>
                    <a:cubicBezTo>
                      <a:pt x="29" y="119"/>
                      <a:pt x="29" y="119"/>
                      <a:pt x="30" y="119"/>
                    </a:cubicBezTo>
                    <a:lnTo>
                      <a:pt x="31" y="119"/>
                    </a:lnTo>
                    <a:cubicBezTo>
                      <a:pt x="33" y="119"/>
                      <a:pt x="34" y="119"/>
                      <a:pt x="35" y="119"/>
                    </a:cubicBezTo>
                    <a:lnTo>
                      <a:pt x="34" y="119"/>
                    </a:lnTo>
                    <a:cubicBezTo>
                      <a:pt x="35" y="119"/>
                      <a:pt x="36" y="119"/>
                      <a:pt x="37" y="119"/>
                    </a:cubicBezTo>
                    <a:cubicBezTo>
                      <a:pt x="39" y="118"/>
                      <a:pt x="41" y="118"/>
                      <a:pt x="42" y="117"/>
                    </a:cubicBezTo>
                    <a:cubicBezTo>
                      <a:pt x="44" y="116"/>
                      <a:pt x="46" y="115"/>
                      <a:pt x="48" y="115"/>
                    </a:cubicBezTo>
                    <a:cubicBezTo>
                      <a:pt x="51" y="113"/>
                      <a:pt x="54" y="111"/>
                      <a:pt x="56" y="109"/>
                    </a:cubicBezTo>
                    <a:cubicBezTo>
                      <a:pt x="61" y="107"/>
                      <a:pt x="64" y="103"/>
                      <a:pt x="68" y="100"/>
                    </a:cubicBezTo>
                    <a:cubicBezTo>
                      <a:pt x="73" y="95"/>
                      <a:pt x="79" y="89"/>
                      <a:pt x="84" y="83"/>
                    </a:cubicBezTo>
                    <a:cubicBezTo>
                      <a:pt x="83" y="83"/>
                      <a:pt x="83" y="84"/>
                      <a:pt x="83" y="84"/>
                    </a:cubicBezTo>
                    <a:cubicBezTo>
                      <a:pt x="89" y="77"/>
                      <a:pt x="95" y="69"/>
                      <a:pt x="100" y="61"/>
                    </a:cubicBezTo>
                    <a:cubicBezTo>
                      <a:pt x="101" y="58"/>
                      <a:pt x="103" y="54"/>
                      <a:pt x="105" y="51"/>
                    </a:cubicBezTo>
                    <a:cubicBezTo>
                      <a:pt x="106" y="48"/>
                      <a:pt x="108" y="45"/>
                      <a:pt x="109" y="42"/>
                    </a:cubicBezTo>
                    <a:cubicBezTo>
                      <a:pt x="111" y="39"/>
                      <a:pt x="113" y="37"/>
                      <a:pt x="116" y="35"/>
                    </a:cubicBezTo>
                    <a:cubicBezTo>
                      <a:pt x="123" y="31"/>
                      <a:pt x="133" y="38"/>
                      <a:pt x="131" y="47"/>
                    </a:cubicBezTo>
                    <a:cubicBezTo>
                      <a:pt x="130" y="49"/>
                      <a:pt x="129" y="52"/>
                      <a:pt x="128" y="55"/>
                    </a:cubicBezTo>
                    <a:cubicBezTo>
                      <a:pt x="126" y="58"/>
                      <a:pt x="125" y="61"/>
                      <a:pt x="123" y="64"/>
                    </a:cubicBezTo>
                    <a:cubicBezTo>
                      <a:pt x="122" y="66"/>
                      <a:pt x="120" y="67"/>
                      <a:pt x="119" y="69"/>
                    </a:cubicBezTo>
                    <a:cubicBezTo>
                      <a:pt x="113" y="84"/>
                      <a:pt x="108" y="100"/>
                      <a:pt x="103" y="115"/>
                    </a:cubicBezTo>
                    <a:cubicBezTo>
                      <a:pt x="100" y="126"/>
                      <a:pt x="97" y="137"/>
                      <a:pt x="94" y="148"/>
                    </a:cubicBezTo>
                    <a:cubicBezTo>
                      <a:pt x="90" y="161"/>
                      <a:pt x="87" y="173"/>
                      <a:pt x="84" y="186"/>
                    </a:cubicBezTo>
                    <a:cubicBezTo>
                      <a:pt x="82" y="191"/>
                      <a:pt x="78" y="194"/>
                      <a:pt x="73" y="194"/>
                    </a:cubicBezTo>
                    <a:cubicBezTo>
                      <a:pt x="72" y="194"/>
                      <a:pt x="71" y="194"/>
                      <a:pt x="70" y="1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9" name="Google Shape;1409;p16"/>
              <p:cNvSpPr/>
              <p:nvPr/>
            </p:nvSpPr>
            <p:spPr>
              <a:xfrm>
                <a:off x="2889000" y="784800"/>
                <a:ext cx="61200" cy="12564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349" extrusionOk="0">
                    <a:moveTo>
                      <a:pt x="43" y="327"/>
                    </a:moveTo>
                    <a:lnTo>
                      <a:pt x="44" y="327"/>
                    </a:lnTo>
                    <a:cubicBezTo>
                      <a:pt x="45" y="327"/>
                      <a:pt x="45" y="327"/>
                      <a:pt x="45" y="327"/>
                    </a:cubicBezTo>
                    <a:cubicBezTo>
                      <a:pt x="45" y="326"/>
                      <a:pt x="45" y="326"/>
                      <a:pt x="45" y="326"/>
                    </a:cubicBezTo>
                    <a:cubicBezTo>
                      <a:pt x="45" y="326"/>
                      <a:pt x="46" y="325"/>
                      <a:pt x="46" y="324"/>
                    </a:cubicBezTo>
                    <a:cubicBezTo>
                      <a:pt x="47" y="323"/>
                      <a:pt x="48" y="322"/>
                      <a:pt x="48" y="321"/>
                    </a:cubicBezTo>
                    <a:cubicBezTo>
                      <a:pt x="49" y="317"/>
                      <a:pt x="51" y="313"/>
                      <a:pt x="52" y="309"/>
                    </a:cubicBezTo>
                    <a:cubicBezTo>
                      <a:pt x="59" y="285"/>
                      <a:pt x="66" y="261"/>
                      <a:pt x="72" y="236"/>
                    </a:cubicBezTo>
                    <a:cubicBezTo>
                      <a:pt x="77" y="214"/>
                      <a:pt x="83" y="193"/>
                      <a:pt x="90" y="171"/>
                    </a:cubicBezTo>
                    <a:cubicBezTo>
                      <a:pt x="92" y="160"/>
                      <a:pt x="95" y="150"/>
                      <a:pt x="98" y="140"/>
                    </a:cubicBezTo>
                    <a:cubicBezTo>
                      <a:pt x="98" y="139"/>
                      <a:pt x="99" y="138"/>
                      <a:pt x="99" y="137"/>
                    </a:cubicBezTo>
                    <a:cubicBezTo>
                      <a:pt x="93" y="144"/>
                      <a:pt x="87" y="152"/>
                      <a:pt x="80" y="160"/>
                    </a:cubicBezTo>
                    <a:cubicBezTo>
                      <a:pt x="67" y="176"/>
                      <a:pt x="54" y="192"/>
                      <a:pt x="42" y="210"/>
                    </a:cubicBezTo>
                    <a:cubicBezTo>
                      <a:pt x="39" y="215"/>
                      <a:pt x="36" y="220"/>
                      <a:pt x="34" y="225"/>
                    </a:cubicBezTo>
                    <a:cubicBezTo>
                      <a:pt x="31" y="230"/>
                      <a:pt x="30" y="236"/>
                      <a:pt x="28" y="241"/>
                    </a:cubicBezTo>
                    <a:cubicBezTo>
                      <a:pt x="26" y="247"/>
                      <a:pt x="24" y="252"/>
                      <a:pt x="24" y="257"/>
                    </a:cubicBezTo>
                    <a:cubicBezTo>
                      <a:pt x="23" y="262"/>
                      <a:pt x="23" y="266"/>
                      <a:pt x="22" y="270"/>
                    </a:cubicBezTo>
                    <a:cubicBezTo>
                      <a:pt x="22" y="275"/>
                      <a:pt x="22" y="280"/>
                      <a:pt x="23" y="284"/>
                    </a:cubicBezTo>
                    <a:cubicBezTo>
                      <a:pt x="23" y="288"/>
                      <a:pt x="24" y="291"/>
                      <a:pt x="24" y="295"/>
                    </a:cubicBezTo>
                    <a:cubicBezTo>
                      <a:pt x="25" y="299"/>
                      <a:pt x="26" y="302"/>
                      <a:pt x="27" y="305"/>
                    </a:cubicBezTo>
                    <a:cubicBezTo>
                      <a:pt x="28" y="308"/>
                      <a:pt x="30" y="310"/>
                      <a:pt x="31" y="313"/>
                    </a:cubicBezTo>
                    <a:cubicBezTo>
                      <a:pt x="32" y="315"/>
                      <a:pt x="33" y="317"/>
                      <a:pt x="34" y="319"/>
                    </a:cubicBezTo>
                    <a:cubicBezTo>
                      <a:pt x="35" y="320"/>
                      <a:pt x="36" y="322"/>
                      <a:pt x="37" y="323"/>
                    </a:cubicBezTo>
                    <a:cubicBezTo>
                      <a:pt x="38" y="323"/>
                      <a:pt x="38" y="324"/>
                      <a:pt x="39" y="324"/>
                    </a:cubicBezTo>
                    <a:cubicBezTo>
                      <a:pt x="39" y="325"/>
                      <a:pt x="40" y="325"/>
                      <a:pt x="41" y="326"/>
                    </a:cubicBezTo>
                    <a:lnTo>
                      <a:pt x="42" y="326"/>
                    </a:lnTo>
                    <a:cubicBezTo>
                      <a:pt x="42" y="327"/>
                      <a:pt x="43" y="327"/>
                      <a:pt x="43" y="327"/>
                    </a:cubicBezTo>
                    <a:moveTo>
                      <a:pt x="25" y="341"/>
                    </a:moveTo>
                    <a:cubicBezTo>
                      <a:pt x="20" y="337"/>
                      <a:pt x="16" y="331"/>
                      <a:pt x="13" y="324"/>
                    </a:cubicBezTo>
                    <a:cubicBezTo>
                      <a:pt x="5" y="312"/>
                      <a:pt x="2" y="296"/>
                      <a:pt x="2" y="281"/>
                    </a:cubicBezTo>
                    <a:cubicBezTo>
                      <a:pt x="0" y="250"/>
                      <a:pt x="11" y="219"/>
                      <a:pt x="30" y="194"/>
                    </a:cubicBezTo>
                    <a:cubicBezTo>
                      <a:pt x="36" y="184"/>
                      <a:pt x="43" y="175"/>
                      <a:pt x="51" y="166"/>
                    </a:cubicBezTo>
                    <a:cubicBezTo>
                      <a:pt x="56" y="160"/>
                      <a:pt x="60" y="154"/>
                      <a:pt x="65" y="148"/>
                    </a:cubicBezTo>
                    <a:cubicBezTo>
                      <a:pt x="67" y="145"/>
                      <a:pt x="70" y="143"/>
                      <a:pt x="72" y="140"/>
                    </a:cubicBezTo>
                    <a:cubicBezTo>
                      <a:pt x="68" y="141"/>
                      <a:pt x="63" y="143"/>
                      <a:pt x="58" y="143"/>
                    </a:cubicBezTo>
                    <a:cubicBezTo>
                      <a:pt x="55" y="143"/>
                      <a:pt x="52" y="143"/>
                      <a:pt x="49" y="141"/>
                    </a:cubicBezTo>
                    <a:cubicBezTo>
                      <a:pt x="46" y="141"/>
                      <a:pt x="44" y="139"/>
                      <a:pt x="42" y="137"/>
                    </a:cubicBezTo>
                    <a:cubicBezTo>
                      <a:pt x="40" y="135"/>
                      <a:pt x="38" y="133"/>
                      <a:pt x="37" y="130"/>
                    </a:cubicBezTo>
                    <a:cubicBezTo>
                      <a:pt x="35" y="127"/>
                      <a:pt x="35" y="123"/>
                      <a:pt x="34" y="120"/>
                    </a:cubicBezTo>
                    <a:cubicBezTo>
                      <a:pt x="34" y="115"/>
                      <a:pt x="34" y="111"/>
                      <a:pt x="35" y="107"/>
                    </a:cubicBezTo>
                    <a:cubicBezTo>
                      <a:pt x="35" y="104"/>
                      <a:pt x="35" y="101"/>
                      <a:pt x="36" y="98"/>
                    </a:cubicBezTo>
                    <a:cubicBezTo>
                      <a:pt x="36" y="92"/>
                      <a:pt x="38" y="86"/>
                      <a:pt x="39" y="80"/>
                    </a:cubicBezTo>
                    <a:cubicBezTo>
                      <a:pt x="41" y="70"/>
                      <a:pt x="44" y="60"/>
                      <a:pt x="48" y="50"/>
                    </a:cubicBezTo>
                    <a:cubicBezTo>
                      <a:pt x="50" y="43"/>
                      <a:pt x="53" y="37"/>
                      <a:pt x="56" y="30"/>
                    </a:cubicBezTo>
                    <a:cubicBezTo>
                      <a:pt x="59" y="23"/>
                      <a:pt x="63" y="17"/>
                      <a:pt x="68" y="12"/>
                    </a:cubicBezTo>
                    <a:cubicBezTo>
                      <a:pt x="73" y="6"/>
                      <a:pt x="80" y="2"/>
                      <a:pt x="87" y="1"/>
                    </a:cubicBezTo>
                    <a:cubicBezTo>
                      <a:pt x="93" y="0"/>
                      <a:pt x="98" y="4"/>
                      <a:pt x="99" y="10"/>
                    </a:cubicBezTo>
                    <a:cubicBezTo>
                      <a:pt x="101" y="17"/>
                      <a:pt x="95" y="23"/>
                      <a:pt x="89" y="23"/>
                    </a:cubicBezTo>
                    <a:cubicBezTo>
                      <a:pt x="88" y="23"/>
                      <a:pt x="88" y="23"/>
                      <a:pt x="88" y="23"/>
                    </a:cubicBezTo>
                    <a:cubicBezTo>
                      <a:pt x="87" y="24"/>
                      <a:pt x="87" y="24"/>
                      <a:pt x="86" y="24"/>
                    </a:cubicBezTo>
                    <a:cubicBezTo>
                      <a:pt x="87" y="24"/>
                      <a:pt x="87" y="24"/>
                      <a:pt x="87" y="24"/>
                    </a:cubicBezTo>
                    <a:cubicBezTo>
                      <a:pt x="87" y="24"/>
                      <a:pt x="86" y="25"/>
                      <a:pt x="85" y="25"/>
                    </a:cubicBezTo>
                    <a:cubicBezTo>
                      <a:pt x="85" y="26"/>
                      <a:pt x="84" y="27"/>
                      <a:pt x="83" y="27"/>
                    </a:cubicBezTo>
                    <a:cubicBezTo>
                      <a:pt x="82" y="30"/>
                      <a:pt x="80" y="31"/>
                      <a:pt x="79" y="33"/>
                    </a:cubicBezTo>
                    <a:cubicBezTo>
                      <a:pt x="77" y="37"/>
                      <a:pt x="74" y="42"/>
                      <a:pt x="72" y="46"/>
                    </a:cubicBezTo>
                    <a:cubicBezTo>
                      <a:pt x="72" y="47"/>
                      <a:pt x="72" y="47"/>
                      <a:pt x="71" y="47"/>
                    </a:cubicBezTo>
                    <a:lnTo>
                      <a:pt x="72" y="47"/>
                    </a:lnTo>
                    <a:cubicBezTo>
                      <a:pt x="69" y="53"/>
                      <a:pt x="67" y="59"/>
                      <a:pt x="64" y="66"/>
                    </a:cubicBezTo>
                    <a:cubicBezTo>
                      <a:pt x="63" y="70"/>
                      <a:pt x="62" y="76"/>
                      <a:pt x="60" y="80"/>
                    </a:cubicBezTo>
                    <a:cubicBezTo>
                      <a:pt x="60" y="84"/>
                      <a:pt x="59" y="87"/>
                      <a:pt x="58" y="90"/>
                    </a:cubicBezTo>
                    <a:cubicBezTo>
                      <a:pt x="57" y="98"/>
                      <a:pt x="56" y="106"/>
                      <a:pt x="56" y="114"/>
                    </a:cubicBezTo>
                    <a:cubicBezTo>
                      <a:pt x="56" y="115"/>
                      <a:pt x="56" y="116"/>
                      <a:pt x="56" y="117"/>
                    </a:cubicBezTo>
                    <a:cubicBezTo>
                      <a:pt x="56" y="118"/>
                      <a:pt x="56" y="119"/>
                      <a:pt x="56" y="120"/>
                    </a:cubicBezTo>
                    <a:lnTo>
                      <a:pt x="56" y="121"/>
                    </a:lnTo>
                    <a:cubicBezTo>
                      <a:pt x="57" y="121"/>
                      <a:pt x="57" y="121"/>
                      <a:pt x="57" y="122"/>
                    </a:cubicBezTo>
                    <a:cubicBezTo>
                      <a:pt x="58" y="122"/>
                      <a:pt x="59" y="122"/>
                      <a:pt x="59" y="122"/>
                    </a:cubicBezTo>
                    <a:lnTo>
                      <a:pt x="60" y="122"/>
                    </a:lnTo>
                    <a:cubicBezTo>
                      <a:pt x="60" y="121"/>
                      <a:pt x="61" y="121"/>
                      <a:pt x="62" y="121"/>
                    </a:cubicBezTo>
                    <a:cubicBezTo>
                      <a:pt x="62" y="121"/>
                      <a:pt x="63" y="120"/>
                      <a:pt x="64" y="120"/>
                    </a:cubicBezTo>
                    <a:cubicBezTo>
                      <a:pt x="66" y="119"/>
                      <a:pt x="68" y="118"/>
                      <a:pt x="70" y="116"/>
                    </a:cubicBezTo>
                    <a:cubicBezTo>
                      <a:pt x="74" y="113"/>
                      <a:pt x="78" y="109"/>
                      <a:pt x="83" y="105"/>
                    </a:cubicBezTo>
                    <a:cubicBezTo>
                      <a:pt x="94" y="95"/>
                      <a:pt x="104" y="83"/>
                      <a:pt x="113" y="72"/>
                    </a:cubicBezTo>
                    <a:cubicBezTo>
                      <a:pt x="120" y="64"/>
                      <a:pt x="126" y="56"/>
                      <a:pt x="132" y="48"/>
                    </a:cubicBezTo>
                    <a:cubicBezTo>
                      <a:pt x="134" y="45"/>
                      <a:pt x="136" y="41"/>
                      <a:pt x="137" y="38"/>
                    </a:cubicBezTo>
                    <a:cubicBezTo>
                      <a:pt x="139" y="34"/>
                      <a:pt x="141" y="31"/>
                      <a:pt x="143" y="27"/>
                    </a:cubicBezTo>
                    <a:cubicBezTo>
                      <a:pt x="145" y="24"/>
                      <a:pt x="147" y="22"/>
                      <a:pt x="150" y="18"/>
                    </a:cubicBezTo>
                    <a:cubicBezTo>
                      <a:pt x="153" y="14"/>
                      <a:pt x="159" y="13"/>
                      <a:pt x="164" y="16"/>
                    </a:cubicBezTo>
                    <a:cubicBezTo>
                      <a:pt x="167" y="18"/>
                      <a:pt x="169" y="22"/>
                      <a:pt x="169" y="25"/>
                    </a:cubicBezTo>
                    <a:cubicBezTo>
                      <a:pt x="169" y="29"/>
                      <a:pt x="167" y="32"/>
                      <a:pt x="165" y="35"/>
                    </a:cubicBezTo>
                    <a:lnTo>
                      <a:pt x="166" y="34"/>
                    </a:lnTo>
                    <a:cubicBezTo>
                      <a:pt x="161" y="42"/>
                      <a:pt x="156" y="49"/>
                      <a:pt x="151" y="56"/>
                    </a:cubicBezTo>
                    <a:cubicBezTo>
                      <a:pt x="150" y="58"/>
                      <a:pt x="149" y="59"/>
                      <a:pt x="148" y="61"/>
                    </a:cubicBezTo>
                    <a:lnTo>
                      <a:pt x="148" y="60"/>
                    </a:lnTo>
                    <a:cubicBezTo>
                      <a:pt x="143" y="73"/>
                      <a:pt x="137" y="87"/>
                      <a:pt x="131" y="101"/>
                    </a:cubicBezTo>
                    <a:cubicBezTo>
                      <a:pt x="130" y="106"/>
                      <a:pt x="128" y="111"/>
                      <a:pt x="126" y="116"/>
                    </a:cubicBezTo>
                    <a:cubicBezTo>
                      <a:pt x="124" y="122"/>
                      <a:pt x="123" y="127"/>
                      <a:pt x="121" y="133"/>
                    </a:cubicBezTo>
                    <a:cubicBezTo>
                      <a:pt x="117" y="144"/>
                      <a:pt x="114" y="155"/>
                      <a:pt x="110" y="167"/>
                    </a:cubicBezTo>
                    <a:cubicBezTo>
                      <a:pt x="107" y="178"/>
                      <a:pt x="104" y="189"/>
                      <a:pt x="101" y="200"/>
                    </a:cubicBezTo>
                    <a:cubicBezTo>
                      <a:pt x="95" y="222"/>
                      <a:pt x="90" y="244"/>
                      <a:pt x="84" y="266"/>
                    </a:cubicBezTo>
                    <a:cubicBezTo>
                      <a:pt x="82" y="275"/>
                      <a:pt x="79" y="285"/>
                      <a:pt x="77" y="295"/>
                    </a:cubicBezTo>
                    <a:cubicBezTo>
                      <a:pt x="74" y="305"/>
                      <a:pt x="72" y="315"/>
                      <a:pt x="69" y="324"/>
                    </a:cubicBezTo>
                    <a:cubicBezTo>
                      <a:pt x="67" y="330"/>
                      <a:pt x="64" y="336"/>
                      <a:pt x="60" y="341"/>
                    </a:cubicBezTo>
                    <a:cubicBezTo>
                      <a:pt x="56" y="345"/>
                      <a:pt x="49" y="348"/>
                      <a:pt x="43" y="348"/>
                    </a:cubicBezTo>
                    <a:lnTo>
                      <a:pt x="42" y="348"/>
                    </a:lnTo>
                    <a:cubicBezTo>
                      <a:pt x="36" y="348"/>
                      <a:pt x="30" y="345"/>
                      <a:pt x="25" y="3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0" name="Google Shape;1410;p16"/>
              <p:cNvSpPr/>
              <p:nvPr/>
            </p:nvSpPr>
            <p:spPr>
              <a:xfrm>
                <a:off x="2965320" y="777240"/>
                <a:ext cx="41400" cy="3420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95" extrusionOk="0">
                    <a:moveTo>
                      <a:pt x="39" y="92"/>
                    </a:moveTo>
                    <a:cubicBezTo>
                      <a:pt x="34" y="89"/>
                      <a:pt x="31" y="83"/>
                      <a:pt x="31" y="77"/>
                    </a:cubicBezTo>
                    <a:cubicBezTo>
                      <a:pt x="31" y="72"/>
                      <a:pt x="32" y="66"/>
                      <a:pt x="34" y="61"/>
                    </a:cubicBezTo>
                    <a:cubicBezTo>
                      <a:pt x="35" y="59"/>
                      <a:pt x="35" y="56"/>
                      <a:pt x="35" y="54"/>
                    </a:cubicBezTo>
                    <a:cubicBezTo>
                      <a:pt x="36" y="49"/>
                      <a:pt x="36" y="45"/>
                      <a:pt x="37" y="41"/>
                    </a:cubicBezTo>
                    <a:cubicBezTo>
                      <a:pt x="37" y="39"/>
                      <a:pt x="37" y="37"/>
                      <a:pt x="36" y="34"/>
                    </a:cubicBezTo>
                    <a:cubicBezTo>
                      <a:pt x="35" y="35"/>
                      <a:pt x="34" y="35"/>
                      <a:pt x="33" y="35"/>
                    </a:cubicBezTo>
                    <a:cubicBezTo>
                      <a:pt x="30" y="36"/>
                      <a:pt x="27" y="36"/>
                      <a:pt x="24" y="36"/>
                    </a:cubicBezTo>
                    <a:cubicBezTo>
                      <a:pt x="18" y="36"/>
                      <a:pt x="13" y="35"/>
                      <a:pt x="8" y="32"/>
                    </a:cubicBezTo>
                    <a:cubicBezTo>
                      <a:pt x="3" y="29"/>
                      <a:pt x="0" y="22"/>
                      <a:pt x="2" y="15"/>
                    </a:cubicBezTo>
                    <a:cubicBezTo>
                      <a:pt x="4" y="12"/>
                      <a:pt x="6" y="9"/>
                      <a:pt x="8" y="7"/>
                    </a:cubicBezTo>
                    <a:cubicBezTo>
                      <a:pt x="11" y="5"/>
                      <a:pt x="15" y="3"/>
                      <a:pt x="19" y="2"/>
                    </a:cubicBezTo>
                    <a:cubicBezTo>
                      <a:pt x="25" y="0"/>
                      <a:pt x="33" y="0"/>
                      <a:pt x="40" y="3"/>
                    </a:cubicBezTo>
                    <a:cubicBezTo>
                      <a:pt x="47" y="6"/>
                      <a:pt x="53" y="12"/>
                      <a:pt x="56" y="20"/>
                    </a:cubicBezTo>
                    <a:cubicBezTo>
                      <a:pt x="59" y="28"/>
                      <a:pt x="59" y="37"/>
                      <a:pt x="58" y="45"/>
                    </a:cubicBezTo>
                    <a:cubicBezTo>
                      <a:pt x="58" y="50"/>
                      <a:pt x="57" y="54"/>
                      <a:pt x="56" y="58"/>
                    </a:cubicBezTo>
                    <a:cubicBezTo>
                      <a:pt x="56" y="60"/>
                      <a:pt x="56" y="62"/>
                      <a:pt x="55" y="65"/>
                    </a:cubicBezTo>
                    <a:cubicBezTo>
                      <a:pt x="55" y="67"/>
                      <a:pt x="54" y="70"/>
                      <a:pt x="53" y="72"/>
                    </a:cubicBezTo>
                    <a:cubicBezTo>
                      <a:pt x="54" y="72"/>
                      <a:pt x="55" y="72"/>
                      <a:pt x="56" y="72"/>
                    </a:cubicBezTo>
                    <a:lnTo>
                      <a:pt x="55" y="72"/>
                    </a:lnTo>
                    <a:cubicBezTo>
                      <a:pt x="59" y="71"/>
                      <a:pt x="62" y="70"/>
                      <a:pt x="65" y="69"/>
                    </a:cubicBezTo>
                    <a:cubicBezTo>
                      <a:pt x="77" y="65"/>
                      <a:pt x="87" y="59"/>
                      <a:pt x="98" y="54"/>
                    </a:cubicBezTo>
                    <a:cubicBezTo>
                      <a:pt x="103" y="52"/>
                      <a:pt x="110" y="55"/>
                      <a:pt x="112" y="59"/>
                    </a:cubicBezTo>
                    <a:cubicBezTo>
                      <a:pt x="114" y="65"/>
                      <a:pt x="112" y="70"/>
                      <a:pt x="106" y="73"/>
                    </a:cubicBezTo>
                    <a:cubicBezTo>
                      <a:pt x="101" y="76"/>
                      <a:pt x="95" y="79"/>
                      <a:pt x="89" y="82"/>
                    </a:cubicBezTo>
                    <a:cubicBezTo>
                      <a:pt x="87" y="83"/>
                      <a:pt x="84" y="84"/>
                      <a:pt x="81" y="86"/>
                    </a:cubicBezTo>
                    <a:cubicBezTo>
                      <a:pt x="77" y="87"/>
                      <a:pt x="74" y="89"/>
                      <a:pt x="70" y="90"/>
                    </a:cubicBezTo>
                    <a:cubicBezTo>
                      <a:pt x="66" y="91"/>
                      <a:pt x="62" y="93"/>
                      <a:pt x="58" y="94"/>
                    </a:cubicBezTo>
                    <a:cubicBezTo>
                      <a:pt x="56" y="94"/>
                      <a:pt x="53" y="94"/>
                      <a:pt x="50" y="94"/>
                    </a:cubicBezTo>
                    <a:cubicBezTo>
                      <a:pt x="46" y="94"/>
                      <a:pt x="43" y="94"/>
                      <a:pt x="39" y="9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11" name="Google Shape;1411;p16"/>
            <p:cNvGrpSpPr/>
            <p:nvPr/>
          </p:nvGrpSpPr>
          <p:grpSpPr>
            <a:xfrm>
              <a:off x="8544529" y="-548249"/>
              <a:ext cx="3792570" cy="2175481"/>
              <a:chOff x="-1039340" y="3405957"/>
              <a:chExt cx="1762920" cy="1011240"/>
            </a:xfrm>
          </p:grpSpPr>
          <p:sp>
            <p:nvSpPr>
              <p:cNvPr id="1412" name="Google Shape;1412;p16"/>
              <p:cNvSpPr/>
              <p:nvPr/>
            </p:nvSpPr>
            <p:spPr>
              <a:xfrm>
                <a:off x="180340" y="3999597"/>
                <a:ext cx="51840" cy="84240"/>
              </a:xfrm>
              <a:custGeom>
                <a:avLst/>
                <a:gdLst/>
                <a:ahLst/>
                <a:cxnLst/>
                <a:rect l="l" t="t" r="r" b="b"/>
                <a:pathLst>
                  <a:path w="144" h="234" extrusionOk="0">
                    <a:moveTo>
                      <a:pt x="16" y="232"/>
                    </a:moveTo>
                    <a:cubicBezTo>
                      <a:pt x="8" y="229"/>
                      <a:pt x="3" y="221"/>
                      <a:pt x="1" y="213"/>
                    </a:cubicBezTo>
                    <a:cubicBezTo>
                      <a:pt x="0" y="209"/>
                      <a:pt x="1" y="205"/>
                      <a:pt x="2" y="201"/>
                    </a:cubicBezTo>
                    <a:cubicBezTo>
                      <a:pt x="4" y="195"/>
                      <a:pt x="5" y="191"/>
                      <a:pt x="8" y="186"/>
                    </a:cubicBezTo>
                    <a:cubicBezTo>
                      <a:pt x="10" y="180"/>
                      <a:pt x="13" y="175"/>
                      <a:pt x="16" y="169"/>
                    </a:cubicBezTo>
                    <a:cubicBezTo>
                      <a:pt x="19" y="165"/>
                      <a:pt x="24" y="162"/>
                      <a:pt x="30" y="165"/>
                    </a:cubicBezTo>
                    <a:cubicBezTo>
                      <a:pt x="35" y="167"/>
                      <a:pt x="37" y="173"/>
                      <a:pt x="34" y="178"/>
                    </a:cubicBezTo>
                    <a:cubicBezTo>
                      <a:pt x="31" y="184"/>
                      <a:pt x="28" y="191"/>
                      <a:pt x="26" y="197"/>
                    </a:cubicBezTo>
                    <a:cubicBezTo>
                      <a:pt x="24" y="200"/>
                      <a:pt x="23" y="202"/>
                      <a:pt x="23" y="205"/>
                    </a:cubicBezTo>
                    <a:cubicBezTo>
                      <a:pt x="23" y="206"/>
                      <a:pt x="23" y="207"/>
                      <a:pt x="22" y="208"/>
                    </a:cubicBezTo>
                    <a:lnTo>
                      <a:pt x="22" y="209"/>
                    </a:lnTo>
                    <a:cubicBezTo>
                      <a:pt x="23" y="209"/>
                      <a:pt x="23" y="210"/>
                      <a:pt x="23" y="210"/>
                    </a:cubicBezTo>
                    <a:lnTo>
                      <a:pt x="23" y="211"/>
                    </a:lnTo>
                    <a:lnTo>
                      <a:pt x="24" y="211"/>
                    </a:lnTo>
                    <a:cubicBezTo>
                      <a:pt x="25" y="210"/>
                      <a:pt x="26" y="210"/>
                      <a:pt x="27" y="210"/>
                    </a:cubicBezTo>
                    <a:cubicBezTo>
                      <a:pt x="29" y="209"/>
                      <a:pt x="30" y="209"/>
                      <a:pt x="31" y="209"/>
                    </a:cubicBezTo>
                    <a:cubicBezTo>
                      <a:pt x="33" y="208"/>
                      <a:pt x="35" y="208"/>
                      <a:pt x="37" y="207"/>
                    </a:cubicBezTo>
                    <a:cubicBezTo>
                      <a:pt x="40" y="206"/>
                      <a:pt x="43" y="204"/>
                      <a:pt x="46" y="202"/>
                    </a:cubicBezTo>
                    <a:cubicBezTo>
                      <a:pt x="48" y="201"/>
                      <a:pt x="51" y="199"/>
                      <a:pt x="54" y="197"/>
                    </a:cubicBezTo>
                    <a:cubicBezTo>
                      <a:pt x="57" y="195"/>
                      <a:pt x="58" y="193"/>
                      <a:pt x="60" y="191"/>
                    </a:cubicBezTo>
                    <a:cubicBezTo>
                      <a:pt x="62" y="190"/>
                      <a:pt x="63" y="188"/>
                      <a:pt x="64" y="187"/>
                    </a:cubicBezTo>
                    <a:cubicBezTo>
                      <a:pt x="66" y="184"/>
                      <a:pt x="68" y="181"/>
                      <a:pt x="70" y="178"/>
                    </a:cubicBezTo>
                    <a:cubicBezTo>
                      <a:pt x="72" y="173"/>
                      <a:pt x="74" y="169"/>
                      <a:pt x="76" y="164"/>
                    </a:cubicBezTo>
                    <a:cubicBezTo>
                      <a:pt x="78" y="159"/>
                      <a:pt x="80" y="155"/>
                      <a:pt x="82" y="149"/>
                    </a:cubicBezTo>
                    <a:cubicBezTo>
                      <a:pt x="83" y="144"/>
                      <a:pt x="85" y="138"/>
                      <a:pt x="87" y="131"/>
                    </a:cubicBezTo>
                    <a:cubicBezTo>
                      <a:pt x="90" y="121"/>
                      <a:pt x="93" y="110"/>
                      <a:pt x="97" y="100"/>
                    </a:cubicBezTo>
                    <a:cubicBezTo>
                      <a:pt x="97" y="97"/>
                      <a:pt x="98" y="93"/>
                      <a:pt x="99" y="91"/>
                    </a:cubicBezTo>
                    <a:cubicBezTo>
                      <a:pt x="98" y="93"/>
                      <a:pt x="96" y="95"/>
                      <a:pt x="94" y="98"/>
                    </a:cubicBezTo>
                    <a:cubicBezTo>
                      <a:pt x="89" y="105"/>
                      <a:pt x="83" y="112"/>
                      <a:pt x="78" y="120"/>
                    </a:cubicBezTo>
                    <a:cubicBezTo>
                      <a:pt x="78" y="120"/>
                      <a:pt x="79" y="119"/>
                      <a:pt x="79" y="118"/>
                    </a:cubicBezTo>
                    <a:cubicBezTo>
                      <a:pt x="75" y="124"/>
                      <a:pt x="69" y="130"/>
                      <a:pt x="65" y="135"/>
                    </a:cubicBezTo>
                    <a:cubicBezTo>
                      <a:pt x="59" y="141"/>
                      <a:pt x="54" y="146"/>
                      <a:pt x="47" y="151"/>
                    </a:cubicBezTo>
                    <a:cubicBezTo>
                      <a:pt x="42" y="155"/>
                      <a:pt x="36" y="158"/>
                      <a:pt x="29" y="159"/>
                    </a:cubicBezTo>
                    <a:cubicBezTo>
                      <a:pt x="26" y="159"/>
                      <a:pt x="23" y="159"/>
                      <a:pt x="20" y="159"/>
                    </a:cubicBezTo>
                    <a:cubicBezTo>
                      <a:pt x="17" y="158"/>
                      <a:pt x="13" y="156"/>
                      <a:pt x="10" y="153"/>
                    </a:cubicBezTo>
                    <a:cubicBezTo>
                      <a:pt x="6" y="149"/>
                      <a:pt x="5" y="143"/>
                      <a:pt x="4" y="138"/>
                    </a:cubicBezTo>
                    <a:cubicBezTo>
                      <a:pt x="4" y="132"/>
                      <a:pt x="4" y="128"/>
                      <a:pt x="4" y="123"/>
                    </a:cubicBezTo>
                    <a:cubicBezTo>
                      <a:pt x="5" y="117"/>
                      <a:pt x="5" y="111"/>
                      <a:pt x="6" y="106"/>
                    </a:cubicBezTo>
                    <a:cubicBezTo>
                      <a:pt x="7" y="100"/>
                      <a:pt x="8" y="94"/>
                      <a:pt x="9" y="88"/>
                    </a:cubicBezTo>
                    <a:cubicBezTo>
                      <a:pt x="10" y="82"/>
                      <a:pt x="12" y="77"/>
                      <a:pt x="13" y="71"/>
                    </a:cubicBezTo>
                    <a:cubicBezTo>
                      <a:pt x="15" y="60"/>
                      <a:pt x="19" y="49"/>
                      <a:pt x="22" y="37"/>
                    </a:cubicBezTo>
                    <a:cubicBezTo>
                      <a:pt x="25" y="28"/>
                      <a:pt x="28" y="18"/>
                      <a:pt x="31" y="8"/>
                    </a:cubicBezTo>
                    <a:cubicBezTo>
                      <a:pt x="33" y="3"/>
                      <a:pt x="39" y="0"/>
                      <a:pt x="45" y="1"/>
                    </a:cubicBezTo>
                    <a:cubicBezTo>
                      <a:pt x="51" y="3"/>
                      <a:pt x="54" y="10"/>
                      <a:pt x="52" y="15"/>
                    </a:cubicBezTo>
                    <a:cubicBezTo>
                      <a:pt x="49" y="25"/>
                      <a:pt x="45" y="34"/>
                      <a:pt x="43" y="44"/>
                    </a:cubicBezTo>
                    <a:cubicBezTo>
                      <a:pt x="41" y="49"/>
                      <a:pt x="39" y="55"/>
                      <a:pt x="37" y="60"/>
                    </a:cubicBezTo>
                    <a:cubicBezTo>
                      <a:pt x="36" y="65"/>
                      <a:pt x="34" y="70"/>
                      <a:pt x="33" y="75"/>
                    </a:cubicBezTo>
                    <a:cubicBezTo>
                      <a:pt x="32" y="81"/>
                      <a:pt x="30" y="86"/>
                      <a:pt x="29" y="92"/>
                    </a:cubicBezTo>
                    <a:cubicBezTo>
                      <a:pt x="28" y="99"/>
                      <a:pt x="27" y="105"/>
                      <a:pt x="26" y="111"/>
                    </a:cubicBezTo>
                    <a:cubicBezTo>
                      <a:pt x="26" y="118"/>
                      <a:pt x="25" y="125"/>
                      <a:pt x="25" y="132"/>
                    </a:cubicBezTo>
                    <a:cubicBezTo>
                      <a:pt x="25" y="134"/>
                      <a:pt x="25" y="135"/>
                      <a:pt x="26" y="137"/>
                    </a:cubicBezTo>
                    <a:lnTo>
                      <a:pt x="26" y="138"/>
                    </a:lnTo>
                    <a:lnTo>
                      <a:pt x="27" y="138"/>
                    </a:lnTo>
                    <a:cubicBezTo>
                      <a:pt x="27" y="138"/>
                      <a:pt x="27" y="137"/>
                      <a:pt x="28" y="137"/>
                    </a:cubicBezTo>
                    <a:cubicBezTo>
                      <a:pt x="29" y="137"/>
                      <a:pt x="30" y="137"/>
                      <a:pt x="31" y="137"/>
                    </a:cubicBezTo>
                    <a:cubicBezTo>
                      <a:pt x="31" y="136"/>
                      <a:pt x="32" y="135"/>
                      <a:pt x="33" y="135"/>
                    </a:cubicBezTo>
                    <a:cubicBezTo>
                      <a:pt x="35" y="134"/>
                      <a:pt x="37" y="132"/>
                      <a:pt x="40" y="130"/>
                    </a:cubicBezTo>
                    <a:cubicBezTo>
                      <a:pt x="39" y="131"/>
                      <a:pt x="39" y="131"/>
                      <a:pt x="38" y="131"/>
                    </a:cubicBezTo>
                    <a:cubicBezTo>
                      <a:pt x="43" y="128"/>
                      <a:pt x="47" y="124"/>
                      <a:pt x="51" y="120"/>
                    </a:cubicBezTo>
                    <a:cubicBezTo>
                      <a:pt x="59" y="110"/>
                      <a:pt x="67" y="100"/>
                      <a:pt x="75" y="91"/>
                    </a:cubicBezTo>
                    <a:cubicBezTo>
                      <a:pt x="87" y="74"/>
                      <a:pt x="99" y="56"/>
                      <a:pt x="109" y="38"/>
                    </a:cubicBezTo>
                    <a:cubicBezTo>
                      <a:pt x="111" y="36"/>
                      <a:pt x="112" y="33"/>
                      <a:pt x="114" y="31"/>
                    </a:cubicBezTo>
                    <a:cubicBezTo>
                      <a:pt x="113" y="31"/>
                      <a:pt x="113" y="31"/>
                      <a:pt x="112" y="32"/>
                    </a:cubicBezTo>
                    <a:cubicBezTo>
                      <a:pt x="113" y="31"/>
                      <a:pt x="113" y="31"/>
                      <a:pt x="113" y="31"/>
                    </a:cubicBezTo>
                    <a:cubicBezTo>
                      <a:pt x="114" y="31"/>
                      <a:pt x="114" y="30"/>
                      <a:pt x="114" y="30"/>
                    </a:cubicBezTo>
                    <a:lnTo>
                      <a:pt x="114" y="31"/>
                    </a:lnTo>
                    <a:cubicBezTo>
                      <a:pt x="117" y="25"/>
                      <a:pt x="119" y="19"/>
                      <a:pt x="122" y="13"/>
                    </a:cubicBezTo>
                    <a:cubicBezTo>
                      <a:pt x="125" y="9"/>
                      <a:pt x="131" y="7"/>
                      <a:pt x="135" y="9"/>
                    </a:cubicBezTo>
                    <a:cubicBezTo>
                      <a:pt x="140" y="10"/>
                      <a:pt x="143" y="15"/>
                      <a:pt x="142" y="21"/>
                    </a:cubicBezTo>
                    <a:cubicBezTo>
                      <a:pt x="142" y="25"/>
                      <a:pt x="140" y="29"/>
                      <a:pt x="139" y="33"/>
                    </a:cubicBezTo>
                    <a:cubicBezTo>
                      <a:pt x="137" y="36"/>
                      <a:pt x="136" y="40"/>
                      <a:pt x="135" y="44"/>
                    </a:cubicBezTo>
                    <a:cubicBezTo>
                      <a:pt x="133" y="49"/>
                      <a:pt x="132" y="54"/>
                      <a:pt x="131" y="60"/>
                    </a:cubicBezTo>
                    <a:cubicBezTo>
                      <a:pt x="127" y="70"/>
                      <a:pt x="124" y="81"/>
                      <a:pt x="121" y="91"/>
                    </a:cubicBezTo>
                    <a:cubicBezTo>
                      <a:pt x="114" y="114"/>
                      <a:pt x="107" y="137"/>
                      <a:pt x="100" y="159"/>
                    </a:cubicBezTo>
                    <a:cubicBezTo>
                      <a:pt x="99" y="163"/>
                      <a:pt x="98" y="166"/>
                      <a:pt x="97" y="170"/>
                    </a:cubicBezTo>
                    <a:cubicBezTo>
                      <a:pt x="94" y="177"/>
                      <a:pt x="90" y="184"/>
                      <a:pt x="86" y="192"/>
                    </a:cubicBezTo>
                    <a:cubicBezTo>
                      <a:pt x="81" y="201"/>
                      <a:pt x="74" y="208"/>
                      <a:pt x="66" y="215"/>
                    </a:cubicBezTo>
                    <a:cubicBezTo>
                      <a:pt x="58" y="220"/>
                      <a:pt x="50" y="225"/>
                      <a:pt x="41" y="229"/>
                    </a:cubicBezTo>
                    <a:cubicBezTo>
                      <a:pt x="37" y="230"/>
                      <a:pt x="33" y="232"/>
                      <a:pt x="29" y="232"/>
                    </a:cubicBezTo>
                    <a:cubicBezTo>
                      <a:pt x="27" y="232"/>
                      <a:pt x="24" y="233"/>
                      <a:pt x="23" y="233"/>
                    </a:cubicBezTo>
                    <a:cubicBezTo>
                      <a:pt x="20" y="233"/>
                      <a:pt x="18" y="232"/>
                      <a:pt x="16" y="2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3" name="Google Shape;1413;p16"/>
              <p:cNvSpPr/>
              <p:nvPr/>
            </p:nvSpPr>
            <p:spPr>
              <a:xfrm>
                <a:off x="244780" y="3988438"/>
                <a:ext cx="24840" cy="29520"/>
              </a:xfrm>
              <a:custGeom>
                <a:avLst/>
                <a:gdLst/>
                <a:ahLst/>
                <a:cxnLst/>
                <a:rect l="l" t="t" r="r" b="b"/>
                <a:pathLst>
                  <a:path w="69" h="82" extrusionOk="0">
                    <a:moveTo>
                      <a:pt x="26" y="81"/>
                    </a:moveTo>
                    <a:cubicBezTo>
                      <a:pt x="22" y="81"/>
                      <a:pt x="18" y="80"/>
                      <a:pt x="15" y="77"/>
                    </a:cubicBezTo>
                    <a:cubicBezTo>
                      <a:pt x="14" y="75"/>
                      <a:pt x="12" y="74"/>
                      <a:pt x="11" y="73"/>
                    </a:cubicBezTo>
                    <a:cubicBezTo>
                      <a:pt x="10" y="71"/>
                      <a:pt x="10" y="69"/>
                      <a:pt x="10" y="67"/>
                    </a:cubicBezTo>
                    <a:cubicBezTo>
                      <a:pt x="9" y="61"/>
                      <a:pt x="14" y="56"/>
                      <a:pt x="17" y="50"/>
                    </a:cubicBezTo>
                    <a:cubicBezTo>
                      <a:pt x="17" y="50"/>
                      <a:pt x="17" y="49"/>
                      <a:pt x="18" y="48"/>
                    </a:cubicBezTo>
                    <a:cubicBezTo>
                      <a:pt x="17" y="48"/>
                      <a:pt x="17" y="48"/>
                      <a:pt x="17" y="48"/>
                    </a:cubicBezTo>
                    <a:cubicBezTo>
                      <a:pt x="11" y="49"/>
                      <a:pt x="5" y="46"/>
                      <a:pt x="3" y="40"/>
                    </a:cubicBezTo>
                    <a:cubicBezTo>
                      <a:pt x="0" y="32"/>
                      <a:pt x="2" y="25"/>
                      <a:pt x="4" y="18"/>
                    </a:cubicBezTo>
                    <a:cubicBezTo>
                      <a:pt x="7" y="12"/>
                      <a:pt x="12" y="6"/>
                      <a:pt x="19" y="3"/>
                    </a:cubicBezTo>
                    <a:cubicBezTo>
                      <a:pt x="22" y="1"/>
                      <a:pt x="25" y="0"/>
                      <a:pt x="29" y="0"/>
                    </a:cubicBezTo>
                    <a:cubicBezTo>
                      <a:pt x="32" y="0"/>
                      <a:pt x="36" y="2"/>
                      <a:pt x="39" y="4"/>
                    </a:cubicBezTo>
                    <a:cubicBezTo>
                      <a:pt x="41" y="6"/>
                      <a:pt x="43" y="10"/>
                      <a:pt x="45" y="13"/>
                    </a:cubicBezTo>
                    <a:cubicBezTo>
                      <a:pt x="46" y="17"/>
                      <a:pt x="46" y="20"/>
                      <a:pt x="46" y="24"/>
                    </a:cubicBezTo>
                    <a:cubicBezTo>
                      <a:pt x="46" y="31"/>
                      <a:pt x="44" y="39"/>
                      <a:pt x="42" y="45"/>
                    </a:cubicBezTo>
                    <a:cubicBezTo>
                      <a:pt x="40" y="49"/>
                      <a:pt x="40" y="52"/>
                      <a:pt x="38" y="56"/>
                    </a:cubicBezTo>
                    <a:cubicBezTo>
                      <a:pt x="38" y="56"/>
                      <a:pt x="38" y="57"/>
                      <a:pt x="37" y="58"/>
                    </a:cubicBezTo>
                    <a:cubicBezTo>
                      <a:pt x="43" y="57"/>
                      <a:pt x="49" y="56"/>
                      <a:pt x="56" y="56"/>
                    </a:cubicBezTo>
                    <a:cubicBezTo>
                      <a:pt x="61" y="55"/>
                      <a:pt x="66" y="59"/>
                      <a:pt x="67" y="63"/>
                    </a:cubicBezTo>
                    <a:cubicBezTo>
                      <a:pt x="68" y="69"/>
                      <a:pt x="64" y="75"/>
                      <a:pt x="59" y="76"/>
                    </a:cubicBezTo>
                    <a:cubicBezTo>
                      <a:pt x="54" y="77"/>
                      <a:pt x="49" y="78"/>
                      <a:pt x="44" y="78"/>
                    </a:cubicBezTo>
                    <a:cubicBezTo>
                      <a:pt x="38" y="80"/>
                      <a:pt x="32" y="81"/>
                      <a:pt x="26" y="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4" name="Google Shape;1414;p16"/>
              <p:cNvSpPr/>
              <p:nvPr/>
            </p:nvSpPr>
            <p:spPr>
              <a:xfrm>
                <a:off x="267460" y="4026958"/>
                <a:ext cx="29520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82" h="30" extrusionOk="0">
                    <a:moveTo>
                      <a:pt x="21" y="28"/>
                    </a:moveTo>
                    <a:cubicBezTo>
                      <a:pt x="15" y="28"/>
                      <a:pt x="10" y="27"/>
                      <a:pt x="6" y="24"/>
                    </a:cubicBezTo>
                    <a:cubicBezTo>
                      <a:pt x="3" y="21"/>
                      <a:pt x="0" y="17"/>
                      <a:pt x="1" y="13"/>
                    </a:cubicBezTo>
                    <a:cubicBezTo>
                      <a:pt x="2" y="10"/>
                      <a:pt x="4" y="7"/>
                      <a:pt x="7" y="5"/>
                    </a:cubicBezTo>
                    <a:cubicBezTo>
                      <a:pt x="11" y="2"/>
                      <a:pt x="17" y="3"/>
                      <a:pt x="21" y="6"/>
                    </a:cubicBezTo>
                    <a:lnTo>
                      <a:pt x="22" y="7"/>
                    </a:lnTo>
                    <a:cubicBezTo>
                      <a:pt x="25" y="7"/>
                      <a:pt x="28" y="7"/>
                      <a:pt x="30" y="7"/>
                    </a:cubicBezTo>
                    <a:lnTo>
                      <a:pt x="29" y="7"/>
                    </a:lnTo>
                    <a:cubicBezTo>
                      <a:pt x="30" y="7"/>
                      <a:pt x="30" y="7"/>
                      <a:pt x="30" y="7"/>
                    </a:cubicBezTo>
                    <a:cubicBezTo>
                      <a:pt x="36" y="7"/>
                      <a:pt x="42" y="6"/>
                      <a:pt x="47" y="5"/>
                    </a:cubicBezTo>
                    <a:cubicBezTo>
                      <a:pt x="54" y="4"/>
                      <a:pt x="60" y="3"/>
                      <a:pt x="66" y="2"/>
                    </a:cubicBezTo>
                    <a:cubicBezTo>
                      <a:pt x="72" y="0"/>
                      <a:pt x="78" y="4"/>
                      <a:pt x="79" y="10"/>
                    </a:cubicBezTo>
                    <a:cubicBezTo>
                      <a:pt x="81" y="16"/>
                      <a:pt x="77" y="21"/>
                      <a:pt x="71" y="23"/>
                    </a:cubicBezTo>
                    <a:cubicBezTo>
                      <a:pt x="60" y="25"/>
                      <a:pt x="49" y="27"/>
                      <a:pt x="37" y="28"/>
                    </a:cubicBezTo>
                    <a:cubicBezTo>
                      <a:pt x="33" y="28"/>
                      <a:pt x="29" y="29"/>
                      <a:pt x="25" y="29"/>
                    </a:cubicBezTo>
                    <a:cubicBezTo>
                      <a:pt x="24" y="29"/>
                      <a:pt x="22" y="28"/>
                      <a:pt x="21" y="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5" name="Google Shape;1415;p16"/>
              <p:cNvSpPr/>
              <p:nvPr/>
            </p:nvSpPr>
            <p:spPr>
              <a:xfrm>
                <a:off x="262420" y="4037397"/>
                <a:ext cx="48600" cy="15840"/>
              </a:xfrm>
              <a:custGeom>
                <a:avLst/>
                <a:gdLst/>
                <a:ahLst/>
                <a:cxnLst/>
                <a:rect l="l" t="t" r="r" b="b"/>
                <a:pathLst>
                  <a:path w="135" h="44" extrusionOk="0">
                    <a:moveTo>
                      <a:pt x="8" y="41"/>
                    </a:moveTo>
                    <a:cubicBezTo>
                      <a:pt x="3" y="38"/>
                      <a:pt x="0" y="31"/>
                      <a:pt x="3" y="26"/>
                    </a:cubicBezTo>
                    <a:cubicBezTo>
                      <a:pt x="4" y="23"/>
                      <a:pt x="6" y="21"/>
                      <a:pt x="9" y="20"/>
                    </a:cubicBezTo>
                    <a:cubicBezTo>
                      <a:pt x="12" y="19"/>
                      <a:pt x="15" y="19"/>
                      <a:pt x="18" y="20"/>
                    </a:cubicBezTo>
                    <a:lnTo>
                      <a:pt x="19" y="21"/>
                    </a:lnTo>
                    <a:cubicBezTo>
                      <a:pt x="21" y="21"/>
                      <a:pt x="24" y="21"/>
                      <a:pt x="26" y="21"/>
                    </a:cubicBezTo>
                    <a:cubicBezTo>
                      <a:pt x="31" y="20"/>
                      <a:pt x="37" y="20"/>
                      <a:pt x="43" y="19"/>
                    </a:cubicBezTo>
                    <a:cubicBezTo>
                      <a:pt x="48" y="18"/>
                      <a:pt x="54" y="18"/>
                      <a:pt x="59" y="16"/>
                    </a:cubicBezTo>
                    <a:cubicBezTo>
                      <a:pt x="66" y="15"/>
                      <a:pt x="72" y="13"/>
                      <a:pt x="79" y="12"/>
                    </a:cubicBezTo>
                    <a:cubicBezTo>
                      <a:pt x="93" y="9"/>
                      <a:pt x="107" y="5"/>
                      <a:pt x="121" y="1"/>
                    </a:cubicBezTo>
                    <a:cubicBezTo>
                      <a:pt x="125" y="0"/>
                      <a:pt x="131" y="3"/>
                      <a:pt x="132" y="8"/>
                    </a:cubicBezTo>
                    <a:cubicBezTo>
                      <a:pt x="134" y="12"/>
                      <a:pt x="131" y="19"/>
                      <a:pt x="126" y="20"/>
                    </a:cubicBezTo>
                    <a:cubicBezTo>
                      <a:pt x="109" y="26"/>
                      <a:pt x="92" y="30"/>
                      <a:pt x="75" y="34"/>
                    </a:cubicBezTo>
                    <a:cubicBezTo>
                      <a:pt x="65" y="36"/>
                      <a:pt x="57" y="38"/>
                      <a:pt x="47" y="40"/>
                    </a:cubicBezTo>
                    <a:cubicBezTo>
                      <a:pt x="43" y="41"/>
                      <a:pt x="39" y="41"/>
                      <a:pt x="35" y="42"/>
                    </a:cubicBezTo>
                    <a:cubicBezTo>
                      <a:pt x="31" y="43"/>
                      <a:pt x="27" y="43"/>
                      <a:pt x="24" y="43"/>
                    </a:cubicBezTo>
                    <a:cubicBezTo>
                      <a:pt x="22" y="43"/>
                      <a:pt x="21" y="43"/>
                      <a:pt x="20" y="43"/>
                    </a:cubicBezTo>
                    <a:cubicBezTo>
                      <a:pt x="16" y="43"/>
                      <a:pt x="12" y="43"/>
                      <a:pt x="8" y="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6" name="Google Shape;1416;p16"/>
              <p:cNvSpPr/>
              <p:nvPr/>
            </p:nvSpPr>
            <p:spPr>
              <a:xfrm>
                <a:off x="343420" y="3990598"/>
                <a:ext cx="83520" cy="67320"/>
              </a:xfrm>
              <a:custGeom>
                <a:avLst/>
                <a:gdLst/>
                <a:ahLst/>
                <a:cxnLst/>
                <a:rect l="l" t="t" r="r" b="b"/>
                <a:pathLst>
                  <a:path w="232" h="187" extrusionOk="0">
                    <a:moveTo>
                      <a:pt x="33" y="186"/>
                    </a:moveTo>
                    <a:cubicBezTo>
                      <a:pt x="26" y="185"/>
                      <a:pt x="20" y="182"/>
                      <a:pt x="15" y="178"/>
                    </a:cubicBezTo>
                    <a:cubicBezTo>
                      <a:pt x="10" y="174"/>
                      <a:pt x="7" y="167"/>
                      <a:pt x="5" y="161"/>
                    </a:cubicBezTo>
                    <a:cubicBezTo>
                      <a:pt x="0" y="146"/>
                      <a:pt x="0" y="129"/>
                      <a:pt x="3" y="114"/>
                    </a:cubicBezTo>
                    <a:cubicBezTo>
                      <a:pt x="4" y="109"/>
                      <a:pt x="5" y="104"/>
                      <a:pt x="7" y="99"/>
                    </a:cubicBezTo>
                    <a:cubicBezTo>
                      <a:pt x="9" y="92"/>
                      <a:pt x="11" y="86"/>
                      <a:pt x="14" y="79"/>
                    </a:cubicBezTo>
                    <a:cubicBezTo>
                      <a:pt x="16" y="69"/>
                      <a:pt x="21" y="61"/>
                      <a:pt x="26" y="52"/>
                    </a:cubicBezTo>
                    <a:cubicBezTo>
                      <a:pt x="31" y="43"/>
                      <a:pt x="37" y="34"/>
                      <a:pt x="43" y="27"/>
                    </a:cubicBezTo>
                    <a:cubicBezTo>
                      <a:pt x="49" y="20"/>
                      <a:pt x="57" y="14"/>
                      <a:pt x="64" y="10"/>
                    </a:cubicBezTo>
                    <a:cubicBezTo>
                      <a:pt x="73" y="6"/>
                      <a:pt x="82" y="5"/>
                      <a:pt x="92" y="8"/>
                    </a:cubicBezTo>
                    <a:cubicBezTo>
                      <a:pt x="95" y="9"/>
                      <a:pt x="98" y="11"/>
                      <a:pt x="100" y="13"/>
                    </a:cubicBezTo>
                    <a:cubicBezTo>
                      <a:pt x="101" y="12"/>
                      <a:pt x="101" y="11"/>
                      <a:pt x="102" y="9"/>
                    </a:cubicBezTo>
                    <a:cubicBezTo>
                      <a:pt x="104" y="4"/>
                      <a:pt x="110" y="0"/>
                      <a:pt x="116" y="2"/>
                    </a:cubicBezTo>
                    <a:cubicBezTo>
                      <a:pt x="122" y="4"/>
                      <a:pt x="125" y="11"/>
                      <a:pt x="123" y="16"/>
                    </a:cubicBezTo>
                    <a:cubicBezTo>
                      <a:pt x="121" y="22"/>
                      <a:pt x="119" y="28"/>
                      <a:pt x="117" y="34"/>
                    </a:cubicBezTo>
                    <a:cubicBezTo>
                      <a:pt x="117" y="37"/>
                      <a:pt x="115" y="40"/>
                      <a:pt x="115" y="43"/>
                    </a:cubicBezTo>
                    <a:cubicBezTo>
                      <a:pt x="114" y="44"/>
                      <a:pt x="114" y="46"/>
                      <a:pt x="113" y="48"/>
                    </a:cubicBezTo>
                    <a:cubicBezTo>
                      <a:pt x="112" y="51"/>
                      <a:pt x="110" y="53"/>
                      <a:pt x="107" y="54"/>
                    </a:cubicBezTo>
                    <a:cubicBezTo>
                      <a:pt x="104" y="56"/>
                      <a:pt x="100" y="56"/>
                      <a:pt x="96" y="54"/>
                    </a:cubicBezTo>
                    <a:cubicBezTo>
                      <a:pt x="93" y="52"/>
                      <a:pt x="91" y="48"/>
                      <a:pt x="91" y="44"/>
                    </a:cubicBezTo>
                    <a:cubicBezTo>
                      <a:pt x="91" y="43"/>
                      <a:pt x="91" y="42"/>
                      <a:pt x="91" y="41"/>
                    </a:cubicBezTo>
                    <a:lnTo>
                      <a:pt x="91" y="40"/>
                    </a:lnTo>
                    <a:cubicBezTo>
                      <a:pt x="91" y="41"/>
                      <a:pt x="91" y="41"/>
                      <a:pt x="91" y="41"/>
                    </a:cubicBezTo>
                    <a:lnTo>
                      <a:pt x="91" y="40"/>
                    </a:lnTo>
                    <a:cubicBezTo>
                      <a:pt x="91" y="39"/>
                      <a:pt x="90" y="38"/>
                      <a:pt x="90" y="37"/>
                    </a:cubicBezTo>
                    <a:cubicBezTo>
                      <a:pt x="90" y="36"/>
                      <a:pt x="90" y="36"/>
                      <a:pt x="89" y="34"/>
                    </a:cubicBezTo>
                    <a:cubicBezTo>
                      <a:pt x="89" y="33"/>
                      <a:pt x="89" y="33"/>
                      <a:pt x="88" y="32"/>
                    </a:cubicBezTo>
                    <a:lnTo>
                      <a:pt x="88" y="31"/>
                    </a:lnTo>
                    <a:cubicBezTo>
                      <a:pt x="87" y="30"/>
                      <a:pt x="86" y="30"/>
                      <a:pt x="86" y="30"/>
                    </a:cubicBezTo>
                    <a:cubicBezTo>
                      <a:pt x="86" y="29"/>
                      <a:pt x="85" y="29"/>
                      <a:pt x="85" y="29"/>
                    </a:cubicBezTo>
                    <a:lnTo>
                      <a:pt x="84" y="28"/>
                    </a:lnTo>
                    <a:cubicBezTo>
                      <a:pt x="83" y="28"/>
                      <a:pt x="83" y="28"/>
                      <a:pt x="83" y="28"/>
                    </a:cubicBezTo>
                    <a:cubicBezTo>
                      <a:pt x="82" y="27"/>
                      <a:pt x="82" y="27"/>
                      <a:pt x="82" y="27"/>
                    </a:cubicBezTo>
                    <a:cubicBezTo>
                      <a:pt x="81" y="27"/>
                      <a:pt x="81" y="27"/>
                      <a:pt x="81" y="27"/>
                    </a:cubicBezTo>
                    <a:cubicBezTo>
                      <a:pt x="80" y="27"/>
                      <a:pt x="79" y="27"/>
                      <a:pt x="79" y="28"/>
                    </a:cubicBezTo>
                    <a:cubicBezTo>
                      <a:pt x="77" y="28"/>
                      <a:pt x="76" y="28"/>
                      <a:pt x="75" y="29"/>
                    </a:cubicBezTo>
                    <a:cubicBezTo>
                      <a:pt x="75" y="29"/>
                      <a:pt x="76" y="29"/>
                      <a:pt x="76" y="28"/>
                    </a:cubicBezTo>
                    <a:cubicBezTo>
                      <a:pt x="75" y="29"/>
                      <a:pt x="75" y="29"/>
                      <a:pt x="74" y="29"/>
                    </a:cubicBezTo>
                    <a:cubicBezTo>
                      <a:pt x="72" y="30"/>
                      <a:pt x="71" y="30"/>
                      <a:pt x="70" y="31"/>
                    </a:cubicBezTo>
                    <a:cubicBezTo>
                      <a:pt x="69" y="32"/>
                      <a:pt x="67" y="33"/>
                      <a:pt x="66" y="34"/>
                    </a:cubicBezTo>
                    <a:cubicBezTo>
                      <a:pt x="64" y="36"/>
                      <a:pt x="62" y="37"/>
                      <a:pt x="60" y="39"/>
                    </a:cubicBezTo>
                    <a:cubicBezTo>
                      <a:pt x="58" y="41"/>
                      <a:pt x="55" y="44"/>
                      <a:pt x="54" y="47"/>
                    </a:cubicBezTo>
                    <a:lnTo>
                      <a:pt x="54" y="46"/>
                    </a:lnTo>
                    <a:cubicBezTo>
                      <a:pt x="50" y="52"/>
                      <a:pt x="46" y="59"/>
                      <a:pt x="41" y="66"/>
                    </a:cubicBezTo>
                    <a:cubicBezTo>
                      <a:pt x="38" y="72"/>
                      <a:pt x="36" y="78"/>
                      <a:pt x="33" y="84"/>
                    </a:cubicBezTo>
                    <a:cubicBezTo>
                      <a:pt x="29" y="94"/>
                      <a:pt x="26" y="104"/>
                      <a:pt x="24" y="113"/>
                    </a:cubicBezTo>
                    <a:cubicBezTo>
                      <a:pt x="23" y="118"/>
                      <a:pt x="22" y="122"/>
                      <a:pt x="22" y="126"/>
                    </a:cubicBezTo>
                    <a:cubicBezTo>
                      <a:pt x="22" y="129"/>
                      <a:pt x="22" y="132"/>
                      <a:pt x="22" y="136"/>
                    </a:cubicBezTo>
                    <a:cubicBezTo>
                      <a:pt x="22" y="139"/>
                      <a:pt x="22" y="142"/>
                      <a:pt x="22" y="146"/>
                    </a:cubicBezTo>
                    <a:cubicBezTo>
                      <a:pt x="23" y="146"/>
                      <a:pt x="23" y="146"/>
                      <a:pt x="23" y="147"/>
                    </a:cubicBezTo>
                    <a:cubicBezTo>
                      <a:pt x="23" y="146"/>
                      <a:pt x="23" y="146"/>
                      <a:pt x="22" y="146"/>
                    </a:cubicBezTo>
                    <a:cubicBezTo>
                      <a:pt x="23" y="149"/>
                      <a:pt x="23" y="151"/>
                      <a:pt x="25" y="154"/>
                    </a:cubicBezTo>
                    <a:cubicBezTo>
                      <a:pt x="25" y="155"/>
                      <a:pt x="25" y="156"/>
                      <a:pt x="26" y="157"/>
                    </a:cubicBezTo>
                    <a:cubicBezTo>
                      <a:pt x="26" y="158"/>
                      <a:pt x="26" y="159"/>
                      <a:pt x="27" y="160"/>
                    </a:cubicBezTo>
                    <a:cubicBezTo>
                      <a:pt x="27" y="160"/>
                      <a:pt x="26" y="159"/>
                      <a:pt x="26" y="158"/>
                    </a:cubicBezTo>
                    <a:cubicBezTo>
                      <a:pt x="27" y="160"/>
                      <a:pt x="27" y="160"/>
                      <a:pt x="27" y="161"/>
                    </a:cubicBezTo>
                    <a:cubicBezTo>
                      <a:pt x="28" y="161"/>
                      <a:pt x="29" y="162"/>
                      <a:pt x="29" y="163"/>
                    </a:cubicBezTo>
                    <a:lnTo>
                      <a:pt x="29" y="162"/>
                    </a:lnTo>
                    <a:cubicBezTo>
                      <a:pt x="29" y="163"/>
                      <a:pt x="29" y="163"/>
                      <a:pt x="30" y="163"/>
                    </a:cubicBezTo>
                    <a:lnTo>
                      <a:pt x="30" y="164"/>
                    </a:lnTo>
                    <a:cubicBezTo>
                      <a:pt x="31" y="164"/>
                      <a:pt x="31" y="164"/>
                      <a:pt x="31" y="164"/>
                    </a:cubicBezTo>
                    <a:cubicBezTo>
                      <a:pt x="32" y="164"/>
                      <a:pt x="32" y="164"/>
                      <a:pt x="33" y="164"/>
                    </a:cubicBezTo>
                    <a:lnTo>
                      <a:pt x="34" y="164"/>
                    </a:lnTo>
                    <a:lnTo>
                      <a:pt x="36" y="164"/>
                    </a:lnTo>
                    <a:lnTo>
                      <a:pt x="37" y="164"/>
                    </a:lnTo>
                    <a:cubicBezTo>
                      <a:pt x="39" y="164"/>
                      <a:pt x="40" y="164"/>
                      <a:pt x="41" y="164"/>
                    </a:cubicBezTo>
                    <a:cubicBezTo>
                      <a:pt x="43" y="163"/>
                      <a:pt x="46" y="162"/>
                      <a:pt x="48" y="161"/>
                    </a:cubicBezTo>
                    <a:cubicBezTo>
                      <a:pt x="50" y="160"/>
                      <a:pt x="53" y="158"/>
                      <a:pt x="55" y="157"/>
                    </a:cubicBezTo>
                    <a:cubicBezTo>
                      <a:pt x="57" y="156"/>
                      <a:pt x="60" y="154"/>
                      <a:pt x="61" y="153"/>
                    </a:cubicBezTo>
                    <a:cubicBezTo>
                      <a:pt x="67" y="149"/>
                      <a:pt x="71" y="144"/>
                      <a:pt x="75" y="140"/>
                    </a:cubicBezTo>
                    <a:cubicBezTo>
                      <a:pt x="79" y="137"/>
                      <a:pt x="82" y="133"/>
                      <a:pt x="85" y="130"/>
                    </a:cubicBezTo>
                    <a:cubicBezTo>
                      <a:pt x="88" y="126"/>
                      <a:pt x="92" y="122"/>
                      <a:pt x="95" y="117"/>
                    </a:cubicBezTo>
                    <a:cubicBezTo>
                      <a:pt x="95" y="118"/>
                      <a:pt x="94" y="118"/>
                      <a:pt x="94" y="118"/>
                    </a:cubicBezTo>
                    <a:cubicBezTo>
                      <a:pt x="97" y="115"/>
                      <a:pt x="99" y="111"/>
                      <a:pt x="101" y="107"/>
                    </a:cubicBezTo>
                    <a:cubicBezTo>
                      <a:pt x="105" y="101"/>
                      <a:pt x="108" y="94"/>
                      <a:pt x="111" y="87"/>
                    </a:cubicBezTo>
                    <a:cubicBezTo>
                      <a:pt x="111" y="86"/>
                      <a:pt x="112" y="85"/>
                      <a:pt x="112" y="84"/>
                    </a:cubicBezTo>
                    <a:cubicBezTo>
                      <a:pt x="113" y="83"/>
                      <a:pt x="113" y="82"/>
                      <a:pt x="113" y="82"/>
                    </a:cubicBezTo>
                    <a:cubicBezTo>
                      <a:pt x="115" y="76"/>
                      <a:pt x="121" y="73"/>
                      <a:pt x="127" y="75"/>
                    </a:cubicBezTo>
                    <a:cubicBezTo>
                      <a:pt x="132" y="76"/>
                      <a:pt x="136" y="83"/>
                      <a:pt x="134" y="89"/>
                    </a:cubicBezTo>
                    <a:lnTo>
                      <a:pt x="134" y="90"/>
                    </a:lnTo>
                    <a:cubicBezTo>
                      <a:pt x="133" y="91"/>
                      <a:pt x="132" y="93"/>
                      <a:pt x="132" y="94"/>
                    </a:cubicBezTo>
                    <a:cubicBezTo>
                      <a:pt x="131" y="97"/>
                      <a:pt x="131" y="100"/>
                      <a:pt x="131" y="103"/>
                    </a:cubicBezTo>
                    <a:cubicBezTo>
                      <a:pt x="131" y="105"/>
                      <a:pt x="130" y="108"/>
                      <a:pt x="130" y="110"/>
                    </a:cubicBezTo>
                    <a:cubicBezTo>
                      <a:pt x="130" y="112"/>
                      <a:pt x="131" y="115"/>
                      <a:pt x="131" y="117"/>
                    </a:cubicBezTo>
                    <a:cubicBezTo>
                      <a:pt x="131" y="118"/>
                      <a:pt x="131" y="119"/>
                      <a:pt x="132" y="121"/>
                    </a:cubicBezTo>
                    <a:cubicBezTo>
                      <a:pt x="132" y="121"/>
                      <a:pt x="132" y="122"/>
                      <a:pt x="132" y="123"/>
                    </a:cubicBezTo>
                    <a:cubicBezTo>
                      <a:pt x="133" y="124"/>
                      <a:pt x="134" y="125"/>
                      <a:pt x="134" y="125"/>
                    </a:cubicBezTo>
                    <a:cubicBezTo>
                      <a:pt x="134" y="126"/>
                      <a:pt x="135" y="126"/>
                      <a:pt x="135" y="126"/>
                    </a:cubicBezTo>
                    <a:cubicBezTo>
                      <a:pt x="135" y="127"/>
                      <a:pt x="136" y="128"/>
                      <a:pt x="136" y="128"/>
                    </a:cubicBezTo>
                    <a:lnTo>
                      <a:pt x="137" y="129"/>
                    </a:lnTo>
                    <a:lnTo>
                      <a:pt x="138" y="129"/>
                    </a:lnTo>
                    <a:lnTo>
                      <a:pt x="137" y="129"/>
                    </a:lnTo>
                    <a:lnTo>
                      <a:pt x="136" y="129"/>
                    </a:lnTo>
                    <a:lnTo>
                      <a:pt x="136" y="128"/>
                    </a:lnTo>
                    <a:lnTo>
                      <a:pt x="136" y="129"/>
                    </a:lnTo>
                    <a:lnTo>
                      <a:pt x="137" y="129"/>
                    </a:lnTo>
                    <a:lnTo>
                      <a:pt x="138" y="129"/>
                    </a:lnTo>
                    <a:cubicBezTo>
                      <a:pt x="139" y="130"/>
                      <a:pt x="139" y="130"/>
                      <a:pt x="139" y="130"/>
                    </a:cubicBezTo>
                    <a:cubicBezTo>
                      <a:pt x="140" y="130"/>
                      <a:pt x="141" y="130"/>
                      <a:pt x="141" y="130"/>
                    </a:cubicBezTo>
                    <a:cubicBezTo>
                      <a:pt x="141" y="130"/>
                      <a:pt x="142" y="130"/>
                      <a:pt x="142" y="131"/>
                    </a:cubicBezTo>
                    <a:cubicBezTo>
                      <a:pt x="142" y="130"/>
                      <a:pt x="143" y="130"/>
                      <a:pt x="143" y="130"/>
                    </a:cubicBezTo>
                    <a:cubicBezTo>
                      <a:pt x="145" y="130"/>
                      <a:pt x="146" y="129"/>
                      <a:pt x="147" y="129"/>
                    </a:cubicBezTo>
                    <a:cubicBezTo>
                      <a:pt x="149" y="129"/>
                      <a:pt x="150" y="128"/>
                      <a:pt x="152" y="128"/>
                    </a:cubicBezTo>
                    <a:cubicBezTo>
                      <a:pt x="153" y="127"/>
                      <a:pt x="154" y="126"/>
                      <a:pt x="156" y="126"/>
                    </a:cubicBezTo>
                    <a:cubicBezTo>
                      <a:pt x="157" y="125"/>
                      <a:pt x="159" y="124"/>
                      <a:pt x="161" y="122"/>
                    </a:cubicBezTo>
                    <a:cubicBezTo>
                      <a:pt x="164" y="119"/>
                      <a:pt x="167" y="117"/>
                      <a:pt x="170" y="114"/>
                    </a:cubicBezTo>
                    <a:cubicBezTo>
                      <a:pt x="174" y="109"/>
                      <a:pt x="178" y="104"/>
                      <a:pt x="182" y="99"/>
                    </a:cubicBezTo>
                    <a:cubicBezTo>
                      <a:pt x="189" y="89"/>
                      <a:pt x="196" y="79"/>
                      <a:pt x="202" y="68"/>
                    </a:cubicBezTo>
                    <a:cubicBezTo>
                      <a:pt x="204" y="65"/>
                      <a:pt x="205" y="62"/>
                      <a:pt x="206" y="59"/>
                    </a:cubicBezTo>
                    <a:cubicBezTo>
                      <a:pt x="207" y="58"/>
                      <a:pt x="208" y="56"/>
                      <a:pt x="208" y="54"/>
                    </a:cubicBezTo>
                    <a:cubicBezTo>
                      <a:pt x="208" y="53"/>
                      <a:pt x="209" y="51"/>
                      <a:pt x="209" y="50"/>
                    </a:cubicBezTo>
                    <a:cubicBezTo>
                      <a:pt x="209" y="49"/>
                      <a:pt x="209" y="48"/>
                      <a:pt x="209" y="47"/>
                    </a:cubicBezTo>
                    <a:cubicBezTo>
                      <a:pt x="209" y="48"/>
                      <a:pt x="209" y="48"/>
                      <a:pt x="209" y="49"/>
                    </a:cubicBezTo>
                    <a:cubicBezTo>
                      <a:pt x="209" y="48"/>
                      <a:pt x="209" y="47"/>
                      <a:pt x="209" y="45"/>
                    </a:cubicBezTo>
                    <a:cubicBezTo>
                      <a:pt x="209" y="45"/>
                      <a:pt x="209" y="44"/>
                      <a:pt x="208" y="43"/>
                    </a:cubicBezTo>
                    <a:cubicBezTo>
                      <a:pt x="208" y="41"/>
                      <a:pt x="207" y="40"/>
                      <a:pt x="206" y="38"/>
                    </a:cubicBezTo>
                    <a:lnTo>
                      <a:pt x="206" y="37"/>
                    </a:lnTo>
                    <a:lnTo>
                      <a:pt x="206" y="36"/>
                    </a:lnTo>
                    <a:cubicBezTo>
                      <a:pt x="205" y="36"/>
                      <a:pt x="204" y="35"/>
                      <a:pt x="203" y="34"/>
                    </a:cubicBezTo>
                    <a:lnTo>
                      <a:pt x="202" y="33"/>
                    </a:lnTo>
                    <a:lnTo>
                      <a:pt x="201" y="32"/>
                    </a:lnTo>
                    <a:cubicBezTo>
                      <a:pt x="200" y="32"/>
                      <a:pt x="199" y="32"/>
                      <a:pt x="199" y="31"/>
                    </a:cubicBezTo>
                    <a:cubicBezTo>
                      <a:pt x="198" y="30"/>
                      <a:pt x="196" y="30"/>
                      <a:pt x="195" y="30"/>
                    </a:cubicBezTo>
                    <a:cubicBezTo>
                      <a:pt x="194" y="30"/>
                      <a:pt x="193" y="29"/>
                      <a:pt x="192" y="29"/>
                    </a:cubicBezTo>
                    <a:cubicBezTo>
                      <a:pt x="191" y="29"/>
                      <a:pt x="189" y="29"/>
                      <a:pt x="188" y="29"/>
                    </a:cubicBezTo>
                    <a:cubicBezTo>
                      <a:pt x="187" y="29"/>
                      <a:pt x="186" y="29"/>
                      <a:pt x="185" y="29"/>
                    </a:cubicBezTo>
                    <a:cubicBezTo>
                      <a:pt x="184" y="30"/>
                      <a:pt x="182" y="30"/>
                      <a:pt x="181" y="30"/>
                    </a:cubicBezTo>
                    <a:cubicBezTo>
                      <a:pt x="180" y="31"/>
                      <a:pt x="178" y="32"/>
                      <a:pt x="177" y="32"/>
                    </a:cubicBezTo>
                    <a:cubicBezTo>
                      <a:pt x="174" y="33"/>
                      <a:pt x="172" y="34"/>
                      <a:pt x="170" y="36"/>
                    </a:cubicBezTo>
                    <a:cubicBezTo>
                      <a:pt x="167" y="37"/>
                      <a:pt x="165" y="39"/>
                      <a:pt x="163" y="41"/>
                    </a:cubicBezTo>
                    <a:cubicBezTo>
                      <a:pt x="162" y="41"/>
                      <a:pt x="161" y="42"/>
                      <a:pt x="160" y="43"/>
                    </a:cubicBezTo>
                    <a:cubicBezTo>
                      <a:pt x="159" y="44"/>
                      <a:pt x="158" y="45"/>
                      <a:pt x="157" y="46"/>
                    </a:cubicBezTo>
                    <a:cubicBezTo>
                      <a:pt x="153" y="51"/>
                      <a:pt x="147" y="51"/>
                      <a:pt x="142" y="47"/>
                    </a:cubicBezTo>
                    <a:cubicBezTo>
                      <a:pt x="138" y="44"/>
                      <a:pt x="138" y="37"/>
                      <a:pt x="141" y="33"/>
                    </a:cubicBezTo>
                    <a:cubicBezTo>
                      <a:pt x="143" y="30"/>
                      <a:pt x="145" y="28"/>
                      <a:pt x="148" y="26"/>
                    </a:cubicBezTo>
                    <a:cubicBezTo>
                      <a:pt x="150" y="23"/>
                      <a:pt x="153" y="22"/>
                      <a:pt x="156" y="19"/>
                    </a:cubicBezTo>
                    <a:cubicBezTo>
                      <a:pt x="162" y="15"/>
                      <a:pt x="169" y="12"/>
                      <a:pt x="175" y="9"/>
                    </a:cubicBezTo>
                    <a:cubicBezTo>
                      <a:pt x="188" y="6"/>
                      <a:pt x="204" y="7"/>
                      <a:pt x="215" y="16"/>
                    </a:cubicBezTo>
                    <a:cubicBezTo>
                      <a:pt x="220" y="19"/>
                      <a:pt x="224" y="25"/>
                      <a:pt x="227" y="30"/>
                    </a:cubicBezTo>
                    <a:cubicBezTo>
                      <a:pt x="230" y="37"/>
                      <a:pt x="231" y="44"/>
                      <a:pt x="230" y="52"/>
                    </a:cubicBezTo>
                    <a:cubicBezTo>
                      <a:pt x="229" y="63"/>
                      <a:pt x="223" y="74"/>
                      <a:pt x="217" y="84"/>
                    </a:cubicBezTo>
                    <a:cubicBezTo>
                      <a:pt x="215" y="89"/>
                      <a:pt x="212" y="93"/>
                      <a:pt x="209" y="98"/>
                    </a:cubicBezTo>
                    <a:cubicBezTo>
                      <a:pt x="202" y="108"/>
                      <a:pt x="195" y="118"/>
                      <a:pt x="187" y="126"/>
                    </a:cubicBezTo>
                    <a:cubicBezTo>
                      <a:pt x="182" y="132"/>
                      <a:pt x="177" y="137"/>
                      <a:pt x="170" y="142"/>
                    </a:cubicBezTo>
                    <a:cubicBezTo>
                      <a:pt x="164" y="146"/>
                      <a:pt x="157" y="149"/>
                      <a:pt x="149" y="151"/>
                    </a:cubicBezTo>
                    <a:cubicBezTo>
                      <a:pt x="143" y="153"/>
                      <a:pt x="136" y="152"/>
                      <a:pt x="130" y="150"/>
                    </a:cubicBezTo>
                    <a:cubicBezTo>
                      <a:pt x="124" y="147"/>
                      <a:pt x="118" y="142"/>
                      <a:pt x="114" y="136"/>
                    </a:cubicBezTo>
                    <a:cubicBezTo>
                      <a:pt x="113" y="133"/>
                      <a:pt x="113" y="131"/>
                      <a:pt x="111" y="129"/>
                    </a:cubicBezTo>
                    <a:cubicBezTo>
                      <a:pt x="107" y="135"/>
                      <a:pt x="101" y="142"/>
                      <a:pt x="96" y="147"/>
                    </a:cubicBezTo>
                    <a:cubicBezTo>
                      <a:pt x="89" y="156"/>
                      <a:pt x="81" y="164"/>
                      <a:pt x="72" y="170"/>
                    </a:cubicBezTo>
                    <a:cubicBezTo>
                      <a:pt x="67" y="175"/>
                      <a:pt x="61" y="178"/>
                      <a:pt x="55" y="181"/>
                    </a:cubicBezTo>
                    <a:cubicBezTo>
                      <a:pt x="48" y="184"/>
                      <a:pt x="41" y="186"/>
                      <a:pt x="34" y="186"/>
                    </a:cubicBezTo>
                    <a:lnTo>
                      <a:pt x="33" y="18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7" name="Google Shape;1417;p16"/>
              <p:cNvSpPr/>
              <p:nvPr/>
            </p:nvSpPr>
            <p:spPr>
              <a:xfrm>
                <a:off x="421540" y="3990958"/>
                <a:ext cx="39960" cy="61560"/>
              </a:xfrm>
              <a:custGeom>
                <a:avLst/>
                <a:gdLst/>
                <a:ahLst/>
                <a:cxnLst/>
                <a:rect l="l" t="t" r="r" b="b"/>
                <a:pathLst>
                  <a:path w="111" h="171" extrusionOk="0">
                    <a:moveTo>
                      <a:pt x="1" y="160"/>
                    </a:moveTo>
                    <a:cubicBezTo>
                      <a:pt x="0" y="155"/>
                      <a:pt x="5" y="149"/>
                      <a:pt x="10" y="148"/>
                    </a:cubicBezTo>
                    <a:cubicBezTo>
                      <a:pt x="17" y="148"/>
                      <a:pt x="24" y="148"/>
                      <a:pt x="31" y="147"/>
                    </a:cubicBezTo>
                    <a:cubicBezTo>
                      <a:pt x="38" y="145"/>
                      <a:pt x="44" y="144"/>
                      <a:pt x="50" y="143"/>
                    </a:cubicBezTo>
                    <a:cubicBezTo>
                      <a:pt x="52" y="142"/>
                      <a:pt x="55" y="141"/>
                      <a:pt x="57" y="140"/>
                    </a:cubicBezTo>
                    <a:cubicBezTo>
                      <a:pt x="58" y="140"/>
                      <a:pt x="58" y="140"/>
                      <a:pt x="59" y="140"/>
                    </a:cubicBezTo>
                    <a:cubicBezTo>
                      <a:pt x="59" y="139"/>
                      <a:pt x="60" y="139"/>
                      <a:pt x="60" y="138"/>
                    </a:cubicBezTo>
                    <a:cubicBezTo>
                      <a:pt x="60" y="138"/>
                      <a:pt x="59" y="138"/>
                      <a:pt x="59" y="137"/>
                    </a:cubicBezTo>
                    <a:cubicBezTo>
                      <a:pt x="59" y="138"/>
                      <a:pt x="60" y="138"/>
                      <a:pt x="60" y="138"/>
                    </a:cubicBezTo>
                    <a:cubicBezTo>
                      <a:pt x="56" y="134"/>
                      <a:pt x="51" y="130"/>
                      <a:pt x="47" y="126"/>
                    </a:cubicBezTo>
                    <a:cubicBezTo>
                      <a:pt x="47" y="126"/>
                      <a:pt x="48" y="126"/>
                      <a:pt x="48" y="127"/>
                    </a:cubicBezTo>
                    <a:cubicBezTo>
                      <a:pt x="41" y="120"/>
                      <a:pt x="34" y="113"/>
                      <a:pt x="28" y="106"/>
                    </a:cubicBezTo>
                    <a:cubicBezTo>
                      <a:pt x="24" y="102"/>
                      <a:pt x="21" y="97"/>
                      <a:pt x="18" y="92"/>
                    </a:cubicBezTo>
                    <a:cubicBezTo>
                      <a:pt x="16" y="88"/>
                      <a:pt x="13" y="83"/>
                      <a:pt x="12" y="78"/>
                    </a:cubicBezTo>
                    <a:cubicBezTo>
                      <a:pt x="9" y="67"/>
                      <a:pt x="10" y="56"/>
                      <a:pt x="14" y="45"/>
                    </a:cubicBezTo>
                    <a:cubicBezTo>
                      <a:pt x="17" y="35"/>
                      <a:pt x="24" y="27"/>
                      <a:pt x="32" y="20"/>
                    </a:cubicBezTo>
                    <a:cubicBezTo>
                      <a:pt x="40" y="13"/>
                      <a:pt x="51" y="8"/>
                      <a:pt x="61" y="4"/>
                    </a:cubicBezTo>
                    <a:cubicBezTo>
                      <a:pt x="66" y="3"/>
                      <a:pt x="72" y="2"/>
                      <a:pt x="76" y="2"/>
                    </a:cubicBezTo>
                    <a:cubicBezTo>
                      <a:pt x="83" y="0"/>
                      <a:pt x="88" y="2"/>
                      <a:pt x="94" y="3"/>
                    </a:cubicBezTo>
                    <a:cubicBezTo>
                      <a:pt x="102" y="6"/>
                      <a:pt x="109" y="12"/>
                      <a:pt x="110" y="20"/>
                    </a:cubicBezTo>
                    <a:cubicBezTo>
                      <a:pt x="110" y="22"/>
                      <a:pt x="110" y="24"/>
                      <a:pt x="109" y="25"/>
                    </a:cubicBezTo>
                    <a:cubicBezTo>
                      <a:pt x="109" y="27"/>
                      <a:pt x="108" y="29"/>
                      <a:pt x="106" y="30"/>
                    </a:cubicBezTo>
                    <a:cubicBezTo>
                      <a:pt x="104" y="33"/>
                      <a:pt x="100" y="34"/>
                      <a:pt x="95" y="32"/>
                    </a:cubicBezTo>
                    <a:cubicBezTo>
                      <a:pt x="92" y="31"/>
                      <a:pt x="89" y="28"/>
                      <a:pt x="88" y="25"/>
                    </a:cubicBezTo>
                    <a:cubicBezTo>
                      <a:pt x="88" y="25"/>
                      <a:pt x="88" y="24"/>
                      <a:pt x="87" y="24"/>
                    </a:cubicBezTo>
                    <a:lnTo>
                      <a:pt x="86" y="24"/>
                    </a:lnTo>
                    <a:cubicBezTo>
                      <a:pt x="85" y="24"/>
                      <a:pt x="83" y="24"/>
                      <a:pt x="82" y="23"/>
                    </a:cubicBezTo>
                    <a:cubicBezTo>
                      <a:pt x="81" y="23"/>
                      <a:pt x="80" y="23"/>
                      <a:pt x="79" y="23"/>
                    </a:cubicBezTo>
                    <a:lnTo>
                      <a:pt x="80" y="23"/>
                    </a:lnTo>
                    <a:cubicBezTo>
                      <a:pt x="79" y="23"/>
                      <a:pt x="77" y="24"/>
                      <a:pt x="76" y="24"/>
                    </a:cubicBezTo>
                    <a:cubicBezTo>
                      <a:pt x="73" y="24"/>
                      <a:pt x="70" y="25"/>
                      <a:pt x="68" y="25"/>
                    </a:cubicBezTo>
                    <a:cubicBezTo>
                      <a:pt x="65" y="27"/>
                      <a:pt x="60" y="28"/>
                      <a:pt x="58" y="30"/>
                    </a:cubicBezTo>
                    <a:cubicBezTo>
                      <a:pt x="55" y="30"/>
                      <a:pt x="53" y="31"/>
                      <a:pt x="51" y="32"/>
                    </a:cubicBezTo>
                    <a:cubicBezTo>
                      <a:pt x="50" y="34"/>
                      <a:pt x="48" y="35"/>
                      <a:pt x="46" y="36"/>
                    </a:cubicBezTo>
                    <a:cubicBezTo>
                      <a:pt x="45" y="37"/>
                      <a:pt x="44" y="38"/>
                      <a:pt x="43" y="39"/>
                    </a:cubicBezTo>
                    <a:cubicBezTo>
                      <a:pt x="42" y="41"/>
                      <a:pt x="41" y="42"/>
                      <a:pt x="39" y="43"/>
                    </a:cubicBezTo>
                    <a:cubicBezTo>
                      <a:pt x="38" y="45"/>
                      <a:pt x="37" y="47"/>
                      <a:pt x="36" y="48"/>
                    </a:cubicBezTo>
                    <a:cubicBezTo>
                      <a:pt x="35" y="49"/>
                      <a:pt x="35" y="51"/>
                      <a:pt x="34" y="52"/>
                    </a:cubicBezTo>
                    <a:cubicBezTo>
                      <a:pt x="34" y="53"/>
                      <a:pt x="33" y="55"/>
                      <a:pt x="33" y="56"/>
                    </a:cubicBezTo>
                    <a:cubicBezTo>
                      <a:pt x="32" y="57"/>
                      <a:pt x="32" y="59"/>
                      <a:pt x="32" y="60"/>
                    </a:cubicBezTo>
                    <a:cubicBezTo>
                      <a:pt x="32" y="61"/>
                      <a:pt x="32" y="62"/>
                      <a:pt x="32" y="64"/>
                    </a:cubicBezTo>
                    <a:cubicBezTo>
                      <a:pt x="32" y="66"/>
                      <a:pt x="32" y="67"/>
                      <a:pt x="32" y="70"/>
                    </a:cubicBezTo>
                    <a:cubicBezTo>
                      <a:pt x="33" y="71"/>
                      <a:pt x="33" y="73"/>
                      <a:pt x="34" y="74"/>
                    </a:cubicBezTo>
                    <a:cubicBezTo>
                      <a:pt x="34" y="75"/>
                      <a:pt x="35" y="77"/>
                      <a:pt x="35" y="78"/>
                    </a:cubicBezTo>
                    <a:cubicBezTo>
                      <a:pt x="36" y="80"/>
                      <a:pt x="37" y="81"/>
                      <a:pt x="37" y="82"/>
                    </a:cubicBezTo>
                    <a:cubicBezTo>
                      <a:pt x="38" y="84"/>
                      <a:pt x="40" y="87"/>
                      <a:pt x="42" y="89"/>
                    </a:cubicBezTo>
                    <a:cubicBezTo>
                      <a:pt x="48" y="96"/>
                      <a:pt x="55" y="103"/>
                      <a:pt x="62" y="110"/>
                    </a:cubicBezTo>
                    <a:cubicBezTo>
                      <a:pt x="66" y="113"/>
                      <a:pt x="69" y="116"/>
                      <a:pt x="72" y="119"/>
                    </a:cubicBezTo>
                    <a:cubicBezTo>
                      <a:pt x="75" y="122"/>
                      <a:pt x="79" y="124"/>
                      <a:pt x="80" y="129"/>
                    </a:cubicBezTo>
                    <a:cubicBezTo>
                      <a:pt x="81" y="131"/>
                      <a:pt x="83" y="133"/>
                      <a:pt x="83" y="135"/>
                    </a:cubicBezTo>
                    <a:cubicBezTo>
                      <a:pt x="83" y="138"/>
                      <a:pt x="83" y="141"/>
                      <a:pt x="82" y="145"/>
                    </a:cubicBezTo>
                    <a:cubicBezTo>
                      <a:pt x="80" y="150"/>
                      <a:pt x="76" y="154"/>
                      <a:pt x="72" y="157"/>
                    </a:cubicBezTo>
                    <a:cubicBezTo>
                      <a:pt x="67" y="160"/>
                      <a:pt x="62" y="162"/>
                      <a:pt x="56" y="163"/>
                    </a:cubicBezTo>
                    <a:cubicBezTo>
                      <a:pt x="49" y="165"/>
                      <a:pt x="42" y="166"/>
                      <a:pt x="34" y="168"/>
                    </a:cubicBezTo>
                    <a:cubicBezTo>
                      <a:pt x="35" y="168"/>
                      <a:pt x="35" y="168"/>
                      <a:pt x="35" y="168"/>
                    </a:cubicBezTo>
                    <a:cubicBezTo>
                      <a:pt x="28" y="169"/>
                      <a:pt x="20" y="169"/>
                      <a:pt x="13" y="170"/>
                    </a:cubicBezTo>
                    <a:cubicBezTo>
                      <a:pt x="12" y="170"/>
                      <a:pt x="12" y="170"/>
                      <a:pt x="12" y="170"/>
                    </a:cubicBezTo>
                    <a:cubicBezTo>
                      <a:pt x="6" y="170"/>
                      <a:pt x="2" y="166"/>
                      <a:pt x="1" y="1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8" name="Google Shape;1418;p16"/>
              <p:cNvSpPr/>
              <p:nvPr/>
            </p:nvSpPr>
            <p:spPr>
              <a:xfrm>
                <a:off x="468700" y="3988438"/>
                <a:ext cx="52920" cy="6840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190" extrusionOk="0">
                    <a:moveTo>
                      <a:pt x="23" y="162"/>
                    </a:moveTo>
                    <a:cubicBezTo>
                      <a:pt x="24" y="161"/>
                      <a:pt x="25" y="160"/>
                      <a:pt x="26" y="159"/>
                    </a:cubicBezTo>
                    <a:cubicBezTo>
                      <a:pt x="30" y="155"/>
                      <a:pt x="34" y="150"/>
                      <a:pt x="38" y="146"/>
                    </a:cubicBezTo>
                    <a:cubicBezTo>
                      <a:pt x="37" y="146"/>
                      <a:pt x="37" y="146"/>
                      <a:pt x="36" y="147"/>
                    </a:cubicBezTo>
                    <a:cubicBezTo>
                      <a:pt x="35" y="147"/>
                      <a:pt x="33" y="148"/>
                      <a:pt x="32" y="148"/>
                    </a:cubicBezTo>
                    <a:cubicBezTo>
                      <a:pt x="32" y="149"/>
                      <a:pt x="31" y="149"/>
                      <a:pt x="30" y="149"/>
                    </a:cubicBezTo>
                    <a:cubicBezTo>
                      <a:pt x="29" y="151"/>
                      <a:pt x="29" y="151"/>
                      <a:pt x="28" y="152"/>
                    </a:cubicBezTo>
                    <a:cubicBezTo>
                      <a:pt x="27" y="154"/>
                      <a:pt x="26" y="155"/>
                      <a:pt x="25" y="156"/>
                    </a:cubicBezTo>
                    <a:cubicBezTo>
                      <a:pt x="25" y="157"/>
                      <a:pt x="25" y="158"/>
                      <a:pt x="24" y="159"/>
                    </a:cubicBezTo>
                    <a:cubicBezTo>
                      <a:pt x="23" y="160"/>
                      <a:pt x="23" y="161"/>
                      <a:pt x="23" y="161"/>
                    </a:cubicBezTo>
                    <a:cubicBezTo>
                      <a:pt x="23" y="162"/>
                      <a:pt x="23" y="162"/>
                      <a:pt x="23" y="162"/>
                    </a:cubicBezTo>
                    <a:moveTo>
                      <a:pt x="12" y="187"/>
                    </a:moveTo>
                    <a:cubicBezTo>
                      <a:pt x="7" y="185"/>
                      <a:pt x="3" y="180"/>
                      <a:pt x="1" y="175"/>
                    </a:cubicBezTo>
                    <a:cubicBezTo>
                      <a:pt x="0" y="168"/>
                      <a:pt x="1" y="161"/>
                      <a:pt x="3" y="154"/>
                    </a:cubicBezTo>
                    <a:cubicBezTo>
                      <a:pt x="5" y="148"/>
                      <a:pt x="8" y="141"/>
                      <a:pt x="13" y="137"/>
                    </a:cubicBezTo>
                    <a:cubicBezTo>
                      <a:pt x="18" y="131"/>
                      <a:pt x="25" y="128"/>
                      <a:pt x="32" y="126"/>
                    </a:cubicBezTo>
                    <a:cubicBezTo>
                      <a:pt x="39" y="123"/>
                      <a:pt x="46" y="122"/>
                      <a:pt x="53" y="122"/>
                    </a:cubicBezTo>
                    <a:cubicBezTo>
                      <a:pt x="54" y="122"/>
                      <a:pt x="54" y="122"/>
                      <a:pt x="55" y="122"/>
                    </a:cubicBezTo>
                    <a:cubicBezTo>
                      <a:pt x="55" y="122"/>
                      <a:pt x="55" y="121"/>
                      <a:pt x="55" y="120"/>
                    </a:cubicBezTo>
                    <a:cubicBezTo>
                      <a:pt x="59" y="115"/>
                      <a:pt x="62" y="110"/>
                      <a:pt x="65" y="105"/>
                    </a:cubicBezTo>
                    <a:cubicBezTo>
                      <a:pt x="68" y="99"/>
                      <a:pt x="71" y="93"/>
                      <a:pt x="74" y="87"/>
                    </a:cubicBezTo>
                    <a:cubicBezTo>
                      <a:pt x="75" y="84"/>
                      <a:pt x="76" y="81"/>
                      <a:pt x="78" y="78"/>
                    </a:cubicBezTo>
                    <a:cubicBezTo>
                      <a:pt x="78" y="78"/>
                      <a:pt x="78" y="77"/>
                      <a:pt x="79" y="76"/>
                    </a:cubicBezTo>
                    <a:cubicBezTo>
                      <a:pt x="77" y="76"/>
                      <a:pt x="76" y="77"/>
                      <a:pt x="74" y="76"/>
                    </a:cubicBezTo>
                    <a:cubicBezTo>
                      <a:pt x="68" y="75"/>
                      <a:pt x="64" y="70"/>
                      <a:pt x="64" y="64"/>
                    </a:cubicBezTo>
                    <a:cubicBezTo>
                      <a:pt x="65" y="57"/>
                      <a:pt x="67" y="50"/>
                      <a:pt x="69" y="44"/>
                    </a:cubicBezTo>
                    <a:cubicBezTo>
                      <a:pt x="71" y="41"/>
                      <a:pt x="72" y="39"/>
                      <a:pt x="73" y="36"/>
                    </a:cubicBezTo>
                    <a:cubicBezTo>
                      <a:pt x="75" y="31"/>
                      <a:pt x="78" y="26"/>
                      <a:pt x="81" y="21"/>
                    </a:cubicBezTo>
                    <a:cubicBezTo>
                      <a:pt x="83" y="16"/>
                      <a:pt x="85" y="12"/>
                      <a:pt x="88" y="8"/>
                    </a:cubicBezTo>
                    <a:cubicBezTo>
                      <a:pt x="90" y="6"/>
                      <a:pt x="92" y="3"/>
                      <a:pt x="94" y="2"/>
                    </a:cubicBezTo>
                    <a:cubicBezTo>
                      <a:pt x="97" y="1"/>
                      <a:pt x="100" y="0"/>
                      <a:pt x="103" y="1"/>
                    </a:cubicBezTo>
                    <a:cubicBezTo>
                      <a:pt x="109" y="2"/>
                      <a:pt x="113" y="7"/>
                      <a:pt x="114" y="12"/>
                    </a:cubicBezTo>
                    <a:cubicBezTo>
                      <a:pt x="116" y="20"/>
                      <a:pt x="114" y="27"/>
                      <a:pt x="113" y="34"/>
                    </a:cubicBezTo>
                    <a:cubicBezTo>
                      <a:pt x="112" y="42"/>
                      <a:pt x="110" y="49"/>
                      <a:pt x="108" y="56"/>
                    </a:cubicBezTo>
                    <a:cubicBezTo>
                      <a:pt x="106" y="63"/>
                      <a:pt x="103" y="70"/>
                      <a:pt x="100" y="77"/>
                    </a:cubicBezTo>
                    <a:cubicBezTo>
                      <a:pt x="97" y="84"/>
                      <a:pt x="95" y="89"/>
                      <a:pt x="92" y="95"/>
                    </a:cubicBezTo>
                    <a:cubicBezTo>
                      <a:pt x="90" y="101"/>
                      <a:pt x="87" y="106"/>
                      <a:pt x="84" y="112"/>
                    </a:cubicBezTo>
                    <a:cubicBezTo>
                      <a:pt x="82" y="116"/>
                      <a:pt x="80" y="120"/>
                      <a:pt x="77" y="124"/>
                    </a:cubicBezTo>
                    <a:cubicBezTo>
                      <a:pt x="89" y="127"/>
                      <a:pt x="100" y="133"/>
                      <a:pt x="110" y="138"/>
                    </a:cubicBezTo>
                    <a:cubicBezTo>
                      <a:pt x="118" y="143"/>
                      <a:pt x="125" y="147"/>
                      <a:pt x="134" y="152"/>
                    </a:cubicBezTo>
                    <a:cubicBezTo>
                      <a:pt x="135" y="152"/>
                      <a:pt x="137" y="154"/>
                      <a:pt x="139" y="154"/>
                    </a:cubicBezTo>
                    <a:cubicBezTo>
                      <a:pt x="144" y="156"/>
                      <a:pt x="146" y="163"/>
                      <a:pt x="143" y="169"/>
                    </a:cubicBezTo>
                    <a:cubicBezTo>
                      <a:pt x="141" y="174"/>
                      <a:pt x="135" y="176"/>
                      <a:pt x="129" y="174"/>
                    </a:cubicBezTo>
                    <a:cubicBezTo>
                      <a:pt x="118" y="169"/>
                      <a:pt x="109" y="162"/>
                      <a:pt x="98" y="156"/>
                    </a:cubicBezTo>
                    <a:cubicBezTo>
                      <a:pt x="92" y="153"/>
                      <a:pt x="86" y="150"/>
                      <a:pt x="80" y="147"/>
                    </a:cubicBezTo>
                    <a:cubicBezTo>
                      <a:pt x="80" y="147"/>
                      <a:pt x="81" y="147"/>
                      <a:pt x="81" y="148"/>
                    </a:cubicBezTo>
                    <a:cubicBezTo>
                      <a:pt x="81" y="147"/>
                      <a:pt x="80" y="147"/>
                      <a:pt x="80" y="147"/>
                    </a:cubicBezTo>
                    <a:lnTo>
                      <a:pt x="79" y="147"/>
                    </a:lnTo>
                    <a:lnTo>
                      <a:pt x="80" y="147"/>
                    </a:lnTo>
                    <a:cubicBezTo>
                      <a:pt x="76" y="146"/>
                      <a:pt x="74" y="145"/>
                      <a:pt x="70" y="144"/>
                    </a:cubicBezTo>
                    <a:cubicBezTo>
                      <a:pt x="69" y="144"/>
                      <a:pt x="67" y="144"/>
                      <a:pt x="65" y="143"/>
                    </a:cubicBezTo>
                    <a:cubicBezTo>
                      <a:pt x="59" y="152"/>
                      <a:pt x="52" y="162"/>
                      <a:pt x="45" y="170"/>
                    </a:cubicBezTo>
                    <a:cubicBezTo>
                      <a:pt x="40" y="176"/>
                      <a:pt x="36" y="181"/>
                      <a:pt x="30" y="184"/>
                    </a:cubicBezTo>
                    <a:cubicBezTo>
                      <a:pt x="26" y="187"/>
                      <a:pt x="22" y="189"/>
                      <a:pt x="18" y="189"/>
                    </a:cubicBezTo>
                    <a:cubicBezTo>
                      <a:pt x="16" y="189"/>
                      <a:pt x="14" y="189"/>
                      <a:pt x="12" y="1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9" name="Google Shape;1419;p16"/>
              <p:cNvSpPr/>
              <p:nvPr/>
            </p:nvSpPr>
            <p:spPr>
              <a:xfrm>
                <a:off x="536740" y="4004638"/>
                <a:ext cx="18000" cy="32760"/>
              </a:xfrm>
              <a:custGeom>
                <a:avLst/>
                <a:gdLst/>
                <a:ahLst/>
                <a:cxnLst/>
                <a:rect l="l" t="t" r="r" b="b"/>
                <a:pathLst>
                  <a:path w="50" h="91" extrusionOk="0">
                    <a:moveTo>
                      <a:pt x="25" y="82"/>
                    </a:moveTo>
                    <a:cubicBezTo>
                      <a:pt x="21" y="70"/>
                      <a:pt x="15" y="58"/>
                      <a:pt x="10" y="46"/>
                    </a:cubicBezTo>
                    <a:cubicBezTo>
                      <a:pt x="6" y="37"/>
                      <a:pt x="3" y="28"/>
                      <a:pt x="1" y="18"/>
                    </a:cubicBezTo>
                    <a:cubicBezTo>
                      <a:pt x="0" y="15"/>
                      <a:pt x="0" y="12"/>
                      <a:pt x="1" y="10"/>
                    </a:cubicBezTo>
                    <a:cubicBezTo>
                      <a:pt x="2" y="7"/>
                      <a:pt x="4" y="4"/>
                      <a:pt x="6" y="3"/>
                    </a:cubicBezTo>
                    <a:cubicBezTo>
                      <a:pt x="9" y="1"/>
                      <a:pt x="13" y="0"/>
                      <a:pt x="16" y="1"/>
                    </a:cubicBezTo>
                    <a:cubicBezTo>
                      <a:pt x="17" y="1"/>
                      <a:pt x="18" y="1"/>
                      <a:pt x="20" y="2"/>
                    </a:cubicBezTo>
                    <a:cubicBezTo>
                      <a:pt x="26" y="4"/>
                      <a:pt x="29" y="10"/>
                      <a:pt x="27" y="16"/>
                    </a:cubicBezTo>
                    <a:cubicBezTo>
                      <a:pt x="27" y="18"/>
                      <a:pt x="26" y="19"/>
                      <a:pt x="24" y="21"/>
                    </a:cubicBezTo>
                    <a:cubicBezTo>
                      <a:pt x="27" y="30"/>
                      <a:pt x="31" y="40"/>
                      <a:pt x="35" y="49"/>
                    </a:cubicBezTo>
                    <a:cubicBezTo>
                      <a:pt x="39" y="57"/>
                      <a:pt x="42" y="66"/>
                      <a:pt x="46" y="75"/>
                    </a:cubicBezTo>
                    <a:cubicBezTo>
                      <a:pt x="49" y="81"/>
                      <a:pt x="45" y="87"/>
                      <a:pt x="39" y="89"/>
                    </a:cubicBezTo>
                    <a:cubicBezTo>
                      <a:pt x="38" y="89"/>
                      <a:pt x="37" y="90"/>
                      <a:pt x="36" y="90"/>
                    </a:cubicBezTo>
                    <a:cubicBezTo>
                      <a:pt x="31" y="89"/>
                      <a:pt x="27" y="87"/>
                      <a:pt x="25" y="8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0" name="Google Shape;1420;p16"/>
              <p:cNvSpPr/>
              <p:nvPr/>
            </p:nvSpPr>
            <p:spPr>
              <a:xfrm>
                <a:off x="527020" y="4007158"/>
                <a:ext cx="45360" cy="4392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122" extrusionOk="0">
                    <a:moveTo>
                      <a:pt x="5" y="118"/>
                    </a:moveTo>
                    <a:cubicBezTo>
                      <a:pt x="1" y="115"/>
                      <a:pt x="0" y="108"/>
                      <a:pt x="4" y="103"/>
                    </a:cubicBezTo>
                    <a:cubicBezTo>
                      <a:pt x="17" y="88"/>
                      <a:pt x="31" y="72"/>
                      <a:pt x="45" y="56"/>
                    </a:cubicBezTo>
                    <a:cubicBezTo>
                      <a:pt x="52" y="48"/>
                      <a:pt x="59" y="39"/>
                      <a:pt x="67" y="31"/>
                    </a:cubicBezTo>
                    <a:cubicBezTo>
                      <a:pt x="75" y="22"/>
                      <a:pt x="84" y="13"/>
                      <a:pt x="94" y="5"/>
                    </a:cubicBezTo>
                    <a:cubicBezTo>
                      <a:pt x="98" y="3"/>
                      <a:pt x="104" y="0"/>
                      <a:pt x="109" y="0"/>
                    </a:cubicBezTo>
                    <a:cubicBezTo>
                      <a:pt x="114" y="0"/>
                      <a:pt x="118" y="1"/>
                      <a:pt x="122" y="5"/>
                    </a:cubicBezTo>
                    <a:cubicBezTo>
                      <a:pt x="125" y="10"/>
                      <a:pt x="125" y="16"/>
                      <a:pt x="121" y="21"/>
                    </a:cubicBezTo>
                    <a:cubicBezTo>
                      <a:pt x="117" y="24"/>
                      <a:pt x="112" y="25"/>
                      <a:pt x="108" y="22"/>
                    </a:cubicBezTo>
                    <a:lnTo>
                      <a:pt x="108" y="23"/>
                    </a:lnTo>
                    <a:cubicBezTo>
                      <a:pt x="107" y="24"/>
                      <a:pt x="105" y="25"/>
                      <a:pt x="103" y="26"/>
                    </a:cubicBezTo>
                    <a:cubicBezTo>
                      <a:pt x="98" y="30"/>
                      <a:pt x="93" y="35"/>
                      <a:pt x="88" y="39"/>
                    </a:cubicBezTo>
                    <a:cubicBezTo>
                      <a:pt x="89" y="39"/>
                      <a:pt x="89" y="39"/>
                      <a:pt x="89" y="39"/>
                    </a:cubicBezTo>
                    <a:cubicBezTo>
                      <a:pt x="77" y="51"/>
                      <a:pt x="65" y="65"/>
                      <a:pt x="54" y="78"/>
                    </a:cubicBezTo>
                    <a:cubicBezTo>
                      <a:pt x="42" y="91"/>
                      <a:pt x="31" y="104"/>
                      <a:pt x="21" y="117"/>
                    </a:cubicBezTo>
                    <a:cubicBezTo>
                      <a:pt x="19" y="120"/>
                      <a:pt x="16" y="121"/>
                      <a:pt x="12" y="121"/>
                    </a:cubicBezTo>
                    <a:cubicBezTo>
                      <a:pt x="10" y="121"/>
                      <a:pt x="8" y="120"/>
                      <a:pt x="5" y="11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1" name="Google Shape;1421;p16"/>
              <p:cNvSpPr/>
              <p:nvPr/>
            </p:nvSpPr>
            <p:spPr>
              <a:xfrm>
                <a:off x="576340" y="3984838"/>
                <a:ext cx="64800" cy="40320"/>
              </a:xfrm>
              <a:custGeom>
                <a:avLst/>
                <a:gdLst/>
                <a:ahLst/>
                <a:cxnLst/>
                <a:rect l="l" t="t" r="r" b="b"/>
                <a:pathLst>
                  <a:path w="180" h="112" extrusionOk="0">
                    <a:moveTo>
                      <a:pt x="30" y="23"/>
                    </a:moveTo>
                    <a:lnTo>
                      <a:pt x="29" y="23"/>
                    </a:lnTo>
                    <a:lnTo>
                      <a:pt x="28" y="23"/>
                    </a:lnTo>
                    <a:lnTo>
                      <a:pt x="27" y="23"/>
                    </a:lnTo>
                    <a:cubicBezTo>
                      <a:pt x="28" y="23"/>
                      <a:pt x="28" y="23"/>
                      <a:pt x="30" y="23"/>
                    </a:cubicBezTo>
                    <a:moveTo>
                      <a:pt x="37" y="110"/>
                    </a:moveTo>
                    <a:cubicBezTo>
                      <a:pt x="36" y="109"/>
                      <a:pt x="35" y="109"/>
                      <a:pt x="34" y="109"/>
                    </a:cubicBezTo>
                    <a:cubicBezTo>
                      <a:pt x="32" y="108"/>
                      <a:pt x="32" y="107"/>
                      <a:pt x="31" y="106"/>
                    </a:cubicBezTo>
                    <a:cubicBezTo>
                      <a:pt x="28" y="105"/>
                      <a:pt x="27" y="102"/>
                      <a:pt x="26" y="99"/>
                    </a:cubicBezTo>
                    <a:cubicBezTo>
                      <a:pt x="24" y="94"/>
                      <a:pt x="26" y="89"/>
                      <a:pt x="27" y="84"/>
                    </a:cubicBezTo>
                    <a:cubicBezTo>
                      <a:pt x="30" y="75"/>
                      <a:pt x="31" y="66"/>
                      <a:pt x="32" y="56"/>
                    </a:cubicBezTo>
                    <a:cubicBezTo>
                      <a:pt x="32" y="53"/>
                      <a:pt x="32" y="49"/>
                      <a:pt x="32" y="46"/>
                    </a:cubicBezTo>
                    <a:cubicBezTo>
                      <a:pt x="30" y="47"/>
                      <a:pt x="28" y="46"/>
                      <a:pt x="25" y="45"/>
                    </a:cubicBezTo>
                    <a:lnTo>
                      <a:pt x="24" y="45"/>
                    </a:lnTo>
                    <a:cubicBezTo>
                      <a:pt x="19" y="44"/>
                      <a:pt x="13" y="44"/>
                      <a:pt x="9" y="40"/>
                    </a:cubicBezTo>
                    <a:cubicBezTo>
                      <a:pt x="2" y="34"/>
                      <a:pt x="0" y="24"/>
                      <a:pt x="4" y="16"/>
                    </a:cubicBezTo>
                    <a:cubicBezTo>
                      <a:pt x="6" y="12"/>
                      <a:pt x="9" y="7"/>
                      <a:pt x="13" y="5"/>
                    </a:cubicBezTo>
                    <a:cubicBezTo>
                      <a:pt x="17" y="2"/>
                      <a:pt x="21" y="0"/>
                      <a:pt x="27" y="0"/>
                    </a:cubicBezTo>
                    <a:cubicBezTo>
                      <a:pt x="36" y="0"/>
                      <a:pt x="45" y="5"/>
                      <a:pt x="49" y="13"/>
                    </a:cubicBezTo>
                    <a:cubicBezTo>
                      <a:pt x="55" y="23"/>
                      <a:pt x="55" y="35"/>
                      <a:pt x="55" y="46"/>
                    </a:cubicBezTo>
                    <a:cubicBezTo>
                      <a:pt x="54" y="53"/>
                      <a:pt x="53" y="60"/>
                      <a:pt x="52" y="68"/>
                    </a:cubicBezTo>
                    <a:cubicBezTo>
                      <a:pt x="52" y="72"/>
                      <a:pt x="51" y="76"/>
                      <a:pt x="51" y="80"/>
                    </a:cubicBezTo>
                    <a:cubicBezTo>
                      <a:pt x="50" y="82"/>
                      <a:pt x="49" y="85"/>
                      <a:pt x="49" y="88"/>
                    </a:cubicBezTo>
                    <a:cubicBezTo>
                      <a:pt x="52" y="87"/>
                      <a:pt x="55" y="87"/>
                      <a:pt x="58" y="85"/>
                    </a:cubicBezTo>
                    <a:cubicBezTo>
                      <a:pt x="71" y="82"/>
                      <a:pt x="83" y="77"/>
                      <a:pt x="95" y="72"/>
                    </a:cubicBezTo>
                    <a:cubicBezTo>
                      <a:pt x="102" y="69"/>
                      <a:pt x="108" y="66"/>
                      <a:pt x="115" y="63"/>
                    </a:cubicBezTo>
                    <a:cubicBezTo>
                      <a:pt x="132" y="56"/>
                      <a:pt x="148" y="50"/>
                      <a:pt x="164" y="43"/>
                    </a:cubicBezTo>
                    <a:cubicBezTo>
                      <a:pt x="169" y="41"/>
                      <a:pt x="175" y="44"/>
                      <a:pt x="176" y="49"/>
                    </a:cubicBezTo>
                    <a:cubicBezTo>
                      <a:pt x="179" y="54"/>
                      <a:pt x="176" y="59"/>
                      <a:pt x="171" y="62"/>
                    </a:cubicBezTo>
                    <a:cubicBezTo>
                      <a:pt x="152" y="70"/>
                      <a:pt x="133" y="78"/>
                      <a:pt x="114" y="85"/>
                    </a:cubicBezTo>
                    <a:cubicBezTo>
                      <a:pt x="101" y="91"/>
                      <a:pt x="87" y="97"/>
                      <a:pt x="74" y="102"/>
                    </a:cubicBezTo>
                    <a:cubicBezTo>
                      <a:pt x="68" y="105"/>
                      <a:pt x="62" y="107"/>
                      <a:pt x="55" y="109"/>
                    </a:cubicBezTo>
                    <a:cubicBezTo>
                      <a:pt x="52" y="109"/>
                      <a:pt x="49" y="110"/>
                      <a:pt x="46" y="111"/>
                    </a:cubicBezTo>
                    <a:cubicBezTo>
                      <a:pt x="45" y="111"/>
                      <a:pt x="44" y="111"/>
                      <a:pt x="42" y="111"/>
                    </a:cubicBezTo>
                    <a:cubicBezTo>
                      <a:pt x="40" y="111"/>
                      <a:pt x="38" y="110"/>
                      <a:pt x="37" y="1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2" name="Google Shape;1422;p16"/>
              <p:cNvSpPr/>
              <p:nvPr/>
            </p:nvSpPr>
            <p:spPr>
              <a:xfrm>
                <a:off x="-115580" y="4234318"/>
                <a:ext cx="70200" cy="128520"/>
              </a:xfrm>
              <a:custGeom>
                <a:avLst/>
                <a:gdLst/>
                <a:ahLst/>
                <a:cxnLst/>
                <a:rect l="l" t="t" r="r" b="b"/>
                <a:pathLst>
                  <a:path w="195" h="357" extrusionOk="0">
                    <a:moveTo>
                      <a:pt x="32" y="354"/>
                    </a:moveTo>
                    <a:cubicBezTo>
                      <a:pt x="28" y="353"/>
                      <a:pt x="24" y="350"/>
                      <a:pt x="21" y="347"/>
                    </a:cubicBezTo>
                    <a:cubicBezTo>
                      <a:pt x="6" y="332"/>
                      <a:pt x="0" y="310"/>
                      <a:pt x="0" y="289"/>
                    </a:cubicBezTo>
                    <a:cubicBezTo>
                      <a:pt x="1" y="279"/>
                      <a:pt x="4" y="268"/>
                      <a:pt x="8" y="259"/>
                    </a:cubicBezTo>
                    <a:cubicBezTo>
                      <a:pt x="13" y="249"/>
                      <a:pt x="18" y="240"/>
                      <a:pt x="25" y="231"/>
                    </a:cubicBezTo>
                    <a:cubicBezTo>
                      <a:pt x="32" y="223"/>
                      <a:pt x="39" y="215"/>
                      <a:pt x="47" y="206"/>
                    </a:cubicBezTo>
                    <a:cubicBezTo>
                      <a:pt x="51" y="202"/>
                      <a:pt x="57" y="202"/>
                      <a:pt x="61" y="205"/>
                    </a:cubicBezTo>
                    <a:cubicBezTo>
                      <a:pt x="65" y="209"/>
                      <a:pt x="66" y="215"/>
                      <a:pt x="62" y="219"/>
                    </a:cubicBezTo>
                    <a:cubicBezTo>
                      <a:pt x="55" y="227"/>
                      <a:pt x="47" y="236"/>
                      <a:pt x="40" y="245"/>
                    </a:cubicBezTo>
                    <a:cubicBezTo>
                      <a:pt x="37" y="250"/>
                      <a:pt x="34" y="254"/>
                      <a:pt x="31" y="259"/>
                    </a:cubicBezTo>
                    <a:cubicBezTo>
                      <a:pt x="29" y="262"/>
                      <a:pt x="28" y="265"/>
                      <a:pt x="27" y="269"/>
                    </a:cubicBezTo>
                    <a:cubicBezTo>
                      <a:pt x="25" y="272"/>
                      <a:pt x="24" y="276"/>
                      <a:pt x="23" y="279"/>
                    </a:cubicBezTo>
                    <a:cubicBezTo>
                      <a:pt x="22" y="282"/>
                      <a:pt x="22" y="284"/>
                      <a:pt x="22" y="287"/>
                    </a:cubicBezTo>
                    <a:cubicBezTo>
                      <a:pt x="22" y="289"/>
                      <a:pt x="21" y="291"/>
                      <a:pt x="21" y="293"/>
                    </a:cubicBezTo>
                    <a:cubicBezTo>
                      <a:pt x="22" y="297"/>
                      <a:pt x="22" y="300"/>
                      <a:pt x="22" y="303"/>
                    </a:cubicBezTo>
                    <a:cubicBezTo>
                      <a:pt x="23" y="306"/>
                      <a:pt x="24" y="309"/>
                      <a:pt x="24" y="312"/>
                    </a:cubicBezTo>
                    <a:cubicBezTo>
                      <a:pt x="25" y="314"/>
                      <a:pt x="26" y="316"/>
                      <a:pt x="27" y="318"/>
                    </a:cubicBezTo>
                    <a:cubicBezTo>
                      <a:pt x="28" y="320"/>
                      <a:pt x="28" y="322"/>
                      <a:pt x="29" y="324"/>
                    </a:cubicBezTo>
                    <a:cubicBezTo>
                      <a:pt x="31" y="325"/>
                      <a:pt x="31" y="326"/>
                      <a:pt x="32" y="328"/>
                    </a:cubicBezTo>
                    <a:cubicBezTo>
                      <a:pt x="34" y="329"/>
                      <a:pt x="34" y="330"/>
                      <a:pt x="35" y="331"/>
                    </a:cubicBezTo>
                    <a:cubicBezTo>
                      <a:pt x="36" y="332"/>
                      <a:pt x="36" y="332"/>
                      <a:pt x="38" y="333"/>
                    </a:cubicBezTo>
                    <a:cubicBezTo>
                      <a:pt x="39" y="334"/>
                      <a:pt x="39" y="334"/>
                      <a:pt x="40" y="335"/>
                    </a:cubicBezTo>
                    <a:lnTo>
                      <a:pt x="41" y="335"/>
                    </a:lnTo>
                    <a:lnTo>
                      <a:pt x="42" y="335"/>
                    </a:lnTo>
                    <a:cubicBezTo>
                      <a:pt x="43" y="335"/>
                      <a:pt x="43" y="335"/>
                      <a:pt x="43" y="335"/>
                    </a:cubicBezTo>
                    <a:cubicBezTo>
                      <a:pt x="45" y="335"/>
                      <a:pt x="46" y="334"/>
                      <a:pt x="48" y="334"/>
                    </a:cubicBezTo>
                    <a:cubicBezTo>
                      <a:pt x="49" y="333"/>
                      <a:pt x="49" y="333"/>
                      <a:pt x="50" y="333"/>
                    </a:cubicBezTo>
                    <a:cubicBezTo>
                      <a:pt x="52" y="332"/>
                      <a:pt x="52" y="332"/>
                      <a:pt x="53" y="331"/>
                    </a:cubicBezTo>
                    <a:cubicBezTo>
                      <a:pt x="54" y="331"/>
                      <a:pt x="55" y="331"/>
                      <a:pt x="55" y="331"/>
                    </a:cubicBezTo>
                    <a:cubicBezTo>
                      <a:pt x="56" y="330"/>
                      <a:pt x="56" y="329"/>
                      <a:pt x="56" y="329"/>
                    </a:cubicBezTo>
                    <a:cubicBezTo>
                      <a:pt x="59" y="327"/>
                      <a:pt x="60" y="325"/>
                      <a:pt x="62" y="322"/>
                    </a:cubicBezTo>
                    <a:lnTo>
                      <a:pt x="62" y="323"/>
                    </a:lnTo>
                    <a:cubicBezTo>
                      <a:pt x="62" y="322"/>
                      <a:pt x="62" y="322"/>
                      <a:pt x="62" y="322"/>
                    </a:cubicBezTo>
                    <a:lnTo>
                      <a:pt x="63" y="322"/>
                    </a:lnTo>
                    <a:lnTo>
                      <a:pt x="62" y="322"/>
                    </a:lnTo>
                    <a:cubicBezTo>
                      <a:pt x="66" y="318"/>
                      <a:pt x="68" y="313"/>
                      <a:pt x="71" y="308"/>
                    </a:cubicBezTo>
                    <a:cubicBezTo>
                      <a:pt x="75" y="301"/>
                      <a:pt x="78" y="294"/>
                      <a:pt x="81" y="287"/>
                    </a:cubicBezTo>
                    <a:lnTo>
                      <a:pt x="81" y="288"/>
                    </a:lnTo>
                    <a:cubicBezTo>
                      <a:pt x="83" y="283"/>
                      <a:pt x="85" y="277"/>
                      <a:pt x="87" y="273"/>
                    </a:cubicBezTo>
                    <a:cubicBezTo>
                      <a:pt x="89" y="268"/>
                      <a:pt x="91" y="262"/>
                      <a:pt x="92" y="257"/>
                    </a:cubicBezTo>
                    <a:cubicBezTo>
                      <a:pt x="96" y="246"/>
                      <a:pt x="99" y="235"/>
                      <a:pt x="102" y="224"/>
                    </a:cubicBezTo>
                    <a:cubicBezTo>
                      <a:pt x="109" y="202"/>
                      <a:pt x="116" y="180"/>
                      <a:pt x="123" y="158"/>
                    </a:cubicBezTo>
                    <a:cubicBezTo>
                      <a:pt x="129" y="137"/>
                      <a:pt x="136" y="116"/>
                      <a:pt x="143" y="95"/>
                    </a:cubicBezTo>
                    <a:cubicBezTo>
                      <a:pt x="144" y="92"/>
                      <a:pt x="145" y="89"/>
                      <a:pt x="146" y="86"/>
                    </a:cubicBezTo>
                    <a:cubicBezTo>
                      <a:pt x="145" y="88"/>
                      <a:pt x="143" y="90"/>
                      <a:pt x="141" y="92"/>
                    </a:cubicBezTo>
                    <a:cubicBezTo>
                      <a:pt x="139" y="94"/>
                      <a:pt x="137" y="96"/>
                      <a:pt x="135" y="99"/>
                    </a:cubicBezTo>
                    <a:cubicBezTo>
                      <a:pt x="130" y="104"/>
                      <a:pt x="125" y="109"/>
                      <a:pt x="120" y="113"/>
                    </a:cubicBezTo>
                    <a:cubicBezTo>
                      <a:pt x="115" y="119"/>
                      <a:pt x="109" y="124"/>
                      <a:pt x="102" y="129"/>
                    </a:cubicBezTo>
                    <a:cubicBezTo>
                      <a:pt x="92" y="137"/>
                      <a:pt x="78" y="145"/>
                      <a:pt x="65" y="142"/>
                    </a:cubicBezTo>
                    <a:cubicBezTo>
                      <a:pt x="59" y="141"/>
                      <a:pt x="54" y="136"/>
                      <a:pt x="50" y="131"/>
                    </a:cubicBezTo>
                    <a:cubicBezTo>
                      <a:pt x="46" y="125"/>
                      <a:pt x="46" y="118"/>
                      <a:pt x="46" y="111"/>
                    </a:cubicBezTo>
                    <a:cubicBezTo>
                      <a:pt x="47" y="94"/>
                      <a:pt x="50" y="77"/>
                      <a:pt x="54" y="59"/>
                    </a:cubicBezTo>
                    <a:cubicBezTo>
                      <a:pt x="55" y="50"/>
                      <a:pt x="57" y="42"/>
                      <a:pt x="60" y="33"/>
                    </a:cubicBezTo>
                    <a:cubicBezTo>
                      <a:pt x="62" y="26"/>
                      <a:pt x="64" y="18"/>
                      <a:pt x="66" y="11"/>
                    </a:cubicBezTo>
                    <a:cubicBezTo>
                      <a:pt x="66" y="10"/>
                      <a:pt x="66" y="10"/>
                      <a:pt x="67" y="9"/>
                    </a:cubicBezTo>
                    <a:cubicBezTo>
                      <a:pt x="66" y="9"/>
                      <a:pt x="66" y="10"/>
                      <a:pt x="66" y="10"/>
                    </a:cubicBezTo>
                    <a:cubicBezTo>
                      <a:pt x="67" y="9"/>
                      <a:pt x="67" y="9"/>
                      <a:pt x="67" y="9"/>
                    </a:cubicBezTo>
                    <a:cubicBezTo>
                      <a:pt x="68" y="3"/>
                      <a:pt x="74" y="0"/>
                      <a:pt x="81" y="1"/>
                    </a:cubicBezTo>
                    <a:cubicBezTo>
                      <a:pt x="86" y="3"/>
                      <a:pt x="90" y="10"/>
                      <a:pt x="88" y="15"/>
                    </a:cubicBezTo>
                    <a:cubicBezTo>
                      <a:pt x="88" y="16"/>
                      <a:pt x="88" y="16"/>
                      <a:pt x="88" y="17"/>
                    </a:cubicBezTo>
                    <a:cubicBezTo>
                      <a:pt x="88" y="16"/>
                      <a:pt x="88" y="16"/>
                      <a:pt x="88" y="16"/>
                    </a:cubicBezTo>
                    <a:cubicBezTo>
                      <a:pt x="87" y="17"/>
                      <a:pt x="87" y="17"/>
                      <a:pt x="87" y="17"/>
                    </a:cubicBezTo>
                    <a:cubicBezTo>
                      <a:pt x="84" y="28"/>
                      <a:pt x="80" y="37"/>
                      <a:pt x="78" y="48"/>
                    </a:cubicBezTo>
                    <a:cubicBezTo>
                      <a:pt x="78" y="47"/>
                      <a:pt x="78" y="47"/>
                      <a:pt x="78" y="47"/>
                    </a:cubicBezTo>
                    <a:lnTo>
                      <a:pt x="78" y="48"/>
                    </a:lnTo>
                    <a:cubicBezTo>
                      <a:pt x="77" y="48"/>
                      <a:pt x="77" y="48"/>
                      <a:pt x="77" y="48"/>
                    </a:cubicBezTo>
                    <a:lnTo>
                      <a:pt x="78" y="48"/>
                    </a:lnTo>
                    <a:cubicBezTo>
                      <a:pt x="77" y="53"/>
                      <a:pt x="75" y="57"/>
                      <a:pt x="74" y="61"/>
                    </a:cubicBezTo>
                    <a:cubicBezTo>
                      <a:pt x="73" y="66"/>
                      <a:pt x="73" y="71"/>
                      <a:pt x="71" y="75"/>
                    </a:cubicBezTo>
                    <a:cubicBezTo>
                      <a:pt x="70" y="83"/>
                      <a:pt x="69" y="91"/>
                      <a:pt x="68" y="100"/>
                    </a:cubicBezTo>
                    <a:cubicBezTo>
                      <a:pt x="68" y="104"/>
                      <a:pt x="67" y="109"/>
                      <a:pt x="67" y="114"/>
                    </a:cubicBezTo>
                    <a:cubicBezTo>
                      <a:pt x="67" y="116"/>
                      <a:pt x="68" y="117"/>
                      <a:pt x="68" y="118"/>
                    </a:cubicBezTo>
                    <a:lnTo>
                      <a:pt x="68" y="119"/>
                    </a:lnTo>
                    <a:lnTo>
                      <a:pt x="68" y="120"/>
                    </a:lnTo>
                    <a:lnTo>
                      <a:pt x="69" y="120"/>
                    </a:lnTo>
                    <a:cubicBezTo>
                      <a:pt x="69" y="120"/>
                      <a:pt x="69" y="121"/>
                      <a:pt x="70" y="121"/>
                    </a:cubicBezTo>
                    <a:lnTo>
                      <a:pt x="71" y="121"/>
                    </a:lnTo>
                    <a:cubicBezTo>
                      <a:pt x="72" y="121"/>
                      <a:pt x="73" y="121"/>
                      <a:pt x="74" y="120"/>
                    </a:cubicBezTo>
                    <a:cubicBezTo>
                      <a:pt x="75" y="120"/>
                      <a:pt x="77" y="120"/>
                      <a:pt x="78" y="119"/>
                    </a:cubicBezTo>
                    <a:cubicBezTo>
                      <a:pt x="80" y="118"/>
                      <a:pt x="82" y="117"/>
                      <a:pt x="83" y="116"/>
                    </a:cubicBezTo>
                    <a:cubicBezTo>
                      <a:pt x="88" y="114"/>
                      <a:pt x="92" y="111"/>
                      <a:pt x="95" y="108"/>
                    </a:cubicBezTo>
                    <a:cubicBezTo>
                      <a:pt x="104" y="101"/>
                      <a:pt x="112" y="93"/>
                      <a:pt x="120" y="85"/>
                    </a:cubicBezTo>
                    <a:cubicBezTo>
                      <a:pt x="120" y="85"/>
                      <a:pt x="120" y="86"/>
                      <a:pt x="119" y="86"/>
                    </a:cubicBezTo>
                    <a:cubicBezTo>
                      <a:pt x="123" y="82"/>
                      <a:pt x="127" y="78"/>
                      <a:pt x="131" y="74"/>
                    </a:cubicBezTo>
                    <a:cubicBezTo>
                      <a:pt x="133" y="72"/>
                      <a:pt x="134" y="70"/>
                      <a:pt x="136" y="68"/>
                    </a:cubicBezTo>
                    <a:cubicBezTo>
                      <a:pt x="137" y="65"/>
                      <a:pt x="139" y="63"/>
                      <a:pt x="141" y="61"/>
                    </a:cubicBezTo>
                    <a:cubicBezTo>
                      <a:pt x="146" y="54"/>
                      <a:pt x="151" y="47"/>
                      <a:pt x="156" y="39"/>
                    </a:cubicBezTo>
                    <a:cubicBezTo>
                      <a:pt x="159" y="36"/>
                      <a:pt x="161" y="33"/>
                      <a:pt x="163" y="29"/>
                    </a:cubicBezTo>
                    <a:cubicBezTo>
                      <a:pt x="164" y="27"/>
                      <a:pt x="165" y="25"/>
                      <a:pt x="167" y="23"/>
                    </a:cubicBezTo>
                    <a:cubicBezTo>
                      <a:pt x="167" y="22"/>
                      <a:pt x="169" y="21"/>
                      <a:pt x="169" y="19"/>
                    </a:cubicBezTo>
                    <a:cubicBezTo>
                      <a:pt x="171" y="17"/>
                      <a:pt x="173" y="14"/>
                      <a:pt x="175" y="12"/>
                    </a:cubicBezTo>
                    <a:cubicBezTo>
                      <a:pt x="178" y="8"/>
                      <a:pt x="184" y="8"/>
                      <a:pt x="188" y="11"/>
                    </a:cubicBezTo>
                    <a:cubicBezTo>
                      <a:pt x="192" y="14"/>
                      <a:pt x="194" y="19"/>
                      <a:pt x="192" y="23"/>
                    </a:cubicBezTo>
                    <a:cubicBezTo>
                      <a:pt x="190" y="31"/>
                      <a:pt x="186" y="39"/>
                      <a:pt x="183" y="47"/>
                    </a:cubicBezTo>
                    <a:cubicBezTo>
                      <a:pt x="180" y="54"/>
                      <a:pt x="176" y="63"/>
                      <a:pt x="173" y="70"/>
                    </a:cubicBezTo>
                    <a:cubicBezTo>
                      <a:pt x="173" y="70"/>
                      <a:pt x="174" y="70"/>
                      <a:pt x="174" y="69"/>
                    </a:cubicBezTo>
                    <a:cubicBezTo>
                      <a:pt x="170" y="79"/>
                      <a:pt x="166" y="89"/>
                      <a:pt x="163" y="99"/>
                    </a:cubicBezTo>
                    <a:cubicBezTo>
                      <a:pt x="159" y="109"/>
                      <a:pt x="155" y="120"/>
                      <a:pt x="151" y="131"/>
                    </a:cubicBezTo>
                    <a:cubicBezTo>
                      <a:pt x="145" y="152"/>
                      <a:pt x="137" y="173"/>
                      <a:pt x="131" y="194"/>
                    </a:cubicBezTo>
                    <a:cubicBezTo>
                      <a:pt x="124" y="217"/>
                      <a:pt x="117" y="239"/>
                      <a:pt x="110" y="262"/>
                    </a:cubicBezTo>
                    <a:cubicBezTo>
                      <a:pt x="109" y="267"/>
                      <a:pt x="108" y="272"/>
                      <a:pt x="106" y="278"/>
                    </a:cubicBezTo>
                    <a:cubicBezTo>
                      <a:pt x="104" y="283"/>
                      <a:pt x="102" y="288"/>
                      <a:pt x="100" y="293"/>
                    </a:cubicBezTo>
                    <a:cubicBezTo>
                      <a:pt x="98" y="298"/>
                      <a:pt x="96" y="304"/>
                      <a:pt x="93" y="309"/>
                    </a:cubicBezTo>
                    <a:cubicBezTo>
                      <a:pt x="91" y="315"/>
                      <a:pt x="88" y="321"/>
                      <a:pt x="84" y="326"/>
                    </a:cubicBezTo>
                    <a:cubicBezTo>
                      <a:pt x="80" y="333"/>
                      <a:pt x="76" y="339"/>
                      <a:pt x="71" y="344"/>
                    </a:cubicBezTo>
                    <a:cubicBezTo>
                      <a:pt x="64" y="351"/>
                      <a:pt x="56" y="354"/>
                      <a:pt x="47" y="356"/>
                    </a:cubicBezTo>
                    <a:cubicBezTo>
                      <a:pt x="45" y="356"/>
                      <a:pt x="43" y="356"/>
                      <a:pt x="42" y="356"/>
                    </a:cubicBezTo>
                    <a:cubicBezTo>
                      <a:pt x="39" y="356"/>
                      <a:pt x="36" y="356"/>
                      <a:pt x="32" y="3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3" name="Google Shape;1423;p16"/>
              <p:cNvSpPr/>
              <p:nvPr/>
            </p:nvSpPr>
            <p:spPr>
              <a:xfrm>
                <a:off x="-3620" y="4251238"/>
                <a:ext cx="27720" cy="9360"/>
              </a:xfrm>
              <a:custGeom>
                <a:avLst/>
                <a:gdLst/>
                <a:ahLst/>
                <a:cxnLst/>
                <a:rect l="l" t="t" r="r" b="b"/>
                <a:pathLst>
                  <a:path w="77" h="26" extrusionOk="0">
                    <a:moveTo>
                      <a:pt x="15" y="25"/>
                    </a:moveTo>
                    <a:cubicBezTo>
                      <a:pt x="13" y="25"/>
                      <a:pt x="11" y="24"/>
                      <a:pt x="10" y="24"/>
                    </a:cubicBezTo>
                    <a:cubicBezTo>
                      <a:pt x="4" y="23"/>
                      <a:pt x="0" y="18"/>
                      <a:pt x="0" y="13"/>
                    </a:cubicBezTo>
                    <a:cubicBezTo>
                      <a:pt x="0" y="7"/>
                      <a:pt x="6" y="2"/>
                      <a:pt x="11" y="2"/>
                    </a:cubicBezTo>
                    <a:cubicBezTo>
                      <a:pt x="14" y="2"/>
                      <a:pt x="16" y="2"/>
                      <a:pt x="17" y="2"/>
                    </a:cubicBezTo>
                    <a:cubicBezTo>
                      <a:pt x="32" y="2"/>
                      <a:pt x="48" y="0"/>
                      <a:pt x="63" y="0"/>
                    </a:cubicBezTo>
                    <a:cubicBezTo>
                      <a:pt x="69" y="0"/>
                      <a:pt x="74" y="3"/>
                      <a:pt x="75" y="10"/>
                    </a:cubicBezTo>
                    <a:cubicBezTo>
                      <a:pt x="76" y="15"/>
                      <a:pt x="71" y="21"/>
                      <a:pt x="65" y="21"/>
                    </a:cubicBezTo>
                    <a:cubicBezTo>
                      <a:pt x="56" y="21"/>
                      <a:pt x="46" y="22"/>
                      <a:pt x="37" y="23"/>
                    </a:cubicBezTo>
                    <a:cubicBezTo>
                      <a:pt x="32" y="23"/>
                      <a:pt x="27" y="23"/>
                      <a:pt x="23" y="24"/>
                    </a:cubicBezTo>
                    <a:cubicBezTo>
                      <a:pt x="21" y="25"/>
                      <a:pt x="19" y="25"/>
                      <a:pt x="17" y="25"/>
                    </a:cubicBezTo>
                    <a:cubicBezTo>
                      <a:pt x="16" y="25"/>
                      <a:pt x="16" y="25"/>
                      <a:pt x="15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4" name="Google Shape;1424;p16"/>
              <p:cNvSpPr/>
              <p:nvPr/>
            </p:nvSpPr>
            <p:spPr>
              <a:xfrm>
                <a:off x="-17660" y="4264918"/>
                <a:ext cx="52560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146" h="40" extrusionOk="0">
                    <a:moveTo>
                      <a:pt x="9" y="39"/>
                    </a:moveTo>
                    <a:cubicBezTo>
                      <a:pt x="4" y="38"/>
                      <a:pt x="0" y="33"/>
                      <a:pt x="0" y="28"/>
                    </a:cubicBezTo>
                    <a:cubicBezTo>
                      <a:pt x="0" y="26"/>
                      <a:pt x="0" y="26"/>
                      <a:pt x="0" y="25"/>
                    </a:cubicBezTo>
                    <a:lnTo>
                      <a:pt x="0" y="26"/>
                    </a:lnTo>
                    <a:cubicBezTo>
                      <a:pt x="0" y="25"/>
                      <a:pt x="0" y="25"/>
                      <a:pt x="0" y="24"/>
                    </a:cubicBezTo>
                    <a:cubicBezTo>
                      <a:pt x="2" y="18"/>
                      <a:pt x="9" y="15"/>
                      <a:pt x="15" y="17"/>
                    </a:cubicBezTo>
                    <a:lnTo>
                      <a:pt x="16" y="17"/>
                    </a:lnTo>
                    <a:cubicBezTo>
                      <a:pt x="27" y="16"/>
                      <a:pt x="38" y="14"/>
                      <a:pt x="49" y="13"/>
                    </a:cubicBezTo>
                    <a:cubicBezTo>
                      <a:pt x="58" y="11"/>
                      <a:pt x="67" y="10"/>
                      <a:pt x="76" y="8"/>
                    </a:cubicBezTo>
                    <a:cubicBezTo>
                      <a:pt x="95" y="6"/>
                      <a:pt x="115" y="3"/>
                      <a:pt x="134" y="0"/>
                    </a:cubicBezTo>
                    <a:cubicBezTo>
                      <a:pt x="138" y="0"/>
                      <a:pt x="143" y="3"/>
                      <a:pt x="144" y="8"/>
                    </a:cubicBezTo>
                    <a:cubicBezTo>
                      <a:pt x="145" y="13"/>
                      <a:pt x="142" y="18"/>
                      <a:pt x="137" y="19"/>
                    </a:cubicBezTo>
                    <a:cubicBezTo>
                      <a:pt x="116" y="22"/>
                      <a:pt x="97" y="26"/>
                      <a:pt x="77" y="29"/>
                    </a:cubicBezTo>
                    <a:cubicBezTo>
                      <a:pt x="69" y="31"/>
                      <a:pt x="60" y="32"/>
                      <a:pt x="52" y="33"/>
                    </a:cubicBezTo>
                    <a:cubicBezTo>
                      <a:pt x="47" y="34"/>
                      <a:pt x="41" y="35"/>
                      <a:pt x="36" y="36"/>
                    </a:cubicBezTo>
                    <a:cubicBezTo>
                      <a:pt x="33" y="36"/>
                      <a:pt x="30" y="37"/>
                      <a:pt x="28" y="38"/>
                    </a:cubicBezTo>
                    <a:cubicBezTo>
                      <a:pt x="25" y="38"/>
                      <a:pt x="22" y="39"/>
                      <a:pt x="19" y="39"/>
                    </a:cubicBezTo>
                    <a:cubicBezTo>
                      <a:pt x="17" y="39"/>
                      <a:pt x="15" y="39"/>
                      <a:pt x="13" y="39"/>
                    </a:cubicBezTo>
                    <a:cubicBezTo>
                      <a:pt x="11" y="39"/>
                      <a:pt x="10" y="39"/>
                      <a:pt x="9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5" name="Google Shape;1425;p16"/>
              <p:cNvSpPr/>
              <p:nvPr/>
            </p:nvSpPr>
            <p:spPr>
              <a:xfrm>
                <a:off x="38860" y="4218118"/>
                <a:ext cx="57600" cy="87480"/>
              </a:xfrm>
              <a:custGeom>
                <a:avLst/>
                <a:gdLst/>
                <a:ahLst/>
                <a:cxnLst/>
                <a:rect l="l" t="t" r="r" b="b"/>
                <a:pathLst>
                  <a:path w="160" h="243" extrusionOk="0">
                    <a:moveTo>
                      <a:pt x="25" y="211"/>
                    </a:moveTo>
                    <a:cubicBezTo>
                      <a:pt x="30" y="207"/>
                      <a:pt x="35" y="203"/>
                      <a:pt x="39" y="198"/>
                    </a:cubicBezTo>
                    <a:lnTo>
                      <a:pt x="38" y="198"/>
                    </a:lnTo>
                    <a:cubicBezTo>
                      <a:pt x="47" y="189"/>
                      <a:pt x="56" y="179"/>
                      <a:pt x="64" y="169"/>
                    </a:cubicBezTo>
                    <a:cubicBezTo>
                      <a:pt x="66" y="168"/>
                      <a:pt x="66" y="167"/>
                      <a:pt x="67" y="166"/>
                    </a:cubicBezTo>
                    <a:lnTo>
                      <a:pt x="66" y="166"/>
                    </a:lnTo>
                    <a:cubicBezTo>
                      <a:pt x="65" y="166"/>
                      <a:pt x="64" y="166"/>
                      <a:pt x="64" y="165"/>
                    </a:cubicBezTo>
                    <a:cubicBezTo>
                      <a:pt x="63" y="165"/>
                      <a:pt x="63" y="165"/>
                      <a:pt x="63" y="165"/>
                    </a:cubicBezTo>
                    <a:cubicBezTo>
                      <a:pt x="61" y="165"/>
                      <a:pt x="61" y="165"/>
                      <a:pt x="60" y="166"/>
                    </a:cubicBezTo>
                    <a:cubicBezTo>
                      <a:pt x="60" y="166"/>
                      <a:pt x="59" y="166"/>
                      <a:pt x="58" y="166"/>
                    </a:cubicBezTo>
                    <a:lnTo>
                      <a:pt x="59" y="166"/>
                    </a:lnTo>
                    <a:lnTo>
                      <a:pt x="58" y="166"/>
                    </a:lnTo>
                    <a:lnTo>
                      <a:pt x="57" y="166"/>
                    </a:lnTo>
                    <a:lnTo>
                      <a:pt x="58" y="166"/>
                    </a:lnTo>
                    <a:cubicBezTo>
                      <a:pt x="57" y="166"/>
                      <a:pt x="56" y="167"/>
                      <a:pt x="56" y="168"/>
                    </a:cubicBezTo>
                    <a:cubicBezTo>
                      <a:pt x="54" y="168"/>
                      <a:pt x="53" y="169"/>
                      <a:pt x="53" y="169"/>
                    </a:cubicBezTo>
                    <a:cubicBezTo>
                      <a:pt x="52" y="170"/>
                      <a:pt x="50" y="171"/>
                      <a:pt x="49" y="172"/>
                    </a:cubicBezTo>
                    <a:cubicBezTo>
                      <a:pt x="47" y="175"/>
                      <a:pt x="45" y="177"/>
                      <a:pt x="43" y="180"/>
                    </a:cubicBezTo>
                    <a:cubicBezTo>
                      <a:pt x="43" y="180"/>
                      <a:pt x="42" y="180"/>
                      <a:pt x="42" y="181"/>
                    </a:cubicBezTo>
                    <a:lnTo>
                      <a:pt x="43" y="180"/>
                    </a:lnTo>
                    <a:cubicBezTo>
                      <a:pt x="39" y="186"/>
                      <a:pt x="35" y="191"/>
                      <a:pt x="32" y="197"/>
                    </a:cubicBezTo>
                    <a:cubicBezTo>
                      <a:pt x="30" y="200"/>
                      <a:pt x="28" y="204"/>
                      <a:pt x="27" y="208"/>
                    </a:cubicBezTo>
                    <a:cubicBezTo>
                      <a:pt x="26" y="210"/>
                      <a:pt x="26" y="211"/>
                      <a:pt x="25" y="211"/>
                    </a:cubicBezTo>
                    <a:moveTo>
                      <a:pt x="11" y="241"/>
                    </a:moveTo>
                    <a:cubicBezTo>
                      <a:pt x="9" y="240"/>
                      <a:pt x="8" y="239"/>
                      <a:pt x="6" y="238"/>
                    </a:cubicBezTo>
                    <a:cubicBezTo>
                      <a:pt x="3" y="235"/>
                      <a:pt x="1" y="231"/>
                      <a:pt x="1" y="227"/>
                    </a:cubicBezTo>
                    <a:cubicBezTo>
                      <a:pt x="0" y="223"/>
                      <a:pt x="1" y="218"/>
                      <a:pt x="3" y="214"/>
                    </a:cubicBezTo>
                    <a:cubicBezTo>
                      <a:pt x="4" y="208"/>
                      <a:pt x="6" y="204"/>
                      <a:pt x="8" y="198"/>
                    </a:cubicBezTo>
                    <a:cubicBezTo>
                      <a:pt x="11" y="189"/>
                      <a:pt x="17" y="180"/>
                      <a:pt x="22" y="173"/>
                    </a:cubicBezTo>
                    <a:cubicBezTo>
                      <a:pt x="28" y="165"/>
                      <a:pt x="33" y="157"/>
                      <a:pt x="41" y="151"/>
                    </a:cubicBezTo>
                    <a:cubicBezTo>
                      <a:pt x="49" y="146"/>
                      <a:pt x="58" y="143"/>
                      <a:pt x="67" y="144"/>
                    </a:cubicBezTo>
                    <a:cubicBezTo>
                      <a:pt x="72" y="145"/>
                      <a:pt x="77" y="147"/>
                      <a:pt x="81" y="149"/>
                    </a:cubicBezTo>
                    <a:cubicBezTo>
                      <a:pt x="84" y="144"/>
                      <a:pt x="88" y="140"/>
                      <a:pt x="91" y="136"/>
                    </a:cubicBezTo>
                    <a:lnTo>
                      <a:pt x="90" y="137"/>
                    </a:lnTo>
                    <a:cubicBezTo>
                      <a:pt x="94" y="131"/>
                      <a:pt x="98" y="126"/>
                      <a:pt x="101" y="120"/>
                    </a:cubicBezTo>
                    <a:cubicBezTo>
                      <a:pt x="107" y="112"/>
                      <a:pt x="113" y="103"/>
                      <a:pt x="118" y="94"/>
                    </a:cubicBezTo>
                    <a:cubicBezTo>
                      <a:pt x="122" y="86"/>
                      <a:pt x="126" y="78"/>
                      <a:pt x="129" y="70"/>
                    </a:cubicBezTo>
                    <a:lnTo>
                      <a:pt x="129" y="71"/>
                    </a:lnTo>
                    <a:cubicBezTo>
                      <a:pt x="131" y="64"/>
                      <a:pt x="134" y="57"/>
                      <a:pt x="135" y="50"/>
                    </a:cubicBezTo>
                    <a:cubicBezTo>
                      <a:pt x="135" y="49"/>
                      <a:pt x="135" y="49"/>
                      <a:pt x="136" y="49"/>
                    </a:cubicBezTo>
                    <a:cubicBezTo>
                      <a:pt x="135" y="49"/>
                      <a:pt x="135" y="49"/>
                      <a:pt x="135" y="49"/>
                    </a:cubicBezTo>
                    <a:cubicBezTo>
                      <a:pt x="137" y="46"/>
                      <a:pt x="137" y="42"/>
                      <a:pt x="138" y="38"/>
                    </a:cubicBezTo>
                    <a:cubicBezTo>
                      <a:pt x="138" y="34"/>
                      <a:pt x="138" y="31"/>
                      <a:pt x="138" y="27"/>
                    </a:cubicBezTo>
                    <a:cubicBezTo>
                      <a:pt x="138" y="27"/>
                      <a:pt x="138" y="26"/>
                      <a:pt x="138" y="25"/>
                    </a:cubicBezTo>
                    <a:lnTo>
                      <a:pt x="138" y="24"/>
                    </a:lnTo>
                    <a:cubicBezTo>
                      <a:pt x="137" y="24"/>
                      <a:pt x="137" y="24"/>
                      <a:pt x="137" y="23"/>
                    </a:cubicBezTo>
                    <a:cubicBezTo>
                      <a:pt x="137" y="24"/>
                      <a:pt x="137" y="24"/>
                      <a:pt x="137" y="24"/>
                    </a:cubicBezTo>
                    <a:cubicBezTo>
                      <a:pt x="135" y="25"/>
                      <a:pt x="135" y="25"/>
                      <a:pt x="134" y="27"/>
                    </a:cubicBezTo>
                    <a:cubicBezTo>
                      <a:pt x="130" y="31"/>
                      <a:pt x="127" y="35"/>
                      <a:pt x="123" y="39"/>
                    </a:cubicBezTo>
                    <a:cubicBezTo>
                      <a:pt x="121" y="42"/>
                      <a:pt x="119" y="46"/>
                      <a:pt x="117" y="49"/>
                    </a:cubicBezTo>
                    <a:cubicBezTo>
                      <a:pt x="115" y="53"/>
                      <a:pt x="113" y="56"/>
                      <a:pt x="112" y="60"/>
                    </a:cubicBezTo>
                    <a:cubicBezTo>
                      <a:pt x="111" y="62"/>
                      <a:pt x="110" y="64"/>
                      <a:pt x="110" y="66"/>
                    </a:cubicBezTo>
                    <a:cubicBezTo>
                      <a:pt x="113" y="69"/>
                      <a:pt x="116" y="74"/>
                      <a:pt x="114" y="78"/>
                    </a:cubicBezTo>
                    <a:cubicBezTo>
                      <a:pt x="112" y="84"/>
                      <a:pt x="106" y="88"/>
                      <a:pt x="100" y="86"/>
                    </a:cubicBezTo>
                    <a:cubicBezTo>
                      <a:pt x="96" y="84"/>
                      <a:pt x="92" y="82"/>
                      <a:pt x="89" y="78"/>
                    </a:cubicBezTo>
                    <a:cubicBezTo>
                      <a:pt x="87" y="72"/>
                      <a:pt x="87" y="65"/>
                      <a:pt x="89" y="59"/>
                    </a:cubicBezTo>
                    <a:cubicBezTo>
                      <a:pt x="91" y="52"/>
                      <a:pt x="94" y="45"/>
                      <a:pt x="98" y="39"/>
                    </a:cubicBezTo>
                    <a:cubicBezTo>
                      <a:pt x="101" y="34"/>
                      <a:pt x="105" y="29"/>
                      <a:pt x="108" y="24"/>
                    </a:cubicBezTo>
                    <a:cubicBezTo>
                      <a:pt x="110" y="22"/>
                      <a:pt x="112" y="20"/>
                      <a:pt x="113" y="17"/>
                    </a:cubicBezTo>
                    <a:cubicBezTo>
                      <a:pt x="114" y="16"/>
                      <a:pt x="115" y="15"/>
                      <a:pt x="116" y="14"/>
                    </a:cubicBezTo>
                    <a:cubicBezTo>
                      <a:pt x="119" y="11"/>
                      <a:pt x="121" y="7"/>
                      <a:pt x="124" y="6"/>
                    </a:cubicBezTo>
                    <a:cubicBezTo>
                      <a:pt x="126" y="4"/>
                      <a:pt x="127" y="4"/>
                      <a:pt x="129" y="3"/>
                    </a:cubicBezTo>
                    <a:cubicBezTo>
                      <a:pt x="130" y="2"/>
                      <a:pt x="132" y="1"/>
                      <a:pt x="134" y="1"/>
                    </a:cubicBezTo>
                    <a:cubicBezTo>
                      <a:pt x="136" y="0"/>
                      <a:pt x="140" y="1"/>
                      <a:pt x="142" y="1"/>
                    </a:cubicBezTo>
                    <a:cubicBezTo>
                      <a:pt x="148" y="3"/>
                      <a:pt x="154" y="7"/>
                      <a:pt x="156" y="13"/>
                    </a:cubicBezTo>
                    <a:cubicBezTo>
                      <a:pt x="158" y="15"/>
                      <a:pt x="158" y="18"/>
                      <a:pt x="159" y="21"/>
                    </a:cubicBezTo>
                    <a:cubicBezTo>
                      <a:pt x="159" y="25"/>
                      <a:pt x="159" y="28"/>
                      <a:pt x="159" y="31"/>
                    </a:cubicBezTo>
                    <a:cubicBezTo>
                      <a:pt x="159" y="39"/>
                      <a:pt x="158" y="47"/>
                      <a:pt x="155" y="55"/>
                    </a:cubicBezTo>
                    <a:cubicBezTo>
                      <a:pt x="152" y="70"/>
                      <a:pt x="145" y="84"/>
                      <a:pt x="138" y="98"/>
                    </a:cubicBezTo>
                    <a:cubicBezTo>
                      <a:pt x="133" y="108"/>
                      <a:pt x="127" y="118"/>
                      <a:pt x="121" y="127"/>
                    </a:cubicBezTo>
                    <a:cubicBezTo>
                      <a:pt x="116" y="133"/>
                      <a:pt x="112" y="140"/>
                      <a:pt x="107" y="145"/>
                    </a:cubicBezTo>
                    <a:cubicBezTo>
                      <a:pt x="104" y="151"/>
                      <a:pt x="100" y="156"/>
                      <a:pt x="96" y="161"/>
                    </a:cubicBezTo>
                    <a:cubicBezTo>
                      <a:pt x="99" y="165"/>
                      <a:pt x="103" y="169"/>
                      <a:pt x="106" y="173"/>
                    </a:cubicBezTo>
                    <a:cubicBezTo>
                      <a:pt x="110" y="177"/>
                      <a:pt x="110" y="184"/>
                      <a:pt x="105" y="188"/>
                    </a:cubicBezTo>
                    <a:cubicBezTo>
                      <a:pt x="101" y="191"/>
                      <a:pt x="94" y="191"/>
                      <a:pt x="90" y="187"/>
                    </a:cubicBezTo>
                    <a:cubicBezTo>
                      <a:pt x="88" y="184"/>
                      <a:pt x="85" y="181"/>
                      <a:pt x="82" y="178"/>
                    </a:cubicBezTo>
                    <a:cubicBezTo>
                      <a:pt x="80" y="181"/>
                      <a:pt x="78" y="184"/>
                      <a:pt x="75" y="187"/>
                    </a:cubicBezTo>
                    <a:cubicBezTo>
                      <a:pt x="69" y="194"/>
                      <a:pt x="63" y="201"/>
                      <a:pt x="57" y="208"/>
                    </a:cubicBezTo>
                    <a:cubicBezTo>
                      <a:pt x="51" y="215"/>
                      <a:pt x="45" y="221"/>
                      <a:pt x="39" y="228"/>
                    </a:cubicBezTo>
                    <a:cubicBezTo>
                      <a:pt x="39" y="228"/>
                      <a:pt x="39" y="227"/>
                      <a:pt x="40" y="227"/>
                    </a:cubicBezTo>
                    <a:cubicBezTo>
                      <a:pt x="39" y="228"/>
                      <a:pt x="38" y="229"/>
                      <a:pt x="37" y="229"/>
                    </a:cubicBezTo>
                    <a:cubicBezTo>
                      <a:pt x="38" y="229"/>
                      <a:pt x="38" y="229"/>
                      <a:pt x="38" y="229"/>
                    </a:cubicBezTo>
                    <a:cubicBezTo>
                      <a:pt x="38" y="229"/>
                      <a:pt x="36" y="230"/>
                      <a:pt x="36" y="231"/>
                    </a:cubicBezTo>
                    <a:lnTo>
                      <a:pt x="35" y="231"/>
                    </a:lnTo>
                    <a:cubicBezTo>
                      <a:pt x="35" y="232"/>
                      <a:pt x="35" y="232"/>
                      <a:pt x="35" y="232"/>
                    </a:cubicBezTo>
                    <a:cubicBezTo>
                      <a:pt x="30" y="237"/>
                      <a:pt x="24" y="242"/>
                      <a:pt x="17" y="242"/>
                    </a:cubicBezTo>
                    <a:lnTo>
                      <a:pt x="16" y="242"/>
                    </a:lnTo>
                    <a:cubicBezTo>
                      <a:pt x="14" y="242"/>
                      <a:pt x="13" y="241"/>
                      <a:pt x="11" y="2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6" name="Google Shape;1426;p16"/>
              <p:cNvSpPr/>
              <p:nvPr/>
            </p:nvSpPr>
            <p:spPr>
              <a:xfrm>
                <a:off x="116980" y="4236838"/>
                <a:ext cx="74160" cy="50040"/>
              </a:xfrm>
              <a:custGeom>
                <a:avLst/>
                <a:gdLst/>
                <a:ahLst/>
                <a:cxnLst/>
                <a:rect l="l" t="t" r="r" b="b"/>
                <a:pathLst>
                  <a:path w="206" h="139" extrusionOk="0">
                    <a:moveTo>
                      <a:pt x="30" y="137"/>
                    </a:moveTo>
                    <a:cubicBezTo>
                      <a:pt x="23" y="137"/>
                      <a:pt x="15" y="135"/>
                      <a:pt x="10" y="131"/>
                    </a:cubicBezTo>
                    <a:cubicBezTo>
                      <a:pt x="7" y="129"/>
                      <a:pt x="5" y="127"/>
                      <a:pt x="4" y="124"/>
                    </a:cubicBezTo>
                    <a:cubicBezTo>
                      <a:pt x="3" y="121"/>
                      <a:pt x="2" y="118"/>
                      <a:pt x="1" y="115"/>
                    </a:cubicBezTo>
                    <a:cubicBezTo>
                      <a:pt x="0" y="111"/>
                      <a:pt x="0" y="108"/>
                      <a:pt x="0" y="104"/>
                    </a:cubicBezTo>
                    <a:cubicBezTo>
                      <a:pt x="0" y="100"/>
                      <a:pt x="0" y="96"/>
                      <a:pt x="0" y="91"/>
                    </a:cubicBezTo>
                    <a:cubicBezTo>
                      <a:pt x="2" y="75"/>
                      <a:pt x="8" y="60"/>
                      <a:pt x="16" y="47"/>
                    </a:cubicBezTo>
                    <a:cubicBezTo>
                      <a:pt x="20" y="40"/>
                      <a:pt x="24" y="35"/>
                      <a:pt x="28" y="29"/>
                    </a:cubicBezTo>
                    <a:cubicBezTo>
                      <a:pt x="33" y="22"/>
                      <a:pt x="39" y="17"/>
                      <a:pt x="45" y="12"/>
                    </a:cubicBezTo>
                    <a:cubicBezTo>
                      <a:pt x="49" y="9"/>
                      <a:pt x="55" y="7"/>
                      <a:pt x="60" y="5"/>
                    </a:cubicBezTo>
                    <a:cubicBezTo>
                      <a:pt x="66" y="4"/>
                      <a:pt x="72" y="5"/>
                      <a:pt x="77" y="7"/>
                    </a:cubicBezTo>
                    <a:cubicBezTo>
                      <a:pt x="83" y="8"/>
                      <a:pt x="88" y="12"/>
                      <a:pt x="92" y="18"/>
                    </a:cubicBezTo>
                    <a:cubicBezTo>
                      <a:pt x="95" y="21"/>
                      <a:pt x="97" y="26"/>
                      <a:pt x="95" y="31"/>
                    </a:cubicBezTo>
                    <a:cubicBezTo>
                      <a:pt x="95" y="32"/>
                      <a:pt x="94" y="34"/>
                      <a:pt x="93" y="35"/>
                    </a:cubicBezTo>
                    <a:cubicBezTo>
                      <a:pt x="87" y="42"/>
                      <a:pt x="76" y="39"/>
                      <a:pt x="73" y="30"/>
                    </a:cubicBezTo>
                    <a:lnTo>
                      <a:pt x="73" y="29"/>
                    </a:lnTo>
                    <a:cubicBezTo>
                      <a:pt x="73" y="29"/>
                      <a:pt x="72" y="29"/>
                      <a:pt x="72" y="28"/>
                    </a:cubicBezTo>
                    <a:cubicBezTo>
                      <a:pt x="72" y="29"/>
                      <a:pt x="72" y="29"/>
                      <a:pt x="73" y="29"/>
                    </a:cubicBezTo>
                    <a:cubicBezTo>
                      <a:pt x="72" y="28"/>
                      <a:pt x="72" y="28"/>
                      <a:pt x="71" y="28"/>
                    </a:cubicBezTo>
                    <a:cubicBezTo>
                      <a:pt x="70" y="28"/>
                      <a:pt x="69" y="27"/>
                      <a:pt x="68" y="27"/>
                    </a:cubicBezTo>
                    <a:cubicBezTo>
                      <a:pt x="67" y="27"/>
                      <a:pt x="67" y="27"/>
                      <a:pt x="66" y="26"/>
                    </a:cubicBezTo>
                    <a:cubicBezTo>
                      <a:pt x="67" y="26"/>
                      <a:pt x="67" y="26"/>
                      <a:pt x="67" y="27"/>
                    </a:cubicBezTo>
                    <a:lnTo>
                      <a:pt x="68" y="27"/>
                    </a:lnTo>
                    <a:cubicBezTo>
                      <a:pt x="67" y="27"/>
                      <a:pt x="67" y="27"/>
                      <a:pt x="67" y="26"/>
                    </a:cubicBezTo>
                    <a:lnTo>
                      <a:pt x="66" y="26"/>
                    </a:lnTo>
                    <a:cubicBezTo>
                      <a:pt x="67" y="26"/>
                      <a:pt x="67" y="26"/>
                      <a:pt x="67" y="26"/>
                    </a:cubicBezTo>
                    <a:cubicBezTo>
                      <a:pt x="66" y="26"/>
                      <a:pt x="66" y="26"/>
                      <a:pt x="66" y="26"/>
                    </a:cubicBezTo>
                    <a:cubicBezTo>
                      <a:pt x="65" y="26"/>
                      <a:pt x="64" y="27"/>
                      <a:pt x="63" y="27"/>
                    </a:cubicBezTo>
                    <a:lnTo>
                      <a:pt x="62" y="27"/>
                    </a:lnTo>
                    <a:cubicBezTo>
                      <a:pt x="63" y="27"/>
                      <a:pt x="63" y="27"/>
                      <a:pt x="63" y="27"/>
                    </a:cubicBezTo>
                    <a:cubicBezTo>
                      <a:pt x="62" y="27"/>
                      <a:pt x="62" y="28"/>
                      <a:pt x="60" y="28"/>
                    </a:cubicBezTo>
                    <a:cubicBezTo>
                      <a:pt x="60" y="28"/>
                      <a:pt x="59" y="28"/>
                      <a:pt x="59" y="29"/>
                    </a:cubicBezTo>
                    <a:cubicBezTo>
                      <a:pt x="57" y="29"/>
                      <a:pt x="56" y="30"/>
                      <a:pt x="55" y="32"/>
                    </a:cubicBezTo>
                    <a:cubicBezTo>
                      <a:pt x="53" y="33"/>
                      <a:pt x="52" y="34"/>
                      <a:pt x="51" y="36"/>
                    </a:cubicBezTo>
                    <a:cubicBezTo>
                      <a:pt x="51" y="35"/>
                      <a:pt x="51" y="35"/>
                      <a:pt x="51" y="35"/>
                    </a:cubicBezTo>
                    <a:cubicBezTo>
                      <a:pt x="51" y="35"/>
                      <a:pt x="51" y="36"/>
                      <a:pt x="50" y="36"/>
                    </a:cubicBezTo>
                    <a:cubicBezTo>
                      <a:pt x="47" y="39"/>
                      <a:pt x="45" y="42"/>
                      <a:pt x="42" y="46"/>
                    </a:cubicBezTo>
                    <a:lnTo>
                      <a:pt x="42" y="45"/>
                    </a:lnTo>
                    <a:cubicBezTo>
                      <a:pt x="38" y="50"/>
                      <a:pt x="35" y="56"/>
                      <a:pt x="32" y="61"/>
                    </a:cubicBezTo>
                    <a:cubicBezTo>
                      <a:pt x="30" y="65"/>
                      <a:pt x="28" y="69"/>
                      <a:pt x="27" y="73"/>
                    </a:cubicBezTo>
                    <a:cubicBezTo>
                      <a:pt x="25" y="77"/>
                      <a:pt x="24" y="80"/>
                      <a:pt x="23" y="84"/>
                    </a:cubicBezTo>
                    <a:cubicBezTo>
                      <a:pt x="23" y="87"/>
                      <a:pt x="22" y="91"/>
                      <a:pt x="21" y="94"/>
                    </a:cubicBezTo>
                    <a:cubicBezTo>
                      <a:pt x="21" y="96"/>
                      <a:pt x="21" y="99"/>
                      <a:pt x="21" y="101"/>
                    </a:cubicBezTo>
                    <a:cubicBezTo>
                      <a:pt x="21" y="104"/>
                      <a:pt x="21" y="107"/>
                      <a:pt x="22" y="111"/>
                    </a:cubicBezTo>
                    <a:cubicBezTo>
                      <a:pt x="23" y="112"/>
                      <a:pt x="23" y="113"/>
                      <a:pt x="23" y="113"/>
                    </a:cubicBezTo>
                    <a:cubicBezTo>
                      <a:pt x="23" y="114"/>
                      <a:pt x="23" y="114"/>
                      <a:pt x="23" y="114"/>
                    </a:cubicBezTo>
                    <a:lnTo>
                      <a:pt x="24" y="114"/>
                    </a:lnTo>
                    <a:lnTo>
                      <a:pt x="23" y="114"/>
                    </a:lnTo>
                    <a:cubicBezTo>
                      <a:pt x="24" y="114"/>
                      <a:pt x="24" y="114"/>
                      <a:pt x="24" y="114"/>
                    </a:cubicBezTo>
                    <a:lnTo>
                      <a:pt x="24" y="115"/>
                    </a:lnTo>
                    <a:cubicBezTo>
                      <a:pt x="25" y="115"/>
                      <a:pt x="25" y="115"/>
                      <a:pt x="26" y="115"/>
                    </a:cubicBezTo>
                    <a:cubicBezTo>
                      <a:pt x="26" y="115"/>
                      <a:pt x="26" y="116"/>
                      <a:pt x="27" y="116"/>
                    </a:cubicBezTo>
                    <a:lnTo>
                      <a:pt x="28" y="116"/>
                    </a:lnTo>
                    <a:cubicBezTo>
                      <a:pt x="30" y="116"/>
                      <a:pt x="31" y="116"/>
                      <a:pt x="33" y="116"/>
                    </a:cubicBezTo>
                    <a:cubicBezTo>
                      <a:pt x="32" y="116"/>
                      <a:pt x="31" y="116"/>
                      <a:pt x="31" y="116"/>
                    </a:cubicBezTo>
                    <a:cubicBezTo>
                      <a:pt x="32" y="116"/>
                      <a:pt x="34" y="116"/>
                      <a:pt x="35" y="116"/>
                    </a:cubicBezTo>
                    <a:cubicBezTo>
                      <a:pt x="36" y="115"/>
                      <a:pt x="37" y="115"/>
                      <a:pt x="38" y="114"/>
                    </a:cubicBezTo>
                    <a:cubicBezTo>
                      <a:pt x="41" y="114"/>
                      <a:pt x="44" y="113"/>
                      <a:pt x="46" y="112"/>
                    </a:cubicBezTo>
                    <a:cubicBezTo>
                      <a:pt x="51" y="110"/>
                      <a:pt x="56" y="107"/>
                      <a:pt x="61" y="104"/>
                    </a:cubicBezTo>
                    <a:cubicBezTo>
                      <a:pt x="68" y="100"/>
                      <a:pt x="74" y="95"/>
                      <a:pt x="81" y="91"/>
                    </a:cubicBezTo>
                    <a:cubicBezTo>
                      <a:pt x="84" y="88"/>
                      <a:pt x="87" y="85"/>
                      <a:pt x="90" y="82"/>
                    </a:cubicBezTo>
                    <a:cubicBezTo>
                      <a:pt x="91" y="81"/>
                      <a:pt x="91" y="80"/>
                      <a:pt x="92" y="79"/>
                    </a:cubicBezTo>
                    <a:cubicBezTo>
                      <a:pt x="94" y="74"/>
                      <a:pt x="97" y="70"/>
                      <a:pt x="102" y="68"/>
                    </a:cubicBezTo>
                    <a:cubicBezTo>
                      <a:pt x="107" y="66"/>
                      <a:pt x="112" y="68"/>
                      <a:pt x="115" y="72"/>
                    </a:cubicBezTo>
                    <a:cubicBezTo>
                      <a:pt x="121" y="80"/>
                      <a:pt x="114" y="89"/>
                      <a:pt x="108" y="95"/>
                    </a:cubicBezTo>
                    <a:lnTo>
                      <a:pt x="108" y="96"/>
                    </a:lnTo>
                    <a:cubicBezTo>
                      <a:pt x="107" y="97"/>
                      <a:pt x="107" y="99"/>
                      <a:pt x="106" y="101"/>
                    </a:cubicBezTo>
                    <a:cubicBezTo>
                      <a:pt x="106" y="102"/>
                      <a:pt x="106" y="103"/>
                      <a:pt x="105" y="104"/>
                    </a:cubicBezTo>
                    <a:cubicBezTo>
                      <a:pt x="105" y="106"/>
                      <a:pt x="105" y="107"/>
                      <a:pt x="105" y="109"/>
                    </a:cubicBezTo>
                    <a:lnTo>
                      <a:pt x="105" y="110"/>
                    </a:lnTo>
                    <a:lnTo>
                      <a:pt x="105" y="109"/>
                    </a:lnTo>
                    <a:cubicBezTo>
                      <a:pt x="105" y="110"/>
                      <a:pt x="106" y="111"/>
                      <a:pt x="106" y="111"/>
                    </a:cubicBezTo>
                    <a:cubicBezTo>
                      <a:pt x="107" y="112"/>
                      <a:pt x="107" y="113"/>
                      <a:pt x="107" y="113"/>
                    </a:cubicBezTo>
                    <a:cubicBezTo>
                      <a:pt x="107" y="114"/>
                      <a:pt x="108" y="114"/>
                      <a:pt x="108" y="114"/>
                    </a:cubicBezTo>
                    <a:lnTo>
                      <a:pt x="108" y="115"/>
                    </a:lnTo>
                    <a:cubicBezTo>
                      <a:pt x="109" y="115"/>
                      <a:pt x="110" y="115"/>
                      <a:pt x="111" y="115"/>
                    </a:cubicBezTo>
                    <a:lnTo>
                      <a:pt x="110" y="115"/>
                    </a:lnTo>
                    <a:cubicBezTo>
                      <a:pt x="111" y="115"/>
                      <a:pt x="111" y="115"/>
                      <a:pt x="112" y="115"/>
                    </a:cubicBezTo>
                    <a:cubicBezTo>
                      <a:pt x="113" y="114"/>
                      <a:pt x="114" y="114"/>
                      <a:pt x="115" y="114"/>
                    </a:cubicBezTo>
                    <a:cubicBezTo>
                      <a:pt x="116" y="114"/>
                      <a:pt x="116" y="113"/>
                      <a:pt x="118" y="113"/>
                    </a:cubicBezTo>
                    <a:cubicBezTo>
                      <a:pt x="119" y="112"/>
                      <a:pt x="121" y="111"/>
                      <a:pt x="123" y="110"/>
                    </a:cubicBezTo>
                    <a:cubicBezTo>
                      <a:pt x="126" y="108"/>
                      <a:pt x="129" y="106"/>
                      <a:pt x="132" y="104"/>
                    </a:cubicBezTo>
                    <a:cubicBezTo>
                      <a:pt x="136" y="100"/>
                      <a:pt x="141" y="96"/>
                      <a:pt x="145" y="92"/>
                    </a:cubicBezTo>
                    <a:cubicBezTo>
                      <a:pt x="152" y="85"/>
                      <a:pt x="159" y="77"/>
                      <a:pt x="165" y="69"/>
                    </a:cubicBezTo>
                    <a:cubicBezTo>
                      <a:pt x="167" y="66"/>
                      <a:pt x="169" y="63"/>
                      <a:pt x="171" y="60"/>
                    </a:cubicBezTo>
                    <a:cubicBezTo>
                      <a:pt x="174" y="57"/>
                      <a:pt x="176" y="53"/>
                      <a:pt x="178" y="49"/>
                    </a:cubicBezTo>
                    <a:cubicBezTo>
                      <a:pt x="179" y="47"/>
                      <a:pt x="181" y="44"/>
                      <a:pt x="182" y="42"/>
                    </a:cubicBezTo>
                    <a:cubicBezTo>
                      <a:pt x="182" y="41"/>
                      <a:pt x="182" y="41"/>
                      <a:pt x="182" y="40"/>
                    </a:cubicBezTo>
                    <a:lnTo>
                      <a:pt x="182" y="41"/>
                    </a:lnTo>
                    <a:cubicBezTo>
                      <a:pt x="182" y="40"/>
                      <a:pt x="182" y="40"/>
                      <a:pt x="182" y="39"/>
                    </a:cubicBezTo>
                    <a:lnTo>
                      <a:pt x="182" y="38"/>
                    </a:lnTo>
                    <a:cubicBezTo>
                      <a:pt x="182" y="37"/>
                      <a:pt x="182" y="37"/>
                      <a:pt x="182" y="37"/>
                    </a:cubicBezTo>
                    <a:cubicBezTo>
                      <a:pt x="182" y="36"/>
                      <a:pt x="182" y="36"/>
                      <a:pt x="182" y="36"/>
                    </a:cubicBezTo>
                    <a:cubicBezTo>
                      <a:pt x="182" y="35"/>
                      <a:pt x="182" y="35"/>
                      <a:pt x="182" y="35"/>
                    </a:cubicBezTo>
                    <a:cubicBezTo>
                      <a:pt x="182" y="35"/>
                      <a:pt x="181" y="34"/>
                      <a:pt x="181" y="33"/>
                    </a:cubicBezTo>
                    <a:cubicBezTo>
                      <a:pt x="179" y="32"/>
                      <a:pt x="178" y="30"/>
                      <a:pt x="177" y="29"/>
                    </a:cubicBezTo>
                    <a:cubicBezTo>
                      <a:pt x="176" y="28"/>
                      <a:pt x="175" y="27"/>
                      <a:pt x="174" y="26"/>
                    </a:cubicBezTo>
                    <a:cubicBezTo>
                      <a:pt x="173" y="26"/>
                      <a:pt x="172" y="25"/>
                      <a:pt x="171" y="25"/>
                    </a:cubicBezTo>
                    <a:cubicBezTo>
                      <a:pt x="170" y="24"/>
                      <a:pt x="169" y="24"/>
                      <a:pt x="169" y="23"/>
                    </a:cubicBezTo>
                    <a:cubicBezTo>
                      <a:pt x="168" y="23"/>
                      <a:pt x="168" y="23"/>
                      <a:pt x="167" y="23"/>
                    </a:cubicBezTo>
                    <a:cubicBezTo>
                      <a:pt x="166" y="23"/>
                      <a:pt x="164" y="22"/>
                      <a:pt x="163" y="22"/>
                    </a:cubicBezTo>
                    <a:cubicBezTo>
                      <a:pt x="162" y="22"/>
                      <a:pt x="161" y="22"/>
                      <a:pt x="160" y="22"/>
                    </a:cubicBezTo>
                    <a:cubicBezTo>
                      <a:pt x="159" y="22"/>
                      <a:pt x="158" y="22"/>
                      <a:pt x="157" y="22"/>
                    </a:cubicBezTo>
                    <a:cubicBezTo>
                      <a:pt x="154" y="23"/>
                      <a:pt x="151" y="23"/>
                      <a:pt x="148" y="24"/>
                    </a:cubicBezTo>
                    <a:cubicBezTo>
                      <a:pt x="146" y="25"/>
                      <a:pt x="144" y="26"/>
                      <a:pt x="141" y="27"/>
                    </a:cubicBezTo>
                    <a:cubicBezTo>
                      <a:pt x="142" y="27"/>
                      <a:pt x="142" y="27"/>
                      <a:pt x="142" y="26"/>
                    </a:cubicBezTo>
                    <a:cubicBezTo>
                      <a:pt x="140" y="28"/>
                      <a:pt x="139" y="28"/>
                      <a:pt x="137" y="29"/>
                    </a:cubicBezTo>
                    <a:cubicBezTo>
                      <a:pt x="136" y="30"/>
                      <a:pt x="134" y="31"/>
                      <a:pt x="133" y="32"/>
                    </a:cubicBezTo>
                    <a:cubicBezTo>
                      <a:pt x="132" y="33"/>
                      <a:pt x="130" y="35"/>
                      <a:pt x="128" y="37"/>
                    </a:cubicBezTo>
                    <a:cubicBezTo>
                      <a:pt x="126" y="39"/>
                      <a:pt x="123" y="42"/>
                      <a:pt x="121" y="45"/>
                    </a:cubicBezTo>
                    <a:cubicBezTo>
                      <a:pt x="118" y="50"/>
                      <a:pt x="114" y="56"/>
                      <a:pt x="111" y="61"/>
                    </a:cubicBezTo>
                    <a:cubicBezTo>
                      <a:pt x="108" y="66"/>
                      <a:pt x="101" y="67"/>
                      <a:pt x="96" y="64"/>
                    </a:cubicBezTo>
                    <a:cubicBezTo>
                      <a:pt x="91" y="61"/>
                      <a:pt x="90" y="55"/>
                      <a:pt x="93" y="50"/>
                    </a:cubicBezTo>
                    <a:cubicBezTo>
                      <a:pt x="99" y="40"/>
                      <a:pt x="106" y="29"/>
                      <a:pt x="114" y="21"/>
                    </a:cubicBezTo>
                    <a:cubicBezTo>
                      <a:pt x="119" y="15"/>
                      <a:pt x="125" y="11"/>
                      <a:pt x="132" y="8"/>
                    </a:cubicBezTo>
                    <a:cubicBezTo>
                      <a:pt x="139" y="4"/>
                      <a:pt x="147" y="2"/>
                      <a:pt x="155" y="1"/>
                    </a:cubicBezTo>
                    <a:cubicBezTo>
                      <a:pt x="162" y="0"/>
                      <a:pt x="171" y="1"/>
                      <a:pt x="177" y="4"/>
                    </a:cubicBezTo>
                    <a:cubicBezTo>
                      <a:pt x="185" y="7"/>
                      <a:pt x="190" y="11"/>
                      <a:pt x="196" y="17"/>
                    </a:cubicBezTo>
                    <a:cubicBezTo>
                      <a:pt x="200" y="22"/>
                      <a:pt x="203" y="28"/>
                      <a:pt x="204" y="35"/>
                    </a:cubicBezTo>
                    <a:cubicBezTo>
                      <a:pt x="205" y="42"/>
                      <a:pt x="203" y="49"/>
                      <a:pt x="199" y="55"/>
                    </a:cubicBezTo>
                    <a:cubicBezTo>
                      <a:pt x="197" y="59"/>
                      <a:pt x="194" y="63"/>
                      <a:pt x="192" y="67"/>
                    </a:cubicBezTo>
                    <a:cubicBezTo>
                      <a:pt x="189" y="72"/>
                      <a:pt x="185" y="78"/>
                      <a:pt x="181" y="82"/>
                    </a:cubicBezTo>
                    <a:cubicBezTo>
                      <a:pt x="172" y="93"/>
                      <a:pt x="163" y="104"/>
                      <a:pt x="153" y="113"/>
                    </a:cubicBezTo>
                    <a:cubicBezTo>
                      <a:pt x="143" y="123"/>
                      <a:pt x="133" y="131"/>
                      <a:pt x="120" y="135"/>
                    </a:cubicBezTo>
                    <a:cubicBezTo>
                      <a:pt x="115" y="137"/>
                      <a:pt x="108" y="138"/>
                      <a:pt x="102" y="136"/>
                    </a:cubicBezTo>
                    <a:cubicBezTo>
                      <a:pt x="96" y="134"/>
                      <a:pt x="91" y="130"/>
                      <a:pt x="88" y="125"/>
                    </a:cubicBezTo>
                    <a:cubicBezTo>
                      <a:pt x="86" y="121"/>
                      <a:pt x="84" y="118"/>
                      <a:pt x="84" y="114"/>
                    </a:cubicBezTo>
                    <a:cubicBezTo>
                      <a:pt x="83" y="115"/>
                      <a:pt x="83" y="116"/>
                      <a:pt x="81" y="116"/>
                    </a:cubicBezTo>
                    <a:cubicBezTo>
                      <a:pt x="72" y="122"/>
                      <a:pt x="62" y="128"/>
                      <a:pt x="51" y="133"/>
                    </a:cubicBezTo>
                    <a:cubicBezTo>
                      <a:pt x="45" y="135"/>
                      <a:pt x="37" y="138"/>
                      <a:pt x="30" y="1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7" name="Google Shape;1427;p16"/>
              <p:cNvSpPr/>
              <p:nvPr/>
            </p:nvSpPr>
            <p:spPr>
              <a:xfrm>
                <a:off x="187540" y="4232878"/>
                <a:ext cx="31320" cy="57960"/>
              </a:xfrm>
              <a:custGeom>
                <a:avLst/>
                <a:gdLst/>
                <a:ahLst/>
                <a:cxnLst/>
                <a:rect l="l" t="t" r="r" b="b"/>
                <a:pathLst>
                  <a:path w="87" h="161" extrusionOk="0">
                    <a:moveTo>
                      <a:pt x="14" y="152"/>
                    </a:moveTo>
                    <a:cubicBezTo>
                      <a:pt x="13" y="146"/>
                      <a:pt x="16" y="139"/>
                      <a:pt x="22" y="138"/>
                    </a:cubicBezTo>
                    <a:cubicBezTo>
                      <a:pt x="30" y="136"/>
                      <a:pt x="37" y="135"/>
                      <a:pt x="44" y="132"/>
                    </a:cubicBezTo>
                    <a:lnTo>
                      <a:pt x="45" y="132"/>
                    </a:lnTo>
                    <a:lnTo>
                      <a:pt x="44" y="132"/>
                    </a:lnTo>
                    <a:cubicBezTo>
                      <a:pt x="48" y="131"/>
                      <a:pt x="52" y="130"/>
                      <a:pt x="55" y="128"/>
                    </a:cubicBezTo>
                    <a:cubicBezTo>
                      <a:pt x="57" y="128"/>
                      <a:pt x="59" y="127"/>
                      <a:pt x="60" y="126"/>
                    </a:cubicBezTo>
                    <a:cubicBezTo>
                      <a:pt x="60" y="125"/>
                      <a:pt x="61" y="125"/>
                      <a:pt x="62" y="125"/>
                    </a:cubicBezTo>
                    <a:cubicBezTo>
                      <a:pt x="62" y="125"/>
                      <a:pt x="61" y="125"/>
                      <a:pt x="60" y="125"/>
                    </a:cubicBezTo>
                    <a:cubicBezTo>
                      <a:pt x="62" y="125"/>
                      <a:pt x="62" y="124"/>
                      <a:pt x="63" y="124"/>
                    </a:cubicBezTo>
                    <a:lnTo>
                      <a:pt x="63" y="123"/>
                    </a:lnTo>
                    <a:lnTo>
                      <a:pt x="64" y="122"/>
                    </a:lnTo>
                    <a:cubicBezTo>
                      <a:pt x="63" y="122"/>
                      <a:pt x="63" y="122"/>
                      <a:pt x="63" y="122"/>
                    </a:cubicBezTo>
                    <a:lnTo>
                      <a:pt x="64" y="122"/>
                    </a:lnTo>
                    <a:cubicBezTo>
                      <a:pt x="63" y="122"/>
                      <a:pt x="63" y="122"/>
                      <a:pt x="63" y="122"/>
                    </a:cubicBezTo>
                    <a:lnTo>
                      <a:pt x="63" y="121"/>
                    </a:lnTo>
                    <a:cubicBezTo>
                      <a:pt x="63" y="122"/>
                      <a:pt x="63" y="122"/>
                      <a:pt x="63" y="122"/>
                    </a:cubicBezTo>
                    <a:cubicBezTo>
                      <a:pt x="63" y="122"/>
                      <a:pt x="63" y="121"/>
                      <a:pt x="62" y="121"/>
                    </a:cubicBezTo>
                    <a:cubicBezTo>
                      <a:pt x="58" y="117"/>
                      <a:pt x="53" y="113"/>
                      <a:pt x="49" y="110"/>
                    </a:cubicBezTo>
                    <a:lnTo>
                      <a:pt x="50" y="111"/>
                    </a:lnTo>
                    <a:cubicBezTo>
                      <a:pt x="42" y="104"/>
                      <a:pt x="33" y="98"/>
                      <a:pt x="25" y="92"/>
                    </a:cubicBezTo>
                    <a:cubicBezTo>
                      <a:pt x="17" y="85"/>
                      <a:pt x="9" y="76"/>
                      <a:pt x="4" y="66"/>
                    </a:cubicBezTo>
                    <a:cubicBezTo>
                      <a:pt x="0" y="55"/>
                      <a:pt x="1" y="42"/>
                      <a:pt x="6" y="31"/>
                    </a:cubicBezTo>
                    <a:cubicBezTo>
                      <a:pt x="7" y="26"/>
                      <a:pt x="11" y="21"/>
                      <a:pt x="15" y="18"/>
                    </a:cubicBezTo>
                    <a:cubicBezTo>
                      <a:pt x="19" y="14"/>
                      <a:pt x="24" y="11"/>
                      <a:pt x="28" y="8"/>
                    </a:cubicBezTo>
                    <a:cubicBezTo>
                      <a:pt x="39" y="1"/>
                      <a:pt x="52" y="0"/>
                      <a:pt x="63" y="2"/>
                    </a:cubicBezTo>
                    <a:cubicBezTo>
                      <a:pt x="69" y="2"/>
                      <a:pt x="73" y="5"/>
                      <a:pt x="77" y="8"/>
                    </a:cubicBezTo>
                    <a:cubicBezTo>
                      <a:pt x="78" y="10"/>
                      <a:pt x="80" y="12"/>
                      <a:pt x="80" y="14"/>
                    </a:cubicBezTo>
                    <a:cubicBezTo>
                      <a:pt x="81" y="16"/>
                      <a:pt x="81" y="19"/>
                      <a:pt x="81" y="21"/>
                    </a:cubicBezTo>
                    <a:cubicBezTo>
                      <a:pt x="81" y="23"/>
                      <a:pt x="80" y="26"/>
                      <a:pt x="80" y="29"/>
                    </a:cubicBezTo>
                    <a:cubicBezTo>
                      <a:pt x="79" y="31"/>
                      <a:pt x="78" y="33"/>
                      <a:pt x="78" y="34"/>
                    </a:cubicBezTo>
                    <a:cubicBezTo>
                      <a:pt x="78" y="35"/>
                      <a:pt x="78" y="36"/>
                      <a:pt x="78" y="36"/>
                    </a:cubicBezTo>
                    <a:cubicBezTo>
                      <a:pt x="77" y="43"/>
                      <a:pt x="71" y="47"/>
                      <a:pt x="64" y="46"/>
                    </a:cubicBezTo>
                    <a:cubicBezTo>
                      <a:pt x="58" y="45"/>
                      <a:pt x="54" y="39"/>
                      <a:pt x="56" y="32"/>
                    </a:cubicBezTo>
                    <a:cubicBezTo>
                      <a:pt x="56" y="31"/>
                      <a:pt x="56" y="29"/>
                      <a:pt x="56" y="28"/>
                    </a:cubicBezTo>
                    <a:cubicBezTo>
                      <a:pt x="57" y="26"/>
                      <a:pt x="58" y="25"/>
                      <a:pt x="58" y="23"/>
                    </a:cubicBezTo>
                    <a:cubicBezTo>
                      <a:pt x="57" y="23"/>
                      <a:pt x="56" y="23"/>
                      <a:pt x="56" y="23"/>
                    </a:cubicBezTo>
                    <a:cubicBezTo>
                      <a:pt x="54" y="23"/>
                      <a:pt x="53" y="23"/>
                      <a:pt x="51" y="23"/>
                    </a:cubicBezTo>
                    <a:lnTo>
                      <a:pt x="49" y="23"/>
                    </a:lnTo>
                    <a:cubicBezTo>
                      <a:pt x="48" y="23"/>
                      <a:pt x="46" y="24"/>
                      <a:pt x="45" y="24"/>
                    </a:cubicBezTo>
                    <a:cubicBezTo>
                      <a:pt x="44" y="25"/>
                      <a:pt x="43" y="25"/>
                      <a:pt x="42" y="25"/>
                    </a:cubicBezTo>
                    <a:cubicBezTo>
                      <a:pt x="41" y="26"/>
                      <a:pt x="39" y="27"/>
                      <a:pt x="38" y="28"/>
                    </a:cubicBezTo>
                    <a:cubicBezTo>
                      <a:pt x="36" y="29"/>
                      <a:pt x="35" y="29"/>
                      <a:pt x="34" y="30"/>
                    </a:cubicBezTo>
                    <a:cubicBezTo>
                      <a:pt x="32" y="32"/>
                      <a:pt x="31" y="33"/>
                      <a:pt x="29" y="34"/>
                    </a:cubicBezTo>
                    <a:cubicBezTo>
                      <a:pt x="29" y="35"/>
                      <a:pt x="28" y="36"/>
                      <a:pt x="28" y="36"/>
                    </a:cubicBezTo>
                    <a:cubicBezTo>
                      <a:pt x="27" y="37"/>
                      <a:pt x="26" y="38"/>
                      <a:pt x="25" y="39"/>
                    </a:cubicBezTo>
                    <a:cubicBezTo>
                      <a:pt x="25" y="40"/>
                      <a:pt x="25" y="40"/>
                      <a:pt x="25" y="41"/>
                    </a:cubicBezTo>
                    <a:cubicBezTo>
                      <a:pt x="25" y="41"/>
                      <a:pt x="24" y="42"/>
                      <a:pt x="24" y="43"/>
                    </a:cubicBezTo>
                    <a:cubicBezTo>
                      <a:pt x="24" y="44"/>
                      <a:pt x="24" y="46"/>
                      <a:pt x="24" y="47"/>
                    </a:cubicBezTo>
                    <a:cubicBezTo>
                      <a:pt x="24" y="48"/>
                      <a:pt x="24" y="48"/>
                      <a:pt x="24" y="50"/>
                    </a:cubicBezTo>
                    <a:cubicBezTo>
                      <a:pt x="24" y="52"/>
                      <a:pt x="24" y="54"/>
                      <a:pt x="24" y="56"/>
                    </a:cubicBezTo>
                    <a:cubicBezTo>
                      <a:pt x="24" y="55"/>
                      <a:pt x="24" y="55"/>
                      <a:pt x="24" y="55"/>
                    </a:cubicBezTo>
                    <a:lnTo>
                      <a:pt x="24" y="57"/>
                    </a:lnTo>
                    <a:cubicBezTo>
                      <a:pt x="25" y="58"/>
                      <a:pt x="25" y="60"/>
                      <a:pt x="25" y="61"/>
                    </a:cubicBezTo>
                    <a:cubicBezTo>
                      <a:pt x="25" y="60"/>
                      <a:pt x="25" y="60"/>
                      <a:pt x="25" y="60"/>
                    </a:cubicBezTo>
                    <a:cubicBezTo>
                      <a:pt x="25" y="60"/>
                      <a:pt x="26" y="61"/>
                      <a:pt x="27" y="62"/>
                    </a:cubicBezTo>
                    <a:cubicBezTo>
                      <a:pt x="27" y="63"/>
                      <a:pt x="28" y="64"/>
                      <a:pt x="28" y="65"/>
                    </a:cubicBezTo>
                    <a:cubicBezTo>
                      <a:pt x="28" y="64"/>
                      <a:pt x="28" y="64"/>
                      <a:pt x="28" y="64"/>
                    </a:cubicBezTo>
                    <a:cubicBezTo>
                      <a:pt x="30" y="66"/>
                      <a:pt x="31" y="68"/>
                      <a:pt x="32" y="69"/>
                    </a:cubicBezTo>
                    <a:cubicBezTo>
                      <a:pt x="38" y="75"/>
                      <a:pt x="45" y="79"/>
                      <a:pt x="51" y="85"/>
                    </a:cubicBezTo>
                    <a:cubicBezTo>
                      <a:pt x="56" y="88"/>
                      <a:pt x="60" y="92"/>
                      <a:pt x="65" y="95"/>
                    </a:cubicBezTo>
                    <a:lnTo>
                      <a:pt x="64" y="95"/>
                    </a:lnTo>
                    <a:cubicBezTo>
                      <a:pt x="66" y="95"/>
                      <a:pt x="66" y="96"/>
                      <a:pt x="67" y="97"/>
                    </a:cubicBezTo>
                    <a:lnTo>
                      <a:pt x="67" y="96"/>
                    </a:lnTo>
                    <a:cubicBezTo>
                      <a:pt x="72" y="100"/>
                      <a:pt x="77" y="104"/>
                      <a:pt x="81" y="108"/>
                    </a:cubicBezTo>
                    <a:cubicBezTo>
                      <a:pt x="85" y="113"/>
                      <a:pt x="86" y="118"/>
                      <a:pt x="86" y="124"/>
                    </a:cubicBezTo>
                    <a:cubicBezTo>
                      <a:pt x="86" y="130"/>
                      <a:pt x="82" y="136"/>
                      <a:pt x="78" y="140"/>
                    </a:cubicBezTo>
                    <a:cubicBezTo>
                      <a:pt x="74" y="144"/>
                      <a:pt x="69" y="146"/>
                      <a:pt x="63" y="149"/>
                    </a:cubicBezTo>
                    <a:cubicBezTo>
                      <a:pt x="58" y="151"/>
                      <a:pt x="53" y="152"/>
                      <a:pt x="48" y="154"/>
                    </a:cubicBezTo>
                    <a:cubicBezTo>
                      <a:pt x="41" y="156"/>
                      <a:pt x="34" y="158"/>
                      <a:pt x="27" y="160"/>
                    </a:cubicBezTo>
                    <a:cubicBezTo>
                      <a:pt x="26" y="160"/>
                      <a:pt x="25" y="160"/>
                      <a:pt x="24" y="160"/>
                    </a:cubicBezTo>
                    <a:cubicBezTo>
                      <a:pt x="20" y="160"/>
                      <a:pt x="15" y="156"/>
                      <a:pt x="14" y="1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8" name="Google Shape;1428;p16"/>
              <p:cNvSpPr/>
              <p:nvPr/>
            </p:nvSpPr>
            <p:spPr>
              <a:xfrm>
                <a:off x="236140" y="4200118"/>
                <a:ext cx="40320" cy="10584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294" extrusionOk="0">
                    <a:moveTo>
                      <a:pt x="30" y="290"/>
                    </a:moveTo>
                    <a:cubicBezTo>
                      <a:pt x="25" y="286"/>
                      <a:pt x="21" y="281"/>
                      <a:pt x="17" y="276"/>
                    </a:cubicBezTo>
                    <a:cubicBezTo>
                      <a:pt x="12" y="271"/>
                      <a:pt x="9" y="264"/>
                      <a:pt x="6" y="257"/>
                    </a:cubicBezTo>
                    <a:cubicBezTo>
                      <a:pt x="0" y="244"/>
                      <a:pt x="0" y="228"/>
                      <a:pt x="2" y="213"/>
                    </a:cubicBezTo>
                    <a:cubicBezTo>
                      <a:pt x="2" y="201"/>
                      <a:pt x="4" y="190"/>
                      <a:pt x="6" y="177"/>
                    </a:cubicBezTo>
                    <a:cubicBezTo>
                      <a:pt x="7" y="172"/>
                      <a:pt x="7" y="166"/>
                      <a:pt x="9" y="160"/>
                    </a:cubicBezTo>
                    <a:cubicBezTo>
                      <a:pt x="10" y="154"/>
                      <a:pt x="12" y="147"/>
                      <a:pt x="13" y="141"/>
                    </a:cubicBezTo>
                    <a:cubicBezTo>
                      <a:pt x="16" y="130"/>
                      <a:pt x="19" y="119"/>
                      <a:pt x="22" y="107"/>
                    </a:cubicBezTo>
                    <a:cubicBezTo>
                      <a:pt x="23" y="104"/>
                      <a:pt x="24" y="100"/>
                      <a:pt x="25" y="96"/>
                    </a:cubicBezTo>
                    <a:cubicBezTo>
                      <a:pt x="27" y="92"/>
                      <a:pt x="28" y="88"/>
                      <a:pt x="30" y="84"/>
                    </a:cubicBezTo>
                    <a:cubicBezTo>
                      <a:pt x="29" y="84"/>
                      <a:pt x="29" y="84"/>
                      <a:pt x="29" y="85"/>
                    </a:cubicBezTo>
                    <a:cubicBezTo>
                      <a:pt x="30" y="83"/>
                      <a:pt x="31" y="81"/>
                      <a:pt x="32" y="79"/>
                    </a:cubicBezTo>
                    <a:cubicBezTo>
                      <a:pt x="31" y="79"/>
                      <a:pt x="31" y="80"/>
                      <a:pt x="31" y="81"/>
                    </a:cubicBezTo>
                    <a:cubicBezTo>
                      <a:pt x="32" y="79"/>
                      <a:pt x="32" y="78"/>
                      <a:pt x="32" y="77"/>
                    </a:cubicBezTo>
                    <a:lnTo>
                      <a:pt x="32" y="78"/>
                    </a:lnTo>
                    <a:cubicBezTo>
                      <a:pt x="32" y="77"/>
                      <a:pt x="33" y="75"/>
                      <a:pt x="34" y="75"/>
                    </a:cubicBezTo>
                    <a:cubicBezTo>
                      <a:pt x="33" y="75"/>
                      <a:pt x="33" y="75"/>
                      <a:pt x="33" y="76"/>
                    </a:cubicBezTo>
                    <a:cubicBezTo>
                      <a:pt x="33" y="75"/>
                      <a:pt x="34" y="74"/>
                      <a:pt x="34" y="73"/>
                    </a:cubicBezTo>
                    <a:cubicBezTo>
                      <a:pt x="34" y="72"/>
                      <a:pt x="35" y="71"/>
                      <a:pt x="35" y="70"/>
                    </a:cubicBezTo>
                    <a:cubicBezTo>
                      <a:pt x="35" y="71"/>
                      <a:pt x="35" y="71"/>
                      <a:pt x="35" y="71"/>
                    </a:cubicBezTo>
                    <a:cubicBezTo>
                      <a:pt x="36" y="68"/>
                      <a:pt x="37" y="66"/>
                      <a:pt x="38" y="63"/>
                    </a:cubicBezTo>
                    <a:cubicBezTo>
                      <a:pt x="39" y="61"/>
                      <a:pt x="41" y="58"/>
                      <a:pt x="42" y="56"/>
                    </a:cubicBezTo>
                    <a:cubicBezTo>
                      <a:pt x="45" y="48"/>
                      <a:pt x="49" y="41"/>
                      <a:pt x="53" y="34"/>
                    </a:cubicBezTo>
                    <a:cubicBezTo>
                      <a:pt x="56" y="28"/>
                      <a:pt x="61" y="21"/>
                      <a:pt x="66" y="16"/>
                    </a:cubicBezTo>
                    <a:cubicBezTo>
                      <a:pt x="70" y="11"/>
                      <a:pt x="76" y="7"/>
                      <a:pt x="82" y="4"/>
                    </a:cubicBezTo>
                    <a:cubicBezTo>
                      <a:pt x="87" y="1"/>
                      <a:pt x="95" y="0"/>
                      <a:pt x="100" y="3"/>
                    </a:cubicBezTo>
                    <a:cubicBezTo>
                      <a:pt x="102" y="3"/>
                      <a:pt x="103" y="4"/>
                      <a:pt x="104" y="5"/>
                    </a:cubicBezTo>
                    <a:cubicBezTo>
                      <a:pt x="105" y="6"/>
                      <a:pt x="106" y="8"/>
                      <a:pt x="108" y="9"/>
                    </a:cubicBezTo>
                    <a:cubicBezTo>
                      <a:pt x="109" y="11"/>
                      <a:pt x="110" y="12"/>
                      <a:pt x="110" y="15"/>
                    </a:cubicBezTo>
                    <a:cubicBezTo>
                      <a:pt x="111" y="21"/>
                      <a:pt x="108" y="26"/>
                      <a:pt x="102" y="28"/>
                    </a:cubicBezTo>
                    <a:cubicBezTo>
                      <a:pt x="98" y="29"/>
                      <a:pt x="93" y="27"/>
                      <a:pt x="91" y="24"/>
                    </a:cubicBezTo>
                    <a:cubicBezTo>
                      <a:pt x="90" y="24"/>
                      <a:pt x="90" y="24"/>
                      <a:pt x="90" y="24"/>
                    </a:cubicBezTo>
                    <a:cubicBezTo>
                      <a:pt x="89" y="25"/>
                      <a:pt x="88" y="25"/>
                      <a:pt x="87" y="26"/>
                    </a:cubicBezTo>
                    <a:cubicBezTo>
                      <a:pt x="85" y="26"/>
                      <a:pt x="84" y="27"/>
                      <a:pt x="84" y="28"/>
                    </a:cubicBezTo>
                    <a:cubicBezTo>
                      <a:pt x="83" y="29"/>
                      <a:pt x="82" y="29"/>
                      <a:pt x="81" y="30"/>
                    </a:cubicBezTo>
                    <a:cubicBezTo>
                      <a:pt x="80" y="32"/>
                      <a:pt x="78" y="33"/>
                      <a:pt x="77" y="35"/>
                    </a:cubicBezTo>
                    <a:cubicBezTo>
                      <a:pt x="78" y="34"/>
                      <a:pt x="78" y="34"/>
                      <a:pt x="78" y="33"/>
                    </a:cubicBezTo>
                    <a:cubicBezTo>
                      <a:pt x="74" y="39"/>
                      <a:pt x="70" y="45"/>
                      <a:pt x="67" y="51"/>
                    </a:cubicBezTo>
                    <a:cubicBezTo>
                      <a:pt x="65" y="54"/>
                      <a:pt x="63" y="58"/>
                      <a:pt x="61" y="62"/>
                    </a:cubicBezTo>
                    <a:cubicBezTo>
                      <a:pt x="59" y="65"/>
                      <a:pt x="58" y="68"/>
                      <a:pt x="56" y="72"/>
                    </a:cubicBezTo>
                    <a:cubicBezTo>
                      <a:pt x="53" y="78"/>
                      <a:pt x="50" y="85"/>
                      <a:pt x="48" y="92"/>
                    </a:cubicBezTo>
                    <a:cubicBezTo>
                      <a:pt x="46" y="96"/>
                      <a:pt x="45" y="100"/>
                      <a:pt x="43" y="104"/>
                    </a:cubicBezTo>
                    <a:cubicBezTo>
                      <a:pt x="42" y="107"/>
                      <a:pt x="41" y="110"/>
                      <a:pt x="41" y="113"/>
                    </a:cubicBezTo>
                    <a:cubicBezTo>
                      <a:pt x="38" y="121"/>
                      <a:pt x="36" y="130"/>
                      <a:pt x="34" y="138"/>
                    </a:cubicBezTo>
                    <a:cubicBezTo>
                      <a:pt x="31" y="149"/>
                      <a:pt x="28" y="160"/>
                      <a:pt x="27" y="171"/>
                    </a:cubicBezTo>
                    <a:cubicBezTo>
                      <a:pt x="25" y="175"/>
                      <a:pt x="25" y="179"/>
                      <a:pt x="24" y="183"/>
                    </a:cubicBezTo>
                    <a:cubicBezTo>
                      <a:pt x="24" y="185"/>
                      <a:pt x="24" y="187"/>
                      <a:pt x="23" y="189"/>
                    </a:cubicBezTo>
                    <a:cubicBezTo>
                      <a:pt x="23" y="196"/>
                      <a:pt x="22" y="203"/>
                      <a:pt x="21" y="209"/>
                    </a:cubicBezTo>
                    <a:lnTo>
                      <a:pt x="21" y="208"/>
                    </a:lnTo>
                    <a:cubicBezTo>
                      <a:pt x="21" y="216"/>
                      <a:pt x="20" y="223"/>
                      <a:pt x="21" y="231"/>
                    </a:cubicBezTo>
                    <a:cubicBezTo>
                      <a:pt x="21" y="230"/>
                      <a:pt x="21" y="230"/>
                      <a:pt x="21" y="230"/>
                    </a:cubicBezTo>
                    <a:cubicBezTo>
                      <a:pt x="21" y="232"/>
                      <a:pt x="21" y="235"/>
                      <a:pt x="21" y="238"/>
                    </a:cubicBezTo>
                    <a:cubicBezTo>
                      <a:pt x="21" y="240"/>
                      <a:pt x="22" y="242"/>
                      <a:pt x="23" y="244"/>
                    </a:cubicBezTo>
                    <a:cubicBezTo>
                      <a:pt x="24" y="247"/>
                      <a:pt x="24" y="249"/>
                      <a:pt x="25" y="251"/>
                    </a:cubicBezTo>
                    <a:cubicBezTo>
                      <a:pt x="27" y="254"/>
                      <a:pt x="28" y="256"/>
                      <a:pt x="29" y="258"/>
                    </a:cubicBezTo>
                    <a:cubicBezTo>
                      <a:pt x="31" y="261"/>
                      <a:pt x="32" y="263"/>
                      <a:pt x="34" y="265"/>
                    </a:cubicBezTo>
                    <a:cubicBezTo>
                      <a:pt x="36" y="268"/>
                      <a:pt x="38" y="270"/>
                      <a:pt x="40" y="272"/>
                    </a:cubicBezTo>
                    <a:cubicBezTo>
                      <a:pt x="41" y="273"/>
                      <a:pt x="42" y="274"/>
                      <a:pt x="43" y="275"/>
                    </a:cubicBezTo>
                    <a:cubicBezTo>
                      <a:pt x="48" y="279"/>
                      <a:pt x="48" y="285"/>
                      <a:pt x="45" y="289"/>
                    </a:cubicBezTo>
                    <a:cubicBezTo>
                      <a:pt x="43" y="291"/>
                      <a:pt x="39" y="293"/>
                      <a:pt x="36" y="293"/>
                    </a:cubicBezTo>
                    <a:cubicBezTo>
                      <a:pt x="34" y="293"/>
                      <a:pt x="32" y="292"/>
                      <a:pt x="30" y="2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9" name="Google Shape;1429;p16"/>
              <p:cNvSpPr/>
              <p:nvPr/>
            </p:nvSpPr>
            <p:spPr>
              <a:xfrm>
                <a:off x="263140" y="4225318"/>
                <a:ext cx="38880" cy="65160"/>
              </a:xfrm>
              <a:custGeom>
                <a:avLst/>
                <a:gdLst/>
                <a:ahLst/>
                <a:cxnLst/>
                <a:rect l="l" t="t" r="r" b="b"/>
                <a:pathLst>
                  <a:path w="108" h="181" extrusionOk="0">
                    <a:moveTo>
                      <a:pt x="80" y="62"/>
                    </a:moveTo>
                    <a:cubicBezTo>
                      <a:pt x="81" y="60"/>
                      <a:pt x="82" y="57"/>
                      <a:pt x="82" y="55"/>
                    </a:cubicBezTo>
                    <a:cubicBezTo>
                      <a:pt x="83" y="51"/>
                      <a:pt x="84" y="46"/>
                      <a:pt x="84" y="42"/>
                    </a:cubicBezTo>
                    <a:cubicBezTo>
                      <a:pt x="85" y="37"/>
                      <a:pt x="85" y="32"/>
                      <a:pt x="85" y="27"/>
                    </a:cubicBezTo>
                    <a:cubicBezTo>
                      <a:pt x="84" y="28"/>
                      <a:pt x="84" y="29"/>
                      <a:pt x="84" y="30"/>
                    </a:cubicBezTo>
                    <a:cubicBezTo>
                      <a:pt x="83" y="32"/>
                      <a:pt x="83" y="35"/>
                      <a:pt x="82" y="36"/>
                    </a:cubicBezTo>
                    <a:cubicBezTo>
                      <a:pt x="81" y="40"/>
                      <a:pt x="80" y="43"/>
                      <a:pt x="80" y="46"/>
                    </a:cubicBezTo>
                    <a:cubicBezTo>
                      <a:pt x="80" y="50"/>
                      <a:pt x="80" y="53"/>
                      <a:pt x="80" y="55"/>
                    </a:cubicBezTo>
                    <a:cubicBezTo>
                      <a:pt x="80" y="58"/>
                      <a:pt x="80" y="60"/>
                      <a:pt x="80" y="62"/>
                    </a:cubicBezTo>
                    <a:moveTo>
                      <a:pt x="23" y="157"/>
                    </a:moveTo>
                    <a:lnTo>
                      <a:pt x="24" y="157"/>
                    </a:lnTo>
                    <a:cubicBezTo>
                      <a:pt x="24" y="156"/>
                      <a:pt x="24" y="156"/>
                      <a:pt x="24" y="156"/>
                    </a:cubicBezTo>
                    <a:cubicBezTo>
                      <a:pt x="25" y="156"/>
                      <a:pt x="26" y="156"/>
                      <a:pt x="26" y="155"/>
                    </a:cubicBezTo>
                    <a:cubicBezTo>
                      <a:pt x="27" y="154"/>
                      <a:pt x="29" y="152"/>
                      <a:pt x="30" y="151"/>
                    </a:cubicBezTo>
                    <a:cubicBezTo>
                      <a:pt x="31" y="150"/>
                      <a:pt x="33" y="149"/>
                      <a:pt x="33" y="148"/>
                    </a:cubicBezTo>
                    <a:cubicBezTo>
                      <a:pt x="33" y="148"/>
                      <a:pt x="32" y="148"/>
                      <a:pt x="31" y="148"/>
                    </a:cubicBezTo>
                    <a:lnTo>
                      <a:pt x="30" y="148"/>
                    </a:lnTo>
                    <a:lnTo>
                      <a:pt x="29" y="148"/>
                    </a:lnTo>
                    <a:lnTo>
                      <a:pt x="28" y="148"/>
                    </a:lnTo>
                    <a:cubicBezTo>
                      <a:pt x="28" y="149"/>
                      <a:pt x="27" y="149"/>
                      <a:pt x="27" y="149"/>
                    </a:cubicBezTo>
                    <a:cubicBezTo>
                      <a:pt x="27" y="149"/>
                      <a:pt x="26" y="149"/>
                      <a:pt x="26" y="150"/>
                    </a:cubicBezTo>
                    <a:lnTo>
                      <a:pt x="25" y="150"/>
                    </a:lnTo>
                    <a:lnTo>
                      <a:pt x="24" y="151"/>
                    </a:lnTo>
                    <a:cubicBezTo>
                      <a:pt x="24" y="152"/>
                      <a:pt x="24" y="152"/>
                      <a:pt x="24" y="152"/>
                    </a:cubicBezTo>
                    <a:lnTo>
                      <a:pt x="24" y="153"/>
                    </a:lnTo>
                    <a:lnTo>
                      <a:pt x="23" y="153"/>
                    </a:lnTo>
                    <a:lnTo>
                      <a:pt x="23" y="154"/>
                    </a:lnTo>
                    <a:cubicBezTo>
                      <a:pt x="23" y="155"/>
                      <a:pt x="23" y="155"/>
                      <a:pt x="23" y="156"/>
                    </a:cubicBezTo>
                    <a:lnTo>
                      <a:pt x="23" y="157"/>
                    </a:lnTo>
                    <a:moveTo>
                      <a:pt x="17" y="178"/>
                    </a:moveTo>
                    <a:cubicBezTo>
                      <a:pt x="12" y="177"/>
                      <a:pt x="8" y="174"/>
                      <a:pt x="5" y="170"/>
                    </a:cubicBezTo>
                    <a:cubicBezTo>
                      <a:pt x="0" y="162"/>
                      <a:pt x="0" y="150"/>
                      <a:pt x="5" y="142"/>
                    </a:cubicBezTo>
                    <a:cubicBezTo>
                      <a:pt x="10" y="132"/>
                      <a:pt x="20" y="126"/>
                      <a:pt x="31" y="126"/>
                    </a:cubicBezTo>
                    <a:cubicBezTo>
                      <a:pt x="36" y="125"/>
                      <a:pt x="42" y="127"/>
                      <a:pt x="47" y="128"/>
                    </a:cubicBezTo>
                    <a:lnTo>
                      <a:pt x="48" y="128"/>
                    </a:lnTo>
                    <a:cubicBezTo>
                      <a:pt x="51" y="122"/>
                      <a:pt x="55" y="116"/>
                      <a:pt x="59" y="109"/>
                    </a:cubicBezTo>
                    <a:cubicBezTo>
                      <a:pt x="59" y="110"/>
                      <a:pt x="58" y="110"/>
                      <a:pt x="58" y="110"/>
                    </a:cubicBezTo>
                    <a:cubicBezTo>
                      <a:pt x="64" y="100"/>
                      <a:pt x="69" y="89"/>
                      <a:pt x="74" y="78"/>
                    </a:cubicBezTo>
                    <a:cubicBezTo>
                      <a:pt x="73" y="78"/>
                      <a:pt x="72" y="79"/>
                      <a:pt x="70" y="79"/>
                    </a:cubicBezTo>
                    <a:cubicBezTo>
                      <a:pt x="63" y="79"/>
                      <a:pt x="58" y="74"/>
                      <a:pt x="58" y="67"/>
                    </a:cubicBezTo>
                    <a:cubicBezTo>
                      <a:pt x="58" y="62"/>
                      <a:pt x="58" y="55"/>
                      <a:pt x="58" y="50"/>
                    </a:cubicBezTo>
                    <a:cubicBezTo>
                      <a:pt x="59" y="44"/>
                      <a:pt x="59" y="38"/>
                      <a:pt x="61" y="32"/>
                    </a:cubicBezTo>
                    <a:cubicBezTo>
                      <a:pt x="62" y="28"/>
                      <a:pt x="63" y="25"/>
                      <a:pt x="64" y="21"/>
                    </a:cubicBezTo>
                    <a:cubicBezTo>
                      <a:pt x="66" y="15"/>
                      <a:pt x="70" y="8"/>
                      <a:pt x="75" y="4"/>
                    </a:cubicBezTo>
                    <a:cubicBezTo>
                      <a:pt x="78" y="2"/>
                      <a:pt x="80" y="1"/>
                      <a:pt x="84" y="1"/>
                    </a:cubicBezTo>
                    <a:cubicBezTo>
                      <a:pt x="87" y="0"/>
                      <a:pt x="90" y="1"/>
                      <a:pt x="94" y="2"/>
                    </a:cubicBezTo>
                    <a:cubicBezTo>
                      <a:pt x="100" y="4"/>
                      <a:pt x="104" y="8"/>
                      <a:pt x="105" y="14"/>
                    </a:cubicBezTo>
                    <a:cubicBezTo>
                      <a:pt x="107" y="21"/>
                      <a:pt x="107" y="28"/>
                      <a:pt x="107" y="35"/>
                    </a:cubicBezTo>
                    <a:cubicBezTo>
                      <a:pt x="106" y="42"/>
                      <a:pt x="105" y="50"/>
                      <a:pt x="102" y="58"/>
                    </a:cubicBezTo>
                    <a:cubicBezTo>
                      <a:pt x="100" y="70"/>
                      <a:pt x="96" y="81"/>
                      <a:pt x="90" y="92"/>
                    </a:cubicBezTo>
                    <a:cubicBezTo>
                      <a:pt x="88" y="97"/>
                      <a:pt x="85" y="103"/>
                      <a:pt x="83" y="108"/>
                    </a:cubicBezTo>
                    <a:cubicBezTo>
                      <a:pt x="80" y="114"/>
                      <a:pt x="77" y="119"/>
                      <a:pt x="73" y="125"/>
                    </a:cubicBezTo>
                    <a:cubicBezTo>
                      <a:pt x="71" y="129"/>
                      <a:pt x="69" y="134"/>
                      <a:pt x="66" y="138"/>
                    </a:cubicBezTo>
                    <a:cubicBezTo>
                      <a:pt x="68" y="139"/>
                      <a:pt x="70" y="141"/>
                      <a:pt x="73" y="143"/>
                    </a:cubicBezTo>
                    <a:cubicBezTo>
                      <a:pt x="82" y="148"/>
                      <a:pt x="91" y="153"/>
                      <a:pt x="100" y="158"/>
                    </a:cubicBezTo>
                    <a:cubicBezTo>
                      <a:pt x="104" y="161"/>
                      <a:pt x="105" y="169"/>
                      <a:pt x="102" y="173"/>
                    </a:cubicBezTo>
                    <a:cubicBezTo>
                      <a:pt x="101" y="175"/>
                      <a:pt x="99" y="177"/>
                      <a:pt x="96" y="177"/>
                    </a:cubicBezTo>
                    <a:cubicBezTo>
                      <a:pt x="93" y="178"/>
                      <a:pt x="90" y="177"/>
                      <a:pt x="88" y="176"/>
                    </a:cubicBezTo>
                    <a:cubicBezTo>
                      <a:pt x="81" y="172"/>
                      <a:pt x="74" y="169"/>
                      <a:pt x="68" y="164"/>
                    </a:cubicBezTo>
                    <a:cubicBezTo>
                      <a:pt x="65" y="163"/>
                      <a:pt x="61" y="161"/>
                      <a:pt x="58" y="159"/>
                    </a:cubicBezTo>
                    <a:cubicBezTo>
                      <a:pt x="57" y="158"/>
                      <a:pt x="55" y="157"/>
                      <a:pt x="54" y="156"/>
                    </a:cubicBezTo>
                    <a:cubicBezTo>
                      <a:pt x="54" y="157"/>
                      <a:pt x="53" y="157"/>
                      <a:pt x="52" y="158"/>
                    </a:cubicBezTo>
                    <a:cubicBezTo>
                      <a:pt x="52" y="159"/>
                      <a:pt x="52" y="159"/>
                      <a:pt x="51" y="160"/>
                    </a:cubicBezTo>
                    <a:cubicBezTo>
                      <a:pt x="51" y="159"/>
                      <a:pt x="51" y="159"/>
                      <a:pt x="52" y="159"/>
                    </a:cubicBezTo>
                    <a:cubicBezTo>
                      <a:pt x="51" y="160"/>
                      <a:pt x="51" y="160"/>
                      <a:pt x="50" y="161"/>
                    </a:cubicBezTo>
                    <a:lnTo>
                      <a:pt x="51" y="160"/>
                    </a:lnTo>
                    <a:cubicBezTo>
                      <a:pt x="48" y="164"/>
                      <a:pt x="45" y="167"/>
                      <a:pt x="42" y="170"/>
                    </a:cubicBezTo>
                    <a:cubicBezTo>
                      <a:pt x="38" y="174"/>
                      <a:pt x="35" y="176"/>
                      <a:pt x="30" y="178"/>
                    </a:cubicBezTo>
                    <a:cubicBezTo>
                      <a:pt x="28" y="179"/>
                      <a:pt x="25" y="180"/>
                      <a:pt x="22" y="180"/>
                    </a:cubicBezTo>
                    <a:cubicBezTo>
                      <a:pt x="20" y="180"/>
                      <a:pt x="19" y="179"/>
                      <a:pt x="17" y="1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0" name="Google Shape;1430;p16"/>
              <p:cNvSpPr/>
              <p:nvPr/>
            </p:nvSpPr>
            <p:spPr>
              <a:xfrm>
                <a:off x="338740" y="4238278"/>
                <a:ext cx="25920" cy="49320"/>
              </a:xfrm>
              <a:custGeom>
                <a:avLst/>
                <a:gdLst/>
                <a:ahLst/>
                <a:cxnLst/>
                <a:rect l="l" t="t" r="r" b="b"/>
                <a:pathLst>
                  <a:path w="72" h="137" extrusionOk="0">
                    <a:moveTo>
                      <a:pt x="49" y="130"/>
                    </a:moveTo>
                    <a:cubicBezTo>
                      <a:pt x="39" y="113"/>
                      <a:pt x="29" y="96"/>
                      <a:pt x="20" y="78"/>
                    </a:cubicBezTo>
                    <a:cubicBezTo>
                      <a:pt x="15" y="69"/>
                      <a:pt x="12" y="60"/>
                      <a:pt x="8" y="50"/>
                    </a:cubicBezTo>
                    <a:cubicBezTo>
                      <a:pt x="6" y="46"/>
                      <a:pt x="5" y="40"/>
                      <a:pt x="3" y="36"/>
                    </a:cubicBezTo>
                    <a:cubicBezTo>
                      <a:pt x="2" y="30"/>
                      <a:pt x="0" y="24"/>
                      <a:pt x="0" y="18"/>
                    </a:cubicBezTo>
                    <a:cubicBezTo>
                      <a:pt x="0" y="16"/>
                      <a:pt x="0" y="13"/>
                      <a:pt x="1" y="11"/>
                    </a:cubicBezTo>
                    <a:cubicBezTo>
                      <a:pt x="1" y="8"/>
                      <a:pt x="2" y="6"/>
                      <a:pt x="4" y="4"/>
                    </a:cubicBezTo>
                    <a:cubicBezTo>
                      <a:pt x="7" y="1"/>
                      <a:pt x="11" y="0"/>
                      <a:pt x="15" y="1"/>
                    </a:cubicBezTo>
                    <a:lnTo>
                      <a:pt x="16" y="1"/>
                    </a:lnTo>
                    <a:lnTo>
                      <a:pt x="15" y="1"/>
                    </a:lnTo>
                    <a:cubicBezTo>
                      <a:pt x="21" y="2"/>
                      <a:pt x="25" y="7"/>
                      <a:pt x="24" y="14"/>
                    </a:cubicBezTo>
                    <a:cubicBezTo>
                      <a:pt x="24" y="15"/>
                      <a:pt x="23" y="17"/>
                      <a:pt x="22" y="18"/>
                    </a:cubicBezTo>
                    <a:cubicBezTo>
                      <a:pt x="22" y="19"/>
                      <a:pt x="22" y="21"/>
                      <a:pt x="22" y="23"/>
                    </a:cubicBezTo>
                    <a:cubicBezTo>
                      <a:pt x="24" y="26"/>
                      <a:pt x="24" y="31"/>
                      <a:pt x="25" y="35"/>
                    </a:cubicBezTo>
                    <a:cubicBezTo>
                      <a:pt x="28" y="42"/>
                      <a:pt x="31" y="49"/>
                      <a:pt x="34" y="56"/>
                    </a:cubicBezTo>
                    <a:cubicBezTo>
                      <a:pt x="33" y="56"/>
                      <a:pt x="33" y="55"/>
                      <a:pt x="33" y="54"/>
                    </a:cubicBezTo>
                    <a:cubicBezTo>
                      <a:pt x="35" y="60"/>
                      <a:pt x="37" y="64"/>
                      <a:pt x="39" y="69"/>
                    </a:cubicBezTo>
                    <a:cubicBezTo>
                      <a:pt x="42" y="75"/>
                      <a:pt x="45" y="81"/>
                      <a:pt x="49" y="87"/>
                    </a:cubicBezTo>
                    <a:cubicBezTo>
                      <a:pt x="54" y="98"/>
                      <a:pt x="61" y="109"/>
                      <a:pt x="68" y="120"/>
                    </a:cubicBezTo>
                    <a:cubicBezTo>
                      <a:pt x="71" y="126"/>
                      <a:pt x="68" y="133"/>
                      <a:pt x="63" y="135"/>
                    </a:cubicBezTo>
                    <a:cubicBezTo>
                      <a:pt x="61" y="135"/>
                      <a:pt x="60" y="136"/>
                      <a:pt x="59" y="136"/>
                    </a:cubicBezTo>
                    <a:cubicBezTo>
                      <a:pt x="54" y="136"/>
                      <a:pt x="51" y="134"/>
                      <a:pt x="49" y="1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1" name="Google Shape;1431;p16"/>
              <p:cNvSpPr/>
              <p:nvPr/>
            </p:nvSpPr>
            <p:spPr>
              <a:xfrm>
                <a:off x="335140" y="4245838"/>
                <a:ext cx="44640" cy="5904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164" extrusionOk="0">
                    <a:moveTo>
                      <a:pt x="6" y="162"/>
                    </a:moveTo>
                    <a:cubicBezTo>
                      <a:pt x="2" y="160"/>
                      <a:pt x="0" y="154"/>
                      <a:pt x="2" y="149"/>
                    </a:cubicBezTo>
                    <a:cubicBezTo>
                      <a:pt x="7" y="137"/>
                      <a:pt x="12" y="126"/>
                      <a:pt x="17" y="114"/>
                    </a:cubicBezTo>
                    <a:cubicBezTo>
                      <a:pt x="22" y="103"/>
                      <a:pt x="28" y="94"/>
                      <a:pt x="34" y="85"/>
                    </a:cubicBezTo>
                    <a:cubicBezTo>
                      <a:pt x="39" y="75"/>
                      <a:pt x="46" y="66"/>
                      <a:pt x="52" y="56"/>
                    </a:cubicBezTo>
                    <a:cubicBezTo>
                      <a:pt x="56" y="51"/>
                      <a:pt x="60" y="45"/>
                      <a:pt x="64" y="40"/>
                    </a:cubicBezTo>
                    <a:cubicBezTo>
                      <a:pt x="67" y="35"/>
                      <a:pt x="71" y="30"/>
                      <a:pt x="76" y="25"/>
                    </a:cubicBezTo>
                    <a:cubicBezTo>
                      <a:pt x="77" y="22"/>
                      <a:pt x="80" y="21"/>
                      <a:pt x="81" y="18"/>
                    </a:cubicBezTo>
                    <a:cubicBezTo>
                      <a:pt x="85" y="14"/>
                      <a:pt x="89" y="10"/>
                      <a:pt x="93" y="7"/>
                    </a:cubicBezTo>
                    <a:cubicBezTo>
                      <a:pt x="97" y="4"/>
                      <a:pt x="101" y="1"/>
                      <a:pt x="105" y="0"/>
                    </a:cubicBezTo>
                    <a:cubicBezTo>
                      <a:pt x="108" y="0"/>
                      <a:pt x="111" y="0"/>
                      <a:pt x="114" y="1"/>
                    </a:cubicBezTo>
                    <a:cubicBezTo>
                      <a:pt x="120" y="2"/>
                      <a:pt x="123" y="9"/>
                      <a:pt x="122" y="15"/>
                    </a:cubicBezTo>
                    <a:cubicBezTo>
                      <a:pt x="120" y="20"/>
                      <a:pt x="115" y="24"/>
                      <a:pt x="109" y="22"/>
                    </a:cubicBezTo>
                    <a:cubicBezTo>
                      <a:pt x="108" y="24"/>
                      <a:pt x="107" y="24"/>
                      <a:pt x="106" y="25"/>
                    </a:cubicBezTo>
                    <a:cubicBezTo>
                      <a:pt x="102" y="28"/>
                      <a:pt x="99" y="31"/>
                      <a:pt x="96" y="34"/>
                    </a:cubicBezTo>
                    <a:cubicBezTo>
                      <a:pt x="91" y="40"/>
                      <a:pt x="85" y="46"/>
                      <a:pt x="81" y="52"/>
                    </a:cubicBezTo>
                    <a:lnTo>
                      <a:pt x="81" y="51"/>
                    </a:lnTo>
                    <a:cubicBezTo>
                      <a:pt x="77" y="56"/>
                      <a:pt x="73" y="62"/>
                      <a:pt x="69" y="67"/>
                    </a:cubicBezTo>
                    <a:cubicBezTo>
                      <a:pt x="66" y="72"/>
                      <a:pt x="63" y="77"/>
                      <a:pt x="59" y="82"/>
                    </a:cubicBezTo>
                    <a:cubicBezTo>
                      <a:pt x="53" y="91"/>
                      <a:pt x="47" y="100"/>
                      <a:pt x="42" y="110"/>
                    </a:cubicBezTo>
                    <a:cubicBezTo>
                      <a:pt x="39" y="114"/>
                      <a:pt x="38" y="117"/>
                      <a:pt x="36" y="121"/>
                    </a:cubicBezTo>
                    <a:cubicBezTo>
                      <a:pt x="34" y="125"/>
                      <a:pt x="32" y="128"/>
                      <a:pt x="31" y="133"/>
                    </a:cubicBezTo>
                    <a:cubicBezTo>
                      <a:pt x="27" y="141"/>
                      <a:pt x="23" y="149"/>
                      <a:pt x="20" y="158"/>
                    </a:cubicBezTo>
                    <a:cubicBezTo>
                      <a:pt x="18" y="161"/>
                      <a:pt x="14" y="163"/>
                      <a:pt x="10" y="163"/>
                    </a:cubicBezTo>
                    <a:cubicBezTo>
                      <a:pt x="9" y="163"/>
                      <a:pt x="7" y="163"/>
                      <a:pt x="6" y="1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2" name="Google Shape;1432;p16"/>
              <p:cNvSpPr/>
              <p:nvPr/>
            </p:nvSpPr>
            <p:spPr>
              <a:xfrm>
                <a:off x="389140" y="4265638"/>
                <a:ext cx="58320" cy="15120"/>
              </a:xfrm>
              <a:custGeom>
                <a:avLst/>
                <a:gdLst/>
                <a:ahLst/>
                <a:cxnLst/>
                <a:rect l="l" t="t" r="r" b="b"/>
                <a:pathLst>
                  <a:path w="162" h="42" extrusionOk="0">
                    <a:moveTo>
                      <a:pt x="7" y="40"/>
                    </a:moveTo>
                    <a:cubicBezTo>
                      <a:pt x="4" y="38"/>
                      <a:pt x="1" y="35"/>
                      <a:pt x="1" y="31"/>
                    </a:cubicBezTo>
                    <a:cubicBezTo>
                      <a:pt x="0" y="27"/>
                      <a:pt x="2" y="22"/>
                      <a:pt x="7" y="19"/>
                    </a:cubicBezTo>
                    <a:cubicBezTo>
                      <a:pt x="12" y="17"/>
                      <a:pt x="18" y="15"/>
                      <a:pt x="24" y="14"/>
                    </a:cubicBezTo>
                    <a:cubicBezTo>
                      <a:pt x="27" y="13"/>
                      <a:pt x="30" y="13"/>
                      <a:pt x="33" y="12"/>
                    </a:cubicBezTo>
                    <a:cubicBezTo>
                      <a:pt x="39" y="12"/>
                      <a:pt x="44" y="11"/>
                      <a:pt x="49" y="10"/>
                    </a:cubicBezTo>
                    <a:cubicBezTo>
                      <a:pt x="60" y="8"/>
                      <a:pt x="71" y="7"/>
                      <a:pt x="82" y="6"/>
                    </a:cubicBezTo>
                    <a:cubicBezTo>
                      <a:pt x="105" y="4"/>
                      <a:pt x="127" y="2"/>
                      <a:pt x="149" y="0"/>
                    </a:cubicBezTo>
                    <a:cubicBezTo>
                      <a:pt x="155" y="0"/>
                      <a:pt x="160" y="4"/>
                      <a:pt x="161" y="9"/>
                    </a:cubicBezTo>
                    <a:cubicBezTo>
                      <a:pt x="161" y="14"/>
                      <a:pt x="157" y="19"/>
                      <a:pt x="152" y="20"/>
                    </a:cubicBezTo>
                    <a:cubicBezTo>
                      <a:pt x="137" y="21"/>
                      <a:pt x="121" y="22"/>
                      <a:pt x="106" y="24"/>
                    </a:cubicBezTo>
                    <a:cubicBezTo>
                      <a:pt x="99" y="24"/>
                      <a:pt x="91" y="26"/>
                      <a:pt x="84" y="26"/>
                    </a:cubicBezTo>
                    <a:cubicBezTo>
                      <a:pt x="77" y="27"/>
                      <a:pt x="70" y="28"/>
                      <a:pt x="63" y="29"/>
                    </a:cubicBezTo>
                    <a:cubicBezTo>
                      <a:pt x="49" y="31"/>
                      <a:pt x="36" y="33"/>
                      <a:pt x="22" y="37"/>
                    </a:cubicBezTo>
                    <a:cubicBezTo>
                      <a:pt x="21" y="37"/>
                      <a:pt x="20" y="38"/>
                      <a:pt x="18" y="38"/>
                    </a:cubicBezTo>
                    <a:cubicBezTo>
                      <a:pt x="16" y="40"/>
                      <a:pt x="14" y="41"/>
                      <a:pt x="11" y="40"/>
                    </a:cubicBezTo>
                    <a:cubicBezTo>
                      <a:pt x="10" y="40"/>
                      <a:pt x="8" y="40"/>
                      <a:pt x="7" y="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3" name="Google Shape;1433;p16"/>
              <p:cNvSpPr/>
              <p:nvPr/>
            </p:nvSpPr>
            <p:spPr>
              <a:xfrm>
                <a:off x="457540" y="4225678"/>
                <a:ext cx="29520" cy="78480"/>
              </a:xfrm>
              <a:custGeom>
                <a:avLst/>
                <a:gdLst/>
                <a:ahLst/>
                <a:cxnLst/>
                <a:rect l="l" t="t" r="r" b="b"/>
                <a:pathLst>
                  <a:path w="82" h="218" extrusionOk="0">
                    <a:moveTo>
                      <a:pt x="9" y="217"/>
                    </a:moveTo>
                    <a:cubicBezTo>
                      <a:pt x="4" y="215"/>
                      <a:pt x="0" y="209"/>
                      <a:pt x="2" y="203"/>
                    </a:cubicBezTo>
                    <a:cubicBezTo>
                      <a:pt x="9" y="180"/>
                      <a:pt x="16" y="158"/>
                      <a:pt x="23" y="135"/>
                    </a:cubicBezTo>
                    <a:cubicBezTo>
                      <a:pt x="29" y="113"/>
                      <a:pt x="35" y="91"/>
                      <a:pt x="41" y="69"/>
                    </a:cubicBezTo>
                    <a:cubicBezTo>
                      <a:pt x="43" y="59"/>
                      <a:pt x="46" y="48"/>
                      <a:pt x="49" y="38"/>
                    </a:cubicBezTo>
                    <a:cubicBezTo>
                      <a:pt x="52" y="28"/>
                      <a:pt x="54" y="20"/>
                      <a:pt x="57" y="10"/>
                    </a:cubicBezTo>
                    <a:cubicBezTo>
                      <a:pt x="58" y="4"/>
                      <a:pt x="65" y="0"/>
                      <a:pt x="72" y="1"/>
                    </a:cubicBezTo>
                    <a:cubicBezTo>
                      <a:pt x="78" y="4"/>
                      <a:pt x="81" y="11"/>
                      <a:pt x="78" y="17"/>
                    </a:cubicBezTo>
                    <a:cubicBezTo>
                      <a:pt x="71" y="38"/>
                      <a:pt x="65" y="60"/>
                      <a:pt x="59" y="81"/>
                    </a:cubicBezTo>
                    <a:cubicBezTo>
                      <a:pt x="53" y="104"/>
                      <a:pt x="47" y="126"/>
                      <a:pt x="40" y="148"/>
                    </a:cubicBezTo>
                    <a:cubicBezTo>
                      <a:pt x="34" y="169"/>
                      <a:pt x="29" y="189"/>
                      <a:pt x="23" y="209"/>
                    </a:cubicBezTo>
                    <a:cubicBezTo>
                      <a:pt x="22" y="214"/>
                      <a:pt x="17" y="217"/>
                      <a:pt x="12" y="217"/>
                    </a:cubicBezTo>
                    <a:cubicBezTo>
                      <a:pt x="11" y="217"/>
                      <a:pt x="10" y="217"/>
                      <a:pt x="9" y="2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4" name="Google Shape;1434;p16"/>
              <p:cNvSpPr/>
              <p:nvPr/>
            </p:nvSpPr>
            <p:spPr>
              <a:xfrm>
                <a:off x="476260" y="4240798"/>
                <a:ext cx="21960" cy="55800"/>
              </a:xfrm>
              <a:custGeom>
                <a:avLst/>
                <a:gdLst/>
                <a:ahLst/>
                <a:cxnLst/>
                <a:rect l="l" t="t" r="r" b="b"/>
                <a:pathLst>
                  <a:path w="61" h="155" extrusionOk="0">
                    <a:moveTo>
                      <a:pt x="9" y="154"/>
                    </a:moveTo>
                    <a:cubicBezTo>
                      <a:pt x="7" y="153"/>
                      <a:pt x="4" y="152"/>
                      <a:pt x="2" y="149"/>
                    </a:cubicBezTo>
                    <a:cubicBezTo>
                      <a:pt x="1" y="147"/>
                      <a:pt x="0" y="144"/>
                      <a:pt x="1" y="140"/>
                    </a:cubicBezTo>
                    <a:cubicBezTo>
                      <a:pt x="1" y="139"/>
                      <a:pt x="2" y="138"/>
                      <a:pt x="2" y="137"/>
                    </a:cubicBezTo>
                    <a:cubicBezTo>
                      <a:pt x="2" y="137"/>
                      <a:pt x="2" y="136"/>
                      <a:pt x="2" y="135"/>
                    </a:cubicBezTo>
                    <a:cubicBezTo>
                      <a:pt x="7" y="116"/>
                      <a:pt x="11" y="96"/>
                      <a:pt x="16" y="77"/>
                    </a:cubicBezTo>
                    <a:cubicBezTo>
                      <a:pt x="18" y="67"/>
                      <a:pt x="20" y="59"/>
                      <a:pt x="22" y="50"/>
                    </a:cubicBezTo>
                    <a:cubicBezTo>
                      <a:pt x="23" y="42"/>
                      <a:pt x="26" y="35"/>
                      <a:pt x="27" y="28"/>
                    </a:cubicBezTo>
                    <a:cubicBezTo>
                      <a:pt x="30" y="22"/>
                      <a:pt x="32" y="17"/>
                      <a:pt x="35" y="11"/>
                    </a:cubicBezTo>
                    <a:cubicBezTo>
                      <a:pt x="37" y="8"/>
                      <a:pt x="39" y="5"/>
                      <a:pt x="43" y="3"/>
                    </a:cubicBezTo>
                    <a:lnTo>
                      <a:pt x="44" y="3"/>
                    </a:lnTo>
                    <a:cubicBezTo>
                      <a:pt x="50" y="0"/>
                      <a:pt x="57" y="4"/>
                      <a:pt x="59" y="11"/>
                    </a:cubicBezTo>
                    <a:cubicBezTo>
                      <a:pt x="60" y="15"/>
                      <a:pt x="58" y="20"/>
                      <a:pt x="54" y="22"/>
                    </a:cubicBezTo>
                    <a:cubicBezTo>
                      <a:pt x="53" y="24"/>
                      <a:pt x="53" y="24"/>
                      <a:pt x="52" y="25"/>
                    </a:cubicBezTo>
                    <a:cubicBezTo>
                      <a:pt x="51" y="28"/>
                      <a:pt x="50" y="29"/>
                      <a:pt x="50" y="32"/>
                    </a:cubicBezTo>
                    <a:cubicBezTo>
                      <a:pt x="46" y="41"/>
                      <a:pt x="43" y="51"/>
                      <a:pt x="41" y="61"/>
                    </a:cubicBezTo>
                    <a:cubicBezTo>
                      <a:pt x="34" y="89"/>
                      <a:pt x="28" y="117"/>
                      <a:pt x="22" y="145"/>
                    </a:cubicBezTo>
                    <a:cubicBezTo>
                      <a:pt x="21" y="151"/>
                      <a:pt x="16" y="154"/>
                      <a:pt x="11" y="154"/>
                    </a:cubicBezTo>
                    <a:cubicBezTo>
                      <a:pt x="11" y="154"/>
                      <a:pt x="10" y="154"/>
                      <a:pt x="9" y="1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5" name="Google Shape;1435;p16"/>
              <p:cNvSpPr/>
              <p:nvPr/>
            </p:nvSpPr>
            <p:spPr>
              <a:xfrm>
                <a:off x="446020" y="4217758"/>
                <a:ext cx="97200" cy="27360"/>
              </a:xfrm>
              <a:custGeom>
                <a:avLst/>
                <a:gdLst/>
                <a:ahLst/>
                <a:cxnLst/>
                <a:rect l="l" t="t" r="r" b="b"/>
                <a:pathLst>
                  <a:path w="270" h="76" extrusionOk="0">
                    <a:moveTo>
                      <a:pt x="11" y="74"/>
                    </a:moveTo>
                    <a:cubicBezTo>
                      <a:pt x="7" y="72"/>
                      <a:pt x="4" y="68"/>
                      <a:pt x="2" y="64"/>
                    </a:cubicBezTo>
                    <a:cubicBezTo>
                      <a:pt x="0" y="58"/>
                      <a:pt x="2" y="52"/>
                      <a:pt x="6" y="47"/>
                    </a:cubicBezTo>
                    <a:cubicBezTo>
                      <a:pt x="15" y="36"/>
                      <a:pt x="28" y="30"/>
                      <a:pt x="41" y="26"/>
                    </a:cubicBezTo>
                    <a:cubicBezTo>
                      <a:pt x="51" y="22"/>
                      <a:pt x="62" y="19"/>
                      <a:pt x="73" y="18"/>
                    </a:cubicBezTo>
                    <a:cubicBezTo>
                      <a:pt x="80" y="16"/>
                      <a:pt x="88" y="15"/>
                      <a:pt x="96" y="13"/>
                    </a:cubicBezTo>
                    <a:cubicBezTo>
                      <a:pt x="100" y="12"/>
                      <a:pt x="104" y="12"/>
                      <a:pt x="109" y="11"/>
                    </a:cubicBezTo>
                    <a:cubicBezTo>
                      <a:pt x="113" y="11"/>
                      <a:pt x="117" y="10"/>
                      <a:pt x="121" y="9"/>
                    </a:cubicBezTo>
                    <a:cubicBezTo>
                      <a:pt x="122" y="9"/>
                      <a:pt x="124" y="9"/>
                      <a:pt x="126" y="9"/>
                    </a:cubicBezTo>
                    <a:cubicBezTo>
                      <a:pt x="132" y="8"/>
                      <a:pt x="139" y="8"/>
                      <a:pt x="145" y="7"/>
                    </a:cubicBezTo>
                    <a:cubicBezTo>
                      <a:pt x="150" y="7"/>
                      <a:pt x="155" y="6"/>
                      <a:pt x="160" y="6"/>
                    </a:cubicBezTo>
                    <a:cubicBezTo>
                      <a:pt x="193" y="4"/>
                      <a:pt x="225" y="2"/>
                      <a:pt x="258" y="1"/>
                    </a:cubicBezTo>
                    <a:cubicBezTo>
                      <a:pt x="263" y="0"/>
                      <a:pt x="267" y="4"/>
                      <a:pt x="268" y="9"/>
                    </a:cubicBezTo>
                    <a:cubicBezTo>
                      <a:pt x="269" y="14"/>
                      <a:pt x="265" y="19"/>
                      <a:pt x="259" y="19"/>
                    </a:cubicBezTo>
                    <a:cubicBezTo>
                      <a:pt x="234" y="21"/>
                      <a:pt x="209" y="22"/>
                      <a:pt x="184" y="24"/>
                    </a:cubicBezTo>
                    <a:cubicBezTo>
                      <a:pt x="173" y="25"/>
                      <a:pt x="162" y="25"/>
                      <a:pt x="151" y="26"/>
                    </a:cubicBezTo>
                    <a:cubicBezTo>
                      <a:pt x="143" y="27"/>
                      <a:pt x="136" y="28"/>
                      <a:pt x="129" y="29"/>
                    </a:cubicBezTo>
                    <a:cubicBezTo>
                      <a:pt x="124" y="29"/>
                      <a:pt x="119" y="30"/>
                      <a:pt x="114" y="30"/>
                    </a:cubicBezTo>
                    <a:cubicBezTo>
                      <a:pt x="110" y="32"/>
                      <a:pt x="106" y="32"/>
                      <a:pt x="102" y="33"/>
                    </a:cubicBezTo>
                    <a:cubicBezTo>
                      <a:pt x="96" y="34"/>
                      <a:pt x="90" y="35"/>
                      <a:pt x="85" y="36"/>
                    </a:cubicBezTo>
                    <a:cubicBezTo>
                      <a:pt x="82" y="37"/>
                      <a:pt x="78" y="37"/>
                      <a:pt x="75" y="38"/>
                    </a:cubicBezTo>
                    <a:cubicBezTo>
                      <a:pt x="69" y="39"/>
                      <a:pt x="64" y="41"/>
                      <a:pt x="58" y="42"/>
                    </a:cubicBezTo>
                    <a:cubicBezTo>
                      <a:pt x="59" y="42"/>
                      <a:pt x="59" y="42"/>
                      <a:pt x="59" y="42"/>
                    </a:cubicBezTo>
                    <a:cubicBezTo>
                      <a:pt x="52" y="44"/>
                      <a:pt x="46" y="46"/>
                      <a:pt x="40" y="49"/>
                    </a:cubicBezTo>
                    <a:cubicBezTo>
                      <a:pt x="36" y="50"/>
                      <a:pt x="33" y="52"/>
                      <a:pt x="30" y="54"/>
                    </a:cubicBezTo>
                    <a:cubicBezTo>
                      <a:pt x="29" y="54"/>
                      <a:pt x="29" y="55"/>
                      <a:pt x="27" y="56"/>
                    </a:cubicBezTo>
                    <a:cubicBezTo>
                      <a:pt x="27" y="57"/>
                      <a:pt x="26" y="57"/>
                      <a:pt x="25" y="58"/>
                    </a:cubicBezTo>
                    <a:cubicBezTo>
                      <a:pt x="27" y="60"/>
                      <a:pt x="27" y="64"/>
                      <a:pt x="26" y="67"/>
                    </a:cubicBezTo>
                    <a:cubicBezTo>
                      <a:pt x="25" y="72"/>
                      <a:pt x="20" y="75"/>
                      <a:pt x="16" y="75"/>
                    </a:cubicBezTo>
                    <a:cubicBezTo>
                      <a:pt x="14" y="75"/>
                      <a:pt x="12" y="74"/>
                      <a:pt x="11" y="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6" name="Google Shape;1436;p16"/>
              <p:cNvSpPr/>
              <p:nvPr/>
            </p:nvSpPr>
            <p:spPr>
              <a:xfrm>
                <a:off x="504700" y="4214518"/>
                <a:ext cx="56160" cy="11988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333" extrusionOk="0">
                    <a:moveTo>
                      <a:pt x="9" y="331"/>
                    </a:moveTo>
                    <a:cubicBezTo>
                      <a:pt x="3" y="330"/>
                      <a:pt x="0" y="323"/>
                      <a:pt x="3" y="317"/>
                    </a:cubicBezTo>
                    <a:cubicBezTo>
                      <a:pt x="12" y="295"/>
                      <a:pt x="22" y="272"/>
                      <a:pt x="31" y="250"/>
                    </a:cubicBezTo>
                    <a:cubicBezTo>
                      <a:pt x="39" y="231"/>
                      <a:pt x="47" y="212"/>
                      <a:pt x="56" y="193"/>
                    </a:cubicBezTo>
                    <a:cubicBezTo>
                      <a:pt x="74" y="150"/>
                      <a:pt x="92" y="107"/>
                      <a:pt x="110" y="64"/>
                    </a:cubicBezTo>
                    <a:cubicBezTo>
                      <a:pt x="116" y="51"/>
                      <a:pt x="121" y="37"/>
                      <a:pt x="127" y="23"/>
                    </a:cubicBezTo>
                    <a:lnTo>
                      <a:pt x="127" y="24"/>
                    </a:lnTo>
                    <a:cubicBezTo>
                      <a:pt x="128" y="20"/>
                      <a:pt x="130" y="14"/>
                      <a:pt x="132" y="10"/>
                    </a:cubicBezTo>
                    <a:cubicBezTo>
                      <a:pt x="134" y="4"/>
                      <a:pt x="140" y="0"/>
                      <a:pt x="146" y="3"/>
                    </a:cubicBezTo>
                    <a:cubicBezTo>
                      <a:pt x="151" y="5"/>
                      <a:pt x="155" y="11"/>
                      <a:pt x="153" y="17"/>
                    </a:cubicBezTo>
                    <a:cubicBezTo>
                      <a:pt x="149" y="27"/>
                      <a:pt x="145" y="37"/>
                      <a:pt x="140" y="48"/>
                    </a:cubicBezTo>
                    <a:cubicBezTo>
                      <a:pt x="136" y="58"/>
                      <a:pt x="131" y="67"/>
                      <a:pt x="127" y="77"/>
                    </a:cubicBezTo>
                    <a:cubicBezTo>
                      <a:pt x="117" y="98"/>
                      <a:pt x="109" y="118"/>
                      <a:pt x="99" y="139"/>
                    </a:cubicBezTo>
                    <a:cubicBezTo>
                      <a:pt x="81" y="180"/>
                      <a:pt x="63" y="221"/>
                      <a:pt x="46" y="263"/>
                    </a:cubicBezTo>
                    <a:cubicBezTo>
                      <a:pt x="42" y="272"/>
                      <a:pt x="39" y="282"/>
                      <a:pt x="35" y="292"/>
                    </a:cubicBezTo>
                    <a:cubicBezTo>
                      <a:pt x="35" y="291"/>
                      <a:pt x="35" y="291"/>
                      <a:pt x="35" y="291"/>
                    </a:cubicBezTo>
                    <a:cubicBezTo>
                      <a:pt x="31" y="302"/>
                      <a:pt x="26" y="313"/>
                      <a:pt x="22" y="324"/>
                    </a:cubicBezTo>
                    <a:cubicBezTo>
                      <a:pt x="21" y="329"/>
                      <a:pt x="17" y="332"/>
                      <a:pt x="12" y="332"/>
                    </a:cubicBezTo>
                    <a:cubicBezTo>
                      <a:pt x="11" y="332"/>
                      <a:pt x="10" y="332"/>
                      <a:pt x="9" y="3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7" name="Google Shape;1437;p16"/>
              <p:cNvSpPr/>
              <p:nvPr/>
            </p:nvSpPr>
            <p:spPr>
              <a:xfrm>
                <a:off x="539620" y="4246918"/>
                <a:ext cx="3384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94" h="167" extrusionOk="0">
                    <a:moveTo>
                      <a:pt x="27" y="160"/>
                    </a:moveTo>
                    <a:cubicBezTo>
                      <a:pt x="24" y="155"/>
                      <a:pt x="26" y="148"/>
                      <a:pt x="31" y="145"/>
                    </a:cubicBezTo>
                    <a:cubicBezTo>
                      <a:pt x="32" y="145"/>
                      <a:pt x="33" y="144"/>
                      <a:pt x="34" y="143"/>
                    </a:cubicBezTo>
                    <a:cubicBezTo>
                      <a:pt x="39" y="140"/>
                      <a:pt x="44" y="136"/>
                      <a:pt x="49" y="132"/>
                    </a:cubicBezTo>
                    <a:cubicBezTo>
                      <a:pt x="52" y="131"/>
                      <a:pt x="53" y="129"/>
                      <a:pt x="56" y="127"/>
                    </a:cubicBezTo>
                    <a:cubicBezTo>
                      <a:pt x="58" y="125"/>
                      <a:pt x="60" y="123"/>
                      <a:pt x="62" y="120"/>
                    </a:cubicBezTo>
                    <a:cubicBezTo>
                      <a:pt x="63" y="118"/>
                      <a:pt x="64" y="116"/>
                      <a:pt x="65" y="114"/>
                    </a:cubicBezTo>
                    <a:cubicBezTo>
                      <a:pt x="66" y="113"/>
                      <a:pt x="67" y="111"/>
                      <a:pt x="67" y="110"/>
                    </a:cubicBezTo>
                    <a:cubicBezTo>
                      <a:pt x="67" y="109"/>
                      <a:pt x="68" y="109"/>
                      <a:pt x="68" y="108"/>
                    </a:cubicBezTo>
                    <a:cubicBezTo>
                      <a:pt x="68" y="107"/>
                      <a:pt x="69" y="106"/>
                      <a:pt x="69" y="104"/>
                    </a:cubicBezTo>
                    <a:lnTo>
                      <a:pt x="69" y="103"/>
                    </a:lnTo>
                    <a:lnTo>
                      <a:pt x="69" y="104"/>
                    </a:lnTo>
                    <a:lnTo>
                      <a:pt x="69" y="103"/>
                    </a:lnTo>
                    <a:lnTo>
                      <a:pt x="69" y="104"/>
                    </a:lnTo>
                    <a:cubicBezTo>
                      <a:pt x="69" y="103"/>
                      <a:pt x="69" y="102"/>
                      <a:pt x="69" y="101"/>
                    </a:cubicBezTo>
                    <a:cubicBezTo>
                      <a:pt x="69" y="100"/>
                      <a:pt x="68" y="100"/>
                      <a:pt x="68" y="99"/>
                    </a:cubicBezTo>
                    <a:lnTo>
                      <a:pt x="67" y="98"/>
                    </a:lnTo>
                    <a:cubicBezTo>
                      <a:pt x="67" y="97"/>
                      <a:pt x="67" y="97"/>
                      <a:pt x="67" y="97"/>
                    </a:cubicBezTo>
                    <a:cubicBezTo>
                      <a:pt x="66" y="96"/>
                      <a:pt x="66" y="96"/>
                      <a:pt x="66" y="95"/>
                    </a:cubicBezTo>
                    <a:cubicBezTo>
                      <a:pt x="65" y="95"/>
                      <a:pt x="65" y="94"/>
                      <a:pt x="64" y="93"/>
                    </a:cubicBezTo>
                    <a:cubicBezTo>
                      <a:pt x="65" y="93"/>
                      <a:pt x="65" y="93"/>
                      <a:pt x="65" y="94"/>
                    </a:cubicBezTo>
                    <a:cubicBezTo>
                      <a:pt x="65" y="93"/>
                      <a:pt x="65" y="93"/>
                      <a:pt x="64" y="93"/>
                    </a:cubicBezTo>
                    <a:lnTo>
                      <a:pt x="63" y="93"/>
                    </a:lnTo>
                    <a:cubicBezTo>
                      <a:pt x="64" y="93"/>
                      <a:pt x="64" y="93"/>
                      <a:pt x="64" y="93"/>
                    </a:cubicBezTo>
                    <a:cubicBezTo>
                      <a:pt x="64" y="93"/>
                      <a:pt x="63" y="93"/>
                      <a:pt x="63" y="92"/>
                    </a:cubicBezTo>
                    <a:cubicBezTo>
                      <a:pt x="62" y="92"/>
                      <a:pt x="61" y="91"/>
                      <a:pt x="60" y="90"/>
                    </a:cubicBezTo>
                    <a:cubicBezTo>
                      <a:pt x="59" y="90"/>
                      <a:pt x="58" y="89"/>
                      <a:pt x="57" y="89"/>
                    </a:cubicBezTo>
                    <a:cubicBezTo>
                      <a:pt x="56" y="89"/>
                      <a:pt x="54" y="88"/>
                      <a:pt x="53" y="88"/>
                    </a:cubicBezTo>
                    <a:cubicBezTo>
                      <a:pt x="51" y="88"/>
                      <a:pt x="49" y="87"/>
                      <a:pt x="48" y="87"/>
                    </a:cubicBezTo>
                    <a:cubicBezTo>
                      <a:pt x="45" y="87"/>
                      <a:pt x="41" y="87"/>
                      <a:pt x="37" y="86"/>
                    </a:cubicBezTo>
                    <a:cubicBezTo>
                      <a:pt x="32" y="84"/>
                      <a:pt x="28" y="79"/>
                      <a:pt x="28" y="74"/>
                    </a:cubicBezTo>
                    <a:cubicBezTo>
                      <a:pt x="28" y="69"/>
                      <a:pt x="31" y="65"/>
                      <a:pt x="34" y="62"/>
                    </a:cubicBezTo>
                    <a:cubicBezTo>
                      <a:pt x="35" y="60"/>
                      <a:pt x="37" y="58"/>
                      <a:pt x="38" y="56"/>
                    </a:cubicBezTo>
                    <a:cubicBezTo>
                      <a:pt x="40" y="52"/>
                      <a:pt x="42" y="48"/>
                      <a:pt x="44" y="44"/>
                    </a:cubicBezTo>
                    <a:cubicBezTo>
                      <a:pt x="44" y="43"/>
                      <a:pt x="45" y="42"/>
                      <a:pt x="45" y="40"/>
                    </a:cubicBezTo>
                    <a:cubicBezTo>
                      <a:pt x="45" y="39"/>
                      <a:pt x="45" y="37"/>
                      <a:pt x="45" y="36"/>
                    </a:cubicBezTo>
                    <a:cubicBezTo>
                      <a:pt x="46" y="35"/>
                      <a:pt x="46" y="33"/>
                      <a:pt x="46" y="32"/>
                    </a:cubicBezTo>
                    <a:cubicBezTo>
                      <a:pt x="46" y="31"/>
                      <a:pt x="46" y="30"/>
                      <a:pt x="45" y="30"/>
                    </a:cubicBezTo>
                    <a:cubicBezTo>
                      <a:pt x="45" y="29"/>
                      <a:pt x="45" y="29"/>
                      <a:pt x="45" y="29"/>
                    </a:cubicBezTo>
                    <a:cubicBezTo>
                      <a:pt x="45" y="28"/>
                      <a:pt x="45" y="28"/>
                      <a:pt x="45" y="28"/>
                    </a:cubicBezTo>
                    <a:cubicBezTo>
                      <a:pt x="45" y="29"/>
                      <a:pt x="45" y="29"/>
                      <a:pt x="45" y="29"/>
                    </a:cubicBezTo>
                    <a:lnTo>
                      <a:pt x="45" y="28"/>
                    </a:lnTo>
                    <a:cubicBezTo>
                      <a:pt x="45" y="28"/>
                      <a:pt x="45" y="27"/>
                      <a:pt x="44" y="27"/>
                    </a:cubicBezTo>
                    <a:cubicBezTo>
                      <a:pt x="44" y="26"/>
                      <a:pt x="44" y="25"/>
                      <a:pt x="42" y="25"/>
                    </a:cubicBezTo>
                    <a:cubicBezTo>
                      <a:pt x="43" y="25"/>
                      <a:pt x="44" y="25"/>
                      <a:pt x="44" y="26"/>
                    </a:cubicBezTo>
                    <a:cubicBezTo>
                      <a:pt x="43" y="25"/>
                      <a:pt x="42" y="25"/>
                      <a:pt x="42" y="24"/>
                    </a:cubicBezTo>
                    <a:cubicBezTo>
                      <a:pt x="42" y="23"/>
                      <a:pt x="42" y="23"/>
                      <a:pt x="41" y="23"/>
                    </a:cubicBezTo>
                    <a:lnTo>
                      <a:pt x="40" y="23"/>
                    </a:lnTo>
                    <a:lnTo>
                      <a:pt x="39" y="23"/>
                    </a:lnTo>
                    <a:lnTo>
                      <a:pt x="38" y="23"/>
                    </a:lnTo>
                    <a:cubicBezTo>
                      <a:pt x="37" y="23"/>
                      <a:pt x="36" y="24"/>
                      <a:pt x="35" y="25"/>
                    </a:cubicBezTo>
                    <a:cubicBezTo>
                      <a:pt x="34" y="25"/>
                      <a:pt x="33" y="26"/>
                      <a:pt x="32" y="26"/>
                    </a:cubicBezTo>
                    <a:cubicBezTo>
                      <a:pt x="31" y="26"/>
                      <a:pt x="31" y="27"/>
                      <a:pt x="30" y="28"/>
                    </a:cubicBezTo>
                    <a:cubicBezTo>
                      <a:pt x="29" y="28"/>
                      <a:pt x="28" y="29"/>
                      <a:pt x="27" y="30"/>
                    </a:cubicBezTo>
                    <a:cubicBezTo>
                      <a:pt x="27" y="30"/>
                      <a:pt x="27" y="31"/>
                      <a:pt x="26" y="31"/>
                    </a:cubicBezTo>
                    <a:cubicBezTo>
                      <a:pt x="26" y="32"/>
                      <a:pt x="25" y="32"/>
                      <a:pt x="25" y="32"/>
                    </a:cubicBezTo>
                    <a:cubicBezTo>
                      <a:pt x="25" y="33"/>
                      <a:pt x="25" y="33"/>
                      <a:pt x="25" y="33"/>
                    </a:cubicBezTo>
                    <a:cubicBezTo>
                      <a:pt x="25" y="34"/>
                      <a:pt x="25" y="35"/>
                      <a:pt x="24" y="35"/>
                    </a:cubicBezTo>
                    <a:cubicBezTo>
                      <a:pt x="25" y="35"/>
                      <a:pt x="25" y="34"/>
                      <a:pt x="25" y="34"/>
                    </a:cubicBezTo>
                    <a:cubicBezTo>
                      <a:pt x="25" y="35"/>
                      <a:pt x="24" y="35"/>
                      <a:pt x="24" y="36"/>
                    </a:cubicBezTo>
                    <a:cubicBezTo>
                      <a:pt x="23" y="42"/>
                      <a:pt x="16" y="45"/>
                      <a:pt x="10" y="43"/>
                    </a:cubicBezTo>
                    <a:cubicBezTo>
                      <a:pt x="5" y="41"/>
                      <a:pt x="0" y="35"/>
                      <a:pt x="3" y="29"/>
                    </a:cubicBezTo>
                    <a:lnTo>
                      <a:pt x="3" y="28"/>
                    </a:lnTo>
                    <a:cubicBezTo>
                      <a:pt x="4" y="26"/>
                      <a:pt x="5" y="25"/>
                      <a:pt x="6" y="23"/>
                    </a:cubicBezTo>
                    <a:cubicBezTo>
                      <a:pt x="7" y="19"/>
                      <a:pt x="9" y="16"/>
                      <a:pt x="12" y="14"/>
                    </a:cubicBezTo>
                    <a:cubicBezTo>
                      <a:pt x="17" y="9"/>
                      <a:pt x="23" y="5"/>
                      <a:pt x="30" y="2"/>
                    </a:cubicBezTo>
                    <a:cubicBezTo>
                      <a:pt x="37" y="0"/>
                      <a:pt x="44" y="0"/>
                      <a:pt x="51" y="4"/>
                    </a:cubicBezTo>
                    <a:cubicBezTo>
                      <a:pt x="58" y="7"/>
                      <a:pt x="63" y="13"/>
                      <a:pt x="65" y="20"/>
                    </a:cubicBezTo>
                    <a:cubicBezTo>
                      <a:pt x="68" y="28"/>
                      <a:pt x="67" y="35"/>
                      <a:pt x="66" y="43"/>
                    </a:cubicBezTo>
                    <a:cubicBezTo>
                      <a:pt x="65" y="49"/>
                      <a:pt x="62" y="55"/>
                      <a:pt x="60" y="61"/>
                    </a:cubicBezTo>
                    <a:cubicBezTo>
                      <a:pt x="59" y="63"/>
                      <a:pt x="58" y="65"/>
                      <a:pt x="57" y="67"/>
                    </a:cubicBezTo>
                    <a:cubicBezTo>
                      <a:pt x="58" y="67"/>
                      <a:pt x="58" y="67"/>
                      <a:pt x="59" y="67"/>
                    </a:cubicBezTo>
                    <a:cubicBezTo>
                      <a:pt x="66" y="69"/>
                      <a:pt x="73" y="72"/>
                      <a:pt x="79" y="78"/>
                    </a:cubicBezTo>
                    <a:cubicBezTo>
                      <a:pt x="90" y="88"/>
                      <a:pt x="93" y="104"/>
                      <a:pt x="87" y="119"/>
                    </a:cubicBezTo>
                    <a:cubicBezTo>
                      <a:pt x="84" y="126"/>
                      <a:pt x="79" y="133"/>
                      <a:pt x="74" y="139"/>
                    </a:cubicBezTo>
                    <a:cubicBezTo>
                      <a:pt x="70" y="143"/>
                      <a:pt x="65" y="148"/>
                      <a:pt x="60" y="152"/>
                    </a:cubicBezTo>
                    <a:cubicBezTo>
                      <a:pt x="54" y="157"/>
                      <a:pt x="48" y="161"/>
                      <a:pt x="41" y="165"/>
                    </a:cubicBezTo>
                    <a:cubicBezTo>
                      <a:pt x="40" y="166"/>
                      <a:pt x="38" y="166"/>
                      <a:pt x="37" y="166"/>
                    </a:cubicBezTo>
                    <a:cubicBezTo>
                      <a:pt x="32" y="166"/>
                      <a:pt x="28" y="164"/>
                      <a:pt x="27" y="1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8" name="Google Shape;1438;p16"/>
              <p:cNvSpPr/>
              <p:nvPr/>
            </p:nvSpPr>
            <p:spPr>
              <a:xfrm>
                <a:off x="583540" y="4196877"/>
                <a:ext cx="27360" cy="149040"/>
              </a:xfrm>
              <a:custGeom>
                <a:avLst/>
                <a:gdLst/>
                <a:ahLst/>
                <a:cxnLst/>
                <a:rect l="l" t="t" r="r" b="b"/>
                <a:pathLst>
                  <a:path w="76" h="414" extrusionOk="0">
                    <a:moveTo>
                      <a:pt x="5" y="410"/>
                    </a:moveTo>
                    <a:cubicBezTo>
                      <a:pt x="1" y="407"/>
                      <a:pt x="0" y="400"/>
                      <a:pt x="4" y="395"/>
                    </a:cubicBezTo>
                    <a:cubicBezTo>
                      <a:pt x="5" y="394"/>
                      <a:pt x="6" y="392"/>
                      <a:pt x="7" y="391"/>
                    </a:cubicBezTo>
                    <a:cubicBezTo>
                      <a:pt x="8" y="390"/>
                      <a:pt x="8" y="389"/>
                      <a:pt x="9" y="388"/>
                    </a:cubicBezTo>
                    <a:lnTo>
                      <a:pt x="10" y="388"/>
                    </a:lnTo>
                    <a:lnTo>
                      <a:pt x="10" y="387"/>
                    </a:lnTo>
                    <a:lnTo>
                      <a:pt x="11" y="387"/>
                    </a:lnTo>
                    <a:cubicBezTo>
                      <a:pt x="10" y="387"/>
                      <a:pt x="10" y="387"/>
                      <a:pt x="10" y="387"/>
                    </a:cubicBezTo>
                    <a:cubicBezTo>
                      <a:pt x="11" y="387"/>
                      <a:pt x="11" y="387"/>
                      <a:pt x="11" y="387"/>
                    </a:cubicBezTo>
                    <a:cubicBezTo>
                      <a:pt x="11" y="386"/>
                      <a:pt x="11" y="386"/>
                      <a:pt x="11" y="386"/>
                    </a:cubicBezTo>
                    <a:cubicBezTo>
                      <a:pt x="17" y="378"/>
                      <a:pt x="21" y="370"/>
                      <a:pt x="25" y="362"/>
                    </a:cubicBezTo>
                    <a:cubicBezTo>
                      <a:pt x="29" y="356"/>
                      <a:pt x="32" y="350"/>
                      <a:pt x="35" y="344"/>
                    </a:cubicBezTo>
                    <a:cubicBezTo>
                      <a:pt x="37" y="337"/>
                      <a:pt x="39" y="330"/>
                      <a:pt x="41" y="323"/>
                    </a:cubicBezTo>
                    <a:cubicBezTo>
                      <a:pt x="42" y="316"/>
                      <a:pt x="44" y="310"/>
                      <a:pt x="45" y="303"/>
                    </a:cubicBezTo>
                    <a:cubicBezTo>
                      <a:pt x="47" y="298"/>
                      <a:pt x="47" y="292"/>
                      <a:pt x="49" y="287"/>
                    </a:cubicBezTo>
                    <a:cubicBezTo>
                      <a:pt x="49" y="282"/>
                      <a:pt x="50" y="277"/>
                      <a:pt x="50" y="272"/>
                    </a:cubicBezTo>
                    <a:cubicBezTo>
                      <a:pt x="51" y="266"/>
                      <a:pt x="52" y="259"/>
                      <a:pt x="53" y="253"/>
                    </a:cubicBezTo>
                    <a:cubicBezTo>
                      <a:pt x="53" y="248"/>
                      <a:pt x="53" y="243"/>
                      <a:pt x="54" y="239"/>
                    </a:cubicBezTo>
                    <a:cubicBezTo>
                      <a:pt x="54" y="234"/>
                      <a:pt x="54" y="229"/>
                      <a:pt x="54" y="225"/>
                    </a:cubicBezTo>
                    <a:cubicBezTo>
                      <a:pt x="55" y="214"/>
                      <a:pt x="55" y="204"/>
                      <a:pt x="55" y="194"/>
                    </a:cubicBezTo>
                    <a:cubicBezTo>
                      <a:pt x="55" y="188"/>
                      <a:pt x="54" y="182"/>
                      <a:pt x="54" y="177"/>
                    </a:cubicBezTo>
                    <a:cubicBezTo>
                      <a:pt x="54" y="172"/>
                      <a:pt x="54" y="168"/>
                      <a:pt x="54" y="163"/>
                    </a:cubicBezTo>
                    <a:cubicBezTo>
                      <a:pt x="53" y="151"/>
                      <a:pt x="52" y="140"/>
                      <a:pt x="51" y="129"/>
                    </a:cubicBezTo>
                    <a:cubicBezTo>
                      <a:pt x="48" y="105"/>
                      <a:pt x="45" y="81"/>
                      <a:pt x="43" y="57"/>
                    </a:cubicBezTo>
                    <a:cubicBezTo>
                      <a:pt x="42" y="52"/>
                      <a:pt x="42" y="47"/>
                      <a:pt x="41" y="41"/>
                    </a:cubicBezTo>
                    <a:cubicBezTo>
                      <a:pt x="41" y="34"/>
                      <a:pt x="40" y="27"/>
                      <a:pt x="41" y="20"/>
                    </a:cubicBezTo>
                    <a:cubicBezTo>
                      <a:pt x="42" y="16"/>
                      <a:pt x="43" y="10"/>
                      <a:pt x="46" y="6"/>
                    </a:cubicBezTo>
                    <a:cubicBezTo>
                      <a:pt x="49" y="2"/>
                      <a:pt x="53" y="0"/>
                      <a:pt x="58" y="0"/>
                    </a:cubicBezTo>
                    <a:cubicBezTo>
                      <a:pt x="64" y="0"/>
                      <a:pt x="70" y="4"/>
                      <a:pt x="71" y="10"/>
                    </a:cubicBezTo>
                    <a:cubicBezTo>
                      <a:pt x="71" y="16"/>
                      <a:pt x="68" y="20"/>
                      <a:pt x="63" y="22"/>
                    </a:cubicBezTo>
                    <a:cubicBezTo>
                      <a:pt x="63" y="23"/>
                      <a:pt x="63" y="24"/>
                      <a:pt x="63" y="24"/>
                    </a:cubicBezTo>
                    <a:cubicBezTo>
                      <a:pt x="63" y="29"/>
                      <a:pt x="63" y="34"/>
                      <a:pt x="63" y="38"/>
                    </a:cubicBezTo>
                    <a:cubicBezTo>
                      <a:pt x="63" y="52"/>
                      <a:pt x="64" y="66"/>
                      <a:pt x="66" y="80"/>
                    </a:cubicBezTo>
                    <a:cubicBezTo>
                      <a:pt x="67" y="92"/>
                      <a:pt x="68" y="104"/>
                      <a:pt x="70" y="116"/>
                    </a:cubicBezTo>
                    <a:cubicBezTo>
                      <a:pt x="71" y="128"/>
                      <a:pt x="72" y="140"/>
                      <a:pt x="73" y="153"/>
                    </a:cubicBezTo>
                    <a:cubicBezTo>
                      <a:pt x="74" y="165"/>
                      <a:pt x="74" y="176"/>
                      <a:pt x="74" y="189"/>
                    </a:cubicBezTo>
                    <a:cubicBezTo>
                      <a:pt x="75" y="200"/>
                      <a:pt x="74" y="213"/>
                      <a:pt x="74" y="224"/>
                    </a:cubicBezTo>
                    <a:cubicBezTo>
                      <a:pt x="74" y="229"/>
                      <a:pt x="74" y="234"/>
                      <a:pt x="73" y="239"/>
                    </a:cubicBezTo>
                    <a:cubicBezTo>
                      <a:pt x="73" y="244"/>
                      <a:pt x="72" y="250"/>
                      <a:pt x="72" y="256"/>
                    </a:cubicBezTo>
                    <a:cubicBezTo>
                      <a:pt x="71" y="267"/>
                      <a:pt x="70" y="278"/>
                      <a:pt x="68" y="289"/>
                    </a:cubicBezTo>
                    <a:cubicBezTo>
                      <a:pt x="67" y="295"/>
                      <a:pt x="66" y="301"/>
                      <a:pt x="65" y="306"/>
                    </a:cubicBezTo>
                    <a:cubicBezTo>
                      <a:pt x="63" y="313"/>
                      <a:pt x="62" y="320"/>
                      <a:pt x="60" y="326"/>
                    </a:cubicBezTo>
                    <a:cubicBezTo>
                      <a:pt x="59" y="331"/>
                      <a:pt x="58" y="336"/>
                      <a:pt x="56" y="341"/>
                    </a:cubicBezTo>
                    <a:cubicBezTo>
                      <a:pt x="54" y="348"/>
                      <a:pt x="51" y="354"/>
                      <a:pt x="49" y="361"/>
                    </a:cubicBezTo>
                    <a:cubicBezTo>
                      <a:pt x="46" y="368"/>
                      <a:pt x="42" y="374"/>
                      <a:pt x="38" y="381"/>
                    </a:cubicBezTo>
                    <a:cubicBezTo>
                      <a:pt x="33" y="391"/>
                      <a:pt x="27" y="400"/>
                      <a:pt x="21" y="409"/>
                    </a:cubicBezTo>
                    <a:cubicBezTo>
                      <a:pt x="18" y="412"/>
                      <a:pt x="15" y="413"/>
                      <a:pt x="12" y="413"/>
                    </a:cubicBezTo>
                    <a:cubicBezTo>
                      <a:pt x="10" y="413"/>
                      <a:pt x="7" y="412"/>
                      <a:pt x="5" y="4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9" name="Google Shape;1439;p16"/>
              <p:cNvSpPr/>
              <p:nvPr/>
            </p:nvSpPr>
            <p:spPr>
              <a:xfrm>
                <a:off x="637540" y="4265278"/>
                <a:ext cx="31680" cy="11520"/>
              </a:xfrm>
              <a:custGeom>
                <a:avLst/>
                <a:gdLst/>
                <a:ahLst/>
                <a:cxnLst/>
                <a:rect l="l" t="t" r="r" b="b"/>
                <a:pathLst>
                  <a:path w="88" h="32" extrusionOk="0">
                    <a:moveTo>
                      <a:pt x="20" y="30"/>
                    </a:moveTo>
                    <a:cubicBezTo>
                      <a:pt x="13" y="29"/>
                      <a:pt x="5" y="27"/>
                      <a:pt x="2" y="20"/>
                    </a:cubicBezTo>
                    <a:cubicBezTo>
                      <a:pt x="0" y="14"/>
                      <a:pt x="3" y="7"/>
                      <a:pt x="9" y="5"/>
                    </a:cubicBezTo>
                    <a:cubicBezTo>
                      <a:pt x="10" y="5"/>
                      <a:pt x="12" y="4"/>
                      <a:pt x="14" y="4"/>
                    </a:cubicBezTo>
                    <a:cubicBezTo>
                      <a:pt x="17" y="5"/>
                      <a:pt x="20" y="6"/>
                      <a:pt x="22" y="8"/>
                    </a:cubicBezTo>
                    <a:cubicBezTo>
                      <a:pt x="25" y="9"/>
                      <a:pt x="28" y="9"/>
                      <a:pt x="31" y="9"/>
                    </a:cubicBezTo>
                    <a:cubicBezTo>
                      <a:pt x="32" y="9"/>
                      <a:pt x="32" y="9"/>
                      <a:pt x="32" y="9"/>
                    </a:cubicBezTo>
                    <a:cubicBezTo>
                      <a:pt x="34" y="9"/>
                      <a:pt x="36" y="10"/>
                      <a:pt x="38" y="10"/>
                    </a:cubicBezTo>
                    <a:cubicBezTo>
                      <a:pt x="40" y="9"/>
                      <a:pt x="43" y="9"/>
                      <a:pt x="45" y="9"/>
                    </a:cubicBezTo>
                    <a:cubicBezTo>
                      <a:pt x="50" y="8"/>
                      <a:pt x="55" y="7"/>
                      <a:pt x="59" y="6"/>
                    </a:cubicBezTo>
                    <a:cubicBezTo>
                      <a:pt x="63" y="5"/>
                      <a:pt x="68" y="3"/>
                      <a:pt x="72" y="2"/>
                    </a:cubicBezTo>
                    <a:cubicBezTo>
                      <a:pt x="77" y="0"/>
                      <a:pt x="83" y="2"/>
                      <a:pt x="85" y="8"/>
                    </a:cubicBezTo>
                    <a:cubicBezTo>
                      <a:pt x="87" y="13"/>
                      <a:pt x="84" y="20"/>
                      <a:pt x="79" y="21"/>
                    </a:cubicBezTo>
                    <a:cubicBezTo>
                      <a:pt x="69" y="25"/>
                      <a:pt x="58" y="29"/>
                      <a:pt x="48" y="30"/>
                    </a:cubicBezTo>
                    <a:cubicBezTo>
                      <a:pt x="44" y="31"/>
                      <a:pt x="40" y="31"/>
                      <a:pt x="36" y="31"/>
                    </a:cubicBezTo>
                    <a:cubicBezTo>
                      <a:pt x="30" y="31"/>
                      <a:pt x="25" y="31"/>
                      <a:pt x="20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0" name="Google Shape;1440;p16"/>
              <p:cNvSpPr/>
              <p:nvPr/>
            </p:nvSpPr>
            <p:spPr>
              <a:xfrm>
                <a:off x="650500" y="4239718"/>
                <a:ext cx="14040" cy="52920"/>
              </a:xfrm>
              <a:custGeom>
                <a:avLst/>
                <a:gdLst/>
                <a:ahLst/>
                <a:cxnLst/>
                <a:rect l="l" t="t" r="r" b="b"/>
                <a:pathLst>
                  <a:path w="39" h="147" extrusionOk="0">
                    <a:moveTo>
                      <a:pt x="9" y="146"/>
                    </a:moveTo>
                    <a:cubicBezTo>
                      <a:pt x="4" y="145"/>
                      <a:pt x="0" y="141"/>
                      <a:pt x="0" y="135"/>
                    </a:cubicBezTo>
                    <a:cubicBezTo>
                      <a:pt x="0" y="124"/>
                      <a:pt x="0" y="113"/>
                      <a:pt x="0" y="102"/>
                    </a:cubicBezTo>
                    <a:cubicBezTo>
                      <a:pt x="0" y="91"/>
                      <a:pt x="1" y="81"/>
                      <a:pt x="2" y="70"/>
                    </a:cubicBezTo>
                    <a:cubicBezTo>
                      <a:pt x="4" y="50"/>
                      <a:pt x="7" y="29"/>
                      <a:pt x="14" y="9"/>
                    </a:cubicBezTo>
                    <a:cubicBezTo>
                      <a:pt x="16" y="3"/>
                      <a:pt x="22" y="0"/>
                      <a:pt x="29" y="2"/>
                    </a:cubicBezTo>
                    <a:cubicBezTo>
                      <a:pt x="35" y="4"/>
                      <a:pt x="38" y="11"/>
                      <a:pt x="35" y="17"/>
                    </a:cubicBezTo>
                    <a:cubicBezTo>
                      <a:pt x="35" y="18"/>
                      <a:pt x="34" y="19"/>
                      <a:pt x="34" y="20"/>
                    </a:cubicBezTo>
                    <a:cubicBezTo>
                      <a:pt x="33" y="24"/>
                      <a:pt x="31" y="28"/>
                      <a:pt x="30" y="33"/>
                    </a:cubicBezTo>
                    <a:cubicBezTo>
                      <a:pt x="29" y="36"/>
                      <a:pt x="28" y="39"/>
                      <a:pt x="27" y="43"/>
                    </a:cubicBezTo>
                    <a:cubicBezTo>
                      <a:pt x="27" y="46"/>
                      <a:pt x="26" y="50"/>
                      <a:pt x="26" y="54"/>
                    </a:cubicBezTo>
                    <a:cubicBezTo>
                      <a:pt x="25" y="60"/>
                      <a:pt x="23" y="67"/>
                      <a:pt x="23" y="74"/>
                    </a:cubicBezTo>
                    <a:cubicBezTo>
                      <a:pt x="22" y="83"/>
                      <a:pt x="21" y="93"/>
                      <a:pt x="21" y="102"/>
                    </a:cubicBezTo>
                    <a:cubicBezTo>
                      <a:pt x="20" y="113"/>
                      <a:pt x="20" y="124"/>
                      <a:pt x="20" y="136"/>
                    </a:cubicBezTo>
                    <a:cubicBezTo>
                      <a:pt x="20" y="141"/>
                      <a:pt x="15" y="146"/>
                      <a:pt x="10" y="146"/>
                    </a:cubicBezTo>
                    <a:lnTo>
                      <a:pt x="9" y="14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1" name="Google Shape;1441;p16"/>
              <p:cNvSpPr/>
              <p:nvPr/>
            </p:nvSpPr>
            <p:spPr>
              <a:xfrm>
                <a:off x="687940" y="4213797"/>
                <a:ext cx="35640" cy="91440"/>
              </a:xfrm>
              <a:custGeom>
                <a:avLst/>
                <a:gdLst/>
                <a:ahLst/>
                <a:cxnLst/>
                <a:rect l="l" t="t" r="r" b="b"/>
                <a:pathLst>
                  <a:path w="99" h="254" extrusionOk="0">
                    <a:moveTo>
                      <a:pt x="24" y="253"/>
                    </a:moveTo>
                    <a:cubicBezTo>
                      <a:pt x="21" y="253"/>
                      <a:pt x="18" y="252"/>
                      <a:pt x="16" y="250"/>
                    </a:cubicBezTo>
                    <a:cubicBezTo>
                      <a:pt x="13" y="247"/>
                      <a:pt x="13" y="244"/>
                      <a:pt x="13" y="241"/>
                    </a:cubicBezTo>
                    <a:cubicBezTo>
                      <a:pt x="15" y="223"/>
                      <a:pt x="17" y="206"/>
                      <a:pt x="20" y="188"/>
                    </a:cubicBezTo>
                    <a:cubicBezTo>
                      <a:pt x="22" y="180"/>
                      <a:pt x="24" y="171"/>
                      <a:pt x="25" y="162"/>
                    </a:cubicBezTo>
                    <a:cubicBezTo>
                      <a:pt x="27" y="155"/>
                      <a:pt x="28" y="147"/>
                      <a:pt x="30" y="139"/>
                    </a:cubicBezTo>
                    <a:cubicBezTo>
                      <a:pt x="30" y="140"/>
                      <a:pt x="30" y="140"/>
                      <a:pt x="30" y="141"/>
                    </a:cubicBezTo>
                    <a:cubicBezTo>
                      <a:pt x="30" y="139"/>
                      <a:pt x="30" y="139"/>
                      <a:pt x="30" y="138"/>
                    </a:cubicBezTo>
                    <a:cubicBezTo>
                      <a:pt x="31" y="138"/>
                      <a:pt x="31" y="137"/>
                      <a:pt x="31" y="136"/>
                    </a:cubicBezTo>
                    <a:lnTo>
                      <a:pt x="31" y="135"/>
                    </a:lnTo>
                    <a:lnTo>
                      <a:pt x="31" y="136"/>
                    </a:lnTo>
                    <a:cubicBezTo>
                      <a:pt x="31" y="134"/>
                      <a:pt x="32" y="131"/>
                      <a:pt x="32" y="129"/>
                    </a:cubicBezTo>
                    <a:lnTo>
                      <a:pt x="32" y="130"/>
                    </a:lnTo>
                    <a:cubicBezTo>
                      <a:pt x="32" y="129"/>
                      <a:pt x="32" y="129"/>
                      <a:pt x="32" y="129"/>
                    </a:cubicBezTo>
                    <a:cubicBezTo>
                      <a:pt x="32" y="130"/>
                      <a:pt x="31" y="132"/>
                      <a:pt x="30" y="133"/>
                    </a:cubicBezTo>
                    <a:cubicBezTo>
                      <a:pt x="29" y="135"/>
                      <a:pt x="28" y="136"/>
                      <a:pt x="27" y="138"/>
                    </a:cubicBezTo>
                    <a:cubicBezTo>
                      <a:pt x="27" y="139"/>
                      <a:pt x="26" y="139"/>
                      <a:pt x="26" y="139"/>
                    </a:cubicBezTo>
                    <a:lnTo>
                      <a:pt x="27" y="139"/>
                    </a:lnTo>
                    <a:cubicBezTo>
                      <a:pt x="25" y="140"/>
                      <a:pt x="25" y="141"/>
                      <a:pt x="24" y="143"/>
                    </a:cubicBezTo>
                    <a:cubicBezTo>
                      <a:pt x="24" y="142"/>
                      <a:pt x="25" y="142"/>
                      <a:pt x="25" y="141"/>
                    </a:cubicBezTo>
                    <a:cubicBezTo>
                      <a:pt x="24" y="142"/>
                      <a:pt x="24" y="143"/>
                      <a:pt x="23" y="145"/>
                    </a:cubicBezTo>
                    <a:cubicBezTo>
                      <a:pt x="21" y="150"/>
                      <a:pt x="14" y="152"/>
                      <a:pt x="9" y="150"/>
                    </a:cubicBezTo>
                    <a:cubicBezTo>
                      <a:pt x="3" y="148"/>
                      <a:pt x="0" y="141"/>
                      <a:pt x="3" y="135"/>
                    </a:cubicBezTo>
                    <a:cubicBezTo>
                      <a:pt x="7" y="127"/>
                      <a:pt x="12" y="120"/>
                      <a:pt x="17" y="114"/>
                    </a:cubicBezTo>
                    <a:cubicBezTo>
                      <a:pt x="18" y="111"/>
                      <a:pt x="21" y="108"/>
                      <a:pt x="23" y="106"/>
                    </a:cubicBezTo>
                    <a:lnTo>
                      <a:pt x="22" y="107"/>
                    </a:lnTo>
                    <a:cubicBezTo>
                      <a:pt x="32" y="93"/>
                      <a:pt x="42" y="79"/>
                      <a:pt x="51" y="64"/>
                    </a:cubicBezTo>
                    <a:cubicBezTo>
                      <a:pt x="54" y="56"/>
                      <a:pt x="56" y="48"/>
                      <a:pt x="59" y="41"/>
                    </a:cubicBezTo>
                    <a:cubicBezTo>
                      <a:pt x="61" y="37"/>
                      <a:pt x="63" y="32"/>
                      <a:pt x="64" y="28"/>
                    </a:cubicBezTo>
                    <a:cubicBezTo>
                      <a:pt x="66" y="25"/>
                      <a:pt x="67" y="22"/>
                      <a:pt x="68" y="19"/>
                    </a:cubicBezTo>
                    <a:cubicBezTo>
                      <a:pt x="69" y="16"/>
                      <a:pt x="71" y="14"/>
                      <a:pt x="72" y="11"/>
                    </a:cubicBezTo>
                    <a:cubicBezTo>
                      <a:pt x="73" y="9"/>
                      <a:pt x="75" y="7"/>
                      <a:pt x="77" y="5"/>
                    </a:cubicBezTo>
                    <a:cubicBezTo>
                      <a:pt x="80" y="1"/>
                      <a:pt x="86" y="0"/>
                      <a:pt x="90" y="2"/>
                    </a:cubicBezTo>
                    <a:cubicBezTo>
                      <a:pt x="92" y="4"/>
                      <a:pt x="95" y="5"/>
                      <a:pt x="96" y="7"/>
                    </a:cubicBezTo>
                    <a:cubicBezTo>
                      <a:pt x="98" y="9"/>
                      <a:pt x="98" y="12"/>
                      <a:pt x="98" y="15"/>
                    </a:cubicBezTo>
                    <a:cubicBezTo>
                      <a:pt x="98" y="19"/>
                      <a:pt x="97" y="22"/>
                      <a:pt x="95" y="25"/>
                    </a:cubicBezTo>
                    <a:cubicBezTo>
                      <a:pt x="95" y="26"/>
                      <a:pt x="94" y="27"/>
                      <a:pt x="94" y="29"/>
                    </a:cubicBezTo>
                    <a:cubicBezTo>
                      <a:pt x="91" y="34"/>
                      <a:pt x="88" y="39"/>
                      <a:pt x="86" y="44"/>
                    </a:cubicBezTo>
                    <a:cubicBezTo>
                      <a:pt x="81" y="54"/>
                      <a:pt x="76" y="64"/>
                      <a:pt x="70" y="74"/>
                    </a:cubicBezTo>
                    <a:cubicBezTo>
                      <a:pt x="69" y="75"/>
                      <a:pt x="69" y="76"/>
                      <a:pt x="69" y="77"/>
                    </a:cubicBezTo>
                    <a:cubicBezTo>
                      <a:pt x="67" y="82"/>
                      <a:pt x="65" y="87"/>
                      <a:pt x="63" y="93"/>
                    </a:cubicBezTo>
                    <a:cubicBezTo>
                      <a:pt x="62" y="97"/>
                      <a:pt x="61" y="101"/>
                      <a:pt x="60" y="106"/>
                    </a:cubicBezTo>
                    <a:cubicBezTo>
                      <a:pt x="58" y="111"/>
                      <a:pt x="56" y="117"/>
                      <a:pt x="55" y="122"/>
                    </a:cubicBezTo>
                    <a:lnTo>
                      <a:pt x="55" y="123"/>
                    </a:lnTo>
                    <a:cubicBezTo>
                      <a:pt x="55" y="122"/>
                      <a:pt x="55" y="122"/>
                      <a:pt x="55" y="122"/>
                    </a:cubicBezTo>
                    <a:cubicBezTo>
                      <a:pt x="53" y="128"/>
                      <a:pt x="52" y="134"/>
                      <a:pt x="51" y="141"/>
                    </a:cubicBezTo>
                    <a:cubicBezTo>
                      <a:pt x="51" y="140"/>
                      <a:pt x="51" y="140"/>
                      <a:pt x="51" y="139"/>
                    </a:cubicBezTo>
                    <a:cubicBezTo>
                      <a:pt x="51" y="141"/>
                      <a:pt x="50" y="142"/>
                      <a:pt x="50" y="143"/>
                    </a:cubicBezTo>
                    <a:lnTo>
                      <a:pt x="50" y="144"/>
                    </a:lnTo>
                    <a:lnTo>
                      <a:pt x="50" y="145"/>
                    </a:lnTo>
                    <a:lnTo>
                      <a:pt x="49" y="145"/>
                    </a:lnTo>
                    <a:lnTo>
                      <a:pt x="49" y="146"/>
                    </a:lnTo>
                    <a:lnTo>
                      <a:pt x="49" y="145"/>
                    </a:lnTo>
                    <a:cubicBezTo>
                      <a:pt x="50" y="145"/>
                      <a:pt x="50" y="145"/>
                      <a:pt x="50" y="145"/>
                    </a:cubicBezTo>
                    <a:cubicBezTo>
                      <a:pt x="46" y="158"/>
                      <a:pt x="44" y="172"/>
                      <a:pt x="42" y="186"/>
                    </a:cubicBezTo>
                    <a:cubicBezTo>
                      <a:pt x="39" y="201"/>
                      <a:pt x="38" y="216"/>
                      <a:pt x="37" y="230"/>
                    </a:cubicBezTo>
                    <a:lnTo>
                      <a:pt x="37" y="231"/>
                    </a:lnTo>
                    <a:lnTo>
                      <a:pt x="36" y="231"/>
                    </a:lnTo>
                    <a:lnTo>
                      <a:pt x="37" y="231"/>
                    </a:lnTo>
                    <a:cubicBezTo>
                      <a:pt x="36" y="235"/>
                      <a:pt x="35" y="239"/>
                      <a:pt x="35" y="242"/>
                    </a:cubicBezTo>
                    <a:cubicBezTo>
                      <a:pt x="35" y="249"/>
                      <a:pt x="30" y="253"/>
                      <a:pt x="24" y="25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2" name="Google Shape;1442;p16"/>
              <p:cNvSpPr/>
              <p:nvPr/>
            </p:nvSpPr>
            <p:spPr>
              <a:xfrm>
                <a:off x="-969140" y="3740398"/>
                <a:ext cx="892800" cy="488880"/>
              </a:xfrm>
              <a:custGeom>
                <a:avLst/>
                <a:gdLst/>
                <a:ahLst/>
                <a:cxnLst/>
                <a:rect l="l" t="t" r="r" b="b"/>
                <a:pathLst>
                  <a:path w="2480" h="1358" extrusionOk="0">
                    <a:moveTo>
                      <a:pt x="123" y="1356"/>
                    </a:moveTo>
                    <a:cubicBezTo>
                      <a:pt x="107" y="1355"/>
                      <a:pt x="90" y="1354"/>
                      <a:pt x="73" y="1354"/>
                    </a:cubicBezTo>
                    <a:cubicBezTo>
                      <a:pt x="54" y="1353"/>
                      <a:pt x="36" y="1353"/>
                      <a:pt x="17" y="1352"/>
                    </a:cubicBezTo>
                    <a:cubicBezTo>
                      <a:pt x="8" y="1352"/>
                      <a:pt x="0" y="1345"/>
                      <a:pt x="0" y="1335"/>
                    </a:cubicBezTo>
                    <a:cubicBezTo>
                      <a:pt x="0" y="1326"/>
                      <a:pt x="8" y="1317"/>
                      <a:pt x="17" y="1318"/>
                    </a:cubicBezTo>
                    <a:cubicBezTo>
                      <a:pt x="40" y="1319"/>
                      <a:pt x="62" y="1320"/>
                      <a:pt x="84" y="1321"/>
                    </a:cubicBezTo>
                    <a:cubicBezTo>
                      <a:pt x="107" y="1322"/>
                      <a:pt x="129" y="1323"/>
                      <a:pt x="151" y="1323"/>
                    </a:cubicBezTo>
                    <a:cubicBezTo>
                      <a:pt x="175" y="1323"/>
                      <a:pt x="199" y="1323"/>
                      <a:pt x="223" y="1322"/>
                    </a:cubicBezTo>
                    <a:cubicBezTo>
                      <a:pt x="243" y="1322"/>
                      <a:pt x="263" y="1322"/>
                      <a:pt x="284" y="1320"/>
                    </a:cubicBezTo>
                    <a:cubicBezTo>
                      <a:pt x="323" y="1317"/>
                      <a:pt x="361" y="1313"/>
                      <a:pt x="399" y="1305"/>
                    </a:cubicBezTo>
                    <a:cubicBezTo>
                      <a:pt x="421" y="1301"/>
                      <a:pt x="442" y="1295"/>
                      <a:pt x="463" y="1290"/>
                    </a:cubicBezTo>
                    <a:cubicBezTo>
                      <a:pt x="488" y="1283"/>
                      <a:pt x="513" y="1276"/>
                      <a:pt x="537" y="1267"/>
                    </a:cubicBezTo>
                    <a:cubicBezTo>
                      <a:pt x="563" y="1259"/>
                      <a:pt x="588" y="1248"/>
                      <a:pt x="614" y="1235"/>
                    </a:cubicBezTo>
                    <a:cubicBezTo>
                      <a:pt x="641" y="1223"/>
                      <a:pt x="667" y="1210"/>
                      <a:pt x="694" y="1196"/>
                    </a:cubicBezTo>
                    <a:cubicBezTo>
                      <a:pt x="693" y="1197"/>
                      <a:pt x="693" y="1197"/>
                      <a:pt x="692" y="1197"/>
                    </a:cubicBezTo>
                    <a:cubicBezTo>
                      <a:pt x="714" y="1186"/>
                      <a:pt x="736" y="1175"/>
                      <a:pt x="757" y="1164"/>
                    </a:cubicBezTo>
                    <a:cubicBezTo>
                      <a:pt x="779" y="1152"/>
                      <a:pt x="800" y="1140"/>
                      <a:pt x="821" y="1128"/>
                    </a:cubicBezTo>
                    <a:cubicBezTo>
                      <a:pt x="863" y="1104"/>
                      <a:pt x="905" y="1079"/>
                      <a:pt x="946" y="1053"/>
                    </a:cubicBezTo>
                    <a:cubicBezTo>
                      <a:pt x="957" y="1046"/>
                      <a:pt x="968" y="1038"/>
                      <a:pt x="979" y="1031"/>
                    </a:cubicBezTo>
                    <a:cubicBezTo>
                      <a:pt x="997" y="1019"/>
                      <a:pt x="1016" y="1006"/>
                      <a:pt x="1034" y="992"/>
                    </a:cubicBezTo>
                    <a:cubicBezTo>
                      <a:pt x="1052" y="979"/>
                      <a:pt x="1069" y="966"/>
                      <a:pt x="1086" y="951"/>
                    </a:cubicBezTo>
                    <a:cubicBezTo>
                      <a:pt x="1095" y="943"/>
                      <a:pt x="1104" y="934"/>
                      <a:pt x="1113" y="925"/>
                    </a:cubicBezTo>
                    <a:cubicBezTo>
                      <a:pt x="1118" y="918"/>
                      <a:pt x="1123" y="912"/>
                      <a:pt x="1128" y="904"/>
                    </a:cubicBezTo>
                    <a:cubicBezTo>
                      <a:pt x="1135" y="894"/>
                      <a:pt x="1142" y="884"/>
                      <a:pt x="1148" y="873"/>
                    </a:cubicBezTo>
                    <a:cubicBezTo>
                      <a:pt x="1157" y="859"/>
                      <a:pt x="1165" y="846"/>
                      <a:pt x="1173" y="832"/>
                    </a:cubicBezTo>
                    <a:cubicBezTo>
                      <a:pt x="1179" y="819"/>
                      <a:pt x="1184" y="806"/>
                      <a:pt x="1189" y="793"/>
                    </a:cubicBezTo>
                    <a:cubicBezTo>
                      <a:pt x="1194" y="780"/>
                      <a:pt x="1198" y="766"/>
                      <a:pt x="1203" y="752"/>
                    </a:cubicBezTo>
                    <a:cubicBezTo>
                      <a:pt x="1203" y="753"/>
                      <a:pt x="1203" y="753"/>
                      <a:pt x="1202" y="755"/>
                    </a:cubicBezTo>
                    <a:cubicBezTo>
                      <a:pt x="1203" y="753"/>
                      <a:pt x="1203" y="751"/>
                      <a:pt x="1204" y="749"/>
                    </a:cubicBezTo>
                    <a:cubicBezTo>
                      <a:pt x="1204" y="750"/>
                      <a:pt x="1204" y="751"/>
                      <a:pt x="1203" y="752"/>
                    </a:cubicBezTo>
                    <a:cubicBezTo>
                      <a:pt x="1214" y="721"/>
                      <a:pt x="1224" y="690"/>
                      <a:pt x="1232" y="659"/>
                    </a:cubicBezTo>
                    <a:cubicBezTo>
                      <a:pt x="1239" y="630"/>
                      <a:pt x="1247" y="601"/>
                      <a:pt x="1257" y="573"/>
                    </a:cubicBezTo>
                    <a:lnTo>
                      <a:pt x="1257" y="572"/>
                    </a:lnTo>
                    <a:cubicBezTo>
                      <a:pt x="1265" y="548"/>
                      <a:pt x="1275" y="525"/>
                      <a:pt x="1285" y="502"/>
                    </a:cubicBezTo>
                    <a:cubicBezTo>
                      <a:pt x="1295" y="483"/>
                      <a:pt x="1305" y="464"/>
                      <a:pt x="1317" y="445"/>
                    </a:cubicBezTo>
                    <a:cubicBezTo>
                      <a:pt x="1342" y="402"/>
                      <a:pt x="1374" y="363"/>
                      <a:pt x="1409" y="328"/>
                    </a:cubicBezTo>
                    <a:cubicBezTo>
                      <a:pt x="1418" y="320"/>
                      <a:pt x="1426" y="312"/>
                      <a:pt x="1435" y="304"/>
                    </a:cubicBezTo>
                    <a:cubicBezTo>
                      <a:pt x="1434" y="304"/>
                      <a:pt x="1434" y="305"/>
                      <a:pt x="1434" y="305"/>
                    </a:cubicBezTo>
                    <a:cubicBezTo>
                      <a:pt x="1436" y="304"/>
                      <a:pt x="1437" y="302"/>
                      <a:pt x="1438" y="302"/>
                    </a:cubicBezTo>
                    <a:cubicBezTo>
                      <a:pt x="1437" y="302"/>
                      <a:pt x="1437" y="302"/>
                      <a:pt x="1437" y="302"/>
                    </a:cubicBezTo>
                    <a:cubicBezTo>
                      <a:pt x="1454" y="287"/>
                      <a:pt x="1472" y="273"/>
                      <a:pt x="1490" y="259"/>
                    </a:cubicBezTo>
                    <a:cubicBezTo>
                      <a:pt x="1509" y="245"/>
                      <a:pt x="1529" y="231"/>
                      <a:pt x="1550" y="219"/>
                    </a:cubicBezTo>
                    <a:cubicBezTo>
                      <a:pt x="1572" y="206"/>
                      <a:pt x="1595" y="192"/>
                      <a:pt x="1619" y="181"/>
                    </a:cubicBezTo>
                    <a:cubicBezTo>
                      <a:pt x="1641" y="170"/>
                      <a:pt x="1663" y="160"/>
                      <a:pt x="1686" y="151"/>
                    </a:cubicBezTo>
                    <a:cubicBezTo>
                      <a:pt x="1709" y="142"/>
                      <a:pt x="1732" y="134"/>
                      <a:pt x="1756" y="126"/>
                    </a:cubicBezTo>
                    <a:cubicBezTo>
                      <a:pt x="1780" y="118"/>
                      <a:pt x="1804" y="110"/>
                      <a:pt x="1829" y="102"/>
                    </a:cubicBezTo>
                    <a:cubicBezTo>
                      <a:pt x="1854" y="94"/>
                      <a:pt x="1880" y="87"/>
                      <a:pt x="1905" y="81"/>
                    </a:cubicBezTo>
                    <a:cubicBezTo>
                      <a:pt x="1929" y="75"/>
                      <a:pt x="1954" y="69"/>
                      <a:pt x="1977" y="64"/>
                    </a:cubicBezTo>
                    <a:cubicBezTo>
                      <a:pt x="2028" y="52"/>
                      <a:pt x="2079" y="43"/>
                      <a:pt x="2131" y="34"/>
                    </a:cubicBezTo>
                    <a:cubicBezTo>
                      <a:pt x="2181" y="26"/>
                      <a:pt x="2230" y="19"/>
                      <a:pt x="2280" y="13"/>
                    </a:cubicBezTo>
                    <a:cubicBezTo>
                      <a:pt x="2319" y="9"/>
                      <a:pt x="2357" y="7"/>
                      <a:pt x="2395" y="4"/>
                    </a:cubicBezTo>
                    <a:lnTo>
                      <a:pt x="2394" y="4"/>
                    </a:lnTo>
                    <a:cubicBezTo>
                      <a:pt x="2396" y="4"/>
                      <a:pt x="2398" y="4"/>
                      <a:pt x="2399" y="4"/>
                    </a:cubicBezTo>
                    <a:cubicBezTo>
                      <a:pt x="2398" y="4"/>
                      <a:pt x="2398" y="4"/>
                      <a:pt x="2397" y="4"/>
                    </a:cubicBezTo>
                    <a:cubicBezTo>
                      <a:pt x="2403" y="4"/>
                      <a:pt x="2409" y="4"/>
                      <a:pt x="2415" y="3"/>
                    </a:cubicBezTo>
                    <a:cubicBezTo>
                      <a:pt x="2421" y="2"/>
                      <a:pt x="2427" y="2"/>
                      <a:pt x="2434" y="2"/>
                    </a:cubicBezTo>
                    <a:cubicBezTo>
                      <a:pt x="2441" y="1"/>
                      <a:pt x="2448" y="1"/>
                      <a:pt x="2455" y="1"/>
                    </a:cubicBezTo>
                    <a:lnTo>
                      <a:pt x="2456" y="1"/>
                    </a:lnTo>
                    <a:cubicBezTo>
                      <a:pt x="2460" y="0"/>
                      <a:pt x="2466" y="0"/>
                      <a:pt x="2470" y="1"/>
                    </a:cubicBezTo>
                    <a:cubicBezTo>
                      <a:pt x="2471" y="2"/>
                      <a:pt x="2473" y="3"/>
                      <a:pt x="2474" y="4"/>
                    </a:cubicBezTo>
                    <a:cubicBezTo>
                      <a:pt x="2477" y="8"/>
                      <a:pt x="2479" y="12"/>
                      <a:pt x="2479" y="16"/>
                    </a:cubicBezTo>
                    <a:lnTo>
                      <a:pt x="2479" y="17"/>
                    </a:lnTo>
                    <a:lnTo>
                      <a:pt x="2479" y="18"/>
                    </a:lnTo>
                    <a:cubicBezTo>
                      <a:pt x="2479" y="20"/>
                      <a:pt x="2477" y="22"/>
                      <a:pt x="2476" y="25"/>
                    </a:cubicBezTo>
                    <a:cubicBezTo>
                      <a:pt x="2475" y="27"/>
                      <a:pt x="2473" y="29"/>
                      <a:pt x="2470" y="30"/>
                    </a:cubicBezTo>
                    <a:cubicBezTo>
                      <a:pt x="2467" y="33"/>
                      <a:pt x="2463" y="33"/>
                      <a:pt x="2460" y="33"/>
                    </a:cubicBezTo>
                    <a:cubicBezTo>
                      <a:pt x="2453" y="32"/>
                      <a:pt x="2447" y="33"/>
                      <a:pt x="2441" y="33"/>
                    </a:cubicBezTo>
                    <a:cubicBezTo>
                      <a:pt x="2430" y="33"/>
                      <a:pt x="2419" y="33"/>
                      <a:pt x="2409" y="34"/>
                    </a:cubicBezTo>
                    <a:cubicBezTo>
                      <a:pt x="2385" y="36"/>
                      <a:pt x="2361" y="38"/>
                      <a:pt x="2337" y="40"/>
                    </a:cubicBezTo>
                    <a:cubicBezTo>
                      <a:pt x="2312" y="43"/>
                      <a:pt x="2287" y="44"/>
                      <a:pt x="2262" y="47"/>
                    </a:cubicBezTo>
                    <a:cubicBezTo>
                      <a:pt x="2212" y="52"/>
                      <a:pt x="2162" y="60"/>
                      <a:pt x="2113" y="68"/>
                    </a:cubicBezTo>
                    <a:cubicBezTo>
                      <a:pt x="2087" y="72"/>
                      <a:pt x="2062" y="77"/>
                      <a:pt x="2037" y="82"/>
                    </a:cubicBezTo>
                    <a:cubicBezTo>
                      <a:pt x="2036" y="82"/>
                      <a:pt x="2036" y="82"/>
                      <a:pt x="2035" y="83"/>
                    </a:cubicBezTo>
                    <a:cubicBezTo>
                      <a:pt x="2036" y="83"/>
                      <a:pt x="2036" y="83"/>
                      <a:pt x="2036" y="82"/>
                    </a:cubicBezTo>
                    <a:cubicBezTo>
                      <a:pt x="1995" y="91"/>
                      <a:pt x="1955" y="100"/>
                      <a:pt x="1915" y="110"/>
                    </a:cubicBezTo>
                    <a:cubicBezTo>
                      <a:pt x="1875" y="121"/>
                      <a:pt x="1836" y="132"/>
                      <a:pt x="1797" y="146"/>
                    </a:cubicBezTo>
                    <a:cubicBezTo>
                      <a:pt x="1769" y="156"/>
                      <a:pt x="1741" y="166"/>
                      <a:pt x="1713" y="176"/>
                    </a:cubicBezTo>
                    <a:cubicBezTo>
                      <a:pt x="1685" y="187"/>
                      <a:pt x="1658" y="198"/>
                      <a:pt x="1631" y="212"/>
                    </a:cubicBezTo>
                    <a:cubicBezTo>
                      <a:pt x="1630" y="212"/>
                      <a:pt x="1629" y="212"/>
                      <a:pt x="1628" y="213"/>
                    </a:cubicBezTo>
                    <a:lnTo>
                      <a:pt x="1627" y="213"/>
                    </a:lnTo>
                    <a:cubicBezTo>
                      <a:pt x="1627" y="213"/>
                      <a:pt x="1626" y="214"/>
                      <a:pt x="1624" y="215"/>
                    </a:cubicBezTo>
                    <a:cubicBezTo>
                      <a:pt x="1625" y="215"/>
                      <a:pt x="1626" y="214"/>
                      <a:pt x="1626" y="214"/>
                    </a:cubicBezTo>
                    <a:cubicBezTo>
                      <a:pt x="1595" y="230"/>
                      <a:pt x="1566" y="247"/>
                      <a:pt x="1536" y="266"/>
                    </a:cubicBezTo>
                    <a:cubicBezTo>
                      <a:pt x="1510" y="284"/>
                      <a:pt x="1485" y="304"/>
                      <a:pt x="1461" y="325"/>
                    </a:cubicBezTo>
                    <a:cubicBezTo>
                      <a:pt x="1441" y="343"/>
                      <a:pt x="1422" y="363"/>
                      <a:pt x="1404" y="383"/>
                    </a:cubicBezTo>
                    <a:cubicBezTo>
                      <a:pt x="1388" y="401"/>
                      <a:pt x="1374" y="420"/>
                      <a:pt x="1360" y="439"/>
                    </a:cubicBezTo>
                    <a:cubicBezTo>
                      <a:pt x="1360" y="439"/>
                      <a:pt x="1361" y="439"/>
                      <a:pt x="1361" y="438"/>
                    </a:cubicBezTo>
                    <a:cubicBezTo>
                      <a:pt x="1361" y="439"/>
                      <a:pt x="1360" y="439"/>
                      <a:pt x="1360" y="439"/>
                    </a:cubicBezTo>
                    <a:cubicBezTo>
                      <a:pt x="1360" y="440"/>
                      <a:pt x="1360" y="440"/>
                      <a:pt x="1360" y="440"/>
                    </a:cubicBezTo>
                    <a:lnTo>
                      <a:pt x="1360" y="439"/>
                    </a:lnTo>
                    <a:cubicBezTo>
                      <a:pt x="1346" y="461"/>
                      <a:pt x="1334" y="482"/>
                      <a:pt x="1322" y="505"/>
                    </a:cubicBezTo>
                    <a:cubicBezTo>
                      <a:pt x="1316" y="517"/>
                      <a:pt x="1310" y="530"/>
                      <a:pt x="1304" y="543"/>
                    </a:cubicBezTo>
                    <a:cubicBezTo>
                      <a:pt x="1299" y="555"/>
                      <a:pt x="1295" y="569"/>
                      <a:pt x="1290" y="582"/>
                    </a:cubicBezTo>
                    <a:cubicBezTo>
                      <a:pt x="1282" y="604"/>
                      <a:pt x="1276" y="626"/>
                      <a:pt x="1270" y="649"/>
                    </a:cubicBezTo>
                    <a:cubicBezTo>
                      <a:pt x="1264" y="672"/>
                      <a:pt x="1257" y="695"/>
                      <a:pt x="1250" y="718"/>
                    </a:cubicBezTo>
                    <a:cubicBezTo>
                      <a:pt x="1243" y="741"/>
                      <a:pt x="1236" y="764"/>
                      <a:pt x="1228" y="787"/>
                    </a:cubicBezTo>
                    <a:cubicBezTo>
                      <a:pt x="1225" y="797"/>
                      <a:pt x="1221" y="806"/>
                      <a:pt x="1217" y="816"/>
                    </a:cubicBezTo>
                    <a:cubicBezTo>
                      <a:pt x="1213" y="826"/>
                      <a:pt x="1208" y="836"/>
                      <a:pt x="1203" y="846"/>
                    </a:cubicBezTo>
                    <a:cubicBezTo>
                      <a:pt x="1191" y="870"/>
                      <a:pt x="1178" y="893"/>
                      <a:pt x="1163" y="915"/>
                    </a:cubicBezTo>
                    <a:cubicBezTo>
                      <a:pt x="1158" y="923"/>
                      <a:pt x="1152" y="931"/>
                      <a:pt x="1146" y="938"/>
                    </a:cubicBezTo>
                    <a:cubicBezTo>
                      <a:pt x="1138" y="947"/>
                      <a:pt x="1130" y="955"/>
                      <a:pt x="1121" y="963"/>
                    </a:cubicBezTo>
                    <a:cubicBezTo>
                      <a:pt x="1104" y="979"/>
                      <a:pt x="1085" y="995"/>
                      <a:pt x="1067" y="1009"/>
                    </a:cubicBezTo>
                    <a:cubicBezTo>
                      <a:pt x="1048" y="1023"/>
                      <a:pt x="1029" y="1037"/>
                      <a:pt x="1010" y="1050"/>
                    </a:cubicBezTo>
                    <a:cubicBezTo>
                      <a:pt x="989" y="1064"/>
                      <a:pt x="968" y="1078"/>
                      <a:pt x="946" y="1091"/>
                    </a:cubicBezTo>
                    <a:cubicBezTo>
                      <a:pt x="926" y="1104"/>
                      <a:pt x="906" y="1117"/>
                      <a:pt x="886" y="1129"/>
                    </a:cubicBezTo>
                    <a:cubicBezTo>
                      <a:pt x="864" y="1143"/>
                      <a:pt x="842" y="1155"/>
                      <a:pt x="820" y="1167"/>
                    </a:cubicBezTo>
                    <a:cubicBezTo>
                      <a:pt x="777" y="1190"/>
                      <a:pt x="734" y="1213"/>
                      <a:pt x="690" y="1235"/>
                    </a:cubicBezTo>
                    <a:cubicBezTo>
                      <a:pt x="669" y="1246"/>
                      <a:pt x="647" y="1257"/>
                      <a:pt x="625" y="1267"/>
                    </a:cubicBezTo>
                    <a:cubicBezTo>
                      <a:pt x="603" y="1277"/>
                      <a:pt x="580" y="1287"/>
                      <a:pt x="558" y="1295"/>
                    </a:cubicBezTo>
                    <a:cubicBezTo>
                      <a:pt x="533" y="1304"/>
                      <a:pt x="508" y="1311"/>
                      <a:pt x="483" y="1319"/>
                    </a:cubicBezTo>
                    <a:cubicBezTo>
                      <a:pt x="460" y="1325"/>
                      <a:pt x="438" y="1331"/>
                      <a:pt x="415" y="1337"/>
                    </a:cubicBezTo>
                    <a:cubicBezTo>
                      <a:pt x="391" y="1341"/>
                      <a:pt x="368" y="1345"/>
                      <a:pt x="344" y="1348"/>
                    </a:cubicBezTo>
                    <a:cubicBezTo>
                      <a:pt x="320" y="1351"/>
                      <a:pt x="295" y="1353"/>
                      <a:pt x="270" y="1354"/>
                    </a:cubicBezTo>
                    <a:cubicBezTo>
                      <a:pt x="248" y="1355"/>
                      <a:pt x="225" y="1356"/>
                      <a:pt x="202" y="1357"/>
                    </a:cubicBezTo>
                    <a:cubicBezTo>
                      <a:pt x="196" y="1357"/>
                      <a:pt x="190" y="1357"/>
                      <a:pt x="184" y="1357"/>
                    </a:cubicBezTo>
                    <a:cubicBezTo>
                      <a:pt x="164" y="1357"/>
                      <a:pt x="143" y="1356"/>
                      <a:pt x="123" y="135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3" name="Google Shape;1443;p16"/>
              <p:cNvSpPr/>
              <p:nvPr/>
            </p:nvSpPr>
            <p:spPr>
              <a:xfrm>
                <a:off x="-530660" y="3427918"/>
                <a:ext cx="11880" cy="989280"/>
              </a:xfrm>
              <a:custGeom>
                <a:avLst/>
                <a:gdLst/>
                <a:ahLst/>
                <a:cxnLst/>
                <a:rect l="l" t="t" r="r" b="b"/>
                <a:pathLst>
                  <a:path w="33" h="2748" extrusionOk="0">
                    <a:moveTo>
                      <a:pt x="12" y="2737"/>
                    </a:moveTo>
                    <a:cubicBezTo>
                      <a:pt x="12" y="2731"/>
                      <a:pt x="12" y="2726"/>
                      <a:pt x="12" y="2720"/>
                    </a:cubicBezTo>
                    <a:cubicBezTo>
                      <a:pt x="12" y="2713"/>
                      <a:pt x="12" y="2705"/>
                      <a:pt x="12" y="2698"/>
                    </a:cubicBezTo>
                    <a:cubicBezTo>
                      <a:pt x="12" y="2684"/>
                      <a:pt x="12" y="2670"/>
                      <a:pt x="12" y="2656"/>
                    </a:cubicBezTo>
                    <a:cubicBezTo>
                      <a:pt x="12" y="2628"/>
                      <a:pt x="12" y="2599"/>
                      <a:pt x="12" y="2571"/>
                    </a:cubicBezTo>
                    <a:cubicBezTo>
                      <a:pt x="12" y="2513"/>
                      <a:pt x="11" y="2455"/>
                      <a:pt x="11" y="2397"/>
                    </a:cubicBezTo>
                    <a:cubicBezTo>
                      <a:pt x="11" y="2283"/>
                      <a:pt x="10" y="2169"/>
                      <a:pt x="10" y="2054"/>
                    </a:cubicBezTo>
                    <a:cubicBezTo>
                      <a:pt x="10" y="1942"/>
                      <a:pt x="8" y="1829"/>
                      <a:pt x="8" y="1716"/>
                    </a:cubicBezTo>
                    <a:cubicBezTo>
                      <a:pt x="7" y="1603"/>
                      <a:pt x="7" y="1490"/>
                      <a:pt x="7" y="1377"/>
                    </a:cubicBezTo>
                    <a:cubicBezTo>
                      <a:pt x="6" y="1263"/>
                      <a:pt x="6" y="1148"/>
                      <a:pt x="6" y="1034"/>
                    </a:cubicBezTo>
                    <a:cubicBezTo>
                      <a:pt x="5" y="917"/>
                      <a:pt x="4" y="801"/>
                      <a:pt x="4" y="685"/>
                    </a:cubicBezTo>
                    <a:cubicBezTo>
                      <a:pt x="3" y="572"/>
                      <a:pt x="3" y="457"/>
                      <a:pt x="2" y="344"/>
                    </a:cubicBezTo>
                    <a:cubicBezTo>
                      <a:pt x="1" y="234"/>
                      <a:pt x="1" y="124"/>
                      <a:pt x="0" y="15"/>
                    </a:cubicBezTo>
                    <a:cubicBezTo>
                      <a:pt x="0" y="13"/>
                      <a:pt x="0" y="12"/>
                      <a:pt x="0" y="10"/>
                    </a:cubicBezTo>
                    <a:cubicBezTo>
                      <a:pt x="0" y="5"/>
                      <a:pt x="4" y="0"/>
                      <a:pt x="10" y="0"/>
                    </a:cubicBezTo>
                    <a:cubicBezTo>
                      <a:pt x="15" y="0"/>
                      <a:pt x="20" y="5"/>
                      <a:pt x="20" y="10"/>
                    </a:cubicBezTo>
                    <a:cubicBezTo>
                      <a:pt x="20" y="38"/>
                      <a:pt x="19" y="65"/>
                      <a:pt x="20" y="93"/>
                    </a:cubicBezTo>
                    <a:cubicBezTo>
                      <a:pt x="20" y="121"/>
                      <a:pt x="20" y="149"/>
                      <a:pt x="20" y="177"/>
                    </a:cubicBezTo>
                    <a:cubicBezTo>
                      <a:pt x="20" y="232"/>
                      <a:pt x="21" y="287"/>
                      <a:pt x="21" y="342"/>
                    </a:cubicBezTo>
                    <a:cubicBezTo>
                      <a:pt x="21" y="399"/>
                      <a:pt x="21" y="456"/>
                      <a:pt x="21" y="513"/>
                    </a:cubicBezTo>
                    <a:cubicBezTo>
                      <a:pt x="21" y="570"/>
                      <a:pt x="22" y="627"/>
                      <a:pt x="22" y="684"/>
                    </a:cubicBezTo>
                    <a:cubicBezTo>
                      <a:pt x="22" y="799"/>
                      <a:pt x="23" y="915"/>
                      <a:pt x="24" y="1031"/>
                    </a:cubicBezTo>
                    <a:cubicBezTo>
                      <a:pt x="24" y="1088"/>
                      <a:pt x="24" y="1145"/>
                      <a:pt x="24" y="1203"/>
                    </a:cubicBezTo>
                    <a:cubicBezTo>
                      <a:pt x="25" y="1260"/>
                      <a:pt x="25" y="1317"/>
                      <a:pt x="25" y="1375"/>
                    </a:cubicBezTo>
                    <a:cubicBezTo>
                      <a:pt x="26" y="1488"/>
                      <a:pt x="26" y="1602"/>
                      <a:pt x="27" y="1715"/>
                    </a:cubicBezTo>
                    <a:cubicBezTo>
                      <a:pt x="27" y="1828"/>
                      <a:pt x="28" y="1941"/>
                      <a:pt x="28" y="2054"/>
                    </a:cubicBezTo>
                    <a:cubicBezTo>
                      <a:pt x="29" y="2167"/>
                      <a:pt x="29" y="2281"/>
                      <a:pt x="29" y="2395"/>
                    </a:cubicBezTo>
                    <a:cubicBezTo>
                      <a:pt x="30" y="2452"/>
                      <a:pt x="30" y="2510"/>
                      <a:pt x="31" y="2568"/>
                    </a:cubicBezTo>
                    <a:cubicBezTo>
                      <a:pt x="31" y="2597"/>
                      <a:pt x="31" y="2625"/>
                      <a:pt x="31" y="2654"/>
                    </a:cubicBezTo>
                    <a:cubicBezTo>
                      <a:pt x="31" y="2668"/>
                      <a:pt x="31" y="2683"/>
                      <a:pt x="31" y="2697"/>
                    </a:cubicBezTo>
                    <a:cubicBezTo>
                      <a:pt x="31" y="2710"/>
                      <a:pt x="32" y="2723"/>
                      <a:pt x="32" y="2736"/>
                    </a:cubicBezTo>
                    <a:cubicBezTo>
                      <a:pt x="32" y="2737"/>
                      <a:pt x="32" y="2737"/>
                      <a:pt x="32" y="2737"/>
                    </a:cubicBezTo>
                    <a:cubicBezTo>
                      <a:pt x="32" y="2742"/>
                      <a:pt x="28" y="2747"/>
                      <a:pt x="22" y="2747"/>
                    </a:cubicBezTo>
                    <a:cubicBezTo>
                      <a:pt x="17" y="2747"/>
                      <a:pt x="12" y="2742"/>
                      <a:pt x="12" y="27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4" name="Google Shape;1444;p16"/>
              <p:cNvSpPr/>
              <p:nvPr/>
            </p:nvSpPr>
            <p:spPr>
              <a:xfrm>
                <a:off x="-1039340" y="3976198"/>
                <a:ext cx="1027080" cy="13680"/>
              </a:xfrm>
              <a:custGeom>
                <a:avLst/>
                <a:gdLst/>
                <a:ahLst/>
                <a:cxnLst/>
                <a:rect l="l" t="t" r="r" b="b"/>
                <a:pathLst>
                  <a:path w="2853" h="38" extrusionOk="0">
                    <a:moveTo>
                      <a:pt x="0" y="27"/>
                    </a:moveTo>
                    <a:cubicBezTo>
                      <a:pt x="0" y="22"/>
                      <a:pt x="4" y="17"/>
                      <a:pt x="10" y="17"/>
                    </a:cubicBezTo>
                    <a:cubicBezTo>
                      <a:pt x="14" y="17"/>
                      <a:pt x="18" y="17"/>
                      <a:pt x="23" y="17"/>
                    </a:cubicBezTo>
                    <a:cubicBezTo>
                      <a:pt x="30" y="17"/>
                      <a:pt x="36" y="17"/>
                      <a:pt x="43" y="17"/>
                    </a:cubicBezTo>
                    <a:cubicBezTo>
                      <a:pt x="59" y="17"/>
                      <a:pt x="73" y="17"/>
                      <a:pt x="88" y="17"/>
                    </a:cubicBezTo>
                    <a:cubicBezTo>
                      <a:pt x="117" y="17"/>
                      <a:pt x="147" y="17"/>
                      <a:pt x="176" y="17"/>
                    </a:cubicBezTo>
                    <a:cubicBezTo>
                      <a:pt x="237" y="17"/>
                      <a:pt x="298" y="17"/>
                      <a:pt x="359" y="16"/>
                    </a:cubicBezTo>
                    <a:cubicBezTo>
                      <a:pt x="478" y="15"/>
                      <a:pt x="596" y="15"/>
                      <a:pt x="714" y="14"/>
                    </a:cubicBezTo>
                    <a:cubicBezTo>
                      <a:pt x="836" y="13"/>
                      <a:pt x="959" y="13"/>
                      <a:pt x="1081" y="12"/>
                    </a:cubicBezTo>
                    <a:cubicBezTo>
                      <a:pt x="1203" y="12"/>
                      <a:pt x="1326" y="11"/>
                      <a:pt x="1449" y="10"/>
                    </a:cubicBezTo>
                    <a:cubicBezTo>
                      <a:pt x="1572" y="9"/>
                      <a:pt x="1695" y="9"/>
                      <a:pt x="1818" y="8"/>
                    </a:cubicBezTo>
                    <a:cubicBezTo>
                      <a:pt x="1939" y="7"/>
                      <a:pt x="2061" y="6"/>
                      <a:pt x="2182" y="5"/>
                    </a:cubicBezTo>
                    <a:cubicBezTo>
                      <a:pt x="2303" y="5"/>
                      <a:pt x="2424" y="3"/>
                      <a:pt x="2545" y="3"/>
                    </a:cubicBezTo>
                    <a:cubicBezTo>
                      <a:pt x="2595" y="3"/>
                      <a:pt x="2645" y="2"/>
                      <a:pt x="2695" y="2"/>
                    </a:cubicBezTo>
                    <a:cubicBezTo>
                      <a:pt x="2720" y="2"/>
                      <a:pt x="2745" y="2"/>
                      <a:pt x="2770" y="1"/>
                    </a:cubicBezTo>
                    <a:cubicBezTo>
                      <a:pt x="2794" y="1"/>
                      <a:pt x="2818" y="0"/>
                      <a:pt x="2842" y="0"/>
                    </a:cubicBezTo>
                    <a:cubicBezTo>
                      <a:pt x="2848" y="0"/>
                      <a:pt x="2852" y="5"/>
                      <a:pt x="2852" y="10"/>
                    </a:cubicBezTo>
                    <a:cubicBezTo>
                      <a:pt x="2852" y="16"/>
                      <a:pt x="2848" y="20"/>
                      <a:pt x="2842" y="20"/>
                    </a:cubicBezTo>
                    <a:cubicBezTo>
                      <a:pt x="2814" y="20"/>
                      <a:pt x="2785" y="20"/>
                      <a:pt x="2757" y="20"/>
                    </a:cubicBezTo>
                    <a:cubicBezTo>
                      <a:pt x="2727" y="20"/>
                      <a:pt x="2697" y="20"/>
                      <a:pt x="2668" y="20"/>
                    </a:cubicBezTo>
                    <a:cubicBezTo>
                      <a:pt x="2607" y="20"/>
                      <a:pt x="2547" y="21"/>
                      <a:pt x="2486" y="22"/>
                    </a:cubicBezTo>
                    <a:cubicBezTo>
                      <a:pt x="2427" y="22"/>
                      <a:pt x="2368" y="22"/>
                      <a:pt x="2309" y="22"/>
                    </a:cubicBezTo>
                    <a:cubicBezTo>
                      <a:pt x="2248" y="23"/>
                      <a:pt x="2188" y="23"/>
                      <a:pt x="2128" y="23"/>
                    </a:cubicBezTo>
                    <a:cubicBezTo>
                      <a:pt x="2067" y="23"/>
                      <a:pt x="2006" y="23"/>
                      <a:pt x="1946" y="24"/>
                    </a:cubicBezTo>
                    <a:cubicBezTo>
                      <a:pt x="1885" y="24"/>
                      <a:pt x="1823" y="24"/>
                      <a:pt x="1762" y="25"/>
                    </a:cubicBezTo>
                    <a:cubicBezTo>
                      <a:pt x="1638" y="26"/>
                      <a:pt x="1515" y="26"/>
                      <a:pt x="1391" y="27"/>
                    </a:cubicBezTo>
                    <a:cubicBezTo>
                      <a:pt x="1269" y="28"/>
                      <a:pt x="1146" y="29"/>
                      <a:pt x="1024" y="29"/>
                    </a:cubicBezTo>
                    <a:cubicBezTo>
                      <a:pt x="903" y="30"/>
                      <a:pt x="783" y="31"/>
                      <a:pt x="662" y="32"/>
                    </a:cubicBezTo>
                    <a:cubicBezTo>
                      <a:pt x="541" y="33"/>
                      <a:pt x="421" y="33"/>
                      <a:pt x="300" y="34"/>
                    </a:cubicBezTo>
                    <a:cubicBezTo>
                      <a:pt x="249" y="34"/>
                      <a:pt x="198" y="34"/>
                      <a:pt x="147" y="35"/>
                    </a:cubicBezTo>
                    <a:cubicBezTo>
                      <a:pt x="123" y="35"/>
                      <a:pt x="98" y="36"/>
                      <a:pt x="74" y="36"/>
                    </a:cubicBezTo>
                    <a:cubicBezTo>
                      <a:pt x="63" y="36"/>
                      <a:pt x="50" y="36"/>
                      <a:pt x="39" y="36"/>
                    </a:cubicBezTo>
                    <a:cubicBezTo>
                      <a:pt x="32" y="36"/>
                      <a:pt x="27" y="37"/>
                      <a:pt x="20" y="37"/>
                    </a:cubicBezTo>
                    <a:cubicBezTo>
                      <a:pt x="17" y="37"/>
                      <a:pt x="13" y="37"/>
                      <a:pt x="10" y="37"/>
                    </a:cubicBezTo>
                    <a:cubicBezTo>
                      <a:pt x="4" y="37"/>
                      <a:pt x="0" y="32"/>
                      <a:pt x="0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5" name="Google Shape;1445;p16"/>
              <p:cNvSpPr/>
              <p:nvPr/>
            </p:nvSpPr>
            <p:spPr>
              <a:xfrm>
                <a:off x="-68060" y="3962877"/>
                <a:ext cx="60480" cy="33840"/>
              </a:xfrm>
              <a:custGeom>
                <a:avLst/>
                <a:gdLst/>
                <a:ahLst/>
                <a:cxnLst/>
                <a:rect l="l" t="t" r="r" b="b"/>
                <a:pathLst>
                  <a:path w="168" h="94" extrusionOk="0">
                    <a:moveTo>
                      <a:pt x="83" y="88"/>
                    </a:moveTo>
                    <a:cubicBezTo>
                      <a:pt x="80" y="83"/>
                      <a:pt x="83" y="77"/>
                      <a:pt x="87" y="74"/>
                    </a:cubicBezTo>
                    <a:cubicBezTo>
                      <a:pt x="97" y="68"/>
                      <a:pt x="107" y="62"/>
                      <a:pt x="116" y="56"/>
                    </a:cubicBezTo>
                    <a:cubicBezTo>
                      <a:pt x="122" y="52"/>
                      <a:pt x="129" y="47"/>
                      <a:pt x="135" y="43"/>
                    </a:cubicBezTo>
                    <a:cubicBezTo>
                      <a:pt x="132" y="43"/>
                      <a:pt x="128" y="42"/>
                      <a:pt x="125" y="42"/>
                    </a:cubicBezTo>
                    <a:cubicBezTo>
                      <a:pt x="115" y="40"/>
                      <a:pt x="105" y="39"/>
                      <a:pt x="96" y="38"/>
                    </a:cubicBezTo>
                    <a:cubicBezTo>
                      <a:pt x="75" y="34"/>
                      <a:pt x="54" y="31"/>
                      <a:pt x="33" y="27"/>
                    </a:cubicBezTo>
                    <a:cubicBezTo>
                      <a:pt x="34" y="27"/>
                      <a:pt x="34" y="27"/>
                      <a:pt x="34" y="27"/>
                    </a:cubicBezTo>
                    <a:cubicBezTo>
                      <a:pt x="30" y="26"/>
                      <a:pt x="26" y="25"/>
                      <a:pt x="21" y="24"/>
                    </a:cubicBezTo>
                    <a:cubicBezTo>
                      <a:pt x="19" y="23"/>
                      <a:pt x="17" y="22"/>
                      <a:pt x="15" y="22"/>
                    </a:cubicBezTo>
                    <a:cubicBezTo>
                      <a:pt x="13" y="21"/>
                      <a:pt x="12" y="21"/>
                      <a:pt x="10" y="20"/>
                    </a:cubicBezTo>
                    <a:cubicBezTo>
                      <a:pt x="4" y="19"/>
                      <a:pt x="0" y="11"/>
                      <a:pt x="4" y="6"/>
                    </a:cubicBezTo>
                    <a:cubicBezTo>
                      <a:pt x="6" y="0"/>
                      <a:pt x="13" y="0"/>
                      <a:pt x="18" y="3"/>
                    </a:cubicBezTo>
                    <a:cubicBezTo>
                      <a:pt x="19" y="3"/>
                      <a:pt x="20" y="3"/>
                      <a:pt x="21" y="4"/>
                    </a:cubicBezTo>
                    <a:cubicBezTo>
                      <a:pt x="29" y="6"/>
                      <a:pt x="35" y="8"/>
                      <a:pt x="43" y="9"/>
                    </a:cubicBezTo>
                    <a:cubicBezTo>
                      <a:pt x="64" y="13"/>
                      <a:pt x="84" y="16"/>
                      <a:pt x="105" y="19"/>
                    </a:cubicBezTo>
                    <a:cubicBezTo>
                      <a:pt x="115" y="20"/>
                      <a:pt x="124" y="22"/>
                      <a:pt x="134" y="23"/>
                    </a:cubicBezTo>
                    <a:cubicBezTo>
                      <a:pt x="138" y="24"/>
                      <a:pt x="143" y="24"/>
                      <a:pt x="147" y="25"/>
                    </a:cubicBezTo>
                    <a:cubicBezTo>
                      <a:pt x="154" y="27"/>
                      <a:pt x="164" y="27"/>
                      <a:pt x="166" y="35"/>
                    </a:cubicBezTo>
                    <a:cubicBezTo>
                      <a:pt x="167" y="37"/>
                      <a:pt x="167" y="39"/>
                      <a:pt x="166" y="40"/>
                    </a:cubicBezTo>
                    <a:cubicBezTo>
                      <a:pt x="166" y="43"/>
                      <a:pt x="165" y="45"/>
                      <a:pt x="163" y="46"/>
                    </a:cubicBezTo>
                    <a:cubicBezTo>
                      <a:pt x="161" y="49"/>
                      <a:pt x="158" y="51"/>
                      <a:pt x="155" y="53"/>
                    </a:cubicBezTo>
                    <a:cubicBezTo>
                      <a:pt x="151" y="56"/>
                      <a:pt x="148" y="57"/>
                      <a:pt x="145" y="60"/>
                    </a:cubicBezTo>
                    <a:cubicBezTo>
                      <a:pt x="138" y="64"/>
                      <a:pt x="131" y="69"/>
                      <a:pt x="124" y="74"/>
                    </a:cubicBezTo>
                    <a:cubicBezTo>
                      <a:pt x="124" y="73"/>
                      <a:pt x="125" y="73"/>
                      <a:pt x="125" y="73"/>
                    </a:cubicBezTo>
                    <a:cubicBezTo>
                      <a:pt x="116" y="79"/>
                      <a:pt x="107" y="85"/>
                      <a:pt x="97" y="92"/>
                    </a:cubicBezTo>
                    <a:cubicBezTo>
                      <a:pt x="96" y="93"/>
                      <a:pt x="94" y="93"/>
                      <a:pt x="92" y="93"/>
                    </a:cubicBezTo>
                    <a:cubicBezTo>
                      <a:pt x="89" y="93"/>
                      <a:pt x="85" y="91"/>
                      <a:pt x="83" y="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6" name="Google Shape;1446;p16"/>
              <p:cNvSpPr/>
              <p:nvPr/>
            </p:nvSpPr>
            <p:spPr>
              <a:xfrm>
                <a:off x="-542540" y="3428278"/>
                <a:ext cx="3204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89" h="167" extrusionOk="0">
                    <a:moveTo>
                      <a:pt x="4" y="164"/>
                    </a:moveTo>
                    <a:cubicBezTo>
                      <a:pt x="1" y="162"/>
                      <a:pt x="0" y="159"/>
                      <a:pt x="1" y="156"/>
                    </a:cubicBezTo>
                    <a:cubicBezTo>
                      <a:pt x="1" y="149"/>
                      <a:pt x="3" y="143"/>
                      <a:pt x="5" y="137"/>
                    </a:cubicBezTo>
                    <a:cubicBezTo>
                      <a:pt x="5" y="135"/>
                      <a:pt x="6" y="134"/>
                      <a:pt x="6" y="132"/>
                    </a:cubicBezTo>
                    <a:cubicBezTo>
                      <a:pt x="12" y="99"/>
                      <a:pt x="18" y="66"/>
                      <a:pt x="21" y="33"/>
                    </a:cubicBezTo>
                    <a:cubicBezTo>
                      <a:pt x="21" y="26"/>
                      <a:pt x="21" y="19"/>
                      <a:pt x="21" y="13"/>
                    </a:cubicBezTo>
                    <a:cubicBezTo>
                      <a:pt x="19" y="7"/>
                      <a:pt x="24" y="0"/>
                      <a:pt x="31" y="0"/>
                    </a:cubicBezTo>
                    <a:cubicBezTo>
                      <a:pt x="38" y="0"/>
                      <a:pt x="42" y="7"/>
                      <a:pt x="40" y="13"/>
                    </a:cubicBezTo>
                    <a:cubicBezTo>
                      <a:pt x="40" y="16"/>
                      <a:pt x="40" y="18"/>
                      <a:pt x="40" y="21"/>
                    </a:cubicBezTo>
                    <a:cubicBezTo>
                      <a:pt x="42" y="21"/>
                      <a:pt x="43" y="22"/>
                      <a:pt x="44" y="23"/>
                    </a:cubicBezTo>
                    <a:cubicBezTo>
                      <a:pt x="49" y="26"/>
                      <a:pt x="51" y="32"/>
                      <a:pt x="53" y="37"/>
                    </a:cubicBezTo>
                    <a:cubicBezTo>
                      <a:pt x="55" y="42"/>
                      <a:pt x="57" y="47"/>
                      <a:pt x="59" y="51"/>
                    </a:cubicBezTo>
                    <a:cubicBezTo>
                      <a:pt x="63" y="61"/>
                      <a:pt x="65" y="72"/>
                      <a:pt x="68" y="82"/>
                    </a:cubicBezTo>
                    <a:cubicBezTo>
                      <a:pt x="71" y="93"/>
                      <a:pt x="74" y="104"/>
                      <a:pt x="77" y="116"/>
                    </a:cubicBezTo>
                    <a:cubicBezTo>
                      <a:pt x="80" y="127"/>
                      <a:pt x="84" y="139"/>
                      <a:pt x="86" y="151"/>
                    </a:cubicBezTo>
                    <a:cubicBezTo>
                      <a:pt x="88" y="156"/>
                      <a:pt x="85" y="162"/>
                      <a:pt x="79" y="163"/>
                    </a:cubicBezTo>
                    <a:cubicBezTo>
                      <a:pt x="74" y="164"/>
                      <a:pt x="69" y="162"/>
                      <a:pt x="67" y="156"/>
                    </a:cubicBezTo>
                    <a:cubicBezTo>
                      <a:pt x="63" y="140"/>
                      <a:pt x="59" y="123"/>
                      <a:pt x="55" y="107"/>
                    </a:cubicBezTo>
                    <a:cubicBezTo>
                      <a:pt x="53" y="99"/>
                      <a:pt x="51" y="90"/>
                      <a:pt x="49" y="82"/>
                    </a:cubicBezTo>
                    <a:cubicBezTo>
                      <a:pt x="46" y="74"/>
                      <a:pt x="44" y="67"/>
                      <a:pt x="42" y="59"/>
                    </a:cubicBezTo>
                    <a:cubicBezTo>
                      <a:pt x="41" y="61"/>
                      <a:pt x="41" y="64"/>
                      <a:pt x="40" y="66"/>
                    </a:cubicBezTo>
                    <a:cubicBezTo>
                      <a:pt x="39" y="76"/>
                      <a:pt x="36" y="86"/>
                      <a:pt x="34" y="96"/>
                    </a:cubicBezTo>
                    <a:cubicBezTo>
                      <a:pt x="32" y="104"/>
                      <a:pt x="30" y="113"/>
                      <a:pt x="28" y="121"/>
                    </a:cubicBezTo>
                    <a:cubicBezTo>
                      <a:pt x="27" y="125"/>
                      <a:pt x="26" y="128"/>
                      <a:pt x="26" y="132"/>
                    </a:cubicBezTo>
                    <a:cubicBezTo>
                      <a:pt x="25" y="137"/>
                      <a:pt x="25" y="142"/>
                      <a:pt x="24" y="147"/>
                    </a:cubicBezTo>
                    <a:cubicBezTo>
                      <a:pt x="23" y="150"/>
                      <a:pt x="22" y="153"/>
                      <a:pt x="21" y="156"/>
                    </a:cubicBezTo>
                    <a:cubicBezTo>
                      <a:pt x="21" y="158"/>
                      <a:pt x="19" y="160"/>
                      <a:pt x="18" y="162"/>
                    </a:cubicBezTo>
                    <a:cubicBezTo>
                      <a:pt x="17" y="164"/>
                      <a:pt x="15" y="165"/>
                      <a:pt x="12" y="166"/>
                    </a:cubicBezTo>
                    <a:cubicBezTo>
                      <a:pt x="12" y="166"/>
                      <a:pt x="11" y="166"/>
                      <a:pt x="10" y="166"/>
                    </a:cubicBezTo>
                    <a:cubicBezTo>
                      <a:pt x="8" y="166"/>
                      <a:pt x="6" y="166"/>
                      <a:pt x="4" y="16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7" name="Google Shape;1447;p16"/>
              <p:cNvSpPr/>
              <p:nvPr/>
            </p:nvSpPr>
            <p:spPr>
              <a:xfrm>
                <a:off x="-542180" y="3745438"/>
                <a:ext cx="62640" cy="8280"/>
              </a:xfrm>
              <a:custGeom>
                <a:avLst/>
                <a:gdLst/>
                <a:ahLst/>
                <a:cxnLst/>
                <a:rect l="l" t="t" r="r" b="b"/>
                <a:pathLst>
                  <a:path w="174" h="23" extrusionOk="0">
                    <a:moveTo>
                      <a:pt x="164" y="20"/>
                    </a:moveTo>
                    <a:cubicBezTo>
                      <a:pt x="121" y="20"/>
                      <a:pt x="78" y="20"/>
                      <a:pt x="36" y="19"/>
                    </a:cubicBezTo>
                    <a:cubicBezTo>
                      <a:pt x="28" y="19"/>
                      <a:pt x="21" y="19"/>
                      <a:pt x="14" y="20"/>
                    </a:cubicBezTo>
                    <a:cubicBezTo>
                      <a:pt x="6" y="22"/>
                      <a:pt x="0" y="14"/>
                      <a:pt x="2" y="8"/>
                    </a:cubicBezTo>
                    <a:cubicBezTo>
                      <a:pt x="3" y="4"/>
                      <a:pt x="6" y="1"/>
                      <a:pt x="9" y="1"/>
                    </a:cubicBezTo>
                    <a:cubicBezTo>
                      <a:pt x="10" y="0"/>
                      <a:pt x="12" y="0"/>
                      <a:pt x="14" y="0"/>
                    </a:cubicBezTo>
                    <a:cubicBezTo>
                      <a:pt x="18" y="1"/>
                      <a:pt x="23" y="1"/>
                      <a:pt x="27" y="1"/>
                    </a:cubicBezTo>
                    <a:cubicBezTo>
                      <a:pt x="32" y="1"/>
                      <a:pt x="37" y="1"/>
                      <a:pt x="42" y="1"/>
                    </a:cubicBezTo>
                    <a:cubicBezTo>
                      <a:pt x="52" y="1"/>
                      <a:pt x="63" y="1"/>
                      <a:pt x="74" y="1"/>
                    </a:cubicBezTo>
                    <a:cubicBezTo>
                      <a:pt x="95" y="1"/>
                      <a:pt x="115" y="1"/>
                      <a:pt x="136" y="1"/>
                    </a:cubicBezTo>
                    <a:cubicBezTo>
                      <a:pt x="145" y="1"/>
                      <a:pt x="155" y="1"/>
                      <a:pt x="164" y="2"/>
                    </a:cubicBezTo>
                    <a:cubicBezTo>
                      <a:pt x="169" y="2"/>
                      <a:pt x="173" y="6"/>
                      <a:pt x="173" y="11"/>
                    </a:cubicBezTo>
                    <a:cubicBezTo>
                      <a:pt x="173" y="16"/>
                      <a:pt x="169" y="20"/>
                      <a:pt x="164" y="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8" name="Google Shape;1448;p16"/>
              <p:cNvSpPr/>
              <p:nvPr/>
            </p:nvSpPr>
            <p:spPr>
              <a:xfrm>
                <a:off x="-439940" y="3740398"/>
                <a:ext cx="60840" cy="756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21" extrusionOk="0">
                    <a:moveTo>
                      <a:pt x="0" y="11"/>
                    </a:moveTo>
                    <a:cubicBezTo>
                      <a:pt x="0" y="4"/>
                      <a:pt x="5" y="0"/>
                      <a:pt x="11" y="1"/>
                    </a:cubicBezTo>
                    <a:cubicBezTo>
                      <a:pt x="12" y="1"/>
                      <a:pt x="13" y="1"/>
                      <a:pt x="13" y="1"/>
                    </a:cubicBezTo>
                    <a:lnTo>
                      <a:pt x="12" y="1"/>
                    </a:lnTo>
                    <a:cubicBezTo>
                      <a:pt x="22" y="1"/>
                      <a:pt x="31" y="1"/>
                      <a:pt x="41" y="1"/>
                    </a:cubicBezTo>
                    <a:cubicBezTo>
                      <a:pt x="51" y="1"/>
                      <a:pt x="61" y="1"/>
                      <a:pt x="71" y="1"/>
                    </a:cubicBezTo>
                    <a:cubicBezTo>
                      <a:pt x="91" y="1"/>
                      <a:pt x="112" y="1"/>
                      <a:pt x="132" y="1"/>
                    </a:cubicBezTo>
                    <a:cubicBezTo>
                      <a:pt x="141" y="1"/>
                      <a:pt x="150" y="1"/>
                      <a:pt x="159" y="1"/>
                    </a:cubicBezTo>
                    <a:cubicBezTo>
                      <a:pt x="164" y="1"/>
                      <a:pt x="168" y="5"/>
                      <a:pt x="168" y="9"/>
                    </a:cubicBezTo>
                    <a:cubicBezTo>
                      <a:pt x="168" y="15"/>
                      <a:pt x="164" y="19"/>
                      <a:pt x="159" y="19"/>
                    </a:cubicBezTo>
                    <a:cubicBezTo>
                      <a:pt x="117" y="19"/>
                      <a:pt x="75" y="19"/>
                      <a:pt x="33" y="20"/>
                    </a:cubicBezTo>
                    <a:cubicBezTo>
                      <a:pt x="26" y="20"/>
                      <a:pt x="19" y="20"/>
                      <a:pt x="12" y="20"/>
                    </a:cubicBezTo>
                    <a:lnTo>
                      <a:pt x="13" y="20"/>
                    </a:lnTo>
                    <a:cubicBezTo>
                      <a:pt x="13" y="20"/>
                      <a:pt x="12" y="20"/>
                      <a:pt x="11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5" y="20"/>
                      <a:pt x="0" y="16"/>
                      <a:pt x="0" y="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9" name="Google Shape;1449;p16"/>
              <p:cNvSpPr/>
              <p:nvPr/>
            </p:nvSpPr>
            <p:spPr>
              <a:xfrm>
                <a:off x="-343100" y="3741838"/>
                <a:ext cx="72000" cy="7560"/>
              </a:xfrm>
              <a:custGeom>
                <a:avLst/>
                <a:gdLst/>
                <a:ahLst/>
                <a:cxnLst/>
                <a:rect l="l" t="t" r="r" b="b"/>
                <a:pathLst>
                  <a:path w="200" h="21" extrusionOk="0">
                    <a:moveTo>
                      <a:pt x="7" y="19"/>
                    </a:moveTo>
                    <a:cubicBezTo>
                      <a:pt x="2" y="17"/>
                      <a:pt x="0" y="12"/>
                      <a:pt x="1" y="8"/>
                    </a:cubicBezTo>
                    <a:cubicBezTo>
                      <a:pt x="1" y="5"/>
                      <a:pt x="4" y="2"/>
                      <a:pt x="7" y="1"/>
                    </a:cubicBezTo>
                    <a:cubicBezTo>
                      <a:pt x="9" y="0"/>
                      <a:pt x="11" y="0"/>
                      <a:pt x="13" y="0"/>
                    </a:cubicBezTo>
                    <a:cubicBezTo>
                      <a:pt x="17" y="0"/>
                      <a:pt x="21" y="0"/>
                      <a:pt x="25" y="0"/>
                    </a:cubicBezTo>
                    <a:cubicBezTo>
                      <a:pt x="30" y="0"/>
                      <a:pt x="34" y="0"/>
                      <a:pt x="39" y="0"/>
                    </a:cubicBezTo>
                    <a:cubicBezTo>
                      <a:pt x="50" y="0"/>
                      <a:pt x="61" y="0"/>
                      <a:pt x="71" y="0"/>
                    </a:cubicBezTo>
                    <a:cubicBezTo>
                      <a:pt x="91" y="0"/>
                      <a:pt x="110" y="0"/>
                      <a:pt x="130" y="0"/>
                    </a:cubicBezTo>
                    <a:cubicBezTo>
                      <a:pt x="150" y="0"/>
                      <a:pt x="170" y="0"/>
                      <a:pt x="190" y="0"/>
                    </a:cubicBezTo>
                    <a:cubicBezTo>
                      <a:pt x="195" y="0"/>
                      <a:pt x="199" y="4"/>
                      <a:pt x="199" y="9"/>
                    </a:cubicBezTo>
                    <a:cubicBezTo>
                      <a:pt x="199" y="14"/>
                      <a:pt x="195" y="18"/>
                      <a:pt x="190" y="18"/>
                    </a:cubicBezTo>
                    <a:cubicBezTo>
                      <a:pt x="148" y="18"/>
                      <a:pt x="107" y="17"/>
                      <a:pt x="65" y="18"/>
                    </a:cubicBezTo>
                    <a:cubicBezTo>
                      <a:pt x="49" y="18"/>
                      <a:pt x="33" y="18"/>
                      <a:pt x="17" y="19"/>
                    </a:cubicBezTo>
                    <a:cubicBezTo>
                      <a:pt x="16" y="19"/>
                      <a:pt x="15" y="19"/>
                      <a:pt x="15" y="19"/>
                    </a:cubicBezTo>
                    <a:cubicBezTo>
                      <a:pt x="14" y="19"/>
                      <a:pt x="12" y="20"/>
                      <a:pt x="11" y="20"/>
                    </a:cubicBezTo>
                    <a:cubicBezTo>
                      <a:pt x="9" y="20"/>
                      <a:pt x="8" y="19"/>
                      <a:pt x="7" y="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0" name="Google Shape;1450;p16"/>
              <p:cNvSpPr/>
              <p:nvPr/>
            </p:nvSpPr>
            <p:spPr>
              <a:xfrm>
                <a:off x="-243380" y="3743638"/>
                <a:ext cx="5472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24" extrusionOk="0">
                    <a:moveTo>
                      <a:pt x="5" y="20"/>
                    </a:moveTo>
                    <a:cubicBezTo>
                      <a:pt x="0" y="16"/>
                      <a:pt x="2" y="7"/>
                      <a:pt x="8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9" y="3"/>
                      <a:pt x="12" y="3"/>
                      <a:pt x="14" y="3"/>
                    </a:cubicBezTo>
                    <a:cubicBezTo>
                      <a:pt x="17" y="3"/>
                      <a:pt x="19" y="3"/>
                      <a:pt x="21" y="3"/>
                    </a:cubicBezTo>
                    <a:cubicBezTo>
                      <a:pt x="27" y="3"/>
                      <a:pt x="32" y="2"/>
                      <a:pt x="37" y="2"/>
                    </a:cubicBezTo>
                    <a:cubicBezTo>
                      <a:pt x="48" y="2"/>
                      <a:pt x="58" y="2"/>
                      <a:pt x="68" y="1"/>
                    </a:cubicBezTo>
                    <a:cubicBezTo>
                      <a:pt x="88" y="1"/>
                      <a:pt x="109" y="0"/>
                      <a:pt x="129" y="0"/>
                    </a:cubicBezTo>
                    <a:cubicBezTo>
                      <a:pt x="133" y="0"/>
                      <a:pt x="138" y="0"/>
                      <a:pt x="143" y="0"/>
                    </a:cubicBezTo>
                    <a:cubicBezTo>
                      <a:pt x="147" y="0"/>
                      <a:pt x="151" y="4"/>
                      <a:pt x="151" y="9"/>
                    </a:cubicBezTo>
                    <a:cubicBezTo>
                      <a:pt x="151" y="14"/>
                      <a:pt x="147" y="17"/>
                      <a:pt x="143" y="18"/>
                    </a:cubicBezTo>
                    <a:cubicBezTo>
                      <a:pt x="123" y="18"/>
                      <a:pt x="104" y="18"/>
                      <a:pt x="85" y="19"/>
                    </a:cubicBezTo>
                    <a:cubicBezTo>
                      <a:pt x="67" y="20"/>
                      <a:pt x="49" y="20"/>
                      <a:pt x="31" y="21"/>
                    </a:cubicBezTo>
                    <a:cubicBezTo>
                      <a:pt x="30" y="21"/>
                      <a:pt x="28" y="21"/>
                      <a:pt x="27" y="21"/>
                    </a:cubicBezTo>
                    <a:cubicBezTo>
                      <a:pt x="24" y="22"/>
                      <a:pt x="20" y="22"/>
                      <a:pt x="16" y="23"/>
                    </a:cubicBezTo>
                    <a:cubicBezTo>
                      <a:pt x="15" y="23"/>
                      <a:pt x="15" y="23"/>
                      <a:pt x="14" y="23"/>
                    </a:cubicBezTo>
                    <a:cubicBezTo>
                      <a:pt x="14" y="23"/>
                      <a:pt x="13" y="23"/>
                      <a:pt x="12" y="23"/>
                    </a:cubicBezTo>
                    <a:cubicBezTo>
                      <a:pt x="9" y="23"/>
                      <a:pt x="7" y="23"/>
                      <a:pt x="5" y="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1" name="Google Shape;1451;p16"/>
              <p:cNvSpPr/>
              <p:nvPr/>
            </p:nvSpPr>
            <p:spPr>
              <a:xfrm>
                <a:off x="-198020" y="3744357"/>
                <a:ext cx="9360" cy="26640"/>
              </a:xfrm>
              <a:custGeom>
                <a:avLst/>
                <a:gdLst/>
                <a:ahLst/>
                <a:cxnLst/>
                <a:rect l="l" t="t" r="r" b="b"/>
                <a:pathLst>
                  <a:path w="26" h="74" extrusionOk="0">
                    <a:moveTo>
                      <a:pt x="6" y="65"/>
                    </a:moveTo>
                    <a:cubicBezTo>
                      <a:pt x="6" y="56"/>
                      <a:pt x="5" y="47"/>
                      <a:pt x="4" y="37"/>
                    </a:cubicBezTo>
                    <a:cubicBezTo>
                      <a:pt x="4" y="30"/>
                      <a:pt x="3" y="22"/>
                      <a:pt x="2" y="14"/>
                    </a:cubicBezTo>
                    <a:cubicBezTo>
                      <a:pt x="0" y="8"/>
                      <a:pt x="4" y="2"/>
                      <a:pt x="10" y="1"/>
                    </a:cubicBezTo>
                    <a:cubicBezTo>
                      <a:pt x="13" y="0"/>
                      <a:pt x="17" y="1"/>
                      <a:pt x="18" y="4"/>
                    </a:cubicBezTo>
                    <a:cubicBezTo>
                      <a:pt x="21" y="6"/>
                      <a:pt x="22" y="9"/>
                      <a:pt x="21" y="12"/>
                    </a:cubicBezTo>
                    <a:cubicBezTo>
                      <a:pt x="22" y="10"/>
                      <a:pt x="21" y="12"/>
                      <a:pt x="21" y="12"/>
                    </a:cubicBezTo>
                    <a:cubicBezTo>
                      <a:pt x="22" y="12"/>
                      <a:pt x="22" y="14"/>
                      <a:pt x="22" y="14"/>
                    </a:cubicBezTo>
                    <a:cubicBezTo>
                      <a:pt x="22" y="15"/>
                      <a:pt x="22" y="16"/>
                      <a:pt x="22" y="17"/>
                    </a:cubicBezTo>
                    <a:cubicBezTo>
                      <a:pt x="22" y="18"/>
                      <a:pt x="22" y="18"/>
                      <a:pt x="22" y="19"/>
                    </a:cubicBezTo>
                    <a:cubicBezTo>
                      <a:pt x="22" y="19"/>
                      <a:pt x="22" y="20"/>
                      <a:pt x="22" y="21"/>
                    </a:cubicBezTo>
                    <a:cubicBezTo>
                      <a:pt x="22" y="27"/>
                      <a:pt x="23" y="33"/>
                      <a:pt x="24" y="39"/>
                    </a:cubicBezTo>
                    <a:cubicBezTo>
                      <a:pt x="24" y="47"/>
                      <a:pt x="25" y="56"/>
                      <a:pt x="25" y="64"/>
                    </a:cubicBezTo>
                    <a:cubicBezTo>
                      <a:pt x="25" y="68"/>
                      <a:pt x="21" y="72"/>
                      <a:pt x="17" y="72"/>
                    </a:cubicBezTo>
                    <a:cubicBezTo>
                      <a:pt x="17" y="73"/>
                      <a:pt x="16" y="73"/>
                      <a:pt x="16" y="73"/>
                    </a:cubicBezTo>
                    <a:cubicBezTo>
                      <a:pt x="11" y="73"/>
                      <a:pt x="7" y="70"/>
                      <a:pt x="6" y="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2" name="Google Shape;1452;p16"/>
              <p:cNvSpPr/>
              <p:nvPr/>
            </p:nvSpPr>
            <p:spPr>
              <a:xfrm>
                <a:off x="-194420" y="3822118"/>
                <a:ext cx="7200" cy="48240"/>
              </a:xfrm>
              <a:custGeom>
                <a:avLst/>
                <a:gdLst/>
                <a:ahLst/>
                <a:cxnLst/>
                <a:rect l="l" t="t" r="r" b="b"/>
                <a:pathLst>
                  <a:path w="20" h="134" extrusionOk="0">
                    <a:moveTo>
                      <a:pt x="0" y="123"/>
                    </a:moveTo>
                    <a:cubicBezTo>
                      <a:pt x="0" y="104"/>
                      <a:pt x="0" y="84"/>
                      <a:pt x="0" y="64"/>
                    </a:cubicBezTo>
                    <a:cubicBezTo>
                      <a:pt x="0" y="56"/>
                      <a:pt x="0" y="47"/>
                      <a:pt x="0" y="38"/>
                    </a:cubicBezTo>
                    <a:cubicBezTo>
                      <a:pt x="0" y="32"/>
                      <a:pt x="0" y="25"/>
                      <a:pt x="0" y="19"/>
                    </a:cubicBezTo>
                    <a:cubicBezTo>
                      <a:pt x="0" y="18"/>
                      <a:pt x="0" y="17"/>
                      <a:pt x="0" y="15"/>
                    </a:cubicBezTo>
                    <a:cubicBezTo>
                      <a:pt x="0" y="14"/>
                      <a:pt x="0" y="12"/>
                      <a:pt x="0" y="11"/>
                    </a:cubicBezTo>
                    <a:cubicBezTo>
                      <a:pt x="0" y="10"/>
                      <a:pt x="0" y="10"/>
                      <a:pt x="0" y="9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4"/>
                      <a:pt x="3" y="2"/>
                      <a:pt x="7" y="1"/>
                    </a:cubicBezTo>
                    <a:cubicBezTo>
                      <a:pt x="11" y="0"/>
                      <a:pt x="17" y="2"/>
                      <a:pt x="18" y="7"/>
                    </a:cubicBezTo>
                    <a:cubicBezTo>
                      <a:pt x="19" y="8"/>
                      <a:pt x="19" y="11"/>
                      <a:pt x="19" y="13"/>
                    </a:cubicBezTo>
                    <a:cubicBezTo>
                      <a:pt x="19" y="14"/>
                      <a:pt x="19" y="14"/>
                      <a:pt x="19" y="15"/>
                    </a:cubicBezTo>
                    <a:cubicBezTo>
                      <a:pt x="19" y="17"/>
                      <a:pt x="19" y="18"/>
                      <a:pt x="19" y="20"/>
                    </a:cubicBezTo>
                    <a:cubicBezTo>
                      <a:pt x="18" y="35"/>
                      <a:pt x="18" y="50"/>
                      <a:pt x="18" y="65"/>
                    </a:cubicBezTo>
                    <a:cubicBezTo>
                      <a:pt x="18" y="85"/>
                      <a:pt x="18" y="104"/>
                      <a:pt x="18" y="123"/>
                    </a:cubicBezTo>
                    <a:cubicBezTo>
                      <a:pt x="18" y="129"/>
                      <a:pt x="14" y="133"/>
                      <a:pt x="9" y="133"/>
                    </a:cubicBezTo>
                    <a:cubicBezTo>
                      <a:pt x="4" y="133"/>
                      <a:pt x="0" y="129"/>
                      <a:pt x="0" y="1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3" name="Google Shape;1453;p16"/>
              <p:cNvSpPr/>
              <p:nvPr/>
            </p:nvSpPr>
            <p:spPr>
              <a:xfrm>
                <a:off x="-195860" y="3900598"/>
                <a:ext cx="9360" cy="52200"/>
              </a:xfrm>
              <a:custGeom>
                <a:avLst/>
                <a:gdLst/>
                <a:ahLst/>
                <a:cxnLst/>
                <a:rect l="l" t="t" r="r" b="b"/>
                <a:pathLst>
                  <a:path w="26" h="145" extrusionOk="0">
                    <a:moveTo>
                      <a:pt x="6" y="135"/>
                    </a:moveTo>
                    <a:cubicBezTo>
                      <a:pt x="5" y="114"/>
                      <a:pt x="4" y="94"/>
                      <a:pt x="4" y="74"/>
                    </a:cubicBezTo>
                    <a:cubicBezTo>
                      <a:pt x="2" y="54"/>
                      <a:pt x="2" y="34"/>
                      <a:pt x="1" y="14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4"/>
                      <a:pt x="1" y="13"/>
                    </a:cubicBezTo>
                    <a:cubicBezTo>
                      <a:pt x="0" y="7"/>
                      <a:pt x="4" y="0"/>
                      <a:pt x="11" y="0"/>
                    </a:cubicBezTo>
                    <a:cubicBezTo>
                      <a:pt x="18" y="0"/>
                      <a:pt x="22" y="7"/>
                      <a:pt x="21" y="12"/>
                    </a:cubicBezTo>
                    <a:cubicBezTo>
                      <a:pt x="21" y="32"/>
                      <a:pt x="21" y="52"/>
                      <a:pt x="22" y="71"/>
                    </a:cubicBezTo>
                    <a:cubicBezTo>
                      <a:pt x="22" y="92"/>
                      <a:pt x="23" y="114"/>
                      <a:pt x="24" y="135"/>
                    </a:cubicBezTo>
                    <a:cubicBezTo>
                      <a:pt x="25" y="140"/>
                      <a:pt x="20" y="144"/>
                      <a:pt x="15" y="144"/>
                    </a:cubicBezTo>
                    <a:cubicBezTo>
                      <a:pt x="10" y="144"/>
                      <a:pt x="6" y="140"/>
                      <a:pt x="6" y="1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4" name="Google Shape;1454;p16"/>
              <p:cNvSpPr/>
              <p:nvPr/>
            </p:nvSpPr>
            <p:spPr>
              <a:xfrm>
                <a:off x="-194060" y="3963958"/>
                <a:ext cx="7920" cy="32400"/>
              </a:xfrm>
              <a:custGeom>
                <a:avLst/>
                <a:gdLst/>
                <a:ahLst/>
                <a:cxnLst/>
                <a:rect l="l" t="t" r="r" b="b"/>
                <a:pathLst>
                  <a:path w="22" h="90" extrusionOk="0">
                    <a:moveTo>
                      <a:pt x="0" y="81"/>
                    </a:moveTo>
                    <a:cubicBezTo>
                      <a:pt x="1" y="68"/>
                      <a:pt x="2" y="57"/>
                      <a:pt x="2" y="44"/>
                    </a:cubicBezTo>
                    <a:cubicBezTo>
                      <a:pt x="2" y="34"/>
                      <a:pt x="2" y="23"/>
                      <a:pt x="2" y="12"/>
                    </a:cubicBezTo>
                    <a:cubicBezTo>
                      <a:pt x="1" y="11"/>
                      <a:pt x="1" y="10"/>
                      <a:pt x="2" y="8"/>
                    </a:cubicBezTo>
                    <a:cubicBezTo>
                      <a:pt x="2" y="8"/>
                      <a:pt x="2" y="7"/>
                      <a:pt x="2" y="6"/>
                    </a:cubicBezTo>
                    <a:cubicBezTo>
                      <a:pt x="2" y="5"/>
                      <a:pt x="3" y="4"/>
                      <a:pt x="3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6" y="2"/>
                      <a:pt x="7" y="1"/>
                      <a:pt x="9" y="0"/>
                    </a:cubicBezTo>
                    <a:cubicBezTo>
                      <a:pt x="10" y="0"/>
                      <a:pt x="10" y="0"/>
                      <a:pt x="11" y="0"/>
                    </a:cubicBezTo>
                    <a:cubicBezTo>
                      <a:pt x="12" y="0"/>
                      <a:pt x="13" y="0"/>
                      <a:pt x="14" y="0"/>
                    </a:cubicBezTo>
                    <a:cubicBezTo>
                      <a:pt x="16" y="1"/>
                      <a:pt x="17" y="1"/>
                      <a:pt x="18" y="3"/>
                    </a:cubicBezTo>
                    <a:cubicBezTo>
                      <a:pt x="18" y="3"/>
                      <a:pt x="19" y="3"/>
                      <a:pt x="19" y="4"/>
                    </a:cubicBezTo>
                    <a:cubicBezTo>
                      <a:pt x="20" y="4"/>
                      <a:pt x="20" y="5"/>
                      <a:pt x="21" y="6"/>
                    </a:cubicBezTo>
                    <a:cubicBezTo>
                      <a:pt x="21" y="7"/>
                      <a:pt x="21" y="7"/>
                      <a:pt x="21" y="8"/>
                    </a:cubicBezTo>
                    <a:cubicBezTo>
                      <a:pt x="21" y="10"/>
                      <a:pt x="21" y="11"/>
                      <a:pt x="21" y="12"/>
                    </a:cubicBezTo>
                    <a:cubicBezTo>
                      <a:pt x="20" y="35"/>
                      <a:pt x="20" y="58"/>
                      <a:pt x="18" y="81"/>
                    </a:cubicBezTo>
                    <a:cubicBezTo>
                      <a:pt x="18" y="85"/>
                      <a:pt x="14" y="89"/>
                      <a:pt x="10" y="89"/>
                    </a:cubicBezTo>
                    <a:cubicBezTo>
                      <a:pt x="4" y="89"/>
                      <a:pt x="0" y="85"/>
                      <a:pt x="0" y="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5" name="Google Shape;1455;p16"/>
              <p:cNvSpPr/>
              <p:nvPr/>
            </p:nvSpPr>
            <p:spPr>
              <a:xfrm>
                <a:off x="29500" y="3956398"/>
                <a:ext cx="13680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38" h="185" extrusionOk="0">
                    <a:moveTo>
                      <a:pt x="17" y="176"/>
                    </a:moveTo>
                    <a:cubicBezTo>
                      <a:pt x="16" y="154"/>
                      <a:pt x="14" y="132"/>
                      <a:pt x="12" y="111"/>
                    </a:cubicBezTo>
                    <a:cubicBezTo>
                      <a:pt x="10" y="91"/>
                      <a:pt x="7" y="71"/>
                      <a:pt x="4" y="51"/>
                    </a:cubicBezTo>
                    <a:cubicBezTo>
                      <a:pt x="3" y="45"/>
                      <a:pt x="2" y="38"/>
                      <a:pt x="2" y="31"/>
                    </a:cubicBezTo>
                    <a:cubicBezTo>
                      <a:pt x="1" y="25"/>
                      <a:pt x="0" y="18"/>
                      <a:pt x="0" y="11"/>
                    </a:cubicBezTo>
                    <a:cubicBezTo>
                      <a:pt x="1" y="5"/>
                      <a:pt x="6" y="0"/>
                      <a:pt x="12" y="1"/>
                    </a:cubicBezTo>
                    <a:cubicBezTo>
                      <a:pt x="17" y="2"/>
                      <a:pt x="22" y="8"/>
                      <a:pt x="20" y="14"/>
                    </a:cubicBezTo>
                    <a:cubicBezTo>
                      <a:pt x="20" y="15"/>
                      <a:pt x="20" y="16"/>
                      <a:pt x="20" y="17"/>
                    </a:cubicBezTo>
                    <a:cubicBezTo>
                      <a:pt x="20" y="21"/>
                      <a:pt x="20" y="24"/>
                      <a:pt x="20" y="28"/>
                    </a:cubicBezTo>
                    <a:cubicBezTo>
                      <a:pt x="20" y="27"/>
                      <a:pt x="20" y="26"/>
                      <a:pt x="20" y="26"/>
                    </a:cubicBezTo>
                    <a:cubicBezTo>
                      <a:pt x="20" y="28"/>
                      <a:pt x="20" y="28"/>
                      <a:pt x="20" y="29"/>
                    </a:cubicBezTo>
                    <a:cubicBezTo>
                      <a:pt x="20" y="30"/>
                      <a:pt x="20" y="31"/>
                      <a:pt x="20" y="31"/>
                    </a:cubicBezTo>
                    <a:cubicBezTo>
                      <a:pt x="20" y="32"/>
                      <a:pt x="20" y="33"/>
                      <a:pt x="20" y="34"/>
                    </a:cubicBezTo>
                    <a:cubicBezTo>
                      <a:pt x="23" y="54"/>
                      <a:pt x="26" y="74"/>
                      <a:pt x="28" y="93"/>
                    </a:cubicBezTo>
                    <a:cubicBezTo>
                      <a:pt x="30" y="114"/>
                      <a:pt x="33" y="135"/>
                      <a:pt x="35" y="155"/>
                    </a:cubicBezTo>
                    <a:cubicBezTo>
                      <a:pt x="35" y="161"/>
                      <a:pt x="36" y="167"/>
                      <a:pt x="37" y="173"/>
                    </a:cubicBezTo>
                    <a:cubicBezTo>
                      <a:pt x="37" y="178"/>
                      <a:pt x="34" y="183"/>
                      <a:pt x="28" y="184"/>
                    </a:cubicBezTo>
                    <a:lnTo>
                      <a:pt x="27" y="184"/>
                    </a:lnTo>
                    <a:cubicBezTo>
                      <a:pt x="23" y="184"/>
                      <a:pt x="18" y="181"/>
                      <a:pt x="17" y="1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6" name="Google Shape;1456;p16"/>
              <p:cNvSpPr/>
              <p:nvPr/>
            </p:nvSpPr>
            <p:spPr>
              <a:xfrm>
                <a:off x="13660" y="3975478"/>
                <a:ext cx="5112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142" h="167" extrusionOk="0">
                    <a:moveTo>
                      <a:pt x="4" y="164"/>
                    </a:moveTo>
                    <a:cubicBezTo>
                      <a:pt x="0" y="161"/>
                      <a:pt x="0" y="155"/>
                      <a:pt x="3" y="151"/>
                    </a:cubicBezTo>
                    <a:cubicBezTo>
                      <a:pt x="27" y="117"/>
                      <a:pt x="52" y="84"/>
                      <a:pt x="78" y="51"/>
                    </a:cubicBezTo>
                    <a:cubicBezTo>
                      <a:pt x="85" y="43"/>
                      <a:pt x="91" y="35"/>
                      <a:pt x="98" y="28"/>
                    </a:cubicBezTo>
                    <a:cubicBezTo>
                      <a:pt x="101" y="24"/>
                      <a:pt x="104" y="20"/>
                      <a:pt x="107" y="17"/>
                    </a:cubicBezTo>
                    <a:cubicBezTo>
                      <a:pt x="110" y="14"/>
                      <a:pt x="113" y="12"/>
                      <a:pt x="115" y="10"/>
                    </a:cubicBezTo>
                    <a:cubicBezTo>
                      <a:pt x="117" y="8"/>
                      <a:pt x="120" y="5"/>
                      <a:pt x="122" y="4"/>
                    </a:cubicBezTo>
                    <a:cubicBezTo>
                      <a:pt x="125" y="2"/>
                      <a:pt x="130" y="0"/>
                      <a:pt x="134" y="2"/>
                    </a:cubicBezTo>
                    <a:cubicBezTo>
                      <a:pt x="137" y="3"/>
                      <a:pt x="139" y="7"/>
                      <a:pt x="140" y="10"/>
                    </a:cubicBezTo>
                    <a:cubicBezTo>
                      <a:pt x="141" y="14"/>
                      <a:pt x="138" y="19"/>
                      <a:pt x="134" y="21"/>
                    </a:cubicBezTo>
                    <a:cubicBezTo>
                      <a:pt x="133" y="21"/>
                      <a:pt x="132" y="21"/>
                      <a:pt x="131" y="21"/>
                    </a:cubicBezTo>
                    <a:lnTo>
                      <a:pt x="131" y="22"/>
                    </a:lnTo>
                    <a:cubicBezTo>
                      <a:pt x="128" y="23"/>
                      <a:pt x="127" y="25"/>
                      <a:pt x="124" y="26"/>
                    </a:cubicBezTo>
                    <a:cubicBezTo>
                      <a:pt x="120" y="31"/>
                      <a:pt x="116" y="34"/>
                      <a:pt x="113" y="38"/>
                    </a:cubicBezTo>
                    <a:cubicBezTo>
                      <a:pt x="109" y="42"/>
                      <a:pt x="106" y="46"/>
                      <a:pt x="103" y="49"/>
                    </a:cubicBezTo>
                    <a:cubicBezTo>
                      <a:pt x="77" y="79"/>
                      <a:pt x="53" y="112"/>
                      <a:pt x="29" y="145"/>
                    </a:cubicBezTo>
                    <a:cubicBezTo>
                      <a:pt x="25" y="151"/>
                      <a:pt x="21" y="156"/>
                      <a:pt x="17" y="162"/>
                    </a:cubicBezTo>
                    <a:cubicBezTo>
                      <a:pt x="15" y="165"/>
                      <a:pt x="12" y="166"/>
                      <a:pt x="10" y="166"/>
                    </a:cubicBezTo>
                    <a:cubicBezTo>
                      <a:pt x="8" y="166"/>
                      <a:pt x="5" y="165"/>
                      <a:pt x="4" y="16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7" name="Google Shape;1457;p16"/>
              <p:cNvSpPr/>
              <p:nvPr/>
            </p:nvSpPr>
            <p:spPr>
              <a:xfrm>
                <a:off x="-632180" y="3405957"/>
                <a:ext cx="53640" cy="115920"/>
              </a:xfrm>
              <a:custGeom>
                <a:avLst/>
                <a:gdLst/>
                <a:ahLst/>
                <a:cxnLst/>
                <a:rect l="l" t="t" r="r" b="b"/>
                <a:pathLst>
                  <a:path w="149" h="322" extrusionOk="0">
                    <a:moveTo>
                      <a:pt x="29" y="299"/>
                    </a:moveTo>
                    <a:cubicBezTo>
                      <a:pt x="29" y="296"/>
                      <a:pt x="31" y="293"/>
                      <a:pt x="32" y="291"/>
                    </a:cubicBezTo>
                    <a:cubicBezTo>
                      <a:pt x="33" y="286"/>
                      <a:pt x="35" y="281"/>
                      <a:pt x="36" y="275"/>
                    </a:cubicBezTo>
                    <a:cubicBezTo>
                      <a:pt x="36" y="271"/>
                      <a:pt x="38" y="268"/>
                      <a:pt x="38" y="264"/>
                    </a:cubicBezTo>
                    <a:cubicBezTo>
                      <a:pt x="40" y="256"/>
                      <a:pt x="42" y="247"/>
                      <a:pt x="43" y="239"/>
                    </a:cubicBezTo>
                    <a:cubicBezTo>
                      <a:pt x="45" y="235"/>
                      <a:pt x="46" y="229"/>
                      <a:pt x="47" y="225"/>
                    </a:cubicBezTo>
                    <a:lnTo>
                      <a:pt x="46" y="225"/>
                    </a:lnTo>
                    <a:cubicBezTo>
                      <a:pt x="48" y="219"/>
                      <a:pt x="49" y="212"/>
                      <a:pt x="50" y="207"/>
                    </a:cubicBezTo>
                    <a:lnTo>
                      <a:pt x="50" y="208"/>
                    </a:lnTo>
                    <a:cubicBezTo>
                      <a:pt x="51" y="203"/>
                      <a:pt x="52" y="198"/>
                      <a:pt x="53" y="193"/>
                    </a:cubicBezTo>
                    <a:cubicBezTo>
                      <a:pt x="48" y="201"/>
                      <a:pt x="43" y="208"/>
                      <a:pt x="39" y="217"/>
                    </a:cubicBezTo>
                    <a:cubicBezTo>
                      <a:pt x="40" y="216"/>
                      <a:pt x="40" y="216"/>
                      <a:pt x="40" y="215"/>
                    </a:cubicBezTo>
                    <a:cubicBezTo>
                      <a:pt x="38" y="219"/>
                      <a:pt x="36" y="223"/>
                      <a:pt x="35" y="227"/>
                    </a:cubicBezTo>
                    <a:cubicBezTo>
                      <a:pt x="32" y="236"/>
                      <a:pt x="29" y="245"/>
                      <a:pt x="28" y="254"/>
                    </a:cubicBezTo>
                    <a:lnTo>
                      <a:pt x="28" y="253"/>
                    </a:lnTo>
                    <a:cubicBezTo>
                      <a:pt x="26" y="260"/>
                      <a:pt x="25" y="266"/>
                      <a:pt x="25" y="272"/>
                    </a:cubicBezTo>
                    <a:cubicBezTo>
                      <a:pt x="25" y="275"/>
                      <a:pt x="25" y="279"/>
                      <a:pt x="25" y="282"/>
                    </a:cubicBezTo>
                    <a:cubicBezTo>
                      <a:pt x="25" y="285"/>
                      <a:pt x="25" y="288"/>
                      <a:pt x="26" y="291"/>
                    </a:cubicBezTo>
                    <a:cubicBezTo>
                      <a:pt x="26" y="293"/>
                      <a:pt x="27" y="295"/>
                      <a:pt x="28" y="296"/>
                    </a:cubicBezTo>
                    <a:cubicBezTo>
                      <a:pt x="28" y="298"/>
                      <a:pt x="28" y="298"/>
                      <a:pt x="29" y="299"/>
                    </a:cubicBezTo>
                    <a:moveTo>
                      <a:pt x="19" y="317"/>
                    </a:moveTo>
                    <a:cubicBezTo>
                      <a:pt x="15" y="313"/>
                      <a:pt x="12" y="307"/>
                      <a:pt x="11" y="302"/>
                    </a:cubicBezTo>
                    <a:cubicBezTo>
                      <a:pt x="9" y="296"/>
                      <a:pt x="8" y="291"/>
                      <a:pt x="8" y="285"/>
                    </a:cubicBezTo>
                    <a:cubicBezTo>
                      <a:pt x="7" y="278"/>
                      <a:pt x="8" y="271"/>
                      <a:pt x="9" y="264"/>
                    </a:cubicBezTo>
                    <a:cubicBezTo>
                      <a:pt x="11" y="251"/>
                      <a:pt x="14" y="238"/>
                      <a:pt x="18" y="225"/>
                    </a:cubicBezTo>
                    <a:cubicBezTo>
                      <a:pt x="22" y="212"/>
                      <a:pt x="29" y="201"/>
                      <a:pt x="36" y="190"/>
                    </a:cubicBezTo>
                    <a:cubicBezTo>
                      <a:pt x="43" y="178"/>
                      <a:pt x="52" y="166"/>
                      <a:pt x="59" y="155"/>
                    </a:cubicBezTo>
                    <a:cubicBezTo>
                      <a:pt x="60" y="154"/>
                      <a:pt x="60" y="154"/>
                      <a:pt x="60" y="153"/>
                    </a:cubicBezTo>
                    <a:cubicBezTo>
                      <a:pt x="64" y="134"/>
                      <a:pt x="67" y="114"/>
                      <a:pt x="71" y="94"/>
                    </a:cubicBezTo>
                    <a:cubicBezTo>
                      <a:pt x="73" y="89"/>
                      <a:pt x="74" y="83"/>
                      <a:pt x="75" y="77"/>
                    </a:cubicBezTo>
                    <a:cubicBezTo>
                      <a:pt x="66" y="85"/>
                      <a:pt x="55" y="93"/>
                      <a:pt x="42" y="96"/>
                    </a:cubicBezTo>
                    <a:cubicBezTo>
                      <a:pt x="31" y="98"/>
                      <a:pt x="19" y="95"/>
                      <a:pt x="11" y="86"/>
                    </a:cubicBezTo>
                    <a:cubicBezTo>
                      <a:pt x="4" y="77"/>
                      <a:pt x="1" y="65"/>
                      <a:pt x="0" y="53"/>
                    </a:cubicBezTo>
                    <a:cubicBezTo>
                      <a:pt x="0" y="44"/>
                      <a:pt x="0" y="34"/>
                      <a:pt x="0" y="24"/>
                    </a:cubicBezTo>
                    <a:cubicBezTo>
                      <a:pt x="0" y="21"/>
                      <a:pt x="0" y="17"/>
                      <a:pt x="0" y="13"/>
                    </a:cubicBezTo>
                    <a:cubicBezTo>
                      <a:pt x="0" y="13"/>
                      <a:pt x="0" y="12"/>
                      <a:pt x="0" y="11"/>
                    </a:cubicBezTo>
                    <a:lnTo>
                      <a:pt x="0" y="10"/>
                    </a:lnTo>
                    <a:lnTo>
                      <a:pt x="0" y="9"/>
                    </a:lnTo>
                    <a:cubicBezTo>
                      <a:pt x="0" y="5"/>
                      <a:pt x="4" y="1"/>
                      <a:pt x="8" y="0"/>
                    </a:cubicBezTo>
                    <a:cubicBezTo>
                      <a:pt x="14" y="0"/>
                      <a:pt x="19" y="3"/>
                      <a:pt x="19" y="9"/>
                    </a:cubicBezTo>
                    <a:cubicBezTo>
                      <a:pt x="19" y="10"/>
                      <a:pt x="19" y="10"/>
                      <a:pt x="20" y="11"/>
                    </a:cubicBezTo>
                    <a:cubicBezTo>
                      <a:pt x="20" y="13"/>
                      <a:pt x="19" y="14"/>
                      <a:pt x="19" y="15"/>
                    </a:cubicBezTo>
                    <a:cubicBezTo>
                      <a:pt x="18" y="19"/>
                      <a:pt x="18" y="23"/>
                      <a:pt x="18" y="26"/>
                    </a:cubicBezTo>
                    <a:cubicBezTo>
                      <a:pt x="18" y="32"/>
                      <a:pt x="18" y="39"/>
                      <a:pt x="18" y="46"/>
                    </a:cubicBezTo>
                    <a:cubicBezTo>
                      <a:pt x="18" y="51"/>
                      <a:pt x="19" y="55"/>
                      <a:pt x="19" y="59"/>
                    </a:cubicBezTo>
                    <a:cubicBezTo>
                      <a:pt x="20" y="62"/>
                      <a:pt x="21" y="64"/>
                      <a:pt x="21" y="66"/>
                    </a:cubicBezTo>
                    <a:cubicBezTo>
                      <a:pt x="22" y="67"/>
                      <a:pt x="22" y="69"/>
                      <a:pt x="23" y="70"/>
                    </a:cubicBezTo>
                    <a:cubicBezTo>
                      <a:pt x="24" y="71"/>
                      <a:pt x="24" y="71"/>
                      <a:pt x="25" y="73"/>
                    </a:cubicBezTo>
                    <a:cubicBezTo>
                      <a:pt x="25" y="73"/>
                      <a:pt x="25" y="74"/>
                      <a:pt x="26" y="74"/>
                    </a:cubicBezTo>
                    <a:cubicBezTo>
                      <a:pt x="26" y="74"/>
                      <a:pt x="26" y="75"/>
                      <a:pt x="27" y="75"/>
                    </a:cubicBezTo>
                    <a:cubicBezTo>
                      <a:pt x="27" y="76"/>
                      <a:pt x="28" y="76"/>
                      <a:pt x="28" y="76"/>
                    </a:cubicBezTo>
                    <a:cubicBezTo>
                      <a:pt x="29" y="77"/>
                      <a:pt x="29" y="77"/>
                      <a:pt x="29" y="77"/>
                    </a:cubicBezTo>
                    <a:cubicBezTo>
                      <a:pt x="30" y="77"/>
                      <a:pt x="31" y="77"/>
                      <a:pt x="31" y="78"/>
                    </a:cubicBezTo>
                    <a:lnTo>
                      <a:pt x="32" y="78"/>
                    </a:lnTo>
                    <a:cubicBezTo>
                      <a:pt x="33" y="78"/>
                      <a:pt x="34" y="78"/>
                      <a:pt x="35" y="78"/>
                    </a:cubicBezTo>
                    <a:lnTo>
                      <a:pt x="36" y="78"/>
                    </a:lnTo>
                    <a:cubicBezTo>
                      <a:pt x="37" y="78"/>
                      <a:pt x="38" y="78"/>
                      <a:pt x="39" y="78"/>
                    </a:cubicBezTo>
                    <a:cubicBezTo>
                      <a:pt x="40" y="77"/>
                      <a:pt x="42" y="77"/>
                      <a:pt x="43" y="77"/>
                    </a:cubicBezTo>
                    <a:cubicBezTo>
                      <a:pt x="45" y="76"/>
                      <a:pt x="47" y="75"/>
                      <a:pt x="49" y="74"/>
                    </a:cubicBezTo>
                    <a:lnTo>
                      <a:pt x="48" y="74"/>
                    </a:lnTo>
                    <a:cubicBezTo>
                      <a:pt x="50" y="73"/>
                      <a:pt x="52" y="72"/>
                      <a:pt x="54" y="71"/>
                    </a:cubicBezTo>
                    <a:cubicBezTo>
                      <a:pt x="59" y="68"/>
                      <a:pt x="63" y="64"/>
                      <a:pt x="66" y="62"/>
                    </a:cubicBezTo>
                    <a:cubicBezTo>
                      <a:pt x="72" y="56"/>
                      <a:pt x="78" y="51"/>
                      <a:pt x="82" y="45"/>
                    </a:cubicBezTo>
                    <a:cubicBezTo>
                      <a:pt x="84" y="44"/>
                      <a:pt x="84" y="43"/>
                      <a:pt x="85" y="42"/>
                    </a:cubicBezTo>
                    <a:cubicBezTo>
                      <a:pt x="86" y="39"/>
                      <a:pt x="87" y="37"/>
                      <a:pt x="88" y="34"/>
                    </a:cubicBezTo>
                    <a:cubicBezTo>
                      <a:pt x="90" y="31"/>
                      <a:pt x="92" y="28"/>
                      <a:pt x="96" y="28"/>
                    </a:cubicBezTo>
                    <a:cubicBezTo>
                      <a:pt x="99" y="28"/>
                      <a:pt x="102" y="29"/>
                      <a:pt x="105" y="32"/>
                    </a:cubicBezTo>
                    <a:cubicBezTo>
                      <a:pt x="106" y="34"/>
                      <a:pt x="107" y="36"/>
                      <a:pt x="107" y="38"/>
                    </a:cubicBezTo>
                    <a:cubicBezTo>
                      <a:pt x="107" y="39"/>
                      <a:pt x="107" y="41"/>
                      <a:pt x="106" y="42"/>
                    </a:cubicBezTo>
                    <a:cubicBezTo>
                      <a:pt x="106" y="43"/>
                      <a:pt x="106" y="44"/>
                      <a:pt x="105" y="45"/>
                    </a:cubicBezTo>
                    <a:cubicBezTo>
                      <a:pt x="104" y="49"/>
                      <a:pt x="102" y="52"/>
                      <a:pt x="99" y="55"/>
                    </a:cubicBezTo>
                    <a:cubicBezTo>
                      <a:pt x="93" y="76"/>
                      <a:pt x="88" y="97"/>
                      <a:pt x="83" y="119"/>
                    </a:cubicBezTo>
                    <a:cubicBezTo>
                      <a:pt x="88" y="111"/>
                      <a:pt x="93" y="103"/>
                      <a:pt x="98" y="95"/>
                    </a:cubicBezTo>
                    <a:cubicBezTo>
                      <a:pt x="102" y="90"/>
                      <a:pt x="106" y="85"/>
                      <a:pt x="109" y="79"/>
                    </a:cubicBezTo>
                    <a:cubicBezTo>
                      <a:pt x="109" y="80"/>
                      <a:pt x="109" y="80"/>
                      <a:pt x="109" y="80"/>
                    </a:cubicBezTo>
                    <a:cubicBezTo>
                      <a:pt x="112" y="76"/>
                      <a:pt x="115" y="71"/>
                      <a:pt x="118" y="66"/>
                    </a:cubicBezTo>
                    <a:cubicBezTo>
                      <a:pt x="118" y="67"/>
                      <a:pt x="117" y="67"/>
                      <a:pt x="117" y="67"/>
                    </a:cubicBezTo>
                    <a:cubicBezTo>
                      <a:pt x="123" y="59"/>
                      <a:pt x="128" y="52"/>
                      <a:pt x="133" y="45"/>
                    </a:cubicBezTo>
                    <a:cubicBezTo>
                      <a:pt x="135" y="41"/>
                      <a:pt x="141" y="41"/>
                      <a:pt x="144" y="43"/>
                    </a:cubicBezTo>
                    <a:cubicBezTo>
                      <a:pt x="147" y="46"/>
                      <a:pt x="148" y="51"/>
                      <a:pt x="145" y="54"/>
                    </a:cubicBezTo>
                    <a:cubicBezTo>
                      <a:pt x="140" y="61"/>
                      <a:pt x="135" y="68"/>
                      <a:pt x="130" y="76"/>
                    </a:cubicBezTo>
                    <a:cubicBezTo>
                      <a:pt x="127" y="80"/>
                      <a:pt x="125" y="84"/>
                      <a:pt x="122" y="88"/>
                    </a:cubicBezTo>
                    <a:lnTo>
                      <a:pt x="121" y="88"/>
                    </a:lnTo>
                    <a:lnTo>
                      <a:pt x="121" y="89"/>
                    </a:lnTo>
                    <a:cubicBezTo>
                      <a:pt x="121" y="88"/>
                      <a:pt x="121" y="88"/>
                      <a:pt x="121" y="88"/>
                    </a:cubicBezTo>
                    <a:cubicBezTo>
                      <a:pt x="118" y="94"/>
                      <a:pt x="114" y="99"/>
                      <a:pt x="110" y="105"/>
                    </a:cubicBezTo>
                    <a:lnTo>
                      <a:pt x="111" y="104"/>
                    </a:lnTo>
                    <a:cubicBezTo>
                      <a:pt x="107" y="111"/>
                      <a:pt x="103" y="116"/>
                      <a:pt x="99" y="123"/>
                    </a:cubicBezTo>
                    <a:cubicBezTo>
                      <a:pt x="94" y="130"/>
                      <a:pt x="89" y="137"/>
                      <a:pt x="85" y="144"/>
                    </a:cubicBezTo>
                    <a:cubicBezTo>
                      <a:pt x="81" y="149"/>
                      <a:pt x="78" y="154"/>
                      <a:pt x="75" y="159"/>
                    </a:cubicBezTo>
                    <a:cubicBezTo>
                      <a:pt x="70" y="188"/>
                      <a:pt x="65" y="218"/>
                      <a:pt x="60" y="247"/>
                    </a:cubicBezTo>
                    <a:cubicBezTo>
                      <a:pt x="58" y="257"/>
                      <a:pt x="56" y="267"/>
                      <a:pt x="54" y="277"/>
                    </a:cubicBezTo>
                    <a:cubicBezTo>
                      <a:pt x="53" y="282"/>
                      <a:pt x="53" y="287"/>
                      <a:pt x="51" y="292"/>
                    </a:cubicBezTo>
                    <a:cubicBezTo>
                      <a:pt x="50" y="298"/>
                      <a:pt x="47" y="303"/>
                      <a:pt x="45" y="309"/>
                    </a:cubicBezTo>
                    <a:cubicBezTo>
                      <a:pt x="42" y="313"/>
                      <a:pt x="38" y="319"/>
                      <a:pt x="33" y="320"/>
                    </a:cubicBezTo>
                    <a:cubicBezTo>
                      <a:pt x="32" y="320"/>
                      <a:pt x="30" y="321"/>
                      <a:pt x="29" y="321"/>
                    </a:cubicBezTo>
                    <a:cubicBezTo>
                      <a:pt x="25" y="321"/>
                      <a:pt x="22" y="319"/>
                      <a:pt x="19" y="3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8" name="Google Shape;1458;p16"/>
              <p:cNvSpPr/>
              <p:nvPr/>
            </p:nvSpPr>
            <p:spPr>
              <a:xfrm>
                <a:off x="-489260" y="4141078"/>
                <a:ext cx="58680" cy="124200"/>
              </a:xfrm>
              <a:custGeom>
                <a:avLst/>
                <a:gdLst/>
                <a:ahLst/>
                <a:cxnLst/>
                <a:rect l="l" t="t" r="r" b="b"/>
                <a:pathLst>
                  <a:path w="163" h="345" extrusionOk="0">
                    <a:moveTo>
                      <a:pt x="24" y="344"/>
                    </a:moveTo>
                    <a:cubicBezTo>
                      <a:pt x="18" y="343"/>
                      <a:pt x="11" y="340"/>
                      <a:pt x="5" y="336"/>
                    </a:cubicBezTo>
                    <a:cubicBezTo>
                      <a:pt x="1" y="332"/>
                      <a:pt x="0" y="326"/>
                      <a:pt x="4" y="322"/>
                    </a:cubicBezTo>
                    <a:cubicBezTo>
                      <a:pt x="7" y="317"/>
                      <a:pt x="13" y="316"/>
                      <a:pt x="18" y="320"/>
                    </a:cubicBezTo>
                    <a:cubicBezTo>
                      <a:pt x="18" y="320"/>
                      <a:pt x="19" y="321"/>
                      <a:pt x="20" y="322"/>
                    </a:cubicBezTo>
                    <a:cubicBezTo>
                      <a:pt x="22" y="323"/>
                      <a:pt x="22" y="323"/>
                      <a:pt x="23" y="323"/>
                    </a:cubicBezTo>
                    <a:cubicBezTo>
                      <a:pt x="25" y="324"/>
                      <a:pt x="26" y="324"/>
                      <a:pt x="27" y="324"/>
                    </a:cubicBezTo>
                    <a:cubicBezTo>
                      <a:pt x="29" y="325"/>
                      <a:pt x="32" y="325"/>
                      <a:pt x="33" y="326"/>
                    </a:cubicBezTo>
                    <a:cubicBezTo>
                      <a:pt x="34" y="326"/>
                      <a:pt x="36" y="326"/>
                      <a:pt x="37" y="326"/>
                    </a:cubicBezTo>
                    <a:cubicBezTo>
                      <a:pt x="37" y="326"/>
                      <a:pt x="38" y="325"/>
                      <a:pt x="39" y="325"/>
                    </a:cubicBezTo>
                    <a:lnTo>
                      <a:pt x="38" y="325"/>
                    </a:lnTo>
                    <a:cubicBezTo>
                      <a:pt x="39" y="325"/>
                      <a:pt x="39" y="325"/>
                      <a:pt x="39" y="325"/>
                    </a:cubicBezTo>
                    <a:lnTo>
                      <a:pt x="38" y="325"/>
                    </a:lnTo>
                    <a:lnTo>
                      <a:pt x="39" y="325"/>
                    </a:lnTo>
                    <a:lnTo>
                      <a:pt x="40" y="324"/>
                    </a:lnTo>
                    <a:lnTo>
                      <a:pt x="41" y="324"/>
                    </a:lnTo>
                    <a:cubicBezTo>
                      <a:pt x="41" y="323"/>
                      <a:pt x="42" y="323"/>
                      <a:pt x="43" y="323"/>
                    </a:cubicBezTo>
                    <a:cubicBezTo>
                      <a:pt x="43" y="322"/>
                      <a:pt x="43" y="322"/>
                      <a:pt x="44" y="322"/>
                    </a:cubicBezTo>
                    <a:cubicBezTo>
                      <a:pt x="44" y="321"/>
                      <a:pt x="45" y="320"/>
                      <a:pt x="45" y="319"/>
                    </a:cubicBezTo>
                    <a:cubicBezTo>
                      <a:pt x="46" y="318"/>
                      <a:pt x="47" y="317"/>
                      <a:pt x="48" y="315"/>
                    </a:cubicBezTo>
                    <a:cubicBezTo>
                      <a:pt x="48" y="313"/>
                      <a:pt x="50" y="311"/>
                      <a:pt x="50" y="309"/>
                    </a:cubicBezTo>
                    <a:cubicBezTo>
                      <a:pt x="56" y="292"/>
                      <a:pt x="60" y="276"/>
                      <a:pt x="64" y="258"/>
                    </a:cubicBezTo>
                    <a:cubicBezTo>
                      <a:pt x="68" y="238"/>
                      <a:pt x="71" y="217"/>
                      <a:pt x="75" y="197"/>
                    </a:cubicBezTo>
                    <a:cubicBezTo>
                      <a:pt x="78" y="176"/>
                      <a:pt x="82" y="156"/>
                      <a:pt x="85" y="136"/>
                    </a:cubicBezTo>
                    <a:cubicBezTo>
                      <a:pt x="86" y="135"/>
                      <a:pt x="86" y="133"/>
                      <a:pt x="86" y="132"/>
                    </a:cubicBezTo>
                    <a:cubicBezTo>
                      <a:pt x="86" y="133"/>
                      <a:pt x="86" y="133"/>
                      <a:pt x="86" y="133"/>
                    </a:cubicBezTo>
                    <a:cubicBezTo>
                      <a:pt x="87" y="124"/>
                      <a:pt x="89" y="115"/>
                      <a:pt x="92" y="105"/>
                    </a:cubicBezTo>
                    <a:cubicBezTo>
                      <a:pt x="93" y="100"/>
                      <a:pt x="94" y="94"/>
                      <a:pt x="95" y="88"/>
                    </a:cubicBezTo>
                    <a:cubicBezTo>
                      <a:pt x="96" y="83"/>
                      <a:pt x="98" y="78"/>
                      <a:pt x="99" y="73"/>
                    </a:cubicBezTo>
                    <a:cubicBezTo>
                      <a:pt x="101" y="64"/>
                      <a:pt x="104" y="55"/>
                      <a:pt x="108" y="47"/>
                    </a:cubicBezTo>
                    <a:cubicBezTo>
                      <a:pt x="112" y="34"/>
                      <a:pt x="118" y="21"/>
                      <a:pt x="128" y="12"/>
                    </a:cubicBezTo>
                    <a:cubicBezTo>
                      <a:pt x="129" y="9"/>
                      <a:pt x="132" y="7"/>
                      <a:pt x="134" y="6"/>
                    </a:cubicBezTo>
                    <a:cubicBezTo>
                      <a:pt x="136" y="5"/>
                      <a:pt x="138" y="3"/>
                      <a:pt x="140" y="2"/>
                    </a:cubicBezTo>
                    <a:cubicBezTo>
                      <a:pt x="142" y="2"/>
                      <a:pt x="144" y="2"/>
                      <a:pt x="146" y="2"/>
                    </a:cubicBezTo>
                    <a:cubicBezTo>
                      <a:pt x="148" y="0"/>
                      <a:pt x="150" y="0"/>
                      <a:pt x="153" y="0"/>
                    </a:cubicBezTo>
                    <a:cubicBezTo>
                      <a:pt x="156" y="0"/>
                      <a:pt x="158" y="2"/>
                      <a:pt x="159" y="4"/>
                    </a:cubicBezTo>
                    <a:cubicBezTo>
                      <a:pt x="161" y="6"/>
                      <a:pt x="162" y="10"/>
                      <a:pt x="161" y="13"/>
                    </a:cubicBezTo>
                    <a:lnTo>
                      <a:pt x="161" y="14"/>
                    </a:lnTo>
                    <a:cubicBezTo>
                      <a:pt x="161" y="16"/>
                      <a:pt x="161" y="17"/>
                      <a:pt x="161" y="19"/>
                    </a:cubicBezTo>
                    <a:cubicBezTo>
                      <a:pt x="161" y="21"/>
                      <a:pt x="161" y="23"/>
                      <a:pt x="160" y="25"/>
                    </a:cubicBezTo>
                    <a:cubicBezTo>
                      <a:pt x="160" y="27"/>
                      <a:pt x="159" y="30"/>
                      <a:pt x="158" y="31"/>
                    </a:cubicBezTo>
                    <a:cubicBezTo>
                      <a:pt x="157" y="34"/>
                      <a:pt x="156" y="35"/>
                      <a:pt x="153" y="37"/>
                    </a:cubicBezTo>
                    <a:cubicBezTo>
                      <a:pt x="150" y="38"/>
                      <a:pt x="147" y="38"/>
                      <a:pt x="144" y="36"/>
                    </a:cubicBezTo>
                    <a:cubicBezTo>
                      <a:pt x="143" y="35"/>
                      <a:pt x="141" y="34"/>
                      <a:pt x="140" y="32"/>
                    </a:cubicBezTo>
                    <a:cubicBezTo>
                      <a:pt x="139" y="30"/>
                      <a:pt x="139" y="28"/>
                      <a:pt x="139" y="26"/>
                    </a:cubicBezTo>
                    <a:cubicBezTo>
                      <a:pt x="138" y="27"/>
                      <a:pt x="136" y="29"/>
                      <a:pt x="135" y="31"/>
                    </a:cubicBezTo>
                    <a:cubicBezTo>
                      <a:pt x="133" y="34"/>
                      <a:pt x="131" y="38"/>
                      <a:pt x="129" y="41"/>
                    </a:cubicBezTo>
                    <a:lnTo>
                      <a:pt x="129" y="42"/>
                    </a:lnTo>
                    <a:cubicBezTo>
                      <a:pt x="126" y="48"/>
                      <a:pt x="124" y="55"/>
                      <a:pt x="121" y="61"/>
                    </a:cubicBezTo>
                    <a:cubicBezTo>
                      <a:pt x="121" y="62"/>
                      <a:pt x="121" y="62"/>
                      <a:pt x="121" y="62"/>
                    </a:cubicBezTo>
                    <a:cubicBezTo>
                      <a:pt x="117" y="72"/>
                      <a:pt x="115" y="82"/>
                      <a:pt x="112" y="93"/>
                    </a:cubicBezTo>
                    <a:cubicBezTo>
                      <a:pt x="111" y="96"/>
                      <a:pt x="110" y="100"/>
                      <a:pt x="110" y="103"/>
                    </a:cubicBezTo>
                    <a:cubicBezTo>
                      <a:pt x="108" y="107"/>
                      <a:pt x="108" y="110"/>
                      <a:pt x="107" y="114"/>
                    </a:cubicBezTo>
                    <a:lnTo>
                      <a:pt x="107" y="115"/>
                    </a:lnTo>
                    <a:cubicBezTo>
                      <a:pt x="107" y="114"/>
                      <a:pt x="107" y="114"/>
                      <a:pt x="107" y="114"/>
                    </a:cubicBezTo>
                    <a:cubicBezTo>
                      <a:pt x="106" y="122"/>
                      <a:pt x="104" y="129"/>
                      <a:pt x="103" y="137"/>
                    </a:cubicBezTo>
                    <a:cubicBezTo>
                      <a:pt x="99" y="155"/>
                      <a:pt x="96" y="175"/>
                      <a:pt x="93" y="194"/>
                    </a:cubicBezTo>
                    <a:cubicBezTo>
                      <a:pt x="89" y="214"/>
                      <a:pt x="86" y="235"/>
                      <a:pt x="82" y="256"/>
                    </a:cubicBezTo>
                    <a:cubicBezTo>
                      <a:pt x="79" y="271"/>
                      <a:pt x="76" y="287"/>
                      <a:pt x="72" y="302"/>
                    </a:cubicBezTo>
                    <a:cubicBezTo>
                      <a:pt x="70" y="309"/>
                      <a:pt x="68" y="316"/>
                      <a:pt x="65" y="323"/>
                    </a:cubicBezTo>
                    <a:cubicBezTo>
                      <a:pt x="64" y="327"/>
                      <a:pt x="61" y="330"/>
                      <a:pt x="59" y="334"/>
                    </a:cubicBezTo>
                    <a:cubicBezTo>
                      <a:pt x="55" y="337"/>
                      <a:pt x="52" y="340"/>
                      <a:pt x="47" y="342"/>
                    </a:cubicBezTo>
                    <a:cubicBezTo>
                      <a:pt x="44" y="344"/>
                      <a:pt x="40" y="344"/>
                      <a:pt x="36" y="344"/>
                    </a:cubicBezTo>
                    <a:cubicBezTo>
                      <a:pt x="32" y="344"/>
                      <a:pt x="28" y="344"/>
                      <a:pt x="24" y="3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9" name="Google Shape;1459;p16"/>
              <p:cNvSpPr/>
              <p:nvPr/>
            </p:nvSpPr>
            <p:spPr>
              <a:xfrm>
                <a:off x="-479180" y="4201918"/>
                <a:ext cx="1260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35" h="25" extrusionOk="0">
                    <a:moveTo>
                      <a:pt x="5" y="21"/>
                    </a:moveTo>
                    <a:cubicBezTo>
                      <a:pt x="3" y="20"/>
                      <a:pt x="2" y="17"/>
                      <a:pt x="1" y="14"/>
                    </a:cubicBezTo>
                    <a:cubicBezTo>
                      <a:pt x="0" y="10"/>
                      <a:pt x="3" y="6"/>
                      <a:pt x="7" y="4"/>
                    </a:cubicBezTo>
                    <a:cubicBezTo>
                      <a:pt x="9" y="3"/>
                      <a:pt x="12" y="2"/>
                      <a:pt x="15" y="2"/>
                    </a:cubicBezTo>
                    <a:cubicBezTo>
                      <a:pt x="15" y="2"/>
                      <a:pt x="14" y="2"/>
                      <a:pt x="13" y="2"/>
                    </a:cubicBezTo>
                    <a:cubicBezTo>
                      <a:pt x="16" y="2"/>
                      <a:pt x="19" y="1"/>
                      <a:pt x="22" y="0"/>
                    </a:cubicBezTo>
                    <a:cubicBezTo>
                      <a:pt x="27" y="0"/>
                      <a:pt x="31" y="3"/>
                      <a:pt x="33" y="7"/>
                    </a:cubicBezTo>
                    <a:cubicBezTo>
                      <a:pt x="34" y="12"/>
                      <a:pt x="31" y="18"/>
                      <a:pt x="26" y="19"/>
                    </a:cubicBezTo>
                    <a:cubicBezTo>
                      <a:pt x="23" y="20"/>
                      <a:pt x="20" y="20"/>
                      <a:pt x="18" y="21"/>
                    </a:cubicBezTo>
                    <a:cubicBezTo>
                      <a:pt x="16" y="23"/>
                      <a:pt x="14" y="24"/>
                      <a:pt x="11" y="24"/>
                    </a:cubicBezTo>
                    <a:cubicBezTo>
                      <a:pt x="9" y="24"/>
                      <a:pt x="7" y="23"/>
                      <a:pt x="5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0" name="Google Shape;1460;p16"/>
              <p:cNvSpPr/>
              <p:nvPr/>
            </p:nvSpPr>
            <p:spPr>
              <a:xfrm>
                <a:off x="-474860" y="4200838"/>
                <a:ext cx="4536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25" extrusionOk="0">
                    <a:moveTo>
                      <a:pt x="116" y="24"/>
                    </a:moveTo>
                    <a:cubicBezTo>
                      <a:pt x="98" y="23"/>
                      <a:pt x="80" y="22"/>
                      <a:pt x="62" y="21"/>
                    </a:cubicBezTo>
                    <a:cubicBezTo>
                      <a:pt x="58" y="20"/>
                      <a:pt x="54" y="20"/>
                      <a:pt x="50" y="20"/>
                    </a:cubicBezTo>
                    <a:cubicBezTo>
                      <a:pt x="46" y="20"/>
                      <a:pt x="42" y="20"/>
                      <a:pt x="39" y="20"/>
                    </a:cubicBezTo>
                    <a:cubicBezTo>
                      <a:pt x="29" y="20"/>
                      <a:pt x="19" y="20"/>
                      <a:pt x="10" y="20"/>
                    </a:cubicBezTo>
                    <a:cubicBezTo>
                      <a:pt x="5" y="20"/>
                      <a:pt x="0" y="16"/>
                      <a:pt x="0" y="10"/>
                    </a:cubicBezTo>
                    <a:cubicBezTo>
                      <a:pt x="0" y="5"/>
                      <a:pt x="5" y="0"/>
                      <a:pt x="10" y="0"/>
                    </a:cubicBezTo>
                    <a:cubicBezTo>
                      <a:pt x="19" y="0"/>
                      <a:pt x="29" y="0"/>
                      <a:pt x="39" y="0"/>
                    </a:cubicBezTo>
                    <a:cubicBezTo>
                      <a:pt x="42" y="0"/>
                      <a:pt x="46" y="0"/>
                      <a:pt x="50" y="0"/>
                    </a:cubicBezTo>
                    <a:cubicBezTo>
                      <a:pt x="54" y="1"/>
                      <a:pt x="59" y="1"/>
                      <a:pt x="64" y="1"/>
                    </a:cubicBezTo>
                    <a:cubicBezTo>
                      <a:pt x="82" y="3"/>
                      <a:pt x="99" y="5"/>
                      <a:pt x="117" y="6"/>
                    </a:cubicBezTo>
                    <a:cubicBezTo>
                      <a:pt x="121" y="6"/>
                      <a:pt x="125" y="11"/>
                      <a:pt x="125" y="15"/>
                    </a:cubicBezTo>
                    <a:cubicBezTo>
                      <a:pt x="125" y="20"/>
                      <a:pt x="121" y="24"/>
                      <a:pt x="116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1" name="Google Shape;1461;p16"/>
              <p:cNvSpPr/>
              <p:nvPr/>
            </p:nvSpPr>
            <p:spPr>
              <a:xfrm>
                <a:off x="-430580" y="4144677"/>
                <a:ext cx="34200" cy="109440"/>
              </a:xfrm>
              <a:custGeom>
                <a:avLst/>
                <a:gdLst/>
                <a:ahLst/>
                <a:cxnLst/>
                <a:rect l="l" t="t" r="r" b="b"/>
                <a:pathLst>
                  <a:path w="95" h="304" extrusionOk="0">
                    <a:moveTo>
                      <a:pt x="39" y="300"/>
                    </a:moveTo>
                    <a:cubicBezTo>
                      <a:pt x="27" y="286"/>
                      <a:pt x="16" y="271"/>
                      <a:pt x="10" y="253"/>
                    </a:cubicBezTo>
                    <a:cubicBezTo>
                      <a:pt x="5" y="242"/>
                      <a:pt x="3" y="229"/>
                      <a:pt x="1" y="217"/>
                    </a:cubicBezTo>
                    <a:cubicBezTo>
                      <a:pt x="0" y="206"/>
                      <a:pt x="0" y="194"/>
                      <a:pt x="1" y="183"/>
                    </a:cubicBezTo>
                    <a:lnTo>
                      <a:pt x="1" y="182"/>
                    </a:lnTo>
                    <a:cubicBezTo>
                      <a:pt x="1" y="181"/>
                      <a:pt x="1" y="180"/>
                      <a:pt x="1" y="179"/>
                    </a:cubicBezTo>
                    <a:cubicBezTo>
                      <a:pt x="1" y="180"/>
                      <a:pt x="1" y="180"/>
                      <a:pt x="1" y="180"/>
                    </a:cubicBezTo>
                    <a:cubicBezTo>
                      <a:pt x="1" y="180"/>
                      <a:pt x="1" y="179"/>
                      <a:pt x="1" y="178"/>
                    </a:cubicBezTo>
                    <a:cubicBezTo>
                      <a:pt x="1" y="179"/>
                      <a:pt x="1" y="179"/>
                      <a:pt x="1" y="179"/>
                    </a:cubicBezTo>
                    <a:cubicBezTo>
                      <a:pt x="1" y="178"/>
                      <a:pt x="1" y="175"/>
                      <a:pt x="1" y="173"/>
                    </a:cubicBezTo>
                    <a:lnTo>
                      <a:pt x="1" y="172"/>
                    </a:lnTo>
                    <a:cubicBezTo>
                      <a:pt x="1" y="171"/>
                      <a:pt x="1" y="169"/>
                      <a:pt x="2" y="168"/>
                    </a:cubicBezTo>
                    <a:cubicBezTo>
                      <a:pt x="2" y="166"/>
                      <a:pt x="2" y="166"/>
                      <a:pt x="2" y="165"/>
                    </a:cubicBezTo>
                    <a:lnTo>
                      <a:pt x="2" y="166"/>
                    </a:lnTo>
                    <a:cubicBezTo>
                      <a:pt x="2" y="165"/>
                      <a:pt x="2" y="164"/>
                      <a:pt x="2" y="162"/>
                    </a:cubicBezTo>
                    <a:cubicBezTo>
                      <a:pt x="2" y="161"/>
                      <a:pt x="2" y="161"/>
                      <a:pt x="2" y="159"/>
                    </a:cubicBezTo>
                    <a:lnTo>
                      <a:pt x="3" y="159"/>
                    </a:lnTo>
                    <a:cubicBezTo>
                      <a:pt x="3" y="158"/>
                      <a:pt x="3" y="158"/>
                      <a:pt x="3" y="157"/>
                    </a:cubicBezTo>
                    <a:cubicBezTo>
                      <a:pt x="3" y="153"/>
                      <a:pt x="3" y="149"/>
                      <a:pt x="4" y="145"/>
                    </a:cubicBezTo>
                    <a:cubicBezTo>
                      <a:pt x="4" y="139"/>
                      <a:pt x="5" y="133"/>
                      <a:pt x="7" y="127"/>
                    </a:cubicBezTo>
                    <a:cubicBezTo>
                      <a:pt x="9" y="116"/>
                      <a:pt x="12" y="106"/>
                      <a:pt x="15" y="95"/>
                    </a:cubicBezTo>
                    <a:cubicBezTo>
                      <a:pt x="19" y="85"/>
                      <a:pt x="23" y="75"/>
                      <a:pt x="28" y="65"/>
                    </a:cubicBezTo>
                    <a:cubicBezTo>
                      <a:pt x="29" y="60"/>
                      <a:pt x="32" y="56"/>
                      <a:pt x="34" y="52"/>
                    </a:cubicBezTo>
                    <a:cubicBezTo>
                      <a:pt x="37" y="46"/>
                      <a:pt x="42" y="39"/>
                      <a:pt x="46" y="34"/>
                    </a:cubicBezTo>
                    <a:cubicBezTo>
                      <a:pt x="50" y="28"/>
                      <a:pt x="54" y="22"/>
                      <a:pt x="59" y="17"/>
                    </a:cubicBezTo>
                    <a:cubicBezTo>
                      <a:pt x="62" y="13"/>
                      <a:pt x="65" y="10"/>
                      <a:pt x="70" y="6"/>
                    </a:cubicBezTo>
                    <a:cubicBezTo>
                      <a:pt x="72" y="4"/>
                      <a:pt x="76" y="2"/>
                      <a:pt x="80" y="1"/>
                    </a:cubicBezTo>
                    <a:cubicBezTo>
                      <a:pt x="85" y="0"/>
                      <a:pt x="91" y="3"/>
                      <a:pt x="92" y="9"/>
                    </a:cubicBezTo>
                    <a:cubicBezTo>
                      <a:pt x="94" y="14"/>
                      <a:pt x="90" y="20"/>
                      <a:pt x="84" y="21"/>
                    </a:cubicBezTo>
                    <a:cubicBezTo>
                      <a:pt x="83" y="21"/>
                      <a:pt x="82" y="22"/>
                      <a:pt x="82" y="22"/>
                    </a:cubicBezTo>
                    <a:cubicBezTo>
                      <a:pt x="80" y="23"/>
                      <a:pt x="79" y="24"/>
                      <a:pt x="78" y="25"/>
                    </a:cubicBezTo>
                    <a:cubicBezTo>
                      <a:pt x="75" y="28"/>
                      <a:pt x="73" y="30"/>
                      <a:pt x="71" y="32"/>
                    </a:cubicBezTo>
                    <a:cubicBezTo>
                      <a:pt x="67" y="38"/>
                      <a:pt x="63" y="43"/>
                      <a:pt x="58" y="48"/>
                    </a:cubicBezTo>
                    <a:cubicBezTo>
                      <a:pt x="57" y="52"/>
                      <a:pt x="54" y="55"/>
                      <a:pt x="52" y="59"/>
                    </a:cubicBezTo>
                    <a:cubicBezTo>
                      <a:pt x="49" y="63"/>
                      <a:pt x="47" y="69"/>
                      <a:pt x="44" y="73"/>
                    </a:cubicBezTo>
                    <a:cubicBezTo>
                      <a:pt x="40" y="82"/>
                      <a:pt x="36" y="91"/>
                      <a:pt x="33" y="101"/>
                    </a:cubicBezTo>
                    <a:cubicBezTo>
                      <a:pt x="29" y="111"/>
                      <a:pt x="27" y="120"/>
                      <a:pt x="25" y="130"/>
                    </a:cubicBezTo>
                    <a:lnTo>
                      <a:pt x="25" y="131"/>
                    </a:lnTo>
                    <a:cubicBezTo>
                      <a:pt x="22" y="140"/>
                      <a:pt x="21" y="150"/>
                      <a:pt x="20" y="159"/>
                    </a:cubicBezTo>
                    <a:cubicBezTo>
                      <a:pt x="19" y="168"/>
                      <a:pt x="19" y="176"/>
                      <a:pt x="18" y="185"/>
                    </a:cubicBezTo>
                    <a:lnTo>
                      <a:pt x="18" y="184"/>
                    </a:lnTo>
                    <a:cubicBezTo>
                      <a:pt x="18" y="193"/>
                      <a:pt x="18" y="201"/>
                      <a:pt x="18" y="210"/>
                    </a:cubicBezTo>
                    <a:cubicBezTo>
                      <a:pt x="19" y="217"/>
                      <a:pt x="19" y="223"/>
                      <a:pt x="21" y="229"/>
                    </a:cubicBezTo>
                    <a:lnTo>
                      <a:pt x="21" y="230"/>
                    </a:lnTo>
                    <a:cubicBezTo>
                      <a:pt x="22" y="235"/>
                      <a:pt x="23" y="239"/>
                      <a:pt x="25" y="244"/>
                    </a:cubicBezTo>
                    <a:cubicBezTo>
                      <a:pt x="26" y="248"/>
                      <a:pt x="28" y="252"/>
                      <a:pt x="30" y="256"/>
                    </a:cubicBezTo>
                    <a:cubicBezTo>
                      <a:pt x="32" y="260"/>
                      <a:pt x="35" y="264"/>
                      <a:pt x="37" y="269"/>
                    </a:cubicBezTo>
                    <a:cubicBezTo>
                      <a:pt x="42" y="274"/>
                      <a:pt x="46" y="280"/>
                      <a:pt x="50" y="285"/>
                    </a:cubicBezTo>
                    <a:lnTo>
                      <a:pt x="49" y="284"/>
                    </a:lnTo>
                    <a:cubicBezTo>
                      <a:pt x="50" y="285"/>
                      <a:pt x="51" y="286"/>
                      <a:pt x="52" y="288"/>
                    </a:cubicBezTo>
                    <a:cubicBezTo>
                      <a:pt x="56" y="291"/>
                      <a:pt x="56" y="296"/>
                      <a:pt x="52" y="300"/>
                    </a:cubicBezTo>
                    <a:cubicBezTo>
                      <a:pt x="50" y="302"/>
                      <a:pt x="48" y="303"/>
                      <a:pt x="46" y="303"/>
                    </a:cubicBezTo>
                    <a:cubicBezTo>
                      <a:pt x="43" y="303"/>
                      <a:pt x="41" y="302"/>
                      <a:pt x="39" y="30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2" name="Google Shape;1462;p16"/>
              <p:cNvSpPr/>
              <p:nvPr/>
            </p:nvSpPr>
            <p:spPr>
              <a:xfrm>
                <a:off x="-388820" y="4190038"/>
                <a:ext cx="32040" cy="12240"/>
              </a:xfrm>
              <a:custGeom>
                <a:avLst/>
                <a:gdLst/>
                <a:ahLst/>
                <a:cxnLst/>
                <a:rect l="l" t="t" r="r" b="b"/>
                <a:pathLst>
                  <a:path w="89" h="34" extrusionOk="0">
                    <a:moveTo>
                      <a:pt x="79" y="33"/>
                    </a:moveTo>
                    <a:cubicBezTo>
                      <a:pt x="68" y="33"/>
                      <a:pt x="57" y="32"/>
                      <a:pt x="45" y="32"/>
                    </a:cubicBezTo>
                    <a:cubicBezTo>
                      <a:pt x="40" y="31"/>
                      <a:pt x="35" y="31"/>
                      <a:pt x="30" y="30"/>
                    </a:cubicBezTo>
                    <a:cubicBezTo>
                      <a:pt x="23" y="29"/>
                      <a:pt x="17" y="28"/>
                      <a:pt x="11" y="26"/>
                    </a:cubicBezTo>
                    <a:cubicBezTo>
                      <a:pt x="7" y="25"/>
                      <a:pt x="1" y="21"/>
                      <a:pt x="1" y="16"/>
                    </a:cubicBezTo>
                    <a:cubicBezTo>
                      <a:pt x="0" y="14"/>
                      <a:pt x="0" y="12"/>
                      <a:pt x="1" y="10"/>
                    </a:cubicBezTo>
                    <a:cubicBezTo>
                      <a:pt x="1" y="9"/>
                      <a:pt x="1" y="8"/>
                      <a:pt x="2" y="7"/>
                    </a:cubicBezTo>
                    <a:cubicBezTo>
                      <a:pt x="4" y="3"/>
                      <a:pt x="10" y="0"/>
                      <a:pt x="15" y="2"/>
                    </a:cubicBezTo>
                    <a:cubicBezTo>
                      <a:pt x="18" y="3"/>
                      <a:pt x="20" y="6"/>
                      <a:pt x="21" y="8"/>
                    </a:cubicBezTo>
                    <a:cubicBezTo>
                      <a:pt x="22" y="9"/>
                      <a:pt x="23" y="10"/>
                      <a:pt x="25" y="10"/>
                    </a:cubicBezTo>
                    <a:cubicBezTo>
                      <a:pt x="36" y="12"/>
                      <a:pt x="47" y="12"/>
                      <a:pt x="58" y="14"/>
                    </a:cubicBezTo>
                    <a:cubicBezTo>
                      <a:pt x="65" y="14"/>
                      <a:pt x="72" y="14"/>
                      <a:pt x="79" y="15"/>
                    </a:cubicBezTo>
                    <a:cubicBezTo>
                      <a:pt x="84" y="15"/>
                      <a:pt x="88" y="19"/>
                      <a:pt x="88" y="24"/>
                    </a:cubicBezTo>
                    <a:cubicBezTo>
                      <a:pt x="88" y="29"/>
                      <a:pt x="84" y="33"/>
                      <a:pt x="79" y="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3" name="Google Shape;1463;p16"/>
              <p:cNvSpPr/>
              <p:nvPr/>
            </p:nvSpPr>
            <p:spPr>
              <a:xfrm>
                <a:off x="-344900" y="4174918"/>
                <a:ext cx="5940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165" h="135" extrusionOk="0">
                    <a:moveTo>
                      <a:pt x="27" y="115"/>
                    </a:moveTo>
                    <a:lnTo>
                      <a:pt x="28" y="115"/>
                    </a:lnTo>
                    <a:cubicBezTo>
                      <a:pt x="27" y="115"/>
                      <a:pt x="27" y="115"/>
                      <a:pt x="27" y="115"/>
                    </a:cubicBezTo>
                    <a:cubicBezTo>
                      <a:pt x="28" y="115"/>
                      <a:pt x="28" y="114"/>
                      <a:pt x="30" y="114"/>
                    </a:cubicBezTo>
                    <a:cubicBezTo>
                      <a:pt x="30" y="114"/>
                      <a:pt x="30" y="113"/>
                      <a:pt x="31" y="113"/>
                    </a:cubicBezTo>
                    <a:cubicBezTo>
                      <a:pt x="33" y="112"/>
                      <a:pt x="34" y="112"/>
                      <a:pt x="35" y="110"/>
                    </a:cubicBezTo>
                    <a:cubicBezTo>
                      <a:pt x="37" y="110"/>
                      <a:pt x="38" y="109"/>
                      <a:pt x="39" y="108"/>
                    </a:cubicBezTo>
                    <a:cubicBezTo>
                      <a:pt x="42" y="105"/>
                      <a:pt x="45" y="102"/>
                      <a:pt x="47" y="99"/>
                    </a:cubicBezTo>
                    <a:cubicBezTo>
                      <a:pt x="51" y="95"/>
                      <a:pt x="54" y="91"/>
                      <a:pt x="58" y="86"/>
                    </a:cubicBezTo>
                    <a:cubicBezTo>
                      <a:pt x="62" y="79"/>
                      <a:pt x="67" y="71"/>
                      <a:pt x="71" y="63"/>
                    </a:cubicBezTo>
                    <a:cubicBezTo>
                      <a:pt x="73" y="58"/>
                      <a:pt x="76" y="53"/>
                      <a:pt x="78" y="48"/>
                    </a:cubicBezTo>
                    <a:cubicBezTo>
                      <a:pt x="79" y="46"/>
                      <a:pt x="79" y="43"/>
                      <a:pt x="79" y="41"/>
                    </a:cubicBezTo>
                    <a:cubicBezTo>
                      <a:pt x="80" y="36"/>
                      <a:pt x="81" y="32"/>
                      <a:pt x="83" y="28"/>
                    </a:cubicBezTo>
                    <a:cubicBezTo>
                      <a:pt x="83" y="26"/>
                      <a:pt x="84" y="24"/>
                      <a:pt x="85" y="22"/>
                    </a:cubicBezTo>
                    <a:cubicBezTo>
                      <a:pt x="86" y="21"/>
                      <a:pt x="86" y="21"/>
                      <a:pt x="87" y="20"/>
                    </a:cubicBezTo>
                    <a:cubicBezTo>
                      <a:pt x="86" y="20"/>
                      <a:pt x="86" y="20"/>
                      <a:pt x="84" y="20"/>
                    </a:cubicBezTo>
                    <a:cubicBezTo>
                      <a:pt x="83" y="20"/>
                      <a:pt x="81" y="20"/>
                      <a:pt x="80" y="20"/>
                    </a:cubicBezTo>
                    <a:cubicBezTo>
                      <a:pt x="78" y="20"/>
                      <a:pt x="76" y="20"/>
                      <a:pt x="74" y="20"/>
                    </a:cubicBezTo>
                    <a:cubicBezTo>
                      <a:pt x="73" y="21"/>
                      <a:pt x="72" y="21"/>
                      <a:pt x="70" y="21"/>
                    </a:cubicBezTo>
                    <a:cubicBezTo>
                      <a:pt x="67" y="22"/>
                      <a:pt x="66" y="23"/>
                      <a:pt x="63" y="24"/>
                    </a:cubicBezTo>
                    <a:cubicBezTo>
                      <a:pt x="62" y="25"/>
                      <a:pt x="59" y="27"/>
                      <a:pt x="58" y="28"/>
                    </a:cubicBezTo>
                    <a:cubicBezTo>
                      <a:pt x="55" y="29"/>
                      <a:pt x="53" y="31"/>
                      <a:pt x="51" y="33"/>
                    </a:cubicBezTo>
                    <a:cubicBezTo>
                      <a:pt x="49" y="35"/>
                      <a:pt x="47" y="37"/>
                      <a:pt x="45" y="39"/>
                    </a:cubicBezTo>
                    <a:cubicBezTo>
                      <a:pt x="42" y="42"/>
                      <a:pt x="39" y="46"/>
                      <a:pt x="37" y="50"/>
                    </a:cubicBezTo>
                    <a:cubicBezTo>
                      <a:pt x="34" y="54"/>
                      <a:pt x="32" y="58"/>
                      <a:pt x="30" y="61"/>
                    </a:cubicBezTo>
                    <a:cubicBezTo>
                      <a:pt x="28" y="66"/>
                      <a:pt x="26" y="70"/>
                      <a:pt x="24" y="74"/>
                    </a:cubicBezTo>
                    <a:cubicBezTo>
                      <a:pt x="23" y="80"/>
                      <a:pt x="21" y="85"/>
                      <a:pt x="20" y="91"/>
                    </a:cubicBezTo>
                    <a:cubicBezTo>
                      <a:pt x="20" y="94"/>
                      <a:pt x="19" y="96"/>
                      <a:pt x="19" y="99"/>
                    </a:cubicBezTo>
                    <a:cubicBezTo>
                      <a:pt x="19" y="101"/>
                      <a:pt x="19" y="102"/>
                      <a:pt x="19" y="104"/>
                    </a:cubicBezTo>
                    <a:cubicBezTo>
                      <a:pt x="19" y="105"/>
                      <a:pt x="19" y="106"/>
                      <a:pt x="19" y="108"/>
                    </a:cubicBezTo>
                    <a:lnTo>
                      <a:pt x="19" y="107"/>
                    </a:lnTo>
                    <a:cubicBezTo>
                      <a:pt x="19" y="108"/>
                      <a:pt x="20" y="109"/>
                      <a:pt x="20" y="109"/>
                    </a:cubicBezTo>
                    <a:cubicBezTo>
                      <a:pt x="20" y="110"/>
                      <a:pt x="20" y="110"/>
                      <a:pt x="20" y="111"/>
                    </a:cubicBezTo>
                    <a:cubicBezTo>
                      <a:pt x="21" y="112"/>
                      <a:pt x="21" y="112"/>
                      <a:pt x="21" y="112"/>
                    </a:cubicBezTo>
                    <a:cubicBezTo>
                      <a:pt x="21" y="113"/>
                      <a:pt x="21" y="113"/>
                      <a:pt x="21" y="113"/>
                    </a:cubicBezTo>
                    <a:lnTo>
                      <a:pt x="22" y="113"/>
                    </a:lnTo>
                    <a:cubicBezTo>
                      <a:pt x="22" y="113"/>
                      <a:pt x="23" y="113"/>
                      <a:pt x="23" y="114"/>
                    </a:cubicBezTo>
                    <a:lnTo>
                      <a:pt x="24" y="115"/>
                    </a:lnTo>
                    <a:cubicBezTo>
                      <a:pt x="23" y="115"/>
                      <a:pt x="23" y="114"/>
                      <a:pt x="23" y="114"/>
                    </a:cubicBezTo>
                    <a:lnTo>
                      <a:pt x="24" y="115"/>
                    </a:lnTo>
                    <a:lnTo>
                      <a:pt x="25" y="115"/>
                    </a:lnTo>
                    <a:cubicBezTo>
                      <a:pt x="26" y="115"/>
                      <a:pt x="26" y="115"/>
                      <a:pt x="26" y="115"/>
                    </a:cubicBezTo>
                    <a:cubicBezTo>
                      <a:pt x="27" y="115"/>
                      <a:pt x="27" y="115"/>
                      <a:pt x="28" y="115"/>
                    </a:cubicBezTo>
                    <a:cubicBezTo>
                      <a:pt x="27" y="115"/>
                      <a:pt x="27" y="115"/>
                      <a:pt x="27" y="115"/>
                    </a:cubicBezTo>
                    <a:moveTo>
                      <a:pt x="20" y="133"/>
                    </a:moveTo>
                    <a:cubicBezTo>
                      <a:pt x="15" y="132"/>
                      <a:pt x="10" y="128"/>
                      <a:pt x="7" y="124"/>
                    </a:cubicBezTo>
                    <a:cubicBezTo>
                      <a:pt x="5" y="122"/>
                      <a:pt x="4" y="120"/>
                      <a:pt x="3" y="117"/>
                    </a:cubicBezTo>
                    <a:cubicBezTo>
                      <a:pt x="2" y="114"/>
                      <a:pt x="1" y="111"/>
                      <a:pt x="0" y="108"/>
                    </a:cubicBezTo>
                    <a:cubicBezTo>
                      <a:pt x="0" y="101"/>
                      <a:pt x="0" y="94"/>
                      <a:pt x="2" y="88"/>
                    </a:cubicBezTo>
                    <a:cubicBezTo>
                      <a:pt x="3" y="81"/>
                      <a:pt x="5" y="73"/>
                      <a:pt x="7" y="67"/>
                    </a:cubicBezTo>
                    <a:cubicBezTo>
                      <a:pt x="13" y="53"/>
                      <a:pt x="20" y="40"/>
                      <a:pt x="29" y="28"/>
                    </a:cubicBezTo>
                    <a:cubicBezTo>
                      <a:pt x="38" y="17"/>
                      <a:pt x="51" y="7"/>
                      <a:pt x="65" y="3"/>
                    </a:cubicBezTo>
                    <a:cubicBezTo>
                      <a:pt x="72" y="1"/>
                      <a:pt x="79" y="0"/>
                      <a:pt x="86" y="0"/>
                    </a:cubicBezTo>
                    <a:cubicBezTo>
                      <a:pt x="93" y="0"/>
                      <a:pt x="100" y="2"/>
                      <a:pt x="105" y="6"/>
                    </a:cubicBezTo>
                    <a:cubicBezTo>
                      <a:pt x="111" y="9"/>
                      <a:pt x="116" y="15"/>
                      <a:pt x="118" y="21"/>
                    </a:cubicBezTo>
                    <a:cubicBezTo>
                      <a:pt x="119" y="25"/>
                      <a:pt x="120" y="28"/>
                      <a:pt x="120" y="32"/>
                    </a:cubicBezTo>
                    <a:cubicBezTo>
                      <a:pt x="120" y="32"/>
                      <a:pt x="120" y="33"/>
                      <a:pt x="120" y="34"/>
                    </a:cubicBezTo>
                    <a:cubicBezTo>
                      <a:pt x="122" y="37"/>
                      <a:pt x="123" y="41"/>
                      <a:pt x="120" y="44"/>
                    </a:cubicBezTo>
                    <a:cubicBezTo>
                      <a:pt x="119" y="48"/>
                      <a:pt x="115" y="50"/>
                      <a:pt x="111" y="50"/>
                    </a:cubicBezTo>
                    <a:cubicBezTo>
                      <a:pt x="107" y="50"/>
                      <a:pt x="104" y="48"/>
                      <a:pt x="102" y="44"/>
                    </a:cubicBezTo>
                    <a:cubicBezTo>
                      <a:pt x="102" y="43"/>
                      <a:pt x="101" y="42"/>
                      <a:pt x="101" y="41"/>
                    </a:cubicBezTo>
                    <a:cubicBezTo>
                      <a:pt x="101" y="42"/>
                      <a:pt x="101" y="43"/>
                      <a:pt x="100" y="43"/>
                    </a:cubicBezTo>
                    <a:cubicBezTo>
                      <a:pt x="99" y="46"/>
                      <a:pt x="98" y="49"/>
                      <a:pt x="97" y="51"/>
                    </a:cubicBezTo>
                    <a:cubicBezTo>
                      <a:pt x="97" y="55"/>
                      <a:pt x="96" y="59"/>
                      <a:pt x="95" y="63"/>
                    </a:cubicBezTo>
                    <a:cubicBezTo>
                      <a:pt x="95" y="68"/>
                      <a:pt x="95" y="73"/>
                      <a:pt x="95" y="78"/>
                    </a:cubicBezTo>
                    <a:cubicBezTo>
                      <a:pt x="96" y="81"/>
                      <a:pt x="97" y="84"/>
                      <a:pt x="97" y="88"/>
                    </a:cubicBezTo>
                    <a:cubicBezTo>
                      <a:pt x="98" y="91"/>
                      <a:pt x="98" y="93"/>
                      <a:pt x="99" y="95"/>
                    </a:cubicBezTo>
                    <a:cubicBezTo>
                      <a:pt x="100" y="98"/>
                      <a:pt x="101" y="99"/>
                      <a:pt x="101" y="101"/>
                    </a:cubicBezTo>
                    <a:cubicBezTo>
                      <a:pt x="102" y="102"/>
                      <a:pt x="102" y="103"/>
                      <a:pt x="104" y="105"/>
                    </a:cubicBezTo>
                    <a:cubicBezTo>
                      <a:pt x="104" y="105"/>
                      <a:pt x="105" y="106"/>
                      <a:pt x="105" y="107"/>
                    </a:cubicBezTo>
                    <a:cubicBezTo>
                      <a:pt x="106" y="108"/>
                      <a:pt x="106" y="108"/>
                      <a:pt x="107" y="108"/>
                    </a:cubicBezTo>
                    <a:cubicBezTo>
                      <a:pt x="107" y="109"/>
                      <a:pt x="108" y="109"/>
                      <a:pt x="108" y="109"/>
                    </a:cubicBezTo>
                    <a:lnTo>
                      <a:pt x="109" y="109"/>
                    </a:lnTo>
                    <a:cubicBezTo>
                      <a:pt x="109" y="110"/>
                      <a:pt x="109" y="110"/>
                      <a:pt x="109" y="110"/>
                    </a:cubicBezTo>
                    <a:cubicBezTo>
                      <a:pt x="109" y="110"/>
                      <a:pt x="110" y="110"/>
                      <a:pt x="111" y="110"/>
                    </a:cubicBezTo>
                    <a:lnTo>
                      <a:pt x="112" y="110"/>
                    </a:lnTo>
                    <a:lnTo>
                      <a:pt x="113" y="110"/>
                    </a:lnTo>
                    <a:cubicBezTo>
                      <a:pt x="115" y="110"/>
                      <a:pt x="116" y="110"/>
                      <a:pt x="117" y="110"/>
                    </a:cubicBezTo>
                    <a:cubicBezTo>
                      <a:pt x="116" y="110"/>
                      <a:pt x="116" y="110"/>
                      <a:pt x="115" y="110"/>
                    </a:cubicBezTo>
                    <a:cubicBezTo>
                      <a:pt x="116" y="110"/>
                      <a:pt x="118" y="110"/>
                      <a:pt x="118" y="109"/>
                    </a:cubicBezTo>
                    <a:cubicBezTo>
                      <a:pt x="119" y="109"/>
                      <a:pt x="120" y="109"/>
                      <a:pt x="122" y="108"/>
                    </a:cubicBezTo>
                    <a:cubicBezTo>
                      <a:pt x="124" y="107"/>
                      <a:pt x="126" y="106"/>
                      <a:pt x="128" y="104"/>
                    </a:cubicBezTo>
                    <a:cubicBezTo>
                      <a:pt x="134" y="100"/>
                      <a:pt x="139" y="96"/>
                      <a:pt x="144" y="91"/>
                    </a:cubicBezTo>
                    <a:cubicBezTo>
                      <a:pt x="145" y="91"/>
                      <a:pt x="146" y="89"/>
                      <a:pt x="147" y="89"/>
                    </a:cubicBezTo>
                    <a:cubicBezTo>
                      <a:pt x="151" y="85"/>
                      <a:pt x="156" y="85"/>
                      <a:pt x="160" y="89"/>
                    </a:cubicBezTo>
                    <a:cubicBezTo>
                      <a:pt x="164" y="92"/>
                      <a:pt x="164" y="98"/>
                      <a:pt x="160" y="102"/>
                    </a:cubicBezTo>
                    <a:cubicBezTo>
                      <a:pt x="151" y="110"/>
                      <a:pt x="141" y="119"/>
                      <a:pt x="131" y="125"/>
                    </a:cubicBezTo>
                    <a:cubicBezTo>
                      <a:pt x="123" y="128"/>
                      <a:pt x="115" y="130"/>
                      <a:pt x="107" y="129"/>
                    </a:cubicBezTo>
                    <a:cubicBezTo>
                      <a:pt x="100" y="128"/>
                      <a:pt x="94" y="123"/>
                      <a:pt x="89" y="117"/>
                    </a:cubicBezTo>
                    <a:cubicBezTo>
                      <a:pt x="84" y="110"/>
                      <a:pt x="81" y="102"/>
                      <a:pt x="79" y="94"/>
                    </a:cubicBezTo>
                    <a:cubicBezTo>
                      <a:pt x="79" y="92"/>
                      <a:pt x="78" y="91"/>
                      <a:pt x="78" y="88"/>
                    </a:cubicBezTo>
                    <a:cubicBezTo>
                      <a:pt x="71" y="99"/>
                      <a:pt x="63" y="110"/>
                      <a:pt x="54" y="120"/>
                    </a:cubicBezTo>
                    <a:cubicBezTo>
                      <a:pt x="46" y="127"/>
                      <a:pt x="37" y="134"/>
                      <a:pt x="26" y="134"/>
                    </a:cubicBezTo>
                    <a:cubicBezTo>
                      <a:pt x="24" y="134"/>
                      <a:pt x="22" y="134"/>
                      <a:pt x="20" y="1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4" name="Google Shape;1464;p16"/>
              <p:cNvSpPr/>
              <p:nvPr/>
            </p:nvSpPr>
            <p:spPr>
              <a:xfrm>
                <a:off x="-294500" y="4147198"/>
                <a:ext cx="32760" cy="121680"/>
              </a:xfrm>
              <a:custGeom>
                <a:avLst/>
                <a:gdLst/>
                <a:ahLst/>
                <a:cxnLst/>
                <a:rect l="l" t="t" r="r" b="b"/>
                <a:pathLst>
                  <a:path w="91" h="338" extrusionOk="0">
                    <a:moveTo>
                      <a:pt x="3" y="333"/>
                    </a:moveTo>
                    <a:cubicBezTo>
                      <a:pt x="0" y="329"/>
                      <a:pt x="1" y="323"/>
                      <a:pt x="5" y="320"/>
                    </a:cubicBezTo>
                    <a:cubicBezTo>
                      <a:pt x="11" y="316"/>
                      <a:pt x="17" y="312"/>
                      <a:pt x="22" y="307"/>
                    </a:cubicBezTo>
                    <a:cubicBezTo>
                      <a:pt x="27" y="303"/>
                      <a:pt x="31" y="299"/>
                      <a:pt x="35" y="294"/>
                    </a:cubicBezTo>
                    <a:cubicBezTo>
                      <a:pt x="35" y="295"/>
                      <a:pt x="34" y="295"/>
                      <a:pt x="34" y="295"/>
                    </a:cubicBezTo>
                    <a:cubicBezTo>
                      <a:pt x="40" y="288"/>
                      <a:pt x="45" y="282"/>
                      <a:pt x="50" y="274"/>
                    </a:cubicBezTo>
                    <a:cubicBezTo>
                      <a:pt x="50" y="275"/>
                      <a:pt x="50" y="275"/>
                      <a:pt x="50" y="275"/>
                    </a:cubicBezTo>
                    <a:lnTo>
                      <a:pt x="50" y="274"/>
                    </a:lnTo>
                    <a:cubicBezTo>
                      <a:pt x="54" y="268"/>
                      <a:pt x="57" y="263"/>
                      <a:pt x="60" y="257"/>
                    </a:cubicBezTo>
                    <a:cubicBezTo>
                      <a:pt x="63" y="253"/>
                      <a:pt x="64" y="247"/>
                      <a:pt x="66" y="243"/>
                    </a:cubicBezTo>
                    <a:cubicBezTo>
                      <a:pt x="68" y="239"/>
                      <a:pt x="69" y="234"/>
                      <a:pt x="70" y="230"/>
                    </a:cubicBezTo>
                    <a:cubicBezTo>
                      <a:pt x="71" y="225"/>
                      <a:pt x="71" y="219"/>
                      <a:pt x="72" y="215"/>
                    </a:cubicBezTo>
                    <a:cubicBezTo>
                      <a:pt x="73" y="205"/>
                      <a:pt x="73" y="195"/>
                      <a:pt x="71" y="185"/>
                    </a:cubicBezTo>
                    <a:cubicBezTo>
                      <a:pt x="71" y="173"/>
                      <a:pt x="69" y="161"/>
                      <a:pt x="67" y="150"/>
                    </a:cubicBezTo>
                    <a:lnTo>
                      <a:pt x="67" y="149"/>
                    </a:lnTo>
                    <a:cubicBezTo>
                      <a:pt x="64" y="138"/>
                      <a:pt x="61" y="127"/>
                      <a:pt x="59" y="117"/>
                    </a:cubicBezTo>
                    <a:cubicBezTo>
                      <a:pt x="57" y="113"/>
                      <a:pt x="56" y="110"/>
                      <a:pt x="55" y="106"/>
                    </a:cubicBezTo>
                    <a:cubicBezTo>
                      <a:pt x="54" y="103"/>
                      <a:pt x="53" y="99"/>
                      <a:pt x="51" y="95"/>
                    </a:cubicBezTo>
                    <a:cubicBezTo>
                      <a:pt x="49" y="90"/>
                      <a:pt x="47" y="84"/>
                      <a:pt x="45" y="79"/>
                    </a:cubicBezTo>
                    <a:cubicBezTo>
                      <a:pt x="43" y="74"/>
                      <a:pt x="41" y="69"/>
                      <a:pt x="39" y="64"/>
                    </a:cubicBezTo>
                    <a:cubicBezTo>
                      <a:pt x="36" y="56"/>
                      <a:pt x="31" y="46"/>
                      <a:pt x="27" y="38"/>
                    </a:cubicBezTo>
                    <a:cubicBezTo>
                      <a:pt x="27" y="37"/>
                      <a:pt x="26" y="36"/>
                      <a:pt x="25" y="35"/>
                    </a:cubicBezTo>
                    <a:cubicBezTo>
                      <a:pt x="24" y="34"/>
                      <a:pt x="23" y="33"/>
                      <a:pt x="22" y="32"/>
                    </a:cubicBezTo>
                    <a:cubicBezTo>
                      <a:pt x="21" y="29"/>
                      <a:pt x="19" y="27"/>
                      <a:pt x="18" y="24"/>
                    </a:cubicBezTo>
                    <a:cubicBezTo>
                      <a:pt x="16" y="21"/>
                      <a:pt x="14" y="17"/>
                      <a:pt x="13" y="14"/>
                    </a:cubicBezTo>
                    <a:cubicBezTo>
                      <a:pt x="11" y="10"/>
                      <a:pt x="14" y="5"/>
                      <a:pt x="17" y="3"/>
                    </a:cubicBezTo>
                    <a:cubicBezTo>
                      <a:pt x="21" y="0"/>
                      <a:pt x="26" y="1"/>
                      <a:pt x="29" y="4"/>
                    </a:cubicBezTo>
                    <a:cubicBezTo>
                      <a:pt x="34" y="9"/>
                      <a:pt x="37" y="15"/>
                      <a:pt x="40" y="20"/>
                    </a:cubicBezTo>
                    <a:cubicBezTo>
                      <a:pt x="42" y="24"/>
                      <a:pt x="44" y="28"/>
                      <a:pt x="46" y="32"/>
                    </a:cubicBezTo>
                    <a:cubicBezTo>
                      <a:pt x="48" y="37"/>
                      <a:pt x="50" y="42"/>
                      <a:pt x="52" y="47"/>
                    </a:cubicBezTo>
                    <a:cubicBezTo>
                      <a:pt x="56" y="56"/>
                      <a:pt x="60" y="66"/>
                      <a:pt x="63" y="75"/>
                    </a:cubicBezTo>
                    <a:cubicBezTo>
                      <a:pt x="71" y="97"/>
                      <a:pt x="78" y="119"/>
                      <a:pt x="84" y="142"/>
                    </a:cubicBezTo>
                    <a:cubicBezTo>
                      <a:pt x="88" y="161"/>
                      <a:pt x="90" y="181"/>
                      <a:pt x="90" y="201"/>
                    </a:cubicBezTo>
                    <a:cubicBezTo>
                      <a:pt x="90" y="211"/>
                      <a:pt x="89" y="221"/>
                      <a:pt x="88" y="230"/>
                    </a:cubicBezTo>
                    <a:cubicBezTo>
                      <a:pt x="87" y="240"/>
                      <a:pt x="83" y="249"/>
                      <a:pt x="80" y="259"/>
                    </a:cubicBezTo>
                    <a:cubicBezTo>
                      <a:pt x="71" y="277"/>
                      <a:pt x="60" y="293"/>
                      <a:pt x="46" y="308"/>
                    </a:cubicBezTo>
                    <a:cubicBezTo>
                      <a:pt x="41" y="314"/>
                      <a:pt x="35" y="320"/>
                      <a:pt x="29" y="326"/>
                    </a:cubicBezTo>
                    <a:cubicBezTo>
                      <a:pt x="24" y="328"/>
                      <a:pt x="20" y="331"/>
                      <a:pt x="16" y="335"/>
                    </a:cubicBezTo>
                    <a:cubicBezTo>
                      <a:pt x="14" y="336"/>
                      <a:pt x="13" y="337"/>
                      <a:pt x="10" y="337"/>
                    </a:cubicBezTo>
                    <a:cubicBezTo>
                      <a:pt x="8" y="337"/>
                      <a:pt x="5" y="335"/>
                      <a:pt x="3" y="3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5" name="Google Shape;1465;p16"/>
              <p:cNvSpPr/>
              <p:nvPr/>
            </p:nvSpPr>
            <p:spPr>
              <a:xfrm>
                <a:off x="-217100" y="3996718"/>
                <a:ext cx="6768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188" h="120" extrusionOk="0">
                    <a:moveTo>
                      <a:pt x="27" y="100"/>
                    </a:moveTo>
                    <a:cubicBezTo>
                      <a:pt x="27" y="100"/>
                      <a:pt x="28" y="100"/>
                      <a:pt x="28" y="99"/>
                    </a:cubicBezTo>
                    <a:cubicBezTo>
                      <a:pt x="29" y="99"/>
                      <a:pt x="29" y="99"/>
                      <a:pt x="29" y="99"/>
                    </a:cubicBezTo>
                    <a:cubicBezTo>
                      <a:pt x="30" y="99"/>
                      <a:pt x="31" y="99"/>
                      <a:pt x="32" y="98"/>
                    </a:cubicBezTo>
                    <a:lnTo>
                      <a:pt x="34" y="97"/>
                    </a:lnTo>
                    <a:cubicBezTo>
                      <a:pt x="35" y="96"/>
                      <a:pt x="36" y="95"/>
                      <a:pt x="38" y="94"/>
                    </a:cubicBezTo>
                    <a:cubicBezTo>
                      <a:pt x="40" y="92"/>
                      <a:pt x="42" y="90"/>
                      <a:pt x="44" y="88"/>
                    </a:cubicBezTo>
                    <a:cubicBezTo>
                      <a:pt x="47" y="85"/>
                      <a:pt x="49" y="81"/>
                      <a:pt x="52" y="77"/>
                    </a:cubicBezTo>
                    <a:cubicBezTo>
                      <a:pt x="56" y="71"/>
                      <a:pt x="60" y="64"/>
                      <a:pt x="64" y="57"/>
                    </a:cubicBezTo>
                    <a:cubicBezTo>
                      <a:pt x="65" y="54"/>
                      <a:pt x="67" y="50"/>
                      <a:pt x="68" y="47"/>
                    </a:cubicBezTo>
                    <a:cubicBezTo>
                      <a:pt x="67" y="46"/>
                      <a:pt x="66" y="45"/>
                      <a:pt x="64" y="43"/>
                    </a:cubicBezTo>
                    <a:cubicBezTo>
                      <a:pt x="64" y="41"/>
                      <a:pt x="64" y="39"/>
                      <a:pt x="64" y="37"/>
                    </a:cubicBezTo>
                    <a:cubicBezTo>
                      <a:pt x="63" y="35"/>
                      <a:pt x="63" y="33"/>
                      <a:pt x="63" y="31"/>
                    </a:cubicBezTo>
                    <a:cubicBezTo>
                      <a:pt x="63" y="30"/>
                      <a:pt x="62" y="29"/>
                      <a:pt x="62" y="27"/>
                    </a:cubicBezTo>
                    <a:cubicBezTo>
                      <a:pt x="61" y="27"/>
                      <a:pt x="61" y="27"/>
                      <a:pt x="61" y="27"/>
                    </a:cubicBezTo>
                    <a:lnTo>
                      <a:pt x="62" y="27"/>
                    </a:lnTo>
                    <a:cubicBezTo>
                      <a:pt x="61" y="26"/>
                      <a:pt x="61" y="26"/>
                      <a:pt x="61" y="25"/>
                    </a:cubicBezTo>
                    <a:cubicBezTo>
                      <a:pt x="60" y="25"/>
                      <a:pt x="60" y="24"/>
                      <a:pt x="59" y="23"/>
                    </a:cubicBezTo>
                    <a:lnTo>
                      <a:pt x="60" y="24"/>
                    </a:lnTo>
                    <a:cubicBezTo>
                      <a:pt x="59" y="23"/>
                      <a:pt x="59" y="23"/>
                      <a:pt x="59" y="23"/>
                    </a:cubicBezTo>
                    <a:cubicBezTo>
                      <a:pt x="58" y="22"/>
                      <a:pt x="58" y="22"/>
                      <a:pt x="57" y="22"/>
                    </a:cubicBezTo>
                    <a:lnTo>
                      <a:pt x="56" y="21"/>
                    </a:lnTo>
                    <a:cubicBezTo>
                      <a:pt x="56" y="21"/>
                      <a:pt x="55" y="21"/>
                      <a:pt x="54" y="20"/>
                    </a:cubicBezTo>
                    <a:cubicBezTo>
                      <a:pt x="55" y="20"/>
                      <a:pt x="55" y="20"/>
                      <a:pt x="55" y="20"/>
                    </a:cubicBezTo>
                    <a:lnTo>
                      <a:pt x="54" y="20"/>
                    </a:lnTo>
                    <a:lnTo>
                      <a:pt x="53" y="20"/>
                    </a:lnTo>
                    <a:lnTo>
                      <a:pt x="52" y="20"/>
                    </a:lnTo>
                    <a:cubicBezTo>
                      <a:pt x="52" y="20"/>
                      <a:pt x="51" y="20"/>
                      <a:pt x="50" y="20"/>
                    </a:cubicBezTo>
                    <a:lnTo>
                      <a:pt x="49" y="21"/>
                    </a:lnTo>
                    <a:cubicBezTo>
                      <a:pt x="48" y="21"/>
                      <a:pt x="48" y="22"/>
                      <a:pt x="47" y="22"/>
                    </a:cubicBezTo>
                    <a:cubicBezTo>
                      <a:pt x="46" y="22"/>
                      <a:pt x="46" y="22"/>
                      <a:pt x="45" y="23"/>
                    </a:cubicBezTo>
                    <a:cubicBezTo>
                      <a:pt x="44" y="24"/>
                      <a:pt x="42" y="25"/>
                      <a:pt x="41" y="26"/>
                    </a:cubicBezTo>
                    <a:cubicBezTo>
                      <a:pt x="40" y="27"/>
                      <a:pt x="39" y="28"/>
                      <a:pt x="38" y="29"/>
                    </a:cubicBezTo>
                    <a:cubicBezTo>
                      <a:pt x="36" y="31"/>
                      <a:pt x="35" y="33"/>
                      <a:pt x="33" y="36"/>
                    </a:cubicBezTo>
                    <a:cubicBezTo>
                      <a:pt x="32" y="38"/>
                      <a:pt x="30" y="40"/>
                      <a:pt x="29" y="43"/>
                    </a:cubicBezTo>
                    <a:cubicBezTo>
                      <a:pt x="27" y="46"/>
                      <a:pt x="26" y="50"/>
                      <a:pt x="25" y="52"/>
                    </a:cubicBezTo>
                    <a:cubicBezTo>
                      <a:pt x="23" y="57"/>
                      <a:pt x="22" y="62"/>
                      <a:pt x="21" y="66"/>
                    </a:cubicBezTo>
                    <a:lnTo>
                      <a:pt x="21" y="65"/>
                    </a:lnTo>
                    <a:cubicBezTo>
                      <a:pt x="20" y="71"/>
                      <a:pt x="20" y="76"/>
                      <a:pt x="19" y="82"/>
                    </a:cubicBezTo>
                    <a:cubicBezTo>
                      <a:pt x="19" y="84"/>
                      <a:pt x="19" y="86"/>
                      <a:pt x="19" y="89"/>
                    </a:cubicBezTo>
                    <a:cubicBezTo>
                      <a:pt x="20" y="90"/>
                      <a:pt x="20" y="92"/>
                      <a:pt x="20" y="93"/>
                    </a:cubicBezTo>
                    <a:lnTo>
                      <a:pt x="20" y="94"/>
                    </a:lnTo>
                    <a:cubicBezTo>
                      <a:pt x="20" y="95"/>
                      <a:pt x="21" y="96"/>
                      <a:pt x="21" y="96"/>
                    </a:cubicBezTo>
                    <a:lnTo>
                      <a:pt x="21" y="97"/>
                    </a:lnTo>
                    <a:cubicBezTo>
                      <a:pt x="21" y="97"/>
                      <a:pt x="22" y="97"/>
                      <a:pt x="22" y="98"/>
                    </a:cubicBezTo>
                    <a:cubicBezTo>
                      <a:pt x="22" y="99"/>
                      <a:pt x="23" y="99"/>
                      <a:pt x="23" y="99"/>
                    </a:cubicBezTo>
                    <a:lnTo>
                      <a:pt x="24" y="99"/>
                    </a:lnTo>
                    <a:cubicBezTo>
                      <a:pt x="25" y="99"/>
                      <a:pt x="25" y="99"/>
                      <a:pt x="25" y="100"/>
                    </a:cubicBezTo>
                    <a:lnTo>
                      <a:pt x="26" y="100"/>
                    </a:lnTo>
                    <a:cubicBezTo>
                      <a:pt x="27" y="100"/>
                      <a:pt x="27" y="100"/>
                      <a:pt x="27" y="100"/>
                    </a:cubicBezTo>
                    <a:cubicBezTo>
                      <a:pt x="26" y="100"/>
                      <a:pt x="26" y="100"/>
                      <a:pt x="26" y="100"/>
                    </a:cubicBezTo>
                    <a:lnTo>
                      <a:pt x="27" y="100"/>
                    </a:lnTo>
                    <a:cubicBezTo>
                      <a:pt x="26" y="100"/>
                      <a:pt x="26" y="100"/>
                      <a:pt x="26" y="100"/>
                    </a:cubicBezTo>
                    <a:lnTo>
                      <a:pt x="27" y="100"/>
                    </a:lnTo>
                    <a:moveTo>
                      <a:pt x="4" y="105"/>
                    </a:moveTo>
                    <a:cubicBezTo>
                      <a:pt x="1" y="100"/>
                      <a:pt x="0" y="94"/>
                      <a:pt x="0" y="88"/>
                    </a:cubicBezTo>
                    <a:cubicBezTo>
                      <a:pt x="0" y="80"/>
                      <a:pt x="1" y="72"/>
                      <a:pt x="2" y="64"/>
                    </a:cubicBezTo>
                    <a:cubicBezTo>
                      <a:pt x="5" y="51"/>
                      <a:pt x="10" y="37"/>
                      <a:pt x="17" y="25"/>
                    </a:cubicBezTo>
                    <a:cubicBezTo>
                      <a:pt x="24" y="15"/>
                      <a:pt x="33" y="5"/>
                      <a:pt x="45" y="2"/>
                    </a:cubicBezTo>
                    <a:cubicBezTo>
                      <a:pt x="53" y="0"/>
                      <a:pt x="60" y="1"/>
                      <a:pt x="67" y="5"/>
                    </a:cubicBezTo>
                    <a:cubicBezTo>
                      <a:pt x="69" y="2"/>
                      <a:pt x="72" y="0"/>
                      <a:pt x="76" y="0"/>
                    </a:cubicBezTo>
                    <a:cubicBezTo>
                      <a:pt x="81" y="0"/>
                      <a:pt x="86" y="4"/>
                      <a:pt x="86" y="9"/>
                    </a:cubicBezTo>
                    <a:cubicBezTo>
                      <a:pt x="86" y="11"/>
                      <a:pt x="86" y="13"/>
                      <a:pt x="86" y="15"/>
                    </a:cubicBezTo>
                    <a:cubicBezTo>
                      <a:pt x="85" y="20"/>
                      <a:pt x="85" y="25"/>
                      <a:pt x="84" y="30"/>
                    </a:cubicBezTo>
                    <a:cubicBezTo>
                      <a:pt x="88" y="32"/>
                      <a:pt x="91" y="36"/>
                      <a:pt x="91" y="40"/>
                    </a:cubicBezTo>
                    <a:cubicBezTo>
                      <a:pt x="92" y="46"/>
                      <a:pt x="91" y="52"/>
                      <a:pt x="92" y="58"/>
                    </a:cubicBezTo>
                    <a:cubicBezTo>
                      <a:pt x="92" y="60"/>
                      <a:pt x="92" y="62"/>
                      <a:pt x="92" y="64"/>
                    </a:cubicBezTo>
                    <a:lnTo>
                      <a:pt x="92" y="63"/>
                    </a:lnTo>
                    <a:cubicBezTo>
                      <a:pt x="92" y="64"/>
                      <a:pt x="92" y="65"/>
                      <a:pt x="93" y="66"/>
                    </a:cubicBezTo>
                    <a:cubicBezTo>
                      <a:pt x="93" y="67"/>
                      <a:pt x="94" y="68"/>
                      <a:pt x="94" y="69"/>
                    </a:cubicBezTo>
                    <a:cubicBezTo>
                      <a:pt x="95" y="70"/>
                      <a:pt x="95" y="71"/>
                      <a:pt x="96" y="72"/>
                    </a:cubicBezTo>
                    <a:cubicBezTo>
                      <a:pt x="96" y="72"/>
                      <a:pt x="96" y="73"/>
                      <a:pt x="97" y="73"/>
                    </a:cubicBezTo>
                    <a:lnTo>
                      <a:pt x="98" y="74"/>
                    </a:lnTo>
                    <a:cubicBezTo>
                      <a:pt x="98" y="74"/>
                      <a:pt x="97" y="74"/>
                      <a:pt x="97" y="73"/>
                    </a:cubicBezTo>
                    <a:cubicBezTo>
                      <a:pt x="98" y="74"/>
                      <a:pt x="98" y="75"/>
                      <a:pt x="99" y="75"/>
                    </a:cubicBezTo>
                    <a:cubicBezTo>
                      <a:pt x="99" y="76"/>
                      <a:pt x="100" y="76"/>
                      <a:pt x="101" y="77"/>
                    </a:cubicBezTo>
                    <a:cubicBezTo>
                      <a:pt x="102" y="78"/>
                      <a:pt x="103" y="78"/>
                      <a:pt x="103" y="79"/>
                    </a:cubicBezTo>
                    <a:cubicBezTo>
                      <a:pt x="105" y="79"/>
                      <a:pt x="106" y="80"/>
                      <a:pt x="108" y="80"/>
                    </a:cubicBezTo>
                    <a:cubicBezTo>
                      <a:pt x="110" y="81"/>
                      <a:pt x="112" y="82"/>
                      <a:pt x="114" y="82"/>
                    </a:cubicBezTo>
                    <a:cubicBezTo>
                      <a:pt x="116" y="82"/>
                      <a:pt x="117" y="82"/>
                      <a:pt x="119" y="83"/>
                    </a:cubicBezTo>
                    <a:cubicBezTo>
                      <a:pt x="120" y="83"/>
                      <a:pt x="122" y="83"/>
                      <a:pt x="124" y="83"/>
                    </a:cubicBezTo>
                    <a:cubicBezTo>
                      <a:pt x="126" y="82"/>
                      <a:pt x="128" y="82"/>
                      <a:pt x="130" y="82"/>
                    </a:cubicBezTo>
                    <a:cubicBezTo>
                      <a:pt x="133" y="81"/>
                      <a:pt x="135" y="80"/>
                      <a:pt x="137" y="80"/>
                    </a:cubicBezTo>
                    <a:cubicBezTo>
                      <a:pt x="140" y="79"/>
                      <a:pt x="144" y="77"/>
                      <a:pt x="147" y="76"/>
                    </a:cubicBezTo>
                    <a:cubicBezTo>
                      <a:pt x="152" y="73"/>
                      <a:pt x="157" y="70"/>
                      <a:pt x="162" y="67"/>
                    </a:cubicBezTo>
                    <a:cubicBezTo>
                      <a:pt x="165" y="65"/>
                      <a:pt x="168" y="62"/>
                      <a:pt x="171" y="60"/>
                    </a:cubicBezTo>
                    <a:cubicBezTo>
                      <a:pt x="175" y="57"/>
                      <a:pt x="181" y="58"/>
                      <a:pt x="184" y="62"/>
                    </a:cubicBezTo>
                    <a:cubicBezTo>
                      <a:pt x="187" y="66"/>
                      <a:pt x="187" y="72"/>
                      <a:pt x="183" y="75"/>
                    </a:cubicBezTo>
                    <a:cubicBezTo>
                      <a:pt x="162" y="92"/>
                      <a:pt x="137" y="106"/>
                      <a:pt x="109" y="101"/>
                    </a:cubicBezTo>
                    <a:cubicBezTo>
                      <a:pt x="102" y="99"/>
                      <a:pt x="95" y="97"/>
                      <a:pt x="89" y="93"/>
                    </a:cubicBezTo>
                    <a:cubicBezTo>
                      <a:pt x="83" y="88"/>
                      <a:pt x="78" y="82"/>
                      <a:pt x="75" y="75"/>
                    </a:cubicBezTo>
                    <a:cubicBezTo>
                      <a:pt x="74" y="77"/>
                      <a:pt x="73" y="79"/>
                      <a:pt x="72" y="81"/>
                    </a:cubicBezTo>
                    <a:cubicBezTo>
                      <a:pt x="69" y="86"/>
                      <a:pt x="66" y="91"/>
                      <a:pt x="63" y="95"/>
                    </a:cubicBezTo>
                    <a:cubicBezTo>
                      <a:pt x="55" y="106"/>
                      <a:pt x="45" y="115"/>
                      <a:pt x="33" y="118"/>
                    </a:cubicBezTo>
                    <a:cubicBezTo>
                      <a:pt x="31" y="119"/>
                      <a:pt x="29" y="119"/>
                      <a:pt x="27" y="119"/>
                    </a:cubicBezTo>
                    <a:cubicBezTo>
                      <a:pt x="17" y="119"/>
                      <a:pt x="8" y="114"/>
                      <a:pt x="4" y="1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6" name="Google Shape;1466;p16"/>
              <p:cNvSpPr/>
              <p:nvPr/>
            </p:nvSpPr>
            <p:spPr>
              <a:xfrm>
                <a:off x="-612380" y="3865318"/>
                <a:ext cx="59400" cy="76680"/>
              </a:xfrm>
              <a:custGeom>
                <a:avLst/>
                <a:gdLst/>
                <a:ahLst/>
                <a:cxnLst/>
                <a:rect l="l" t="t" r="r" b="b"/>
                <a:pathLst>
                  <a:path w="165" h="213" extrusionOk="0">
                    <a:moveTo>
                      <a:pt x="51" y="193"/>
                    </a:moveTo>
                    <a:cubicBezTo>
                      <a:pt x="52" y="193"/>
                      <a:pt x="53" y="193"/>
                      <a:pt x="55" y="193"/>
                    </a:cubicBezTo>
                    <a:cubicBezTo>
                      <a:pt x="57" y="192"/>
                      <a:pt x="58" y="191"/>
                      <a:pt x="60" y="191"/>
                    </a:cubicBezTo>
                    <a:cubicBezTo>
                      <a:pt x="63" y="190"/>
                      <a:pt x="65" y="189"/>
                      <a:pt x="68" y="188"/>
                    </a:cubicBezTo>
                    <a:cubicBezTo>
                      <a:pt x="70" y="187"/>
                      <a:pt x="73" y="185"/>
                      <a:pt x="75" y="183"/>
                    </a:cubicBezTo>
                    <a:cubicBezTo>
                      <a:pt x="80" y="180"/>
                      <a:pt x="85" y="176"/>
                      <a:pt x="89" y="173"/>
                    </a:cubicBezTo>
                    <a:cubicBezTo>
                      <a:pt x="95" y="168"/>
                      <a:pt x="100" y="162"/>
                      <a:pt x="105" y="157"/>
                    </a:cubicBezTo>
                    <a:cubicBezTo>
                      <a:pt x="111" y="150"/>
                      <a:pt x="116" y="144"/>
                      <a:pt x="120" y="137"/>
                    </a:cubicBezTo>
                    <a:cubicBezTo>
                      <a:pt x="120" y="137"/>
                      <a:pt x="121" y="137"/>
                      <a:pt x="121" y="136"/>
                    </a:cubicBezTo>
                    <a:cubicBezTo>
                      <a:pt x="121" y="137"/>
                      <a:pt x="121" y="137"/>
                      <a:pt x="120" y="137"/>
                    </a:cubicBezTo>
                    <a:cubicBezTo>
                      <a:pt x="125" y="130"/>
                      <a:pt x="129" y="123"/>
                      <a:pt x="132" y="116"/>
                    </a:cubicBezTo>
                    <a:cubicBezTo>
                      <a:pt x="135" y="111"/>
                      <a:pt x="138" y="105"/>
                      <a:pt x="139" y="100"/>
                    </a:cubicBezTo>
                    <a:lnTo>
                      <a:pt x="139" y="99"/>
                    </a:lnTo>
                    <a:lnTo>
                      <a:pt x="140" y="99"/>
                    </a:lnTo>
                    <a:cubicBezTo>
                      <a:pt x="139" y="99"/>
                      <a:pt x="139" y="99"/>
                      <a:pt x="139" y="99"/>
                    </a:cubicBezTo>
                    <a:cubicBezTo>
                      <a:pt x="141" y="94"/>
                      <a:pt x="143" y="89"/>
                      <a:pt x="144" y="83"/>
                    </a:cubicBezTo>
                    <a:cubicBezTo>
                      <a:pt x="144" y="84"/>
                      <a:pt x="144" y="84"/>
                      <a:pt x="144" y="84"/>
                    </a:cubicBezTo>
                    <a:cubicBezTo>
                      <a:pt x="145" y="80"/>
                      <a:pt x="145" y="76"/>
                      <a:pt x="145" y="71"/>
                    </a:cubicBezTo>
                    <a:cubicBezTo>
                      <a:pt x="146" y="67"/>
                      <a:pt x="146" y="63"/>
                      <a:pt x="145" y="59"/>
                    </a:cubicBezTo>
                    <a:cubicBezTo>
                      <a:pt x="145" y="55"/>
                      <a:pt x="145" y="52"/>
                      <a:pt x="144" y="49"/>
                    </a:cubicBezTo>
                    <a:cubicBezTo>
                      <a:pt x="144" y="45"/>
                      <a:pt x="143" y="42"/>
                      <a:pt x="142" y="39"/>
                    </a:cubicBezTo>
                    <a:cubicBezTo>
                      <a:pt x="141" y="38"/>
                      <a:pt x="141" y="38"/>
                      <a:pt x="141" y="37"/>
                    </a:cubicBezTo>
                    <a:cubicBezTo>
                      <a:pt x="140" y="36"/>
                      <a:pt x="139" y="34"/>
                      <a:pt x="138" y="33"/>
                    </a:cubicBezTo>
                    <a:cubicBezTo>
                      <a:pt x="137" y="32"/>
                      <a:pt x="137" y="31"/>
                      <a:pt x="135" y="29"/>
                    </a:cubicBezTo>
                    <a:cubicBezTo>
                      <a:pt x="134" y="28"/>
                      <a:pt x="132" y="27"/>
                      <a:pt x="131" y="25"/>
                    </a:cubicBezTo>
                    <a:cubicBezTo>
                      <a:pt x="130" y="24"/>
                      <a:pt x="128" y="22"/>
                      <a:pt x="126" y="21"/>
                    </a:cubicBezTo>
                    <a:cubicBezTo>
                      <a:pt x="127" y="21"/>
                      <a:pt x="127" y="21"/>
                      <a:pt x="127" y="22"/>
                    </a:cubicBezTo>
                    <a:cubicBezTo>
                      <a:pt x="127" y="21"/>
                      <a:pt x="126" y="21"/>
                      <a:pt x="125" y="20"/>
                    </a:cubicBezTo>
                    <a:cubicBezTo>
                      <a:pt x="124" y="20"/>
                      <a:pt x="123" y="20"/>
                      <a:pt x="123" y="20"/>
                    </a:cubicBezTo>
                    <a:cubicBezTo>
                      <a:pt x="122" y="19"/>
                      <a:pt x="121" y="19"/>
                      <a:pt x="120" y="18"/>
                    </a:cubicBezTo>
                    <a:cubicBezTo>
                      <a:pt x="119" y="18"/>
                      <a:pt x="118" y="18"/>
                      <a:pt x="117" y="18"/>
                    </a:cubicBezTo>
                    <a:cubicBezTo>
                      <a:pt x="116" y="18"/>
                      <a:pt x="115" y="18"/>
                      <a:pt x="114" y="18"/>
                    </a:cubicBezTo>
                    <a:cubicBezTo>
                      <a:pt x="113" y="18"/>
                      <a:pt x="111" y="18"/>
                      <a:pt x="110" y="19"/>
                    </a:cubicBezTo>
                    <a:cubicBezTo>
                      <a:pt x="108" y="20"/>
                      <a:pt x="106" y="20"/>
                      <a:pt x="104" y="21"/>
                    </a:cubicBezTo>
                    <a:cubicBezTo>
                      <a:pt x="102" y="21"/>
                      <a:pt x="101" y="22"/>
                      <a:pt x="99" y="22"/>
                    </a:cubicBezTo>
                    <a:cubicBezTo>
                      <a:pt x="97" y="24"/>
                      <a:pt x="95" y="25"/>
                      <a:pt x="92" y="27"/>
                    </a:cubicBezTo>
                    <a:cubicBezTo>
                      <a:pt x="89" y="29"/>
                      <a:pt x="85" y="32"/>
                      <a:pt x="81" y="35"/>
                    </a:cubicBezTo>
                    <a:lnTo>
                      <a:pt x="82" y="35"/>
                    </a:lnTo>
                    <a:cubicBezTo>
                      <a:pt x="79" y="38"/>
                      <a:pt x="76" y="41"/>
                      <a:pt x="73" y="44"/>
                    </a:cubicBezTo>
                    <a:cubicBezTo>
                      <a:pt x="73" y="45"/>
                      <a:pt x="73" y="45"/>
                      <a:pt x="73" y="46"/>
                    </a:cubicBezTo>
                    <a:cubicBezTo>
                      <a:pt x="73" y="52"/>
                      <a:pt x="68" y="56"/>
                      <a:pt x="63" y="56"/>
                    </a:cubicBezTo>
                    <a:lnTo>
                      <a:pt x="62" y="56"/>
                    </a:lnTo>
                    <a:cubicBezTo>
                      <a:pt x="58" y="61"/>
                      <a:pt x="54" y="66"/>
                      <a:pt x="51" y="71"/>
                    </a:cubicBezTo>
                    <a:cubicBezTo>
                      <a:pt x="44" y="80"/>
                      <a:pt x="39" y="90"/>
                      <a:pt x="33" y="100"/>
                    </a:cubicBezTo>
                    <a:cubicBezTo>
                      <a:pt x="31" y="103"/>
                      <a:pt x="29" y="106"/>
                      <a:pt x="27" y="110"/>
                    </a:cubicBezTo>
                    <a:cubicBezTo>
                      <a:pt x="26" y="113"/>
                      <a:pt x="26" y="116"/>
                      <a:pt x="25" y="119"/>
                    </a:cubicBezTo>
                    <a:cubicBezTo>
                      <a:pt x="25" y="118"/>
                      <a:pt x="25" y="117"/>
                      <a:pt x="25" y="117"/>
                    </a:cubicBezTo>
                    <a:cubicBezTo>
                      <a:pt x="24" y="122"/>
                      <a:pt x="23" y="127"/>
                      <a:pt x="23" y="131"/>
                    </a:cubicBezTo>
                    <a:cubicBezTo>
                      <a:pt x="22" y="137"/>
                      <a:pt x="22" y="143"/>
                      <a:pt x="21" y="148"/>
                    </a:cubicBezTo>
                    <a:cubicBezTo>
                      <a:pt x="21" y="152"/>
                      <a:pt x="21" y="157"/>
                      <a:pt x="21" y="162"/>
                    </a:cubicBezTo>
                    <a:cubicBezTo>
                      <a:pt x="21" y="164"/>
                      <a:pt x="22" y="167"/>
                      <a:pt x="22" y="169"/>
                    </a:cubicBezTo>
                    <a:cubicBezTo>
                      <a:pt x="22" y="171"/>
                      <a:pt x="23" y="173"/>
                      <a:pt x="23" y="175"/>
                    </a:cubicBezTo>
                    <a:cubicBezTo>
                      <a:pt x="24" y="176"/>
                      <a:pt x="25" y="178"/>
                      <a:pt x="25" y="179"/>
                    </a:cubicBezTo>
                    <a:cubicBezTo>
                      <a:pt x="26" y="180"/>
                      <a:pt x="26" y="182"/>
                      <a:pt x="28" y="183"/>
                    </a:cubicBezTo>
                    <a:lnTo>
                      <a:pt x="29" y="184"/>
                    </a:lnTo>
                    <a:cubicBezTo>
                      <a:pt x="29" y="185"/>
                      <a:pt x="30" y="186"/>
                      <a:pt x="31" y="187"/>
                    </a:cubicBezTo>
                    <a:cubicBezTo>
                      <a:pt x="32" y="187"/>
                      <a:pt x="33" y="188"/>
                      <a:pt x="34" y="189"/>
                    </a:cubicBezTo>
                    <a:cubicBezTo>
                      <a:pt x="35" y="189"/>
                      <a:pt x="36" y="190"/>
                      <a:pt x="37" y="191"/>
                    </a:cubicBezTo>
                    <a:cubicBezTo>
                      <a:pt x="38" y="191"/>
                      <a:pt x="39" y="191"/>
                      <a:pt x="39" y="191"/>
                    </a:cubicBezTo>
                    <a:cubicBezTo>
                      <a:pt x="40" y="192"/>
                      <a:pt x="42" y="192"/>
                      <a:pt x="43" y="193"/>
                    </a:cubicBezTo>
                    <a:cubicBezTo>
                      <a:pt x="44" y="193"/>
                      <a:pt x="46" y="193"/>
                      <a:pt x="47" y="193"/>
                    </a:cubicBezTo>
                    <a:cubicBezTo>
                      <a:pt x="48" y="193"/>
                      <a:pt x="49" y="193"/>
                      <a:pt x="51" y="193"/>
                    </a:cubicBezTo>
                    <a:moveTo>
                      <a:pt x="37" y="211"/>
                    </a:moveTo>
                    <a:cubicBezTo>
                      <a:pt x="31" y="209"/>
                      <a:pt x="25" y="206"/>
                      <a:pt x="21" y="202"/>
                    </a:cubicBezTo>
                    <a:cubicBezTo>
                      <a:pt x="15" y="198"/>
                      <a:pt x="11" y="193"/>
                      <a:pt x="9" y="187"/>
                    </a:cubicBezTo>
                    <a:cubicBezTo>
                      <a:pt x="0" y="168"/>
                      <a:pt x="3" y="145"/>
                      <a:pt x="5" y="125"/>
                    </a:cubicBezTo>
                    <a:cubicBezTo>
                      <a:pt x="5" y="124"/>
                      <a:pt x="5" y="124"/>
                      <a:pt x="5" y="124"/>
                    </a:cubicBezTo>
                    <a:cubicBezTo>
                      <a:pt x="3" y="121"/>
                      <a:pt x="3" y="117"/>
                      <a:pt x="4" y="114"/>
                    </a:cubicBezTo>
                    <a:cubicBezTo>
                      <a:pt x="6" y="111"/>
                      <a:pt x="7" y="109"/>
                      <a:pt x="8" y="106"/>
                    </a:cubicBezTo>
                    <a:cubicBezTo>
                      <a:pt x="10" y="102"/>
                      <a:pt x="11" y="98"/>
                      <a:pt x="12" y="94"/>
                    </a:cubicBezTo>
                    <a:cubicBezTo>
                      <a:pt x="16" y="80"/>
                      <a:pt x="21" y="67"/>
                      <a:pt x="28" y="55"/>
                    </a:cubicBezTo>
                    <a:cubicBezTo>
                      <a:pt x="30" y="49"/>
                      <a:pt x="34" y="44"/>
                      <a:pt x="38" y="39"/>
                    </a:cubicBezTo>
                    <a:cubicBezTo>
                      <a:pt x="42" y="35"/>
                      <a:pt x="47" y="31"/>
                      <a:pt x="53" y="29"/>
                    </a:cubicBezTo>
                    <a:cubicBezTo>
                      <a:pt x="55" y="28"/>
                      <a:pt x="58" y="28"/>
                      <a:pt x="60" y="29"/>
                    </a:cubicBezTo>
                    <a:cubicBezTo>
                      <a:pt x="61" y="29"/>
                      <a:pt x="61" y="29"/>
                      <a:pt x="61" y="29"/>
                    </a:cubicBezTo>
                    <a:cubicBezTo>
                      <a:pt x="63" y="28"/>
                      <a:pt x="63" y="27"/>
                      <a:pt x="64" y="26"/>
                    </a:cubicBezTo>
                    <a:cubicBezTo>
                      <a:pt x="69" y="21"/>
                      <a:pt x="74" y="17"/>
                      <a:pt x="79" y="13"/>
                    </a:cubicBezTo>
                    <a:cubicBezTo>
                      <a:pt x="85" y="9"/>
                      <a:pt x="90" y="6"/>
                      <a:pt x="97" y="3"/>
                    </a:cubicBezTo>
                    <a:cubicBezTo>
                      <a:pt x="103" y="2"/>
                      <a:pt x="109" y="0"/>
                      <a:pt x="115" y="0"/>
                    </a:cubicBezTo>
                    <a:cubicBezTo>
                      <a:pt x="121" y="0"/>
                      <a:pt x="127" y="1"/>
                      <a:pt x="133" y="4"/>
                    </a:cubicBezTo>
                    <a:cubicBezTo>
                      <a:pt x="138" y="6"/>
                      <a:pt x="142" y="10"/>
                      <a:pt x="146" y="14"/>
                    </a:cubicBezTo>
                    <a:cubicBezTo>
                      <a:pt x="151" y="18"/>
                      <a:pt x="155" y="24"/>
                      <a:pt x="158" y="30"/>
                    </a:cubicBezTo>
                    <a:cubicBezTo>
                      <a:pt x="160" y="35"/>
                      <a:pt x="162" y="42"/>
                      <a:pt x="162" y="48"/>
                    </a:cubicBezTo>
                    <a:cubicBezTo>
                      <a:pt x="164" y="55"/>
                      <a:pt x="164" y="63"/>
                      <a:pt x="164" y="70"/>
                    </a:cubicBezTo>
                    <a:cubicBezTo>
                      <a:pt x="162" y="98"/>
                      <a:pt x="151" y="125"/>
                      <a:pt x="135" y="148"/>
                    </a:cubicBezTo>
                    <a:cubicBezTo>
                      <a:pt x="127" y="159"/>
                      <a:pt x="118" y="170"/>
                      <a:pt x="108" y="180"/>
                    </a:cubicBezTo>
                    <a:cubicBezTo>
                      <a:pt x="99" y="190"/>
                      <a:pt x="88" y="198"/>
                      <a:pt x="76" y="205"/>
                    </a:cubicBezTo>
                    <a:cubicBezTo>
                      <a:pt x="70" y="208"/>
                      <a:pt x="64" y="210"/>
                      <a:pt x="57" y="211"/>
                    </a:cubicBezTo>
                    <a:cubicBezTo>
                      <a:pt x="55" y="212"/>
                      <a:pt x="52" y="212"/>
                      <a:pt x="49" y="212"/>
                    </a:cubicBezTo>
                    <a:cubicBezTo>
                      <a:pt x="45" y="212"/>
                      <a:pt x="41" y="211"/>
                      <a:pt x="37" y="2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7" name="Google Shape;1467;p16"/>
              <p:cNvSpPr/>
              <p:nvPr/>
            </p:nvSpPr>
            <p:spPr>
              <a:xfrm>
                <a:off x="-749900" y="3653278"/>
                <a:ext cx="69480" cy="129960"/>
              </a:xfrm>
              <a:custGeom>
                <a:avLst/>
                <a:gdLst/>
                <a:ahLst/>
                <a:cxnLst/>
                <a:rect l="l" t="t" r="r" b="b"/>
                <a:pathLst>
                  <a:path w="193" h="361" extrusionOk="0">
                    <a:moveTo>
                      <a:pt x="9" y="344"/>
                    </a:moveTo>
                    <a:cubicBezTo>
                      <a:pt x="7" y="342"/>
                      <a:pt x="6" y="339"/>
                      <a:pt x="5" y="336"/>
                    </a:cubicBezTo>
                    <a:cubicBezTo>
                      <a:pt x="4" y="332"/>
                      <a:pt x="3" y="329"/>
                      <a:pt x="2" y="326"/>
                    </a:cubicBezTo>
                    <a:cubicBezTo>
                      <a:pt x="1" y="319"/>
                      <a:pt x="0" y="312"/>
                      <a:pt x="0" y="305"/>
                    </a:cubicBezTo>
                    <a:cubicBezTo>
                      <a:pt x="0" y="295"/>
                      <a:pt x="3" y="284"/>
                      <a:pt x="6" y="274"/>
                    </a:cubicBezTo>
                    <a:cubicBezTo>
                      <a:pt x="8" y="265"/>
                      <a:pt x="12" y="257"/>
                      <a:pt x="16" y="249"/>
                    </a:cubicBezTo>
                    <a:cubicBezTo>
                      <a:pt x="21" y="240"/>
                      <a:pt x="26" y="232"/>
                      <a:pt x="31" y="223"/>
                    </a:cubicBezTo>
                    <a:cubicBezTo>
                      <a:pt x="33" y="219"/>
                      <a:pt x="39" y="218"/>
                      <a:pt x="43" y="221"/>
                    </a:cubicBezTo>
                    <a:cubicBezTo>
                      <a:pt x="47" y="223"/>
                      <a:pt x="48" y="228"/>
                      <a:pt x="46" y="232"/>
                    </a:cubicBezTo>
                    <a:cubicBezTo>
                      <a:pt x="41" y="241"/>
                      <a:pt x="37" y="250"/>
                      <a:pt x="31" y="259"/>
                    </a:cubicBezTo>
                    <a:cubicBezTo>
                      <a:pt x="32" y="258"/>
                      <a:pt x="32" y="258"/>
                      <a:pt x="32" y="258"/>
                    </a:cubicBezTo>
                    <a:cubicBezTo>
                      <a:pt x="29" y="263"/>
                      <a:pt x="27" y="269"/>
                      <a:pt x="24" y="275"/>
                    </a:cubicBezTo>
                    <a:cubicBezTo>
                      <a:pt x="23" y="279"/>
                      <a:pt x="22" y="284"/>
                      <a:pt x="21" y="289"/>
                    </a:cubicBezTo>
                    <a:lnTo>
                      <a:pt x="21" y="288"/>
                    </a:lnTo>
                    <a:cubicBezTo>
                      <a:pt x="20" y="292"/>
                      <a:pt x="20" y="296"/>
                      <a:pt x="19" y="300"/>
                    </a:cubicBezTo>
                    <a:cubicBezTo>
                      <a:pt x="19" y="304"/>
                      <a:pt x="19" y="307"/>
                      <a:pt x="19" y="310"/>
                    </a:cubicBezTo>
                    <a:cubicBezTo>
                      <a:pt x="19" y="314"/>
                      <a:pt x="20" y="318"/>
                      <a:pt x="21" y="323"/>
                    </a:cubicBezTo>
                    <a:cubicBezTo>
                      <a:pt x="21" y="322"/>
                      <a:pt x="21" y="321"/>
                      <a:pt x="20" y="321"/>
                    </a:cubicBezTo>
                    <a:cubicBezTo>
                      <a:pt x="21" y="323"/>
                      <a:pt x="21" y="325"/>
                      <a:pt x="22" y="328"/>
                    </a:cubicBezTo>
                    <a:cubicBezTo>
                      <a:pt x="23" y="329"/>
                      <a:pt x="24" y="331"/>
                      <a:pt x="24" y="332"/>
                    </a:cubicBezTo>
                    <a:cubicBezTo>
                      <a:pt x="25" y="334"/>
                      <a:pt x="25" y="334"/>
                      <a:pt x="25" y="335"/>
                    </a:cubicBezTo>
                    <a:cubicBezTo>
                      <a:pt x="26" y="335"/>
                      <a:pt x="26" y="335"/>
                      <a:pt x="26" y="335"/>
                    </a:cubicBezTo>
                    <a:cubicBezTo>
                      <a:pt x="27" y="336"/>
                      <a:pt x="27" y="336"/>
                      <a:pt x="27" y="336"/>
                    </a:cubicBezTo>
                    <a:cubicBezTo>
                      <a:pt x="28" y="337"/>
                      <a:pt x="29" y="338"/>
                      <a:pt x="31" y="339"/>
                    </a:cubicBezTo>
                    <a:lnTo>
                      <a:pt x="32" y="340"/>
                    </a:lnTo>
                    <a:lnTo>
                      <a:pt x="33" y="341"/>
                    </a:lnTo>
                    <a:cubicBezTo>
                      <a:pt x="34" y="341"/>
                      <a:pt x="34" y="341"/>
                      <a:pt x="35" y="341"/>
                    </a:cubicBezTo>
                    <a:lnTo>
                      <a:pt x="36" y="341"/>
                    </a:lnTo>
                    <a:cubicBezTo>
                      <a:pt x="38" y="340"/>
                      <a:pt x="39" y="339"/>
                      <a:pt x="41" y="339"/>
                    </a:cubicBezTo>
                    <a:cubicBezTo>
                      <a:pt x="43" y="338"/>
                      <a:pt x="45" y="336"/>
                      <a:pt x="46" y="335"/>
                    </a:cubicBezTo>
                    <a:cubicBezTo>
                      <a:pt x="48" y="334"/>
                      <a:pt x="49" y="334"/>
                      <a:pt x="51" y="332"/>
                    </a:cubicBezTo>
                    <a:cubicBezTo>
                      <a:pt x="53" y="330"/>
                      <a:pt x="55" y="328"/>
                      <a:pt x="57" y="326"/>
                    </a:cubicBezTo>
                    <a:cubicBezTo>
                      <a:pt x="59" y="324"/>
                      <a:pt x="61" y="321"/>
                      <a:pt x="63" y="318"/>
                    </a:cubicBezTo>
                    <a:cubicBezTo>
                      <a:pt x="66" y="314"/>
                      <a:pt x="68" y="310"/>
                      <a:pt x="70" y="306"/>
                    </a:cubicBezTo>
                    <a:cubicBezTo>
                      <a:pt x="73" y="300"/>
                      <a:pt x="75" y="295"/>
                      <a:pt x="77" y="289"/>
                    </a:cubicBezTo>
                    <a:lnTo>
                      <a:pt x="77" y="290"/>
                    </a:lnTo>
                    <a:cubicBezTo>
                      <a:pt x="79" y="283"/>
                      <a:pt x="81" y="275"/>
                      <a:pt x="83" y="268"/>
                    </a:cubicBezTo>
                    <a:lnTo>
                      <a:pt x="83" y="269"/>
                    </a:lnTo>
                    <a:cubicBezTo>
                      <a:pt x="87" y="249"/>
                      <a:pt x="89" y="229"/>
                      <a:pt x="91" y="209"/>
                    </a:cubicBezTo>
                    <a:cubicBezTo>
                      <a:pt x="94" y="188"/>
                      <a:pt x="95" y="169"/>
                      <a:pt x="98" y="148"/>
                    </a:cubicBezTo>
                    <a:cubicBezTo>
                      <a:pt x="101" y="120"/>
                      <a:pt x="105" y="91"/>
                      <a:pt x="114" y="64"/>
                    </a:cubicBezTo>
                    <a:cubicBezTo>
                      <a:pt x="118" y="50"/>
                      <a:pt x="123" y="38"/>
                      <a:pt x="131" y="27"/>
                    </a:cubicBezTo>
                    <a:cubicBezTo>
                      <a:pt x="134" y="21"/>
                      <a:pt x="139" y="16"/>
                      <a:pt x="143" y="12"/>
                    </a:cubicBezTo>
                    <a:cubicBezTo>
                      <a:pt x="147" y="7"/>
                      <a:pt x="153" y="4"/>
                      <a:pt x="159" y="2"/>
                    </a:cubicBezTo>
                    <a:cubicBezTo>
                      <a:pt x="164" y="0"/>
                      <a:pt x="171" y="1"/>
                      <a:pt x="176" y="3"/>
                    </a:cubicBezTo>
                    <a:cubicBezTo>
                      <a:pt x="181" y="4"/>
                      <a:pt x="185" y="9"/>
                      <a:pt x="188" y="14"/>
                    </a:cubicBezTo>
                    <a:cubicBezTo>
                      <a:pt x="191" y="18"/>
                      <a:pt x="192" y="24"/>
                      <a:pt x="192" y="29"/>
                    </a:cubicBezTo>
                    <a:cubicBezTo>
                      <a:pt x="192" y="36"/>
                      <a:pt x="190" y="42"/>
                      <a:pt x="189" y="48"/>
                    </a:cubicBezTo>
                    <a:cubicBezTo>
                      <a:pt x="187" y="54"/>
                      <a:pt x="184" y="59"/>
                      <a:pt x="180" y="64"/>
                    </a:cubicBezTo>
                    <a:cubicBezTo>
                      <a:pt x="177" y="70"/>
                      <a:pt x="173" y="74"/>
                      <a:pt x="168" y="77"/>
                    </a:cubicBezTo>
                    <a:cubicBezTo>
                      <a:pt x="163" y="79"/>
                      <a:pt x="158" y="77"/>
                      <a:pt x="154" y="74"/>
                    </a:cubicBezTo>
                    <a:cubicBezTo>
                      <a:pt x="151" y="72"/>
                      <a:pt x="149" y="69"/>
                      <a:pt x="148" y="64"/>
                    </a:cubicBezTo>
                    <a:cubicBezTo>
                      <a:pt x="148" y="62"/>
                      <a:pt x="148" y="59"/>
                      <a:pt x="149" y="57"/>
                    </a:cubicBezTo>
                    <a:cubicBezTo>
                      <a:pt x="151" y="54"/>
                      <a:pt x="154" y="52"/>
                      <a:pt x="157" y="52"/>
                    </a:cubicBezTo>
                    <a:cubicBezTo>
                      <a:pt x="159" y="52"/>
                      <a:pt x="162" y="52"/>
                      <a:pt x="164" y="54"/>
                    </a:cubicBezTo>
                    <a:cubicBezTo>
                      <a:pt x="165" y="52"/>
                      <a:pt x="167" y="49"/>
                      <a:pt x="168" y="46"/>
                    </a:cubicBezTo>
                    <a:cubicBezTo>
                      <a:pt x="169" y="45"/>
                      <a:pt x="169" y="43"/>
                      <a:pt x="170" y="42"/>
                    </a:cubicBezTo>
                    <a:cubicBezTo>
                      <a:pt x="171" y="41"/>
                      <a:pt x="171" y="38"/>
                      <a:pt x="172" y="36"/>
                    </a:cubicBezTo>
                    <a:cubicBezTo>
                      <a:pt x="172" y="35"/>
                      <a:pt x="172" y="33"/>
                      <a:pt x="172" y="31"/>
                    </a:cubicBezTo>
                    <a:cubicBezTo>
                      <a:pt x="172" y="31"/>
                      <a:pt x="172" y="29"/>
                      <a:pt x="172" y="28"/>
                    </a:cubicBezTo>
                    <a:cubicBezTo>
                      <a:pt x="172" y="28"/>
                      <a:pt x="172" y="27"/>
                      <a:pt x="172" y="26"/>
                    </a:cubicBezTo>
                    <a:cubicBezTo>
                      <a:pt x="172" y="25"/>
                      <a:pt x="172" y="25"/>
                      <a:pt x="172" y="24"/>
                    </a:cubicBezTo>
                    <a:cubicBezTo>
                      <a:pt x="171" y="24"/>
                      <a:pt x="171" y="24"/>
                      <a:pt x="171" y="23"/>
                    </a:cubicBezTo>
                    <a:cubicBezTo>
                      <a:pt x="171" y="22"/>
                      <a:pt x="171" y="22"/>
                      <a:pt x="171" y="22"/>
                    </a:cubicBezTo>
                    <a:lnTo>
                      <a:pt x="170" y="22"/>
                    </a:lnTo>
                    <a:cubicBezTo>
                      <a:pt x="170" y="22"/>
                      <a:pt x="169" y="22"/>
                      <a:pt x="169" y="21"/>
                    </a:cubicBezTo>
                    <a:lnTo>
                      <a:pt x="168" y="21"/>
                    </a:lnTo>
                    <a:lnTo>
                      <a:pt x="167" y="21"/>
                    </a:lnTo>
                    <a:lnTo>
                      <a:pt x="166" y="21"/>
                    </a:lnTo>
                    <a:lnTo>
                      <a:pt x="165" y="21"/>
                    </a:lnTo>
                    <a:lnTo>
                      <a:pt x="164" y="21"/>
                    </a:lnTo>
                    <a:cubicBezTo>
                      <a:pt x="163" y="22"/>
                      <a:pt x="162" y="22"/>
                      <a:pt x="162" y="22"/>
                    </a:cubicBezTo>
                    <a:cubicBezTo>
                      <a:pt x="161" y="23"/>
                      <a:pt x="160" y="23"/>
                      <a:pt x="159" y="24"/>
                    </a:cubicBezTo>
                    <a:cubicBezTo>
                      <a:pt x="158" y="25"/>
                      <a:pt x="157" y="25"/>
                      <a:pt x="157" y="26"/>
                    </a:cubicBezTo>
                    <a:cubicBezTo>
                      <a:pt x="155" y="27"/>
                      <a:pt x="154" y="28"/>
                      <a:pt x="152" y="30"/>
                    </a:cubicBezTo>
                    <a:cubicBezTo>
                      <a:pt x="151" y="32"/>
                      <a:pt x="148" y="35"/>
                      <a:pt x="147" y="38"/>
                    </a:cubicBezTo>
                    <a:cubicBezTo>
                      <a:pt x="144" y="42"/>
                      <a:pt x="141" y="46"/>
                      <a:pt x="139" y="50"/>
                    </a:cubicBezTo>
                    <a:cubicBezTo>
                      <a:pt x="140" y="50"/>
                      <a:pt x="140" y="50"/>
                      <a:pt x="140" y="49"/>
                    </a:cubicBezTo>
                    <a:cubicBezTo>
                      <a:pt x="137" y="55"/>
                      <a:pt x="134" y="62"/>
                      <a:pt x="132" y="67"/>
                    </a:cubicBezTo>
                    <a:cubicBezTo>
                      <a:pt x="128" y="80"/>
                      <a:pt x="125" y="93"/>
                      <a:pt x="122" y="106"/>
                    </a:cubicBezTo>
                    <a:lnTo>
                      <a:pt x="122" y="105"/>
                    </a:lnTo>
                    <a:cubicBezTo>
                      <a:pt x="120" y="115"/>
                      <a:pt x="119" y="126"/>
                      <a:pt x="117" y="136"/>
                    </a:cubicBezTo>
                    <a:cubicBezTo>
                      <a:pt x="116" y="140"/>
                      <a:pt x="116" y="145"/>
                      <a:pt x="115" y="149"/>
                    </a:cubicBezTo>
                    <a:cubicBezTo>
                      <a:pt x="115" y="155"/>
                      <a:pt x="114" y="161"/>
                      <a:pt x="113" y="166"/>
                    </a:cubicBezTo>
                    <a:cubicBezTo>
                      <a:pt x="112" y="176"/>
                      <a:pt x="111" y="186"/>
                      <a:pt x="110" y="197"/>
                    </a:cubicBezTo>
                    <a:cubicBezTo>
                      <a:pt x="109" y="206"/>
                      <a:pt x="108" y="216"/>
                      <a:pt x="106" y="226"/>
                    </a:cubicBezTo>
                    <a:cubicBezTo>
                      <a:pt x="106" y="231"/>
                      <a:pt x="105" y="236"/>
                      <a:pt x="104" y="241"/>
                    </a:cubicBezTo>
                    <a:cubicBezTo>
                      <a:pt x="104" y="245"/>
                      <a:pt x="104" y="249"/>
                      <a:pt x="102" y="253"/>
                    </a:cubicBezTo>
                    <a:cubicBezTo>
                      <a:pt x="102" y="259"/>
                      <a:pt x="101" y="265"/>
                      <a:pt x="99" y="271"/>
                    </a:cubicBezTo>
                    <a:cubicBezTo>
                      <a:pt x="98" y="276"/>
                      <a:pt x="97" y="282"/>
                      <a:pt x="95" y="287"/>
                    </a:cubicBezTo>
                    <a:cubicBezTo>
                      <a:pt x="94" y="293"/>
                      <a:pt x="91" y="300"/>
                      <a:pt x="89" y="306"/>
                    </a:cubicBezTo>
                    <a:cubicBezTo>
                      <a:pt x="84" y="318"/>
                      <a:pt x="77" y="330"/>
                      <a:pt x="69" y="340"/>
                    </a:cubicBezTo>
                    <a:cubicBezTo>
                      <a:pt x="65" y="345"/>
                      <a:pt x="60" y="349"/>
                      <a:pt x="55" y="352"/>
                    </a:cubicBezTo>
                    <a:cubicBezTo>
                      <a:pt x="53" y="353"/>
                      <a:pt x="50" y="355"/>
                      <a:pt x="48" y="356"/>
                    </a:cubicBezTo>
                    <a:cubicBezTo>
                      <a:pt x="45" y="358"/>
                      <a:pt x="41" y="359"/>
                      <a:pt x="38" y="360"/>
                    </a:cubicBezTo>
                    <a:cubicBezTo>
                      <a:pt x="37" y="360"/>
                      <a:pt x="36" y="360"/>
                      <a:pt x="35" y="360"/>
                    </a:cubicBezTo>
                    <a:cubicBezTo>
                      <a:pt x="24" y="360"/>
                      <a:pt x="14" y="353"/>
                      <a:pt x="9" y="3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8" name="Google Shape;1468;p16"/>
              <p:cNvSpPr/>
              <p:nvPr/>
            </p:nvSpPr>
            <p:spPr>
              <a:xfrm>
                <a:off x="-733700" y="3704038"/>
                <a:ext cx="53640" cy="16920"/>
              </a:xfrm>
              <a:custGeom>
                <a:avLst/>
                <a:gdLst/>
                <a:ahLst/>
                <a:cxnLst/>
                <a:rect l="l" t="t" r="r" b="b"/>
                <a:pathLst>
                  <a:path w="149" h="47" extrusionOk="0">
                    <a:moveTo>
                      <a:pt x="24" y="46"/>
                    </a:moveTo>
                    <a:cubicBezTo>
                      <a:pt x="21" y="46"/>
                      <a:pt x="18" y="45"/>
                      <a:pt x="15" y="45"/>
                    </a:cubicBezTo>
                    <a:cubicBezTo>
                      <a:pt x="14" y="45"/>
                      <a:pt x="13" y="45"/>
                      <a:pt x="12" y="45"/>
                    </a:cubicBezTo>
                    <a:cubicBezTo>
                      <a:pt x="10" y="45"/>
                      <a:pt x="8" y="44"/>
                      <a:pt x="7" y="43"/>
                    </a:cubicBezTo>
                    <a:cubicBezTo>
                      <a:pt x="5" y="42"/>
                      <a:pt x="4" y="41"/>
                      <a:pt x="3" y="39"/>
                    </a:cubicBezTo>
                    <a:cubicBezTo>
                      <a:pt x="0" y="35"/>
                      <a:pt x="0" y="29"/>
                      <a:pt x="5" y="25"/>
                    </a:cubicBezTo>
                    <a:cubicBezTo>
                      <a:pt x="7" y="24"/>
                      <a:pt x="8" y="22"/>
                      <a:pt x="11" y="21"/>
                    </a:cubicBezTo>
                    <a:cubicBezTo>
                      <a:pt x="14" y="20"/>
                      <a:pt x="17" y="19"/>
                      <a:pt x="20" y="18"/>
                    </a:cubicBezTo>
                    <a:cubicBezTo>
                      <a:pt x="25" y="16"/>
                      <a:pt x="30" y="14"/>
                      <a:pt x="35" y="13"/>
                    </a:cubicBezTo>
                    <a:cubicBezTo>
                      <a:pt x="40" y="13"/>
                      <a:pt x="44" y="11"/>
                      <a:pt x="49" y="10"/>
                    </a:cubicBezTo>
                    <a:cubicBezTo>
                      <a:pt x="53" y="10"/>
                      <a:pt x="59" y="9"/>
                      <a:pt x="63" y="8"/>
                    </a:cubicBezTo>
                    <a:cubicBezTo>
                      <a:pt x="68" y="7"/>
                      <a:pt x="72" y="7"/>
                      <a:pt x="76" y="6"/>
                    </a:cubicBezTo>
                    <a:cubicBezTo>
                      <a:pt x="96" y="4"/>
                      <a:pt x="117" y="2"/>
                      <a:pt x="137" y="0"/>
                    </a:cubicBezTo>
                    <a:cubicBezTo>
                      <a:pt x="142" y="0"/>
                      <a:pt x="146" y="3"/>
                      <a:pt x="147" y="7"/>
                    </a:cubicBezTo>
                    <a:cubicBezTo>
                      <a:pt x="148" y="12"/>
                      <a:pt x="144" y="17"/>
                      <a:pt x="140" y="17"/>
                    </a:cubicBezTo>
                    <a:cubicBezTo>
                      <a:pt x="131" y="18"/>
                      <a:pt x="123" y="20"/>
                      <a:pt x="114" y="20"/>
                    </a:cubicBezTo>
                    <a:cubicBezTo>
                      <a:pt x="107" y="21"/>
                      <a:pt x="99" y="22"/>
                      <a:pt x="92" y="23"/>
                    </a:cubicBezTo>
                    <a:cubicBezTo>
                      <a:pt x="84" y="24"/>
                      <a:pt x="76" y="25"/>
                      <a:pt x="68" y="26"/>
                    </a:cubicBezTo>
                    <a:cubicBezTo>
                      <a:pt x="63" y="27"/>
                      <a:pt x="57" y="28"/>
                      <a:pt x="52" y="29"/>
                    </a:cubicBezTo>
                    <a:cubicBezTo>
                      <a:pt x="46" y="31"/>
                      <a:pt x="40" y="32"/>
                      <a:pt x="34" y="34"/>
                    </a:cubicBezTo>
                    <a:cubicBezTo>
                      <a:pt x="35" y="35"/>
                      <a:pt x="35" y="35"/>
                      <a:pt x="35" y="35"/>
                    </a:cubicBezTo>
                    <a:cubicBezTo>
                      <a:pt x="35" y="41"/>
                      <a:pt x="30" y="46"/>
                      <a:pt x="25" y="46"/>
                    </a:cubicBezTo>
                    <a:cubicBezTo>
                      <a:pt x="24" y="46"/>
                      <a:pt x="24" y="46"/>
                      <a:pt x="24" y="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9" name="Google Shape;1469;p16"/>
              <p:cNvSpPr/>
              <p:nvPr/>
            </p:nvSpPr>
            <p:spPr>
              <a:xfrm>
                <a:off x="-672860" y="3660477"/>
                <a:ext cx="33840" cy="91440"/>
              </a:xfrm>
              <a:custGeom>
                <a:avLst/>
                <a:gdLst/>
                <a:ahLst/>
                <a:cxnLst/>
                <a:rect l="l" t="t" r="r" b="b"/>
                <a:pathLst>
                  <a:path w="94" h="254" extrusionOk="0">
                    <a:moveTo>
                      <a:pt x="11" y="248"/>
                    </a:moveTo>
                    <a:cubicBezTo>
                      <a:pt x="7" y="235"/>
                      <a:pt x="3" y="224"/>
                      <a:pt x="1" y="212"/>
                    </a:cubicBezTo>
                    <a:cubicBezTo>
                      <a:pt x="0" y="200"/>
                      <a:pt x="0" y="188"/>
                      <a:pt x="0" y="176"/>
                    </a:cubicBezTo>
                    <a:cubicBezTo>
                      <a:pt x="0" y="170"/>
                      <a:pt x="1" y="163"/>
                      <a:pt x="2" y="156"/>
                    </a:cubicBezTo>
                    <a:cubicBezTo>
                      <a:pt x="3" y="149"/>
                      <a:pt x="4" y="143"/>
                      <a:pt x="5" y="136"/>
                    </a:cubicBezTo>
                    <a:cubicBezTo>
                      <a:pt x="5" y="136"/>
                      <a:pt x="6" y="135"/>
                      <a:pt x="6" y="134"/>
                    </a:cubicBezTo>
                    <a:cubicBezTo>
                      <a:pt x="6" y="134"/>
                      <a:pt x="6" y="133"/>
                      <a:pt x="6" y="132"/>
                    </a:cubicBezTo>
                    <a:lnTo>
                      <a:pt x="6" y="133"/>
                    </a:lnTo>
                    <a:cubicBezTo>
                      <a:pt x="7" y="131"/>
                      <a:pt x="7" y="129"/>
                      <a:pt x="7" y="127"/>
                    </a:cubicBezTo>
                    <a:cubicBezTo>
                      <a:pt x="8" y="125"/>
                      <a:pt x="8" y="124"/>
                      <a:pt x="8" y="122"/>
                    </a:cubicBezTo>
                    <a:lnTo>
                      <a:pt x="8" y="123"/>
                    </a:lnTo>
                    <a:cubicBezTo>
                      <a:pt x="9" y="118"/>
                      <a:pt x="11" y="114"/>
                      <a:pt x="12" y="110"/>
                    </a:cubicBezTo>
                    <a:cubicBezTo>
                      <a:pt x="13" y="106"/>
                      <a:pt x="14" y="101"/>
                      <a:pt x="15" y="97"/>
                    </a:cubicBezTo>
                    <a:lnTo>
                      <a:pt x="15" y="96"/>
                    </a:lnTo>
                    <a:lnTo>
                      <a:pt x="16" y="95"/>
                    </a:lnTo>
                    <a:cubicBezTo>
                      <a:pt x="16" y="95"/>
                      <a:pt x="15" y="95"/>
                      <a:pt x="15" y="96"/>
                    </a:cubicBezTo>
                    <a:cubicBezTo>
                      <a:pt x="16" y="95"/>
                      <a:pt x="16" y="95"/>
                      <a:pt x="16" y="95"/>
                    </a:cubicBezTo>
                    <a:cubicBezTo>
                      <a:pt x="17" y="93"/>
                      <a:pt x="17" y="92"/>
                      <a:pt x="17" y="90"/>
                    </a:cubicBezTo>
                    <a:cubicBezTo>
                      <a:pt x="17" y="91"/>
                      <a:pt x="17" y="91"/>
                      <a:pt x="17" y="92"/>
                    </a:cubicBezTo>
                    <a:cubicBezTo>
                      <a:pt x="17" y="90"/>
                      <a:pt x="18" y="90"/>
                      <a:pt x="18" y="89"/>
                    </a:cubicBezTo>
                    <a:lnTo>
                      <a:pt x="18" y="90"/>
                    </a:lnTo>
                    <a:cubicBezTo>
                      <a:pt x="18" y="89"/>
                      <a:pt x="19" y="87"/>
                      <a:pt x="19" y="85"/>
                    </a:cubicBezTo>
                    <a:cubicBezTo>
                      <a:pt x="19" y="86"/>
                      <a:pt x="19" y="86"/>
                      <a:pt x="19" y="86"/>
                    </a:cubicBezTo>
                    <a:cubicBezTo>
                      <a:pt x="19" y="86"/>
                      <a:pt x="19" y="85"/>
                      <a:pt x="19" y="83"/>
                    </a:cubicBezTo>
                    <a:cubicBezTo>
                      <a:pt x="19" y="84"/>
                      <a:pt x="19" y="85"/>
                      <a:pt x="19" y="85"/>
                    </a:cubicBezTo>
                    <a:cubicBezTo>
                      <a:pt x="20" y="83"/>
                      <a:pt x="20" y="82"/>
                      <a:pt x="21" y="81"/>
                    </a:cubicBezTo>
                    <a:cubicBezTo>
                      <a:pt x="21" y="81"/>
                      <a:pt x="21" y="82"/>
                      <a:pt x="20" y="82"/>
                    </a:cubicBezTo>
                    <a:cubicBezTo>
                      <a:pt x="21" y="81"/>
                      <a:pt x="21" y="81"/>
                      <a:pt x="21" y="79"/>
                    </a:cubicBezTo>
                    <a:cubicBezTo>
                      <a:pt x="22" y="78"/>
                      <a:pt x="22" y="77"/>
                      <a:pt x="22" y="76"/>
                    </a:cubicBezTo>
                    <a:lnTo>
                      <a:pt x="23" y="75"/>
                    </a:lnTo>
                    <a:cubicBezTo>
                      <a:pt x="23" y="74"/>
                      <a:pt x="23" y="74"/>
                      <a:pt x="24" y="73"/>
                    </a:cubicBezTo>
                    <a:cubicBezTo>
                      <a:pt x="24" y="74"/>
                      <a:pt x="23" y="74"/>
                      <a:pt x="23" y="74"/>
                    </a:cubicBezTo>
                    <a:cubicBezTo>
                      <a:pt x="26" y="66"/>
                      <a:pt x="29" y="58"/>
                      <a:pt x="33" y="51"/>
                    </a:cubicBezTo>
                    <a:cubicBezTo>
                      <a:pt x="37" y="42"/>
                      <a:pt x="42" y="33"/>
                      <a:pt x="47" y="25"/>
                    </a:cubicBezTo>
                    <a:cubicBezTo>
                      <a:pt x="52" y="18"/>
                      <a:pt x="58" y="11"/>
                      <a:pt x="66" y="5"/>
                    </a:cubicBezTo>
                    <a:cubicBezTo>
                      <a:pt x="69" y="4"/>
                      <a:pt x="72" y="2"/>
                      <a:pt x="75" y="1"/>
                    </a:cubicBezTo>
                    <a:cubicBezTo>
                      <a:pt x="78" y="0"/>
                      <a:pt x="81" y="0"/>
                      <a:pt x="83" y="0"/>
                    </a:cubicBezTo>
                    <a:cubicBezTo>
                      <a:pt x="89" y="0"/>
                      <a:pt x="93" y="5"/>
                      <a:pt x="93" y="10"/>
                    </a:cubicBezTo>
                    <a:cubicBezTo>
                      <a:pt x="93" y="15"/>
                      <a:pt x="89" y="21"/>
                      <a:pt x="83" y="20"/>
                    </a:cubicBezTo>
                    <a:cubicBezTo>
                      <a:pt x="82" y="20"/>
                      <a:pt x="81" y="20"/>
                      <a:pt x="79" y="20"/>
                    </a:cubicBezTo>
                    <a:cubicBezTo>
                      <a:pt x="79" y="21"/>
                      <a:pt x="79" y="21"/>
                      <a:pt x="79" y="21"/>
                    </a:cubicBezTo>
                    <a:cubicBezTo>
                      <a:pt x="78" y="21"/>
                      <a:pt x="77" y="22"/>
                      <a:pt x="77" y="22"/>
                    </a:cubicBezTo>
                    <a:cubicBezTo>
                      <a:pt x="75" y="23"/>
                      <a:pt x="74" y="25"/>
                      <a:pt x="72" y="26"/>
                    </a:cubicBezTo>
                    <a:cubicBezTo>
                      <a:pt x="70" y="27"/>
                      <a:pt x="68" y="29"/>
                      <a:pt x="67" y="30"/>
                    </a:cubicBezTo>
                    <a:cubicBezTo>
                      <a:pt x="65" y="33"/>
                      <a:pt x="63" y="35"/>
                      <a:pt x="61" y="38"/>
                    </a:cubicBezTo>
                    <a:cubicBezTo>
                      <a:pt x="57" y="44"/>
                      <a:pt x="54" y="50"/>
                      <a:pt x="51" y="57"/>
                    </a:cubicBezTo>
                    <a:lnTo>
                      <a:pt x="51" y="56"/>
                    </a:lnTo>
                    <a:cubicBezTo>
                      <a:pt x="46" y="65"/>
                      <a:pt x="42" y="75"/>
                      <a:pt x="39" y="85"/>
                    </a:cubicBezTo>
                    <a:cubicBezTo>
                      <a:pt x="36" y="91"/>
                      <a:pt x="35" y="97"/>
                      <a:pt x="32" y="103"/>
                    </a:cubicBezTo>
                    <a:cubicBezTo>
                      <a:pt x="31" y="110"/>
                      <a:pt x="28" y="117"/>
                      <a:pt x="26" y="125"/>
                    </a:cubicBezTo>
                    <a:cubicBezTo>
                      <a:pt x="25" y="128"/>
                      <a:pt x="25" y="130"/>
                      <a:pt x="25" y="133"/>
                    </a:cubicBezTo>
                    <a:cubicBezTo>
                      <a:pt x="24" y="136"/>
                      <a:pt x="23" y="140"/>
                      <a:pt x="22" y="143"/>
                    </a:cubicBezTo>
                    <a:cubicBezTo>
                      <a:pt x="21" y="149"/>
                      <a:pt x="20" y="154"/>
                      <a:pt x="19" y="159"/>
                    </a:cubicBezTo>
                    <a:cubicBezTo>
                      <a:pt x="19" y="165"/>
                      <a:pt x="18" y="171"/>
                      <a:pt x="18" y="177"/>
                    </a:cubicBezTo>
                    <a:cubicBezTo>
                      <a:pt x="18" y="185"/>
                      <a:pt x="18" y="193"/>
                      <a:pt x="18" y="201"/>
                    </a:cubicBezTo>
                    <a:lnTo>
                      <a:pt x="18" y="200"/>
                    </a:lnTo>
                    <a:cubicBezTo>
                      <a:pt x="18" y="206"/>
                      <a:pt x="19" y="212"/>
                      <a:pt x="20" y="217"/>
                    </a:cubicBezTo>
                    <a:cubicBezTo>
                      <a:pt x="22" y="224"/>
                      <a:pt x="24" y="230"/>
                      <a:pt x="26" y="236"/>
                    </a:cubicBezTo>
                    <a:cubicBezTo>
                      <a:pt x="25" y="235"/>
                      <a:pt x="25" y="235"/>
                      <a:pt x="25" y="235"/>
                    </a:cubicBezTo>
                    <a:cubicBezTo>
                      <a:pt x="26" y="237"/>
                      <a:pt x="26" y="238"/>
                      <a:pt x="27" y="240"/>
                    </a:cubicBezTo>
                    <a:cubicBezTo>
                      <a:pt x="29" y="245"/>
                      <a:pt x="27" y="250"/>
                      <a:pt x="22" y="252"/>
                    </a:cubicBezTo>
                    <a:cubicBezTo>
                      <a:pt x="21" y="253"/>
                      <a:pt x="20" y="253"/>
                      <a:pt x="19" y="253"/>
                    </a:cubicBezTo>
                    <a:cubicBezTo>
                      <a:pt x="15" y="253"/>
                      <a:pt x="12" y="251"/>
                      <a:pt x="11" y="24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0" name="Google Shape;1470;p16"/>
              <p:cNvSpPr/>
              <p:nvPr/>
            </p:nvSpPr>
            <p:spPr>
              <a:xfrm>
                <a:off x="-627500" y="3693598"/>
                <a:ext cx="54720" cy="3888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108" extrusionOk="0">
                    <a:moveTo>
                      <a:pt x="22" y="88"/>
                    </a:moveTo>
                    <a:cubicBezTo>
                      <a:pt x="22" y="88"/>
                      <a:pt x="22" y="87"/>
                      <a:pt x="21" y="87"/>
                    </a:cubicBezTo>
                    <a:cubicBezTo>
                      <a:pt x="22" y="87"/>
                      <a:pt x="22" y="87"/>
                      <a:pt x="22" y="87"/>
                    </a:cubicBezTo>
                    <a:lnTo>
                      <a:pt x="23" y="88"/>
                    </a:lnTo>
                    <a:lnTo>
                      <a:pt x="24" y="88"/>
                    </a:lnTo>
                    <a:cubicBezTo>
                      <a:pt x="25" y="88"/>
                      <a:pt x="25" y="88"/>
                      <a:pt x="25" y="88"/>
                    </a:cubicBezTo>
                    <a:cubicBezTo>
                      <a:pt x="26" y="87"/>
                      <a:pt x="27" y="87"/>
                      <a:pt x="28" y="86"/>
                    </a:cubicBezTo>
                    <a:cubicBezTo>
                      <a:pt x="28" y="86"/>
                      <a:pt x="28" y="87"/>
                      <a:pt x="27" y="87"/>
                    </a:cubicBezTo>
                    <a:cubicBezTo>
                      <a:pt x="28" y="86"/>
                      <a:pt x="29" y="86"/>
                      <a:pt x="30" y="86"/>
                    </a:cubicBezTo>
                    <a:cubicBezTo>
                      <a:pt x="31" y="85"/>
                      <a:pt x="32" y="85"/>
                      <a:pt x="33" y="83"/>
                    </a:cubicBezTo>
                    <a:cubicBezTo>
                      <a:pt x="35" y="82"/>
                      <a:pt x="38" y="81"/>
                      <a:pt x="39" y="79"/>
                    </a:cubicBezTo>
                    <a:cubicBezTo>
                      <a:pt x="41" y="78"/>
                      <a:pt x="43" y="75"/>
                      <a:pt x="45" y="74"/>
                    </a:cubicBezTo>
                    <a:cubicBezTo>
                      <a:pt x="48" y="70"/>
                      <a:pt x="50" y="67"/>
                      <a:pt x="53" y="63"/>
                    </a:cubicBezTo>
                    <a:cubicBezTo>
                      <a:pt x="56" y="59"/>
                      <a:pt x="58" y="55"/>
                      <a:pt x="60" y="51"/>
                    </a:cubicBezTo>
                    <a:lnTo>
                      <a:pt x="60" y="52"/>
                    </a:lnTo>
                    <a:cubicBezTo>
                      <a:pt x="62" y="47"/>
                      <a:pt x="64" y="42"/>
                      <a:pt x="67" y="37"/>
                    </a:cubicBezTo>
                    <a:cubicBezTo>
                      <a:pt x="67" y="36"/>
                      <a:pt x="67" y="35"/>
                      <a:pt x="67" y="33"/>
                    </a:cubicBezTo>
                    <a:cubicBezTo>
                      <a:pt x="68" y="32"/>
                      <a:pt x="68" y="31"/>
                      <a:pt x="68" y="30"/>
                    </a:cubicBezTo>
                    <a:cubicBezTo>
                      <a:pt x="69" y="28"/>
                      <a:pt x="70" y="27"/>
                      <a:pt x="71" y="26"/>
                    </a:cubicBezTo>
                    <a:cubicBezTo>
                      <a:pt x="72" y="24"/>
                      <a:pt x="74" y="23"/>
                      <a:pt x="77" y="22"/>
                    </a:cubicBezTo>
                    <a:cubicBezTo>
                      <a:pt x="76" y="22"/>
                      <a:pt x="75" y="22"/>
                      <a:pt x="75" y="22"/>
                    </a:cubicBezTo>
                    <a:cubicBezTo>
                      <a:pt x="74" y="21"/>
                      <a:pt x="72" y="21"/>
                      <a:pt x="71" y="21"/>
                    </a:cubicBezTo>
                    <a:cubicBezTo>
                      <a:pt x="70" y="21"/>
                      <a:pt x="69" y="21"/>
                      <a:pt x="68" y="20"/>
                    </a:cubicBezTo>
                    <a:cubicBezTo>
                      <a:pt x="67" y="20"/>
                      <a:pt x="65" y="20"/>
                      <a:pt x="64" y="20"/>
                    </a:cubicBezTo>
                    <a:cubicBezTo>
                      <a:pt x="63" y="21"/>
                      <a:pt x="63" y="21"/>
                      <a:pt x="62" y="21"/>
                    </a:cubicBezTo>
                    <a:cubicBezTo>
                      <a:pt x="60" y="21"/>
                      <a:pt x="59" y="21"/>
                      <a:pt x="58" y="22"/>
                    </a:cubicBezTo>
                    <a:cubicBezTo>
                      <a:pt x="56" y="22"/>
                      <a:pt x="55" y="23"/>
                      <a:pt x="54" y="24"/>
                    </a:cubicBezTo>
                    <a:cubicBezTo>
                      <a:pt x="53" y="24"/>
                      <a:pt x="53" y="24"/>
                      <a:pt x="53" y="24"/>
                    </a:cubicBezTo>
                    <a:cubicBezTo>
                      <a:pt x="50" y="26"/>
                      <a:pt x="47" y="28"/>
                      <a:pt x="46" y="30"/>
                    </a:cubicBezTo>
                    <a:cubicBezTo>
                      <a:pt x="43" y="32"/>
                      <a:pt x="40" y="35"/>
                      <a:pt x="38" y="38"/>
                    </a:cubicBezTo>
                    <a:cubicBezTo>
                      <a:pt x="36" y="40"/>
                      <a:pt x="35" y="42"/>
                      <a:pt x="33" y="43"/>
                    </a:cubicBezTo>
                    <a:cubicBezTo>
                      <a:pt x="31" y="47"/>
                      <a:pt x="29" y="50"/>
                      <a:pt x="27" y="53"/>
                    </a:cubicBezTo>
                    <a:cubicBezTo>
                      <a:pt x="26" y="56"/>
                      <a:pt x="25" y="59"/>
                      <a:pt x="24" y="63"/>
                    </a:cubicBezTo>
                    <a:cubicBezTo>
                      <a:pt x="22" y="66"/>
                      <a:pt x="21" y="69"/>
                      <a:pt x="21" y="72"/>
                    </a:cubicBezTo>
                    <a:cubicBezTo>
                      <a:pt x="20" y="75"/>
                      <a:pt x="20" y="76"/>
                      <a:pt x="19" y="79"/>
                    </a:cubicBezTo>
                    <a:cubicBezTo>
                      <a:pt x="19" y="80"/>
                      <a:pt x="19" y="82"/>
                      <a:pt x="19" y="83"/>
                    </a:cubicBezTo>
                    <a:lnTo>
                      <a:pt x="20" y="83"/>
                    </a:lnTo>
                    <a:cubicBezTo>
                      <a:pt x="20" y="84"/>
                      <a:pt x="20" y="85"/>
                      <a:pt x="20" y="85"/>
                    </a:cubicBezTo>
                    <a:lnTo>
                      <a:pt x="21" y="85"/>
                    </a:lnTo>
                    <a:cubicBezTo>
                      <a:pt x="21" y="86"/>
                      <a:pt x="21" y="86"/>
                      <a:pt x="21" y="86"/>
                    </a:cubicBezTo>
                    <a:cubicBezTo>
                      <a:pt x="22" y="87"/>
                      <a:pt x="22" y="87"/>
                      <a:pt x="22" y="88"/>
                    </a:cubicBezTo>
                    <a:moveTo>
                      <a:pt x="14" y="105"/>
                    </a:moveTo>
                    <a:cubicBezTo>
                      <a:pt x="10" y="103"/>
                      <a:pt x="5" y="99"/>
                      <a:pt x="3" y="94"/>
                    </a:cubicBezTo>
                    <a:cubicBezTo>
                      <a:pt x="2" y="91"/>
                      <a:pt x="1" y="89"/>
                      <a:pt x="1" y="86"/>
                    </a:cubicBezTo>
                    <a:cubicBezTo>
                      <a:pt x="0" y="82"/>
                      <a:pt x="1" y="78"/>
                      <a:pt x="1" y="75"/>
                    </a:cubicBezTo>
                    <a:cubicBezTo>
                      <a:pt x="2" y="68"/>
                      <a:pt x="4" y="62"/>
                      <a:pt x="6" y="56"/>
                    </a:cubicBezTo>
                    <a:cubicBezTo>
                      <a:pt x="8" y="48"/>
                      <a:pt x="12" y="42"/>
                      <a:pt x="16" y="35"/>
                    </a:cubicBezTo>
                    <a:cubicBezTo>
                      <a:pt x="19" y="29"/>
                      <a:pt x="24" y="24"/>
                      <a:pt x="29" y="19"/>
                    </a:cubicBezTo>
                    <a:cubicBezTo>
                      <a:pt x="33" y="14"/>
                      <a:pt x="39" y="10"/>
                      <a:pt x="45" y="7"/>
                    </a:cubicBezTo>
                    <a:cubicBezTo>
                      <a:pt x="50" y="3"/>
                      <a:pt x="57" y="1"/>
                      <a:pt x="64" y="1"/>
                    </a:cubicBezTo>
                    <a:cubicBezTo>
                      <a:pt x="70" y="0"/>
                      <a:pt x="77" y="1"/>
                      <a:pt x="83" y="4"/>
                    </a:cubicBezTo>
                    <a:cubicBezTo>
                      <a:pt x="89" y="5"/>
                      <a:pt x="93" y="10"/>
                      <a:pt x="96" y="15"/>
                    </a:cubicBezTo>
                    <a:cubicBezTo>
                      <a:pt x="99" y="19"/>
                      <a:pt x="100" y="25"/>
                      <a:pt x="99" y="31"/>
                    </a:cubicBezTo>
                    <a:cubicBezTo>
                      <a:pt x="98" y="34"/>
                      <a:pt x="96" y="36"/>
                      <a:pt x="92" y="38"/>
                    </a:cubicBezTo>
                    <a:cubicBezTo>
                      <a:pt x="93" y="39"/>
                      <a:pt x="93" y="42"/>
                      <a:pt x="94" y="44"/>
                    </a:cubicBezTo>
                    <a:cubicBezTo>
                      <a:pt x="95" y="48"/>
                      <a:pt x="96" y="52"/>
                      <a:pt x="98" y="56"/>
                    </a:cubicBezTo>
                    <a:cubicBezTo>
                      <a:pt x="99" y="62"/>
                      <a:pt x="100" y="67"/>
                      <a:pt x="102" y="73"/>
                    </a:cubicBezTo>
                    <a:cubicBezTo>
                      <a:pt x="103" y="75"/>
                      <a:pt x="104" y="78"/>
                      <a:pt x="105" y="79"/>
                    </a:cubicBezTo>
                    <a:cubicBezTo>
                      <a:pt x="106" y="81"/>
                      <a:pt x="106" y="82"/>
                      <a:pt x="107" y="83"/>
                    </a:cubicBezTo>
                    <a:cubicBezTo>
                      <a:pt x="107" y="83"/>
                      <a:pt x="108" y="84"/>
                      <a:pt x="109" y="85"/>
                    </a:cubicBezTo>
                    <a:cubicBezTo>
                      <a:pt x="109" y="85"/>
                      <a:pt x="110" y="85"/>
                      <a:pt x="110" y="86"/>
                    </a:cubicBezTo>
                    <a:cubicBezTo>
                      <a:pt x="111" y="86"/>
                      <a:pt x="111" y="85"/>
                      <a:pt x="111" y="85"/>
                    </a:cubicBezTo>
                    <a:cubicBezTo>
                      <a:pt x="112" y="85"/>
                      <a:pt x="112" y="85"/>
                      <a:pt x="112" y="85"/>
                    </a:cubicBezTo>
                    <a:cubicBezTo>
                      <a:pt x="113" y="85"/>
                      <a:pt x="114" y="85"/>
                      <a:pt x="115" y="84"/>
                    </a:cubicBezTo>
                    <a:lnTo>
                      <a:pt x="116" y="83"/>
                    </a:lnTo>
                    <a:cubicBezTo>
                      <a:pt x="118" y="82"/>
                      <a:pt x="120" y="81"/>
                      <a:pt x="121" y="79"/>
                    </a:cubicBezTo>
                    <a:cubicBezTo>
                      <a:pt x="123" y="77"/>
                      <a:pt x="126" y="75"/>
                      <a:pt x="128" y="72"/>
                    </a:cubicBezTo>
                    <a:cubicBezTo>
                      <a:pt x="129" y="71"/>
                      <a:pt x="131" y="68"/>
                      <a:pt x="132" y="67"/>
                    </a:cubicBezTo>
                    <a:cubicBezTo>
                      <a:pt x="135" y="63"/>
                      <a:pt x="142" y="62"/>
                      <a:pt x="146" y="65"/>
                    </a:cubicBezTo>
                    <a:cubicBezTo>
                      <a:pt x="150" y="68"/>
                      <a:pt x="151" y="74"/>
                      <a:pt x="147" y="78"/>
                    </a:cubicBezTo>
                    <a:cubicBezTo>
                      <a:pt x="139" y="89"/>
                      <a:pt x="130" y="100"/>
                      <a:pt x="116" y="104"/>
                    </a:cubicBezTo>
                    <a:cubicBezTo>
                      <a:pt x="110" y="106"/>
                      <a:pt x="103" y="105"/>
                      <a:pt x="98" y="101"/>
                    </a:cubicBezTo>
                    <a:cubicBezTo>
                      <a:pt x="92" y="97"/>
                      <a:pt x="89" y="91"/>
                      <a:pt x="86" y="85"/>
                    </a:cubicBezTo>
                    <a:cubicBezTo>
                      <a:pt x="84" y="78"/>
                      <a:pt x="82" y="71"/>
                      <a:pt x="79" y="64"/>
                    </a:cubicBezTo>
                    <a:cubicBezTo>
                      <a:pt x="79" y="62"/>
                      <a:pt x="78" y="60"/>
                      <a:pt x="78" y="58"/>
                    </a:cubicBezTo>
                    <a:cubicBezTo>
                      <a:pt x="76" y="61"/>
                      <a:pt x="74" y="64"/>
                      <a:pt x="72" y="68"/>
                    </a:cubicBezTo>
                    <a:cubicBezTo>
                      <a:pt x="66" y="78"/>
                      <a:pt x="58" y="88"/>
                      <a:pt x="49" y="96"/>
                    </a:cubicBezTo>
                    <a:cubicBezTo>
                      <a:pt x="43" y="100"/>
                      <a:pt x="38" y="103"/>
                      <a:pt x="32" y="106"/>
                    </a:cubicBezTo>
                    <a:cubicBezTo>
                      <a:pt x="29" y="106"/>
                      <a:pt x="27" y="107"/>
                      <a:pt x="24" y="107"/>
                    </a:cubicBezTo>
                    <a:cubicBezTo>
                      <a:pt x="21" y="107"/>
                      <a:pt x="18" y="106"/>
                      <a:pt x="14" y="1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1" name="Google Shape;1471;p16"/>
              <p:cNvSpPr/>
              <p:nvPr/>
            </p:nvSpPr>
            <p:spPr>
              <a:xfrm>
                <a:off x="-594020" y="3656878"/>
                <a:ext cx="42840" cy="13680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380" extrusionOk="0">
                    <a:moveTo>
                      <a:pt x="4" y="377"/>
                    </a:moveTo>
                    <a:cubicBezTo>
                      <a:pt x="0" y="374"/>
                      <a:pt x="0" y="368"/>
                      <a:pt x="4" y="364"/>
                    </a:cubicBezTo>
                    <a:cubicBezTo>
                      <a:pt x="10" y="359"/>
                      <a:pt x="16" y="352"/>
                      <a:pt x="22" y="346"/>
                    </a:cubicBezTo>
                    <a:cubicBezTo>
                      <a:pt x="31" y="338"/>
                      <a:pt x="39" y="329"/>
                      <a:pt x="47" y="320"/>
                    </a:cubicBezTo>
                    <a:cubicBezTo>
                      <a:pt x="52" y="314"/>
                      <a:pt x="57" y="308"/>
                      <a:pt x="61" y="301"/>
                    </a:cubicBezTo>
                    <a:lnTo>
                      <a:pt x="61" y="302"/>
                    </a:lnTo>
                    <a:cubicBezTo>
                      <a:pt x="68" y="292"/>
                      <a:pt x="75" y="280"/>
                      <a:pt x="81" y="269"/>
                    </a:cubicBezTo>
                    <a:lnTo>
                      <a:pt x="80" y="269"/>
                    </a:lnTo>
                    <a:cubicBezTo>
                      <a:pt x="84" y="261"/>
                      <a:pt x="88" y="253"/>
                      <a:pt x="91" y="244"/>
                    </a:cubicBezTo>
                    <a:cubicBezTo>
                      <a:pt x="94" y="236"/>
                      <a:pt x="96" y="229"/>
                      <a:pt x="98" y="220"/>
                    </a:cubicBezTo>
                    <a:cubicBezTo>
                      <a:pt x="99" y="215"/>
                      <a:pt x="99" y="211"/>
                      <a:pt x="100" y="205"/>
                    </a:cubicBezTo>
                    <a:cubicBezTo>
                      <a:pt x="100" y="198"/>
                      <a:pt x="100" y="191"/>
                      <a:pt x="100" y="184"/>
                    </a:cubicBezTo>
                    <a:cubicBezTo>
                      <a:pt x="100" y="177"/>
                      <a:pt x="99" y="169"/>
                      <a:pt x="99" y="162"/>
                    </a:cubicBezTo>
                    <a:cubicBezTo>
                      <a:pt x="98" y="150"/>
                      <a:pt x="96" y="138"/>
                      <a:pt x="95" y="127"/>
                    </a:cubicBezTo>
                    <a:lnTo>
                      <a:pt x="94" y="127"/>
                    </a:lnTo>
                    <a:lnTo>
                      <a:pt x="94" y="126"/>
                    </a:lnTo>
                    <a:cubicBezTo>
                      <a:pt x="92" y="113"/>
                      <a:pt x="88" y="101"/>
                      <a:pt x="84" y="88"/>
                    </a:cubicBezTo>
                    <a:cubicBezTo>
                      <a:pt x="84" y="89"/>
                      <a:pt x="84" y="89"/>
                      <a:pt x="84" y="89"/>
                    </a:cubicBezTo>
                    <a:cubicBezTo>
                      <a:pt x="80" y="78"/>
                      <a:pt x="75" y="67"/>
                      <a:pt x="70" y="56"/>
                    </a:cubicBezTo>
                    <a:cubicBezTo>
                      <a:pt x="70" y="55"/>
                      <a:pt x="70" y="55"/>
                      <a:pt x="70" y="54"/>
                    </a:cubicBezTo>
                    <a:cubicBezTo>
                      <a:pt x="70" y="55"/>
                      <a:pt x="70" y="55"/>
                      <a:pt x="70" y="55"/>
                    </a:cubicBezTo>
                    <a:cubicBezTo>
                      <a:pt x="67" y="49"/>
                      <a:pt x="63" y="43"/>
                      <a:pt x="60" y="37"/>
                    </a:cubicBezTo>
                    <a:cubicBezTo>
                      <a:pt x="59" y="36"/>
                      <a:pt x="58" y="35"/>
                      <a:pt x="57" y="34"/>
                    </a:cubicBezTo>
                    <a:cubicBezTo>
                      <a:pt x="56" y="33"/>
                      <a:pt x="56" y="32"/>
                      <a:pt x="55" y="31"/>
                    </a:cubicBezTo>
                    <a:cubicBezTo>
                      <a:pt x="55" y="32"/>
                      <a:pt x="55" y="32"/>
                      <a:pt x="56" y="32"/>
                    </a:cubicBezTo>
                    <a:cubicBezTo>
                      <a:pt x="55" y="31"/>
                      <a:pt x="55" y="31"/>
                      <a:pt x="54" y="31"/>
                    </a:cubicBezTo>
                    <a:cubicBezTo>
                      <a:pt x="53" y="28"/>
                      <a:pt x="51" y="25"/>
                      <a:pt x="49" y="22"/>
                    </a:cubicBezTo>
                    <a:cubicBezTo>
                      <a:pt x="46" y="21"/>
                      <a:pt x="44" y="18"/>
                      <a:pt x="42" y="16"/>
                    </a:cubicBezTo>
                    <a:cubicBezTo>
                      <a:pt x="39" y="12"/>
                      <a:pt x="41" y="5"/>
                      <a:pt x="45" y="3"/>
                    </a:cubicBezTo>
                    <a:cubicBezTo>
                      <a:pt x="49" y="0"/>
                      <a:pt x="54" y="0"/>
                      <a:pt x="58" y="4"/>
                    </a:cubicBezTo>
                    <a:cubicBezTo>
                      <a:pt x="60" y="5"/>
                      <a:pt x="62" y="8"/>
                      <a:pt x="64" y="10"/>
                    </a:cubicBezTo>
                    <a:cubicBezTo>
                      <a:pt x="64" y="11"/>
                      <a:pt x="66" y="12"/>
                      <a:pt x="67" y="13"/>
                    </a:cubicBezTo>
                    <a:cubicBezTo>
                      <a:pt x="69" y="17"/>
                      <a:pt x="71" y="19"/>
                      <a:pt x="74" y="23"/>
                    </a:cubicBezTo>
                    <a:cubicBezTo>
                      <a:pt x="74" y="24"/>
                      <a:pt x="74" y="25"/>
                      <a:pt x="75" y="25"/>
                    </a:cubicBezTo>
                    <a:cubicBezTo>
                      <a:pt x="84" y="38"/>
                      <a:pt x="90" y="53"/>
                      <a:pt x="96" y="68"/>
                    </a:cubicBezTo>
                    <a:cubicBezTo>
                      <a:pt x="106" y="95"/>
                      <a:pt x="114" y="124"/>
                      <a:pt x="116" y="153"/>
                    </a:cubicBezTo>
                    <a:cubicBezTo>
                      <a:pt x="117" y="162"/>
                      <a:pt x="117" y="171"/>
                      <a:pt x="117" y="180"/>
                    </a:cubicBezTo>
                    <a:cubicBezTo>
                      <a:pt x="118" y="186"/>
                      <a:pt x="118" y="192"/>
                      <a:pt x="118" y="199"/>
                    </a:cubicBezTo>
                    <a:cubicBezTo>
                      <a:pt x="117" y="227"/>
                      <a:pt x="108" y="254"/>
                      <a:pt x="95" y="279"/>
                    </a:cubicBezTo>
                    <a:cubicBezTo>
                      <a:pt x="88" y="293"/>
                      <a:pt x="78" y="307"/>
                      <a:pt x="69" y="320"/>
                    </a:cubicBezTo>
                    <a:cubicBezTo>
                      <a:pt x="62" y="330"/>
                      <a:pt x="54" y="339"/>
                      <a:pt x="45" y="347"/>
                    </a:cubicBezTo>
                    <a:cubicBezTo>
                      <a:pt x="35" y="357"/>
                      <a:pt x="25" y="367"/>
                      <a:pt x="15" y="377"/>
                    </a:cubicBezTo>
                    <a:cubicBezTo>
                      <a:pt x="14" y="378"/>
                      <a:pt x="12" y="379"/>
                      <a:pt x="10" y="379"/>
                    </a:cubicBezTo>
                    <a:cubicBezTo>
                      <a:pt x="7" y="379"/>
                      <a:pt x="5" y="378"/>
                      <a:pt x="4" y="3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2" name="Google Shape;1472;p16"/>
              <p:cNvSpPr/>
              <p:nvPr/>
            </p:nvSpPr>
            <p:spPr>
              <a:xfrm>
                <a:off x="-924500" y="3906718"/>
                <a:ext cx="7056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196" h="33" extrusionOk="0">
                    <a:moveTo>
                      <a:pt x="0" y="22"/>
                    </a:moveTo>
                    <a:cubicBezTo>
                      <a:pt x="0" y="16"/>
                      <a:pt x="5" y="11"/>
                      <a:pt x="10" y="11"/>
                    </a:cubicBezTo>
                    <a:cubicBezTo>
                      <a:pt x="26" y="11"/>
                      <a:pt x="41" y="12"/>
                      <a:pt x="57" y="12"/>
                    </a:cubicBezTo>
                    <a:cubicBezTo>
                      <a:pt x="65" y="12"/>
                      <a:pt x="72" y="12"/>
                      <a:pt x="80" y="12"/>
                    </a:cubicBezTo>
                    <a:cubicBezTo>
                      <a:pt x="88" y="12"/>
                      <a:pt x="96" y="11"/>
                      <a:pt x="103" y="11"/>
                    </a:cubicBezTo>
                    <a:cubicBezTo>
                      <a:pt x="110" y="10"/>
                      <a:pt x="117" y="9"/>
                      <a:pt x="123" y="9"/>
                    </a:cubicBezTo>
                    <a:cubicBezTo>
                      <a:pt x="128" y="8"/>
                      <a:pt x="133" y="8"/>
                      <a:pt x="138" y="7"/>
                    </a:cubicBezTo>
                    <a:cubicBezTo>
                      <a:pt x="153" y="5"/>
                      <a:pt x="168" y="3"/>
                      <a:pt x="184" y="1"/>
                    </a:cubicBezTo>
                    <a:cubicBezTo>
                      <a:pt x="189" y="0"/>
                      <a:pt x="193" y="4"/>
                      <a:pt x="194" y="8"/>
                    </a:cubicBezTo>
                    <a:cubicBezTo>
                      <a:pt x="195" y="13"/>
                      <a:pt x="191" y="18"/>
                      <a:pt x="186" y="18"/>
                    </a:cubicBezTo>
                    <a:cubicBezTo>
                      <a:pt x="164" y="22"/>
                      <a:pt x="142" y="25"/>
                      <a:pt x="120" y="28"/>
                    </a:cubicBezTo>
                    <a:cubicBezTo>
                      <a:pt x="115" y="28"/>
                      <a:pt x="110" y="29"/>
                      <a:pt x="104" y="29"/>
                    </a:cubicBezTo>
                    <a:cubicBezTo>
                      <a:pt x="103" y="29"/>
                      <a:pt x="100" y="29"/>
                      <a:pt x="99" y="29"/>
                    </a:cubicBezTo>
                    <a:cubicBezTo>
                      <a:pt x="94" y="30"/>
                      <a:pt x="91" y="30"/>
                      <a:pt x="87" y="30"/>
                    </a:cubicBezTo>
                    <a:cubicBezTo>
                      <a:pt x="78" y="30"/>
                      <a:pt x="69" y="30"/>
                      <a:pt x="59" y="30"/>
                    </a:cubicBezTo>
                    <a:cubicBezTo>
                      <a:pt x="43" y="31"/>
                      <a:pt x="26" y="32"/>
                      <a:pt x="10" y="32"/>
                    </a:cubicBezTo>
                    <a:cubicBezTo>
                      <a:pt x="5" y="32"/>
                      <a:pt x="0" y="27"/>
                      <a:pt x="0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3" name="Google Shape;1473;p16"/>
              <p:cNvSpPr/>
              <p:nvPr/>
            </p:nvSpPr>
            <p:spPr>
              <a:xfrm>
                <a:off x="-851420" y="3893038"/>
                <a:ext cx="54720" cy="4248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118" extrusionOk="0">
                    <a:moveTo>
                      <a:pt x="30" y="95"/>
                    </a:moveTo>
                    <a:cubicBezTo>
                      <a:pt x="31" y="95"/>
                      <a:pt x="32" y="95"/>
                      <a:pt x="33" y="95"/>
                    </a:cubicBezTo>
                    <a:cubicBezTo>
                      <a:pt x="35" y="94"/>
                      <a:pt x="37" y="93"/>
                      <a:pt x="38" y="93"/>
                    </a:cubicBezTo>
                    <a:cubicBezTo>
                      <a:pt x="40" y="92"/>
                      <a:pt x="42" y="92"/>
                      <a:pt x="44" y="91"/>
                    </a:cubicBezTo>
                    <a:cubicBezTo>
                      <a:pt x="46" y="89"/>
                      <a:pt x="49" y="88"/>
                      <a:pt x="52" y="86"/>
                    </a:cubicBezTo>
                    <a:cubicBezTo>
                      <a:pt x="55" y="83"/>
                      <a:pt x="59" y="81"/>
                      <a:pt x="62" y="78"/>
                    </a:cubicBezTo>
                    <a:cubicBezTo>
                      <a:pt x="66" y="74"/>
                      <a:pt x="70" y="70"/>
                      <a:pt x="74" y="66"/>
                    </a:cubicBezTo>
                    <a:cubicBezTo>
                      <a:pt x="77" y="62"/>
                      <a:pt x="81" y="57"/>
                      <a:pt x="84" y="52"/>
                    </a:cubicBezTo>
                    <a:cubicBezTo>
                      <a:pt x="82" y="46"/>
                      <a:pt x="82" y="39"/>
                      <a:pt x="81" y="33"/>
                    </a:cubicBezTo>
                    <a:cubicBezTo>
                      <a:pt x="81" y="31"/>
                      <a:pt x="81" y="29"/>
                      <a:pt x="81" y="28"/>
                    </a:cubicBezTo>
                    <a:cubicBezTo>
                      <a:pt x="81" y="27"/>
                      <a:pt x="81" y="26"/>
                      <a:pt x="81" y="26"/>
                    </a:cubicBezTo>
                    <a:cubicBezTo>
                      <a:pt x="80" y="25"/>
                      <a:pt x="80" y="25"/>
                      <a:pt x="80" y="24"/>
                    </a:cubicBezTo>
                    <a:cubicBezTo>
                      <a:pt x="79" y="23"/>
                      <a:pt x="79" y="23"/>
                      <a:pt x="79" y="23"/>
                    </a:cubicBezTo>
                    <a:cubicBezTo>
                      <a:pt x="78" y="22"/>
                      <a:pt x="78" y="22"/>
                      <a:pt x="78" y="22"/>
                    </a:cubicBezTo>
                    <a:cubicBezTo>
                      <a:pt x="77" y="22"/>
                      <a:pt x="77" y="21"/>
                      <a:pt x="77" y="21"/>
                    </a:cubicBezTo>
                    <a:cubicBezTo>
                      <a:pt x="78" y="22"/>
                      <a:pt x="78" y="22"/>
                      <a:pt x="78" y="22"/>
                    </a:cubicBezTo>
                    <a:lnTo>
                      <a:pt x="77" y="21"/>
                    </a:lnTo>
                    <a:cubicBezTo>
                      <a:pt x="78" y="22"/>
                      <a:pt x="78" y="22"/>
                      <a:pt x="78" y="22"/>
                    </a:cubicBezTo>
                    <a:lnTo>
                      <a:pt x="77" y="21"/>
                    </a:lnTo>
                    <a:lnTo>
                      <a:pt x="76" y="21"/>
                    </a:lnTo>
                    <a:lnTo>
                      <a:pt x="75" y="20"/>
                    </a:lnTo>
                    <a:lnTo>
                      <a:pt x="74" y="20"/>
                    </a:lnTo>
                    <a:lnTo>
                      <a:pt x="74" y="19"/>
                    </a:lnTo>
                    <a:lnTo>
                      <a:pt x="74" y="20"/>
                    </a:lnTo>
                    <a:cubicBezTo>
                      <a:pt x="74" y="19"/>
                      <a:pt x="73" y="19"/>
                      <a:pt x="73" y="19"/>
                    </a:cubicBezTo>
                    <a:cubicBezTo>
                      <a:pt x="72" y="19"/>
                      <a:pt x="71" y="19"/>
                      <a:pt x="71" y="19"/>
                    </a:cubicBezTo>
                    <a:cubicBezTo>
                      <a:pt x="70" y="19"/>
                      <a:pt x="70" y="19"/>
                      <a:pt x="69" y="19"/>
                    </a:cubicBezTo>
                    <a:cubicBezTo>
                      <a:pt x="68" y="19"/>
                      <a:pt x="67" y="19"/>
                      <a:pt x="67" y="19"/>
                    </a:cubicBezTo>
                    <a:cubicBezTo>
                      <a:pt x="65" y="20"/>
                      <a:pt x="64" y="20"/>
                      <a:pt x="62" y="21"/>
                    </a:cubicBezTo>
                    <a:cubicBezTo>
                      <a:pt x="61" y="21"/>
                      <a:pt x="60" y="22"/>
                      <a:pt x="58" y="22"/>
                    </a:cubicBezTo>
                    <a:cubicBezTo>
                      <a:pt x="56" y="24"/>
                      <a:pt x="55" y="25"/>
                      <a:pt x="53" y="26"/>
                    </a:cubicBezTo>
                    <a:cubicBezTo>
                      <a:pt x="51" y="27"/>
                      <a:pt x="49" y="28"/>
                      <a:pt x="47" y="30"/>
                    </a:cubicBezTo>
                    <a:cubicBezTo>
                      <a:pt x="45" y="32"/>
                      <a:pt x="42" y="35"/>
                      <a:pt x="40" y="38"/>
                    </a:cubicBezTo>
                    <a:cubicBezTo>
                      <a:pt x="40" y="37"/>
                      <a:pt x="40" y="37"/>
                      <a:pt x="40" y="37"/>
                    </a:cubicBezTo>
                    <a:cubicBezTo>
                      <a:pt x="38" y="40"/>
                      <a:pt x="35" y="43"/>
                      <a:pt x="33" y="46"/>
                    </a:cubicBezTo>
                    <a:lnTo>
                      <a:pt x="32" y="47"/>
                    </a:lnTo>
                    <a:lnTo>
                      <a:pt x="33" y="46"/>
                    </a:lnTo>
                    <a:cubicBezTo>
                      <a:pt x="31" y="50"/>
                      <a:pt x="29" y="53"/>
                      <a:pt x="27" y="56"/>
                    </a:cubicBezTo>
                    <a:cubicBezTo>
                      <a:pt x="25" y="60"/>
                      <a:pt x="24" y="64"/>
                      <a:pt x="23" y="67"/>
                    </a:cubicBezTo>
                    <a:cubicBezTo>
                      <a:pt x="21" y="71"/>
                      <a:pt x="20" y="74"/>
                      <a:pt x="20" y="78"/>
                    </a:cubicBezTo>
                    <a:cubicBezTo>
                      <a:pt x="19" y="80"/>
                      <a:pt x="19" y="81"/>
                      <a:pt x="19" y="83"/>
                    </a:cubicBezTo>
                    <a:cubicBezTo>
                      <a:pt x="19" y="84"/>
                      <a:pt x="19" y="85"/>
                      <a:pt x="19" y="86"/>
                    </a:cubicBezTo>
                    <a:cubicBezTo>
                      <a:pt x="19" y="87"/>
                      <a:pt x="19" y="88"/>
                      <a:pt x="19" y="89"/>
                    </a:cubicBezTo>
                    <a:lnTo>
                      <a:pt x="20" y="89"/>
                    </a:lnTo>
                    <a:cubicBezTo>
                      <a:pt x="20" y="90"/>
                      <a:pt x="20" y="90"/>
                      <a:pt x="20" y="91"/>
                    </a:cubicBezTo>
                    <a:lnTo>
                      <a:pt x="21" y="92"/>
                    </a:lnTo>
                    <a:cubicBezTo>
                      <a:pt x="21" y="93"/>
                      <a:pt x="22" y="93"/>
                      <a:pt x="22" y="93"/>
                    </a:cubicBezTo>
                    <a:cubicBezTo>
                      <a:pt x="23" y="93"/>
                      <a:pt x="23" y="93"/>
                      <a:pt x="23" y="93"/>
                    </a:cubicBezTo>
                    <a:cubicBezTo>
                      <a:pt x="24" y="94"/>
                      <a:pt x="24" y="94"/>
                      <a:pt x="25" y="94"/>
                    </a:cubicBezTo>
                    <a:cubicBezTo>
                      <a:pt x="25" y="95"/>
                      <a:pt x="25" y="95"/>
                      <a:pt x="26" y="95"/>
                    </a:cubicBezTo>
                    <a:cubicBezTo>
                      <a:pt x="27" y="95"/>
                      <a:pt x="27" y="95"/>
                      <a:pt x="28" y="95"/>
                    </a:cubicBezTo>
                    <a:cubicBezTo>
                      <a:pt x="28" y="95"/>
                      <a:pt x="29" y="95"/>
                      <a:pt x="30" y="95"/>
                    </a:cubicBezTo>
                    <a:moveTo>
                      <a:pt x="115" y="116"/>
                    </a:moveTo>
                    <a:cubicBezTo>
                      <a:pt x="109" y="115"/>
                      <a:pt x="104" y="113"/>
                      <a:pt x="100" y="109"/>
                    </a:cubicBezTo>
                    <a:cubicBezTo>
                      <a:pt x="95" y="105"/>
                      <a:pt x="92" y="100"/>
                      <a:pt x="90" y="95"/>
                    </a:cubicBezTo>
                    <a:cubicBezTo>
                      <a:pt x="88" y="91"/>
                      <a:pt x="86" y="85"/>
                      <a:pt x="85" y="81"/>
                    </a:cubicBezTo>
                    <a:cubicBezTo>
                      <a:pt x="81" y="86"/>
                      <a:pt x="75" y="91"/>
                      <a:pt x="70" y="96"/>
                    </a:cubicBezTo>
                    <a:cubicBezTo>
                      <a:pt x="59" y="105"/>
                      <a:pt x="47" y="112"/>
                      <a:pt x="33" y="114"/>
                    </a:cubicBezTo>
                    <a:cubicBezTo>
                      <a:pt x="27" y="114"/>
                      <a:pt x="21" y="113"/>
                      <a:pt x="16" y="112"/>
                    </a:cubicBezTo>
                    <a:cubicBezTo>
                      <a:pt x="10" y="109"/>
                      <a:pt x="6" y="105"/>
                      <a:pt x="3" y="99"/>
                    </a:cubicBezTo>
                    <a:cubicBezTo>
                      <a:pt x="0" y="95"/>
                      <a:pt x="0" y="88"/>
                      <a:pt x="0" y="83"/>
                    </a:cubicBezTo>
                    <a:cubicBezTo>
                      <a:pt x="0" y="75"/>
                      <a:pt x="2" y="68"/>
                      <a:pt x="4" y="62"/>
                    </a:cubicBezTo>
                    <a:cubicBezTo>
                      <a:pt x="9" y="49"/>
                      <a:pt x="16" y="36"/>
                      <a:pt x="25" y="26"/>
                    </a:cubicBezTo>
                    <a:cubicBezTo>
                      <a:pt x="34" y="15"/>
                      <a:pt x="44" y="7"/>
                      <a:pt x="56" y="3"/>
                    </a:cubicBezTo>
                    <a:cubicBezTo>
                      <a:pt x="60" y="1"/>
                      <a:pt x="63" y="0"/>
                      <a:pt x="67" y="0"/>
                    </a:cubicBezTo>
                    <a:cubicBezTo>
                      <a:pt x="71" y="0"/>
                      <a:pt x="75" y="0"/>
                      <a:pt x="78" y="1"/>
                    </a:cubicBezTo>
                    <a:cubicBezTo>
                      <a:pt x="85" y="2"/>
                      <a:pt x="92" y="7"/>
                      <a:pt x="96" y="13"/>
                    </a:cubicBezTo>
                    <a:cubicBezTo>
                      <a:pt x="98" y="17"/>
                      <a:pt x="100" y="21"/>
                      <a:pt x="101" y="26"/>
                    </a:cubicBezTo>
                    <a:cubicBezTo>
                      <a:pt x="102" y="25"/>
                      <a:pt x="105" y="26"/>
                      <a:pt x="106" y="26"/>
                    </a:cubicBezTo>
                    <a:cubicBezTo>
                      <a:pt x="110" y="28"/>
                      <a:pt x="112" y="32"/>
                      <a:pt x="113" y="35"/>
                    </a:cubicBezTo>
                    <a:cubicBezTo>
                      <a:pt x="113" y="40"/>
                      <a:pt x="111" y="44"/>
                      <a:pt x="109" y="48"/>
                    </a:cubicBezTo>
                    <a:cubicBezTo>
                      <a:pt x="108" y="49"/>
                      <a:pt x="107" y="50"/>
                      <a:pt x="106" y="52"/>
                    </a:cubicBezTo>
                    <a:cubicBezTo>
                      <a:pt x="106" y="53"/>
                      <a:pt x="105" y="55"/>
                      <a:pt x="105" y="57"/>
                    </a:cubicBezTo>
                    <a:cubicBezTo>
                      <a:pt x="105" y="60"/>
                      <a:pt x="104" y="63"/>
                      <a:pt x="104" y="66"/>
                    </a:cubicBezTo>
                    <a:cubicBezTo>
                      <a:pt x="104" y="68"/>
                      <a:pt x="104" y="71"/>
                      <a:pt x="104" y="73"/>
                    </a:cubicBezTo>
                    <a:cubicBezTo>
                      <a:pt x="104" y="75"/>
                      <a:pt x="104" y="77"/>
                      <a:pt x="104" y="78"/>
                    </a:cubicBezTo>
                    <a:cubicBezTo>
                      <a:pt x="105" y="80"/>
                      <a:pt x="105" y="82"/>
                      <a:pt x="106" y="84"/>
                    </a:cubicBezTo>
                    <a:cubicBezTo>
                      <a:pt x="106" y="85"/>
                      <a:pt x="107" y="87"/>
                      <a:pt x="108" y="88"/>
                    </a:cubicBezTo>
                    <a:cubicBezTo>
                      <a:pt x="108" y="89"/>
                      <a:pt x="109" y="90"/>
                      <a:pt x="109" y="91"/>
                    </a:cubicBezTo>
                    <a:cubicBezTo>
                      <a:pt x="110" y="92"/>
                      <a:pt x="110" y="92"/>
                      <a:pt x="111" y="93"/>
                    </a:cubicBezTo>
                    <a:cubicBezTo>
                      <a:pt x="111" y="93"/>
                      <a:pt x="112" y="93"/>
                      <a:pt x="112" y="94"/>
                    </a:cubicBezTo>
                    <a:cubicBezTo>
                      <a:pt x="112" y="95"/>
                      <a:pt x="113" y="95"/>
                      <a:pt x="113" y="95"/>
                    </a:cubicBezTo>
                    <a:cubicBezTo>
                      <a:pt x="114" y="96"/>
                      <a:pt x="115" y="96"/>
                      <a:pt x="115" y="96"/>
                    </a:cubicBezTo>
                    <a:cubicBezTo>
                      <a:pt x="116" y="96"/>
                      <a:pt x="116" y="96"/>
                      <a:pt x="117" y="97"/>
                    </a:cubicBezTo>
                    <a:cubicBezTo>
                      <a:pt x="118" y="97"/>
                      <a:pt x="118" y="97"/>
                      <a:pt x="119" y="98"/>
                    </a:cubicBezTo>
                    <a:lnTo>
                      <a:pt x="120" y="98"/>
                    </a:lnTo>
                    <a:cubicBezTo>
                      <a:pt x="121" y="98"/>
                      <a:pt x="122" y="98"/>
                      <a:pt x="123" y="98"/>
                    </a:cubicBezTo>
                    <a:lnTo>
                      <a:pt x="124" y="98"/>
                    </a:lnTo>
                    <a:cubicBezTo>
                      <a:pt x="125" y="97"/>
                      <a:pt x="126" y="97"/>
                      <a:pt x="127" y="96"/>
                    </a:cubicBezTo>
                    <a:cubicBezTo>
                      <a:pt x="128" y="96"/>
                      <a:pt x="129" y="96"/>
                      <a:pt x="130" y="95"/>
                    </a:cubicBezTo>
                    <a:cubicBezTo>
                      <a:pt x="132" y="94"/>
                      <a:pt x="134" y="93"/>
                      <a:pt x="136" y="92"/>
                    </a:cubicBezTo>
                    <a:cubicBezTo>
                      <a:pt x="140" y="89"/>
                      <a:pt x="146" y="91"/>
                      <a:pt x="149" y="95"/>
                    </a:cubicBezTo>
                    <a:cubicBezTo>
                      <a:pt x="151" y="100"/>
                      <a:pt x="150" y="106"/>
                      <a:pt x="145" y="108"/>
                    </a:cubicBezTo>
                    <a:cubicBezTo>
                      <a:pt x="140" y="111"/>
                      <a:pt x="136" y="114"/>
                      <a:pt x="130" y="116"/>
                    </a:cubicBezTo>
                    <a:cubicBezTo>
                      <a:pt x="127" y="117"/>
                      <a:pt x="125" y="117"/>
                      <a:pt x="122" y="117"/>
                    </a:cubicBezTo>
                    <a:cubicBezTo>
                      <a:pt x="119" y="117"/>
                      <a:pt x="116" y="117"/>
                      <a:pt x="115" y="11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4" name="Google Shape;1474;p16"/>
              <p:cNvSpPr/>
              <p:nvPr/>
            </p:nvSpPr>
            <p:spPr>
              <a:xfrm>
                <a:off x="-866180" y="3984118"/>
                <a:ext cx="9000" cy="52560"/>
              </a:xfrm>
              <a:custGeom>
                <a:avLst/>
                <a:gdLst/>
                <a:ahLst/>
                <a:cxnLst/>
                <a:rect l="l" t="t" r="r" b="b"/>
                <a:pathLst>
                  <a:path w="25" h="146" extrusionOk="0">
                    <a:moveTo>
                      <a:pt x="5" y="136"/>
                    </a:moveTo>
                    <a:cubicBezTo>
                      <a:pt x="4" y="115"/>
                      <a:pt x="3" y="94"/>
                      <a:pt x="2" y="72"/>
                    </a:cubicBezTo>
                    <a:cubicBezTo>
                      <a:pt x="2" y="62"/>
                      <a:pt x="2" y="51"/>
                      <a:pt x="1" y="40"/>
                    </a:cubicBezTo>
                    <a:cubicBezTo>
                      <a:pt x="1" y="35"/>
                      <a:pt x="1" y="29"/>
                      <a:pt x="1" y="23"/>
                    </a:cubicBezTo>
                    <a:cubicBezTo>
                      <a:pt x="0" y="19"/>
                      <a:pt x="0" y="15"/>
                      <a:pt x="0" y="10"/>
                    </a:cubicBezTo>
                    <a:cubicBezTo>
                      <a:pt x="0" y="5"/>
                      <a:pt x="5" y="0"/>
                      <a:pt x="10" y="0"/>
                    </a:cubicBezTo>
                    <a:cubicBezTo>
                      <a:pt x="16" y="0"/>
                      <a:pt x="20" y="5"/>
                      <a:pt x="20" y="10"/>
                    </a:cubicBezTo>
                    <a:cubicBezTo>
                      <a:pt x="20" y="20"/>
                      <a:pt x="20" y="29"/>
                      <a:pt x="20" y="39"/>
                    </a:cubicBezTo>
                    <a:cubicBezTo>
                      <a:pt x="21" y="50"/>
                      <a:pt x="21" y="61"/>
                      <a:pt x="22" y="72"/>
                    </a:cubicBezTo>
                    <a:cubicBezTo>
                      <a:pt x="22" y="93"/>
                      <a:pt x="23" y="115"/>
                      <a:pt x="24" y="136"/>
                    </a:cubicBezTo>
                    <a:cubicBezTo>
                      <a:pt x="24" y="141"/>
                      <a:pt x="19" y="145"/>
                      <a:pt x="15" y="145"/>
                    </a:cubicBezTo>
                    <a:cubicBezTo>
                      <a:pt x="9" y="145"/>
                      <a:pt x="6" y="141"/>
                      <a:pt x="5" y="1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5" name="Google Shape;1475;p16"/>
              <p:cNvSpPr/>
              <p:nvPr/>
            </p:nvSpPr>
            <p:spPr>
              <a:xfrm>
                <a:off x="-865460" y="4063318"/>
                <a:ext cx="10080" cy="39240"/>
              </a:xfrm>
              <a:custGeom>
                <a:avLst/>
                <a:gdLst/>
                <a:ahLst/>
                <a:cxnLst/>
                <a:rect l="l" t="t" r="r" b="b"/>
                <a:pathLst>
                  <a:path w="28" h="109" extrusionOk="0">
                    <a:moveTo>
                      <a:pt x="7" y="100"/>
                    </a:moveTo>
                    <a:cubicBezTo>
                      <a:pt x="6" y="92"/>
                      <a:pt x="4" y="84"/>
                      <a:pt x="3" y="76"/>
                    </a:cubicBezTo>
                    <a:cubicBezTo>
                      <a:pt x="2" y="68"/>
                      <a:pt x="2" y="60"/>
                      <a:pt x="1" y="53"/>
                    </a:cubicBezTo>
                    <a:cubicBezTo>
                      <a:pt x="0" y="46"/>
                      <a:pt x="0" y="38"/>
                      <a:pt x="0" y="31"/>
                    </a:cubicBezTo>
                    <a:cubicBezTo>
                      <a:pt x="0" y="27"/>
                      <a:pt x="0" y="23"/>
                      <a:pt x="0" y="19"/>
                    </a:cubicBezTo>
                    <a:cubicBezTo>
                      <a:pt x="0" y="16"/>
                      <a:pt x="0" y="13"/>
                      <a:pt x="0" y="1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8"/>
                      <a:pt x="1" y="6"/>
                      <a:pt x="3" y="4"/>
                    </a:cubicBezTo>
                    <a:cubicBezTo>
                      <a:pt x="4" y="1"/>
                      <a:pt x="7" y="0"/>
                      <a:pt x="10" y="0"/>
                    </a:cubicBezTo>
                    <a:cubicBezTo>
                      <a:pt x="13" y="0"/>
                      <a:pt x="16" y="1"/>
                      <a:pt x="17" y="3"/>
                    </a:cubicBezTo>
                    <a:cubicBezTo>
                      <a:pt x="20" y="6"/>
                      <a:pt x="20" y="8"/>
                      <a:pt x="20" y="11"/>
                    </a:cubicBezTo>
                    <a:lnTo>
                      <a:pt x="20" y="10"/>
                    </a:lnTo>
                    <a:cubicBezTo>
                      <a:pt x="20" y="24"/>
                      <a:pt x="19" y="37"/>
                      <a:pt x="20" y="51"/>
                    </a:cubicBezTo>
                    <a:cubicBezTo>
                      <a:pt x="20" y="58"/>
                      <a:pt x="21" y="66"/>
                      <a:pt x="22" y="73"/>
                    </a:cubicBezTo>
                    <a:cubicBezTo>
                      <a:pt x="23" y="81"/>
                      <a:pt x="25" y="89"/>
                      <a:pt x="26" y="98"/>
                    </a:cubicBezTo>
                    <a:cubicBezTo>
                      <a:pt x="27" y="103"/>
                      <a:pt x="23" y="108"/>
                      <a:pt x="18" y="108"/>
                    </a:cubicBezTo>
                    <a:cubicBezTo>
                      <a:pt x="17" y="108"/>
                      <a:pt x="17" y="108"/>
                      <a:pt x="17" y="108"/>
                    </a:cubicBezTo>
                    <a:cubicBezTo>
                      <a:pt x="12" y="108"/>
                      <a:pt x="8" y="105"/>
                      <a:pt x="7" y="10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6" name="Google Shape;1476;p16"/>
              <p:cNvSpPr/>
              <p:nvPr/>
            </p:nvSpPr>
            <p:spPr>
              <a:xfrm>
                <a:off x="-862580" y="4122358"/>
                <a:ext cx="756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21" h="120" extrusionOk="0">
                    <a:moveTo>
                      <a:pt x="5" y="117"/>
                    </a:moveTo>
                    <a:cubicBezTo>
                      <a:pt x="2" y="115"/>
                      <a:pt x="1" y="113"/>
                      <a:pt x="1" y="110"/>
                    </a:cubicBezTo>
                    <a:cubicBezTo>
                      <a:pt x="1" y="109"/>
                      <a:pt x="1" y="109"/>
                      <a:pt x="1" y="108"/>
                    </a:cubicBezTo>
                    <a:cubicBezTo>
                      <a:pt x="0" y="92"/>
                      <a:pt x="0" y="75"/>
                      <a:pt x="0" y="59"/>
                    </a:cubicBezTo>
                    <a:cubicBezTo>
                      <a:pt x="0" y="43"/>
                      <a:pt x="0" y="26"/>
                      <a:pt x="0" y="10"/>
                    </a:cubicBezTo>
                    <a:cubicBezTo>
                      <a:pt x="1" y="5"/>
                      <a:pt x="5" y="0"/>
                      <a:pt x="10" y="0"/>
                    </a:cubicBezTo>
                    <a:cubicBezTo>
                      <a:pt x="16" y="0"/>
                      <a:pt x="20" y="5"/>
                      <a:pt x="20" y="10"/>
                    </a:cubicBezTo>
                    <a:cubicBezTo>
                      <a:pt x="20" y="26"/>
                      <a:pt x="19" y="41"/>
                      <a:pt x="19" y="58"/>
                    </a:cubicBezTo>
                    <a:cubicBezTo>
                      <a:pt x="19" y="73"/>
                      <a:pt x="19" y="90"/>
                      <a:pt x="20" y="106"/>
                    </a:cubicBezTo>
                    <a:lnTo>
                      <a:pt x="20" y="105"/>
                    </a:lnTo>
                    <a:cubicBezTo>
                      <a:pt x="20" y="106"/>
                      <a:pt x="20" y="107"/>
                      <a:pt x="20" y="108"/>
                    </a:cubicBezTo>
                    <a:cubicBezTo>
                      <a:pt x="20" y="111"/>
                      <a:pt x="20" y="113"/>
                      <a:pt x="18" y="115"/>
                    </a:cubicBezTo>
                    <a:cubicBezTo>
                      <a:pt x="17" y="117"/>
                      <a:pt x="14" y="118"/>
                      <a:pt x="12" y="119"/>
                    </a:cubicBezTo>
                    <a:cubicBezTo>
                      <a:pt x="12" y="119"/>
                      <a:pt x="11" y="119"/>
                      <a:pt x="10" y="119"/>
                    </a:cubicBezTo>
                    <a:cubicBezTo>
                      <a:pt x="9" y="119"/>
                      <a:pt x="6" y="118"/>
                      <a:pt x="5" y="1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7" name="Google Shape;1477;p16"/>
              <p:cNvSpPr/>
              <p:nvPr/>
            </p:nvSpPr>
            <p:spPr>
              <a:xfrm>
                <a:off x="-863300" y="4187518"/>
                <a:ext cx="11160" cy="33120"/>
              </a:xfrm>
              <a:custGeom>
                <a:avLst/>
                <a:gdLst/>
                <a:ahLst/>
                <a:cxnLst/>
                <a:rect l="l" t="t" r="r" b="b"/>
                <a:pathLst>
                  <a:path w="31" h="92" extrusionOk="0">
                    <a:moveTo>
                      <a:pt x="11" y="86"/>
                    </a:moveTo>
                    <a:cubicBezTo>
                      <a:pt x="7" y="79"/>
                      <a:pt x="4" y="71"/>
                      <a:pt x="3" y="64"/>
                    </a:cubicBezTo>
                    <a:cubicBezTo>
                      <a:pt x="0" y="56"/>
                      <a:pt x="0" y="47"/>
                      <a:pt x="0" y="40"/>
                    </a:cubicBezTo>
                    <a:cubicBezTo>
                      <a:pt x="0" y="33"/>
                      <a:pt x="1" y="26"/>
                      <a:pt x="1" y="20"/>
                    </a:cubicBezTo>
                    <a:lnTo>
                      <a:pt x="1" y="21"/>
                    </a:lnTo>
                    <a:cubicBezTo>
                      <a:pt x="2" y="18"/>
                      <a:pt x="2" y="14"/>
                      <a:pt x="3" y="11"/>
                    </a:cubicBezTo>
                    <a:lnTo>
                      <a:pt x="3" y="10"/>
                    </a:lnTo>
                    <a:cubicBezTo>
                      <a:pt x="3" y="4"/>
                      <a:pt x="8" y="0"/>
                      <a:pt x="14" y="0"/>
                    </a:cubicBezTo>
                    <a:cubicBezTo>
                      <a:pt x="16" y="0"/>
                      <a:pt x="19" y="1"/>
                      <a:pt x="21" y="4"/>
                    </a:cubicBezTo>
                    <a:cubicBezTo>
                      <a:pt x="22" y="6"/>
                      <a:pt x="23" y="9"/>
                      <a:pt x="23" y="13"/>
                    </a:cubicBezTo>
                    <a:cubicBezTo>
                      <a:pt x="22" y="16"/>
                      <a:pt x="22" y="20"/>
                      <a:pt x="21" y="24"/>
                    </a:cubicBezTo>
                    <a:cubicBezTo>
                      <a:pt x="20" y="30"/>
                      <a:pt x="19" y="36"/>
                      <a:pt x="19" y="43"/>
                    </a:cubicBezTo>
                    <a:cubicBezTo>
                      <a:pt x="19" y="47"/>
                      <a:pt x="20" y="51"/>
                      <a:pt x="20" y="55"/>
                    </a:cubicBezTo>
                    <a:cubicBezTo>
                      <a:pt x="21" y="57"/>
                      <a:pt x="21" y="59"/>
                      <a:pt x="22" y="61"/>
                    </a:cubicBezTo>
                    <a:cubicBezTo>
                      <a:pt x="23" y="65"/>
                      <a:pt x="24" y="69"/>
                      <a:pt x="26" y="73"/>
                    </a:cubicBezTo>
                    <a:cubicBezTo>
                      <a:pt x="26" y="74"/>
                      <a:pt x="27" y="76"/>
                      <a:pt x="28" y="78"/>
                    </a:cubicBezTo>
                    <a:cubicBezTo>
                      <a:pt x="30" y="82"/>
                      <a:pt x="28" y="88"/>
                      <a:pt x="23" y="91"/>
                    </a:cubicBezTo>
                    <a:cubicBezTo>
                      <a:pt x="22" y="91"/>
                      <a:pt x="21" y="91"/>
                      <a:pt x="19" y="91"/>
                    </a:cubicBezTo>
                    <a:cubicBezTo>
                      <a:pt x="16" y="91"/>
                      <a:pt x="12" y="89"/>
                      <a:pt x="11" y="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8" name="Google Shape;1478;p16"/>
              <p:cNvSpPr/>
              <p:nvPr/>
            </p:nvSpPr>
            <p:spPr>
              <a:xfrm>
                <a:off x="-831260" y="4214518"/>
                <a:ext cx="8028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223" h="28" extrusionOk="0">
                    <a:moveTo>
                      <a:pt x="212" y="27"/>
                    </a:moveTo>
                    <a:cubicBezTo>
                      <a:pt x="191" y="25"/>
                      <a:pt x="169" y="24"/>
                      <a:pt x="148" y="24"/>
                    </a:cubicBezTo>
                    <a:cubicBezTo>
                      <a:pt x="141" y="24"/>
                      <a:pt x="134" y="24"/>
                      <a:pt x="128" y="24"/>
                    </a:cubicBezTo>
                    <a:cubicBezTo>
                      <a:pt x="112" y="24"/>
                      <a:pt x="97" y="25"/>
                      <a:pt x="82" y="25"/>
                    </a:cubicBezTo>
                    <a:cubicBezTo>
                      <a:pt x="73" y="26"/>
                      <a:pt x="64" y="26"/>
                      <a:pt x="55" y="26"/>
                    </a:cubicBezTo>
                    <a:cubicBezTo>
                      <a:pt x="52" y="26"/>
                      <a:pt x="48" y="26"/>
                      <a:pt x="45" y="25"/>
                    </a:cubicBezTo>
                    <a:cubicBezTo>
                      <a:pt x="40" y="25"/>
                      <a:pt x="36" y="25"/>
                      <a:pt x="31" y="25"/>
                    </a:cubicBezTo>
                    <a:cubicBezTo>
                      <a:pt x="31" y="25"/>
                      <a:pt x="30" y="25"/>
                      <a:pt x="29" y="24"/>
                    </a:cubicBezTo>
                    <a:cubicBezTo>
                      <a:pt x="30" y="25"/>
                      <a:pt x="30" y="25"/>
                      <a:pt x="31" y="25"/>
                    </a:cubicBezTo>
                    <a:cubicBezTo>
                      <a:pt x="29" y="24"/>
                      <a:pt x="28" y="24"/>
                      <a:pt x="27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5" y="24"/>
                      <a:pt x="24" y="24"/>
                      <a:pt x="23" y="24"/>
                    </a:cubicBezTo>
                    <a:lnTo>
                      <a:pt x="24" y="24"/>
                    </a:lnTo>
                    <a:cubicBezTo>
                      <a:pt x="21" y="24"/>
                      <a:pt x="18" y="23"/>
                      <a:pt x="16" y="23"/>
                    </a:cubicBezTo>
                    <a:cubicBezTo>
                      <a:pt x="13" y="22"/>
                      <a:pt x="9" y="21"/>
                      <a:pt x="6" y="18"/>
                    </a:cubicBezTo>
                    <a:cubicBezTo>
                      <a:pt x="0" y="13"/>
                      <a:pt x="3" y="3"/>
                      <a:pt x="10" y="1"/>
                    </a:cubicBezTo>
                    <a:cubicBezTo>
                      <a:pt x="14" y="0"/>
                      <a:pt x="18" y="2"/>
                      <a:pt x="22" y="2"/>
                    </a:cubicBezTo>
                    <a:cubicBezTo>
                      <a:pt x="24" y="2"/>
                      <a:pt x="26" y="3"/>
                      <a:pt x="27" y="5"/>
                    </a:cubicBezTo>
                    <a:cubicBezTo>
                      <a:pt x="29" y="5"/>
                      <a:pt x="32" y="6"/>
                      <a:pt x="35" y="6"/>
                    </a:cubicBezTo>
                    <a:cubicBezTo>
                      <a:pt x="39" y="6"/>
                      <a:pt x="44" y="7"/>
                      <a:pt x="49" y="7"/>
                    </a:cubicBezTo>
                    <a:cubicBezTo>
                      <a:pt x="55" y="7"/>
                      <a:pt x="61" y="7"/>
                      <a:pt x="67" y="7"/>
                    </a:cubicBezTo>
                    <a:cubicBezTo>
                      <a:pt x="66" y="7"/>
                      <a:pt x="66" y="7"/>
                      <a:pt x="66" y="7"/>
                    </a:cubicBezTo>
                    <a:cubicBezTo>
                      <a:pt x="76" y="7"/>
                      <a:pt x="87" y="7"/>
                      <a:pt x="98" y="7"/>
                    </a:cubicBezTo>
                    <a:cubicBezTo>
                      <a:pt x="108" y="6"/>
                      <a:pt x="118" y="6"/>
                      <a:pt x="128" y="6"/>
                    </a:cubicBezTo>
                    <a:lnTo>
                      <a:pt x="127" y="6"/>
                    </a:lnTo>
                    <a:cubicBezTo>
                      <a:pt x="129" y="6"/>
                      <a:pt x="129" y="6"/>
                      <a:pt x="130" y="6"/>
                    </a:cubicBezTo>
                    <a:lnTo>
                      <a:pt x="129" y="6"/>
                    </a:lnTo>
                    <a:cubicBezTo>
                      <a:pt x="134" y="6"/>
                      <a:pt x="140" y="6"/>
                      <a:pt x="146" y="6"/>
                    </a:cubicBezTo>
                    <a:lnTo>
                      <a:pt x="147" y="6"/>
                    </a:lnTo>
                    <a:cubicBezTo>
                      <a:pt x="169" y="6"/>
                      <a:pt x="191" y="7"/>
                      <a:pt x="213" y="9"/>
                    </a:cubicBezTo>
                    <a:cubicBezTo>
                      <a:pt x="218" y="10"/>
                      <a:pt x="222" y="14"/>
                      <a:pt x="221" y="19"/>
                    </a:cubicBezTo>
                    <a:cubicBezTo>
                      <a:pt x="221" y="23"/>
                      <a:pt x="217" y="27"/>
                      <a:pt x="212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9" name="Google Shape;1479;p16"/>
              <p:cNvSpPr/>
              <p:nvPr/>
            </p:nvSpPr>
            <p:spPr>
              <a:xfrm>
                <a:off x="-725420" y="4213798"/>
                <a:ext cx="6444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179" h="25" extrusionOk="0">
                    <a:moveTo>
                      <a:pt x="5" y="8"/>
                    </a:moveTo>
                    <a:cubicBezTo>
                      <a:pt x="6" y="7"/>
                      <a:pt x="6" y="7"/>
                      <a:pt x="7" y="7"/>
                    </a:cubicBezTo>
                    <a:cubicBezTo>
                      <a:pt x="9" y="4"/>
                      <a:pt x="12" y="4"/>
                      <a:pt x="15" y="4"/>
                    </a:cubicBezTo>
                    <a:cubicBezTo>
                      <a:pt x="24" y="4"/>
                      <a:pt x="33" y="3"/>
                      <a:pt x="41" y="3"/>
                    </a:cubicBezTo>
                    <a:cubicBezTo>
                      <a:pt x="52" y="2"/>
                      <a:pt x="62" y="1"/>
                      <a:pt x="72" y="1"/>
                    </a:cubicBezTo>
                    <a:cubicBezTo>
                      <a:pt x="78" y="1"/>
                      <a:pt x="84" y="1"/>
                      <a:pt x="90" y="1"/>
                    </a:cubicBezTo>
                    <a:cubicBezTo>
                      <a:pt x="95" y="0"/>
                      <a:pt x="100" y="0"/>
                      <a:pt x="105" y="0"/>
                    </a:cubicBezTo>
                    <a:cubicBezTo>
                      <a:pt x="115" y="0"/>
                      <a:pt x="125" y="0"/>
                      <a:pt x="134" y="1"/>
                    </a:cubicBezTo>
                    <a:cubicBezTo>
                      <a:pt x="146" y="1"/>
                      <a:pt x="158" y="1"/>
                      <a:pt x="170" y="2"/>
                    </a:cubicBezTo>
                    <a:cubicBezTo>
                      <a:pt x="174" y="2"/>
                      <a:pt x="178" y="7"/>
                      <a:pt x="178" y="12"/>
                    </a:cubicBezTo>
                    <a:cubicBezTo>
                      <a:pt x="178" y="16"/>
                      <a:pt x="174" y="20"/>
                      <a:pt x="169" y="20"/>
                    </a:cubicBezTo>
                    <a:cubicBezTo>
                      <a:pt x="158" y="19"/>
                      <a:pt x="149" y="19"/>
                      <a:pt x="138" y="19"/>
                    </a:cubicBezTo>
                    <a:cubicBezTo>
                      <a:pt x="129" y="19"/>
                      <a:pt x="119" y="19"/>
                      <a:pt x="110" y="18"/>
                    </a:cubicBezTo>
                    <a:cubicBezTo>
                      <a:pt x="102" y="19"/>
                      <a:pt x="95" y="19"/>
                      <a:pt x="87" y="19"/>
                    </a:cubicBezTo>
                    <a:cubicBezTo>
                      <a:pt x="79" y="20"/>
                      <a:pt x="69" y="20"/>
                      <a:pt x="60" y="21"/>
                    </a:cubicBezTo>
                    <a:cubicBezTo>
                      <a:pt x="45" y="22"/>
                      <a:pt x="29" y="23"/>
                      <a:pt x="14" y="24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5" y="24"/>
                      <a:pt x="0" y="14"/>
                      <a:pt x="5" y="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0" name="Google Shape;1480;p16"/>
              <p:cNvSpPr/>
              <p:nvPr/>
            </p:nvSpPr>
            <p:spPr>
              <a:xfrm>
                <a:off x="-633260" y="4214518"/>
                <a:ext cx="4356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27" extrusionOk="0">
                    <a:moveTo>
                      <a:pt x="1" y="18"/>
                    </a:moveTo>
                    <a:cubicBezTo>
                      <a:pt x="0" y="16"/>
                      <a:pt x="1" y="13"/>
                      <a:pt x="3" y="11"/>
                    </a:cubicBezTo>
                    <a:cubicBezTo>
                      <a:pt x="5" y="8"/>
                      <a:pt x="7" y="7"/>
                      <a:pt x="10" y="6"/>
                    </a:cubicBezTo>
                    <a:cubicBezTo>
                      <a:pt x="26" y="5"/>
                      <a:pt x="42" y="3"/>
                      <a:pt x="58" y="3"/>
                    </a:cubicBezTo>
                    <a:cubicBezTo>
                      <a:pt x="75" y="2"/>
                      <a:pt x="92" y="2"/>
                      <a:pt x="109" y="1"/>
                    </a:cubicBezTo>
                    <a:cubicBezTo>
                      <a:pt x="115" y="0"/>
                      <a:pt x="119" y="5"/>
                      <a:pt x="119" y="10"/>
                    </a:cubicBezTo>
                    <a:cubicBezTo>
                      <a:pt x="120" y="14"/>
                      <a:pt x="116" y="19"/>
                      <a:pt x="111" y="20"/>
                    </a:cubicBezTo>
                    <a:cubicBezTo>
                      <a:pt x="97" y="20"/>
                      <a:pt x="83" y="21"/>
                      <a:pt x="69" y="21"/>
                    </a:cubicBezTo>
                    <a:cubicBezTo>
                      <a:pt x="56" y="21"/>
                      <a:pt x="42" y="23"/>
                      <a:pt x="28" y="24"/>
                    </a:cubicBezTo>
                    <a:cubicBezTo>
                      <a:pt x="26" y="24"/>
                      <a:pt x="23" y="25"/>
                      <a:pt x="21" y="25"/>
                    </a:cubicBezTo>
                    <a:cubicBezTo>
                      <a:pt x="19" y="25"/>
                      <a:pt x="16" y="25"/>
                      <a:pt x="13" y="26"/>
                    </a:cubicBezTo>
                    <a:lnTo>
                      <a:pt x="12" y="26"/>
                    </a:lnTo>
                    <a:cubicBezTo>
                      <a:pt x="6" y="26"/>
                      <a:pt x="2" y="23"/>
                      <a:pt x="1" y="1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1" name="Google Shape;1481;p16"/>
              <p:cNvSpPr/>
              <p:nvPr/>
            </p:nvSpPr>
            <p:spPr>
              <a:xfrm>
                <a:off x="-553340" y="4211278"/>
                <a:ext cx="2664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74" h="27" extrusionOk="0">
                    <a:moveTo>
                      <a:pt x="62" y="26"/>
                    </a:moveTo>
                    <a:cubicBezTo>
                      <a:pt x="53" y="25"/>
                      <a:pt x="44" y="25"/>
                      <a:pt x="35" y="25"/>
                    </a:cubicBezTo>
                    <a:cubicBezTo>
                      <a:pt x="31" y="24"/>
                      <a:pt x="28" y="24"/>
                      <a:pt x="24" y="24"/>
                    </a:cubicBezTo>
                    <a:cubicBezTo>
                      <a:pt x="22" y="23"/>
                      <a:pt x="19" y="23"/>
                      <a:pt x="16" y="23"/>
                    </a:cubicBezTo>
                    <a:cubicBezTo>
                      <a:pt x="12" y="22"/>
                      <a:pt x="7" y="22"/>
                      <a:pt x="4" y="19"/>
                    </a:cubicBezTo>
                    <a:cubicBezTo>
                      <a:pt x="0" y="15"/>
                      <a:pt x="0" y="9"/>
                      <a:pt x="3" y="5"/>
                    </a:cubicBezTo>
                    <a:cubicBezTo>
                      <a:pt x="6" y="1"/>
                      <a:pt x="12" y="0"/>
                      <a:pt x="16" y="2"/>
                    </a:cubicBezTo>
                    <a:lnTo>
                      <a:pt x="17" y="2"/>
                    </a:lnTo>
                    <a:cubicBezTo>
                      <a:pt x="18" y="3"/>
                      <a:pt x="20" y="4"/>
                      <a:pt x="22" y="4"/>
                    </a:cubicBezTo>
                    <a:cubicBezTo>
                      <a:pt x="36" y="5"/>
                      <a:pt x="50" y="5"/>
                      <a:pt x="63" y="7"/>
                    </a:cubicBezTo>
                    <a:cubicBezTo>
                      <a:pt x="69" y="7"/>
                      <a:pt x="73" y="11"/>
                      <a:pt x="73" y="16"/>
                    </a:cubicBezTo>
                    <a:cubicBezTo>
                      <a:pt x="72" y="22"/>
                      <a:pt x="68" y="26"/>
                      <a:pt x="63" y="26"/>
                    </a:cubicBezTo>
                    <a:lnTo>
                      <a:pt x="62" y="2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3">
  <p:cSld name="TITLE_ONLY_1_1_1">
    <p:spTree>
      <p:nvGrpSpPr>
        <p:cNvPr id="1" name="Shape 14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3" name="Google Shape;1483;p17"/>
          <p:cNvSpPr/>
          <p:nvPr/>
        </p:nvSpPr>
        <p:spPr>
          <a:xfrm>
            <a:off x="-302011" y="-169892"/>
            <a:ext cx="9748023" cy="5483284"/>
          </a:xfrm>
          <a:custGeom>
            <a:avLst/>
            <a:gdLst/>
            <a:ahLst/>
            <a:cxnLst/>
            <a:rect l="l" t="t" r="r" b="b"/>
            <a:pathLst>
              <a:path w="24222" h="15750" extrusionOk="0">
                <a:moveTo>
                  <a:pt x="19" y="15749"/>
                </a:moveTo>
                <a:lnTo>
                  <a:pt x="19" y="15748"/>
                </a:lnTo>
                <a:lnTo>
                  <a:pt x="1079" y="15748"/>
                </a:lnTo>
                <a:lnTo>
                  <a:pt x="1079" y="15749"/>
                </a:lnTo>
                <a:lnTo>
                  <a:pt x="1147" y="15749"/>
                </a:lnTo>
                <a:lnTo>
                  <a:pt x="1147" y="15748"/>
                </a:lnTo>
                <a:lnTo>
                  <a:pt x="2046" y="15748"/>
                </a:lnTo>
                <a:lnTo>
                  <a:pt x="2046" y="15749"/>
                </a:lnTo>
                <a:lnTo>
                  <a:pt x="2115" y="15749"/>
                </a:lnTo>
                <a:lnTo>
                  <a:pt x="2115" y="15748"/>
                </a:lnTo>
                <a:lnTo>
                  <a:pt x="3174" y="15748"/>
                </a:lnTo>
                <a:lnTo>
                  <a:pt x="3174" y="15749"/>
                </a:lnTo>
                <a:lnTo>
                  <a:pt x="3244" y="15749"/>
                </a:lnTo>
                <a:lnTo>
                  <a:pt x="3244" y="15748"/>
                </a:lnTo>
                <a:lnTo>
                  <a:pt x="4143" y="15748"/>
                </a:lnTo>
                <a:lnTo>
                  <a:pt x="4143" y="15749"/>
                </a:lnTo>
                <a:lnTo>
                  <a:pt x="4211" y="15749"/>
                </a:lnTo>
                <a:lnTo>
                  <a:pt x="4211" y="15748"/>
                </a:lnTo>
                <a:lnTo>
                  <a:pt x="5271" y="15748"/>
                </a:lnTo>
                <a:lnTo>
                  <a:pt x="5271" y="15749"/>
                </a:lnTo>
                <a:lnTo>
                  <a:pt x="5339" y="15749"/>
                </a:lnTo>
                <a:lnTo>
                  <a:pt x="5339" y="15748"/>
                </a:lnTo>
                <a:lnTo>
                  <a:pt x="6238" y="15748"/>
                </a:lnTo>
                <a:lnTo>
                  <a:pt x="6238" y="15749"/>
                </a:lnTo>
                <a:lnTo>
                  <a:pt x="6308" y="15749"/>
                </a:lnTo>
                <a:lnTo>
                  <a:pt x="6308" y="15748"/>
                </a:lnTo>
                <a:lnTo>
                  <a:pt x="7366" y="15748"/>
                </a:lnTo>
                <a:lnTo>
                  <a:pt x="7366" y="15749"/>
                </a:lnTo>
                <a:lnTo>
                  <a:pt x="7436" y="15749"/>
                </a:lnTo>
                <a:lnTo>
                  <a:pt x="7436" y="15748"/>
                </a:lnTo>
                <a:lnTo>
                  <a:pt x="8335" y="15748"/>
                </a:lnTo>
                <a:lnTo>
                  <a:pt x="8335" y="15749"/>
                </a:lnTo>
                <a:lnTo>
                  <a:pt x="8403" y="15749"/>
                </a:lnTo>
                <a:lnTo>
                  <a:pt x="8403" y="15748"/>
                </a:lnTo>
                <a:lnTo>
                  <a:pt x="9463" y="15748"/>
                </a:lnTo>
                <a:lnTo>
                  <a:pt x="9463" y="15749"/>
                </a:lnTo>
                <a:lnTo>
                  <a:pt x="9531" y="15749"/>
                </a:lnTo>
                <a:lnTo>
                  <a:pt x="9531" y="15748"/>
                </a:lnTo>
                <a:lnTo>
                  <a:pt x="10430" y="15748"/>
                </a:lnTo>
                <a:lnTo>
                  <a:pt x="10430" y="15749"/>
                </a:lnTo>
                <a:lnTo>
                  <a:pt x="10500" y="15749"/>
                </a:lnTo>
                <a:lnTo>
                  <a:pt x="10500" y="15748"/>
                </a:lnTo>
                <a:lnTo>
                  <a:pt x="11559" y="15748"/>
                </a:lnTo>
                <a:lnTo>
                  <a:pt x="11559" y="15749"/>
                </a:lnTo>
                <a:lnTo>
                  <a:pt x="11628" y="15749"/>
                </a:lnTo>
                <a:lnTo>
                  <a:pt x="11628" y="15748"/>
                </a:lnTo>
                <a:lnTo>
                  <a:pt x="12526" y="15748"/>
                </a:lnTo>
                <a:lnTo>
                  <a:pt x="12526" y="15749"/>
                </a:lnTo>
                <a:lnTo>
                  <a:pt x="12594" y="15749"/>
                </a:lnTo>
                <a:lnTo>
                  <a:pt x="12594" y="15748"/>
                </a:lnTo>
                <a:lnTo>
                  <a:pt x="13654" y="15748"/>
                </a:lnTo>
                <a:lnTo>
                  <a:pt x="13654" y="15749"/>
                </a:lnTo>
                <a:lnTo>
                  <a:pt x="13722" y="15749"/>
                </a:lnTo>
                <a:lnTo>
                  <a:pt x="13722" y="15748"/>
                </a:lnTo>
                <a:lnTo>
                  <a:pt x="14622" y="15748"/>
                </a:lnTo>
                <a:lnTo>
                  <a:pt x="14622" y="15749"/>
                </a:lnTo>
                <a:lnTo>
                  <a:pt x="14691" y="15749"/>
                </a:lnTo>
                <a:lnTo>
                  <a:pt x="14691" y="15748"/>
                </a:lnTo>
                <a:lnTo>
                  <a:pt x="15750" y="15748"/>
                </a:lnTo>
                <a:lnTo>
                  <a:pt x="15750" y="15749"/>
                </a:lnTo>
                <a:lnTo>
                  <a:pt x="15819" y="15749"/>
                </a:lnTo>
                <a:lnTo>
                  <a:pt x="15819" y="15748"/>
                </a:lnTo>
                <a:lnTo>
                  <a:pt x="16718" y="15748"/>
                </a:lnTo>
                <a:lnTo>
                  <a:pt x="16718" y="15749"/>
                </a:lnTo>
                <a:lnTo>
                  <a:pt x="16786" y="15749"/>
                </a:lnTo>
                <a:lnTo>
                  <a:pt x="16786" y="15748"/>
                </a:lnTo>
                <a:lnTo>
                  <a:pt x="17846" y="15748"/>
                </a:lnTo>
                <a:lnTo>
                  <a:pt x="17846" y="15749"/>
                </a:lnTo>
                <a:lnTo>
                  <a:pt x="17914" y="15749"/>
                </a:lnTo>
                <a:lnTo>
                  <a:pt x="17914" y="15748"/>
                </a:lnTo>
                <a:lnTo>
                  <a:pt x="18814" y="15748"/>
                </a:lnTo>
                <a:lnTo>
                  <a:pt x="18814" y="15749"/>
                </a:lnTo>
                <a:lnTo>
                  <a:pt x="18883" y="15749"/>
                </a:lnTo>
                <a:lnTo>
                  <a:pt x="18883" y="15748"/>
                </a:lnTo>
                <a:lnTo>
                  <a:pt x="19942" y="15748"/>
                </a:lnTo>
                <a:lnTo>
                  <a:pt x="19942" y="15749"/>
                </a:lnTo>
                <a:lnTo>
                  <a:pt x="20011" y="15749"/>
                </a:lnTo>
                <a:lnTo>
                  <a:pt x="20011" y="15748"/>
                </a:lnTo>
                <a:lnTo>
                  <a:pt x="20910" y="15748"/>
                </a:lnTo>
                <a:lnTo>
                  <a:pt x="20910" y="15749"/>
                </a:lnTo>
                <a:lnTo>
                  <a:pt x="20978" y="15749"/>
                </a:lnTo>
                <a:lnTo>
                  <a:pt x="20978" y="15748"/>
                </a:lnTo>
                <a:lnTo>
                  <a:pt x="22038" y="15748"/>
                </a:lnTo>
                <a:lnTo>
                  <a:pt x="22038" y="15749"/>
                </a:lnTo>
                <a:lnTo>
                  <a:pt x="22106" y="15749"/>
                </a:lnTo>
                <a:lnTo>
                  <a:pt x="22106" y="15748"/>
                </a:lnTo>
                <a:lnTo>
                  <a:pt x="23006" y="15748"/>
                </a:lnTo>
                <a:lnTo>
                  <a:pt x="23006" y="15749"/>
                </a:lnTo>
                <a:lnTo>
                  <a:pt x="23075" y="15749"/>
                </a:lnTo>
                <a:lnTo>
                  <a:pt x="23075" y="15748"/>
                </a:lnTo>
                <a:lnTo>
                  <a:pt x="24134" y="15748"/>
                </a:lnTo>
                <a:lnTo>
                  <a:pt x="24134" y="15749"/>
                </a:lnTo>
                <a:lnTo>
                  <a:pt x="24203" y="15749"/>
                </a:lnTo>
                <a:lnTo>
                  <a:pt x="24203" y="15748"/>
                </a:lnTo>
                <a:lnTo>
                  <a:pt x="24221" y="15748"/>
                </a:lnTo>
                <a:lnTo>
                  <a:pt x="24221" y="15680"/>
                </a:lnTo>
                <a:lnTo>
                  <a:pt x="24203" y="15680"/>
                </a:lnTo>
                <a:lnTo>
                  <a:pt x="24203" y="14726"/>
                </a:lnTo>
                <a:lnTo>
                  <a:pt x="24221" y="14726"/>
                </a:lnTo>
                <a:lnTo>
                  <a:pt x="24221" y="14657"/>
                </a:lnTo>
                <a:lnTo>
                  <a:pt x="24203" y="14657"/>
                </a:lnTo>
                <a:lnTo>
                  <a:pt x="24203" y="13651"/>
                </a:lnTo>
                <a:lnTo>
                  <a:pt x="24221" y="13651"/>
                </a:lnTo>
                <a:lnTo>
                  <a:pt x="24221" y="13583"/>
                </a:lnTo>
                <a:lnTo>
                  <a:pt x="24203" y="13583"/>
                </a:lnTo>
                <a:lnTo>
                  <a:pt x="24203" y="12630"/>
                </a:lnTo>
                <a:lnTo>
                  <a:pt x="24221" y="12630"/>
                </a:lnTo>
                <a:lnTo>
                  <a:pt x="24221" y="12561"/>
                </a:lnTo>
                <a:lnTo>
                  <a:pt x="24203" y="12561"/>
                </a:lnTo>
                <a:lnTo>
                  <a:pt x="24203" y="11556"/>
                </a:lnTo>
                <a:lnTo>
                  <a:pt x="24221" y="11556"/>
                </a:lnTo>
                <a:lnTo>
                  <a:pt x="24221" y="11487"/>
                </a:lnTo>
                <a:lnTo>
                  <a:pt x="24203" y="11487"/>
                </a:lnTo>
                <a:lnTo>
                  <a:pt x="24203" y="10533"/>
                </a:lnTo>
                <a:lnTo>
                  <a:pt x="24221" y="10533"/>
                </a:lnTo>
                <a:lnTo>
                  <a:pt x="24221" y="10465"/>
                </a:lnTo>
                <a:lnTo>
                  <a:pt x="24203" y="10465"/>
                </a:lnTo>
                <a:lnTo>
                  <a:pt x="24203" y="9459"/>
                </a:lnTo>
                <a:lnTo>
                  <a:pt x="24221" y="9459"/>
                </a:lnTo>
                <a:lnTo>
                  <a:pt x="24221" y="9391"/>
                </a:lnTo>
                <a:lnTo>
                  <a:pt x="24203" y="9391"/>
                </a:lnTo>
                <a:lnTo>
                  <a:pt x="24203" y="8438"/>
                </a:lnTo>
                <a:lnTo>
                  <a:pt x="24221" y="8438"/>
                </a:lnTo>
                <a:lnTo>
                  <a:pt x="24221" y="8369"/>
                </a:lnTo>
                <a:lnTo>
                  <a:pt x="24203" y="8369"/>
                </a:lnTo>
                <a:lnTo>
                  <a:pt x="24203" y="7364"/>
                </a:lnTo>
                <a:lnTo>
                  <a:pt x="24221" y="7364"/>
                </a:lnTo>
                <a:lnTo>
                  <a:pt x="24221" y="7296"/>
                </a:lnTo>
                <a:lnTo>
                  <a:pt x="24203" y="7296"/>
                </a:lnTo>
                <a:lnTo>
                  <a:pt x="24203" y="6342"/>
                </a:lnTo>
                <a:lnTo>
                  <a:pt x="24221" y="6342"/>
                </a:lnTo>
                <a:lnTo>
                  <a:pt x="24221" y="6274"/>
                </a:lnTo>
                <a:lnTo>
                  <a:pt x="24203" y="6274"/>
                </a:lnTo>
                <a:lnTo>
                  <a:pt x="24203" y="5268"/>
                </a:lnTo>
                <a:lnTo>
                  <a:pt x="24221" y="5268"/>
                </a:lnTo>
                <a:lnTo>
                  <a:pt x="24221" y="5200"/>
                </a:lnTo>
                <a:lnTo>
                  <a:pt x="24203" y="5200"/>
                </a:lnTo>
                <a:lnTo>
                  <a:pt x="24203" y="4247"/>
                </a:lnTo>
                <a:lnTo>
                  <a:pt x="24221" y="4247"/>
                </a:lnTo>
                <a:lnTo>
                  <a:pt x="24221" y="4178"/>
                </a:lnTo>
                <a:lnTo>
                  <a:pt x="24203" y="4178"/>
                </a:lnTo>
                <a:lnTo>
                  <a:pt x="24203" y="3172"/>
                </a:lnTo>
                <a:lnTo>
                  <a:pt x="24221" y="3172"/>
                </a:lnTo>
                <a:lnTo>
                  <a:pt x="24221" y="3104"/>
                </a:lnTo>
                <a:lnTo>
                  <a:pt x="24203" y="3104"/>
                </a:lnTo>
                <a:lnTo>
                  <a:pt x="24203" y="2150"/>
                </a:lnTo>
                <a:lnTo>
                  <a:pt x="24221" y="2150"/>
                </a:lnTo>
                <a:lnTo>
                  <a:pt x="24221" y="2082"/>
                </a:lnTo>
                <a:lnTo>
                  <a:pt x="24203" y="2082"/>
                </a:lnTo>
                <a:lnTo>
                  <a:pt x="24203" y="1076"/>
                </a:lnTo>
                <a:lnTo>
                  <a:pt x="24221" y="1076"/>
                </a:lnTo>
                <a:lnTo>
                  <a:pt x="24221" y="1007"/>
                </a:lnTo>
                <a:lnTo>
                  <a:pt x="24203" y="1007"/>
                </a:lnTo>
                <a:lnTo>
                  <a:pt x="24203" y="55"/>
                </a:lnTo>
                <a:lnTo>
                  <a:pt x="24221" y="55"/>
                </a:lnTo>
                <a:lnTo>
                  <a:pt x="24221" y="0"/>
                </a:lnTo>
                <a:lnTo>
                  <a:pt x="0" y="0"/>
                </a:lnTo>
                <a:lnTo>
                  <a:pt x="0" y="15749"/>
                </a:lnTo>
                <a:lnTo>
                  <a:pt x="19" y="15749"/>
                </a:lnTo>
                <a:moveTo>
                  <a:pt x="23075" y="55"/>
                </a:moveTo>
                <a:lnTo>
                  <a:pt x="24134" y="55"/>
                </a:lnTo>
                <a:lnTo>
                  <a:pt x="24134" y="1007"/>
                </a:lnTo>
                <a:lnTo>
                  <a:pt x="23075" y="1007"/>
                </a:lnTo>
                <a:lnTo>
                  <a:pt x="23075" y="55"/>
                </a:lnTo>
                <a:moveTo>
                  <a:pt x="23075" y="1076"/>
                </a:moveTo>
                <a:lnTo>
                  <a:pt x="24134" y="1076"/>
                </a:lnTo>
                <a:lnTo>
                  <a:pt x="24134" y="2082"/>
                </a:lnTo>
                <a:lnTo>
                  <a:pt x="23075" y="2082"/>
                </a:lnTo>
                <a:lnTo>
                  <a:pt x="23075" y="1076"/>
                </a:lnTo>
                <a:moveTo>
                  <a:pt x="23075" y="2150"/>
                </a:moveTo>
                <a:lnTo>
                  <a:pt x="24134" y="2150"/>
                </a:lnTo>
                <a:lnTo>
                  <a:pt x="24134" y="3104"/>
                </a:lnTo>
                <a:lnTo>
                  <a:pt x="23075" y="3104"/>
                </a:lnTo>
                <a:lnTo>
                  <a:pt x="23075" y="2150"/>
                </a:lnTo>
                <a:moveTo>
                  <a:pt x="23075" y="3172"/>
                </a:moveTo>
                <a:lnTo>
                  <a:pt x="24134" y="3172"/>
                </a:lnTo>
                <a:lnTo>
                  <a:pt x="24134" y="4178"/>
                </a:lnTo>
                <a:lnTo>
                  <a:pt x="23075" y="4178"/>
                </a:lnTo>
                <a:lnTo>
                  <a:pt x="23075" y="3172"/>
                </a:lnTo>
                <a:moveTo>
                  <a:pt x="23075" y="4247"/>
                </a:moveTo>
                <a:lnTo>
                  <a:pt x="24134" y="4247"/>
                </a:lnTo>
                <a:lnTo>
                  <a:pt x="24134" y="5200"/>
                </a:lnTo>
                <a:lnTo>
                  <a:pt x="23075" y="5200"/>
                </a:lnTo>
                <a:lnTo>
                  <a:pt x="23075" y="4247"/>
                </a:lnTo>
                <a:moveTo>
                  <a:pt x="23075" y="5268"/>
                </a:moveTo>
                <a:lnTo>
                  <a:pt x="24134" y="5268"/>
                </a:lnTo>
                <a:lnTo>
                  <a:pt x="24134" y="6274"/>
                </a:lnTo>
                <a:lnTo>
                  <a:pt x="23075" y="6274"/>
                </a:lnTo>
                <a:lnTo>
                  <a:pt x="23075" y="5268"/>
                </a:lnTo>
                <a:moveTo>
                  <a:pt x="23075" y="6342"/>
                </a:moveTo>
                <a:lnTo>
                  <a:pt x="24134" y="6342"/>
                </a:lnTo>
                <a:lnTo>
                  <a:pt x="24134" y="7296"/>
                </a:lnTo>
                <a:lnTo>
                  <a:pt x="23075" y="7296"/>
                </a:lnTo>
                <a:lnTo>
                  <a:pt x="23075" y="6342"/>
                </a:lnTo>
                <a:moveTo>
                  <a:pt x="23075" y="7364"/>
                </a:moveTo>
                <a:lnTo>
                  <a:pt x="24134" y="7364"/>
                </a:lnTo>
                <a:lnTo>
                  <a:pt x="24134" y="8369"/>
                </a:lnTo>
                <a:lnTo>
                  <a:pt x="23075" y="8369"/>
                </a:lnTo>
                <a:lnTo>
                  <a:pt x="23075" y="7364"/>
                </a:lnTo>
                <a:moveTo>
                  <a:pt x="23075" y="8438"/>
                </a:moveTo>
                <a:lnTo>
                  <a:pt x="24134" y="8438"/>
                </a:lnTo>
                <a:lnTo>
                  <a:pt x="24134" y="9391"/>
                </a:lnTo>
                <a:lnTo>
                  <a:pt x="23075" y="9391"/>
                </a:lnTo>
                <a:lnTo>
                  <a:pt x="23075" y="8438"/>
                </a:lnTo>
                <a:moveTo>
                  <a:pt x="23075" y="9459"/>
                </a:moveTo>
                <a:lnTo>
                  <a:pt x="24134" y="9459"/>
                </a:lnTo>
                <a:lnTo>
                  <a:pt x="24134" y="10465"/>
                </a:lnTo>
                <a:lnTo>
                  <a:pt x="23075" y="10465"/>
                </a:lnTo>
                <a:lnTo>
                  <a:pt x="23075" y="9459"/>
                </a:lnTo>
                <a:moveTo>
                  <a:pt x="23075" y="10533"/>
                </a:moveTo>
                <a:lnTo>
                  <a:pt x="24134" y="10533"/>
                </a:lnTo>
                <a:lnTo>
                  <a:pt x="24134" y="11487"/>
                </a:lnTo>
                <a:lnTo>
                  <a:pt x="23075" y="11487"/>
                </a:lnTo>
                <a:lnTo>
                  <a:pt x="23075" y="10533"/>
                </a:lnTo>
                <a:moveTo>
                  <a:pt x="23075" y="11556"/>
                </a:moveTo>
                <a:lnTo>
                  <a:pt x="24134" y="11556"/>
                </a:lnTo>
                <a:lnTo>
                  <a:pt x="24134" y="12561"/>
                </a:lnTo>
                <a:lnTo>
                  <a:pt x="23075" y="12561"/>
                </a:lnTo>
                <a:lnTo>
                  <a:pt x="23075" y="11556"/>
                </a:lnTo>
                <a:moveTo>
                  <a:pt x="23075" y="12630"/>
                </a:moveTo>
                <a:lnTo>
                  <a:pt x="24134" y="12630"/>
                </a:lnTo>
                <a:lnTo>
                  <a:pt x="24134" y="13583"/>
                </a:lnTo>
                <a:lnTo>
                  <a:pt x="23075" y="13583"/>
                </a:lnTo>
                <a:lnTo>
                  <a:pt x="23075" y="12630"/>
                </a:lnTo>
                <a:moveTo>
                  <a:pt x="23075" y="13651"/>
                </a:moveTo>
                <a:lnTo>
                  <a:pt x="24134" y="13651"/>
                </a:lnTo>
                <a:lnTo>
                  <a:pt x="24134" y="14657"/>
                </a:lnTo>
                <a:lnTo>
                  <a:pt x="23075" y="14657"/>
                </a:lnTo>
                <a:lnTo>
                  <a:pt x="23075" y="13651"/>
                </a:lnTo>
                <a:moveTo>
                  <a:pt x="23075" y="14726"/>
                </a:moveTo>
                <a:lnTo>
                  <a:pt x="24134" y="14726"/>
                </a:lnTo>
                <a:lnTo>
                  <a:pt x="24134" y="15680"/>
                </a:lnTo>
                <a:lnTo>
                  <a:pt x="23075" y="15680"/>
                </a:lnTo>
                <a:lnTo>
                  <a:pt x="23075" y="14726"/>
                </a:lnTo>
                <a:moveTo>
                  <a:pt x="22106" y="55"/>
                </a:moveTo>
                <a:lnTo>
                  <a:pt x="23006" y="55"/>
                </a:lnTo>
                <a:lnTo>
                  <a:pt x="23006" y="1007"/>
                </a:lnTo>
                <a:lnTo>
                  <a:pt x="22106" y="1007"/>
                </a:lnTo>
                <a:lnTo>
                  <a:pt x="22106" y="55"/>
                </a:lnTo>
                <a:moveTo>
                  <a:pt x="22106" y="1076"/>
                </a:moveTo>
                <a:lnTo>
                  <a:pt x="23006" y="1076"/>
                </a:lnTo>
                <a:lnTo>
                  <a:pt x="23006" y="2082"/>
                </a:lnTo>
                <a:lnTo>
                  <a:pt x="22106" y="2082"/>
                </a:lnTo>
                <a:lnTo>
                  <a:pt x="22106" y="1076"/>
                </a:lnTo>
                <a:moveTo>
                  <a:pt x="22106" y="2150"/>
                </a:moveTo>
                <a:lnTo>
                  <a:pt x="23006" y="2150"/>
                </a:lnTo>
                <a:lnTo>
                  <a:pt x="23006" y="3104"/>
                </a:lnTo>
                <a:lnTo>
                  <a:pt x="22106" y="3104"/>
                </a:lnTo>
                <a:lnTo>
                  <a:pt x="22106" y="2150"/>
                </a:lnTo>
                <a:moveTo>
                  <a:pt x="22106" y="3172"/>
                </a:moveTo>
                <a:lnTo>
                  <a:pt x="23006" y="3172"/>
                </a:lnTo>
                <a:lnTo>
                  <a:pt x="23006" y="4178"/>
                </a:lnTo>
                <a:lnTo>
                  <a:pt x="22106" y="4178"/>
                </a:lnTo>
                <a:lnTo>
                  <a:pt x="22106" y="3172"/>
                </a:lnTo>
                <a:moveTo>
                  <a:pt x="22106" y="4247"/>
                </a:moveTo>
                <a:lnTo>
                  <a:pt x="23006" y="4247"/>
                </a:lnTo>
                <a:lnTo>
                  <a:pt x="23006" y="5200"/>
                </a:lnTo>
                <a:lnTo>
                  <a:pt x="22106" y="5200"/>
                </a:lnTo>
                <a:lnTo>
                  <a:pt x="22106" y="4247"/>
                </a:lnTo>
                <a:moveTo>
                  <a:pt x="22106" y="5268"/>
                </a:moveTo>
                <a:lnTo>
                  <a:pt x="23006" y="5268"/>
                </a:lnTo>
                <a:lnTo>
                  <a:pt x="23006" y="6274"/>
                </a:lnTo>
                <a:lnTo>
                  <a:pt x="22106" y="6274"/>
                </a:lnTo>
                <a:lnTo>
                  <a:pt x="22106" y="5268"/>
                </a:lnTo>
                <a:moveTo>
                  <a:pt x="22106" y="6342"/>
                </a:moveTo>
                <a:lnTo>
                  <a:pt x="23006" y="6342"/>
                </a:lnTo>
                <a:lnTo>
                  <a:pt x="23006" y="7296"/>
                </a:lnTo>
                <a:lnTo>
                  <a:pt x="22106" y="7296"/>
                </a:lnTo>
                <a:lnTo>
                  <a:pt x="22106" y="6342"/>
                </a:lnTo>
                <a:moveTo>
                  <a:pt x="22106" y="7364"/>
                </a:moveTo>
                <a:lnTo>
                  <a:pt x="23006" y="7364"/>
                </a:lnTo>
                <a:lnTo>
                  <a:pt x="23006" y="8369"/>
                </a:lnTo>
                <a:lnTo>
                  <a:pt x="22106" y="8369"/>
                </a:lnTo>
                <a:lnTo>
                  <a:pt x="22106" y="7364"/>
                </a:lnTo>
                <a:moveTo>
                  <a:pt x="22106" y="8438"/>
                </a:moveTo>
                <a:lnTo>
                  <a:pt x="23006" y="8438"/>
                </a:lnTo>
                <a:lnTo>
                  <a:pt x="23006" y="9391"/>
                </a:lnTo>
                <a:lnTo>
                  <a:pt x="22106" y="9391"/>
                </a:lnTo>
                <a:lnTo>
                  <a:pt x="22106" y="8438"/>
                </a:lnTo>
                <a:moveTo>
                  <a:pt x="22106" y="9459"/>
                </a:moveTo>
                <a:lnTo>
                  <a:pt x="23006" y="9459"/>
                </a:lnTo>
                <a:lnTo>
                  <a:pt x="23006" y="10465"/>
                </a:lnTo>
                <a:lnTo>
                  <a:pt x="22106" y="10465"/>
                </a:lnTo>
                <a:lnTo>
                  <a:pt x="22106" y="9459"/>
                </a:lnTo>
                <a:moveTo>
                  <a:pt x="22106" y="10533"/>
                </a:moveTo>
                <a:lnTo>
                  <a:pt x="23006" y="10533"/>
                </a:lnTo>
                <a:lnTo>
                  <a:pt x="23006" y="11487"/>
                </a:lnTo>
                <a:lnTo>
                  <a:pt x="22106" y="11487"/>
                </a:lnTo>
                <a:lnTo>
                  <a:pt x="22106" y="10533"/>
                </a:lnTo>
                <a:moveTo>
                  <a:pt x="22106" y="11556"/>
                </a:moveTo>
                <a:lnTo>
                  <a:pt x="23006" y="11556"/>
                </a:lnTo>
                <a:lnTo>
                  <a:pt x="23006" y="12561"/>
                </a:lnTo>
                <a:lnTo>
                  <a:pt x="22106" y="12561"/>
                </a:lnTo>
                <a:lnTo>
                  <a:pt x="22106" y="11556"/>
                </a:lnTo>
                <a:moveTo>
                  <a:pt x="22106" y="12630"/>
                </a:moveTo>
                <a:lnTo>
                  <a:pt x="23006" y="12630"/>
                </a:lnTo>
                <a:lnTo>
                  <a:pt x="23006" y="13583"/>
                </a:lnTo>
                <a:lnTo>
                  <a:pt x="22106" y="13583"/>
                </a:lnTo>
                <a:lnTo>
                  <a:pt x="22106" y="12630"/>
                </a:lnTo>
                <a:moveTo>
                  <a:pt x="22106" y="13651"/>
                </a:moveTo>
                <a:lnTo>
                  <a:pt x="23006" y="13651"/>
                </a:lnTo>
                <a:lnTo>
                  <a:pt x="23006" y="14657"/>
                </a:lnTo>
                <a:lnTo>
                  <a:pt x="22106" y="14657"/>
                </a:lnTo>
                <a:lnTo>
                  <a:pt x="22106" y="13651"/>
                </a:lnTo>
                <a:moveTo>
                  <a:pt x="22106" y="14726"/>
                </a:moveTo>
                <a:lnTo>
                  <a:pt x="23006" y="14726"/>
                </a:lnTo>
                <a:lnTo>
                  <a:pt x="23006" y="15680"/>
                </a:lnTo>
                <a:lnTo>
                  <a:pt x="22106" y="15680"/>
                </a:lnTo>
                <a:lnTo>
                  <a:pt x="22106" y="14726"/>
                </a:lnTo>
                <a:moveTo>
                  <a:pt x="20978" y="55"/>
                </a:moveTo>
                <a:lnTo>
                  <a:pt x="22038" y="55"/>
                </a:lnTo>
                <a:lnTo>
                  <a:pt x="22038" y="1007"/>
                </a:lnTo>
                <a:lnTo>
                  <a:pt x="20978" y="1007"/>
                </a:lnTo>
                <a:lnTo>
                  <a:pt x="20978" y="55"/>
                </a:lnTo>
                <a:moveTo>
                  <a:pt x="20978" y="1076"/>
                </a:moveTo>
                <a:lnTo>
                  <a:pt x="22038" y="1076"/>
                </a:lnTo>
                <a:lnTo>
                  <a:pt x="22038" y="2082"/>
                </a:lnTo>
                <a:lnTo>
                  <a:pt x="20978" y="2082"/>
                </a:lnTo>
                <a:lnTo>
                  <a:pt x="20978" y="1076"/>
                </a:lnTo>
                <a:moveTo>
                  <a:pt x="20978" y="2150"/>
                </a:moveTo>
                <a:lnTo>
                  <a:pt x="22038" y="2150"/>
                </a:lnTo>
                <a:lnTo>
                  <a:pt x="22038" y="3104"/>
                </a:lnTo>
                <a:lnTo>
                  <a:pt x="20978" y="3104"/>
                </a:lnTo>
                <a:lnTo>
                  <a:pt x="20978" y="2150"/>
                </a:lnTo>
                <a:moveTo>
                  <a:pt x="20978" y="3172"/>
                </a:moveTo>
                <a:lnTo>
                  <a:pt x="22038" y="3172"/>
                </a:lnTo>
                <a:lnTo>
                  <a:pt x="22038" y="4178"/>
                </a:lnTo>
                <a:lnTo>
                  <a:pt x="20978" y="4178"/>
                </a:lnTo>
                <a:lnTo>
                  <a:pt x="20978" y="3172"/>
                </a:lnTo>
                <a:moveTo>
                  <a:pt x="20978" y="4247"/>
                </a:moveTo>
                <a:lnTo>
                  <a:pt x="22038" y="4247"/>
                </a:lnTo>
                <a:lnTo>
                  <a:pt x="22038" y="5200"/>
                </a:lnTo>
                <a:lnTo>
                  <a:pt x="20978" y="5200"/>
                </a:lnTo>
                <a:lnTo>
                  <a:pt x="20978" y="4247"/>
                </a:lnTo>
                <a:moveTo>
                  <a:pt x="20978" y="5268"/>
                </a:moveTo>
                <a:lnTo>
                  <a:pt x="22038" y="5268"/>
                </a:lnTo>
                <a:lnTo>
                  <a:pt x="22038" y="6274"/>
                </a:lnTo>
                <a:lnTo>
                  <a:pt x="20978" y="6274"/>
                </a:lnTo>
                <a:lnTo>
                  <a:pt x="20978" y="5268"/>
                </a:lnTo>
                <a:moveTo>
                  <a:pt x="20978" y="6342"/>
                </a:moveTo>
                <a:lnTo>
                  <a:pt x="22038" y="6342"/>
                </a:lnTo>
                <a:lnTo>
                  <a:pt x="22038" y="7296"/>
                </a:lnTo>
                <a:lnTo>
                  <a:pt x="20978" y="7296"/>
                </a:lnTo>
                <a:lnTo>
                  <a:pt x="20978" y="6342"/>
                </a:lnTo>
                <a:moveTo>
                  <a:pt x="20978" y="7364"/>
                </a:moveTo>
                <a:lnTo>
                  <a:pt x="22038" y="7364"/>
                </a:lnTo>
                <a:lnTo>
                  <a:pt x="22038" y="8369"/>
                </a:lnTo>
                <a:lnTo>
                  <a:pt x="20978" y="8369"/>
                </a:lnTo>
                <a:lnTo>
                  <a:pt x="20978" y="7364"/>
                </a:lnTo>
                <a:moveTo>
                  <a:pt x="20978" y="8438"/>
                </a:moveTo>
                <a:lnTo>
                  <a:pt x="22038" y="8438"/>
                </a:lnTo>
                <a:lnTo>
                  <a:pt x="22038" y="9391"/>
                </a:lnTo>
                <a:lnTo>
                  <a:pt x="20978" y="9391"/>
                </a:lnTo>
                <a:lnTo>
                  <a:pt x="20978" y="8438"/>
                </a:lnTo>
                <a:moveTo>
                  <a:pt x="20978" y="9459"/>
                </a:moveTo>
                <a:lnTo>
                  <a:pt x="22038" y="9459"/>
                </a:lnTo>
                <a:lnTo>
                  <a:pt x="22038" y="10465"/>
                </a:lnTo>
                <a:lnTo>
                  <a:pt x="20978" y="10465"/>
                </a:lnTo>
                <a:lnTo>
                  <a:pt x="20978" y="9459"/>
                </a:lnTo>
                <a:moveTo>
                  <a:pt x="20978" y="10533"/>
                </a:moveTo>
                <a:lnTo>
                  <a:pt x="22038" y="10533"/>
                </a:lnTo>
                <a:lnTo>
                  <a:pt x="22038" y="11487"/>
                </a:lnTo>
                <a:lnTo>
                  <a:pt x="20978" y="11487"/>
                </a:lnTo>
                <a:lnTo>
                  <a:pt x="20978" y="10533"/>
                </a:lnTo>
                <a:moveTo>
                  <a:pt x="20978" y="11556"/>
                </a:moveTo>
                <a:lnTo>
                  <a:pt x="22038" y="11556"/>
                </a:lnTo>
                <a:lnTo>
                  <a:pt x="22038" y="12561"/>
                </a:lnTo>
                <a:lnTo>
                  <a:pt x="20978" y="12561"/>
                </a:lnTo>
                <a:lnTo>
                  <a:pt x="20978" y="11556"/>
                </a:lnTo>
                <a:moveTo>
                  <a:pt x="20978" y="12630"/>
                </a:moveTo>
                <a:lnTo>
                  <a:pt x="22038" y="12630"/>
                </a:lnTo>
                <a:lnTo>
                  <a:pt x="22038" y="13583"/>
                </a:lnTo>
                <a:lnTo>
                  <a:pt x="20978" y="13583"/>
                </a:lnTo>
                <a:lnTo>
                  <a:pt x="20978" y="12630"/>
                </a:lnTo>
                <a:moveTo>
                  <a:pt x="20978" y="13651"/>
                </a:moveTo>
                <a:lnTo>
                  <a:pt x="22038" y="13651"/>
                </a:lnTo>
                <a:lnTo>
                  <a:pt x="22038" y="14657"/>
                </a:lnTo>
                <a:lnTo>
                  <a:pt x="20978" y="14657"/>
                </a:lnTo>
                <a:lnTo>
                  <a:pt x="20978" y="13651"/>
                </a:lnTo>
                <a:moveTo>
                  <a:pt x="20978" y="14726"/>
                </a:moveTo>
                <a:lnTo>
                  <a:pt x="22038" y="14726"/>
                </a:lnTo>
                <a:lnTo>
                  <a:pt x="22038" y="15680"/>
                </a:lnTo>
                <a:lnTo>
                  <a:pt x="20978" y="15680"/>
                </a:lnTo>
                <a:lnTo>
                  <a:pt x="20978" y="14726"/>
                </a:lnTo>
                <a:moveTo>
                  <a:pt x="20011" y="55"/>
                </a:moveTo>
                <a:lnTo>
                  <a:pt x="20910" y="55"/>
                </a:lnTo>
                <a:lnTo>
                  <a:pt x="20910" y="1007"/>
                </a:lnTo>
                <a:lnTo>
                  <a:pt x="20011" y="1007"/>
                </a:lnTo>
                <a:lnTo>
                  <a:pt x="20011" y="55"/>
                </a:lnTo>
                <a:moveTo>
                  <a:pt x="20011" y="1076"/>
                </a:moveTo>
                <a:lnTo>
                  <a:pt x="20910" y="1076"/>
                </a:lnTo>
                <a:lnTo>
                  <a:pt x="20910" y="2082"/>
                </a:lnTo>
                <a:lnTo>
                  <a:pt x="20011" y="2082"/>
                </a:lnTo>
                <a:lnTo>
                  <a:pt x="20011" y="1076"/>
                </a:lnTo>
                <a:moveTo>
                  <a:pt x="20011" y="2150"/>
                </a:moveTo>
                <a:lnTo>
                  <a:pt x="20910" y="2150"/>
                </a:lnTo>
                <a:lnTo>
                  <a:pt x="20910" y="3104"/>
                </a:lnTo>
                <a:lnTo>
                  <a:pt x="20011" y="3104"/>
                </a:lnTo>
                <a:lnTo>
                  <a:pt x="20011" y="2150"/>
                </a:lnTo>
                <a:moveTo>
                  <a:pt x="20011" y="3172"/>
                </a:moveTo>
                <a:lnTo>
                  <a:pt x="20910" y="3172"/>
                </a:lnTo>
                <a:lnTo>
                  <a:pt x="20910" y="4178"/>
                </a:lnTo>
                <a:lnTo>
                  <a:pt x="20011" y="4178"/>
                </a:lnTo>
                <a:lnTo>
                  <a:pt x="20011" y="3172"/>
                </a:lnTo>
                <a:moveTo>
                  <a:pt x="20011" y="4247"/>
                </a:moveTo>
                <a:lnTo>
                  <a:pt x="20910" y="4247"/>
                </a:lnTo>
                <a:lnTo>
                  <a:pt x="20910" y="5200"/>
                </a:lnTo>
                <a:lnTo>
                  <a:pt x="20011" y="5200"/>
                </a:lnTo>
                <a:lnTo>
                  <a:pt x="20011" y="4247"/>
                </a:lnTo>
                <a:moveTo>
                  <a:pt x="20011" y="5268"/>
                </a:moveTo>
                <a:lnTo>
                  <a:pt x="20910" y="5268"/>
                </a:lnTo>
                <a:lnTo>
                  <a:pt x="20910" y="6274"/>
                </a:lnTo>
                <a:lnTo>
                  <a:pt x="20011" y="6274"/>
                </a:lnTo>
                <a:lnTo>
                  <a:pt x="20011" y="5268"/>
                </a:lnTo>
                <a:moveTo>
                  <a:pt x="20011" y="6342"/>
                </a:moveTo>
                <a:lnTo>
                  <a:pt x="20910" y="6342"/>
                </a:lnTo>
                <a:lnTo>
                  <a:pt x="20910" y="7296"/>
                </a:lnTo>
                <a:lnTo>
                  <a:pt x="20011" y="7296"/>
                </a:lnTo>
                <a:lnTo>
                  <a:pt x="20011" y="6342"/>
                </a:lnTo>
                <a:moveTo>
                  <a:pt x="20011" y="7364"/>
                </a:moveTo>
                <a:lnTo>
                  <a:pt x="20910" y="7364"/>
                </a:lnTo>
                <a:lnTo>
                  <a:pt x="20910" y="8369"/>
                </a:lnTo>
                <a:lnTo>
                  <a:pt x="20011" y="8369"/>
                </a:lnTo>
                <a:lnTo>
                  <a:pt x="20011" y="7364"/>
                </a:lnTo>
                <a:moveTo>
                  <a:pt x="20011" y="8438"/>
                </a:moveTo>
                <a:lnTo>
                  <a:pt x="20910" y="8438"/>
                </a:lnTo>
                <a:lnTo>
                  <a:pt x="20910" y="9391"/>
                </a:lnTo>
                <a:lnTo>
                  <a:pt x="20011" y="9391"/>
                </a:lnTo>
                <a:lnTo>
                  <a:pt x="20011" y="8438"/>
                </a:lnTo>
                <a:moveTo>
                  <a:pt x="20011" y="9459"/>
                </a:moveTo>
                <a:lnTo>
                  <a:pt x="20910" y="9459"/>
                </a:lnTo>
                <a:lnTo>
                  <a:pt x="20910" y="10465"/>
                </a:lnTo>
                <a:lnTo>
                  <a:pt x="20011" y="10465"/>
                </a:lnTo>
                <a:lnTo>
                  <a:pt x="20011" y="9459"/>
                </a:lnTo>
                <a:moveTo>
                  <a:pt x="20011" y="10533"/>
                </a:moveTo>
                <a:lnTo>
                  <a:pt x="20910" y="10533"/>
                </a:lnTo>
                <a:lnTo>
                  <a:pt x="20910" y="11487"/>
                </a:lnTo>
                <a:lnTo>
                  <a:pt x="20011" y="11487"/>
                </a:lnTo>
                <a:lnTo>
                  <a:pt x="20011" y="10533"/>
                </a:lnTo>
                <a:moveTo>
                  <a:pt x="20011" y="11556"/>
                </a:moveTo>
                <a:lnTo>
                  <a:pt x="20910" y="11556"/>
                </a:lnTo>
                <a:lnTo>
                  <a:pt x="20910" y="12561"/>
                </a:lnTo>
                <a:lnTo>
                  <a:pt x="20011" y="12561"/>
                </a:lnTo>
                <a:lnTo>
                  <a:pt x="20011" y="11556"/>
                </a:lnTo>
                <a:moveTo>
                  <a:pt x="20011" y="12630"/>
                </a:moveTo>
                <a:lnTo>
                  <a:pt x="20910" y="12630"/>
                </a:lnTo>
                <a:lnTo>
                  <a:pt x="20910" y="13583"/>
                </a:lnTo>
                <a:lnTo>
                  <a:pt x="20011" y="13583"/>
                </a:lnTo>
                <a:lnTo>
                  <a:pt x="20011" y="12630"/>
                </a:lnTo>
                <a:moveTo>
                  <a:pt x="20011" y="13651"/>
                </a:moveTo>
                <a:lnTo>
                  <a:pt x="20910" y="13651"/>
                </a:lnTo>
                <a:lnTo>
                  <a:pt x="20910" y="14657"/>
                </a:lnTo>
                <a:lnTo>
                  <a:pt x="20011" y="14657"/>
                </a:lnTo>
                <a:lnTo>
                  <a:pt x="20011" y="13651"/>
                </a:lnTo>
                <a:moveTo>
                  <a:pt x="20011" y="14726"/>
                </a:moveTo>
                <a:lnTo>
                  <a:pt x="20910" y="14726"/>
                </a:lnTo>
                <a:lnTo>
                  <a:pt x="20910" y="15680"/>
                </a:lnTo>
                <a:lnTo>
                  <a:pt x="20011" y="15680"/>
                </a:lnTo>
                <a:lnTo>
                  <a:pt x="20011" y="14726"/>
                </a:lnTo>
                <a:moveTo>
                  <a:pt x="18883" y="55"/>
                </a:moveTo>
                <a:lnTo>
                  <a:pt x="19942" y="55"/>
                </a:lnTo>
                <a:lnTo>
                  <a:pt x="19942" y="1007"/>
                </a:lnTo>
                <a:lnTo>
                  <a:pt x="18883" y="1007"/>
                </a:lnTo>
                <a:lnTo>
                  <a:pt x="18883" y="55"/>
                </a:lnTo>
                <a:moveTo>
                  <a:pt x="18883" y="1076"/>
                </a:moveTo>
                <a:lnTo>
                  <a:pt x="19942" y="1076"/>
                </a:lnTo>
                <a:lnTo>
                  <a:pt x="19942" y="2082"/>
                </a:lnTo>
                <a:lnTo>
                  <a:pt x="18883" y="2082"/>
                </a:lnTo>
                <a:lnTo>
                  <a:pt x="18883" y="1076"/>
                </a:lnTo>
                <a:moveTo>
                  <a:pt x="18883" y="2150"/>
                </a:moveTo>
                <a:lnTo>
                  <a:pt x="19942" y="2150"/>
                </a:lnTo>
                <a:lnTo>
                  <a:pt x="19942" y="3104"/>
                </a:lnTo>
                <a:lnTo>
                  <a:pt x="18883" y="3104"/>
                </a:lnTo>
                <a:lnTo>
                  <a:pt x="18883" y="2150"/>
                </a:lnTo>
                <a:moveTo>
                  <a:pt x="18883" y="3172"/>
                </a:moveTo>
                <a:lnTo>
                  <a:pt x="19942" y="3172"/>
                </a:lnTo>
                <a:lnTo>
                  <a:pt x="19942" y="4178"/>
                </a:lnTo>
                <a:lnTo>
                  <a:pt x="18883" y="4178"/>
                </a:lnTo>
                <a:lnTo>
                  <a:pt x="18883" y="3172"/>
                </a:lnTo>
                <a:moveTo>
                  <a:pt x="18883" y="4247"/>
                </a:moveTo>
                <a:lnTo>
                  <a:pt x="19942" y="4247"/>
                </a:lnTo>
                <a:lnTo>
                  <a:pt x="19942" y="5200"/>
                </a:lnTo>
                <a:lnTo>
                  <a:pt x="18883" y="5200"/>
                </a:lnTo>
                <a:lnTo>
                  <a:pt x="18883" y="4247"/>
                </a:lnTo>
                <a:moveTo>
                  <a:pt x="18883" y="5268"/>
                </a:moveTo>
                <a:lnTo>
                  <a:pt x="19942" y="5268"/>
                </a:lnTo>
                <a:lnTo>
                  <a:pt x="19942" y="6274"/>
                </a:lnTo>
                <a:lnTo>
                  <a:pt x="18883" y="6274"/>
                </a:lnTo>
                <a:lnTo>
                  <a:pt x="18883" y="5268"/>
                </a:lnTo>
                <a:moveTo>
                  <a:pt x="18883" y="6342"/>
                </a:moveTo>
                <a:lnTo>
                  <a:pt x="19942" y="6342"/>
                </a:lnTo>
                <a:lnTo>
                  <a:pt x="19942" y="7296"/>
                </a:lnTo>
                <a:lnTo>
                  <a:pt x="18883" y="7296"/>
                </a:lnTo>
                <a:lnTo>
                  <a:pt x="18883" y="6342"/>
                </a:lnTo>
                <a:moveTo>
                  <a:pt x="18883" y="7364"/>
                </a:moveTo>
                <a:lnTo>
                  <a:pt x="19942" y="7364"/>
                </a:lnTo>
                <a:lnTo>
                  <a:pt x="19942" y="8369"/>
                </a:lnTo>
                <a:lnTo>
                  <a:pt x="18883" y="8369"/>
                </a:lnTo>
                <a:lnTo>
                  <a:pt x="18883" y="7364"/>
                </a:lnTo>
                <a:moveTo>
                  <a:pt x="18883" y="8438"/>
                </a:moveTo>
                <a:lnTo>
                  <a:pt x="19942" y="8438"/>
                </a:lnTo>
                <a:lnTo>
                  <a:pt x="19942" y="9391"/>
                </a:lnTo>
                <a:lnTo>
                  <a:pt x="18883" y="9391"/>
                </a:lnTo>
                <a:lnTo>
                  <a:pt x="18883" y="8438"/>
                </a:lnTo>
                <a:moveTo>
                  <a:pt x="18883" y="9459"/>
                </a:moveTo>
                <a:lnTo>
                  <a:pt x="19942" y="9459"/>
                </a:lnTo>
                <a:lnTo>
                  <a:pt x="19942" y="10465"/>
                </a:lnTo>
                <a:lnTo>
                  <a:pt x="18883" y="10465"/>
                </a:lnTo>
                <a:lnTo>
                  <a:pt x="18883" y="9459"/>
                </a:lnTo>
                <a:moveTo>
                  <a:pt x="18883" y="10533"/>
                </a:moveTo>
                <a:lnTo>
                  <a:pt x="19942" y="10533"/>
                </a:lnTo>
                <a:lnTo>
                  <a:pt x="19942" y="11487"/>
                </a:lnTo>
                <a:lnTo>
                  <a:pt x="18883" y="11487"/>
                </a:lnTo>
                <a:lnTo>
                  <a:pt x="18883" y="10533"/>
                </a:lnTo>
                <a:moveTo>
                  <a:pt x="18883" y="11556"/>
                </a:moveTo>
                <a:lnTo>
                  <a:pt x="19942" y="11556"/>
                </a:lnTo>
                <a:lnTo>
                  <a:pt x="19942" y="12561"/>
                </a:lnTo>
                <a:lnTo>
                  <a:pt x="18883" y="12561"/>
                </a:lnTo>
                <a:lnTo>
                  <a:pt x="18883" y="11556"/>
                </a:lnTo>
                <a:moveTo>
                  <a:pt x="18883" y="12630"/>
                </a:moveTo>
                <a:lnTo>
                  <a:pt x="19942" y="12630"/>
                </a:lnTo>
                <a:lnTo>
                  <a:pt x="19942" y="13583"/>
                </a:lnTo>
                <a:lnTo>
                  <a:pt x="18883" y="13583"/>
                </a:lnTo>
                <a:lnTo>
                  <a:pt x="18883" y="12630"/>
                </a:lnTo>
                <a:moveTo>
                  <a:pt x="18883" y="13651"/>
                </a:moveTo>
                <a:lnTo>
                  <a:pt x="19942" y="13651"/>
                </a:lnTo>
                <a:lnTo>
                  <a:pt x="19942" y="14657"/>
                </a:lnTo>
                <a:lnTo>
                  <a:pt x="18883" y="14657"/>
                </a:lnTo>
                <a:lnTo>
                  <a:pt x="18883" y="13651"/>
                </a:lnTo>
                <a:moveTo>
                  <a:pt x="18883" y="14726"/>
                </a:moveTo>
                <a:lnTo>
                  <a:pt x="19942" y="14726"/>
                </a:lnTo>
                <a:lnTo>
                  <a:pt x="19942" y="15680"/>
                </a:lnTo>
                <a:lnTo>
                  <a:pt x="18883" y="15680"/>
                </a:lnTo>
                <a:lnTo>
                  <a:pt x="18883" y="14726"/>
                </a:lnTo>
                <a:moveTo>
                  <a:pt x="17914" y="55"/>
                </a:moveTo>
                <a:lnTo>
                  <a:pt x="18814" y="55"/>
                </a:lnTo>
                <a:lnTo>
                  <a:pt x="18814" y="1007"/>
                </a:lnTo>
                <a:lnTo>
                  <a:pt x="17914" y="1007"/>
                </a:lnTo>
                <a:lnTo>
                  <a:pt x="17914" y="55"/>
                </a:lnTo>
                <a:moveTo>
                  <a:pt x="17914" y="1076"/>
                </a:moveTo>
                <a:lnTo>
                  <a:pt x="18814" y="1076"/>
                </a:lnTo>
                <a:lnTo>
                  <a:pt x="18814" y="2082"/>
                </a:lnTo>
                <a:lnTo>
                  <a:pt x="17914" y="2082"/>
                </a:lnTo>
                <a:lnTo>
                  <a:pt x="17914" y="1076"/>
                </a:lnTo>
                <a:moveTo>
                  <a:pt x="17914" y="2150"/>
                </a:moveTo>
                <a:lnTo>
                  <a:pt x="18814" y="2150"/>
                </a:lnTo>
                <a:lnTo>
                  <a:pt x="18814" y="3104"/>
                </a:lnTo>
                <a:lnTo>
                  <a:pt x="17914" y="3104"/>
                </a:lnTo>
                <a:lnTo>
                  <a:pt x="17914" y="2150"/>
                </a:lnTo>
                <a:moveTo>
                  <a:pt x="17914" y="3172"/>
                </a:moveTo>
                <a:lnTo>
                  <a:pt x="18814" y="3172"/>
                </a:lnTo>
                <a:lnTo>
                  <a:pt x="18814" y="4178"/>
                </a:lnTo>
                <a:lnTo>
                  <a:pt x="17914" y="4178"/>
                </a:lnTo>
                <a:lnTo>
                  <a:pt x="17914" y="3172"/>
                </a:lnTo>
                <a:moveTo>
                  <a:pt x="17914" y="4247"/>
                </a:moveTo>
                <a:lnTo>
                  <a:pt x="18814" y="4247"/>
                </a:lnTo>
                <a:lnTo>
                  <a:pt x="18814" y="5200"/>
                </a:lnTo>
                <a:lnTo>
                  <a:pt x="17914" y="5200"/>
                </a:lnTo>
                <a:lnTo>
                  <a:pt x="17914" y="4247"/>
                </a:lnTo>
                <a:moveTo>
                  <a:pt x="17914" y="5268"/>
                </a:moveTo>
                <a:lnTo>
                  <a:pt x="18814" y="5268"/>
                </a:lnTo>
                <a:lnTo>
                  <a:pt x="18814" y="6274"/>
                </a:lnTo>
                <a:lnTo>
                  <a:pt x="17914" y="6274"/>
                </a:lnTo>
                <a:lnTo>
                  <a:pt x="17914" y="5268"/>
                </a:lnTo>
                <a:moveTo>
                  <a:pt x="17914" y="6342"/>
                </a:moveTo>
                <a:lnTo>
                  <a:pt x="18814" y="6342"/>
                </a:lnTo>
                <a:lnTo>
                  <a:pt x="18814" y="7296"/>
                </a:lnTo>
                <a:lnTo>
                  <a:pt x="17914" y="7296"/>
                </a:lnTo>
                <a:lnTo>
                  <a:pt x="17914" y="6342"/>
                </a:lnTo>
                <a:moveTo>
                  <a:pt x="17914" y="7364"/>
                </a:moveTo>
                <a:lnTo>
                  <a:pt x="18814" y="7364"/>
                </a:lnTo>
                <a:lnTo>
                  <a:pt x="18814" y="8369"/>
                </a:lnTo>
                <a:lnTo>
                  <a:pt x="17914" y="8369"/>
                </a:lnTo>
                <a:lnTo>
                  <a:pt x="17914" y="7364"/>
                </a:lnTo>
                <a:moveTo>
                  <a:pt x="17914" y="8438"/>
                </a:moveTo>
                <a:lnTo>
                  <a:pt x="18814" y="8438"/>
                </a:lnTo>
                <a:lnTo>
                  <a:pt x="18814" y="9391"/>
                </a:lnTo>
                <a:lnTo>
                  <a:pt x="17914" y="9391"/>
                </a:lnTo>
                <a:lnTo>
                  <a:pt x="17914" y="8438"/>
                </a:lnTo>
                <a:moveTo>
                  <a:pt x="17914" y="9459"/>
                </a:moveTo>
                <a:lnTo>
                  <a:pt x="18814" y="9459"/>
                </a:lnTo>
                <a:lnTo>
                  <a:pt x="18814" y="10465"/>
                </a:lnTo>
                <a:lnTo>
                  <a:pt x="17914" y="10465"/>
                </a:lnTo>
                <a:lnTo>
                  <a:pt x="17914" y="9459"/>
                </a:lnTo>
                <a:moveTo>
                  <a:pt x="17914" y="10533"/>
                </a:moveTo>
                <a:lnTo>
                  <a:pt x="18814" y="10533"/>
                </a:lnTo>
                <a:lnTo>
                  <a:pt x="18814" y="11487"/>
                </a:lnTo>
                <a:lnTo>
                  <a:pt x="17914" y="11487"/>
                </a:lnTo>
                <a:lnTo>
                  <a:pt x="17914" y="10533"/>
                </a:lnTo>
                <a:moveTo>
                  <a:pt x="17914" y="11556"/>
                </a:moveTo>
                <a:lnTo>
                  <a:pt x="18814" y="11556"/>
                </a:lnTo>
                <a:lnTo>
                  <a:pt x="18814" y="12561"/>
                </a:lnTo>
                <a:lnTo>
                  <a:pt x="17914" y="12561"/>
                </a:lnTo>
                <a:lnTo>
                  <a:pt x="17914" y="11556"/>
                </a:lnTo>
                <a:moveTo>
                  <a:pt x="17914" y="12630"/>
                </a:moveTo>
                <a:lnTo>
                  <a:pt x="18814" y="12630"/>
                </a:lnTo>
                <a:lnTo>
                  <a:pt x="18814" y="13583"/>
                </a:lnTo>
                <a:lnTo>
                  <a:pt x="17914" y="13583"/>
                </a:lnTo>
                <a:lnTo>
                  <a:pt x="17914" y="12630"/>
                </a:lnTo>
                <a:moveTo>
                  <a:pt x="17914" y="13651"/>
                </a:moveTo>
                <a:lnTo>
                  <a:pt x="18814" y="13651"/>
                </a:lnTo>
                <a:lnTo>
                  <a:pt x="18814" y="14657"/>
                </a:lnTo>
                <a:lnTo>
                  <a:pt x="17914" y="14657"/>
                </a:lnTo>
                <a:lnTo>
                  <a:pt x="17914" y="13651"/>
                </a:lnTo>
                <a:moveTo>
                  <a:pt x="17914" y="14726"/>
                </a:moveTo>
                <a:lnTo>
                  <a:pt x="18814" y="14726"/>
                </a:lnTo>
                <a:lnTo>
                  <a:pt x="18814" y="15680"/>
                </a:lnTo>
                <a:lnTo>
                  <a:pt x="17914" y="15680"/>
                </a:lnTo>
                <a:lnTo>
                  <a:pt x="17914" y="14726"/>
                </a:lnTo>
                <a:moveTo>
                  <a:pt x="16786" y="55"/>
                </a:moveTo>
                <a:lnTo>
                  <a:pt x="17846" y="55"/>
                </a:lnTo>
                <a:lnTo>
                  <a:pt x="17846" y="1007"/>
                </a:lnTo>
                <a:lnTo>
                  <a:pt x="16786" y="1007"/>
                </a:lnTo>
                <a:lnTo>
                  <a:pt x="16786" y="55"/>
                </a:lnTo>
                <a:moveTo>
                  <a:pt x="16786" y="1076"/>
                </a:moveTo>
                <a:lnTo>
                  <a:pt x="17846" y="1076"/>
                </a:lnTo>
                <a:lnTo>
                  <a:pt x="17846" y="2082"/>
                </a:lnTo>
                <a:lnTo>
                  <a:pt x="16786" y="2082"/>
                </a:lnTo>
                <a:lnTo>
                  <a:pt x="16786" y="1076"/>
                </a:lnTo>
                <a:moveTo>
                  <a:pt x="16786" y="2150"/>
                </a:moveTo>
                <a:lnTo>
                  <a:pt x="17846" y="2150"/>
                </a:lnTo>
                <a:lnTo>
                  <a:pt x="17846" y="3104"/>
                </a:lnTo>
                <a:lnTo>
                  <a:pt x="16786" y="3104"/>
                </a:lnTo>
                <a:lnTo>
                  <a:pt x="16786" y="2150"/>
                </a:lnTo>
                <a:moveTo>
                  <a:pt x="16786" y="3172"/>
                </a:moveTo>
                <a:lnTo>
                  <a:pt x="17846" y="3172"/>
                </a:lnTo>
                <a:lnTo>
                  <a:pt x="17846" y="4178"/>
                </a:lnTo>
                <a:lnTo>
                  <a:pt x="16786" y="4178"/>
                </a:lnTo>
                <a:lnTo>
                  <a:pt x="16786" y="3172"/>
                </a:lnTo>
                <a:moveTo>
                  <a:pt x="16786" y="4247"/>
                </a:moveTo>
                <a:lnTo>
                  <a:pt x="17846" y="4247"/>
                </a:lnTo>
                <a:lnTo>
                  <a:pt x="17846" y="5200"/>
                </a:lnTo>
                <a:lnTo>
                  <a:pt x="16786" y="5200"/>
                </a:lnTo>
                <a:lnTo>
                  <a:pt x="16786" y="4247"/>
                </a:lnTo>
                <a:moveTo>
                  <a:pt x="16786" y="5268"/>
                </a:moveTo>
                <a:lnTo>
                  <a:pt x="17846" y="5268"/>
                </a:lnTo>
                <a:lnTo>
                  <a:pt x="17846" y="6274"/>
                </a:lnTo>
                <a:lnTo>
                  <a:pt x="16786" y="6274"/>
                </a:lnTo>
                <a:lnTo>
                  <a:pt x="16786" y="5268"/>
                </a:lnTo>
                <a:moveTo>
                  <a:pt x="16786" y="6342"/>
                </a:moveTo>
                <a:lnTo>
                  <a:pt x="17846" y="6342"/>
                </a:lnTo>
                <a:lnTo>
                  <a:pt x="17846" y="7296"/>
                </a:lnTo>
                <a:lnTo>
                  <a:pt x="16786" y="7296"/>
                </a:lnTo>
                <a:lnTo>
                  <a:pt x="16786" y="6342"/>
                </a:lnTo>
                <a:moveTo>
                  <a:pt x="16786" y="7364"/>
                </a:moveTo>
                <a:lnTo>
                  <a:pt x="17846" y="7364"/>
                </a:lnTo>
                <a:lnTo>
                  <a:pt x="17846" y="8369"/>
                </a:lnTo>
                <a:lnTo>
                  <a:pt x="16786" y="8369"/>
                </a:lnTo>
                <a:lnTo>
                  <a:pt x="16786" y="7364"/>
                </a:lnTo>
                <a:moveTo>
                  <a:pt x="16786" y="8438"/>
                </a:moveTo>
                <a:lnTo>
                  <a:pt x="17846" y="8438"/>
                </a:lnTo>
                <a:lnTo>
                  <a:pt x="17846" y="9391"/>
                </a:lnTo>
                <a:lnTo>
                  <a:pt x="16786" y="9391"/>
                </a:lnTo>
                <a:lnTo>
                  <a:pt x="16786" y="8438"/>
                </a:lnTo>
                <a:moveTo>
                  <a:pt x="16786" y="9459"/>
                </a:moveTo>
                <a:lnTo>
                  <a:pt x="17846" y="9459"/>
                </a:lnTo>
                <a:lnTo>
                  <a:pt x="17846" y="10465"/>
                </a:lnTo>
                <a:lnTo>
                  <a:pt x="16786" y="10465"/>
                </a:lnTo>
                <a:lnTo>
                  <a:pt x="16786" y="9459"/>
                </a:lnTo>
                <a:moveTo>
                  <a:pt x="16786" y="10533"/>
                </a:moveTo>
                <a:lnTo>
                  <a:pt x="17846" y="10533"/>
                </a:lnTo>
                <a:lnTo>
                  <a:pt x="17846" y="11487"/>
                </a:lnTo>
                <a:lnTo>
                  <a:pt x="16786" y="11487"/>
                </a:lnTo>
                <a:lnTo>
                  <a:pt x="16786" y="10533"/>
                </a:lnTo>
                <a:moveTo>
                  <a:pt x="16786" y="11556"/>
                </a:moveTo>
                <a:lnTo>
                  <a:pt x="17846" y="11556"/>
                </a:lnTo>
                <a:lnTo>
                  <a:pt x="17846" y="12561"/>
                </a:lnTo>
                <a:lnTo>
                  <a:pt x="16786" y="12561"/>
                </a:lnTo>
                <a:lnTo>
                  <a:pt x="16786" y="11556"/>
                </a:lnTo>
                <a:moveTo>
                  <a:pt x="16786" y="12630"/>
                </a:moveTo>
                <a:lnTo>
                  <a:pt x="17846" y="12630"/>
                </a:lnTo>
                <a:lnTo>
                  <a:pt x="17846" y="13583"/>
                </a:lnTo>
                <a:lnTo>
                  <a:pt x="16786" y="13583"/>
                </a:lnTo>
                <a:lnTo>
                  <a:pt x="16786" y="12630"/>
                </a:lnTo>
                <a:moveTo>
                  <a:pt x="16786" y="13651"/>
                </a:moveTo>
                <a:lnTo>
                  <a:pt x="17846" y="13651"/>
                </a:lnTo>
                <a:lnTo>
                  <a:pt x="17846" y="14657"/>
                </a:lnTo>
                <a:lnTo>
                  <a:pt x="16786" y="14657"/>
                </a:lnTo>
                <a:lnTo>
                  <a:pt x="16786" y="13651"/>
                </a:lnTo>
                <a:moveTo>
                  <a:pt x="16786" y="14726"/>
                </a:moveTo>
                <a:lnTo>
                  <a:pt x="17846" y="14726"/>
                </a:lnTo>
                <a:lnTo>
                  <a:pt x="17846" y="15680"/>
                </a:lnTo>
                <a:lnTo>
                  <a:pt x="16786" y="15680"/>
                </a:lnTo>
                <a:lnTo>
                  <a:pt x="16786" y="14726"/>
                </a:lnTo>
                <a:moveTo>
                  <a:pt x="15819" y="55"/>
                </a:moveTo>
                <a:lnTo>
                  <a:pt x="16718" y="55"/>
                </a:lnTo>
                <a:lnTo>
                  <a:pt x="16718" y="1007"/>
                </a:lnTo>
                <a:lnTo>
                  <a:pt x="15819" y="1007"/>
                </a:lnTo>
                <a:lnTo>
                  <a:pt x="15819" y="55"/>
                </a:lnTo>
                <a:moveTo>
                  <a:pt x="15819" y="1076"/>
                </a:moveTo>
                <a:lnTo>
                  <a:pt x="16718" y="1076"/>
                </a:lnTo>
                <a:lnTo>
                  <a:pt x="16718" y="2082"/>
                </a:lnTo>
                <a:lnTo>
                  <a:pt x="15819" y="2082"/>
                </a:lnTo>
                <a:lnTo>
                  <a:pt x="15819" y="1076"/>
                </a:lnTo>
                <a:moveTo>
                  <a:pt x="15819" y="2150"/>
                </a:moveTo>
                <a:lnTo>
                  <a:pt x="16718" y="2150"/>
                </a:lnTo>
                <a:lnTo>
                  <a:pt x="16718" y="3104"/>
                </a:lnTo>
                <a:lnTo>
                  <a:pt x="15819" y="3104"/>
                </a:lnTo>
                <a:lnTo>
                  <a:pt x="15819" y="2150"/>
                </a:lnTo>
                <a:moveTo>
                  <a:pt x="15819" y="3172"/>
                </a:moveTo>
                <a:lnTo>
                  <a:pt x="16718" y="3172"/>
                </a:lnTo>
                <a:lnTo>
                  <a:pt x="16718" y="4178"/>
                </a:lnTo>
                <a:lnTo>
                  <a:pt x="15819" y="4178"/>
                </a:lnTo>
                <a:lnTo>
                  <a:pt x="15819" y="3172"/>
                </a:lnTo>
                <a:moveTo>
                  <a:pt x="15819" y="4247"/>
                </a:moveTo>
                <a:lnTo>
                  <a:pt x="16718" y="4247"/>
                </a:lnTo>
                <a:lnTo>
                  <a:pt x="16718" y="5200"/>
                </a:lnTo>
                <a:lnTo>
                  <a:pt x="15819" y="5200"/>
                </a:lnTo>
                <a:lnTo>
                  <a:pt x="15819" y="4247"/>
                </a:lnTo>
                <a:moveTo>
                  <a:pt x="15819" y="5268"/>
                </a:moveTo>
                <a:lnTo>
                  <a:pt x="16718" y="5268"/>
                </a:lnTo>
                <a:lnTo>
                  <a:pt x="16718" y="6274"/>
                </a:lnTo>
                <a:lnTo>
                  <a:pt x="15819" y="6274"/>
                </a:lnTo>
                <a:lnTo>
                  <a:pt x="15819" y="5268"/>
                </a:lnTo>
                <a:moveTo>
                  <a:pt x="15819" y="6342"/>
                </a:moveTo>
                <a:lnTo>
                  <a:pt x="16718" y="6342"/>
                </a:lnTo>
                <a:lnTo>
                  <a:pt x="16718" y="7296"/>
                </a:lnTo>
                <a:lnTo>
                  <a:pt x="15819" y="7296"/>
                </a:lnTo>
                <a:lnTo>
                  <a:pt x="15819" y="6342"/>
                </a:lnTo>
                <a:moveTo>
                  <a:pt x="15819" y="7364"/>
                </a:moveTo>
                <a:lnTo>
                  <a:pt x="16718" y="7364"/>
                </a:lnTo>
                <a:lnTo>
                  <a:pt x="16718" y="8369"/>
                </a:lnTo>
                <a:lnTo>
                  <a:pt x="15819" y="8369"/>
                </a:lnTo>
                <a:lnTo>
                  <a:pt x="15819" y="7364"/>
                </a:lnTo>
                <a:moveTo>
                  <a:pt x="15819" y="8438"/>
                </a:moveTo>
                <a:lnTo>
                  <a:pt x="16718" y="8438"/>
                </a:lnTo>
                <a:lnTo>
                  <a:pt x="16718" y="9391"/>
                </a:lnTo>
                <a:lnTo>
                  <a:pt x="15819" y="9391"/>
                </a:lnTo>
                <a:lnTo>
                  <a:pt x="15819" y="8438"/>
                </a:lnTo>
                <a:moveTo>
                  <a:pt x="15819" y="9459"/>
                </a:moveTo>
                <a:lnTo>
                  <a:pt x="16718" y="9459"/>
                </a:lnTo>
                <a:lnTo>
                  <a:pt x="16718" y="10465"/>
                </a:lnTo>
                <a:lnTo>
                  <a:pt x="15819" y="10465"/>
                </a:lnTo>
                <a:lnTo>
                  <a:pt x="15819" y="9459"/>
                </a:lnTo>
                <a:moveTo>
                  <a:pt x="15819" y="10533"/>
                </a:moveTo>
                <a:lnTo>
                  <a:pt x="16718" y="10533"/>
                </a:lnTo>
                <a:lnTo>
                  <a:pt x="16718" y="11487"/>
                </a:lnTo>
                <a:lnTo>
                  <a:pt x="15819" y="11487"/>
                </a:lnTo>
                <a:lnTo>
                  <a:pt x="15819" y="10533"/>
                </a:lnTo>
                <a:moveTo>
                  <a:pt x="15819" y="11556"/>
                </a:moveTo>
                <a:lnTo>
                  <a:pt x="16718" y="11556"/>
                </a:lnTo>
                <a:lnTo>
                  <a:pt x="16718" y="12561"/>
                </a:lnTo>
                <a:lnTo>
                  <a:pt x="15819" y="12561"/>
                </a:lnTo>
                <a:lnTo>
                  <a:pt x="15819" y="11556"/>
                </a:lnTo>
                <a:moveTo>
                  <a:pt x="15819" y="12630"/>
                </a:moveTo>
                <a:lnTo>
                  <a:pt x="16718" y="12630"/>
                </a:lnTo>
                <a:lnTo>
                  <a:pt x="16718" y="13583"/>
                </a:lnTo>
                <a:lnTo>
                  <a:pt x="15819" y="13583"/>
                </a:lnTo>
                <a:lnTo>
                  <a:pt x="15819" y="12630"/>
                </a:lnTo>
                <a:moveTo>
                  <a:pt x="15819" y="13651"/>
                </a:moveTo>
                <a:lnTo>
                  <a:pt x="16718" y="13651"/>
                </a:lnTo>
                <a:lnTo>
                  <a:pt x="16718" y="14657"/>
                </a:lnTo>
                <a:lnTo>
                  <a:pt x="15819" y="14657"/>
                </a:lnTo>
                <a:lnTo>
                  <a:pt x="15819" y="13651"/>
                </a:lnTo>
                <a:moveTo>
                  <a:pt x="15819" y="14726"/>
                </a:moveTo>
                <a:lnTo>
                  <a:pt x="16718" y="14726"/>
                </a:lnTo>
                <a:lnTo>
                  <a:pt x="16718" y="15680"/>
                </a:lnTo>
                <a:lnTo>
                  <a:pt x="15819" y="15680"/>
                </a:lnTo>
                <a:lnTo>
                  <a:pt x="15819" y="14726"/>
                </a:lnTo>
                <a:moveTo>
                  <a:pt x="14691" y="55"/>
                </a:moveTo>
                <a:lnTo>
                  <a:pt x="15750" y="55"/>
                </a:lnTo>
                <a:lnTo>
                  <a:pt x="15750" y="1007"/>
                </a:lnTo>
                <a:lnTo>
                  <a:pt x="14691" y="1007"/>
                </a:lnTo>
                <a:lnTo>
                  <a:pt x="14691" y="55"/>
                </a:lnTo>
                <a:moveTo>
                  <a:pt x="14691" y="1076"/>
                </a:moveTo>
                <a:lnTo>
                  <a:pt x="15750" y="1076"/>
                </a:lnTo>
                <a:lnTo>
                  <a:pt x="15750" y="2082"/>
                </a:lnTo>
                <a:lnTo>
                  <a:pt x="14691" y="2082"/>
                </a:lnTo>
                <a:lnTo>
                  <a:pt x="14691" y="1076"/>
                </a:lnTo>
                <a:moveTo>
                  <a:pt x="14691" y="2150"/>
                </a:moveTo>
                <a:lnTo>
                  <a:pt x="15750" y="2150"/>
                </a:lnTo>
                <a:lnTo>
                  <a:pt x="15750" y="3104"/>
                </a:lnTo>
                <a:lnTo>
                  <a:pt x="14691" y="3104"/>
                </a:lnTo>
                <a:lnTo>
                  <a:pt x="14691" y="2150"/>
                </a:lnTo>
                <a:moveTo>
                  <a:pt x="14691" y="3172"/>
                </a:moveTo>
                <a:lnTo>
                  <a:pt x="15750" y="3172"/>
                </a:lnTo>
                <a:lnTo>
                  <a:pt x="15750" y="4178"/>
                </a:lnTo>
                <a:lnTo>
                  <a:pt x="14691" y="4178"/>
                </a:lnTo>
                <a:lnTo>
                  <a:pt x="14691" y="3172"/>
                </a:lnTo>
                <a:moveTo>
                  <a:pt x="14691" y="4247"/>
                </a:moveTo>
                <a:lnTo>
                  <a:pt x="15750" y="4247"/>
                </a:lnTo>
                <a:lnTo>
                  <a:pt x="15750" y="5200"/>
                </a:lnTo>
                <a:lnTo>
                  <a:pt x="14691" y="5200"/>
                </a:lnTo>
                <a:lnTo>
                  <a:pt x="14691" y="4247"/>
                </a:lnTo>
                <a:moveTo>
                  <a:pt x="14691" y="5268"/>
                </a:moveTo>
                <a:lnTo>
                  <a:pt x="15750" y="5268"/>
                </a:lnTo>
                <a:lnTo>
                  <a:pt x="15750" y="6274"/>
                </a:lnTo>
                <a:lnTo>
                  <a:pt x="14691" y="6274"/>
                </a:lnTo>
                <a:lnTo>
                  <a:pt x="14691" y="5268"/>
                </a:lnTo>
                <a:moveTo>
                  <a:pt x="14691" y="6342"/>
                </a:moveTo>
                <a:lnTo>
                  <a:pt x="15750" y="6342"/>
                </a:lnTo>
                <a:lnTo>
                  <a:pt x="15750" y="7296"/>
                </a:lnTo>
                <a:lnTo>
                  <a:pt x="14691" y="7296"/>
                </a:lnTo>
                <a:lnTo>
                  <a:pt x="14691" y="6342"/>
                </a:lnTo>
                <a:moveTo>
                  <a:pt x="14691" y="7364"/>
                </a:moveTo>
                <a:lnTo>
                  <a:pt x="15750" y="7364"/>
                </a:lnTo>
                <a:lnTo>
                  <a:pt x="15750" y="8369"/>
                </a:lnTo>
                <a:lnTo>
                  <a:pt x="14691" y="8369"/>
                </a:lnTo>
                <a:lnTo>
                  <a:pt x="14691" y="7364"/>
                </a:lnTo>
                <a:moveTo>
                  <a:pt x="14691" y="8438"/>
                </a:moveTo>
                <a:lnTo>
                  <a:pt x="15750" y="8438"/>
                </a:lnTo>
                <a:lnTo>
                  <a:pt x="15750" y="9391"/>
                </a:lnTo>
                <a:lnTo>
                  <a:pt x="14691" y="9391"/>
                </a:lnTo>
                <a:lnTo>
                  <a:pt x="14691" y="8438"/>
                </a:lnTo>
                <a:moveTo>
                  <a:pt x="14691" y="9459"/>
                </a:moveTo>
                <a:lnTo>
                  <a:pt x="15750" y="9459"/>
                </a:lnTo>
                <a:lnTo>
                  <a:pt x="15750" y="10465"/>
                </a:lnTo>
                <a:lnTo>
                  <a:pt x="14691" y="10465"/>
                </a:lnTo>
                <a:lnTo>
                  <a:pt x="14691" y="9459"/>
                </a:lnTo>
                <a:moveTo>
                  <a:pt x="14691" y="10533"/>
                </a:moveTo>
                <a:lnTo>
                  <a:pt x="15750" y="10533"/>
                </a:lnTo>
                <a:lnTo>
                  <a:pt x="15750" y="11487"/>
                </a:lnTo>
                <a:lnTo>
                  <a:pt x="14691" y="11487"/>
                </a:lnTo>
                <a:lnTo>
                  <a:pt x="14691" y="10533"/>
                </a:lnTo>
                <a:moveTo>
                  <a:pt x="14691" y="11556"/>
                </a:moveTo>
                <a:lnTo>
                  <a:pt x="15750" y="11556"/>
                </a:lnTo>
                <a:lnTo>
                  <a:pt x="15750" y="12561"/>
                </a:lnTo>
                <a:lnTo>
                  <a:pt x="14691" y="12561"/>
                </a:lnTo>
                <a:lnTo>
                  <a:pt x="14691" y="11556"/>
                </a:lnTo>
                <a:moveTo>
                  <a:pt x="14691" y="12630"/>
                </a:moveTo>
                <a:lnTo>
                  <a:pt x="15750" y="12630"/>
                </a:lnTo>
                <a:lnTo>
                  <a:pt x="15750" y="13583"/>
                </a:lnTo>
                <a:lnTo>
                  <a:pt x="14691" y="13583"/>
                </a:lnTo>
                <a:lnTo>
                  <a:pt x="14691" y="12630"/>
                </a:lnTo>
                <a:moveTo>
                  <a:pt x="14691" y="13651"/>
                </a:moveTo>
                <a:lnTo>
                  <a:pt x="15750" y="13651"/>
                </a:lnTo>
                <a:lnTo>
                  <a:pt x="15750" y="14657"/>
                </a:lnTo>
                <a:lnTo>
                  <a:pt x="14691" y="14657"/>
                </a:lnTo>
                <a:lnTo>
                  <a:pt x="14691" y="13651"/>
                </a:lnTo>
                <a:moveTo>
                  <a:pt x="14691" y="14726"/>
                </a:moveTo>
                <a:lnTo>
                  <a:pt x="15750" y="14726"/>
                </a:lnTo>
                <a:lnTo>
                  <a:pt x="15750" y="15680"/>
                </a:lnTo>
                <a:lnTo>
                  <a:pt x="14691" y="15680"/>
                </a:lnTo>
                <a:lnTo>
                  <a:pt x="14691" y="14726"/>
                </a:lnTo>
                <a:moveTo>
                  <a:pt x="13722" y="55"/>
                </a:moveTo>
                <a:lnTo>
                  <a:pt x="14622" y="55"/>
                </a:lnTo>
                <a:lnTo>
                  <a:pt x="14622" y="1007"/>
                </a:lnTo>
                <a:lnTo>
                  <a:pt x="13722" y="1007"/>
                </a:lnTo>
                <a:lnTo>
                  <a:pt x="13722" y="55"/>
                </a:lnTo>
                <a:moveTo>
                  <a:pt x="13722" y="1076"/>
                </a:moveTo>
                <a:lnTo>
                  <a:pt x="14622" y="1076"/>
                </a:lnTo>
                <a:lnTo>
                  <a:pt x="14622" y="2082"/>
                </a:lnTo>
                <a:lnTo>
                  <a:pt x="13722" y="2082"/>
                </a:lnTo>
                <a:lnTo>
                  <a:pt x="13722" y="1076"/>
                </a:lnTo>
                <a:moveTo>
                  <a:pt x="13722" y="2150"/>
                </a:moveTo>
                <a:lnTo>
                  <a:pt x="14622" y="2150"/>
                </a:lnTo>
                <a:lnTo>
                  <a:pt x="14622" y="3104"/>
                </a:lnTo>
                <a:lnTo>
                  <a:pt x="13722" y="3104"/>
                </a:lnTo>
                <a:lnTo>
                  <a:pt x="13722" y="2150"/>
                </a:lnTo>
                <a:moveTo>
                  <a:pt x="13722" y="3172"/>
                </a:moveTo>
                <a:lnTo>
                  <a:pt x="14622" y="3172"/>
                </a:lnTo>
                <a:lnTo>
                  <a:pt x="14622" y="4178"/>
                </a:lnTo>
                <a:lnTo>
                  <a:pt x="13722" y="4178"/>
                </a:lnTo>
                <a:lnTo>
                  <a:pt x="13722" y="3172"/>
                </a:lnTo>
                <a:moveTo>
                  <a:pt x="13722" y="4247"/>
                </a:moveTo>
                <a:lnTo>
                  <a:pt x="14622" y="4247"/>
                </a:lnTo>
                <a:lnTo>
                  <a:pt x="14622" y="5200"/>
                </a:lnTo>
                <a:lnTo>
                  <a:pt x="13722" y="5200"/>
                </a:lnTo>
                <a:lnTo>
                  <a:pt x="13722" y="4247"/>
                </a:lnTo>
                <a:moveTo>
                  <a:pt x="13722" y="5268"/>
                </a:moveTo>
                <a:lnTo>
                  <a:pt x="14622" y="5268"/>
                </a:lnTo>
                <a:lnTo>
                  <a:pt x="14622" y="6274"/>
                </a:lnTo>
                <a:lnTo>
                  <a:pt x="13722" y="6274"/>
                </a:lnTo>
                <a:lnTo>
                  <a:pt x="13722" y="5268"/>
                </a:lnTo>
                <a:moveTo>
                  <a:pt x="13722" y="6342"/>
                </a:moveTo>
                <a:lnTo>
                  <a:pt x="14622" y="6342"/>
                </a:lnTo>
                <a:lnTo>
                  <a:pt x="14622" y="7296"/>
                </a:lnTo>
                <a:lnTo>
                  <a:pt x="13722" y="7296"/>
                </a:lnTo>
                <a:lnTo>
                  <a:pt x="13722" y="6342"/>
                </a:lnTo>
                <a:moveTo>
                  <a:pt x="13722" y="7364"/>
                </a:moveTo>
                <a:lnTo>
                  <a:pt x="14622" y="7364"/>
                </a:lnTo>
                <a:lnTo>
                  <a:pt x="14622" y="8369"/>
                </a:lnTo>
                <a:lnTo>
                  <a:pt x="13722" y="8369"/>
                </a:lnTo>
                <a:lnTo>
                  <a:pt x="13722" y="7364"/>
                </a:lnTo>
                <a:moveTo>
                  <a:pt x="13722" y="8438"/>
                </a:moveTo>
                <a:lnTo>
                  <a:pt x="14622" y="8438"/>
                </a:lnTo>
                <a:lnTo>
                  <a:pt x="14622" y="9391"/>
                </a:lnTo>
                <a:lnTo>
                  <a:pt x="13722" y="9391"/>
                </a:lnTo>
                <a:lnTo>
                  <a:pt x="13722" y="8438"/>
                </a:lnTo>
                <a:moveTo>
                  <a:pt x="13722" y="9459"/>
                </a:moveTo>
                <a:lnTo>
                  <a:pt x="14622" y="9459"/>
                </a:lnTo>
                <a:lnTo>
                  <a:pt x="14622" y="10465"/>
                </a:lnTo>
                <a:lnTo>
                  <a:pt x="13722" y="10465"/>
                </a:lnTo>
                <a:lnTo>
                  <a:pt x="13722" y="9459"/>
                </a:lnTo>
                <a:moveTo>
                  <a:pt x="13722" y="10533"/>
                </a:moveTo>
                <a:lnTo>
                  <a:pt x="14622" y="10533"/>
                </a:lnTo>
                <a:lnTo>
                  <a:pt x="14622" y="11487"/>
                </a:lnTo>
                <a:lnTo>
                  <a:pt x="13722" y="11487"/>
                </a:lnTo>
                <a:lnTo>
                  <a:pt x="13722" y="10533"/>
                </a:lnTo>
                <a:moveTo>
                  <a:pt x="13722" y="11556"/>
                </a:moveTo>
                <a:lnTo>
                  <a:pt x="14622" y="11556"/>
                </a:lnTo>
                <a:lnTo>
                  <a:pt x="14622" y="12561"/>
                </a:lnTo>
                <a:lnTo>
                  <a:pt x="13722" y="12561"/>
                </a:lnTo>
                <a:lnTo>
                  <a:pt x="13722" y="11556"/>
                </a:lnTo>
                <a:moveTo>
                  <a:pt x="13722" y="12630"/>
                </a:moveTo>
                <a:lnTo>
                  <a:pt x="14622" y="12630"/>
                </a:lnTo>
                <a:lnTo>
                  <a:pt x="14622" y="13583"/>
                </a:lnTo>
                <a:lnTo>
                  <a:pt x="13722" y="13583"/>
                </a:lnTo>
                <a:lnTo>
                  <a:pt x="13722" y="12630"/>
                </a:lnTo>
                <a:moveTo>
                  <a:pt x="13722" y="13651"/>
                </a:moveTo>
                <a:lnTo>
                  <a:pt x="14622" y="13651"/>
                </a:lnTo>
                <a:lnTo>
                  <a:pt x="14622" y="14657"/>
                </a:lnTo>
                <a:lnTo>
                  <a:pt x="13722" y="14657"/>
                </a:lnTo>
                <a:lnTo>
                  <a:pt x="13722" y="13651"/>
                </a:lnTo>
                <a:moveTo>
                  <a:pt x="13722" y="14726"/>
                </a:moveTo>
                <a:lnTo>
                  <a:pt x="14622" y="14726"/>
                </a:lnTo>
                <a:lnTo>
                  <a:pt x="14622" y="15680"/>
                </a:lnTo>
                <a:lnTo>
                  <a:pt x="13722" y="15680"/>
                </a:lnTo>
                <a:lnTo>
                  <a:pt x="13722" y="14726"/>
                </a:lnTo>
                <a:moveTo>
                  <a:pt x="12594" y="55"/>
                </a:moveTo>
                <a:lnTo>
                  <a:pt x="13654" y="55"/>
                </a:lnTo>
                <a:lnTo>
                  <a:pt x="13654" y="1007"/>
                </a:lnTo>
                <a:lnTo>
                  <a:pt x="12594" y="1007"/>
                </a:lnTo>
                <a:lnTo>
                  <a:pt x="12594" y="55"/>
                </a:lnTo>
                <a:moveTo>
                  <a:pt x="12594" y="1076"/>
                </a:moveTo>
                <a:lnTo>
                  <a:pt x="13654" y="1076"/>
                </a:lnTo>
                <a:lnTo>
                  <a:pt x="13654" y="2082"/>
                </a:lnTo>
                <a:lnTo>
                  <a:pt x="12594" y="2082"/>
                </a:lnTo>
                <a:lnTo>
                  <a:pt x="12594" y="1076"/>
                </a:lnTo>
                <a:moveTo>
                  <a:pt x="12594" y="2150"/>
                </a:moveTo>
                <a:lnTo>
                  <a:pt x="13654" y="2150"/>
                </a:lnTo>
                <a:lnTo>
                  <a:pt x="13654" y="3104"/>
                </a:lnTo>
                <a:lnTo>
                  <a:pt x="12594" y="3104"/>
                </a:lnTo>
                <a:lnTo>
                  <a:pt x="12594" y="2150"/>
                </a:lnTo>
                <a:moveTo>
                  <a:pt x="12594" y="3172"/>
                </a:moveTo>
                <a:lnTo>
                  <a:pt x="13654" y="3172"/>
                </a:lnTo>
                <a:lnTo>
                  <a:pt x="13654" y="4178"/>
                </a:lnTo>
                <a:lnTo>
                  <a:pt x="12594" y="4178"/>
                </a:lnTo>
                <a:lnTo>
                  <a:pt x="12594" y="3172"/>
                </a:lnTo>
                <a:moveTo>
                  <a:pt x="12594" y="4247"/>
                </a:moveTo>
                <a:lnTo>
                  <a:pt x="13654" y="4247"/>
                </a:lnTo>
                <a:lnTo>
                  <a:pt x="13654" y="5200"/>
                </a:lnTo>
                <a:lnTo>
                  <a:pt x="12594" y="5200"/>
                </a:lnTo>
                <a:lnTo>
                  <a:pt x="12594" y="4247"/>
                </a:lnTo>
                <a:moveTo>
                  <a:pt x="12594" y="5268"/>
                </a:moveTo>
                <a:lnTo>
                  <a:pt x="13654" y="5268"/>
                </a:lnTo>
                <a:lnTo>
                  <a:pt x="13654" y="6274"/>
                </a:lnTo>
                <a:lnTo>
                  <a:pt x="12594" y="6274"/>
                </a:lnTo>
                <a:lnTo>
                  <a:pt x="12594" y="5268"/>
                </a:lnTo>
                <a:moveTo>
                  <a:pt x="12594" y="6342"/>
                </a:moveTo>
                <a:lnTo>
                  <a:pt x="13654" y="6342"/>
                </a:lnTo>
                <a:lnTo>
                  <a:pt x="13654" y="7296"/>
                </a:lnTo>
                <a:lnTo>
                  <a:pt x="12594" y="7296"/>
                </a:lnTo>
                <a:lnTo>
                  <a:pt x="12594" y="6342"/>
                </a:lnTo>
                <a:moveTo>
                  <a:pt x="12594" y="7364"/>
                </a:moveTo>
                <a:lnTo>
                  <a:pt x="13654" y="7364"/>
                </a:lnTo>
                <a:lnTo>
                  <a:pt x="13654" y="8369"/>
                </a:lnTo>
                <a:lnTo>
                  <a:pt x="12594" y="8369"/>
                </a:lnTo>
                <a:lnTo>
                  <a:pt x="12594" y="7364"/>
                </a:lnTo>
                <a:moveTo>
                  <a:pt x="12594" y="8438"/>
                </a:moveTo>
                <a:lnTo>
                  <a:pt x="13654" y="8438"/>
                </a:lnTo>
                <a:lnTo>
                  <a:pt x="13654" y="9391"/>
                </a:lnTo>
                <a:lnTo>
                  <a:pt x="12594" y="9391"/>
                </a:lnTo>
                <a:lnTo>
                  <a:pt x="12594" y="8438"/>
                </a:lnTo>
                <a:moveTo>
                  <a:pt x="12594" y="9459"/>
                </a:moveTo>
                <a:lnTo>
                  <a:pt x="13654" y="9459"/>
                </a:lnTo>
                <a:lnTo>
                  <a:pt x="13654" y="10465"/>
                </a:lnTo>
                <a:lnTo>
                  <a:pt x="12594" y="10465"/>
                </a:lnTo>
                <a:lnTo>
                  <a:pt x="12594" y="9459"/>
                </a:lnTo>
                <a:moveTo>
                  <a:pt x="12594" y="10533"/>
                </a:moveTo>
                <a:lnTo>
                  <a:pt x="13654" y="10533"/>
                </a:lnTo>
                <a:lnTo>
                  <a:pt x="13654" y="11487"/>
                </a:lnTo>
                <a:lnTo>
                  <a:pt x="12594" y="11487"/>
                </a:lnTo>
                <a:lnTo>
                  <a:pt x="12594" y="10533"/>
                </a:lnTo>
                <a:moveTo>
                  <a:pt x="12594" y="11556"/>
                </a:moveTo>
                <a:lnTo>
                  <a:pt x="13654" y="11556"/>
                </a:lnTo>
                <a:lnTo>
                  <a:pt x="13654" y="12561"/>
                </a:lnTo>
                <a:lnTo>
                  <a:pt x="12594" y="12561"/>
                </a:lnTo>
                <a:lnTo>
                  <a:pt x="12594" y="11556"/>
                </a:lnTo>
                <a:moveTo>
                  <a:pt x="12594" y="12630"/>
                </a:moveTo>
                <a:lnTo>
                  <a:pt x="13654" y="12630"/>
                </a:lnTo>
                <a:lnTo>
                  <a:pt x="13654" y="13583"/>
                </a:lnTo>
                <a:lnTo>
                  <a:pt x="12594" y="13583"/>
                </a:lnTo>
                <a:lnTo>
                  <a:pt x="12594" y="12630"/>
                </a:lnTo>
                <a:moveTo>
                  <a:pt x="12594" y="13651"/>
                </a:moveTo>
                <a:lnTo>
                  <a:pt x="13654" y="13651"/>
                </a:lnTo>
                <a:lnTo>
                  <a:pt x="13654" y="14657"/>
                </a:lnTo>
                <a:lnTo>
                  <a:pt x="12594" y="14657"/>
                </a:lnTo>
                <a:lnTo>
                  <a:pt x="12594" y="13651"/>
                </a:lnTo>
                <a:moveTo>
                  <a:pt x="12594" y="14726"/>
                </a:moveTo>
                <a:lnTo>
                  <a:pt x="13654" y="14726"/>
                </a:lnTo>
                <a:lnTo>
                  <a:pt x="13654" y="15680"/>
                </a:lnTo>
                <a:lnTo>
                  <a:pt x="12594" y="15680"/>
                </a:lnTo>
                <a:lnTo>
                  <a:pt x="12594" y="14726"/>
                </a:lnTo>
                <a:moveTo>
                  <a:pt x="11628" y="55"/>
                </a:moveTo>
                <a:lnTo>
                  <a:pt x="12526" y="55"/>
                </a:lnTo>
                <a:lnTo>
                  <a:pt x="12526" y="1007"/>
                </a:lnTo>
                <a:lnTo>
                  <a:pt x="11628" y="1007"/>
                </a:lnTo>
                <a:lnTo>
                  <a:pt x="11628" y="55"/>
                </a:lnTo>
                <a:moveTo>
                  <a:pt x="11628" y="1076"/>
                </a:moveTo>
                <a:lnTo>
                  <a:pt x="12526" y="1076"/>
                </a:lnTo>
                <a:lnTo>
                  <a:pt x="12526" y="2082"/>
                </a:lnTo>
                <a:lnTo>
                  <a:pt x="11628" y="2082"/>
                </a:lnTo>
                <a:lnTo>
                  <a:pt x="11628" y="1076"/>
                </a:lnTo>
                <a:moveTo>
                  <a:pt x="11628" y="2150"/>
                </a:moveTo>
                <a:lnTo>
                  <a:pt x="12526" y="2150"/>
                </a:lnTo>
                <a:lnTo>
                  <a:pt x="12526" y="3104"/>
                </a:lnTo>
                <a:lnTo>
                  <a:pt x="11628" y="3104"/>
                </a:lnTo>
                <a:lnTo>
                  <a:pt x="11628" y="2150"/>
                </a:lnTo>
                <a:moveTo>
                  <a:pt x="11628" y="3172"/>
                </a:moveTo>
                <a:lnTo>
                  <a:pt x="12526" y="3172"/>
                </a:lnTo>
                <a:lnTo>
                  <a:pt x="12526" y="4178"/>
                </a:lnTo>
                <a:lnTo>
                  <a:pt x="11628" y="4178"/>
                </a:lnTo>
                <a:lnTo>
                  <a:pt x="11628" y="3172"/>
                </a:lnTo>
                <a:moveTo>
                  <a:pt x="11628" y="4247"/>
                </a:moveTo>
                <a:lnTo>
                  <a:pt x="12526" y="4247"/>
                </a:lnTo>
                <a:lnTo>
                  <a:pt x="12526" y="5200"/>
                </a:lnTo>
                <a:lnTo>
                  <a:pt x="11628" y="5200"/>
                </a:lnTo>
                <a:lnTo>
                  <a:pt x="11628" y="4247"/>
                </a:lnTo>
                <a:moveTo>
                  <a:pt x="11628" y="5268"/>
                </a:moveTo>
                <a:lnTo>
                  <a:pt x="12526" y="5268"/>
                </a:lnTo>
                <a:lnTo>
                  <a:pt x="12526" y="6274"/>
                </a:lnTo>
                <a:lnTo>
                  <a:pt x="11628" y="6274"/>
                </a:lnTo>
                <a:lnTo>
                  <a:pt x="11628" y="5268"/>
                </a:lnTo>
                <a:moveTo>
                  <a:pt x="11628" y="6342"/>
                </a:moveTo>
                <a:lnTo>
                  <a:pt x="12526" y="6342"/>
                </a:lnTo>
                <a:lnTo>
                  <a:pt x="12526" y="7296"/>
                </a:lnTo>
                <a:lnTo>
                  <a:pt x="11628" y="7296"/>
                </a:lnTo>
                <a:lnTo>
                  <a:pt x="11628" y="6342"/>
                </a:lnTo>
                <a:moveTo>
                  <a:pt x="11628" y="7364"/>
                </a:moveTo>
                <a:lnTo>
                  <a:pt x="12526" y="7364"/>
                </a:lnTo>
                <a:lnTo>
                  <a:pt x="12526" y="8369"/>
                </a:lnTo>
                <a:lnTo>
                  <a:pt x="11628" y="8369"/>
                </a:lnTo>
                <a:lnTo>
                  <a:pt x="11628" y="7364"/>
                </a:lnTo>
                <a:moveTo>
                  <a:pt x="11628" y="8438"/>
                </a:moveTo>
                <a:lnTo>
                  <a:pt x="12526" y="8438"/>
                </a:lnTo>
                <a:lnTo>
                  <a:pt x="12526" y="9391"/>
                </a:lnTo>
                <a:lnTo>
                  <a:pt x="11628" y="9391"/>
                </a:lnTo>
                <a:lnTo>
                  <a:pt x="11628" y="8438"/>
                </a:lnTo>
                <a:moveTo>
                  <a:pt x="11628" y="9459"/>
                </a:moveTo>
                <a:lnTo>
                  <a:pt x="12526" y="9459"/>
                </a:lnTo>
                <a:lnTo>
                  <a:pt x="12526" y="10465"/>
                </a:lnTo>
                <a:lnTo>
                  <a:pt x="11628" y="10465"/>
                </a:lnTo>
                <a:lnTo>
                  <a:pt x="11628" y="9459"/>
                </a:lnTo>
                <a:moveTo>
                  <a:pt x="11628" y="10533"/>
                </a:moveTo>
                <a:lnTo>
                  <a:pt x="12526" y="10533"/>
                </a:lnTo>
                <a:lnTo>
                  <a:pt x="12526" y="11487"/>
                </a:lnTo>
                <a:lnTo>
                  <a:pt x="11628" y="11487"/>
                </a:lnTo>
                <a:lnTo>
                  <a:pt x="11628" y="10533"/>
                </a:lnTo>
                <a:moveTo>
                  <a:pt x="11628" y="11556"/>
                </a:moveTo>
                <a:lnTo>
                  <a:pt x="12526" y="11556"/>
                </a:lnTo>
                <a:lnTo>
                  <a:pt x="12526" y="12561"/>
                </a:lnTo>
                <a:lnTo>
                  <a:pt x="11628" y="12561"/>
                </a:lnTo>
                <a:lnTo>
                  <a:pt x="11628" y="11556"/>
                </a:lnTo>
                <a:moveTo>
                  <a:pt x="11628" y="12630"/>
                </a:moveTo>
                <a:lnTo>
                  <a:pt x="12526" y="12630"/>
                </a:lnTo>
                <a:lnTo>
                  <a:pt x="12526" y="13583"/>
                </a:lnTo>
                <a:lnTo>
                  <a:pt x="11628" y="13583"/>
                </a:lnTo>
                <a:lnTo>
                  <a:pt x="11628" y="12630"/>
                </a:lnTo>
                <a:moveTo>
                  <a:pt x="11628" y="13651"/>
                </a:moveTo>
                <a:lnTo>
                  <a:pt x="12526" y="13651"/>
                </a:lnTo>
                <a:lnTo>
                  <a:pt x="12526" y="14657"/>
                </a:lnTo>
                <a:lnTo>
                  <a:pt x="11628" y="14657"/>
                </a:lnTo>
                <a:lnTo>
                  <a:pt x="11628" y="13651"/>
                </a:lnTo>
                <a:moveTo>
                  <a:pt x="11628" y="14726"/>
                </a:moveTo>
                <a:lnTo>
                  <a:pt x="12526" y="14726"/>
                </a:lnTo>
                <a:lnTo>
                  <a:pt x="12526" y="15680"/>
                </a:lnTo>
                <a:lnTo>
                  <a:pt x="11628" y="15680"/>
                </a:lnTo>
                <a:lnTo>
                  <a:pt x="11628" y="14726"/>
                </a:lnTo>
                <a:moveTo>
                  <a:pt x="10500" y="55"/>
                </a:moveTo>
                <a:lnTo>
                  <a:pt x="11559" y="55"/>
                </a:lnTo>
                <a:lnTo>
                  <a:pt x="11559" y="1007"/>
                </a:lnTo>
                <a:lnTo>
                  <a:pt x="10500" y="1007"/>
                </a:lnTo>
                <a:lnTo>
                  <a:pt x="10500" y="55"/>
                </a:lnTo>
                <a:moveTo>
                  <a:pt x="10500" y="1076"/>
                </a:moveTo>
                <a:lnTo>
                  <a:pt x="11559" y="1076"/>
                </a:lnTo>
                <a:lnTo>
                  <a:pt x="11559" y="2082"/>
                </a:lnTo>
                <a:lnTo>
                  <a:pt x="10500" y="2082"/>
                </a:lnTo>
                <a:lnTo>
                  <a:pt x="10500" y="1076"/>
                </a:lnTo>
                <a:moveTo>
                  <a:pt x="10500" y="2150"/>
                </a:moveTo>
                <a:lnTo>
                  <a:pt x="11559" y="2150"/>
                </a:lnTo>
                <a:lnTo>
                  <a:pt x="11559" y="3104"/>
                </a:lnTo>
                <a:lnTo>
                  <a:pt x="10500" y="3104"/>
                </a:lnTo>
                <a:lnTo>
                  <a:pt x="10500" y="2150"/>
                </a:lnTo>
                <a:moveTo>
                  <a:pt x="10500" y="3172"/>
                </a:moveTo>
                <a:lnTo>
                  <a:pt x="11559" y="3172"/>
                </a:lnTo>
                <a:lnTo>
                  <a:pt x="11559" y="4178"/>
                </a:lnTo>
                <a:lnTo>
                  <a:pt x="10500" y="4178"/>
                </a:lnTo>
                <a:lnTo>
                  <a:pt x="10500" y="3172"/>
                </a:lnTo>
                <a:moveTo>
                  <a:pt x="10500" y="4247"/>
                </a:moveTo>
                <a:lnTo>
                  <a:pt x="11559" y="4247"/>
                </a:lnTo>
                <a:lnTo>
                  <a:pt x="11559" y="5200"/>
                </a:lnTo>
                <a:lnTo>
                  <a:pt x="10500" y="5200"/>
                </a:lnTo>
                <a:lnTo>
                  <a:pt x="10500" y="4247"/>
                </a:lnTo>
                <a:moveTo>
                  <a:pt x="10500" y="5268"/>
                </a:moveTo>
                <a:lnTo>
                  <a:pt x="11559" y="5268"/>
                </a:lnTo>
                <a:lnTo>
                  <a:pt x="11559" y="6274"/>
                </a:lnTo>
                <a:lnTo>
                  <a:pt x="10500" y="6274"/>
                </a:lnTo>
                <a:lnTo>
                  <a:pt x="10500" y="5268"/>
                </a:lnTo>
                <a:moveTo>
                  <a:pt x="10500" y="6342"/>
                </a:moveTo>
                <a:lnTo>
                  <a:pt x="11559" y="6342"/>
                </a:lnTo>
                <a:lnTo>
                  <a:pt x="11559" y="7296"/>
                </a:lnTo>
                <a:lnTo>
                  <a:pt x="10500" y="7296"/>
                </a:lnTo>
                <a:lnTo>
                  <a:pt x="10500" y="6342"/>
                </a:lnTo>
                <a:moveTo>
                  <a:pt x="10500" y="7364"/>
                </a:moveTo>
                <a:lnTo>
                  <a:pt x="11559" y="7364"/>
                </a:lnTo>
                <a:lnTo>
                  <a:pt x="11559" y="8369"/>
                </a:lnTo>
                <a:lnTo>
                  <a:pt x="10500" y="8369"/>
                </a:lnTo>
                <a:lnTo>
                  <a:pt x="10500" y="7364"/>
                </a:lnTo>
                <a:moveTo>
                  <a:pt x="10500" y="8438"/>
                </a:moveTo>
                <a:lnTo>
                  <a:pt x="11559" y="8438"/>
                </a:lnTo>
                <a:lnTo>
                  <a:pt x="11559" y="9391"/>
                </a:lnTo>
                <a:lnTo>
                  <a:pt x="10500" y="9391"/>
                </a:lnTo>
                <a:lnTo>
                  <a:pt x="10500" y="8438"/>
                </a:lnTo>
                <a:moveTo>
                  <a:pt x="10500" y="9459"/>
                </a:moveTo>
                <a:lnTo>
                  <a:pt x="11559" y="9459"/>
                </a:lnTo>
                <a:lnTo>
                  <a:pt x="11559" y="10465"/>
                </a:lnTo>
                <a:lnTo>
                  <a:pt x="10500" y="10465"/>
                </a:lnTo>
                <a:lnTo>
                  <a:pt x="10500" y="9459"/>
                </a:lnTo>
                <a:moveTo>
                  <a:pt x="10500" y="10533"/>
                </a:moveTo>
                <a:lnTo>
                  <a:pt x="11559" y="10533"/>
                </a:lnTo>
                <a:lnTo>
                  <a:pt x="11559" y="11487"/>
                </a:lnTo>
                <a:lnTo>
                  <a:pt x="10500" y="11487"/>
                </a:lnTo>
                <a:lnTo>
                  <a:pt x="10500" y="10533"/>
                </a:lnTo>
                <a:moveTo>
                  <a:pt x="10500" y="11556"/>
                </a:moveTo>
                <a:lnTo>
                  <a:pt x="11559" y="11556"/>
                </a:lnTo>
                <a:lnTo>
                  <a:pt x="11559" y="12561"/>
                </a:lnTo>
                <a:lnTo>
                  <a:pt x="10500" y="12561"/>
                </a:lnTo>
                <a:lnTo>
                  <a:pt x="10500" y="11556"/>
                </a:lnTo>
                <a:moveTo>
                  <a:pt x="10500" y="12630"/>
                </a:moveTo>
                <a:lnTo>
                  <a:pt x="11559" y="12630"/>
                </a:lnTo>
                <a:lnTo>
                  <a:pt x="11559" y="13583"/>
                </a:lnTo>
                <a:lnTo>
                  <a:pt x="10500" y="13583"/>
                </a:lnTo>
                <a:lnTo>
                  <a:pt x="10500" y="12630"/>
                </a:lnTo>
                <a:moveTo>
                  <a:pt x="10500" y="13651"/>
                </a:moveTo>
                <a:lnTo>
                  <a:pt x="11559" y="13651"/>
                </a:lnTo>
                <a:lnTo>
                  <a:pt x="11559" y="14657"/>
                </a:lnTo>
                <a:lnTo>
                  <a:pt x="10500" y="14657"/>
                </a:lnTo>
                <a:lnTo>
                  <a:pt x="10500" y="13651"/>
                </a:lnTo>
                <a:moveTo>
                  <a:pt x="10500" y="14726"/>
                </a:moveTo>
                <a:lnTo>
                  <a:pt x="11559" y="14726"/>
                </a:lnTo>
                <a:lnTo>
                  <a:pt x="11559" y="15680"/>
                </a:lnTo>
                <a:lnTo>
                  <a:pt x="10500" y="15680"/>
                </a:lnTo>
                <a:lnTo>
                  <a:pt x="10500" y="14726"/>
                </a:lnTo>
                <a:moveTo>
                  <a:pt x="9531" y="55"/>
                </a:moveTo>
                <a:lnTo>
                  <a:pt x="10430" y="55"/>
                </a:lnTo>
                <a:lnTo>
                  <a:pt x="10430" y="1007"/>
                </a:lnTo>
                <a:lnTo>
                  <a:pt x="9531" y="1007"/>
                </a:lnTo>
                <a:lnTo>
                  <a:pt x="9531" y="55"/>
                </a:lnTo>
                <a:moveTo>
                  <a:pt x="9531" y="1076"/>
                </a:moveTo>
                <a:lnTo>
                  <a:pt x="10430" y="1076"/>
                </a:lnTo>
                <a:lnTo>
                  <a:pt x="10430" y="2082"/>
                </a:lnTo>
                <a:lnTo>
                  <a:pt x="9531" y="2082"/>
                </a:lnTo>
                <a:lnTo>
                  <a:pt x="9531" y="1076"/>
                </a:lnTo>
                <a:moveTo>
                  <a:pt x="9531" y="2150"/>
                </a:moveTo>
                <a:lnTo>
                  <a:pt x="10430" y="2150"/>
                </a:lnTo>
                <a:lnTo>
                  <a:pt x="10430" y="3104"/>
                </a:lnTo>
                <a:lnTo>
                  <a:pt x="9531" y="3104"/>
                </a:lnTo>
                <a:lnTo>
                  <a:pt x="9531" y="2150"/>
                </a:lnTo>
                <a:moveTo>
                  <a:pt x="9531" y="3172"/>
                </a:moveTo>
                <a:lnTo>
                  <a:pt x="10430" y="3172"/>
                </a:lnTo>
                <a:lnTo>
                  <a:pt x="10430" y="4178"/>
                </a:lnTo>
                <a:lnTo>
                  <a:pt x="9531" y="4178"/>
                </a:lnTo>
                <a:lnTo>
                  <a:pt x="9531" y="3172"/>
                </a:lnTo>
                <a:moveTo>
                  <a:pt x="9531" y="4247"/>
                </a:moveTo>
                <a:lnTo>
                  <a:pt x="10430" y="4247"/>
                </a:lnTo>
                <a:lnTo>
                  <a:pt x="10430" y="5200"/>
                </a:lnTo>
                <a:lnTo>
                  <a:pt x="9531" y="5200"/>
                </a:lnTo>
                <a:lnTo>
                  <a:pt x="9531" y="4247"/>
                </a:lnTo>
                <a:moveTo>
                  <a:pt x="9531" y="5268"/>
                </a:moveTo>
                <a:lnTo>
                  <a:pt x="10430" y="5268"/>
                </a:lnTo>
                <a:lnTo>
                  <a:pt x="10430" y="6274"/>
                </a:lnTo>
                <a:lnTo>
                  <a:pt x="9531" y="6274"/>
                </a:lnTo>
                <a:lnTo>
                  <a:pt x="9531" y="5268"/>
                </a:lnTo>
                <a:moveTo>
                  <a:pt x="9531" y="6342"/>
                </a:moveTo>
                <a:lnTo>
                  <a:pt x="10430" y="6342"/>
                </a:lnTo>
                <a:lnTo>
                  <a:pt x="10430" y="7296"/>
                </a:lnTo>
                <a:lnTo>
                  <a:pt x="9531" y="7296"/>
                </a:lnTo>
                <a:lnTo>
                  <a:pt x="9531" y="6342"/>
                </a:lnTo>
                <a:moveTo>
                  <a:pt x="9531" y="7364"/>
                </a:moveTo>
                <a:lnTo>
                  <a:pt x="10430" y="7364"/>
                </a:lnTo>
                <a:lnTo>
                  <a:pt x="10430" y="8369"/>
                </a:lnTo>
                <a:lnTo>
                  <a:pt x="9531" y="8369"/>
                </a:lnTo>
                <a:lnTo>
                  <a:pt x="9531" y="7364"/>
                </a:lnTo>
                <a:moveTo>
                  <a:pt x="9531" y="8438"/>
                </a:moveTo>
                <a:lnTo>
                  <a:pt x="10430" y="8438"/>
                </a:lnTo>
                <a:lnTo>
                  <a:pt x="10430" y="9391"/>
                </a:lnTo>
                <a:lnTo>
                  <a:pt x="9531" y="9391"/>
                </a:lnTo>
                <a:lnTo>
                  <a:pt x="9531" y="8438"/>
                </a:lnTo>
                <a:moveTo>
                  <a:pt x="9531" y="9459"/>
                </a:moveTo>
                <a:lnTo>
                  <a:pt x="10430" y="9459"/>
                </a:lnTo>
                <a:lnTo>
                  <a:pt x="10430" y="10465"/>
                </a:lnTo>
                <a:lnTo>
                  <a:pt x="9531" y="10465"/>
                </a:lnTo>
                <a:lnTo>
                  <a:pt x="9531" y="9459"/>
                </a:lnTo>
                <a:moveTo>
                  <a:pt x="9531" y="10533"/>
                </a:moveTo>
                <a:lnTo>
                  <a:pt x="10430" y="10533"/>
                </a:lnTo>
                <a:lnTo>
                  <a:pt x="10430" y="11487"/>
                </a:lnTo>
                <a:lnTo>
                  <a:pt x="9531" y="11487"/>
                </a:lnTo>
                <a:lnTo>
                  <a:pt x="9531" y="10533"/>
                </a:lnTo>
                <a:moveTo>
                  <a:pt x="9531" y="11556"/>
                </a:moveTo>
                <a:lnTo>
                  <a:pt x="10430" y="11556"/>
                </a:lnTo>
                <a:lnTo>
                  <a:pt x="10430" y="12561"/>
                </a:lnTo>
                <a:lnTo>
                  <a:pt x="9531" y="12561"/>
                </a:lnTo>
                <a:lnTo>
                  <a:pt x="9531" y="11556"/>
                </a:lnTo>
                <a:moveTo>
                  <a:pt x="9531" y="12630"/>
                </a:moveTo>
                <a:lnTo>
                  <a:pt x="10430" y="12630"/>
                </a:lnTo>
                <a:lnTo>
                  <a:pt x="10430" y="13583"/>
                </a:lnTo>
                <a:lnTo>
                  <a:pt x="9531" y="13583"/>
                </a:lnTo>
                <a:lnTo>
                  <a:pt x="9531" y="12630"/>
                </a:lnTo>
                <a:moveTo>
                  <a:pt x="9531" y="13651"/>
                </a:moveTo>
                <a:lnTo>
                  <a:pt x="10430" y="13651"/>
                </a:lnTo>
                <a:lnTo>
                  <a:pt x="10430" y="14657"/>
                </a:lnTo>
                <a:lnTo>
                  <a:pt x="9531" y="14657"/>
                </a:lnTo>
                <a:lnTo>
                  <a:pt x="9531" y="13651"/>
                </a:lnTo>
                <a:moveTo>
                  <a:pt x="9531" y="14726"/>
                </a:moveTo>
                <a:lnTo>
                  <a:pt x="10430" y="14726"/>
                </a:lnTo>
                <a:lnTo>
                  <a:pt x="10430" y="15680"/>
                </a:lnTo>
                <a:lnTo>
                  <a:pt x="9531" y="15680"/>
                </a:lnTo>
                <a:lnTo>
                  <a:pt x="9531" y="14726"/>
                </a:lnTo>
                <a:moveTo>
                  <a:pt x="8403" y="55"/>
                </a:moveTo>
                <a:lnTo>
                  <a:pt x="9463" y="55"/>
                </a:lnTo>
                <a:lnTo>
                  <a:pt x="9463" y="1007"/>
                </a:lnTo>
                <a:lnTo>
                  <a:pt x="8403" y="1007"/>
                </a:lnTo>
                <a:lnTo>
                  <a:pt x="8403" y="55"/>
                </a:lnTo>
                <a:moveTo>
                  <a:pt x="8403" y="1076"/>
                </a:moveTo>
                <a:lnTo>
                  <a:pt x="9463" y="1076"/>
                </a:lnTo>
                <a:lnTo>
                  <a:pt x="9463" y="2082"/>
                </a:lnTo>
                <a:lnTo>
                  <a:pt x="8403" y="2082"/>
                </a:lnTo>
                <a:lnTo>
                  <a:pt x="8403" y="1076"/>
                </a:lnTo>
                <a:moveTo>
                  <a:pt x="8403" y="2150"/>
                </a:moveTo>
                <a:lnTo>
                  <a:pt x="9463" y="2150"/>
                </a:lnTo>
                <a:lnTo>
                  <a:pt x="9463" y="3104"/>
                </a:lnTo>
                <a:lnTo>
                  <a:pt x="8403" y="3104"/>
                </a:lnTo>
                <a:lnTo>
                  <a:pt x="8403" y="2150"/>
                </a:lnTo>
                <a:moveTo>
                  <a:pt x="8403" y="3172"/>
                </a:moveTo>
                <a:lnTo>
                  <a:pt x="9463" y="3172"/>
                </a:lnTo>
                <a:lnTo>
                  <a:pt x="9463" y="4178"/>
                </a:lnTo>
                <a:lnTo>
                  <a:pt x="8403" y="4178"/>
                </a:lnTo>
                <a:lnTo>
                  <a:pt x="8403" y="3172"/>
                </a:lnTo>
                <a:moveTo>
                  <a:pt x="8403" y="4247"/>
                </a:moveTo>
                <a:lnTo>
                  <a:pt x="9463" y="4247"/>
                </a:lnTo>
                <a:lnTo>
                  <a:pt x="9463" y="5200"/>
                </a:lnTo>
                <a:lnTo>
                  <a:pt x="8403" y="5200"/>
                </a:lnTo>
                <a:lnTo>
                  <a:pt x="8403" y="4247"/>
                </a:lnTo>
                <a:moveTo>
                  <a:pt x="8403" y="5268"/>
                </a:moveTo>
                <a:lnTo>
                  <a:pt x="9463" y="5268"/>
                </a:lnTo>
                <a:lnTo>
                  <a:pt x="9463" y="6274"/>
                </a:lnTo>
                <a:lnTo>
                  <a:pt x="8403" y="6274"/>
                </a:lnTo>
                <a:lnTo>
                  <a:pt x="8403" y="5268"/>
                </a:lnTo>
                <a:moveTo>
                  <a:pt x="8403" y="6342"/>
                </a:moveTo>
                <a:lnTo>
                  <a:pt x="9463" y="6342"/>
                </a:lnTo>
                <a:lnTo>
                  <a:pt x="9463" y="7296"/>
                </a:lnTo>
                <a:lnTo>
                  <a:pt x="8403" y="7296"/>
                </a:lnTo>
                <a:lnTo>
                  <a:pt x="8403" y="6342"/>
                </a:lnTo>
                <a:moveTo>
                  <a:pt x="8403" y="7364"/>
                </a:moveTo>
                <a:lnTo>
                  <a:pt x="9463" y="7364"/>
                </a:lnTo>
                <a:lnTo>
                  <a:pt x="9463" y="8369"/>
                </a:lnTo>
                <a:lnTo>
                  <a:pt x="8403" y="8369"/>
                </a:lnTo>
                <a:lnTo>
                  <a:pt x="8403" y="7364"/>
                </a:lnTo>
                <a:moveTo>
                  <a:pt x="8403" y="8438"/>
                </a:moveTo>
                <a:lnTo>
                  <a:pt x="9463" y="8438"/>
                </a:lnTo>
                <a:lnTo>
                  <a:pt x="9463" y="9391"/>
                </a:lnTo>
                <a:lnTo>
                  <a:pt x="8403" y="9391"/>
                </a:lnTo>
                <a:lnTo>
                  <a:pt x="8403" y="8438"/>
                </a:lnTo>
                <a:moveTo>
                  <a:pt x="8403" y="9459"/>
                </a:moveTo>
                <a:lnTo>
                  <a:pt x="9463" y="9459"/>
                </a:lnTo>
                <a:lnTo>
                  <a:pt x="9463" y="10465"/>
                </a:lnTo>
                <a:lnTo>
                  <a:pt x="8403" y="10465"/>
                </a:lnTo>
                <a:lnTo>
                  <a:pt x="8403" y="9459"/>
                </a:lnTo>
                <a:moveTo>
                  <a:pt x="8403" y="10533"/>
                </a:moveTo>
                <a:lnTo>
                  <a:pt x="9463" y="10533"/>
                </a:lnTo>
                <a:lnTo>
                  <a:pt x="9463" y="11487"/>
                </a:lnTo>
                <a:lnTo>
                  <a:pt x="8403" y="11487"/>
                </a:lnTo>
                <a:lnTo>
                  <a:pt x="8403" y="10533"/>
                </a:lnTo>
                <a:moveTo>
                  <a:pt x="8403" y="11556"/>
                </a:moveTo>
                <a:lnTo>
                  <a:pt x="9463" y="11556"/>
                </a:lnTo>
                <a:lnTo>
                  <a:pt x="9463" y="12561"/>
                </a:lnTo>
                <a:lnTo>
                  <a:pt x="8403" y="12561"/>
                </a:lnTo>
                <a:lnTo>
                  <a:pt x="8403" y="11556"/>
                </a:lnTo>
                <a:moveTo>
                  <a:pt x="8403" y="12630"/>
                </a:moveTo>
                <a:lnTo>
                  <a:pt x="9463" y="12630"/>
                </a:lnTo>
                <a:lnTo>
                  <a:pt x="9463" y="13583"/>
                </a:lnTo>
                <a:lnTo>
                  <a:pt x="8403" y="13583"/>
                </a:lnTo>
                <a:lnTo>
                  <a:pt x="8403" y="12630"/>
                </a:lnTo>
                <a:moveTo>
                  <a:pt x="8403" y="13651"/>
                </a:moveTo>
                <a:lnTo>
                  <a:pt x="9463" y="13651"/>
                </a:lnTo>
                <a:lnTo>
                  <a:pt x="9463" y="14657"/>
                </a:lnTo>
                <a:lnTo>
                  <a:pt x="8403" y="14657"/>
                </a:lnTo>
                <a:lnTo>
                  <a:pt x="8403" y="13651"/>
                </a:lnTo>
                <a:moveTo>
                  <a:pt x="8403" y="14726"/>
                </a:moveTo>
                <a:lnTo>
                  <a:pt x="9463" y="14726"/>
                </a:lnTo>
                <a:lnTo>
                  <a:pt x="9463" y="15680"/>
                </a:lnTo>
                <a:lnTo>
                  <a:pt x="8403" y="15680"/>
                </a:lnTo>
                <a:lnTo>
                  <a:pt x="8403" y="14726"/>
                </a:lnTo>
                <a:moveTo>
                  <a:pt x="7436" y="55"/>
                </a:moveTo>
                <a:lnTo>
                  <a:pt x="8335" y="55"/>
                </a:lnTo>
                <a:lnTo>
                  <a:pt x="8335" y="1007"/>
                </a:lnTo>
                <a:lnTo>
                  <a:pt x="7436" y="1007"/>
                </a:lnTo>
                <a:lnTo>
                  <a:pt x="7436" y="55"/>
                </a:lnTo>
                <a:moveTo>
                  <a:pt x="7436" y="1076"/>
                </a:moveTo>
                <a:lnTo>
                  <a:pt x="8335" y="1076"/>
                </a:lnTo>
                <a:lnTo>
                  <a:pt x="8335" y="2082"/>
                </a:lnTo>
                <a:lnTo>
                  <a:pt x="7436" y="2082"/>
                </a:lnTo>
                <a:lnTo>
                  <a:pt x="7436" y="1076"/>
                </a:lnTo>
                <a:moveTo>
                  <a:pt x="7436" y="2150"/>
                </a:moveTo>
                <a:lnTo>
                  <a:pt x="8335" y="2150"/>
                </a:lnTo>
                <a:lnTo>
                  <a:pt x="8335" y="3104"/>
                </a:lnTo>
                <a:lnTo>
                  <a:pt x="7436" y="3104"/>
                </a:lnTo>
                <a:lnTo>
                  <a:pt x="7436" y="2150"/>
                </a:lnTo>
                <a:moveTo>
                  <a:pt x="7436" y="3172"/>
                </a:moveTo>
                <a:lnTo>
                  <a:pt x="8335" y="3172"/>
                </a:lnTo>
                <a:lnTo>
                  <a:pt x="8335" y="4178"/>
                </a:lnTo>
                <a:lnTo>
                  <a:pt x="7436" y="4178"/>
                </a:lnTo>
                <a:lnTo>
                  <a:pt x="7436" y="3172"/>
                </a:lnTo>
                <a:moveTo>
                  <a:pt x="7436" y="4247"/>
                </a:moveTo>
                <a:lnTo>
                  <a:pt x="8335" y="4247"/>
                </a:lnTo>
                <a:lnTo>
                  <a:pt x="8335" y="5200"/>
                </a:lnTo>
                <a:lnTo>
                  <a:pt x="7436" y="5200"/>
                </a:lnTo>
                <a:lnTo>
                  <a:pt x="7436" y="4247"/>
                </a:lnTo>
                <a:moveTo>
                  <a:pt x="7436" y="5268"/>
                </a:moveTo>
                <a:lnTo>
                  <a:pt x="8335" y="5268"/>
                </a:lnTo>
                <a:lnTo>
                  <a:pt x="8335" y="6274"/>
                </a:lnTo>
                <a:lnTo>
                  <a:pt x="7436" y="6274"/>
                </a:lnTo>
                <a:lnTo>
                  <a:pt x="7436" y="5268"/>
                </a:lnTo>
                <a:moveTo>
                  <a:pt x="7436" y="6342"/>
                </a:moveTo>
                <a:lnTo>
                  <a:pt x="8335" y="6342"/>
                </a:lnTo>
                <a:lnTo>
                  <a:pt x="8335" y="7296"/>
                </a:lnTo>
                <a:lnTo>
                  <a:pt x="7436" y="7296"/>
                </a:lnTo>
                <a:lnTo>
                  <a:pt x="7436" y="6342"/>
                </a:lnTo>
                <a:moveTo>
                  <a:pt x="7436" y="7364"/>
                </a:moveTo>
                <a:lnTo>
                  <a:pt x="8335" y="7364"/>
                </a:lnTo>
                <a:lnTo>
                  <a:pt x="8335" y="8369"/>
                </a:lnTo>
                <a:lnTo>
                  <a:pt x="7436" y="8369"/>
                </a:lnTo>
                <a:lnTo>
                  <a:pt x="7436" y="7364"/>
                </a:lnTo>
                <a:moveTo>
                  <a:pt x="7436" y="8438"/>
                </a:moveTo>
                <a:lnTo>
                  <a:pt x="8335" y="8438"/>
                </a:lnTo>
                <a:lnTo>
                  <a:pt x="8335" y="9391"/>
                </a:lnTo>
                <a:lnTo>
                  <a:pt x="7436" y="9391"/>
                </a:lnTo>
                <a:lnTo>
                  <a:pt x="7436" y="8438"/>
                </a:lnTo>
                <a:moveTo>
                  <a:pt x="7436" y="9459"/>
                </a:moveTo>
                <a:lnTo>
                  <a:pt x="8335" y="9459"/>
                </a:lnTo>
                <a:lnTo>
                  <a:pt x="8335" y="10465"/>
                </a:lnTo>
                <a:lnTo>
                  <a:pt x="7436" y="10465"/>
                </a:lnTo>
                <a:lnTo>
                  <a:pt x="7436" y="9459"/>
                </a:lnTo>
                <a:moveTo>
                  <a:pt x="7436" y="10533"/>
                </a:moveTo>
                <a:lnTo>
                  <a:pt x="8335" y="10533"/>
                </a:lnTo>
                <a:lnTo>
                  <a:pt x="8335" y="11487"/>
                </a:lnTo>
                <a:lnTo>
                  <a:pt x="7436" y="11487"/>
                </a:lnTo>
                <a:lnTo>
                  <a:pt x="7436" y="10533"/>
                </a:lnTo>
                <a:moveTo>
                  <a:pt x="7436" y="11556"/>
                </a:moveTo>
                <a:lnTo>
                  <a:pt x="8335" y="11556"/>
                </a:lnTo>
                <a:lnTo>
                  <a:pt x="8335" y="12561"/>
                </a:lnTo>
                <a:lnTo>
                  <a:pt x="7436" y="12561"/>
                </a:lnTo>
                <a:lnTo>
                  <a:pt x="7436" y="11556"/>
                </a:lnTo>
                <a:moveTo>
                  <a:pt x="7436" y="12630"/>
                </a:moveTo>
                <a:lnTo>
                  <a:pt x="8335" y="12630"/>
                </a:lnTo>
                <a:lnTo>
                  <a:pt x="8335" y="13583"/>
                </a:lnTo>
                <a:lnTo>
                  <a:pt x="7436" y="13583"/>
                </a:lnTo>
                <a:lnTo>
                  <a:pt x="7436" y="12630"/>
                </a:lnTo>
                <a:moveTo>
                  <a:pt x="7436" y="13651"/>
                </a:moveTo>
                <a:lnTo>
                  <a:pt x="8335" y="13651"/>
                </a:lnTo>
                <a:lnTo>
                  <a:pt x="8335" y="14657"/>
                </a:lnTo>
                <a:lnTo>
                  <a:pt x="7436" y="14657"/>
                </a:lnTo>
                <a:lnTo>
                  <a:pt x="7436" y="13651"/>
                </a:lnTo>
                <a:moveTo>
                  <a:pt x="7436" y="14726"/>
                </a:moveTo>
                <a:lnTo>
                  <a:pt x="8335" y="14726"/>
                </a:lnTo>
                <a:lnTo>
                  <a:pt x="8335" y="15680"/>
                </a:lnTo>
                <a:lnTo>
                  <a:pt x="7436" y="15680"/>
                </a:lnTo>
                <a:lnTo>
                  <a:pt x="7436" y="14726"/>
                </a:lnTo>
                <a:moveTo>
                  <a:pt x="6308" y="55"/>
                </a:moveTo>
                <a:lnTo>
                  <a:pt x="7366" y="55"/>
                </a:lnTo>
                <a:lnTo>
                  <a:pt x="7366" y="1007"/>
                </a:lnTo>
                <a:lnTo>
                  <a:pt x="6308" y="1007"/>
                </a:lnTo>
                <a:lnTo>
                  <a:pt x="6308" y="55"/>
                </a:lnTo>
                <a:moveTo>
                  <a:pt x="6308" y="1076"/>
                </a:moveTo>
                <a:lnTo>
                  <a:pt x="7366" y="1076"/>
                </a:lnTo>
                <a:lnTo>
                  <a:pt x="7366" y="2082"/>
                </a:lnTo>
                <a:lnTo>
                  <a:pt x="6308" y="2082"/>
                </a:lnTo>
                <a:lnTo>
                  <a:pt x="6308" y="1076"/>
                </a:lnTo>
                <a:moveTo>
                  <a:pt x="6308" y="2150"/>
                </a:moveTo>
                <a:lnTo>
                  <a:pt x="7366" y="2150"/>
                </a:lnTo>
                <a:lnTo>
                  <a:pt x="7366" y="3104"/>
                </a:lnTo>
                <a:lnTo>
                  <a:pt x="6308" y="3104"/>
                </a:lnTo>
                <a:lnTo>
                  <a:pt x="6308" y="2150"/>
                </a:lnTo>
                <a:moveTo>
                  <a:pt x="6308" y="3172"/>
                </a:moveTo>
                <a:lnTo>
                  <a:pt x="7366" y="3172"/>
                </a:lnTo>
                <a:lnTo>
                  <a:pt x="7366" y="4178"/>
                </a:lnTo>
                <a:lnTo>
                  <a:pt x="6308" y="4178"/>
                </a:lnTo>
                <a:lnTo>
                  <a:pt x="6308" y="3172"/>
                </a:lnTo>
                <a:moveTo>
                  <a:pt x="6308" y="4247"/>
                </a:moveTo>
                <a:lnTo>
                  <a:pt x="7366" y="4247"/>
                </a:lnTo>
                <a:lnTo>
                  <a:pt x="7366" y="5200"/>
                </a:lnTo>
                <a:lnTo>
                  <a:pt x="6308" y="5200"/>
                </a:lnTo>
                <a:lnTo>
                  <a:pt x="6308" y="4247"/>
                </a:lnTo>
                <a:moveTo>
                  <a:pt x="6308" y="5268"/>
                </a:moveTo>
                <a:lnTo>
                  <a:pt x="7366" y="5268"/>
                </a:lnTo>
                <a:lnTo>
                  <a:pt x="7366" y="6274"/>
                </a:lnTo>
                <a:lnTo>
                  <a:pt x="6308" y="6274"/>
                </a:lnTo>
                <a:lnTo>
                  <a:pt x="6308" y="5268"/>
                </a:lnTo>
                <a:moveTo>
                  <a:pt x="6308" y="6342"/>
                </a:moveTo>
                <a:lnTo>
                  <a:pt x="7366" y="6342"/>
                </a:lnTo>
                <a:lnTo>
                  <a:pt x="7366" y="7296"/>
                </a:lnTo>
                <a:lnTo>
                  <a:pt x="6308" y="7296"/>
                </a:lnTo>
                <a:lnTo>
                  <a:pt x="6308" y="6342"/>
                </a:lnTo>
                <a:moveTo>
                  <a:pt x="6308" y="7364"/>
                </a:moveTo>
                <a:lnTo>
                  <a:pt x="7366" y="7364"/>
                </a:lnTo>
                <a:lnTo>
                  <a:pt x="7366" y="8369"/>
                </a:lnTo>
                <a:lnTo>
                  <a:pt x="6308" y="8369"/>
                </a:lnTo>
                <a:lnTo>
                  <a:pt x="6308" y="7364"/>
                </a:lnTo>
                <a:moveTo>
                  <a:pt x="6308" y="8438"/>
                </a:moveTo>
                <a:lnTo>
                  <a:pt x="7366" y="8438"/>
                </a:lnTo>
                <a:lnTo>
                  <a:pt x="7366" y="9391"/>
                </a:lnTo>
                <a:lnTo>
                  <a:pt x="6308" y="9391"/>
                </a:lnTo>
                <a:lnTo>
                  <a:pt x="6308" y="8438"/>
                </a:lnTo>
                <a:moveTo>
                  <a:pt x="6308" y="9459"/>
                </a:moveTo>
                <a:lnTo>
                  <a:pt x="7366" y="9459"/>
                </a:lnTo>
                <a:lnTo>
                  <a:pt x="7366" y="10465"/>
                </a:lnTo>
                <a:lnTo>
                  <a:pt x="6308" y="10465"/>
                </a:lnTo>
                <a:lnTo>
                  <a:pt x="6308" y="9459"/>
                </a:lnTo>
                <a:moveTo>
                  <a:pt x="6308" y="10533"/>
                </a:moveTo>
                <a:lnTo>
                  <a:pt x="7366" y="10533"/>
                </a:lnTo>
                <a:lnTo>
                  <a:pt x="7366" y="11487"/>
                </a:lnTo>
                <a:lnTo>
                  <a:pt x="6308" y="11487"/>
                </a:lnTo>
                <a:lnTo>
                  <a:pt x="6308" y="10533"/>
                </a:lnTo>
                <a:moveTo>
                  <a:pt x="6308" y="11556"/>
                </a:moveTo>
                <a:lnTo>
                  <a:pt x="7366" y="11556"/>
                </a:lnTo>
                <a:lnTo>
                  <a:pt x="7366" y="12561"/>
                </a:lnTo>
                <a:lnTo>
                  <a:pt x="6308" y="12561"/>
                </a:lnTo>
                <a:lnTo>
                  <a:pt x="6308" y="11556"/>
                </a:lnTo>
                <a:moveTo>
                  <a:pt x="6308" y="12630"/>
                </a:moveTo>
                <a:lnTo>
                  <a:pt x="7366" y="12630"/>
                </a:lnTo>
                <a:lnTo>
                  <a:pt x="7366" y="13583"/>
                </a:lnTo>
                <a:lnTo>
                  <a:pt x="6308" y="13583"/>
                </a:lnTo>
                <a:lnTo>
                  <a:pt x="6308" y="12630"/>
                </a:lnTo>
                <a:moveTo>
                  <a:pt x="6308" y="13651"/>
                </a:moveTo>
                <a:lnTo>
                  <a:pt x="7366" y="13651"/>
                </a:lnTo>
                <a:lnTo>
                  <a:pt x="7366" y="14657"/>
                </a:lnTo>
                <a:lnTo>
                  <a:pt x="6308" y="14657"/>
                </a:lnTo>
                <a:lnTo>
                  <a:pt x="6308" y="13651"/>
                </a:lnTo>
                <a:moveTo>
                  <a:pt x="6308" y="14726"/>
                </a:moveTo>
                <a:lnTo>
                  <a:pt x="7366" y="14726"/>
                </a:lnTo>
                <a:lnTo>
                  <a:pt x="7366" y="15680"/>
                </a:lnTo>
                <a:lnTo>
                  <a:pt x="6308" y="15680"/>
                </a:lnTo>
                <a:lnTo>
                  <a:pt x="6308" y="14726"/>
                </a:lnTo>
                <a:moveTo>
                  <a:pt x="5339" y="55"/>
                </a:moveTo>
                <a:lnTo>
                  <a:pt x="6238" y="55"/>
                </a:lnTo>
                <a:lnTo>
                  <a:pt x="6238" y="1007"/>
                </a:lnTo>
                <a:lnTo>
                  <a:pt x="5339" y="1007"/>
                </a:lnTo>
                <a:lnTo>
                  <a:pt x="5339" y="55"/>
                </a:lnTo>
                <a:moveTo>
                  <a:pt x="5339" y="1076"/>
                </a:moveTo>
                <a:lnTo>
                  <a:pt x="6238" y="1076"/>
                </a:lnTo>
                <a:lnTo>
                  <a:pt x="6238" y="2082"/>
                </a:lnTo>
                <a:lnTo>
                  <a:pt x="5339" y="2082"/>
                </a:lnTo>
                <a:lnTo>
                  <a:pt x="5339" y="1076"/>
                </a:lnTo>
                <a:moveTo>
                  <a:pt x="5339" y="2150"/>
                </a:moveTo>
                <a:lnTo>
                  <a:pt x="6238" y="2150"/>
                </a:lnTo>
                <a:lnTo>
                  <a:pt x="6238" y="3104"/>
                </a:lnTo>
                <a:lnTo>
                  <a:pt x="5339" y="3104"/>
                </a:lnTo>
                <a:lnTo>
                  <a:pt x="5339" y="2150"/>
                </a:lnTo>
                <a:moveTo>
                  <a:pt x="5339" y="3172"/>
                </a:moveTo>
                <a:lnTo>
                  <a:pt x="6238" y="3172"/>
                </a:lnTo>
                <a:lnTo>
                  <a:pt x="6238" y="4178"/>
                </a:lnTo>
                <a:lnTo>
                  <a:pt x="5339" y="4178"/>
                </a:lnTo>
                <a:lnTo>
                  <a:pt x="5339" y="3172"/>
                </a:lnTo>
                <a:moveTo>
                  <a:pt x="5339" y="4247"/>
                </a:moveTo>
                <a:lnTo>
                  <a:pt x="6238" y="4247"/>
                </a:lnTo>
                <a:lnTo>
                  <a:pt x="6238" y="5200"/>
                </a:lnTo>
                <a:lnTo>
                  <a:pt x="5339" y="5200"/>
                </a:lnTo>
                <a:lnTo>
                  <a:pt x="5339" y="4247"/>
                </a:lnTo>
                <a:moveTo>
                  <a:pt x="5339" y="5268"/>
                </a:moveTo>
                <a:lnTo>
                  <a:pt x="6238" y="5268"/>
                </a:lnTo>
                <a:lnTo>
                  <a:pt x="6238" y="6274"/>
                </a:lnTo>
                <a:lnTo>
                  <a:pt x="5339" y="6274"/>
                </a:lnTo>
                <a:lnTo>
                  <a:pt x="5339" y="5268"/>
                </a:lnTo>
                <a:moveTo>
                  <a:pt x="5339" y="6342"/>
                </a:moveTo>
                <a:lnTo>
                  <a:pt x="6238" y="6342"/>
                </a:lnTo>
                <a:lnTo>
                  <a:pt x="6238" y="7296"/>
                </a:lnTo>
                <a:lnTo>
                  <a:pt x="5339" y="7296"/>
                </a:lnTo>
                <a:lnTo>
                  <a:pt x="5339" y="6342"/>
                </a:lnTo>
                <a:moveTo>
                  <a:pt x="5339" y="7364"/>
                </a:moveTo>
                <a:lnTo>
                  <a:pt x="6238" y="7364"/>
                </a:lnTo>
                <a:lnTo>
                  <a:pt x="6238" y="8369"/>
                </a:lnTo>
                <a:lnTo>
                  <a:pt x="5339" y="8369"/>
                </a:lnTo>
                <a:lnTo>
                  <a:pt x="5339" y="7364"/>
                </a:lnTo>
                <a:moveTo>
                  <a:pt x="5339" y="8438"/>
                </a:moveTo>
                <a:lnTo>
                  <a:pt x="6238" y="8438"/>
                </a:lnTo>
                <a:lnTo>
                  <a:pt x="6238" y="9391"/>
                </a:lnTo>
                <a:lnTo>
                  <a:pt x="5339" y="9391"/>
                </a:lnTo>
                <a:lnTo>
                  <a:pt x="5339" y="8438"/>
                </a:lnTo>
                <a:moveTo>
                  <a:pt x="5339" y="9459"/>
                </a:moveTo>
                <a:lnTo>
                  <a:pt x="6238" y="9459"/>
                </a:lnTo>
                <a:lnTo>
                  <a:pt x="6238" y="10465"/>
                </a:lnTo>
                <a:lnTo>
                  <a:pt x="5339" y="10465"/>
                </a:lnTo>
                <a:lnTo>
                  <a:pt x="5339" y="9459"/>
                </a:lnTo>
                <a:moveTo>
                  <a:pt x="5339" y="10533"/>
                </a:moveTo>
                <a:lnTo>
                  <a:pt x="6238" y="10533"/>
                </a:lnTo>
                <a:lnTo>
                  <a:pt x="6238" y="11487"/>
                </a:lnTo>
                <a:lnTo>
                  <a:pt x="5339" y="11487"/>
                </a:lnTo>
                <a:lnTo>
                  <a:pt x="5339" y="10533"/>
                </a:lnTo>
                <a:moveTo>
                  <a:pt x="5339" y="11556"/>
                </a:moveTo>
                <a:lnTo>
                  <a:pt x="6238" y="11556"/>
                </a:lnTo>
                <a:lnTo>
                  <a:pt x="6238" y="12561"/>
                </a:lnTo>
                <a:lnTo>
                  <a:pt x="5339" y="12561"/>
                </a:lnTo>
                <a:lnTo>
                  <a:pt x="5339" y="11556"/>
                </a:lnTo>
                <a:moveTo>
                  <a:pt x="5339" y="12630"/>
                </a:moveTo>
                <a:lnTo>
                  <a:pt x="6238" y="12630"/>
                </a:lnTo>
                <a:lnTo>
                  <a:pt x="6238" y="13583"/>
                </a:lnTo>
                <a:lnTo>
                  <a:pt x="5339" y="13583"/>
                </a:lnTo>
                <a:lnTo>
                  <a:pt x="5339" y="12630"/>
                </a:lnTo>
                <a:moveTo>
                  <a:pt x="5339" y="13651"/>
                </a:moveTo>
                <a:lnTo>
                  <a:pt x="6238" y="13651"/>
                </a:lnTo>
                <a:lnTo>
                  <a:pt x="6238" y="14657"/>
                </a:lnTo>
                <a:lnTo>
                  <a:pt x="5339" y="14657"/>
                </a:lnTo>
                <a:lnTo>
                  <a:pt x="5339" y="13651"/>
                </a:lnTo>
                <a:moveTo>
                  <a:pt x="5339" y="14726"/>
                </a:moveTo>
                <a:lnTo>
                  <a:pt x="6238" y="14726"/>
                </a:lnTo>
                <a:lnTo>
                  <a:pt x="6238" y="15680"/>
                </a:lnTo>
                <a:lnTo>
                  <a:pt x="5339" y="15680"/>
                </a:lnTo>
                <a:lnTo>
                  <a:pt x="5339" y="14726"/>
                </a:lnTo>
                <a:moveTo>
                  <a:pt x="4211" y="55"/>
                </a:moveTo>
                <a:lnTo>
                  <a:pt x="5271" y="55"/>
                </a:lnTo>
                <a:lnTo>
                  <a:pt x="5271" y="1007"/>
                </a:lnTo>
                <a:lnTo>
                  <a:pt x="4211" y="1007"/>
                </a:lnTo>
                <a:lnTo>
                  <a:pt x="4211" y="55"/>
                </a:lnTo>
                <a:moveTo>
                  <a:pt x="4211" y="1076"/>
                </a:moveTo>
                <a:lnTo>
                  <a:pt x="5271" y="1076"/>
                </a:lnTo>
                <a:lnTo>
                  <a:pt x="5271" y="2082"/>
                </a:lnTo>
                <a:lnTo>
                  <a:pt x="4211" y="2082"/>
                </a:lnTo>
                <a:lnTo>
                  <a:pt x="4211" y="1076"/>
                </a:lnTo>
                <a:moveTo>
                  <a:pt x="4211" y="2150"/>
                </a:moveTo>
                <a:lnTo>
                  <a:pt x="5271" y="2150"/>
                </a:lnTo>
                <a:lnTo>
                  <a:pt x="5271" y="3104"/>
                </a:lnTo>
                <a:lnTo>
                  <a:pt x="4211" y="3104"/>
                </a:lnTo>
                <a:lnTo>
                  <a:pt x="4211" y="2150"/>
                </a:lnTo>
                <a:moveTo>
                  <a:pt x="4211" y="3172"/>
                </a:moveTo>
                <a:lnTo>
                  <a:pt x="5271" y="3172"/>
                </a:lnTo>
                <a:lnTo>
                  <a:pt x="5271" y="4178"/>
                </a:lnTo>
                <a:lnTo>
                  <a:pt x="4211" y="4178"/>
                </a:lnTo>
                <a:lnTo>
                  <a:pt x="4211" y="3172"/>
                </a:lnTo>
                <a:moveTo>
                  <a:pt x="4211" y="4247"/>
                </a:moveTo>
                <a:lnTo>
                  <a:pt x="5271" y="4247"/>
                </a:lnTo>
                <a:lnTo>
                  <a:pt x="5271" y="5200"/>
                </a:lnTo>
                <a:lnTo>
                  <a:pt x="4211" y="5200"/>
                </a:lnTo>
                <a:lnTo>
                  <a:pt x="4211" y="4247"/>
                </a:lnTo>
                <a:moveTo>
                  <a:pt x="4211" y="5268"/>
                </a:moveTo>
                <a:lnTo>
                  <a:pt x="5271" y="5268"/>
                </a:lnTo>
                <a:lnTo>
                  <a:pt x="5271" y="6274"/>
                </a:lnTo>
                <a:lnTo>
                  <a:pt x="4211" y="6274"/>
                </a:lnTo>
                <a:lnTo>
                  <a:pt x="4211" y="5268"/>
                </a:lnTo>
                <a:moveTo>
                  <a:pt x="4211" y="6342"/>
                </a:moveTo>
                <a:lnTo>
                  <a:pt x="5271" y="6342"/>
                </a:lnTo>
                <a:lnTo>
                  <a:pt x="5271" y="7296"/>
                </a:lnTo>
                <a:lnTo>
                  <a:pt x="4211" y="7296"/>
                </a:lnTo>
                <a:lnTo>
                  <a:pt x="4211" y="6342"/>
                </a:lnTo>
                <a:moveTo>
                  <a:pt x="4211" y="7364"/>
                </a:moveTo>
                <a:lnTo>
                  <a:pt x="5271" y="7364"/>
                </a:lnTo>
                <a:lnTo>
                  <a:pt x="5271" y="8369"/>
                </a:lnTo>
                <a:lnTo>
                  <a:pt x="4211" y="8369"/>
                </a:lnTo>
                <a:lnTo>
                  <a:pt x="4211" y="7364"/>
                </a:lnTo>
                <a:moveTo>
                  <a:pt x="4211" y="8438"/>
                </a:moveTo>
                <a:lnTo>
                  <a:pt x="5271" y="8438"/>
                </a:lnTo>
                <a:lnTo>
                  <a:pt x="5271" y="9391"/>
                </a:lnTo>
                <a:lnTo>
                  <a:pt x="4211" y="9391"/>
                </a:lnTo>
                <a:lnTo>
                  <a:pt x="4211" y="8438"/>
                </a:lnTo>
                <a:moveTo>
                  <a:pt x="4211" y="9459"/>
                </a:moveTo>
                <a:lnTo>
                  <a:pt x="5271" y="9459"/>
                </a:lnTo>
                <a:lnTo>
                  <a:pt x="5271" y="10465"/>
                </a:lnTo>
                <a:lnTo>
                  <a:pt x="4211" y="10465"/>
                </a:lnTo>
                <a:lnTo>
                  <a:pt x="4211" y="9459"/>
                </a:lnTo>
                <a:moveTo>
                  <a:pt x="4211" y="10533"/>
                </a:moveTo>
                <a:lnTo>
                  <a:pt x="5271" y="10533"/>
                </a:lnTo>
                <a:lnTo>
                  <a:pt x="5271" y="11487"/>
                </a:lnTo>
                <a:lnTo>
                  <a:pt x="4211" y="11487"/>
                </a:lnTo>
                <a:lnTo>
                  <a:pt x="4211" y="10533"/>
                </a:lnTo>
                <a:moveTo>
                  <a:pt x="4211" y="11556"/>
                </a:moveTo>
                <a:lnTo>
                  <a:pt x="5271" y="11556"/>
                </a:lnTo>
                <a:lnTo>
                  <a:pt x="5271" y="12561"/>
                </a:lnTo>
                <a:lnTo>
                  <a:pt x="4211" y="12561"/>
                </a:lnTo>
                <a:lnTo>
                  <a:pt x="4211" y="11556"/>
                </a:lnTo>
                <a:moveTo>
                  <a:pt x="4211" y="12630"/>
                </a:moveTo>
                <a:lnTo>
                  <a:pt x="5271" y="12630"/>
                </a:lnTo>
                <a:lnTo>
                  <a:pt x="5271" y="13583"/>
                </a:lnTo>
                <a:lnTo>
                  <a:pt x="4211" y="13583"/>
                </a:lnTo>
                <a:lnTo>
                  <a:pt x="4211" y="12630"/>
                </a:lnTo>
                <a:moveTo>
                  <a:pt x="4211" y="13651"/>
                </a:moveTo>
                <a:lnTo>
                  <a:pt x="5271" y="13651"/>
                </a:lnTo>
                <a:lnTo>
                  <a:pt x="5271" y="14657"/>
                </a:lnTo>
                <a:lnTo>
                  <a:pt x="4211" y="14657"/>
                </a:lnTo>
                <a:lnTo>
                  <a:pt x="4211" y="13651"/>
                </a:lnTo>
                <a:moveTo>
                  <a:pt x="4211" y="14726"/>
                </a:moveTo>
                <a:lnTo>
                  <a:pt x="5271" y="14726"/>
                </a:lnTo>
                <a:lnTo>
                  <a:pt x="5271" y="15680"/>
                </a:lnTo>
                <a:lnTo>
                  <a:pt x="4211" y="15680"/>
                </a:lnTo>
                <a:lnTo>
                  <a:pt x="4211" y="14726"/>
                </a:lnTo>
                <a:moveTo>
                  <a:pt x="3244" y="55"/>
                </a:moveTo>
                <a:lnTo>
                  <a:pt x="4143" y="55"/>
                </a:lnTo>
                <a:lnTo>
                  <a:pt x="4143" y="1007"/>
                </a:lnTo>
                <a:lnTo>
                  <a:pt x="3244" y="1007"/>
                </a:lnTo>
                <a:lnTo>
                  <a:pt x="3244" y="55"/>
                </a:lnTo>
                <a:moveTo>
                  <a:pt x="3244" y="1076"/>
                </a:moveTo>
                <a:lnTo>
                  <a:pt x="4143" y="1076"/>
                </a:lnTo>
                <a:lnTo>
                  <a:pt x="4143" y="2082"/>
                </a:lnTo>
                <a:lnTo>
                  <a:pt x="3244" y="2082"/>
                </a:lnTo>
                <a:lnTo>
                  <a:pt x="3244" y="1076"/>
                </a:lnTo>
                <a:moveTo>
                  <a:pt x="3244" y="2150"/>
                </a:moveTo>
                <a:lnTo>
                  <a:pt x="4143" y="2150"/>
                </a:lnTo>
                <a:lnTo>
                  <a:pt x="4143" y="3104"/>
                </a:lnTo>
                <a:lnTo>
                  <a:pt x="3244" y="3104"/>
                </a:lnTo>
                <a:lnTo>
                  <a:pt x="3244" y="2150"/>
                </a:lnTo>
                <a:moveTo>
                  <a:pt x="3244" y="3172"/>
                </a:moveTo>
                <a:lnTo>
                  <a:pt x="4143" y="3172"/>
                </a:lnTo>
                <a:lnTo>
                  <a:pt x="4143" y="4178"/>
                </a:lnTo>
                <a:lnTo>
                  <a:pt x="3244" y="4178"/>
                </a:lnTo>
                <a:lnTo>
                  <a:pt x="3244" y="3172"/>
                </a:lnTo>
                <a:moveTo>
                  <a:pt x="3244" y="4247"/>
                </a:moveTo>
                <a:lnTo>
                  <a:pt x="4143" y="4247"/>
                </a:lnTo>
                <a:lnTo>
                  <a:pt x="4143" y="5200"/>
                </a:lnTo>
                <a:lnTo>
                  <a:pt x="3244" y="5200"/>
                </a:lnTo>
                <a:lnTo>
                  <a:pt x="3244" y="4247"/>
                </a:lnTo>
                <a:moveTo>
                  <a:pt x="3244" y="5268"/>
                </a:moveTo>
                <a:lnTo>
                  <a:pt x="4143" y="5268"/>
                </a:lnTo>
                <a:lnTo>
                  <a:pt x="4143" y="6274"/>
                </a:lnTo>
                <a:lnTo>
                  <a:pt x="3244" y="6274"/>
                </a:lnTo>
                <a:lnTo>
                  <a:pt x="3244" y="5268"/>
                </a:lnTo>
                <a:moveTo>
                  <a:pt x="3244" y="6342"/>
                </a:moveTo>
                <a:lnTo>
                  <a:pt x="4143" y="6342"/>
                </a:lnTo>
                <a:lnTo>
                  <a:pt x="4143" y="7296"/>
                </a:lnTo>
                <a:lnTo>
                  <a:pt x="3244" y="7296"/>
                </a:lnTo>
                <a:lnTo>
                  <a:pt x="3244" y="6342"/>
                </a:lnTo>
                <a:moveTo>
                  <a:pt x="3244" y="7364"/>
                </a:moveTo>
                <a:lnTo>
                  <a:pt x="4143" y="7364"/>
                </a:lnTo>
                <a:lnTo>
                  <a:pt x="4143" y="8369"/>
                </a:lnTo>
                <a:lnTo>
                  <a:pt x="3244" y="8369"/>
                </a:lnTo>
                <a:lnTo>
                  <a:pt x="3244" y="7364"/>
                </a:lnTo>
                <a:moveTo>
                  <a:pt x="3244" y="8438"/>
                </a:moveTo>
                <a:lnTo>
                  <a:pt x="4143" y="8438"/>
                </a:lnTo>
                <a:lnTo>
                  <a:pt x="4143" y="9391"/>
                </a:lnTo>
                <a:lnTo>
                  <a:pt x="3244" y="9391"/>
                </a:lnTo>
                <a:lnTo>
                  <a:pt x="3244" y="8438"/>
                </a:lnTo>
                <a:moveTo>
                  <a:pt x="3244" y="9459"/>
                </a:moveTo>
                <a:lnTo>
                  <a:pt x="4143" y="9459"/>
                </a:lnTo>
                <a:lnTo>
                  <a:pt x="4143" y="10465"/>
                </a:lnTo>
                <a:lnTo>
                  <a:pt x="3244" y="10465"/>
                </a:lnTo>
                <a:lnTo>
                  <a:pt x="3244" y="9459"/>
                </a:lnTo>
                <a:moveTo>
                  <a:pt x="3244" y="10533"/>
                </a:moveTo>
                <a:lnTo>
                  <a:pt x="4143" y="10533"/>
                </a:lnTo>
                <a:lnTo>
                  <a:pt x="4143" y="11487"/>
                </a:lnTo>
                <a:lnTo>
                  <a:pt x="3244" y="11487"/>
                </a:lnTo>
                <a:lnTo>
                  <a:pt x="3244" y="10533"/>
                </a:lnTo>
                <a:moveTo>
                  <a:pt x="3244" y="11556"/>
                </a:moveTo>
                <a:lnTo>
                  <a:pt x="4143" y="11556"/>
                </a:lnTo>
                <a:lnTo>
                  <a:pt x="4143" y="12561"/>
                </a:lnTo>
                <a:lnTo>
                  <a:pt x="3244" y="12561"/>
                </a:lnTo>
                <a:lnTo>
                  <a:pt x="3244" y="11556"/>
                </a:lnTo>
                <a:moveTo>
                  <a:pt x="3244" y="12630"/>
                </a:moveTo>
                <a:lnTo>
                  <a:pt x="4143" y="12630"/>
                </a:lnTo>
                <a:lnTo>
                  <a:pt x="4143" y="13583"/>
                </a:lnTo>
                <a:lnTo>
                  <a:pt x="3244" y="13583"/>
                </a:lnTo>
                <a:lnTo>
                  <a:pt x="3244" y="12630"/>
                </a:lnTo>
                <a:moveTo>
                  <a:pt x="3244" y="13651"/>
                </a:moveTo>
                <a:lnTo>
                  <a:pt x="4143" y="13651"/>
                </a:lnTo>
                <a:lnTo>
                  <a:pt x="4143" y="14657"/>
                </a:lnTo>
                <a:lnTo>
                  <a:pt x="3244" y="14657"/>
                </a:lnTo>
                <a:lnTo>
                  <a:pt x="3244" y="13651"/>
                </a:lnTo>
                <a:moveTo>
                  <a:pt x="3244" y="14726"/>
                </a:moveTo>
                <a:lnTo>
                  <a:pt x="4143" y="14726"/>
                </a:lnTo>
                <a:lnTo>
                  <a:pt x="4143" y="15680"/>
                </a:lnTo>
                <a:lnTo>
                  <a:pt x="3244" y="15680"/>
                </a:lnTo>
                <a:lnTo>
                  <a:pt x="3244" y="14726"/>
                </a:lnTo>
                <a:moveTo>
                  <a:pt x="2115" y="55"/>
                </a:moveTo>
                <a:lnTo>
                  <a:pt x="3174" y="55"/>
                </a:lnTo>
                <a:lnTo>
                  <a:pt x="3174" y="1007"/>
                </a:lnTo>
                <a:lnTo>
                  <a:pt x="2115" y="1007"/>
                </a:lnTo>
                <a:lnTo>
                  <a:pt x="2115" y="55"/>
                </a:lnTo>
                <a:moveTo>
                  <a:pt x="2115" y="1076"/>
                </a:moveTo>
                <a:lnTo>
                  <a:pt x="3174" y="1076"/>
                </a:lnTo>
                <a:lnTo>
                  <a:pt x="3174" y="2082"/>
                </a:lnTo>
                <a:lnTo>
                  <a:pt x="2115" y="2082"/>
                </a:lnTo>
                <a:lnTo>
                  <a:pt x="2115" y="1076"/>
                </a:lnTo>
                <a:moveTo>
                  <a:pt x="2115" y="2150"/>
                </a:moveTo>
                <a:lnTo>
                  <a:pt x="3174" y="2150"/>
                </a:lnTo>
                <a:lnTo>
                  <a:pt x="3174" y="3104"/>
                </a:lnTo>
                <a:lnTo>
                  <a:pt x="2115" y="3104"/>
                </a:lnTo>
                <a:lnTo>
                  <a:pt x="2115" y="2150"/>
                </a:lnTo>
                <a:moveTo>
                  <a:pt x="2115" y="3172"/>
                </a:moveTo>
                <a:lnTo>
                  <a:pt x="3174" y="3172"/>
                </a:lnTo>
                <a:lnTo>
                  <a:pt x="3174" y="4178"/>
                </a:lnTo>
                <a:lnTo>
                  <a:pt x="2115" y="4178"/>
                </a:lnTo>
                <a:lnTo>
                  <a:pt x="2115" y="3172"/>
                </a:lnTo>
                <a:moveTo>
                  <a:pt x="2115" y="4247"/>
                </a:moveTo>
                <a:lnTo>
                  <a:pt x="3174" y="4247"/>
                </a:lnTo>
                <a:lnTo>
                  <a:pt x="3174" y="5200"/>
                </a:lnTo>
                <a:lnTo>
                  <a:pt x="2115" y="5200"/>
                </a:lnTo>
                <a:lnTo>
                  <a:pt x="2115" y="4247"/>
                </a:lnTo>
                <a:moveTo>
                  <a:pt x="2115" y="5268"/>
                </a:moveTo>
                <a:lnTo>
                  <a:pt x="3174" y="5268"/>
                </a:lnTo>
                <a:lnTo>
                  <a:pt x="3174" y="6274"/>
                </a:lnTo>
                <a:lnTo>
                  <a:pt x="2115" y="6274"/>
                </a:lnTo>
                <a:lnTo>
                  <a:pt x="2115" y="5268"/>
                </a:lnTo>
                <a:moveTo>
                  <a:pt x="2115" y="6342"/>
                </a:moveTo>
                <a:lnTo>
                  <a:pt x="3174" y="6342"/>
                </a:lnTo>
                <a:lnTo>
                  <a:pt x="3174" y="7296"/>
                </a:lnTo>
                <a:lnTo>
                  <a:pt x="2115" y="7296"/>
                </a:lnTo>
                <a:lnTo>
                  <a:pt x="2115" y="6342"/>
                </a:lnTo>
                <a:moveTo>
                  <a:pt x="2115" y="7364"/>
                </a:moveTo>
                <a:lnTo>
                  <a:pt x="3174" y="7364"/>
                </a:lnTo>
                <a:lnTo>
                  <a:pt x="3174" y="8369"/>
                </a:lnTo>
                <a:lnTo>
                  <a:pt x="2115" y="8369"/>
                </a:lnTo>
                <a:lnTo>
                  <a:pt x="2115" y="7364"/>
                </a:lnTo>
                <a:moveTo>
                  <a:pt x="2115" y="8438"/>
                </a:moveTo>
                <a:lnTo>
                  <a:pt x="3174" y="8438"/>
                </a:lnTo>
                <a:lnTo>
                  <a:pt x="3174" y="9391"/>
                </a:lnTo>
                <a:lnTo>
                  <a:pt x="2115" y="9391"/>
                </a:lnTo>
                <a:lnTo>
                  <a:pt x="2115" y="8438"/>
                </a:lnTo>
                <a:moveTo>
                  <a:pt x="2115" y="9459"/>
                </a:moveTo>
                <a:lnTo>
                  <a:pt x="3174" y="9459"/>
                </a:lnTo>
                <a:lnTo>
                  <a:pt x="3174" y="10465"/>
                </a:lnTo>
                <a:lnTo>
                  <a:pt x="2115" y="10465"/>
                </a:lnTo>
                <a:lnTo>
                  <a:pt x="2115" y="9459"/>
                </a:lnTo>
                <a:moveTo>
                  <a:pt x="2115" y="10533"/>
                </a:moveTo>
                <a:lnTo>
                  <a:pt x="3174" y="10533"/>
                </a:lnTo>
                <a:lnTo>
                  <a:pt x="3174" y="11487"/>
                </a:lnTo>
                <a:lnTo>
                  <a:pt x="2115" y="11487"/>
                </a:lnTo>
                <a:lnTo>
                  <a:pt x="2115" y="10533"/>
                </a:lnTo>
                <a:moveTo>
                  <a:pt x="2115" y="11556"/>
                </a:moveTo>
                <a:lnTo>
                  <a:pt x="3174" y="11556"/>
                </a:lnTo>
                <a:lnTo>
                  <a:pt x="3174" y="12561"/>
                </a:lnTo>
                <a:lnTo>
                  <a:pt x="2115" y="12561"/>
                </a:lnTo>
                <a:lnTo>
                  <a:pt x="2115" y="11556"/>
                </a:lnTo>
                <a:moveTo>
                  <a:pt x="2115" y="12630"/>
                </a:moveTo>
                <a:lnTo>
                  <a:pt x="3174" y="12630"/>
                </a:lnTo>
                <a:lnTo>
                  <a:pt x="3174" y="13583"/>
                </a:lnTo>
                <a:lnTo>
                  <a:pt x="2115" y="13583"/>
                </a:lnTo>
                <a:lnTo>
                  <a:pt x="2115" y="12630"/>
                </a:lnTo>
                <a:moveTo>
                  <a:pt x="2115" y="13651"/>
                </a:moveTo>
                <a:lnTo>
                  <a:pt x="3174" y="13651"/>
                </a:lnTo>
                <a:lnTo>
                  <a:pt x="3174" y="14657"/>
                </a:lnTo>
                <a:lnTo>
                  <a:pt x="2115" y="14657"/>
                </a:lnTo>
                <a:lnTo>
                  <a:pt x="2115" y="13651"/>
                </a:lnTo>
                <a:moveTo>
                  <a:pt x="2115" y="14726"/>
                </a:moveTo>
                <a:lnTo>
                  <a:pt x="3174" y="14726"/>
                </a:lnTo>
                <a:lnTo>
                  <a:pt x="3174" y="15680"/>
                </a:lnTo>
                <a:lnTo>
                  <a:pt x="2115" y="15680"/>
                </a:lnTo>
                <a:lnTo>
                  <a:pt x="2115" y="14726"/>
                </a:lnTo>
                <a:moveTo>
                  <a:pt x="1147" y="55"/>
                </a:moveTo>
                <a:lnTo>
                  <a:pt x="2046" y="55"/>
                </a:lnTo>
                <a:lnTo>
                  <a:pt x="2046" y="1007"/>
                </a:lnTo>
                <a:lnTo>
                  <a:pt x="1147" y="1007"/>
                </a:lnTo>
                <a:lnTo>
                  <a:pt x="1147" y="55"/>
                </a:lnTo>
                <a:moveTo>
                  <a:pt x="1147" y="1076"/>
                </a:moveTo>
                <a:lnTo>
                  <a:pt x="2046" y="1076"/>
                </a:lnTo>
                <a:lnTo>
                  <a:pt x="2046" y="2082"/>
                </a:lnTo>
                <a:lnTo>
                  <a:pt x="1147" y="2082"/>
                </a:lnTo>
                <a:lnTo>
                  <a:pt x="1147" y="1076"/>
                </a:lnTo>
                <a:moveTo>
                  <a:pt x="1147" y="2150"/>
                </a:moveTo>
                <a:lnTo>
                  <a:pt x="2046" y="2150"/>
                </a:lnTo>
                <a:lnTo>
                  <a:pt x="2046" y="3104"/>
                </a:lnTo>
                <a:lnTo>
                  <a:pt x="1147" y="3104"/>
                </a:lnTo>
                <a:lnTo>
                  <a:pt x="1147" y="2150"/>
                </a:lnTo>
                <a:moveTo>
                  <a:pt x="1147" y="3172"/>
                </a:moveTo>
                <a:lnTo>
                  <a:pt x="2046" y="3172"/>
                </a:lnTo>
                <a:lnTo>
                  <a:pt x="2046" y="4178"/>
                </a:lnTo>
                <a:lnTo>
                  <a:pt x="1147" y="4178"/>
                </a:lnTo>
                <a:lnTo>
                  <a:pt x="1147" y="3172"/>
                </a:lnTo>
                <a:moveTo>
                  <a:pt x="1147" y="4247"/>
                </a:moveTo>
                <a:lnTo>
                  <a:pt x="2046" y="4247"/>
                </a:lnTo>
                <a:lnTo>
                  <a:pt x="2046" y="5200"/>
                </a:lnTo>
                <a:lnTo>
                  <a:pt x="1147" y="5200"/>
                </a:lnTo>
                <a:lnTo>
                  <a:pt x="1147" y="4247"/>
                </a:lnTo>
                <a:moveTo>
                  <a:pt x="1147" y="5268"/>
                </a:moveTo>
                <a:lnTo>
                  <a:pt x="2046" y="5268"/>
                </a:lnTo>
                <a:lnTo>
                  <a:pt x="2046" y="6274"/>
                </a:lnTo>
                <a:lnTo>
                  <a:pt x="1147" y="6274"/>
                </a:lnTo>
                <a:lnTo>
                  <a:pt x="1147" y="5268"/>
                </a:lnTo>
                <a:moveTo>
                  <a:pt x="1147" y="6342"/>
                </a:moveTo>
                <a:lnTo>
                  <a:pt x="2046" y="6342"/>
                </a:lnTo>
                <a:lnTo>
                  <a:pt x="2046" y="7296"/>
                </a:lnTo>
                <a:lnTo>
                  <a:pt x="1147" y="7296"/>
                </a:lnTo>
                <a:lnTo>
                  <a:pt x="1147" y="6342"/>
                </a:lnTo>
                <a:moveTo>
                  <a:pt x="1147" y="7364"/>
                </a:moveTo>
                <a:lnTo>
                  <a:pt x="2046" y="7364"/>
                </a:lnTo>
                <a:lnTo>
                  <a:pt x="2046" y="8369"/>
                </a:lnTo>
                <a:lnTo>
                  <a:pt x="1147" y="8369"/>
                </a:lnTo>
                <a:lnTo>
                  <a:pt x="1147" y="7364"/>
                </a:lnTo>
                <a:moveTo>
                  <a:pt x="1147" y="8438"/>
                </a:moveTo>
                <a:lnTo>
                  <a:pt x="2046" y="8438"/>
                </a:lnTo>
                <a:lnTo>
                  <a:pt x="2046" y="9391"/>
                </a:lnTo>
                <a:lnTo>
                  <a:pt x="1147" y="9391"/>
                </a:lnTo>
                <a:lnTo>
                  <a:pt x="1147" y="8438"/>
                </a:lnTo>
                <a:moveTo>
                  <a:pt x="1147" y="9459"/>
                </a:moveTo>
                <a:lnTo>
                  <a:pt x="2046" y="9459"/>
                </a:lnTo>
                <a:lnTo>
                  <a:pt x="2046" y="10465"/>
                </a:lnTo>
                <a:lnTo>
                  <a:pt x="1147" y="10465"/>
                </a:lnTo>
                <a:lnTo>
                  <a:pt x="1147" y="9459"/>
                </a:lnTo>
                <a:moveTo>
                  <a:pt x="1147" y="10533"/>
                </a:moveTo>
                <a:lnTo>
                  <a:pt x="2046" y="10533"/>
                </a:lnTo>
                <a:lnTo>
                  <a:pt x="2046" y="11487"/>
                </a:lnTo>
                <a:lnTo>
                  <a:pt x="1147" y="11487"/>
                </a:lnTo>
                <a:lnTo>
                  <a:pt x="1147" y="10533"/>
                </a:lnTo>
                <a:moveTo>
                  <a:pt x="1147" y="11556"/>
                </a:moveTo>
                <a:lnTo>
                  <a:pt x="2046" y="11556"/>
                </a:lnTo>
                <a:lnTo>
                  <a:pt x="2046" y="12561"/>
                </a:lnTo>
                <a:lnTo>
                  <a:pt x="1147" y="12561"/>
                </a:lnTo>
                <a:lnTo>
                  <a:pt x="1147" y="11556"/>
                </a:lnTo>
                <a:moveTo>
                  <a:pt x="1147" y="12630"/>
                </a:moveTo>
                <a:lnTo>
                  <a:pt x="2046" y="12630"/>
                </a:lnTo>
                <a:lnTo>
                  <a:pt x="2046" y="13583"/>
                </a:lnTo>
                <a:lnTo>
                  <a:pt x="1147" y="13583"/>
                </a:lnTo>
                <a:lnTo>
                  <a:pt x="1147" y="12630"/>
                </a:lnTo>
                <a:moveTo>
                  <a:pt x="1147" y="13651"/>
                </a:moveTo>
                <a:lnTo>
                  <a:pt x="2046" y="13651"/>
                </a:lnTo>
                <a:lnTo>
                  <a:pt x="2046" y="14657"/>
                </a:lnTo>
                <a:lnTo>
                  <a:pt x="1147" y="14657"/>
                </a:lnTo>
                <a:lnTo>
                  <a:pt x="1147" y="13651"/>
                </a:lnTo>
                <a:moveTo>
                  <a:pt x="1147" y="14726"/>
                </a:moveTo>
                <a:lnTo>
                  <a:pt x="2046" y="14726"/>
                </a:lnTo>
                <a:lnTo>
                  <a:pt x="2046" y="15680"/>
                </a:lnTo>
                <a:lnTo>
                  <a:pt x="1147" y="15680"/>
                </a:lnTo>
                <a:lnTo>
                  <a:pt x="1147" y="14726"/>
                </a:lnTo>
                <a:moveTo>
                  <a:pt x="19" y="55"/>
                </a:moveTo>
                <a:lnTo>
                  <a:pt x="1079" y="55"/>
                </a:lnTo>
                <a:lnTo>
                  <a:pt x="1079" y="1007"/>
                </a:lnTo>
                <a:lnTo>
                  <a:pt x="19" y="1007"/>
                </a:lnTo>
                <a:lnTo>
                  <a:pt x="19" y="55"/>
                </a:lnTo>
                <a:moveTo>
                  <a:pt x="19" y="1076"/>
                </a:moveTo>
                <a:lnTo>
                  <a:pt x="1079" y="1076"/>
                </a:lnTo>
                <a:lnTo>
                  <a:pt x="1079" y="2082"/>
                </a:lnTo>
                <a:lnTo>
                  <a:pt x="19" y="2082"/>
                </a:lnTo>
                <a:lnTo>
                  <a:pt x="19" y="1076"/>
                </a:lnTo>
                <a:moveTo>
                  <a:pt x="19" y="2150"/>
                </a:moveTo>
                <a:lnTo>
                  <a:pt x="1079" y="2150"/>
                </a:lnTo>
                <a:lnTo>
                  <a:pt x="1079" y="3104"/>
                </a:lnTo>
                <a:lnTo>
                  <a:pt x="19" y="3104"/>
                </a:lnTo>
                <a:lnTo>
                  <a:pt x="19" y="2150"/>
                </a:lnTo>
                <a:moveTo>
                  <a:pt x="19" y="3172"/>
                </a:moveTo>
                <a:lnTo>
                  <a:pt x="1079" y="3172"/>
                </a:lnTo>
                <a:lnTo>
                  <a:pt x="1079" y="4178"/>
                </a:lnTo>
                <a:lnTo>
                  <a:pt x="19" y="4178"/>
                </a:lnTo>
                <a:lnTo>
                  <a:pt x="19" y="3172"/>
                </a:lnTo>
                <a:moveTo>
                  <a:pt x="19" y="4247"/>
                </a:moveTo>
                <a:lnTo>
                  <a:pt x="1079" y="4247"/>
                </a:lnTo>
                <a:lnTo>
                  <a:pt x="1079" y="5200"/>
                </a:lnTo>
                <a:lnTo>
                  <a:pt x="19" y="5200"/>
                </a:lnTo>
                <a:lnTo>
                  <a:pt x="19" y="4247"/>
                </a:lnTo>
                <a:moveTo>
                  <a:pt x="19" y="5268"/>
                </a:moveTo>
                <a:lnTo>
                  <a:pt x="1079" y="5268"/>
                </a:lnTo>
                <a:lnTo>
                  <a:pt x="1079" y="6274"/>
                </a:lnTo>
                <a:lnTo>
                  <a:pt x="19" y="6274"/>
                </a:lnTo>
                <a:lnTo>
                  <a:pt x="19" y="5268"/>
                </a:lnTo>
                <a:moveTo>
                  <a:pt x="19" y="6342"/>
                </a:moveTo>
                <a:lnTo>
                  <a:pt x="1079" y="6342"/>
                </a:lnTo>
                <a:lnTo>
                  <a:pt x="1079" y="7296"/>
                </a:lnTo>
                <a:lnTo>
                  <a:pt x="19" y="7296"/>
                </a:lnTo>
                <a:lnTo>
                  <a:pt x="19" y="6342"/>
                </a:lnTo>
                <a:moveTo>
                  <a:pt x="19" y="7364"/>
                </a:moveTo>
                <a:lnTo>
                  <a:pt x="1079" y="7364"/>
                </a:lnTo>
                <a:lnTo>
                  <a:pt x="1079" y="8369"/>
                </a:lnTo>
                <a:lnTo>
                  <a:pt x="19" y="8369"/>
                </a:lnTo>
                <a:lnTo>
                  <a:pt x="19" y="7364"/>
                </a:lnTo>
                <a:moveTo>
                  <a:pt x="19" y="8438"/>
                </a:moveTo>
                <a:lnTo>
                  <a:pt x="1079" y="8438"/>
                </a:lnTo>
                <a:lnTo>
                  <a:pt x="1079" y="9391"/>
                </a:lnTo>
                <a:lnTo>
                  <a:pt x="19" y="9391"/>
                </a:lnTo>
                <a:lnTo>
                  <a:pt x="19" y="8438"/>
                </a:lnTo>
                <a:moveTo>
                  <a:pt x="19" y="9459"/>
                </a:moveTo>
                <a:lnTo>
                  <a:pt x="1079" y="9459"/>
                </a:lnTo>
                <a:lnTo>
                  <a:pt x="1079" y="10465"/>
                </a:lnTo>
                <a:lnTo>
                  <a:pt x="19" y="10465"/>
                </a:lnTo>
                <a:lnTo>
                  <a:pt x="19" y="9459"/>
                </a:lnTo>
                <a:moveTo>
                  <a:pt x="19" y="10533"/>
                </a:moveTo>
                <a:lnTo>
                  <a:pt x="1079" y="10533"/>
                </a:lnTo>
                <a:lnTo>
                  <a:pt x="1079" y="11487"/>
                </a:lnTo>
                <a:lnTo>
                  <a:pt x="19" y="11487"/>
                </a:lnTo>
                <a:lnTo>
                  <a:pt x="19" y="10533"/>
                </a:lnTo>
                <a:moveTo>
                  <a:pt x="19" y="11556"/>
                </a:moveTo>
                <a:lnTo>
                  <a:pt x="1079" y="11556"/>
                </a:lnTo>
                <a:lnTo>
                  <a:pt x="1079" y="12561"/>
                </a:lnTo>
                <a:lnTo>
                  <a:pt x="19" y="12561"/>
                </a:lnTo>
                <a:lnTo>
                  <a:pt x="19" y="11556"/>
                </a:lnTo>
                <a:moveTo>
                  <a:pt x="19" y="12630"/>
                </a:moveTo>
                <a:lnTo>
                  <a:pt x="1079" y="12630"/>
                </a:lnTo>
                <a:lnTo>
                  <a:pt x="1079" y="13583"/>
                </a:lnTo>
                <a:lnTo>
                  <a:pt x="19" y="13583"/>
                </a:lnTo>
                <a:lnTo>
                  <a:pt x="19" y="12630"/>
                </a:lnTo>
                <a:moveTo>
                  <a:pt x="19" y="13651"/>
                </a:moveTo>
                <a:lnTo>
                  <a:pt x="1079" y="13651"/>
                </a:lnTo>
                <a:lnTo>
                  <a:pt x="1079" y="14657"/>
                </a:lnTo>
                <a:lnTo>
                  <a:pt x="19" y="14657"/>
                </a:lnTo>
                <a:lnTo>
                  <a:pt x="19" y="13651"/>
                </a:lnTo>
                <a:moveTo>
                  <a:pt x="19" y="14726"/>
                </a:moveTo>
                <a:lnTo>
                  <a:pt x="1079" y="14726"/>
                </a:lnTo>
                <a:lnTo>
                  <a:pt x="1079" y="15680"/>
                </a:lnTo>
                <a:lnTo>
                  <a:pt x="19" y="15680"/>
                </a:lnTo>
                <a:lnTo>
                  <a:pt x="19" y="14726"/>
                </a:lnTo>
              </a:path>
            </a:pathLst>
          </a:custGeom>
          <a:solidFill>
            <a:schemeClr val="dk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484" name="Google Shape;1484;p17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9pPr>
          </a:lstStyle>
          <a:p>
            <a:endParaRPr/>
          </a:p>
        </p:txBody>
      </p:sp>
      <p:grpSp>
        <p:nvGrpSpPr>
          <p:cNvPr id="1485" name="Google Shape;1485;p17"/>
          <p:cNvGrpSpPr/>
          <p:nvPr/>
        </p:nvGrpSpPr>
        <p:grpSpPr>
          <a:xfrm>
            <a:off x="-2096663" y="-1038210"/>
            <a:ext cx="13026249" cy="6433937"/>
            <a:chOff x="-2096663" y="-1038210"/>
            <a:chExt cx="13026249" cy="6433937"/>
          </a:xfrm>
        </p:grpSpPr>
        <p:grpSp>
          <p:nvGrpSpPr>
            <p:cNvPr id="1486" name="Google Shape;1486;p17"/>
            <p:cNvGrpSpPr/>
            <p:nvPr/>
          </p:nvGrpSpPr>
          <p:grpSpPr>
            <a:xfrm>
              <a:off x="-2096663" y="-1038210"/>
              <a:ext cx="3149761" cy="2128238"/>
              <a:chOff x="3131640" y="4042440"/>
              <a:chExt cx="1464120" cy="989280"/>
            </a:xfrm>
          </p:grpSpPr>
          <p:sp>
            <p:nvSpPr>
              <p:cNvPr id="1487" name="Google Shape;1487;p17"/>
              <p:cNvSpPr/>
              <p:nvPr/>
            </p:nvSpPr>
            <p:spPr>
              <a:xfrm>
                <a:off x="3785040" y="4059720"/>
                <a:ext cx="13320" cy="820440"/>
              </a:xfrm>
              <a:custGeom>
                <a:avLst/>
                <a:gdLst/>
                <a:ahLst/>
                <a:cxnLst/>
                <a:rect l="l" t="t" r="r" b="b"/>
                <a:pathLst>
                  <a:path w="37" h="2279" extrusionOk="0">
                    <a:moveTo>
                      <a:pt x="0" y="2268"/>
                    </a:moveTo>
                    <a:cubicBezTo>
                      <a:pt x="0" y="2260"/>
                      <a:pt x="1" y="2251"/>
                      <a:pt x="1" y="2243"/>
                    </a:cubicBezTo>
                    <a:cubicBezTo>
                      <a:pt x="1" y="2232"/>
                      <a:pt x="1" y="2220"/>
                      <a:pt x="1" y="2208"/>
                    </a:cubicBezTo>
                    <a:cubicBezTo>
                      <a:pt x="1" y="2184"/>
                      <a:pt x="2" y="2160"/>
                      <a:pt x="2" y="2136"/>
                    </a:cubicBezTo>
                    <a:cubicBezTo>
                      <a:pt x="3" y="2087"/>
                      <a:pt x="3" y="2038"/>
                      <a:pt x="3" y="1990"/>
                    </a:cubicBezTo>
                    <a:cubicBezTo>
                      <a:pt x="4" y="1897"/>
                      <a:pt x="4" y="1803"/>
                      <a:pt x="6" y="1710"/>
                    </a:cubicBezTo>
                    <a:cubicBezTo>
                      <a:pt x="6" y="1614"/>
                      <a:pt x="6" y="1518"/>
                      <a:pt x="7" y="1422"/>
                    </a:cubicBezTo>
                    <a:cubicBezTo>
                      <a:pt x="8" y="1375"/>
                      <a:pt x="8" y="1327"/>
                      <a:pt x="8" y="1280"/>
                    </a:cubicBezTo>
                    <a:cubicBezTo>
                      <a:pt x="8" y="1232"/>
                      <a:pt x="9" y="1183"/>
                      <a:pt x="10" y="1135"/>
                    </a:cubicBezTo>
                    <a:cubicBezTo>
                      <a:pt x="10" y="1037"/>
                      <a:pt x="11" y="940"/>
                      <a:pt x="12" y="842"/>
                    </a:cubicBezTo>
                    <a:cubicBezTo>
                      <a:pt x="13" y="745"/>
                      <a:pt x="13" y="648"/>
                      <a:pt x="14" y="551"/>
                    </a:cubicBezTo>
                    <a:cubicBezTo>
                      <a:pt x="14" y="456"/>
                      <a:pt x="15" y="361"/>
                      <a:pt x="15" y="266"/>
                    </a:cubicBezTo>
                    <a:cubicBezTo>
                      <a:pt x="15" y="221"/>
                      <a:pt x="16" y="177"/>
                      <a:pt x="16" y="132"/>
                    </a:cubicBezTo>
                    <a:cubicBezTo>
                      <a:pt x="16" y="111"/>
                      <a:pt x="16" y="90"/>
                      <a:pt x="16" y="69"/>
                    </a:cubicBezTo>
                    <a:cubicBezTo>
                      <a:pt x="17" y="50"/>
                      <a:pt x="17" y="30"/>
                      <a:pt x="17" y="10"/>
                    </a:cubicBezTo>
                    <a:cubicBezTo>
                      <a:pt x="17" y="4"/>
                      <a:pt x="21" y="0"/>
                      <a:pt x="26" y="0"/>
                    </a:cubicBezTo>
                    <a:cubicBezTo>
                      <a:pt x="31" y="0"/>
                      <a:pt x="36" y="4"/>
                      <a:pt x="36" y="10"/>
                    </a:cubicBezTo>
                    <a:cubicBezTo>
                      <a:pt x="35" y="31"/>
                      <a:pt x="35" y="52"/>
                      <a:pt x="35" y="73"/>
                    </a:cubicBezTo>
                    <a:cubicBezTo>
                      <a:pt x="35" y="96"/>
                      <a:pt x="34" y="120"/>
                      <a:pt x="34" y="142"/>
                    </a:cubicBezTo>
                    <a:cubicBezTo>
                      <a:pt x="34" y="189"/>
                      <a:pt x="34" y="236"/>
                      <a:pt x="33" y="283"/>
                    </a:cubicBezTo>
                    <a:cubicBezTo>
                      <a:pt x="32" y="378"/>
                      <a:pt x="31" y="474"/>
                      <a:pt x="31" y="569"/>
                    </a:cubicBezTo>
                    <a:cubicBezTo>
                      <a:pt x="29" y="668"/>
                      <a:pt x="29" y="766"/>
                      <a:pt x="28" y="864"/>
                    </a:cubicBezTo>
                    <a:cubicBezTo>
                      <a:pt x="28" y="959"/>
                      <a:pt x="27" y="1055"/>
                      <a:pt x="27" y="1150"/>
                    </a:cubicBezTo>
                    <a:cubicBezTo>
                      <a:pt x="26" y="1246"/>
                      <a:pt x="25" y="1341"/>
                      <a:pt x="25" y="1437"/>
                    </a:cubicBezTo>
                    <a:cubicBezTo>
                      <a:pt x="24" y="1534"/>
                      <a:pt x="23" y="1630"/>
                      <a:pt x="22" y="1727"/>
                    </a:cubicBezTo>
                    <a:cubicBezTo>
                      <a:pt x="22" y="1821"/>
                      <a:pt x="21" y="1915"/>
                      <a:pt x="21" y="2009"/>
                    </a:cubicBezTo>
                    <a:cubicBezTo>
                      <a:pt x="20" y="2053"/>
                      <a:pt x="20" y="2098"/>
                      <a:pt x="20" y="2142"/>
                    </a:cubicBezTo>
                    <a:cubicBezTo>
                      <a:pt x="20" y="2166"/>
                      <a:pt x="20" y="2190"/>
                      <a:pt x="20" y="2213"/>
                    </a:cubicBezTo>
                    <a:cubicBezTo>
                      <a:pt x="20" y="2224"/>
                      <a:pt x="20" y="2234"/>
                      <a:pt x="20" y="2245"/>
                    </a:cubicBezTo>
                    <a:cubicBezTo>
                      <a:pt x="20" y="2250"/>
                      <a:pt x="20" y="2254"/>
                      <a:pt x="20" y="2259"/>
                    </a:cubicBezTo>
                    <a:cubicBezTo>
                      <a:pt x="20" y="2262"/>
                      <a:pt x="20" y="2265"/>
                      <a:pt x="20" y="2268"/>
                    </a:cubicBezTo>
                    <a:cubicBezTo>
                      <a:pt x="20" y="2273"/>
                      <a:pt x="15" y="2278"/>
                      <a:pt x="10" y="2278"/>
                    </a:cubicBezTo>
                    <a:cubicBezTo>
                      <a:pt x="5" y="2278"/>
                      <a:pt x="0" y="2273"/>
                      <a:pt x="0" y="226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8" name="Google Shape;1488;p17"/>
              <p:cNvSpPr/>
              <p:nvPr/>
            </p:nvSpPr>
            <p:spPr>
              <a:xfrm>
                <a:off x="3775320" y="4042440"/>
                <a:ext cx="31320" cy="82080"/>
              </a:xfrm>
              <a:custGeom>
                <a:avLst/>
                <a:gdLst/>
                <a:ahLst/>
                <a:cxnLst/>
                <a:rect l="l" t="t" r="r" b="b"/>
                <a:pathLst>
                  <a:path w="87" h="228" extrusionOk="0">
                    <a:moveTo>
                      <a:pt x="3" y="222"/>
                    </a:moveTo>
                    <a:cubicBezTo>
                      <a:pt x="2" y="220"/>
                      <a:pt x="0" y="218"/>
                      <a:pt x="0" y="215"/>
                    </a:cubicBezTo>
                    <a:cubicBezTo>
                      <a:pt x="0" y="212"/>
                      <a:pt x="0" y="209"/>
                      <a:pt x="0" y="206"/>
                    </a:cubicBezTo>
                    <a:cubicBezTo>
                      <a:pt x="0" y="200"/>
                      <a:pt x="2" y="193"/>
                      <a:pt x="3" y="186"/>
                    </a:cubicBezTo>
                    <a:cubicBezTo>
                      <a:pt x="4" y="180"/>
                      <a:pt x="5" y="175"/>
                      <a:pt x="6" y="169"/>
                    </a:cubicBezTo>
                    <a:cubicBezTo>
                      <a:pt x="9" y="161"/>
                      <a:pt x="11" y="151"/>
                      <a:pt x="14" y="142"/>
                    </a:cubicBezTo>
                    <a:cubicBezTo>
                      <a:pt x="19" y="123"/>
                      <a:pt x="26" y="105"/>
                      <a:pt x="32" y="85"/>
                    </a:cubicBezTo>
                    <a:cubicBezTo>
                      <a:pt x="36" y="73"/>
                      <a:pt x="40" y="60"/>
                      <a:pt x="43" y="48"/>
                    </a:cubicBezTo>
                    <a:cubicBezTo>
                      <a:pt x="45" y="38"/>
                      <a:pt x="46" y="28"/>
                      <a:pt x="47" y="17"/>
                    </a:cubicBezTo>
                    <a:cubicBezTo>
                      <a:pt x="47" y="18"/>
                      <a:pt x="47" y="18"/>
                      <a:pt x="47" y="18"/>
                    </a:cubicBezTo>
                    <a:cubicBezTo>
                      <a:pt x="47" y="16"/>
                      <a:pt x="47" y="13"/>
                      <a:pt x="47" y="11"/>
                    </a:cubicBezTo>
                    <a:cubicBezTo>
                      <a:pt x="47" y="6"/>
                      <a:pt x="51" y="0"/>
                      <a:pt x="56" y="0"/>
                    </a:cubicBezTo>
                    <a:cubicBezTo>
                      <a:pt x="63" y="0"/>
                      <a:pt x="67" y="6"/>
                      <a:pt x="66" y="11"/>
                    </a:cubicBezTo>
                    <a:cubicBezTo>
                      <a:pt x="66" y="16"/>
                      <a:pt x="65" y="20"/>
                      <a:pt x="65" y="25"/>
                    </a:cubicBezTo>
                    <a:cubicBezTo>
                      <a:pt x="65" y="25"/>
                      <a:pt x="65" y="26"/>
                      <a:pt x="66" y="27"/>
                    </a:cubicBezTo>
                    <a:cubicBezTo>
                      <a:pt x="67" y="30"/>
                      <a:pt x="67" y="35"/>
                      <a:pt x="67" y="39"/>
                    </a:cubicBezTo>
                    <a:cubicBezTo>
                      <a:pt x="69" y="58"/>
                      <a:pt x="72" y="77"/>
                      <a:pt x="74" y="96"/>
                    </a:cubicBezTo>
                    <a:cubicBezTo>
                      <a:pt x="77" y="116"/>
                      <a:pt x="79" y="135"/>
                      <a:pt x="82" y="154"/>
                    </a:cubicBezTo>
                    <a:cubicBezTo>
                      <a:pt x="83" y="162"/>
                      <a:pt x="84" y="170"/>
                      <a:pt x="85" y="177"/>
                    </a:cubicBezTo>
                    <a:cubicBezTo>
                      <a:pt x="86" y="183"/>
                      <a:pt x="82" y="187"/>
                      <a:pt x="77" y="188"/>
                    </a:cubicBezTo>
                    <a:cubicBezTo>
                      <a:pt x="72" y="188"/>
                      <a:pt x="67" y="185"/>
                      <a:pt x="66" y="180"/>
                    </a:cubicBezTo>
                    <a:cubicBezTo>
                      <a:pt x="65" y="159"/>
                      <a:pt x="62" y="138"/>
                      <a:pt x="59" y="117"/>
                    </a:cubicBezTo>
                    <a:cubicBezTo>
                      <a:pt x="58" y="107"/>
                      <a:pt x="56" y="96"/>
                      <a:pt x="54" y="86"/>
                    </a:cubicBezTo>
                    <a:cubicBezTo>
                      <a:pt x="52" y="99"/>
                      <a:pt x="49" y="112"/>
                      <a:pt x="46" y="124"/>
                    </a:cubicBezTo>
                    <a:cubicBezTo>
                      <a:pt x="42" y="141"/>
                      <a:pt x="38" y="158"/>
                      <a:pt x="34" y="175"/>
                    </a:cubicBezTo>
                    <a:cubicBezTo>
                      <a:pt x="32" y="182"/>
                      <a:pt x="30" y="189"/>
                      <a:pt x="28" y="197"/>
                    </a:cubicBezTo>
                    <a:cubicBezTo>
                      <a:pt x="27" y="201"/>
                      <a:pt x="26" y="204"/>
                      <a:pt x="25" y="208"/>
                    </a:cubicBezTo>
                    <a:cubicBezTo>
                      <a:pt x="24" y="210"/>
                      <a:pt x="24" y="212"/>
                      <a:pt x="23" y="214"/>
                    </a:cubicBezTo>
                    <a:cubicBezTo>
                      <a:pt x="23" y="216"/>
                      <a:pt x="22" y="218"/>
                      <a:pt x="21" y="219"/>
                    </a:cubicBezTo>
                    <a:cubicBezTo>
                      <a:pt x="20" y="222"/>
                      <a:pt x="19" y="223"/>
                      <a:pt x="17" y="225"/>
                    </a:cubicBezTo>
                    <a:cubicBezTo>
                      <a:pt x="15" y="226"/>
                      <a:pt x="13" y="227"/>
                      <a:pt x="11" y="227"/>
                    </a:cubicBezTo>
                    <a:cubicBezTo>
                      <a:pt x="8" y="227"/>
                      <a:pt x="5" y="225"/>
                      <a:pt x="3" y="2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9" name="Google Shape;1489;p17"/>
              <p:cNvSpPr/>
              <p:nvPr/>
            </p:nvSpPr>
            <p:spPr>
              <a:xfrm>
                <a:off x="3210840" y="4638600"/>
                <a:ext cx="130536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3626" h="35" extrusionOk="0">
                    <a:moveTo>
                      <a:pt x="1" y="25"/>
                    </a:moveTo>
                    <a:cubicBezTo>
                      <a:pt x="0" y="20"/>
                      <a:pt x="4" y="15"/>
                      <a:pt x="9" y="15"/>
                    </a:cubicBezTo>
                    <a:cubicBezTo>
                      <a:pt x="11" y="15"/>
                      <a:pt x="13" y="15"/>
                      <a:pt x="15" y="15"/>
                    </a:cubicBezTo>
                    <a:cubicBezTo>
                      <a:pt x="14" y="15"/>
                      <a:pt x="14" y="15"/>
                      <a:pt x="13" y="15"/>
                    </a:cubicBezTo>
                    <a:cubicBezTo>
                      <a:pt x="88" y="16"/>
                      <a:pt x="162" y="15"/>
                      <a:pt x="237" y="15"/>
                    </a:cubicBezTo>
                    <a:cubicBezTo>
                      <a:pt x="313" y="15"/>
                      <a:pt x="389" y="15"/>
                      <a:pt x="464" y="15"/>
                    </a:cubicBezTo>
                    <a:cubicBezTo>
                      <a:pt x="503" y="15"/>
                      <a:pt x="541" y="15"/>
                      <a:pt x="580" y="14"/>
                    </a:cubicBezTo>
                    <a:cubicBezTo>
                      <a:pt x="618" y="14"/>
                      <a:pt x="655" y="13"/>
                      <a:pt x="694" y="13"/>
                    </a:cubicBezTo>
                    <a:cubicBezTo>
                      <a:pt x="767" y="13"/>
                      <a:pt x="841" y="12"/>
                      <a:pt x="915" y="12"/>
                    </a:cubicBezTo>
                    <a:cubicBezTo>
                      <a:pt x="1067" y="12"/>
                      <a:pt x="1219" y="11"/>
                      <a:pt x="1371" y="11"/>
                    </a:cubicBezTo>
                    <a:cubicBezTo>
                      <a:pt x="1409" y="11"/>
                      <a:pt x="1447" y="10"/>
                      <a:pt x="1485" y="10"/>
                    </a:cubicBezTo>
                    <a:cubicBezTo>
                      <a:pt x="1522" y="10"/>
                      <a:pt x="1559" y="9"/>
                      <a:pt x="1597" y="9"/>
                    </a:cubicBezTo>
                    <a:cubicBezTo>
                      <a:pt x="1673" y="9"/>
                      <a:pt x="1750" y="9"/>
                      <a:pt x="1827" y="8"/>
                    </a:cubicBezTo>
                    <a:cubicBezTo>
                      <a:pt x="1982" y="8"/>
                      <a:pt x="2137" y="8"/>
                      <a:pt x="2292" y="7"/>
                    </a:cubicBezTo>
                    <a:cubicBezTo>
                      <a:pt x="2331" y="7"/>
                      <a:pt x="2370" y="7"/>
                      <a:pt x="2409" y="7"/>
                    </a:cubicBezTo>
                    <a:cubicBezTo>
                      <a:pt x="2448" y="7"/>
                      <a:pt x="2486" y="7"/>
                      <a:pt x="2525" y="6"/>
                    </a:cubicBezTo>
                    <a:cubicBezTo>
                      <a:pt x="2600" y="6"/>
                      <a:pt x="2675" y="5"/>
                      <a:pt x="2751" y="5"/>
                    </a:cubicBezTo>
                    <a:cubicBezTo>
                      <a:pt x="2827" y="5"/>
                      <a:pt x="2903" y="5"/>
                      <a:pt x="2980" y="5"/>
                    </a:cubicBezTo>
                    <a:cubicBezTo>
                      <a:pt x="3020" y="4"/>
                      <a:pt x="3059" y="4"/>
                      <a:pt x="3100" y="4"/>
                    </a:cubicBezTo>
                    <a:cubicBezTo>
                      <a:pt x="3138" y="4"/>
                      <a:pt x="3175" y="4"/>
                      <a:pt x="3213" y="4"/>
                    </a:cubicBezTo>
                    <a:cubicBezTo>
                      <a:pt x="3284" y="3"/>
                      <a:pt x="3354" y="2"/>
                      <a:pt x="3425" y="2"/>
                    </a:cubicBezTo>
                    <a:cubicBezTo>
                      <a:pt x="3458" y="2"/>
                      <a:pt x="3492" y="1"/>
                      <a:pt x="3525" y="1"/>
                    </a:cubicBezTo>
                    <a:cubicBezTo>
                      <a:pt x="3541" y="1"/>
                      <a:pt x="3556" y="0"/>
                      <a:pt x="3572" y="0"/>
                    </a:cubicBezTo>
                    <a:cubicBezTo>
                      <a:pt x="3586" y="0"/>
                      <a:pt x="3600" y="0"/>
                      <a:pt x="3614" y="0"/>
                    </a:cubicBezTo>
                    <a:cubicBezTo>
                      <a:pt x="3619" y="0"/>
                      <a:pt x="3624" y="3"/>
                      <a:pt x="3624" y="9"/>
                    </a:cubicBezTo>
                    <a:cubicBezTo>
                      <a:pt x="3625" y="13"/>
                      <a:pt x="3621" y="19"/>
                      <a:pt x="3615" y="19"/>
                    </a:cubicBezTo>
                    <a:cubicBezTo>
                      <a:pt x="3600" y="19"/>
                      <a:pt x="3584" y="19"/>
                      <a:pt x="3569" y="19"/>
                    </a:cubicBezTo>
                    <a:lnTo>
                      <a:pt x="3570" y="19"/>
                    </a:lnTo>
                    <a:cubicBezTo>
                      <a:pt x="3534" y="18"/>
                      <a:pt x="3498" y="18"/>
                      <a:pt x="3463" y="18"/>
                    </a:cubicBezTo>
                    <a:cubicBezTo>
                      <a:pt x="3426" y="18"/>
                      <a:pt x="3389" y="18"/>
                      <a:pt x="3353" y="18"/>
                    </a:cubicBezTo>
                    <a:cubicBezTo>
                      <a:pt x="3314" y="18"/>
                      <a:pt x="3274" y="18"/>
                      <a:pt x="3234" y="18"/>
                    </a:cubicBezTo>
                    <a:cubicBezTo>
                      <a:pt x="3198" y="18"/>
                      <a:pt x="3161" y="19"/>
                      <a:pt x="3125" y="19"/>
                    </a:cubicBezTo>
                    <a:cubicBezTo>
                      <a:pt x="2971" y="19"/>
                      <a:pt x="2817" y="20"/>
                      <a:pt x="2664" y="20"/>
                    </a:cubicBezTo>
                    <a:cubicBezTo>
                      <a:pt x="2588" y="21"/>
                      <a:pt x="2512" y="22"/>
                      <a:pt x="2437" y="22"/>
                    </a:cubicBezTo>
                    <a:cubicBezTo>
                      <a:pt x="2397" y="22"/>
                      <a:pt x="2358" y="22"/>
                      <a:pt x="2318" y="22"/>
                    </a:cubicBezTo>
                    <a:cubicBezTo>
                      <a:pt x="2280" y="23"/>
                      <a:pt x="2243" y="23"/>
                      <a:pt x="2205" y="23"/>
                    </a:cubicBezTo>
                    <a:cubicBezTo>
                      <a:pt x="2050" y="24"/>
                      <a:pt x="1894" y="25"/>
                      <a:pt x="1738" y="26"/>
                    </a:cubicBezTo>
                    <a:cubicBezTo>
                      <a:pt x="1587" y="26"/>
                      <a:pt x="1434" y="26"/>
                      <a:pt x="1282" y="27"/>
                    </a:cubicBezTo>
                    <a:cubicBezTo>
                      <a:pt x="1207" y="28"/>
                      <a:pt x="1131" y="28"/>
                      <a:pt x="1056" y="29"/>
                    </a:cubicBezTo>
                    <a:cubicBezTo>
                      <a:pt x="979" y="29"/>
                      <a:pt x="902" y="29"/>
                      <a:pt x="826" y="30"/>
                    </a:cubicBezTo>
                    <a:cubicBezTo>
                      <a:pt x="752" y="30"/>
                      <a:pt x="678" y="30"/>
                      <a:pt x="604" y="30"/>
                    </a:cubicBezTo>
                    <a:cubicBezTo>
                      <a:pt x="527" y="30"/>
                      <a:pt x="450" y="31"/>
                      <a:pt x="373" y="32"/>
                    </a:cubicBezTo>
                    <a:cubicBezTo>
                      <a:pt x="312" y="32"/>
                      <a:pt x="251" y="32"/>
                      <a:pt x="189" y="33"/>
                    </a:cubicBezTo>
                    <a:cubicBezTo>
                      <a:pt x="158" y="33"/>
                      <a:pt x="127" y="33"/>
                      <a:pt x="96" y="33"/>
                    </a:cubicBezTo>
                    <a:cubicBezTo>
                      <a:pt x="80" y="33"/>
                      <a:pt x="65" y="33"/>
                      <a:pt x="49" y="34"/>
                    </a:cubicBezTo>
                    <a:cubicBezTo>
                      <a:pt x="36" y="34"/>
                      <a:pt x="23" y="34"/>
                      <a:pt x="10" y="34"/>
                    </a:cubicBezTo>
                    <a:cubicBezTo>
                      <a:pt x="5" y="34"/>
                      <a:pt x="1" y="30"/>
                      <a:pt x="1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0" name="Google Shape;1490;p17"/>
              <p:cNvSpPr/>
              <p:nvPr/>
            </p:nvSpPr>
            <p:spPr>
              <a:xfrm>
                <a:off x="4468320" y="4629600"/>
                <a:ext cx="67320" cy="29160"/>
              </a:xfrm>
              <a:custGeom>
                <a:avLst/>
                <a:gdLst/>
                <a:ahLst/>
                <a:cxnLst/>
                <a:rect l="l" t="t" r="r" b="b"/>
                <a:pathLst>
                  <a:path w="187" h="81" extrusionOk="0">
                    <a:moveTo>
                      <a:pt x="49" y="75"/>
                    </a:moveTo>
                    <a:cubicBezTo>
                      <a:pt x="47" y="71"/>
                      <a:pt x="49" y="64"/>
                      <a:pt x="54" y="62"/>
                    </a:cubicBezTo>
                    <a:cubicBezTo>
                      <a:pt x="63" y="58"/>
                      <a:pt x="74" y="55"/>
                      <a:pt x="84" y="53"/>
                    </a:cubicBezTo>
                    <a:cubicBezTo>
                      <a:pt x="94" y="50"/>
                      <a:pt x="104" y="48"/>
                      <a:pt x="115" y="46"/>
                    </a:cubicBezTo>
                    <a:cubicBezTo>
                      <a:pt x="118" y="45"/>
                      <a:pt x="121" y="44"/>
                      <a:pt x="123" y="44"/>
                    </a:cubicBezTo>
                    <a:cubicBezTo>
                      <a:pt x="121" y="43"/>
                      <a:pt x="118" y="43"/>
                      <a:pt x="115" y="42"/>
                    </a:cubicBezTo>
                    <a:cubicBezTo>
                      <a:pt x="96" y="38"/>
                      <a:pt x="77" y="35"/>
                      <a:pt x="59" y="31"/>
                    </a:cubicBezTo>
                    <a:cubicBezTo>
                      <a:pt x="50" y="29"/>
                      <a:pt x="41" y="27"/>
                      <a:pt x="33" y="25"/>
                    </a:cubicBezTo>
                    <a:cubicBezTo>
                      <a:pt x="27" y="23"/>
                      <a:pt x="20" y="22"/>
                      <a:pt x="14" y="20"/>
                    </a:cubicBezTo>
                    <a:cubicBezTo>
                      <a:pt x="12" y="20"/>
                      <a:pt x="10" y="20"/>
                      <a:pt x="9" y="19"/>
                    </a:cubicBezTo>
                    <a:cubicBezTo>
                      <a:pt x="8" y="18"/>
                      <a:pt x="7" y="18"/>
                      <a:pt x="6" y="18"/>
                    </a:cubicBezTo>
                    <a:cubicBezTo>
                      <a:pt x="3" y="16"/>
                      <a:pt x="0" y="11"/>
                      <a:pt x="2" y="7"/>
                    </a:cubicBezTo>
                    <a:cubicBezTo>
                      <a:pt x="3" y="2"/>
                      <a:pt x="7" y="0"/>
                      <a:pt x="12" y="0"/>
                    </a:cubicBezTo>
                    <a:cubicBezTo>
                      <a:pt x="14" y="0"/>
                      <a:pt x="17" y="1"/>
                      <a:pt x="20" y="2"/>
                    </a:cubicBezTo>
                    <a:cubicBezTo>
                      <a:pt x="23" y="3"/>
                      <a:pt x="25" y="4"/>
                      <a:pt x="27" y="5"/>
                    </a:cubicBezTo>
                    <a:cubicBezTo>
                      <a:pt x="65" y="15"/>
                      <a:pt x="104" y="23"/>
                      <a:pt x="143" y="29"/>
                    </a:cubicBezTo>
                    <a:cubicBezTo>
                      <a:pt x="146" y="30"/>
                      <a:pt x="148" y="30"/>
                      <a:pt x="151" y="31"/>
                    </a:cubicBezTo>
                    <a:cubicBezTo>
                      <a:pt x="153" y="31"/>
                      <a:pt x="155" y="32"/>
                      <a:pt x="157" y="32"/>
                    </a:cubicBezTo>
                    <a:cubicBezTo>
                      <a:pt x="162" y="32"/>
                      <a:pt x="168" y="33"/>
                      <a:pt x="173" y="34"/>
                    </a:cubicBezTo>
                    <a:cubicBezTo>
                      <a:pt x="174" y="34"/>
                      <a:pt x="175" y="34"/>
                      <a:pt x="176" y="34"/>
                    </a:cubicBezTo>
                    <a:cubicBezTo>
                      <a:pt x="182" y="35"/>
                      <a:pt x="186" y="42"/>
                      <a:pt x="183" y="47"/>
                    </a:cubicBezTo>
                    <a:cubicBezTo>
                      <a:pt x="182" y="49"/>
                      <a:pt x="181" y="50"/>
                      <a:pt x="180" y="51"/>
                    </a:cubicBezTo>
                    <a:cubicBezTo>
                      <a:pt x="178" y="52"/>
                      <a:pt x="176" y="52"/>
                      <a:pt x="174" y="53"/>
                    </a:cubicBezTo>
                    <a:cubicBezTo>
                      <a:pt x="161" y="55"/>
                      <a:pt x="150" y="57"/>
                      <a:pt x="137" y="59"/>
                    </a:cubicBezTo>
                    <a:cubicBezTo>
                      <a:pt x="125" y="62"/>
                      <a:pt x="112" y="64"/>
                      <a:pt x="100" y="68"/>
                    </a:cubicBezTo>
                    <a:cubicBezTo>
                      <a:pt x="98" y="68"/>
                      <a:pt x="95" y="69"/>
                      <a:pt x="93" y="69"/>
                    </a:cubicBezTo>
                    <a:cubicBezTo>
                      <a:pt x="84" y="72"/>
                      <a:pt x="76" y="74"/>
                      <a:pt x="68" y="77"/>
                    </a:cubicBezTo>
                    <a:cubicBezTo>
                      <a:pt x="66" y="78"/>
                      <a:pt x="64" y="79"/>
                      <a:pt x="62" y="79"/>
                    </a:cubicBezTo>
                    <a:cubicBezTo>
                      <a:pt x="61" y="80"/>
                      <a:pt x="59" y="80"/>
                      <a:pt x="58" y="80"/>
                    </a:cubicBezTo>
                    <a:cubicBezTo>
                      <a:pt x="54" y="80"/>
                      <a:pt x="51" y="78"/>
                      <a:pt x="49" y="7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1" name="Google Shape;1491;p17"/>
              <p:cNvSpPr/>
              <p:nvPr/>
            </p:nvSpPr>
            <p:spPr>
              <a:xfrm>
                <a:off x="4497840" y="4677120"/>
                <a:ext cx="21600" cy="41760"/>
              </a:xfrm>
              <a:custGeom>
                <a:avLst/>
                <a:gdLst/>
                <a:ahLst/>
                <a:cxnLst/>
                <a:rect l="l" t="t" r="r" b="b"/>
                <a:pathLst>
                  <a:path w="60" h="116" extrusionOk="0">
                    <a:moveTo>
                      <a:pt x="40" y="109"/>
                    </a:moveTo>
                    <a:cubicBezTo>
                      <a:pt x="38" y="103"/>
                      <a:pt x="35" y="97"/>
                      <a:pt x="33" y="91"/>
                    </a:cubicBezTo>
                    <a:cubicBezTo>
                      <a:pt x="31" y="86"/>
                      <a:pt x="29" y="81"/>
                      <a:pt x="28" y="75"/>
                    </a:cubicBezTo>
                    <a:cubicBezTo>
                      <a:pt x="24" y="64"/>
                      <a:pt x="21" y="53"/>
                      <a:pt x="17" y="43"/>
                    </a:cubicBezTo>
                    <a:cubicBezTo>
                      <a:pt x="16" y="40"/>
                      <a:pt x="15" y="37"/>
                      <a:pt x="14" y="35"/>
                    </a:cubicBezTo>
                    <a:cubicBezTo>
                      <a:pt x="13" y="32"/>
                      <a:pt x="11" y="29"/>
                      <a:pt x="10" y="26"/>
                    </a:cubicBezTo>
                    <a:cubicBezTo>
                      <a:pt x="9" y="24"/>
                      <a:pt x="8" y="22"/>
                      <a:pt x="6" y="20"/>
                    </a:cubicBezTo>
                    <a:lnTo>
                      <a:pt x="5" y="20"/>
                    </a:lnTo>
                    <a:lnTo>
                      <a:pt x="6" y="20"/>
                    </a:lnTo>
                    <a:cubicBezTo>
                      <a:pt x="5" y="20"/>
                      <a:pt x="5" y="20"/>
                      <a:pt x="5" y="20"/>
                    </a:cubicBezTo>
                    <a:cubicBezTo>
                      <a:pt x="2" y="17"/>
                      <a:pt x="0" y="11"/>
                      <a:pt x="3" y="7"/>
                    </a:cubicBezTo>
                    <a:cubicBezTo>
                      <a:pt x="5" y="2"/>
                      <a:pt x="12" y="0"/>
                      <a:pt x="17" y="4"/>
                    </a:cubicBezTo>
                    <a:cubicBezTo>
                      <a:pt x="19" y="6"/>
                      <a:pt x="21" y="8"/>
                      <a:pt x="23" y="11"/>
                    </a:cubicBezTo>
                    <a:cubicBezTo>
                      <a:pt x="25" y="14"/>
                      <a:pt x="26" y="17"/>
                      <a:pt x="28" y="21"/>
                    </a:cubicBezTo>
                    <a:cubicBezTo>
                      <a:pt x="31" y="26"/>
                      <a:pt x="32" y="31"/>
                      <a:pt x="34" y="36"/>
                    </a:cubicBezTo>
                    <a:cubicBezTo>
                      <a:pt x="36" y="42"/>
                      <a:pt x="38" y="47"/>
                      <a:pt x="40" y="53"/>
                    </a:cubicBezTo>
                    <a:cubicBezTo>
                      <a:pt x="43" y="66"/>
                      <a:pt x="47" y="79"/>
                      <a:pt x="52" y="92"/>
                    </a:cubicBezTo>
                    <a:cubicBezTo>
                      <a:pt x="54" y="95"/>
                      <a:pt x="55" y="98"/>
                      <a:pt x="57" y="102"/>
                    </a:cubicBezTo>
                    <a:cubicBezTo>
                      <a:pt x="59" y="106"/>
                      <a:pt x="57" y="112"/>
                      <a:pt x="53" y="113"/>
                    </a:cubicBezTo>
                    <a:cubicBezTo>
                      <a:pt x="52" y="114"/>
                      <a:pt x="50" y="115"/>
                      <a:pt x="49" y="115"/>
                    </a:cubicBezTo>
                    <a:cubicBezTo>
                      <a:pt x="46" y="115"/>
                      <a:pt x="42" y="112"/>
                      <a:pt x="40" y="10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2" name="Google Shape;1492;p17"/>
              <p:cNvSpPr/>
              <p:nvPr/>
            </p:nvSpPr>
            <p:spPr>
              <a:xfrm>
                <a:off x="4483800" y="4678200"/>
                <a:ext cx="6300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175" h="167" extrusionOk="0">
                    <a:moveTo>
                      <a:pt x="3" y="163"/>
                    </a:moveTo>
                    <a:cubicBezTo>
                      <a:pt x="0" y="160"/>
                      <a:pt x="0" y="155"/>
                      <a:pt x="3" y="151"/>
                    </a:cubicBezTo>
                    <a:cubicBezTo>
                      <a:pt x="29" y="121"/>
                      <a:pt x="54" y="91"/>
                      <a:pt x="81" y="61"/>
                    </a:cubicBezTo>
                    <a:cubicBezTo>
                      <a:pt x="84" y="58"/>
                      <a:pt x="86" y="55"/>
                      <a:pt x="89" y="52"/>
                    </a:cubicBezTo>
                    <a:cubicBezTo>
                      <a:pt x="93" y="48"/>
                      <a:pt x="97" y="43"/>
                      <a:pt x="101" y="40"/>
                    </a:cubicBezTo>
                    <a:lnTo>
                      <a:pt x="100" y="40"/>
                    </a:lnTo>
                    <a:cubicBezTo>
                      <a:pt x="103" y="38"/>
                      <a:pt x="107" y="34"/>
                      <a:pt x="110" y="31"/>
                    </a:cubicBezTo>
                    <a:cubicBezTo>
                      <a:pt x="113" y="28"/>
                      <a:pt x="116" y="26"/>
                      <a:pt x="119" y="23"/>
                    </a:cubicBezTo>
                    <a:cubicBezTo>
                      <a:pt x="124" y="18"/>
                      <a:pt x="130" y="14"/>
                      <a:pt x="136" y="10"/>
                    </a:cubicBezTo>
                    <a:cubicBezTo>
                      <a:pt x="144" y="5"/>
                      <a:pt x="153" y="2"/>
                      <a:pt x="163" y="1"/>
                    </a:cubicBezTo>
                    <a:cubicBezTo>
                      <a:pt x="169" y="0"/>
                      <a:pt x="173" y="5"/>
                      <a:pt x="173" y="10"/>
                    </a:cubicBezTo>
                    <a:cubicBezTo>
                      <a:pt x="174" y="15"/>
                      <a:pt x="170" y="19"/>
                      <a:pt x="165" y="20"/>
                    </a:cubicBezTo>
                    <a:cubicBezTo>
                      <a:pt x="163" y="20"/>
                      <a:pt x="162" y="20"/>
                      <a:pt x="161" y="20"/>
                    </a:cubicBezTo>
                    <a:cubicBezTo>
                      <a:pt x="159" y="21"/>
                      <a:pt x="158" y="21"/>
                      <a:pt x="156" y="21"/>
                    </a:cubicBezTo>
                    <a:cubicBezTo>
                      <a:pt x="155" y="22"/>
                      <a:pt x="153" y="22"/>
                      <a:pt x="152" y="22"/>
                    </a:cubicBezTo>
                    <a:cubicBezTo>
                      <a:pt x="150" y="24"/>
                      <a:pt x="148" y="24"/>
                      <a:pt x="146" y="25"/>
                    </a:cubicBezTo>
                    <a:cubicBezTo>
                      <a:pt x="144" y="26"/>
                      <a:pt x="141" y="29"/>
                      <a:pt x="138" y="31"/>
                    </a:cubicBezTo>
                    <a:cubicBezTo>
                      <a:pt x="129" y="37"/>
                      <a:pt x="121" y="44"/>
                      <a:pt x="113" y="52"/>
                    </a:cubicBezTo>
                    <a:cubicBezTo>
                      <a:pt x="99" y="66"/>
                      <a:pt x="85" y="81"/>
                      <a:pt x="72" y="96"/>
                    </a:cubicBezTo>
                    <a:cubicBezTo>
                      <a:pt x="60" y="110"/>
                      <a:pt x="47" y="124"/>
                      <a:pt x="36" y="139"/>
                    </a:cubicBezTo>
                    <a:cubicBezTo>
                      <a:pt x="29" y="146"/>
                      <a:pt x="22" y="155"/>
                      <a:pt x="15" y="163"/>
                    </a:cubicBezTo>
                    <a:cubicBezTo>
                      <a:pt x="14" y="165"/>
                      <a:pt x="12" y="166"/>
                      <a:pt x="9" y="166"/>
                    </a:cubicBezTo>
                    <a:cubicBezTo>
                      <a:pt x="7" y="166"/>
                      <a:pt x="5" y="165"/>
                      <a:pt x="3" y="1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3" name="Google Shape;1493;p17"/>
              <p:cNvSpPr/>
              <p:nvPr/>
            </p:nvSpPr>
            <p:spPr>
              <a:xfrm>
                <a:off x="3702960" y="4066920"/>
                <a:ext cx="54360" cy="137160"/>
              </a:xfrm>
              <a:custGeom>
                <a:avLst/>
                <a:gdLst/>
                <a:ahLst/>
                <a:cxnLst/>
                <a:rect l="l" t="t" r="r" b="b"/>
                <a:pathLst>
                  <a:path w="151" h="381" extrusionOk="0">
                    <a:moveTo>
                      <a:pt x="48" y="380"/>
                    </a:moveTo>
                    <a:cubicBezTo>
                      <a:pt x="42" y="378"/>
                      <a:pt x="37" y="375"/>
                      <a:pt x="32" y="371"/>
                    </a:cubicBezTo>
                    <a:cubicBezTo>
                      <a:pt x="28" y="368"/>
                      <a:pt x="24" y="363"/>
                      <a:pt x="21" y="358"/>
                    </a:cubicBezTo>
                    <a:cubicBezTo>
                      <a:pt x="17" y="353"/>
                      <a:pt x="14" y="347"/>
                      <a:pt x="11" y="341"/>
                    </a:cubicBezTo>
                    <a:cubicBezTo>
                      <a:pt x="6" y="330"/>
                      <a:pt x="3" y="317"/>
                      <a:pt x="1" y="304"/>
                    </a:cubicBezTo>
                    <a:cubicBezTo>
                      <a:pt x="0" y="298"/>
                      <a:pt x="0" y="292"/>
                      <a:pt x="0" y="285"/>
                    </a:cubicBezTo>
                    <a:cubicBezTo>
                      <a:pt x="1" y="279"/>
                      <a:pt x="2" y="273"/>
                      <a:pt x="4" y="266"/>
                    </a:cubicBezTo>
                    <a:cubicBezTo>
                      <a:pt x="6" y="257"/>
                      <a:pt x="9" y="249"/>
                      <a:pt x="12" y="241"/>
                    </a:cubicBezTo>
                    <a:cubicBezTo>
                      <a:pt x="14" y="230"/>
                      <a:pt x="18" y="220"/>
                      <a:pt x="21" y="210"/>
                    </a:cubicBezTo>
                    <a:cubicBezTo>
                      <a:pt x="23" y="206"/>
                      <a:pt x="28" y="203"/>
                      <a:pt x="33" y="205"/>
                    </a:cubicBezTo>
                    <a:cubicBezTo>
                      <a:pt x="37" y="206"/>
                      <a:pt x="39" y="211"/>
                      <a:pt x="37" y="215"/>
                    </a:cubicBezTo>
                    <a:cubicBezTo>
                      <a:pt x="34" y="223"/>
                      <a:pt x="32" y="231"/>
                      <a:pt x="30" y="238"/>
                    </a:cubicBezTo>
                    <a:cubicBezTo>
                      <a:pt x="27" y="246"/>
                      <a:pt x="24" y="255"/>
                      <a:pt x="22" y="263"/>
                    </a:cubicBezTo>
                    <a:lnTo>
                      <a:pt x="21" y="264"/>
                    </a:lnTo>
                    <a:cubicBezTo>
                      <a:pt x="20" y="270"/>
                      <a:pt x="19" y="275"/>
                      <a:pt x="18" y="281"/>
                    </a:cubicBezTo>
                    <a:cubicBezTo>
                      <a:pt x="17" y="284"/>
                      <a:pt x="17" y="287"/>
                      <a:pt x="17" y="289"/>
                    </a:cubicBezTo>
                    <a:cubicBezTo>
                      <a:pt x="17" y="294"/>
                      <a:pt x="18" y="299"/>
                      <a:pt x="19" y="303"/>
                    </a:cubicBezTo>
                    <a:cubicBezTo>
                      <a:pt x="19" y="302"/>
                      <a:pt x="18" y="302"/>
                      <a:pt x="18" y="302"/>
                    </a:cubicBezTo>
                    <a:cubicBezTo>
                      <a:pt x="19" y="308"/>
                      <a:pt x="20" y="313"/>
                      <a:pt x="21" y="318"/>
                    </a:cubicBezTo>
                    <a:cubicBezTo>
                      <a:pt x="21" y="317"/>
                      <a:pt x="21" y="317"/>
                      <a:pt x="21" y="317"/>
                    </a:cubicBezTo>
                    <a:cubicBezTo>
                      <a:pt x="22" y="321"/>
                      <a:pt x="23" y="324"/>
                      <a:pt x="24" y="328"/>
                    </a:cubicBezTo>
                    <a:cubicBezTo>
                      <a:pt x="26" y="332"/>
                      <a:pt x="27" y="335"/>
                      <a:pt x="29" y="339"/>
                    </a:cubicBezTo>
                    <a:cubicBezTo>
                      <a:pt x="31" y="342"/>
                      <a:pt x="33" y="345"/>
                      <a:pt x="35" y="348"/>
                    </a:cubicBezTo>
                    <a:cubicBezTo>
                      <a:pt x="37" y="350"/>
                      <a:pt x="38" y="352"/>
                      <a:pt x="41" y="354"/>
                    </a:cubicBezTo>
                    <a:cubicBezTo>
                      <a:pt x="41" y="355"/>
                      <a:pt x="42" y="356"/>
                      <a:pt x="44" y="358"/>
                    </a:cubicBezTo>
                    <a:cubicBezTo>
                      <a:pt x="45" y="359"/>
                      <a:pt x="47" y="359"/>
                      <a:pt x="48" y="361"/>
                    </a:cubicBezTo>
                    <a:lnTo>
                      <a:pt x="49" y="361"/>
                    </a:lnTo>
                    <a:cubicBezTo>
                      <a:pt x="50" y="362"/>
                      <a:pt x="51" y="362"/>
                      <a:pt x="51" y="362"/>
                    </a:cubicBezTo>
                    <a:lnTo>
                      <a:pt x="52" y="362"/>
                    </a:lnTo>
                    <a:lnTo>
                      <a:pt x="51" y="362"/>
                    </a:lnTo>
                    <a:cubicBezTo>
                      <a:pt x="52" y="362"/>
                      <a:pt x="52" y="362"/>
                      <a:pt x="52" y="362"/>
                    </a:cubicBezTo>
                    <a:cubicBezTo>
                      <a:pt x="53" y="362"/>
                      <a:pt x="53" y="362"/>
                      <a:pt x="53" y="362"/>
                    </a:cubicBezTo>
                    <a:cubicBezTo>
                      <a:pt x="53" y="361"/>
                      <a:pt x="53" y="361"/>
                      <a:pt x="53" y="361"/>
                    </a:cubicBezTo>
                    <a:cubicBezTo>
                      <a:pt x="53" y="362"/>
                      <a:pt x="53" y="362"/>
                      <a:pt x="53" y="362"/>
                    </a:cubicBezTo>
                    <a:lnTo>
                      <a:pt x="53" y="361"/>
                    </a:lnTo>
                    <a:cubicBezTo>
                      <a:pt x="54" y="361"/>
                      <a:pt x="54" y="361"/>
                      <a:pt x="54" y="360"/>
                    </a:cubicBezTo>
                    <a:cubicBezTo>
                      <a:pt x="55" y="359"/>
                      <a:pt x="56" y="357"/>
                      <a:pt x="56" y="356"/>
                    </a:cubicBezTo>
                    <a:cubicBezTo>
                      <a:pt x="62" y="344"/>
                      <a:pt x="65" y="332"/>
                      <a:pt x="69" y="319"/>
                    </a:cubicBezTo>
                    <a:cubicBezTo>
                      <a:pt x="69" y="320"/>
                      <a:pt x="69" y="320"/>
                      <a:pt x="69" y="320"/>
                    </a:cubicBezTo>
                    <a:cubicBezTo>
                      <a:pt x="73" y="303"/>
                      <a:pt x="77" y="286"/>
                      <a:pt x="80" y="268"/>
                    </a:cubicBezTo>
                    <a:cubicBezTo>
                      <a:pt x="83" y="250"/>
                      <a:pt x="87" y="232"/>
                      <a:pt x="90" y="214"/>
                    </a:cubicBezTo>
                    <a:cubicBezTo>
                      <a:pt x="93" y="193"/>
                      <a:pt x="96" y="173"/>
                      <a:pt x="99" y="153"/>
                    </a:cubicBezTo>
                    <a:cubicBezTo>
                      <a:pt x="100" y="148"/>
                      <a:pt x="100" y="144"/>
                      <a:pt x="101" y="140"/>
                    </a:cubicBezTo>
                    <a:cubicBezTo>
                      <a:pt x="98" y="143"/>
                      <a:pt x="94" y="145"/>
                      <a:pt x="91" y="148"/>
                    </a:cubicBezTo>
                    <a:cubicBezTo>
                      <a:pt x="88" y="149"/>
                      <a:pt x="86" y="150"/>
                      <a:pt x="84" y="151"/>
                    </a:cubicBezTo>
                    <a:cubicBezTo>
                      <a:pt x="81" y="153"/>
                      <a:pt x="79" y="153"/>
                      <a:pt x="77" y="153"/>
                    </a:cubicBezTo>
                    <a:cubicBezTo>
                      <a:pt x="71" y="154"/>
                      <a:pt x="66" y="151"/>
                      <a:pt x="61" y="147"/>
                    </a:cubicBezTo>
                    <a:cubicBezTo>
                      <a:pt x="55" y="141"/>
                      <a:pt x="53" y="132"/>
                      <a:pt x="53" y="123"/>
                    </a:cubicBezTo>
                    <a:cubicBezTo>
                      <a:pt x="52" y="119"/>
                      <a:pt x="53" y="113"/>
                      <a:pt x="53" y="109"/>
                    </a:cubicBezTo>
                    <a:cubicBezTo>
                      <a:pt x="53" y="100"/>
                      <a:pt x="55" y="90"/>
                      <a:pt x="56" y="81"/>
                    </a:cubicBezTo>
                    <a:cubicBezTo>
                      <a:pt x="58" y="69"/>
                      <a:pt x="61" y="56"/>
                      <a:pt x="65" y="44"/>
                    </a:cubicBezTo>
                    <a:cubicBezTo>
                      <a:pt x="67" y="37"/>
                      <a:pt x="70" y="30"/>
                      <a:pt x="73" y="24"/>
                    </a:cubicBezTo>
                    <a:cubicBezTo>
                      <a:pt x="75" y="18"/>
                      <a:pt x="78" y="12"/>
                      <a:pt x="80" y="7"/>
                    </a:cubicBezTo>
                    <a:cubicBezTo>
                      <a:pt x="83" y="2"/>
                      <a:pt x="89" y="0"/>
                      <a:pt x="93" y="3"/>
                    </a:cubicBezTo>
                    <a:cubicBezTo>
                      <a:pt x="98" y="5"/>
                      <a:pt x="100" y="11"/>
                      <a:pt x="98" y="16"/>
                    </a:cubicBezTo>
                    <a:cubicBezTo>
                      <a:pt x="94" y="21"/>
                      <a:pt x="92" y="27"/>
                      <a:pt x="89" y="32"/>
                    </a:cubicBezTo>
                    <a:cubicBezTo>
                      <a:pt x="86" y="41"/>
                      <a:pt x="81" y="49"/>
                      <a:pt x="79" y="59"/>
                    </a:cubicBezTo>
                    <a:cubicBezTo>
                      <a:pt x="78" y="62"/>
                      <a:pt x="77" y="65"/>
                      <a:pt x="76" y="67"/>
                    </a:cubicBezTo>
                    <a:cubicBezTo>
                      <a:pt x="75" y="73"/>
                      <a:pt x="74" y="79"/>
                      <a:pt x="73" y="85"/>
                    </a:cubicBezTo>
                    <a:cubicBezTo>
                      <a:pt x="72" y="90"/>
                      <a:pt x="72" y="95"/>
                      <a:pt x="71" y="100"/>
                    </a:cubicBezTo>
                    <a:cubicBezTo>
                      <a:pt x="70" y="105"/>
                      <a:pt x="70" y="109"/>
                      <a:pt x="70" y="114"/>
                    </a:cubicBezTo>
                    <a:cubicBezTo>
                      <a:pt x="70" y="118"/>
                      <a:pt x="70" y="123"/>
                      <a:pt x="70" y="127"/>
                    </a:cubicBezTo>
                    <a:cubicBezTo>
                      <a:pt x="71" y="127"/>
                      <a:pt x="71" y="129"/>
                      <a:pt x="71" y="129"/>
                    </a:cubicBezTo>
                    <a:cubicBezTo>
                      <a:pt x="71" y="130"/>
                      <a:pt x="72" y="130"/>
                      <a:pt x="72" y="130"/>
                    </a:cubicBezTo>
                    <a:lnTo>
                      <a:pt x="71" y="130"/>
                    </a:lnTo>
                    <a:cubicBezTo>
                      <a:pt x="72" y="130"/>
                      <a:pt x="72" y="131"/>
                      <a:pt x="72" y="132"/>
                    </a:cubicBezTo>
                    <a:lnTo>
                      <a:pt x="73" y="133"/>
                    </a:lnTo>
                    <a:cubicBezTo>
                      <a:pt x="73" y="133"/>
                      <a:pt x="73" y="134"/>
                      <a:pt x="74" y="134"/>
                    </a:cubicBezTo>
                    <a:lnTo>
                      <a:pt x="74" y="135"/>
                    </a:lnTo>
                    <a:cubicBezTo>
                      <a:pt x="75" y="135"/>
                      <a:pt x="75" y="135"/>
                      <a:pt x="75" y="135"/>
                    </a:cubicBezTo>
                    <a:lnTo>
                      <a:pt x="76" y="135"/>
                    </a:lnTo>
                    <a:lnTo>
                      <a:pt x="77" y="135"/>
                    </a:lnTo>
                    <a:cubicBezTo>
                      <a:pt x="78" y="134"/>
                      <a:pt x="79" y="134"/>
                      <a:pt x="79" y="134"/>
                    </a:cubicBezTo>
                    <a:cubicBezTo>
                      <a:pt x="80" y="133"/>
                      <a:pt x="82" y="132"/>
                      <a:pt x="83" y="132"/>
                    </a:cubicBezTo>
                    <a:cubicBezTo>
                      <a:pt x="86" y="129"/>
                      <a:pt x="89" y="127"/>
                      <a:pt x="92" y="124"/>
                    </a:cubicBezTo>
                    <a:cubicBezTo>
                      <a:pt x="95" y="120"/>
                      <a:pt x="99" y="117"/>
                      <a:pt x="102" y="113"/>
                    </a:cubicBezTo>
                    <a:cubicBezTo>
                      <a:pt x="104" y="112"/>
                      <a:pt x="105" y="109"/>
                      <a:pt x="107" y="108"/>
                    </a:cubicBezTo>
                    <a:cubicBezTo>
                      <a:pt x="107" y="104"/>
                      <a:pt x="108" y="100"/>
                      <a:pt x="109" y="95"/>
                    </a:cubicBezTo>
                    <a:cubicBezTo>
                      <a:pt x="109" y="91"/>
                      <a:pt x="111" y="87"/>
                      <a:pt x="112" y="83"/>
                    </a:cubicBezTo>
                    <a:cubicBezTo>
                      <a:pt x="114" y="74"/>
                      <a:pt x="116" y="66"/>
                      <a:pt x="119" y="58"/>
                    </a:cubicBezTo>
                    <a:cubicBezTo>
                      <a:pt x="121" y="52"/>
                      <a:pt x="123" y="47"/>
                      <a:pt x="126" y="42"/>
                    </a:cubicBezTo>
                    <a:cubicBezTo>
                      <a:pt x="129" y="38"/>
                      <a:pt x="132" y="34"/>
                      <a:pt x="138" y="34"/>
                    </a:cubicBezTo>
                    <a:cubicBezTo>
                      <a:pt x="143" y="34"/>
                      <a:pt x="147" y="37"/>
                      <a:pt x="148" y="42"/>
                    </a:cubicBezTo>
                    <a:cubicBezTo>
                      <a:pt x="150" y="46"/>
                      <a:pt x="150" y="52"/>
                      <a:pt x="148" y="56"/>
                    </a:cubicBezTo>
                    <a:cubicBezTo>
                      <a:pt x="147" y="64"/>
                      <a:pt x="145" y="71"/>
                      <a:pt x="142" y="78"/>
                    </a:cubicBezTo>
                    <a:cubicBezTo>
                      <a:pt x="139" y="86"/>
                      <a:pt x="136" y="93"/>
                      <a:pt x="132" y="100"/>
                    </a:cubicBezTo>
                    <a:lnTo>
                      <a:pt x="132" y="99"/>
                    </a:lnTo>
                    <a:cubicBezTo>
                      <a:pt x="129" y="104"/>
                      <a:pt x="127" y="108"/>
                      <a:pt x="124" y="112"/>
                    </a:cubicBezTo>
                    <a:cubicBezTo>
                      <a:pt x="123" y="113"/>
                      <a:pt x="122" y="114"/>
                      <a:pt x="122" y="115"/>
                    </a:cubicBezTo>
                    <a:cubicBezTo>
                      <a:pt x="121" y="118"/>
                      <a:pt x="121" y="120"/>
                      <a:pt x="120" y="122"/>
                    </a:cubicBezTo>
                    <a:cubicBezTo>
                      <a:pt x="119" y="127"/>
                      <a:pt x="119" y="131"/>
                      <a:pt x="118" y="136"/>
                    </a:cubicBezTo>
                    <a:cubicBezTo>
                      <a:pt x="115" y="154"/>
                      <a:pt x="112" y="173"/>
                      <a:pt x="109" y="192"/>
                    </a:cubicBezTo>
                    <a:cubicBezTo>
                      <a:pt x="105" y="211"/>
                      <a:pt x="102" y="231"/>
                      <a:pt x="98" y="251"/>
                    </a:cubicBezTo>
                    <a:cubicBezTo>
                      <a:pt x="97" y="259"/>
                      <a:pt x="96" y="267"/>
                      <a:pt x="94" y="274"/>
                    </a:cubicBezTo>
                    <a:cubicBezTo>
                      <a:pt x="93" y="284"/>
                      <a:pt x="91" y="293"/>
                      <a:pt x="89" y="302"/>
                    </a:cubicBezTo>
                    <a:cubicBezTo>
                      <a:pt x="87" y="312"/>
                      <a:pt x="85" y="322"/>
                      <a:pt x="83" y="331"/>
                    </a:cubicBezTo>
                    <a:cubicBezTo>
                      <a:pt x="80" y="340"/>
                      <a:pt x="77" y="349"/>
                      <a:pt x="74" y="358"/>
                    </a:cubicBezTo>
                    <a:cubicBezTo>
                      <a:pt x="72" y="365"/>
                      <a:pt x="69" y="373"/>
                      <a:pt x="63" y="377"/>
                    </a:cubicBezTo>
                    <a:cubicBezTo>
                      <a:pt x="60" y="379"/>
                      <a:pt x="59" y="379"/>
                      <a:pt x="56" y="380"/>
                    </a:cubicBezTo>
                    <a:cubicBezTo>
                      <a:pt x="55" y="380"/>
                      <a:pt x="53" y="380"/>
                      <a:pt x="52" y="380"/>
                    </a:cubicBezTo>
                    <a:cubicBezTo>
                      <a:pt x="51" y="380"/>
                      <a:pt x="49" y="380"/>
                      <a:pt x="48" y="3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4" name="Google Shape;1494;p17"/>
              <p:cNvSpPr/>
              <p:nvPr/>
            </p:nvSpPr>
            <p:spPr>
              <a:xfrm>
                <a:off x="3736440" y="4669920"/>
                <a:ext cx="35280" cy="61200"/>
              </a:xfrm>
              <a:custGeom>
                <a:avLst/>
                <a:gdLst/>
                <a:ahLst/>
                <a:cxnLst/>
                <a:rect l="l" t="t" r="r" b="b"/>
                <a:pathLst>
                  <a:path w="98" h="170" extrusionOk="0">
                    <a:moveTo>
                      <a:pt x="40" y="151"/>
                    </a:moveTo>
                    <a:cubicBezTo>
                      <a:pt x="41" y="151"/>
                      <a:pt x="41" y="151"/>
                      <a:pt x="41" y="151"/>
                    </a:cubicBezTo>
                    <a:cubicBezTo>
                      <a:pt x="43" y="150"/>
                      <a:pt x="43" y="149"/>
                      <a:pt x="44" y="149"/>
                    </a:cubicBezTo>
                    <a:cubicBezTo>
                      <a:pt x="45" y="148"/>
                      <a:pt x="46" y="147"/>
                      <a:pt x="47" y="147"/>
                    </a:cubicBezTo>
                    <a:cubicBezTo>
                      <a:pt x="49" y="144"/>
                      <a:pt x="51" y="142"/>
                      <a:pt x="53" y="140"/>
                    </a:cubicBezTo>
                    <a:cubicBezTo>
                      <a:pt x="57" y="136"/>
                      <a:pt x="60" y="131"/>
                      <a:pt x="62" y="126"/>
                    </a:cubicBezTo>
                    <a:cubicBezTo>
                      <a:pt x="65" y="122"/>
                      <a:pt x="68" y="117"/>
                      <a:pt x="70" y="112"/>
                    </a:cubicBezTo>
                    <a:cubicBezTo>
                      <a:pt x="70" y="112"/>
                      <a:pt x="69" y="112"/>
                      <a:pt x="69" y="113"/>
                    </a:cubicBezTo>
                    <a:cubicBezTo>
                      <a:pt x="72" y="108"/>
                      <a:pt x="74" y="102"/>
                      <a:pt x="75" y="96"/>
                    </a:cubicBezTo>
                    <a:cubicBezTo>
                      <a:pt x="76" y="92"/>
                      <a:pt x="78" y="87"/>
                      <a:pt x="78" y="82"/>
                    </a:cubicBezTo>
                    <a:cubicBezTo>
                      <a:pt x="79" y="77"/>
                      <a:pt x="79" y="71"/>
                      <a:pt x="80" y="66"/>
                    </a:cubicBezTo>
                    <a:cubicBezTo>
                      <a:pt x="80" y="60"/>
                      <a:pt x="79" y="54"/>
                      <a:pt x="78" y="48"/>
                    </a:cubicBezTo>
                    <a:cubicBezTo>
                      <a:pt x="79" y="48"/>
                      <a:pt x="79" y="48"/>
                      <a:pt x="79" y="49"/>
                    </a:cubicBezTo>
                    <a:cubicBezTo>
                      <a:pt x="78" y="43"/>
                      <a:pt x="77" y="37"/>
                      <a:pt x="75" y="32"/>
                    </a:cubicBezTo>
                    <a:lnTo>
                      <a:pt x="76" y="32"/>
                    </a:lnTo>
                    <a:lnTo>
                      <a:pt x="75" y="32"/>
                    </a:lnTo>
                    <a:cubicBezTo>
                      <a:pt x="75" y="31"/>
                      <a:pt x="75" y="31"/>
                      <a:pt x="75" y="31"/>
                    </a:cubicBezTo>
                    <a:lnTo>
                      <a:pt x="75" y="32"/>
                    </a:lnTo>
                    <a:cubicBezTo>
                      <a:pt x="75" y="29"/>
                      <a:pt x="74" y="27"/>
                      <a:pt x="74" y="25"/>
                    </a:cubicBezTo>
                    <a:cubicBezTo>
                      <a:pt x="73" y="24"/>
                      <a:pt x="72" y="23"/>
                      <a:pt x="72" y="22"/>
                    </a:cubicBezTo>
                    <a:lnTo>
                      <a:pt x="72" y="21"/>
                    </a:lnTo>
                    <a:cubicBezTo>
                      <a:pt x="71" y="21"/>
                      <a:pt x="71" y="21"/>
                      <a:pt x="71" y="20"/>
                    </a:cubicBezTo>
                    <a:cubicBezTo>
                      <a:pt x="70" y="20"/>
                      <a:pt x="70" y="20"/>
                      <a:pt x="69" y="19"/>
                    </a:cubicBezTo>
                    <a:lnTo>
                      <a:pt x="68" y="18"/>
                    </a:lnTo>
                    <a:lnTo>
                      <a:pt x="67" y="18"/>
                    </a:lnTo>
                    <a:cubicBezTo>
                      <a:pt x="67" y="18"/>
                      <a:pt x="66" y="18"/>
                      <a:pt x="65" y="18"/>
                    </a:cubicBezTo>
                    <a:cubicBezTo>
                      <a:pt x="65" y="18"/>
                      <a:pt x="64" y="18"/>
                      <a:pt x="64" y="19"/>
                    </a:cubicBezTo>
                    <a:cubicBezTo>
                      <a:pt x="63" y="19"/>
                      <a:pt x="63" y="19"/>
                      <a:pt x="62" y="19"/>
                    </a:cubicBezTo>
                    <a:cubicBezTo>
                      <a:pt x="62" y="19"/>
                      <a:pt x="62" y="20"/>
                      <a:pt x="61" y="20"/>
                    </a:cubicBezTo>
                    <a:cubicBezTo>
                      <a:pt x="60" y="20"/>
                      <a:pt x="59" y="21"/>
                      <a:pt x="58" y="22"/>
                    </a:cubicBezTo>
                    <a:cubicBezTo>
                      <a:pt x="55" y="24"/>
                      <a:pt x="53" y="25"/>
                      <a:pt x="51" y="28"/>
                    </a:cubicBezTo>
                    <a:cubicBezTo>
                      <a:pt x="49" y="29"/>
                      <a:pt x="47" y="32"/>
                      <a:pt x="46" y="34"/>
                    </a:cubicBezTo>
                    <a:cubicBezTo>
                      <a:pt x="43" y="36"/>
                      <a:pt x="41" y="39"/>
                      <a:pt x="40" y="42"/>
                    </a:cubicBezTo>
                    <a:lnTo>
                      <a:pt x="39" y="42"/>
                    </a:lnTo>
                    <a:cubicBezTo>
                      <a:pt x="39" y="46"/>
                      <a:pt x="38" y="49"/>
                      <a:pt x="38" y="52"/>
                    </a:cubicBezTo>
                    <a:cubicBezTo>
                      <a:pt x="37" y="59"/>
                      <a:pt x="36" y="67"/>
                      <a:pt x="35" y="75"/>
                    </a:cubicBezTo>
                    <a:cubicBezTo>
                      <a:pt x="34" y="84"/>
                      <a:pt x="34" y="92"/>
                      <a:pt x="34" y="101"/>
                    </a:cubicBezTo>
                    <a:cubicBezTo>
                      <a:pt x="34" y="105"/>
                      <a:pt x="34" y="109"/>
                      <a:pt x="34" y="114"/>
                    </a:cubicBezTo>
                    <a:cubicBezTo>
                      <a:pt x="34" y="118"/>
                      <a:pt x="35" y="122"/>
                      <a:pt x="35" y="126"/>
                    </a:cubicBezTo>
                    <a:cubicBezTo>
                      <a:pt x="36" y="133"/>
                      <a:pt x="37" y="139"/>
                      <a:pt x="39" y="145"/>
                    </a:cubicBezTo>
                    <a:cubicBezTo>
                      <a:pt x="39" y="147"/>
                      <a:pt x="39" y="148"/>
                      <a:pt x="39" y="149"/>
                    </a:cubicBezTo>
                    <a:cubicBezTo>
                      <a:pt x="40" y="149"/>
                      <a:pt x="40" y="149"/>
                      <a:pt x="40" y="150"/>
                    </a:cubicBezTo>
                    <a:lnTo>
                      <a:pt x="40" y="151"/>
                    </a:lnTo>
                    <a:moveTo>
                      <a:pt x="29" y="165"/>
                    </a:moveTo>
                    <a:cubicBezTo>
                      <a:pt x="27" y="163"/>
                      <a:pt x="26" y="162"/>
                      <a:pt x="25" y="159"/>
                    </a:cubicBezTo>
                    <a:cubicBezTo>
                      <a:pt x="23" y="158"/>
                      <a:pt x="22" y="155"/>
                      <a:pt x="22" y="152"/>
                    </a:cubicBezTo>
                    <a:cubicBezTo>
                      <a:pt x="21" y="148"/>
                      <a:pt x="20" y="145"/>
                      <a:pt x="19" y="141"/>
                    </a:cubicBezTo>
                    <a:cubicBezTo>
                      <a:pt x="19" y="137"/>
                      <a:pt x="18" y="132"/>
                      <a:pt x="18" y="127"/>
                    </a:cubicBezTo>
                    <a:lnTo>
                      <a:pt x="18" y="126"/>
                    </a:lnTo>
                    <a:cubicBezTo>
                      <a:pt x="17" y="129"/>
                      <a:pt x="17" y="131"/>
                      <a:pt x="16" y="134"/>
                    </a:cubicBezTo>
                    <a:cubicBezTo>
                      <a:pt x="16" y="138"/>
                      <a:pt x="12" y="141"/>
                      <a:pt x="8" y="141"/>
                    </a:cubicBezTo>
                    <a:cubicBezTo>
                      <a:pt x="4" y="140"/>
                      <a:pt x="0" y="136"/>
                      <a:pt x="0" y="131"/>
                    </a:cubicBezTo>
                    <a:cubicBezTo>
                      <a:pt x="2" y="122"/>
                      <a:pt x="4" y="111"/>
                      <a:pt x="5" y="101"/>
                    </a:cubicBezTo>
                    <a:cubicBezTo>
                      <a:pt x="7" y="94"/>
                      <a:pt x="8" y="88"/>
                      <a:pt x="9" y="81"/>
                    </a:cubicBezTo>
                    <a:cubicBezTo>
                      <a:pt x="12" y="68"/>
                      <a:pt x="15" y="55"/>
                      <a:pt x="20" y="42"/>
                    </a:cubicBezTo>
                    <a:cubicBezTo>
                      <a:pt x="21" y="37"/>
                      <a:pt x="22" y="33"/>
                      <a:pt x="22" y="28"/>
                    </a:cubicBezTo>
                    <a:cubicBezTo>
                      <a:pt x="23" y="23"/>
                      <a:pt x="29" y="20"/>
                      <a:pt x="33" y="21"/>
                    </a:cubicBezTo>
                    <a:cubicBezTo>
                      <a:pt x="36" y="18"/>
                      <a:pt x="39" y="15"/>
                      <a:pt x="41" y="13"/>
                    </a:cubicBezTo>
                    <a:cubicBezTo>
                      <a:pt x="46" y="8"/>
                      <a:pt x="50" y="5"/>
                      <a:pt x="55" y="3"/>
                    </a:cubicBezTo>
                    <a:cubicBezTo>
                      <a:pt x="61" y="0"/>
                      <a:pt x="67" y="0"/>
                      <a:pt x="72" y="1"/>
                    </a:cubicBezTo>
                    <a:cubicBezTo>
                      <a:pt x="76" y="2"/>
                      <a:pt x="81" y="6"/>
                      <a:pt x="84" y="9"/>
                    </a:cubicBezTo>
                    <a:cubicBezTo>
                      <a:pt x="88" y="13"/>
                      <a:pt x="90" y="19"/>
                      <a:pt x="91" y="24"/>
                    </a:cubicBezTo>
                    <a:cubicBezTo>
                      <a:pt x="93" y="30"/>
                      <a:pt x="94" y="36"/>
                      <a:pt x="95" y="42"/>
                    </a:cubicBezTo>
                    <a:cubicBezTo>
                      <a:pt x="96" y="49"/>
                      <a:pt x="97" y="57"/>
                      <a:pt x="97" y="64"/>
                    </a:cubicBezTo>
                    <a:cubicBezTo>
                      <a:pt x="97" y="88"/>
                      <a:pt x="90" y="112"/>
                      <a:pt x="78" y="134"/>
                    </a:cubicBezTo>
                    <a:cubicBezTo>
                      <a:pt x="72" y="144"/>
                      <a:pt x="65" y="154"/>
                      <a:pt x="57" y="162"/>
                    </a:cubicBezTo>
                    <a:cubicBezTo>
                      <a:pt x="53" y="165"/>
                      <a:pt x="48" y="168"/>
                      <a:pt x="43" y="169"/>
                    </a:cubicBezTo>
                    <a:cubicBezTo>
                      <a:pt x="42" y="169"/>
                      <a:pt x="41" y="169"/>
                      <a:pt x="40" y="169"/>
                    </a:cubicBezTo>
                    <a:cubicBezTo>
                      <a:pt x="36" y="169"/>
                      <a:pt x="32" y="168"/>
                      <a:pt x="29" y="1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5" name="Google Shape;1495;p17"/>
              <p:cNvSpPr/>
              <p:nvPr/>
            </p:nvSpPr>
            <p:spPr>
              <a:xfrm>
                <a:off x="3295800" y="4114440"/>
                <a:ext cx="43920" cy="7200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200" extrusionOk="0">
                    <a:moveTo>
                      <a:pt x="14" y="199"/>
                    </a:moveTo>
                    <a:cubicBezTo>
                      <a:pt x="7" y="196"/>
                      <a:pt x="3" y="190"/>
                      <a:pt x="1" y="183"/>
                    </a:cubicBezTo>
                    <a:cubicBezTo>
                      <a:pt x="0" y="180"/>
                      <a:pt x="1" y="176"/>
                      <a:pt x="2" y="173"/>
                    </a:cubicBezTo>
                    <a:cubicBezTo>
                      <a:pt x="3" y="168"/>
                      <a:pt x="5" y="164"/>
                      <a:pt x="7" y="160"/>
                    </a:cubicBezTo>
                    <a:cubicBezTo>
                      <a:pt x="9" y="155"/>
                      <a:pt x="11" y="150"/>
                      <a:pt x="14" y="145"/>
                    </a:cubicBezTo>
                    <a:cubicBezTo>
                      <a:pt x="16" y="141"/>
                      <a:pt x="21" y="139"/>
                      <a:pt x="25" y="141"/>
                    </a:cubicBezTo>
                    <a:cubicBezTo>
                      <a:pt x="29" y="143"/>
                      <a:pt x="32" y="149"/>
                      <a:pt x="30" y="153"/>
                    </a:cubicBezTo>
                    <a:cubicBezTo>
                      <a:pt x="27" y="158"/>
                      <a:pt x="24" y="164"/>
                      <a:pt x="22" y="170"/>
                    </a:cubicBezTo>
                    <a:cubicBezTo>
                      <a:pt x="21" y="171"/>
                      <a:pt x="21" y="174"/>
                      <a:pt x="19" y="176"/>
                    </a:cubicBezTo>
                    <a:cubicBezTo>
                      <a:pt x="19" y="177"/>
                      <a:pt x="19" y="178"/>
                      <a:pt x="19" y="178"/>
                    </a:cubicBezTo>
                    <a:lnTo>
                      <a:pt x="19" y="179"/>
                    </a:lnTo>
                    <a:lnTo>
                      <a:pt x="19" y="180"/>
                    </a:lnTo>
                    <a:lnTo>
                      <a:pt x="20" y="180"/>
                    </a:lnTo>
                    <a:lnTo>
                      <a:pt x="20" y="181"/>
                    </a:lnTo>
                    <a:lnTo>
                      <a:pt x="21" y="181"/>
                    </a:lnTo>
                    <a:cubicBezTo>
                      <a:pt x="22" y="181"/>
                      <a:pt x="23" y="180"/>
                      <a:pt x="24" y="180"/>
                    </a:cubicBezTo>
                    <a:cubicBezTo>
                      <a:pt x="25" y="180"/>
                      <a:pt x="26" y="180"/>
                      <a:pt x="27" y="180"/>
                    </a:cubicBezTo>
                    <a:cubicBezTo>
                      <a:pt x="29" y="179"/>
                      <a:pt x="30" y="178"/>
                      <a:pt x="32" y="178"/>
                    </a:cubicBezTo>
                    <a:cubicBezTo>
                      <a:pt x="34" y="177"/>
                      <a:pt x="37" y="175"/>
                      <a:pt x="39" y="174"/>
                    </a:cubicBezTo>
                    <a:cubicBezTo>
                      <a:pt x="41" y="172"/>
                      <a:pt x="44" y="170"/>
                      <a:pt x="46" y="169"/>
                    </a:cubicBezTo>
                    <a:cubicBezTo>
                      <a:pt x="48" y="167"/>
                      <a:pt x="50" y="166"/>
                      <a:pt x="51" y="164"/>
                    </a:cubicBezTo>
                    <a:cubicBezTo>
                      <a:pt x="53" y="163"/>
                      <a:pt x="54" y="162"/>
                      <a:pt x="54" y="160"/>
                    </a:cubicBezTo>
                    <a:cubicBezTo>
                      <a:pt x="57" y="157"/>
                      <a:pt x="58" y="155"/>
                      <a:pt x="60" y="152"/>
                    </a:cubicBezTo>
                    <a:cubicBezTo>
                      <a:pt x="61" y="149"/>
                      <a:pt x="64" y="145"/>
                      <a:pt x="65" y="141"/>
                    </a:cubicBezTo>
                    <a:cubicBezTo>
                      <a:pt x="67" y="136"/>
                      <a:pt x="68" y="132"/>
                      <a:pt x="69" y="128"/>
                    </a:cubicBezTo>
                    <a:cubicBezTo>
                      <a:pt x="71" y="123"/>
                      <a:pt x="72" y="118"/>
                      <a:pt x="74" y="113"/>
                    </a:cubicBezTo>
                    <a:cubicBezTo>
                      <a:pt x="76" y="103"/>
                      <a:pt x="79" y="94"/>
                      <a:pt x="82" y="85"/>
                    </a:cubicBezTo>
                    <a:cubicBezTo>
                      <a:pt x="82" y="82"/>
                      <a:pt x="83" y="80"/>
                      <a:pt x="84" y="77"/>
                    </a:cubicBezTo>
                    <a:cubicBezTo>
                      <a:pt x="83" y="79"/>
                      <a:pt x="82" y="81"/>
                      <a:pt x="80" y="83"/>
                    </a:cubicBezTo>
                    <a:cubicBezTo>
                      <a:pt x="76" y="90"/>
                      <a:pt x="71" y="96"/>
                      <a:pt x="66" y="103"/>
                    </a:cubicBezTo>
                    <a:cubicBezTo>
                      <a:pt x="67" y="102"/>
                      <a:pt x="67" y="102"/>
                      <a:pt x="67" y="102"/>
                    </a:cubicBezTo>
                    <a:cubicBezTo>
                      <a:pt x="63" y="107"/>
                      <a:pt x="59" y="111"/>
                      <a:pt x="55" y="116"/>
                    </a:cubicBezTo>
                    <a:cubicBezTo>
                      <a:pt x="50" y="121"/>
                      <a:pt x="46" y="125"/>
                      <a:pt x="40" y="129"/>
                    </a:cubicBezTo>
                    <a:cubicBezTo>
                      <a:pt x="36" y="133"/>
                      <a:pt x="30" y="135"/>
                      <a:pt x="25" y="136"/>
                    </a:cubicBezTo>
                    <a:cubicBezTo>
                      <a:pt x="22" y="136"/>
                      <a:pt x="19" y="137"/>
                      <a:pt x="17" y="136"/>
                    </a:cubicBezTo>
                    <a:cubicBezTo>
                      <a:pt x="14" y="135"/>
                      <a:pt x="11" y="134"/>
                      <a:pt x="9" y="132"/>
                    </a:cubicBezTo>
                    <a:cubicBezTo>
                      <a:pt x="5" y="129"/>
                      <a:pt x="3" y="123"/>
                      <a:pt x="3" y="118"/>
                    </a:cubicBezTo>
                    <a:cubicBezTo>
                      <a:pt x="2" y="114"/>
                      <a:pt x="2" y="110"/>
                      <a:pt x="3" y="106"/>
                    </a:cubicBezTo>
                    <a:cubicBezTo>
                      <a:pt x="4" y="101"/>
                      <a:pt x="4" y="96"/>
                      <a:pt x="4" y="92"/>
                    </a:cubicBezTo>
                    <a:cubicBezTo>
                      <a:pt x="5" y="86"/>
                      <a:pt x="6" y="81"/>
                      <a:pt x="7" y="76"/>
                    </a:cubicBezTo>
                    <a:cubicBezTo>
                      <a:pt x="8" y="71"/>
                      <a:pt x="9" y="66"/>
                      <a:pt x="10" y="61"/>
                    </a:cubicBezTo>
                    <a:cubicBezTo>
                      <a:pt x="12" y="51"/>
                      <a:pt x="15" y="42"/>
                      <a:pt x="18" y="32"/>
                    </a:cubicBezTo>
                    <a:cubicBezTo>
                      <a:pt x="20" y="24"/>
                      <a:pt x="22" y="16"/>
                      <a:pt x="25" y="8"/>
                    </a:cubicBezTo>
                    <a:cubicBezTo>
                      <a:pt x="26" y="2"/>
                      <a:pt x="32" y="0"/>
                      <a:pt x="37" y="1"/>
                    </a:cubicBezTo>
                    <a:cubicBezTo>
                      <a:pt x="41" y="2"/>
                      <a:pt x="44" y="8"/>
                      <a:pt x="43" y="13"/>
                    </a:cubicBezTo>
                    <a:cubicBezTo>
                      <a:pt x="40" y="21"/>
                      <a:pt x="38" y="29"/>
                      <a:pt x="35" y="37"/>
                    </a:cubicBezTo>
                    <a:cubicBezTo>
                      <a:pt x="33" y="43"/>
                      <a:pt x="32" y="47"/>
                      <a:pt x="30" y="52"/>
                    </a:cubicBezTo>
                    <a:cubicBezTo>
                      <a:pt x="29" y="56"/>
                      <a:pt x="28" y="60"/>
                      <a:pt x="28" y="64"/>
                    </a:cubicBezTo>
                    <a:cubicBezTo>
                      <a:pt x="26" y="69"/>
                      <a:pt x="25" y="75"/>
                      <a:pt x="24" y="79"/>
                    </a:cubicBezTo>
                    <a:cubicBezTo>
                      <a:pt x="23" y="85"/>
                      <a:pt x="22" y="90"/>
                      <a:pt x="22" y="96"/>
                    </a:cubicBezTo>
                    <a:cubicBezTo>
                      <a:pt x="21" y="102"/>
                      <a:pt x="21" y="107"/>
                      <a:pt x="21" y="114"/>
                    </a:cubicBezTo>
                    <a:cubicBezTo>
                      <a:pt x="21" y="115"/>
                      <a:pt x="21" y="116"/>
                      <a:pt x="21" y="117"/>
                    </a:cubicBezTo>
                    <a:lnTo>
                      <a:pt x="21" y="118"/>
                    </a:lnTo>
                    <a:cubicBezTo>
                      <a:pt x="22" y="118"/>
                      <a:pt x="22" y="118"/>
                      <a:pt x="22" y="118"/>
                    </a:cubicBezTo>
                    <a:cubicBezTo>
                      <a:pt x="23" y="118"/>
                      <a:pt x="23" y="118"/>
                      <a:pt x="23" y="118"/>
                    </a:cubicBezTo>
                    <a:cubicBezTo>
                      <a:pt x="24" y="118"/>
                      <a:pt x="25" y="117"/>
                      <a:pt x="26" y="117"/>
                    </a:cubicBezTo>
                    <a:cubicBezTo>
                      <a:pt x="26" y="117"/>
                      <a:pt x="27" y="117"/>
                      <a:pt x="28" y="116"/>
                    </a:cubicBezTo>
                    <a:cubicBezTo>
                      <a:pt x="30" y="115"/>
                      <a:pt x="32" y="113"/>
                      <a:pt x="33" y="112"/>
                    </a:cubicBezTo>
                    <a:lnTo>
                      <a:pt x="33" y="113"/>
                    </a:lnTo>
                    <a:cubicBezTo>
                      <a:pt x="36" y="110"/>
                      <a:pt x="40" y="106"/>
                      <a:pt x="43" y="103"/>
                    </a:cubicBezTo>
                    <a:cubicBezTo>
                      <a:pt x="50" y="95"/>
                      <a:pt x="57" y="86"/>
                      <a:pt x="63" y="78"/>
                    </a:cubicBezTo>
                    <a:cubicBezTo>
                      <a:pt x="74" y="62"/>
                      <a:pt x="83" y="48"/>
                      <a:pt x="92" y="32"/>
                    </a:cubicBezTo>
                    <a:cubicBezTo>
                      <a:pt x="93" y="30"/>
                      <a:pt x="95" y="28"/>
                      <a:pt x="96" y="25"/>
                    </a:cubicBezTo>
                    <a:cubicBezTo>
                      <a:pt x="96" y="26"/>
                      <a:pt x="95" y="26"/>
                      <a:pt x="95" y="26"/>
                    </a:cubicBezTo>
                    <a:lnTo>
                      <a:pt x="96" y="26"/>
                    </a:lnTo>
                    <a:lnTo>
                      <a:pt x="95" y="26"/>
                    </a:lnTo>
                    <a:cubicBezTo>
                      <a:pt x="96" y="26"/>
                      <a:pt x="96" y="26"/>
                      <a:pt x="96" y="26"/>
                    </a:cubicBezTo>
                    <a:cubicBezTo>
                      <a:pt x="96" y="25"/>
                      <a:pt x="96" y="25"/>
                      <a:pt x="96" y="25"/>
                    </a:cubicBezTo>
                    <a:lnTo>
                      <a:pt x="96" y="26"/>
                    </a:lnTo>
                    <a:cubicBezTo>
                      <a:pt x="98" y="21"/>
                      <a:pt x="100" y="15"/>
                      <a:pt x="103" y="11"/>
                    </a:cubicBezTo>
                    <a:cubicBezTo>
                      <a:pt x="106" y="7"/>
                      <a:pt x="110" y="5"/>
                      <a:pt x="114" y="7"/>
                    </a:cubicBezTo>
                    <a:cubicBezTo>
                      <a:pt x="118" y="8"/>
                      <a:pt x="121" y="12"/>
                      <a:pt x="120" y="17"/>
                    </a:cubicBezTo>
                    <a:cubicBezTo>
                      <a:pt x="120" y="21"/>
                      <a:pt x="118" y="24"/>
                      <a:pt x="118" y="27"/>
                    </a:cubicBezTo>
                    <a:cubicBezTo>
                      <a:pt x="117" y="30"/>
                      <a:pt x="115" y="34"/>
                      <a:pt x="114" y="37"/>
                    </a:cubicBezTo>
                    <a:cubicBezTo>
                      <a:pt x="113" y="42"/>
                      <a:pt x="112" y="46"/>
                      <a:pt x="110" y="51"/>
                    </a:cubicBezTo>
                    <a:cubicBezTo>
                      <a:pt x="108" y="60"/>
                      <a:pt x="105" y="68"/>
                      <a:pt x="102" y="78"/>
                    </a:cubicBezTo>
                    <a:cubicBezTo>
                      <a:pt x="96" y="97"/>
                      <a:pt x="91" y="117"/>
                      <a:pt x="86" y="136"/>
                    </a:cubicBezTo>
                    <a:cubicBezTo>
                      <a:pt x="85" y="139"/>
                      <a:pt x="83" y="142"/>
                      <a:pt x="82" y="145"/>
                    </a:cubicBezTo>
                    <a:cubicBezTo>
                      <a:pt x="80" y="152"/>
                      <a:pt x="77" y="158"/>
                      <a:pt x="74" y="164"/>
                    </a:cubicBezTo>
                    <a:cubicBezTo>
                      <a:pt x="69" y="171"/>
                      <a:pt x="64" y="178"/>
                      <a:pt x="57" y="184"/>
                    </a:cubicBezTo>
                    <a:cubicBezTo>
                      <a:pt x="50" y="189"/>
                      <a:pt x="43" y="193"/>
                      <a:pt x="36" y="196"/>
                    </a:cubicBezTo>
                    <a:cubicBezTo>
                      <a:pt x="32" y="198"/>
                      <a:pt x="29" y="198"/>
                      <a:pt x="25" y="199"/>
                    </a:cubicBezTo>
                    <a:cubicBezTo>
                      <a:pt x="23" y="199"/>
                      <a:pt x="22" y="199"/>
                      <a:pt x="20" y="199"/>
                    </a:cubicBezTo>
                    <a:cubicBezTo>
                      <a:pt x="18" y="199"/>
                      <a:pt x="16" y="199"/>
                      <a:pt x="14" y="1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6" name="Google Shape;1496;p17"/>
              <p:cNvSpPr/>
              <p:nvPr/>
            </p:nvSpPr>
            <p:spPr>
              <a:xfrm>
                <a:off x="3350520" y="4104360"/>
                <a:ext cx="21240" cy="25200"/>
              </a:xfrm>
              <a:custGeom>
                <a:avLst/>
                <a:gdLst/>
                <a:ahLst/>
                <a:cxnLst/>
                <a:rect l="l" t="t" r="r" b="b"/>
                <a:pathLst>
                  <a:path w="59" h="70" extrusionOk="0">
                    <a:moveTo>
                      <a:pt x="22" y="69"/>
                    </a:moveTo>
                    <a:cubicBezTo>
                      <a:pt x="19" y="69"/>
                      <a:pt x="16" y="68"/>
                      <a:pt x="13" y="66"/>
                    </a:cubicBezTo>
                    <a:cubicBezTo>
                      <a:pt x="12" y="65"/>
                      <a:pt x="11" y="64"/>
                      <a:pt x="10" y="63"/>
                    </a:cubicBezTo>
                    <a:cubicBezTo>
                      <a:pt x="9" y="61"/>
                      <a:pt x="9" y="60"/>
                      <a:pt x="9" y="58"/>
                    </a:cubicBezTo>
                    <a:cubicBezTo>
                      <a:pt x="8" y="53"/>
                      <a:pt x="12" y="48"/>
                      <a:pt x="14" y="43"/>
                    </a:cubicBezTo>
                    <a:cubicBezTo>
                      <a:pt x="15" y="43"/>
                      <a:pt x="15" y="42"/>
                      <a:pt x="15" y="42"/>
                    </a:cubicBezTo>
                    <a:cubicBezTo>
                      <a:pt x="9" y="42"/>
                      <a:pt x="4" y="40"/>
                      <a:pt x="2" y="35"/>
                    </a:cubicBezTo>
                    <a:cubicBezTo>
                      <a:pt x="0" y="28"/>
                      <a:pt x="1" y="22"/>
                      <a:pt x="4" y="16"/>
                    </a:cubicBezTo>
                    <a:cubicBezTo>
                      <a:pt x="6" y="11"/>
                      <a:pt x="10" y="5"/>
                      <a:pt x="15" y="3"/>
                    </a:cubicBezTo>
                    <a:cubicBezTo>
                      <a:pt x="18" y="1"/>
                      <a:pt x="21" y="0"/>
                      <a:pt x="24" y="0"/>
                    </a:cubicBezTo>
                    <a:cubicBezTo>
                      <a:pt x="27" y="0"/>
                      <a:pt x="30" y="2"/>
                      <a:pt x="33" y="4"/>
                    </a:cubicBezTo>
                    <a:cubicBezTo>
                      <a:pt x="35" y="5"/>
                      <a:pt x="37" y="8"/>
                      <a:pt x="37" y="11"/>
                    </a:cubicBezTo>
                    <a:cubicBezTo>
                      <a:pt x="38" y="14"/>
                      <a:pt x="39" y="17"/>
                      <a:pt x="39" y="21"/>
                    </a:cubicBezTo>
                    <a:cubicBezTo>
                      <a:pt x="39" y="27"/>
                      <a:pt x="38" y="33"/>
                      <a:pt x="36" y="39"/>
                    </a:cubicBezTo>
                    <a:cubicBezTo>
                      <a:pt x="35" y="42"/>
                      <a:pt x="34" y="45"/>
                      <a:pt x="33" y="48"/>
                    </a:cubicBezTo>
                    <a:cubicBezTo>
                      <a:pt x="33" y="49"/>
                      <a:pt x="32" y="49"/>
                      <a:pt x="32" y="50"/>
                    </a:cubicBezTo>
                    <a:cubicBezTo>
                      <a:pt x="37" y="49"/>
                      <a:pt x="43" y="48"/>
                      <a:pt x="48" y="47"/>
                    </a:cubicBezTo>
                    <a:cubicBezTo>
                      <a:pt x="52" y="47"/>
                      <a:pt x="57" y="50"/>
                      <a:pt x="57" y="54"/>
                    </a:cubicBezTo>
                    <a:cubicBezTo>
                      <a:pt x="58" y="58"/>
                      <a:pt x="55" y="64"/>
                      <a:pt x="51" y="65"/>
                    </a:cubicBezTo>
                    <a:cubicBezTo>
                      <a:pt x="47" y="66"/>
                      <a:pt x="42" y="67"/>
                      <a:pt x="38" y="67"/>
                    </a:cubicBezTo>
                    <a:cubicBezTo>
                      <a:pt x="33" y="68"/>
                      <a:pt x="28" y="69"/>
                      <a:pt x="23" y="69"/>
                    </a:cubicBezTo>
                    <a:lnTo>
                      <a:pt x="22" y="6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7" name="Google Shape;1497;p17"/>
              <p:cNvSpPr/>
              <p:nvPr/>
            </p:nvSpPr>
            <p:spPr>
              <a:xfrm>
                <a:off x="3370320" y="4136760"/>
                <a:ext cx="25200" cy="9360"/>
              </a:xfrm>
              <a:custGeom>
                <a:avLst/>
                <a:gdLst/>
                <a:ahLst/>
                <a:cxnLst/>
                <a:rect l="l" t="t" r="r" b="b"/>
                <a:pathLst>
                  <a:path w="70" h="26" extrusionOk="0">
                    <a:moveTo>
                      <a:pt x="17" y="25"/>
                    </a:moveTo>
                    <a:cubicBezTo>
                      <a:pt x="13" y="25"/>
                      <a:pt x="8" y="24"/>
                      <a:pt x="4" y="21"/>
                    </a:cubicBezTo>
                    <a:cubicBezTo>
                      <a:pt x="2" y="19"/>
                      <a:pt x="0" y="15"/>
                      <a:pt x="0" y="12"/>
                    </a:cubicBezTo>
                    <a:cubicBezTo>
                      <a:pt x="1" y="9"/>
                      <a:pt x="3" y="6"/>
                      <a:pt x="5" y="5"/>
                    </a:cubicBezTo>
                    <a:cubicBezTo>
                      <a:pt x="9" y="2"/>
                      <a:pt x="14" y="3"/>
                      <a:pt x="17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21" y="6"/>
                      <a:pt x="23" y="6"/>
                      <a:pt x="25" y="6"/>
                    </a:cubicBezTo>
                    <a:lnTo>
                      <a:pt x="26" y="6"/>
                    </a:lnTo>
                    <a:lnTo>
                      <a:pt x="25" y="6"/>
                    </a:lnTo>
                    <a:cubicBezTo>
                      <a:pt x="31" y="6"/>
                      <a:pt x="35" y="5"/>
                      <a:pt x="40" y="5"/>
                    </a:cubicBezTo>
                    <a:cubicBezTo>
                      <a:pt x="45" y="3"/>
                      <a:pt x="51" y="2"/>
                      <a:pt x="56" y="1"/>
                    </a:cubicBezTo>
                    <a:cubicBezTo>
                      <a:pt x="61" y="0"/>
                      <a:pt x="66" y="3"/>
                      <a:pt x="67" y="8"/>
                    </a:cubicBezTo>
                    <a:cubicBezTo>
                      <a:pt x="69" y="13"/>
                      <a:pt x="66" y="19"/>
                      <a:pt x="60" y="19"/>
                    </a:cubicBezTo>
                    <a:cubicBezTo>
                      <a:pt x="51" y="21"/>
                      <a:pt x="42" y="23"/>
                      <a:pt x="32" y="24"/>
                    </a:cubicBezTo>
                    <a:cubicBezTo>
                      <a:pt x="28" y="25"/>
                      <a:pt x="25" y="25"/>
                      <a:pt x="21" y="25"/>
                    </a:cubicBezTo>
                    <a:cubicBezTo>
                      <a:pt x="20" y="25"/>
                      <a:pt x="18" y="25"/>
                      <a:pt x="17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8" name="Google Shape;1498;p17"/>
              <p:cNvSpPr/>
              <p:nvPr/>
            </p:nvSpPr>
            <p:spPr>
              <a:xfrm>
                <a:off x="3366000" y="4146120"/>
                <a:ext cx="41400" cy="1368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38" extrusionOk="0">
                    <a:moveTo>
                      <a:pt x="7" y="35"/>
                    </a:moveTo>
                    <a:cubicBezTo>
                      <a:pt x="2" y="33"/>
                      <a:pt x="0" y="27"/>
                      <a:pt x="2" y="22"/>
                    </a:cubicBezTo>
                    <a:cubicBezTo>
                      <a:pt x="3" y="21"/>
                      <a:pt x="5" y="18"/>
                      <a:pt x="8" y="18"/>
                    </a:cubicBezTo>
                    <a:cubicBezTo>
                      <a:pt x="10" y="16"/>
                      <a:pt x="13" y="17"/>
                      <a:pt x="15" y="18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8" y="18"/>
                      <a:pt x="20" y="18"/>
                      <a:pt x="22" y="18"/>
                    </a:cubicBezTo>
                    <a:cubicBezTo>
                      <a:pt x="27" y="18"/>
                      <a:pt x="32" y="17"/>
                      <a:pt x="36" y="16"/>
                    </a:cubicBezTo>
                    <a:cubicBezTo>
                      <a:pt x="41" y="16"/>
                      <a:pt x="46" y="15"/>
                      <a:pt x="50" y="14"/>
                    </a:cubicBezTo>
                    <a:cubicBezTo>
                      <a:pt x="56" y="13"/>
                      <a:pt x="62" y="11"/>
                      <a:pt x="68" y="10"/>
                    </a:cubicBezTo>
                    <a:cubicBezTo>
                      <a:pt x="79" y="7"/>
                      <a:pt x="92" y="4"/>
                      <a:pt x="103" y="1"/>
                    </a:cubicBezTo>
                    <a:cubicBezTo>
                      <a:pt x="107" y="0"/>
                      <a:pt x="111" y="2"/>
                      <a:pt x="113" y="6"/>
                    </a:cubicBezTo>
                    <a:cubicBezTo>
                      <a:pt x="114" y="10"/>
                      <a:pt x="113" y="15"/>
                      <a:pt x="108" y="16"/>
                    </a:cubicBezTo>
                    <a:cubicBezTo>
                      <a:pt x="93" y="21"/>
                      <a:pt x="79" y="26"/>
                      <a:pt x="64" y="29"/>
                    </a:cubicBezTo>
                    <a:cubicBezTo>
                      <a:pt x="56" y="31"/>
                      <a:pt x="49" y="33"/>
                      <a:pt x="41" y="34"/>
                    </a:cubicBezTo>
                    <a:cubicBezTo>
                      <a:pt x="37" y="35"/>
                      <a:pt x="33" y="36"/>
                      <a:pt x="30" y="36"/>
                    </a:cubicBezTo>
                    <a:cubicBezTo>
                      <a:pt x="27" y="36"/>
                      <a:pt x="23" y="37"/>
                      <a:pt x="21" y="37"/>
                    </a:cubicBezTo>
                    <a:cubicBezTo>
                      <a:pt x="19" y="37"/>
                      <a:pt x="18" y="37"/>
                      <a:pt x="18" y="37"/>
                    </a:cubicBezTo>
                    <a:cubicBezTo>
                      <a:pt x="14" y="37"/>
                      <a:pt x="10" y="37"/>
                      <a:pt x="7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9" name="Google Shape;1499;p17"/>
              <p:cNvSpPr/>
              <p:nvPr/>
            </p:nvSpPr>
            <p:spPr>
              <a:xfrm>
                <a:off x="3435120" y="4105080"/>
                <a:ext cx="71280" cy="57960"/>
              </a:xfrm>
              <a:custGeom>
                <a:avLst/>
                <a:gdLst/>
                <a:ahLst/>
                <a:cxnLst/>
                <a:rect l="l" t="t" r="r" b="b"/>
                <a:pathLst>
                  <a:path w="198" h="161" extrusionOk="0">
                    <a:moveTo>
                      <a:pt x="28" y="160"/>
                    </a:moveTo>
                    <a:cubicBezTo>
                      <a:pt x="22" y="159"/>
                      <a:pt x="18" y="158"/>
                      <a:pt x="13" y="154"/>
                    </a:cubicBezTo>
                    <a:cubicBezTo>
                      <a:pt x="8" y="150"/>
                      <a:pt x="5" y="144"/>
                      <a:pt x="4" y="139"/>
                    </a:cubicBezTo>
                    <a:cubicBezTo>
                      <a:pt x="0" y="126"/>
                      <a:pt x="0" y="112"/>
                      <a:pt x="2" y="99"/>
                    </a:cubicBezTo>
                    <a:cubicBezTo>
                      <a:pt x="3" y="95"/>
                      <a:pt x="4" y="90"/>
                      <a:pt x="5" y="86"/>
                    </a:cubicBezTo>
                    <a:cubicBezTo>
                      <a:pt x="6" y="80"/>
                      <a:pt x="8" y="74"/>
                      <a:pt x="11" y="69"/>
                    </a:cubicBezTo>
                    <a:cubicBezTo>
                      <a:pt x="13" y="60"/>
                      <a:pt x="17" y="53"/>
                      <a:pt x="21" y="46"/>
                    </a:cubicBezTo>
                    <a:cubicBezTo>
                      <a:pt x="25" y="38"/>
                      <a:pt x="30" y="30"/>
                      <a:pt x="36" y="24"/>
                    </a:cubicBezTo>
                    <a:cubicBezTo>
                      <a:pt x="41" y="18"/>
                      <a:pt x="47" y="13"/>
                      <a:pt x="54" y="9"/>
                    </a:cubicBezTo>
                    <a:cubicBezTo>
                      <a:pt x="61" y="6"/>
                      <a:pt x="69" y="4"/>
                      <a:pt x="77" y="7"/>
                    </a:cubicBezTo>
                    <a:cubicBezTo>
                      <a:pt x="80" y="8"/>
                      <a:pt x="82" y="10"/>
                      <a:pt x="85" y="12"/>
                    </a:cubicBezTo>
                    <a:cubicBezTo>
                      <a:pt x="85" y="11"/>
                      <a:pt x="85" y="9"/>
                      <a:pt x="86" y="8"/>
                    </a:cubicBezTo>
                    <a:cubicBezTo>
                      <a:pt x="87" y="3"/>
                      <a:pt x="93" y="0"/>
                      <a:pt x="97" y="2"/>
                    </a:cubicBezTo>
                    <a:cubicBezTo>
                      <a:pt x="103" y="3"/>
                      <a:pt x="105" y="8"/>
                      <a:pt x="104" y="14"/>
                    </a:cubicBezTo>
                    <a:cubicBezTo>
                      <a:pt x="103" y="19"/>
                      <a:pt x="101" y="24"/>
                      <a:pt x="99" y="29"/>
                    </a:cubicBezTo>
                    <a:cubicBezTo>
                      <a:pt x="98" y="31"/>
                      <a:pt x="98" y="34"/>
                      <a:pt x="97" y="36"/>
                    </a:cubicBezTo>
                    <a:cubicBezTo>
                      <a:pt x="97" y="38"/>
                      <a:pt x="96" y="39"/>
                      <a:pt x="96" y="41"/>
                    </a:cubicBezTo>
                    <a:cubicBezTo>
                      <a:pt x="94" y="43"/>
                      <a:pt x="93" y="45"/>
                      <a:pt x="91" y="46"/>
                    </a:cubicBezTo>
                    <a:cubicBezTo>
                      <a:pt x="88" y="48"/>
                      <a:pt x="84" y="48"/>
                      <a:pt x="81" y="46"/>
                    </a:cubicBezTo>
                    <a:cubicBezTo>
                      <a:pt x="78" y="45"/>
                      <a:pt x="77" y="41"/>
                      <a:pt x="77" y="38"/>
                    </a:cubicBezTo>
                    <a:cubicBezTo>
                      <a:pt x="77" y="37"/>
                      <a:pt x="77" y="36"/>
                      <a:pt x="77" y="35"/>
                    </a:cubicBezTo>
                    <a:lnTo>
                      <a:pt x="77" y="34"/>
                    </a:lnTo>
                    <a:cubicBezTo>
                      <a:pt x="76" y="34"/>
                      <a:pt x="76" y="33"/>
                      <a:pt x="76" y="32"/>
                    </a:cubicBezTo>
                    <a:cubicBezTo>
                      <a:pt x="76" y="31"/>
                      <a:pt x="76" y="31"/>
                      <a:pt x="75" y="30"/>
                    </a:cubicBezTo>
                    <a:cubicBezTo>
                      <a:pt x="75" y="29"/>
                      <a:pt x="75" y="28"/>
                      <a:pt x="74" y="27"/>
                    </a:cubicBezTo>
                    <a:lnTo>
                      <a:pt x="73" y="27"/>
                    </a:lnTo>
                    <a:cubicBezTo>
                      <a:pt x="73" y="27"/>
                      <a:pt x="73" y="26"/>
                      <a:pt x="72" y="26"/>
                    </a:cubicBezTo>
                    <a:cubicBezTo>
                      <a:pt x="72" y="25"/>
                      <a:pt x="72" y="25"/>
                      <a:pt x="71" y="25"/>
                    </a:cubicBezTo>
                    <a:lnTo>
                      <a:pt x="72" y="25"/>
                    </a:lnTo>
                    <a:lnTo>
                      <a:pt x="71" y="25"/>
                    </a:lnTo>
                    <a:lnTo>
                      <a:pt x="71" y="24"/>
                    </a:lnTo>
                    <a:cubicBezTo>
                      <a:pt x="70" y="24"/>
                      <a:pt x="70" y="24"/>
                      <a:pt x="69" y="24"/>
                    </a:cubicBezTo>
                    <a:lnTo>
                      <a:pt x="68" y="24"/>
                    </a:lnTo>
                    <a:cubicBezTo>
                      <a:pt x="67" y="24"/>
                      <a:pt x="66" y="24"/>
                      <a:pt x="66" y="24"/>
                    </a:cubicBezTo>
                    <a:cubicBezTo>
                      <a:pt x="65" y="24"/>
                      <a:pt x="64" y="25"/>
                      <a:pt x="63" y="25"/>
                    </a:cubicBezTo>
                    <a:lnTo>
                      <a:pt x="64" y="25"/>
                    </a:lnTo>
                    <a:cubicBezTo>
                      <a:pt x="63" y="25"/>
                      <a:pt x="62" y="25"/>
                      <a:pt x="62" y="25"/>
                    </a:cubicBezTo>
                    <a:cubicBezTo>
                      <a:pt x="61" y="26"/>
                      <a:pt x="60" y="27"/>
                      <a:pt x="59" y="27"/>
                    </a:cubicBezTo>
                    <a:cubicBezTo>
                      <a:pt x="58" y="28"/>
                      <a:pt x="57" y="29"/>
                      <a:pt x="55" y="29"/>
                    </a:cubicBezTo>
                    <a:cubicBezTo>
                      <a:pt x="54" y="31"/>
                      <a:pt x="52" y="32"/>
                      <a:pt x="50" y="34"/>
                    </a:cubicBezTo>
                    <a:cubicBezTo>
                      <a:pt x="48" y="36"/>
                      <a:pt x="47" y="39"/>
                      <a:pt x="44" y="41"/>
                    </a:cubicBezTo>
                    <a:cubicBezTo>
                      <a:pt x="45" y="41"/>
                      <a:pt x="45" y="41"/>
                      <a:pt x="45" y="40"/>
                    </a:cubicBezTo>
                    <a:cubicBezTo>
                      <a:pt x="41" y="46"/>
                      <a:pt x="38" y="52"/>
                      <a:pt x="34" y="57"/>
                    </a:cubicBezTo>
                    <a:cubicBezTo>
                      <a:pt x="31" y="63"/>
                      <a:pt x="29" y="67"/>
                      <a:pt x="27" y="73"/>
                    </a:cubicBezTo>
                    <a:cubicBezTo>
                      <a:pt x="24" y="81"/>
                      <a:pt x="22" y="89"/>
                      <a:pt x="20" y="98"/>
                    </a:cubicBezTo>
                    <a:cubicBezTo>
                      <a:pt x="19" y="102"/>
                      <a:pt x="19" y="105"/>
                      <a:pt x="18" y="109"/>
                    </a:cubicBezTo>
                    <a:cubicBezTo>
                      <a:pt x="18" y="112"/>
                      <a:pt x="18" y="115"/>
                      <a:pt x="18" y="117"/>
                    </a:cubicBezTo>
                    <a:cubicBezTo>
                      <a:pt x="18" y="120"/>
                      <a:pt x="19" y="123"/>
                      <a:pt x="19" y="126"/>
                    </a:cubicBezTo>
                    <a:lnTo>
                      <a:pt x="19" y="127"/>
                    </a:lnTo>
                    <a:cubicBezTo>
                      <a:pt x="19" y="126"/>
                      <a:pt x="19" y="126"/>
                      <a:pt x="19" y="126"/>
                    </a:cubicBezTo>
                    <a:cubicBezTo>
                      <a:pt x="19" y="128"/>
                      <a:pt x="20" y="130"/>
                      <a:pt x="20" y="133"/>
                    </a:cubicBezTo>
                    <a:cubicBezTo>
                      <a:pt x="21" y="134"/>
                      <a:pt x="22" y="135"/>
                      <a:pt x="22" y="136"/>
                    </a:cubicBezTo>
                    <a:cubicBezTo>
                      <a:pt x="22" y="137"/>
                      <a:pt x="23" y="137"/>
                      <a:pt x="23" y="138"/>
                    </a:cubicBezTo>
                    <a:cubicBezTo>
                      <a:pt x="23" y="137"/>
                      <a:pt x="23" y="137"/>
                      <a:pt x="22" y="137"/>
                    </a:cubicBezTo>
                    <a:cubicBezTo>
                      <a:pt x="23" y="137"/>
                      <a:pt x="23" y="138"/>
                      <a:pt x="23" y="138"/>
                    </a:cubicBezTo>
                    <a:cubicBezTo>
                      <a:pt x="24" y="139"/>
                      <a:pt x="24" y="140"/>
                      <a:pt x="25" y="140"/>
                    </a:cubicBezTo>
                    <a:lnTo>
                      <a:pt x="24" y="140"/>
                    </a:lnTo>
                    <a:cubicBezTo>
                      <a:pt x="25" y="140"/>
                      <a:pt x="25" y="140"/>
                      <a:pt x="25" y="140"/>
                    </a:cubicBezTo>
                    <a:cubicBezTo>
                      <a:pt x="26" y="141"/>
                      <a:pt x="26" y="141"/>
                      <a:pt x="26" y="141"/>
                    </a:cubicBezTo>
                    <a:lnTo>
                      <a:pt x="27" y="141"/>
                    </a:lnTo>
                    <a:cubicBezTo>
                      <a:pt x="28" y="141"/>
                      <a:pt x="29" y="141"/>
                      <a:pt x="29" y="141"/>
                    </a:cubicBezTo>
                    <a:cubicBezTo>
                      <a:pt x="30" y="142"/>
                      <a:pt x="30" y="142"/>
                      <a:pt x="31" y="142"/>
                    </a:cubicBezTo>
                    <a:cubicBezTo>
                      <a:pt x="31" y="142"/>
                      <a:pt x="31" y="141"/>
                      <a:pt x="32" y="141"/>
                    </a:cubicBezTo>
                    <a:cubicBezTo>
                      <a:pt x="33" y="141"/>
                      <a:pt x="34" y="141"/>
                      <a:pt x="35" y="141"/>
                    </a:cubicBezTo>
                    <a:cubicBezTo>
                      <a:pt x="37" y="140"/>
                      <a:pt x="39" y="140"/>
                      <a:pt x="41" y="138"/>
                    </a:cubicBezTo>
                    <a:cubicBezTo>
                      <a:pt x="43" y="137"/>
                      <a:pt x="45" y="137"/>
                      <a:pt x="47" y="136"/>
                    </a:cubicBezTo>
                    <a:cubicBezTo>
                      <a:pt x="49" y="134"/>
                      <a:pt x="51" y="133"/>
                      <a:pt x="52" y="131"/>
                    </a:cubicBezTo>
                    <a:cubicBezTo>
                      <a:pt x="57" y="128"/>
                      <a:pt x="61" y="124"/>
                      <a:pt x="64" y="120"/>
                    </a:cubicBezTo>
                    <a:cubicBezTo>
                      <a:pt x="67" y="117"/>
                      <a:pt x="69" y="115"/>
                      <a:pt x="72" y="112"/>
                    </a:cubicBezTo>
                    <a:cubicBezTo>
                      <a:pt x="75" y="108"/>
                      <a:pt x="78" y="105"/>
                      <a:pt x="80" y="101"/>
                    </a:cubicBezTo>
                    <a:lnTo>
                      <a:pt x="80" y="102"/>
                    </a:lnTo>
                    <a:cubicBezTo>
                      <a:pt x="82" y="98"/>
                      <a:pt x="85" y="95"/>
                      <a:pt x="86" y="92"/>
                    </a:cubicBezTo>
                    <a:cubicBezTo>
                      <a:pt x="89" y="87"/>
                      <a:pt x="92" y="81"/>
                      <a:pt x="94" y="75"/>
                    </a:cubicBezTo>
                    <a:cubicBezTo>
                      <a:pt x="94" y="74"/>
                      <a:pt x="95" y="73"/>
                      <a:pt x="95" y="72"/>
                    </a:cubicBezTo>
                    <a:cubicBezTo>
                      <a:pt x="96" y="71"/>
                      <a:pt x="96" y="71"/>
                      <a:pt x="96" y="70"/>
                    </a:cubicBezTo>
                    <a:cubicBezTo>
                      <a:pt x="97" y="65"/>
                      <a:pt x="103" y="62"/>
                      <a:pt x="108" y="64"/>
                    </a:cubicBezTo>
                    <a:cubicBezTo>
                      <a:pt x="112" y="65"/>
                      <a:pt x="116" y="71"/>
                      <a:pt x="114" y="76"/>
                    </a:cubicBezTo>
                    <a:lnTo>
                      <a:pt x="114" y="77"/>
                    </a:lnTo>
                    <a:cubicBezTo>
                      <a:pt x="113" y="78"/>
                      <a:pt x="112" y="80"/>
                      <a:pt x="112" y="81"/>
                    </a:cubicBezTo>
                    <a:cubicBezTo>
                      <a:pt x="112" y="83"/>
                      <a:pt x="111" y="85"/>
                      <a:pt x="111" y="88"/>
                    </a:cubicBezTo>
                    <a:cubicBezTo>
                      <a:pt x="111" y="90"/>
                      <a:pt x="111" y="92"/>
                      <a:pt x="111" y="95"/>
                    </a:cubicBezTo>
                    <a:cubicBezTo>
                      <a:pt x="111" y="96"/>
                      <a:pt x="111" y="98"/>
                      <a:pt x="111" y="100"/>
                    </a:cubicBezTo>
                    <a:cubicBezTo>
                      <a:pt x="112" y="101"/>
                      <a:pt x="112" y="102"/>
                      <a:pt x="112" y="103"/>
                    </a:cubicBezTo>
                    <a:cubicBezTo>
                      <a:pt x="112" y="103"/>
                      <a:pt x="112" y="105"/>
                      <a:pt x="113" y="105"/>
                    </a:cubicBezTo>
                    <a:cubicBezTo>
                      <a:pt x="113" y="106"/>
                      <a:pt x="114" y="106"/>
                      <a:pt x="114" y="108"/>
                    </a:cubicBezTo>
                    <a:cubicBezTo>
                      <a:pt x="114" y="108"/>
                      <a:pt x="115" y="108"/>
                      <a:pt x="115" y="109"/>
                    </a:cubicBezTo>
                    <a:cubicBezTo>
                      <a:pt x="115" y="109"/>
                      <a:pt x="116" y="109"/>
                      <a:pt x="116" y="110"/>
                    </a:cubicBezTo>
                    <a:lnTo>
                      <a:pt x="116" y="109"/>
                    </a:lnTo>
                    <a:cubicBezTo>
                      <a:pt x="116" y="110"/>
                      <a:pt x="117" y="110"/>
                      <a:pt x="117" y="110"/>
                    </a:cubicBezTo>
                    <a:lnTo>
                      <a:pt x="116" y="110"/>
                    </a:lnTo>
                    <a:cubicBezTo>
                      <a:pt x="117" y="110"/>
                      <a:pt x="117" y="110"/>
                      <a:pt x="117" y="110"/>
                    </a:cubicBezTo>
                    <a:cubicBezTo>
                      <a:pt x="117" y="110"/>
                      <a:pt x="118" y="110"/>
                      <a:pt x="118" y="111"/>
                    </a:cubicBezTo>
                    <a:lnTo>
                      <a:pt x="119" y="111"/>
                    </a:lnTo>
                    <a:cubicBezTo>
                      <a:pt x="119" y="111"/>
                      <a:pt x="120" y="111"/>
                      <a:pt x="120" y="112"/>
                    </a:cubicBezTo>
                    <a:cubicBezTo>
                      <a:pt x="121" y="112"/>
                      <a:pt x="121" y="112"/>
                      <a:pt x="121" y="112"/>
                    </a:cubicBezTo>
                    <a:cubicBezTo>
                      <a:pt x="122" y="111"/>
                      <a:pt x="122" y="111"/>
                      <a:pt x="122" y="111"/>
                    </a:cubicBezTo>
                    <a:cubicBezTo>
                      <a:pt x="124" y="111"/>
                      <a:pt x="125" y="111"/>
                      <a:pt x="126" y="110"/>
                    </a:cubicBezTo>
                    <a:cubicBezTo>
                      <a:pt x="127" y="110"/>
                      <a:pt x="128" y="110"/>
                      <a:pt x="129" y="109"/>
                    </a:cubicBezTo>
                    <a:cubicBezTo>
                      <a:pt x="131" y="109"/>
                      <a:pt x="132" y="108"/>
                      <a:pt x="133" y="108"/>
                    </a:cubicBezTo>
                    <a:cubicBezTo>
                      <a:pt x="134" y="106"/>
                      <a:pt x="136" y="105"/>
                      <a:pt x="138" y="104"/>
                    </a:cubicBezTo>
                    <a:cubicBezTo>
                      <a:pt x="140" y="102"/>
                      <a:pt x="143" y="99"/>
                      <a:pt x="145" y="96"/>
                    </a:cubicBezTo>
                    <a:cubicBezTo>
                      <a:pt x="149" y="93"/>
                      <a:pt x="152" y="89"/>
                      <a:pt x="156" y="84"/>
                    </a:cubicBezTo>
                    <a:cubicBezTo>
                      <a:pt x="161" y="76"/>
                      <a:pt x="167" y="67"/>
                      <a:pt x="172" y="57"/>
                    </a:cubicBezTo>
                    <a:cubicBezTo>
                      <a:pt x="174" y="55"/>
                      <a:pt x="175" y="52"/>
                      <a:pt x="176" y="50"/>
                    </a:cubicBezTo>
                    <a:cubicBezTo>
                      <a:pt x="177" y="48"/>
                      <a:pt x="177" y="47"/>
                      <a:pt x="177" y="46"/>
                    </a:cubicBezTo>
                    <a:cubicBezTo>
                      <a:pt x="177" y="45"/>
                      <a:pt x="178" y="43"/>
                      <a:pt x="178" y="42"/>
                    </a:cubicBezTo>
                    <a:cubicBezTo>
                      <a:pt x="178" y="41"/>
                      <a:pt x="178" y="41"/>
                      <a:pt x="178" y="40"/>
                    </a:cubicBezTo>
                    <a:lnTo>
                      <a:pt x="178" y="41"/>
                    </a:lnTo>
                    <a:cubicBezTo>
                      <a:pt x="178" y="40"/>
                      <a:pt x="178" y="39"/>
                      <a:pt x="178" y="38"/>
                    </a:cubicBezTo>
                    <a:cubicBezTo>
                      <a:pt x="178" y="38"/>
                      <a:pt x="177" y="37"/>
                      <a:pt x="177" y="36"/>
                    </a:cubicBezTo>
                    <a:cubicBezTo>
                      <a:pt x="177" y="35"/>
                      <a:pt x="176" y="34"/>
                      <a:pt x="175" y="32"/>
                    </a:cubicBezTo>
                    <a:cubicBezTo>
                      <a:pt x="175" y="31"/>
                      <a:pt x="175" y="31"/>
                      <a:pt x="175" y="31"/>
                    </a:cubicBezTo>
                    <a:cubicBezTo>
                      <a:pt x="174" y="29"/>
                      <a:pt x="174" y="29"/>
                      <a:pt x="173" y="28"/>
                    </a:cubicBezTo>
                    <a:cubicBezTo>
                      <a:pt x="172" y="28"/>
                      <a:pt x="172" y="28"/>
                      <a:pt x="172" y="27"/>
                    </a:cubicBezTo>
                    <a:cubicBezTo>
                      <a:pt x="171" y="27"/>
                      <a:pt x="171" y="27"/>
                      <a:pt x="170" y="27"/>
                    </a:cubicBezTo>
                    <a:cubicBezTo>
                      <a:pt x="170" y="26"/>
                      <a:pt x="170" y="26"/>
                      <a:pt x="169" y="26"/>
                    </a:cubicBezTo>
                    <a:cubicBezTo>
                      <a:pt x="168" y="25"/>
                      <a:pt x="167" y="25"/>
                      <a:pt x="166" y="25"/>
                    </a:cubicBezTo>
                    <a:cubicBezTo>
                      <a:pt x="165" y="25"/>
                      <a:pt x="164" y="24"/>
                      <a:pt x="163" y="24"/>
                    </a:cubicBezTo>
                    <a:cubicBezTo>
                      <a:pt x="162" y="24"/>
                      <a:pt x="161" y="24"/>
                      <a:pt x="160" y="24"/>
                    </a:cubicBezTo>
                    <a:cubicBezTo>
                      <a:pt x="159" y="24"/>
                      <a:pt x="158" y="24"/>
                      <a:pt x="157" y="25"/>
                    </a:cubicBezTo>
                    <a:cubicBezTo>
                      <a:pt x="156" y="25"/>
                      <a:pt x="154" y="25"/>
                      <a:pt x="153" y="25"/>
                    </a:cubicBezTo>
                    <a:cubicBezTo>
                      <a:pt x="153" y="26"/>
                      <a:pt x="152" y="26"/>
                      <a:pt x="150" y="27"/>
                    </a:cubicBezTo>
                    <a:cubicBezTo>
                      <a:pt x="148" y="28"/>
                      <a:pt x="146" y="29"/>
                      <a:pt x="145" y="30"/>
                    </a:cubicBezTo>
                    <a:cubicBezTo>
                      <a:pt x="142" y="31"/>
                      <a:pt x="140" y="33"/>
                      <a:pt x="138" y="34"/>
                    </a:cubicBezTo>
                    <a:cubicBezTo>
                      <a:pt x="138" y="35"/>
                      <a:pt x="136" y="36"/>
                      <a:pt x="136" y="36"/>
                    </a:cubicBezTo>
                    <a:cubicBezTo>
                      <a:pt x="135" y="38"/>
                      <a:pt x="135" y="38"/>
                      <a:pt x="133" y="39"/>
                    </a:cubicBezTo>
                    <a:cubicBezTo>
                      <a:pt x="131" y="43"/>
                      <a:pt x="125" y="43"/>
                      <a:pt x="121" y="41"/>
                    </a:cubicBezTo>
                    <a:cubicBezTo>
                      <a:pt x="117" y="37"/>
                      <a:pt x="117" y="31"/>
                      <a:pt x="119" y="28"/>
                    </a:cubicBezTo>
                    <a:cubicBezTo>
                      <a:pt x="121" y="25"/>
                      <a:pt x="123" y="24"/>
                      <a:pt x="125" y="22"/>
                    </a:cubicBezTo>
                    <a:cubicBezTo>
                      <a:pt x="127" y="20"/>
                      <a:pt x="129" y="18"/>
                      <a:pt x="132" y="16"/>
                    </a:cubicBezTo>
                    <a:cubicBezTo>
                      <a:pt x="137" y="13"/>
                      <a:pt x="143" y="10"/>
                      <a:pt x="149" y="7"/>
                    </a:cubicBezTo>
                    <a:cubicBezTo>
                      <a:pt x="160" y="4"/>
                      <a:pt x="173" y="5"/>
                      <a:pt x="183" y="13"/>
                    </a:cubicBezTo>
                    <a:cubicBezTo>
                      <a:pt x="187" y="15"/>
                      <a:pt x="191" y="20"/>
                      <a:pt x="193" y="25"/>
                    </a:cubicBezTo>
                    <a:cubicBezTo>
                      <a:pt x="195" y="31"/>
                      <a:pt x="197" y="37"/>
                      <a:pt x="196" y="43"/>
                    </a:cubicBezTo>
                    <a:cubicBezTo>
                      <a:pt x="195" y="53"/>
                      <a:pt x="191" y="62"/>
                      <a:pt x="185" y="71"/>
                    </a:cubicBezTo>
                    <a:cubicBezTo>
                      <a:pt x="183" y="75"/>
                      <a:pt x="181" y="79"/>
                      <a:pt x="178" y="83"/>
                    </a:cubicBezTo>
                    <a:cubicBezTo>
                      <a:pt x="172" y="92"/>
                      <a:pt x="167" y="100"/>
                      <a:pt x="160" y="108"/>
                    </a:cubicBezTo>
                    <a:cubicBezTo>
                      <a:pt x="155" y="113"/>
                      <a:pt x="151" y="117"/>
                      <a:pt x="146" y="121"/>
                    </a:cubicBezTo>
                    <a:cubicBezTo>
                      <a:pt x="140" y="125"/>
                      <a:pt x="134" y="127"/>
                      <a:pt x="128" y="129"/>
                    </a:cubicBezTo>
                    <a:cubicBezTo>
                      <a:pt x="122" y="130"/>
                      <a:pt x="116" y="130"/>
                      <a:pt x="111" y="128"/>
                    </a:cubicBezTo>
                    <a:cubicBezTo>
                      <a:pt x="105" y="126"/>
                      <a:pt x="101" y="122"/>
                      <a:pt x="98" y="116"/>
                    </a:cubicBezTo>
                    <a:cubicBezTo>
                      <a:pt x="97" y="115"/>
                      <a:pt x="96" y="112"/>
                      <a:pt x="95" y="110"/>
                    </a:cubicBezTo>
                    <a:cubicBezTo>
                      <a:pt x="91" y="116"/>
                      <a:pt x="87" y="122"/>
                      <a:pt x="82" y="127"/>
                    </a:cubicBezTo>
                    <a:cubicBezTo>
                      <a:pt x="76" y="134"/>
                      <a:pt x="69" y="141"/>
                      <a:pt x="62" y="147"/>
                    </a:cubicBezTo>
                    <a:cubicBezTo>
                      <a:pt x="58" y="150"/>
                      <a:pt x="52" y="154"/>
                      <a:pt x="47" y="156"/>
                    </a:cubicBezTo>
                    <a:cubicBezTo>
                      <a:pt x="41" y="158"/>
                      <a:pt x="36" y="160"/>
                      <a:pt x="30" y="160"/>
                    </a:cubicBezTo>
                    <a:cubicBezTo>
                      <a:pt x="29" y="160"/>
                      <a:pt x="29" y="160"/>
                      <a:pt x="28" y="1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0" name="Google Shape;1500;p17"/>
              <p:cNvSpPr/>
              <p:nvPr/>
            </p:nvSpPr>
            <p:spPr>
              <a:xfrm>
                <a:off x="3502440" y="4104720"/>
                <a:ext cx="33480" cy="53280"/>
              </a:xfrm>
              <a:custGeom>
                <a:avLst/>
                <a:gdLst/>
                <a:ahLst/>
                <a:cxnLst/>
                <a:rect l="l" t="t" r="r" b="b"/>
                <a:pathLst>
                  <a:path w="93" h="148" extrusionOk="0">
                    <a:moveTo>
                      <a:pt x="0" y="138"/>
                    </a:moveTo>
                    <a:cubicBezTo>
                      <a:pt x="0" y="133"/>
                      <a:pt x="4" y="128"/>
                      <a:pt x="9" y="128"/>
                    </a:cubicBezTo>
                    <a:cubicBezTo>
                      <a:pt x="14" y="127"/>
                      <a:pt x="21" y="127"/>
                      <a:pt x="27" y="126"/>
                    </a:cubicBezTo>
                    <a:cubicBezTo>
                      <a:pt x="32" y="125"/>
                      <a:pt x="37" y="124"/>
                      <a:pt x="42" y="123"/>
                    </a:cubicBezTo>
                    <a:cubicBezTo>
                      <a:pt x="44" y="122"/>
                      <a:pt x="46" y="122"/>
                      <a:pt x="48" y="120"/>
                    </a:cubicBezTo>
                    <a:cubicBezTo>
                      <a:pt x="49" y="120"/>
                      <a:pt x="49" y="120"/>
                      <a:pt x="50" y="120"/>
                    </a:cubicBezTo>
                    <a:cubicBezTo>
                      <a:pt x="50" y="119"/>
                      <a:pt x="51" y="119"/>
                      <a:pt x="51" y="119"/>
                    </a:cubicBezTo>
                    <a:cubicBezTo>
                      <a:pt x="51" y="119"/>
                      <a:pt x="51" y="118"/>
                      <a:pt x="50" y="118"/>
                    </a:cubicBezTo>
                    <a:cubicBezTo>
                      <a:pt x="51" y="118"/>
                      <a:pt x="51" y="119"/>
                      <a:pt x="51" y="119"/>
                    </a:cubicBezTo>
                    <a:cubicBezTo>
                      <a:pt x="47" y="115"/>
                      <a:pt x="44" y="112"/>
                      <a:pt x="39" y="108"/>
                    </a:cubicBezTo>
                    <a:cubicBezTo>
                      <a:pt x="40" y="108"/>
                      <a:pt x="40" y="109"/>
                      <a:pt x="41" y="109"/>
                    </a:cubicBezTo>
                    <a:cubicBezTo>
                      <a:pt x="35" y="103"/>
                      <a:pt x="29" y="97"/>
                      <a:pt x="23" y="91"/>
                    </a:cubicBezTo>
                    <a:cubicBezTo>
                      <a:pt x="20" y="88"/>
                      <a:pt x="17" y="84"/>
                      <a:pt x="14" y="80"/>
                    </a:cubicBezTo>
                    <a:cubicBezTo>
                      <a:pt x="12" y="76"/>
                      <a:pt x="10" y="71"/>
                      <a:pt x="9" y="67"/>
                    </a:cubicBezTo>
                    <a:cubicBezTo>
                      <a:pt x="7" y="58"/>
                      <a:pt x="7" y="48"/>
                      <a:pt x="10" y="39"/>
                    </a:cubicBezTo>
                    <a:cubicBezTo>
                      <a:pt x="13" y="31"/>
                      <a:pt x="19" y="24"/>
                      <a:pt x="25" y="18"/>
                    </a:cubicBezTo>
                    <a:cubicBezTo>
                      <a:pt x="33" y="11"/>
                      <a:pt x="42" y="7"/>
                      <a:pt x="51" y="4"/>
                    </a:cubicBezTo>
                    <a:cubicBezTo>
                      <a:pt x="55" y="3"/>
                      <a:pt x="59" y="2"/>
                      <a:pt x="64" y="1"/>
                    </a:cubicBezTo>
                    <a:cubicBezTo>
                      <a:pt x="69" y="0"/>
                      <a:pt x="74" y="1"/>
                      <a:pt x="79" y="3"/>
                    </a:cubicBezTo>
                    <a:cubicBezTo>
                      <a:pt x="86" y="4"/>
                      <a:pt x="92" y="10"/>
                      <a:pt x="92" y="17"/>
                    </a:cubicBezTo>
                    <a:cubicBezTo>
                      <a:pt x="92" y="18"/>
                      <a:pt x="92" y="20"/>
                      <a:pt x="92" y="21"/>
                    </a:cubicBezTo>
                    <a:cubicBezTo>
                      <a:pt x="92" y="23"/>
                      <a:pt x="91" y="25"/>
                      <a:pt x="90" y="26"/>
                    </a:cubicBezTo>
                    <a:cubicBezTo>
                      <a:pt x="87" y="28"/>
                      <a:pt x="84" y="29"/>
                      <a:pt x="80" y="28"/>
                    </a:cubicBezTo>
                    <a:cubicBezTo>
                      <a:pt x="77" y="27"/>
                      <a:pt x="75" y="24"/>
                      <a:pt x="74" y="21"/>
                    </a:cubicBezTo>
                    <a:lnTo>
                      <a:pt x="73" y="21"/>
                    </a:lnTo>
                    <a:lnTo>
                      <a:pt x="72" y="21"/>
                    </a:lnTo>
                    <a:cubicBezTo>
                      <a:pt x="71" y="20"/>
                      <a:pt x="70" y="20"/>
                      <a:pt x="69" y="20"/>
                    </a:cubicBezTo>
                    <a:cubicBezTo>
                      <a:pt x="68" y="20"/>
                      <a:pt x="67" y="20"/>
                      <a:pt x="66" y="20"/>
                    </a:cubicBezTo>
                    <a:lnTo>
                      <a:pt x="67" y="20"/>
                    </a:lnTo>
                    <a:cubicBezTo>
                      <a:pt x="66" y="20"/>
                      <a:pt x="65" y="20"/>
                      <a:pt x="63" y="20"/>
                    </a:cubicBezTo>
                    <a:cubicBezTo>
                      <a:pt x="61" y="21"/>
                      <a:pt x="59" y="21"/>
                      <a:pt x="56" y="22"/>
                    </a:cubicBezTo>
                    <a:cubicBezTo>
                      <a:pt x="53" y="23"/>
                      <a:pt x="51" y="24"/>
                      <a:pt x="48" y="25"/>
                    </a:cubicBezTo>
                    <a:cubicBezTo>
                      <a:pt x="46" y="26"/>
                      <a:pt x="44" y="27"/>
                      <a:pt x="42" y="28"/>
                    </a:cubicBezTo>
                    <a:cubicBezTo>
                      <a:pt x="41" y="29"/>
                      <a:pt x="40" y="30"/>
                      <a:pt x="38" y="31"/>
                    </a:cubicBezTo>
                    <a:cubicBezTo>
                      <a:pt x="38" y="32"/>
                      <a:pt x="37" y="33"/>
                      <a:pt x="35" y="34"/>
                    </a:cubicBezTo>
                    <a:cubicBezTo>
                      <a:pt x="34" y="35"/>
                      <a:pt x="33" y="36"/>
                      <a:pt x="32" y="38"/>
                    </a:cubicBezTo>
                    <a:cubicBezTo>
                      <a:pt x="31" y="39"/>
                      <a:pt x="30" y="41"/>
                      <a:pt x="30" y="42"/>
                    </a:cubicBezTo>
                    <a:cubicBezTo>
                      <a:pt x="29" y="43"/>
                      <a:pt x="28" y="44"/>
                      <a:pt x="28" y="45"/>
                    </a:cubicBezTo>
                    <a:cubicBezTo>
                      <a:pt x="28" y="46"/>
                      <a:pt x="27" y="48"/>
                      <a:pt x="27" y="49"/>
                    </a:cubicBezTo>
                    <a:cubicBezTo>
                      <a:pt x="27" y="50"/>
                      <a:pt x="27" y="50"/>
                      <a:pt x="27" y="52"/>
                    </a:cubicBezTo>
                    <a:cubicBezTo>
                      <a:pt x="26" y="53"/>
                      <a:pt x="26" y="54"/>
                      <a:pt x="26" y="55"/>
                    </a:cubicBezTo>
                    <a:cubicBezTo>
                      <a:pt x="27" y="57"/>
                      <a:pt x="27" y="59"/>
                      <a:pt x="27" y="60"/>
                    </a:cubicBezTo>
                    <a:cubicBezTo>
                      <a:pt x="27" y="62"/>
                      <a:pt x="27" y="63"/>
                      <a:pt x="28" y="64"/>
                    </a:cubicBezTo>
                    <a:cubicBezTo>
                      <a:pt x="28" y="65"/>
                      <a:pt x="28" y="66"/>
                      <a:pt x="29" y="68"/>
                    </a:cubicBezTo>
                    <a:cubicBezTo>
                      <a:pt x="30" y="69"/>
                      <a:pt x="30" y="70"/>
                      <a:pt x="31" y="71"/>
                    </a:cubicBezTo>
                    <a:cubicBezTo>
                      <a:pt x="32" y="73"/>
                      <a:pt x="34" y="74"/>
                      <a:pt x="35" y="77"/>
                    </a:cubicBezTo>
                    <a:cubicBezTo>
                      <a:pt x="41" y="83"/>
                      <a:pt x="46" y="89"/>
                      <a:pt x="53" y="95"/>
                    </a:cubicBezTo>
                    <a:cubicBezTo>
                      <a:pt x="55" y="97"/>
                      <a:pt x="58" y="99"/>
                      <a:pt x="61" y="102"/>
                    </a:cubicBezTo>
                    <a:cubicBezTo>
                      <a:pt x="63" y="105"/>
                      <a:pt x="66" y="107"/>
                      <a:pt x="69" y="110"/>
                    </a:cubicBezTo>
                    <a:cubicBezTo>
                      <a:pt x="69" y="112"/>
                      <a:pt x="70" y="114"/>
                      <a:pt x="70" y="116"/>
                    </a:cubicBezTo>
                    <a:cubicBezTo>
                      <a:pt x="71" y="119"/>
                      <a:pt x="70" y="122"/>
                      <a:pt x="70" y="124"/>
                    </a:cubicBezTo>
                    <a:cubicBezTo>
                      <a:pt x="69" y="129"/>
                      <a:pt x="65" y="132"/>
                      <a:pt x="61" y="135"/>
                    </a:cubicBezTo>
                    <a:cubicBezTo>
                      <a:pt x="58" y="137"/>
                      <a:pt x="53" y="139"/>
                      <a:pt x="48" y="140"/>
                    </a:cubicBezTo>
                    <a:cubicBezTo>
                      <a:pt x="42" y="142"/>
                      <a:pt x="35" y="143"/>
                      <a:pt x="29" y="144"/>
                    </a:cubicBezTo>
                    <a:cubicBezTo>
                      <a:pt x="30" y="144"/>
                      <a:pt x="30" y="144"/>
                      <a:pt x="30" y="144"/>
                    </a:cubicBezTo>
                    <a:cubicBezTo>
                      <a:pt x="24" y="145"/>
                      <a:pt x="17" y="146"/>
                      <a:pt x="11" y="147"/>
                    </a:cubicBezTo>
                    <a:cubicBezTo>
                      <a:pt x="10" y="147"/>
                      <a:pt x="10" y="147"/>
                      <a:pt x="10" y="147"/>
                    </a:cubicBezTo>
                    <a:cubicBezTo>
                      <a:pt x="5" y="147"/>
                      <a:pt x="1" y="143"/>
                      <a:pt x="0" y="1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1" name="Google Shape;1501;p17"/>
              <p:cNvSpPr/>
              <p:nvPr/>
            </p:nvSpPr>
            <p:spPr>
              <a:xfrm>
                <a:off x="3543120" y="4102200"/>
                <a:ext cx="45360" cy="5868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163" extrusionOk="0">
                    <a:moveTo>
                      <a:pt x="20" y="140"/>
                    </a:moveTo>
                    <a:cubicBezTo>
                      <a:pt x="20" y="138"/>
                      <a:pt x="21" y="137"/>
                      <a:pt x="23" y="137"/>
                    </a:cubicBezTo>
                    <a:cubicBezTo>
                      <a:pt x="26" y="133"/>
                      <a:pt x="29" y="129"/>
                      <a:pt x="32" y="125"/>
                    </a:cubicBezTo>
                    <a:cubicBezTo>
                      <a:pt x="31" y="126"/>
                      <a:pt x="31" y="126"/>
                      <a:pt x="31" y="126"/>
                    </a:cubicBezTo>
                    <a:cubicBezTo>
                      <a:pt x="30" y="126"/>
                      <a:pt x="28" y="127"/>
                      <a:pt x="27" y="127"/>
                    </a:cubicBezTo>
                    <a:cubicBezTo>
                      <a:pt x="27" y="128"/>
                      <a:pt x="26" y="129"/>
                      <a:pt x="26" y="129"/>
                    </a:cubicBezTo>
                    <a:cubicBezTo>
                      <a:pt x="25" y="129"/>
                      <a:pt x="24" y="130"/>
                      <a:pt x="24" y="130"/>
                    </a:cubicBezTo>
                    <a:cubicBezTo>
                      <a:pt x="23" y="131"/>
                      <a:pt x="23" y="131"/>
                      <a:pt x="23" y="131"/>
                    </a:cubicBezTo>
                    <a:cubicBezTo>
                      <a:pt x="23" y="132"/>
                      <a:pt x="22" y="133"/>
                      <a:pt x="21" y="134"/>
                    </a:cubicBezTo>
                    <a:cubicBezTo>
                      <a:pt x="21" y="135"/>
                      <a:pt x="21" y="136"/>
                      <a:pt x="20" y="137"/>
                    </a:cubicBezTo>
                    <a:lnTo>
                      <a:pt x="20" y="138"/>
                    </a:lnTo>
                    <a:cubicBezTo>
                      <a:pt x="20" y="139"/>
                      <a:pt x="20" y="139"/>
                      <a:pt x="20" y="140"/>
                    </a:cubicBezTo>
                    <a:moveTo>
                      <a:pt x="10" y="161"/>
                    </a:moveTo>
                    <a:cubicBezTo>
                      <a:pt x="6" y="159"/>
                      <a:pt x="2" y="155"/>
                      <a:pt x="1" y="150"/>
                    </a:cubicBezTo>
                    <a:cubicBezTo>
                      <a:pt x="0" y="144"/>
                      <a:pt x="0" y="138"/>
                      <a:pt x="2" y="133"/>
                    </a:cubicBezTo>
                    <a:cubicBezTo>
                      <a:pt x="4" y="127"/>
                      <a:pt x="7" y="122"/>
                      <a:pt x="10" y="117"/>
                    </a:cubicBezTo>
                    <a:cubicBezTo>
                      <a:pt x="15" y="113"/>
                      <a:pt x="21" y="110"/>
                      <a:pt x="27" y="108"/>
                    </a:cubicBezTo>
                    <a:cubicBezTo>
                      <a:pt x="33" y="106"/>
                      <a:pt x="38" y="105"/>
                      <a:pt x="45" y="105"/>
                    </a:cubicBezTo>
                    <a:cubicBezTo>
                      <a:pt x="45" y="105"/>
                      <a:pt x="46" y="105"/>
                      <a:pt x="47" y="105"/>
                    </a:cubicBezTo>
                    <a:cubicBezTo>
                      <a:pt x="47" y="104"/>
                      <a:pt x="47" y="103"/>
                      <a:pt x="47" y="103"/>
                    </a:cubicBezTo>
                    <a:cubicBezTo>
                      <a:pt x="50" y="99"/>
                      <a:pt x="52" y="94"/>
                      <a:pt x="55" y="89"/>
                    </a:cubicBezTo>
                    <a:cubicBezTo>
                      <a:pt x="58" y="85"/>
                      <a:pt x="60" y="80"/>
                      <a:pt x="62" y="75"/>
                    </a:cubicBezTo>
                    <a:cubicBezTo>
                      <a:pt x="63" y="72"/>
                      <a:pt x="65" y="70"/>
                      <a:pt x="66" y="67"/>
                    </a:cubicBezTo>
                    <a:cubicBezTo>
                      <a:pt x="66" y="66"/>
                      <a:pt x="66" y="66"/>
                      <a:pt x="66" y="65"/>
                    </a:cubicBezTo>
                    <a:cubicBezTo>
                      <a:pt x="65" y="65"/>
                      <a:pt x="64" y="66"/>
                      <a:pt x="63" y="65"/>
                    </a:cubicBezTo>
                    <a:cubicBezTo>
                      <a:pt x="58" y="64"/>
                      <a:pt x="54" y="60"/>
                      <a:pt x="54" y="55"/>
                    </a:cubicBezTo>
                    <a:cubicBezTo>
                      <a:pt x="54" y="49"/>
                      <a:pt x="56" y="43"/>
                      <a:pt x="59" y="38"/>
                    </a:cubicBezTo>
                    <a:cubicBezTo>
                      <a:pt x="59" y="35"/>
                      <a:pt x="60" y="33"/>
                      <a:pt x="61" y="31"/>
                    </a:cubicBezTo>
                    <a:cubicBezTo>
                      <a:pt x="63" y="27"/>
                      <a:pt x="65" y="22"/>
                      <a:pt x="67" y="17"/>
                    </a:cubicBezTo>
                    <a:cubicBezTo>
                      <a:pt x="69" y="14"/>
                      <a:pt x="71" y="10"/>
                      <a:pt x="74" y="7"/>
                    </a:cubicBezTo>
                    <a:cubicBezTo>
                      <a:pt x="76" y="4"/>
                      <a:pt x="77" y="3"/>
                      <a:pt x="79" y="2"/>
                    </a:cubicBezTo>
                    <a:cubicBezTo>
                      <a:pt x="81" y="0"/>
                      <a:pt x="84" y="0"/>
                      <a:pt x="87" y="0"/>
                    </a:cubicBezTo>
                    <a:cubicBezTo>
                      <a:pt x="91" y="2"/>
                      <a:pt x="95" y="5"/>
                      <a:pt x="96" y="10"/>
                    </a:cubicBezTo>
                    <a:cubicBezTo>
                      <a:pt x="98" y="16"/>
                      <a:pt x="97" y="22"/>
                      <a:pt x="95" y="29"/>
                    </a:cubicBezTo>
                    <a:cubicBezTo>
                      <a:pt x="94" y="35"/>
                      <a:pt x="93" y="41"/>
                      <a:pt x="91" y="48"/>
                    </a:cubicBezTo>
                    <a:cubicBezTo>
                      <a:pt x="90" y="54"/>
                      <a:pt x="87" y="60"/>
                      <a:pt x="85" y="66"/>
                    </a:cubicBezTo>
                    <a:cubicBezTo>
                      <a:pt x="83" y="71"/>
                      <a:pt x="80" y="76"/>
                      <a:pt x="79" y="81"/>
                    </a:cubicBezTo>
                    <a:cubicBezTo>
                      <a:pt x="76" y="86"/>
                      <a:pt x="74" y="91"/>
                      <a:pt x="72" y="95"/>
                    </a:cubicBezTo>
                    <a:cubicBezTo>
                      <a:pt x="70" y="99"/>
                      <a:pt x="67" y="103"/>
                      <a:pt x="66" y="106"/>
                    </a:cubicBezTo>
                    <a:cubicBezTo>
                      <a:pt x="76" y="109"/>
                      <a:pt x="85" y="113"/>
                      <a:pt x="94" y="118"/>
                    </a:cubicBezTo>
                    <a:cubicBezTo>
                      <a:pt x="101" y="122"/>
                      <a:pt x="107" y="126"/>
                      <a:pt x="114" y="129"/>
                    </a:cubicBezTo>
                    <a:cubicBezTo>
                      <a:pt x="115" y="130"/>
                      <a:pt x="117" y="131"/>
                      <a:pt x="118" y="131"/>
                    </a:cubicBezTo>
                    <a:cubicBezTo>
                      <a:pt x="123" y="133"/>
                      <a:pt x="125" y="139"/>
                      <a:pt x="123" y="144"/>
                    </a:cubicBezTo>
                    <a:cubicBezTo>
                      <a:pt x="121" y="148"/>
                      <a:pt x="115" y="151"/>
                      <a:pt x="111" y="148"/>
                    </a:cubicBezTo>
                    <a:cubicBezTo>
                      <a:pt x="101" y="144"/>
                      <a:pt x="93" y="138"/>
                      <a:pt x="84" y="133"/>
                    </a:cubicBezTo>
                    <a:cubicBezTo>
                      <a:pt x="79" y="131"/>
                      <a:pt x="73" y="128"/>
                      <a:pt x="68" y="126"/>
                    </a:cubicBezTo>
                    <a:cubicBezTo>
                      <a:pt x="69" y="126"/>
                      <a:pt x="69" y="126"/>
                      <a:pt x="69" y="126"/>
                    </a:cubicBezTo>
                    <a:lnTo>
                      <a:pt x="68" y="126"/>
                    </a:lnTo>
                    <a:lnTo>
                      <a:pt x="67" y="126"/>
                    </a:lnTo>
                    <a:lnTo>
                      <a:pt x="68" y="126"/>
                    </a:lnTo>
                    <a:cubicBezTo>
                      <a:pt x="65" y="125"/>
                      <a:pt x="63" y="124"/>
                      <a:pt x="60" y="123"/>
                    </a:cubicBezTo>
                    <a:cubicBezTo>
                      <a:pt x="58" y="123"/>
                      <a:pt x="57" y="123"/>
                      <a:pt x="56" y="123"/>
                    </a:cubicBezTo>
                    <a:cubicBezTo>
                      <a:pt x="55" y="123"/>
                      <a:pt x="55" y="123"/>
                      <a:pt x="55" y="123"/>
                    </a:cubicBezTo>
                    <a:cubicBezTo>
                      <a:pt x="50" y="131"/>
                      <a:pt x="44" y="138"/>
                      <a:pt x="38" y="146"/>
                    </a:cubicBezTo>
                    <a:cubicBezTo>
                      <a:pt x="35" y="151"/>
                      <a:pt x="30" y="155"/>
                      <a:pt x="26" y="159"/>
                    </a:cubicBezTo>
                    <a:cubicBezTo>
                      <a:pt x="23" y="161"/>
                      <a:pt x="19" y="162"/>
                      <a:pt x="15" y="162"/>
                    </a:cubicBezTo>
                    <a:cubicBezTo>
                      <a:pt x="13" y="162"/>
                      <a:pt x="12" y="162"/>
                      <a:pt x="10" y="16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2" name="Google Shape;1502;p17"/>
              <p:cNvSpPr/>
              <p:nvPr/>
            </p:nvSpPr>
            <p:spPr>
              <a:xfrm>
                <a:off x="3600720" y="4115880"/>
                <a:ext cx="1548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43" h="77" extrusionOk="0">
                    <a:moveTo>
                      <a:pt x="22" y="70"/>
                    </a:moveTo>
                    <a:cubicBezTo>
                      <a:pt x="18" y="59"/>
                      <a:pt x="14" y="49"/>
                      <a:pt x="9" y="39"/>
                    </a:cubicBezTo>
                    <a:cubicBezTo>
                      <a:pt x="5" y="31"/>
                      <a:pt x="2" y="23"/>
                      <a:pt x="1" y="15"/>
                    </a:cubicBezTo>
                    <a:cubicBezTo>
                      <a:pt x="0" y="12"/>
                      <a:pt x="0" y="10"/>
                      <a:pt x="1" y="8"/>
                    </a:cubicBezTo>
                    <a:cubicBezTo>
                      <a:pt x="1" y="5"/>
                      <a:pt x="3" y="3"/>
                      <a:pt x="5" y="1"/>
                    </a:cubicBezTo>
                    <a:cubicBezTo>
                      <a:pt x="8" y="0"/>
                      <a:pt x="11" y="0"/>
                      <a:pt x="14" y="0"/>
                    </a:cubicBezTo>
                    <a:cubicBezTo>
                      <a:pt x="15" y="0"/>
                      <a:pt x="16" y="1"/>
                      <a:pt x="17" y="1"/>
                    </a:cubicBezTo>
                    <a:cubicBezTo>
                      <a:pt x="22" y="3"/>
                      <a:pt x="25" y="8"/>
                      <a:pt x="23" y="13"/>
                    </a:cubicBezTo>
                    <a:cubicBezTo>
                      <a:pt x="23" y="15"/>
                      <a:pt x="22" y="16"/>
                      <a:pt x="21" y="17"/>
                    </a:cubicBezTo>
                    <a:cubicBezTo>
                      <a:pt x="23" y="25"/>
                      <a:pt x="27" y="33"/>
                      <a:pt x="30" y="41"/>
                    </a:cubicBezTo>
                    <a:cubicBezTo>
                      <a:pt x="33" y="48"/>
                      <a:pt x="37" y="56"/>
                      <a:pt x="40" y="63"/>
                    </a:cubicBezTo>
                    <a:cubicBezTo>
                      <a:pt x="42" y="68"/>
                      <a:pt x="39" y="74"/>
                      <a:pt x="35" y="75"/>
                    </a:cubicBezTo>
                    <a:cubicBezTo>
                      <a:pt x="33" y="76"/>
                      <a:pt x="32" y="76"/>
                      <a:pt x="32" y="76"/>
                    </a:cubicBezTo>
                    <a:cubicBezTo>
                      <a:pt x="28" y="76"/>
                      <a:pt x="24" y="74"/>
                      <a:pt x="22" y="7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3" name="Google Shape;1503;p17"/>
              <p:cNvSpPr/>
              <p:nvPr/>
            </p:nvSpPr>
            <p:spPr>
              <a:xfrm>
                <a:off x="3592800" y="4117320"/>
                <a:ext cx="38520" cy="38520"/>
              </a:xfrm>
              <a:custGeom>
                <a:avLst/>
                <a:gdLst/>
                <a:ahLst/>
                <a:cxnLst/>
                <a:rect l="l" t="t" r="r" b="b"/>
                <a:pathLst>
                  <a:path w="107" h="107" extrusionOk="0">
                    <a:moveTo>
                      <a:pt x="5" y="103"/>
                    </a:moveTo>
                    <a:cubicBezTo>
                      <a:pt x="1" y="100"/>
                      <a:pt x="0" y="94"/>
                      <a:pt x="3" y="90"/>
                    </a:cubicBezTo>
                    <a:cubicBezTo>
                      <a:pt x="15" y="77"/>
                      <a:pt x="26" y="63"/>
                      <a:pt x="38" y="49"/>
                    </a:cubicBezTo>
                    <a:cubicBezTo>
                      <a:pt x="44" y="42"/>
                      <a:pt x="50" y="35"/>
                      <a:pt x="57" y="28"/>
                    </a:cubicBezTo>
                    <a:cubicBezTo>
                      <a:pt x="63" y="20"/>
                      <a:pt x="71" y="12"/>
                      <a:pt x="79" y="6"/>
                    </a:cubicBezTo>
                    <a:cubicBezTo>
                      <a:pt x="83" y="3"/>
                      <a:pt x="88" y="0"/>
                      <a:pt x="93" y="0"/>
                    </a:cubicBezTo>
                    <a:cubicBezTo>
                      <a:pt x="97" y="0"/>
                      <a:pt x="100" y="2"/>
                      <a:pt x="103" y="5"/>
                    </a:cubicBezTo>
                    <a:cubicBezTo>
                      <a:pt x="106" y="8"/>
                      <a:pt x="106" y="15"/>
                      <a:pt x="103" y="18"/>
                    </a:cubicBezTo>
                    <a:cubicBezTo>
                      <a:pt x="99" y="21"/>
                      <a:pt x="95" y="21"/>
                      <a:pt x="92" y="20"/>
                    </a:cubicBezTo>
                    <a:cubicBezTo>
                      <a:pt x="91" y="20"/>
                      <a:pt x="91" y="20"/>
                      <a:pt x="91" y="20"/>
                    </a:cubicBezTo>
                    <a:cubicBezTo>
                      <a:pt x="90" y="21"/>
                      <a:pt x="89" y="22"/>
                      <a:pt x="87" y="23"/>
                    </a:cubicBezTo>
                    <a:cubicBezTo>
                      <a:pt x="83" y="27"/>
                      <a:pt x="79" y="31"/>
                      <a:pt x="75" y="35"/>
                    </a:cubicBezTo>
                    <a:cubicBezTo>
                      <a:pt x="75" y="35"/>
                      <a:pt x="75" y="34"/>
                      <a:pt x="76" y="34"/>
                    </a:cubicBezTo>
                    <a:cubicBezTo>
                      <a:pt x="65" y="45"/>
                      <a:pt x="55" y="57"/>
                      <a:pt x="45" y="68"/>
                    </a:cubicBezTo>
                    <a:cubicBezTo>
                      <a:pt x="36" y="80"/>
                      <a:pt x="27" y="91"/>
                      <a:pt x="17" y="102"/>
                    </a:cubicBezTo>
                    <a:cubicBezTo>
                      <a:pt x="16" y="105"/>
                      <a:pt x="13" y="106"/>
                      <a:pt x="10" y="106"/>
                    </a:cubicBezTo>
                    <a:cubicBezTo>
                      <a:pt x="8" y="106"/>
                      <a:pt x="6" y="105"/>
                      <a:pt x="5" y="10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4" name="Google Shape;1504;p17"/>
              <p:cNvSpPr/>
              <p:nvPr/>
            </p:nvSpPr>
            <p:spPr>
              <a:xfrm>
                <a:off x="3634560" y="4098240"/>
                <a:ext cx="55080" cy="3456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96" extrusionOk="0">
                    <a:moveTo>
                      <a:pt x="24" y="20"/>
                    </a:moveTo>
                    <a:lnTo>
                      <a:pt x="23" y="20"/>
                    </a:lnTo>
                    <a:lnTo>
                      <a:pt x="22" y="20"/>
                    </a:lnTo>
                    <a:cubicBezTo>
                      <a:pt x="22" y="20"/>
                      <a:pt x="23" y="20"/>
                      <a:pt x="24" y="20"/>
                    </a:cubicBezTo>
                    <a:moveTo>
                      <a:pt x="31" y="94"/>
                    </a:moveTo>
                    <a:cubicBezTo>
                      <a:pt x="30" y="94"/>
                      <a:pt x="30" y="94"/>
                      <a:pt x="29" y="93"/>
                    </a:cubicBezTo>
                    <a:cubicBezTo>
                      <a:pt x="27" y="92"/>
                      <a:pt x="27" y="92"/>
                      <a:pt x="26" y="91"/>
                    </a:cubicBezTo>
                    <a:cubicBezTo>
                      <a:pt x="24" y="89"/>
                      <a:pt x="22" y="87"/>
                      <a:pt x="22" y="85"/>
                    </a:cubicBezTo>
                    <a:cubicBezTo>
                      <a:pt x="20" y="81"/>
                      <a:pt x="22" y="77"/>
                      <a:pt x="23" y="72"/>
                    </a:cubicBezTo>
                    <a:cubicBezTo>
                      <a:pt x="25" y="64"/>
                      <a:pt x="26" y="56"/>
                      <a:pt x="26" y="48"/>
                    </a:cubicBezTo>
                    <a:cubicBezTo>
                      <a:pt x="27" y="45"/>
                      <a:pt x="27" y="42"/>
                      <a:pt x="27" y="39"/>
                    </a:cubicBezTo>
                    <a:cubicBezTo>
                      <a:pt x="25" y="40"/>
                      <a:pt x="23" y="39"/>
                      <a:pt x="20" y="39"/>
                    </a:cubicBezTo>
                    <a:lnTo>
                      <a:pt x="19" y="38"/>
                    </a:lnTo>
                    <a:cubicBezTo>
                      <a:pt x="15" y="38"/>
                      <a:pt x="11" y="37"/>
                      <a:pt x="7" y="35"/>
                    </a:cubicBezTo>
                    <a:cubicBezTo>
                      <a:pt x="0" y="29"/>
                      <a:pt x="0" y="21"/>
                      <a:pt x="2" y="14"/>
                    </a:cubicBezTo>
                    <a:cubicBezTo>
                      <a:pt x="4" y="10"/>
                      <a:pt x="6" y="7"/>
                      <a:pt x="9" y="4"/>
                    </a:cubicBezTo>
                    <a:cubicBezTo>
                      <a:pt x="13" y="2"/>
                      <a:pt x="17" y="1"/>
                      <a:pt x="21" y="0"/>
                    </a:cubicBezTo>
                    <a:cubicBezTo>
                      <a:pt x="29" y="0"/>
                      <a:pt x="37" y="4"/>
                      <a:pt x="41" y="11"/>
                    </a:cubicBezTo>
                    <a:cubicBezTo>
                      <a:pt x="46" y="20"/>
                      <a:pt x="46" y="29"/>
                      <a:pt x="46" y="39"/>
                    </a:cubicBezTo>
                    <a:cubicBezTo>
                      <a:pt x="46" y="45"/>
                      <a:pt x="45" y="52"/>
                      <a:pt x="44" y="58"/>
                    </a:cubicBezTo>
                    <a:cubicBezTo>
                      <a:pt x="44" y="61"/>
                      <a:pt x="43" y="64"/>
                      <a:pt x="43" y="68"/>
                    </a:cubicBezTo>
                    <a:cubicBezTo>
                      <a:pt x="42" y="70"/>
                      <a:pt x="42" y="73"/>
                      <a:pt x="41" y="75"/>
                    </a:cubicBezTo>
                    <a:cubicBezTo>
                      <a:pt x="44" y="74"/>
                      <a:pt x="47" y="74"/>
                      <a:pt x="49" y="73"/>
                    </a:cubicBezTo>
                    <a:cubicBezTo>
                      <a:pt x="60" y="70"/>
                      <a:pt x="70" y="65"/>
                      <a:pt x="81" y="61"/>
                    </a:cubicBezTo>
                    <a:cubicBezTo>
                      <a:pt x="86" y="59"/>
                      <a:pt x="92" y="56"/>
                      <a:pt x="98" y="53"/>
                    </a:cubicBezTo>
                    <a:cubicBezTo>
                      <a:pt x="112" y="47"/>
                      <a:pt x="126" y="42"/>
                      <a:pt x="140" y="36"/>
                    </a:cubicBezTo>
                    <a:cubicBezTo>
                      <a:pt x="144" y="34"/>
                      <a:pt x="149" y="36"/>
                      <a:pt x="150" y="40"/>
                    </a:cubicBezTo>
                    <a:cubicBezTo>
                      <a:pt x="152" y="45"/>
                      <a:pt x="150" y="49"/>
                      <a:pt x="146" y="51"/>
                    </a:cubicBezTo>
                    <a:cubicBezTo>
                      <a:pt x="129" y="59"/>
                      <a:pt x="113" y="66"/>
                      <a:pt x="97" y="73"/>
                    </a:cubicBezTo>
                    <a:cubicBezTo>
                      <a:pt x="86" y="78"/>
                      <a:pt x="74" y="83"/>
                      <a:pt x="63" y="88"/>
                    </a:cubicBezTo>
                    <a:cubicBezTo>
                      <a:pt x="58" y="89"/>
                      <a:pt x="53" y="92"/>
                      <a:pt x="47" y="93"/>
                    </a:cubicBezTo>
                    <a:cubicBezTo>
                      <a:pt x="44" y="94"/>
                      <a:pt x="41" y="94"/>
                      <a:pt x="39" y="94"/>
                    </a:cubicBezTo>
                    <a:cubicBezTo>
                      <a:pt x="38" y="95"/>
                      <a:pt x="37" y="95"/>
                      <a:pt x="36" y="95"/>
                    </a:cubicBezTo>
                    <a:cubicBezTo>
                      <a:pt x="34" y="95"/>
                      <a:pt x="33" y="94"/>
                      <a:pt x="31" y="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5" name="Google Shape;1505;p17"/>
              <p:cNvSpPr/>
              <p:nvPr/>
            </p:nvSpPr>
            <p:spPr>
              <a:xfrm>
                <a:off x="3516480" y="4921560"/>
                <a:ext cx="59040" cy="110160"/>
              </a:xfrm>
              <a:custGeom>
                <a:avLst/>
                <a:gdLst/>
                <a:ahLst/>
                <a:cxnLst/>
                <a:rect l="l" t="t" r="r" b="b"/>
                <a:pathLst>
                  <a:path w="164" h="306" extrusionOk="0">
                    <a:moveTo>
                      <a:pt x="28" y="304"/>
                    </a:moveTo>
                    <a:cubicBezTo>
                      <a:pt x="24" y="302"/>
                      <a:pt x="20" y="300"/>
                      <a:pt x="17" y="298"/>
                    </a:cubicBezTo>
                    <a:cubicBezTo>
                      <a:pt x="5" y="285"/>
                      <a:pt x="0" y="266"/>
                      <a:pt x="0" y="248"/>
                    </a:cubicBezTo>
                    <a:cubicBezTo>
                      <a:pt x="0" y="240"/>
                      <a:pt x="2" y="231"/>
                      <a:pt x="6" y="222"/>
                    </a:cubicBezTo>
                    <a:cubicBezTo>
                      <a:pt x="10" y="214"/>
                      <a:pt x="15" y="206"/>
                      <a:pt x="20" y="199"/>
                    </a:cubicBezTo>
                    <a:cubicBezTo>
                      <a:pt x="26" y="191"/>
                      <a:pt x="33" y="184"/>
                      <a:pt x="39" y="177"/>
                    </a:cubicBezTo>
                    <a:cubicBezTo>
                      <a:pt x="42" y="174"/>
                      <a:pt x="47" y="173"/>
                      <a:pt x="51" y="176"/>
                    </a:cubicBezTo>
                    <a:cubicBezTo>
                      <a:pt x="54" y="179"/>
                      <a:pt x="55" y="184"/>
                      <a:pt x="52" y="188"/>
                    </a:cubicBezTo>
                    <a:cubicBezTo>
                      <a:pt x="45" y="195"/>
                      <a:pt x="39" y="203"/>
                      <a:pt x="33" y="210"/>
                    </a:cubicBezTo>
                    <a:cubicBezTo>
                      <a:pt x="31" y="214"/>
                      <a:pt x="28" y="218"/>
                      <a:pt x="26" y="222"/>
                    </a:cubicBezTo>
                    <a:cubicBezTo>
                      <a:pt x="24" y="225"/>
                      <a:pt x="23" y="228"/>
                      <a:pt x="22" y="231"/>
                    </a:cubicBezTo>
                    <a:cubicBezTo>
                      <a:pt x="21" y="234"/>
                      <a:pt x="20" y="237"/>
                      <a:pt x="19" y="240"/>
                    </a:cubicBezTo>
                    <a:cubicBezTo>
                      <a:pt x="19" y="242"/>
                      <a:pt x="18" y="244"/>
                      <a:pt x="18" y="246"/>
                    </a:cubicBezTo>
                    <a:cubicBezTo>
                      <a:pt x="18" y="248"/>
                      <a:pt x="18" y="250"/>
                      <a:pt x="18" y="252"/>
                    </a:cubicBezTo>
                    <a:cubicBezTo>
                      <a:pt x="18" y="255"/>
                      <a:pt x="18" y="257"/>
                      <a:pt x="19" y="260"/>
                    </a:cubicBezTo>
                    <a:cubicBezTo>
                      <a:pt x="19" y="263"/>
                      <a:pt x="20" y="265"/>
                      <a:pt x="20" y="267"/>
                    </a:cubicBezTo>
                    <a:cubicBezTo>
                      <a:pt x="21" y="269"/>
                      <a:pt x="21" y="272"/>
                      <a:pt x="23" y="273"/>
                    </a:cubicBezTo>
                    <a:cubicBezTo>
                      <a:pt x="23" y="274"/>
                      <a:pt x="24" y="276"/>
                      <a:pt x="25" y="278"/>
                    </a:cubicBezTo>
                    <a:cubicBezTo>
                      <a:pt x="26" y="279"/>
                      <a:pt x="27" y="280"/>
                      <a:pt x="27" y="281"/>
                    </a:cubicBezTo>
                    <a:cubicBezTo>
                      <a:pt x="28" y="282"/>
                      <a:pt x="29" y="283"/>
                      <a:pt x="30" y="284"/>
                    </a:cubicBezTo>
                    <a:cubicBezTo>
                      <a:pt x="30" y="284"/>
                      <a:pt x="31" y="285"/>
                      <a:pt x="32" y="286"/>
                    </a:cubicBezTo>
                    <a:lnTo>
                      <a:pt x="33" y="286"/>
                    </a:lnTo>
                    <a:cubicBezTo>
                      <a:pt x="33" y="287"/>
                      <a:pt x="34" y="287"/>
                      <a:pt x="34" y="287"/>
                    </a:cubicBezTo>
                    <a:lnTo>
                      <a:pt x="35" y="287"/>
                    </a:lnTo>
                    <a:lnTo>
                      <a:pt x="36" y="287"/>
                    </a:lnTo>
                    <a:lnTo>
                      <a:pt x="37" y="287"/>
                    </a:lnTo>
                    <a:cubicBezTo>
                      <a:pt x="38" y="287"/>
                      <a:pt x="40" y="287"/>
                      <a:pt x="41" y="286"/>
                    </a:cubicBezTo>
                    <a:cubicBezTo>
                      <a:pt x="41" y="286"/>
                      <a:pt x="42" y="286"/>
                      <a:pt x="43" y="286"/>
                    </a:cubicBezTo>
                    <a:cubicBezTo>
                      <a:pt x="44" y="285"/>
                      <a:pt x="45" y="284"/>
                      <a:pt x="45" y="284"/>
                    </a:cubicBezTo>
                    <a:cubicBezTo>
                      <a:pt x="46" y="284"/>
                      <a:pt x="47" y="284"/>
                      <a:pt x="47" y="283"/>
                    </a:cubicBezTo>
                    <a:cubicBezTo>
                      <a:pt x="47" y="283"/>
                      <a:pt x="48" y="283"/>
                      <a:pt x="48" y="282"/>
                    </a:cubicBezTo>
                    <a:cubicBezTo>
                      <a:pt x="49" y="280"/>
                      <a:pt x="51" y="279"/>
                      <a:pt x="53" y="276"/>
                    </a:cubicBezTo>
                    <a:lnTo>
                      <a:pt x="52" y="277"/>
                    </a:lnTo>
                    <a:cubicBezTo>
                      <a:pt x="53" y="277"/>
                      <a:pt x="53" y="276"/>
                      <a:pt x="53" y="276"/>
                    </a:cubicBezTo>
                    <a:cubicBezTo>
                      <a:pt x="56" y="272"/>
                      <a:pt x="58" y="268"/>
                      <a:pt x="60" y="264"/>
                    </a:cubicBezTo>
                    <a:cubicBezTo>
                      <a:pt x="64" y="258"/>
                      <a:pt x="66" y="252"/>
                      <a:pt x="69" y="246"/>
                    </a:cubicBezTo>
                    <a:lnTo>
                      <a:pt x="69" y="247"/>
                    </a:lnTo>
                    <a:cubicBezTo>
                      <a:pt x="70" y="242"/>
                      <a:pt x="72" y="238"/>
                      <a:pt x="74" y="234"/>
                    </a:cubicBezTo>
                    <a:cubicBezTo>
                      <a:pt x="75" y="229"/>
                      <a:pt x="77" y="224"/>
                      <a:pt x="78" y="220"/>
                    </a:cubicBezTo>
                    <a:cubicBezTo>
                      <a:pt x="81" y="210"/>
                      <a:pt x="83" y="201"/>
                      <a:pt x="86" y="192"/>
                    </a:cubicBezTo>
                    <a:cubicBezTo>
                      <a:pt x="92" y="173"/>
                      <a:pt x="97" y="154"/>
                      <a:pt x="103" y="135"/>
                    </a:cubicBezTo>
                    <a:cubicBezTo>
                      <a:pt x="108" y="117"/>
                      <a:pt x="114" y="99"/>
                      <a:pt x="120" y="81"/>
                    </a:cubicBezTo>
                    <a:cubicBezTo>
                      <a:pt x="121" y="78"/>
                      <a:pt x="122" y="76"/>
                      <a:pt x="123" y="73"/>
                    </a:cubicBezTo>
                    <a:cubicBezTo>
                      <a:pt x="121" y="75"/>
                      <a:pt x="120" y="76"/>
                      <a:pt x="119" y="78"/>
                    </a:cubicBezTo>
                    <a:cubicBezTo>
                      <a:pt x="116" y="80"/>
                      <a:pt x="115" y="82"/>
                      <a:pt x="113" y="84"/>
                    </a:cubicBezTo>
                    <a:cubicBezTo>
                      <a:pt x="109" y="89"/>
                      <a:pt x="105" y="93"/>
                      <a:pt x="101" y="97"/>
                    </a:cubicBezTo>
                    <a:cubicBezTo>
                      <a:pt x="96" y="101"/>
                      <a:pt x="91" y="106"/>
                      <a:pt x="86" y="110"/>
                    </a:cubicBezTo>
                    <a:cubicBezTo>
                      <a:pt x="76" y="117"/>
                      <a:pt x="65" y="124"/>
                      <a:pt x="53" y="122"/>
                    </a:cubicBezTo>
                    <a:cubicBezTo>
                      <a:pt x="48" y="121"/>
                      <a:pt x="44" y="117"/>
                      <a:pt x="41" y="112"/>
                    </a:cubicBezTo>
                    <a:cubicBezTo>
                      <a:pt x="38" y="107"/>
                      <a:pt x="37" y="101"/>
                      <a:pt x="38" y="96"/>
                    </a:cubicBezTo>
                    <a:cubicBezTo>
                      <a:pt x="38" y="80"/>
                      <a:pt x="41" y="66"/>
                      <a:pt x="43" y="51"/>
                    </a:cubicBezTo>
                    <a:cubicBezTo>
                      <a:pt x="44" y="43"/>
                      <a:pt x="47" y="36"/>
                      <a:pt x="48" y="29"/>
                    </a:cubicBezTo>
                    <a:cubicBezTo>
                      <a:pt x="50" y="22"/>
                      <a:pt x="52" y="16"/>
                      <a:pt x="53" y="9"/>
                    </a:cubicBezTo>
                    <a:lnTo>
                      <a:pt x="53" y="8"/>
                    </a:lnTo>
                    <a:cubicBezTo>
                      <a:pt x="55" y="2"/>
                      <a:pt x="60" y="0"/>
                      <a:pt x="66" y="1"/>
                    </a:cubicBezTo>
                    <a:cubicBezTo>
                      <a:pt x="70" y="3"/>
                      <a:pt x="74" y="8"/>
                      <a:pt x="72" y="13"/>
                    </a:cubicBezTo>
                    <a:lnTo>
                      <a:pt x="72" y="14"/>
                    </a:lnTo>
                    <a:cubicBezTo>
                      <a:pt x="72" y="13"/>
                      <a:pt x="72" y="13"/>
                      <a:pt x="72" y="13"/>
                    </a:cubicBezTo>
                    <a:cubicBezTo>
                      <a:pt x="72" y="14"/>
                      <a:pt x="72" y="15"/>
                      <a:pt x="72" y="15"/>
                    </a:cubicBezTo>
                    <a:cubicBezTo>
                      <a:pt x="69" y="23"/>
                      <a:pt x="66" y="32"/>
                      <a:pt x="63" y="41"/>
                    </a:cubicBezTo>
                    <a:cubicBezTo>
                      <a:pt x="63" y="41"/>
                      <a:pt x="63" y="40"/>
                      <a:pt x="64" y="40"/>
                    </a:cubicBezTo>
                    <a:cubicBezTo>
                      <a:pt x="63" y="40"/>
                      <a:pt x="63" y="41"/>
                      <a:pt x="63" y="41"/>
                    </a:cubicBezTo>
                    <a:cubicBezTo>
                      <a:pt x="63" y="45"/>
                      <a:pt x="62" y="49"/>
                      <a:pt x="61" y="52"/>
                    </a:cubicBezTo>
                    <a:cubicBezTo>
                      <a:pt x="60" y="57"/>
                      <a:pt x="59" y="61"/>
                      <a:pt x="59" y="64"/>
                    </a:cubicBezTo>
                    <a:cubicBezTo>
                      <a:pt x="58" y="71"/>
                      <a:pt x="56" y="78"/>
                      <a:pt x="56" y="85"/>
                    </a:cubicBezTo>
                    <a:cubicBezTo>
                      <a:pt x="56" y="89"/>
                      <a:pt x="55" y="93"/>
                      <a:pt x="56" y="97"/>
                    </a:cubicBezTo>
                    <a:cubicBezTo>
                      <a:pt x="56" y="99"/>
                      <a:pt x="56" y="100"/>
                      <a:pt x="56" y="101"/>
                    </a:cubicBezTo>
                    <a:lnTo>
                      <a:pt x="56" y="102"/>
                    </a:lnTo>
                    <a:lnTo>
                      <a:pt x="56" y="103"/>
                    </a:lnTo>
                    <a:lnTo>
                      <a:pt x="57" y="103"/>
                    </a:lnTo>
                    <a:lnTo>
                      <a:pt x="58" y="104"/>
                    </a:lnTo>
                    <a:lnTo>
                      <a:pt x="59" y="104"/>
                    </a:lnTo>
                    <a:cubicBezTo>
                      <a:pt x="59" y="104"/>
                      <a:pt x="60" y="103"/>
                      <a:pt x="62" y="103"/>
                    </a:cubicBezTo>
                    <a:cubicBezTo>
                      <a:pt x="63" y="103"/>
                      <a:pt x="64" y="102"/>
                      <a:pt x="65" y="102"/>
                    </a:cubicBezTo>
                    <a:cubicBezTo>
                      <a:pt x="66" y="101"/>
                      <a:pt x="67" y="100"/>
                      <a:pt x="69" y="99"/>
                    </a:cubicBezTo>
                    <a:cubicBezTo>
                      <a:pt x="73" y="97"/>
                      <a:pt x="76" y="95"/>
                      <a:pt x="79" y="92"/>
                    </a:cubicBezTo>
                    <a:cubicBezTo>
                      <a:pt x="87" y="86"/>
                      <a:pt x="94" y="79"/>
                      <a:pt x="101" y="72"/>
                    </a:cubicBezTo>
                    <a:cubicBezTo>
                      <a:pt x="100" y="73"/>
                      <a:pt x="100" y="73"/>
                      <a:pt x="100" y="73"/>
                    </a:cubicBezTo>
                    <a:cubicBezTo>
                      <a:pt x="103" y="69"/>
                      <a:pt x="106" y="66"/>
                      <a:pt x="109" y="62"/>
                    </a:cubicBezTo>
                    <a:cubicBezTo>
                      <a:pt x="111" y="61"/>
                      <a:pt x="112" y="59"/>
                      <a:pt x="113" y="58"/>
                    </a:cubicBezTo>
                    <a:cubicBezTo>
                      <a:pt x="115" y="55"/>
                      <a:pt x="116" y="54"/>
                      <a:pt x="118" y="51"/>
                    </a:cubicBezTo>
                    <a:cubicBezTo>
                      <a:pt x="122" y="45"/>
                      <a:pt x="127" y="39"/>
                      <a:pt x="131" y="33"/>
                    </a:cubicBezTo>
                    <a:cubicBezTo>
                      <a:pt x="133" y="30"/>
                      <a:pt x="134" y="27"/>
                      <a:pt x="136" y="25"/>
                    </a:cubicBezTo>
                    <a:cubicBezTo>
                      <a:pt x="137" y="22"/>
                      <a:pt x="139" y="20"/>
                      <a:pt x="140" y="19"/>
                    </a:cubicBezTo>
                    <a:cubicBezTo>
                      <a:pt x="140" y="18"/>
                      <a:pt x="141" y="16"/>
                      <a:pt x="142" y="15"/>
                    </a:cubicBezTo>
                    <a:cubicBezTo>
                      <a:pt x="143" y="13"/>
                      <a:pt x="145" y="11"/>
                      <a:pt x="147" y="9"/>
                    </a:cubicBezTo>
                    <a:cubicBezTo>
                      <a:pt x="150" y="7"/>
                      <a:pt x="154" y="6"/>
                      <a:pt x="158" y="8"/>
                    </a:cubicBezTo>
                    <a:cubicBezTo>
                      <a:pt x="161" y="11"/>
                      <a:pt x="163" y="15"/>
                      <a:pt x="162" y="19"/>
                    </a:cubicBezTo>
                    <a:cubicBezTo>
                      <a:pt x="160" y="26"/>
                      <a:pt x="157" y="32"/>
                      <a:pt x="154" y="39"/>
                    </a:cubicBezTo>
                    <a:cubicBezTo>
                      <a:pt x="151" y="45"/>
                      <a:pt x="148" y="52"/>
                      <a:pt x="146" y="59"/>
                    </a:cubicBezTo>
                    <a:lnTo>
                      <a:pt x="146" y="58"/>
                    </a:lnTo>
                    <a:cubicBezTo>
                      <a:pt x="143" y="66"/>
                      <a:pt x="140" y="75"/>
                      <a:pt x="137" y="84"/>
                    </a:cubicBezTo>
                    <a:cubicBezTo>
                      <a:pt x="134" y="93"/>
                      <a:pt x="130" y="102"/>
                      <a:pt x="127" y="111"/>
                    </a:cubicBezTo>
                    <a:cubicBezTo>
                      <a:pt x="122" y="129"/>
                      <a:pt x="116" y="147"/>
                      <a:pt x="111" y="166"/>
                    </a:cubicBezTo>
                    <a:cubicBezTo>
                      <a:pt x="105" y="185"/>
                      <a:pt x="100" y="205"/>
                      <a:pt x="94" y="224"/>
                    </a:cubicBezTo>
                    <a:cubicBezTo>
                      <a:pt x="93" y="228"/>
                      <a:pt x="91" y="233"/>
                      <a:pt x="90" y="238"/>
                    </a:cubicBezTo>
                    <a:cubicBezTo>
                      <a:pt x="88" y="242"/>
                      <a:pt x="87" y="247"/>
                      <a:pt x="85" y="251"/>
                    </a:cubicBezTo>
                    <a:cubicBezTo>
                      <a:pt x="84" y="256"/>
                      <a:pt x="81" y="260"/>
                      <a:pt x="80" y="265"/>
                    </a:cubicBezTo>
                    <a:cubicBezTo>
                      <a:pt x="77" y="270"/>
                      <a:pt x="74" y="274"/>
                      <a:pt x="72" y="280"/>
                    </a:cubicBezTo>
                    <a:cubicBezTo>
                      <a:pt x="69" y="285"/>
                      <a:pt x="65" y="290"/>
                      <a:pt x="60" y="295"/>
                    </a:cubicBezTo>
                    <a:cubicBezTo>
                      <a:pt x="55" y="301"/>
                      <a:pt x="48" y="304"/>
                      <a:pt x="40" y="305"/>
                    </a:cubicBezTo>
                    <a:cubicBezTo>
                      <a:pt x="38" y="305"/>
                      <a:pt x="37" y="305"/>
                      <a:pt x="36" y="305"/>
                    </a:cubicBezTo>
                    <a:cubicBezTo>
                      <a:pt x="33" y="305"/>
                      <a:pt x="31" y="305"/>
                      <a:pt x="28" y="30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6" name="Google Shape;1506;p17"/>
              <p:cNvSpPr/>
              <p:nvPr/>
            </p:nvSpPr>
            <p:spPr>
              <a:xfrm>
                <a:off x="3611520" y="4934880"/>
                <a:ext cx="23760" cy="8280"/>
              </a:xfrm>
              <a:custGeom>
                <a:avLst/>
                <a:gdLst/>
                <a:ahLst/>
                <a:cxnLst/>
                <a:rect l="l" t="t" r="r" b="b"/>
                <a:pathLst>
                  <a:path w="66" h="23" extrusionOk="0">
                    <a:moveTo>
                      <a:pt x="13" y="22"/>
                    </a:moveTo>
                    <a:cubicBezTo>
                      <a:pt x="11" y="22"/>
                      <a:pt x="10" y="22"/>
                      <a:pt x="8" y="21"/>
                    </a:cubicBezTo>
                    <a:cubicBezTo>
                      <a:pt x="3" y="21"/>
                      <a:pt x="0" y="17"/>
                      <a:pt x="0" y="12"/>
                    </a:cubicBezTo>
                    <a:cubicBezTo>
                      <a:pt x="0" y="7"/>
                      <a:pt x="5" y="2"/>
                      <a:pt x="10" y="3"/>
                    </a:cubicBezTo>
                    <a:cubicBezTo>
                      <a:pt x="11" y="3"/>
                      <a:pt x="13" y="3"/>
                      <a:pt x="14" y="3"/>
                    </a:cubicBezTo>
                    <a:cubicBezTo>
                      <a:pt x="28" y="2"/>
                      <a:pt x="41" y="1"/>
                      <a:pt x="54" y="0"/>
                    </a:cubicBezTo>
                    <a:cubicBezTo>
                      <a:pt x="59" y="0"/>
                      <a:pt x="63" y="3"/>
                      <a:pt x="64" y="8"/>
                    </a:cubicBezTo>
                    <a:cubicBezTo>
                      <a:pt x="65" y="13"/>
                      <a:pt x="61" y="18"/>
                      <a:pt x="56" y="18"/>
                    </a:cubicBezTo>
                    <a:cubicBezTo>
                      <a:pt x="48" y="19"/>
                      <a:pt x="39" y="20"/>
                      <a:pt x="31" y="20"/>
                    </a:cubicBezTo>
                    <a:cubicBezTo>
                      <a:pt x="27" y="20"/>
                      <a:pt x="23" y="21"/>
                      <a:pt x="19" y="21"/>
                    </a:cubicBezTo>
                    <a:cubicBezTo>
                      <a:pt x="18" y="22"/>
                      <a:pt x="16" y="22"/>
                      <a:pt x="14" y="22"/>
                    </a:cubicBezTo>
                    <a:lnTo>
                      <a:pt x="13" y="2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7" name="Google Shape;1507;p17"/>
              <p:cNvSpPr/>
              <p:nvPr/>
            </p:nvSpPr>
            <p:spPr>
              <a:xfrm>
                <a:off x="3599640" y="4946400"/>
                <a:ext cx="4500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36" extrusionOk="0">
                    <a:moveTo>
                      <a:pt x="8" y="35"/>
                    </a:moveTo>
                    <a:cubicBezTo>
                      <a:pt x="3" y="34"/>
                      <a:pt x="0" y="31"/>
                      <a:pt x="0" y="25"/>
                    </a:cubicBezTo>
                    <a:cubicBezTo>
                      <a:pt x="0" y="25"/>
                      <a:pt x="0" y="24"/>
                      <a:pt x="0" y="23"/>
                    </a:cubicBezTo>
                    <a:cubicBezTo>
                      <a:pt x="0" y="24"/>
                      <a:pt x="0" y="24"/>
                      <a:pt x="0" y="24"/>
                    </a:cubicBezTo>
                    <a:lnTo>
                      <a:pt x="0" y="23"/>
                    </a:lnTo>
                    <a:cubicBezTo>
                      <a:pt x="1" y="17"/>
                      <a:pt x="7" y="15"/>
                      <a:pt x="12" y="16"/>
                    </a:cubicBezTo>
                    <a:lnTo>
                      <a:pt x="13" y="16"/>
                    </a:lnTo>
                    <a:cubicBezTo>
                      <a:pt x="23" y="16"/>
                      <a:pt x="32" y="14"/>
                      <a:pt x="42" y="12"/>
                    </a:cubicBezTo>
                    <a:cubicBezTo>
                      <a:pt x="50" y="11"/>
                      <a:pt x="57" y="10"/>
                      <a:pt x="64" y="9"/>
                    </a:cubicBezTo>
                    <a:cubicBezTo>
                      <a:pt x="81" y="6"/>
                      <a:pt x="98" y="3"/>
                      <a:pt x="114" y="1"/>
                    </a:cubicBezTo>
                    <a:cubicBezTo>
                      <a:pt x="118" y="0"/>
                      <a:pt x="122" y="3"/>
                      <a:pt x="123" y="7"/>
                    </a:cubicBezTo>
                    <a:cubicBezTo>
                      <a:pt x="124" y="11"/>
                      <a:pt x="121" y="16"/>
                      <a:pt x="117" y="17"/>
                    </a:cubicBezTo>
                    <a:cubicBezTo>
                      <a:pt x="100" y="20"/>
                      <a:pt x="82" y="23"/>
                      <a:pt x="65" y="26"/>
                    </a:cubicBezTo>
                    <a:cubicBezTo>
                      <a:pt x="58" y="27"/>
                      <a:pt x="51" y="29"/>
                      <a:pt x="44" y="30"/>
                    </a:cubicBezTo>
                    <a:cubicBezTo>
                      <a:pt x="40" y="31"/>
                      <a:pt x="35" y="32"/>
                      <a:pt x="31" y="32"/>
                    </a:cubicBezTo>
                    <a:cubicBezTo>
                      <a:pt x="28" y="33"/>
                      <a:pt x="26" y="34"/>
                      <a:pt x="24" y="34"/>
                    </a:cubicBezTo>
                    <a:cubicBezTo>
                      <a:pt x="21" y="34"/>
                      <a:pt x="19" y="35"/>
                      <a:pt x="16" y="35"/>
                    </a:cubicBezTo>
                    <a:cubicBezTo>
                      <a:pt x="14" y="35"/>
                      <a:pt x="12" y="35"/>
                      <a:pt x="11" y="35"/>
                    </a:cubicBezTo>
                    <a:cubicBezTo>
                      <a:pt x="10" y="35"/>
                      <a:pt x="9" y="35"/>
                      <a:pt x="8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8" name="Google Shape;1508;p17"/>
              <p:cNvSpPr/>
              <p:nvPr/>
            </p:nvSpPr>
            <p:spPr>
              <a:xfrm>
                <a:off x="3648240" y="4906440"/>
                <a:ext cx="48960" cy="74880"/>
              </a:xfrm>
              <a:custGeom>
                <a:avLst/>
                <a:gdLst/>
                <a:ahLst/>
                <a:cxnLst/>
                <a:rect l="l" t="t" r="r" b="b"/>
                <a:pathLst>
                  <a:path w="136" h="208" extrusionOk="0">
                    <a:moveTo>
                      <a:pt x="22" y="181"/>
                    </a:moveTo>
                    <a:cubicBezTo>
                      <a:pt x="26" y="177"/>
                      <a:pt x="30" y="173"/>
                      <a:pt x="33" y="169"/>
                    </a:cubicBezTo>
                    <a:lnTo>
                      <a:pt x="33" y="170"/>
                    </a:lnTo>
                    <a:cubicBezTo>
                      <a:pt x="40" y="161"/>
                      <a:pt x="48" y="153"/>
                      <a:pt x="55" y="144"/>
                    </a:cubicBezTo>
                    <a:cubicBezTo>
                      <a:pt x="55" y="143"/>
                      <a:pt x="56" y="143"/>
                      <a:pt x="56" y="142"/>
                    </a:cubicBezTo>
                    <a:lnTo>
                      <a:pt x="55" y="142"/>
                    </a:lnTo>
                    <a:cubicBezTo>
                      <a:pt x="55" y="142"/>
                      <a:pt x="55" y="141"/>
                      <a:pt x="54" y="141"/>
                    </a:cubicBezTo>
                    <a:cubicBezTo>
                      <a:pt x="54" y="141"/>
                      <a:pt x="53" y="141"/>
                      <a:pt x="52" y="141"/>
                    </a:cubicBezTo>
                    <a:cubicBezTo>
                      <a:pt x="52" y="141"/>
                      <a:pt x="51" y="141"/>
                      <a:pt x="51" y="142"/>
                    </a:cubicBezTo>
                    <a:cubicBezTo>
                      <a:pt x="50" y="142"/>
                      <a:pt x="50" y="142"/>
                      <a:pt x="49" y="142"/>
                    </a:cubicBezTo>
                    <a:lnTo>
                      <a:pt x="50" y="142"/>
                    </a:lnTo>
                    <a:lnTo>
                      <a:pt x="49" y="142"/>
                    </a:lnTo>
                    <a:lnTo>
                      <a:pt x="48" y="142"/>
                    </a:lnTo>
                    <a:cubicBezTo>
                      <a:pt x="49" y="142"/>
                      <a:pt x="49" y="142"/>
                      <a:pt x="49" y="142"/>
                    </a:cubicBezTo>
                    <a:cubicBezTo>
                      <a:pt x="48" y="142"/>
                      <a:pt x="48" y="143"/>
                      <a:pt x="47" y="143"/>
                    </a:cubicBezTo>
                    <a:cubicBezTo>
                      <a:pt x="46" y="143"/>
                      <a:pt x="45" y="144"/>
                      <a:pt x="44" y="145"/>
                    </a:cubicBezTo>
                    <a:cubicBezTo>
                      <a:pt x="43" y="146"/>
                      <a:pt x="43" y="146"/>
                      <a:pt x="42" y="148"/>
                    </a:cubicBezTo>
                    <a:cubicBezTo>
                      <a:pt x="40" y="149"/>
                      <a:pt x="38" y="152"/>
                      <a:pt x="36" y="154"/>
                    </a:cubicBezTo>
                    <a:cubicBezTo>
                      <a:pt x="33" y="159"/>
                      <a:pt x="30" y="163"/>
                      <a:pt x="27" y="168"/>
                    </a:cubicBezTo>
                    <a:cubicBezTo>
                      <a:pt x="26" y="171"/>
                      <a:pt x="24" y="175"/>
                      <a:pt x="23" y="178"/>
                    </a:cubicBezTo>
                    <a:cubicBezTo>
                      <a:pt x="22" y="180"/>
                      <a:pt x="22" y="180"/>
                      <a:pt x="22" y="181"/>
                    </a:cubicBezTo>
                    <a:moveTo>
                      <a:pt x="9" y="206"/>
                    </a:moveTo>
                    <a:cubicBezTo>
                      <a:pt x="8" y="206"/>
                      <a:pt x="6" y="205"/>
                      <a:pt x="5" y="204"/>
                    </a:cubicBezTo>
                    <a:cubicBezTo>
                      <a:pt x="2" y="202"/>
                      <a:pt x="1" y="198"/>
                      <a:pt x="1" y="195"/>
                    </a:cubicBezTo>
                    <a:cubicBezTo>
                      <a:pt x="0" y="191"/>
                      <a:pt x="1" y="187"/>
                      <a:pt x="2" y="183"/>
                    </a:cubicBezTo>
                    <a:cubicBezTo>
                      <a:pt x="3" y="179"/>
                      <a:pt x="4" y="174"/>
                      <a:pt x="6" y="170"/>
                    </a:cubicBezTo>
                    <a:cubicBezTo>
                      <a:pt x="9" y="162"/>
                      <a:pt x="14" y="154"/>
                      <a:pt x="19" y="148"/>
                    </a:cubicBezTo>
                    <a:cubicBezTo>
                      <a:pt x="23" y="141"/>
                      <a:pt x="28" y="134"/>
                      <a:pt x="34" y="129"/>
                    </a:cubicBezTo>
                    <a:cubicBezTo>
                      <a:pt x="41" y="125"/>
                      <a:pt x="49" y="122"/>
                      <a:pt x="57" y="123"/>
                    </a:cubicBezTo>
                    <a:cubicBezTo>
                      <a:pt x="61" y="124"/>
                      <a:pt x="65" y="125"/>
                      <a:pt x="68" y="127"/>
                    </a:cubicBezTo>
                    <a:cubicBezTo>
                      <a:pt x="71" y="123"/>
                      <a:pt x="74" y="119"/>
                      <a:pt x="77" y="115"/>
                    </a:cubicBezTo>
                    <a:lnTo>
                      <a:pt x="76" y="116"/>
                    </a:lnTo>
                    <a:cubicBezTo>
                      <a:pt x="79" y="111"/>
                      <a:pt x="83" y="107"/>
                      <a:pt x="86" y="103"/>
                    </a:cubicBezTo>
                    <a:cubicBezTo>
                      <a:pt x="91" y="95"/>
                      <a:pt x="96" y="87"/>
                      <a:pt x="100" y="79"/>
                    </a:cubicBezTo>
                    <a:cubicBezTo>
                      <a:pt x="103" y="72"/>
                      <a:pt x="107" y="66"/>
                      <a:pt x="109" y="59"/>
                    </a:cubicBezTo>
                    <a:lnTo>
                      <a:pt x="109" y="60"/>
                    </a:lnTo>
                    <a:cubicBezTo>
                      <a:pt x="111" y="54"/>
                      <a:pt x="113" y="47"/>
                      <a:pt x="114" y="42"/>
                    </a:cubicBezTo>
                    <a:cubicBezTo>
                      <a:pt x="114" y="41"/>
                      <a:pt x="115" y="41"/>
                      <a:pt x="115" y="41"/>
                    </a:cubicBezTo>
                    <a:cubicBezTo>
                      <a:pt x="115" y="41"/>
                      <a:pt x="114" y="41"/>
                      <a:pt x="114" y="42"/>
                    </a:cubicBezTo>
                    <a:cubicBezTo>
                      <a:pt x="115" y="38"/>
                      <a:pt x="116" y="35"/>
                      <a:pt x="116" y="31"/>
                    </a:cubicBezTo>
                    <a:cubicBezTo>
                      <a:pt x="117" y="28"/>
                      <a:pt x="117" y="25"/>
                      <a:pt x="117" y="22"/>
                    </a:cubicBezTo>
                    <a:lnTo>
                      <a:pt x="117" y="21"/>
                    </a:lnTo>
                    <a:cubicBezTo>
                      <a:pt x="117" y="21"/>
                      <a:pt x="117" y="20"/>
                      <a:pt x="116" y="20"/>
                    </a:cubicBezTo>
                    <a:cubicBezTo>
                      <a:pt x="116" y="19"/>
                      <a:pt x="116" y="19"/>
                      <a:pt x="116" y="19"/>
                    </a:cubicBezTo>
                    <a:lnTo>
                      <a:pt x="115" y="19"/>
                    </a:lnTo>
                    <a:cubicBezTo>
                      <a:pt x="114" y="20"/>
                      <a:pt x="114" y="21"/>
                      <a:pt x="112" y="22"/>
                    </a:cubicBezTo>
                    <a:cubicBezTo>
                      <a:pt x="110" y="25"/>
                      <a:pt x="107" y="29"/>
                      <a:pt x="104" y="33"/>
                    </a:cubicBezTo>
                    <a:cubicBezTo>
                      <a:pt x="101" y="36"/>
                      <a:pt x="100" y="38"/>
                      <a:pt x="98" y="42"/>
                    </a:cubicBezTo>
                    <a:lnTo>
                      <a:pt x="98" y="41"/>
                    </a:lnTo>
                    <a:cubicBezTo>
                      <a:pt x="97" y="44"/>
                      <a:pt x="95" y="47"/>
                      <a:pt x="94" y="50"/>
                    </a:cubicBezTo>
                    <a:cubicBezTo>
                      <a:pt x="93" y="52"/>
                      <a:pt x="93" y="54"/>
                      <a:pt x="93" y="55"/>
                    </a:cubicBezTo>
                    <a:cubicBezTo>
                      <a:pt x="96" y="58"/>
                      <a:pt x="97" y="62"/>
                      <a:pt x="96" y="67"/>
                    </a:cubicBezTo>
                    <a:cubicBezTo>
                      <a:pt x="94" y="71"/>
                      <a:pt x="89" y="74"/>
                      <a:pt x="84" y="73"/>
                    </a:cubicBezTo>
                    <a:cubicBezTo>
                      <a:pt x="80" y="72"/>
                      <a:pt x="77" y="70"/>
                      <a:pt x="75" y="66"/>
                    </a:cubicBezTo>
                    <a:cubicBezTo>
                      <a:pt x="72" y="61"/>
                      <a:pt x="73" y="55"/>
                      <a:pt x="75" y="50"/>
                    </a:cubicBezTo>
                    <a:cubicBezTo>
                      <a:pt x="76" y="44"/>
                      <a:pt x="79" y="38"/>
                      <a:pt x="82" y="33"/>
                    </a:cubicBezTo>
                    <a:cubicBezTo>
                      <a:pt x="84" y="28"/>
                      <a:pt x="87" y="24"/>
                      <a:pt x="91" y="19"/>
                    </a:cubicBezTo>
                    <a:cubicBezTo>
                      <a:pt x="92" y="18"/>
                      <a:pt x="93" y="16"/>
                      <a:pt x="95" y="14"/>
                    </a:cubicBezTo>
                    <a:cubicBezTo>
                      <a:pt x="96" y="13"/>
                      <a:pt x="97" y="12"/>
                      <a:pt x="97" y="11"/>
                    </a:cubicBezTo>
                    <a:cubicBezTo>
                      <a:pt x="100" y="8"/>
                      <a:pt x="102" y="5"/>
                      <a:pt x="105" y="4"/>
                    </a:cubicBezTo>
                    <a:cubicBezTo>
                      <a:pt x="106" y="2"/>
                      <a:pt x="107" y="2"/>
                      <a:pt x="108" y="1"/>
                    </a:cubicBezTo>
                    <a:cubicBezTo>
                      <a:pt x="110" y="1"/>
                      <a:pt x="111" y="0"/>
                      <a:pt x="112" y="0"/>
                    </a:cubicBezTo>
                    <a:cubicBezTo>
                      <a:pt x="114" y="0"/>
                      <a:pt x="117" y="0"/>
                      <a:pt x="119" y="0"/>
                    </a:cubicBezTo>
                    <a:cubicBezTo>
                      <a:pt x="125" y="1"/>
                      <a:pt x="129" y="5"/>
                      <a:pt x="132" y="10"/>
                    </a:cubicBezTo>
                    <a:cubicBezTo>
                      <a:pt x="133" y="12"/>
                      <a:pt x="133" y="14"/>
                      <a:pt x="134" y="17"/>
                    </a:cubicBezTo>
                    <a:cubicBezTo>
                      <a:pt x="135" y="20"/>
                      <a:pt x="135" y="22"/>
                      <a:pt x="135" y="25"/>
                    </a:cubicBezTo>
                    <a:cubicBezTo>
                      <a:pt x="134" y="32"/>
                      <a:pt x="133" y="39"/>
                      <a:pt x="132" y="46"/>
                    </a:cubicBezTo>
                    <a:cubicBezTo>
                      <a:pt x="128" y="59"/>
                      <a:pt x="123" y="71"/>
                      <a:pt x="117" y="83"/>
                    </a:cubicBezTo>
                    <a:cubicBezTo>
                      <a:pt x="112" y="92"/>
                      <a:pt x="108" y="100"/>
                      <a:pt x="103" y="108"/>
                    </a:cubicBezTo>
                    <a:cubicBezTo>
                      <a:pt x="98" y="113"/>
                      <a:pt x="95" y="118"/>
                      <a:pt x="91" y="124"/>
                    </a:cubicBezTo>
                    <a:cubicBezTo>
                      <a:pt x="88" y="128"/>
                      <a:pt x="85" y="133"/>
                      <a:pt x="82" y="138"/>
                    </a:cubicBezTo>
                    <a:cubicBezTo>
                      <a:pt x="84" y="141"/>
                      <a:pt x="87" y="144"/>
                      <a:pt x="90" y="147"/>
                    </a:cubicBezTo>
                    <a:cubicBezTo>
                      <a:pt x="93" y="150"/>
                      <a:pt x="93" y="156"/>
                      <a:pt x="90" y="160"/>
                    </a:cubicBezTo>
                    <a:cubicBezTo>
                      <a:pt x="86" y="163"/>
                      <a:pt x="80" y="163"/>
                      <a:pt x="77" y="159"/>
                    </a:cubicBezTo>
                    <a:cubicBezTo>
                      <a:pt x="75" y="157"/>
                      <a:pt x="72" y="154"/>
                      <a:pt x="70" y="152"/>
                    </a:cubicBezTo>
                    <a:cubicBezTo>
                      <a:pt x="68" y="154"/>
                      <a:pt x="66" y="157"/>
                      <a:pt x="64" y="160"/>
                    </a:cubicBezTo>
                    <a:cubicBezTo>
                      <a:pt x="59" y="166"/>
                      <a:pt x="54" y="172"/>
                      <a:pt x="48" y="178"/>
                    </a:cubicBezTo>
                    <a:cubicBezTo>
                      <a:pt x="44" y="184"/>
                      <a:pt x="38" y="189"/>
                      <a:pt x="33" y="195"/>
                    </a:cubicBezTo>
                    <a:cubicBezTo>
                      <a:pt x="34" y="195"/>
                      <a:pt x="34" y="194"/>
                      <a:pt x="34" y="194"/>
                    </a:cubicBezTo>
                    <a:cubicBezTo>
                      <a:pt x="33" y="195"/>
                      <a:pt x="33" y="196"/>
                      <a:pt x="32" y="196"/>
                    </a:cubicBezTo>
                    <a:cubicBezTo>
                      <a:pt x="32" y="196"/>
                      <a:pt x="33" y="196"/>
                      <a:pt x="33" y="195"/>
                    </a:cubicBezTo>
                    <a:cubicBezTo>
                      <a:pt x="32" y="196"/>
                      <a:pt x="31" y="197"/>
                      <a:pt x="30" y="198"/>
                    </a:cubicBezTo>
                    <a:cubicBezTo>
                      <a:pt x="31" y="198"/>
                      <a:pt x="31" y="198"/>
                      <a:pt x="31" y="198"/>
                    </a:cubicBezTo>
                    <a:cubicBezTo>
                      <a:pt x="30" y="198"/>
                      <a:pt x="30" y="198"/>
                      <a:pt x="30" y="198"/>
                    </a:cubicBezTo>
                    <a:cubicBezTo>
                      <a:pt x="26" y="202"/>
                      <a:pt x="20" y="207"/>
                      <a:pt x="14" y="207"/>
                    </a:cubicBezTo>
                    <a:cubicBezTo>
                      <a:pt x="12" y="207"/>
                      <a:pt x="11" y="207"/>
                      <a:pt x="9" y="20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9" name="Google Shape;1509;p17"/>
              <p:cNvSpPr/>
              <p:nvPr/>
            </p:nvSpPr>
            <p:spPr>
              <a:xfrm>
                <a:off x="3714840" y="4921200"/>
                <a:ext cx="6336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176" h="120" extrusionOk="0">
                    <a:moveTo>
                      <a:pt x="26" y="119"/>
                    </a:moveTo>
                    <a:cubicBezTo>
                      <a:pt x="20" y="119"/>
                      <a:pt x="14" y="118"/>
                      <a:pt x="9" y="113"/>
                    </a:cubicBezTo>
                    <a:cubicBezTo>
                      <a:pt x="7" y="112"/>
                      <a:pt x="5" y="110"/>
                      <a:pt x="4" y="108"/>
                    </a:cubicBezTo>
                    <a:cubicBezTo>
                      <a:pt x="2" y="105"/>
                      <a:pt x="2" y="103"/>
                      <a:pt x="1" y="100"/>
                    </a:cubicBezTo>
                    <a:cubicBezTo>
                      <a:pt x="1" y="97"/>
                      <a:pt x="0" y="94"/>
                      <a:pt x="0" y="91"/>
                    </a:cubicBezTo>
                    <a:cubicBezTo>
                      <a:pt x="0" y="87"/>
                      <a:pt x="0" y="84"/>
                      <a:pt x="1" y="80"/>
                    </a:cubicBezTo>
                    <a:cubicBezTo>
                      <a:pt x="2" y="66"/>
                      <a:pt x="7" y="53"/>
                      <a:pt x="14" y="41"/>
                    </a:cubicBezTo>
                    <a:cubicBezTo>
                      <a:pt x="16" y="36"/>
                      <a:pt x="20" y="31"/>
                      <a:pt x="24" y="26"/>
                    </a:cubicBezTo>
                    <a:cubicBezTo>
                      <a:pt x="28" y="20"/>
                      <a:pt x="33" y="16"/>
                      <a:pt x="38" y="12"/>
                    </a:cubicBezTo>
                    <a:cubicBezTo>
                      <a:pt x="42" y="9"/>
                      <a:pt x="47" y="7"/>
                      <a:pt x="51" y="6"/>
                    </a:cubicBezTo>
                    <a:cubicBezTo>
                      <a:pt x="56" y="5"/>
                      <a:pt x="61" y="5"/>
                      <a:pt x="65" y="6"/>
                    </a:cubicBezTo>
                    <a:cubicBezTo>
                      <a:pt x="71" y="8"/>
                      <a:pt x="75" y="12"/>
                      <a:pt x="78" y="16"/>
                    </a:cubicBezTo>
                    <a:cubicBezTo>
                      <a:pt x="82" y="19"/>
                      <a:pt x="83" y="23"/>
                      <a:pt x="81" y="27"/>
                    </a:cubicBezTo>
                    <a:cubicBezTo>
                      <a:pt x="81" y="28"/>
                      <a:pt x="80" y="30"/>
                      <a:pt x="79" y="31"/>
                    </a:cubicBezTo>
                    <a:cubicBezTo>
                      <a:pt x="74" y="37"/>
                      <a:pt x="64" y="35"/>
                      <a:pt x="62" y="27"/>
                    </a:cubicBezTo>
                    <a:lnTo>
                      <a:pt x="62" y="26"/>
                    </a:lnTo>
                    <a:lnTo>
                      <a:pt x="61" y="26"/>
                    </a:lnTo>
                    <a:lnTo>
                      <a:pt x="62" y="26"/>
                    </a:lnTo>
                    <a:cubicBezTo>
                      <a:pt x="61" y="25"/>
                      <a:pt x="61" y="25"/>
                      <a:pt x="60" y="25"/>
                    </a:cubicBezTo>
                    <a:cubicBezTo>
                      <a:pt x="60" y="24"/>
                      <a:pt x="58" y="24"/>
                      <a:pt x="58" y="24"/>
                    </a:cubicBezTo>
                    <a:cubicBezTo>
                      <a:pt x="57" y="24"/>
                      <a:pt x="57" y="24"/>
                      <a:pt x="57" y="24"/>
                    </a:cubicBezTo>
                    <a:lnTo>
                      <a:pt x="58" y="24"/>
                    </a:lnTo>
                    <a:cubicBezTo>
                      <a:pt x="57" y="24"/>
                      <a:pt x="57" y="24"/>
                      <a:pt x="57" y="24"/>
                    </a:cubicBezTo>
                    <a:lnTo>
                      <a:pt x="56" y="24"/>
                    </a:lnTo>
                    <a:cubicBezTo>
                      <a:pt x="55" y="24"/>
                      <a:pt x="54" y="24"/>
                      <a:pt x="54" y="24"/>
                    </a:cubicBezTo>
                    <a:lnTo>
                      <a:pt x="53" y="24"/>
                    </a:lnTo>
                    <a:cubicBezTo>
                      <a:pt x="53" y="24"/>
                      <a:pt x="52" y="24"/>
                      <a:pt x="51" y="25"/>
                    </a:cubicBezTo>
                    <a:lnTo>
                      <a:pt x="50" y="26"/>
                    </a:lnTo>
                    <a:cubicBezTo>
                      <a:pt x="48" y="27"/>
                      <a:pt x="47" y="27"/>
                      <a:pt x="47" y="28"/>
                    </a:cubicBezTo>
                    <a:cubicBezTo>
                      <a:pt x="45" y="29"/>
                      <a:pt x="44" y="30"/>
                      <a:pt x="43" y="31"/>
                    </a:cubicBezTo>
                    <a:lnTo>
                      <a:pt x="43" y="32"/>
                    </a:lnTo>
                    <a:lnTo>
                      <a:pt x="42" y="32"/>
                    </a:lnTo>
                    <a:cubicBezTo>
                      <a:pt x="43" y="32"/>
                      <a:pt x="43" y="32"/>
                      <a:pt x="43" y="32"/>
                    </a:cubicBezTo>
                    <a:cubicBezTo>
                      <a:pt x="40" y="34"/>
                      <a:pt x="38" y="37"/>
                      <a:pt x="36" y="40"/>
                    </a:cubicBezTo>
                    <a:cubicBezTo>
                      <a:pt x="33" y="45"/>
                      <a:pt x="30" y="49"/>
                      <a:pt x="27" y="54"/>
                    </a:cubicBezTo>
                    <a:cubicBezTo>
                      <a:pt x="25" y="57"/>
                      <a:pt x="24" y="60"/>
                      <a:pt x="23" y="64"/>
                    </a:cubicBezTo>
                    <a:cubicBezTo>
                      <a:pt x="22" y="67"/>
                      <a:pt x="20" y="70"/>
                      <a:pt x="20" y="73"/>
                    </a:cubicBezTo>
                    <a:cubicBezTo>
                      <a:pt x="19" y="76"/>
                      <a:pt x="19" y="79"/>
                      <a:pt x="19" y="82"/>
                    </a:cubicBezTo>
                    <a:cubicBezTo>
                      <a:pt x="18" y="84"/>
                      <a:pt x="18" y="86"/>
                      <a:pt x="18" y="88"/>
                    </a:cubicBezTo>
                    <a:cubicBezTo>
                      <a:pt x="19" y="91"/>
                      <a:pt x="19" y="94"/>
                      <a:pt x="19" y="97"/>
                    </a:cubicBezTo>
                    <a:cubicBezTo>
                      <a:pt x="19" y="98"/>
                      <a:pt x="20" y="98"/>
                      <a:pt x="20" y="98"/>
                    </a:cubicBezTo>
                    <a:cubicBezTo>
                      <a:pt x="20" y="99"/>
                      <a:pt x="20" y="99"/>
                      <a:pt x="20" y="99"/>
                    </a:cubicBezTo>
                    <a:lnTo>
                      <a:pt x="21" y="100"/>
                    </a:lnTo>
                    <a:cubicBezTo>
                      <a:pt x="20" y="100"/>
                      <a:pt x="20" y="99"/>
                      <a:pt x="20" y="99"/>
                    </a:cubicBezTo>
                    <a:cubicBezTo>
                      <a:pt x="21" y="100"/>
                      <a:pt x="21" y="100"/>
                      <a:pt x="21" y="100"/>
                    </a:cubicBezTo>
                    <a:cubicBezTo>
                      <a:pt x="22" y="100"/>
                      <a:pt x="22" y="100"/>
                      <a:pt x="22" y="100"/>
                    </a:cubicBezTo>
                    <a:lnTo>
                      <a:pt x="23" y="100"/>
                    </a:lnTo>
                    <a:cubicBezTo>
                      <a:pt x="24" y="101"/>
                      <a:pt x="25" y="101"/>
                      <a:pt x="25" y="101"/>
                    </a:cubicBezTo>
                    <a:cubicBezTo>
                      <a:pt x="26" y="101"/>
                      <a:pt x="27" y="101"/>
                      <a:pt x="28" y="101"/>
                    </a:cubicBezTo>
                    <a:cubicBezTo>
                      <a:pt x="27" y="101"/>
                      <a:pt x="27" y="101"/>
                      <a:pt x="27" y="101"/>
                    </a:cubicBezTo>
                    <a:cubicBezTo>
                      <a:pt x="28" y="101"/>
                      <a:pt x="29" y="100"/>
                      <a:pt x="30" y="100"/>
                    </a:cubicBezTo>
                    <a:cubicBezTo>
                      <a:pt x="31" y="100"/>
                      <a:pt x="32" y="100"/>
                      <a:pt x="33" y="100"/>
                    </a:cubicBezTo>
                    <a:cubicBezTo>
                      <a:pt x="36" y="99"/>
                      <a:pt x="38" y="98"/>
                      <a:pt x="40" y="97"/>
                    </a:cubicBezTo>
                    <a:cubicBezTo>
                      <a:pt x="44" y="95"/>
                      <a:pt x="48" y="93"/>
                      <a:pt x="53" y="90"/>
                    </a:cubicBezTo>
                    <a:cubicBezTo>
                      <a:pt x="58" y="87"/>
                      <a:pt x="64" y="83"/>
                      <a:pt x="69" y="78"/>
                    </a:cubicBezTo>
                    <a:cubicBezTo>
                      <a:pt x="72" y="76"/>
                      <a:pt x="75" y="73"/>
                      <a:pt x="77" y="71"/>
                    </a:cubicBezTo>
                    <a:lnTo>
                      <a:pt x="78" y="71"/>
                    </a:lnTo>
                    <a:cubicBezTo>
                      <a:pt x="78" y="70"/>
                      <a:pt x="78" y="69"/>
                      <a:pt x="79" y="68"/>
                    </a:cubicBezTo>
                    <a:cubicBezTo>
                      <a:pt x="81" y="65"/>
                      <a:pt x="83" y="60"/>
                      <a:pt x="87" y="59"/>
                    </a:cubicBezTo>
                    <a:cubicBezTo>
                      <a:pt x="91" y="57"/>
                      <a:pt x="96" y="59"/>
                      <a:pt x="99" y="62"/>
                    </a:cubicBezTo>
                    <a:cubicBezTo>
                      <a:pt x="104" y="69"/>
                      <a:pt x="97" y="77"/>
                      <a:pt x="93" y="82"/>
                    </a:cubicBezTo>
                    <a:cubicBezTo>
                      <a:pt x="93" y="83"/>
                      <a:pt x="93" y="83"/>
                      <a:pt x="93" y="83"/>
                    </a:cubicBezTo>
                    <a:cubicBezTo>
                      <a:pt x="92" y="84"/>
                      <a:pt x="92" y="86"/>
                      <a:pt x="91" y="87"/>
                    </a:cubicBezTo>
                    <a:cubicBezTo>
                      <a:pt x="91" y="88"/>
                      <a:pt x="91" y="89"/>
                      <a:pt x="90" y="90"/>
                    </a:cubicBezTo>
                    <a:cubicBezTo>
                      <a:pt x="90" y="91"/>
                      <a:pt x="90" y="93"/>
                      <a:pt x="90" y="94"/>
                    </a:cubicBezTo>
                    <a:lnTo>
                      <a:pt x="91" y="95"/>
                    </a:lnTo>
                    <a:lnTo>
                      <a:pt x="90" y="94"/>
                    </a:lnTo>
                    <a:cubicBezTo>
                      <a:pt x="90" y="95"/>
                      <a:pt x="91" y="95"/>
                      <a:pt x="91" y="96"/>
                    </a:cubicBezTo>
                    <a:cubicBezTo>
                      <a:pt x="92" y="97"/>
                      <a:pt x="92" y="97"/>
                      <a:pt x="92" y="97"/>
                    </a:cubicBezTo>
                    <a:cubicBezTo>
                      <a:pt x="92" y="98"/>
                      <a:pt x="93" y="98"/>
                      <a:pt x="93" y="99"/>
                    </a:cubicBezTo>
                    <a:lnTo>
                      <a:pt x="93" y="98"/>
                    </a:lnTo>
                    <a:lnTo>
                      <a:pt x="93" y="99"/>
                    </a:lnTo>
                    <a:cubicBezTo>
                      <a:pt x="94" y="99"/>
                      <a:pt x="94" y="99"/>
                      <a:pt x="95" y="99"/>
                    </a:cubicBezTo>
                    <a:cubicBezTo>
                      <a:pt x="96" y="99"/>
                      <a:pt x="96" y="99"/>
                      <a:pt x="96" y="99"/>
                    </a:cubicBezTo>
                    <a:lnTo>
                      <a:pt x="95" y="99"/>
                    </a:lnTo>
                    <a:lnTo>
                      <a:pt x="94" y="99"/>
                    </a:lnTo>
                    <a:cubicBezTo>
                      <a:pt x="95" y="99"/>
                      <a:pt x="96" y="99"/>
                      <a:pt x="96" y="99"/>
                    </a:cubicBezTo>
                    <a:cubicBezTo>
                      <a:pt x="97" y="99"/>
                      <a:pt x="98" y="98"/>
                      <a:pt x="99" y="98"/>
                    </a:cubicBezTo>
                    <a:cubicBezTo>
                      <a:pt x="100" y="98"/>
                      <a:pt x="100" y="98"/>
                      <a:pt x="101" y="97"/>
                    </a:cubicBezTo>
                    <a:cubicBezTo>
                      <a:pt x="103" y="97"/>
                      <a:pt x="104" y="96"/>
                      <a:pt x="106" y="95"/>
                    </a:cubicBezTo>
                    <a:cubicBezTo>
                      <a:pt x="108" y="93"/>
                      <a:pt x="111" y="91"/>
                      <a:pt x="113" y="90"/>
                    </a:cubicBezTo>
                    <a:cubicBezTo>
                      <a:pt x="117" y="86"/>
                      <a:pt x="121" y="83"/>
                      <a:pt x="124" y="79"/>
                    </a:cubicBezTo>
                    <a:cubicBezTo>
                      <a:pt x="131" y="73"/>
                      <a:pt x="136" y="66"/>
                      <a:pt x="142" y="59"/>
                    </a:cubicBezTo>
                    <a:cubicBezTo>
                      <a:pt x="143" y="56"/>
                      <a:pt x="145" y="54"/>
                      <a:pt x="147" y="52"/>
                    </a:cubicBezTo>
                    <a:cubicBezTo>
                      <a:pt x="149" y="48"/>
                      <a:pt x="150" y="45"/>
                      <a:pt x="152" y="42"/>
                    </a:cubicBezTo>
                    <a:cubicBezTo>
                      <a:pt x="153" y="40"/>
                      <a:pt x="155" y="38"/>
                      <a:pt x="155" y="35"/>
                    </a:cubicBezTo>
                    <a:cubicBezTo>
                      <a:pt x="156" y="35"/>
                      <a:pt x="156" y="35"/>
                      <a:pt x="156" y="34"/>
                    </a:cubicBezTo>
                    <a:cubicBezTo>
                      <a:pt x="156" y="35"/>
                      <a:pt x="156" y="35"/>
                      <a:pt x="156" y="35"/>
                    </a:cubicBezTo>
                    <a:cubicBezTo>
                      <a:pt x="156" y="34"/>
                      <a:pt x="156" y="34"/>
                      <a:pt x="156" y="34"/>
                    </a:cubicBezTo>
                    <a:cubicBezTo>
                      <a:pt x="156" y="33"/>
                      <a:pt x="156" y="33"/>
                      <a:pt x="156" y="33"/>
                    </a:cubicBezTo>
                    <a:cubicBezTo>
                      <a:pt x="156" y="32"/>
                      <a:pt x="156" y="32"/>
                      <a:pt x="156" y="31"/>
                    </a:cubicBezTo>
                    <a:cubicBezTo>
                      <a:pt x="155" y="30"/>
                      <a:pt x="155" y="30"/>
                      <a:pt x="155" y="30"/>
                    </a:cubicBezTo>
                    <a:cubicBezTo>
                      <a:pt x="155" y="30"/>
                      <a:pt x="155" y="29"/>
                      <a:pt x="155" y="28"/>
                    </a:cubicBezTo>
                    <a:lnTo>
                      <a:pt x="154" y="28"/>
                    </a:lnTo>
                    <a:cubicBezTo>
                      <a:pt x="153" y="27"/>
                      <a:pt x="152" y="26"/>
                      <a:pt x="151" y="25"/>
                    </a:cubicBezTo>
                    <a:cubicBezTo>
                      <a:pt x="150" y="24"/>
                      <a:pt x="149" y="23"/>
                      <a:pt x="149" y="23"/>
                    </a:cubicBezTo>
                    <a:cubicBezTo>
                      <a:pt x="148" y="22"/>
                      <a:pt x="147" y="21"/>
                      <a:pt x="146" y="21"/>
                    </a:cubicBezTo>
                    <a:cubicBezTo>
                      <a:pt x="145" y="21"/>
                      <a:pt x="145" y="20"/>
                      <a:pt x="144" y="20"/>
                    </a:cubicBezTo>
                    <a:cubicBezTo>
                      <a:pt x="143" y="20"/>
                      <a:pt x="143" y="20"/>
                      <a:pt x="143" y="20"/>
                    </a:cubicBezTo>
                    <a:cubicBezTo>
                      <a:pt x="142" y="20"/>
                      <a:pt x="141" y="19"/>
                      <a:pt x="139" y="19"/>
                    </a:cubicBezTo>
                    <a:cubicBezTo>
                      <a:pt x="138" y="19"/>
                      <a:pt x="138" y="19"/>
                      <a:pt x="137" y="19"/>
                    </a:cubicBezTo>
                    <a:cubicBezTo>
                      <a:pt x="136" y="19"/>
                      <a:pt x="135" y="19"/>
                      <a:pt x="134" y="20"/>
                    </a:cubicBezTo>
                    <a:cubicBezTo>
                      <a:pt x="131" y="20"/>
                      <a:pt x="129" y="20"/>
                      <a:pt x="127" y="21"/>
                    </a:cubicBezTo>
                    <a:cubicBezTo>
                      <a:pt x="125" y="21"/>
                      <a:pt x="123" y="23"/>
                      <a:pt x="121" y="23"/>
                    </a:cubicBezTo>
                    <a:cubicBezTo>
                      <a:pt x="120" y="24"/>
                      <a:pt x="118" y="24"/>
                      <a:pt x="117" y="26"/>
                    </a:cubicBezTo>
                    <a:cubicBezTo>
                      <a:pt x="115" y="26"/>
                      <a:pt x="115" y="27"/>
                      <a:pt x="114" y="28"/>
                    </a:cubicBezTo>
                    <a:cubicBezTo>
                      <a:pt x="112" y="29"/>
                      <a:pt x="111" y="31"/>
                      <a:pt x="109" y="32"/>
                    </a:cubicBezTo>
                    <a:cubicBezTo>
                      <a:pt x="107" y="34"/>
                      <a:pt x="105" y="37"/>
                      <a:pt x="103" y="39"/>
                    </a:cubicBezTo>
                    <a:cubicBezTo>
                      <a:pt x="100" y="44"/>
                      <a:pt x="97" y="48"/>
                      <a:pt x="94" y="53"/>
                    </a:cubicBezTo>
                    <a:cubicBezTo>
                      <a:pt x="92" y="57"/>
                      <a:pt x="86" y="58"/>
                      <a:pt x="82" y="56"/>
                    </a:cubicBezTo>
                    <a:cubicBezTo>
                      <a:pt x="78" y="53"/>
                      <a:pt x="77" y="48"/>
                      <a:pt x="79" y="44"/>
                    </a:cubicBezTo>
                    <a:cubicBezTo>
                      <a:pt x="85" y="35"/>
                      <a:pt x="90" y="26"/>
                      <a:pt x="97" y="18"/>
                    </a:cubicBezTo>
                    <a:cubicBezTo>
                      <a:pt x="102" y="14"/>
                      <a:pt x="107" y="10"/>
                      <a:pt x="113" y="7"/>
                    </a:cubicBezTo>
                    <a:cubicBezTo>
                      <a:pt x="119" y="4"/>
                      <a:pt x="126" y="2"/>
                      <a:pt x="133" y="1"/>
                    </a:cubicBezTo>
                    <a:cubicBezTo>
                      <a:pt x="139" y="0"/>
                      <a:pt x="146" y="1"/>
                      <a:pt x="151" y="3"/>
                    </a:cubicBezTo>
                    <a:cubicBezTo>
                      <a:pt x="157" y="6"/>
                      <a:pt x="163" y="9"/>
                      <a:pt x="167" y="14"/>
                    </a:cubicBezTo>
                    <a:cubicBezTo>
                      <a:pt x="171" y="19"/>
                      <a:pt x="173" y="24"/>
                      <a:pt x="174" y="30"/>
                    </a:cubicBezTo>
                    <a:cubicBezTo>
                      <a:pt x="175" y="35"/>
                      <a:pt x="173" y="41"/>
                      <a:pt x="170" y="46"/>
                    </a:cubicBezTo>
                    <a:cubicBezTo>
                      <a:pt x="168" y="51"/>
                      <a:pt x="166" y="54"/>
                      <a:pt x="164" y="58"/>
                    </a:cubicBezTo>
                    <a:cubicBezTo>
                      <a:pt x="162" y="62"/>
                      <a:pt x="159" y="66"/>
                      <a:pt x="156" y="70"/>
                    </a:cubicBezTo>
                    <a:cubicBezTo>
                      <a:pt x="148" y="80"/>
                      <a:pt x="140" y="89"/>
                      <a:pt x="131" y="97"/>
                    </a:cubicBezTo>
                    <a:cubicBezTo>
                      <a:pt x="123" y="105"/>
                      <a:pt x="114" y="113"/>
                      <a:pt x="103" y="116"/>
                    </a:cubicBezTo>
                    <a:cubicBezTo>
                      <a:pt x="99" y="118"/>
                      <a:pt x="93" y="119"/>
                      <a:pt x="88" y="117"/>
                    </a:cubicBezTo>
                    <a:cubicBezTo>
                      <a:pt x="83" y="116"/>
                      <a:pt x="79" y="112"/>
                      <a:pt x="76" y="108"/>
                    </a:cubicBezTo>
                    <a:cubicBezTo>
                      <a:pt x="74" y="105"/>
                      <a:pt x="73" y="102"/>
                      <a:pt x="72" y="99"/>
                    </a:cubicBezTo>
                    <a:cubicBezTo>
                      <a:pt x="72" y="100"/>
                      <a:pt x="71" y="100"/>
                      <a:pt x="71" y="100"/>
                    </a:cubicBezTo>
                    <a:cubicBezTo>
                      <a:pt x="62" y="106"/>
                      <a:pt x="54" y="111"/>
                      <a:pt x="44" y="115"/>
                    </a:cubicBezTo>
                    <a:cubicBezTo>
                      <a:pt x="39" y="118"/>
                      <a:pt x="33" y="119"/>
                      <a:pt x="27" y="119"/>
                    </a:cubicBezTo>
                    <a:cubicBezTo>
                      <a:pt x="26" y="119"/>
                      <a:pt x="26" y="119"/>
                      <a:pt x="26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0" name="Google Shape;1510;p17"/>
              <p:cNvSpPr/>
              <p:nvPr/>
            </p:nvSpPr>
            <p:spPr>
              <a:xfrm>
                <a:off x="3775680" y="4917240"/>
                <a:ext cx="27000" cy="50040"/>
              </a:xfrm>
              <a:custGeom>
                <a:avLst/>
                <a:gdLst/>
                <a:ahLst/>
                <a:cxnLst/>
                <a:rect l="l" t="t" r="r" b="b"/>
                <a:pathLst>
                  <a:path w="75" h="139" extrusionOk="0">
                    <a:moveTo>
                      <a:pt x="12" y="131"/>
                    </a:moveTo>
                    <a:cubicBezTo>
                      <a:pt x="11" y="126"/>
                      <a:pt x="14" y="121"/>
                      <a:pt x="19" y="120"/>
                    </a:cubicBezTo>
                    <a:cubicBezTo>
                      <a:pt x="25" y="118"/>
                      <a:pt x="32" y="116"/>
                      <a:pt x="38" y="115"/>
                    </a:cubicBezTo>
                    <a:cubicBezTo>
                      <a:pt x="38" y="115"/>
                      <a:pt x="39" y="115"/>
                      <a:pt x="39" y="114"/>
                    </a:cubicBezTo>
                    <a:cubicBezTo>
                      <a:pt x="39" y="114"/>
                      <a:pt x="39" y="115"/>
                      <a:pt x="38" y="115"/>
                    </a:cubicBezTo>
                    <a:cubicBezTo>
                      <a:pt x="41" y="113"/>
                      <a:pt x="44" y="112"/>
                      <a:pt x="48" y="111"/>
                    </a:cubicBezTo>
                    <a:cubicBezTo>
                      <a:pt x="49" y="110"/>
                      <a:pt x="50" y="109"/>
                      <a:pt x="51" y="109"/>
                    </a:cubicBezTo>
                    <a:cubicBezTo>
                      <a:pt x="52" y="108"/>
                      <a:pt x="53" y="108"/>
                      <a:pt x="53" y="108"/>
                    </a:cubicBezTo>
                    <a:lnTo>
                      <a:pt x="52" y="108"/>
                    </a:lnTo>
                    <a:cubicBezTo>
                      <a:pt x="53" y="108"/>
                      <a:pt x="54" y="107"/>
                      <a:pt x="54" y="106"/>
                    </a:cubicBezTo>
                    <a:cubicBezTo>
                      <a:pt x="55" y="106"/>
                      <a:pt x="55" y="106"/>
                      <a:pt x="55" y="106"/>
                    </a:cubicBezTo>
                    <a:cubicBezTo>
                      <a:pt x="55" y="106"/>
                      <a:pt x="54" y="106"/>
                      <a:pt x="54" y="105"/>
                    </a:cubicBezTo>
                    <a:cubicBezTo>
                      <a:pt x="54" y="106"/>
                      <a:pt x="55" y="106"/>
                      <a:pt x="55" y="106"/>
                    </a:cubicBezTo>
                    <a:cubicBezTo>
                      <a:pt x="55" y="106"/>
                      <a:pt x="54" y="106"/>
                      <a:pt x="54" y="105"/>
                    </a:cubicBezTo>
                    <a:cubicBezTo>
                      <a:pt x="50" y="101"/>
                      <a:pt x="46" y="98"/>
                      <a:pt x="42" y="95"/>
                    </a:cubicBezTo>
                    <a:lnTo>
                      <a:pt x="43" y="95"/>
                    </a:lnTo>
                    <a:cubicBezTo>
                      <a:pt x="36" y="91"/>
                      <a:pt x="29" y="85"/>
                      <a:pt x="22" y="80"/>
                    </a:cubicBezTo>
                    <a:cubicBezTo>
                      <a:pt x="15" y="74"/>
                      <a:pt x="7" y="67"/>
                      <a:pt x="4" y="58"/>
                    </a:cubicBezTo>
                    <a:cubicBezTo>
                      <a:pt x="0" y="48"/>
                      <a:pt x="0" y="38"/>
                      <a:pt x="4" y="28"/>
                    </a:cubicBezTo>
                    <a:cubicBezTo>
                      <a:pt x="5" y="24"/>
                      <a:pt x="9" y="20"/>
                      <a:pt x="12" y="16"/>
                    </a:cubicBezTo>
                    <a:cubicBezTo>
                      <a:pt x="15" y="13"/>
                      <a:pt x="19" y="10"/>
                      <a:pt x="23" y="8"/>
                    </a:cubicBezTo>
                    <a:cubicBezTo>
                      <a:pt x="32" y="2"/>
                      <a:pt x="43" y="0"/>
                      <a:pt x="54" y="2"/>
                    </a:cubicBezTo>
                    <a:cubicBezTo>
                      <a:pt x="58" y="3"/>
                      <a:pt x="62" y="5"/>
                      <a:pt x="65" y="8"/>
                    </a:cubicBezTo>
                    <a:cubicBezTo>
                      <a:pt x="66" y="9"/>
                      <a:pt x="68" y="11"/>
                      <a:pt x="68" y="13"/>
                    </a:cubicBezTo>
                    <a:cubicBezTo>
                      <a:pt x="69" y="15"/>
                      <a:pt x="69" y="17"/>
                      <a:pt x="69" y="19"/>
                    </a:cubicBezTo>
                    <a:cubicBezTo>
                      <a:pt x="69" y="21"/>
                      <a:pt x="68" y="23"/>
                      <a:pt x="68" y="25"/>
                    </a:cubicBezTo>
                    <a:cubicBezTo>
                      <a:pt x="67" y="27"/>
                      <a:pt x="67" y="29"/>
                      <a:pt x="66" y="31"/>
                    </a:cubicBezTo>
                    <a:cubicBezTo>
                      <a:pt x="66" y="37"/>
                      <a:pt x="60" y="41"/>
                      <a:pt x="55" y="41"/>
                    </a:cubicBezTo>
                    <a:cubicBezTo>
                      <a:pt x="49" y="39"/>
                      <a:pt x="46" y="34"/>
                      <a:pt x="47" y="28"/>
                    </a:cubicBezTo>
                    <a:cubicBezTo>
                      <a:pt x="47" y="27"/>
                      <a:pt x="47" y="26"/>
                      <a:pt x="48" y="25"/>
                    </a:cubicBezTo>
                    <a:cubicBezTo>
                      <a:pt x="48" y="24"/>
                      <a:pt x="48" y="23"/>
                      <a:pt x="48" y="21"/>
                    </a:cubicBezTo>
                    <a:lnTo>
                      <a:pt x="47" y="21"/>
                    </a:lnTo>
                    <a:cubicBezTo>
                      <a:pt x="46" y="21"/>
                      <a:pt x="44" y="21"/>
                      <a:pt x="43" y="21"/>
                    </a:cubicBezTo>
                    <a:cubicBezTo>
                      <a:pt x="42" y="21"/>
                      <a:pt x="41" y="21"/>
                      <a:pt x="41" y="21"/>
                    </a:cubicBezTo>
                    <a:cubicBezTo>
                      <a:pt x="40" y="21"/>
                      <a:pt x="39" y="21"/>
                      <a:pt x="38" y="21"/>
                    </a:cubicBezTo>
                    <a:cubicBezTo>
                      <a:pt x="37" y="22"/>
                      <a:pt x="36" y="23"/>
                      <a:pt x="35" y="23"/>
                    </a:cubicBezTo>
                    <a:cubicBezTo>
                      <a:pt x="34" y="23"/>
                      <a:pt x="33" y="24"/>
                      <a:pt x="32" y="25"/>
                    </a:cubicBezTo>
                    <a:cubicBezTo>
                      <a:pt x="30" y="25"/>
                      <a:pt x="29" y="26"/>
                      <a:pt x="28" y="27"/>
                    </a:cubicBezTo>
                    <a:cubicBezTo>
                      <a:pt x="27" y="28"/>
                      <a:pt x="26" y="30"/>
                      <a:pt x="25" y="31"/>
                    </a:cubicBezTo>
                    <a:cubicBezTo>
                      <a:pt x="24" y="31"/>
                      <a:pt x="23" y="31"/>
                      <a:pt x="23" y="32"/>
                    </a:cubicBezTo>
                    <a:cubicBezTo>
                      <a:pt x="22" y="33"/>
                      <a:pt x="22" y="34"/>
                      <a:pt x="22" y="35"/>
                    </a:cubicBezTo>
                    <a:cubicBezTo>
                      <a:pt x="21" y="35"/>
                      <a:pt x="21" y="35"/>
                      <a:pt x="20" y="36"/>
                    </a:cubicBezTo>
                    <a:cubicBezTo>
                      <a:pt x="20" y="37"/>
                      <a:pt x="20" y="37"/>
                      <a:pt x="20" y="38"/>
                    </a:cubicBezTo>
                    <a:cubicBezTo>
                      <a:pt x="20" y="39"/>
                      <a:pt x="20" y="40"/>
                      <a:pt x="20" y="41"/>
                    </a:cubicBezTo>
                    <a:cubicBezTo>
                      <a:pt x="19" y="42"/>
                      <a:pt x="19" y="43"/>
                      <a:pt x="19" y="44"/>
                    </a:cubicBezTo>
                    <a:cubicBezTo>
                      <a:pt x="20" y="45"/>
                      <a:pt x="20" y="47"/>
                      <a:pt x="20" y="49"/>
                    </a:cubicBezTo>
                    <a:lnTo>
                      <a:pt x="20" y="48"/>
                    </a:lnTo>
                    <a:cubicBezTo>
                      <a:pt x="20" y="49"/>
                      <a:pt x="20" y="49"/>
                      <a:pt x="20" y="50"/>
                    </a:cubicBezTo>
                    <a:cubicBezTo>
                      <a:pt x="20" y="51"/>
                      <a:pt x="21" y="52"/>
                      <a:pt x="22" y="53"/>
                    </a:cubicBezTo>
                    <a:lnTo>
                      <a:pt x="21" y="52"/>
                    </a:lnTo>
                    <a:cubicBezTo>
                      <a:pt x="22" y="53"/>
                      <a:pt x="22" y="53"/>
                      <a:pt x="22" y="54"/>
                    </a:cubicBezTo>
                    <a:cubicBezTo>
                      <a:pt x="23" y="55"/>
                      <a:pt x="23" y="56"/>
                      <a:pt x="24" y="56"/>
                    </a:cubicBezTo>
                    <a:lnTo>
                      <a:pt x="23" y="56"/>
                    </a:lnTo>
                    <a:cubicBezTo>
                      <a:pt x="25" y="57"/>
                      <a:pt x="26" y="59"/>
                      <a:pt x="27" y="60"/>
                    </a:cubicBezTo>
                    <a:cubicBezTo>
                      <a:pt x="33" y="65"/>
                      <a:pt x="38" y="69"/>
                      <a:pt x="43" y="73"/>
                    </a:cubicBezTo>
                    <a:cubicBezTo>
                      <a:pt x="47" y="76"/>
                      <a:pt x="51" y="79"/>
                      <a:pt x="55" y="82"/>
                    </a:cubicBezTo>
                    <a:cubicBezTo>
                      <a:pt x="56" y="83"/>
                      <a:pt x="57" y="83"/>
                      <a:pt x="58" y="84"/>
                    </a:cubicBezTo>
                    <a:lnTo>
                      <a:pt x="57" y="83"/>
                    </a:lnTo>
                    <a:cubicBezTo>
                      <a:pt x="62" y="87"/>
                      <a:pt x="66" y="90"/>
                      <a:pt x="69" y="94"/>
                    </a:cubicBezTo>
                    <a:cubicBezTo>
                      <a:pt x="72" y="98"/>
                      <a:pt x="74" y="102"/>
                      <a:pt x="74" y="107"/>
                    </a:cubicBezTo>
                    <a:cubicBezTo>
                      <a:pt x="74" y="112"/>
                      <a:pt x="71" y="117"/>
                      <a:pt x="67" y="120"/>
                    </a:cubicBezTo>
                    <a:cubicBezTo>
                      <a:pt x="64" y="124"/>
                      <a:pt x="59" y="126"/>
                      <a:pt x="54" y="128"/>
                    </a:cubicBezTo>
                    <a:cubicBezTo>
                      <a:pt x="50" y="130"/>
                      <a:pt x="46" y="131"/>
                      <a:pt x="41" y="133"/>
                    </a:cubicBezTo>
                    <a:cubicBezTo>
                      <a:pt x="36" y="134"/>
                      <a:pt x="29" y="136"/>
                      <a:pt x="23" y="138"/>
                    </a:cubicBezTo>
                    <a:cubicBezTo>
                      <a:pt x="23" y="138"/>
                      <a:pt x="22" y="138"/>
                      <a:pt x="21" y="138"/>
                    </a:cubicBezTo>
                    <a:cubicBezTo>
                      <a:pt x="17" y="138"/>
                      <a:pt x="13" y="135"/>
                      <a:pt x="12" y="1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1" name="Google Shape;1511;p17"/>
              <p:cNvSpPr/>
              <p:nvPr/>
            </p:nvSpPr>
            <p:spPr>
              <a:xfrm>
                <a:off x="3816720" y="4888800"/>
                <a:ext cx="34200" cy="91080"/>
              </a:xfrm>
              <a:custGeom>
                <a:avLst/>
                <a:gdLst/>
                <a:ahLst/>
                <a:cxnLst/>
                <a:rect l="l" t="t" r="r" b="b"/>
                <a:pathLst>
                  <a:path w="95" h="253" extrusionOk="0">
                    <a:moveTo>
                      <a:pt x="27" y="250"/>
                    </a:moveTo>
                    <a:cubicBezTo>
                      <a:pt x="23" y="246"/>
                      <a:pt x="18" y="242"/>
                      <a:pt x="15" y="237"/>
                    </a:cubicBezTo>
                    <a:cubicBezTo>
                      <a:pt x="11" y="233"/>
                      <a:pt x="8" y="227"/>
                      <a:pt x="6" y="222"/>
                    </a:cubicBezTo>
                    <a:cubicBezTo>
                      <a:pt x="0" y="210"/>
                      <a:pt x="0" y="197"/>
                      <a:pt x="1" y="184"/>
                    </a:cubicBezTo>
                    <a:cubicBezTo>
                      <a:pt x="2" y="174"/>
                      <a:pt x="3" y="163"/>
                      <a:pt x="4" y="153"/>
                    </a:cubicBezTo>
                    <a:cubicBezTo>
                      <a:pt x="6" y="148"/>
                      <a:pt x="6" y="143"/>
                      <a:pt x="7" y="138"/>
                    </a:cubicBezTo>
                    <a:cubicBezTo>
                      <a:pt x="8" y="133"/>
                      <a:pt x="10" y="127"/>
                      <a:pt x="11" y="121"/>
                    </a:cubicBezTo>
                    <a:cubicBezTo>
                      <a:pt x="13" y="112"/>
                      <a:pt x="16" y="103"/>
                      <a:pt x="18" y="93"/>
                    </a:cubicBezTo>
                    <a:cubicBezTo>
                      <a:pt x="18" y="90"/>
                      <a:pt x="20" y="86"/>
                      <a:pt x="21" y="84"/>
                    </a:cubicBezTo>
                    <a:cubicBezTo>
                      <a:pt x="22" y="80"/>
                      <a:pt x="23" y="76"/>
                      <a:pt x="24" y="72"/>
                    </a:cubicBezTo>
                    <a:cubicBezTo>
                      <a:pt x="24" y="73"/>
                      <a:pt x="24" y="73"/>
                      <a:pt x="24" y="73"/>
                    </a:cubicBezTo>
                    <a:cubicBezTo>
                      <a:pt x="25" y="72"/>
                      <a:pt x="25" y="70"/>
                      <a:pt x="26" y="69"/>
                    </a:cubicBezTo>
                    <a:cubicBezTo>
                      <a:pt x="25" y="69"/>
                      <a:pt x="25" y="70"/>
                      <a:pt x="25" y="70"/>
                    </a:cubicBezTo>
                    <a:cubicBezTo>
                      <a:pt x="26" y="69"/>
                      <a:pt x="26" y="68"/>
                      <a:pt x="27" y="67"/>
                    </a:cubicBezTo>
                    <a:lnTo>
                      <a:pt x="26" y="67"/>
                    </a:lnTo>
                    <a:cubicBezTo>
                      <a:pt x="27" y="67"/>
                      <a:pt x="27" y="65"/>
                      <a:pt x="27" y="65"/>
                    </a:cubicBezTo>
                    <a:lnTo>
                      <a:pt x="27" y="66"/>
                    </a:lnTo>
                    <a:cubicBezTo>
                      <a:pt x="27" y="65"/>
                      <a:pt x="27" y="64"/>
                      <a:pt x="28" y="64"/>
                    </a:cubicBezTo>
                    <a:cubicBezTo>
                      <a:pt x="28" y="63"/>
                      <a:pt x="28" y="62"/>
                      <a:pt x="29" y="61"/>
                    </a:cubicBezTo>
                    <a:cubicBezTo>
                      <a:pt x="28" y="61"/>
                      <a:pt x="28" y="61"/>
                      <a:pt x="28" y="62"/>
                    </a:cubicBezTo>
                    <a:cubicBezTo>
                      <a:pt x="30" y="60"/>
                      <a:pt x="30" y="57"/>
                      <a:pt x="31" y="55"/>
                    </a:cubicBezTo>
                    <a:cubicBezTo>
                      <a:pt x="32" y="53"/>
                      <a:pt x="33" y="50"/>
                      <a:pt x="34" y="49"/>
                    </a:cubicBezTo>
                    <a:cubicBezTo>
                      <a:pt x="37" y="42"/>
                      <a:pt x="40" y="36"/>
                      <a:pt x="44" y="30"/>
                    </a:cubicBezTo>
                    <a:cubicBezTo>
                      <a:pt x="46" y="24"/>
                      <a:pt x="50" y="19"/>
                      <a:pt x="54" y="14"/>
                    </a:cubicBezTo>
                    <a:cubicBezTo>
                      <a:pt x="58" y="10"/>
                      <a:pt x="63" y="6"/>
                      <a:pt x="68" y="4"/>
                    </a:cubicBezTo>
                    <a:cubicBezTo>
                      <a:pt x="73" y="1"/>
                      <a:pt x="79" y="0"/>
                      <a:pt x="84" y="3"/>
                    </a:cubicBezTo>
                    <a:cubicBezTo>
                      <a:pt x="85" y="3"/>
                      <a:pt x="86" y="4"/>
                      <a:pt x="87" y="4"/>
                    </a:cubicBezTo>
                    <a:cubicBezTo>
                      <a:pt x="88" y="5"/>
                      <a:pt x="90" y="7"/>
                      <a:pt x="91" y="8"/>
                    </a:cubicBezTo>
                    <a:cubicBezTo>
                      <a:pt x="91" y="10"/>
                      <a:pt x="92" y="11"/>
                      <a:pt x="92" y="12"/>
                    </a:cubicBezTo>
                    <a:cubicBezTo>
                      <a:pt x="94" y="18"/>
                      <a:pt x="91" y="23"/>
                      <a:pt x="85" y="24"/>
                    </a:cubicBezTo>
                    <a:cubicBezTo>
                      <a:pt x="82" y="25"/>
                      <a:pt x="78" y="24"/>
                      <a:pt x="76" y="21"/>
                    </a:cubicBezTo>
                    <a:cubicBezTo>
                      <a:pt x="74" y="21"/>
                      <a:pt x="74" y="22"/>
                      <a:pt x="73" y="22"/>
                    </a:cubicBezTo>
                    <a:cubicBezTo>
                      <a:pt x="71" y="23"/>
                      <a:pt x="71" y="24"/>
                      <a:pt x="70" y="24"/>
                    </a:cubicBezTo>
                    <a:cubicBezTo>
                      <a:pt x="69" y="25"/>
                      <a:pt x="69" y="25"/>
                      <a:pt x="68" y="26"/>
                    </a:cubicBezTo>
                    <a:cubicBezTo>
                      <a:pt x="67" y="28"/>
                      <a:pt x="66" y="29"/>
                      <a:pt x="64" y="30"/>
                    </a:cubicBezTo>
                    <a:cubicBezTo>
                      <a:pt x="65" y="30"/>
                      <a:pt x="65" y="29"/>
                      <a:pt x="65" y="29"/>
                    </a:cubicBezTo>
                    <a:cubicBezTo>
                      <a:pt x="62" y="34"/>
                      <a:pt x="59" y="39"/>
                      <a:pt x="56" y="44"/>
                    </a:cubicBezTo>
                    <a:cubicBezTo>
                      <a:pt x="54" y="47"/>
                      <a:pt x="52" y="50"/>
                      <a:pt x="51" y="54"/>
                    </a:cubicBezTo>
                    <a:cubicBezTo>
                      <a:pt x="49" y="56"/>
                      <a:pt x="48" y="59"/>
                      <a:pt x="47" y="62"/>
                    </a:cubicBezTo>
                    <a:cubicBezTo>
                      <a:pt x="44" y="68"/>
                      <a:pt x="42" y="74"/>
                      <a:pt x="39" y="80"/>
                    </a:cubicBezTo>
                    <a:lnTo>
                      <a:pt x="39" y="79"/>
                    </a:lnTo>
                    <a:cubicBezTo>
                      <a:pt x="38" y="83"/>
                      <a:pt x="37" y="86"/>
                      <a:pt x="36" y="90"/>
                    </a:cubicBezTo>
                    <a:cubicBezTo>
                      <a:pt x="35" y="93"/>
                      <a:pt x="34" y="95"/>
                      <a:pt x="34" y="98"/>
                    </a:cubicBezTo>
                    <a:cubicBezTo>
                      <a:pt x="32" y="105"/>
                      <a:pt x="30" y="112"/>
                      <a:pt x="28" y="119"/>
                    </a:cubicBezTo>
                    <a:cubicBezTo>
                      <a:pt x="26" y="128"/>
                      <a:pt x="24" y="138"/>
                      <a:pt x="22" y="148"/>
                    </a:cubicBezTo>
                    <a:cubicBezTo>
                      <a:pt x="21" y="151"/>
                      <a:pt x="21" y="155"/>
                      <a:pt x="20" y="158"/>
                    </a:cubicBezTo>
                    <a:cubicBezTo>
                      <a:pt x="20" y="160"/>
                      <a:pt x="20" y="162"/>
                      <a:pt x="20" y="163"/>
                    </a:cubicBezTo>
                    <a:cubicBezTo>
                      <a:pt x="19" y="169"/>
                      <a:pt x="18" y="175"/>
                      <a:pt x="18" y="181"/>
                    </a:cubicBezTo>
                    <a:cubicBezTo>
                      <a:pt x="18" y="180"/>
                      <a:pt x="18" y="180"/>
                      <a:pt x="18" y="180"/>
                    </a:cubicBezTo>
                    <a:cubicBezTo>
                      <a:pt x="17" y="186"/>
                      <a:pt x="17" y="192"/>
                      <a:pt x="18" y="199"/>
                    </a:cubicBezTo>
                    <a:cubicBezTo>
                      <a:pt x="18" y="198"/>
                      <a:pt x="18" y="198"/>
                      <a:pt x="18" y="198"/>
                    </a:cubicBezTo>
                    <a:cubicBezTo>
                      <a:pt x="18" y="200"/>
                      <a:pt x="18" y="202"/>
                      <a:pt x="18" y="205"/>
                    </a:cubicBezTo>
                    <a:cubicBezTo>
                      <a:pt x="18" y="206"/>
                      <a:pt x="19" y="208"/>
                      <a:pt x="20" y="210"/>
                    </a:cubicBezTo>
                    <a:cubicBezTo>
                      <a:pt x="20" y="212"/>
                      <a:pt x="21" y="214"/>
                      <a:pt x="22" y="216"/>
                    </a:cubicBezTo>
                    <a:cubicBezTo>
                      <a:pt x="23" y="218"/>
                      <a:pt x="24" y="220"/>
                      <a:pt x="25" y="222"/>
                    </a:cubicBezTo>
                    <a:cubicBezTo>
                      <a:pt x="27" y="224"/>
                      <a:pt x="28" y="226"/>
                      <a:pt x="30" y="228"/>
                    </a:cubicBezTo>
                    <a:cubicBezTo>
                      <a:pt x="31" y="230"/>
                      <a:pt x="33" y="232"/>
                      <a:pt x="35" y="234"/>
                    </a:cubicBezTo>
                    <a:cubicBezTo>
                      <a:pt x="36" y="234"/>
                      <a:pt x="37" y="236"/>
                      <a:pt x="38" y="236"/>
                    </a:cubicBezTo>
                    <a:cubicBezTo>
                      <a:pt x="41" y="240"/>
                      <a:pt x="42" y="245"/>
                      <a:pt x="39" y="248"/>
                    </a:cubicBezTo>
                    <a:cubicBezTo>
                      <a:pt x="37" y="251"/>
                      <a:pt x="35" y="252"/>
                      <a:pt x="32" y="252"/>
                    </a:cubicBezTo>
                    <a:cubicBezTo>
                      <a:pt x="30" y="252"/>
                      <a:pt x="28" y="251"/>
                      <a:pt x="27" y="2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2" name="Google Shape;1512;p17"/>
              <p:cNvSpPr/>
              <p:nvPr/>
            </p:nvSpPr>
            <p:spPr>
              <a:xfrm>
                <a:off x="3840120" y="4910400"/>
                <a:ext cx="33120" cy="55800"/>
              </a:xfrm>
              <a:custGeom>
                <a:avLst/>
                <a:gdLst/>
                <a:ahLst/>
                <a:cxnLst/>
                <a:rect l="l" t="t" r="r" b="b"/>
                <a:pathLst>
                  <a:path w="92" h="155" extrusionOk="0">
                    <a:moveTo>
                      <a:pt x="68" y="53"/>
                    </a:moveTo>
                    <a:cubicBezTo>
                      <a:pt x="69" y="51"/>
                      <a:pt x="69" y="49"/>
                      <a:pt x="70" y="47"/>
                    </a:cubicBezTo>
                    <a:cubicBezTo>
                      <a:pt x="70" y="43"/>
                      <a:pt x="71" y="39"/>
                      <a:pt x="72" y="36"/>
                    </a:cubicBezTo>
                    <a:cubicBezTo>
                      <a:pt x="72" y="32"/>
                      <a:pt x="72" y="28"/>
                      <a:pt x="72" y="23"/>
                    </a:cubicBezTo>
                    <a:cubicBezTo>
                      <a:pt x="72" y="24"/>
                      <a:pt x="72" y="25"/>
                      <a:pt x="71" y="25"/>
                    </a:cubicBezTo>
                    <a:cubicBezTo>
                      <a:pt x="70" y="27"/>
                      <a:pt x="70" y="29"/>
                      <a:pt x="69" y="31"/>
                    </a:cubicBezTo>
                    <a:cubicBezTo>
                      <a:pt x="69" y="34"/>
                      <a:pt x="68" y="36"/>
                      <a:pt x="68" y="39"/>
                    </a:cubicBezTo>
                    <a:cubicBezTo>
                      <a:pt x="68" y="42"/>
                      <a:pt x="67" y="44"/>
                      <a:pt x="67" y="47"/>
                    </a:cubicBezTo>
                    <a:cubicBezTo>
                      <a:pt x="67" y="49"/>
                      <a:pt x="68" y="51"/>
                      <a:pt x="68" y="53"/>
                    </a:cubicBezTo>
                    <a:moveTo>
                      <a:pt x="20" y="134"/>
                    </a:moveTo>
                    <a:lnTo>
                      <a:pt x="21" y="134"/>
                    </a:lnTo>
                    <a:cubicBezTo>
                      <a:pt x="22" y="134"/>
                      <a:pt x="22" y="134"/>
                      <a:pt x="23" y="133"/>
                    </a:cubicBezTo>
                    <a:cubicBezTo>
                      <a:pt x="24" y="132"/>
                      <a:pt x="25" y="131"/>
                      <a:pt x="26" y="130"/>
                    </a:cubicBezTo>
                    <a:cubicBezTo>
                      <a:pt x="27" y="128"/>
                      <a:pt x="28" y="128"/>
                      <a:pt x="28" y="127"/>
                    </a:cubicBezTo>
                    <a:lnTo>
                      <a:pt x="27" y="127"/>
                    </a:lnTo>
                    <a:lnTo>
                      <a:pt x="26" y="127"/>
                    </a:lnTo>
                    <a:cubicBezTo>
                      <a:pt x="25" y="127"/>
                      <a:pt x="25" y="127"/>
                      <a:pt x="24" y="127"/>
                    </a:cubicBezTo>
                    <a:lnTo>
                      <a:pt x="24" y="128"/>
                    </a:lnTo>
                    <a:cubicBezTo>
                      <a:pt x="23" y="128"/>
                      <a:pt x="23" y="128"/>
                      <a:pt x="23" y="128"/>
                    </a:cubicBezTo>
                    <a:lnTo>
                      <a:pt x="22" y="129"/>
                    </a:lnTo>
                    <a:cubicBezTo>
                      <a:pt x="21" y="130"/>
                      <a:pt x="21" y="130"/>
                      <a:pt x="21" y="130"/>
                    </a:cubicBezTo>
                    <a:lnTo>
                      <a:pt x="21" y="131"/>
                    </a:lnTo>
                    <a:cubicBezTo>
                      <a:pt x="21" y="130"/>
                      <a:pt x="21" y="130"/>
                      <a:pt x="21" y="130"/>
                    </a:cubicBezTo>
                    <a:cubicBezTo>
                      <a:pt x="21" y="131"/>
                      <a:pt x="21" y="131"/>
                      <a:pt x="20" y="131"/>
                    </a:cubicBezTo>
                    <a:cubicBezTo>
                      <a:pt x="20" y="132"/>
                      <a:pt x="20" y="132"/>
                      <a:pt x="20" y="132"/>
                    </a:cubicBezTo>
                    <a:cubicBezTo>
                      <a:pt x="20" y="132"/>
                      <a:pt x="20" y="133"/>
                      <a:pt x="20" y="134"/>
                    </a:cubicBezTo>
                    <a:moveTo>
                      <a:pt x="14" y="153"/>
                    </a:moveTo>
                    <a:cubicBezTo>
                      <a:pt x="10" y="152"/>
                      <a:pt x="7" y="150"/>
                      <a:pt x="5" y="146"/>
                    </a:cubicBezTo>
                    <a:cubicBezTo>
                      <a:pt x="0" y="139"/>
                      <a:pt x="0" y="129"/>
                      <a:pt x="4" y="122"/>
                    </a:cubicBezTo>
                    <a:cubicBezTo>
                      <a:pt x="9" y="114"/>
                      <a:pt x="17" y="109"/>
                      <a:pt x="27" y="108"/>
                    </a:cubicBezTo>
                    <a:cubicBezTo>
                      <a:pt x="31" y="108"/>
                      <a:pt x="36" y="109"/>
                      <a:pt x="40" y="110"/>
                    </a:cubicBezTo>
                    <a:lnTo>
                      <a:pt x="41" y="110"/>
                    </a:lnTo>
                    <a:cubicBezTo>
                      <a:pt x="44" y="104"/>
                      <a:pt x="47" y="99"/>
                      <a:pt x="50" y="93"/>
                    </a:cubicBezTo>
                    <a:cubicBezTo>
                      <a:pt x="50" y="93"/>
                      <a:pt x="50" y="94"/>
                      <a:pt x="49" y="95"/>
                    </a:cubicBezTo>
                    <a:cubicBezTo>
                      <a:pt x="55" y="85"/>
                      <a:pt x="59" y="76"/>
                      <a:pt x="63" y="67"/>
                    </a:cubicBezTo>
                    <a:cubicBezTo>
                      <a:pt x="62" y="67"/>
                      <a:pt x="61" y="67"/>
                      <a:pt x="59" y="67"/>
                    </a:cubicBezTo>
                    <a:cubicBezTo>
                      <a:pt x="54" y="68"/>
                      <a:pt x="49" y="63"/>
                      <a:pt x="49" y="58"/>
                    </a:cubicBezTo>
                    <a:cubicBezTo>
                      <a:pt x="49" y="53"/>
                      <a:pt x="49" y="48"/>
                      <a:pt x="49" y="43"/>
                    </a:cubicBezTo>
                    <a:cubicBezTo>
                      <a:pt x="49" y="38"/>
                      <a:pt x="50" y="32"/>
                      <a:pt x="51" y="27"/>
                    </a:cubicBezTo>
                    <a:cubicBezTo>
                      <a:pt x="52" y="24"/>
                      <a:pt x="53" y="21"/>
                      <a:pt x="54" y="18"/>
                    </a:cubicBezTo>
                    <a:cubicBezTo>
                      <a:pt x="56" y="12"/>
                      <a:pt x="59" y="7"/>
                      <a:pt x="63" y="3"/>
                    </a:cubicBezTo>
                    <a:cubicBezTo>
                      <a:pt x="66" y="1"/>
                      <a:pt x="68" y="1"/>
                      <a:pt x="70" y="0"/>
                    </a:cubicBezTo>
                    <a:cubicBezTo>
                      <a:pt x="73" y="0"/>
                      <a:pt x="76" y="0"/>
                      <a:pt x="79" y="1"/>
                    </a:cubicBezTo>
                    <a:cubicBezTo>
                      <a:pt x="84" y="3"/>
                      <a:pt x="87" y="7"/>
                      <a:pt x="89" y="12"/>
                    </a:cubicBezTo>
                    <a:cubicBezTo>
                      <a:pt x="91" y="17"/>
                      <a:pt x="91" y="23"/>
                      <a:pt x="90" y="29"/>
                    </a:cubicBezTo>
                    <a:cubicBezTo>
                      <a:pt x="90" y="36"/>
                      <a:pt x="89" y="43"/>
                      <a:pt x="87" y="50"/>
                    </a:cubicBezTo>
                    <a:cubicBezTo>
                      <a:pt x="85" y="60"/>
                      <a:pt x="81" y="69"/>
                      <a:pt x="77" y="79"/>
                    </a:cubicBezTo>
                    <a:cubicBezTo>
                      <a:pt x="75" y="83"/>
                      <a:pt x="73" y="88"/>
                      <a:pt x="70" y="92"/>
                    </a:cubicBezTo>
                    <a:cubicBezTo>
                      <a:pt x="68" y="97"/>
                      <a:pt x="66" y="102"/>
                      <a:pt x="63" y="106"/>
                    </a:cubicBezTo>
                    <a:cubicBezTo>
                      <a:pt x="61" y="110"/>
                      <a:pt x="59" y="114"/>
                      <a:pt x="56" y="118"/>
                    </a:cubicBezTo>
                    <a:cubicBezTo>
                      <a:pt x="59" y="120"/>
                      <a:pt x="61" y="121"/>
                      <a:pt x="63" y="122"/>
                    </a:cubicBezTo>
                    <a:cubicBezTo>
                      <a:pt x="70" y="127"/>
                      <a:pt x="78" y="131"/>
                      <a:pt x="86" y="135"/>
                    </a:cubicBezTo>
                    <a:cubicBezTo>
                      <a:pt x="90" y="138"/>
                      <a:pt x="91" y="143"/>
                      <a:pt x="88" y="148"/>
                    </a:cubicBezTo>
                    <a:cubicBezTo>
                      <a:pt x="87" y="149"/>
                      <a:pt x="85" y="151"/>
                      <a:pt x="83" y="152"/>
                    </a:cubicBezTo>
                    <a:cubicBezTo>
                      <a:pt x="80" y="152"/>
                      <a:pt x="78" y="152"/>
                      <a:pt x="76" y="150"/>
                    </a:cubicBezTo>
                    <a:cubicBezTo>
                      <a:pt x="70" y="147"/>
                      <a:pt x="64" y="144"/>
                      <a:pt x="58" y="141"/>
                    </a:cubicBezTo>
                    <a:cubicBezTo>
                      <a:pt x="55" y="139"/>
                      <a:pt x="53" y="138"/>
                      <a:pt x="51" y="136"/>
                    </a:cubicBezTo>
                    <a:cubicBezTo>
                      <a:pt x="49" y="135"/>
                      <a:pt x="48" y="134"/>
                      <a:pt x="47" y="134"/>
                    </a:cubicBezTo>
                    <a:cubicBezTo>
                      <a:pt x="46" y="134"/>
                      <a:pt x="45" y="135"/>
                      <a:pt x="45" y="135"/>
                    </a:cubicBezTo>
                    <a:cubicBezTo>
                      <a:pt x="45" y="136"/>
                      <a:pt x="45" y="136"/>
                      <a:pt x="44" y="137"/>
                    </a:cubicBezTo>
                    <a:lnTo>
                      <a:pt x="45" y="136"/>
                    </a:lnTo>
                    <a:cubicBezTo>
                      <a:pt x="44" y="137"/>
                      <a:pt x="44" y="138"/>
                      <a:pt x="43" y="138"/>
                    </a:cubicBezTo>
                    <a:cubicBezTo>
                      <a:pt x="44" y="138"/>
                      <a:pt x="44" y="138"/>
                      <a:pt x="44" y="138"/>
                    </a:cubicBezTo>
                    <a:cubicBezTo>
                      <a:pt x="41" y="141"/>
                      <a:pt x="39" y="143"/>
                      <a:pt x="37" y="146"/>
                    </a:cubicBezTo>
                    <a:cubicBezTo>
                      <a:pt x="34" y="149"/>
                      <a:pt x="30" y="151"/>
                      <a:pt x="27" y="153"/>
                    </a:cubicBezTo>
                    <a:cubicBezTo>
                      <a:pt x="24" y="153"/>
                      <a:pt x="22" y="154"/>
                      <a:pt x="20" y="154"/>
                    </a:cubicBezTo>
                    <a:cubicBezTo>
                      <a:pt x="18" y="154"/>
                      <a:pt x="16" y="154"/>
                      <a:pt x="14" y="15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3" name="Google Shape;1513;p17"/>
              <p:cNvSpPr/>
              <p:nvPr/>
            </p:nvSpPr>
            <p:spPr>
              <a:xfrm>
                <a:off x="3904560" y="4920840"/>
                <a:ext cx="22680" cy="42120"/>
              </a:xfrm>
              <a:custGeom>
                <a:avLst/>
                <a:gdLst/>
                <a:ahLst/>
                <a:cxnLst/>
                <a:rect l="l" t="t" r="r" b="b"/>
                <a:pathLst>
                  <a:path w="63" h="117" extrusionOk="0">
                    <a:moveTo>
                      <a:pt x="43" y="112"/>
                    </a:moveTo>
                    <a:cubicBezTo>
                      <a:pt x="35" y="97"/>
                      <a:pt x="26" y="82"/>
                      <a:pt x="18" y="67"/>
                    </a:cubicBezTo>
                    <a:cubicBezTo>
                      <a:pt x="14" y="59"/>
                      <a:pt x="11" y="51"/>
                      <a:pt x="8" y="43"/>
                    </a:cubicBezTo>
                    <a:cubicBezTo>
                      <a:pt x="6" y="39"/>
                      <a:pt x="4" y="35"/>
                      <a:pt x="3" y="31"/>
                    </a:cubicBezTo>
                    <a:cubicBezTo>
                      <a:pt x="2" y="26"/>
                      <a:pt x="1" y="21"/>
                      <a:pt x="0" y="16"/>
                    </a:cubicBezTo>
                    <a:cubicBezTo>
                      <a:pt x="0" y="14"/>
                      <a:pt x="0" y="11"/>
                      <a:pt x="1" y="10"/>
                    </a:cubicBezTo>
                    <a:cubicBezTo>
                      <a:pt x="2" y="7"/>
                      <a:pt x="2" y="6"/>
                      <a:pt x="3" y="4"/>
                    </a:cubicBezTo>
                    <a:cubicBezTo>
                      <a:pt x="6" y="1"/>
                      <a:pt x="10" y="0"/>
                      <a:pt x="13" y="1"/>
                    </a:cubicBezTo>
                    <a:lnTo>
                      <a:pt x="14" y="1"/>
                    </a:lnTo>
                    <a:lnTo>
                      <a:pt x="13" y="1"/>
                    </a:lnTo>
                    <a:cubicBezTo>
                      <a:pt x="18" y="2"/>
                      <a:pt x="21" y="7"/>
                      <a:pt x="21" y="11"/>
                    </a:cubicBezTo>
                    <a:cubicBezTo>
                      <a:pt x="21" y="13"/>
                      <a:pt x="20" y="14"/>
                      <a:pt x="19" y="15"/>
                    </a:cubicBezTo>
                    <a:cubicBezTo>
                      <a:pt x="20" y="17"/>
                      <a:pt x="20" y="18"/>
                      <a:pt x="20" y="20"/>
                    </a:cubicBezTo>
                    <a:cubicBezTo>
                      <a:pt x="20" y="23"/>
                      <a:pt x="21" y="27"/>
                      <a:pt x="23" y="29"/>
                    </a:cubicBezTo>
                    <a:cubicBezTo>
                      <a:pt x="24" y="36"/>
                      <a:pt x="27" y="42"/>
                      <a:pt x="30" y="48"/>
                    </a:cubicBezTo>
                    <a:cubicBezTo>
                      <a:pt x="29" y="47"/>
                      <a:pt x="29" y="47"/>
                      <a:pt x="29" y="47"/>
                    </a:cubicBezTo>
                    <a:cubicBezTo>
                      <a:pt x="31" y="51"/>
                      <a:pt x="32" y="55"/>
                      <a:pt x="35" y="59"/>
                    </a:cubicBezTo>
                    <a:cubicBezTo>
                      <a:pt x="37" y="64"/>
                      <a:pt x="40" y="70"/>
                      <a:pt x="42" y="74"/>
                    </a:cubicBezTo>
                    <a:cubicBezTo>
                      <a:pt x="48" y="84"/>
                      <a:pt x="53" y="94"/>
                      <a:pt x="59" y="103"/>
                    </a:cubicBezTo>
                    <a:cubicBezTo>
                      <a:pt x="62" y="107"/>
                      <a:pt x="60" y="113"/>
                      <a:pt x="56" y="115"/>
                    </a:cubicBezTo>
                    <a:cubicBezTo>
                      <a:pt x="55" y="116"/>
                      <a:pt x="53" y="116"/>
                      <a:pt x="52" y="116"/>
                    </a:cubicBezTo>
                    <a:cubicBezTo>
                      <a:pt x="48" y="116"/>
                      <a:pt x="45" y="114"/>
                      <a:pt x="43" y="1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4" name="Google Shape;1514;p17"/>
              <p:cNvSpPr/>
              <p:nvPr/>
            </p:nvSpPr>
            <p:spPr>
              <a:xfrm>
                <a:off x="3902040" y="4926960"/>
                <a:ext cx="38160" cy="51120"/>
              </a:xfrm>
              <a:custGeom>
                <a:avLst/>
                <a:gdLst/>
                <a:ahLst/>
                <a:cxnLst/>
                <a:rect l="l" t="t" r="r" b="b"/>
                <a:pathLst>
                  <a:path w="106" h="142" extrusionOk="0">
                    <a:moveTo>
                      <a:pt x="6" y="140"/>
                    </a:moveTo>
                    <a:cubicBezTo>
                      <a:pt x="2" y="138"/>
                      <a:pt x="0" y="133"/>
                      <a:pt x="2" y="129"/>
                    </a:cubicBezTo>
                    <a:cubicBezTo>
                      <a:pt x="6" y="119"/>
                      <a:pt x="10" y="109"/>
                      <a:pt x="15" y="99"/>
                    </a:cubicBezTo>
                    <a:cubicBezTo>
                      <a:pt x="18" y="90"/>
                      <a:pt x="23" y="82"/>
                      <a:pt x="28" y="74"/>
                    </a:cubicBezTo>
                    <a:cubicBezTo>
                      <a:pt x="34" y="65"/>
                      <a:pt x="39" y="57"/>
                      <a:pt x="44" y="49"/>
                    </a:cubicBezTo>
                    <a:cubicBezTo>
                      <a:pt x="48" y="44"/>
                      <a:pt x="50" y="40"/>
                      <a:pt x="54" y="35"/>
                    </a:cubicBezTo>
                    <a:cubicBezTo>
                      <a:pt x="57" y="30"/>
                      <a:pt x="60" y="26"/>
                      <a:pt x="64" y="22"/>
                    </a:cubicBezTo>
                    <a:cubicBezTo>
                      <a:pt x="65" y="20"/>
                      <a:pt x="67" y="18"/>
                      <a:pt x="69" y="16"/>
                    </a:cubicBezTo>
                    <a:cubicBezTo>
                      <a:pt x="72" y="13"/>
                      <a:pt x="75" y="10"/>
                      <a:pt x="78" y="7"/>
                    </a:cubicBezTo>
                    <a:cubicBezTo>
                      <a:pt x="82" y="4"/>
                      <a:pt x="85" y="1"/>
                      <a:pt x="89" y="1"/>
                    </a:cubicBezTo>
                    <a:cubicBezTo>
                      <a:pt x="92" y="0"/>
                      <a:pt x="94" y="0"/>
                      <a:pt x="97" y="1"/>
                    </a:cubicBezTo>
                    <a:cubicBezTo>
                      <a:pt x="102" y="3"/>
                      <a:pt x="105" y="8"/>
                      <a:pt x="103" y="13"/>
                    </a:cubicBezTo>
                    <a:cubicBezTo>
                      <a:pt x="102" y="18"/>
                      <a:pt x="97" y="21"/>
                      <a:pt x="92" y="20"/>
                    </a:cubicBezTo>
                    <a:cubicBezTo>
                      <a:pt x="91" y="21"/>
                      <a:pt x="91" y="21"/>
                      <a:pt x="90" y="22"/>
                    </a:cubicBezTo>
                    <a:cubicBezTo>
                      <a:pt x="87" y="24"/>
                      <a:pt x="84" y="27"/>
                      <a:pt x="81" y="30"/>
                    </a:cubicBezTo>
                    <a:cubicBezTo>
                      <a:pt x="77" y="35"/>
                      <a:pt x="73" y="40"/>
                      <a:pt x="69" y="45"/>
                    </a:cubicBezTo>
                    <a:lnTo>
                      <a:pt x="69" y="44"/>
                    </a:lnTo>
                    <a:cubicBezTo>
                      <a:pt x="66" y="49"/>
                      <a:pt x="62" y="54"/>
                      <a:pt x="59" y="58"/>
                    </a:cubicBezTo>
                    <a:cubicBezTo>
                      <a:pt x="56" y="63"/>
                      <a:pt x="53" y="67"/>
                      <a:pt x="50" y="71"/>
                    </a:cubicBezTo>
                    <a:cubicBezTo>
                      <a:pt x="45" y="79"/>
                      <a:pt x="40" y="87"/>
                      <a:pt x="35" y="95"/>
                    </a:cubicBezTo>
                    <a:cubicBezTo>
                      <a:pt x="34" y="99"/>
                      <a:pt x="32" y="102"/>
                      <a:pt x="31" y="105"/>
                    </a:cubicBezTo>
                    <a:cubicBezTo>
                      <a:pt x="29" y="108"/>
                      <a:pt x="28" y="111"/>
                      <a:pt x="26" y="114"/>
                    </a:cubicBezTo>
                    <a:cubicBezTo>
                      <a:pt x="23" y="121"/>
                      <a:pt x="20" y="129"/>
                      <a:pt x="17" y="136"/>
                    </a:cubicBezTo>
                    <a:cubicBezTo>
                      <a:pt x="16" y="139"/>
                      <a:pt x="13" y="141"/>
                      <a:pt x="9" y="141"/>
                    </a:cubicBezTo>
                    <a:cubicBezTo>
                      <a:pt x="8" y="141"/>
                      <a:pt x="7" y="141"/>
                      <a:pt x="6" y="1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5" name="Google Shape;1515;p17"/>
              <p:cNvSpPr/>
              <p:nvPr/>
            </p:nvSpPr>
            <p:spPr>
              <a:xfrm>
                <a:off x="3948120" y="4943520"/>
                <a:ext cx="50040" cy="13320"/>
              </a:xfrm>
              <a:custGeom>
                <a:avLst/>
                <a:gdLst/>
                <a:ahLst/>
                <a:cxnLst/>
                <a:rect l="l" t="t" r="r" b="b"/>
                <a:pathLst>
                  <a:path w="139" h="37" extrusionOk="0">
                    <a:moveTo>
                      <a:pt x="6" y="35"/>
                    </a:moveTo>
                    <a:cubicBezTo>
                      <a:pt x="4" y="33"/>
                      <a:pt x="1" y="31"/>
                      <a:pt x="1" y="28"/>
                    </a:cubicBezTo>
                    <a:cubicBezTo>
                      <a:pt x="0" y="24"/>
                      <a:pt x="2" y="19"/>
                      <a:pt x="5" y="18"/>
                    </a:cubicBezTo>
                    <a:cubicBezTo>
                      <a:pt x="10" y="15"/>
                      <a:pt x="15" y="14"/>
                      <a:pt x="21" y="13"/>
                    </a:cubicBezTo>
                    <a:cubicBezTo>
                      <a:pt x="23" y="12"/>
                      <a:pt x="26" y="12"/>
                      <a:pt x="28" y="11"/>
                    </a:cubicBezTo>
                    <a:cubicBezTo>
                      <a:pt x="33" y="11"/>
                      <a:pt x="37" y="10"/>
                      <a:pt x="42" y="9"/>
                    </a:cubicBezTo>
                    <a:cubicBezTo>
                      <a:pt x="51" y="8"/>
                      <a:pt x="61" y="7"/>
                      <a:pt x="69" y="5"/>
                    </a:cubicBezTo>
                    <a:cubicBezTo>
                      <a:pt x="89" y="4"/>
                      <a:pt x="109" y="1"/>
                      <a:pt x="128" y="0"/>
                    </a:cubicBezTo>
                    <a:cubicBezTo>
                      <a:pt x="132" y="0"/>
                      <a:pt x="136" y="3"/>
                      <a:pt x="137" y="7"/>
                    </a:cubicBezTo>
                    <a:cubicBezTo>
                      <a:pt x="138" y="12"/>
                      <a:pt x="134" y="16"/>
                      <a:pt x="130" y="17"/>
                    </a:cubicBezTo>
                    <a:cubicBezTo>
                      <a:pt x="117" y="18"/>
                      <a:pt x="104" y="19"/>
                      <a:pt x="91" y="21"/>
                    </a:cubicBezTo>
                    <a:cubicBezTo>
                      <a:pt x="85" y="21"/>
                      <a:pt x="78" y="22"/>
                      <a:pt x="71" y="23"/>
                    </a:cubicBezTo>
                    <a:cubicBezTo>
                      <a:pt x="65" y="24"/>
                      <a:pt x="60" y="25"/>
                      <a:pt x="54" y="25"/>
                    </a:cubicBezTo>
                    <a:cubicBezTo>
                      <a:pt x="42" y="28"/>
                      <a:pt x="30" y="29"/>
                      <a:pt x="19" y="33"/>
                    </a:cubicBezTo>
                    <a:cubicBezTo>
                      <a:pt x="18" y="33"/>
                      <a:pt x="16" y="33"/>
                      <a:pt x="15" y="34"/>
                    </a:cubicBezTo>
                    <a:cubicBezTo>
                      <a:pt x="14" y="35"/>
                      <a:pt x="12" y="36"/>
                      <a:pt x="10" y="36"/>
                    </a:cubicBezTo>
                    <a:cubicBezTo>
                      <a:pt x="9" y="36"/>
                      <a:pt x="7" y="35"/>
                      <a:pt x="6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6" name="Google Shape;1516;p17"/>
              <p:cNvSpPr/>
              <p:nvPr/>
            </p:nvSpPr>
            <p:spPr>
              <a:xfrm>
                <a:off x="4006800" y="4908960"/>
                <a:ext cx="24480" cy="67680"/>
              </a:xfrm>
              <a:custGeom>
                <a:avLst/>
                <a:gdLst/>
                <a:ahLst/>
                <a:cxnLst/>
                <a:rect l="l" t="t" r="r" b="b"/>
                <a:pathLst>
                  <a:path w="68" h="188" extrusionOk="0">
                    <a:moveTo>
                      <a:pt x="7" y="186"/>
                    </a:moveTo>
                    <a:cubicBezTo>
                      <a:pt x="3" y="184"/>
                      <a:pt x="0" y="179"/>
                      <a:pt x="1" y="174"/>
                    </a:cubicBezTo>
                    <a:cubicBezTo>
                      <a:pt x="7" y="155"/>
                      <a:pt x="13" y="135"/>
                      <a:pt x="18" y="115"/>
                    </a:cubicBezTo>
                    <a:cubicBezTo>
                      <a:pt x="24" y="97"/>
                      <a:pt x="28" y="78"/>
                      <a:pt x="33" y="60"/>
                    </a:cubicBezTo>
                    <a:cubicBezTo>
                      <a:pt x="35" y="50"/>
                      <a:pt x="38" y="41"/>
                      <a:pt x="40" y="32"/>
                    </a:cubicBezTo>
                    <a:cubicBezTo>
                      <a:pt x="42" y="24"/>
                      <a:pt x="45" y="16"/>
                      <a:pt x="46" y="9"/>
                    </a:cubicBezTo>
                    <a:cubicBezTo>
                      <a:pt x="47" y="3"/>
                      <a:pt x="53" y="0"/>
                      <a:pt x="59" y="1"/>
                    </a:cubicBezTo>
                    <a:cubicBezTo>
                      <a:pt x="64" y="2"/>
                      <a:pt x="67" y="9"/>
                      <a:pt x="65" y="14"/>
                    </a:cubicBezTo>
                    <a:cubicBezTo>
                      <a:pt x="59" y="32"/>
                      <a:pt x="54" y="51"/>
                      <a:pt x="49" y="69"/>
                    </a:cubicBezTo>
                    <a:cubicBezTo>
                      <a:pt x="43" y="89"/>
                      <a:pt x="39" y="108"/>
                      <a:pt x="34" y="127"/>
                    </a:cubicBezTo>
                    <a:cubicBezTo>
                      <a:pt x="28" y="145"/>
                      <a:pt x="24" y="162"/>
                      <a:pt x="19" y="180"/>
                    </a:cubicBezTo>
                    <a:cubicBezTo>
                      <a:pt x="18" y="184"/>
                      <a:pt x="14" y="187"/>
                      <a:pt x="10" y="187"/>
                    </a:cubicBezTo>
                    <a:cubicBezTo>
                      <a:pt x="9" y="187"/>
                      <a:pt x="8" y="186"/>
                      <a:pt x="7" y="1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7" name="Google Shape;1517;p17"/>
              <p:cNvSpPr/>
              <p:nvPr/>
            </p:nvSpPr>
            <p:spPr>
              <a:xfrm>
                <a:off x="4023360" y="4921920"/>
                <a:ext cx="18360" cy="47880"/>
              </a:xfrm>
              <a:custGeom>
                <a:avLst/>
                <a:gdLst/>
                <a:ahLst/>
                <a:cxnLst/>
                <a:rect l="l" t="t" r="r" b="b"/>
                <a:pathLst>
                  <a:path w="51" h="133" extrusionOk="0">
                    <a:moveTo>
                      <a:pt x="8" y="132"/>
                    </a:moveTo>
                    <a:cubicBezTo>
                      <a:pt x="5" y="131"/>
                      <a:pt x="4" y="130"/>
                      <a:pt x="2" y="128"/>
                    </a:cubicBezTo>
                    <a:cubicBezTo>
                      <a:pt x="0" y="125"/>
                      <a:pt x="0" y="123"/>
                      <a:pt x="1" y="120"/>
                    </a:cubicBezTo>
                    <a:cubicBezTo>
                      <a:pt x="1" y="119"/>
                      <a:pt x="1" y="118"/>
                      <a:pt x="1" y="117"/>
                    </a:cubicBezTo>
                    <a:lnTo>
                      <a:pt x="1" y="116"/>
                    </a:lnTo>
                    <a:lnTo>
                      <a:pt x="2" y="116"/>
                    </a:lnTo>
                    <a:lnTo>
                      <a:pt x="1" y="116"/>
                    </a:lnTo>
                    <a:cubicBezTo>
                      <a:pt x="5" y="99"/>
                      <a:pt x="9" y="82"/>
                      <a:pt x="12" y="65"/>
                    </a:cubicBezTo>
                    <a:cubicBezTo>
                      <a:pt x="14" y="57"/>
                      <a:pt x="16" y="50"/>
                      <a:pt x="18" y="42"/>
                    </a:cubicBezTo>
                    <a:cubicBezTo>
                      <a:pt x="19" y="36"/>
                      <a:pt x="21" y="30"/>
                      <a:pt x="22" y="24"/>
                    </a:cubicBezTo>
                    <a:cubicBezTo>
                      <a:pt x="24" y="18"/>
                      <a:pt x="26" y="14"/>
                      <a:pt x="29" y="9"/>
                    </a:cubicBezTo>
                    <a:cubicBezTo>
                      <a:pt x="30" y="6"/>
                      <a:pt x="32" y="4"/>
                      <a:pt x="35" y="2"/>
                    </a:cubicBezTo>
                    <a:lnTo>
                      <a:pt x="36" y="1"/>
                    </a:lnTo>
                    <a:cubicBezTo>
                      <a:pt x="41" y="0"/>
                      <a:pt x="47" y="3"/>
                      <a:pt x="49" y="8"/>
                    </a:cubicBezTo>
                    <a:cubicBezTo>
                      <a:pt x="50" y="12"/>
                      <a:pt x="48" y="17"/>
                      <a:pt x="45" y="18"/>
                    </a:cubicBezTo>
                    <a:cubicBezTo>
                      <a:pt x="44" y="19"/>
                      <a:pt x="44" y="20"/>
                      <a:pt x="43" y="21"/>
                    </a:cubicBezTo>
                    <a:cubicBezTo>
                      <a:pt x="43" y="23"/>
                      <a:pt x="42" y="25"/>
                      <a:pt x="41" y="26"/>
                    </a:cubicBezTo>
                    <a:cubicBezTo>
                      <a:pt x="38" y="35"/>
                      <a:pt x="36" y="43"/>
                      <a:pt x="34" y="51"/>
                    </a:cubicBezTo>
                    <a:cubicBezTo>
                      <a:pt x="28" y="75"/>
                      <a:pt x="23" y="100"/>
                      <a:pt x="19" y="124"/>
                    </a:cubicBezTo>
                    <a:cubicBezTo>
                      <a:pt x="18" y="128"/>
                      <a:pt x="14" y="132"/>
                      <a:pt x="9" y="132"/>
                    </a:cubicBezTo>
                    <a:lnTo>
                      <a:pt x="8" y="13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8" name="Google Shape;1518;p17"/>
              <p:cNvSpPr/>
              <p:nvPr/>
            </p:nvSpPr>
            <p:spPr>
              <a:xfrm>
                <a:off x="3996360" y="4901760"/>
                <a:ext cx="82800" cy="24120"/>
              </a:xfrm>
              <a:custGeom>
                <a:avLst/>
                <a:gdLst/>
                <a:ahLst/>
                <a:cxnLst/>
                <a:rect l="l" t="t" r="r" b="b"/>
                <a:pathLst>
                  <a:path w="230" h="67" extrusionOk="0">
                    <a:moveTo>
                      <a:pt x="9" y="65"/>
                    </a:moveTo>
                    <a:cubicBezTo>
                      <a:pt x="6" y="63"/>
                      <a:pt x="2" y="60"/>
                      <a:pt x="1" y="57"/>
                    </a:cubicBezTo>
                    <a:cubicBezTo>
                      <a:pt x="0" y="52"/>
                      <a:pt x="1" y="46"/>
                      <a:pt x="4" y="42"/>
                    </a:cubicBezTo>
                    <a:cubicBezTo>
                      <a:pt x="12" y="32"/>
                      <a:pt x="23" y="28"/>
                      <a:pt x="35" y="24"/>
                    </a:cubicBezTo>
                    <a:cubicBezTo>
                      <a:pt x="43" y="20"/>
                      <a:pt x="53" y="18"/>
                      <a:pt x="62" y="16"/>
                    </a:cubicBezTo>
                    <a:cubicBezTo>
                      <a:pt x="68" y="15"/>
                      <a:pt x="75" y="14"/>
                      <a:pt x="81" y="12"/>
                    </a:cubicBezTo>
                    <a:cubicBezTo>
                      <a:pt x="85" y="11"/>
                      <a:pt x="89" y="11"/>
                      <a:pt x="92" y="10"/>
                    </a:cubicBezTo>
                    <a:cubicBezTo>
                      <a:pt x="96" y="10"/>
                      <a:pt x="99" y="9"/>
                      <a:pt x="102" y="9"/>
                    </a:cubicBezTo>
                    <a:cubicBezTo>
                      <a:pt x="104" y="8"/>
                      <a:pt x="106" y="8"/>
                      <a:pt x="107" y="8"/>
                    </a:cubicBezTo>
                    <a:cubicBezTo>
                      <a:pt x="112" y="8"/>
                      <a:pt x="118" y="7"/>
                      <a:pt x="123" y="7"/>
                    </a:cubicBezTo>
                    <a:cubicBezTo>
                      <a:pt x="128" y="6"/>
                      <a:pt x="132" y="6"/>
                      <a:pt x="137" y="6"/>
                    </a:cubicBezTo>
                    <a:cubicBezTo>
                      <a:pt x="164" y="4"/>
                      <a:pt x="192" y="1"/>
                      <a:pt x="220" y="0"/>
                    </a:cubicBezTo>
                    <a:cubicBezTo>
                      <a:pt x="224" y="0"/>
                      <a:pt x="228" y="3"/>
                      <a:pt x="229" y="7"/>
                    </a:cubicBezTo>
                    <a:cubicBezTo>
                      <a:pt x="229" y="11"/>
                      <a:pt x="226" y="16"/>
                      <a:pt x="222" y="16"/>
                    </a:cubicBezTo>
                    <a:cubicBezTo>
                      <a:pt x="200" y="17"/>
                      <a:pt x="178" y="19"/>
                      <a:pt x="157" y="21"/>
                    </a:cubicBezTo>
                    <a:cubicBezTo>
                      <a:pt x="148" y="21"/>
                      <a:pt x="138" y="22"/>
                      <a:pt x="128" y="23"/>
                    </a:cubicBezTo>
                    <a:cubicBezTo>
                      <a:pt x="122" y="24"/>
                      <a:pt x="116" y="24"/>
                      <a:pt x="110" y="25"/>
                    </a:cubicBezTo>
                    <a:cubicBezTo>
                      <a:pt x="106" y="25"/>
                      <a:pt x="101" y="27"/>
                      <a:pt x="97" y="27"/>
                    </a:cubicBezTo>
                    <a:cubicBezTo>
                      <a:pt x="93" y="28"/>
                      <a:pt x="90" y="28"/>
                      <a:pt x="87" y="29"/>
                    </a:cubicBezTo>
                    <a:cubicBezTo>
                      <a:pt x="82" y="30"/>
                      <a:pt x="77" y="31"/>
                      <a:pt x="72" y="32"/>
                    </a:cubicBezTo>
                    <a:cubicBezTo>
                      <a:pt x="69" y="32"/>
                      <a:pt x="67" y="33"/>
                      <a:pt x="64" y="34"/>
                    </a:cubicBezTo>
                    <a:cubicBezTo>
                      <a:pt x="59" y="35"/>
                      <a:pt x="54" y="36"/>
                      <a:pt x="49" y="38"/>
                    </a:cubicBezTo>
                    <a:cubicBezTo>
                      <a:pt x="50" y="38"/>
                      <a:pt x="50" y="38"/>
                      <a:pt x="50" y="37"/>
                    </a:cubicBezTo>
                    <a:cubicBezTo>
                      <a:pt x="44" y="39"/>
                      <a:pt x="39" y="41"/>
                      <a:pt x="33" y="43"/>
                    </a:cubicBezTo>
                    <a:cubicBezTo>
                      <a:pt x="30" y="45"/>
                      <a:pt x="28" y="46"/>
                      <a:pt x="26" y="48"/>
                    </a:cubicBezTo>
                    <a:cubicBezTo>
                      <a:pt x="25" y="48"/>
                      <a:pt x="24" y="49"/>
                      <a:pt x="23" y="49"/>
                    </a:cubicBezTo>
                    <a:cubicBezTo>
                      <a:pt x="22" y="50"/>
                      <a:pt x="22" y="50"/>
                      <a:pt x="21" y="51"/>
                    </a:cubicBezTo>
                    <a:cubicBezTo>
                      <a:pt x="23" y="53"/>
                      <a:pt x="23" y="56"/>
                      <a:pt x="22" y="59"/>
                    </a:cubicBezTo>
                    <a:cubicBezTo>
                      <a:pt x="21" y="63"/>
                      <a:pt x="17" y="66"/>
                      <a:pt x="13" y="66"/>
                    </a:cubicBezTo>
                    <a:cubicBezTo>
                      <a:pt x="12" y="66"/>
                      <a:pt x="10" y="66"/>
                      <a:pt x="9" y="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9" name="Google Shape;1519;p17"/>
              <p:cNvSpPr/>
              <p:nvPr/>
            </p:nvSpPr>
            <p:spPr>
              <a:xfrm>
                <a:off x="4047840" y="4898880"/>
                <a:ext cx="47160" cy="102960"/>
              </a:xfrm>
              <a:custGeom>
                <a:avLst/>
                <a:gdLst/>
                <a:ahLst/>
                <a:cxnLst/>
                <a:rect l="l" t="t" r="r" b="b"/>
                <a:pathLst>
                  <a:path w="131" h="286" extrusionOk="0">
                    <a:moveTo>
                      <a:pt x="7" y="284"/>
                    </a:moveTo>
                    <a:cubicBezTo>
                      <a:pt x="2" y="283"/>
                      <a:pt x="0" y="277"/>
                      <a:pt x="2" y="272"/>
                    </a:cubicBezTo>
                    <a:cubicBezTo>
                      <a:pt x="10" y="253"/>
                      <a:pt x="18" y="234"/>
                      <a:pt x="25" y="215"/>
                    </a:cubicBezTo>
                    <a:cubicBezTo>
                      <a:pt x="32" y="198"/>
                      <a:pt x="39" y="182"/>
                      <a:pt x="46" y="166"/>
                    </a:cubicBezTo>
                    <a:cubicBezTo>
                      <a:pt x="62" y="128"/>
                      <a:pt x="76" y="92"/>
                      <a:pt x="92" y="54"/>
                    </a:cubicBezTo>
                    <a:cubicBezTo>
                      <a:pt x="96" y="43"/>
                      <a:pt x="101" y="31"/>
                      <a:pt x="106" y="19"/>
                    </a:cubicBezTo>
                    <a:lnTo>
                      <a:pt x="105" y="20"/>
                    </a:lnTo>
                    <a:cubicBezTo>
                      <a:pt x="107" y="16"/>
                      <a:pt x="108" y="12"/>
                      <a:pt x="109" y="8"/>
                    </a:cubicBezTo>
                    <a:cubicBezTo>
                      <a:pt x="111" y="3"/>
                      <a:pt x="116" y="0"/>
                      <a:pt x="122" y="1"/>
                    </a:cubicBezTo>
                    <a:cubicBezTo>
                      <a:pt x="126" y="3"/>
                      <a:pt x="130" y="8"/>
                      <a:pt x="128" y="13"/>
                    </a:cubicBezTo>
                    <a:cubicBezTo>
                      <a:pt x="124" y="22"/>
                      <a:pt x="121" y="31"/>
                      <a:pt x="117" y="40"/>
                    </a:cubicBezTo>
                    <a:cubicBezTo>
                      <a:pt x="113" y="49"/>
                      <a:pt x="110" y="57"/>
                      <a:pt x="106" y="66"/>
                    </a:cubicBezTo>
                    <a:cubicBezTo>
                      <a:pt x="98" y="83"/>
                      <a:pt x="91" y="101"/>
                      <a:pt x="83" y="118"/>
                    </a:cubicBezTo>
                    <a:cubicBezTo>
                      <a:pt x="68" y="154"/>
                      <a:pt x="53" y="189"/>
                      <a:pt x="39" y="226"/>
                    </a:cubicBezTo>
                    <a:cubicBezTo>
                      <a:pt x="35" y="234"/>
                      <a:pt x="32" y="242"/>
                      <a:pt x="29" y="250"/>
                    </a:cubicBezTo>
                    <a:lnTo>
                      <a:pt x="29" y="249"/>
                    </a:lnTo>
                    <a:cubicBezTo>
                      <a:pt x="26" y="259"/>
                      <a:pt x="22" y="269"/>
                      <a:pt x="19" y="278"/>
                    </a:cubicBezTo>
                    <a:cubicBezTo>
                      <a:pt x="17" y="282"/>
                      <a:pt x="14" y="285"/>
                      <a:pt x="10" y="285"/>
                    </a:cubicBezTo>
                    <a:cubicBezTo>
                      <a:pt x="9" y="285"/>
                      <a:pt x="8" y="284"/>
                      <a:pt x="7" y="28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0" name="Google Shape;1520;p17"/>
              <p:cNvSpPr/>
              <p:nvPr/>
            </p:nvSpPr>
            <p:spPr>
              <a:xfrm>
                <a:off x="4077000" y="4926240"/>
                <a:ext cx="29520" cy="51840"/>
              </a:xfrm>
              <a:custGeom>
                <a:avLst/>
                <a:gdLst/>
                <a:ahLst/>
                <a:cxnLst/>
                <a:rect l="l" t="t" r="r" b="b"/>
                <a:pathLst>
                  <a:path w="82" h="144" extrusionOk="0">
                    <a:moveTo>
                      <a:pt x="24" y="138"/>
                    </a:moveTo>
                    <a:cubicBezTo>
                      <a:pt x="21" y="133"/>
                      <a:pt x="23" y="127"/>
                      <a:pt x="28" y="125"/>
                    </a:cubicBezTo>
                    <a:cubicBezTo>
                      <a:pt x="28" y="125"/>
                      <a:pt x="29" y="124"/>
                      <a:pt x="30" y="123"/>
                    </a:cubicBezTo>
                    <a:cubicBezTo>
                      <a:pt x="35" y="120"/>
                      <a:pt x="39" y="117"/>
                      <a:pt x="43" y="114"/>
                    </a:cubicBezTo>
                    <a:cubicBezTo>
                      <a:pt x="45" y="112"/>
                      <a:pt x="47" y="111"/>
                      <a:pt x="49" y="109"/>
                    </a:cubicBezTo>
                    <a:cubicBezTo>
                      <a:pt x="50" y="107"/>
                      <a:pt x="52" y="105"/>
                      <a:pt x="53" y="103"/>
                    </a:cubicBezTo>
                    <a:cubicBezTo>
                      <a:pt x="55" y="101"/>
                      <a:pt x="56" y="99"/>
                      <a:pt x="57" y="98"/>
                    </a:cubicBezTo>
                    <a:cubicBezTo>
                      <a:pt x="57" y="97"/>
                      <a:pt x="58" y="95"/>
                      <a:pt x="59" y="94"/>
                    </a:cubicBezTo>
                    <a:lnTo>
                      <a:pt x="59" y="93"/>
                    </a:lnTo>
                    <a:cubicBezTo>
                      <a:pt x="59" y="92"/>
                      <a:pt x="59" y="91"/>
                      <a:pt x="59" y="90"/>
                    </a:cubicBezTo>
                    <a:cubicBezTo>
                      <a:pt x="59" y="90"/>
                      <a:pt x="59" y="89"/>
                      <a:pt x="59" y="88"/>
                    </a:cubicBezTo>
                    <a:lnTo>
                      <a:pt x="59" y="89"/>
                    </a:lnTo>
                    <a:cubicBezTo>
                      <a:pt x="59" y="90"/>
                      <a:pt x="59" y="90"/>
                      <a:pt x="59" y="90"/>
                    </a:cubicBezTo>
                    <a:lnTo>
                      <a:pt x="59" y="89"/>
                    </a:lnTo>
                    <a:lnTo>
                      <a:pt x="59" y="88"/>
                    </a:lnTo>
                    <a:cubicBezTo>
                      <a:pt x="59" y="89"/>
                      <a:pt x="59" y="89"/>
                      <a:pt x="59" y="89"/>
                    </a:cubicBezTo>
                    <a:cubicBezTo>
                      <a:pt x="59" y="88"/>
                      <a:pt x="59" y="87"/>
                      <a:pt x="59" y="87"/>
                    </a:cubicBezTo>
                    <a:cubicBezTo>
                      <a:pt x="59" y="86"/>
                      <a:pt x="59" y="86"/>
                      <a:pt x="59" y="85"/>
                    </a:cubicBezTo>
                    <a:lnTo>
                      <a:pt x="59" y="84"/>
                    </a:lnTo>
                    <a:cubicBezTo>
                      <a:pt x="58" y="84"/>
                      <a:pt x="58" y="83"/>
                      <a:pt x="58" y="83"/>
                    </a:cubicBezTo>
                    <a:cubicBezTo>
                      <a:pt x="57" y="83"/>
                      <a:pt x="57" y="82"/>
                      <a:pt x="57" y="81"/>
                    </a:cubicBezTo>
                    <a:cubicBezTo>
                      <a:pt x="56" y="81"/>
                      <a:pt x="56" y="81"/>
                      <a:pt x="56" y="80"/>
                    </a:cubicBezTo>
                    <a:lnTo>
                      <a:pt x="55" y="80"/>
                    </a:lnTo>
                    <a:lnTo>
                      <a:pt x="55" y="79"/>
                    </a:lnTo>
                    <a:cubicBezTo>
                      <a:pt x="53" y="79"/>
                      <a:pt x="53" y="78"/>
                      <a:pt x="52" y="77"/>
                    </a:cubicBezTo>
                    <a:cubicBezTo>
                      <a:pt x="51" y="77"/>
                      <a:pt x="50" y="77"/>
                      <a:pt x="49" y="77"/>
                    </a:cubicBezTo>
                    <a:cubicBezTo>
                      <a:pt x="48" y="76"/>
                      <a:pt x="47" y="76"/>
                      <a:pt x="46" y="76"/>
                    </a:cubicBezTo>
                    <a:cubicBezTo>
                      <a:pt x="44" y="75"/>
                      <a:pt x="43" y="75"/>
                      <a:pt x="42" y="75"/>
                    </a:cubicBezTo>
                    <a:cubicBezTo>
                      <a:pt x="39" y="74"/>
                      <a:pt x="35" y="75"/>
                      <a:pt x="32" y="74"/>
                    </a:cubicBezTo>
                    <a:cubicBezTo>
                      <a:pt x="28" y="73"/>
                      <a:pt x="25" y="69"/>
                      <a:pt x="25" y="63"/>
                    </a:cubicBezTo>
                    <a:cubicBezTo>
                      <a:pt x="25" y="60"/>
                      <a:pt x="27" y="56"/>
                      <a:pt x="29" y="53"/>
                    </a:cubicBezTo>
                    <a:cubicBezTo>
                      <a:pt x="31" y="52"/>
                      <a:pt x="31" y="50"/>
                      <a:pt x="32" y="48"/>
                    </a:cubicBezTo>
                    <a:cubicBezTo>
                      <a:pt x="34" y="45"/>
                      <a:pt x="36" y="41"/>
                      <a:pt x="38" y="38"/>
                    </a:cubicBezTo>
                    <a:cubicBezTo>
                      <a:pt x="38" y="37"/>
                      <a:pt x="38" y="36"/>
                      <a:pt x="38" y="35"/>
                    </a:cubicBezTo>
                    <a:cubicBezTo>
                      <a:pt x="39" y="34"/>
                      <a:pt x="39" y="32"/>
                      <a:pt x="39" y="31"/>
                    </a:cubicBezTo>
                    <a:cubicBezTo>
                      <a:pt x="39" y="30"/>
                      <a:pt x="39" y="29"/>
                      <a:pt x="39" y="27"/>
                    </a:cubicBezTo>
                    <a:lnTo>
                      <a:pt x="39" y="26"/>
                    </a:lnTo>
                    <a:cubicBezTo>
                      <a:pt x="39" y="25"/>
                      <a:pt x="39" y="25"/>
                      <a:pt x="39" y="25"/>
                    </a:cubicBezTo>
                    <a:cubicBezTo>
                      <a:pt x="39" y="24"/>
                      <a:pt x="38" y="24"/>
                      <a:pt x="38" y="24"/>
                    </a:cubicBezTo>
                    <a:lnTo>
                      <a:pt x="39" y="24"/>
                    </a:lnTo>
                    <a:lnTo>
                      <a:pt x="38" y="24"/>
                    </a:lnTo>
                    <a:lnTo>
                      <a:pt x="39" y="24"/>
                    </a:lnTo>
                    <a:cubicBezTo>
                      <a:pt x="39" y="25"/>
                      <a:pt x="39" y="25"/>
                      <a:pt x="39" y="25"/>
                    </a:cubicBezTo>
                    <a:lnTo>
                      <a:pt x="38" y="24"/>
                    </a:lnTo>
                    <a:lnTo>
                      <a:pt x="38" y="23"/>
                    </a:lnTo>
                    <a:cubicBezTo>
                      <a:pt x="38" y="23"/>
                      <a:pt x="37" y="22"/>
                      <a:pt x="36" y="21"/>
                    </a:cubicBezTo>
                    <a:lnTo>
                      <a:pt x="37" y="22"/>
                    </a:lnTo>
                    <a:cubicBezTo>
                      <a:pt x="36" y="22"/>
                      <a:pt x="36" y="21"/>
                      <a:pt x="36" y="21"/>
                    </a:cubicBezTo>
                    <a:cubicBezTo>
                      <a:pt x="35" y="21"/>
                      <a:pt x="35" y="21"/>
                      <a:pt x="35" y="20"/>
                    </a:cubicBezTo>
                    <a:lnTo>
                      <a:pt x="34" y="20"/>
                    </a:lnTo>
                    <a:cubicBezTo>
                      <a:pt x="33" y="20"/>
                      <a:pt x="33" y="20"/>
                      <a:pt x="33" y="20"/>
                    </a:cubicBezTo>
                    <a:cubicBezTo>
                      <a:pt x="32" y="21"/>
                      <a:pt x="31" y="21"/>
                      <a:pt x="30" y="21"/>
                    </a:cubicBezTo>
                    <a:cubicBezTo>
                      <a:pt x="29" y="22"/>
                      <a:pt x="28" y="22"/>
                      <a:pt x="27" y="23"/>
                    </a:cubicBezTo>
                    <a:lnTo>
                      <a:pt x="26" y="24"/>
                    </a:lnTo>
                    <a:cubicBezTo>
                      <a:pt x="25" y="24"/>
                      <a:pt x="24" y="25"/>
                      <a:pt x="23" y="26"/>
                    </a:cubicBezTo>
                    <a:cubicBezTo>
                      <a:pt x="23" y="27"/>
                      <a:pt x="22" y="27"/>
                      <a:pt x="22" y="27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1" y="28"/>
                      <a:pt x="21" y="28"/>
                      <a:pt x="21" y="29"/>
                    </a:cubicBezTo>
                    <a:cubicBezTo>
                      <a:pt x="21" y="30"/>
                      <a:pt x="21" y="30"/>
                      <a:pt x="21" y="30"/>
                    </a:cubicBezTo>
                    <a:lnTo>
                      <a:pt x="21" y="31"/>
                    </a:lnTo>
                    <a:cubicBezTo>
                      <a:pt x="20" y="36"/>
                      <a:pt x="14" y="39"/>
                      <a:pt x="9" y="38"/>
                    </a:cubicBezTo>
                    <a:cubicBezTo>
                      <a:pt x="4" y="36"/>
                      <a:pt x="0" y="30"/>
                      <a:pt x="3" y="25"/>
                    </a:cubicBezTo>
                    <a:lnTo>
                      <a:pt x="3" y="24"/>
                    </a:lnTo>
                    <a:cubicBezTo>
                      <a:pt x="3" y="23"/>
                      <a:pt x="4" y="21"/>
                      <a:pt x="4" y="20"/>
                    </a:cubicBezTo>
                    <a:cubicBezTo>
                      <a:pt x="6" y="17"/>
                      <a:pt x="8" y="15"/>
                      <a:pt x="10" y="13"/>
                    </a:cubicBezTo>
                    <a:cubicBezTo>
                      <a:pt x="14" y="8"/>
                      <a:pt x="20" y="5"/>
                      <a:pt x="25" y="3"/>
                    </a:cubicBezTo>
                    <a:cubicBezTo>
                      <a:pt x="31" y="0"/>
                      <a:pt x="38" y="0"/>
                      <a:pt x="43" y="3"/>
                    </a:cubicBezTo>
                    <a:cubicBezTo>
                      <a:pt x="49" y="6"/>
                      <a:pt x="53" y="12"/>
                      <a:pt x="56" y="17"/>
                    </a:cubicBezTo>
                    <a:cubicBezTo>
                      <a:pt x="58" y="24"/>
                      <a:pt x="58" y="30"/>
                      <a:pt x="57" y="37"/>
                    </a:cubicBezTo>
                    <a:cubicBezTo>
                      <a:pt x="56" y="42"/>
                      <a:pt x="53" y="47"/>
                      <a:pt x="51" y="52"/>
                    </a:cubicBezTo>
                    <a:cubicBezTo>
                      <a:pt x="50" y="54"/>
                      <a:pt x="50" y="56"/>
                      <a:pt x="49" y="57"/>
                    </a:cubicBezTo>
                    <a:cubicBezTo>
                      <a:pt x="49" y="58"/>
                      <a:pt x="50" y="58"/>
                      <a:pt x="50" y="58"/>
                    </a:cubicBezTo>
                    <a:cubicBezTo>
                      <a:pt x="57" y="59"/>
                      <a:pt x="63" y="62"/>
                      <a:pt x="68" y="66"/>
                    </a:cubicBezTo>
                    <a:cubicBezTo>
                      <a:pt x="78" y="75"/>
                      <a:pt x="81" y="90"/>
                      <a:pt x="75" y="102"/>
                    </a:cubicBezTo>
                    <a:cubicBezTo>
                      <a:pt x="73" y="108"/>
                      <a:pt x="69" y="114"/>
                      <a:pt x="64" y="119"/>
                    </a:cubicBezTo>
                    <a:cubicBezTo>
                      <a:pt x="61" y="123"/>
                      <a:pt x="57" y="127"/>
                      <a:pt x="52" y="130"/>
                    </a:cubicBezTo>
                    <a:cubicBezTo>
                      <a:pt x="48" y="134"/>
                      <a:pt x="42" y="139"/>
                      <a:pt x="36" y="142"/>
                    </a:cubicBezTo>
                    <a:cubicBezTo>
                      <a:pt x="35" y="143"/>
                      <a:pt x="34" y="143"/>
                      <a:pt x="32" y="143"/>
                    </a:cubicBezTo>
                    <a:cubicBezTo>
                      <a:pt x="29" y="143"/>
                      <a:pt x="25" y="141"/>
                      <a:pt x="24" y="1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1" name="Google Shape;1521;p17"/>
              <p:cNvSpPr/>
              <p:nvPr/>
            </p:nvSpPr>
            <p:spPr>
              <a:xfrm>
                <a:off x="4115160" y="4883040"/>
                <a:ext cx="22680" cy="127800"/>
              </a:xfrm>
              <a:custGeom>
                <a:avLst/>
                <a:gdLst/>
                <a:ahLst/>
                <a:cxnLst/>
                <a:rect l="l" t="t" r="r" b="b"/>
                <a:pathLst>
                  <a:path w="63" h="355" extrusionOk="0">
                    <a:moveTo>
                      <a:pt x="4" y="352"/>
                    </a:moveTo>
                    <a:cubicBezTo>
                      <a:pt x="0" y="349"/>
                      <a:pt x="0" y="343"/>
                      <a:pt x="3" y="339"/>
                    </a:cubicBezTo>
                    <a:cubicBezTo>
                      <a:pt x="4" y="338"/>
                      <a:pt x="5" y="337"/>
                      <a:pt x="6" y="335"/>
                    </a:cubicBezTo>
                    <a:cubicBezTo>
                      <a:pt x="6" y="334"/>
                      <a:pt x="7" y="334"/>
                      <a:pt x="7" y="333"/>
                    </a:cubicBezTo>
                    <a:lnTo>
                      <a:pt x="8" y="333"/>
                    </a:lnTo>
                    <a:cubicBezTo>
                      <a:pt x="8" y="332"/>
                      <a:pt x="8" y="332"/>
                      <a:pt x="8" y="332"/>
                    </a:cubicBezTo>
                    <a:cubicBezTo>
                      <a:pt x="8" y="332"/>
                      <a:pt x="9" y="332"/>
                      <a:pt x="9" y="331"/>
                    </a:cubicBezTo>
                    <a:cubicBezTo>
                      <a:pt x="13" y="324"/>
                      <a:pt x="17" y="318"/>
                      <a:pt x="21" y="311"/>
                    </a:cubicBezTo>
                    <a:cubicBezTo>
                      <a:pt x="24" y="306"/>
                      <a:pt x="26" y="300"/>
                      <a:pt x="28" y="295"/>
                    </a:cubicBezTo>
                    <a:cubicBezTo>
                      <a:pt x="31" y="289"/>
                      <a:pt x="32" y="283"/>
                      <a:pt x="34" y="277"/>
                    </a:cubicBezTo>
                    <a:cubicBezTo>
                      <a:pt x="35" y="271"/>
                      <a:pt x="36" y="266"/>
                      <a:pt x="37" y="260"/>
                    </a:cubicBezTo>
                    <a:cubicBezTo>
                      <a:pt x="38" y="256"/>
                      <a:pt x="39" y="250"/>
                      <a:pt x="40" y="246"/>
                    </a:cubicBezTo>
                    <a:cubicBezTo>
                      <a:pt x="41" y="242"/>
                      <a:pt x="41" y="238"/>
                      <a:pt x="42" y="233"/>
                    </a:cubicBezTo>
                    <a:cubicBezTo>
                      <a:pt x="42" y="228"/>
                      <a:pt x="43" y="222"/>
                      <a:pt x="44" y="217"/>
                    </a:cubicBezTo>
                    <a:cubicBezTo>
                      <a:pt x="44" y="213"/>
                      <a:pt x="44" y="208"/>
                      <a:pt x="44" y="205"/>
                    </a:cubicBezTo>
                    <a:cubicBezTo>
                      <a:pt x="44" y="201"/>
                      <a:pt x="45" y="197"/>
                      <a:pt x="45" y="192"/>
                    </a:cubicBezTo>
                    <a:cubicBezTo>
                      <a:pt x="45" y="183"/>
                      <a:pt x="45" y="175"/>
                      <a:pt x="45" y="166"/>
                    </a:cubicBezTo>
                    <a:cubicBezTo>
                      <a:pt x="45" y="161"/>
                      <a:pt x="44" y="157"/>
                      <a:pt x="44" y="151"/>
                    </a:cubicBezTo>
                    <a:cubicBezTo>
                      <a:pt x="44" y="148"/>
                      <a:pt x="44" y="144"/>
                      <a:pt x="44" y="140"/>
                    </a:cubicBezTo>
                    <a:cubicBezTo>
                      <a:pt x="42" y="130"/>
                      <a:pt x="42" y="120"/>
                      <a:pt x="41" y="110"/>
                    </a:cubicBezTo>
                    <a:cubicBezTo>
                      <a:pt x="38" y="90"/>
                      <a:pt x="35" y="70"/>
                      <a:pt x="33" y="49"/>
                    </a:cubicBezTo>
                    <a:cubicBezTo>
                      <a:pt x="33" y="45"/>
                      <a:pt x="32" y="40"/>
                      <a:pt x="31" y="35"/>
                    </a:cubicBezTo>
                    <a:cubicBezTo>
                      <a:pt x="31" y="30"/>
                      <a:pt x="31" y="24"/>
                      <a:pt x="31" y="17"/>
                    </a:cubicBezTo>
                    <a:cubicBezTo>
                      <a:pt x="31" y="13"/>
                      <a:pt x="33" y="9"/>
                      <a:pt x="35" y="5"/>
                    </a:cubicBezTo>
                    <a:cubicBezTo>
                      <a:pt x="38" y="2"/>
                      <a:pt x="41" y="0"/>
                      <a:pt x="46" y="0"/>
                    </a:cubicBezTo>
                    <a:cubicBezTo>
                      <a:pt x="51" y="0"/>
                      <a:pt x="56" y="3"/>
                      <a:pt x="56" y="9"/>
                    </a:cubicBezTo>
                    <a:cubicBezTo>
                      <a:pt x="56" y="13"/>
                      <a:pt x="54" y="17"/>
                      <a:pt x="50" y="19"/>
                    </a:cubicBezTo>
                    <a:cubicBezTo>
                      <a:pt x="50" y="20"/>
                      <a:pt x="50" y="20"/>
                      <a:pt x="50" y="21"/>
                    </a:cubicBezTo>
                    <a:cubicBezTo>
                      <a:pt x="49" y="25"/>
                      <a:pt x="49" y="29"/>
                      <a:pt x="50" y="33"/>
                    </a:cubicBezTo>
                    <a:cubicBezTo>
                      <a:pt x="51" y="45"/>
                      <a:pt x="52" y="57"/>
                      <a:pt x="53" y="69"/>
                    </a:cubicBezTo>
                    <a:cubicBezTo>
                      <a:pt x="54" y="79"/>
                      <a:pt x="55" y="89"/>
                      <a:pt x="56" y="99"/>
                    </a:cubicBezTo>
                    <a:cubicBezTo>
                      <a:pt x="58" y="109"/>
                      <a:pt x="59" y="120"/>
                      <a:pt x="59" y="130"/>
                    </a:cubicBezTo>
                    <a:cubicBezTo>
                      <a:pt x="61" y="141"/>
                      <a:pt x="61" y="151"/>
                      <a:pt x="61" y="161"/>
                    </a:cubicBezTo>
                    <a:cubicBezTo>
                      <a:pt x="62" y="172"/>
                      <a:pt x="62" y="182"/>
                      <a:pt x="61" y="192"/>
                    </a:cubicBezTo>
                    <a:cubicBezTo>
                      <a:pt x="61" y="196"/>
                      <a:pt x="61" y="200"/>
                      <a:pt x="61" y="204"/>
                    </a:cubicBezTo>
                    <a:cubicBezTo>
                      <a:pt x="61" y="209"/>
                      <a:pt x="61" y="214"/>
                      <a:pt x="60" y="219"/>
                    </a:cubicBezTo>
                    <a:cubicBezTo>
                      <a:pt x="59" y="229"/>
                      <a:pt x="58" y="238"/>
                      <a:pt x="56" y="248"/>
                    </a:cubicBezTo>
                    <a:cubicBezTo>
                      <a:pt x="56" y="253"/>
                      <a:pt x="55" y="258"/>
                      <a:pt x="54" y="263"/>
                    </a:cubicBezTo>
                    <a:cubicBezTo>
                      <a:pt x="53" y="268"/>
                      <a:pt x="52" y="274"/>
                      <a:pt x="51" y="280"/>
                    </a:cubicBezTo>
                    <a:cubicBezTo>
                      <a:pt x="49" y="284"/>
                      <a:pt x="48" y="288"/>
                      <a:pt x="47" y="292"/>
                    </a:cubicBezTo>
                    <a:cubicBezTo>
                      <a:pt x="45" y="298"/>
                      <a:pt x="44" y="303"/>
                      <a:pt x="41" y="309"/>
                    </a:cubicBezTo>
                    <a:cubicBezTo>
                      <a:pt x="38" y="315"/>
                      <a:pt x="35" y="321"/>
                      <a:pt x="32" y="327"/>
                    </a:cubicBezTo>
                    <a:cubicBezTo>
                      <a:pt x="28" y="335"/>
                      <a:pt x="23" y="344"/>
                      <a:pt x="17" y="351"/>
                    </a:cubicBezTo>
                    <a:cubicBezTo>
                      <a:pt x="16" y="353"/>
                      <a:pt x="13" y="354"/>
                      <a:pt x="10" y="354"/>
                    </a:cubicBezTo>
                    <a:cubicBezTo>
                      <a:pt x="8" y="354"/>
                      <a:pt x="6" y="354"/>
                      <a:pt x="4" y="3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2" name="Google Shape;1522;p17"/>
              <p:cNvSpPr/>
              <p:nvPr/>
            </p:nvSpPr>
            <p:spPr>
              <a:xfrm>
                <a:off x="4160880" y="4941000"/>
                <a:ext cx="2736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76" h="28" extrusionOk="0">
                    <a:moveTo>
                      <a:pt x="17" y="26"/>
                    </a:moveTo>
                    <a:cubicBezTo>
                      <a:pt x="11" y="25"/>
                      <a:pt x="4" y="24"/>
                      <a:pt x="2" y="18"/>
                    </a:cubicBezTo>
                    <a:cubicBezTo>
                      <a:pt x="0" y="12"/>
                      <a:pt x="3" y="7"/>
                      <a:pt x="7" y="5"/>
                    </a:cubicBezTo>
                    <a:cubicBezTo>
                      <a:pt x="9" y="5"/>
                      <a:pt x="10" y="4"/>
                      <a:pt x="12" y="4"/>
                    </a:cubicBezTo>
                    <a:cubicBezTo>
                      <a:pt x="15" y="4"/>
                      <a:pt x="17" y="5"/>
                      <a:pt x="19" y="7"/>
                    </a:cubicBezTo>
                    <a:cubicBezTo>
                      <a:pt x="21" y="8"/>
                      <a:pt x="24" y="8"/>
                      <a:pt x="27" y="8"/>
                    </a:cubicBezTo>
                    <a:lnTo>
                      <a:pt x="28" y="8"/>
                    </a:lnTo>
                    <a:lnTo>
                      <a:pt x="27" y="8"/>
                    </a:lnTo>
                    <a:cubicBezTo>
                      <a:pt x="29" y="8"/>
                      <a:pt x="31" y="9"/>
                      <a:pt x="33" y="8"/>
                    </a:cubicBezTo>
                    <a:cubicBezTo>
                      <a:pt x="35" y="8"/>
                      <a:pt x="37" y="8"/>
                      <a:pt x="39" y="8"/>
                    </a:cubicBezTo>
                    <a:cubicBezTo>
                      <a:pt x="43" y="7"/>
                      <a:pt x="47" y="6"/>
                      <a:pt x="51" y="5"/>
                    </a:cubicBezTo>
                    <a:cubicBezTo>
                      <a:pt x="55" y="4"/>
                      <a:pt x="58" y="3"/>
                      <a:pt x="62" y="1"/>
                    </a:cubicBezTo>
                    <a:cubicBezTo>
                      <a:pt x="66" y="0"/>
                      <a:pt x="71" y="2"/>
                      <a:pt x="73" y="7"/>
                    </a:cubicBezTo>
                    <a:cubicBezTo>
                      <a:pt x="75" y="11"/>
                      <a:pt x="73" y="17"/>
                      <a:pt x="68" y="18"/>
                    </a:cubicBezTo>
                    <a:cubicBezTo>
                      <a:pt x="59" y="22"/>
                      <a:pt x="50" y="25"/>
                      <a:pt x="41" y="26"/>
                    </a:cubicBezTo>
                    <a:cubicBezTo>
                      <a:pt x="38" y="27"/>
                      <a:pt x="34" y="27"/>
                      <a:pt x="31" y="27"/>
                    </a:cubicBezTo>
                    <a:cubicBezTo>
                      <a:pt x="27" y="27"/>
                      <a:pt x="22" y="27"/>
                      <a:pt x="17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3" name="Google Shape;1523;p17"/>
              <p:cNvSpPr/>
              <p:nvPr/>
            </p:nvSpPr>
            <p:spPr>
              <a:xfrm>
                <a:off x="4172040" y="4919400"/>
                <a:ext cx="11880" cy="45000"/>
              </a:xfrm>
              <a:custGeom>
                <a:avLst/>
                <a:gdLst/>
                <a:ahLst/>
                <a:cxnLst/>
                <a:rect l="l" t="t" r="r" b="b"/>
                <a:pathLst>
                  <a:path w="33" h="125" extrusionOk="0">
                    <a:moveTo>
                      <a:pt x="9" y="124"/>
                    </a:moveTo>
                    <a:cubicBezTo>
                      <a:pt x="4" y="124"/>
                      <a:pt x="0" y="120"/>
                      <a:pt x="0" y="115"/>
                    </a:cubicBezTo>
                    <a:cubicBezTo>
                      <a:pt x="0" y="106"/>
                      <a:pt x="0" y="96"/>
                      <a:pt x="0" y="87"/>
                    </a:cubicBezTo>
                    <a:cubicBezTo>
                      <a:pt x="0" y="78"/>
                      <a:pt x="1" y="69"/>
                      <a:pt x="1" y="60"/>
                    </a:cubicBezTo>
                    <a:cubicBezTo>
                      <a:pt x="3" y="42"/>
                      <a:pt x="5" y="24"/>
                      <a:pt x="12" y="7"/>
                    </a:cubicBezTo>
                    <a:cubicBezTo>
                      <a:pt x="14" y="3"/>
                      <a:pt x="18" y="0"/>
                      <a:pt x="24" y="1"/>
                    </a:cubicBezTo>
                    <a:cubicBezTo>
                      <a:pt x="29" y="3"/>
                      <a:pt x="32" y="9"/>
                      <a:pt x="29" y="14"/>
                    </a:cubicBezTo>
                    <a:cubicBezTo>
                      <a:pt x="29" y="15"/>
                      <a:pt x="29" y="15"/>
                      <a:pt x="29" y="16"/>
                    </a:cubicBezTo>
                    <a:cubicBezTo>
                      <a:pt x="28" y="20"/>
                      <a:pt x="26" y="24"/>
                      <a:pt x="25" y="28"/>
                    </a:cubicBezTo>
                    <a:cubicBezTo>
                      <a:pt x="25" y="31"/>
                      <a:pt x="24" y="33"/>
                      <a:pt x="23" y="36"/>
                    </a:cubicBezTo>
                    <a:cubicBezTo>
                      <a:pt x="22" y="39"/>
                      <a:pt x="22" y="42"/>
                      <a:pt x="22" y="46"/>
                    </a:cubicBezTo>
                    <a:cubicBezTo>
                      <a:pt x="21" y="51"/>
                      <a:pt x="20" y="57"/>
                      <a:pt x="19" y="63"/>
                    </a:cubicBezTo>
                    <a:cubicBezTo>
                      <a:pt x="19" y="71"/>
                      <a:pt x="18" y="79"/>
                      <a:pt x="18" y="88"/>
                    </a:cubicBezTo>
                    <a:cubicBezTo>
                      <a:pt x="18" y="97"/>
                      <a:pt x="18" y="106"/>
                      <a:pt x="18" y="116"/>
                    </a:cubicBezTo>
                    <a:cubicBezTo>
                      <a:pt x="18" y="120"/>
                      <a:pt x="14" y="124"/>
                      <a:pt x="9" y="1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4" name="Google Shape;1524;p17"/>
              <p:cNvSpPr/>
              <p:nvPr/>
            </p:nvSpPr>
            <p:spPr>
              <a:xfrm>
                <a:off x="4203720" y="4896720"/>
                <a:ext cx="30240" cy="78480"/>
              </a:xfrm>
              <a:custGeom>
                <a:avLst/>
                <a:gdLst/>
                <a:ahLst/>
                <a:cxnLst/>
                <a:rect l="l" t="t" r="r" b="b"/>
                <a:pathLst>
                  <a:path w="84" h="218" extrusionOk="0">
                    <a:moveTo>
                      <a:pt x="21" y="217"/>
                    </a:moveTo>
                    <a:cubicBezTo>
                      <a:pt x="19" y="217"/>
                      <a:pt x="16" y="216"/>
                      <a:pt x="14" y="214"/>
                    </a:cubicBezTo>
                    <a:cubicBezTo>
                      <a:pt x="13" y="212"/>
                      <a:pt x="12" y="209"/>
                      <a:pt x="12" y="206"/>
                    </a:cubicBezTo>
                    <a:cubicBezTo>
                      <a:pt x="14" y="191"/>
                      <a:pt x="16" y="176"/>
                      <a:pt x="18" y="162"/>
                    </a:cubicBezTo>
                    <a:cubicBezTo>
                      <a:pt x="19" y="154"/>
                      <a:pt x="20" y="147"/>
                      <a:pt x="22" y="139"/>
                    </a:cubicBezTo>
                    <a:cubicBezTo>
                      <a:pt x="23" y="133"/>
                      <a:pt x="24" y="126"/>
                      <a:pt x="26" y="119"/>
                    </a:cubicBezTo>
                    <a:cubicBezTo>
                      <a:pt x="25" y="120"/>
                      <a:pt x="25" y="120"/>
                      <a:pt x="25" y="120"/>
                    </a:cubicBezTo>
                    <a:cubicBezTo>
                      <a:pt x="25" y="119"/>
                      <a:pt x="26" y="119"/>
                      <a:pt x="26" y="118"/>
                    </a:cubicBezTo>
                    <a:cubicBezTo>
                      <a:pt x="26" y="118"/>
                      <a:pt x="26" y="117"/>
                      <a:pt x="27" y="117"/>
                    </a:cubicBezTo>
                    <a:lnTo>
                      <a:pt x="26" y="117"/>
                    </a:lnTo>
                    <a:cubicBezTo>
                      <a:pt x="27" y="117"/>
                      <a:pt x="27" y="117"/>
                      <a:pt x="27" y="117"/>
                    </a:cubicBezTo>
                    <a:cubicBezTo>
                      <a:pt x="27" y="116"/>
                      <a:pt x="27" y="116"/>
                      <a:pt x="27" y="116"/>
                    </a:cubicBezTo>
                    <a:cubicBezTo>
                      <a:pt x="27" y="114"/>
                      <a:pt x="27" y="112"/>
                      <a:pt x="28" y="110"/>
                    </a:cubicBezTo>
                    <a:cubicBezTo>
                      <a:pt x="28" y="111"/>
                      <a:pt x="28" y="111"/>
                      <a:pt x="28" y="111"/>
                    </a:cubicBezTo>
                    <a:lnTo>
                      <a:pt x="28" y="110"/>
                    </a:lnTo>
                    <a:cubicBezTo>
                      <a:pt x="27" y="112"/>
                      <a:pt x="26" y="113"/>
                      <a:pt x="25" y="114"/>
                    </a:cubicBezTo>
                    <a:cubicBezTo>
                      <a:pt x="25" y="115"/>
                      <a:pt x="24" y="117"/>
                      <a:pt x="23" y="119"/>
                    </a:cubicBezTo>
                    <a:cubicBezTo>
                      <a:pt x="22" y="120"/>
                      <a:pt x="21" y="121"/>
                      <a:pt x="21" y="122"/>
                    </a:cubicBezTo>
                    <a:cubicBezTo>
                      <a:pt x="21" y="121"/>
                      <a:pt x="21" y="121"/>
                      <a:pt x="21" y="121"/>
                    </a:cubicBezTo>
                    <a:cubicBezTo>
                      <a:pt x="21" y="122"/>
                      <a:pt x="21" y="123"/>
                      <a:pt x="20" y="124"/>
                    </a:cubicBezTo>
                    <a:cubicBezTo>
                      <a:pt x="18" y="128"/>
                      <a:pt x="12" y="131"/>
                      <a:pt x="7" y="128"/>
                    </a:cubicBezTo>
                    <a:cubicBezTo>
                      <a:pt x="3" y="126"/>
                      <a:pt x="0" y="120"/>
                      <a:pt x="3" y="116"/>
                    </a:cubicBezTo>
                    <a:cubicBezTo>
                      <a:pt x="6" y="109"/>
                      <a:pt x="10" y="103"/>
                      <a:pt x="14" y="97"/>
                    </a:cubicBezTo>
                    <a:lnTo>
                      <a:pt x="14" y="98"/>
                    </a:lnTo>
                    <a:cubicBezTo>
                      <a:pt x="16" y="95"/>
                      <a:pt x="17" y="93"/>
                      <a:pt x="19" y="91"/>
                    </a:cubicBezTo>
                    <a:cubicBezTo>
                      <a:pt x="19" y="91"/>
                      <a:pt x="18" y="91"/>
                      <a:pt x="18" y="92"/>
                    </a:cubicBezTo>
                    <a:cubicBezTo>
                      <a:pt x="27" y="80"/>
                      <a:pt x="36" y="67"/>
                      <a:pt x="43" y="54"/>
                    </a:cubicBezTo>
                    <a:cubicBezTo>
                      <a:pt x="45" y="48"/>
                      <a:pt x="48" y="41"/>
                      <a:pt x="50" y="35"/>
                    </a:cubicBezTo>
                    <a:cubicBezTo>
                      <a:pt x="51" y="31"/>
                      <a:pt x="53" y="27"/>
                      <a:pt x="54" y="24"/>
                    </a:cubicBezTo>
                    <a:cubicBezTo>
                      <a:pt x="55" y="21"/>
                      <a:pt x="56" y="18"/>
                      <a:pt x="57" y="16"/>
                    </a:cubicBezTo>
                    <a:cubicBezTo>
                      <a:pt x="58" y="14"/>
                      <a:pt x="59" y="11"/>
                      <a:pt x="60" y="9"/>
                    </a:cubicBezTo>
                    <a:cubicBezTo>
                      <a:pt x="62" y="7"/>
                      <a:pt x="63" y="6"/>
                      <a:pt x="64" y="4"/>
                    </a:cubicBezTo>
                    <a:cubicBezTo>
                      <a:pt x="67" y="0"/>
                      <a:pt x="72" y="0"/>
                      <a:pt x="76" y="2"/>
                    </a:cubicBezTo>
                    <a:cubicBezTo>
                      <a:pt x="78" y="2"/>
                      <a:pt x="80" y="3"/>
                      <a:pt x="81" y="5"/>
                    </a:cubicBezTo>
                    <a:cubicBezTo>
                      <a:pt x="83" y="7"/>
                      <a:pt x="83" y="10"/>
                      <a:pt x="83" y="12"/>
                    </a:cubicBezTo>
                    <a:cubicBezTo>
                      <a:pt x="83" y="15"/>
                      <a:pt x="81" y="18"/>
                      <a:pt x="81" y="20"/>
                    </a:cubicBezTo>
                    <a:cubicBezTo>
                      <a:pt x="80" y="21"/>
                      <a:pt x="80" y="22"/>
                      <a:pt x="79" y="24"/>
                    </a:cubicBezTo>
                    <a:cubicBezTo>
                      <a:pt x="77" y="28"/>
                      <a:pt x="75" y="33"/>
                      <a:pt x="73" y="38"/>
                    </a:cubicBezTo>
                    <a:cubicBezTo>
                      <a:pt x="69" y="46"/>
                      <a:pt x="64" y="55"/>
                      <a:pt x="59" y="63"/>
                    </a:cubicBezTo>
                    <a:cubicBezTo>
                      <a:pt x="59" y="64"/>
                      <a:pt x="59" y="64"/>
                      <a:pt x="58" y="66"/>
                    </a:cubicBezTo>
                    <a:cubicBezTo>
                      <a:pt x="57" y="70"/>
                      <a:pt x="55" y="74"/>
                      <a:pt x="54" y="79"/>
                    </a:cubicBezTo>
                    <a:cubicBezTo>
                      <a:pt x="53" y="82"/>
                      <a:pt x="52" y="86"/>
                      <a:pt x="51" y="89"/>
                    </a:cubicBezTo>
                    <a:cubicBezTo>
                      <a:pt x="50" y="95"/>
                      <a:pt x="48" y="99"/>
                      <a:pt x="47" y="105"/>
                    </a:cubicBezTo>
                    <a:lnTo>
                      <a:pt x="47" y="104"/>
                    </a:lnTo>
                    <a:cubicBezTo>
                      <a:pt x="46" y="109"/>
                      <a:pt x="45" y="114"/>
                      <a:pt x="43" y="120"/>
                    </a:cubicBezTo>
                    <a:lnTo>
                      <a:pt x="43" y="119"/>
                    </a:lnTo>
                    <a:cubicBezTo>
                      <a:pt x="43" y="120"/>
                      <a:pt x="43" y="121"/>
                      <a:pt x="43" y="123"/>
                    </a:cubicBezTo>
                    <a:lnTo>
                      <a:pt x="42" y="123"/>
                    </a:lnTo>
                    <a:lnTo>
                      <a:pt x="43" y="123"/>
                    </a:lnTo>
                    <a:cubicBezTo>
                      <a:pt x="42" y="123"/>
                      <a:pt x="42" y="123"/>
                      <a:pt x="42" y="123"/>
                    </a:cubicBezTo>
                    <a:lnTo>
                      <a:pt x="42" y="124"/>
                    </a:lnTo>
                    <a:lnTo>
                      <a:pt x="42" y="123"/>
                    </a:lnTo>
                    <a:cubicBezTo>
                      <a:pt x="42" y="124"/>
                      <a:pt x="42" y="124"/>
                      <a:pt x="42" y="124"/>
                    </a:cubicBezTo>
                    <a:lnTo>
                      <a:pt x="42" y="123"/>
                    </a:lnTo>
                    <a:cubicBezTo>
                      <a:pt x="40" y="135"/>
                      <a:pt x="38" y="147"/>
                      <a:pt x="37" y="159"/>
                    </a:cubicBezTo>
                    <a:cubicBezTo>
                      <a:pt x="35" y="172"/>
                      <a:pt x="33" y="184"/>
                      <a:pt x="32" y="197"/>
                    </a:cubicBezTo>
                    <a:lnTo>
                      <a:pt x="32" y="198"/>
                    </a:lnTo>
                    <a:cubicBezTo>
                      <a:pt x="32" y="201"/>
                      <a:pt x="31" y="204"/>
                      <a:pt x="31" y="208"/>
                    </a:cubicBezTo>
                    <a:cubicBezTo>
                      <a:pt x="31" y="213"/>
                      <a:pt x="27" y="217"/>
                      <a:pt x="21" y="2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5" name="Google Shape;1525;p17"/>
              <p:cNvSpPr/>
              <p:nvPr/>
            </p:nvSpPr>
            <p:spPr>
              <a:xfrm>
                <a:off x="3567600" y="4994640"/>
                <a:ext cx="77076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2141" h="33" extrusionOk="0">
                    <a:moveTo>
                      <a:pt x="10" y="32"/>
                    </a:moveTo>
                    <a:lnTo>
                      <a:pt x="9" y="32"/>
                    </a:lnTo>
                    <a:cubicBezTo>
                      <a:pt x="4" y="32"/>
                      <a:pt x="0" y="28"/>
                      <a:pt x="0" y="23"/>
                    </a:cubicBezTo>
                    <a:cubicBezTo>
                      <a:pt x="0" y="18"/>
                      <a:pt x="5" y="14"/>
                      <a:pt x="10" y="14"/>
                    </a:cubicBezTo>
                    <a:cubicBezTo>
                      <a:pt x="18" y="14"/>
                      <a:pt x="26" y="14"/>
                      <a:pt x="34" y="14"/>
                    </a:cubicBezTo>
                    <a:cubicBezTo>
                      <a:pt x="46" y="14"/>
                      <a:pt x="56" y="14"/>
                      <a:pt x="67" y="14"/>
                    </a:cubicBezTo>
                    <a:cubicBezTo>
                      <a:pt x="90" y="14"/>
                      <a:pt x="113" y="14"/>
                      <a:pt x="136" y="14"/>
                    </a:cubicBezTo>
                    <a:cubicBezTo>
                      <a:pt x="180" y="13"/>
                      <a:pt x="224" y="13"/>
                      <a:pt x="268" y="13"/>
                    </a:cubicBezTo>
                    <a:cubicBezTo>
                      <a:pt x="357" y="13"/>
                      <a:pt x="446" y="11"/>
                      <a:pt x="534" y="11"/>
                    </a:cubicBezTo>
                    <a:cubicBezTo>
                      <a:pt x="579" y="11"/>
                      <a:pt x="624" y="11"/>
                      <a:pt x="668" y="10"/>
                    </a:cubicBezTo>
                    <a:cubicBezTo>
                      <a:pt x="713" y="10"/>
                      <a:pt x="759" y="10"/>
                      <a:pt x="804" y="10"/>
                    </a:cubicBezTo>
                    <a:cubicBezTo>
                      <a:pt x="894" y="10"/>
                      <a:pt x="985" y="9"/>
                      <a:pt x="1075" y="8"/>
                    </a:cubicBezTo>
                    <a:cubicBezTo>
                      <a:pt x="1166" y="8"/>
                      <a:pt x="1256" y="7"/>
                      <a:pt x="1347" y="6"/>
                    </a:cubicBezTo>
                    <a:cubicBezTo>
                      <a:pt x="1436" y="6"/>
                      <a:pt x="1527" y="6"/>
                      <a:pt x="1617" y="5"/>
                    </a:cubicBezTo>
                    <a:cubicBezTo>
                      <a:pt x="1662" y="4"/>
                      <a:pt x="1708" y="4"/>
                      <a:pt x="1753" y="4"/>
                    </a:cubicBezTo>
                    <a:cubicBezTo>
                      <a:pt x="1799" y="3"/>
                      <a:pt x="1845" y="3"/>
                      <a:pt x="1890" y="3"/>
                    </a:cubicBezTo>
                    <a:cubicBezTo>
                      <a:pt x="1933" y="2"/>
                      <a:pt x="1977" y="2"/>
                      <a:pt x="2020" y="2"/>
                    </a:cubicBezTo>
                    <a:cubicBezTo>
                      <a:pt x="2030" y="1"/>
                      <a:pt x="2040" y="1"/>
                      <a:pt x="2050" y="0"/>
                    </a:cubicBezTo>
                    <a:cubicBezTo>
                      <a:pt x="2059" y="0"/>
                      <a:pt x="2068" y="0"/>
                      <a:pt x="2077" y="0"/>
                    </a:cubicBezTo>
                    <a:cubicBezTo>
                      <a:pt x="2095" y="0"/>
                      <a:pt x="2112" y="0"/>
                      <a:pt x="2130" y="0"/>
                    </a:cubicBezTo>
                    <a:cubicBezTo>
                      <a:pt x="2136" y="0"/>
                      <a:pt x="2140" y="5"/>
                      <a:pt x="2140" y="10"/>
                    </a:cubicBezTo>
                    <a:cubicBezTo>
                      <a:pt x="2140" y="16"/>
                      <a:pt x="2135" y="20"/>
                      <a:pt x="2130" y="20"/>
                    </a:cubicBezTo>
                    <a:cubicBezTo>
                      <a:pt x="2112" y="20"/>
                      <a:pt x="2094" y="20"/>
                      <a:pt x="2076" y="20"/>
                    </a:cubicBezTo>
                    <a:cubicBezTo>
                      <a:pt x="2067" y="20"/>
                      <a:pt x="2058" y="20"/>
                      <a:pt x="2049" y="20"/>
                    </a:cubicBezTo>
                    <a:cubicBezTo>
                      <a:pt x="2039" y="20"/>
                      <a:pt x="2029" y="20"/>
                      <a:pt x="2019" y="20"/>
                    </a:cubicBezTo>
                    <a:cubicBezTo>
                      <a:pt x="1975" y="20"/>
                      <a:pt x="1930" y="20"/>
                      <a:pt x="1886" y="20"/>
                    </a:cubicBezTo>
                    <a:cubicBezTo>
                      <a:pt x="1841" y="20"/>
                      <a:pt x="1795" y="20"/>
                      <a:pt x="1750" y="21"/>
                    </a:cubicBezTo>
                    <a:cubicBezTo>
                      <a:pt x="1705" y="21"/>
                      <a:pt x="1659" y="21"/>
                      <a:pt x="1614" y="21"/>
                    </a:cubicBezTo>
                    <a:cubicBezTo>
                      <a:pt x="1524" y="22"/>
                      <a:pt x="1433" y="23"/>
                      <a:pt x="1342" y="23"/>
                    </a:cubicBezTo>
                    <a:cubicBezTo>
                      <a:pt x="1297" y="23"/>
                      <a:pt x="1252" y="24"/>
                      <a:pt x="1207" y="24"/>
                    </a:cubicBezTo>
                    <a:cubicBezTo>
                      <a:pt x="1162" y="24"/>
                      <a:pt x="1118" y="24"/>
                      <a:pt x="1073" y="25"/>
                    </a:cubicBezTo>
                    <a:cubicBezTo>
                      <a:pt x="983" y="25"/>
                      <a:pt x="893" y="26"/>
                      <a:pt x="803" y="27"/>
                    </a:cubicBezTo>
                    <a:cubicBezTo>
                      <a:pt x="757" y="27"/>
                      <a:pt x="712" y="27"/>
                      <a:pt x="667" y="28"/>
                    </a:cubicBezTo>
                    <a:cubicBezTo>
                      <a:pt x="622" y="28"/>
                      <a:pt x="578" y="28"/>
                      <a:pt x="533" y="28"/>
                    </a:cubicBezTo>
                    <a:cubicBezTo>
                      <a:pt x="489" y="29"/>
                      <a:pt x="444" y="29"/>
                      <a:pt x="400" y="30"/>
                    </a:cubicBezTo>
                    <a:cubicBezTo>
                      <a:pt x="354" y="30"/>
                      <a:pt x="309" y="30"/>
                      <a:pt x="263" y="30"/>
                    </a:cubicBezTo>
                    <a:cubicBezTo>
                      <a:pt x="221" y="31"/>
                      <a:pt x="179" y="31"/>
                      <a:pt x="137" y="31"/>
                    </a:cubicBezTo>
                    <a:cubicBezTo>
                      <a:pt x="114" y="31"/>
                      <a:pt x="92" y="31"/>
                      <a:pt x="69" y="32"/>
                    </a:cubicBezTo>
                    <a:cubicBezTo>
                      <a:pt x="50" y="32"/>
                      <a:pt x="30" y="32"/>
                      <a:pt x="10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6" name="Google Shape;1526;p17"/>
              <p:cNvSpPr/>
              <p:nvPr/>
            </p:nvSpPr>
            <p:spPr>
              <a:xfrm>
                <a:off x="4120200" y="4723200"/>
                <a:ext cx="215640" cy="274320"/>
              </a:xfrm>
              <a:custGeom>
                <a:avLst/>
                <a:gdLst/>
                <a:ahLst/>
                <a:cxnLst/>
                <a:rect l="l" t="t" r="r" b="b"/>
                <a:pathLst>
                  <a:path w="599" h="762" extrusionOk="0">
                    <a:moveTo>
                      <a:pt x="579" y="758"/>
                    </a:moveTo>
                    <a:cubicBezTo>
                      <a:pt x="569" y="744"/>
                      <a:pt x="558" y="729"/>
                      <a:pt x="547" y="715"/>
                    </a:cubicBezTo>
                    <a:cubicBezTo>
                      <a:pt x="541" y="708"/>
                      <a:pt x="536" y="701"/>
                      <a:pt x="531" y="694"/>
                    </a:cubicBezTo>
                    <a:cubicBezTo>
                      <a:pt x="525" y="686"/>
                      <a:pt x="519" y="679"/>
                      <a:pt x="513" y="672"/>
                    </a:cubicBezTo>
                    <a:cubicBezTo>
                      <a:pt x="501" y="656"/>
                      <a:pt x="489" y="641"/>
                      <a:pt x="477" y="625"/>
                    </a:cubicBezTo>
                    <a:cubicBezTo>
                      <a:pt x="465" y="610"/>
                      <a:pt x="453" y="594"/>
                      <a:pt x="441" y="579"/>
                    </a:cubicBezTo>
                    <a:cubicBezTo>
                      <a:pt x="418" y="549"/>
                      <a:pt x="395" y="519"/>
                      <a:pt x="371" y="489"/>
                    </a:cubicBezTo>
                    <a:cubicBezTo>
                      <a:pt x="347" y="458"/>
                      <a:pt x="323" y="427"/>
                      <a:pt x="299" y="396"/>
                    </a:cubicBezTo>
                    <a:cubicBezTo>
                      <a:pt x="275" y="365"/>
                      <a:pt x="251" y="333"/>
                      <a:pt x="226" y="302"/>
                    </a:cubicBezTo>
                    <a:cubicBezTo>
                      <a:pt x="202" y="270"/>
                      <a:pt x="177" y="239"/>
                      <a:pt x="152" y="207"/>
                    </a:cubicBezTo>
                    <a:cubicBezTo>
                      <a:pt x="128" y="176"/>
                      <a:pt x="105" y="145"/>
                      <a:pt x="80" y="115"/>
                    </a:cubicBezTo>
                    <a:cubicBezTo>
                      <a:pt x="56" y="84"/>
                      <a:pt x="32" y="53"/>
                      <a:pt x="7" y="23"/>
                    </a:cubicBezTo>
                    <a:cubicBezTo>
                      <a:pt x="6" y="21"/>
                      <a:pt x="4" y="19"/>
                      <a:pt x="3" y="17"/>
                    </a:cubicBezTo>
                    <a:cubicBezTo>
                      <a:pt x="0" y="13"/>
                      <a:pt x="1" y="7"/>
                      <a:pt x="4" y="4"/>
                    </a:cubicBezTo>
                    <a:cubicBezTo>
                      <a:pt x="9" y="0"/>
                      <a:pt x="15" y="2"/>
                      <a:pt x="18" y="6"/>
                    </a:cubicBezTo>
                    <a:cubicBezTo>
                      <a:pt x="24" y="13"/>
                      <a:pt x="29" y="21"/>
                      <a:pt x="35" y="28"/>
                    </a:cubicBezTo>
                    <a:cubicBezTo>
                      <a:pt x="42" y="37"/>
                      <a:pt x="48" y="45"/>
                      <a:pt x="54" y="52"/>
                    </a:cubicBezTo>
                    <a:cubicBezTo>
                      <a:pt x="66" y="68"/>
                      <a:pt x="78" y="84"/>
                      <a:pt x="90" y="100"/>
                    </a:cubicBezTo>
                    <a:cubicBezTo>
                      <a:pt x="114" y="131"/>
                      <a:pt x="138" y="162"/>
                      <a:pt x="162" y="193"/>
                    </a:cubicBezTo>
                    <a:cubicBezTo>
                      <a:pt x="186" y="223"/>
                      <a:pt x="209" y="253"/>
                      <a:pt x="233" y="284"/>
                    </a:cubicBezTo>
                    <a:cubicBezTo>
                      <a:pt x="257" y="315"/>
                      <a:pt x="282" y="345"/>
                      <a:pt x="306" y="376"/>
                    </a:cubicBezTo>
                    <a:cubicBezTo>
                      <a:pt x="330" y="408"/>
                      <a:pt x="355" y="439"/>
                      <a:pt x="379" y="470"/>
                    </a:cubicBezTo>
                    <a:cubicBezTo>
                      <a:pt x="404" y="501"/>
                      <a:pt x="427" y="531"/>
                      <a:pt x="451" y="562"/>
                    </a:cubicBezTo>
                    <a:cubicBezTo>
                      <a:pt x="475" y="592"/>
                      <a:pt x="498" y="623"/>
                      <a:pt x="522" y="654"/>
                    </a:cubicBezTo>
                    <a:cubicBezTo>
                      <a:pt x="545" y="682"/>
                      <a:pt x="567" y="711"/>
                      <a:pt x="590" y="739"/>
                    </a:cubicBezTo>
                    <a:cubicBezTo>
                      <a:pt x="592" y="741"/>
                      <a:pt x="593" y="743"/>
                      <a:pt x="595" y="746"/>
                    </a:cubicBezTo>
                    <a:cubicBezTo>
                      <a:pt x="598" y="750"/>
                      <a:pt x="598" y="756"/>
                      <a:pt x="593" y="760"/>
                    </a:cubicBezTo>
                    <a:cubicBezTo>
                      <a:pt x="592" y="761"/>
                      <a:pt x="589" y="761"/>
                      <a:pt x="588" y="761"/>
                    </a:cubicBezTo>
                    <a:cubicBezTo>
                      <a:pt x="585" y="761"/>
                      <a:pt x="582" y="760"/>
                      <a:pt x="579" y="75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7" name="Google Shape;1527;p17"/>
              <p:cNvSpPr/>
              <p:nvPr/>
            </p:nvSpPr>
            <p:spPr>
              <a:xfrm>
                <a:off x="3292560" y="4186080"/>
                <a:ext cx="335520" cy="15480"/>
              </a:xfrm>
              <a:custGeom>
                <a:avLst/>
                <a:gdLst/>
                <a:ahLst/>
                <a:cxnLst/>
                <a:rect l="l" t="t" r="r" b="b"/>
                <a:pathLst>
                  <a:path w="932" h="43" extrusionOk="0">
                    <a:moveTo>
                      <a:pt x="0" y="32"/>
                    </a:moveTo>
                    <a:cubicBezTo>
                      <a:pt x="0" y="27"/>
                      <a:pt x="4" y="23"/>
                      <a:pt x="10" y="23"/>
                    </a:cubicBezTo>
                    <a:cubicBezTo>
                      <a:pt x="10" y="23"/>
                      <a:pt x="11" y="23"/>
                      <a:pt x="12" y="23"/>
                    </a:cubicBezTo>
                    <a:cubicBezTo>
                      <a:pt x="24" y="23"/>
                      <a:pt x="36" y="23"/>
                      <a:pt x="48" y="22"/>
                    </a:cubicBezTo>
                    <a:cubicBezTo>
                      <a:pt x="60" y="22"/>
                      <a:pt x="72" y="21"/>
                      <a:pt x="84" y="21"/>
                    </a:cubicBezTo>
                    <a:lnTo>
                      <a:pt x="83" y="21"/>
                    </a:lnTo>
                    <a:cubicBezTo>
                      <a:pt x="92" y="21"/>
                      <a:pt x="102" y="21"/>
                      <a:pt x="112" y="21"/>
                    </a:cubicBezTo>
                    <a:lnTo>
                      <a:pt x="113" y="21"/>
                    </a:lnTo>
                    <a:cubicBezTo>
                      <a:pt x="119" y="21"/>
                      <a:pt x="125" y="20"/>
                      <a:pt x="130" y="20"/>
                    </a:cubicBezTo>
                    <a:lnTo>
                      <a:pt x="131" y="20"/>
                    </a:lnTo>
                    <a:cubicBezTo>
                      <a:pt x="137" y="20"/>
                      <a:pt x="142" y="20"/>
                      <a:pt x="147" y="20"/>
                    </a:cubicBezTo>
                    <a:lnTo>
                      <a:pt x="148" y="20"/>
                    </a:lnTo>
                    <a:cubicBezTo>
                      <a:pt x="163" y="20"/>
                      <a:pt x="177" y="20"/>
                      <a:pt x="192" y="19"/>
                    </a:cubicBezTo>
                    <a:cubicBezTo>
                      <a:pt x="191" y="19"/>
                      <a:pt x="191" y="19"/>
                      <a:pt x="191" y="19"/>
                    </a:cubicBezTo>
                    <a:cubicBezTo>
                      <a:pt x="199" y="19"/>
                      <a:pt x="208" y="18"/>
                      <a:pt x="217" y="18"/>
                    </a:cubicBezTo>
                    <a:cubicBezTo>
                      <a:pt x="216" y="18"/>
                      <a:pt x="216" y="18"/>
                      <a:pt x="216" y="18"/>
                    </a:cubicBezTo>
                    <a:cubicBezTo>
                      <a:pt x="216" y="18"/>
                      <a:pt x="217" y="18"/>
                      <a:pt x="218" y="18"/>
                    </a:cubicBezTo>
                    <a:cubicBezTo>
                      <a:pt x="222" y="18"/>
                      <a:pt x="227" y="18"/>
                      <a:pt x="232" y="18"/>
                    </a:cubicBezTo>
                    <a:cubicBezTo>
                      <a:pt x="233" y="18"/>
                      <a:pt x="233" y="18"/>
                      <a:pt x="233" y="18"/>
                    </a:cubicBezTo>
                    <a:cubicBezTo>
                      <a:pt x="239" y="18"/>
                      <a:pt x="243" y="18"/>
                      <a:pt x="248" y="18"/>
                    </a:cubicBezTo>
                    <a:cubicBezTo>
                      <a:pt x="250" y="18"/>
                      <a:pt x="251" y="18"/>
                      <a:pt x="253" y="18"/>
                    </a:cubicBezTo>
                    <a:lnTo>
                      <a:pt x="254" y="18"/>
                    </a:lnTo>
                    <a:cubicBezTo>
                      <a:pt x="255" y="17"/>
                      <a:pt x="255" y="17"/>
                      <a:pt x="256" y="17"/>
                    </a:cubicBezTo>
                    <a:cubicBezTo>
                      <a:pt x="257" y="17"/>
                      <a:pt x="257" y="17"/>
                      <a:pt x="257" y="17"/>
                    </a:cubicBezTo>
                    <a:cubicBezTo>
                      <a:pt x="257" y="17"/>
                      <a:pt x="258" y="17"/>
                      <a:pt x="259" y="17"/>
                    </a:cubicBezTo>
                    <a:cubicBezTo>
                      <a:pt x="260" y="17"/>
                      <a:pt x="261" y="17"/>
                      <a:pt x="262" y="17"/>
                    </a:cubicBezTo>
                    <a:cubicBezTo>
                      <a:pt x="263" y="17"/>
                      <a:pt x="264" y="17"/>
                      <a:pt x="265" y="17"/>
                    </a:cubicBezTo>
                    <a:cubicBezTo>
                      <a:pt x="265" y="17"/>
                      <a:pt x="266" y="17"/>
                      <a:pt x="267" y="17"/>
                    </a:cubicBezTo>
                    <a:cubicBezTo>
                      <a:pt x="268" y="17"/>
                      <a:pt x="268" y="17"/>
                      <a:pt x="268" y="17"/>
                    </a:cubicBezTo>
                    <a:cubicBezTo>
                      <a:pt x="271" y="17"/>
                      <a:pt x="273" y="17"/>
                      <a:pt x="275" y="17"/>
                    </a:cubicBezTo>
                    <a:lnTo>
                      <a:pt x="276" y="17"/>
                    </a:lnTo>
                    <a:cubicBezTo>
                      <a:pt x="277" y="17"/>
                      <a:pt x="278" y="17"/>
                      <a:pt x="279" y="17"/>
                    </a:cubicBezTo>
                    <a:lnTo>
                      <a:pt x="280" y="17"/>
                    </a:lnTo>
                    <a:lnTo>
                      <a:pt x="281" y="17"/>
                    </a:lnTo>
                    <a:lnTo>
                      <a:pt x="280" y="17"/>
                    </a:lnTo>
                    <a:cubicBezTo>
                      <a:pt x="281" y="17"/>
                      <a:pt x="281" y="17"/>
                      <a:pt x="281" y="17"/>
                    </a:cubicBezTo>
                    <a:cubicBezTo>
                      <a:pt x="282" y="17"/>
                      <a:pt x="282" y="17"/>
                      <a:pt x="282" y="17"/>
                    </a:cubicBezTo>
                    <a:lnTo>
                      <a:pt x="281" y="17"/>
                    </a:lnTo>
                    <a:lnTo>
                      <a:pt x="282" y="17"/>
                    </a:lnTo>
                    <a:lnTo>
                      <a:pt x="283" y="17"/>
                    </a:lnTo>
                    <a:lnTo>
                      <a:pt x="284" y="17"/>
                    </a:lnTo>
                    <a:cubicBezTo>
                      <a:pt x="285" y="17"/>
                      <a:pt x="286" y="17"/>
                      <a:pt x="286" y="17"/>
                    </a:cubicBezTo>
                    <a:lnTo>
                      <a:pt x="285" y="17"/>
                    </a:lnTo>
                    <a:cubicBezTo>
                      <a:pt x="286" y="17"/>
                      <a:pt x="287" y="17"/>
                      <a:pt x="288" y="17"/>
                    </a:cubicBezTo>
                    <a:cubicBezTo>
                      <a:pt x="289" y="17"/>
                      <a:pt x="289" y="17"/>
                      <a:pt x="290" y="17"/>
                    </a:cubicBezTo>
                    <a:lnTo>
                      <a:pt x="292" y="17"/>
                    </a:lnTo>
                    <a:lnTo>
                      <a:pt x="293" y="17"/>
                    </a:lnTo>
                    <a:lnTo>
                      <a:pt x="292" y="17"/>
                    </a:lnTo>
                    <a:cubicBezTo>
                      <a:pt x="293" y="17"/>
                      <a:pt x="294" y="17"/>
                      <a:pt x="296" y="17"/>
                    </a:cubicBezTo>
                    <a:lnTo>
                      <a:pt x="295" y="17"/>
                    </a:lnTo>
                    <a:lnTo>
                      <a:pt x="296" y="17"/>
                    </a:lnTo>
                    <a:cubicBezTo>
                      <a:pt x="297" y="17"/>
                      <a:pt x="297" y="17"/>
                      <a:pt x="297" y="17"/>
                    </a:cubicBezTo>
                    <a:lnTo>
                      <a:pt x="298" y="17"/>
                    </a:lnTo>
                    <a:lnTo>
                      <a:pt x="299" y="17"/>
                    </a:lnTo>
                    <a:lnTo>
                      <a:pt x="298" y="17"/>
                    </a:lnTo>
                    <a:cubicBezTo>
                      <a:pt x="299" y="16"/>
                      <a:pt x="299" y="16"/>
                      <a:pt x="299" y="16"/>
                    </a:cubicBezTo>
                    <a:lnTo>
                      <a:pt x="300" y="16"/>
                    </a:lnTo>
                    <a:lnTo>
                      <a:pt x="301" y="16"/>
                    </a:lnTo>
                    <a:lnTo>
                      <a:pt x="300" y="16"/>
                    </a:lnTo>
                    <a:cubicBezTo>
                      <a:pt x="301" y="16"/>
                      <a:pt x="302" y="16"/>
                      <a:pt x="303" y="16"/>
                    </a:cubicBezTo>
                    <a:lnTo>
                      <a:pt x="304" y="16"/>
                    </a:lnTo>
                    <a:cubicBezTo>
                      <a:pt x="304" y="16"/>
                      <a:pt x="305" y="16"/>
                      <a:pt x="306" y="16"/>
                    </a:cubicBezTo>
                    <a:cubicBezTo>
                      <a:pt x="306" y="16"/>
                      <a:pt x="307" y="16"/>
                      <a:pt x="308" y="16"/>
                    </a:cubicBezTo>
                    <a:lnTo>
                      <a:pt x="307" y="16"/>
                    </a:lnTo>
                    <a:cubicBezTo>
                      <a:pt x="308" y="16"/>
                      <a:pt x="308" y="16"/>
                      <a:pt x="308" y="16"/>
                    </a:cubicBezTo>
                    <a:cubicBezTo>
                      <a:pt x="309" y="16"/>
                      <a:pt x="310" y="16"/>
                      <a:pt x="310" y="16"/>
                    </a:cubicBezTo>
                    <a:cubicBezTo>
                      <a:pt x="311" y="16"/>
                      <a:pt x="311" y="16"/>
                      <a:pt x="312" y="16"/>
                    </a:cubicBezTo>
                    <a:cubicBezTo>
                      <a:pt x="313" y="16"/>
                      <a:pt x="313" y="16"/>
                      <a:pt x="313" y="16"/>
                    </a:cubicBezTo>
                    <a:cubicBezTo>
                      <a:pt x="317" y="16"/>
                      <a:pt x="320" y="16"/>
                      <a:pt x="324" y="16"/>
                    </a:cubicBezTo>
                    <a:lnTo>
                      <a:pt x="325" y="16"/>
                    </a:lnTo>
                    <a:lnTo>
                      <a:pt x="326" y="16"/>
                    </a:lnTo>
                    <a:lnTo>
                      <a:pt x="325" y="16"/>
                    </a:lnTo>
                    <a:cubicBezTo>
                      <a:pt x="326" y="16"/>
                      <a:pt x="326" y="16"/>
                      <a:pt x="326" y="16"/>
                    </a:cubicBezTo>
                    <a:cubicBezTo>
                      <a:pt x="327" y="16"/>
                      <a:pt x="327" y="16"/>
                      <a:pt x="327" y="16"/>
                    </a:cubicBezTo>
                    <a:lnTo>
                      <a:pt x="326" y="16"/>
                    </a:lnTo>
                    <a:cubicBezTo>
                      <a:pt x="327" y="16"/>
                      <a:pt x="327" y="16"/>
                      <a:pt x="328" y="16"/>
                    </a:cubicBezTo>
                    <a:lnTo>
                      <a:pt x="329" y="16"/>
                    </a:lnTo>
                    <a:lnTo>
                      <a:pt x="330" y="16"/>
                    </a:lnTo>
                    <a:lnTo>
                      <a:pt x="331" y="16"/>
                    </a:lnTo>
                    <a:lnTo>
                      <a:pt x="332" y="16"/>
                    </a:lnTo>
                    <a:cubicBezTo>
                      <a:pt x="333" y="16"/>
                      <a:pt x="334" y="16"/>
                      <a:pt x="334" y="16"/>
                    </a:cubicBezTo>
                    <a:lnTo>
                      <a:pt x="335" y="16"/>
                    </a:lnTo>
                    <a:cubicBezTo>
                      <a:pt x="336" y="16"/>
                      <a:pt x="336" y="16"/>
                      <a:pt x="336" y="16"/>
                    </a:cubicBezTo>
                    <a:lnTo>
                      <a:pt x="337" y="16"/>
                    </a:lnTo>
                    <a:lnTo>
                      <a:pt x="338" y="16"/>
                    </a:lnTo>
                    <a:lnTo>
                      <a:pt x="339" y="16"/>
                    </a:lnTo>
                    <a:lnTo>
                      <a:pt x="338" y="16"/>
                    </a:lnTo>
                    <a:cubicBezTo>
                      <a:pt x="339" y="16"/>
                      <a:pt x="339" y="16"/>
                      <a:pt x="339" y="16"/>
                    </a:cubicBezTo>
                    <a:lnTo>
                      <a:pt x="340" y="16"/>
                    </a:lnTo>
                    <a:lnTo>
                      <a:pt x="339" y="16"/>
                    </a:lnTo>
                    <a:cubicBezTo>
                      <a:pt x="343" y="15"/>
                      <a:pt x="346" y="15"/>
                      <a:pt x="350" y="15"/>
                    </a:cubicBezTo>
                    <a:lnTo>
                      <a:pt x="351" y="15"/>
                    </a:lnTo>
                    <a:lnTo>
                      <a:pt x="352" y="15"/>
                    </a:lnTo>
                    <a:cubicBezTo>
                      <a:pt x="356" y="15"/>
                      <a:pt x="359" y="15"/>
                      <a:pt x="363" y="15"/>
                    </a:cubicBezTo>
                    <a:cubicBezTo>
                      <a:pt x="364" y="15"/>
                      <a:pt x="365" y="15"/>
                      <a:pt x="366" y="15"/>
                    </a:cubicBezTo>
                    <a:cubicBezTo>
                      <a:pt x="366" y="15"/>
                      <a:pt x="366" y="14"/>
                      <a:pt x="367" y="14"/>
                    </a:cubicBezTo>
                    <a:lnTo>
                      <a:pt x="366" y="14"/>
                    </a:lnTo>
                    <a:lnTo>
                      <a:pt x="367" y="14"/>
                    </a:lnTo>
                    <a:cubicBezTo>
                      <a:pt x="370" y="14"/>
                      <a:pt x="371" y="14"/>
                      <a:pt x="374" y="14"/>
                    </a:cubicBezTo>
                    <a:cubicBezTo>
                      <a:pt x="376" y="14"/>
                      <a:pt x="378" y="14"/>
                      <a:pt x="380" y="14"/>
                    </a:cubicBezTo>
                    <a:cubicBezTo>
                      <a:pt x="381" y="14"/>
                      <a:pt x="381" y="14"/>
                      <a:pt x="381" y="14"/>
                    </a:cubicBezTo>
                    <a:lnTo>
                      <a:pt x="382" y="14"/>
                    </a:lnTo>
                    <a:lnTo>
                      <a:pt x="381" y="14"/>
                    </a:lnTo>
                    <a:lnTo>
                      <a:pt x="382" y="14"/>
                    </a:lnTo>
                    <a:lnTo>
                      <a:pt x="383" y="14"/>
                    </a:lnTo>
                    <a:cubicBezTo>
                      <a:pt x="382" y="14"/>
                      <a:pt x="382" y="14"/>
                      <a:pt x="382" y="14"/>
                    </a:cubicBezTo>
                    <a:cubicBezTo>
                      <a:pt x="384" y="14"/>
                      <a:pt x="385" y="14"/>
                      <a:pt x="387" y="14"/>
                    </a:cubicBezTo>
                    <a:lnTo>
                      <a:pt x="388" y="14"/>
                    </a:lnTo>
                    <a:cubicBezTo>
                      <a:pt x="388" y="14"/>
                      <a:pt x="389" y="14"/>
                      <a:pt x="390" y="14"/>
                    </a:cubicBezTo>
                    <a:lnTo>
                      <a:pt x="389" y="14"/>
                    </a:lnTo>
                    <a:cubicBezTo>
                      <a:pt x="390" y="14"/>
                      <a:pt x="390" y="14"/>
                      <a:pt x="391" y="14"/>
                    </a:cubicBezTo>
                    <a:cubicBezTo>
                      <a:pt x="392" y="14"/>
                      <a:pt x="394" y="14"/>
                      <a:pt x="395" y="14"/>
                    </a:cubicBezTo>
                    <a:cubicBezTo>
                      <a:pt x="396" y="14"/>
                      <a:pt x="396" y="14"/>
                      <a:pt x="396" y="14"/>
                    </a:cubicBezTo>
                    <a:lnTo>
                      <a:pt x="397" y="14"/>
                    </a:lnTo>
                    <a:lnTo>
                      <a:pt x="398" y="14"/>
                    </a:lnTo>
                    <a:cubicBezTo>
                      <a:pt x="397" y="14"/>
                      <a:pt x="397" y="14"/>
                      <a:pt x="397" y="14"/>
                    </a:cubicBezTo>
                    <a:cubicBezTo>
                      <a:pt x="398" y="14"/>
                      <a:pt x="398" y="14"/>
                      <a:pt x="399" y="14"/>
                    </a:cubicBezTo>
                    <a:cubicBezTo>
                      <a:pt x="398" y="14"/>
                      <a:pt x="398" y="14"/>
                      <a:pt x="398" y="14"/>
                    </a:cubicBezTo>
                    <a:lnTo>
                      <a:pt x="399" y="14"/>
                    </a:lnTo>
                    <a:cubicBezTo>
                      <a:pt x="403" y="14"/>
                      <a:pt x="406" y="14"/>
                      <a:pt x="410" y="14"/>
                    </a:cubicBezTo>
                    <a:lnTo>
                      <a:pt x="411" y="14"/>
                    </a:lnTo>
                    <a:lnTo>
                      <a:pt x="410" y="14"/>
                    </a:lnTo>
                    <a:cubicBezTo>
                      <a:pt x="411" y="14"/>
                      <a:pt x="411" y="14"/>
                      <a:pt x="412" y="13"/>
                    </a:cubicBezTo>
                    <a:cubicBezTo>
                      <a:pt x="411" y="14"/>
                      <a:pt x="411" y="14"/>
                      <a:pt x="411" y="14"/>
                    </a:cubicBezTo>
                    <a:lnTo>
                      <a:pt x="412" y="13"/>
                    </a:lnTo>
                    <a:lnTo>
                      <a:pt x="413" y="13"/>
                    </a:lnTo>
                    <a:lnTo>
                      <a:pt x="412" y="13"/>
                    </a:lnTo>
                    <a:lnTo>
                      <a:pt x="413" y="13"/>
                    </a:lnTo>
                    <a:cubicBezTo>
                      <a:pt x="415" y="13"/>
                      <a:pt x="417" y="13"/>
                      <a:pt x="419" y="13"/>
                    </a:cubicBezTo>
                    <a:lnTo>
                      <a:pt x="418" y="13"/>
                    </a:lnTo>
                    <a:cubicBezTo>
                      <a:pt x="419" y="13"/>
                      <a:pt x="420" y="13"/>
                      <a:pt x="420" y="13"/>
                    </a:cubicBezTo>
                    <a:lnTo>
                      <a:pt x="419" y="13"/>
                    </a:lnTo>
                    <a:cubicBezTo>
                      <a:pt x="421" y="13"/>
                      <a:pt x="424" y="13"/>
                      <a:pt x="426" y="13"/>
                    </a:cubicBezTo>
                    <a:cubicBezTo>
                      <a:pt x="427" y="13"/>
                      <a:pt x="427" y="13"/>
                      <a:pt x="427" y="13"/>
                    </a:cubicBezTo>
                    <a:lnTo>
                      <a:pt x="428" y="13"/>
                    </a:lnTo>
                    <a:lnTo>
                      <a:pt x="429" y="13"/>
                    </a:lnTo>
                    <a:lnTo>
                      <a:pt x="430" y="13"/>
                    </a:lnTo>
                    <a:cubicBezTo>
                      <a:pt x="431" y="13"/>
                      <a:pt x="432" y="13"/>
                      <a:pt x="433" y="13"/>
                    </a:cubicBezTo>
                    <a:lnTo>
                      <a:pt x="434" y="13"/>
                    </a:lnTo>
                    <a:cubicBezTo>
                      <a:pt x="435" y="13"/>
                      <a:pt x="435" y="13"/>
                      <a:pt x="436" y="13"/>
                    </a:cubicBezTo>
                    <a:cubicBezTo>
                      <a:pt x="435" y="13"/>
                      <a:pt x="435" y="13"/>
                      <a:pt x="435" y="13"/>
                    </a:cubicBezTo>
                    <a:cubicBezTo>
                      <a:pt x="435" y="13"/>
                      <a:pt x="436" y="13"/>
                      <a:pt x="437" y="13"/>
                    </a:cubicBezTo>
                    <a:cubicBezTo>
                      <a:pt x="438" y="13"/>
                      <a:pt x="441" y="13"/>
                      <a:pt x="442" y="13"/>
                    </a:cubicBezTo>
                    <a:lnTo>
                      <a:pt x="443" y="13"/>
                    </a:lnTo>
                    <a:lnTo>
                      <a:pt x="444" y="13"/>
                    </a:lnTo>
                    <a:lnTo>
                      <a:pt x="443" y="13"/>
                    </a:lnTo>
                    <a:cubicBezTo>
                      <a:pt x="444" y="13"/>
                      <a:pt x="444" y="13"/>
                      <a:pt x="444" y="13"/>
                    </a:cubicBezTo>
                    <a:lnTo>
                      <a:pt x="445" y="13"/>
                    </a:lnTo>
                    <a:cubicBezTo>
                      <a:pt x="445" y="13"/>
                      <a:pt x="446" y="13"/>
                      <a:pt x="447" y="13"/>
                    </a:cubicBezTo>
                    <a:cubicBezTo>
                      <a:pt x="448" y="13"/>
                      <a:pt x="449" y="13"/>
                      <a:pt x="450" y="13"/>
                    </a:cubicBezTo>
                    <a:lnTo>
                      <a:pt x="449" y="13"/>
                    </a:lnTo>
                    <a:cubicBezTo>
                      <a:pt x="450" y="13"/>
                      <a:pt x="451" y="13"/>
                      <a:pt x="451" y="13"/>
                    </a:cubicBezTo>
                    <a:cubicBezTo>
                      <a:pt x="452" y="13"/>
                      <a:pt x="455" y="13"/>
                      <a:pt x="456" y="12"/>
                    </a:cubicBezTo>
                    <a:lnTo>
                      <a:pt x="457" y="12"/>
                    </a:lnTo>
                    <a:lnTo>
                      <a:pt x="456" y="12"/>
                    </a:lnTo>
                    <a:cubicBezTo>
                      <a:pt x="458" y="12"/>
                      <a:pt x="458" y="12"/>
                      <a:pt x="459" y="12"/>
                    </a:cubicBezTo>
                    <a:cubicBezTo>
                      <a:pt x="461" y="12"/>
                      <a:pt x="462" y="12"/>
                      <a:pt x="463" y="12"/>
                    </a:cubicBezTo>
                    <a:lnTo>
                      <a:pt x="465" y="12"/>
                    </a:lnTo>
                    <a:lnTo>
                      <a:pt x="466" y="12"/>
                    </a:lnTo>
                    <a:cubicBezTo>
                      <a:pt x="466" y="12"/>
                      <a:pt x="467" y="12"/>
                      <a:pt x="468" y="12"/>
                    </a:cubicBezTo>
                    <a:cubicBezTo>
                      <a:pt x="467" y="12"/>
                      <a:pt x="467" y="12"/>
                      <a:pt x="466" y="12"/>
                    </a:cubicBezTo>
                    <a:cubicBezTo>
                      <a:pt x="468" y="12"/>
                      <a:pt x="470" y="12"/>
                      <a:pt x="472" y="12"/>
                    </a:cubicBezTo>
                    <a:lnTo>
                      <a:pt x="471" y="12"/>
                    </a:lnTo>
                    <a:cubicBezTo>
                      <a:pt x="472" y="12"/>
                      <a:pt x="472" y="12"/>
                      <a:pt x="473" y="12"/>
                    </a:cubicBezTo>
                    <a:lnTo>
                      <a:pt x="472" y="12"/>
                    </a:lnTo>
                    <a:cubicBezTo>
                      <a:pt x="473" y="12"/>
                      <a:pt x="473" y="12"/>
                      <a:pt x="473" y="12"/>
                    </a:cubicBezTo>
                    <a:cubicBezTo>
                      <a:pt x="473" y="12"/>
                      <a:pt x="474" y="12"/>
                      <a:pt x="475" y="12"/>
                    </a:cubicBezTo>
                    <a:cubicBezTo>
                      <a:pt x="477" y="12"/>
                      <a:pt x="480" y="11"/>
                      <a:pt x="483" y="11"/>
                    </a:cubicBezTo>
                    <a:cubicBezTo>
                      <a:pt x="484" y="11"/>
                      <a:pt x="484" y="11"/>
                      <a:pt x="485" y="11"/>
                    </a:cubicBezTo>
                    <a:cubicBezTo>
                      <a:pt x="486" y="11"/>
                      <a:pt x="486" y="11"/>
                      <a:pt x="486" y="11"/>
                    </a:cubicBezTo>
                    <a:lnTo>
                      <a:pt x="487" y="11"/>
                    </a:lnTo>
                    <a:lnTo>
                      <a:pt x="488" y="11"/>
                    </a:lnTo>
                    <a:lnTo>
                      <a:pt x="489" y="11"/>
                    </a:lnTo>
                    <a:cubicBezTo>
                      <a:pt x="491" y="11"/>
                      <a:pt x="494" y="11"/>
                      <a:pt x="496" y="11"/>
                    </a:cubicBezTo>
                    <a:lnTo>
                      <a:pt x="497" y="11"/>
                    </a:lnTo>
                    <a:cubicBezTo>
                      <a:pt x="498" y="11"/>
                      <a:pt x="499" y="11"/>
                      <a:pt x="500" y="11"/>
                    </a:cubicBezTo>
                    <a:lnTo>
                      <a:pt x="501" y="11"/>
                    </a:lnTo>
                    <a:lnTo>
                      <a:pt x="502" y="11"/>
                    </a:lnTo>
                    <a:lnTo>
                      <a:pt x="503" y="11"/>
                    </a:lnTo>
                    <a:cubicBezTo>
                      <a:pt x="502" y="11"/>
                      <a:pt x="502" y="11"/>
                      <a:pt x="502" y="11"/>
                    </a:cubicBezTo>
                    <a:cubicBezTo>
                      <a:pt x="504" y="11"/>
                      <a:pt x="505" y="11"/>
                      <a:pt x="507" y="11"/>
                    </a:cubicBezTo>
                    <a:cubicBezTo>
                      <a:pt x="507" y="11"/>
                      <a:pt x="506" y="11"/>
                      <a:pt x="505" y="11"/>
                    </a:cubicBezTo>
                    <a:cubicBezTo>
                      <a:pt x="506" y="11"/>
                      <a:pt x="507" y="11"/>
                      <a:pt x="508" y="11"/>
                    </a:cubicBezTo>
                    <a:cubicBezTo>
                      <a:pt x="507" y="11"/>
                      <a:pt x="507" y="11"/>
                      <a:pt x="507" y="11"/>
                    </a:cubicBezTo>
                    <a:cubicBezTo>
                      <a:pt x="508" y="11"/>
                      <a:pt x="508" y="11"/>
                      <a:pt x="508" y="11"/>
                    </a:cubicBezTo>
                    <a:lnTo>
                      <a:pt x="509" y="11"/>
                    </a:lnTo>
                    <a:lnTo>
                      <a:pt x="510" y="11"/>
                    </a:lnTo>
                    <a:cubicBezTo>
                      <a:pt x="511" y="11"/>
                      <a:pt x="512" y="11"/>
                      <a:pt x="513" y="11"/>
                    </a:cubicBezTo>
                    <a:lnTo>
                      <a:pt x="514" y="11"/>
                    </a:lnTo>
                    <a:lnTo>
                      <a:pt x="515" y="11"/>
                    </a:lnTo>
                    <a:lnTo>
                      <a:pt x="514" y="11"/>
                    </a:lnTo>
                    <a:cubicBezTo>
                      <a:pt x="515" y="11"/>
                      <a:pt x="515" y="11"/>
                      <a:pt x="515" y="11"/>
                    </a:cubicBezTo>
                    <a:cubicBezTo>
                      <a:pt x="516" y="11"/>
                      <a:pt x="516" y="11"/>
                      <a:pt x="517" y="11"/>
                    </a:cubicBezTo>
                    <a:cubicBezTo>
                      <a:pt x="518" y="11"/>
                      <a:pt x="518" y="11"/>
                      <a:pt x="519" y="11"/>
                    </a:cubicBezTo>
                    <a:lnTo>
                      <a:pt x="520" y="11"/>
                    </a:lnTo>
                    <a:cubicBezTo>
                      <a:pt x="519" y="11"/>
                      <a:pt x="519" y="11"/>
                      <a:pt x="519" y="11"/>
                    </a:cubicBezTo>
                    <a:cubicBezTo>
                      <a:pt x="520" y="11"/>
                      <a:pt x="521" y="11"/>
                      <a:pt x="521" y="11"/>
                    </a:cubicBezTo>
                    <a:cubicBezTo>
                      <a:pt x="522" y="11"/>
                      <a:pt x="523" y="10"/>
                      <a:pt x="523" y="10"/>
                    </a:cubicBezTo>
                    <a:lnTo>
                      <a:pt x="524" y="10"/>
                    </a:lnTo>
                    <a:lnTo>
                      <a:pt x="523" y="10"/>
                    </a:lnTo>
                    <a:cubicBezTo>
                      <a:pt x="524" y="10"/>
                      <a:pt x="525" y="10"/>
                      <a:pt x="526" y="10"/>
                    </a:cubicBezTo>
                    <a:lnTo>
                      <a:pt x="527" y="10"/>
                    </a:lnTo>
                    <a:lnTo>
                      <a:pt x="526" y="10"/>
                    </a:lnTo>
                    <a:cubicBezTo>
                      <a:pt x="527" y="10"/>
                      <a:pt x="527" y="10"/>
                      <a:pt x="528" y="10"/>
                    </a:cubicBezTo>
                    <a:lnTo>
                      <a:pt x="529" y="10"/>
                    </a:lnTo>
                    <a:cubicBezTo>
                      <a:pt x="530" y="10"/>
                      <a:pt x="530" y="10"/>
                      <a:pt x="530" y="10"/>
                    </a:cubicBezTo>
                    <a:cubicBezTo>
                      <a:pt x="532" y="10"/>
                      <a:pt x="532" y="10"/>
                      <a:pt x="533" y="10"/>
                    </a:cubicBezTo>
                    <a:lnTo>
                      <a:pt x="534" y="10"/>
                    </a:lnTo>
                    <a:lnTo>
                      <a:pt x="533" y="10"/>
                    </a:lnTo>
                    <a:cubicBezTo>
                      <a:pt x="535" y="10"/>
                      <a:pt x="536" y="10"/>
                      <a:pt x="537" y="10"/>
                    </a:cubicBezTo>
                    <a:lnTo>
                      <a:pt x="538" y="10"/>
                    </a:lnTo>
                    <a:cubicBezTo>
                      <a:pt x="537" y="10"/>
                      <a:pt x="537" y="10"/>
                      <a:pt x="537" y="10"/>
                    </a:cubicBezTo>
                    <a:cubicBezTo>
                      <a:pt x="538" y="10"/>
                      <a:pt x="538" y="10"/>
                      <a:pt x="538" y="10"/>
                    </a:cubicBezTo>
                    <a:cubicBezTo>
                      <a:pt x="539" y="10"/>
                      <a:pt x="539" y="10"/>
                      <a:pt x="539" y="10"/>
                    </a:cubicBezTo>
                    <a:lnTo>
                      <a:pt x="540" y="10"/>
                    </a:lnTo>
                    <a:cubicBezTo>
                      <a:pt x="540" y="10"/>
                      <a:pt x="541" y="10"/>
                      <a:pt x="542" y="10"/>
                    </a:cubicBezTo>
                    <a:cubicBezTo>
                      <a:pt x="541" y="10"/>
                      <a:pt x="541" y="10"/>
                      <a:pt x="541" y="10"/>
                    </a:cubicBezTo>
                    <a:lnTo>
                      <a:pt x="540" y="10"/>
                    </a:lnTo>
                    <a:cubicBezTo>
                      <a:pt x="541" y="10"/>
                      <a:pt x="542" y="10"/>
                      <a:pt x="542" y="10"/>
                    </a:cubicBezTo>
                    <a:cubicBezTo>
                      <a:pt x="546" y="10"/>
                      <a:pt x="550" y="10"/>
                      <a:pt x="554" y="10"/>
                    </a:cubicBezTo>
                    <a:lnTo>
                      <a:pt x="555" y="10"/>
                    </a:lnTo>
                    <a:lnTo>
                      <a:pt x="554" y="10"/>
                    </a:lnTo>
                    <a:cubicBezTo>
                      <a:pt x="558" y="10"/>
                      <a:pt x="563" y="10"/>
                      <a:pt x="567" y="10"/>
                    </a:cubicBezTo>
                    <a:cubicBezTo>
                      <a:pt x="568" y="9"/>
                      <a:pt x="568" y="9"/>
                      <a:pt x="569" y="9"/>
                    </a:cubicBezTo>
                    <a:cubicBezTo>
                      <a:pt x="574" y="9"/>
                      <a:pt x="578" y="9"/>
                      <a:pt x="582" y="9"/>
                    </a:cubicBezTo>
                    <a:cubicBezTo>
                      <a:pt x="586" y="9"/>
                      <a:pt x="589" y="9"/>
                      <a:pt x="593" y="9"/>
                    </a:cubicBezTo>
                    <a:lnTo>
                      <a:pt x="594" y="9"/>
                    </a:lnTo>
                    <a:lnTo>
                      <a:pt x="593" y="9"/>
                    </a:lnTo>
                    <a:cubicBezTo>
                      <a:pt x="597" y="9"/>
                      <a:pt x="601" y="9"/>
                      <a:pt x="604" y="9"/>
                    </a:cubicBezTo>
                    <a:lnTo>
                      <a:pt x="605" y="9"/>
                    </a:lnTo>
                    <a:cubicBezTo>
                      <a:pt x="604" y="9"/>
                      <a:pt x="604" y="9"/>
                      <a:pt x="604" y="9"/>
                    </a:cubicBezTo>
                    <a:cubicBezTo>
                      <a:pt x="605" y="9"/>
                      <a:pt x="605" y="9"/>
                      <a:pt x="605" y="9"/>
                    </a:cubicBezTo>
                    <a:cubicBezTo>
                      <a:pt x="608" y="9"/>
                      <a:pt x="612" y="9"/>
                      <a:pt x="615" y="9"/>
                    </a:cubicBezTo>
                    <a:lnTo>
                      <a:pt x="616" y="9"/>
                    </a:lnTo>
                    <a:lnTo>
                      <a:pt x="617" y="9"/>
                    </a:lnTo>
                    <a:cubicBezTo>
                      <a:pt x="620" y="8"/>
                      <a:pt x="624" y="8"/>
                      <a:pt x="628" y="8"/>
                    </a:cubicBezTo>
                    <a:cubicBezTo>
                      <a:pt x="631" y="8"/>
                      <a:pt x="635" y="8"/>
                      <a:pt x="638" y="8"/>
                    </a:cubicBezTo>
                    <a:lnTo>
                      <a:pt x="639" y="8"/>
                    </a:lnTo>
                    <a:cubicBezTo>
                      <a:pt x="641" y="8"/>
                      <a:pt x="642" y="7"/>
                      <a:pt x="645" y="7"/>
                    </a:cubicBezTo>
                    <a:cubicBezTo>
                      <a:pt x="646" y="7"/>
                      <a:pt x="646" y="7"/>
                      <a:pt x="647" y="7"/>
                    </a:cubicBezTo>
                    <a:cubicBezTo>
                      <a:pt x="648" y="7"/>
                      <a:pt x="648" y="7"/>
                      <a:pt x="648" y="7"/>
                    </a:cubicBezTo>
                    <a:cubicBezTo>
                      <a:pt x="649" y="7"/>
                      <a:pt x="649" y="7"/>
                      <a:pt x="649" y="7"/>
                    </a:cubicBezTo>
                    <a:cubicBezTo>
                      <a:pt x="650" y="7"/>
                      <a:pt x="650" y="7"/>
                      <a:pt x="650" y="7"/>
                    </a:cubicBezTo>
                    <a:lnTo>
                      <a:pt x="651" y="7"/>
                    </a:lnTo>
                    <a:lnTo>
                      <a:pt x="652" y="7"/>
                    </a:lnTo>
                    <a:cubicBezTo>
                      <a:pt x="653" y="7"/>
                      <a:pt x="655" y="7"/>
                      <a:pt x="656" y="7"/>
                    </a:cubicBezTo>
                    <a:cubicBezTo>
                      <a:pt x="657" y="7"/>
                      <a:pt x="657" y="7"/>
                      <a:pt x="657" y="7"/>
                    </a:cubicBezTo>
                    <a:cubicBezTo>
                      <a:pt x="658" y="7"/>
                      <a:pt x="659" y="7"/>
                      <a:pt x="659" y="7"/>
                    </a:cubicBezTo>
                    <a:lnTo>
                      <a:pt x="660" y="7"/>
                    </a:lnTo>
                    <a:lnTo>
                      <a:pt x="661" y="7"/>
                    </a:lnTo>
                    <a:cubicBezTo>
                      <a:pt x="664" y="7"/>
                      <a:pt x="667" y="7"/>
                      <a:pt x="670" y="7"/>
                    </a:cubicBezTo>
                    <a:cubicBezTo>
                      <a:pt x="674" y="7"/>
                      <a:pt x="677" y="7"/>
                      <a:pt x="681" y="7"/>
                    </a:cubicBezTo>
                    <a:cubicBezTo>
                      <a:pt x="691" y="6"/>
                      <a:pt x="702" y="6"/>
                      <a:pt x="712" y="6"/>
                    </a:cubicBezTo>
                    <a:cubicBezTo>
                      <a:pt x="714" y="6"/>
                      <a:pt x="717" y="6"/>
                      <a:pt x="719" y="6"/>
                    </a:cubicBezTo>
                    <a:cubicBezTo>
                      <a:pt x="721" y="6"/>
                      <a:pt x="723" y="6"/>
                      <a:pt x="724" y="6"/>
                    </a:cubicBezTo>
                    <a:cubicBezTo>
                      <a:pt x="726" y="6"/>
                      <a:pt x="728" y="5"/>
                      <a:pt x="730" y="5"/>
                    </a:cubicBezTo>
                    <a:lnTo>
                      <a:pt x="731" y="5"/>
                    </a:lnTo>
                    <a:cubicBezTo>
                      <a:pt x="730" y="5"/>
                      <a:pt x="730" y="5"/>
                      <a:pt x="730" y="5"/>
                    </a:cubicBezTo>
                    <a:lnTo>
                      <a:pt x="731" y="5"/>
                    </a:lnTo>
                    <a:lnTo>
                      <a:pt x="732" y="5"/>
                    </a:lnTo>
                    <a:cubicBezTo>
                      <a:pt x="734" y="5"/>
                      <a:pt x="736" y="5"/>
                      <a:pt x="738" y="5"/>
                    </a:cubicBezTo>
                    <a:cubicBezTo>
                      <a:pt x="739" y="5"/>
                      <a:pt x="739" y="5"/>
                      <a:pt x="740" y="5"/>
                    </a:cubicBezTo>
                    <a:lnTo>
                      <a:pt x="739" y="5"/>
                    </a:lnTo>
                    <a:cubicBezTo>
                      <a:pt x="740" y="5"/>
                      <a:pt x="740" y="5"/>
                      <a:pt x="740" y="5"/>
                    </a:cubicBezTo>
                    <a:lnTo>
                      <a:pt x="741" y="5"/>
                    </a:lnTo>
                    <a:lnTo>
                      <a:pt x="742" y="5"/>
                    </a:lnTo>
                    <a:lnTo>
                      <a:pt x="743" y="5"/>
                    </a:lnTo>
                    <a:cubicBezTo>
                      <a:pt x="743" y="5"/>
                      <a:pt x="744" y="5"/>
                      <a:pt x="745" y="5"/>
                    </a:cubicBezTo>
                    <a:lnTo>
                      <a:pt x="746" y="5"/>
                    </a:lnTo>
                    <a:lnTo>
                      <a:pt x="747" y="5"/>
                    </a:lnTo>
                    <a:lnTo>
                      <a:pt x="748" y="5"/>
                    </a:lnTo>
                    <a:lnTo>
                      <a:pt x="749" y="4"/>
                    </a:lnTo>
                    <a:lnTo>
                      <a:pt x="748" y="4"/>
                    </a:lnTo>
                    <a:cubicBezTo>
                      <a:pt x="749" y="4"/>
                      <a:pt x="749" y="4"/>
                      <a:pt x="749" y="4"/>
                    </a:cubicBezTo>
                    <a:cubicBezTo>
                      <a:pt x="751" y="4"/>
                      <a:pt x="751" y="4"/>
                      <a:pt x="752" y="4"/>
                    </a:cubicBezTo>
                    <a:lnTo>
                      <a:pt x="753" y="4"/>
                    </a:lnTo>
                    <a:cubicBezTo>
                      <a:pt x="754" y="4"/>
                      <a:pt x="754" y="4"/>
                      <a:pt x="754" y="4"/>
                    </a:cubicBezTo>
                    <a:cubicBezTo>
                      <a:pt x="757" y="4"/>
                      <a:pt x="761" y="4"/>
                      <a:pt x="763" y="4"/>
                    </a:cubicBezTo>
                    <a:cubicBezTo>
                      <a:pt x="767" y="4"/>
                      <a:pt x="770" y="4"/>
                      <a:pt x="774" y="4"/>
                    </a:cubicBezTo>
                    <a:lnTo>
                      <a:pt x="773" y="4"/>
                    </a:lnTo>
                    <a:cubicBezTo>
                      <a:pt x="777" y="4"/>
                      <a:pt x="781" y="4"/>
                      <a:pt x="785" y="4"/>
                    </a:cubicBezTo>
                    <a:cubicBezTo>
                      <a:pt x="784" y="4"/>
                      <a:pt x="784" y="4"/>
                      <a:pt x="784" y="4"/>
                    </a:cubicBezTo>
                    <a:cubicBezTo>
                      <a:pt x="787" y="4"/>
                      <a:pt x="791" y="4"/>
                      <a:pt x="795" y="4"/>
                    </a:cubicBezTo>
                    <a:cubicBezTo>
                      <a:pt x="796" y="4"/>
                      <a:pt x="796" y="4"/>
                      <a:pt x="796" y="3"/>
                    </a:cubicBezTo>
                    <a:cubicBezTo>
                      <a:pt x="803" y="3"/>
                      <a:pt x="810" y="3"/>
                      <a:pt x="816" y="3"/>
                    </a:cubicBezTo>
                    <a:lnTo>
                      <a:pt x="815" y="3"/>
                    </a:lnTo>
                    <a:cubicBezTo>
                      <a:pt x="818" y="3"/>
                      <a:pt x="821" y="3"/>
                      <a:pt x="824" y="3"/>
                    </a:cubicBezTo>
                    <a:lnTo>
                      <a:pt x="825" y="3"/>
                    </a:lnTo>
                    <a:lnTo>
                      <a:pt x="826" y="3"/>
                    </a:lnTo>
                    <a:cubicBezTo>
                      <a:pt x="828" y="3"/>
                      <a:pt x="830" y="3"/>
                      <a:pt x="833" y="3"/>
                    </a:cubicBezTo>
                    <a:cubicBezTo>
                      <a:pt x="834" y="3"/>
                      <a:pt x="834" y="3"/>
                      <a:pt x="835" y="3"/>
                    </a:cubicBezTo>
                    <a:cubicBezTo>
                      <a:pt x="834" y="3"/>
                      <a:pt x="834" y="3"/>
                      <a:pt x="834" y="3"/>
                    </a:cubicBezTo>
                    <a:lnTo>
                      <a:pt x="835" y="3"/>
                    </a:lnTo>
                    <a:cubicBezTo>
                      <a:pt x="837" y="3"/>
                      <a:pt x="839" y="3"/>
                      <a:pt x="840" y="3"/>
                    </a:cubicBezTo>
                    <a:lnTo>
                      <a:pt x="839" y="3"/>
                    </a:lnTo>
                    <a:cubicBezTo>
                      <a:pt x="840" y="3"/>
                      <a:pt x="840" y="3"/>
                      <a:pt x="841" y="3"/>
                    </a:cubicBezTo>
                    <a:cubicBezTo>
                      <a:pt x="844" y="2"/>
                      <a:pt x="846" y="2"/>
                      <a:pt x="849" y="2"/>
                    </a:cubicBezTo>
                    <a:lnTo>
                      <a:pt x="850" y="2"/>
                    </a:lnTo>
                    <a:cubicBezTo>
                      <a:pt x="852" y="2"/>
                      <a:pt x="854" y="2"/>
                      <a:pt x="856" y="2"/>
                    </a:cubicBezTo>
                    <a:cubicBezTo>
                      <a:pt x="858" y="2"/>
                      <a:pt x="861" y="2"/>
                      <a:pt x="863" y="2"/>
                    </a:cubicBezTo>
                    <a:cubicBezTo>
                      <a:pt x="864" y="2"/>
                      <a:pt x="864" y="2"/>
                      <a:pt x="864" y="2"/>
                    </a:cubicBezTo>
                    <a:cubicBezTo>
                      <a:pt x="883" y="1"/>
                      <a:pt x="902" y="0"/>
                      <a:pt x="920" y="0"/>
                    </a:cubicBezTo>
                    <a:cubicBezTo>
                      <a:pt x="925" y="0"/>
                      <a:pt x="931" y="3"/>
                      <a:pt x="931" y="9"/>
                    </a:cubicBezTo>
                    <a:cubicBezTo>
                      <a:pt x="931" y="15"/>
                      <a:pt x="927" y="20"/>
                      <a:pt x="921" y="20"/>
                    </a:cubicBezTo>
                    <a:cubicBezTo>
                      <a:pt x="882" y="20"/>
                      <a:pt x="844" y="21"/>
                      <a:pt x="805" y="22"/>
                    </a:cubicBezTo>
                    <a:cubicBezTo>
                      <a:pt x="803" y="22"/>
                      <a:pt x="801" y="22"/>
                      <a:pt x="798" y="22"/>
                    </a:cubicBezTo>
                    <a:lnTo>
                      <a:pt x="797" y="22"/>
                    </a:lnTo>
                    <a:cubicBezTo>
                      <a:pt x="798" y="22"/>
                      <a:pt x="798" y="22"/>
                      <a:pt x="798" y="22"/>
                    </a:cubicBezTo>
                    <a:cubicBezTo>
                      <a:pt x="797" y="22"/>
                      <a:pt x="797" y="22"/>
                      <a:pt x="797" y="22"/>
                    </a:cubicBezTo>
                    <a:cubicBezTo>
                      <a:pt x="793" y="22"/>
                      <a:pt x="789" y="22"/>
                      <a:pt x="785" y="23"/>
                    </a:cubicBezTo>
                    <a:cubicBezTo>
                      <a:pt x="782" y="23"/>
                      <a:pt x="778" y="23"/>
                      <a:pt x="775" y="23"/>
                    </a:cubicBezTo>
                    <a:lnTo>
                      <a:pt x="774" y="23"/>
                    </a:lnTo>
                    <a:lnTo>
                      <a:pt x="773" y="23"/>
                    </a:lnTo>
                    <a:cubicBezTo>
                      <a:pt x="765" y="23"/>
                      <a:pt x="755" y="23"/>
                      <a:pt x="747" y="23"/>
                    </a:cubicBezTo>
                    <a:cubicBezTo>
                      <a:pt x="745" y="23"/>
                      <a:pt x="743" y="23"/>
                      <a:pt x="741" y="23"/>
                    </a:cubicBezTo>
                    <a:lnTo>
                      <a:pt x="740" y="23"/>
                    </a:lnTo>
                    <a:cubicBezTo>
                      <a:pt x="735" y="24"/>
                      <a:pt x="731" y="24"/>
                      <a:pt x="726" y="24"/>
                    </a:cubicBezTo>
                    <a:lnTo>
                      <a:pt x="725" y="24"/>
                    </a:lnTo>
                    <a:cubicBezTo>
                      <a:pt x="723" y="24"/>
                      <a:pt x="721" y="24"/>
                      <a:pt x="719" y="24"/>
                    </a:cubicBezTo>
                    <a:cubicBezTo>
                      <a:pt x="710" y="24"/>
                      <a:pt x="701" y="24"/>
                      <a:pt x="692" y="24"/>
                    </a:cubicBezTo>
                    <a:cubicBezTo>
                      <a:pt x="693" y="24"/>
                      <a:pt x="693" y="24"/>
                      <a:pt x="693" y="24"/>
                    </a:cubicBezTo>
                    <a:cubicBezTo>
                      <a:pt x="689" y="24"/>
                      <a:pt x="686" y="24"/>
                      <a:pt x="682" y="25"/>
                    </a:cubicBezTo>
                    <a:cubicBezTo>
                      <a:pt x="678" y="25"/>
                      <a:pt x="674" y="25"/>
                      <a:pt x="671" y="25"/>
                    </a:cubicBezTo>
                    <a:lnTo>
                      <a:pt x="672" y="25"/>
                    </a:lnTo>
                    <a:cubicBezTo>
                      <a:pt x="669" y="25"/>
                      <a:pt x="664" y="25"/>
                      <a:pt x="661" y="25"/>
                    </a:cubicBezTo>
                    <a:lnTo>
                      <a:pt x="660" y="25"/>
                    </a:lnTo>
                    <a:cubicBezTo>
                      <a:pt x="653" y="25"/>
                      <a:pt x="646" y="25"/>
                      <a:pt x="639" y="25"/>
                    </a:cubicBezTo>
                    <a:lnTo>
                      <a:pt x="638" y="25"/>
                    </a:lnTo>
                    <a:lnTo>
                      <a:pt x="639" y="25"/>
                    </a:lnTo>
                    <a:cubicBezTo>
                      <a:pt x="635" y="25"/>
                      <a:pt x="632" y="26"/>
                      <a:pt x="628" y="26"/>
                    </a:cubicBezTo>
                    <a:lnTo>
                      <a:pt x="629" y="26"/>
                    </a:lnTo>
                    <a:cubicBezTo>
                      <a:pt x="628" y="26"/>
                      <a:pt x="627" y="26"/>
                      <a:pt x="625" y="26"/>
                    </a:cubicBezTo>
                    <a:cubicBezTo>
                      <a:pt x="626" y="26"/>
                      <a:pt x="626" y="26"/>
                      <a:pt x="627" y="26"/>
                    </a:cubicBezTo>
                    <a:cubicBezTo>
                      <a:pt x="626" y="26"/>
                      <a:pt x="625" y="26"/>
                      <a:pt x="624" y="26"/>
                    </a:cubicBezTo>
                    <a:lnTo>
                      <a:pt x="622" y="26"/>
                    </a:lnTo>
                    <a:lnTo>
                      <a:pt x="621" y="26"/>
                    </a:lnTo>
                    <a:lnTo>
                      <a:pt x="620" y="26"/>
                    </a:lnTo>
                    <a:cubicBezTo>
                      <a:pt x="619" y="26"/>
                      <a:pt x="618" y="26"/>
                      <a:pt x="618" y="26"/>
                    </a:cubicBezTo>
                    <a:lnTo>
                      <a:pt x="617" y="26"/>
                    </a:lnTo>
                    <a:lnTo>
                      <a:pt x="616" y="26"/>
                    </a:lnTo>
                    <a:cubicBezTo>
                      <a:pt x="615" y="26"/>
                      <a:pt x="615" y="26"/>
                      <a:pt x="614" y="26"/>
                    </a:cubicBezTo>
                    <a:lnTo>
                      <a:pt x="613" y="26"/>
                    </a:lnTo>
                    <a:lnTo>
                      <a:pt x="612" y="26"/>
                    </a:lnTo>
                    <a:lnTo>
                      <a:pt x="611" y="26"/>
                    </a:lnTo>
                    <a:cubicBezTo>
                      <a:pt x="610" y="26"/>
                      <a:pt x="610" y="27"/>
                      <a:pt x="609" y="27"/>
                    </a:cubicBezTo>
                    <a:cubicBezTo>
                      <a:pt x="610" y="27"/>
                      <a:pt x="610" y="26"/>
                      <a:pt x="610" y="26"/>
                    </a:cubicBezTo>
                    <a:cubicBezTo>
                      <a:pt x="610" y="27"/>
                      <a:pt x="609" y="27"/>
                      <a:pt x="608" y="27"/>
                    </a:cubicBezTo>
                    <a:lnTo>
                      <a:pt x="607" y="27"/>
                    </a:lnTo>
                    <a:lnTo>
                      <a:pt x="608" y="27"/>
                    </a:lnTo>
                    <a:cubicBezTo>
                      <a:pt x="607" y="27"/>
                      <a:pt x="607" y="27"/>
                      <a:pt x="606" y="27"/>
                    </a:cubicBezTo>
                    <a:lnTo>
                      <a:pt x="605" y="27"/>
                    </a:lnTo>
                    <a:lnTo>
                      <a:pt x="604" y="27"/>
                    </a:lnTo>
                    <a:cubicBezTo>
                      <a:pt x="603" y="27"/>
                      <a:pt x="602" y="27"/>
                      <a:pt x="601" y="27"/>
                    </a:cubicBezTo>
                    <a:lnTo>
                      <a:pt x="602" y="27"/>
                    </a:lnTo>
                    <a:cubicBezTo>
                      <a:pt x="600" y="27"/>
                      <a:pt x="598" y="27"/>
                      <a:pt x="596" y="27"/>
                    </a:cubicBezTo>
                    <a:cubicBezTo>
                      <a:pt x="595" y="27"/>
                      <a:pt x="594" y="27"/>
                      <a:pt x="593" y="27"/>
                    </a:cubicBezTo>
                    <a:cubicBezTo>
                      <a:pt x="593" y="27"/>
                      <a:pt x="594" y="27"/>
                      <a:pt x="595" y="27"/>
                    </a:cubicBezTo>
                    <a:cubicBezTo>
                      <a:pt x="590" y="27"/>
                      <a:pt x="587" y="27"/>
                      <a:pt x="583" y="27"/>
                    </a:cubicBezTo>
                    <a:lnTo>
                      <a:pt x="582" y="27"/>
                    </a:lnTo>
                    <a:cubicBezTo>
                      <a:pt x="582" y="27"/>
                      <a:pt x="581" y="27"/>
                      <a:pt x="579" y="27"/>
                    </a:cubicBezTo>
                    <a:lnTo>
                      <a:pt x="578" y="27"/>
                    </a:lnTo>
                    <a:lnTo>
                      <a:pt x="579" y="27"/>
                    </a:lnTo>
                    <a:cubicBezTo>
                      <a:pt x="576" y="27"/>
                      <a:pt x="574" y="27"/>
                      <a:pt x="572" y="27"/>
                    </a:cubicBezTo>
                    <a:lnTo>
                      <a:pt x="571" y="27"/>
                    </a:lnTo>
                    <a:lnTo>
                      <a:pt x="570" y="27"/>
                    </a:lnTo>
                    <a:cubicBezTo>
                      <a:pt x="569" y="27"/>
                      <a:pt x="569" y="27"/>
                      <a:pt x="569" y="27"/>
                    </a:cubicBezTo>
                    <a:cubicBezTo>
                      <a:pt x="560" y="28"/>
                      <a:pt x="551" y="28"/>
                      <a:pt x="542" y="28"/>
                    </a:cubicBezTo>
                    <a:cubicBezTo>
                      <a:pt x="537" y="28"/>
                      <a:pt x="533" y="28"/>
                      <a:pt x="528" y="28"/>
                    </a:cubicBezTo>
                    <a:cubicBezTo>
                      <a:pt x="529" y="28"/>
                      <a:pt x="529" y="28"/>
                      <a:pt x="529" y="28"/>
                    </a:cubicBezTo>
                    <a:lnTo>
                      <a:pt x="528" y="28"/>
                    </a:lnTo>
                    <a:cubicBezTo>
                      <a:pt x="523" y="28"/>
                      <a:pt x="519" y="28"/>
                      <a:pt x="515" y="28"/>
                    </a:cubicBezTo>
                    <a:cubicBezTo>
                      <a:pt x="510" y="29"/>
                      <a:pt x="505" y="29"/>
                      <a:pt x="501" y="29"/>
                    </a:cubicBezTo>
                    <a:lnTo>
                      <a:pt x="500" y="29"/>
                    </a:lnTo>
                    <a:cubicBezTo>
                      <a:pt x="471" y="30"/>
                      <a:pt x="442" y="30"/>
                      <a:pt x="412" y="31"/>
                    </a:cubicBezTo>
                    <a:lnTo>
                      <a:pt x="413" y="31"/>
                    </a:lnTo>
                    <a:cubicBezTo>
                      <a:pt x="408" y="31"/>
                      <a:pt x="403" y="31"/>
                      <a:pt x="398" y="31"/>
                    </a:cubicBezTo>
                    <a:lnTo>
                      <a:pt x="397" y="31"/>
                    </a:lnTo>
                    <a:cubicBezTo>
                      <a:pt x="392" y="31"/>
                      <a:pt x="388" y="32"/>
                      <a:pt x="382" y="32"/>
                    </a:cubicBezTo>
                    <a:lnTo>
                      <a:pt x="383" y="32"/>
                    </a:lnTo>
                    <a:cubicBezTo>
                      <a:pt x="382" y="32"/>
                      <a:pt x="382" y="32"/>
                      <a:pt x="382" y="32"/>
                    </a:cubicBezTo>
                    <a:lnTo>
                      <a:pt x="381" y="32"/>
                    </a:lnTo>
                    <a:cubicBezTo>
                      <a:pt x="380" y="32"/>
                      <a:pt x="378" y="32"/>
                      <a:pt x="375" y="32"/>
                    </a:cubicBezTo>
                    <a:lnTo>
                      <a:pt x="374" y="32"/>
                    </a:lnTo>
                    <a:cubicBezTo>
                      <a:pt x="372" y="32"/>
                      <a:pt x="370" y="32"/>
                      <a:pt x="367" y="32"/>
                    </a:cubicBezTo>
                    <a:cubicBezTo>
                      <a:pt x="362" y="32"/>
                      <a:pt x="357" y="32"/>
                      <a:pt x="352" y="32"/>
                    </a:cubicBezTo>
                    <a:lnTo>
                      <a:pt x="351" y="32"/>
                    </a:lnTo>
                    <a:lnTo>
                      <a:pt x="350" y="32"/>
                    </a:lnTo>
                    <a:cubicBezTo>
                      <a:pt x="351" y="32"/>
                      <a:pt x="351" y="32"/>
                      <a:pt x="351" y="32"/>
                    </a:cubicBezTo>
                    <a:cubicBezTo>
                      <a:pt x="346" y="32"/>
                      <a:pt x="342" y="32"/>
                      <a:pt x="338" y="33"/>
                    </a:cubicBezTo>
                    <a:cubicBezTo>
                      <a:pt x="337" y="33"/>
                      <a:pt x="337" y="33"/>
                      <a:pt x="336" y="33"/>
                    </a:cubicBezTo>
                    <a:cubicBezTo>
                      <a:pt x="337" y="33"/>
                      <a:pt x="337" y="33"/>
                      <a:pt x="337" y="33"/>
                    </a:cubicBezTo>
                    <a:cubicBezTo>
                      <a:pt x="333" y="33"/>
                      <a:pt x="329" y="33"/>
                      <a:pt x="325" y="33"/>
                    </a:cubicBezTo>
                    <a:cubicBezTo>
                      <a:pt x="321" y="33"/>
                      <a:pt x="317" y="33"/>
                      <a:pt x="313" y="34"/>
                    </a:cubicBezTo>
                    <a:cubicBezTo>
                      <a:pt x="308" y="34"/>
                      <a:pt x="303" y="34"/>
                      <a:pt x="299" y="34"/>
                    </a:cubicBezTo>
                    <a:cubicBezTo>
                      <a:pt x="298" y="34"/>
                      <a:pt x="298" y="34"/>
                      <a:pt x="298" y="34"/>
                    </a:cubicBezTo>
                    <a:cubicBezTo>
                      <a:pt x="293" y="34"/>
                      <a:pt x="288" y="34"/>
                      <a:pt x="283" y="34"/>
                    </a:cubicBezTo>
                    <a:cubicBezTo>
                      <a:pt x="282" y="34"/>
                      <a:pt x="282" y="34"/>
                      <a:pt x="282" y="34"/>
                    </a:cubicBezTo>
                    <a:cubicBezTo>
                      <a:pt x="276" y="34"/>
                      <a:pt x="271" y="34"/>
                      <a:pt x="265" y="34"/>
                    </a:cubicBezTo>
                    <a:lnTo>
                      <a:pt x="266" y="34"/>
                    </a:lnTo>
                    <a:cubicBezTo>
                      <a:pt x="265" y="34"/>
                      <a:pt x="265" y="34"/>
                      <a:pt x="265" y="34"/>
                    </a:cubicBezTo>
                    <a:cubicBezTo>
                      <a:pt x="260" y="35"/>
                      <a:pt x="255" y="35"/>
                      <a:pt x="250" y="35"/>
                    </a:cubicBezTo>
                    <a:cubicBezTo>
                      <a:pt x="249" y="35"/>
                      <a:pt x="249" y="35"/>
                      <a:pt x="248" y="35"/>
                    </a:cubicBezTo>
                    <a:cubicBezTo>
                      <a:pt x="249" y="35"/>
                      <a:pt x="249" y="35"/>
                      <a:pt x="249" y="35"/>
                    </a:cubicBezTo>
                    <a:cubicBezTo>
                      <a:pt x="250" y="35"/>
                      <a:pt x="250" y="35"/>
                      <a:pt x="250" y="35"/>
                    </a:cubicBezTo>
                    <a:cubicBezTo>
                      <a:pt x="249" y="35"/>
                      <a:pt x="249" y="35"/>
                      <a:pt x="248" y="35"/>
                    </a:cubicBezTo>
                    <a:cubicBezTo>
                      <a:pt x="243" y="35"/>
                      <a:pt x="239" y="35"/>
                      <a:pt x="233" y="35"/>
                    </a:cubicBezTo>
                    <a:lnTo>
                      <a:pt x="232" y="35"/>
                    </a:lnTo>
                    <a:cubicBezTo>
                      <a:pt x="233" y="35"/>
                      <a:pt x="233" y="35"/>
                      <a:pt x="233" y="35"/>
                    </a:cubicBezTo>
                    <a:cubicBezTo>
                      <a:pt x="228" y="35"/>
                      <a:pt x="223" y="35"/>
                      <a:pt x="218" y="35"/>
                    </a:cubicBezTo>
                    <a:lnTo>
                      <a:pt x="217" y="35"/>
                    </a:lnTo>
                    <a:lnTo>
                      <a:pt x="218" y="35"/>
                    </a:lnTo>
                    <a:lnTo>
                      <a:pt x="217" y="35"/>
                    </a:lnTo>
                    <a:lnTo>
                      <a:pt x="216" y="35"/>
                    </a:lnTo>
                    <a:cubicBezTo>
                      <a:pt x="217" y="35"/>
                      <a:pt x="217" y="35"/>
                      <a:pt x="217" y="35"/>
                    </a:cubicBezTo>
                    <a:cubicBezTo>
                      <a:pt x="216" y="35"/>
                      <a:pt x="216" y="35"/>
                      <a:pt x="216" y="35"/>
                    </a:cubicBezTo>
                    <a:lnTo>
                      <a:pt x="215" y="35"/>
                    </a:lnTo>
                    <a:cubicBezTo>
                      <a:pt x="215" y="35"/>
                      <a:pt x="215" y="36"/>
                      <a:pt x="214" y="36"/>
                    </a:cubicBezTo>
                    <a:lnTo>
                      <a:pt x="215" y="36"/>
                    </a:lnTo>
                    <a:cubicBezTo>
                      <a:pt x="213" y="36"/>
                      <a:pt x="212" y="36"/>
                      <a:pt x="211" y="36"/>
                    </a:cubicBezTo>
                    <a:lnTo>
                      <a:pt x="210" y="36"/>
                    </a:lnTo>
                    <a:cubicBezTo>
                      <a:pt x="209" y="36"/>
                      <a:pt x="209" y="36"/>
                      <a:pt x="208" y="36"/>
                    </a:cubicBezTo>
                    <a:cubicBezTo>
                      <a:pt x="206" y="36"/>
                      <a:pt x="206" y="36"/>
                      <a:pt x="205" y="36"/>
                    </a:cubicBezTo>
                    <a:lnTo>
                      <a:pt x="206" y="36"/>
                    </a:lnTo>
                    <a:cubicBezTo>
                      <a:pt x="206" y="36"/>
                      <a:pt x="205" y="36"/>
                      <a:pt x="204" y="36"/>
                    </a:cubicBezTo>
                    <a:lnTo>
                      <a:pt x="203" y="36"/>
                    </a:lnTo>
                    <a:cubicBezTo>
                      <a:pt x="204" y="36"/>
                      <a:pt x="204" y="36"/>
                      <a:pt x="204" y="36"/>
                    </a:cubicBezTo>
                    <a:cubicBezTo>
                      <a:pt x="202" y="36"/>
                      <a:pt x="200" y="36"/>
                      <a:pt x="198" y="36"/>
                    </a:cubicBezTo>
                    <a:lnTo>
                      <a:pt x="197" y="36"/>
                    </a:lnTo>
                    <a:cubicBezTo>
                      <a:pt x="195" y="36"/>
                      <a:pt x="194" y="36"/>
                      <a:pt x="192" y="37"/>
                    </a:cubicBezTo>
                    <a:lnTo>
                      <a:pt x="191" y="37"/>
                    </a:lnTo>
                    <a:cubicBezTo>
                      <a:pt x="187" y="37"/>
                      <a:pt x="182" y="37"/>
                      <a:pt x="177" y="37"/>
                    </a:cubicBezTo>
                    <a:lnTo>
                      <a:pt x="176" y="37"/>
                    </a:lnTo>
                    <a:lnTo>
                      <a:pt x="177" y="37"/>
                    </a:lnTo>
                    <a:cubicBezTo>
                      <a:pt x="176" y="37"/>
                      <a:pt x="176" y="37"/>
                      <a:pt x="176" y="37"/>
                    </a:cubicBezTo>
                    <a:cubicBezTo>
                      <a:pt x="172" y="37"/>
                      <a:pt x="167" y="37"/>
                      <a:pt x="163" y="37"/>
                    </a:cubicBezTo>
                    <a:lnTo>
                      <a:pt x="162" y="37"/>
                    </a:lnTo>
                    <a:lnTo>
                      <a:pt x="163" y="37"/>
                    </a:lnTo>
                    <a:lnTo>
                      <a:pt x="162" y="37"/>
                    </a:lnTo>
                    <a:cubicBezTo>
                      <a:pt x="158" y="37"/>
                      <a:pt x="153" y="37"/>
                      <a:pt x="149" y="38"/>
                    </a:cubicBezTo>
                    <a:lnTo>
                      <a:pt x="148" y="38"/>
                    </a:lnTo>
                    <a:lnTo>
                      <a:pt x="147" y="38"/>
                    </a:lnTo>
                    <a:lnTo>
                      <a:pt x="148" y="38"/>
                    </a:lnTo>
                    <a:cubicBezTo>
                      <a:pt x="142" y="38"/>
                      <a:pt x="137" y="38"/>
                      <a:pt x="132" y="38"/>
                    </a:cubicBezTo>
                    <a:cubicBezTo>
                      <a:pt x="131" y="38"/>
                      <a:pt x="131" y="38"/>
                      <a:pt x="131" y="38"/>
                    </a:cubicBezTo>
                    <a:cubicBezTo>
                      <a:pt x="128" y="38"/>
                      <a:pt x="125" y="38"/>
                      <a:pt x="123" y="38"/>
                    </a:cubicBezTo>
                    <a:lnTo>
                      <a:pt x="124" y="38"/>
                    </a:lnTo>
                    <a:cubicBezTo>
                      <a:pt x="120" y="38"/>
                      <a:pt x="117" y="38"/>
                      <a:pt x="114" y="38"/>
                    </a:cubicBezTo>
                    <a:cubicBezTo>
                      <a:pt x="113" y="38"/>
                      <a:pt x="113" y="38"/>
                      <a:pt x="112" y="38"/>
                    </a:cubicBezTo>
                    <a:lnTo>
                      <a:pt x="113" y="38"/>
                    </a:lnTo>
                    <a:cubicBezTo>
                      <a:pt x="113" y="38"/>
                      <a:pt x="112" y="38"/>
                      <a:pt x="111" y="38"/>
                    </a:cubicBezTo>
                    <a:cubicBezTo>
                      <a:pt x="110" y="38"/>
                      <a:pt x="110" y="38"/>
                      <a:pt x="110" y="39"/>
                    </a:cubicBezTo>
                    <a:cubicBezTo>
                      <a:pt x="110" y="38"/>
                      <a:pt x="110" y="38"/>
                      <a:pt x="110" y="38"/>
                    </a:cubicBezTo>
                    <a:cubicBezTo>
                      <a:pt x="109" y="39"/>
                      <a:pt x="108" y="39"/>
                      <a:pt x="107" y="39"/>
                    </a:cubicBezTo>
                    <a:cubicBezTo>
                      <a:pt x="106" y="39"/>
                      <a:pt x="105" y="39"/>
                      <a:pt x="103" y="39"/>
                    </a:cubicBezTo>
                    <a:cubicBezTo>
                      <a:pt x="101" y="39"/>
                      <a:pt x="99" y="39"/>
                      <a:pt x="97" y="39"/>
                    </a:cubicBezTo>
                    <a:lnTo>
                      <a:pt x="98" y="39"/>
                    </a:lnTo>
                    <a:cubicBezTo>
                      <a:pt x="97" y="39"/>
                      <a:pt x="96" y="39"/>
                      <a:pt x="95" y="39"/>
                    </a:cubicBezTo>
                    <a:lnTo>
                      <a:pt x="94" y="39"/>
                    </a:lnTo>
                    <a:cubicBezTo>
                      <a:pt x="93" y="39"/>
                      <a:pt x="93" y="39"/>
                      <a:pt x="92" y="39"/>
                    </a:cubicBezTo>
                    <a:cubicBezTo>
                      <a:pt x="90" y="39"/>
                      <a:pt x="88" y="39"/>
                      <a:pt x="86" y="39"/>
                    </a:cubicBezTo>
                    <a:lnTo>
                      <a:pt x="85" y="39"/>
                    </a:lnTo>
                    <a:cubicBezTo>
                      <a:pt x="86" y="39"/>
                      <a:pt x="86" y="39"/>
                      <a:pt x="86" y="39"/>
                    </a:cubicBezTo>
                    <a:cubicBezTo>
                      <a:pt x="85" y="39"/>
                      <a:pt x="85" y="39"/>
                      <a:pt x="84" y="39"/>
                    </a:cubicBezTo>
                    <a:lnTo>
                      <a:pt x="85" y="39"/>
                    </a:lnTo>
                    <a:lnTo>
                      <a:pt x="84" y="39"/>
                    </a:lnTo>
                    <a:lnTo>
                      <a:pt x="83" y="39"/>
                    </a:lnTo>
                    <a:cubicBezTo>
                      <a:pt x="82" y="39"/>
                      <a:pt x="82" y="39"/>
                      <a:pt x="82" y="39"/>
                    </a:cubicBezTo>
                    <a:cubicBezTo>
                      <a:pt x="79" y="39"/>
                      <a:pt x="76" y="39"/>
                      <a:pt x="73" y="39"/>
                    </a:cubicBezTo>
                    <a:cubicBezTo>
                      <a:pt x="72" y="39"/>
                      <a:pt x="72" y="39"/>
                      <a:pt x="72" y="39"/>
                    </a:cubicBezTo>
                    <a:lnTo>
                      <a:pt x="71" y="39"/>
                    </a:lnTo>
                    <a:cubicBezTo>
                      <a:pt x="72" y="39"/>
                      <a:pt x="72" y="39"/>
                      <a:pt x="72" y="39"/>
                    </a:cubicBezTo>
                    <a:cubicBezTo>
                      <a:pt x="69" y="39"/>
                      <a:pt x="66" y="40"/>
                      <a:pt x="64" y="40"/>
                    </a:cubicBezTo>
                    <a:cubicBezTo>
                      <a:pt x="61" y="40"/>
                      <a:pt x="59" y="40"/>
                      <a:pt x="57" y="40"/>
                    </a:cubicBezTo>
                    <a:cubicBezTo>
                      <a:pt x="42" y="41"/>
                      <a:pt x="27" y="41"/>
                      <a:pt x="12" y="42"/>
                    </a:cubicBezTo>
                    <a:cubicBezTo>
                      <a:pt x="11" y="42"/>
                      <a:pt x="10" y="42"/>
                      <a:pt x="9" y="42"/>
                    </a:cubicBezTo>
                    <a:cubicBezTo>
                      <a:pt x="4" y="42"/>
                      <a:pt x="0" y="37"/>
                      <a:pt x="0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8" name="Google Shape;1528;p17"/>
              <p:cNvSpPr/>
              <p:nvPr/>
            </p:nvSpPr>
            <p:spPr>
              <a:xfrm>
                <a:off x="3286440" y="4197240"/>
                <a:ext cx="62280" cy="173880"/>
              </a:xfrm>
              <a:custGeom>
                <a:avLst/>
                <a:gdLst/>
                <a:ahLst/>
                <a:cxnLst/>
                <a:rect l="l" t="t" r="r" b="b"/>
                <a:pathLst>
                  <a:path w="173" h="483" extrusionOk="0">
                    <a:moveTo>
                      <a:pt x="151" y="474"/>
                    </a:moveTo>
                    <a:cubicBezTo>
                      <a:pt x="151" y="473"/>
                      <a:pt x="151" y="472"/>
                      <a:pt x="150" y="470"/>
                    </a:cubicBezTo>
                    <a:cubicBezTo>
                      <a:pt x="151" y="471"/>
                      <a:pt x="151" y="472"/>
                      <a:pt x="151" y="472"/>
                    </a:cubicBezTo>
                    <a:cubicBezTo>
                      <a:pt x="148" y="463"/>
                      <a:pt x="145" y="455"/>
                      <a:pt x="142" y="447"/>
                    </a:cubicBezTo>
                    <a:cubicBezTo>
                      <a:pt x="138" y="438"/>
                      <a:pt x="136" y="429"/>
                      <a:pt x="133" y="420"/>
                    </a:cubicBezTo>
                    <a:cubicBezTo>
                      <a:pt x="126" y="402"/>
                      <a:pt x="122" y="383"/>
                      <a:pt x="116" y="364"/>
                    </a:cubicBezTo>
                    <a:cubicBezTo>
                      <a:pt x="113" y="355"/>
                      <a:pt x="109" y="346"/>
                      <a:pt x="106" y="336"/>
                    </a:cubicBezTo>
                    <a:cubicBezTo>
                      <a:pt x="103" y="328"/>
                      <a:pt x="101" y="318"/>
                      <a:pt x="98" y="310"/>
                    </a:cubicBezTo>
                    <a:cubicBezTo>
                      <a:pt x="91" y="291"/>
                      <a:pt x="84" y="272"/>
                      <a:pt x="78" y="253"/>
                    </a:cubicBezTo>
                    <a:cubicBezTo>
                      <a:pt x="71" y="234"/>
                      <a:pt x="65" y="215"/>
                      <a:pt x="59" y="196"/>
                    </a:cubicBezTo>
                    <a:cubicBezTo>
                      <a:pt x="53" y="176"/>
                      <a:pt x="46" y="156"/>
                      <a:pt x="41" y="137"/>
                    </a:cubicBezTo>
                    <a:cubicBezTo>
                      <a:pt x="38" y="124"/>
                      <a:pt x="34" y="111"/>
                      <a:pt x="31" y="98"/>
                    </a:cubicBezTo>
                    <a:cubicBezTo>
                      <a:pt x="27" y="84"/>
                      <a:pt x="22" y="70"/>
                      <a:pt x="17" y="56"/>
                    </a:cubicBezTo>
                    <a:cubicBezTo>
                      <a:pt x="13" y="43"/>
                      <a:pt x="8" y="30"/>
                      <a:pt x="3" y="18"/>
                    </a:cubicBezTo>
                    <a:cubicBezTo>
                      <a:pt x="1" y="15"/>
                      <a:pt x="1" y="14"/>
                      <a:pt x="0" y="11"/>
                    </a:cubicBezTo>
                    <a:cubicBezTo>
                      <a:pt x="0" y="8"/>
                      <a:pt x="1" y="5"/>
                      <a:pt x="4" y="3"/>
                    </a:cubicBezTo>
                    <a:cubicBezTo>
                      <a:pt x="7" y="1"/>
                      <a:pt x="12" y="0"/>
                      <a:pt x="15" y="3"/>
                    </a:cubicBezTo>
                    <a:cubicBezTo>
                      <a:pt x="16" y="3"/>
                      <a:pt x="17" y="4"/>
                      <a:pt x="17" y="4"/>
                    </a:cubicBezTo>
                    <a:cubicBezTo>
                      <a:pt x="18" y="4"/>
                      <a:pt x="18" y="5"/>
                      <a:pt x="19" y="6"/>
                    </a:cubicBezTo>
                    <a:cubicBezTo>
                      <a:pt x="23" y="8"/>
                      <a:pt x="24" y="13"/>
                      <a:pt x="22" y="17"/>
                    </a:cubicBezTo>
                    <a:cubicBezTo>
                      <a:pt x="23" y="20"/>
                      <a:pt x="24" y="21"/>
                      <a:pt x="25" y="24"/>
                    </a:cubicBezTo>
                    <a:cubicBezTo>
                      <a:pt x="27" y="28"/>
                      <a:pt x="28" y="32"/>
                      <a:pt x="29" y="35"/>
                    </a:cubicBezTo>
                    <a:cubicBezTo>
                      <a:pt x="33" y="45"/>
                      <a:pt x="36" y="54"/>
                      <a:pt x="39" y="64"/>
                    </a:cubicBezTo>
                    <a:cubicBezTo>
                      <a:pt x="42" y="74"/>
                      <a:pt x="45" y="84"/>
                      <a:pt x="48" y="94"/>
                    </a:cubicBezTo>
                    <a:cubicBezTo>
                      <a:pt x="50" y="104"/>
                      <a:pt x="53" y="114"/>
                      <a:pt x="56" y="124"/>
                    </a:cubicBezTo>
                    <a:cubicBezTo>
                      <a:pt x="58" y="133"/>
                      <a:pt x="60" y="141"/>
                      <a:pt x="62" y="149"/>
                    </a:cubicBezTo>
                    <a:cubicBezTo>
                      <a:pt x="68" y="168"/>
                      <a:pt x="74" y="187"/>
                      <a:pt x="80" y="205"/>
                    </a:cubicBezTo>
                    <a:cubicBezTo>
                      <a:pt x="87" y="224"/>
                      <a:pt x="93" y="243"/>
                      <a:pt x="99" y="261"/>
                    </a:cubicBezTo>
                    <a:cubicBezTo>
                      <a:pt x="113" y="299"/>
                      <a:pt x="126" y="336"/>
                      <a:pt x="138" y="374"/>
                    </a:cubicBezTo>
                    <a:cubicBezTo>
                      <a:pt x="142" y="390"/>
                      <a:pt x="147" y="406"/>
                      <a:pt x="153" y="422"/>
                    </a:cubicBezTo>
                    <a:cubicBezTo>
                      <a:pt x="156" y="430"/>
                      <a:pt x="159" y="437"/>
                      <a:pt x="162" y="445"/>
                    </a:cubicBezTo>
                    <a:cubicBezTo>
                      <a:pt x="165" y="453"/>
                      <a:pt x="168" y="461"/>
                      <a:pt x="170" y="470"/>
                    </a:cubicBezTo>
                    <a:cubicBezTo>
                      <a:pt x="172" y="475"/>
                      <a:pt x="168" y="480"/>
                      <a:pt x="163" y="482"/>
                    </a:cubicBezTo>
                    <a:cubicBezTo>
                      <a:pt x="162" y="482"/>
                      <a:pt x="161" y="482"/>
                      <a:pt x="161" y="482"/>
                    </a:cubicBezTo>
                    <a:cubicBezTo>
                      <a:pt x="156" y="482"/>
                      <a:pt x="152" y="479"/>
                      <a:pt x="151" y="4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9" name="Google Shape;1529;p17"/>
              <p:cNvSpPr/>
              <p:nvPr/>
            </p:nvSpPr>
            <p:spPr>
              <a:xfrm>
                <a:off x="3336480" y="4200840"/>
                <a:ext cx="1063080" cy="599040"/>
              </a:xfrm>
              <a:custGeom>
                <a:avLst/>
                <a:gdLst/>
                <a:ahLst/>
                <a:cxnLst/>
                <a:rect l="l" t="t" r="r" b="b"/>
                <a:pathLst>
                  <a:path w="2953" h="1664" extrusionOk="0">
                    <a:moveTo>
                      <a:pt x="866" y="1662"/>
                    </a:moveTo>
                    <a:cubicBezTo>
                      <a:pt x="862" y="1661"/>
                      <a:pt x="859" y="1658"/>
                      <a:pt x="856" y="1654"/>
                    </a:cubicBezTo>
                    <a:cubicBezTo>
                      <a:pt x="849" y="1647"/>
                      <a:pt x="843" y="1639"/>
                      <a:pt x="837" y="1631"/>
                    </a:cubicBezTo>
                    <a:cubicBezTo>
                      <a:pt x="829" y="1620"/>
                      <a:pt x="822" y="1608"/>
                      <a:pt x="815" y="1596"/>
                    </a:cubicBezTo>
                    <a:cubicBezTo>
                      <a:pt x="809" y="1584"/>
                      <a:pt x="803" y="1572"/>
                      <a:pt x="798" y="1560"/>
                    </a:cubicBezTo>
                    <a:cubicBezTo>
                      <a:pt x="786" y="1534"/>
                      <a:pt x="776" y="1506"/>
                      <a:pt x="766" y="1479"/>
                    </a:cubicBezTo>
                    <a:cubicBezTo>
                      <a:pt x="749" y="1428"/>
                      <a:pt x="735" y="1376"/>
                      <a:pt x="720" y="1324"/>
                    </a:cubicBezTo>
                    <a:cubicBezTo>
                      <a:pt x="713" y="1299"/>
                      <a:pt x="706" y="1274"/>
                      <a:pt x="700" y="1249"/>
                    </a:cubicBezTo>
                    <a:cubicBezTo>
                      <a:pt x="693" y="1222"/>
                      <a:pt x="686" y="1195"/>
                      <a:pt x="678" y="1168"/>
                    </a:cubicBezTo>
                    <a:cubicBezTo>
                      <a:pt x="678" y="1168"/>
                      <a:pt x="678" y="1169"/>
                      <a:pt x="678" y="1170"/>
                    </a:cubicBezTo>
                    <a:cubicBezTo>
                      <a:pt x="672" y="1147"/>
                      <a:pt x="665" y="1124"/>
                      <a:pt x="658" y="1101"/>
                    </a:cubicBezTo>
                    <a:cubicBezTo>
                      <a:pt x="650" y="1079"/>
                      <a:pt x="643" y="1056"/>
                      <a:pt x="636" y="1033"/>
                    </a:cubicBezTo>
                    <a:cubicBezTo>
                      <a:pt x="631" y="1010"/>
                      <a:pt x="626" y="988"/>
                      <a:pt x="621" y="964"/>
                    </a:cubicBezTo>
                    <a:cubicBezTo>
                      <a:pt x="617" y="941"/>
                      <a:pt x="610" y="918"/>
                      <a:pt x="604" y="895"/>
                    </a:cubicBezTo>
                    <a:cubicBezTo>
                      <a:pt x="599" y="878"/>
                      <a:pt x="593" y="860"/>
                      <a:pt x="587" y="843"/>
                    </a:cubicBezTo>
                    <a:cubicBezTo>
                      <a:pt x="582" y="828"/>
                      <a:pt x="577" y="812"/>
                      <a:pt x="572" y="797"/>
                    </a:cubicBezTo>
                    <a:cubicBezTo>
                      <a:pt x="564" y="766"/>
                      <a:pt x="558" y="733"/>
                      <a:pt x="548" y="702"/>
                    </a:cubicBezTo>
                    <a:lnTo>
                      <a:pt x="548" y="703"/>
                    </a:lnTo>
                    <a:cubicBezTo>
                      <a:pt x="548" y="700"/>
                      <a:pt x="547" y="698"/>
                      <a:pt x="547" y="696"/>
                    </a:cubicBezTo>
                    <a:lnTo>
                      <a:pt x="547" y="695"/>
                    </a:lnTo>
                    <a:lnTo>
                      <a:pt x="546" y="695"/>
                    </a:lnTo>
                    <a:cubicBezTo>
                      <a:pt x="547" y="695"/>
                      <a:pt x="547" y="695"/>
                      <a:pt x="547" y="695"/>
                    </a:cubicBezTo>
                    <a:cubicBezTo>
                      <a:pt x="543" y="684"/>
                      <a:pt x="540" y="673"/>
                      <a:pt x="536" y="662"/>
                    </a:cubicBezTo>
                    <a:cubicBezTo>
                      <a:pt x="531" y="649"/>
                      <a:pt x="526" y="637"/>
                      <a:pt x="523" y="625"/>
                    </a:cubicBezTo>
                    <a:cubicBezTo>
                      <a:pt x="519" y="613"/>
                      <a:pt x="516" y="601"/>
                      <a:pt x="513" y="590"/>
                    </a:cubicBezTo>
                    <a:cubicBezTo>
                      <a:pt x="510" y="579"/>
                      <a:pt x="506" y="568"/>
                      <a:pt x="504" y="556"/>
                    </a:cubicBezTo>
                    <a:cubicBezTo>
                      <a:pt x="500" y="532"/>
                      <a:pt x="497" y="508"/>
                      <a:pt x="492" y="484"/>
                    </a:cubicBezTo>
                    <a:cubicBezTo>
                      <a:pt x="490" y="472"/>
                      <a:pt x="488" y="460"/>
                      <a:pt x="485" y="449"/>
                    </a:cubicBezTo>
                    <a:cubicBezTo>
                      <a:pt x="482" y="436"/>
                      <a:pt x="478" y="423"/>
                      <a:pt x="475" y="410"/>
                    </a:cubicBezTo>
                    <a:cubicBezTo>
                      <a:pt x="475" y="411"/>
                      <a:pt x="475" y="411"/>
                      <a:pt x="475" y="411"/>
                    </a:cubicBezTo>
                    <a:cubicBezTo>
                      <a:pt x="474" y="410"/>
                      <a:pt x="474" y="408"/>
                      <a:pt x="474" y="406"/>
                    </a:cubicBezTo>
                    <a:cubicBezTo>
                      <a:pt x="473" y="406"/>
                      <a:pt x="473" y="405"/>
                      <a:pt x="473" y="405"/>
                    </a:cubicBezTo>
                    <a:cubicBezTo>
                      <a:pt x="473" y="405"/>
                      <a:pt x="473" y="404"/>
                      <a:pt x="473" y="403"/>
                    </a:cubicBezTo>
                    <a:cubicBezTo>
                      <a:pt x="473" y="403"/>
                      <a:pt x="473" y="402"/>
                      <a:pt x="472" y="402"/>
                    </a:cubicBezTo>
                    <a:cubicBezTo>
                      <a:pt x="464" y="375"/>
                      <a:pt x="454" y="348"/>
                      <a:pt x="445" y="321"/>
                    </a:cubicBezTo>
                    <a:cubicBezTo>
                      <a:pt x="441" y="308"/>
                      <a:pt x="436" y="295"/>
                      <a:pt x="433" y="282"/>
                    </a:cubicBezTo>
                    <a:cubicBezTo>
                      <a:pt x="429" y="267"/>
                      <a:pt x="427" y="252"/>
                      <a:pt x="424" y="237"/>
                    </a:cubicBezTo>
                    <a:cubicBezTo>
                      <a:pt x="419" y="211"/>
                      <a:pt x="414" y="184"/>
                      <a:pt x="407" y="158"/>
                    </a:cubicBezTo>
                    <a:cubicBezTo>
                      <a:pt x="406" y="155"/>
                      <a:pt x="406" y="152"/>
                      <a:pt x="405" y="149"/>
                    </a:cubicBezTo>
                    <a:cubicBezTo>
                      <a:pt x="405" y="150"/>
                      <a:pt x="405" y="150"/>
                      <a:pt x="405" y="151"/>
                    </a:cubicBezTo>
                    <a:cubicBezTo>
                      <a:pt x="402" y="140"/>
                      <a:pt x="399" y="130"/>
                      <a:pt x="395" y="121"/>
                    </a:cubicBezTo>
                    <a:cubicBezTo>
                      <a:pt x="390" y="110"/>
                      <a:pt x="384" y="100"/>
                      <a:pt x="378" y="90"/>
                    </a:cubicBezTo>
                    <a:cubicBezTo>
                      <a:pt x="374" y="84"/>
                      <a:pt x="370" y="77"/>
                      <a:pt x="366" y="71"/>
                    </a:cubicBezTo>
                    <a:cubicBezTo>
                      <a:pt x="363" y="68"/>
                      <a:pt x="360" y="64"/>
                      <a:pt x="356" y="61"/>
                    </a:cubicBezTo>
                    <a:cubicBezTo>
                      <a:pt x="353" y="58"/>
                      <a:pt x="350" y="55"/>
                      <a:pt x="346" y="53"/>
                    </a:cubicBezTo>
                    <a:cubicBezTo>
                      <a:pt x="344" y="51"/>
                      <a:pt x="342" y="50"/>
                      <a:pt x="340" y="49"/>
                    </a:cubicBezTo>
                    <a:cubicBezTo>
                      <a:pt x="336" y="47"/>
                      <a:pt x="332" y="44"/>
                      <a:pt x="328" y="43"/>
                    </a:cubicBezTo>
                    <a:cubicBezTo>
                      <a:pt x="325" y="42"/>
                      <a:pt x="321" y="40"/>
                      <a:pt x="317" y="39"/>
                    </a:cubicBezTo>
                    <a:cubicBezTo>
                      <a:pt x="315" y="39"/>
                      <a:pt x="314" y="39"/>
                      <a:pt x="312" y="39"/>
                    </a:cubicBezTo>
                    <a:cubicBezTo>
                      <a:pt x="311" y="39"/>
                      <a:pt x="310" y="39"/>
                      <a:pt x="309" y="39"/>
                    </a:cubicBezTo>
                    <a:cubicBezTo>
                      <a:pt x="308" y="39"/>
                      <a:pt x="308" y="39"/>
                      <a:pt x="307" y="39"/>
                    </a:cubicBezTo>
                    <a:lnTo>
                      <a:pt x="306" y="39"/>
                    </a:lnTo>
                    <a:cubicBezTo>
                      <a:pt x="307" y="39"/>
                      <a:pt x="307" y="39"/>
                      <a:pt x="307" y="39"/>
                    </a:cubicBezTo>
                    <a:cubicBezTo>
                      <a:pt x="306" y="39"/>
                      <a:pt x="305" y="39"/>
                      <a:pt x="304" y="40"/>
                    </a:cubicBezTo>
                    <a:lnTo>
                      <a:pt x="303" y="40"/>
                    </a:lnTo>
                    <a:cubicBezTo>
                      <a:pt x="303" y="41"/>
                      <a:pt x="301" y="42"/>
                      <a:pt x="301" y="42"/>
                    </a:cubicBezTo>
                    <a:cubicBezTo>
                      <a:pt x="298" y="44"/>
                      <a:pt x="296" y="47"/>
                      <a:pt x="293" y="49"/>
                    </a:cubicBezTo>
                    <a:cubicBezTo>
                      <a:pt x="289" y="54"/>
                      <a:pt x="284" y="60"/>
                      <a:pt x="280" y="65"/>
                    </a:cubicBezTo>
                    <a:cubicBezTo>
                      <a:pt x="271" y="78"/>
                      <a:pt x="264" y="91"/>
                      <a:pt x="256" y="104"/>
                    </a:cubicBezTo>
                    <a:lnTo>
                      <a:pt x="255" y="105"/>
                    </a:lnTo>
                    <a:cubicBezTo>
                      <a:pt x="255" y="106"/>
                      <a:pt x="254" y="107"/>
                      <a:pt x="254" y="108"/>
                    </a:cubicBezTo>
                    <a:cubicBezTo>
                      <a:pt x="254" y="109"/>
                      <a:pt x="254" y="109"/>
                      <a:pt x="254" y="109"/>
                    </a:cubicBezTo>
                    <a:cubicBezTo>
                      <a:pt x="243" y="128"/>
                      <a:pt x="234" y="147"/>
                      <a:pt x="225" y="167"/>
                    </a:cubicBezTo>
                    <a:cubicBezTo>
                      <a:pt x="216" y="187"/>
                      <a:pt x="206" y="208"/>
                      <a:pt x="198" y="229"/>
                    </a:cubicBezTo>
                    <a:cubicBezTo>
                      <a:pt x="191" y="250"/>
                      <a:pt x="183" y="271"/>
                      <a:pt x="175" y="291"/>
                    </a:cubicBezTo>
                    <a:cubicBezTo>
                      <a:pt x="167" y="312"/>
                      <a:pt x="158" y="333"/>
                      <a:pt x="150" y="354"/>
                    </a:cubicBezTo>
                    <a:cubicBezTo>
                      <a:pt x="150" y="353"/>
                      <a:pt x="150" y="353"/>
                      <a:pt x="150" y="353"/>
                    </a:cubicBezTo>
                    <a:cubicBezTo>
                      <a:pt x="144" y="371"/>
                      <a:pt x="137" y="389"/>
                      <a:pt x="131" y="408"/>
                    </a:cubicBezTo>
                    <a:cubicBezTo>
                      <a:pt x="123" y="429"/>
                      <a:pt x="117" y="450"/>
                      <a:pt x="110" y="472"/>
                    </a:cubicBezTo>
                    <a:cubicBezTo>
                      <a:pt x="107" y="481"/>
                      <a:pt x="103" y="491"/>
                      <a:pt x="100" y="502"/>
                    </a:cubicBezTo>
                    <a:cubicBezTo>
                      <a:pt x="97" y="512"/>
                      <a:pt x="94" y="523"/>
                      <a:pt x="90" y="534"/>
                    </a:cubicBezTo>
                    <a:cubicBezTo>
                      <a:pt x="85" y="554"/>
                      <a:pt x="79" y="576"/>
                      <a:pt x="75" y="597"/>
                    </a:cubicBezTo>
                    <a:cubicBezTo>
                      <a:pt x="72" y="610"/>
                      <a:pt x="69" y="622"/>
                      <a:pt x="67" y="635"/>
                    </a:cubicBezTo>
                    <a:cubicBezTo>
                      <a:pt x="64" y="647"/>
                      <a:pt x="63" y="659"/>
                      <a:pt x="60" y="671"/>
                    </a:cubicBezTo>
                    <a:cubicBezTo>
                      <a:pt x="56" y="696"/>
                      <a:pt x="53" y="721"/>
                      <a:pt x="48" y="745"/>
                    </a:cubicBezTo>
                    <a:cubicBezTo>
                      <a:pt x="46" y="758"/>
                      <a:pt x="44" y="770"/>
                      <a:pt x="42" y="783"/>
                    </a:cubicBezTo>
                    <a:cubicBezTo>
                      <a:pt x="39" y="795"/>
                      <a:pt x="37" y="807"/>
                      <a:pt x="34" y="819"/>
                    </a:cubicBezTo>
                    <a:cubicBezTo>
                      <a:pt x="32" y="832"/>
                      <a:pt x="29" y="844"/>
                      <a:pt x="26" y="856"/>
                    </a:cubicBezTo>
                    <a:cubicBezTo>
                      <a:pt x="25" y="861"/>
                      <a:pt x="23" y="867"/>
                      <a:pt x="22" y="873"/>
                    </a:cubicBezTo>
                    <a:cubicBezTo>
                      <a:pt x="21" y="878"/>
                      <a:pt x="20" y="883"/>
                      <a:pt x="19" y="888"/>
                    </a:cubicBezTo>
                    <a:cubicBezTo>
                      <a:pt x="20" y="890"/>
                      <a:pt x="20" y="893"/>
                      <a:pt x="18" y="896"/>
                    </a:cubicBezTo>
                    <a:cubicBezTo>
                      <a:pt x="16" y="899"/>
                      <a:pt x="12" y="900"/>
                      <a:pt x="8" y="899"/>
                    </a:cubicBezTo>
                    <a:cubicBezTo>
                      <a:pt x="8" y="900"/>
                      <a:pt x="8" y="900"/>
                      <a:pt x="9" y="900"/>
                    </a:cubicBezTo>
                    <a:cubicBezTo>
                      <a:pt x="5" y="899"/>
                      <a:pt x="2" y="897"/>
                      <a:pt x="1" y="893"/>
                    </a:cubicBezTo>
                    <a:cubicBezTo>
                      <a:pt x="0" y="889"/>
                      <a:pt x="1" y="885"/>
                      <a:pt x="1" y="881"/>
                    </a:cubicBezTo>
                    <a:cubicBezTo>
                      <a:pt x="4" y="867"/>
                      <a:pt x="7" y="854"/>
                      <a:pt x="11" y="840"/>
                    </a:cubicBezTo>
                    <a:cubicBezTo>
                      <a:pt x="14" y="827"/>
                      <a:pt x="16" y="814"/>
                      <a:pt x="19" y="801"/>
                    </a:cubicBezTo>
                    <a:cubicBezTo>
                      <a:pt x="22" y="787"/>
                      <a:pt x="24" y="772"/>
                      <a:pt x="27" y="758"/>
                    </a:cubicBezTo>
                    <a:cubicBezTo>
                      <a:pt x="32" y="729"/>
                      <a:pt x="36" y="701"/>
                      <a:pt x="40" y="673"/>
                    </a:cubicBezTo>
                    <a:cubicBezTo>
                      <a:pt x="43" y="659"/>
                      <a:pt x="45" y="645"/>
                      <a:pt x="47" y="632"/>
                    </a:cubicBezTo>
                    <a:cubicBezTo>
                      <a:pt x="50" y="617"/>
                      <a:pt x="54" y="603"/>
                      <a:pt x="57" y="588"/>
                    </a:cubicBezTo>
                    <a:cubicBezTo>
                      <a:pt x="64" y="562"/>
                      <a:pt x="70" y="536"/>
                      <a:pt x="78" y="509"/>
                    </a:cubicBezTo>
                    <a:cubicBezTo>
                      <a:pt x="82" y="497"/>
                      <a:pt x="86" y="484"/>
                      <a:pt x="90" y="471"/>
                    </a:cubicBezTo>
                    <a:cubicBezTo>
                      <a:pt x="94" y="458"/>
                      <a:pt x="98" y="445"/>
                      <a:pt x="102" y="432"/>
                    </a:cubicBezTo>
                    <a:cubicBezTo>
                      <a:pt x="110" y="407"/>
                      <a:pt x="119" y="382"/>
                      <a:pt x="128" y="357"/>
                    </a:cubicBezTo>
                    <a:cubicBezTo>
                      <a:pt x="138" y="332"/>
                      <a:pt x="148" y="307"/>
                      <a:pt x="158" y="282"/>
                    </a:cubicBezTo>
                    <a:cubicBezTo>
                      <a:pt x="158" y="283"/>
                      <a:pt x="157" y="283"/>
                      <a:pt x="157" y="283"/>
                    </a:cubicBezTo>
                    <a:cubicBezTo>
                      <a:pt x="163" y="268"/>
                      <a:pt x="169" y="253"/>
                      <a:pt x="174" y="238"/>
                    </a:cubicBezTo>
                    <a:cubicBezTo>
                      <a:pt x="180" y="222"/>
                      <a:pt x="187" y="206"/>
                      <a:pt x="194" y="190"/>
                    </a:cubicBezTo>
                    <a:cubicBezTo>
                      <a:pt x="207" y="159"/>
                      <a:pt x="221" y="128"/>
                      <a:pt x="237" y="98"/>
                    </a:cubicBezTo>
                    <a:lnTo>
                      <a:pt x="238" y="97"/>
                    </a:lnTo>
                    <a:cubicBezTo>
                      <a:pt x="238" y="97"/>
                      <a:pt x="238" y="96"/>
                      <a:pt x="239" y="96"/>
                    </a:cubicBezTo>
                    <a:cubicBezTo>
                      <a:pt x="239" y="95"/>
                      <a:pt x="240" y="94"/>
                      <a:pt x="240" y="93"/>
                    </a:cubicBezTo>
                    <a:cubicBezTo>
                      <a:pt x="247" y="82"/>
                      <a:pt x="253" y="70"/>
                      <a:pt x="261" y="60"/>
                    </a:cubicBezTo>
                    <a:cubicBezTo>
                      <a:pt x="268" y="49"/>
                      <a:pt x="276" y="37"/>
                      <a:pt x="286" y="29"/>
                    </a:cubicBezTo>
                    <a:cubicBezTo>
                      <a:pt x="288" y="27"/>
                      <a:pt x="290" y="25"/>
                      <a:pt x="293" y="24"/>
                    </a:cubicBezTo>
                    <a:cubicBezTo>
                      <a:pt x="296" y="22"/>
                      <a:pt x="298" y="21"/>
                      <a:pt x="302" y="20"/>
                    </a:cubicBezTo>
                    <a:cubicBezTo>
                      <a:pt x="305" y="19"/>
                      <a:pt x="309" y="19"/>
                      <a:pt x="312" y="19"/>
                    </a:cubicBezTo>
                    <a:cubicBezTo>
                      <a:pt x="315" y="19"/>
                      <a:pt x="319" y="20"/>
                      <a:pt x="322" y="21"/>
                    </a:cubicBezTo>
                    <a:cubicBezTo>
                      <a:pt x="329" y="22"/>
                      <a:pt x="335" y="25"/>
                      <a:pt x="341" y="28"/>
                    </a:cubicBezTo>
                    <a:cubicBezTo>
                      <a:pt x="347" y="30"/>
                      <a:pt x="353" y="33"/>
                      <a:pt x="359" y="38"/>
                    </a:cubicBezTo>
                    <a:cubicBezTo>
                      <a:pt x="381" y="54"/>
                      <a:pt x="395" y="78"/>
                      <a:pt x="407" y="102"/>
                    </a:cubicBezTo>
                    <a:cubicBezTo>
                      <a:pt x="415" y="117"/>
                      <a:pt x="420" y="133"/>
                      <a:pt x="425" y="149"/>
                    </a:cubicBezTo>
                    <a:cubicBezTo>
                      <a:pt x="429" y="163"/>
                      <a:pt x="433" y="177"/>
                      <a:pt x="435" y="192"/>
                    </a:cubicBezTo>
                    <a:cubicBezTo>
                      <a:pt x="441" y="223"/>
                      <a:pt x="446" y="255"/>
                      <a:pt x="455" y="287"/>
                    </a:cubicBezTo>
                    <a:cubicBezTo>
                      <a:pt x="455" y="286"/>
                      <a:pt x="454" y="286"/>
                      <a:pt x="454" y="286"/>
                    </a:cubicBezTo>
                    <a:cubicBezTo>
                      <a:pt x="462" y="312"/>
                      <a:pt x="472" y="338"/>
                      <a:pt x="480" y="363"/>
                    </a:cubicBezTo>
                    <a:cubicBezTo>
                      <a:pt x="484" y="374"/>
                      <a:pt x="488" y="385"/>
                      <a:pt x="491" y="397"/>
                    </a:cubicBezTo>
                    <a:cubicBezTo>
                      <a:pt x="491" y="398"/>
                      <a:pt x="491" y="398"/>
                      <a:pt x="492" y="398"/>
                    </a:cubicBezTo>
                    <a:lnTo>
                      <a:pt x="492" y="399"/>
                    </a:lnTo>
                    <a:cubicBezTo>
                      <a:pt x="492" y="400"/>
                      <a:pt x="492" y="402"/>
                      <a:pt x="493" y="403"/>
                    </a:cubicBezTo>
                    <a:cubicBezTo>
                      <a:pt x="497" y="417"/>
                      <a:pt x="501" y="432"/>
                      <a:pt x="504" y="446"/>
                    </a:cubicBezTo>
                    <a:cubicBezTo>
                      <a:pt x="508" y="459"/>
                      <a:pt x="510" y="473"/>
                      <a:pt x="512" y="486"/>
                    </a:cubicBezTo>
                    <a:cubicBezTo>
                      <a:pt x="515" y="501"/>
                      <a:pt x="517" y="515"/>
                      <a:pt x="520" y="530"/>
                    </a:cubicBezTo>
                    <a:cubicBezTo>
                      <a:pt x="522" y="543"/>
                      <a:pt x="525" y="555"/>
                      <a:pt x="527" y="567"/>
                    </a:cubicBezTo>
                    <a:cubicBezTo>
                      <a:pt x="530" y="580"/>
                      <a:pt x="534" y="593"/>
                      <a:pt x="538" y="606"/>
                    </a:cubicBezTo>
                    <a:cubicBezTo>
                      <a:pt x="543" y="622"/>
                      <a:pt x="548" y="638"/>
                      <a:pt x="554" y="653"/>
                    </a:cubicBezTo>
                    <a:cubicBezTo>
                      <a:pt x="559" y="668"/>
                      <a:pt x="564" y="684"/>
                      <a:pt x="568" y="699"/>
                    </a:cubicBezTo>
                    <a:cubicBezTo>
                      <a:pt x="573" y="715"/>
                      <a:pt x="576" y="731"/>
                      <a:pt x="580" y="747"/>
                    </a:cubicBezTo>
                    <a:cubicBezTo>
                      <a:pt x="584" y="763"/>
                      <a:pt x="588" y="779"/>
                      <a:pt x="592" y="795"/>
                    </a:cubicBezTo>
                    <a:lnTo>
                      <a:pt x="593" y="796"/>
                    </a:lnTo>
                    <a:cubicBezTo>
                      <a:pt x="599" y="815"/>
                      <a:pt x="605" y="834"/>
                      <a:pt x="611" y="853"/>
                    </a:cubicBezTo>
                    <a:cubicBezTo>
                      <a:pt x="619" y="875"/>
                      <a:pt x="625" y="897"/>
                      <a:pt x="631" y="918"/>
                    </a:cubicBezTo>
                    <a:cubicBezTo>
                      <a:pt x="636" y="939"/>
                      <a:pt x="640" y="960"/>
                      <a:pt x="645" y="980"/>
                    </a:cubicBezTo>
                    <a:cubicBezTo>
                      <a:pt x="649" y="1001"/>
                      <a:pt x="653" y="1022"/>
                      <a:pt x="659" y="1043"/>
                    </a:cubicBezTo>
                    <a:cubicBezTo>
                      <a:pt x="665" y="1063"/>
                      <a:pt x="672" y="1084"/>
                      <a:pt x="679" y="1104"/>
                    </a:cubicBezTo>
                    <a:cubicBezTo>
                      <a:pt x="685" y="1125"/>
                      <a:pt x="692" y="1146"/>
                      <a:pt x="698" y="1167"/>
                    </a:cubicBezTo>
                    <a:cubicBezTo>
                      <a:pt x="710" y="1209"/>
                      <a:pt x="720" y="1252"/>
                      <a:pt x="732" y="1294"/>
                    </a:cubicBezTo>
                    <a:cubicBezTo>
                      <a:pt x="740" y="1320"/>
                      <a:pt x="747" y="1348"/>
                      <a:pt x="755" y="1375"/>
                    </a:cubicBezTo>
                    <a:cubicBezTo>
                      <a:pt x="763" y="1402"/>
                      <a:pt x="771" y="1429"/>
                      <a:pt x="780" y="1456"/>
                    </a:cubicBezTo>
                    <a:cubicBezTo>
                      <a:pt x="784" y="1470"/>
                      <a:pt x="789" y="1484"/>
                      <a:pt x="794" y="1497"/>
                    </a:cubicBezTo>
                    <a:cubicBezTo>
                      <a:pt x="798" y="1511"/>
                      <a:pt x="804" y="1525"/>
                      <a:pt x="810" y="1538"/>
                    </a:cubicBezTo>
                    <a:lnTo>
                      <a:pt x="809" y="1537"/>
                    </a:lnTo>
                    <a:cubicBezTo>
                      <a:pt x="819" y="1558"/>
                      <a:pt x="828" y="1578"/>
                      <a:pt x="840" y="1598"/>
                    </a:cubicBezTo>
                    <a:cubicBezTo>
                      <a:pt x="839" y="1597"/>
                      <a:pt x="839" y="1597"/>
                      <a:pt x="839" y="1597"/>
                    </a:cubicBezTo>
                    <a:cubicBezTo>
                      <a:pt x="845" y="1606"/>
                      <a:pt x="851" y="1616"/>
                      <a:pt x="858" y="1625"/>
                    </a:cubicBezTo>
                    <a:cubicBezTo>
                      <a:pt x="862" y="1630"/>
                      <a:pt x="867" y="1636"/>
                      <a:pt x="872" y="1641"/>
                    </a:cubicBezTo>
                    <a:cubicBezTo>
                      <a:pt x="873" y="1641"/>
                      <a:pt x="873" y="1641"/>
                      <a:pt x="873" y="1641"/>
                    </a:cubicBezTo>
                    <a:lnTo>
                      <a:pt x="874" y="1641"/>
                    </a:lnTo>
                    <a:cubicBezTo>
                      <a:pt x="875" y="1641"/>
                      <a:pt x="876" y="1640"/>
                      <a:pt x="878" y="1640"/>
                    </a:cubicBezTo>
                    <a:cubicBezTo>
                      <a:pt x="881" y="1639"/>
                      <a:pt x="884" y="1637"/>
                      <a:pt x="887" y="1635"/>
                    </a:cubicBezTo>
                    <a:cubicBezTo>
                      <a:pt x="891" y="1633"/>
                      <a:pt x="895" y="1630"/>
                      <a:pt x="899" y="1627"/>
                    </a:cubicBezTo>
                    <a:cubicBezTo>
                      <a:pt x="903" y="1623"/>
                      <a:pt x="907" y="1619"/>
                      <a:pt x="911" y="1616"/>
                    </a:cubicBezTo>
                    <a:cubicBezTo>
                      <a:pt x="918" y="1609"/>
                      <a:pt x="924" y="1601"/>
                      <a:pt x="929" y="1594"/>
                    </a:cubicBezTo>
                    <a:cubicBezTo>
                      <a:pt x="938" y="1581"/>
                      <a:pt x="947" y="1568"/>
                      <a:pt x="956" y="1555"/>
                    </a:cubicBezTo>
                    <a:cubicBezTo>
                      <a:pt x="964" y="1541"/>
                      <a:pt x="973" y="1528"/>
                      <a:pt x="981" y="1514"/>
                    </a:cubicBezTo>
                    <a:cubicBezTo>
                      <a:pt x="985" y="1506"/>
                      <a:pt x="989" y="1499"/>
                      <a:pt x="992" y="1491"/>
                    </a:cubicBezTo>
                    <a:cubicBezTo>
                      <a:pt x="996" y="1481"/>
                      <a:pt x="1001" y="1470"/>
                      <a:pt x="1005" y="1460"/>
                    </a:cubicBezTo>
                    <a:cubicBezTo>
                      <a:pt x="1012" y="1441"/>
                      <a:pt x="1020" y="1422"/>
                      <a:pt x="1027" y="1404"/>
                    </a:cubicBezTo>
                    <a:cubicBezTo>
                      <a:pt x="1027" y="1403"/>
                      <a:pt x="1027" y="1403"/>
                      <a:pt x="1027" y="1403"/>
                    </a:cubicBezTo>
                    <a:cubicBezTo>
                      <a:pt x="1033" y="1388"/>
                      <a:pt x="1038" y="1373"/>
                      <a:pt x="1043" y="1358"/>
                    </a:cubicBezTo>
                    <a:cubicBezTo>
                      <a:pt x="1047" y="1342"/>
                      <a:pt x="1051" y="1326"/>
                      <a:pt x="1056" y="1309"/>
                    </a:cubicBezTo>
                    <a:cubicBezTo>
                      <a:pt x="1060" y="1292"/>
                      <a:pt x="1065" y="1276"/>
                      <a:pt x="1070" y="1259"/>
                    </a:cubicBezTo>
                    <a:cubicBezTo>
                      <a:pt x="1075" y="1243"/>
                      <a:pt x="1079" y="1228"/>
                      <a:pt x="1083" y="1213"/>
                    </a:cubicBezTo>
                    <a:lnTo>
                      <a:pt x="1083" y="1214"/>
                    </a:lnTo>
                    <a:cubicBezTo>
                      <a:pt x="1089" y="1186"/>
                      <a:pt x="1094" y="1158"/>
                      <a:pt x="1100" y="1130"/>
                    </a:cubicBezTo>
                    <a:cubicBezTo>
                      <a:pt x="1103" y="1115"/>
                      <a:pt x="1106" y="1101"/>
                      <a:pt x="1109" y="1087"/>
                    </a:cubicBezTo>
                    <a:cubicBezTo>
                      <a:pt x="1112" y="1073"/>
                      <a:pt x="1114" y="1059"/>
                      <a:pt x="1117" y="1045"/>
                    </a:cubicBezTo>
                    <a:cubicBezTo>
                      <a:pt x="1122" y="1017"/>
                      <a:pt x="1128" y="991"/>
                      <a:pt x="1133" y="963"/>
                    </a:cubicBezTo>
                    <a:cubicBezTo>
                      <a:pt x="1135" y="949"/>
                      <a:pt x="1138" y="935"/>
                      <a:pt x="1140" y="921"/>
                    </a:cubicBezTo>
                    <a:cubicBezTo>
                      <a:pt x="1143" y="906"/>
                      <a:pt x="1146" y="890"/>
                      <a:pt x="1150" y="875"/>
                    </a:cubicBezTo>
                    <a:cubicBezTo>
                      <a:pt x="1153" y="861"/>
                      <a:pt x="1156" y="848"/>
                      <a:pt x="1158" y="834"/>
                    </a:cubicBezTo>
                    <a:cubicBezTo>
                      <a:pt x="1162" y="819"/>
                      <a:pt x="1165" y="804"/>
                      <a:pt x="1168" y="788"/>
                    </a:cubicBezTo>
                    <a:cubicBezTo>
                      <a:pt x="1171" y="773"/>
                      <a:pt x="1175" y="759"/>
                      <a:pt x="1179" y="744"/>
                    </a:cubicBezTo>
                    <a:cubicBezTo>
                      <a:pt x="1184" y="728"/>
                      <a:pt x="1188" y="713"/>
                      <a:pt x="1192" y="698"/>
                    </a:cubicBezTo>
                    <a:cubicBezTo>
                      <a:pt x="1196" y="684"/>
                      <a:pt x="1199" y="670"/>
                      <a:pt x="1202" y="656"/>
                    </a:cubicBezTo>
                    <a:cubicBezTo>
                      <a:pt x="1205" y="640"/>
                      <a:pt x="1207" y="626"/>
                      <a:pt x="1210" y="611"/>
                    </a:cubicBezTo>
                    <a:cubicBezTo>
                      <a:pt x="1214" y="596"/>
                      <a:pt x="1217" y="581"/>
                      <a:pt x="1221" y="566"/>
                    </a:cubicBezTo>
                    <a:cubicBezTo>
                      <a:pt x="1225" y="551"/>
                      <a:pt x="1229" y="537"/>
                      <a:pt x="1232" y="522"/>
                    </a:cubicBezTo>
                    <a:cubicBezTo>
                      <a:pt x="1232" y="523"/>
                      <a:pt x="1232" y="523"/>
                      <a:pt x="1232" y="523"/>
                    </a:cubicBezTo>
                    <a:cubicBezTo>
                      <a:pt x="1233" y="520"/>
                      <a:pt x="1234" y="516"/>
                      <a:pt x="1235" y="512"/>
                    </a:cubicBezTo>
                    <a:cubicBezTo>
                      <a:pt x="1235" y="512"/>
                      <a:pt x="1235" y="513"/>
                      <a:pt x="1234" y="513"/>
                    </a:cubicBezTo>
                    <a:cubicBezTo>
                      <a:pt x="1238" y="498"/>
                      <a:pt x="1241" y="484"/>
                      <a:pt x="1245" y="469"/>
                    </a:cubicBezTo>
                    <a:cubicBezTo>
                      <a:pt x="1249" y="453"/>
                      <a:pt x="1253" y="438"/>
                      <a:pt x="1258" y="423"/>
                    </a:cubicBezTo>
                    <a:cubicBezTo>
                      <a:pt x="1267" y="396"/>
                      <a:pt x="1277" y="370"/>
                      <a:pt x="1286" y="343"/>
                    </a:cubicBezTo>
                    <a:cubicBezTo>
                      <a:pt x="1291" y="331"/>
                      <a:pt x="1294" y="319"/>
                      <a:pt x="1298" y="307"/>
                    </a:cubicBezTo>
                    <a:cubicBezTo>
                      <a:pt x="1302" y="293"/>
                      <a:pt x="1305" y="279"/>
                      <a:pt x="1309" y="266"/>
                    </a:cubicBezTo>
                    <a:cubicBezTo>
                      <a:pt x="1311" y="259"/>
                      <a:pt x="1313" y="252"/>
                      <a:pt x="1315" y="246"/>
                    </a:cubicBezTo>
                    <a:cubicBezTo>
                      <a:pt x="1317" y="239"/>
                      <a:pt x="1320" y="233"/>
                      <a:pt x="1323" y="226"/>
                    </a:cubicBezTo>
                    <a:cubicBezTo>
                      <a:pt x="1329" y="213"/>
                      <a:pt x="1334" y="199"/>
                      <a:pt x="1340" y="185"/>
                    </a:cubicBezTo>
                    <a:cubicBezTo>
                      <a:pt x="1345" y="172"/>
                      <a:pt x="1351" y="159"/>
                      <a:pt x="1357" y="146"/>
                    </a:cubicBezTo>
                    <a:cubicBezTo>
                      <a:pt x="1363" y="133"/>
                      <a:pt x="1370" y="120"/>
                      <a:pt x="1377" y="107"/>
                    </a:cubicBezTo>
                    <a:cubicBezTo>
                      <a:pt x="1384" y="96"/>
                      <a:pt x="1390" y="84"/>
                      <a:pt x="1397" y="71"/>
                    </a:cubicBezTo>
                    <a:cubicBezTo>
                      <a:pt x="1404" y="59"/>
                      <a:pt x="1411" y="47"/>
                      <a:pt x="1419" y="35"/>
                    </a:cubicBezTo>
                    <a:cubicBezTo>
                      <a:pt x="1422" y="30"/>
                      <a:pt x="1426" y="25"/>
                      <a:pt x="1430" y="21"/>
                    </a:cubicBezTo>
                    <a:cubicBezTo>
                      <a:pt x="1434" y="16"/>
                      <a:pt x="1438" y="11"/>
                      <a:pt x="1443" y="7"/>
                    </a:cubicBezTo>
                    <a:cubicBezTo>
                      <a:pt x="1445" y="5"/>
                      <a:pt x="1448" y="3"/>
                      <a:pt x="1451" y="1"/>
                    </a:cubicBezTo>
                    <a:cubicBezTo>
                      <a:pt x="1453" y="1"/>
                      <a:pt x="1454" y="1"/>
                      <a:pt x="1456" y="1"/>
                    </a:cubicBezTo>
                    <a:cubicBezTo>
                      <a:pt x="1458" y="0"/>
                      <a:pt x="1460" y="0"/>
                      <a:pt x="1462" y="1"/>
                    </a:cubicBezTo>
                    <a:cubicBezTo>
                      <a:pt x="1468" y="1"/>
                      <a:pt x="1473" y="4"/>
                      <a:pt x="1478" y="6"/>
                    </a:cubicBezTo>
                    <a:cubicBezTo>
                      <a:pt x="1483" y="8"/>
                      <a:pt x="1488" y="11"/>
                      <a:pt x="1492" y="15"/>
                    </a:cubicBezTo>
                    <a:cubicBezTo>
                      <a:pt x="1503" y="23"/>
                      <a:pt x="1513" y="32"/>
                      <a:pt x="1523" y="42"/>
                    </a:cubicBezTo>
                    <a:cubicBezTo>
                      <a:pt x="1527" y="47"/>
                      <a:pt x="1532" y="52"/>
                      <a:pt x="1536" y="57"/>
                    </a:cubicBezTo>
                    <a:cubicBezTo>
                      <a:pt x="1541" y="64"/>
                      <a:pt x="1545" y="70"/>
                      <a:pt x="1549" y="77"/>
                    </a:cubicBezTo>
                    <a:cubicBezTo>
                      <a:pt x="1557" y="88"/>
                      <a:pt x="1563" y="99"/>
                      <a:pt x="1569" y="111"/>
                    </a:cubicBezTo>
                    <a:cubicBezTo>
                      <a:pt x="1574" y="123"/>
                      <a:pt x="1580" y="135"/>
                      <a:pt x="1584" y="148"/>
                    </a:cubicBezTo>
                    <a:cubicBezTo>
                      <a:pt x="1595" y="174"/>
                      <a:pt x="1604" y="201"/>
                      <a:pt x="1615" y="226"/>
                    </a:cubicBezTo>
                    <a:lnTo>
                      <a:pt x="1615" y="225"/>
                    </a:lnTo>
                    <a:cubicBezTo>
                      <a:pt x="1627" y="252"/>
                      <a:pt x="1639" y="279"/>
                      <a:pt x="1648" y="308"/>
                    </a:cubicBezTo>
                    <a:cubicBezTo>
                      <a:pt x="1650" y="314"/>
                      <a:pt x="1652" y="321"/>
                      <a:pt x="1654" y="328"/>
                    </a:cubicBezTo>
                    <a:cubicBezTo>
                      <a:pt x="1656" y="335"/>
                      <a:pt x="1658" y="342"/>
                      <a:pt x="1659" y="350"/>
                    </a:cubicBezTo>
                    <a:cubicBezTo>
                      <a:pt x="1662" y="364"/>
                      <a:pt x="1665" y="378"/>
                      <a:pt x="1667" y="392"/>
                    </a:cubicBezTo>
                    <a:cubicBezTo>
                      <a:pt x="1669" y="406"/>
                      <a:pt x="1671" y="421"/>
                      <a:pt x="1674" y="435"/>
                    </a:cubicBezTo>
                    <a:cubicBezTo>
                      <a:pt x="1677" y="450"/>
                      <a:pt x="1681" y="465"/>
                      <a:pt x="1685" y="479"/>
                    </a:cubicBezTo>
                    <a:cubicBezTo>
                      <a:pt x="1692" y="508"/>
                      <a:pt x="1701" y="537"/>
                      <a:pt x="1708" y="566"/>
                    </a:cubicBezTo>
                    <a:cubicBezTo>
                      <a:pt x="1712" y="580"/>
                      <a:pt x="1715" y="596"/>
                      <a:pt x="1719" y="610"/>
                    </a:cubicBezTo>
                    <a:cubicBezTo>
                      <a:pt x="1722" y="625"/>
                      <a:pt x="1725" y="639"/>
                      <a:pt x="1728" y="654"/>
                    </a:cubicBezTo>
                    <a:cubicBezTo>
                      <a:pt x="1734" y="683"/>
                      <a:pt x="1742" y="712"/>
                      <a:pt x="1749" y="740"/>
                    </a:cubicBezTo>
                    <a:cubicBezTo>
                      <a:pt x="1757" y="769"/>
                      <a:pt x="1764" y="798"/>
                      <a:pt x="1770" y="828"/>
                    </a:cubicBezTo>
                    <a:cubicBezTo>
                      <a:pt x="1775" y="857"/>
                      <a:pt x="1779" y="887"/>
                      <a:pt x="1783" y="917"/>
                    </a:cubicBezTo>
                    <a:cubicBezTo>
                      <a:pt x="1788" y="952"/>
                      <a:pt x="1793" y="987"/>
                      <a:pt x="1798" y="1022"/>
                    </a:cubicBezTo>
                    <a:cubicBezTo>
                      <a:pt x="1798" y="1021"/>
                      <a:pt x="1798" y="1020"/>
                      <a:pt x="1798" y="1020"/>
                    </a:cubicBezTo>
                    <a:cubicBezTo>
                      <a:pt x="1799" y="1031"/>
                      <a:pt x="1801" y="1042"/>
                      <a:pt x="1803" y="1053"/>
                    </a:cubicBezTo>
                    <a:cubicBezTo>
                      <a:pt x="1805" y="1064"/>
                      <a:pt x="1808" y="1075"/>
                      <a:pt x="1809" y="1086"/>
                    </a:cubicBezTo>
                    <a:cubicBezTo>
                      <a:pt x="1812" y="1108"/>
                      <a:pt x="1815" y="1130"/>
                      <a:pt x="1819" y="1151"/>
                    </a:cubicBezTo>
                    <a:lnTo>
                      <a:pt x="1819" y="1152"/>
                    </a:lnTo>
                    <a:lnTo>
                      <a:pt x="1819" y="1153"/>
                    </a:lnTo>
                    <a:lnTo>
                      <a:pt x="1819" y="1152"/>
                    </a:lnTo>
                    <a:cubicBezTo>
                      <a:pt x="1820" y="1161"/>
                      <a:pt x="1822" y="1169"/>
                      <a:pt x="1823" y="1178"/>
                    </a:cubicBezTo>
                    <a:cubicBezTo>
                      <a:pt x="1825" y="1186"/>
                      <a:pt x="1827" y="1196"/>
                      <a:pt x="1829" y="1204"/>
                    </a:cubicBezTo>
                    <a:cubicBezTo>
                      <a:pt x="1839" y="1236"/>
                      <a:pt x="1851" y="1269"/>
                      <a:pt x="1862" y="1300"/>
                    </a:cubicBezTo>
                    <a:cubicBezTo>
                      <a:pt x="1868" y="1316"/>
                      <a:pt x="1873" y="1332"/>
                      <a:pt x="1879" y="1348"/>
                    </a:cubicBezTo>
                    <a:cubicBezTo>
                      <a:pt x="1884" y="1365"/>
                      <a:pt x="1889" y="1382"/>
                      <a:pt x="1893" y="1398"/>
                    </a:cubicBezTo>
                    <a:cubicBezTo>
                      <a:pt x="1898" y="1413"/>
                      <a:pt x="1903" y="1428"/>
                      <a:pt x="1908" y="1442"/>
                    </a:cubicBezTo>
                    <a:cubicBezTo>
                      <a:pt x="1914" y="1456"/>
                      <a:pt x="1919" y="1470"/>
                      <a:pt x="1925" y="1483"/>
                    </a:cubicBezTo>
                    <a:lnTo>
                      <a:pt x="1925" y="1482"/>
                    </a:lnTo>
                    <a:cubicBezTo>
                      <a:pt x="1932" y="1499"/>
                      <a:pt x="1940" y="1515"/>
                      <a:pt x="1948" y="1531"/>
                    </a:cubicBezTo>
                    <a:cubicBezTo>
                      <a:pt x="1956" y="1546"/>
                      <a:pt x="1965" y="1562"/>
                      <a:pt x="1974" y="1577"/>
                    </a:cubicBezTo>
                    <a:cubicBezTo>
                      <a:pt x="1979" y="1585"/>
                      <a:pt x="1985" y="1593"/>
                      <a:pt x="1992" y="1601"/>
                    </a:cubicBezTo>
                    <a:cubicBezTo>
                      <a:pt x="1991" y="1601"/>
                      <a:pt x="1991" y="1601"/>
                      <a:pt x="1990" y="1600"/>
                    </a:cubicBezTo>
                    <a:cubicBezTo>
                      <a:pt x="1994" y="1604"/>
                      <a:pt x="1997" y="1608"/>
                      <a:pt x="2000" y="1612"/>
                    </a:cubicBezTo>
                    <a:cubicBezTo>
                      <a:pt x="2001" y="1612"/>
                      <a:pt x="2001" y="1612"/>
                      <a:pt x="2002" y="1612"/>
                    </a:cubicBezTo>
                    <a:lnTo>
                      <a:pt x="2002" y="1613"/>
                    </a:lnTo>
                    <a:cubicBezTo>
                      <a:pt x="2002" y="1613"/>
                      <a:pt x="2002" y="1612"/>
                      <a:pt x="2003" y="1612"/>
                    </a:cubicBezTo>
                    <a:lnTo>
                      <a:pt x="2004" y="1612"/>
                    </a:lnTo>
                    <a:cubicBezTo>
                      <a:pt x="2006" y="1611"/>
                      <a:pt x="2007" y="1610"/>
                      <a:pt x="2009" y="1609"/>
                    </a:cubicBezTo>
                    <a:cubicBezTo>
                      <a:pt x="2012" y="1606"/>
                      <a:pt x="2016" y="1602"/>
                      <a:pt x="2019" y="1599"/>
                    </a:cubicBezTo>
                    <a:cubicBezTo>
                      <a:pt x="2024" y="1595"/>
                      <a:pt x="2028" y="1590"/>
                      <a:pt x="2033" y="1585"/>
                    </a:cubicBezTo>
                    <a:cubicBezTo>
                      <a:pt x="2041" y="1579"/>
                      <a:pt x="2048" y="1572"/>
                      <a:pt x="2055" y="1565"/>
                    </a:cubicBezTo>
                    <a:cubicBezTo>
                      <a:pt x="2058" y="1562"/>
                      <a:pt x="2062" y="1558"/>
                      <a:pt x="2065" y="1553"/>
                    </a:cubicBezTo>
                    <a:cubicBezTo>
                      <a:pt x="2069" y="1548"/>
                      <a:pt x="2074" y="1544"/>
                      <a:pt x="2078" y="1539"/>
                    </a:cubicBezTo>
                    <a:cubicBezTo>
                      <a:pt x="2088" y="1528"/>
                      <a:pt x="2098" y="1518"/>
                      <a:pt x="2106" y="1507"/>
                    </a:cubicBezTo>
                    <a:cubicBezTo>
                      <a:pt x="2112" y="1499"/>
                      <a:pt x="2118" y="1491"/>
                      <a:pt x="2122" y="1483"/>
                    </a:cubicBezTo>
                    <a:cubicBezTo>
                      <a:pt x="2125" y="1478"/>
                      <a:pt x="2127" y="1473"/>
                      <a:pt x="2130" y="1468"/>
                    </a:cubicBezTo>
                    <a:cubicBezTo>
                      <a:pt x="2132" y="1462"/>
                      <a:pt x="2135" y="1456"/>
                      <a:pt x="2137" y="1450"/>
                    </a:cubicBezTo>
                    <a:cubicBezTo>
                      <a:pt x="2138" y="1446"/>
                      <a:pt x="2140" y="1442"/>
                      <a:pt x="2141" y="1438"/>
                    </a:cubicBezTo>
                    <a:cubicBezTo>
                      <a:pt x="2143" y="1433"/>
                      <a:pt x="2144" y="1428"/>
                      <a:pt x="2145" y="1424"/>
                    </a:cubicBezTo>
                    <a:cubicBezTo>
                      <a:pt x="2145" y="1424"/>
                      <a:pt x="2145" y="1423"/>
                      <a:pt x="2145" y="1422"/>
                    </a:cubicBezTo>
                    <a:cubicBezTo>
                      <a:pt x="2154" y="1382"/>
                      <a:pt x="2165" y="1342"/>
                      <a:pt x="2175" y="1302"/>
                    </a:cubicBezTo>
                    <a:cubicBezTo>
                      <a:pt x="2180" y="1282"/>
                      <a:pt x="2185" y="1263"/>
                      <a:pt x="2190" y="1243"/>
                    </a:cubicBezTo>
                    <a:cubicBezTo>
                      <a:pt x="2194" y="1233"/>
                      <a:pt x="2197" y="1222"/>
                      <a:pt x="2200" y="1211"/>
                    </a:cubicBezTo>
                    <a:cubicBezTo>
                      <a:pt x="2203" y="1200"/>
                      <a:pt x="2205" y="1190"/>
                      <a:pt x="2208" y="1179"/>
                    </a:cubicBezTo>
                    <a:cubicBezTo>
                      <a:pt x="2215" y="1149"/>
                      <a:pt x="2222" y="1119"/>
                      <a:pt x="2228" y="1089"/>
                    </a:cubicBezTo>
                    <a:cubicBezTo>
                      <a:pt x="2232" y="1073"/>
                      <a:pt x="2235" y="1056"/>
                      <a:pt x="2239" y="1040"/>
                    </a:cubicBezTo>
                    <a:cubicBezTo>
                      <a:pt x="2242" y="1026"/>
                      <a:pt x="2244" y="1012"/>
                      <a:pt x="2247" y="997"/>
                    </a:cubicBezTo>
                    <a:cubicBezTo>
                      <a:pt x="2250" y="983"/>
                      <a:pt x="2253" y="969"/>
                      <a:pt x="2256" y="954"/>
                    </a:cubicBezTo>
                    <a:cubicBezTo>
                      <a:pt x="2258" y="939"/>
                      <a:pt x="2260" y="924"/>
                      <a:pt x="2263" y="909"/>
                    </a:cubicBezTo>
                    <a:cubicBezTo>
                      <a:pt x="2267" y="878"/>
                      <a:pt x="2274" y="848"/>
                      <a:pt x="2281" y="819"/>
                    </a:cubicBezTo>
                    <a:cubicBezTo>
                      <a:pt x="2282" y="814"/>
                      <a:pt x="2284" y="809"/>
                      <a:pt x="2285" y="805"/>
                    </a:cubicBezTo>
                    <a:lnTo>
                      <a:pt x="2285" y="804"/>
                    </a:lnTo>
                    <a:cubicBezTo>
                      <a:pt x="2292" y="776"/>
                      <a:pt x="2298" y="748"/>
                      <a:pt x="2304" y="720"/>
                    </a:cubicBezTo>
                    <a:cubicBezTo>
                      <a:pt x="2308" y="705"/>
                      <a:pt x="2311" y="691"/>
                      <a:pt x="2316" y="676"/>
                    </a:cubicBezTo>
                    <a:cubicBezTo>
                      <a:pt x="2319" y="661"/>
                      <a:pt x="2323" y="647"/>
                      <a:pt x="2326" y="632"/>
                    </a:cubicBezTo>
                    <a:cubicBezTo>
                      <a:pt x="2332" y="604"/>
                      <a:pt x="2338" y="575"/>
                      <a:pt x="2345" y="547"/>
                    </a:cubicBezTo>
                    <a:cubicBezTo>
                      <a:pt x="2348" y="532"/>
                      <a:pt x="2352" y="517"/>
                      <a:pt x="2356" y="502"/>
                    </a:cubicBezTo>
                    <a:cubicBezTo>
                      <a:pt x="2360" y="488"/>
                      <a:pt x="2365" y="474"/>
                      <a:pt x="2369" y="459"/>
                    </a:cubicBezTo>
                    <a:cubicBezTo>
                      <a:pt x="2373" y="444"/>
                      <a:pt x="2378" y="429"/>
                      <a:pt x="2383" y="413"/>
                    </a:cubicBezTo>
                    <a:cubicBezTo>
                      <a:pt x="2387" y="400"/>
                      <a:pt x="2391" y="387"/>
                      <a:pt x="2395" y="374"/>
                    </a:cubicBezTo>
                    <a:cubicBezTo>
                      <a:pt x="2399" y="360"/>
                      <a:pt x="2403" y="346"/>
                      <a:pt x="2407" y="332"/>
                    </a:cubicBezTo>
                    <a:cubicBezTo>
                      <a:pt x="2412" y="318"/>
                      <a:pt x="2417" y="303"/>
                      <a:pt x="2422" y="289"/>
                    </a:cubicBezTo>
                    <a:cubicBezTo>
                      <a:pt x="2427" y="273"/>
                      <a:pt x="2434" y="257"/>
                      <a:pt x="2440" y="240"/>
                    </a:cubicBezTo>
                    <a:cubicBezTo>
                      <a:pt x="2446" y="227"/>
                      <a:pt x="2450" y="214"/>
                      <a:pt x="2455" y="201"/>
                    </a:cubicBezTo>
                    <a:cubicBezTo>
                      <a:pt x="2460" y="188"/>
                      <a:pt x="2466" y="176"/>
                      <a:pt x="2472" y="163"/>
                    </a:cubicBezTo>
                    <a:cubicBezTo>
                      <a:pt x="2479" y="150"/>
                      <a:pt x="2485" y="137"/>
                      <a:pt x="2493" y="124"/>
                    </a:cubicBezTo>
                    <a:cubicBezTo>
                      <a:pt x="2500" y="111"/>
                      <a:pt x="2507" y="99"/>
                      <a:pt x="2514" y="86"/>
                    </a:cubicBezTo>
                    <a:cubicBezTo>
                      <a:pt x="2522" y="75"/>
                      <a:pt x="2529" y="63"/>
                      <a:pt x="2536" y="51"/>
                    </a:cubicBezTo>
                    <a:cubicBezTo>
                      <a:pt x="2539" y="46"/>
                      <a:pt x="2543" y="40"/>
                      <a:pt x="2546" y="35"/>
                    </a:cubicBezTo>
                    <a:cubicBezTo>
                      <a:pt x="2549" y="32"/>
                      <a:pt x="2552" y="28"/>
                      <a:pt x="2556" y="25"/>
                    </a:cubicBezTo>
                    <a:cubicBezTo>
                      <a:pt x="2559" y="23"/>
                      <a:pt x="2562" y="21"/>
                      <a:pt x="2566" y="18"/>
                    </a:cubicBezTo>
                    <a:cubicBezTo>
                      <a:pt x="2571" y="15"/>
                      <a:pt x="2577" y="12"/>
                      <a:pt x="2582" y="10"/>
                    </a:cubicBezTo>
                    <a:cubicBezTo>
                      <a:pt x="2585" y="10"/>
                      <a:pt x="2588" y="9"/>
                      <a:pt x="2591" y="8"/>
                    </a:cubicBezTo>
                    <a:cubicBezTo>
                      <a:pt x="2595" y="8"/>
                      <a:pt x="2597" y="8"/>
                      <a:pt x="2600" y="8"/>
                    </a:cubicBezTo>
                    <a:cubicBezTo>
                      <a:pt x="2603" y="8"/>
                      <a:pt x="2607" y="8"/>
                      <a:pt x="2610" y="9"/>
                    </a:cubicBezTo>
                    <a:cubicBezTo>
                      <a:pt x="2613" y="10"/>
                      <a:pt x="2615" y="10"/>
                      <a:pt x="2617" y="11"/>
                    </a:cubicBezTo>
                    <a:cubicBezTo>
                      <a:pt x="2624" y="12"/>
                      <a:pt x="2630" y="15"/>
                      <a:pt x="2637" y="17"/>
                    </a:cubicBezTo>
                    <a:cubicBezTo>
                      <a:pt x="2643" y="20"/>
                      <a:pt x="2649" y="23"/>
                      <a:pt x="2655" y="26"/>
                    </a:cubicBezTo>
                    <a:cubicBezTo>
                      <a:pt x="2673" y="37"/>
                      <a:pt x="2688" y="52"/>
                      <a:pt x="2701" y="69"/>
                    </a:cubicBezTo>
                    <a:cubicBezTo>
                      <a:pt x="2707" y="78"/>
                      <a:pt x="2713" y="88"/>
                      <a:pt x="2717" y="99"/>
                    </a:cubicBezTo>
                    <a:cubicBezTo>
                      <a:pt x="2721" y="108"/>
                      <a:pt x="2724" y="117"/>
                      <a:pt x="2726" y="127"/>
                    </a:cubicBezTo>
                    <a:cubicBezTo>
                      <a:pt x="2739" y="170"/>
                      <a:pt x="2749" y="213"/>
                      <a:pt x="2761" y="256"/>
                    </a:cubicBezTo>
                    <a:cubicBezTo>
                      <a:pt x="2765" y="269"/>
                      <a:pt x="2769" y="283"/>
                      <a:pt x="2774" y="296"/>
                    </a:cubicBezTo>
                    <a:cubicBezTo>
                      <a:pt x="2778" y="310"/>
                      <a:pt x="2783" y="324"/>
                      <a:pt x="2787" y="338"/>
                    </a:cubicBezTo>
                    <a:cubicBezTo>
                      <a:pt x="2795" y="364"/>
                      <a:pt x="2802" y="392"/>
                      <a:pt x="2809" y="419"/>
                    </a:cubicBezTo>
                    <a:cubicBezTo>
                      <a:pt x="2813" y="433"/>
                      <a:pt x="2817" y="448"/>
                      <a:pt x="2820" y="462"/>
                    </a:cubicBezTo>
                    <a:cubicBezTo>
                      <a:pt x="2824" y="476"/>
                      <a:pt x="2827" y="490"/>
                      <a:pt x="2828" y="504"/>
                    </a:cubicBezTo>
                    <a:cubicBezTo>
                      <a:pt x="2832" y="532"/>
                      <a:pt x="2835" y="559"/>
                      <a:pt x="2839" y="587"/>
                    </a:cubicBezTo>
                    <a:cubicBezTo>
                      <a:pt x="2842" y="601"/>
                      <a:pt x="2844" y="615"/>
                      <a:pt x="2848" y="629"/>
                    </a:cubicBezTo>
                    <a:cubicBezTo>
                      <a:pt x="2852" y="643"/>
                      <a:pt x="2856" y="657"/>
                      <a:pt x="2860" y="671"/>
                    </a:cubicBezTo>
                    <a:cubicBezTo>
                      <a:pt x="2864" y="685"/>
                      <a:pt x="2867" y="699"/>
                      <a:pt x="2871" y="714"/>
                    </a:cubicBezTo>
                    <a:cubicBezTo>
                      <a:pt x="2875" y="727"/>
                      <a:pt x="2878" y="741"/>
                      <a:pt x="2883" y="754"/>
                    </a:cubicBezTo>
                    <a:cubicBezTo>
                      <a:pt x="2887" y="769"/>
                      <a:pt x="2890" y="783"/>
                      <a:pt x="2894" y="798"/>
                    </a:cubicBezTo>
                    <a:cubicBezTo>
                      <a:pt x="2896" y="812"/>
                      <a:pt x="2899" y="827"/>
                      <a:pt x="2902" y="841"/>
                    </a:cubicBezTo>
                    <a:cubicBezTo>
                      <a:pt x="2909" y="871"/>
                      <a:pt x="2917" y="902"/>
                      <a:pt x="2924" y="932"/>
                    </a:cubicBezTo>
                    <a:cubicBezTo>
                      <a:pt x="2927" y="945"/>
                      <a:pt x="2930" y="959"/>
                      <a:pt x="2933" y="972"/>
                    </a:cubicBezTo>
                    <a:cubicBezTo>
                      <a:pt x="2936" y="986"/>
                      <a:pt x="2938" y="1000"/>
                      <a:pt x="2940" y="1015"/>
                    </a:cubicBezTo>
                    <a:cubicBezTo>
                      <a:pt x="2944" y="1043"/>
                      <a:pt x="2948" y="1070"/>
                      <a:pt x="2951" y="1098"/>
                    </a:cubicBezTo>
                    <a:cubicBezTo>
                      <a:pt x="2952" y="1104"/>
                      <a:pt x="2947" y="1109"/>
                      <a:pt x="2942" y="1110"/>
                    </a:cubicBezTo>
                    <a:cubicBezTo>
                      <a:pt x="2936" y="1110"/>
                      <a:pt x="2931" y="1105"/>
                      <a:pt x="2931" y="1100"/>
                    </a:cubicBezTo>
                    <a:cubicBezTo>
                      <a:pt x="2929" y="1084"/>
                      <a:pt x="2927" y="1068"/>
                      <a:pt x="2925" y="1052"/>
                    </a:cubicBezTo>
                    <a:cubicBezTo>
                      <a:pt x="2923" y="1037"/>
                      <a:pt x="2920" y="1021"/>
                      <a:pt x="2918" y="1005"/>
                    </a:cubicBezTo>
                    <a:cubicBezTo>
                      <a:pt x="2916" y="991"/>
                      <a:pt x="2914" y="977"/>
                      <a:pt x="2911" y="963"/>
                    </a:cubicBezTo>
                    <a:cubicBezTo>
                      <a:pt x="2908" y="949"/>
                      <a:pt x="2905" y="935"/>
                      <a:pt x="2901" y="921"/>
                    </a:cubicBezTo>
                    <a:cubicBezTo>
                      <a:pt x="2894" y="890"/>
                      <a:pt x="2886" y="861"/>
                      <a:pt x="2880" y="830"/>
                    </a:cubicBezTo>
                    <a:cubicBezTo>
                      <a:pt x="2877" y="816"/>
                      <a:pt x="2874" y="801"/>
                      <a:pt x="2870" y="787"/>
                    </a:cubicBezTo>
                    <a:cubicBezTo>
                      <a:pt x="2867" y="772"/>
                      <a:pt x="2863" y="758"/>
                      <a:pt x="2859" y="742"/>
                    </a:cubicBezTo>
                    <a:cubicBezTo>
                      <a:pt x="2851" y="715"/>
                      <a:pt x="2843" y="688"/>
                      <a:pt x="2836" y="660"/>
                    </a:cubicBezTo>
                    <a:cubicBezTo>
                      <a:pt x="2832" y="647"/>
                      <a:pt x="2828" y="635"/>
                      <a:pt x="2825" y="621"/>
                    </a:cubicBezTo>
                    <a:cubicBezTo>
                      <a:pt x="2822" y="608"/>
                      <a:pt x="2820" y="595"/>
                      <a:pt x="2818" y="582"/>
                    </a:cubicBezTo>
                    <a:cubicBezTo>
                      <a:pt x="2817" y="569"/>
                      <a:pt x="2815" y="555"/>
                      <a:pt x="2813" y="542"/>
                    </a:cubicBezTo>
                    <a:cubicBezTo>
                      <a:pt x="2812" y="529"/>
                      <a:pt x="2810" y="515"/>
                      <a:pt x="2808" y="501"/>
                    </a:cubicBezTo>
                    <a:lnTo>
                      <a:pt x="2808" y="502"/>
                    </a:lnTo>
                    <a:cubicBezTo>
                      <a:pt x="2808" y="501"/>
                      <a:pt x="2808" y="501"/>
                      <a:pt x="2808" y="501"/>
                    </a:cubicBezTo>
                    <a:cubicBezTo>
                      <a:pt x="2806" y="490"/>
                      <a:pt x="2804" y="478"/>
                      <a:pt x="2801" y="466"/>
                    </a:cubicBezTo>
                    <a:cubicBezTo>
                      <a:pt x="2798" y="454"/>
                      <a:pt x="2795" y="442"/>
                      <a:pt x="2792" y="430"/>
                    </a:cubicBezTo>
                    <a:cubicBezTo>
                      <a:pt x="2786" y="407"/>
                      <a:pt x="2779" y="384"/>
                      <a:pt x="2773" y="360"/>
                    </a:cubicBezTo>
                    <a:cubicBezTo>
                      <a:pt x="2767" y="340"/>
                      <a:pt x="2760" y="320"/>
                      <a:pt x="2754" y="300"/>
                    </a:cubicBezTo>
                    <a:cubicBezTo>
                      <a:pt x="2748" y="282"/>
                      <a:pt x="2742" y="262"/>
                      <a:pt x="2737" y="243"/>
                    </a:cubicBezTo>
                    <a:cubicBezTo>
                      <a:pt x="2726" y="205"/>
                      <a:pt x="2717" y="167"/>
                      <a:pt x="2706" y="129"/>
                    </a:cubicBezTo>
                    <a:cubicBezTo>
                      <a:pt x="2706" y="128"/>
                      <a:pt x="2706" y="128"/>
                      <a:pt x="2706" y="128"/>
                    </a:cubicBezTo>
                    <a:cubicBezTo>
                      <a:pt x="2704" y="120"/>
                      <a:pt x="2701" y="113"/>
                      <a:pt x="2698" y="104"/>
                    </a:cubicBezTo>
                    <a:cubicBezTo>
                      <a:pt x="2695" y="100"/>
                      <a:pt x="2693" y="95"/>
                      <a:pt x="2691" y="91"/>
                    </a:cubicBezTo>
                    <a:cubicBezTo>
                      <a:pt x="2687" y="86"/>
                      <a:pt x="2684" y="81"/>
                      <a:pt x="2680" y="76"/>
                    </a:cubicBezTo>
                    <a:cubicBezTo>
                      <a:pt x="2675" y="70"/>
                      <a:pt x="2670" y="64"/>
                      <a:pt x="2664" y="58"/>
                    </a:cubicBezTo>
                    <a:cubicBezTo>
                      <a:pt x="2661" y="55"/>
                      <a:pt x="2658" y="52"/>
                      <a:pt x="2654" y="49"/>
                    </a:cubicBezTo>
                    <a:cubicBezTo>
                      <a:pt x="2652" y="48"/>
                      <a:pt x="2651" y="47"/>
                      <a:pt x="2649" y="46"/>
                    </a:cubicBezTo>
                    <a:cubicBezTo>
                      <a:pt x="2648" y="44"/>
                      <a:pt x="2646" y="44"/>
                      <a:pt x="2644" y="43"/>
                    </a:cubicBezTo>
                    <a:cubicBezTo>
                      <a:pt x="2639" y="40"/>
                      <a:pt x="2633" y="37"/>
                      <a:pt x="2627" y="35"/>
                    </a:cubicBezTo>
                    <a:cubicBezTo>
                      <a:pt x="2624" y="34"/>
                      <a:pt x="2621" y="33"/>
                      <a:pt x="2618" y="32"/>
                    </a:cubicBezTo>
                    <a:cubicBezTo>
                      <a:pt x="2615" y="31"/>
                      <a:pt x="2612" y="30"/>
                      <a:pt x="2609" y="29"/>
                    </a:cubicBezTo>
                    <a:cubicBezTo>
                      <a:pt x="2607" y="29"/>
                      <a:pt x="2606" y="29"/>
                      <a:pt x="2603" y="28"/>
                    </a:cubicBezTo>
                    <a:cubicBezTo>
                      <a:pt x="2604" y="28"/>
                      <a:pt x="2605" y="28"/>
                      <a:pt x="2605" y="29"/>
                    </a:cubicBezTo>
                    <a:cubicBezTo>
                      <a:pt x="2602" y="28"/>
                      <a:pt x="2599" y="28"/>
                      <a:pt x="2595" y="28"/>
                    </a:cubicBezTo>
                    <a:cubicBezTo>
                      <a:pt x="2596" y="28"/>
                      <a:pt x="2596" y="28"/>
                      <a:pt x="2597" y="28"/>
                    </a:cubicBezTo>
                    <a:cubicBezTo>
                      <a:pt x="2595" y="28"/>
                      <a:pt x="2594" y="28"/>
                      <a:pt x="2593" y="29"/>
                    </a:cubicBezTo>
                    <a:cubicBezTo>
                      <a:pt x="2594" y="29"/>
                      <a:pt x="2594" y="28"/>
                      <a:pt x="2594" y="28"/>
                    </a:cubicBezTo>
                    <a:cubicBezTo>
                      <a:pt x="2592" y="29"/>
                      <a:pt x="2590" y="29"/>
                      <a:pt x="2588" y="30"/>
                    </a:cubicBezTo>
                    <a:cubicBezTo>
                      <a:pt x="2586" y="30"/>
                      <a:pt x="2584" y="31"/>
                      <a:pt x="2582" y="32"/>
                    </a:cubicBezTo>
                    <a:cubicBezTo>
                      <a:pt x="2581" y="32"/>
                      <a:pt x="2579" y="33"/>
                      <a:pt x="2578" y="34"/>
                    </a:cubicBezTo>
                    <a:cubicBezTo>
                      <a:pt x="2575" y="36"/>
                      <a:pt x="2573" y="37"/>
                      <a:pt x="2570" y="39"/>
                    </a:cubicBezTo>
                    <a:cubicBezTo>
                      <a:pt x="2569" y="40"/>
                      <a:pt x="2567" y="42"/>
                      <a:pt x="2566" y="43"/>
                    </a:cubicBezTo>
                    <a:cubicBezTo>
                      <a:pt x="2565" y="44"/>
                      <a:pt x="2564" y="46"/>
                      <a:pt x="2563" y="47"/>
                    </a:cubicBezTo>
                    <a:cubicBezTo>
                      <a:pt x="2557" y="54"/>
                      <a:pt x="2553" y="62"/>
                      <a:pt x="2549" y="69"/>
                    </a:cubicBezTo>
                    <a:cubicBezTo>
                      <a:pt x="2544" y="76"/>
                      <a:pt x="2539" y="84"/>
                      <a:pt x="2535" y="91"/>
                    </a:cubicBezTo>
                    <a:cubicBezTo>
                      <a:pt x="2525" y="107"/>
                      <a:pt x="2515" y="123"/>
                      <a:pt x="2507" y="139"/>
                    </a:cubicBezTo>
                    <a:cubicBezTo>
                      <a:pt x="2500" y="151"/>
                      <a:pt x="2494" y="163"/>
                      <a:pt x="2488" y="175"/>
                    </a:cubicBezTo>
                    <a:cubicBezTo>
                      <a:pt x="2482" y="187"/>
                      <a:pt x="2476" y="200"/>
                      <a:pt x="2471" y="213"/>
                    </a:cubicBezTo>
                    <a:cubicBezTo>
                      <a:pt x="2468" y="223"/>
                      <a:pt x="2464" y="232"/>
                      <a:pt x="2461" y="241"/>
                    </a:cubicBezTo>
                    <a:cubicBezTo>
                      <a:pt x="2457" y="251"/>
                      <a:pt x="2453" y="261"/>
                      <a:pt x="2450" y="271"/>
                    </a:cubicBezTo>
                    <a:cubicBezTo>
                      <a:pt x="2446" y="281"/>
                      <a:pt x="2441" y="292"/>
                      <a:pt x="2438" y="302"/>
                    </a:cubicBezTo>
                    <a:cubicBezTo>
                      <a:pt x="2434" y="313"/>
                      <a:pt x="2430" y="324"/>
                      <a:pt x="2427" y="336"/>
                    </a:cubicBezTo>
                    <a:cubicBezTo>
                      <a:pt x="2420" y="357"/>
                      <a:pt x="2415" y="378"/>
                      <a:pt x="2408" y="399"/>
                    </a:cubicBezTo>
                    <a:cubicBezTo>
                      <a:pt x="2401" y="423"/>
                      <a:pt x="2394" y="445"/>
                      <a:pt x="2387" y="468"/>
                    </a:cubicBezTo>
                    <a:cubicBezTo>
                      <a:pt x="2380" y="490"/>
                      <a:pt x="2374" y="513"/>
                      <a:pt x="2368" y="535"/>
                    </a:cubicBezTo>
                    <a:lnTo>
                      <a:pt x="2368" y="534"/>
                    </a:lnTo>
                    <a:cubicBezTo>
                      <a:pt x="2368" y="535"/>
                      <a:pt x="2368" y="535"/>
                      <a:pt x="2368" y="535"/>
                    </a:cubicBezTo>
                    <a:cubicBezTo>
                      <a:pt x="2368" y="536"/>
                      <a:pt x="2368" y="536"/>
                      <a:pt x="2368" y="536"/>
                    </a:cubicBezTo>
                    <a:cubicBezTo>
                      <a:pt x="2360" y="568"/>
                      <a:pt x="2354" y="601"/>
                      <a:pt x="2346" y="633"/>
                    </a:cubicBezTo>
                    <a:cubicBezTo>
                      <a:pt x="2339" y="666"/>
                      <a:pt x="2330" y="698"/>
                      <a:pt x="2322" y="731"/>
                    </a:cubicBezTo>
                    <a:cubicBezTo>
                      <a:pt x="2318" y="749"/>
                      <a:pt x="2313" y="768"/>
                      <a:pt x="2309" y="787"/>
                    </a:cubicBezTo>
                    <a:cubicBezTo>
                      <a:pt x="2304" y="807"/>
                      <a:pt x="2299" y="828"/>
                      <a:pt x="2295" y="847"/>
                    </a:cubicBezTo>
                    <a:cubicBezTo>
                      <a:pt x="2291" y="862"/>
                      <a:pt x="2288" y="876"/>
                      <a:pt x="2285" y="890"/>
                    </a:cubicBezTo>
                    <a:cubicBezTo>
                      <a:pt x="2283" y="906"/>
                      <a:pt x="2281" y="921"/>
                      <a:pt x="2278" y="936"/>
                    </a:cubicBezTo>
                    <a:cubicBezTo>
                      <a:pt x="2276" y="952"/>
                      <a:pt x="2274" y="967"/>
                      <a:pt x="2271" y="983"/>
                    </a:cubicBezTo>
                    <a:cubicBezTo>
                      <a:pt x="2268" y="998"/>
                      <a:pt x="2265" y="1012"/>
                      <a:pt x="2261" y="1027"/>
                    </a:cubicBezTo>
                    <a:cubicBezTo>
                      <a:pt x="2255" y="1057"/>
                      <a:pt x="2249" y="1088"/>
                      <a:pt x="2242" y="1118"/>
                    </a:cubicBezTo>
                    <a:cubicBezTo>
                      <a:pt x="2236" y="1148"/>
                      <a:pt x="2230" y="1178"/>
                      <a:pt x="2222" y="1207"/>
                    </a:cubicBezTo>
                    <a:cubicBezTo>
                      <a:pt x="2220" y="1215"/>
                      <a:pt x="2218" y="1222"/>
                      <a:pt x="2215" y="1229"/>
                    </a:cubicBezTo>
                    <a:cubicBezTo>
                      <a:pt x="2213" y="1238"/>
                      <a:pt x="2211" y="1246"/>
                      <a:pt x="2208" y="1255"/>
                    </a:cubicBezTo>
                    <a:cubicBezTo>
                      <a:pt x="2204" y="1271"/>
                      <a:pt x="2199" y="1288"/>
                      <a:pt x="2195" y="1304"/>
                    </a:cubicBezTo>
                    <a:cubicBezTo>
                      <a:pt x="2191" y="1319"/>
                      <a:pt x="2188" y="1334"/>
                      <a:pt x="2184" y="1349"/>
                    </a:cubicBezTo>
                    <a:cubicBezTo>
                      <a:pt x="2180" y="1365"/>
                      <a:pt x="2176" y="1382"/>
                      <a:pt x="2172" y="1398"/>
                    </a:cubicBezTo>
                    <a:cubicBezTo>
                      <a:pt x="2168" y="1412"/>
                      <a:pt x="2166" y="1426"/>
                      <a:pt x="2162" y="1440"/>
                    </a:cubicBezTo>
                    <a:cubicBezTo>
                      <a:pt x="2158" y="1454"/>
                      <a:pt x="2153" y="1467"/>
                      <a:pt x="2147" y="1480"/>
                    </a:cubicBezTo>
                    <a:cubicBezTo>
                      <a:pt x="2140" y="1493"/>
                      <a:pt x="2134" y="1505"/>
                      <a:pt x="2125" y="1516"/>
                    </a:cubicBezTo>
                    <a:cubicBezTo>
                      <a:pt x="2117" y="1528"/>
                      <a:pt x="2106" y="1539"/>
                      <a:pt x="2097" y="1549"/>
                    </a:cubicBezTo>
                    <a:cubicBezTo>
                      <a:pt x="2092" y="1555"/>
                      <a:pt x="2088" y="1559"/>
                      <a:pt x="2083" y="1565"/>
                    </a:cubicBezTo>
                    <a:cubicBezTo>
                      <a:pt x="2078" y="1569"/>
                      <a:pt x="2074" y="1575"/>
                      <a:pt x="2070" y="1580"/>
                    </a:cubicBezTo>
                    <a:cubicBezTo>
                      <a:pt x="2062" y="1588"/>
                      <a:pt x="2052" y="1596"/>
                      <a:pt x="2044" y="1604"/>
                    </a:cubicBezTo>
                    <a:cubicBezTo>
                      <a:pt x="2039" y="1609"/>
                      <a:pt x="2034" y="1614"/>
                      <a:pt x="2029" y="1619"/>
                    </a:cubicBezTo>
                    <a:cubicBezTo>
                      <a:pt x="2027" y="1620"/>
                      <a:pt x="2024" y="1623"/>
                      <a:pt x="2022" y="1625"/>
                    </a:cubicBezTo>
                    <a:cubicBezTo>
                      <a:pt x="2018" y="1627"/>
                      <a:pt x="2014" y="1630"/>
                      <a:pt x="2010" y="1632"/>
                    </a:cubicBezTo>
                    <a:cubicBezTo>
                      <a:pt x="2007" y="1633"/>
                      <a:pt x="2003" y="1634"/>
                      <a:pt x="2000" y="1634"/>
                    </a:cubicBezTo>
                    <a:cubicBezTo>
                      <a:pt x="1997" y="1633"/>
                      <a:pt x="1996" y="1633"/>
                      <a:pt x="1994" y="1632"/>
                    </a:cubicBezTo>
                    <a:cubicBezTo>
                      <a:pt x="1992" y="1632"/>
                      <a:pt x="1990" y="1631"/>
                      <a:pt x="1989" y="1630"/>
                    </a:cubicBezTo>
                    <a:cubicBezTo>
                      <a:pt x="1986" y="1628"/>
                      <a:pt x="1984" y="1625"/>
                      <a:pt x="1982" y="1623"/>
                    </a:cubicBezTo>
                    <a:cubicBezTo>
                      <a:pt x="1979" y="1620"/>
                      <a:pt x="1977" y="1617"/>
                      <a:pt x="1975" y="1614"/>
                    </a:cubicBezTo>
                    <a:cubicBezTo>
                      <a:pt x="1969" y="1606"/>
                      <a:pt x="1963" y="1598"/>
                      <a:pt x="1957" y="1589"/>
                    </a:cubicBezTo>
                    <a:cubicBezTo>
                      <a:pt x="1954" y="1585"/>
                      <a:pt x="1953" y="1581"/>
                      <a:pt x="1950" y="1577"/>
                    </a:cubicBezTo>
                    <a:cubicBezTo>
                      <a:pt x="1947" y="1573"/>
                      <a:pt x="1944" y="1567"/>
                      <a:pt x="1942" y="1563"/>
                    </a:cubicBezTo>
                    <a:cubicBezTo>
                      <a:pt x="1936" y="1552"/>
                      <a:pt x="1930" y="1542"/>
                      <a:pt x="1925" y="1531"/>
                    </a:cubicBezTo>
                    <a:cubicBezTo>
                      <a:pt x="1920" y="1521"/>
                      <a:pt x="1915" y="1511"/>
                      <a:pt x="1911" y="1500"/>
                    </a:cubicBezTo>
                    <a:cubicBezTo>
                      <a:pt x="1906" y="1491"/>
                      <a:pt x="1902" y="1481"/>
                      <a:pt x="1898" y="1471"/>
                    </a:cubicBezTo>
                    <a:cubicBezTo>
                      <a:pt x="1894" y="1461"/>
                      <a:pt x="1890" y="1451"/>
                      <a:pt x="1886" y="1441"/>
                    </a:cubicBezTo>
                    <a:cubicBezTo>
                      <a:pt x="1883" y="1431"/>
                      <a:pt x="1879" y="1420"/>
                      <a:pt x="1876" y="1410"/>
                    </a:cubicBezTo>
                    <a:cubicBezTo>
                      <a:pt x="1873" y="1400"/>
                      <a:pt x="1870" y="1389"/>
                      <a:pt x="1867" y="1379"/>
                    </a:cubicBezTo>
                    <a:cubicBezTo>
                      <a:pt x="1862" y="1361"/>
                      <a:pt x="1855" y="1343"/>
                      <a:pt x="1849" y="1325"/>
                    </a:cubicBezTo>
                    <a:cubicBezTo>
                      <a:pt x="1843" y="1306"/>
                      <a:pt x="1836" y="1288"/>
                      <a:pt x="1829" y="1269"/>
                    </a:cubicBezTo>
                    <a:cubicBezTo>
                      <a:pt x="1826" y="1261"/>
                      <a:pt x="1824" y="1252"/>
                      <a:pt x="1821" y="1244"/>
                    </a:cubicBezTo>
                    <a:cubicBezTo>
                      <a:pt x="1818" y="1236"/>
                      <a:pt x="1815" y="1227"/>
                      <a:pt x="1813" y="1218"/>
                    </a:cubicBezTo>
                    <a:cubicBezTo>
                      <a:pt x="1810" y="1209"/>
                      <a:pt x="1807" y="1200"/>
                      <a:pt x="1805" y="1191"/>
                    </a:cubicBezTo>
                    <a:cubicBezTo>
                      <a:pt x="1803" y="1181"/>
                      <a:pt x="1802" y="1172"/>
                      <a:pt x="1800" y="1163"/>
                    </a:cubicBezTo>
                    <a:cubicBezTo>
                      <a:pt x="1800" y="1163"/>
                      <a:pt x="1801" y="1163"/>
                      <a:pt x="1801" y="1164"/>
                    </a:cubicBezTo>
                    <a:cubicBezTo>
                      <a:pt x="1800" y="1161"/>
                      <a:pt x="1799" y="1159"/>
                      <a:pt x="1799" y="1157"/>
                    </a:cubicBezTo>
                    <a:cubicBezTo>
                      <a:pt x="1799" y="1156"/>
                      <a:pt x="1799" y="1156"/>
                      <a:pt x="1799" y="1155"/>
                    </a:cubicBezTo>
                    <a:cubicBezTo>
                      <a:pt x="1796" y="1136"/>
                      <a:pt x="1794" y="1116"/>
                      <a:pt x="1791" y="1097"/>
                    </a:cubicBezTo>
                    <a:cubicBezTo>
                      <a:pt x="1788" y="1077"/>
                      <a:pt x="1784" y="1058"/>
                      <a:pt x="1781" y="1039"/>
                    </a:cubicBezTo>
                    <a:cubicBezTo>
                      <a:pt x="1778" y="1019"/>
                      <a:pt x="1775" y="999"/>
                      <a:pt x="1773" y="980"/>
                    </a:cubicBezTo>
                    <a:cubicBezTo>
                      <a:pt x="1767" y="938"/>
                      <a:pt x="1761" y="896"/>
                      <a:pt x="1755" y="854"/>
                    </a:cubicBezTo>
                    <a:lnTo>
                      <a:pt x="1755" y="853"/>
                    </a:lnTo>
                    <a:lnTo>
                      <a:pt x="1755" y="854"/>
                    </a:lnTo>
                    <a:cubicBezTo>
                      <a:pt x="1752" y="839"/>
                      <a:pt x="1749" y="825"/>
                      <a:pt x="1746" y="810"/>
                    </a:cubicBezTo>
                    <a:cubicBezTo>
                      <a:pt x="1743" y="795"/>
                      <a:pt x="1739" y="781"/>
                      <a:pt x="1736" y="766"/>
                    </a:cubicBezTo>
                    <a:cubicBezTo>
                      <a:pt x="1729" y="737"/>
                      <a:pt x="1721" y="709"/>
                      <a:pt x="1714" y="680"/>
                    </a:cubicBezTo>
                    <a:cubicBezTo>
                      <a:pt x="1707" y="651"/>
                      <a:pt x="1702" y="622"/>
                      <a:pt x="1695" y="593"/>
                    </a:cubicBezTo>
                    <a:cubicBezTo>
                      <a:pt x="1688" y="564"/>
                      <a:pt x="1681" y="536"/>
                      <a:pt x="1672" y="508"/>
                    </a:cubicBezTo>
                    <a:cubicBezTo>
                      <a:pt x="1667" y="490"/>
                      <a:pt x="1662" y="471"/>
                      <a:pt x="1658" y="452"/>
                    </a:cubicBezTo>
                    <a:cubicBezTo>
                      <a:pt x="1654" y="434"/>
                      <a:pt x="1651" y="415"/>
                      <a:pt x="1648" y="396"/>
                    </a:cubicBezTo>
                    <a:cubicBezTo>
                      <a:pt x="1648" y="397"/>
                      <a:pt x="1648" y="397"/>
                      <a:pt x="1648" y="397"/>
                    </a:cubicBezTo>
                    <a:cubicBezTo>
                      <a:pt x="1644" y="374"/>
                      <a:pt x="1640" y="350"/>
                      <a:pt x="1634" y="328"/>
                    </a:cubicBezTo>
                    <a:cubicBezTo>
                      <a:pt x="1630" y="316"/>
                      <a:pt x="1626" y="304"/>
                      <a:pt x="1622" y="293"/>
                    </a:cubicBezTo>
                    <a:cubicBezTo>
                      <a:pt x="1617" y="281"/>
                      <a:pt x="1612" y="269"/>
                      <a:pt x="1607" y="257"/>
                    </a:cubicBezTo>
                    <a:cubicBezTo>
                      <a:pt x="1607" y="258"/>
                      <a:pt x="1608" y="258"/>
                      <a:pt x="1608" y="258"/>
                    </a:cubicBezTo>
                    <a:cubicBezTo>
                      <a:pt x="1603" y="248"/>
                      <a:pt x="1598" y="238"/>
                      <a:pt x="1594" y="227"/>
                    </a:cubicBezTo>
                    <a:cubicBezTo>
                      <a:pt x="1589" y="216"/>
                      <a:pt x="1585" y="205"/>
                      <a:pt x="1580" y="194"/>
                    </a:cubicBezTo>
                    <a:cubicBezTo>
                      <a:pt x="1572" y="173"/>
                      <a:pt x="1564" y="151"/>
                      <a:pt x="1555" y="130"/>
                    </a:cubicBezTo>
                    <a:cubicBezTo>
                      <a:pt x="1549" y="117"/>
                      <a:pt x="1543" y="105"/>
                      <a:pt x="1536" y="93"/>
                    </a:cubicBezTo>
                    <a:cubicBezTo>
                      <a:pt x="1537" y="94"/>
                      <a:pt x="1537" y="94"/>
                      <a:pt x="1537" y="95"/>
                    </a:cubicBezTo>
                    <a:cubicBezTo>
                      <a:pt x="1537" y="94"/>
                      <a:pt x="1536" y="94"/>
                      <a:pt x="1536" y="93"/>
                    </a:cubicBezTo>
                    <a:cubicBezTo>
                      <a:pt x="1534" y="89"/>
                      <a:pt x="1531" y="85"/>
                      <a:pt x="1528" y="81"/>
                    </a:cubicBezTo>
                    <a:cubicBezTo>
                      <a:pt x="1525" y="76"/>
                      <a:pt x="1521" y="71"/>
                      <a:pt x="1518" y="67"/>
                    </a:cubicBezTo>
                    <a:cubicBezTo>
                      <a:pt x="1513" y="61"/>
                      <a:pt x="1507" y="55"/>
                      <a:pt x="1502" y="49"/>
                    </a:cubicBezTo>
                    <a:cubicBezTo>
                      <a:pt x="1499" y="46"/>
                      <a:pt x="1495" y="43"/>
                      <a:pt x="1491" y="40"/>
                    </a:cubicBezTo>
                    <a:cubicBezTo>
                      <a:pt x="1488" y="36"/>
                      <a:pt x="1484" y="33"/>
                      <a:pt x="1479" y="30"/>
                    </a:cubicBezTo>
                    <a:cubicBezTo>
                      <a:pt x="1477" y="28"/>
                      <a:pt x="1474" y="26"/>
                      <a:pt x="1472" y="25"/>
                    </a:cubicBezTo>
                    <a:cubicBezTo>
                      <a:pt x="1470" y="24"/>
                      <a:pt x="1468" y="23"/>
                      <a:pt x="1466" y="22"/>
                    </a:cubicBezTo>
                    <a:cubicBezTo>
                      <a:pt x="1465" y="22"/>
                      <a:pt x="1463" y="22"/>
                      <a:pt x="1462" y="21"/>
                    </a:cubicBezTo>
                    <a:cubicBezTo>
                      <a:pt x="1461" y="21"/>
                      <a:pt x="1461" y="21"/>
                      <a:pt x="1460" y="21"/>
                    </a:cubicBezTo>
                    <a:lnTo>
                      <a:pt x="1459" y="21"/>
                    </a:lnTo>
                    <a:lnTo>
                      <a:pt x="1458" y="21"/>
                    </a:lnTo>
                    <a:cubicBezTo>
                      <a:pt x="1457" y="22"/>
                      <a:pt x="1456" y="22"/>
                      <a:pt x="1456" y="23"/>
                    </a:cubicBezTo>
                    <a:cubicBezTo>
                      <a:pt x="1456" y="22"/>
                      <a:pt x="1456" y="22"/>
                      <a:pt x="1456" y="22"/>
                    </a:cubicBezTo>
                    <a:cubicBezTo>
                      <a:pt x="1454" y="24"/>
                      <a:pt x="1453" y="25"/>
                      <a:pt x="1451" y="28"/>
                    </a:cubicBezTo>
                    <a:cubicBezTo>
                      <a:pt x="1447" y="32"/>
                      <a:pt x="1443" y="36"/>
                      <a:pt x="1439" y="41"/>
                    </a:cubicBezTo>
                    <a:cubicBezTo>
                      <a:pt x="1430" y="54"/>
                      <a:pt x="1422" y="68"/>
                      <a:pt x="1414" y="82"/>
                    </a:cubicBezTo>
                    <a:cubicBezTo>
                      <a:pt x="1406" y="97"/>
                      <a:pt x="1398" y="111"/>
                      <a:pt x="1390" y="125"/>
                    </a:cubicBezTo>
                    <a:cubicBezTo>
                      <a:pt x="1380" y="144"/>
                      <a:pt x="1371" y="163"/>
                      <a:pt x="1362" y="182"/>
                    </a:cubicBezTo>
                    <a:cubicBezTo>
                      <a:pt x="1354" y="202"/>
                      <a:pt x="1346" y="222"/>
                      <a:pt x="1338" y="241"/>
                    </a:cubicBezTo>
                    <a:cubicBezTo>
                      <a:pt x="1333" y="255"/>
                      <a:pt x="1328" y="269"/>
                      <a:pt x="1324" y="284"/>
                    </a:cubicBezTo>
                    <a:cubicBezTo>
                      <a:pt x="1322" y="292"/>
                      <a:pt x="1320" y="301"/>
                      <a:pt x="1318" y="310"/>
                    </a:cubicBezTo>
                    <a:cubicBezTo>
                      <a:pt x="1316" y="318"/>
                      <a:pt x="1313" y="326"/>
                      <a:pt x="1311" y="334"/>
                    </a:cubicBezTo>
                    <a:cubicBezTo>
                      <a:pt x="1305" y="351"/>
                      <a:pt x="1299" y="368"/>
                      <a:pt x="1292" y="384"/>
                    </a:cubicBezTo>
                    <a:cubicBezTo>
                      <a:pt x="1286" y="402"/>
                      <a:pt x="1280" y="419"/>
                      <a:pt x="1274" y="437"/>
                    </a:cubicBezTo>
                    <a:cubicBezTo>
                      <a:pt x="1269" y="456"/>
                      <a:pt x="1263" y="476"/>
                      <a:pt x="1259" y="497"/>
                    </a:cubicBezTo>
                    <a:cubicBezTo>
                      <a:pt x="1259" y="496"/>
                      <a:pt x="1259" y="496"/>
                      <a:pt x="1259" y="496"/>
                    </a:cubicBezTo>
                    <a:cubicBezTo>
                      <a:pt x="1259" y="497"/>
                      <a:pt x="1259" y="497"/>
                      <a:pt x="1259" y="497"/>
                    </a:cubicBezTo>
                    <a:cubicBezTo>
                      <a:pt x="1258" y="498"/>
                      <a:pt x="1258" y="498"/>
                      <a:pt x="1258" y="498"/>
                    </a:cubicBezTo>
                    <a:cubicBezTo>
                      <a:pt x="1258" y="500"/>
                      <a:pt x="1258" y="502"/>
                      <a:pt x="1257" y="504"/>
                    </a:cubicBezTo>
                    <a:lnTo>
                      <a:pt x="1257" y="505"/>
                    </a:lnTo>
                    <a:cubicBezTo>
                      <a:pt x="1256" y="505"/>
                      <a:pt x="1256" y="505"/>
                      <a:pt x="1256" y="506"/>
                    </a:cubicBezTo>
                    <a:cubicBezTo>
                      <a:pt x="1251" y="532"/>
                      <a:pt x="1243" y="557"/>
                      <a:pt x="1237" y="582"/>
                    </a:cubicBezTo>
                    <a:cubicBezTo>
                      <a:pt x="1237" y="583"/>
                      <a:pt x="1236" y="584"/>
                      <a:pt x="1236" y="585"/>
                    </a:cubicBezTo>
                    <a:lnTo>
                      <a:pt x="1236" y="584"/>
                    </a:lnTo>
                    <a:cubicBezTo>
                      <a:pt x="1235" y="587"/>
                      <a:pt x="1235" y="589"/>
                      <a:pt x="1234" y="592"/>
                    </a:cubicBezTo>
                    <a:lnTo>
                      <a:pt x="1235" y="591"/>
                    </a:lnTo>
                    <a:cubicBezTo>
                      <a:pt x="1227" y="622"/>
                      <a:pt x="1223" y="654"/>
                      <a:pt x="1216" y="685"/>
                    </a:cubicBezTo>
                    <a:cubicBezTo>
                      <a:pt x="1212" y="700"/>
                      <a:pt x="1208" y="716"/>
                      <a:pt x="1203" y="731"/>
                    </a:cubicBezTo>
                    <a:cubicBezTo>
                      <a:pt x="1199" y="747"/>
                      <a:pt x="1195" y="762"/>
                      <a:pt x="1191" y="778"/>
                    </a:cubicBezTo>
                    <a:lnTo>
                      <a:pt x="1191" y="777"/>
                    </a:lnTo>
                    <a:lnTo>
                      <a:pt x="1191" y="778"/>
                    </a:lnTo>
                    <a:lnTo>
                      <a:pt x="1191" y="779"/>
                    </a:lnTo>
                    <a:lnTo>
                      <a:pt x="1191" y="778"/>
                    </a:lnTo>
                    <a:cubicBezTo>
                      <a:pt x="1188" y="793"/>
                      <a:pt x="1185" y="808"/>
                      <a:pt x="1182" y="822"/>
                    </a:cubicBezTo>
                    <a:cubicBezTo>
                      <a:pt x="1179" y="836"/>
                      <a:pt x="1176" y="849"/>
                      <a:pt x="1172" y="863"/>
                    </a:cubicBezTo>
                    <a:cubicBezTo>
                      <a:pt x="1166" y="892"/>
                      <a:pt x="1160" y="920"/>
                      <a:pt x="1156" y="949"/>
                    </a:cubicBezTo>
                    <a:cubicBezTo>
                      <a:pt x="1153" y="963"/>
                      <a:pt x="1151" y="977"/>
                      <a:pt x="1148" y="991"/>
                    </a:cubicBezTo>
                    <a:cubicBezTo>
                      <a:pt x="1145" y="1005"/>
                      <a:pt x="1142" y="1019"/>
                      <a:pt x="1140" y="1033"/>
                    </a:cubicBezTo>
                    <a:cubicBezTo>
                      <a:pt x="1137" y="1046"/>
                      <a:pt x="1135" y="1060"/>
                      <a:pt x="1132" y="1073"/>
                    </a:cubicBezTo>
                    <a:cubicBezTo>
                      <a:pt x="1129" y="1088"/>
                      <a:pt x="1126" y="1102"/>
                      <a:pt x="1123" y="1117"/>
                    </a:cubicBezTo>
                    <a:cubicBezTo>
                      <a:pt x="1117" y="1143"/>
                      <a:pt x="1112" y="1170"/>
                      <a:pt x="1107" y="1196"/>
                    </a:cubicBezTo>
                    <a:cubicBezTo>
                      <a:pt x="1104" y="1210"/>
                      <a:pt x="1101" y="1223"/>
                      <a:pt x="1097" y="1236"/>
                    </a:cubicBezTo>
                    <a:cubicBezTo>
                      <a:pt x="1093" y="1250"/>
                      <a:pt x="1089" y="1263"/>
                      <a:pt x="1085" y="1276"/>
                    </a:cubicBezTo>
                    <a:cubicBezTo>
                      <a:pt x="1081" y="1290"/>
                      <a:pt x="1077" y="1304"/>
                      <a:pt x="1073" y="1319"/>
                    </a:cubicBezTo>
                    <a:cubicBezTo>
                      <a:pt x="1069" y="1333"/>
                      <a:pt x="1066" y="1347"/>
                      <a:pt x="1062" y="1361"/>
                    </a:cubicBezTo>
                    <a:cubicBezTo>
                      <a:pt x="1055" y="1388"/>
                      <a:pt x="1044" y="1414"/>
                      <a:pt x="1034" y="1440"/>
                    </a:cubicBezTo>
                    <a:cubicBezTo>
                      <a:pt x="1028" y="1455"/>
                      <a:pt x="1023" y="1470"/>
                      <a:pt x="1016" y="1485"/>
                    </a:cubicBezTo>
                    <a:cubicBezTo>
                      <a:pt x="1013" y="1492"/>
                      <a:pt x="1010" y="1500"/>
                      <a:pt x="1007" y="1507"/>
                    </a:cubicBezTo>
                    <a:cubicBezTo>
                      <a:pt x="1003" y="1515"/>
                      <a:pt x="999" y="1523"/>
                      <a:pt x="995" y="1530"/>
                    </a:cubicBezTo>
                    <a:cubicBezTo>
                      <a:pt x="987" y="1543"/>
                      <a:pt x="979" y="1556"/>
                      <a:pt x="971" y="1569"/>
                    </a:cubicBezTo>
                    <a:cubicBezTo>
                      <a:pt x="963" y="1581"/>
                      <a:pt x="954" y="1594"/>
                      <a:pt x="945" y="1606"/>
                    </a:cubicBezTo>
                    <a:cubicBezTo>
                      <a:pt x="941" y="1611"/>
                      <a:pt x="937" y="1617"/>
                      <a:pt x="933" y="1622"/>
                    </a:cubicBezTo>
                    <a:cubicBezTo>
                      <a:pt x="928" y="1627"/>
                      <a:pt x="923" y="1633"/>
                      <a:pt x="917" y="1638"/>
                    </a:cubicBezTo>
                    <a:cubicBezTo>
                      <a:pt x="907" y="1647"/>
                      <a:pt x="896" y="1654"/>
                      <a:pt x="884" y="1659"/>
                    </a:cubicBezTo>
                    <a:cubicBezTo>
                      <a:pt x="881" y="1661"/>
                      <a:pt x="876" y="1663"/>
                      <a:pt x="872" y="1663"/>
                    </a:cubicBezTo>
                    <a:cubicBezTo>
                      <a:pt x="869" y="1663"/>
                      <a:pt x="868" y="1662"/>
                      <a:pt x="866" y="16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0" name="Google Shape;1530;p17"/>
              <p:cNvSpPr/>
              <p:nvPr/>
            </p:nvSpPr>
            <p:spPr>
              <a:xfrm>
                <a:off x="3239640" y="4519800"/>
                <a:ext cx="9360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260" h="25" extrusionOk="0">
                    <a:moveTo>
                      <a:pt x="0" y="15"/>
                    </a:moveTo>
                    <a:cubicBezTo>
                      <a:pt x="0" y="12"/>
                      <a:pt x="1" y="9"/>
                      <a:pt x="3" y="7"/>
                    </a:cubicBezTo>
                    <a:cubicBezTo>
                      <a:pt x="5" y="6"/>
                      <a:pt x="8" y="5"/>
                      <a:pt x="11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11" y="5"/>
                      <a:pt x="14" y="4"/>
                      <a:pt x="17" y="4"/>
                    </a:cubicBezTo>
                    <a:cubicBezTo>
                      <a:pt x="20" y="4"/>
                      <a:pt x="23" y="4"/>
                      <a:pt x="27" y="4"/>
                    </a:cubicBezTo>
                    <a:cubicBezTo>
                      <a:pt x="34" y="3"/>
                      <a:pt x="41" y="3"/>
                      <a:pt x="49" y="3"/>
                    </a:cubicBezTo>
                    <a:cubicBezTo>
                      <a:pt x="55" y="2"/>
                      <a:pt x="61" y="2"/>
                      <a:pt x="67" y="2"/>
                    </a:cubicBezTo>
                    <a:cubicBezTo>
                      <a:pt x="71" y="2"/>
                      <a:pt x="76" y="2"/>
                      <a:pt x="80" y="1"/>
                    </a:cubicBezTo>
                    <a:cubicBezTo>
                      <a:pt x="83" y="1"/>
                      <a:pt x="86" y="1"/>
                      <a:pt x="90" y="0"/>
                    </a:cubicBezTo>
                    <a:lnTo>
                      <a:pt x="91" y="0"/>
                    </a:lnTo>
                    <a:cubicBezTo>
                      <a:pt x="99" y="0"/>
                      <a:pt x="106" y="0"/>
                      <a:pt x="115" y="0"/>
                    </a:cubicBezTo>
                    <a:cubicBezTo>
                      <a:pt x="114" y="0"/>
                      <a:pt x="114" y="0"/>
                      <a:pt x="113" y="0"/>
                    </a:cubicBezTo>
                    <a:cubicBezTo>
                      <a:pt x="114" y="0"/>
                      <a:pt x="114" y="0"/>
                      <a:pt x="115" y="0"/>
                    </a:cubicBezTo>
                    <a:lnTo>
                      <a:pt x="114" y="0"/>
                    </a:lnTo>
                    <a:cubicBezTo>
                      <a:pt x="115" y="0"/>
                      <a:pt x="115" y="0"/>
                      <a:pt x="115" y="0"/>
                    </a:cubicBezTo>
                    <a:cubicBezTo>
                      <a:pt x="119" y="0"/>
                      <a:pt x="124" y="0"/>
                      <a:pt x="128" y="0"/>
                    </a:cubicBezTo>
                    <a:cubicBezTo>
                      <a:pt x="132" y="0"/>
                      <a:pt x="136" y="0"/>
                      <a:pt x="140" y="0"/>
                    </a:cubicBezTo>
                    <a:cubicBezTo>
                      <a:pt x="146" y="0"/>
                      <a:pt x="151" y="0"/>
                      <a:pt x="157" y="0"/>
                    </a:cubicBezTo>
                    <a:cubicBezTo>
                      <a:pt x="161" y="0"/>
                      <a:pt x="165" y="0"/>
                      <a:pt x="169" y="0"/>
                    </a:cubicBezTo>
                    <a:cubicBezTo>
                      <a:pt x="188" y="2"/>
                      <a:pt x="207" y="2"/>
                      <a:pt x="226" y="3"/>
                    </a:cubicBezTo>
                    <a:cubicBezTo>
                      <a:pt x="235" y="3"/>
                      <a:pt x="243" y="4"/>
                      <a:pt x="252" y="4"/>
                    </a:cubicBezTo>
                    <a:cubicBezTo>
                      <a:pt x="256" y="4"/>
                      <a:pt x="259" y="8"/>
                      <a:pt x="259" y="13"/>
                    </a:cubicBezTo>
                    <a:cubicBezTo>
                      <a:pt x="259" y="17"/>
                      <a:pt x="255" y="20"/>
                      <a:pt x="251" y="20"/>
                    </a:cubicBezTo>
                    <a:cubicBezTo>
                      <a:pt x="229" y="19"/>
                      <a:pt x="208" y="18"/>
                      <a:pt x="187" y="18"/>
                    </a:cubicBezTo>
                    <a:cubicBezTo>
                      <a:pt x="169" y="17"/>
                      <a:pt x="150" y="16"/>
                      <a:pt x="131" y="17"/>
                    </a:cubicBezTo>
                    <a:cubicBezTo>
                      <a:pt x="126" y="17"/>
                      <a:pt x="121" y="17"/>
                      <a:pt x="116" y="17"/>
                    </a:cubicBezTo>
                    <a:cubicBezTo>
                      <a:pt x="107" y="17"/>
                      <a:pt x="99" y="18"/>
                      <a:pt x="90" y="18"/>
                    </a:cubicBezTo>
                    <a:cubicBezTo>
                      <a:pt x="81" y="18"/>
                      <a:pt x="73" y="19"/>
                      <a:pt x="64" y="20"/>
                    </a:cubicBezTo>
                    <a:cubicBezTo>
                      <a:pt x="55" y="20"/>
                      <a:pt x="46" y="21"/>
                      <a:pt x="38" y="21"/>
                    </a:cubicBezTo>
                    <a:cubicBezTo>
                      <a:pt x="30" y="22"/>
                      <a:pt x="21" y="23"/>
                      <a:pt x="12" y="23"/>
                    </a:cubicBezTo>
                    <a:lnTo>
                      <a:pt x="12" y="24"/>
                    </a:lnTo>
                    <a:lnTo>
                      <a:pt x="11" y="24"/>
                    </a:lnTo>
                    <a:cubicBezTo>
                      <a:pt x="11" y="24"/>
                      <a:pt x="10" y="24"/>
                      <a:pt x="9" y="24"/>
                    </a:cubicBezTo>
                    <a:cubicBezTo>
                      <a:pt x="4" y="24"/>
                      <a:pt x="0" y="20"/>
                      <a:pt x="0" y="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1" name="Google Shape;1531;p17"/>
              <p:cNvSpPr/>
              <p:nvPr/>
            </p:nvSpPr>
            <p:spPr>
              <a:xfrm>
                <a:off x="3366360" y="4518720"/>
                <a:ext cx="51840" cy="11520"/>
              </a:xfrm>
              <a:custGeom>
                <a:avLst/>
                <a:gdLst/>
                <a:ahLst/>
                <a:cxnLst/>
                <a:rect l="l" t="t" r="r" b="b"/>
                <a:pathLst>
                  <a:path w="144" h="32" extrusionOk="0">
                    <a:moveTo>
                      <a:pt x="133" y="31"/>
                    </a:moveTo>
                    <a:cubicBezTo>
                      <a:pt x="123" y="29"/>
                      <a:pt x="113" y="28"/>
                      <a:pt x="103" y="26"/>
                    </a:cubicBezTo>
                    <a:cubicBezTo>
                      <a:pt x="94" y="25"/>
                      <a:pt x="84" y="24"/>
                      <a:pt x="74" y="23"/>
                    </a:cubicBezTo>
                    <a:cubicBezTo>
                      <a:pt x="75" y="23"/>
                      <a:pt x="75" y="23"/>
                      <a:pt x="75" y="23"/>
                    </a:cubicBezTo>
                    <a:cubicBezTo>
                      <a:pt x="65" y="21"/>
                      <a:pt x="55" y="21"/>
                      <a:pt x="44" y="20"/>
                    </a:cubicBezTo>
                    <a:cubicBezTo>
                      <a:pt x="32" y="20"/>
                      <a:pt x="21" y="20"/>
                      <a:pt x="9" y="19"/>
                    </a:cubicBezTo>
                    <a:cubicBezTo>
                      <a:pt x="4" y="19"/>
                      <a:pt x="0" y="14"/>
                      <a:pt x="0" y="10"/>
                    </a:cubicBezTo>
                    <a:cubicBezTo>
                      <a:pt x="0" y="5"/>
                      <a:pt x="5" y="0"/>
                      <a:pt x="10" y="0"/>
                    </a:cubicBezTo>
                    <a:cubicBezTo>
                      <a:pt x="21" y="0"/>
                      <a:pt x="32" y="1"/>
                      <a:pt x="44" y="2"/>
                    </a:cubicBezTo>
                    <a:cubicBezTo>
                      <a:pt x="55" y="3"/>
                      <a:pt x="66" y="4"/>
                      <a:pt x="77" y="5"/>
                    </a:cubicBezTo>
                    <a:lnTo>
                      <a:pt x="76" y="5"/>
                    </a:lnTo>
                    <a:cubicBezTo>
                      <a:pt x="86" y="6"/>
                      <a:pt x="95" y="7"/>
                      <a:pt x="105" y="9"/>
                    </a:cubicBezTo>
                    <a:cubicBezTo>
                      <a:pt x="115" y="10"/>
                      <a:pt x="125" y="12"/>
                      <a:pt x="136" y="14"/>
                    </a:cubicBezTo>
                    <a:cubicBezTo>
                      <a:pt x="140" y="14"/>
                      <a:pt x="143" y="19"/>
                      <a:pt x="142" y="24"/>
                    </a:cubicBezTo>
                    <a:cubicBezTo>
                      <a:pt x="141" y="28"/>
                      <a:pt x="138" y="31"/>
                      <a:pt x="134" y="31"/>
                    </a:cubicBezTo>
                    <a:cubicBezTo>
                      <a:pt x="133" y="31"/>
                      <a:pt x="133" y="31"/>
                      <a:pt x="133" y="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2" name="Google Shape;1532;p17"/>
              <p:cNvSpPr/>
              <p:nvPr/>
            </p:nvSpPr>
            <p:spPr>
              <a:xfrm>
                <a:off x="3453480" y="4512960"/>
                <a:ext cx="7776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216" h="33" extrusionOk="0">
                    <a:moveTo>
                      <a:pt x="97" y="31"/>
                    </a:moveTo>
                    <a:cubicBezTo>
                      <a:pt x="93" y="30"/>
                      <a:pt x="88" y="30"/>
                      <a:pt x="83" y="30"/>
                    </a:cubicBezTo>
                    <a:cubicBezTo>
                      <a:pt x="75" y="29"/>
                      <a:pt x="66" y="29"/>
                      <a:pt x="57" y="28"/>
                    </a:cubicBezTo>
                    <a:cubicBezTo>
                      <a:pt x="48" y="26"/>
                      <a:pt x="38" y="25"/>
                      <a:pt x="29" y="23"/>
                    </a:cubicBezTo>
                    <a:cubicBezTo>
                      <a:pt x="22" y="22"/>
                      <a:pt x="15" y="21"/>
                      <a:pt x="8" y="19"/>
                    </a:cubicBezTo>
                    <a:cubicBezTo>
                      <a:pt x="3" y="18"/>
                      <a:pt x="0" y="14"/>
                      <a:pt x="0" y="8"/>
                    </a:cubicBezTo>
                    <a:cubicBezTo>
                      <a:pt x="1" y="2"/>
                      <a:pt x="7" y="0"/>
                      <a:pt x="12" y="1"/>
                    </a:cubicBezTo>
                    <a:cubicBezTo>
                      <a:pt x="16" y="2"/>
                      <a:pt x="21" y="3"/>
                      <a:pt x="25" y="4"/>
                    </a:cubicBezTo>
                    <a:cubicBezTo>
                      <a:pt x="37" y="7"/>
                      <a:pt x="49" y="9"/>
                      <a:pt x="62" y="11"/>
                    </a:cubicBezTo>
                    <a:cubicBezTo>
                      <a:pt x="61" y="11"/>
                      <a:pt x="61" y="11"/>
                      <a:pt x="61" y="11"/>
                    </a:cubicBezTo>
                    <a:lnTo>
                      <a:pt x="62" y="11"/>
                    </a:lnTo>
                    <a:lnTo>
                      <a:pt x="63" y="11"/>
                    </a:lnTo>
                    <a:cubicBezTo>
                      <a:pt x="62" y="11"/>
                      <a:pt x="62" y="11"/>
                      <a:pt x="62" y="11"/>
                    </a:cubicBezTo>
                    <a:cubicBezTo>
                      <a:pt x="63" y="11"/>
                      <a:pt x="64" y="11"/>
                      <a:pt x="64" y="11"/>
                    </a:cubicBezTo>
                    <a:lnTo>
                      <a:pt x="65" y="11"/>
                    </a:lnTo>
                    <a:lnTo>
                      <a:pt x="66" y="11"/>
                    </a:lnTo>
                    <a:lnTo>
                      <a:pt x="67" y="11"/>
                    </a:lnTo>
                    <a:cubicBezTo>
                      <a:pt x="68" y="11"/>
                      <a:pt x="69" y="11"/>
                      <a:pt x="71" y="11"/>
                    </a:cubicBezTo>
                    <a:lnTo>
                      <a:pt x="70" y="11"/>
                    </a:lnTo>
                    <a:cubicBezTo>
                      <a:pt x="71" y="12"/>
                      <a:pt x="72" y="12"/>
                      <a:pt x="74" y="12"/>
                    </a:cubicBezTo>
                    <a:cubicBezTo>
                      <a:pt x="74" y="12"/>
                      <a:pt x="75" y="12"/>
                      <a:pt x="76" y="12"/>
                    </a:cubicBezTo>
                    <a:cubicBezTo>
                      <a:pt x="75" y="12"/>
                      <a:pt x="75" y="12"/>
                      <a:pt x="75" y="12"/>
                    </a:cubicBezTo>
                    <a:lnTo>
                      <a:pt x="76" y="12"/>
                    </a:lnTo>
                    <a:cubicBezTo>
                      <a:pt x="77" y="12"/>
                      <a:pt x="78" y="12"/>
                      <a:pt x="78" y="12"/>
                    </a:cubicBezTo>
                    <a:lnTo>
                      <a:pt x="79" y="12"/>
                    </a:lnTo>
                    <a:lnTo>
                      <a:pt x="80" y="12"/>
                    </a:lnTo>
                    <a:lnTo>
                      <a:pt x="79" y="12"/>
                    </a:lnTo>
                    <a:cubicBezTo>
                      <a:pt x="93" y="14"/>
                      <a:pt x="106" y="15"/>
                      <a:pt x="120" y="15"/>
                    </a:cubicBezTo>
                    <a:cubicBezTo>
                      <a:pt x="134" y="15"/>
                      <a:pt x="148" y="14"/>
                      <a:pt x="161" y="14"/>
                    </a:cubicBezTo>
                    <a:cubicBezTo>
                      <a:pt x="168" y="14"/>
                      <a:pt x="175" y="14"/>
                      <a:pt x="181" y="14"/>
                    </a:cubicBezTo>
                    <a:cubicBezTo>
                      <a:pt x="182" y="14"/>
                      <a:pt x="182" y="14"/>
                      <a:pt x="182" y="14"/>
                    </a:cubicBezTo>
                    <a:lnTo>
                      <a:pt x="183" y="14"/>
                    </a:lnTo>
                    <a:cubicBezTo>
                      <a:pt x="182" y="14"/>
                      <a:pt x="182" y="14"/>
                      <a:pt x="182" y="14"/>
                    </a:cubicBezTo>
                    <a:cubicBezTo>
                      <a:pt x="183" y="14"/>
                      <a:pt x="184" y="14"/>
                      <a:pt x="185" y="14"/>
                    </a:cubicBezTo>
                    <a:lnTo>
                      <a:pt x="186" y="14"/>
                    </a:lnTo>
                    <a:cubicBezTo>
                      <a:pt x="185" y="14"/>
                      <a:pt x="185" y="14"/>
                      <a:pt x="185" y="14"/>
                    </a:cubicBezTo>
                    <a:cubicBezTo>
                      <a:pt x="187" y="14"/>
                      <a:pt x="187" y="14"/>
                      <a:pt x="188" y="14"/>
                    </a:cubicBezTo>
                    <a:lnTo>
                      <a:pt x="189" y="14"/>
                    </a:lnTo>
                    <a:lnTo>
                      <a:pt x="188" y="14"/>
                    </a:lnTo>
                    <a:cubicBezTo>
                      <a:pt x="189" y="14"/>
                      <a:pt x="190" y="14"/>
                      <a:pt x="191" y="14"/>
                    </a:cubicBezTo>
                    <a:cubicBezTo>
                      <a:pt x="192" y="14"/>
                      <a:pt x="192" y="14"/>
                      <a:pt x="192" y="13"/>
                    </a:cubicBezTo>
                    <a:cubicBezTo>
                      <a:pt x="193" y="13"/>
                      <a:pt x="193" y="13"/>
                      <a:pt x="194" y="13"/>
                    </a:cubicBezTo>
                    <a:lnTo>
                      <a:pt x="195" y="13"/>
                    </a:lnTo>
                    <a:lnTo>
                      <a:pt x="196" y="13"/>
                    </a:lnTo>
                    <a:lnTo>
                      <a:pt x="195" y="13"/>
                    </a:lnTo>
                    <a:lnTo>
                      <a:pt x="196" y="13"/>
                    </a:lnTo>
                    <a:cubicBezTo>
                      <a:pt x="195" y="13"/>
                      <a:pt x="195" y="13"/>
                      <a:pt x="195" y="13"/>
                    </a:cubicBezTo>
                    <a:cubicBezTo>
                      <a:pt x="196" y="13"/>
                      <a:pt x="196" y="13"/>
                      <a:pt x="196" y="13"/>
                    </a:cubicBezTo>
                    <a:cubicBezTo>
                      <a:pt x="200" y="13"/>
                      <a:pt x="203" y="13"/>
                      <a:pt x="206" y="13"/>
                    </a:cubicBezTo>
                    <a:cubicBezTo>
                      <a:pt x="210" y="13"/>
                      <a:pt x="214" y="16"/>
                      <a:pt x="215" y="21"/>
                    </a:cubicBezTo>
                    <a:cubicBezTo>
                      <a:pt x="215" y="25"/>
                      <a:pt x="212" y="29"/>
                      <a:pt x="208" y="29"/>
                    </a:cubicBezTo>
                    <a:cubicBezTo>
                      <a:pt x="199" y="29"/>
                      <a:pt x="191" y="30"/>
                      <a:pt x="182" y="30"/>
                    </a:cubicBezTo>
                    <a:lnTo>
                      <a:pt x="181" y="30"/>
                    </a:lnTo>
                    <a:cubicBezTo>
                      <a:pt x="175" y="30"/>
                      <a:pt x="168" y="30"/>
                      <a:pt x="162" y="30"/>
                    </a:cubicBezTo>
                    <a:cubicBezTo>
                      <a:pt x="161" y="30"/>
                      <a:pt x="161" y="30"/>
                      <a:pt x="161" y="30"/>
                    </a:cubicBezTo>
                    <a:cubicBezTo>
                      <a:pt x="159" y="30"/>
                      <a:pt x="157" y="30"/>
                      <a:pt x="156" y="30"/>
                    </a:cubicBezTo>
                    <a:cubicBezTo>
                      <a:pt x="156" y="30"/>
                      <a:pt x="155" y="30"/>
                      <a:pt x="154" y="31"/>
                    </a:cubicBezTo>
                    <a:lnTo>
                      <a:pt x="153" y="31"/>
                    </a:lnTo>
                    <a:lnTo>
                      <a:pt x="154" y="31"/>
                    </a:lnTo>
                    <a:cubicBezTo>
                      <a:pt x="153" y="31"/>
                      <a:pt x="153" y="31"/>
                      <a:pt x="152" y="31"/>
                    </a:cubicBezTo>
                    <a:cubicBezTo>
                      <a:pt x="151" y="31"/>
                      <a:pt x="150" y="31"/>
                      <a:pt x="149" y="31"/>
                    </a:cubicBezTo>
                    <a:cubicBezTo>
                      <a:pt x="148" y="31"/>
                      <a:pt x="148" y="31"/>
                      <a:pt x="147" y="31"/>
                    </a:cubicBezTo>
                    <a:cubicBezTo>
                      <a:pt x="146" y="31"/>
                      <a:pt x="145" y="31"/>
                      <a:pt x="144" y="31"/>
                    </a:cubicBezTo>
                    <a:lnTo>
                      <a:pt x="143" y="31"/>
                    </a:lnTo>
                    <a:cubicBezTo>
                      <a:pt x="133" y="31"/>
                      <a:pt x="122" y="32"/>
                      <a:pt x="111" y="32"/>
                    </a:cubicBezTo>
                    <a:cubicBezTo>
                      <a:pt x="107" y="32"/>
                      <a:pt x="102" y="31"/>
                      <a:pt x="97" y="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3" name="Google Shape;1533;p17"/>
              <p:cNvSpPr/>
              <p:nvPr/>
            </p:nvSpPr>
            <p:spPr>
              <a:xfrm>
                <a:off x="3582360" y="4517280"/>
                <a:ext cx="7380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205" h="22" extrusionOk="0">
                    <a:moveTo>
                      <a:pt x="196" y="21"/>
                    </a:moveTo>
                    <a:cubicBezTo>
                      <a:pt x="158" y="21"/>
                      <a:pt x="119" y="20"/>
                      <a:pt x="81" y="19"/>
                    </a:cubicBezTo>
                    <a:cubicBezTo>
                      <a:pt x="70" y="18"/>
                      <a:pt x="58" y="18"/>
                      <a:pt x="47" y="18"/>
                    </a:cubicBezTo>
                    <a:cubicBezTo>
                      <a:pt x="35" y="18"/>
                      <a:pt x="24" y="18"/>
                      <a:pt x="12" y="18"/>
                    </a:cubicBezTo>
                    <a:lnTo>
                      <a:pt x="11" y="18"/>
                    </a:lnTo>
                    <a:lnTo>
                      <a:pt x="12" y="18"/>
                    </a:lnTo>
                    <a:cubicBezTo>
                      <a:pt x="11" y="18"/>
                      <a:pt x="10" y="18"/>
                      <a:pt x="10" y="18"/>
                    </a:cubicBezTo>
                    <a:cubicBezTo>
                      <a:pt x="5" y="18"/>
                      <a:pt x="0" y="14"/>
                      <a:pt x="0" y="9"/>
                    </a:cubicBezTo>
                    <a:cubicBezTo>
                      <a:pt x="1" y="3"/>
                      <a:pt x="5" y="0"/>
                      <a:pt x="10" y="0"/>
                    </a:cubicBezTo>
                    <a:cubicBezTo>
                      <a:pt x="30" y="0"/>
                      <a:pt x="48" y="0"/>
                      <a:pt x="67" y="1"/>
                    </a:cubicBezTo>
                    <a:cubicBezTo>
                      <a:pt x="76" y="2"/>
                      <a:pt x="85" y="2"/>
                      <a:pt x="94" y="3"/>
                    </a:cubicBezTo>
                    <a:cubicBezTo>
                      <a:pt x="104" y="3"/>
                      <a:pt x="113" y="3"/>
                      <a:pt x="123" y="4"/>
                    </a:cubicBezTo>
                    <a:cubicBezTo>
                      <a:pt x="147" y="5"/>
                      <a:pt x="172" y="6"/>
                      <a:pt x="197" y="7"/>
                    </a:cubicBezTo>
                    <a:cubicBezTo>
                      <a:pt x="201" y="7"/>
                      <a:pt x="204" y="10"/>
                      <a:pt x="204" y="14"/>
                    </a:cubicBezTo>
                    <a:cubicBezTo>
                      <a:pt x="204" y="18"/>
                      <a:pt x="200" y="21"/>
                      <a:pt x="196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4" name="Google Shape;1534;p17"/>
              <p:cNvSpPr/>
              <p:nvPr/>
            </p:nvSpPr>
            <p:spPr>
              <a:xfrm>
                <a:off x="3713040" y="4516920"/>
                <a:ext cx="58320" cy="8280"/>
              </a:xfrm>
              <a:custGeom>
                <a:avLst/>
                <a:gdLst/>
                <a:ahLst/>
                <a:cxnLst/>
                <a:rect l="l" t="t" r="r" b="b"/>
                <a:pathLst>
                  <a:path w="162" h="23" extrusionOk="0">
                    <a:moveTo>
                      <a:pt x="153" y="22"/>
                    </a:moveTo>
                    <a:cubicBezTo>
                      <a:pt x="132" y="22"/>
                      <a:pt x="111" y="22"/>
                      <a:pt x="90" y="22"/>
                    </a:cubicBezTo>
                    <a:cubicBezTo>
                      <a:pt x="70" y="22"/>
                      <a:pt x="51" y="22"/>
                      <a:pt x="32" y="22"/>
                    </a:cubicBezTo>
                    <a:cubicBezTo>
                      <a:pt x="29" y="22"/>
                      <a:pt x="25" y="21"/>
                      <a:pt x="22" y="21"/>
                    </a:cubicBezTo>
                    <a:cubicBezTo>
                      <a:pt x="19" y="21"/>
                      <a:pt x="16" y="21"/>
                      <a:pt x="13" y="21"/>
                    </a:cubicBezTo>
                    <a:cubicBezTo>
                      <a:pt x="10" y="20"/>
                      <a:pt x="7" y="19"/>
                      <a:pt x="5" y="17"/>
                    </a:cubicBezTo>
                    <a:cubicBezTo>
                      <a:pt x="0" y="11"/>
                      <a:pt x="2" y="4"/>
                      <a:pt x="8" y="1"/>
                    </a:cubicBezTo>
                    <a:cubicBezTo>
                      <a:pt x="10" y="1"/>
                      <a:pt x="13" y="0"/>
                      <a:pt x="14" y="1"/>
                    </a:cubicBezTo>
                    <a:cubicBezTo>
                      <a:pt x="16" y="1"/>
                      <a:pt x="17" y="1"/>
                      <a:pt x="19" y="3"/>
                    </a:cubicBezTo>
                    <a:lnTo>
                      <a:pt x="20" y="3"/>
                    </a:lnTo>
                    <a:cubicBezTo>
                      <a:pt x="29" y="4"/>
                      <a:pt x="39" y="4"/>
                      <a:pt x="48" y="4"/>
                    </a:cubicBezTo>
                    <a:cubicBezTo>
                      <a:pt x="58" y="4"/>
                      <a:pt x="69" y="5"/>
                      <a:pt x="79" y="5"/>
                    </a:cubicBezTo>
                    <a:cubicBezTo>
                      <a:pt x="99" y="5"/>
                      <a:pt x="118" y="5"/>
                      <a:pt x="137" y="6"/>
                    </a:cubicBezTo>
                    <a:cubicBezTo>
                      <a:pt x="143" y="6"/>
                      <a:pt x="148" y="6"/>
                      <a:pt x="154" y="7"/>
                    </a:cubicBezTo>
                    <a:cubicBezTo>
                      <a:pt x="158" y="7"/>
                      <a:pt x="161" y="10"/>
                      <a:pt x="161" y="15"/>
                    </a:cubicBezTo>
                    <a:cubicBezTo>
                      <a:pt x="161" y="19"/>
                      <a:pt x="157" y="22"/>
                      <a:pt x="153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5" name="Google Shape;1535;p17"/>
              <p:cNvSpPr/>
              <p:nvPr/>
            </p:nvSpPr>
            <p:spPr>
              <a:xfrm>
                <a:off x="3821040" y="4516920"/>
                <a:ext cx="85680" cy="8280"/>
              </a:xfrm>
              <a:custGeom>
                <a:avLst/>
                <a:gdLst/>
                <a:ahLst/>
                <a:cxnLst/>
                <a:rect l="l" t="t" r="r" b="b"/>
                <a:pathLst>
                  <a:path w="238" h="23" extrusionOk="0">
                    <a:moveTo>
                      <a:pt x="228" y="22"/>
                    </a:moveTo>
                    <a:cubicBezTo>
                      <a:pt x="190" y="22"/>
                      <a:pt x="151" y="21"/>
                      <a:pt x="112" y="20"/>
                    </a:cubicBezTo>
                    <a:cubicBezTo>
                      <a:pt x="97" y="19"/>
                      <a:pt x="81" y="19"/>
                      <a:pt x="65" y="19"/>
                    </a:cubicBezTo>
                    <a:cubicBezTo>
                      <a:pt x="49" y="19"/>
                      <a:pt x="34" y="18"/>
                      <a:pt x="19" y="19"/>
                    </a:cubicBezTo>
                    <a:cubicBezTo>
                      <a:pt x="18" y="19"/>
                      <a:pt x="18" y="19"/>
                      <a:pt x="17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6" y="19"/>
                      <a:pt x="14" y="19"/>
                      <a:pt x="13" y="19"/>
                    </a:cubicBezTo>
                    <a:lnTo>
                      <a:pt x="12" y="19"/>
                    </a:lnTo>
                    <a:cubicBezTo>
                      <a:pt x="9" y="20"/>
                      <a:pt x="6" y="19"/>
                      <a:pt x="4" y="17"/>
                    </a:cubicBezTo>
                    <a:cubicBezTo>
                      <a:pt x="0" y="14"/>
                      <a:pt x="0" y="7"/>
                      <a:pt x="4" y="3"/>
                    </a:cubicBezTo>
                    <a:cubicBezTo>
                      <a:pt x="6" y="1"/>
                      <a:pt x="9" y="1"/>
                      <a:pt x="13" y="0"/>
                    </a:cubicBezTo>
                    <a:cubicBezTo>
                      <a:pt x="14" y="0"/>
                      <a:pt x="17" y="0"/>
                      <a:pt x="19" y="0"/>
                    </a:cubicBezTo>
                    <a:cubicBezTo>
                      <a:pt x="24" y="1"/>
                      <a:pt x="28" y="1"/>
                      <a:pt x="34" y="1"/>
                    </a:cubicBezTo>
                    <a:cubicBezTo>
                      <a:pt x="43" y="1"/>
                      <a:pt x="52" y="1"/>
                      <a:pt x="62" y="2"/>
                    </a:cubicBezTo>
                    <a:cubicBezTo>
                      <a:pt x="80" y="3"/>
                      <a:pt x="98" y="3"/>
                      <a:pt x="117" y="4"/>
                    </a:cubicBezTo>
                    <a:cubicBezTo>
                      <a:pt x="134" y="5"/>
                      <a:pt x="152" y="5"/>
                      <a:pt x="170" y="5"/>
                    </a:cubicBezTo>
                    <a:cubicBezTo>
                      <a:pt x="190" y="6"/>
                      <a:pt x="210" y="6"/>
                      <a:pt x="229" y="7"/>
                    </a:cubicBezTo>
                    <a:cubicBezTo>
                      <a:pt x="234" y="7"/>
                      <a:pt x="237" y="11"/>
                      <a:pt x="237" y="15"/>
                    </a:cubicBezTo>
                    <a:cubicBezTo>
                      <a:pt x="236" y="19"/>
                      <a:pt x="233" y="22"/>
                      <a:pt x="228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6" name="Google Shape;1536;p17"/>
              <p:cNvSpPr/>
              <p:nvPr/>
            </p:nvSpPr>
            <p:spPr>
              <a:xfrm>
                <a:off x="3949200" y="4516920"/>
                <a:ext cx="6444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179" h="22" extrusionOk="0">
                    <a:moveTo>
                      <a:pt x="169" y="21"/>
                    </a:moveTo>
                    <a:cubicBezTo>
                      <a:pt x="151" y="19"/>
                      <a:pt x="133" y="19"/>
                      <a:pt x="116" y="18"/>
                    </a:cubicBezTo>
                    <a:cubicBezTo>
                      <a:pt x="107" y="18"/>
                      <a:pt x="98" y="18"/>
                      <a:pt x="89" y="18"/>
                    </a:cubicBezTo>
                    <a:cubicBezTo>
                      <a:pt x="80" y="18"/>
                      <a:pt x="72" y="18"/>
                      <a:pt x="64" y="18"/>
                    </a:cubicBezTo>
                    <a:cubicBezTo>
                      <a:pt x="58" y="18"/>
                      <a:pt x="52" y="18"/>
                      <a:pt x="47" y="19"/>
                    </a:cubicBezTo>
                    <a:lnTo>
                      <a:pt x="48" y="19"/>
                    </a:lnTo>
                    <a:cubicBezTo>
                      <a:pt x="40" y="19"/>
                      <a:pt x="33" y="19"/>
                      <a:pt x="25" y="19"/>
                    </a:cubicBezTo>
                    <a:cubicBezTo>
                      <a:pt x="21" y="19"/>
                      <a:pt x="19" y="19"/>
                      <a:pt x="15" y="19"/>
                    </a:cubicBezTo>
                    <a:cubicBezTo>
                      <a:pt x="12" y="19"/>
                      <a:pt x="9" y="19"/>
                      <a:pt x="6" y="18"/>
                    </a:cubicBezTo>
                    <a:cubicBezTo>
                      <a:pt x="3" y="17"/>
                      <a:pt x="1" y="14"/>
                      <a:pt x="0" y="10"/>
                    </a:cubicBezTo>
                    <a:cubicBezTo>
                      <a:pt x="0" y="5"/>
                      <a:pt x="3" y="1"/>
                      <a:pt x="8" y="0"/>
                    </a:cubicBezTo>
                    <a:cubicBezTo>
                      <a:pt x="10" y="0"/>
                      <a:pt x="12" y="0"/>
                      <a:pt x="13" y="1"/>
                    </a:cubicBezTo>
                    <a:cubicBezTo>
                      <a:pt x="14" y="1"/>
                      <a:pt x="14" y="1"/>
                      <a:pt x="14" y="1"/>
                    </a:cubicBezTo>
                    <a:lnTo>
                      <a:pt x="13" y="1"/>
                    </a:lnTo>
                    <a:cubicBezTo>
                      <a:pt x="22" y="1"/>
                      <a:pt x="30" y="1"/>
                      <a:pt x="39" y="1"/>
                    </a:cubicBezTo>
                    <a:cubicBezTo>
                      <a:pt x="47" y="1"/>
                      <a:pt x="55" y="1"/>
                      <a:pt x="63" y="0"/>
                    </a:cubicBezTo>
                    <a:cubicBezTo>
                      <a:pt x="64" y="0"/>
                      <a:pt x="64" y="0"/>
                      <a:pt x="65" y="0"/>
                    </a:cubicBezTo>
                    <a:cubicBezTo>
                      <a:pt x="81" y="0"/>
                      <a:pt x="98" y="1"/>
                      <a:pt x="115" y="1"/>
                    </a:cubicBezTo>
                    <a:cubicBezTo>
                      <a:pt x="133" y="2"/>
                      <a:pt x="151" y="3"/>
                      <a:pt x="169" y="4"/>
                    </a:cubicBezTo>
                    <a:cubicBezTo>
                      <a:pt x="174" y="4"/>
                      <a:pt x="178" y="8"/>
                      <a:pt x="178" y="12"/>
                    </a:cubicBezTo>
                    <a:cubicBezTo>
                      <a:pt x="177" y="17"/>
                      <a:pt x="174" y="21"/>
                      <a:pt x="169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7" name="Google Shape;1537;p17"/>
              <p:cNvSpPr/>
              <p:nvPr/>
            </p:nvSpPr>
            <p:spPr>
              <a:xfrm>
                <a:off x="4045320" y="4518720"/>
                <a:ext cx="7272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02" h="24" extrusionOk="0">
                    <a:moveTo>
                      <a:pt x="193" y="23"/>
                    </a:moveTo>
                    <a:cubicBezTo>
                      <a:pt x="173" y="22"/>
                      <a:pt x="153" y="21"/>
                      <a:pt x="133" y="21"/>
                    </a:cubicBezTo>
                    <a:cubicBezTo>
                      <a:pt x="113" y="21"/>
                      <a:pt x="94" y="20"/>
                      <a:pt x="74" y="20"/>
                    </a:cubicBezTo>
                    <a:cubicBezTo>
                      <a:pt x="56" y="20"/>
                      <a:pt x="39" y="20"/>
                      <a:pt x="22" y="20"/>
                    </a:cubicBezTo>
                    <a:lnTo>
                      <a:pt x="21" y="20"/>
                    </a:lnTo>
                    <a:cubicBezTo>
                      <a:pt x="19" y="20"/>
                      <a:pt x="17" y="20"/>
                      <a:pt x="15" y="20"/>
                    </a:cubicBezTo>
                    <a:lnTo>
                      <a:pt x="16" y="20"/>
                    </a:lnTo>
                    <a:cubicBezTo>
                      <a:pt x="12" y="20"/>
                      <a:pt x="8" y="20"/>
                      <a:pt x="4" y="17"/>
                    </a:cubicBezTo>
                    <a:cubicBezTo>
                      <a:pt x="2" y="15"/>
                      <a:pt x="0" y="10"/>
                      <a:pt x="2" y="6"/>
                    </a:cubicBezTo>
                    <a:cubicBezTo>
                      <a:pt x="4" y="3"/>
                      <a:pt x="9" y="0"/>
                      <a:pt x="13" y="1"/>
                    </a:cubicBezTo>
                    <a:cubicBezTo>
                      <a:pt x="15" y="1"/>
                      <a:pt x="18" y="1"/>
                      <a:pt x="21" y="1"/>
                    </a:cubicBezTo>
                    <a:cubicBezTo>
                      <a:pt x="22" y="1"/>
                      <a:pt x="24" y="1"/>
                      <a:pt x="25" y="1"/>
                    </a:cubicBezTo>
                    <a:cubicBezTo>
                      <a:pt x="31" y="1"/>
                      <a:pt x="36" y="2"/>
                      <a:pt x="41" y="2"/>
                    </a:cubicBezTo>
                    <a:cubicBezTo>
                      <a:pt x="51" y="2"/>
                      <a:pt x="60" y="2"/>
                      <a:pt x="70" y="2"/>
                    </a:cubicBezTo>
                    <a:cubicBezTo>
                      <a:pt x="89" y="3"/>
                      <a:pt x="108" y="3"/>
                      <a:pt x="127" y="4"/>
                    </a:cubicBezTo>
                    <a:cubicBezTo>
                      <a:pt x="149" y="5"/>
                      <a:pt x="171" y="5"/>
                      <a:pt x="193" y="6"/>
                    </a:cubicBezTo>
                    <a:cubicBezTo>
                      <a:pt x="198" y="6"/>
                      <a:pt x="201" y="10"/>
                      <a:pt x="201" y="14"/>
                    </a:cubicBezTo>
                    <a:cubicBezTo>
                      <a:pt x="201" y="19"/>
                      <a:pt x="197" y="23"/>
                      <a:pt x="193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8" name="Google Shape;1538;p17"/>
              <p:cNvSpPr/>
              <p:nvPr/>
            </p:nvSpPr>
            <p:spPr>
              <a:xfrm>
                <a:off x="4172040" y="4516200"/>
                <a:ext cx="7668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13" h="24" extrusionOk="0">
                    <a:moveTo>
                      <a:pt x="47" y="23"/>
                    </a:moveTo>
                    <a:cubicBezTo>
                      <a:pt x="41" y="23"/>
                      <a:pt x="35" y="23"/>
                      <a:pt x="28" y="23"/>
                    </a:cubicBezTo>
                    <a:cubicBezTo>
                      <a:pt x="25" y="22"/>
                      <a:pt x="22" y="22"/>
                      <a:pt x="18" y="21"/>
                    </a:cubicBezTo>
                    <a:cubicBezTo>
                      <a:pt x="17" y="21"/>
                      <a:pt x="15" y="21"/>
                      <a:pt x="13" y="21"/>
                    </a:cubicBezTo>
                    <a:cubicBezTo>
                      <a:pt x="10" y="20"/>
                      <a:pt x="7" y="20"/>
                      <a:pt x="5" y="18"/>
                    </a:cubicBezTo>
                    <a:cubicBezTo>
                      <a:pt x="2" y="14"/>
                      <a:pt x="0" y="9"/>
                      <a:pt x="3" y="5"/>
                    </a:cubicBezTo>
                    <a:cubicBezTo>
                      <a:pt x="6" y="2"/>
                      <a:pt x="11" y="0"/>
                      <a:pt x="15" y="2"/>
                    </a:cubicBezTo>
                    <a:lnTo>
                      <a:pt x="16" y="2"/>
                    </a:lnTo>
                    <a:cubicBezTo>
                      <a:pt x="19" y="3"/>
                      <a:pt x="22" y="3"/>
                      <a:pt x="25" y="4"/>
                    </a:cubicBezTo>
                    <a:cubicBezTo>
                      <a:pt x="34" y="5"/>
                      <a:pt x="43" y="5"/>
                      <a:pt x="52" y="5"/>
                    </a:cubicBezTo>
                    <a:cubicBezTo>
                      <a:pt x="62" y="5"/>
                      <a:pt x="73" y="6"/>
                      <a:pt x="84" y="6"/>
                    </a:cubicBezTo>
                    <a:cubicBezTo>
                      <a:pt x="102" y="5"/>
                      <a:pt x="120" y="5"/>
                      <a:pt x="137" y="6"/>
                    </a:cubicBezTo>
                    <a:cubicBezTo>
                      <a:pt x="160" y="6"/>
                      <a:pt x="182" y="6"/>
                      <a:pt x="204" y="6"/>
                    </a:cubicBezTo>
                    <a:cubicBezTo>
                      <a:pt x="209" y="6"/>
                      <a:pt x="212" y="10"/>
                      <a:pt x="212" y="15"/>
                    </a:cubicBezTo>
                    <a:cubicBezTo>
                      <a:pt x="212" y="20"/>
                      <a:pt x="208" y="23"/>
                      <a:pt x="204" y="23"/>
                    </a:cubicBezTo>
                    <a:cubicBezTo>
                      <a:pt x="164" y="23"/>
                      <a:pt x="125" y="22"/>
                      <a:pt x="85" y="23"/>
                    </a:cubicBezTo>
                    <a:cubicBezTo>
                      <a:pt x="78" y="23"/>
                      <a:pt x="71" y="23"/>
                      <a:pt x="65" y="23"/>
                    </a:cubicBezTo>
                    <a:cubicBezTo>
                      <a:pt x="62" y="23"/>
                      <a:pt x="58" y="23"/>
                      <a:pt x="55" y="23"/>
                    </a:cubicBezTo>
                    <a:cubicBezTo>
                      <a:pt x="52" y="23"/>
                      <a:pt x="50" y="23"/>
                      <a:pt x="47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9" name="Google Shape;1539;p17"/>
              <p:cNvSpPr/>
              <p:nvPr/>
            </p:nvSpPr>
            <p:spPr>
              <a:xfrm>
                <a:off x="4273560" y="4516920"/>
                <a:ext cx="6804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189" h="22" extrusionOk="0">
                    <a:moveTo>
                      <a:pt x="5" y="19"/>
                    </a:moveTo>
                    <a:cubicBezTo>
                      <a:pt x="0" y="16"/>
                      <a:pt x="0" y="8"/>
                      <a:pt x="4" y="4"/>
                    </a:cubicBezTo>
                    <a:cubicBezTo>
                      <a:pt x="7" y="1"/>
                      <a:pt x="11" y="1"/>
                      <a:pt x="15" y="1"/>
                    </a:cubicBezTo>
                    <a:cubicBezTo>
                      <a:pt x="18" y="1"/>
                      <a:pt x="21" y="1"/>
                      <a:pt x="24" y="1"/>
                    </a:cubicBezTo>
                    <a:cubicBezTo>
                      <a:pt x="23" y="1"/>
                      <a:pt x="22" y="1"/>
                      <a:pt x="22" y="1"/>
                    </a:cubicBezTo>
                    <a:cubicBezTo>
                      <a:pt x="29" y="1"/>
                      <a:pt x="36" y="1"/>
                      <a:pt x="42" y="1"/>
                    </a:cubicBezTo>
                    <a:lnTo>
                      <a:pt x="43" y="1"/>
                    </a:lnTo>
                    <a:lnTo>
                      <a:pt x="44" y="1"/>
                    </a:lnTo>
                    <a:cubicBezTo>
                      <a:pt x="45" y="1"/>
                      <a:pt x="45" y="0"/>
                      <a:pt x="46" y="0"/>
                    </a:cubicBezTo>
                    <a:cubicBezTo>
                      <a:pt x="47" y="0"/>
                      <a:pt x="48" y="0"/>
                      <a:pt x="49" y="0"/>
                    </a:cubicBezTo>
                    <a:lnTo>
                      <a:pt x="50" y="0"/>
                    </a:lnTo>
                    <a:lnTo>
                      <a:pt x="49" y="0"/>
                    </a:lnTo>
                    <a:cubicBezTo>
                      <a:pt x="50" y="0"/>
                      <a:pt x="50" y="0"/>
                      <a:pt x="52" y="0"/>
                    </a:cubicBezTo>
                    <a:lnTo>
                      <a:pt x="51" y="0"/>
                    </a:lnTo>
                    <a:cubicBezTo>
                      <a:pt x="52" y="0"/>
                      <a:pt x="52" y="0"/>
                      <a:pt x="52" y="0"/>
                    </a:cubicBezTo>
                    <a:cubicBezTo>
                      <a:pt x="53" y="0"/>
                      <a:pt x="53" y="0"/>
                      <a:pt x="54" y="0"/>
                    </a:cubicBezTo>
                    <a:lnTo>
                      <a:pt x="55" y="0"/>
                    </a:lnTo>
                    <a:cubicBezTo>
                      <a:pt x="74" y="0"/>
                      <a:pt x="92" y="0"/>
                      <a:pt x="110" y="1"/>
                    </a:cubicBezTo>
                    <a:cubicBezTo>
                      <a:pt x="130" y="1"/>
                      <a:pt x="149" y="1"/>
                      <a:pt x="168" y="2"/>
                    </a:cubicBezTo>
                    <a:cubicBezTo>
                      <a:pt x="172" y="2"/>
                      <a:pt x="176" y="2"/>
                      <a:pt x="180" y="2"/>
                    </a:cubicBezTo>
                    <a:cubicBezTo>
                      <a:pt x="184" y="2"/>
                      <a:pt x="188" y="6"/>
                      <a:pt x="188" y="11"/>
                    </a:cubicBezTo>
                    <a:cubicBezTo>
                      <a:pt x="188" y="15"/>
                      <a:pt x="184" y="18"/>
                      <a:pt x="180" y="18"/>
                    </a:cubicBezTo>
                    <a:cubicBezTo>
                      <a:pt x="140" y="18"/>
                      <a:pt x="100" y="17"/>
                      <a:pt x="60" y="18"/>
                    </a:cubicBezTo>
                    <a:cubicBezTo>
                      <a:pt x="59" y="18"/>
                      <a:pt x="57" y="18"/>
                      <a:pt x="56" y="18"/>
                    </a:cubicBezTo>
                    <a:cubicBezTo>
                      <a:pt x="49" y="18"/>
                      <a:pt x="41" y="19"/>
                      <a:pt x="33" y="19"/>
                    </a:cubicBezTo>
                    <a:cubicBezTo>
                      <a:pt x="31" y="19"/>
                      <a:pt x="27" y="19"/>
                      <a:pt x="24" y="19"/>
                    </a:cubicBezTo>
                    <a:cubicBezTo>
                      <a:pt x="21" y="20"/>
                      <a:pt x="17" y="20"/>
                      <a:pt x="13" y="20"/>
                    </a:cubicBezTo>
                    <a:cubicBezTo>
                      <a:pt x="12" y="21"/>
                      <a:pt x="11" y="21"/>
                      <a:pt x="10" y="21"/>
                    </a:cubicBezTo>
                    <a:cubicBezTo>
                      <a:pt x="8" y="21"/>
                      <a:pt x="7" y="20"/>
                      <a:pt x="5" y="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0" name="Google Shape;1540;p17"/>
              <p:cNvSpPr/>
              <p:nvPr/>
            </p:nvSpPr>
            <p:spPr>
              <a:xfrm>
                <a:off x="4384080" y="4518360"/>
                <a:ext cx="6156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171" h="27" extrusionOk="0">
                    <a:moveTo>
                      <a:pt x="161" y="26"/>
                    </a:moveTo>
                    <a:cubicBezTo>
                      <a:pt x="140" y="25"/>
                      <a:pt x="120" y="24"/>
                      <a:pt x="99" y="24"/>
                    </a:cubicBezTo>
                    <a:cubicBezTo>
                      <a:pt x="80" y="22"/>
                      <a:pt x="61" y="21"/>
                      <a:pt x="42" y="21"/>
                    </a:cubicBezTo>
                    <a:cubicBezTo>
                      <a:pt x="36" y="20"/>
                      <a:pt x="31" y="20"/>
                      <a:pt x="25" y="20"/>
                    </a:cubicBezTo>
                    <a:cubicBezTo>
                      <a:pt x="20" y="20"/>
                      <a:pt x="15" y="19"/>
                      <a:pt x="11" y="19"/>
                    </a:cubicBezTo>
                    <a:cubicBezTo>
                      <a:pt x="6" y="20"/>
                      <a:pt x="1" y="16"/>
                      <a:pt x="0" y="11"/>
                    </a:cubicBezTo>
                    <a:cubicBezTo>
                      <a:pt x="0" y="8"/>
                      <a:pt x="1" y="6"/>
                      <a:pt x="3" y="4"/>
                    </a:cubicBezTo>
                    <a:cubicBezTo>
                      <a:pt x="4" y="1"/>
                      <a:pt x="7" y="1"/>
                      <a:pt x="9" y="0"/>
                    </a:cubicBezTo>
                    <a:cubicBezTo>
                      <a:pt x="11" y="0"/>
                      <a:pt x="14" y="0"/>
                      <a:pt x="16" y="1"/>
                    </a:cubicBezTo>
                    <a:cubicBezTo>
                      <a:pt x="18" y="1"/>
                      <a:pt x="20" y="1"/>
                      <a:pt x="22" y="1"/>
                    </a:cubicBezTo>
                    <a:cubicBezTo>
                      <a:pt x="27" y="1"/>
                      <a:pt x="32" y="2"/>
                      <a:pt x="36" y="2"/>
                    </a:cubicBezTo>
                    <a:cubicBezTo>
                      <a:pt x="46" y="3"/>
                      <a:pt x="55" y="3"/>
                      <a:pt x="65" y="4"/>
                    </a:cubicBezTo>
                    <a:cubicBezTo>
                      <a:pt x="85" y="6"/>
                      <a:pt x="106" y="7"/>
                      <a:pt x="126" y="7"/>
                    </a:cubicBezTo>
                    <a:cubicBezTo>
                      <a:pt x="138" y="8"/>
                      <a:pt x="150" y="8"/>
                      <a:pt x="162" y="9"/>
                    </a:cubicBezTo>
                    <a:cubicBezTo>
                      <a:pt x="166" y="9"/>
                      <a:pt x="170" y="13"/>
                      <a:pt x="169" y="18"/>
                    </a:cubicBezTo>
                    <a:cubicBezTo>
                      <a:pt x="169" y="22"/>
                      <a:pt x="166" y="26"/>
                      <a:pt x="161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1" name="Google Shape;1541;p17"/>
              <p:cNvSpPr/>
              <p:nvPr/>
            </p:nvSpPr>
            <p:spPr>
              <a:xfrm>
                <a:off x="4465800" y="4515840"/>
                <a:ext cx="63000" cy="11520"/>
              </a:xfrm>
              <a:custGeom>
                <a:avLst/>
                <a:gdLst/>
                <a:ahLst/>
                <a:cxnLst/>
                <a:rect l="l" t="t" r="r" b="b"/>
                <a:pathLst>
                  <a:path w="175" h="32" extrusionOk="0">
                    <a:moveTo>
                      <a:pt x="164" y="31"/>
                    </a:moveTo>
                    <a:cubicBezTo>
                      <a:pt x="125" y="29"/>
                      <a:pt x="85" y="28"/>
                      <a:pt x="45" y="24"/>
                    </a:cubicBezTo>
                    <a:cubicBezTo>
                      <a:pt x="33" y="22"/>
                      <a:pt x="20" y="22"/>
                      <a:pt x="8" y="20"/>
                    </a:cubicBezTo>
                    <a:cubicBezTo>
                      <a:pt x="3" y="18"/>
                      <a:pt x="0" y="14"/>
                      <a:pt x="1" y="8"/>
                    </a:cubicBezTo>
                    <a:cubicBezTo>
                      <a:pt x="1" y="4"/>
                      <a:pt x="6" y="0"/>
                      <a:pt x="11" y="1"/>
                    </a:cubicBezTo>
                    <a:cubicBezTo>
                      <a:pt x="24" y="4"/>
                      <a:pt x="37" y="5"/>
                      <a:pt x="50" y="6"/>
                    </a:cubicBezTo>
                    <a:cubicBezTo>
                      <a:pt x="55" y="7"/>
                      <a:pt x="61" y="7"/>
                      <a:pt x="66" y="8"/>
                    </a:cubicBezTo>
                    <a:cubicBezTo>
                      <a:pt x="67" y="8"/>
                      <a:pt x="67" y="8"/>
                      <a:pt x="67" y="8"/>
                    </a:cubicBezTo>
                    <a:cubicBezTo>
                      <a:pt x="99" y="11"/>
                      <a:pt x="132" y="12"/>
                      <a:pt x="165" y="14"/>
                    </a:cubicBezTo>
                    <a:cubicBezTo>
                      <a:pt x="170" y="14"/>
                      <a:pt x="174" y="18"/>
                      <a:pt x="173" y="22"/>
                    </a:cubicBezTo>
                    <a:cubicBezTo>
                      <a:pt x="173" y="27"/>
                      <a:pt x="169" y="31"/>
                      <a:pt x="165" y="31"/>
                    </a:cubicBezTo>
                    <a:cubicBezTo>
                      <a:pt x="164" y="31"/>
                      <a:pt x="164" y="31"/>
                      <a:pt x="164" y="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2" name="Google Shape;1542;p17"/>
              <p:cNvSpPr/>
              <p:nvPr/>
            </p:nvSpPr>
            <p:spPr>
              <a:xfrm>
                <a:off x="4482360" y="4501800"/>
                <a:ext cx="65880" cy="33840"/>
              </a:xfrm>
              <a:custGeom>
                <a:avLst/>
                <a:gdLst/>
                <a:ahLst/>
                <a:cxnLst/>
                <a:rect l="l" t="t" r="r" b="b"/>
                <a:pathLst>
                  <a:path w="183" h="94" extrusionOk="0">
                    <a:moveTo>
                      <a:pt x="69" y="88"/>
                    </a:moveTo>
                    <a:cubicBezTo>
                      <a:pt x="67" y="84"/>
                      <a:pt x="69" y="78"/>
                      <a:pt x="74" y="76"/>
                    </a:cubicBezTo>
                    <a:cubicBezTo>
                      <a:pt x="88" y="68"/>
                      <a:pt x="103" y="61"/>
                      <a:pt x="118" y="54"/>
                    </a:cubicBezTo>
                    <a:cubicBezTo>
                      <a:pt x="126" y="50"/>
                      <a:pt x="134" y="47"/>
                      <a:pt x="142" y="43"/>
                    </a:cubicBezTo>
                    <a:cubicBezTo>
                      <a:pt x="143" y="42"/>
                      <a:pt x="145" y="42"/>
                      <a:pt x="146" y="41"/>
                    </a:cubicBezTo>
                    <a:cubicBezTo>
                      <a:pt x="143" y="41"/>
                      <a:pt x="141" y="40"/>
                      <a:pt x="138" y="40"/>
                    </a:cubicBezTo>
                    <a:cubicBezTo>
                      <a:pt x="128" y="39"/>
                      <a:pt x="118" y="38"/>
                      <a:pt x="108" y="37"/>
                    </a:cubicBezTo>
                    <a:cubicBezTo>
                      <a:pt x="98" y="36"/>
                      <a:pt x="88" y="34"/>
                      <a:pt x="77" y="33"/>
                    </a:cubicBezTo>
                    <a:cubicBezTo>
                      <a:pt x="68" y="32"/>
                      <a:pt x="58" y="29"/>
                      <a:pt x="50" y="28"/>
                    </a:cubicBezTo>
                    <a:cubicBezTo>
                      <a:pt x="36" y="25"/>
                      <a:pt x="22" y="22"/>
                      <a:pt x="9" y="19"/>
                    </a:cubicBezTo>
                    <a:cubicBezTo>
                      <a:pt x="4" y="18"/>
                      <a:pt x="0" y="14"/>
                      <a:pt x="1" y="8"/>
                    </a:cubicBezTo>
                    <a:cubicBezTo>
                      <a:pt x="2" y="4"/>
                      <a:pt x="7" y="0"/>
                      <a:pt x="12" y="1"/>
                    </a:cubicBezTo>
                    <a:cubicBezTo>
                      <a:pt x="14" y="1"/>
                      <a:pt x="16" y="1"/>
                      <a:pt x="19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9" y="2"/>
                      <a:pt x="19" y="3"/>
                      <a:pt x="20" y="3"/>
                    </a:cubicBezTo>
                    <a:cubicBezTo>
                      <a:pt x="21" y="3"/>
                      <a:pt x="21" y="3"/>
                      <a:pt x="21" y="3"/>
                    </a:cubicBezTo>
                    <a:lnTo>
                      <a:pt x="22" y="3"/>
                    </a:lnTo>
                    <a:lnTo>
                      <a:pt x="23" y="3"/>
                    </a:lnTo>
                    <a:lnTo>
                      <a:pt x="22" y="3"/>
                    </a:lnTo>
                    <a:cubicBezTo>
                      <a:pt x="23" y="3"/>
                      <a:pt x="23" y="3"/>
                      <a:pt x="24" y="4"/>
                    </a:cubicBezTo>
                    <a:cubicBezTo>
                      <a:pt x="25" y="4"/>
                      <a:pt x="25" y="4"/>
                      <a:pt x="26" y="4"/>
                    </a:cubicBezTo>
                    <a:lnTo>
                      <a:pt x="27" y="4"/>
                    </a:lnTo>
                    <a:cubicBezTo>
                      <a:pt x="46" y="8"/>
                      <a:pt x="65" y="13"/>
                      <a:pt x="84" y="16"/>
                    </a:cubicBezTo>
                    <a:cubicBezTo>
                      <a:pt x="104" y="19"/>
                      <a:pt x="124" y="21"/>
                      <a:pt x="144" y="23"/>
                    </a:cubicBezTo>
                    <a:cubicBezTo>
                      <a:pt x="149" y="24"/>
                      <a:pt x="153" y="24"/>
                      <a:pt x="158" y="25"/>
                    </a:cubicBezTo>
                    <a:cubicBezTo>
                      <a:pt x="160" y="25"/>
                      <a:pt x="162" y="25"/>
                      <a:pt x="164" y="25"/>
                    </a:cubicBezTo>
                    <a:cubicBezTo>
                      <a:pt x="169" y="26"/>
                      <a:pt x="174" y="26"/>
                      <a:pt x="177" y="29"/>
                    </a:cubicBezTo>
                    <a:cubicBezTo>
                      <a:pt x="180" y="31"/>
                      <a:pt x="181" y="32"/>
                      <a:pt x="181" y="35"/>
                    </a:cubicBezTo>
                    <a:cubicBezTo>
                      <a:pt x="182" y="37"/>
                      <a:pt x="182" y="39"/>
                      <a:pt x="181" y="42"/>
                    </a:cubicBezTo>
                    <a:cubicBezTo>
                      <a:pt x="179" y="46"/>
                      <a:pt x="174" y="48"/>
                      <a:pt x="169" y="50"/>
                    </a:cubicBezTo>
                    <a:cubicBezTo>
                      <a:pt x="164" y="53"/>
                      <a:pt x="160" y="54"/>
                      <a:pt x="155" y="57"/>
                    </a:cubicBezTo>
                    <a:cubicBezTo>
                      <a:pt x="137" y="65"/>
                      <a:pt x="120" y="73"/>
                      <a:pt x="102" y="82"/>
                    </a:cubicBezTo>
                    <a:cubicBezTo>
                      <a:pt x="96" y="85"/>
                      <a:pt x="89" y="89"/>
                      <a:pt x="82" y="92"/>
                    </a:cubicBezTo>
                    <a:cubicBezTo>
                      <a:pt x="81" y="93"/>
                      <a:pt x="79" y="93"/>
                      <a:pt x="78" y="93"/>
                    </a:cubicBezTo>
                    <a:cubicBezTo>
                      <a:pt x="74" y="93"/>
                      <a:pt x="71" y="92"/>
                      <a:pt x="69" y="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3" name="Google Shape;1543;p17"/>
              <p:cNvSpPr/>
              <p:nvPr/>
            </p:nvSpPr>
            <p:spPr>
              <a:xfrm>
                <a:off x="4504680" y="4539600"/>
                <a:ext cx="21960" cy="50400"/>
              </a:xfrm>
              <a:custGeom>
                <a:avLst/>
                <a:gdLst/>
                <a:ahLst/>
                <a:cxnLst/>
                <a:rect l="l" t="t" r="r" b="b"/>
                <a:pathLst>
                  <a:path w="61" h="140" extrusionOk="0">
                    <a:moveTo>
                      <a:pt x="41" y="132"/>
                    </a:moveTo>
                    <a:cubicBezTo>
                      <a:pt x="39" y="122"/>
                      <a:pt x="37" y="114"/>
                      <a:pt x="35" y="105"/>
                    </a:cubicBezTo>
                    <a:cubicBezTo>
                      <a:pt x="33" y="97"/>
                      <a:pt x="31" y="90"/>
                      <a:pt x="28" y="82"/>
                    </a:cubicBezTo>
                    <a:cubicBezTo>
                      <a:pt x="25" y="74"/>
                      <a:pt x="21" y="67"/>
                      <a:pt x="18" y="59"/>
                    </a:cubicBezTo>
                    <a:cubicBezTo>
                      <a:pt x="15" y="51"/>
                      <a:pt x="12" y="43"/>
                      <a:pt x="10" y="35"/>
                    </a:cubicBezTo>
                    <a:cubicBezTo>
                      <a:pt x="7" y="28"/>
                      <a:pt x="5" y="21"/>
                      <a:pt x="2" y="14"/>
                    </a:cubicBezTo>
                    <a:cubicBezTo>
                      <a:pt x="0" y="9"/>
                      <a:pt x="3" y="3"/>
                      <a:pt x="8" y="1"/>
                    </a:cubicBezTo>
                    <a:cubicBezTo>
                      <a:pt x="13" y="0"/>
                      <a:pt x="18" y="2"/>
                      <a:pt x="20" y="8"/>
                    </a:cubicBezTo>
                    <a:lnTo>
                      <a:pt x="20" y="7"/>
                    </a:lnTo>
                    <a:lnTo>
                      <a:pt x="20" y="8"/>
                    </a:lnTo>
                    <a:cubicBezTo>
                      <a:pt x="21" y="11"/>
                      <a:pt x="22" y="14"/>
                      <a:pt x="23" y="17"/>
                    </a:cubicBezTo>
                    <a:cubicBezTo>
                      <a:pt x="24" y="22"/>
                      <a:pt x="25" y="26"/>
                      <a:pt x="27" y="30"/>
                    </a:cubicBezTo>
                    <a:cubicBezTo>
                      <a:pt x="28" y="35"/>
                      <a:pt x="30" y="39"/>
                      <a:pt x="31" y="43"/>
                    </a:cubicBezTo>
                    <a:cubicBezTo>
                      <a:pt x="35" y="52"/>
                      <a:pt x="39" y="61"/>
                      <a:pt x="42" y="70"/>
                    </a:cubicBezTo>
                    <a:cubicBezTo>
                      <a:pt x="49" y="89"/>
                      <a:pt x="54" y="109"/>
                      <a:pt x="59" y="128"/>
                    </a:cubicBezTo>
                    <a:cubicBezTo>
                      <a:pt x="60" y="132"/>
                      <a:pt x="57" y="138"/>
                      <a:pt x="52" y="139"/>
                    </a:cubicBezTo>
                    <a:cubicBezTo>
                      <a:pt x="52" y="139"/>
                      <a:pt x="51" y="139"/>
                      <a:pt x="50" y="139"/>
                    </a:cubicBezTo>
                    <a:cubicBezTo>
                      <a:pt x="46" y="139"/>
                      <a:pt x="42" y="136"/>
                      <a:pt x="41" y="1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4" name="Google Shape;1544;p17"/>
              <p:cNvSpPr/>
              <p:nvPr/>
            </p:nvSpPr>
            <p:spPr>
              <a:xfrm>
                <a:off x="4499280" y="4555080"/>
                <a:ext cx="47520" cy="2808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78" extrusionOk="0">
                    <a:moveTo>
                      <a:pt x="2" y="72"/>
                    </a:moveTo>
                    <a:cubicBezTo>
                      <a:pt x="0" y="68"/>
                      <a:pt x="1" y="63"/>
                      <a:pt x="5" y="60"/>
                    </a:cubicBezTo>
                    <a:cubicBezTo>
                      <a:pt x="17" y="51"/>
                      <a:pt x="30" y="43"/>
                      <a:pt x="43" y="36"/>
                    </a:cubicBezTo>
                    <a:cubicBezTo>
                      <a:pt x="43" y="35"/>
                      <a:pt x="44" y="35"/>
                      <a:pt x="44" y="35"/>
                    </a:cubicBezTo>
                    <a:cubicBezTo>
                      <a:pt x="44" y="35"/>
                      <a:pt x="43" y="35"/>
                      <a:pt x="43" y="36"/>
                    </a:cubicBezTo>
                    <a:cubicBezTo>
                      <a:pt x="44" y="35"/>
                      <a:pt x="45" y="35"/>
                      <a:pt x="46" y="34"/>
                    </a:cubicBezTo>
                    <a:lnTo>
                      <a:pt x="45" y="35"/>
                    </a:lnTo>
                    <a:cubicBezTo>
                      <a:pt x="47" y="33"/>
                      <a:pt x="49" y="32"/>
                      <a:pt x="50" y="32"/>
                    </a:cubicBezTo>
                    <a:cubicBezTo>
                      <a:pt x="51" y="31"/>
                      <a:pt x="53" y="30"/>
                      <a:pt x="54" y="29"/>
                    </a:cubicBezTo>
                    <a:cubicBezTo>
                      <a:pt x="60" y="26"/>
                      <a:pt x="64" y="23"/>
                      <a:pt x="69" y="20"/>
                    </a:cubicBezTo>
                    <a:cubicBezTo>
                      <a:pt x="69" y="20"/>
                      <a:pt x="69" y="21"/>
                      <a:pt x="68" y="21"/>
                    </a:cubicBezTo>
                    <a:cubicBezTo>
                      <a:pt x="76" y="16"/>
                      <a:pt x="83" y="12"/>
                      <a:pt x="91" y="8"/>
                    </a:cubicBezTo>
                    <a:cubicBezTo>
                      <a:pt x="98" y="4"/>
                      <a:pt x="106" y="1"/>
                      <a:pt x="114" y="0"/>
                    </a:cubicBezTo>
                    <a:cubicBezTo>
                      <a:pt x="118" y="0"/>
                      <a:pt x="122" y="0"/>
                      <a:pt x="125" y="3"/>
                    </a:cubicBezTo>
                    <a:cubicBezTo>
                      <a:pt x="127" y="4"/>
                      <a:pt x="128" y="7"/>
                      <a:pt x="130" y="9"/>
                    </a:cubicBezTo>
                    <a:cubicBezTo>
                      <a:pt x="131" y="14"/>
                      <a:pt x="128" y="19"/>
                      <a:pt x="124" y="21"/>
                    </a:cubicBezTo>
                    <a:cubicBezTo>
                      <a:pt x="120" y="22"/>
                      <a:pt x="117" y="21"/>
                      <a:pt x="114" y="19"/>
                    </a:cubicBezTo>
                    <a:cubicBezTo>
                      <a:pt x="112" y="19"/>
                      <a:pt x="110" y="20"/>
                      <a:pt x="109" y="21"/>
                    </a:cubicBezTo>
                    <a:cubicBezTo>
                      <a:pt x="107" y="21"/>
                      <a:pt x="105" y="22"/>
                      <a:pt x="103" y="22"/>
                    </a:cubicBezTo>
                    <a:cubicBezTo>
                      <a:pt x="96" y="25"/>
                      <a:pt x="90" y="29"/>
                      <a:pt x="83" y="33"/>
                    </a:cubicBezTo>
                    <a:cubicBezTo>
                      <a:pt x="76" y="36"/>
                      <a:pt x="70" y="40"/>
                      <a:pt x="64" y="43"/>
                    </a:cubicBezTo>
                    <a:cubicBezTo>
                      <a:pt x="60" y="46"/>
                      <a:pt x="56" y="48"/>
                      <a:pt x="52" y="51"/>
                    </a:cubicBezTo>
                    <a:cubicBezTo>
                      <a:pt x="40" y="58"/>
                      <a:pt x="27" y="66"/>
                      <a:pt x="15" y="75"/>
                    </a:cubicBezTo>
                    <a:cubicBezTo>
                      <a:pt x="14" y="76"/>
                      <a:pt x="12" y="77"/>
                      <a:pt x="11" y="77"/>
                    </a:cubicBezTo>
                    <a:cubicBezTo>
                      <a:pt x="8" y="77"/>
                      <a:pt x="4" y="75"/>
                      <a:pt x="2" y="7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5" name="Google Shape;1545;p17"/>
              <p:cNvSpPr/>
              <p:nvPr/>
            </p:nvSpPr>
            <p:spPr>
              <a:xfrm>
                <a:off x="4565520" y="4536000"/>
                <a:ext cx="30240" cy="29160"/>
              </a:xfrm>
              <a:custGeom>
                <a:avLst/>
                <a:gdLst/>
                <a:ahLst/>
                <a:cxnLst/>
                <a:rect l="l" t="t" r="r" b="b"/>
                <a:pathLst>
                  <a:path w="84" h="81" extrusionOk="0">
                    <a:moveTo>
                      <a:pt x="23" y="78"/>
                    </a:moveTo>
                    <a:cubicBezTo>
                      <a:pt x="18" y="77"/>
                      <a:pt x="13" y="73"/>
                      <a:pt x="10" y="68"/>
                    </a:cubicBezTo>
                    <a:cubicBezTo>
                      <a:pt x="7" y="64"/>
                      <a:pt x="7" y="57"/>
                      <a:pt x="9" y="52"/>
                    </a:cubicBezTo>
                    <a:cubicBezTo>
                      <a:pt x="10" y="45"/>
                      <a:pt x="14" y="39"/>
                      <a:pt x="18" y="33"/>
                    </a:cubicBezTo>
                    <a:cubicBezTo>
                      <a:pt x="19" y="32"/>
                      <a:pt x="19" y="31"/>
                      <a:pt x="20" y="30"/>
                    </a:cubicBezTo>
                    <a:cubicBezTo>
                      <a:pt x="17" y="31"/>
                      <a:pt x="14" y="30"/>
                      <a:pt x="12" y="29"/>
                    </a:cubicBezTo>
                    <a:cubicBezTo>
                      <a:pt x="12" y="28"/>
                      <a:pt x="10" y="28"/>
                      <a:pt x="9" y="27"/>
                    </a:cubicBezTo>
                    <a:cubicBezTo>
                      <a:pt x="9" y="26"/>
                      <a:pt x="8" y="26"/>
                      <a:pt x="7" y="26"/>
                    </a:cubicBezTo>
                    <a:cubicBezTo>
                      <a:pt x="5" y="24"/>
                      <a:pt x="3" y="22"/>
                      <a:pt x="2" y="19"/>
                    </a:cubicBezTo>
                    <a:cubicBezTo>
                      <a:pt x="0" y="12"/>
                      <a:pt x="7" y="7"/>
                      <a:pt x="12" y="4"/>
                    </a:cubicBezTo>
                    <a:cubicBezTo>
                      <a:pt x="14" y="3"/>
                      <a:pt x="17" y="1"/>
                      <a:pt x="21" y="1"/>
                    </a:cubicBezTo>
                    <a:cubicBezTo>
                      <a:pt x="24" y="0"/>
                      <a:pt x="27" y="0"/>
                      <a:pt x="30" y="0"/>
                    </a:cubicBezTo>
                    <a:cubicBezTo>
                      <a:pt x="37" y="1"/>
                      <a:pt x="42" y="5"/>
                      <a:pt x="43" y="12"/>
                    </a:cubicBezTo>
                    <a:cubicBezTo>
                      <a:pt x="45" y="19"/>
                      <a:pt x="42" y="27"/>
                      <a:pt x="38" y="33"/>
                    </a:cubicBezTo>
                    <a:cubicBezTo>
                      <a:pt x="35" y="40"/>
                      <a:pt x="32" y="46"/>
                      <a:pt x="28" y="52"/>
                    </a:cubicBezTo>
                    <a:cubicBezTo>
                      <a:pt x="28" y="53"/>
                      <a:pt x="27" y="54"/>
                      <a:pt x="27" y="56"/>
                    </a:cubicBezTo>
                    <a:lnTo>
                      <a:pt x="27" y="57"/>
                    </a:lnTo>
                    <a:cubicBezTo>
                      <a:pt x="26" y="57"/>
                      <a:pt x="26" y="57"/>
                      <a:pt x="26" y="58"/>
                    </a:cubicBezTo>
                    <a:lnTo>
                      <a:pt x="27" y="59"/>
                    </a:lnTo>
                    <a:lnTo>
                      <a:pt x="27" y="60"/>
                    </a:lnTo>
                    <a:lnTo>
                      <a:pt x="28" y="60"/>
                    </a:lnTo>
                    <a:cubicBezTo>
                      <a:pt x="27" y="60"/>
                      <a:pt x="27" y="60"/>
                      <a:pt x="27" y="60"/>
                    </a:cubicBezTo>
                    <a:lnTo>
                      <a:pt x="28" y="60"/>
                    </a:lnTo>
                    <a:cubicBezTo>
                      <a:pt x="28" y="60"/>
                      <a:pt x="29" y="61"/>
                      <a:pt x="30" y="61"/>
                    </a:cubicBezTo>
                    <a:cubicBezTo>
                      <a:pt x="30" y="61"/>
                      <a:pt x="29" y="61"/>
                      <a:pt x="29" y="60"/>
                    </a:cubicBezTo>
                    <a:cubicBezTo>
                      <a:pt x="30" y="61"/>
                      <a:pt x="31" y="61"/>
                      <a:pt x="32" y="61"/>
                    </a:cubicBezTo>
                    <a:cubicBezTo>
                      <a:pt x="33" y="61"/>
                      <a:pt x="35" y="62"/>
                      <a:pt x="36" y="62"/>
                    </a:cubicBezTo>
                    <a:cubicBezTo>
                      <a:pt x="41" y="63"/>
                      <a:pt x="46" y="63"/>
                      <a:pt x="51" y="63"/>
                    </a:cubicBezTo>
                    <a:lnTo>
                      <a:pt x="52" y="63"/>
                    </a:lnTo>
                    <a:cubicBezTo>
                      <a:pt x="59" y="62"/>
                      <a:pt x="66" y="61"/>
                      <a:pt x="73" y="61"/>
                    </a:cubicBezTo>
                    <a:cubicBezTo>
                      <a:pt x="78" y="60"/>
                      <a:pt x="82" y="64"/>
                      <a:pt x="83" y="69"/>
                    </a:cubicBezTo>
                    <a:cubicBezTo>
                      <a:pt x="83" y="74"/>
                      <a:pt x="79" y="78"/>
                      <a:pt x="74" y="78"/>
                    </a:cubicBezTo>
                    <a:cubicBezTo>
                      <a:pt x="68" y="79"/>
                      <a:pt x="62" y="79"/>
                      <a:pt x="56" y="80"/>
                    </a:cubicBezTo>
                    <a:cubicBezTo>
                      <a:pt x="51" y="80"/>
                      <a:pt x="47" y="80"/>
                      <a:pt x="43" y="80"/>
                    </a:cubicBezTo>
                    <a:cubicBezTo>
                      <a:pt x="36" y="80"/>
                      <a:pt x="30" y="80"/>
                      <a:pt x="23" y="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6" name="Google Shape;1546;p17"/>
              <p:cNvSpPr/>
              <p:nvPr/>
            </p:nvSpPr>
            <p:spPr>
              <a:xfrm>
                <a:off x="3860280" y="4816440"/>
                <a:ext cx="7920" cy="51480"/>
              </a:xfrm>
              <a:custGeom>
                <a:avLst/>
                <a:gdLst/>
                <a:ahLst/>
                <a:cxnLst/>
                <a:rect l="l" t="t" r="r" b="b"/>
                <a:pathLst>
                  <a:path w="22" h="143" extrusionOk="0">
                    <a:moveTo>
                      <a:pt x="9" y="142"/>
                    </a:moveTo>
                    <a:cubicBezTo>
                      <a:pt x="4" y="140"/>
                      <a:pt x="1" y="135"/>
                      <a:pt x="2" y="130"/>
                    </a:cubicBezTo>
                    <a:cubicBezTo>
                      <a:pt x="2" y="120"/>
                      <a:pt x="2" y="111"/>
                      <a:pt x="1" y="102"/>
                    </a:cubicBezTo>
                    <a:cubicBezTo>
                      <a:pt x="0" y="92"/>
                      <a:pt x="0" y="82"/>
                      <a:pt x="0" y="72"/>
                    </a:cubicBezTo>
                    <a:cubicBezTo>
                      <a:pt x="0" y="62"/>
                      <a:pt x="1" y="51"/>
                      <a:pt x="1" y="41"/>
                    </a:cubicBezTo>
                    <a:cubicBezTo>
                      <a:pt x="2" y="30"/>
                      <a:pt x="2" y="19"/>
                      <a:pt x="3" y="9"/>
                    </a:cubicBezTo>
                    <a:cubicBezTo>
                      <a:pt x="3" y="4"/>
                      <a:pt x="7" y="0"/>
                      <a:pt x="12" y="0"/>
                    </a:cubicBezTo>
                    <a:cubicBezTo>
                      <a:pt x="17" y="1"/>
                      <a:pt x="21" y="5"/>
                      <a:pt x="20" y="10"/>
                    </a:cubicBezTo>
                    <a:cubicBezTo>
                      <a:pt x="20" y="23"/>
                      <a:pt x="18" y="37"/>
                      <a:pt x="18" y="51"/>
                    </a:cubicBezTo>
                    <a:cubicBezTo>
                      <a:pt x="18" y="65"/>
                      <a:pt x="18" y="78"/>
                      <a:pt x="18" y="92"/>
                    </a:cubicBezTo>
                    <a:cubicBezTo>
                      <a:pt x="19" y="100"/>
                      <a:pt x="20" y="108"/>
                      <a:pt x="20" y="117"/>
                    </a:cubicBezTo>
                    <a:cubicBezTo>
                      <a:pt x="20" y="121"/>
                      <a:pt x="21" y="125"/>
                      <a:pt x="21" y="130"/>
                    </a:cubicBezTo>
                    <a:cubicBezTo>
                      <a:pt x="21" y="133"/>
                      <a:pt x="21" y="137"/>
                      <a:pt x="18" y="139"/>
                    </a:cubicBezTo>
                    <a:cubicBezTo>
                      <a:pt x="16" y="141"/>
                      <a:pt x="14" y="142"/>
                      <a:pt x="11" y="142"/>
                    </a:cubicBezTo>
                    <a:cubicBezTo>
                      <a:pt x="11" y="142"/>
                      <a:pt x="10" y="142"/>
                      <a:pt x="9" y="1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7" name="Google Shape;1547;p17"/>
              <p:cNvSpPr/>
              <p:nvPr/>
            </p:nvSpPr>
            <p:spPr>
              <a:xfrm>
                <a:off x="3861360" y="4733280"/>
                <a:ext cx="9000" cy="60480"/>
              </a:xfrm>
              <a:custGeom>
                <a:avLst/>
                <a:gdLst/>
                <a:ahLst/>
                <a:cxnLst/>
                <a:rect l="l" t="t" r="r" b="b"/>
                <a:pathLst>
                  <a:path w="25" h="168" extrusionOk="0">
                    <a:moveTo>
                      <a:pt x="4" y="161"/>
                    </a:moveTo>
                    <a:cubicBezTo>
                      <a:pt x="3" y="158"/>
                      <a:pt x="3" y="156"/>
                      <a:pt x="3" y="153"/>
                    </a:cubicBezTo>
                    <a:cubicBezTo>
                      <a:pt x="3" y="150"/>
                      <a:pt x="3" y="146"/>
                      <a:pt x="2" y="143"/>
                    </a:cubicBezTo>
                    <a:cubicBezTo>
                      <a:pt x="2" y="135"/>
                      <a:pt x="2" y="128"/>
                      <a:pt x="1" y="120"/>
                    </a:cubicBezTo>
                    <a:lnTo>
                      <a:pt x="1" y="121"/>
                    </a:lnTo>
                    <a:cubicBezTo>
                      <a:pt x="1" y="120"/>
                      <a:pt x="1" y="119"/>
                      <a:pt x="1" y="119"/>
                    </a:cubicBezTo>
                    <a:cubicBezTo>
                      <a:pt x="1" y="115"/>
                      <a:pt x="1" y="112"/>
                      <a:pt x="1" y="109"/>
                    </a:cubicBezTo>
                    <a:cubicBezTo>
                      <a:pt x="1" y="108"/>
                      <a:pt x="1" y="106"/>
                      <a:pt x="1" y="105"/>
                    </a:cubicBezTo>
                    <a:lnTo>
                      <a:pt x="1" y="104"/>
                    </a:lnTo>
                    <a:cubicBezTo>
                      <a:pt x="0" y="88"/>
                      <a:pt x="0" y="73"/>
                      <a:pt x="1" y="58"/>
                    </a:cubicBezTo>
                    <a:cubicBezTo>
                      <a:pt x="1" y="41"/>
                      <a:pt x="0" y="24"/>
                      <a:pt x="0" y="8"/>
                    </a:cubicBezTo>
                    <a:cubicBezTo>
                      <a:pt x="0" y="3"/>
                      <a:pt x="4" y="0"/>
                      <a:pt x="9" y="0"/>
                    </a:cubicBezTo>
                    <a:cubicBezTo>
                      <a:pt x="14" y="0"/>
                      <a:pt x="17" y="4"/>
                      <a:pt x="17" y="9"/>
                    </a:cubicBezTo>
                    <a:cubicBezTo>
                      <a:pt x="17" y="23"/>
                      <a:pt x="18" y="37"/>
                      <a:pt x="18" y="51"/>
                    </a:cubicBezTo>
                    <a:cubicBezTo>
                      <a:pt x="18" y="62"/>
                      <a:pt x="18" y="74"/>
                      <a:pt x="18" y="86"/>
                    </a:cubicBezTo>
                    <a:lnTo>
                      <a:pt x="18" y="87"/>
                    </a:lnTo>
                    <a:lnTo>
                      <a:pt x="18" y="88"/>
                    </a:lnTo>
                    <a:lnTo>
                      <a:pt x="18" y="89"/>
                    </a:lnTo>
                    <a:cubicBezTo>
                      <a:pt x="18" y="90"/>
                      <a:pt x="18" y="91"/>
                      <a:pt x="18" y="92"/>
                    </a:cubicBezTo>
                    <a:cubicBezTo>
                      <a:pt x="18" y="93"/>
                      <a:pt x="18" y="93"/>
                      <a:pt x="18" y="94"/>
                    </a:cubicBezTo>
                    <a:lnTo>
                      <a:pt x="18" y="93"/>
                    </a:lnTo>
                    <a:cubicBezTo>
                      <a:pt x="18" y="94"/>
                      <a:pt x="18" y="94"/>
                      <a:pt x="18" y="94"/>
                    </a:cubicBezTo>
                    <a:cubicBezTo>
                      <a:pt x="18" y="95"/>
                      <a:pt x="18" y="95"/>
                      <a:pt x="18" y="96"/>
                    </a:cubicBezTo>
                    <a:lnTo>
                      <a:pt x="18" y="95"/>
                    </a:lnTo>
                    <a:cubicBezTo>
                      <a:pt x="18" y="96"/>
                      <a:pt x="18" y="97"/>
                      <a:pt x="18" y="97"/>
                    </a:cubicBezTo>
                    <a:cubicBezTo>
                      <a:pt x="18" y="98"/>
                      <a:pt x="18" y="98"/>
                      <a:pt x="18" y="98"/>
                    </a:cubicBezTo>
                    <a:cubicBezTo>
                      <a:pt x="18" y="99"/>
                      <a:pt x="18" y="100"/>
                      <a:pt x="18" y="101"/>
                    </a:cubicBezTo>
                    <a:lnTo>
                      <a:pt x="18" y="102"/>
                    </a:lnTo>
                    <a:lnTo>
                      <a:pt x="18" y="101"/>
                    </a:lnTo>
                    <a:cubicBezTo>
                      <a:pt x="18" y="102"/>
                      <a:pt x="18" y="102"/>
                      <a:pt x="18" y="102"/>
                    </a:cubicBezTo>
                    <a:cubicBezTo>
                      <a:pt x="18" y="103"/>
                      <a:pt x="18" y="103"/>
                      <a:pt x="18" y="103"/>
                    </a:cubicBezTo>
                    <a:lnTo>
                      <a:pt x="18" y="104"/>
                    </a:lnTo>
                    <a:lnTo>
                      <a:pt x="18" y="105"/>
                    </a:lnTo>
                    <a:cubicBezTo>
                      <a:pt x="18" y="104"/>
                      <a:pt x="18" y="104"/>
                      <a:pt x="18" y="104"/>
                    </a:cubicBezTo>
                    <a:cubicBezTo>
                      <a:pt x="20" y="120"/>
                      <a:pt x="20" y="136"/>
                      <a:pt x="22" y="152"/>
                    </a:cubicBezTo>
                    <a:cubicBezTo>
                      <a:pt x="22" y="153"/>
                      <a:pt x="22" y="154"/>
                      <a:pt x="22" y="154"/>
                    </a:cubicBezTo>
                    <a:cubicBezTo>
                      <a:pt x="24" y="160"/>
                      <a:pt x="20" y="165"/>
                      <a:pt x="15" y="167"/>
                    </a:cubicBezTo>
                    <a:cubicBezTo>
                      <a:pt x="15" y="167"/>
                      <a:pt x="14" y="167"/>
                      <a:pt x="13" y="167"/>
                    </a:cubicBezTo>
                    <a:cubicBezTo>
                      <a:pt x="10" y="167"/>
                      <a:pt x="6" y="164"/>
                      <a:pt x="4" y="16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8" name="Google Shape;1548;p17"/>
              <p:cNvSpPr/>
              <p:nvPr/>
            </p:nvSpPr>
            <p:spPr>
              <a:xfrm>
                <a:off x="3859560" y="4652280"/>
                <a:ext cx="11520" cy="48240"/>
              </a:xfrm>
              <a:custGeom>
                <a:avLst/>
                <a:gdLst/>
                <a:ahLst/>
                <a:cxnLst/>
                <a:rect l="l" t="t" r="r" b="b"/>
                <a:pathLst>
                  <a:path w="32" h="134" extrusionOk="0">
                    <a:moveTo>
                      <a:pt x="7" y="133"/>
                    </a:moveTo>
                    <a:cubicBezTo>
                      <a:pt x="3" y="132"/>
                      <a:pt x="0" y="126"/>
                      <a:pt x="1" y="122"/>
                    </a:cubicBezTo>
                    <a:cubicBezTo>
                      <a:pt x="1" y="118"/>
                      <a:pt x="2" y="114"/>
                      <a:pt x="2" y="109"/>
                    </a:cubicBezTo>
                    <a:cubicBezTo>
                      <a:pt x="2" y="110"/>
                      <a:pt x="2" y="110"/>
                      <a:pt x="2" y="110"/>
                    </a:cubicBezTo>
                    <a:cubicBezTo>
                      <a:pt x="3" y="107"/>
                      <a:pt x="3" y="104"/>
                      <a:pt x="3" y="101"/>
                    </a:cubicBezTo>
                    <a:lnTo>
                      <a:pt x="3" y="102"/>
                    </a:lnTo>
                    <a:cubicBezTo>
                      <a:pt x="3" y="98"/>
                      <a:pt x="4" y="95"/>
                      <a:pt x="4" y="91"/>
                    </a:cubicBezTo>
                    <a:cubicBezTo>
                      <a:pt x="4" y="92"/>
                      <a:pt x="4" y="92"/>
                      <a:pt x="4" y="92"/>
                    </a:cubicBezTo>
                    <a:cubicBezTo>
                      <a:pt x="4" y="89"/>
                      <a:pt x="4" y="87"/>
                      <a:pt x="5" y="84"/>
                    </a:cubicBezTo>
                    <a:lnTo>
                      <a:pt x="5" y="85"/>
                    </a:lnTo>
                    <a:cubicBezTo>
                      <a:pt x="6" y="75"/>
                      <a:pt x="7" y="64"/>
                      <a:pt x="8" y="54"/>
                    </a:cubicBezTo>
                    <a:lnTo>
                      <a:pt x="8" y="55"/>
                    </a:lnTo>
                    <a:cubicBezTo>
                      <a:pt x="8" y="54"/>
                      <a:pt x="8" y="53"/>
                      <a:pt x="8" y="52"/>
                    </a:cubicBezTo>
                    <a:lnTo>
                      <a:pt x="8" y="53"/>
                    </a:lnTo>
                    <a:cubicBezTo>
                      <a:pt x="8" y="52"/>
                      <a:pt x="8" y="52"/>
                      <a:pt x="8" y="52"/>
                    </a:cubicBezTo>
                    <a:cubicBezTo>
                      <a:pt x="8" y="51"/>
                      <a:pt x="8" y="50"/>
                      <a:pt x="8" y="49"/>
                    </a:cubicBezTo>
                    <a:lnTo>
                      <a:pt x="8" y="50"/>
                    </a:lnTo>
                    <a:cubicBezTo>
                      <a:pt x="8" y="48"/>
                      <a:pt x="9" y="47"/>
                      <a:pt x="9" y="45"/>
                    </a:cubicBezTo>
                    <a:lnTo>
                      <a:pt x="9" y="46"/>
                    </a:lnTo>
                    <a:cubicBezTo>
                      <a:pt x="9" y="45"/>
                      <a:pt x="9" y="45"/>
                      <a:pt x="9" y="45"/>
                    </a:cubicBezTo>
                    <a:lnTo>
                      <a:pt x="9" y="44"/>
                    </a:lnTo>
                    <a:lnTo>
                      <a:pt x="9" y="43"/>
                    </a:lnTo>
                    <a:lnTo>
                      <a:pt x="9" y="42"/>
                    </a:lnTo>
                    <a:cubicBezTo>
                      <a:pt x="10" y="31"/>
                      <a:pt x="11" y="20"/>
                      <a:pt x="12" y="8"/>
                    </a:cubicBezTo>
                    <a:cubicBezTo>
                      <a:pt x="13" y="3"/>
                      <a:pt x="17" y="0"/>
                      <a:pt x="22" y="0"/>
                    </a:cubicBezTo>
                    <a:cubicBezTo>
                      <a:pt x="26" y="0"/>
                      <a:pt x="31" y="5"/>
                      <a:pt x="30" y="9"/>
                    </a:cubicBezTo>
                    <a:cubicBezTo>
                      <a:pt x="29" y="24"/>
                      <a:pt x="27" y="38"/>
                      <a:pt x="26" y="52"/>
                    </a:cubicBezTo>
                    <a:cubicBezTo>
                      <a:pt x="26" y="53"/>
                      <a:pt x="26" y="54"/>
                      <a:pt x="26" y="54"/>
                    </a:cubicBezTo>
                    <a:lnTo>
                      <a:pt x="26" y="55"/>
                    </a:lnTo>
                    <a:cubicBezTo>
                      <a:pt x="25" y="59"/>
                      <a:pt x="25" y="65"/>
                      <a:pt x="24" y="69"/>
                    </a:cubicBezTo>
                    <a:cubicBezTo>
                      <a:pt x="23" y="79"/>
                      <a:pt x="22" y="90"/>
                      <a:pt x="22" y="100"/>
                    </a:cubicBezTo>
                    <a:cubicBezTo>
                      <a:pt x="21" y="104"/>
                      <a:pt x="21" y="108"/>
                      <a:pt x="21" y="113"/>
                    </a:cubicBezTo>
                    <a:cubicBezTo>
                      <a:pt x="20" y="117"/>
                      <a:pt x="20" y="121"/>
                      <a:pt x="19" y="125"/>
                    </a:cubicBezTo>
                    <a:cubicBezTo>
                      <a:pt x="19" y="130"/>
                      <a:pt x="14" y="133"/>
                      <a:pt x="10" y="133"/>
                    </a:cubicBezTo>
                    <a:cubicBezTo>
                      <a:pt x="9" y="133"/>
                      <a:pt x="8" y="133"/>
                      <a:pt x="7" y="1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9" name="Google Shape;1549;p17"/>
              <p:cNvSpPr/>
              <p:nvPr/>
            </p:nvSpPr>
            <p:spPr>
              <a:xfrm>
                <a:off x="3859200" y="4560480"/>
                <a:ext cx="9360" cy="56160"/>
              </a:xfrm>
              <a:custGeom>
                <a:avLst/>
                <a:gdLst/>
                <a:ahLst/>
                <a:cxnLst/>
                <a:rect l="l" t="t" r="r" b="b"/>
                <a:pathLst>
                  <a:path w="26" h="156" extrusionOk="0">
                    <a:moveTo>
                      <a:pt x="2" y="147"/>
                    </a:moveTo>
                    <a:cubicBezTo>
                      <a:pt x="2" y="145"/>
                      <a:pt x="1" y="142"/>
                      <a:pt x="1" y="140"/>
                    </a:cubicBezTo>
                    <a:cubicBezTo>
                      <a:pt x="1" y="137"/>
                      <a:pt x="1" y="134"/>
                      <a:pt x="1" y="131"/>
                    </a:cubicBezTo>
                    <a:cubicBezTo>
                      <a:pt x="1" y="128"/>
                      <a:pt x="1" y="125"/>
                      <a:pt x="1" y="122"/>
                    </a:cubicBezTo>
                    <a:cubicBezTo>
                      <a:pt x="0" y="113"/>
                      <a:pt x="1" y="104"/>
                      <a:pt x="1" y="94"/>
                    </a:cubicBezTo>
                    <a:cubicBezTo>
                      <a:pt x="2" y="74"/>
                      <a:pt x="4" y="54"/>
                      <a:pt x="6" y="34"/>
                    </a:cubicBezTo>
                    <a:cubicBezTo>
                      <a:pt x="7" y="26"/>
                      <a:pt x="7" y="17"/>
                      <a:pt x="8" y="9"/>
                    </a:cubicBezTo>
                    <a:cubicBezTo>
                      <a:pt x="8" y="4"/>
                      <a:pt x="12" y="0"/>
                      <a:pt x="16" y="0"/>
                    </a:cubicBezTo>
                    <a:cubicBezTo>
                      <a:pt x="21" y="0"/>
                      <a:pt x="25" y="5"/>
                      <a:pt x="25" y="10"/>
                    </a:cubicBezTo>
                    <a:cubicBezTo>
                      <a:pt x="23" y="29"/>
                      <a:pt x="22" y="48"/>
                      <a:pt x="20" y="67"/>
                    </a:cubicBezTo>
                    <a:cubicBezTo>
                      <a:pt x="20" y="76"/>
                      <a:pt x="19" y="85"/>
                      <a:pt x="19" y="94"/>
                    </a:cubicBezTo>
                    <a:cubicBezTo>
                      <a:pt x="19" y="103"/>
                      <a:pt x="19" y="112"/>
                      <a:pt x="19" y="120"/>
                    </a:cubicBezTo>
                    <a:cubicBezTo>
                      <a:pt x="19" y="126"/>
                      <a:pt x="19" y="131"/>
                      <a:pt x="19" y="137"/>
                    </a:cubicBezTo>
                    <a:cubicBezTo>
                      <a:pt x="23" y="140"/>
                      <a:pt x="24" y="146"/>
                      <a:pt x="20" y="150"/>
                    </a:cubicBezTo>
                    <a:lnTo>
                      <a:pt x="21" y="150"/>
                    </a:lnTo>
                    <a:cubicBezTo>
                      <a:pt x="19" y="152"/>
                      <a:pt x="17" y="154"/>
                      <a:pt x="13" y="155"/>
                    </a:cubicBezTo>
                    <a:lnTo>
                      <a:pt x="12" y="155"/>
                    </a:lnTo>
                    <a:cubicBezTo>
                      <a:pt x="8" y="155"/>
                      <a:pt x="4" y="151"/>
                      <a:pt x="2" y="14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0" name="Google Shape;1550;p17"/>
              <p:cNvSpPr/>
              <p:nvPr/>
            </p:nvSpPr>
            <p:spPr>
              <a:xfrm>
                <a:off x="3858120" y="4470480"/>
                <a:ext cx="9720" cy="6336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76" extrusionOk="0">
                    <a:moveTo>
                      <a:pt x="10" y="173"/>
                    </a:moveTo>
                    <a:cubicBezTo>
                      <a:pt x="6" y="170"/>
                      <a:pt x="5" y="165"/>
                      <a:pt x="5" y="161"/>
                    </a:cubicBezTo>
                    <a:cubicBezTo>
                      <a:pt x="4" y="154"/>
                      <a:pt x="4" y="147"/>
                      <a:pt x="3" y="140"/>
                    </a:cubicBezTo>
                    <a:cubicBezTo>
                      <a:pt x="3" y="126"/>
                      <a:pt x="2" y="111"/>
                      <a:pt x="1" y="97"/>
                    </a:cubicBezTo>
                    <a:cubicBezTo>
                      <a:pt x="1" y="87"/>
                      <a:pt x="1" y="79"/>
                      <a:pt x="1" y="69"/>
                    </a:cubicBezTo>
                    <a:cubicBezTo>
                      <a:pt x="0" y="49"/>
                      <a:pt x="1" y="28"/>
                      <a:pt x="1" y="8"/>
                    </a:cubicBezTo>
                    <a:cubicBezTo>
                      <a:pt x="1" y="3"/>
                      <a:pt x="5" y="0"/>
                      <a:pt x="10" y="0"/>
                    </a:cubicBezTo>
                    <a:cubicBezTo>
                      <a:pt x="14" y="0"/>
                      <a:pt x="18" y="5"/>
                      <a:pt x="18" y="9"/>
                    </a:cubicBezTo>
                    <a:cubicBezTo>
                      <a:pt x="18" y="29"/>
                      <a:pt x="18" y="49"/>
                      <a:pt x="18" y="69"/>
                    </a:cubicBezTo>
                    <a:cubicBezTo>
                      <a:pt x="18" y="84"/>
                      <a:pt x="19" y="98"/>
                      <a:pt x="20" y="113"/>
                    </a:cubicBezTo>
                    <a:cubicBezTo>
                      <a:pt x="20" y="122"/>
                      <a:pt x="21" y="130"/>
                      <a:pt x="21" y="139"/>
                    </a:cubicBezTo>
                    <a:cubicBezTo>
                      <a:pt x="22" y="146"/>
                      <a:pt x="22" y="153"/>
                      <a:pt x="23" y="160"/>
                    </a:cubicBezTo>
                    <a:cubicBezTo>
                      <a:pt x="26" y="163"/>
                      <a:pt x="26" y="167"/>
                      <a:pt x="24" y="171"/>
                    </a:cubicBezTo>
                    <a:cubicBezTo>
                      <a:pt x="22" y="174"/>
                      <a:pt x="19" y="175"/>
                      <a:pt x="16" y="175"/>
                    </a:cubicBezTo>
                    <a:cubicBezTo>
                      <a:pt x="14" y="175"/>
                      <a:pt x="11" y="175"/>
                      <a:pt x="10" y="1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1" name="Google Shape;1551;p17"/>
              <p:cNvSpPr/>
              <p:nvPr/>
            </p:nvSpPr>
            <p:spPr>
              <a:xfrm>
                <a:off x="3858120" y="4362840"/>
                <a:ext cx="10080" cy="64800"/>
              </a:xfrm>
              <a:custGeom>
                <a:avLst/>
                <a:gdLst/>
                <a:ahLst/>
                <a:cxnLst/>
                <a:rect l="l" t="t" r="r" b="b"/>
                <a:pathLst>
                  <a:path w="28" h="180" extrusionOk="0">
                    <a:moveTo>
                      <a:pt x="11" y="176"/>
                    </a:moveTo>
                    <a:cubicBezTo>
                      <a:pt x="7" y="173"/>
                      <a:pt x="6" y="167"/>
                      <a:pt x="5" y="162"/>
                    </a:cubicBezTo>
                    <a:cubicBezTo>
                      <a:pt x="5" y="157"/>
                      <a:pt x="4" y="153"/>
                      <a:pt x="4" y="149"/>
                    </a:cubicBezTo>
                    <a:cubicBezTo>
                      <a:pt x="2" y="139"/>
                      <a:pt x="2" y="129"/>
                      <a:pt x="1" y="119"/>
                    </a:cubicBezTo>
                    <a:cubicBezTo>
                      <a:pt x="0" y="100"/>
                      <a:pt x="0" y="81"/>
                      <a:pt x="1" y="62"/>
                    </a:cubicBezTo>
                    <a:cubicBezTo>
                      <a:pt x="1" y="44"/>
                      <a:pt x="2" y="26"/>
                      <a:pt x="3" y="8"/>
                    </a:cubicBezTo>
                    <a:cubicBezTo>
                      <a:pt x="3" y="3"/>
                      <a:pt x="7" y="0"/>
                      <a:pt x="12" y="0"/>
                    </a:cubicBezTo>
                    <a:cubicBezTo>
                      <a:pt x="16" y="1"/>
                      <a:pt x="19" y="4"/>
                      <a:pt x="19" y="9"/>
                    </a:cubicBezTo>
                    <a:cubicBezTo>
                      <a:pt x="19" y="23"/>
                      <a:pt x="19" y="38"/>
                      <a:pt x="18" y="52"/>
                    </a:cubicBezTo>
                    <a:cubicBezTo>
                      <a:pt x="17" y="65"/>
                      <a:pt x="17" y="78"/>
                      <a:pt x="18" y="90"/>
                    </a:cubicBezTo>
                    <a:cubicBezTo>
                      <a:pt x="19" y="112"/>
                      <a:pt x="20" y="133"/>
                      <a:pt x="23" y="154"/>
                    </a:cubicBezTo>
                    <a:lnTo>
                      <a:pt x="23" y="153"/>
                    </a:lnTo>
                    <a:cubicBezTo>
                      <a:pt x="23" y="157"/>
                      <a:pt x="24" y="160"/>
                      <a:pt x="25" y="164"/>
                    </a:cubicBezTo>
                    <a:cubicBezTo>
                      <a:pt x="27" y="167"/>
                      <a:pt x="27" y="171"/>
                      <a:pt x="25" y="174"/>
                    </a:cubicBezTo>
                    <a:cubicBezTo>
                      <a:pt x="23" y="177"/>
                      <a:pt x="20" y="179"/>
                      <a:pt x="17" y="179"/>
                    </a:cubicBezTo>
                    <a:cubicBezTo>
                      <a:pt x="15" y="179"/>
                      <a:pt x="13" y="178"/>
                      <a:pt x="11" y="1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2" name="Google Shape;1552;p17"/>
              <p:cNvSpPr/>
              <p:nvPr/>
            </p:nvSpPr>
            <p:spPr>
              <a:xfrm>
                <a:off x="3856320" y="4259520"/>
                <a:ext cx="7920" cy="62280"/>
              </a:xfrm>
              <a:custGeom>
                <a:avLst/>
                <a:gdLst/>
                <a:ahLst/>
                <a:cxnLst/>
                <a:rect l="l" t="t" r="r" b="b"/>
                <a:pathLst>
                  <a:path w="22" h="173" extrusionOk="0">
                    <a:moveTo>
                      <a:pt x="4" y="169"/>
                    </a:moveTo>
                    <a:cubicBezTo>
                      <a:pt x="4" y="169"/>
                      <a:pt x="4" y="170"/>
                      <a:pt x="5" y="170"/>
                    </a:cubicBezTo>
                    <a:cubicBezTo>
                      <a:pt x="2" y="168"/>
                      <a:pt x="2" y="165"/>
                      <a:pt x="1" y="162"/>
                    </a:cubicBezTo>
                    <a:cubicBezTo>
                      <a:pt x="0" y="159"/>
                      <a:pt x="0" y="156"/>
                      <a:pt x="0" y="154"/>
                    </a:cubicBezTo>
                    <a:cubicBezTo>
                      <a:pt x="0" y="150"/>
                      <a:pt x="0" y="145"/>
                      <a:pt x="0" y="141"/>
                    </a:cubicBezTo>
                    <a:cubicBezTo>
                      <a:pt x="1" y="131"/>
                      <a:pt x="1" y="121"/>
                      <a:pt x="1" y="111"/>
                    </a:cubicBezTo>
                    <a:cubicBezTo>
                      <a:pt x="2" y="92"/>
                      <a:pt x="2" y="74"/>
                      <a:pt x="2" y="55"/>
                    </a:cubicBezTo>
                    <a:cubicBezTo>
                      <a:pt x="1" y="39"/>
                      <a:pt x="1" y="24"/>
                      <a:pt x="0" y="8"/>
                    </a:cubicBezTo>
                    <a:cubicBezTo>
                      <a:pt x="0" y="4"/>
                      <a:pt x="4" y="1"/>
                      <a:pt x="8" y="1"/>
                    </a:cubicBezTo>
                    <a:cubicBezTo>
                      <a:pt x="13" y="0"/>
                      <a:pt x="17" y="4"/>
                      <a:pt x="17" y="8"/>
                    </a:cubicBezTo>
                    <a:cubicBezTo>
                      <a:pt x="18" y="29"/>
                      <a:pt x="18" y="50"/>
                      <a:pt x="19" y="71"/>
                    </a:cubicBezTo>
                    <a:cubicBezTo>
                      <a:pt x="19" y="89"/>
                      <a:pt x="19" y="108"/>
                      <a:pt x="19" y="127"/>
                    </a:cubicBezTo>
                    <a:cubicBezTo>
                      <a:pt x="19" y="134"/>
                      <a:pt x="19" y="142"/>
                      <a:pt x="19" y="149"/>
                    </a:cubicBezTo>
                    <a:lnTo>
                      <a:pt x="19" y="148"/>
                    </a:lnTo>
                    <a:cubicBezTo>
                      <a:pt x="19" y="152"/>
                      <a:pt x="19" y="155"/>
                      <a:pt x="20" y="159"/>
                    </a:cubicBezTo>
                    <a:cubicBezTo>
                      <a:pt x="21" y="162"/>
                      <a:pt x="21" y="165"/>
                      <a:pt x="19" y="168"/>
                    </a:cubicBezTo>
                    <a:cubicBezTo>
                      <a:pt x="17" y="170"/>
                      <a:pt x="14" y="172"/>
                      <a:pt x="11" y="172"/>
                    </a:cubicBezTo>
                    <a:cubicBezTo>
                      <a:pt x="9" y="172"/>
                      <a:pt x="6" y="171"/>
                      <a:pt x="4" y="16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3" name="Google Shape;1553;p17"/>
              <p:cNvSpPr/>
              <p:nvPr/>
            </p:nvSpPr>
            <p:spPr>
              <a:xfrm>
                <a:off x="3855960" y="4198320"/>
                <a:ext cx="9720" cy="4464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24" extrusionOk="0">
                    <a:moveTo>
                      <a:pt x="4" y="121"/>
                    </a:moveTo>
                    <a:cubicBezTo>
                      <a:pt x="1" y="119"/>
                      <a:pt x="0" y="116"/>
                      <a:pt x="0" y="111"/>
                    </a:cubicBezTo>
                    <a:lnTo>
                      <a:pt x="0" y="112"/>
                    </a:lnTo>
                    <a:cubicBezTo>
                      <a:pt x="0" y="111"/>
                      <a:pt x="0" y="111"/>
                      <a:pt x="0" y="111"/>
                    </a:cubicBezTo>
                    <a:lnTo>
                      <a:pt x="0" y="112"/>
                    </a:lnTo>
                    <a:lnTo>
                      <a:pt x="0" y="113"/>
                    </a:lnTo>
                    <a:cubicBezTo>
                      <a:pt x="0" y="110"/>
                      <a:pt x="0" y="107"/>
                      <a:pt x="0" y="104"/>
                    </a:cubicBezTo>
                    <a:cubicBezTo>
                      <a:pt x="0" y="101"/>
                      <a:pt x="1" y="98"/>
                      <a:pt x="1" y="94"/>
                    </a:cubicBezTo>
                    <a:cubicBezTo>
                      <a:pt x="1" y="88"/>
                      <a:pt x="3" y="81"/>
                      <a:pt x="3" y="75"/>
                    </a:cubicBezTo>
                    <a:cubicBezTo>
                      <a:pt x="3" y="72"/>
                      <a:pt x="4" y="69"/>
                      <a:pt x="4" y="66"/>
                    </a:cubicBezTo>
                    <a:cubicBezTo>
                      <a:pt x="4" y="65"/>
                      <a:pt x="4" y="65"/>
                      <a:pt x="4" y="65"/>
                    </a:cubicBezTo>
                    <a:cubicBezTo>
                      <a:pt x="5" y="57"/>
                      <a:pt x="5" y="49"/>
                      <a:pt x="6" y="40"/>
                    </a:cubicBezTo>
                    <a:cubicBezTo>
                      <a:pt x="7" y="30"/>
                      <a:pt x="8" y="19"/>
                      <a:pt x="8" y="9"/>
                    </a:cubicBezTo>
                    <a:cubicBezTo>
                      <a:pt x="9" y="4"/>
                      <a:pt x="12" y="0"/>
                      <a:pt x="18" y="1"/>
                    </a:cubicBezTo>
                    <a:cubicBezTo>
                      <a:pt x="22" y="1"/>
                      <a:pt x="26" y="5"/>
                      <a:pt x="26" y="10"/>
                    </a:cubicBezTo>
                    <a:cubicBezTo>
                      <a:pt x="24" y="35"/>
                      <a:pt x="22" y="61"/>
                      <a:pt x="20" y="87"/>
                    </a:cubicBezTo>
                    <a:cubicBezTo>
                      <a:pt x="20" y="86"/>
                      <a:pt x="20" y="86"/>
                      <a:pt x="20" y="86"/>
                    </a:cubicBezTo>
                    <a:cubicBezTo>
                      <a:pt x="19" y="94"/>
                      <a:pt x="19" y="101"/>
                      <a:pt x="18" y="109"/>
                    </a:cubicBezTo>
                    <a:cubicBezTo>
                      <a:pt x="18" y="110"/>
                      <a:pt x="19" y="111"/>
                      <a:pt x="19" y="112"/>
                    </a:cubicBezTo>
                    <a:cubicBezTo>
                      <a:pt x="19" y="114"/>
                      <a:pt x="19" y="117"/>
                      <a:pt x="17" y="118"/>
                    </a:cubicBezTo>
                    <a:cubicBezTo>
                      <a:pt x="15" y="121"/>
                      <a:pt x="12" y="123"/>
                      <a:pt x="10" y="123"/>
                    </a:cubicBezTo>
                    <a:cubicBezTo>
                      <a:pt x="8" y="123"/>
                      <a:pt x="6" y="123"/>
                      <a:pt x="4" y="1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4" name="Google Shape;1554;p17"/>
              <p:cNvSpPr/>
              <p:nvPr/>
            </p:nvSpPr>
            <p:spPr>
              <a:xfrm>
                <a:off x="3857040" y="4115160"/>
                <a:ext cx="9360" cy="62280"/>
              </a:xfrm>
              <a:custGeom>
                <a:avLst/>
                <a:gdLst/>
                <a:ahLst/>
                <a:cxnLst/>
                <a:rect l="l" t="t" r="r" b="b"/>
                <a:pathLst>
                  <a:path w="26" h="173" extrusionOk="0">
                    <a:moveTo>
                      <a:pt x="8" y="169"/>
                    </a:moveTo>
                    <a:cubicBezTo>
                      <a:pt x="7" y="167"/>
                      <a:pt x="6" y="165"/>
                      <a:pt x="5" y="162"/>
                    </a:cubicBezTo>
                    <a:cubicBezTo>
                      <a:pt x="5" y="160"/>
                      <a:pt x="5" y="157"/>
                      <a:pt x="5" y="154"/>
                    </a:cubicBezTo>
                    <a:cubicBezTo>
                      <a:pt x="4" y="150"/>
                      <a:pt x="4" y="145"/>
                      <a:pt x="3" y="140"/>
                    </a:cubicBezTo>
                    <a:cubicBezTo>
                      <a:pt x="2" y="130"/>
                      <a:pt x="2" y="120"/>
                      <a:pt x="1" y="111"/>
                    </a:cubicBezTo>
                    <a:cubicBezTo>
                      <a:pt x="0" y="101"/>
                      <a:pt x="0" y="91"/>
                      <a:pt x="0" y="83"/>
                    </a:cubicBezTo>
                    <a:cubicBezTo>
                      <a:pt x="0" y="72"/>
                      <a:pt x="0" y="62"/>
                      <a:pt x="1" y="52"/>
                    </a:cubicBezTo>
                    <a:cubicBezTo>
                      <a:pt x="1" y="38"/>
                      <a:pt x="2" y="23"/>
                      <a:pt x="3" y="8"/>
                    </a:cubicBezTo>
                    <a:cubicBezTo>
                      <a:pt x="3" y="3"/>
                      <a:pt x="7" y="0"/>
                      <a:pt x="12" y="0"/>
                    </a:cubicBezTo>
                    <a:cubicBezTo>
                      <a:pt x="16" y="0"/>
                      <a:pt x="20" y="4"/>
                      <a:pt x="20" y="9"/>
                    </a:cubicBezTo>
                    <a:cubicBezTo>
                      <a:pt x="19" y="22"/>
                      <a:pt x="19" y="35"/>
                      <a:pt x="18" y="48"/>
                    </a:cubicBezTo>
                    <a:cubicBezTo>
                      <a:pt x="18" y="60"/>
                      <a:pt x="18" y="72"/>
                      <a:pt x="18" y="84"/>
                    </a:cubicBezTo>
                    <a:cubicBezTo>
                      <a:pt x="18" y="90"/>
                      <a:pt x="18" y="97"/>
                      <a:pt x="18" y="102"/>
                    </a:cubicBezTo>
                    <a:cubicBezTo>
                      <a:pt x="19" y="109"/>
                      <a:pt x="19" y="115"/>
                      <a:pt x="20" y="121"/>
                    </a:cubicBezTo>
                    <a:cubicBezTo>
                      <a:pt x="21" y="134"/>
                      <a:pt x="22" y="146"/>
                      <a:pt x="24" y="158"/>
                    </a:cubicBezTo>
                    <a:cubicBezTo>
                      <a:pt x="24" y="159"/>
                      <a:pt x="24" y="159"/>
                      <a:pt x="24" y="160"/>
                    </a:cubicBezTo>
                    <a:cubicBezTo>
                      <a:pt x="25" y="162"/>
                      <a:pt x="25" y="165"/>
                      <a:pt x="23" y="168"/>
                    </a:cubicBezTo>
                    <a:cubicBezTo>
                      <a:pt x="22" y="171"/>
                      <a:pt x="19" y="172"/>
                      <a:pt x="15" y="172"/>
                    </a:cubicBezTo>
                    <a:cubicBezTo>
                      <a:pt x="13" y="172"/>
                      <a:pt x="10" y="171"/>
                      <a:pt x="8" y="16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5" name="Google Shape;1555;p17"/>
              <p:cNvSpPr/>
              <p:nvPr/>
            </p:nvSpPr>
            <p:spPr>
              <a:xfrm>
                <a:off x="3846960" y="4072680"/>
                <a:ext cx="21600" cy="47160"/>
              </a:xfrm>
              <a:custGeom>
                <a:avLst/>
                <a:gdLst/>
                <a:ahLst/>
                <a:cxnLst/>
                <a:rect l="l" t="t" r="r" b="b"/>
                <a:pathLst>
                  <a:path w="60" h="131" extrusionOk="0">
                    <a:moveTo>
                      <a:pt x="9" y="130"/>
                    </a:moveTo>
                    <a:cubicBezTo>
                      <a:pt x="3" y="129"/>
                      <a:pt x="0" y="123"/>
                      <a:pt x="1" y="117"/>
                    </a:cubicBezTo>
                    <a:cubicBezTo>
                      <a:pt x="4" y="109"/>
                      <a:pt x="8" y="99"/>
                      <a:pt x="11" y="91"/>
                    </a:cubicBezTo>
                    <a:cubicBezTo>
                      <a:pt x="14" y="81"/>
                      <a:pt x="18" y="72"/>
                      <a:pt x="21" y="63"/>
                    </a:cubicBezTo>
                    <a:cubicBezTo>
                      <a:pt x="24" y="53"/>
                      <a:pt x="28" y="44"/>
                      <a:pt x="31" y="35"/>
                    </a:cubicBezTo>
                    <a:cubicBezTo>
                      <a:pt x="34" y="26"/>
                      <a:pt x="36" y="17"/>
                      <a:pt x="39" y="8"/>
                    </a:cubicBezTo>
                    <a:cubicBezTo>
                      <a:pt x="41" y="3"/>
                      <a:pt x="45" y="0"/>
                      <a:pt x="50" y="1"/>
                    </a:cubicBezTo>
                    <a:cubicBezTo>
                      <a:pt x="54" y="2"/>
                      <a:pt x="59" y="7"/>
                      <a:pt x="57" y="12"/>
                    </a:cubicBezTo>
                    <a:cubicBezTo>
                      <a:pt x="56" y="19"/>
                      <a:pt x="54" y="27"/>
                      <a:pt x="54" y="35"/>
                    </a:cubicBezTo>
                    <a:cubicBezTo>
                      <a:pt x="53" y="42"/>
                      <a:pt x="53" y="48"/>
                      <a:pt x="52" y="54"/>
                    </a:cubicBezTo>
                    <a:cubicBezTo>
                      <a:pt x="52" y="61"/>
                      <a:pt x="52" y="68"/>
                      <a:pt x="52" y="75"/>
                    </a:cubicBezTo>
                    <a:cubicBezTo>
                      <a:pt x="53" y="83"/>
                      <a:pt x="53" y="91"/>
                      <a:pt x="54" y="99"/>
                    </a:cubicBezTo>
                    <a:cubicBezTo>
                      <a:pt x="54" y="99"/>
                      <a:pt x="54" y="100"/>
                      <a:pt x="55" y="101"/>
                    </a:cubicBezTo>
                    <a:cubicBezTo>
                      <a:pt x="55" y="103"/>
                      <a:pt x="55" y="106"/>
                      <a:pt x="53" y="108"/>
                    </a:cubicBezTo>
                    <a:cubicBezTo>
                      <a:pt x="52" y="110"/>
                      <a:pt x="50" y="111"/>
                      <a:pt x="47" y="112"/>
                    </a:cubicBezTo>
                    <a:cubicBezTo>
                      <a:pt x="42" y="113"/>
                      <a:pt x="37" y="109"/>
                      <a:pt x="36" y="104"/>
                    </a:cubicBezTo>
                    <a:cubicBezTo>
                      <a:pt x="35" y="96"/>
                      <a:pt x="35" y="87"/>
                      <a:pt x="34" y="79"/>
                    </a:cubicBezTo>
                    <a:cubicBezTo>
                      <a:pt x="32" y="84"/>
                      <a:pt x="31" y="89"/>
                      <a:pt x="29" y="95"/>
                    </a:cubicBezTo>
                    <a:cubicBezTo>
                      <a:pt x="26" y="103"/>
                      <a:pt x="22" y="112"/>
                      <a:pt x="20" y="121"/>
                    </a:cubicBezTo>
                    <a:lnTo>
                      <a:pt x="20" y="122"/>
                    </a:lnTo>
                    <a:cubicBezTo>
                      <a:pt x="19" y="127"/>
                      <a:pt x="15" y="130"/>
                      <a:pt x="10" y="130"/>
                    </a:cubicBezTo>
                    <a:lnTo>
                      <a:pt x="9" y="13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6" name="Google Shape;1556;p17"/>
              <p:cNvSpPr/>
              <p:nvPr/>
            </p:nvSpPr>
            <p:spPr>
              <a:xfrm>
                <a:off x="3885840" y="4080600"/>
                <a:ext cx="28080" cy="96480"/>
              </a:xfrm>
              <a:custGeom>
                <a:avLst/>
                <a:gdLst/>
                <a:ahLst/>
                <a:cxnLst/>
                <a:rect l="l" t="t" r="r" b="b"/>
                <a:pathLst>
                  <a:path w="78" h="268" extrusionOk="0">
                    <a:moveTo>
                      <a:pt x="52" y="99"/>
                    </a:moveTo>
                    <a:cubicBezTo>
                      <a:pt x="51" y="103"/>
                      <a:pt x="49" y="106"/>
                      <a:pt x="47" y="110"/>
                    </a:cubicBezTo>
                    <a:cubicBezTo>
                      <a:pt x="47" y="112"/>
                      <a:pt x="45" y="113"/>
                      <a:pt x="45" y="115"/>
                    </a:cubicBezTo>
                    <a:cubicBezTo>
                      <a:pt x="47" y="113"/>
                      <a:pt x="49" y="113"/>
                      <a:pt x="52" y="113"/>
                    </a:cubicBezTo>
                    <a:cubicBezTo>
                      <a:pt x="52" y="108"/>
                      <a:pt x="52" y="103"/>
                      <a:pt x="53" y="98"/>
                    </a:cubicBezTo>
                    <a:cubicBezTo>
                      <a:pt x="52" y="98"/>
                      <a:pt x="52" y="99"/>
                      <a:pt x="52" y="99"/>
                    </a:cubicBezTo>
                    <a:moveTo>
                      <a:pt x="34" y="249"/>
                    </a:moveTo>
                    <a:cubicBezTo>
                      <a:pt x="34" y="248"/>
                      <a:pt x="34" y="248"/>
                      <a:pt x="34" y="248"/>
                    </a:cubicBezTo>
                    <a:lnTo>
                      <a:pt x="35" y="248"/>
                    </a:lnTo>
                    <a:lnTo>
                      <a:pt x="35" y="247"/>
                    </a:lnTo>
                    <a:cubicBezTo>
                      <a:pt x="35" y="246"/>
                      <a:pt x="35" y="246"/>
                      <a:pt x="36" y="246"/>
                    </a:cubicBezTo>
                    <a:cubicBezTo>
                      <a:pt x="37" y="242"/>
                      <a:pt x="38" y="239"/>
                      <a:pt x="39" y="235"/>
                    </a:cubicBezTo>
                    <a:lnTo>
                      <a:pt x="39" y="234"/>
                    </a:lnTo>
                    <a:cubicBezTo>
                      <a:pt x="39" y="235"/>
                      <a:pt x="39" y="235"/>
                      <a:pt x="39" y="235"/>
                    </a:cubicBezTo>
                    <a:cubicBezTo>
                      <a:pt x="39" y="234"/>
                      <a:pt x="39" y="234"/>
                      <a:pt x="39" y="233"/>
                    </a:cubicBezTo>
                    <a:cubicBezTo>
                      <a:pt x="41" y="225"/>
                      <a:pt x="42" y="216"/>
                      <a:pt x="44" y="207"/>
                    </a:cubicBezTo>
                    <a:cubicBezTo>
                      <a:pt x="45" y="199"/>
                      <a:pt x="47" y="190"/>
                      <a:pt x="47" y="182"/>
                    </a:cubicBezTo>
                    <a:cubicBezTo>
                      <a:pt x="48" y="173"/>
                      <a:pt x="49" y="163"/>
                      <a:pt x="50" y="154"/>
                    </a:cubicBezTo>
                    <a:cubicBezTo>
                      <a:pt x="50" y="148"/>
                      <a:pt x="51" y="142"/>
                      <a:pt x="51" y="136"/>
                    </a:cubicBezTo>
                    <a:cubicBezTo>
                      <a:pt x="45" y="144"/>
                      <a:pt x="40" y="153"/>
                      <a:pt x="35" y="162"/>
                    </a:cubicBezTo>
                    <a:cubicBezTo>
                      <a:pt x="35" y="161"/>
                      <a:pt x="35" y="161"/>
                      <a:pt x="35" y="161"/>
                    </a:cubicBezTo>
                    <a:cubicBezTo>
                      <a:pt x="31" y="168"/>
                      <a:pt x="28" y="175"/>
                      <a:pt x="26" y="182"/>
                    </a:cubicBezTo>
                    <a:cubicBezTo>
                      <a:pt x="24" y="187"/>
                      <a:pt x="22" y="192"/>
                      <a:pt x="21" y="197"/>
                    </a:cubicBezTo>
                    <a:lnTo>
                      <a:pt x="21" y="198"/>
                    </a:lnTo>
                    <a:cubicBezTo>
                      <a:pt x="21" y="197"/>
                      <a:pt x="21" y="197"/>
                      <a:pt x="21" y="197"/>
                    </a:cubicBezTo>
                    <a:cubicBezTo>
                      <a:pt x="20" y="201"/>
                      <a:pt x="19" y="205"/>
                      <a:pt x="19" y="208"/>
                    </a:cubicBezTo>
                    <a:cubicBezTo>
                      <a:pt x="19" y="212"/>
                      <a:pt x="19" y="215"/>
                      <a:pt x="19" y="219"/>
                    </a:cubicBezTo>
                    <a:cubicBezTo>
                      <a:pt x="19" y="222"/>
                      <a:pt x="19" y="224"/>
                      <a:pt x="19" y="227"/>
                    </a:cubicBezTo>
                    <a:cubicBezTo>
                      <a:pt x="20" y="229"/>
                      <a:pt x="20" y="231"/>
                      <a:pt x="20" y="233"/>
                    </a:cubicBezTo>
                    <a:cubicBezTo>
                      <a:pt x="21" y="235"/>
                      <a:pt x="21" y="236"/>
                      <a:pt x="22" y="237"/>
                    </a:cubicBezTo>
                    <a:cubicBezTo>
                      <a:pt x="23" y="239"/>
                      <a:pt x="23" y="239"/>
                      <a:pt x="24" y="240"/>
                    </a:cubicBezTo>
                    <a:cubicBezTo>
                      <a:pt x="25" y="242"/>
                      <a:pt x="27" y="243"/>
                      <a:pt x="28" y="245"/>
                    </a:cubicBezTo>
                    <a:cubicBezTo>
                      <a:pt x="28" y="246"/>
                      <a:pt x="29" y="246"/>
                      <a:pt x="30" y="246"/>
                    </a:cubicBezTo>
                    <a:cubicBezTo>
                      <a:pt x="30" y="247"/>
                      <a:pt x="31" y="247"/>
                      <a:pt x="32" y="248"/>
                    </a:cubicBezTo>
                    <a:lnTo>
                      <a:pt x="33" y="248"/>
                    </a:lnTo>
                    <a:lnTo>
                      <a:pt x="33" y="249"/>
                    </a:lnTo>
                    <a:lnTo>
                      <a:pt x="34" y="249"/>
                    </a:lnTo>
                    <a:moveTo>
                      <a:pt x="28" y="266"/>
                    </a:moveTo>
                    <a:cubicBezTo>
                      <a:pt x="21" y="264"/>
                      <a:pt x="17" y="260"/>
                      <a:pt x="13" y="256"/>
                    </a:cubicBezTo>
                    <a:cubicBezTo>
                      <a:pt x="11" y="253"/>
                      <a:pt x="9" y="251"/>
                      <a:pt x="8" y="249"/>
                    </a:cubicBezTo>
                    <a:cubicBezTo>
                      <a:pt x="6" y="247"/>
                      <a:pt x="5" y="244"/>
                      <a:pt x="5" y="242"/>
                    </a:cubicBezTo>
                    <a:cubicBezTo>
                      <a:pt x="2" y="235"/>
                      <a:pt x="1" y="228"/>
                      <a:pt x="1" y="222"/>
                    </a:cubicBezTo>
                    <a:cubicBezTo>
                      <a:pt x="0" y="197"/>
                      <a:pt x="9" y="172"/>
                      <a:pt x="21" y="151"/>
                    </a:cubicBezTo>
                    <a:cubicBezTo>
                      <a:pt x="26" y="141"/>
                      <a:pt x="32" y="133"/>
                      <a:pt x="38" y="124"/>
                    </a:cubicBezTo>
                    <a:cubicBezTo>
                      <a:pt x="37" y="124"/>
                      <a:pt x="37" y="125"/>
                      <a:pt x="36" y="126"/>
                    </a:cubicBezTo>
                    <a:cubicBezTo>
                      <a:pt x="33" y="129"/>
                      <a:pt x="27" y="131"/>
                      <a:pt x="22" y="130"/>
                    </a:cubicBezTo>
                    <a:cubicBezTo>
                      <a:pt x="20" y="129"/>
                      <a:pt x="18" y="128"/>
                      <a:pt x="16" y="126"/>
                    </a:cubicBezTo>
                    <a:cubicBezTo>
                      <a:pt x="14" y="124"/>
                      <a:pt x="13" y="122"/>
                      <a:pt x="13" y="119"/>
                    </a:cubicBezTo>
                    <a:cubicBezTo>
                      <a:pt x="12" y="114"/>
                      <a:pt x="11" y="109"/>
                      <a:pt x="10" y="103"/>
                    </a:cubicBezTo>
                    <a:cubicBezTo>
                      <a:pt x="9" y="95"/>
                      <a:pt x="9" y="85"/>
                      <a:pt x="9" y="77"/>
                    </a:cubicBezTo>
                    <a:cubicBezTo>
                      <a:pt x="9" y="66"/>
                      <a:pt x="9" y="55"/>
                      <a:pt x="9" y="45"/>
                    </a:cubicBezTo>
                    <a:cubicBezTo>
                      <a:pt x="9" y="40"/>
                      <a:pt x="9" y="35"/>
                      <a:pt x="9" y="31"/>
                    </a:cubicBezTo>
                    <a:cubicBezTo>
                      <a:pt x="10" y="22"/>
                      <a:pt x="10" y="14"/>
                      <a:pt x="13" y="6"/>
                    </a:cubicBezTo>
                    <a:cubicBezTo>
                      <a:pt x="15" y="1"/>
                      <a:pt x="21" y="0"/>
                      <a:pt x="26" y="1"/>
                    </a:cubicBezTo>
                    <a:cubicBezTo>
                      <a:pt x="30" y="4"/>
                      <a:pt x="33" y="10"/>
                      <a:pt x="30" y="14"/>
                    </a:cubicBezTo>
                    <a:cubicBezTo>
                      <a:pt x="30" y="15"/>
                      <a:pt x="30" y="15"/>
                      <a:pt x="30" y="16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8" y="20"/>
                      <a:pt x="28" y="21"/>
                      <a:pt x="28" y="24"/>
                    </a:cubicBezTo>
                    <a:cubicBezTo>
                      <a:pt x="28" y="23"/>
                      <a:pt x="28" y="23"/>
                      <a:pt x="28" y="22"/>
                    </a:cubicBezTo>
                    <a:cubicBezTo>
                      <a:pt x="27" y="29"/>
                      <a:pt x="27" y="36"/>
                      <a:pt x="27" y="43"/>
                    </a:cubicBezTo>
                    <a:cubicBezTo>
                      <a:pt x="27" y="51"/>
                      <a:pt x="27" y="59"/>
                      <a:pt x="27" y="66"/>
                    </a:cubicBezTo>
                    <a:cubicBezTo>
                      <a:pt x="27" y="79"/>
                      <a:pt x="27" y="92"/>
                      <a:pt x="29" y="105"/>
                    </a:cubicBezTo>
                    <a:cubicBezTo>
                      <a:pt x="29" y="105"/>
                      <a:pt x="29" y="104"/>
                      <a:pt x="29" y="103"/>
                    </a:cubicBezTo>
                    <a:cubicBezTo>
                      <a:pt x="29" y="104"/>
                      <a:pt x="29" y="105"/>
                      <a:pt x="30" y="105"/>
                    </a:cubicBezTo>
                    <a:cubicBezTo>
                      <a:pt x="30" y="103"/>
                      <a:pt x="30" y="103"/>
                      <a:pt x="31" y="102"/>
                    </a:cubicBezTo>
                    <a:cubicBezTo>
                      <a:pt x="35" y="93"/>
                      <a:pt x="40" y="84"/>
                      <a:pt x="43" y="75"/>
                    </a:cubicBezTo>
                    <a:cubicBezTo>
                      <a:pt x="48" y="62"/>
                      <a:pt x="52" y="49"/>
                      <a:pt x="55" y="35"/>
                    </a:cubicBezTo>
                    <a:lnTo>
                      <a:pt x="55" y="36"/>
                    </a:lnTo>
                    <a:cubicBezTo>
                      <a:pt x="55" y="35"/>
                      <a:pt x="55" y="35"/>
                      <a:pt x="55" y="35"/>
                    </a:cubicBezTo>
                    <a:cubicBezTo>
                      <a:pt x="56" y="33"/>
                      <a:pt x="56" y="32"/>
                      <a:pt x="56" y="30"/>
                    </a:cubicBezTo>
                    <a:cubicBezTo>
                      <a:pt x="57" y="28"/>
                      <a:pt x="57" y="26"/>
                      <a:pt x="58" y="24"/>
                    </a:cubicBezTo>
                    <a:cubicBezTo>
                      <a:pt x="59" y="20"/>
                      <a:pt x="63" y="17"/>
                      <a:pt x="68" y="18"/>
                    </a:cubicBezTo>
                    <a:cubicBezTo>
                      <a:pt x="73" y="19"/>
                      <a:pt x="77" y="24"/>
                      <a:pt x="76" y="29"/>
                    </a:cubicBezTo>
                    <a:cubicBezTo>
                      <a:pt x="76" y="29"/>
                      <a:pt x="76" y="30"/>
                      <a:pt x="76" y="31"/>
                    </a:cubicBezTo>
                    <a:cubicBezTo>
                      <a:pt x="75" y="34"/>
                      <a:pt x="75" y="35"/>
                      <a:pt x="75" y="38"/>
                    </a:cubicBezTo>
                    <a:lnTo>
                      <a:pt x="75" y="37"/>
                    </a:lnTo>
                    <a:lnTo>
                      <a:pt x="75" y="38"/>
                    </a:lnTo>
                    <a:lnTo>
                      <a:pt x="75" y="37"/>
                    </a:lnTo>
                    <a:lnTo>
                      <a:pt x="75" y="36"/>
                    </a:lnTo>
                    <a:cubicBezTo>
                      <a:pt x="75" y="37"/>
                      <a:pt x="75" y="38"/>
                      <a:pt x="75" y="38"/>
                    </a:cubicBezTo>
                    <a:lnTo>
                      <a:pt x="75" y="39"/>
                    </a:lnTo>
                    <a:cubicBezTo>
                      <a:pt x="75" y="39"/>
                      <a:pt x="74" y="40"/>
                      <a:pt x="74" y="41"/>
                    </a:cubicBezTo>
                    <a:lnTo>
                      <a:pt x="74" y="40"/>
                    </a:lnTo>
                    <a:cubicBezTo>
                      <a:pt x="74" y="43"/>
                      <a:pt x="74" y="45"/>
                      <a:pt x="73" y="48"/>
                    </a:cubicBezTo>
                    <a:cubicBezTo>
                      <a:pt x="73" y="48"/>
                      <a:pt x="73" y="47"/>
                      <a:pt x="73" y="46"/>
                    </a:cubicBezTo>
                    <a:cubicBezTo>
                      <a:pt x="72" y="66"/>
                      <a:pt x="70" y="86"/>
                      <a:pt x="70" y="105"/>
                    </a:cubicBezTo>
                    <a:cubicBezTo>
                      <a:pt x="69" y="126"/>
                      <a:pt x="68" y="146"/>
                      <a:pt x="66" y="166"/>
                    </a:cubicBezTo>
                    <a:cubicBezTo>
                      <a:pt x="65" y="185"/>
                      <a:pt x="62" y="205"/>
                      <a:pt x="59" y="224"/>
                    </a:cubicBezTo>
                    <a:cubicBezTo>
                      <a:pt x="58" y="229"/>
                      <a:pt x="58" y="234"/>
                      <a:pt x="56" y="239"/>
                    </a:cubicBezTo>
                    <a:cubicBezTo>
                      <a:pt x="55" y="249"/>
                      <a:pt x="52" y="260"/>
                      <a:pt x="43" y="265"/>
                    </a:cubicBezTo>
                    <a:cubicBezTo>
                      <a:pt x="40" y="266"/>
                      <a:pt x="37" y="267"/>
                      <a:pt x="34" y="267"/>
                    </a:cubicBezTo>
                    <a:cubicBezTo>
                      <a:pt x="31" y="267"/>
                      <a:pt x="30" y="267"/>
                      <a:pt x="28" y="2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7" name="Google Shape;1557;p17"/>
              <p:cNvSpPr/>
              <p:nvPr/>
            </p:nvSpPr>
            <p:spPr>
              <a:xfrm>
                <a:off x="3934800" y="4078080"/>
                <a:ext cx="24840" cy="31680"/>
              </a:xfrm>
              <a:custGeom>
                <a:avLst/>
                <a:gdLst/>
                <a:ahLst/>
                <a:cxnLst/>
                <a:rect l="l" t="t" r="r" b="b"/>
                <a:pathLst>
                  <a:path w="69" h="88" extrusionOk="0">
                    <a:moveTo>
                      <a:pt x="8" y="80"/>
                    </a:moveTo>
                    <a:cubicBezTo>
                      <a:pt x="4" y="74"/>
                      <a:pt x="7" y="66"/>
                      <a:pt x="10" y="60"/>
                    </a:cubicBezTo>
                    <a:lnTo>
                      <a:pt x="10" y="59"/>
                    </a:lnTo>
                    <a:cubicBezTo>
                      <a:pt x="12" y="54"/>
                      <a:pt x="14" y="49"/>
                      <a:pt x="15" y="43"/>
                    </a:cubicBezTo>
                    <a:cubicBezTo>
                      <a:pt x="11" y="42"/>
                      <a:pt x="6" y="40"/>
                      <a:pt x="4" y="35"/>
                    </a:cubicBezTo>
                    <a:cubicBezTo>
                      <a:pt x="0" y="28"/>
                      <a:pt x="3" y="20"/>
                      <a:pt x="7" y="13"/>
                    </a:cubicBezTo>
                    <a:cubicBezTo>
                      <a:pt x="8" y="10"/>
                      <a:pt x="11" y="7"/>
                      <a:pt x="14" y="5"/>
                    </a:cubicBezTo>
                    <a:cubicBezTo>
                      <a:pt x="17" y="3"/>
                      <a:pt x="20" y="1"/>
                      <a:pt x="24" y="0"/>
                    </a:cubicBezTo>
                    <a:cubicBezTo>
                      <a:pt x="28" y="0"/>
                      <a:pt x="32" y="2"/>
                      <a:pt x="35" y="4"/>
                    </a:cubicBezTo>
                    <a:cubicBezTo>
                      <a:pt x="38" y="8"/>
                      <a:pt x="39" y="12"/>
                      <a:pt x="39" y="16"/>
                    </a:cubicBezTo>
                    <a:cubicBezTo>
                      <a:pt x="40" y="24"/>
                      <a:pt x="38" y="31"/>
                      <a:pt x="36" y="39"/>
                    </a:cubicBezTo>
                    <a:cubicBezTo>
                      <a:pt x="35" y="43"/>
                      <a:pt x="33" y="46"/>
                      <a:pt x="32" y="50"/>
                    </a:cubicBezTo>
                    <a:cubicBezTo>
                      <a:pt x="31" y="54"/>
                      <a:pt x="30" y="57"/>
                      <a:pt x="29" y="61"/>
                    </a:cubicBezTo>
                    <a:cubicBezTo>
                      <a:pt x="28" y="63"/>
                      <a:pt x="28" y="64"/>
                      <a:pt x="27" y="66"/>
                    </a:cubicBezTo>
                    <a:cubicBezTo>
                      <a:pt x="28" y="66"/>
                      <a:pt x="30" y="65"/>
                      <a:pt x="31" y="64"/>
                    </a:cubicBezTo>
                    <a:cubicBezTo>
                      <a:pt x="34" y="63"/>
                      <a:pt x="37" y="62"/>
                      <a:pt x="40" y="60"/>
                    </a:cubicBezTo>
                    <a:cubicBezTo>
                      <a:pt x="43" y="59"/>
                      <a:pt x="46" y="57"/>
                      <a:pt x="49" y="55"/>
                    </a:cubicBezTo>
                    <a:cubicBezTo>
                      <a:pt x="50" y="55"/>
                      <a:pt x="52" y="53"/>
                      <a:pt x="53" y="52"/>
                    </a:cubicBezTo>
                    <a:cubicBezTo>
                      <a:pt x="58" y="50"/>
                      <a:pt x="63" y="50"/>
                      <a:pt x="66" y="55"/>
                    </a:cubicBezTo>
                    <a:cubicBezTo>
                      <a:pt x="68" y="59"/>
                      <a:pt x="68" y="64"/>
                      <a:pt x="64" y="67"/>
                    </a:cubicBezTo>
                    <a:cubicBezTo>
                      <a:pt x="54" y="73"/>
                      <a:pt x="45" y="79"/>
                      <a:pt x="34" y="83"/>
                    </a:cubicBezTo>
                    <a:cubicBezTo>
                      <a:pt x="30" y="85"/>
                      <a:pt x="25" y="87"/>
                      <a:pt x="21" y="87"/>
                    </a:cubicBezTo>
                    <a:cubicBezTo>
                      <a:pt x="15" y="87"/>
                      <a:pt x="11" y="85"/>
                      <a:pt x="8" y="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8" name="Google Shape;1558;p17"/>
              <p:cNvSpPr/>
              <p:nvPr/>
            </p:nvSpPr>
            <p:spPr>
              <a:xfrm>
                <a:off x="3223080" y="4553640"/>
                <a:ext cx="16920" cy="24840"/>
              </a:xfrm>
              <a:custGeom>
                <a:avLst/>
                <a:gdLst/>
                <a:ahLst/>
                <a:cxnLst/>
                <a:rect l="l" t="t" r="r" b="b"/>
                <a:pathLst>
                  <a:path w="47" h="69" extrusionOk="0">
                    <a:moveTo>
                      <a:pt x="29" y="65"/>
                    </a:moveTo>
                    <a:cubicBezTo>
                      <a:pt x="20" y="56"/>
                      <a:pt x="11" y="45"/>
                      <a:pt x="4" y="34"/>
                    </a:cubicBezTo>
                    <a:cubicBezTo>
                      <a:pt x="3" y="31"/>
                      <a:pt x="2" y="29"/>
                      <a:pt x="1" y="26"/>
                    </a:cubicBezTo>
                    <a:cubicBezTo>
                      <a:pt x="0" y="23"/>
                      <a:pt x="0" y="21"/>
                      <a:pt x="0" y="18"/>
                    </a:cubicBezTo>
                    <a:cubicBezTo>
                      <a:pt x="0" y="12"/>
                      <a:pt x="2" y="7"/>
                      <a:pt x="6" y="4"/>
                    </a:cubicBezTo>
                    <a:cubicBezTo>
                      <a:pt x="11" y="0"/>
                      <a:pt x="18" y="3"/>
                      <a:pt x="23" y="6"/>
                    </a:cubicBezTo>
                    <a:cubicBezTo>
                      <a:pt x="27" y="8"/>
                      <a:pt x="28" y="15"/>
                      <a:pt x="26" y="19"/>
                    </a:cubicBezTo>
                    <a:cubicBezTo>
                      <a:pt x="24" y="21"/>
                      <a:pt x="22" y="23"/>
                      <a:pt x="20" y="23"/>
                    </a:cubicBezTo>
                    <a:cubicBezTo>
                      <a:pt x="20" y="25"/>
                      <a:pt x="21" y="25"/>
                      <a:pt x="21" y="26"/>
                    </a:cubicBezTo>
                    <a:cubicBezTo>
                      <a:pt x="24" y="31"/>
                      <a:pt x="28" y="36"/>
                      <a:pt x="31" y="40"/>
                    </a:cubicBezTo>
                    <a:cubicBezTo>
                      <a:pt x="31" y="40"/>
                      <a:pt x="31" y="39"/>
                      <a:pt x="30" y="39"/>
                    </a:cubicBezTo>
                    <a:cubicBezTo>
                      <a:pt x="34" y="44"/>
                      <a:pt x="38" y="49"/>
                      <a:pt x="43" y="53"/>
                    </a:cubicBezTo>
                    <a:cubicBezTo>
                      <a:pt x="46" y="56"/>
                      <a:pt x="46" y="62"/>
                      <a:pt x="42" y="65"/>
                    </a:cubicBezTo>
                    <a:cubicBezTo>
                      <a:pt x="41" y="67"/>
                      <a:pt x="38" y="68"/>
                      <a:pt x="36" y="68"/>
                    </a:cubicBezTo>
                    <a:cubicBezTo>
                      <a:pt x="34" y="68"/>
                      <a:pt x="32" y="67"/>
                      <a:pt x="29" y="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9" name="Google Shape;1559;p17"/>
              <p:cNvSpPr/>
              <p:nvPr/>
            </p:nvSpPr>
            <p:spPr>
              <a:xfrm>
                <a:off x="3265920" y="4587840"/>
                <a:ext cx="29880" cy="212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59" extrusionOk="0">
                    <a:moveTo>
                      <a:pt x="67" y="57"/>
                    </a:moveTo>
                    <a:cubicBezTo>
                      <a:pt x="55" y="50"/>
                      <a:pt x="43" y="44"/>
                      <a:pt x="32" y="37"/>
                    </a:cubicBezTo>
                    <a:cubicBezTo>
                      <a:pt x="26" y="33"/>
                      <a:pt x="22" y="30"/>
                      <a:pt x="17" y="26"/>
                    </a:cubicBezTo>
                    <a:cubicBezTo>
                      <a:pt x="12" y="23"/>
                      <a:pt x="7" y="19"/>
                      <a:pt x="3" y="16"/>
                    </a:cubicBezTo>
                    <a:cubicBezTo>
                      <a:pt x="0" y="12"/>
                      <a:pt x="0" y="5"/>
                      <a:pt x="4" y="2"/>
                    </a:cubicBezTo>
                    <a:cubicBezTo>
                      <a:pt x="5" y="1"/>
                      <a:pt x="8" y="0"/>
                      <a:pt x="11" y="0"/>
                    </a:cubicBezTo>
                    <a:cubicBezTo>
                      <a:pt x="14" y="0"/>
                      <a:pt x="16" y="1"/>
                      <a:pt x="18" y="4"/>
                    </a:cubicBezTo>
                    <a:lnTo>
                      <a:pt x="19" y="5"/>
                    </a:lnTo>
                    <a:cubicBezTo>
                      <a:pt x="23" y="8"/>
                      <a:pt x="28" y="12"/>
                      <a:pt x="32" y="15"/>
                    </a:cubicBezTo>
                    <a:cubicBezTo>
                      <a:pt x="46" y="25"/>
                      <a:pt x="61" y="33"/>
                      <a:pt x="77" y="42"/>
                    </a:cubicBezTo>
                    <a:cubicBezTo>
                      <a:pt x="81" y="44"/>
                      <a:pt x="82" y="50"/>
                      <a:pt x="79" y="54"/>
                    </a:cubicBezTo>
                    <a:cubicBezTo>
                      <a:pt x="78" y="57"/>
                      <a:pt x="75" y="58"/>
                      <a:pt x="72" y="58"/>
                    </a:cubicBezTo>
                    <a:cubicBezTo>
                      <a:pt x="70" y="58"/>
                      <a:pt x="68" y="58"/>
                      <a:pt x="67" y="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0" name="Google Shape;1560;p17"/>
              <p:cNvSpPr/>
              <p:nvPr/>
            </p:nvSpPr>
            <p:spPr>
              <a:xfrm>
                <a:off x="3329280" y="4628520"/>
                <a:ext cx="37080" cy="1584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44" extrusionOk="0">
                    <a:moveTo>
                      <a:pt x="91" y="43"/>
                    </a:moveTo>
                    <a:cubicBezTo>
                      <a:pt x="76" y="40"/>
                      <a:pt x="60" y="37"/>
                      <a:pt x="45" y="33"/>
                    </a:cubicBezTo>
                    <a:cubicBezTo>
                      <a:pt x="38" y="32"/>
                      <a:pt x="32" y="29"/>
                      <a:pt x="25" y="27"/>
                    </a:cubicBezTo>
                    <a:cubicBezTo>
                      <a:pt x="19" y="25"/>
                      <a:pt x="13" y="22"/>
                      <a:pt x="7" y="19"/>
                    </a:cubicBezTo>
                    <a:cubicBezTo>
                      <a:pt x="3" y="16"/>
                      <a:pt x="0" y="11"/>
                      <a:pt x="3" y="5"/>
                    </a:cubicBezTo>
                    <a:cubicBezTo>
                      <a:pt x="6" y="1"/>
                      <a:pt x="13" y="0"/>
                      <a:pt x="17" y="3"/>
                    </a:cubicBezTo>
                    <a:cubicBezTo>
                      <a:pt x="22" y="5"/>
                      <a:pt x="26" y="7"/>
                      <a:pt x="31" y="9"/>
                    </a:cubicBezTo>
                    <a:cubicBezTo>
                      <a:pt x="35" y="11"/>
                      <a:pt x="39" y="12"/>
                      <a:pt x="44" y="14"/>
                    </a:cubicBezTo>
                    <a:cubicBezTo>
                      <a:pt x="49" y="15"/>
                      <a:pt x="55" y="16"/>
                      <a:pt x="59" y="18"/>
                    </a:cubicBezTo>
                    <a:cubicBezTo>
                      <a:pt x="71" y="21"/>
                      <a:pt x="82" y="23"/>
                      <a:pt x="94" y="25"/>
                    </a:cubicBezTo>
                    <a:cubicBezTo>
                      <a:pt x="98" y="26"/>
                      <a:pt x="102" y="30"/>
                      <a:pt x="101" y="35"/>
                    </a:cubicBezTo>
                    <a:cubicBezTo>
                      <a:pt x="100" y="40"/>
                      <a:pt x="96" y="43"/>
                      <a:pt x="92" y="43"/>
                    </a:cubicBezTo>
                    <a:lnTo>
                      <a:pt x="91" y="4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1" name="Google Shape;1561;p17"/>
              <p:cNvSpPr/>
              <p:nvPr/>
            </p:nvSpPr>
            <p:spPr>
              <a:xfrm>
                <a:off x="3410640" y="4617720"/>
                <a:ext cx="51120" cy="23040"/>
              </a:xfrm>
              <a:custGeom>
                <a:avLst/>
                <a:gdLst/>
                <a:ahLst/>
                <a:cxnLst/>
                <a:rect l="l" t="t" r="r" b="b"/>
                <a:pathLst>
                  <a:path w="142" h="64" extrusionOk="0">
                    <a:moveTo>
                      <a:pt x="14" y="63"/>
                    </a:moveTo>
                    <a:cubicBezTo>
                      <a:pt x="13" y="63"/>
                      <a:pt x="11" y="63"/>
                      <a:pt x="9" y="63"/>
                    </a:cubicBezTo>
                    <a:cubicBezTo>
                      <a:pt x="4" y="63"/>
                      <a:pt x="0" y="58"/>
                      <a:pt x="0" y="53"/>
                    </a:cubicBezTo>
                    <a:cubicBezTo>
                      <a:pt x="0" y="48"/>
                      <a:pt x="5" y="44"/>
                      <a:pt x="10" y="44"/>
                    </a:cubicBezTo>
                    <a:cubicBezTo>
                      <a:pt x="18" y="45"/>
                      <a:pt x="25" y="45"/>
                      <a:pt x="32" y="45"/>
                    </a:cubicBezTo>
                    <a:cubicBezTo>
                      <a:pt x="34" y="45"/>
                      <a:pt x="36" y="45"/>
                      <a:pt x="38" y="44"/>
                    </a:cubicBezTo>
                    <a:cubicBezTo>
                      <a:pt x="43" y="44"/>
                      <a:pt x="49" y="42"/>
                      <a:pt x="54" y="41"/>
                    </a:cubicBezTo>
                    <a:cubicBezTo>
                      <a:pt x="57" y="40"/>
                      <a:pt x="60" y="39"/>
                      <a:pt x="63" y="38"/>
                    </a:cubicBezTo>
                    <a:cubicBezTo>
                      <a:pt x="66" y="37"/>
                      <a:pt x="69" y="35"/>
                      <a:pt x="72" y="34"/>
                    </a:cubicBezTo>
                    <a:cubicBezTo>
                      <a:pt x="77" y="31"/>
                      <a:pt x="82" y="29"/>
                      <a:pt x="87" y="26"/>
                    </a:cubicBezTo>
                    <a:cubicBezTo>
                      <a:pt x="92" y="23"/>
                      <a:pt x="97" y="21"/>
                      <a:pt x="102" y="18"/>
                    </a:cubicBezTo>
                    <a:cubicBezTo>
                      <a:pt x="105" y="16"/>
                      <a:pt x="107" y="14"/>
                      <a:pt x="110" y="13"/>
                    </a:cubicBezTo>
                    <a:lnTo>
                      <a:pt x="109" y="13"/>
                    </a:lnTo>
                    <a:cubicBezTo>
                      <a:pt x="115" y="10"/>
                      <a:pt x="120" y="6"/>
                      <a:pt x="126" y="3"/>
                    </a:cubicBezTo>
                    <a:cubicBezTo>
                      <a:pt x="130" y="0"/>
                      <a:pt x="135" y="1"/>
                      <a:pt x="138" y="5"/>
                    </a:cubicBezTo>
                    <a:cubicBezTo>
                      <a:pt x="141" y="9"/>
                      <a:pt x="140" y="14"/>
                      <a:pt x="136" y="17"/>
                    </a:cubicBezTo>
                    <a:cubicBezTo>
                      <a:pt x="127" y="23"/>
                      <a:pt x="118" y="29"/>
                      <a:pt x="109" y="34"/>
                    </a:cubicBezTo>
                    <a:cubicBezTo>
                      <a:pt x="104" y="37"/>
                      <a:pt x="99" y="40"/>
                      <a:pt x="95" y="42"/>
                    </a:cubicBezTo>
                    <a:cubicBezTo>
                      <a:pt x="90" y="45"/>
                      <a:pt x="85" y="47"/>
                      <a:pt x="81" y="49"/>
                    </a:cubicBezTo>
                    <a:cubicBezTo>
                      <a:pt x="72" y="53"/>
                      <a:pt x="63" y="57"/>
                      <a:pt x="53" y="59"/>
                    </a:cubicBezTo>
                    <a:cubicBezTo>
                      <a:pt x="49" y="60"/>
                      <a:pt x="45" y="62"/>
                      <a:pt x="42" y="62"/>
                    </a:cubicBezTo>
                    <a:cubicBezTo>
                      <a:pt x="37" y="63"/>
                      <a:pt x="33" y="63"/>
                      <a:pt x="29" y="63"/>
                    </a:cubicBezTo>
                    <a:cubicBezTo>
                      <a:pt x="26" y="63"/>
                      <a:pt x="25" y="63"/>
                      <a:pt x="22" y="63"/>
                    </a:cubicBezTo>
                    <a:cubicBezTo>
                      <a:pt x="19" y="63"/>
                      <a:pt x="17" y="63"/>
                      <a:pt x="14" y="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2" name="Google Shape;1562;p17"/>
              <p:cNvSpPr/>
              <p:nvPr/>
            </p:nvSpPr>
            <p:spPr>
              <a:xfrm>
                <a:off x="3494160" y="4562640"/>
                <a:ext cx="43560" cy="3348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93" extrusionOk="0">
                    <a:moveTo>
                      <a:pt x="3" y="88"/>
                    </a:moveTo>
                    <a:cubicBezTo>
                      <a:pt x="0" y="84"/>
                      <a:pt x="1" y="78"/>
                      <a:pt x="5" y="75"/>
                    </a:cubicBezTo>
                    <a:cubicBezTo>
                      <a:pt x="22" y="64"/>
                      <a:pt x="39" y="52"/>
                      <a:pt x="55" y="40"/>
                    </a:cubicBezTo>
                    <a:cubicBezTo>
                      <a:pt x="71" y="28"/>
                      <a:pt x="88" y="15"/>
                      <a:pt x="104" y="3"/>
                    </a:cubicBezTo>
                    <a:cubicBezTo>
                      <a:pt x="108" y="0"/>
                      <a:pt x="114" y="1"/>
                      <a:pt x="117" y="5"/>
                    </a:cubicBezTo>
                    <a:cubicBezTo>
                      <a:pt x="120" y="10"/>
                      <a:pt x="118" y="15"/>
                      <a:pt x="114" y="18"/>
                    </a:cubicBezTo>
                    <a:cubicBezTo>
                      <a:pt x="98" y="30"/>
                      <a:pt x="82" y="43"/>
                      <a:pt x="65" y="55"/>
                    </a:cubicBezTo>
                    <a:cubicBezTo>
                      <a:pt x="49" y="67"/>
                      <a:pt x="33" y="79"/>
                      <a:pt x="16" y="91"/>
                    </a:cubicBezTo>
                    <a:cubicBezTo>
                      <a:pt x="15" y="92"/>
                      <a:pt x="13" y="92"/>
                      <a:pt x="11" y="92"/>
                    </a:cubicBezTo>
                    <a:cubicBezTo>
                      <a:pt x="8" y="92"/>
                      <a:pt x="5" y="91"/>
                      <a:pt x="3" y="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3" name="Google Shape;1563;p17"/>
              <p:cNvSpPr/>
              <p:nvPr/>
            </p:nvSpPr>
            <p:spPr>
              <a:xfrm>
                <a:off x="3557520" y="4492080"/>
                <a:ext cx="41040" cy="4968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38" extrusionOk="0">
                    <a:moveTo>
                      <a:pt x="7" y="136"/>
                    </a:moveTo>
                    <a:cubicBezTo>
                      <a:pt x="2" y="134"/>
                      <a:pt x="0" y="128"/>
                      <a:pt x="2" y="123"/>
                    </a:cubicBezTo>
                    <a:cubicBezTo>
                      <a:pt x="5" y="118"/>
                      <a:pt x="8" y="113"/>
                      <a:pt x="12" y="108"/>
                    </a:cubicBezTo>
                    <a:cubicBezTo>
                      <a:pt x="16" y="103"/>
                      <a:pt x="19" y="98"/>
                      <a:pt x="23" y="94"/>
                    </a:cubicBezTo>
                    <a:cubicBezTo>
                      <a:pt x="26" y="91"/>
                      <a:pt x="28" y="88"/>
                      <a:pt x="30" y="85"/>
                    </a:cubicBezTo>
                    <a:cubicBezTo>
                      <a:pt x="39" y="74"/>
                      <a:pt x="48" y="63"/>
                      <a:pt x="57" y="52"/>
                    </a:cubicBezTo>
                    <a:cubicBezTo>
                      <a:pt x="69" y="38"/>
                      <a:pt x="81" y="24"/>
                      <a:pt x="93" y="9"/>
                    </a:cubicBezTo>
                    <a:cubicBezTo>
                      <a:pt x="94" y="8"/>
                      <a:pt x="95" y="6"/>
                      <a:pt x="96" y="5"/>
                    </a:cubicBezTo>
                    <a:cubicBezTo>
                      <a:pt x="100" y="1"/>
                      <a:pt x="105" y="0"/>
                      <a:pt x="109" y="4"/>
                    </a:cubicBezTo>
                    <a:cubicBezTo>
                      <a:pt x="113" y="7"/>
                      <a:pt x="113" y="13"/>
                      <a:pt x="110" y="17"/>
                    </a:cubicBezTo>
                    <a:cubicBezTo>
                      <a:pt x="99" y="31"/>
                      <a:pt x="86" y="45"/>
                      <a:pt x="75" y="60"/>
                    </a:cubicBezTo>
                    <a:cubicBezTo>
                      <a:pt x="67" y="70"/>
                      <a:pt x="58" y="80"/>
                      <a:pt x="50" y="91"/>
                    </a:cubicBezTo>
                    <a:cubicBezTo>
                      <a:pt x="42" y="100"/>
                      <a:pt x="34" y="110"/>
                      <a:pt x="27" y="120"/>
                    </a:cubicBezTo>
                    <a:cubicBezTo>
                      <a:pt x="25" y="123"/>
                      <a:pt x="22" y="127"/>
                      <a:pt x="19" y="131"/>
                    </a:cubicBezTo>
                    <a:cubicBezTo>
                      <a:pt x="18" y="134"/>
                      <a:pt x="14" y="137"/>
                      <a:pt x="11" y="137"/>
                    </a:cubicBezTo>
                    <a:cubicBezTo>
                      <a:pt x="9" y="137"/>
                      <a:pt x="8" y="137"/>
                      <a:pt x="7" y="1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4" name="Google Shape;1564;p17"/>
              <p:cNvSpPr/>
              <p:nvPr/>
            </p:nvSpPr>
            <p:spPr>
              <a:xfrm>
                <a:off x="3616560" y="4430160"/>
                <a:ext cx="36720" cy="39960"/>
              </a:xfrm>
              <a:custGeom>
                <a:avLst/>
                <a:gdLst/>
                <a:ahLst/>
                <a:cxnLst/>
                <a:rect l="l" t="t" r="r" b="b"/>
                <a:pathLst>
                  <a:path w="102" h="111" extrusionOk="0">
                    <a:moveTo>
                      <a:pt x="6" y="108"/>
                    </a:moveTo>
                    <a:cubicBezTo>
                      <a:pt x="1" y="105"/>
                      <a:pt x="0" y="100"/>
                      <a:pt x="3" y="96"/>
                    </a:cubicBezTo>
                    <a:cubicBezTo>
                      <a:pt x="8" y="87"/>
                      <a:pt x="13" y="79"/>
                      <a:pt x="18" y="71"/>
                    </a:cubicBezTo>
                    <a:cubicBezTo>
                      <a:pt x="24" y="63"/>
                      <a:pt x="30" y="55"/>
                      <a:pt x="36" y="48"/>
                    </a:cubicBezTo>
                    <a:cubicBezTo>
                      <a:pt x="40" y="44"/>
                      <a:pt x="44" y="40"/>
                      <a:pt x="48" y="36"/>
                    </a:cubicBezTo>
                    <a:cubicBezTo>
                      <a:pt x="51" y="32"/>
                      <a:pt x="55" y="29"/>
                      <a:pt x="59" y="25"/>
                    </a:cubicBezTo>
                    <a:cubicBezTo>
                      <a:pt x="66" y="19"/>
                      <a:pt x="74" y="12"/>
                      <a:pt x="81" y="6"/>
                    </a:cubicBezTo>
                    <a:cubicBezTo>
                      <a:pt x="83" y="5"/>
                      <a:pt x="84" y="4"/>
                      <a:pt x="85" y="3"/>
                    </a:cubicBezTo>
                    <a:cubicBezTo>
                      <a:pt x="89" y="0"/>
                      <a:pt x="94" y="0"/>
                      <a:pt x="98" y="3"/>
                    </a:cubicBezTo>
                    <a:cubicBezTo>
                      <a:pt x="101" y="7"/>
                      <a:pt x="101" y="13"/>
                      <a:pt x="97" y="16"/>
                    </a:cubicBezTo>
                    <a:cubicBezTo>
                      <a:pt x="89" y="23"/>
                      <a:pt x="81" y="30"/>
                      <a:pt x="74" y="37"/>
                    </a:cubicBezTo>
                    <a:cubicBezTo>
                      <a:pt x="67" y="42"/>
                      <a:pt x="62" y="47"/>
                      <a:pt x="56" y="53"/>
                    </a:cubicBezTo>
                    <a:cubicBezTo>
                      <a:pt x="53" y="56"/>
                      <a:pt x="51" y="59"/>
                      <a:pt x="48" y="62"/>
                    </a:cubicBezTo>
                    <a:cubicBezTo>
                      <a:pt x="45" y="65"/>
                      <a:pt x="42" y="69"/>
                      <a:pt x="39" y="72"/>
                    </a:cubicBezTo>
                    <a:cubicBezTo>
                      <a:pt x="32" y="83"/>
                      <a:pt x="25" y="94"/>
                      <a:pt x="18" y="105"/>
                    </a:cubicBezTo>
                    <a:cubicBezTo>
                      <a:pt x="17" y="108"/>
                      <a:pt x="14" y="110"/>
                      <a:pt x="10" y="110"/>
                    </a:cubicBezTo>
                    <a:cubicBezTo>
                      <a:pt x="9" y="110"/>
                      <a:pt x="7" y="110"/>
                      <a:pt x="6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5" name="Google Shape;1565;p17"/>
              <p:cNvSpPr/>
              <p:nvPr/>
            </p:nvSpPr>
            <p:spPr>
              <a:xfrm>
                <a:off x="3675960" y="4374000"/>
                <a:ext cx="44280" cy="33480"/>
              </a:xfrm>
              <a:custGeom>
                <a:avLst/>
                <a:gdLst/>
                <a:ahLst/>
                <a:cxnLst/>
                <a:rect l="l" t="t" r="r" b="b"/>
                <a:pathLst>
                  <a:path w="123" h="93" extrusionOk="0">
                    <a:moveTo>
                      <a:pt x="5" y="90"/>
                    </a:moveTo>
                    <a:cubicBezTo>
                      <a:pt x="1" y="86"/>
                      <a:pt x="0" y="80"/>
                      <a:pt x="4" y="76"/>
                    </a:cubicBezTo>
                    <a:cubicBezTo>
                      <a:pt x="10" y="69"/>
                      <a:pt x="17" y="63"/>
                      <a:pt x="24" y="57"/>
                    </a:cubicBezTo>
                    <a:cubicBezTo>
                      <a:pt x="31" y="50"/>
                      <a:pt x="39" y="44"/>
                      <a:pt x="47" y="37"/>
                    </a:cubicBezTo>
                    <a:cubicBezTo>
                      <a:pt x="55" y="31"/>
                      <a:pt x="63" y="25"/>
                      <a:pt x="73" y="20"/>
                    </a:cubicBezTo>
                    <a:cubicBezTo>
                      <a:pt x="81" y="15"/>
                      <a:pt x="90" y="10"/>
                      <a:pt x="99" y="6"/>
                    </a:cubicBezTo>
                    <a:cubicBezTo>
                      <a:pt x="102" y="4"/>
                      <a:pt x="105" y="3"/>
                      <a:pt x="108" y="2"/>
                    </a:cubicBezTo>
                    <a:cubicBezTo>
                      <a:pt x="112" y="0"/>
                      <a:pt x="117" y="2"/>
                      <a:pt x="120" y="6"/>
                    </a:cubicBezTo>
                    <a:cubicBezTo>
                      <a:pt x="122" y="10"/>
                      <a:pt x="120" y="16"/>
                      <a:pt x="116" y="18"/>
                    </a:cubicBezTo>
                    <a:cubicBezTo>
                      <a:pt x="109" y="21"/>
                      <a:pt x="102" y="24"/>
                      <a:pt x="95" y="28"/>
                    </a:cubicBezTo>
                    <a:cubicBezTo>
                      <a:pt x="89" y="31"/>
                      <a:pt x="83" y="34"/>
                      <a:pt x="77" y="38"/>
                    </a:cubicBezTo>
                    <a:cubicBezTo>
                      <a:pt x="74" y="40"/>
                      <a:pt x="71" y="42"/>
                      <a:pt x="67" y="45"/>
                    </a:cubicBezTo>
                    <a:cubicBezTo>
                      <a:pt x="64" y="47"/>
                      <a:pt x="61" y="49"/>
                      <a:pt x="58" y="52"/>
                    </a:cubicBezTo>
                    <a:cubicBezTo>
                      <a:pt x="52" y="56"/>
                      <a:pt x="46" y="62"/>
                      <a:pt x="39" y="67"/>
                    </a:cubicBezTo>
                    <a:cubicBezTo>
                      <a:pt x="34" y="72"/>
                      <a:pt x="29" y="77"/>
                      <a:pt x="24" y="82"/>
                    </a:cubicBezTo>
                    <a:cubicBezTo>
                      <a:pt x="22" y="84"/>
                      <a:pt x="20" y="86"/>
                      <a:pt x="18" y="88"/>
                    </a:cubicBezTo>
                    <a:cubicBezTo>
                      <a:pt x="17" y="91"/>
                      <a:pt x="14" y="92"/>
                      <a:pt x="11" y="92"/>
                    </a:cubicBezTo>
                    <a:cubicBezTo>
                      <a:pt x="8" y="92"/>
                      <a:pt x="7" y="91"/>
                      <a:pt x="5" y="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6" name="Google Shape;1566;p17"/>
              <p:cNvSpPr/>
              <p:nvPr/>
            </p:nvSpPr>
            <p:spPr>
              <a:xfrm>
                <a:off x="3752640" y="4352400"/>
                <a:ext cx="4320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36" extrusionOk="0">
                    <a:moveTo>
                      <a:pt x="8" y="35"/>
                    </a:moveTo>
                    <a:cubicBezTo>
                      <a:pt x="3" y="34"/>
                      <a:pt x="0" y="28"/>
                      <a:pt x="2" y="23"/>
                    </a:cubicBezTo>
                    <a:cubicBezTo>
                      <a:pt x="3" y="19"/>
                      <a:pt x="6" y="17"/>
                      <a:pt x="10" y="16"/>
                    </a:cubicBezTo>
                    <a:cubicBezTo>
                      <a:pt x="11" y="16"/>
                      <a:pt x="12" y="16"/>
                      <a:pt x="14" y="16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27" y="13"/>
                      <a:pt x="42" y="9"/>
                      <a:pt x="57" y="6"/>
                    </a:cubicBezTo>
                    <a:cubicBezTo>
                      <a:pt x="65" y="4"/>
                      <a:pt x="73" y="3"/>
                      <a:pt x="82" y="2"/>
                    </a:cubicBezTo>
                    <a:cubicBezTo>
                      <a:pt x="91" y="1"/>
                      <a:pt x="100" y="1"/>
                      <a:pt x="109" y="0"/>
                    </a:cubicBezTo>
                    <a:cubicBezTo>
                      <a:pt x="114" y="0"/>
                      <a:pt x="119" y="3"/>
                      <a:pt x="119" y="9"/>
                    </a:cubicBezTo>
                    <a:cubicBezTo>
                      <a:pt x="119" y="13"/>
                      <a:pt x="116" y="18"/>
                      <a:pt x="111" y="18"/>
                    </a:cubicBezTo>
                    <a:cubicBezTo>
                      <a:pt x="104" y="19"/>
                      <a:pt x="98" y="19"/>
                      <a:pt x="92" y="20"/>
                    </a:cubicBezTo>
                    <a:cubicBezTo>
                      <a:pt x="87" y="20"/>
                      <a:pt x="82" y="20"/>
                      <a:pt x="76" y="21"/>
                    </a:cubicBezTo>
                    <a:cubicBezTo>
                      <a:pt x="65" y="23"/>
                      <a:pt x="55" y="25"/>
                      <a:pt x="44" y="28"/>
                    </a:cubicBezTo>
                    <a:cubicBezTo>
                      <a:pt x="34" y="31"/>
                      <a:pt x="24" y="33"/>
                      <a:pt x="13" y="35"/>
                    </a:cubicBezTo>
                    <a:lnTo>
                      <a:pt x="12" y="35"/>
                    </a:lnTo>
                    <a:lnTo>
                      <a:pt x="13" y="35"/>
                    </a:lnTo>
                    <a:cubicBezTo>
                      <a:pt x="12" y="35"/>
                      <a:pt x="11" y="35"/>
                      <a:pt x="10" y="35"/>
                    </a:cubicBezTo>
                    <a:cubicBezTo>
                      <a:pt x="10" y="35"/>
                      <a:pt x="9" y="35"/>
                      <a:pt x="8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7" name="Google Shape;1567;p17"/>
              <p:cNvSpPr/>
              <p:nvPr/>
            </p:nvSpPr>
            <p:spPr>
              <a:xfrm>
                <a:off x="3812760" y="4357800"/>
                <a:ext cx="35280" cy="19800"/>
              </a:xfrm>
              <a:custGeom>
                <a:avLst/>
                <a:gdLst/>
                <a:ahLst/>
                <a:cxnLst/>
                <a:rect l="l" t="t" r="r" b="b"/>
                <a:pathLst>
                  <a:path w="98" h="55" extrusionOk="0">
                    <a:moveTo>
                      <a:pt x="84" y="53"/>
                    </a:moveTo>
                    <a:cubicBezTo>
                      <a:pt x="74" y="48"/>
                      <a:pt x="64" y="43"/>
                      <a:pt x="55" y="38"/>
                    </a:cubicBezTo>
                    <a:cubicBezTo>
                      <a:pt x="46" y="34"/>
                      <a:pt x="38" y="30"/>
                      <a:pt x="29" y="26"/>
                    </a:cubicBezTo>
                    <a:cubicBezTo>
                      <a:pt x="24" y="24"/>
                      <a:pt x="18" y="22"/>
                      <a:pt x="13" y="21"/>
                    </a:cubicBezTo>
                    <a:cubicBezTo>
                      <a:pt x="11" y="20"/>
                      <a:pt x="9" y="20"/>
                      <a:pt x="7" y="20"/>
                    </a:cubicBezTo>
                    <a:cubicBezTo>
                      <a:pt x="3" y="18"/>
                      <a:pt x="0" y="13"/>
                      <a:pt x="1" y="8"/>
                    </a:cubicBezTo>
                    <a:cubicBezTo>
                      <a:pt x="3" y="3"/>
                      <a:pt x="8" y="0"/>
                      <a:pt x="13" y="2"/>
                    </a:cubicBezTo>
                    <a:cubicBezTo>
                      <a:pt x="15" y="2"/>
                      <a:pt x="18" y="3"/>
                      <a:pt x="20" y="3"/>
                    </a:cubicBezTo>
                    <a:cubicBezTo>
                      <a:pt x="23" y="4"/>
                      <a:pt x="26" y="5"/>
                      <a:pt x="29" y="6"/>
                    </a:cubicBezTo>
                    <a:cubicBezTo>
                      <a:pt x="34" y="9"/>
                      <a:pt x="40" y="11"/>
                      <a:pt x="45" y="13"/>
                    </a:cubicBezTo>
                    <a:cubicBezTo>
                      <a:pt x="57" y="19"/>
                      <a:pt x="68" y="25"/>
                      <a:pt x="79" y="31"/>
                    </a:cubicBezTo>
                    <a:cubicBezTo>
                      <a:pt x="79" y="31"/>
                      <a:pt x="78" y="31"/>
                      <a:pt x="78" y="30"/>
                    </a:cubicBezTo>
                    <a:cubicBezTo>
                      <a:pt x="81" y="32"/>
                      <a:pt x="83" y="33"/>
                      <a:pt x="85" y="34"/>
                    </a:cubicBezTo>
                    <a:cubicBezTo>
                      <a:pt x="88" y="35"/>
                      <a:pt x="89" y="37"/>
                      <a:pt x="92" y="38"/>
                    </a:cubicBezTo>
                    <a:cubicBezTo>
                      <a:pt x="96" y="40"/>
                      <a:pt x="97" y="45"/>
                      <a:pt x="95" y="49"/>
                    </a:cubicBezTo>
                    <a:cubicBezTo>
                      <a:pt x="94" y="52"/>
                      <a:pt x="91" y="54"/>
                      <a:pt x="87" y="54"/>
                    </a:cubicBezTo>
                    <a:cubicBezTo>
                      <a:pt x="86" y="54"/>
                      <a:pt x="85" y="54"/>
                      <a:pt x="84" y="5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8" name="Google Shape;1568;p17"/>
              <p:cNvSpPr/>
              <p:nvPr/>
            </p:nvSpPr>
            <p:spPr>
              <a:xfrm>
                <a:off x="3894480" y="4399200"/>
                <a:ext cx="61200" cy="5148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43" extrusionOk="0">
                    <a:moveTo>
                      <a:pt x="154" y="140"/>
                    </a:moveTo>
                    <a:cubicBezTo>
                      <a:pt x="144" y="129"/>
                      <a:pt x="134" y="119"/>
                      <a:pt x="125" y="108"/>
                    </a:cubicBezTo>
                    <a:cubicBezTo>
                      <a:pt x="119" y="103"/>
                      <a:pt x="115" y="98"/>
                      <a:pt x="110" y="93"/>
                    </a:cubicBezTo>
                    <a:cubicBezTo>
                      <a:pt x="105" y="88"/>
                      <a:pt x="100" y="83"/>
                      <a:pt x="95" y="78"/>
                    </a:cubicBezTo>
                    <a:cubicBezTo>
                      <a:pt x="92" y="76"/>
                      <a:pt x="90" y="74"/>
                      <a:pt x="88" y="72"/>
                    </a:cubicBezTo>
                    <a:cubicBezTo>
                      <a:pt x="86" y="70"/>
                      <a:pt x="84" y="69"/>
                      <a:pt x="82" y="67"/>
                    </a:cubicBezTo>
                    <a:cubicBezTo>
                      <a:pt x="77" y="63"/>
                      <a:pt x="72" y="59"/>
                      <a:pt x="67" y="55"/>
                    </a:cubicBezTo>
                    <a:cubicBezTo>
                      <a:pt x="63" y="52"/>
                      <a:pt x="58" y="49"/>
                      <a:pt x="54" y="46"/>
                    </a:cubicBezTo>
                    <a:cubicBezTo>
                      <a:pt x="51" y="43"/>
                      <a:pt x="46" y="41"/>
                      <a:pt x="42" y="38"/>
                    </a:cubicBezTo>
                    <a:cubicBezTo>
                      <a:pt x="35" y="34"/>
                      <a:pt x="27" y="29"/>
                      <a:pt x="19" y="24"/>
                    </a:cubicBezTo>
                    <a:cubicBezTo>
                      <a:pt x="16" y="23"/>
                      <a:pt x="13" y="21"/>
                      <a:pt x="9" y="20"/>
                    </a:cubicBezTo>
                    <a:cubicBezTo>
                      <a:pt x="3" y="18"/>
                      <a:pt x="0" y="13"/>
                      <a:pt x="2" y="8"/>
                    </a:cubicBezTo>
                    <a:cubicBezTo>
                      <a:pt x="4" y="2"/>
                      <a:pt x="10" y="0"/>
                      <a:pt x="15" y="2"/>
                    </a:cubicBezTo>
                    <a:cubicBezTo>
                      <a:pt x="24" y="6"/>
                      <a:pt x="33" y="11"/>
                      <a:pt x="41" y="17"/>
                    </a:cubicBezTo>
                    <a:cubicBezTo>
                      <a:pt x="49" y="21"/>
                      <a:pt x="58" y="27"/>
                      <a:pt x="65" y="32"/>
                    </a:cubicBezTo>
                    <a:cubicBezTo>
                      <a:pt x="81" y="43"/>
                      <a:pt x="97" y="56"/>
                      <a:pt x="111" y="70"/>
                    </a:cubicBezTo>
                    <a:cubicBezTo>
                      <a:pt x="115" y="74"/>
                      <a:pt x="119" y="78"/>
                      <a:pt x="123" y="82"/>
                    </a:cubicBezTo>
                    <a:cubicBezTo>
                      <a:pt x="128" y="87"/>
                      <a:pt x="133" y="92"/>
                      <a:pt x="137" y="97"/>
                    </a:cubicBezTo>
                    <a:cubicBezTo>
                      <a:pt x="147" y="108"/>
                      <a:pt x="157" y="118"/>
                      <a:pt x="166" y="129"/>
                    </a:cubicBezTo>
                    <a:cubicBezTo>
                      <a:pt x="169" y="131"/>
                      <a:pt x="169" y="137"/>
                      <a:pt x="165" y="140"/>
                    </a:cubicBezTo>
                    <a:cubicBezTo>
                      <a:pt x="164" y="141"/>
                      <a:pt x="162" y="142"/>
                      <a:pt x="159" y="142"/>
                    </a:cubicBezTo>
                    <a:cubicBezTo>
                      <a:pt x="158" y="142"/>
                      <a:pt x="155" y="141"/>
                      <a:pt x="154" y="1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9" name="Google Shape;1569;p17"/>
              <p:cNvSpPr/>
              <p:nvPr/>
            </p:nvSpPr>
            <p:spPr>
              <a:xfrm>
                <a:off x="3988440" y="4491360"/>
                <a:ext cx="52920" cy="4608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128" extrusionOk="0">
                    <a:moveTo>
                      <a:pt x="132" y="125"/>
                    </a:moveTo>
                    <a:cubicBezTo>
                      <a:pt x="116" y="112"/>
                      <a:pt x="101" y="99"/>
                      <a:pt x="85" y="86"/>
                    </a:cubicBezTo>
                    <a:cubicBezTo>
                      <a:pt x="70" y="72"/>
                      <a:pt x="55" y="60"/>
                      <a:pt x="39" y="46"/>
                    </a:cubicBezTo>
                    <a:cubicBezTo>
                      <a:pt x="32" y="41"/>
                      <a:pt x="26" y="36"/>
                      <a:pt x="20" y="30"/>
                    </a:cubicBezTo>
                    <a:cubicBezTo>
                      <a:pt x="17" y="28"/>
                      <a:pt x="14" y="26"/>
                      <a:pt x="12" y="23"/>
                    </a:cubicBezTo>
                    <a:cubicBezTo>
                      <a:pt x="10" y="22"/>
                      <a:pt x="8" y="21"/>
                      <a:pt x="6" y="19"/>
                    </a:cubicBezTo>
                    <a:cubicBezTo>
                      <a:pt x="5" y="18"/>
                      <a:pt x="4" y="17"/>
                      <a:pt x="3" y="16"/>
                    </a:cubicBezTo>
                    <a:cubicBezTo>
                      <a:pt x="0" y="11"/>
                      <a:pt x="1" y="4"/>
                      <a:pt x="6" y="2"/>
                    </a:cubicBezTo>
                    <a:cubicBezTo>
                      <a:pt x="11" y="0"/>
                      <a:pt x="16" y="1"/>
                      <a:pt x="19" y="5"/>
                    </a:cubicBezTo>
                    <a:cubicBezTo>
                      <a:pt x="25" y="11"/>
                      <a:pt x="32" y="17"/>
                      <a:pt x="39" y="23"/>
                    </a:cubicBezTo>
                    <a:cubicBezTo>
                      <a:pt x="46" y="29"/>
                      <a:pt x="54" y="36"/>
                      <a:pt x="62" y="42"/>
                    </a:cubicBezTo>
                    <a:cubicBezTo>
                      <a:pt x="76" y="54"/>
                      <a:pt x="90" y="67"/>
                      <a:pt x="104" y="79"/>
                    </a:cubicBezTo>
                    <a:cubicBezTo>
                      <a:pt x="117" y="90"/>
                      <a:pt x="130" y="102"/>
                      <a:pt x="142" y="113"/>
                    </a:cubicBezTo>
                    <a:cubicBezTo>
                      <a:pt x="146" y="115"/>
                      <a:pt x="146" y="121"/>
                      <a:pt x="143" y="124"/>
                    </a:cubicBezTo>
                    <a:cubicBezTo>
                      <a:pt x="141" y="126"/>
                      <a:pt x="139" y="127"/>
                      <a:pt x="137" y="127"/>
                    </a:cubicBezTo>
                    <a:cubicBezTo>
                      <a:pt x="135" y="127"/>
                      <a:pt x="133" y="127"/>
                      <a:pt x="132" y="1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0" name="Google Shape;1570;p17"/>
              <p:cNvSpPr/>
              <p:nvPr/>
            </p:nvSpPr>
            <p:spPr>
              <a:xfrm>
                <a:off x="4081680" y="4574520"/>
                <a:ext cx="2268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63" h="77" extrusionOk="0">
                    <a:moveTo>
                      <a:pt x="44" y="72"/>
                    </a:moveTo>
                    <a:cubicBezTo>
                      <a:pt x="38" y="63"/>
                      <a:pt x="32" y="55"/>
                      <a:pt x="25" y="46"/>
                    </a:cubicBezTo>
                    <a:cubicBezTo>
                      <a:pt x="20" y="38"/>
                      <a:pt x="15" y="31"/>
                      <a:pt x="9" y="23"/>
                    </a:cubicBezTo>
                    <a:lnTo>
                      <a:pt x="10" y="24"/>
                    </a:lnTo>
                    <a:cubicBezTo>
                      <a:pt x="9" y="23"/>
                      <a:pt x="8" y="21"/>
                      <a:pt x="7" y="20"/>
                    </a:cubicBezTo>
                    <a:cubicBezTo>
                      <a:pt x="7" y="21"/>
                      <a:pt x="8" y="21"/>
                      <a:pt x="8" y="21"/>
                    </a:cubicBezTo>
                    <a:cubicBezTo>
                      <a:pt x="7" y="20"/>
                      <a:pt x="6" y="19"/>
                      <a:pt x="5" y="18"/>
                    </a:cubicBezTo>
                    <a:cubicBezTo>
                      <a:pt x="1" y="16"/>
                      <a:pt x="0" y="10"/>
                      <a:pt x="3" y="6"/>
                    </a:cubicBezTo>
                    <a:cubicBezTo>
                      <a:pt x="6" y="0"/>
                      <a:pt x="13" y="0"/>
                      <a:pt x="17" y="3"/>
                    </a:cubicBezTo>
                    <a:cubicBezTo>
                      <a:pt x="19" y="5"/>
                      <a:pt x="20" y="6"/>
                      <a:pt x="21" y="8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7" y="15"/>
                      <a:pt x="32" y="23"/>
                      <a:pt x="38" y="32"/>
                    </a:cubicBezTo>
                    <a:cubicBezTo>
                      <a:pt x="44" y="42"/>
                      <a:pt x="52" y="52"/>
                      <a:pt x="59" y="62"/>
                    </a:cubicBezTo>
                    <a:cubicBezTo>
                      <a:pt x="62" y="65"/>
                      <a:pt x="61" y="71"/>
                      <a:pt x="57" y="74"/>
                    </a:cubicBezTo>
                    <a:cubicBezTo>
                      <a:pt x="55" y="75"/>
                      <a:pt x="54" y="76"/>
                      <a:pt x="52" y="76"/>
                    </a:cubicBezTo>
                    <a:cubicBezTo>
                      <a:pt x="49" y="76"/>
                      <a:pt x="46" y="74"/>
                      <a:pt x="44" y="7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1" name="Google Shape;1571;p17"/>
              <p:cNvSpPr/>
              <p:nvPr/>
            </p:nvSpPr>
            <p:spPr>
              <a:xfrm>
                <a:off x="4173120" y="4628520"/>
                <a:ext cx="29880" cy="176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49" extrusionOk="0">
                    <a:moveTo>
                      <a:pt x="69" y="47"/>
                    </a:moveTo>
                    <a:cubicBezTo>
                      <a:pt x="61" y="45"/>
                      <a:pt x="54" y="43"/>
                      <a:pt x="47" y="40"/>
                    </a:cubicBezTo>
                    <a:cubicBezTo>
                      <a:pt x="39" y="37"/>
                      <a:pt x="31" y="33"/>
                      <a:pt x="23" y="29"/>
                    </a:cubicBezTo>
                    <a:cubicBezTo>
                      <a:pt x="20" y="28"/>
                      <a:pt x="16" y="25"/>
                      <a:pt x="14" y="23"/>
                    </a:cubicBezTo>
                    <a:cubicBezTo>
                      <a:pt x="12" y="22"/>
                      <a:pt x="10" y="21"/>
                      <a:pt x="9" y="20"/>
                    </a:cubicBezTo>
                    <a:cubicBezTo>
                      <a:pt x="8" y="19"/>
                      <a:pt x="7" y="19"/>
                      <a:pt x="5" y="18"/>
                    </a:cubicBezTo>
                    <a:cubicBezTo>
                      <a:pt x="1" y="15"/>
                      <a:pt x="0" y="8"/>
                      <a:pt x="4" y="4"/>
                    </a:cubicBezTo>
                    <a:cubicBezTo>
                      <a:pt x="7" y="0"/>
                      <a:pt x="15" y="0"/>
                      <a:pt x="18" y="4"/>
                    </a:cubicBezTo>
                    <a:cubicBezTo>
                      <a:pt x="19" y="4"/>
                      <a:pt x="19" y="5"/>
                      <a:pt x="19" y="5"/>
                    </a:cubicBezTo>
                    <a:cubicBezTo>
                      <a:pt x="24" y="8"/>
                      <a:pt x="28" y="11"/>
                      <a:pt x="33" y="14"/>
                    </a:cubicBezTo>
                    <a:cubicBezTo>
                      <a:pt x="37" y="15"/>
                      <a:pt x="40" y="17"/>
                      <a:pt x="44" y="19"/>
                    </a:cubicBezTo>
                    <a:cubicBezTo>
                      <a:pt x="49" y="21"/>
                      <a:pt x="53" y="23"/>
                      <a:pt x="57" y="25"/>
                    </a:cubicBezTo>
                    <a:cubicBezTo>
                      <a:pt x="63" y="26"/>
                      <a:pt x="68" y="28"/>
                      <a:pt x="74" y="30"/>
                    </a:cubicBezTo>
                    <a:cubicBezTo>
                      <a:pt x="79" y="32"/>
                      <a:pt x="82" y="37"/>
                      <a:pt x="80" y="41"/>
                    </a:cubicBezTo>
                    <a:cubicBezTo>
                      <a:pt x="79" y="46"/>
                      <a:pt x="75" y="48"/>
                      <a:pt x="71" y="48"/>
                    </a:cubicBezTo>
                    <a:cubicBezTo>
                      <a:pt x="71" y="48"/>
                      <a:pt x="69" y="48"/>
                      <a:pt x="69" y="4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2" name="Google Shape;1572;p17"/>
              <p:cNvSpPr/>
              <p:nvPr/>
            </p:nvSpPr>
            <p:spPr>
              <a:xfrm>
                <a:off x="4237920" y="4626360"/>
                <a:ext cx="45360" cy="1908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53" extrusionOk="0">
                    <a:moveTo>
                      <a:pt x="1" y="45"/>
                    </a:moveTo>
                    <a:cubicBezTo>
                      <a:pt x="0" y="39"/>
                      <a:pt x="3" y="34"/>
                      <a:pt x="8" y="33"/>
                    </a:cubicBezTo>
                    <a:cubicBezTo>
                      <a:pt x="22" y="30"/>
                      <a:pt x="35" y="27"/>
                      <a:pt x="49" y="22"/>
                    </a:cubicBezTo>
                    <a:cubicBezTo>
                      <a:pt x="70" y="17"/>
                      <a:pt x="91" y="9"/>
                      <a:pt x="112" y="2"/>
                    </a:cubicBezTo>
                    <a:cubicBezTo>
                      <a:pt x="117" y="0"/>
                      <a:pt x="122" y="2"/>
                      <a:pt x="124" y="7"/>
                    </a:cubicBezTo>
                    <a:cubicBezTo>
                      <a:pt x="125" y="11"/>
                      <a:pt x="123" y="17"/>
                      <a:pt x="118" y="18"/>
                    </a:cubicBezTo>
                    <a:cubicBezTo>
                      <a:pt x="100" y="25"/>
                      <a:pt x="82" y="32"/>
                      <a:pt x="63" y="37"/>
                    </a:cubicBezTo>
                    <a:cubicBezTo>
                      <a:pt x="55" y="40"/>
                      <a:pt x="47" y="42"/>
                      <a:pt x="39" y="45"/>
                    </a:cubicBezTo>
                    <a:cubicBezTo>
                      <a:pt x="30" y="47"/>
                      <a:pt x="21" y="49"/>
                      <a:pt x="12" y="52"/>
                    </a:cubicBezTo>
                    <a:cubicBezTo>
                      <a:pt x="11" y="52"/>
                      <a:pt x="11" y="52"/>
                      <a:pt x="10" y="52"/>
                    </a:cubicBezTo>
                    <a:cubicBezTo>
                      <a:pt x="6" y="52"/>
                      <a:pt x="2" y="49"/>
                      <a:pt x="1" y="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3" name="Google Shape;1573;p17"/>
              <p:cNvSpPr/>
              <p:nvPr/>
            </p:nvSpPr>
            <p:spPr>
              <a:xfrm>
                <a:off x="4312440" y="4589640"/>
                <a:ext cx="23760" cy="22320"/>
              </a:xfrm>
              <a:custGeom>
                <a:avLst/>
                <a:gdLst/>
                <a:ahLst/>
                <a:cxnLst/>
                <a:rect l="l" t="t" r="r" b="b"/>
                <a:pathLst>
                  <a:path w="66" h="62" extrusionOk="0">
                    <a:moveTo>
                      <a:pt x="3" y="57"/>
                    </a:moveTo>
                    <a:cubicBezTo>
                      <a:pt x="0" y="54"/>
                      <a:pt x="0" y="48"/>
                      <a:pt x="4" y="44"/>
                    </a:cubicBezTo>
                    <a:cubicBezTo>
                      <a:pt x="11" y="38"/>
                      <a:pt x="18" y="32"/>
                      <a:pt x="24" y="25"/>
                    </a:cubicBezTo>
                    <a:cubicBezTo>
                      <a:pt x="32" y="18"/>
                      <a:pt x="40" y="11"/>
                      <a:pt x="49" y="4"/>
                    </a:cubicBezTo>
                    <a:cubicBezTo>
                      <a:pt x="52" y="0"/>
                      <a:pt x="58" y="1"/>
                      <a:pt x="61" y="4"/>
                    </a:cubicBezTo>
                    <a:cubicBezTo>
                      <a:pt x="65" y="9"/>
                      <a:pt x="65" y="14"/>
                      <a:pt x="61" y="17"/>
                    </a:cubicBezTo>
                    <a:cubicBezTo>
                      <a:pt x="53" y="25"/>
                      <a:pt x="45" y="32"/>
                      <a:pt x="37" y="39"/>
                    </a:cubicBezTo>
                    <a:cubicBezTo>
                      <a:pt x="30" y="45"/>
                      <a:pt x="24" y="52"/>
                      <a:pt x="17" y="59"/>
                    </a:cubicBezTo>
                    <a:cubicBezTo>
                      <a:pt x="15" y="60"/>
                      <a:pt x="12" y="61"/>
                      <a:pt x="10" y="61"/>
                    </a:cubicBezTo>
                    <a:cubicBezTo>
                      <a:pt x="8" y="61"/>
                      <a:pt x="5" y="60"/>
                      <a:pt x="3" y="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4" name="Google Shape;1574;p17"/>
              <p:cNvSpPr/>
              <p:nvPr/>
            </p:nvSpPr>
            <p:spPr>
              <a:xfrm>
                <a:off x="4367520" y="4523760"/>
                <a:ext cx="34560" cy="32040"/>
              </a:xfrm>
              <a:custGeom>
                <a:avLst/>
                <a:gdLst/>
                <a:ahLst/>
                <a:cxnLst/>
                <a:rect l="l" t="t" r="r" b="b"/>
                <a:pathLst>
                  <a:path w="96" h="89" extrusionOk="0">
                    <a:moveTo>
                      <a:pt x="4" y="86"/>
                    </a:moveTo>
                    <a:cubicBezTo>
                      <a:pt x="2" y="84"/>
                      <a:pt x="1" y="81"/>
                      <a:pt x="0" y="79"/>
                    </a:cubicBezTo>
                    <a:cubicBezTo>
                      <a:pt x="0" y="76"/>
                      <a:pt x="1" y="73"/>
                      <a:pt x="4" y="71"/>
                    </a:cubicBezTo>
                    <a:cubicBezTo>
                      <a:pt x="9" y="66"/>
                      <a:pt x="14" y="61"/>
                      <a:pt x="20" y="56"/>
                    </a:cubicBezTo>
                    <a:cubicBezTo>
                      <a:pt x="27" y="51"/>
                      <a:pt x="32" y="46"/>
                      <a:pt x="38" y="41"/>
                    </a:cubicBezTo>
                    <a:cubicBezTo>
                      <a:pt x="52" y="28"/>
                      <a:pt x="66" y="16"/>
                      <a:pt x="78" y="3"/>
                    </a:cubicBezTo>
                    <a:cubicBezTo>
                      <a:pt x="82" y="0"/>
                      <a:pt x="88" y="0"/>
                      <a:pt x="91" y="4"/>
                    </a:cubicBezTo>
                    <a:cubicBezTo>
                      <a:pt x="95" y="8"/>
                      <a:pt x="94" y="13"/>
                      <a:pt x="91" y="17"/>
                    </a:cubicBezTo>
                    <a:cubicBezTo>
                      <a:pt x="79" y="28"/>
                      <a:pt x="67" y="39"/>
                      <a:pt x="55" y="50"/>
                    </a:cubicBezTo>
                    <a:cubicBezTo>
                      <a:pt x="49" y="55"/>
                      <a:pt x="43" y="60"/>
                      <a:pt x="38" y="66"/>
                    </a:cubicBezTo>
                    <a:cubicBezTo>
                      <a:pt x="32" y="70"/>
                      <a:pt x="26" y="76"/>
                      <a:pt x="21" y="81"/>
                    </a:cubicBezTo>
                    <a:cubicBezTo>
                      <a:pt x="21" y="80"/>
                      <a:pt x="21" y="80"/>
                      <a:pt x="21" y="80"/>
                    </a:cubicBezTo>
                    <a:lnTo>
                      <a:pt x="21" y="81"/>
                    </a:lnTo>
                    <a:cubicBezTo>
                      <a:pt x="20" y="82"/>
                      <a:pt x="18" y="83"/>
                      <a:pt x="17" y="84"/>
                    </a:cubicBezTo>
                    <a:cubicBezTo>
                      <a:pt x="15" y="87"/>
                      <a:pt x="13" y="88"/>
                      <a:pt x="10" y="88"/>
                    </a:cubicBezTo>
                    <a:cubicBezTo>
                      <a:pt x="8" y="88"/>
                      <a:pt x="6" y="87"/>
                      <a:pt x="4" y="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5" name="Google Shape;1575;p17"/>
              <p:cNvSpPr/>
              <p:nvPr/>
            </p:nvSpPr>
            <p:spPr>
              <a:xfrm>
                <a:off x="4428360" y="4454280"/>
                <a:ext cx="37080" cy="3852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07" extrusionOk="0">
                    <a:moveTo>
                      <a:pt x="9" y="106"/>
                    </a:moveTo>
                    <a:cubicBezTo>
                      <a:pt x="3" y="104"/>
                      <a:pt x="0" y="98"/>
                      <a:pt x="3" y="92"/>
                    </a:cubicBezTo>
                    <a:cubicBezTo>
                      <a:pt x="7" y="84"/>
                      <a:pt x="14" y="76"/>
                      <a:pt x="20" y="69"/>
                    </a:cubicBezTo>
                    <a:cubicBezTo>
                      <a:pt x="27" y="62"/>
                      <a:pt x="34" y="56"/>
                      <a:pt x="41" y="49"/>
                    </a:cubicBezTo>
                    <a:cubicBezTo>
                      <a:pt x="56" y="35"/>
                      <a:pt x="71" y="21"/>
                      <a:pt x="85" y="6"/>
                    </a:cubicBezTo>
                    <a:cubicBezTo>
                      <a:pt x="86" y="6"/>
                      <a:pt x="87" y="4"/>
                      <a:pt x="87" y="4"/>
                    </a:cubicBezTo>
                    <a:cubicBezTo>
                      <a:pt x="91" y="0"/>
                      <a:pt x="97" y="1"/>
                      <a:pt x="100" y="4"/>
                    </a:cubicBezTo>
                    <a:cubicBezTo>
                      <a:pt x="101" y="6"/>
                      <a:pt x="102" y="9"/>
                      <a:pt x="102" y="11"/>
                    </a:cubicBezTo>
                    <a:cubicBezTo>
                      <a:pt x="102" y="13"/>
                      <a:pt x="101" y="16"/>
                      <a:pt x="99" y="17"/>
                    </a:cubicBezTo>
                    <a:cubicBezTo>
                      <a:pt x="88" y="28"/>
                      <a:pt x="77" y="39"/>
                      <a:pt x="66" y="51"/>
                    </a:cubicBezTo>
                    <a:cubicBezTo>
                      <a:pt x="56" y="60"/>
                      <a:pt x="45" y="71"/>
                      <a:pt x="35" y="81"/>
                    </a:cubicBezTo>
                    <a:cubicBezTo>
                      <a:pt x="31" y="85"/>
                      <a:pt x="28" y="88"/>
                      <a:pt x="25" y="92"/>
                    </a:cubicBezTo>
                    <a:cubicBezTo>
                      <a:pt x="24" y="94"/>
                      <a:pt x="23" y="95"/>
                      <a:pt x="21" y="97"/>
                    </a:cubicBezTo>
                    <a:cubicBezTo>
                      <a:pt x="21" y="98"/>
                      <a:pt x="21" y="99"/>
                      <a:pt x="20" y="101"/>
                    </a:cubicBezTo>
                    <a:cubicBezTo>
                      <a:pt x="20" y="100"/>
                      <a:pt x="20" y="100"/>
                      <a:pt x="20" y="99"/>
                    </a:cubicBezTo>
                    <a:cubicBezTo>
                      <a:pt x="20" y="102"/>
                      <a:pt x="18" y="104"/>
                      <a:pt x="16" y="105"/>
                    </a:cubicBezTo>
                    <a:cubicBezTo>
                      <a:pt x="14" y="106"/>
                      <a:pt x="13" y="106"/>
                      <a:pt x="11" y="106"/>
                    </a:cubicBezTo>
                    <a:cubicBezTo>
                      <a:pt x="10" y="106"/>
                      <a:pt x="10" y="106"/>
                      <a:pt x="9" y="10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6" name="Google Shape;1576;p17"/>
              <p:cNvSpPr/>
              <p:nvPr/>
            </p:nvSpPr>
            <p:spPr>
              <a:xfrm>
                <a:off x="4491000" y="4366440"/>
                <a:ext cx="49680" cy="60840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69" extrusionOk="0">
                    <a:moveTo>
                      <a:pt x="9" y="167"/>
                    </a:moveTo>
                    <a:cubicBezTo>
                      <a:pt x="4" y="166"/>
                      <a:pt x="0" y="161"/>
                      <a:pt x="1" y="157"/>
                    </a:cubicBezTo>
                    <a:cubicBezTo>
                      <a:pt x="4" y="147"/>
                      <a:pt x="8" y="139"/>
                      <a:pt x="14" y="131"/>
                    </a:cubicBezTo>
                    <a:cubicBezTo>
                      <a:pt x="20" y="123"/>
                      <a:pt x="26" y="116"/>
                      <a:pt x="33" y="109"/>
                    </a:cubicBezTo>
                    <a:cubicBezTo>
                      <a:pt x="40" y="102"/>
                      <a:pt x="46" y="95"/>
                      <a:pt x="52" y="88"/>
                    </a:cubicBezTo>
                    <a:cubicBezTo>
                      <a:pt x="58" y="81"/>
                      <a:pt x="64" y="74"/>
                      <a:pt x="69" y="66"/>
                    </a:cubicBezTo>
                    <a:cubicBezTo>
                      <a:pt x="70" y="66"/>
                      <a:pt x="70" y="66"/>
                      <a:pt x="70" y="66"/>
                    </a:cubicBezTo>
                    <a:cubicBezTo>
                      <a:pt x="78" y="56"/>
                      <a:pt x="84" y="45"/>
                      <a:pt x="91" y="35"/>
                    </a:cubicBezTo>
                    <a:cubicBezTo>
                      <a:pt x="99" y="23"/>
                      <a:pt x="110" y="13"/>
                      <a:pt x="121" y="3"/>
                    </a:cubicBezTo>
                    <a:cubicBezTo>
                      <a:pt x="125" y="0"/>
                      <a:pt x="131" y="0"/>
                      <a:pt x="133" y="4"/>
                    </a:cubicBezTo>
                    <a:cubicBezTo>
                      <a:pt x="137" y="7"/>
                      <a:pt x="137" y="13"/>
                      <a:pt x="133" y="17"/>
                    </a:cubicBezTo>
                    <a:cubicBezTo>
                      <a:pt x="128" y="21"/>
                      <a:pt x="124" y="25"/>
                      <a:pt x="119" y="30"/>
                    </a:cubicBezTo>
                    <a:cubicBezTo>
                      <a:pt x="117" y="32"/>
                      <a:pt x="115" y="34"/>
                      <a:pt x="114" y="35"/>
                    </a:cubicBezTo>
                    <a:cubicBezTo>
                      <a:pt x="112" y="37"/>
                      <a:pt x="111" y="39"/>
                      <a:pt x="110" y="41"/>
                    </a:cubicBezTo>
                    <a:cubicBezTo>
                      <a:pt x="104" y="48"/>
                      <a:pt x="100" y="56"/>
                      <a:pt x="94" y="64"/>
                    </a:cubicBezTo>
                    <a:cubicBezTo>
                      <a:pt x="88" y="72"/>
                      <a:pt x="82" y="80"/>
                      <a:pt x="76" y="87"/>
                    </a:cubicBezTo>
                    <a:cubicBezTo>
                      <a:pt x="64" y="103"/>
                      <a:pt x="50" y="117"/>
                      <a:pt x="37" y="132"/>
                    </a:cubicBezTo>
                    <a:cubicBezTo>
                      <a:pt x="34" y="135"/>
                      <a:pt x="31" y="139"/>
                      <a:pt x="29" y="143"/>
                    </a:cubicBezTo>
                    <a:cubicBezTo>
                      <a:pt x="27" y="145"/>
                      <a:pt x="26" y="148"/>
                      <a:pt x="24" y="150"/>
                    </a:cubicBezTo>
                    <a:cubicBezTo>
                      <a:pt x="23" y="153"/>
                      <a:pt x="22" y="155"/>
                      <a:pt x="21" y="157"/>
                    </a:cubicBezTo>
                    <a:lnTo>
                      <a:pt x="20" y="157"/>
                    </a:lnTo>
                    <a:cubicBezTo>
                      <a:pt x="20" y="158"/>
                      <a:pt x="20" y="158"/>
                      <a:pt x="20" y="158"/>
                    </a:cubicBezTo>
                    <a:cubicBezTo>
                      <a:pt x="20" y="159"/>
                      <a:pt x="20" y="159"/>
                      <a:pt x="20" y="160"/>
                    </a:cubicBezTo>
                    <a:cubicBezTo>
                      <a:pt x="19" y="164"/>
                      <a:pt x="15" y="168"/>
                      <a:pt x="10" y="168"/>
                    </a:cubicBezTo>
                    <a:lnTo>
                      <a:pt x="9" y="16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7" name="Google Shape;1577;p17"/>
              <p:cNvSpPr/>
              <p:nvPr/>
            </p:nvSpPr>
            <p:spPr>
              <a:xfrm>
                <a:off x="4010400" y="4615200"/>
                <a:ext cx="29160" cy="23040"/>
              </a:xfrm>
              <a:custGeom>
                <a:avLst/>
                <a:gdLst/>
                <a:ahLst/>
                <a:cxnLst/>
                <a:rect l="l" t="t" r="r" b="b"/>
                <a:pathLst>
                  <a:path w="81" h="64" extrusionOk="0">
                    <a:moveTo>
                      <a:pt x="5" y="61"/>
                    </a:moveTo>
                    <a:cubicBezTo>
                      <a:pt x="1" y="58"/>
                      <a:pt x="0" y="52"/>
                      <a:pt x="4" y="48"/>
                    </a:cubicBezTo>
                    <a:cubicBezTo>
                      <a:pt x="8" y="42"/>
                      <a:pt x="14" y="38"/>
                      <a:pt x="20" y="35"/>
                    </a:cubicBezTo>
                    <a:cubicBezTo>
                      <a:pt x="24" y="33"/>
                      <a:pt x="29" y="31"/>
                      <a:pt x="33" y="28"/>
                    </a:cubicBezTo>
                    <a:cubicBezTo>
                      <a:pt x="39" y="24"/>
                      <a:pt x="45" y="20"/>
                      <a:pt x="51" y="16"/>
                    </a:cubicBezTo>
                    <a:cubicBezTo>
                      <a:pt x="55" y="12"/>
                      <a:pt x="60" y="7"/>
                      <a:pt x="64" y="3"/>
                    </a:cubicBezTo>
                    <a:cubicBezTo>
                      <a:pt x="68" y="0"/>
                      <a:pt x="74" y="0"/>
                      <a:pt x="77" y="4"/>
                    </a:cubicBezTo>
                    <a:cubicBezTo>
                      <a:pt x="80" y="8"/>
                      <a:pt x="80" y="13"/>
                      <a:pt x="76" y="17"/>
                    </a:cubicBezTo>
                    <a:cubicBezTo>
                      <a:pt x="72" y="21"/>
                      <a:pt x="68" y="26"/>
                      <a:pt x="62" y="30"/>
                    </a:cubicBezTo>
                    <a:lnTo>
                      <a:pt x="63" y="30"/>
                    </a:lnTo>
                    <a:cubicBezTo>
                      <a:pt x="57" y="35"/>
                      <a:pt x="50" y="40"/>
                      <a:pt x="44" y="44"/>
                    </a:cubicBezTo>
                    <a:cubicBezTo>
                      <a:pt x="37" y="47"/>
                      <a:pt x="32" y="50"/>
                      <a:pt x="25" y="53"/>
                    </a:cubicBezTo>
                    <a:cubicBezTo>
                      <a:pt x="24" y="55"/>
                      <a:pt x="23" y="55"/>
                      <a:pt x="22" y="56"/>
                    </a:cubicBezTo>
                    <a:cubicBezTo>
                      <a:pt x="21" y="56"/>
                      <a:pt x="20" y="57"/>
                      <a:pt x="20" y="58"/>
                    </a:cubicBezTo>
                    <a:cubicBezTo>
                      <a:pt x="19" y="58"/>
                      <a:pt x="19" y="59"/>
                      <a:pt x="18" y="60"/>
                    </a:cubicBezTo>
                    <a:cubicBezTo>
                      <a:pt x="16" y="62"/>
                      <a:pt x="13" y="63"/>
                      <a:pt x="11" y="63"/>
                    </a:cubicBezTo>
                    <a:cubicBezTo>
                      <a:pt x="9" y="63"/>
                      <a:pt x="6" y="62"/>
                      <a:pt x="5" y="6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8" name="Google Shape;1578;p17"/>
              <p:cNvSpPr/>
              <p:nvPr/>
            </p:nvSpPr>
            <p:spPr>
              <a:xfrm>
                <a:off x="4053600" y="4540320"/>
                <a:ext cx="30960" cy="42840"/>
              </a:xfrm>
              <a:custGeom>
                <a:avLst/>
                <a:gdLst/>
                <a:ahLst/>
                <a:cxnLst/>
                <a:rect l="l" t="t" r="r" b="b"/>
                <a:pathLst>
                  <a:path w="86" h="119" extrusionOk="0">
                    <a:moveTo>
                      <a:pt x="6" y="116"/>
                    </a:moveTo>
                    <a:cubicBezTo>
                      <a:pt x="2" y="113"/>
                      <a:pt x="0" y="107"/>
                      <a:pt x="3" y="103"/>
                    </a:cubicBezTo>
                    <a:cubicBezTo>
                      <a:pt x="8" y="96"/>
                      <a:pt x="13" y="89"/>
                      <a:pt x="18" y="82"/>
                    </a:cubicBezTo>
                    <a:cubicBezTo>
                      <a:pt x="23" y="74"/>
                      <a:pt x="29" y="66"/>
                      <a:pt x="34" y="58"/>
                    </a:cubicBezTo>
                    <a:cubicBezTo>
                      <a:pt x="46" y="41"/>
                      <a:pt x="57" y="23"/>
                      <a:pt x="68" y="6"/>
                    </a:cubicBezTo>
                    <a:cubicBezTo>
                      <a:pt x="70" y="2"/>
                      <a:pt x="76" y="0"/>
                      <a:pt x="80" y="3"/>
                    </a:cubicBezTo>
                    <a:cubicBezTo>
                      <a:pt x="84" y="6"/>
                      <a:pt x="85" y="12"/>
                      <a:pt x="82" y="16"/>
                    </a:cubicBezTo>
                    <a:cubicBezTo>
                      <a:pt x="72" y="33"/>
                      <a:pt x="61" y="50"/>
                      <a:pt x="50" y="67"/>
                    </a:cubicBezTo>
                    <a:cubicBezTo>
                      <a:pt x="45" y="75"/>
                      <a:pt x="39" y="83"/>
                      <a:pt x="34" y="91"/>
                    </a:cubicBezTo>
                    <a:cubicBezTo>
                      <a:pt x="29" y="99"/>
                      <a:pt x="24" y="106"/>
                      <a:pt x="19" y="113"/>
                    </a:cubicBezTo>
                    <a:cubicBezTo>
                      <a:pt x="17" y="116"/>
                      <a:pt x="14" y="118"/>
                      <a:pt x="11" y="118"/>
                    </a:cubicBezTo>
                    <a:cubicBezTo>
                      <a:pt x="10" y="118"/>
                      <a:pt x="8" y="117"/>
                      <a:pt x="6" y="11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9" name="Google Shape;1579;p17"/>
              <p:cNvSpPr/>
              <p:nvPr/>
            </p:nvSpPr>
            <p:spPr>
              <a:xfrm>
                <a:off x="4088520" y="4478040"/>
                <a:ext cx="27000" cy="46080"/>
              </a:xfrm>
              <a:custGeom>
                <a:avLst/>
                <a:gdLst/>
                <a:ahLst/>
                <a:cxnLst/>
                <a:rect l="l" t="t" r="r" b="b"/>
                <a:pathLst>
                  <a:path w="75" h="128" extrusionOk="0">
                    <a:moveTo>
                      <a:pt x="10" y="127"/>
                    </a:moveTo>
                    <a:cubicBezTo>
                      <a:pt x="4" y="127"/>
                      <a:pt x="0" y="122"/>
                      <a:pt x="2" y="116"/>
                    </a:cubicBezTo>
                    <a:cubicBezTo>
                      <a:pt x="3" y="111"/>
                      <a:pt x="4" y="106"/>
                      <a:pt x="6" y="101"/>
                    </a:cubicBezTo>
                    <a:cubicBezTo>
                      <a:pt x="7" y="97"/>
                      <a:pt x="10" y="92"/>
                      <a:pt x="11" y="87"/>
                    </a:cubicBezTo>
                    <a:cubicBezTo>
                      <a:pt x="15" y="78"/>
                      <a:pt x="19" y="70"/>
                      <a:pt x="24" y="62"/>
                    </a:cubicBezTo>
                    <a:cubicBezTo>
                      <a:pt x="33" y="45"/>
                      <a:pt x="43" y="27"/>
                      <a:pt x="53" y="10"/>
                    </a:cubicBezTo>
                    <a:cubicBezTo>
                      <a:pt x="55" y="9"/>
                      <a:pt x="55" y="7"/>
                      <a:pt x="56" y="6"/>
                    </a:cubicBezTo>
                    <a:cubicBezTo>
                      <a:pt x="59" y="2"/>
                      <a:pt x="64" y="0"/>
                      <a:pt x="68" y="3"/>
                    </a:cubicBezTo>
                    <a:cubicBezTo>
                      <a:pt x="73" y="6"/>
                      <a:pt x="74" y="11"/>
                      <a:pt x="71" y="16"/>
                    </a:cubicBezTo>
                    <a:cubicBezTo>
                      <a:pt x="63" y="28"/>
                      <a:pt x="56" y="41"/>
                      <a:pt x="49" y="53"/>
                    </a:cubicBezTo>
                    <a:cubicBezTo>
                      <a:pt x="48" y="54"/>
                      <a:pt x="48" y="55"/>
                      <a:pt x="48" y="55"/>
                    </a:cubicBezTo>
                    <a:cubicBezTo>
                      <a:pt x="48" y="56"/>
                      <a:pt x="47" y="56"/>
                      <a:pt x="47" y="57"/>
                    </a:cubicBezTo>
                    <a:cubicBezTo>
                      <a:pt x="47" y="56"/>
                      <a:pt x="47" y="56"/>
                      <a:pt x="48" y="56"/>
                    </a:cubicBezTo>
                    <a:cubicBezTo>
                      <a:pt x="46" y="58"/>
                      <a:pt x="45" y="60"/>
                      <a:pt x="43" y="63"/>
                    </a:cubicBezTo>
                    <a:cubicBezTo>
                      <a:pt x="43" y="62"/>
                      <a:pt x="44" y="62"/>
                      <a:pt x="44" y="62"/>
                    </a:cubicBezTo>
                    <a:cubicBezTo>
                      <a:pt x="41" y="69"/>
                      <a:pt x="37" y="75"/>
                      <a:pt x="34" y="81"/>
                    </a:cubicBezTo>
                    <a:cubicBezTo>
                      <a:pt x="31" y="87"/>
                      <a:pt x="29" y="94"/>
                      <a:pt x="27" y="99"/>
                    </a:cubicBezTo>
                    <a:cubicBezTo>
                      <a:pt x="25" y="104"/>
                      <a:pt x="23" y="109"/>
                      <a:pt x="22" y="114"/>
                    </a:cubicBezTo>
                    <a:cubicBezTo>
                      <a:pt x="22" y="113"/>
                      <a:pt x="22" y="113"/>
                      <a:pt x="22" y="113"/>
                    </a:cubicBezTo>
                    <a:cubicBezTo>
                      <a:pt x="21" y="116"/>
                      <a:pt x="21" y="118"/>
                      <a:pt x="21" y="120"/>
                    </a:cubicBezTo>
                    <a:cubicBezTo>
                      <a:pt x="20" y="125"/>
                      <a:pt x="16" y="127"/>
                      <a:pt x="11" y="127"/>
                    </a:cubicBezTo>
                    <a:lnTo>
                      <a:pt x="10" y="12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0" name="Google Shape;1580;p17"/>
              <p:cNvSpPr/>
              <p:nvPr/>
            </p:nvSpPr>
            <p:spPr>
              <a:xfrm>
                <a:off x="4122720" y="4394880"/>
                <a:ext cx="30600" cy="45000"/>
              </a:xfrm>
              <a:custGeom>
                <a:avLst/>
                <a:gdLst/>
                <a:ahLst/>
                <a:cxnLst/>
                <a:rect l="l" t="t" r="r" b="b"/>
                <a:pathLst>
                  <a:path w="85" h="125" extrusionOk="0">
                    <a:moveTo>
                      <a:pt x="6" y="122"/>
                    </a:moveTo>
                    <a:cubicBezTo>
                      <a:pt x="1" y="119"/>
                      <a:pt x="0" y="112"/>
                      <a:pt x="4" y="108"/>
                    </a:cubicBezTo>
                    <a:cubicBezTo>
                      <a:pt x="5" y="108"/>
                      <a:pt x="5" y="108"/>
                      <a:pt x="5" y="108"/>
                    </a:cubicBezTo>
                    <a:lnTo>
                      <a:pt x="4" y="108"/>
                    </a:lnTo>
                    <a:cubicBezTo>
                      <a:pt x="5" y="108"/>
                      <a:pt x="5" y="108"/>
                      <a:pt x="5" y="107"/>
                    </a:cubicBezTo>
                    <a:cubicBezTo>
                      <a:pt x="7" y="104"/>
                      <a:pt x="9" y="100"/>
                      <a:pt x="11" y="96"/>
                    </a:cubicBezTo>
                    <a:cubicBezTo>
                      <a:pt x="13" y="93"/>
                      <a:pt x="16" y="89"/>
                      <a:pt x="18" y="85"/>
                    </a:cubicBezTo>
                    <a:cubicBezTo>
                      <a:pt x="23" y="76"/>
                      <a:pt x="28" y="68"/>
                      <a:pt x="33" y="59"/>
                    </a:cubicBezTo>
                    <a:cubicBezTo>
                      <a:pt x="44" y="41"/>
                      <a:pt x="55" y="23"/>
                      <a:pt x="67" y="5"/>
                    </a:cubicBezTo>
                    <a:cubicBezTo>
                      <a:pt x="69" y="1"/>
                      <a:pt x="75" y="0"/>
                      <a:pt x="79" y="2"/>
                    </a:cubicBezTo>
                    <a:cubicBezTo>
                      <a:pt x="83" y="5"/>
                      <a:pt x="84" y="11"/>
                      <a:pt x="81" y="15"/>
                    </a:cubicBezTo>
                    <a:cubicBezTo>
                      <a:pt x="63" y="43"/>
                      <a:pt x="45" y="72"/>
                      <a:pt x="29" y="102"/>
                    </a:cubicBezTo>
                    <a:cubicBezTo>
                      <a:pt x="26" y="106"/>
                      <a:pt x="24" y="111"/>
                      <a:pt x="21" y="115"/>
                    </a:cubicBezTo>
                    <a:lnTo>
                      <a:pt x="22" y="115"/>
                    </a:lnTo>
                    <a:lnTo>
                      <a:pt x="21" y="115"/>
                    </a:lnTo>
                    <a:lnTo>
                      <a:pt x="21" y="116"/>
                    </a:lnTo>
                    <a:lnTo>
                      <a:pt x="21" y="115"/>
                    </a:lnTo>
                    <a:cubicBezTo>
                      <a:pt x="21" y="116"/>
                      <a:pt x="21" y="117"/>
                      <a:pt x="21" y="117"/>
                    </a:cubicBezTo>
                    <a:cubicBezTo>
                      <a:pt x="20" y="117"/>
                      <a:pt x="20" y="118"/>
                      <a:pt x="20" y="118"/>
                    </a:cubicBezTo>
                    <a:cubicBezTo>
                      <a:pt x="19" y="121"/>
                      <a:pt x="15" y="124"/>
                      <a:pt x="12" y="124"/>
                    </a:cubicBezTo>
                    <a:cubicBezTo>
                      <a:pt x="10" y="124"/>
                      <a:pt x="8" y="123"/>
                      <a:pt x="6" y="1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1" name="Google Shape;1581;p17"/>
              <p:cNvSpPr/>
              <p:nvPr/>
            </p:nvSpPr>
            <p:spPr>
              <a:xfrm>
                <a:off x="4166640" y="4354920"/>
                <a:ext cx="25560" cy="19440"/>
              </a:xfrm>
              <a:custGeom>
                <a:avLst/>
                <a:gdLst/>
                <a:ahLst/>
                <a:cxnLst/>
                <a:rect l="l" t="t" r="r" b="b"/>
                <a:pathLst>
                  <a:path w="71" h="54" extrusionOk="0">
                    <a:moveTo>
                      <a:pt x="5" y="51"/>
                    </a:moveTo>
                    <a:cubicBezTo>
                      <a:pt x="1" y="48"/>
                      <a:pt x="0" y="42"/>
                      <a:pt x="4" y="38"/>
                    </a:cubicBezTo>
                    <a:cubicBezTo>
                      <a:pt x="6" y="34"/>
                      <a:pt x="10" y="31"/>
                      <a:pt x="14" y="28"/>
                    </a:cubicBezTo>
                    <a:cubicBezTo>
                      <a:pt x="18" y="25"/>
                      <a:pt x="22" y="22"/>
                      <a:pt x="26" y="20"/>
                    </a:cubicBezTo>
                    <a:cubicBezTo>
                      <a:pt x="30" y="17"/>
                      <a:pt x="34" y="14"/>
                      <a:pt x="39" y="11"/>
                    </a:cubicBezTo>
                    <a:cubicBezTo>
                      <a:pt x="44" y="8"/>
                      <a:pt x="50" y="6"/>
                      <a:pt x="55" y="3"/>
                    </a:cubicBezTo>
                    <a:cubicBezTo>
                      <a:pt x="60" y="0"/>
                      <a:pt x="65" y="2"/>
                      <a:pt x="68" y="7"/>
                    </a:cubicBezTo>
                    <a:cubicBezTo>
                      <a:pt x="70" y="11"/>
                      <a:pt x="68" y="17"/>
                      <a:pt x="64" y="19"/>
                    </a:cubicBezTo>
                    <a:cubicBezTo>
                      <a:pt x="58" y="21"/>
                      <a:pt x="53" y="24"/>
                      <a:pt x="47" y="27"/>
                    </a:cubicBezTo>
                    <a:cubicBezTo>
                      <a:pt x="40" y="32"/>
                      <a:pt x="32" y="38"/>
                      <a:pt x="25" y="43"/>
                    </a:cubicBezTo>
                    <a:cubicBezTo>
                      <a:pt x="23" y="44"/>
                      <a:pt x="22" y="45"/>
                      <a:pt x="21" y="46"/>
                    </a:cubicBezTo>
                    <a:cubicBezTo>
                      <a:pt x="20" y="47"/>
                      <a:pt x="19" y="48"/>
                      <a:pt x="19" y="49"/>
                    </a:cubicBezTo>
                    <a:cubicBezTo>
                      <a:pt x="19" y="48"/>
                      <a:pt x="19" y="48"/>
                      <a:pt x="20" y="48"/>
                    </a:cubicBezTo>
                    <a:cubicBezTo>
                      <a:pt x="19" y="48"/>
                      <a:pt x="19" y="49"/>
                      <a:pt x="18" y="50"/>
                    </a:cubicBezTo>
                    <a:cubicBezTo>
                      <a:pt x="16" y="52"/>
                      <a:pt x="13" y="53"/>
                      <a:pt x="11" y="53"/>
                    </a:cubicBezTo>
                    <a:cubicBezTo>
                      <a:pt x="9" y="53"/>
                      <a:pt x="6" y="52"/>
                      <a:pt x="5" y="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2" name="Google Shape;1582;p17"/>
              <p:cNvSpPr/>
              <p:nvPr/>
            </p:nvSpPr>
            <p:spPr>
              <a:xfrm>
                <a:off x="4212360" y="4354920"/>
                <a:ext cx="29520" cy="24480"/>
              </a:xfrm>
              <a:custGeom>
                <a:avLst/>
                <a:gdLst/>
                <a:ahLst/>
                <a:cxnLst/>
                <a:rect l="l" t="t" r="r" b="b"/>
                <a:pathLst>
                  <a:path w="82" h="68" extrusionOk="0">
                    <a:moveTo>
                      <a:pt x="65" y="65"/>
                    </a:moveTo>
                    <a:cubicBezTo>
                      <a:pt x="56" y="58"/>
                      <a:pt x="47" y="50"/>
                      <a:pt x="38" y="43"/>
                    </a:cubicBezTo>
                    <a:cubicBezTo>
                      <a:pt x="32" y="39"/>
                      <a:pt x="26" y="35"/>
                      <a:pt x="21" y="32"/>
                    </a:cubicBezTo>
                    <a:cubicBezTo>
                      <a:pt x="17" y="29"/>
                      <a:pt x="14" y="27"/>
                      <a:pt x="11" y="25"/>
                    </a:cubicBezTo>
                    <a:cubicBezTo>
                      <a:pt x="8" y="23"/>
                      <a:pt x="6" y="21"/>
                      <a:pt x="4" y="18"/>
                    </a:cubicBezTo>
                    <a:cubicBezTo>
                      <a:pt x="0" y="15"/>
                      <a:pt x="0" y="9"/>
                      <a:pt x="3" y="5"/>
                    </a:cubicBezTo>
                    <a:cubicBezTo>
                      <a:pt x="6" y="1"/>
                      <a:pt x="12" y="0"/>
                      <a:pt x="16" y="4"/>
                    </a:cubicBezTo>
                    <a:cubicBezTo>
                      <a:pt x="18" y="5"/>
                      <a:pt x="18" y="7"/>
                      <a:pt x="20" y="8"/>
                    </a:cubicBezTo>
                    <a:cubicBezTo>
                      <a:pt x="22" y="9"/>
                      <a:pt x="24" y="11"/>
                      <a:pt x="25" y="12"/>
                    </a:cubicBezTo>
                    <a:lnTo>
                      <a:pt x="25" y="11"/>
                    </a:lnTo>
                    <a:cubicBezTo>
                      <a:pt x="25" y="12"/>
                      <a:pt x="25" y="12"/>
                      <a:pt x="25" y="12"/>
                    </a:cubicBezTo>
                    <a:cubicBezTo>
                      <a:pt x="26" y="12"/>
                      <a:pt x="27" y="13"/>
                      <a:pt x="28" y="14"/>
                    </a:cubicBezTo>
                    <a:cubicBezTo>
                      <a:pt x="27" y="14"/>
                      <a:pt x="27" y="13"/>
                      <a:pt x="26" y="13"/>
                    </a:cubicBezTo>
                    <a:cubicBezTo>
                      <a:pt x="35" y="19"/>
                      <a:pt x="43" y="24"/>
                      <a:pt x="51" y="30"/>
                    </a:cubicBezTo>
                    <a:cubicBezTo>
                      <a:pt x="60" y="37"/>
                      <a:pt x="68" y="44"/>
                      <a:pt x="77" y="51"/>
                    </a:cubicBezTo>
                    <a:cubicBezTo>
                      <a:pt x="80" y="54"/>
                      <a:pt x="81" y="60"/>
                      <a:pt x="78" y="64"/>
                    </a:cubicBezTo>
                    <a:cubicBezTo>
                      <a:pt x="76" y="66"/>
                      <a:pt x="73" y="67"/>
                      <a:pt x="71" y="67"/>
                    </a:cubicBezTo>
                    <a:cubicBezTo>
                      <a:pt x="68" y="67"/>
                      <a:pt x="67" y="67"/>
                      <a:pt x="65" y="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3" name="Google Shape;1583;p17"/>
              <p:cNvSpPr/>
              <p:nvPr/>
            </p:nvSpPr>
            <p:spPr>
              <a:xfrm>
                <a:off x="4257720" y="4390560"/>
                <a:ext cx="20520" cy="30600"/>
              </a:xfrm>
              <a:custGeom>
                <a:avLst/>
                <a:gdLst/>
                <a:ahLst/>
                <a:cxnLst/>
                <a:rect l="l" t="t" r="r" b="b"/>
                <a:pathLst>
                  <a:path w="57" h="85" extrusionOk="0">
                    <a:moveTo>
                      <a:pt x="37" y="79"/>
                    </a:moveTo>
                    <a:cubicBezTo>
                      <a:pt x="36" y="76"/>
                      <a:pt x="34" y="73"/>
                      <a:pt x="32" y="70"/>
                    </a:cubicBezTo>
                    <a:cubicBezTo>
                      <a:pt x="26" y="60"/>
                      <a:pt x="20" y="51"/>
                      <a:pt x="15" y="42"/>
                    </a:cubicBezTo>
                    <a:cubicBezTo>
                      <a:pt x="10" y="33"/>
                      <a:pt x="6" y="24"/>
                      <a:pt x="2" y="15"/>
                    </a:cubicBezTo>
                    <a:cubicBezTo>
                      <a:pt x="0" y="10"/>
                      <a:pt x="2" y="4"/>
                      <a:pt x="8" y="2"/>
                    </a:cubicBezTo>
                    <a:cubicBezTo>
                      <a:pt x="13" y="0"/>
                      <a:pt x="19" y="4"/>
                      <a:pt x="20" y="9"/>
                    </a:cubicBezTo>
                    <a:lnTo>
                      <a:pt x="20" y="10"/>
                    </a:lnTo>
                    <a:cubicBezTo>
                      <a:pt x="20" y="9"/>
                      <a:pt x="20" y="9"/>
                      <a:pt x="20" y="9"/>
                    </a:cubicBezTo>
                    <a:lnTo>
                      <a:pt x="20" y="10"/>
                    </a:lnTo>
                    <a:cubicBezTo>
                      <a:pt x="21" y="12"/>
                      <a:pt x="22" y="14"/>
                      <a:pt x="23" y="16"/>
                    </a:cubicBezTo>
                    <a:lnTo>
                      <a:pt x="23" y="15"/>
                    </a:lnTo>
                    <a:cubicBezTo>
                      <a:pt x="26" y="22"/>
                      <a:pt x="29" y="28"/>
                      <a:pt x="32" y="33"/>
                    </a:cubicBezTo>
                    <a:cubicBezTo>
                      <a:pt x="39" y="46"/>
                      <a:pt x="47" y="58"/>
                      <a:pt x="54" y="71"/>
                    </a:cubicBezTo>
                    <a:cubicBezTo>
                      <a:pt x="56" y="75"/>
                      <a:pt x="54" y="81"/>
                      <a:pt x="49" y="83"/>
                    </a:cubicBezTo>
                    <a:cubicBezTo>
                      <a:pt x="48" y="84"/>
                      <a:pt x="47" y="84"/>
                      <a:pt x="46" y="84"/>
                    </a:cubicBezTo>
                    <a:cubicBezTo>
                      <a:pt x="42" y="84"/>
                      <a:pt x="39" y="82"/>
                      <a:pt x="37" y="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4" name="Google Shape;1584;p17"/>
              <p:cNvSpPr/>
              <p:nvPr/>
            </p:nvSpPr>
            <p:spPr>
              <a:xfrm>
                <a:off x="4285800" y="4442400"/>
                <a:ext cx="22680" cy="30960"/>
              </a:xfrm>
              <a:custGeom>
                <a:avLst/>
                <a:gdLst/>
                <a:ahLst/>
                <a:cxnLst/>
                <a:rect l="l" t="t" r="r" b="b"/>
                <a:pathLst>
                  <a:path w="63" h="86" extrusionOk="0">
                    <a:moveTo>
                      <a:pt x="44" y="82"/>
                    </a:moveTo>
                    <a:cubicBezTo>
                      <a:pt x="37" y="70"/>
                      <a:pt x="29" y="59"/>
                      <a:pt x="22" y="46"/>
                    </a:cubicBezTo>
                    <a:cubicBezTo>
                      <a:pt x="15" y="36"/>
                      <a:pt x="9" y="27"/>
                      <a:pt x="3" y="17"/>
                    </a:cubicBezTo>
                    <a:cubicBezTo>
                      <a:pt x="0" y="13"/>
                      <a:pt x="1" y="6"/>
                      <a:pt x="5" y="3"/>
                    </a:cubicBezTo>
                    <a:cubicBezTo>
                      <a:pt x="9" y="0"/>
                      <a:pt x="16" y="2"/>
                      <a:pt x="19" y="6"/>
                    </a:cubicBezTo>
                    <a:cubicBezTo>
                      <a:pt x="20" y="9"/>
                      <a:pt x="22" y="12"/>
                      <a:pt x="25" y="15"/>
                    </a:cubicBezTo>
                    <a:cubicBezTo>
                      <a:pt x="24" y="15"/>
                      <a:pt x="24" y="14"/>
                      <a:pt x="23" y="14"/>
                    </a:cubicBezTo>
                    <a:cubicBezTo>
                      <a:pt x="24" y="14"/>
                      <a:pt x="24" y="15"/>
                      <a:pt x="25" y="16"/>
                    </a:cubicBezTo>
                    <a:lnTo>
                      <a:pt x="25" y="15"/>
                    </a:lnTo>
                    <a:cubicBezTo>
                      <a:pt x="27" y="20"/>
                      <a:pt x="30" y="26"/>
                      <a:pt x="34" y="31"/>
                    </a:cubicBezTo>
                    <a:cubicBezTo>
                      <a:pt x="35" y="33"/>
                      <a:pt x="36" y="35"/>
                      <a:pt x="37" y="36"/>
                    </a:cubicBezTo>
                    <a:cubicBezTo>
                      <a:pt x="44" y="48"/>
                      <a:pt x="52" y="60"/>
                      <a:pt x="59" y="71"/>
                    </a:cubicBezTo>
                    <a:cubicBezTo>
                      <a:pt x="62" y="76"/>
                      <a:pt x="61" y="81"/>
                      <a:pt x="57" y="84"/>
                    </a:cubicBezTo>
                    <a:cubicBezTo>
                      <a:pt x="55" y="85"/>
                      <a:pt x="54" y="85"/>
                      <a:pt x="52" y="85"/>
                    </a:cubicBezTo>
                    <a:cubicBezTo>
                      <a:pt x="49" y="85"/>
                      <a:pt x="46" y="84"/>
                      <a:pt x="44" y="8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5" name="Google Shape;1585;p17"/>
              <p:cNvSpPr/>
              <p:nvPr/>
            </p:nvSpPr>
            <p:spPr>
              <a:xfrm>
                <a:off x="4316040" y="4496400"/>
                <a:ext cx="21960" cy="36720"/>
              </a:xfrm>
              <a:custGeom>
                <a:avLst/>
                <a:gdLst/>
                <a:ahLst/>
                <a:cxnLst/>
                <a:rect l="l" t="t" r="r" b="b"/>
                <a:pathLst>
                  <a:path w="61" h="102" extrusionOk="0">
                    <a:moveTo>
                      <a:pt x="42" y="97"/>
                    </a:moveTo>
                    <a:cubicBezTo>
                      <a:pt x="38" y="89"/>
                      <a:pt x="34" y="82"/>
                      <a:pt x="30" y="74"/>
                    </a:cubicBezTo>
                    <a:cubicBezTo>
                      <a:pt x="26" y="68"/>
                      <a:pt x="23" y="61"/>
                      <a:pt x="19" y="54"/>
                    </a:cubicBezTo>
                    <a:cubicBezTo>
                      <a:pt x="15" y="47"/>
                      <a:pt x="12" y="41"/>
                      <a:pt x="9" y="34"/>
                    </a:cubicBezTo>
                    <a:cubicBezTo>
                      <a:pt x="5" y="27"/>
                      <a:pt x="2" y="20"/>
                      <a:pt x="1" y="12"/>
                    </a:cubicBezTo>
                    <a:cubicBezTo>
                      <a:pt x="0" y="7"/>
                      <a:pt x="3" y="2"/>
                      <a:pt x="8" y="1"/>
                    </a:cubicBezTo>
                    <a:cubicBezTo>
                      <a:pt x="13" y="0"/>
                      <a:pt x="19" y="2"/>
                      <a:pt x="19" y="8"/>
                    </a:cubicBezTo>
                    <a:cubicBezTo>
                      <a:pt x="19" y="9"/>
                      <a:pt x="20" y="11"/>
                      <a:pt x="21" y="13"/>
                    </a:cubicBezTo>
                    <a:cubicBezTo>
                      <a:pt x="21" y="16"/>
                      <a:pt x="22" y="19"/>
                      <a:pt x="24" y="23"/>
                    </a:cubicBezTo>
                    <a:cubicBezTo>
                      <a:pt x="24" y="22"/>
                      <a:pt x="24" y="22"/>
                      <a:pt x="23" y="22"/>
                    </a:cubicBezTo>
                    <a:cubicBezTo>
                      <a:pt x="24" y="22"/>
                      <a:pt x="24" y="22"/>
                      <a:pt x="24" y="23"/>
                    </a:cubicBezTo>
                    <a:cubicBezTo>
                      <a:pt x="26" y="27"/>
                      <a:pt x="28" y="32"/>
                      <a:pt x="30" y="37"/>
                    </a:cubicBezTo>
                    <a:cubicBezTo>
                      <a:pt x="33" y="43"/>
                      <a:pt x="36" y="48"/>
                      <a:pt x="40" y="54"/>
                    </a:cubicBezTo>
                    <a:cubicBezTo>
                      <a:pt x="46" y="65"/>
                      <a:pt x="52" y="77"/>
                      <a:pt x="58" y="89"/>
                    </a:cubicBezTo>
                    <a:cubicBezTo>
                      <a:pt x="60" y="93"/>
                      <a:pt x="58" y="98"/>
                      <a:pt x="54" y="100"/>
                    </a:cubicBezTo>
                    <a:cubicBezTo>
                      <a:pt x="53" y="101"/>
                      <a:pt x="51" y="101"/>
                      <a:pt x="50" y="101"/>
                    </a:cubicBezTo>
                    <a:cubicBezTo>
                      <a:pt x="47" y="101"/>
                      <a:pt x="43" y="100"/>
                      <a:pt x="42" y="9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6" name="Google Shape;1586;p17"/>
              <p:cNvSpPr/>
              <p:nvPr/>
            </p:nvSpPr>
            <p:spPr>
              <a:xfrm>
                <a:off x="4346280" y="4576320"/>
                <a:ext cx="16200" cy="22680"/>
              </a:xfrm>
              <a:custGeom>
                <a:avLst/>
                <a:gdLst/>
                <a:ahLst/>
                <a:cxnLst/>
                <a:rect l="l" t="t" r="r" b="b"/>
                <a:pathLst>
                  <a:path w="45" h="63" extrusionOk="0">
                    <a:moveTo>
                      <a:pt x="26" y="57"/>
                    </a:moveTo>
                    <a:cubicBezTo>
                      <a:pt x="21" y="49"/>
                      <a:pt x="17" y="41"/>
                      <a:pt x="13" y="34"/>
                    </a:cubicBezTo>
                    <a:cubicBezTo>
                      <a:pt x="10" y="27"/>
                      <a:pt x="6" y="22"/>
                      <a:pt x="2" y="15"/>
                    </a:cubicBezTo>
                    <a:cubicBezTo>
                      <a:pt x="0" y="11"/>
                      <a:pt x="2" y="5"/>
                      <a:pt x="6" y="2"/>
                    </a:cubicBezTo>
                    <a:cubicBezTo>
                      <a:pt x="11" y="0"/>
                      <a:pt x="17" y="2"/>
                      <a:pt x="19" y="7"/>
                    </a:cubicBezTo>
                    <a:cubicBezTo>
                      <a:pt x="23" y="13"/>
                      <a:pt x="25" y="19"/>
                      <a:pt x="29" y="26"/>
                    </a:cubicBezTo>
                    <a:cubicBezTo>
                      <a:pt x="33" y="33"/>
                      <a:pt x="38" y="41"/>
                      <a:pt x="42" y="48"/>
                    </a:cubicBezTo>
                    <a:cubicBezTo>
                      <a:pt x="44" y="53"/>
                      <a:pt x="42" y="59"/>
                      <a:pt x="38" y="61"/>
                    </a:cubicBezTo>
                    <a:cubicBezTo>
                      <a:pt x="37" y="61"/>
                      <a:pt x="35" y="62"/>
                      <a:pt x="34" y="62"/>
                    </a:cubicBezTo>
                    <a:cubicBezTo>
                      <a:pt x="31" y="62"/>
                      <a:pt x="28" y="60"/>
                      <a:pt x="26" y="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7" name="Google Shape;1587;p17"/>
              <p:cNvSpPr/>
              <p:nvPr/>
            </p:nvSpPr>
            <p:spPr>
              <a:xfrm>
                <a:off x="3965400" y="4628520"/>
                <a:ext cx="19080" cy="18720"/>
              </a:xfrm>
              <a:custGeom>
                <a:avLst/>
                <a:gdLst/>
                <a:ahLst/>
                <a:cxnLst/>
                <a:rect l="l" t="t" r="r" b="b"/>
                <a:pathLst>
                  <a:path w="53" h="52" extrusionOk="0">
                    <a:moveTo>
                      <a:pt x="36" y="50"/>
                    </a:moveTo>
                    <a:cubicBezTo>
                      <a:pt x="35" y="49"/>
                      <a:pt x="34" y="48"/>
                      <a:pt x="33" y="47"/>
                    </a:cubicBezTo>
                    <a:cubicBezTo>
                      <a:pt x="31" y="46"/>
                      <a:pt x="30" y="44"/>
                      <a:pt x="29" y="43"/>
                    </a:cubicBezTo>
                    <a:cubicBezTo>
                      <a:pt x="27" y="40"/>
                      <a:pt x="24" y="38"/>
                      <a:pt x="21" y="35"/>
                    </a:cubicBezTo>
                    <a:cubicBezTo>
                      <a:pt x="15" y="29"/>
                      <a:pt x="9" y="22"/>
                      <a:pt x="3" y="16"/>
                    </a:cubicBezTo>
                    <a:cubicBezTo>
                      <a:pt x="0" y="12"/>
                      <a:pt x="0" y="6"/>
                      <a:pt x="4" y="3"/>
                    </a:cubicBezTo>
                    <a:cubicBezTo>
                      <a:pt x="8" y="0"/>
                      <a:pt x="13" y="0"/>
                      <a:pt x="17" y="4"/>
                    </a:cubicBezTo>
                    <a:cubicBezTo>
                      <a:pt x="25" y="12"/>
                      <a:pt x="33" y="21"/>
                      <a:pt x="42" y="29"/>
                    </a:cubicBezTo>
                    <a:cubicBezTo>
                      <a:pt x="42" y="29"/>
                      <a:pt x="41" y="29"/>
                      <a:pt x="41" y="28"/>
                    </a:cubicBezTo>
                    <a:cubicBezTo>
                      <a:pt x="43" y="30"/>
                      <a:pt x="45" y="32"/>
                      <a:pt x="47" y="34"/>
                    </a:cubicBezTo>
                    <a:cubicBezTo>
                      <a:pt x="51" y="37"/>
                      <a:pt x="52" y="43"/>
                      <a:pt x="49" y="47"/>
                    </a:cubicBezTo>
                    <a:cubicBezTo>
                      <a:pt x="48" y="50"/>
                      <a:pt x="44" y="51"/>
                      <a:pt x="41" y="51"/>
                    </a:cubicBezTo>
                    <a:cubicBezTo>
                      <a:pt x="40" y="51"/>
                      <a:pt x="38" y="51"/>
                      <a:pt x="36" y="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8" name="Google Shape;1588;p17"/>
              <p:cNvSpPr/>
              <p:nvPr/>
            </p:nvSpPr>
            <p:spPr>
              <a:xfrm>
                <a:off x="3922920" y="4566960"/>
                <a:ext cx="1980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55" h="77" extrusionOk="0">
                    <a:moveTo>
                      <a:pt x="36" y="73"/>
                    </a:moveTo>
                    <a:cubicBezTo>
                      <a:pt x="29" y="65"/>
                      <a:pt x="24" y="55"/>
                      <a:pt x="18" y="46"/>
                    </a:cubicBezTo>
                    <a:cubicBezTo>
                      <a:pt x="15" y="42"/>
                      <a:pt x="13" y="37"/>
                      <a:pt x="11" y="33"/>
                    </a:cubicBezTo>
                    <a:cubicBezTo>
                      <a:pt x="8" y="26"/>
                      <a:pt x="5" y="20"/>
                      <a:pt x="1" y="14"/>
                    </a:cubicBezTo>
                    <a:cubicBezTo>
                      <a:pt x="0" y="10"/>
                      <a:pt x="1" y="5"/>
                      <a:pt x="5" y="2"/>
                    </a:cubicBezTo>
                    <a:cubicBezTo>
                      <a:pt x="10" y="0"/>
                      <a:pt x="15" y="2"/>
                      <a:pt x="18" y="6"/>
                    </a:cubicBezTo>
                    <a:cubicBezTo>
                      <a:pt x="23" y="16"/>
                      <a:pt x="28" y="27"/>
                      <a:pt x="34" y="37"/>
                    </a:cubicBezTo>
                    <a:cubicBezTo>
                      <a:pt x="37" y="42"/>
                      <a:pt x="41" y="48"/>
                      <a:pt x="45" y="53"/>
                    </a:cubicBezTo>
                    <a:cubicBezTo>
                      <a:pt x="46" y="55"/>
                      <a:pt x="49" y="58"/>
                      <a:pt x="50" y="60"/>
                    </a:cubicBezTo>
                    <a:cubicBezTo>
                      <a:pt x="54" y="63"/>
                      <a:pt x="54" y="70"/>
                      <a:pt x="50" y="73"/>
                    </a:cubicBezTo>
                    <a:cubicBezTo>
                      <a:pt x="48" y="75"/>
                      <a:pt x="46" y="76"/>
                      <a:pt x="43" y="76"/>
                    </a:cubicBezTo>
                    <a:cubicBezTo>
                      <a:pt x="41" y="76"/>
                      <a:pt x="38" y="74"/>
                      <a:pt x="36" y="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9" name="Google Shape;1589;p17"/>
              <p:cNvSpPr/>
              <p:nvPr/>
            </p:nvSpPr>
            <p:spPr>
              <a:xfrm>
                <a:off x="3897360" y="4487040"/>
                <a:ext cx="17640" cy="30960"/>
              </a:xfrm>
              <a:custGeom>
                <a:avLst/>
                <a:gdLst/>
                <a:ahLst/>
                <a:cxnLst/>
                <a:rect l="l" t="t" r="r" b="b"/>
                <a:pathLst>
                  <a:path w="49" h="86" extrusionOk="0">
                    <a:moveTo>
                      <a:pt x="29" y="79"/>
                    </a:moveTo>
                    <a:cubicBezTo>
                      <a:pt x="29" y="79"/>
                      <a:pt x="28" y="78"/>
                      <a:pt x="28" y="77"/>
                    </a:cubicBezTo>
                    <a:cubicBezTo>
                      <a:pt x="26" y="73"/>
                      <a:pt x="23" y="68"/>
                      <a:pt x="21" y="63"/>
                    </a:cubicBezTo>
                    <a:cubicBezTo>
                      <a:pt x="18" y="59"/>
                      <a:pt x="16" y="53"/>
                      <a:pt x="14" y="49"/>
                    </a:cubicBezTo>
                    <a:cubicBezTo>
                      <a:pt x="9" y="37"/>
                      <a:pt x="5" y="25"/>
                      <a:pt x="1" y="13"/>
                    </a:cubicBezTo>
                    <a:cubicBezTo>
                      <a:pt x="0" y="9"/>
                      <a:pt x="2" y="3"/>
                      <a:pt x="7" y="2"/>
                    </a:cubicBezTo>
                    <a:cubicBezTo>
                      <a:pt x="11" y="0"/>
                      <a:pt x="17" y="2"/>
                      <a:pt x="19" y="7"/>
                    </a:cubicBezTo>
                    <a:cubicBezTo>
                      <a:pt x="22" y="20"/>
                      <a:pt x="27" y="32"/>
                      <a:pt x="32" y="44"/>
                    </a:cubicBezTo>
                    <a:cubicBezTo>
                      <a:pt x="34" y="49"/>
                      <a:pt x="37" y="54"/>
                      <a:pt x="39" y="59"/>
                    </a:cubicBezTo>
                    <a:cubicBezTo>
                      <a:pt x="42" y="63"/>
                      <a:pt x="44" y="67"/>
                      <a:pt x="46" y="71"/>
                    </a:cubicBezTo>
                    <a:cubicBezTo>
                      <a:pt x="48" y="76"/>
                      <a:pt x="47" y="81"/>
                      <a:pt x="42" y="84"/>
                    </a:cubicBezTo>
                    <a:cubicBezTo>
                      <a:pt x="40" y="85"/>
                      <a:pt x="39" y="85"/>
                      <a:pt x="37" y="85"/>
                    </a:cubicBezTo>
                    <a:cubicBezTo>
                      <a:pt x="34" y="85"/>
                      <a:pt x="30" y="83"/>
                      <a:pt x="29" y="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0" name="Google Shape;1590;p17"/>
              <p:cNvSpPr/>
              <p:nvPr/>
            </p:nvSpPr>
            <p:spPr>
              <a:xfrm>
                <a:off x="3874680" y="4423680"/>
                <a:ext cx="12960" cy="18360"/>
              </a:xfrm>
              <a:custGeom>
                <a:avLst/>
                <a:gdLst/>
                <a:ahLst/>
                <a:cxnLst/>
                <a:rect l="l" t="t" r="r" b="b"/>
                <a:pathLst>
                  <a:path w="36" h="51" extrusionOk="0">
                    <a:moveTo>
                      <a:pt x="22" y="50"/>
                    </a:moveTo>
                    <a:cubicBezTo>
                      <a:pt x="19" y="49"/>
                      <a:pt x="17" y="47"/>
                      <a:pt x="16" y="45"/>
                    </a:cubicBezTo>
                    <a:cubicBezTo>
                      <a:pt x="14" y="41"/>
                      <a:pt x="12" y="38"/>
                      <a:pt x="10" y="34"/>
                    </a:cubicBezTo>
                    <a:cubicBezTo>
                      <a:pt x="11" y="34"/>
                      <a:pt x="11" y="34"/>
                      <a:pt x="11" y="34"/>
                    </a:cubicBezTo>
                    <a:cubicBezTo>
                      <a:pt x="8" y="28"/>
                      <a:pt x="5" y="21"/>
                      <a:pt x="3" y="14"/>
                    </a:cubicBezTo>
                    <a:cubicBezTo>
                      <a:pt x="0" y="10"/>
                      <a:pt x="3" y="4"/>
                      <a:pt x="8" y="2"/>
                    </a:cubicBezTo>
                    <a:cubicBezTo>
                      <a:pt x="12" y="0"/>
                      <a:pt x="18" y="3"/>
                      <a:pt x="19" y="8"/>
                    </a:cubicBezTo>
                    <a:cubicBezTo>
                      <a:pt x="21" y="11"/>
                      <a:pt x="22" y="15"/>
                      <a:pt x="24" y="19"/>
                    </a:cubicBezTo>
                    <a:cubicBezTo>
                      <a:pt x="26" y="24"/>
                      <a:pt x="28" y="29"/>
                      <a:pt x="31" y="33"/>
                    </a:cubicBezTo>
                    <a:cubicBezTo>
                      <a:pt x="31" y="34"/>
                      <a:pt x="32" y="34"/>
                      <a:pt x="32" y="35"/>
                    </a:cubicBezTo>
                    <a:cubicBezTo>
                      <a:pt x="35" y="39"/>
                      <a:pt x="34" y="45"/>
                      <a:pt x="29" y="48"/>
                    </a:cubicBezTo>
                    <a:cubicBezTo>
                      <a:pt x="28" y="49"/>
                      <a:pt x="26" y="50"/>
                      <a:pt x="24" y="50"/>
                    </a:cubicBezTo>
                    <a:cubicBezTo>
                      <a:pt x="24" y="50"/>
                      <a:pt x="23" y="50"/>
                      <a:pt x="22" y="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1" name="Google Shape;1591;p17"/>
              <p:cNvSpPr/>
              <p:nvPr/>
            </p:nvSpPr>
            <p:spPr>
              <a:xfrm>
                <a:off x="3826800" y="4368600"/>
                <a:ext cx="30240" cy="28080"/>
              </a:xfrm>
              <a:custGeom>
                <a:avLst/>
                <a:gdLst/>
                <a:ahLst/>
                <a:cxnLst/>
                <a:rect l="l" t="t" r="r" b="b"/>
                <a:pathLst>
                  <a:path w="84" h="78" extrusionOk="0">
                    <a:moveTo>
                      <a:pt x="64" y="73"/>
                    </a:moveTo>
                    <a:cubicBezTo>
                      <a:pt x="63" y="71"/>
                      <a:pt x="63" y="70"/>
                      <a:pt x="61" y="68"/>
                    </a:cubicBezTo>
                    <a:cubicBezTo>
                      <a:pt x="58" y="65"/>
                      <a:pt x="56" y="62"/>
                      <a:pt x="53" y="59"/>
                    </a:cubicBezTo>
                    <a:cubicBezTo>
                      <a:pt x="46" y="52"/>
                      <a:pt x="38" y="46"/>
                      <a:pt x="30" y="39"/>
                    </a:cubicBezTo>
                    <a:cubicBezTo>
                      <a:pt x="21" y="32"/>
                      <a:pt x="13" y="24"/>
                      <a:pt x="4" y="17"/>
                    </a:cubicBezTo>
                    <a:cubicBezTo>
                      <a:pt x="1" y="13"/>
                      <a:pt x="0" y="8"/>
                      <a:pt x="3" y="4"/>
                    </a:cubicBezTo>
                    <a:cubicBezTo>
                      <a:pt x="6" y="0"/>
                      <a:pt x="12" y="0"/>
                      <a:pt x="16" y="3"/>
                    </a:cubicBezTo>
                    <a:cubicBezTo>
                      <a:pt x="25" y="11"/>
                      <a:pt x="33" y="18"/>
                      <a:pt x="43" y="26"/>
                    </a:cubicBezTo>
                    <a:cubicBezTo>
                      <a:pt x="51" y="33"/>
                      <a:pt x="60" y="40"/>
                      <a:pt x="68" y="48"/>
                    </a:cubicBezTo>
                    <a:cubicBezTo>
                      <a:pt x="68" y="49"/>
                      <a:pt x="68" y="49"/>
                      <a:pt x="68" y="49"/>
                    </a:cubicBezTo>
                    <a:cubicBezTo>
                      <a:pt x="72" y="53"/>
                      <a:pt x="77" y="57"/>
                      <a:pt x="80" y="62"/>
                    </a:cubicBezTo>
                    <a:cubicBezTo>
                      <a:pt x="83" y="66"/>
                      <a:pt x="82" y="72"/>
                      <a:pt x="78" y="75"/>
                    </a:cubicBezTo>
                    <a:cubicBezTo>
                      <a:pt x="76" y="76"/>
                      <a:pt x="74" y="77"/>
                      <a:pt x="72" y="77"/>
                    </a:cubicBezTo>
                    <a:cubicBezTo>
                      <a:pt x="69" y="77"/>
                      <a:pt x="66" y="75"/>
                      <a:pt x="64" y="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2" name="Google Shape;1592;p17"/>
              <p:cNvSpPr/>
              <p:nvPr/>
            </p:nvSpPr>
            <p:spPr>
              <a:xfrm>
                <a:off x="3780720" y="4350960"/>
                <a:ext cx="1944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54" h="22" extrusionOk="0">
                    <a:moveTo>
                      <a:pt x="1" y="15"/>
                    </a:moveTo>
                    <a:cubicBezTo>
                      <a:pt x="0" y="10"/>
                      <a:pt x="2" y="5"/>
                      <a:pt x="7" y="3"/>
                    </a:cubicBezTo>
                    <a:cubicBezTo>
                      <a:pt x="12" y="1"/>
                      <a:pt x="18" y="0"/>
                      <a:pt x="24" y="0"/>
                    </a:cubicBezTo>
                    <a:cubicBezTo>
                      <a:pt x="27" y="0"/>
                      <a:pt x="29" y="0"/>
                      <a:pt x="32" y="0"/>
                    </a:cubicBezTo>
                    <a:cubicBezTo>
                      <a:pt x="35" y="0"/>
                      <a:pt x="38" y="0"/>
                      <a:pt x="40" y="1"/>
                    </a:cubicBezTo>
                    <a:cubicBezTo>
                      <a:pt x="41" y="1"/>
                      <a:pt x="42" y="1"/>
                      <a:pt x="43" y="1"/>
                    </a:cubicBezTo>
                    <a:cubicBezTo>
                      <a:pt x="48" y="1"/>
                      <a:pt x="53" y="6"/>
                      <a:pt x="52" y="11"/>
                    </a:cubicBezTo>
                    <a:cubicBezTo>
                      <a:pt x="52" y="16"/>
                      <a:pt x="47" y="21"/>
                      <a:pt x="42" y="20"/>
                    </a:cubicBezTo>
                    <a:cubicBezTo>
                      <a:pt x="42" y="20"/>
                      <a:pt x="41" y="20"/>
                      <a:pt x="40" y="20"/>
                    </a:cubicBezTo>
                    <a:cubicBezTo>
                      <a:pt x="38" y="20"/>
                      <a:pt x="35" y="20"/>
                      <a:pt x="33" y="19"/>
                    </a:cubicBezTo>
                    <a:cubicBezTo>
                      <a:pt x="31" y="19"/>
                      <a:pt x="28" y="18"/>
                      <a:pt x="24" y="18"/>
                    </a:cubicBezTo>
                    <a:cubicBezTo>
                      <a:pt x="23" y="19"/>
                      <a:pt x="22" y="19"/>
                      <a:pt x="20" y="19"/>
                    </a:cubicBezTo>
                    <a:cubicBezTo>
                      <a:pt x="19" y="19"/>
                      <a:pt x="18" y="20"/>
                      <a:pt x="18" y="20"/>
                    </a:cubicBezTo>
                    <a:lnTo>
                      <a:pt x="19" y="19"/>
                    </a:lnTo>
                    <a:cubicBezTo>
                      <a:pt x="18" y="20"/>
                      <a:pt x="16" y="20"/>
                      <a:pt x="15" y="20"/>
                    </a:cubicBezTo>
                    <a:cubicBezTo>
                      <a:pt x="14" y="20"/>
                      <a:pt x="14" y="21"/>
                      <a:pt x="13" y="21"/>
                    </a:cubicBezTo>
                    <a:cubicBezTo>
                      <a:pt x="12" y="21"/>
                      <a:pt x="11" y="21"/>
                      <a:pt x="10" y="21"/>
                    </a:cubicBezTo>
                    <a:cubicBezTo>
                      <a:pt x="6" y="21"/>
                      <a:pt x="3" y="19"/>
                      <a:pt x="1" y="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3" name="Google Shape;1593;p17"/>
              <p:cNvSpPr/>
              <p:nvPr/>
            </p:nvSpPr>
            <p:spPr>
              <a:xfrm>
                <a:off x="3744360" y="4369680"/>
                <a:ext cx="17640" cy="18360"/>
              </a:xfrm>
              <a:custGeom>
                <a:avLst/>
                <a:gdLst/>
                <a:ahLst/>
                <a:cxnLst/>
                <a:rect l="l" t="t" r="r" b="b"/>
                <a:pathLst>
                  <a:path w="49" h="51" extrusionOk="0">
                    <a:moveTo>
                      <a:pt x="6" y="48"/>
                    </a:moveTo>
                    <a:cubicBezTo>
                      <a:pt x="1" y="46"/>
                      <a:pt x="0" y="39"/>
                      <a:pt x="3" y="35"/>
                    </a:cubicBezTo>
                    <a:cubicBezTo>
                      <a:pt x="6" y="31"/>
                      <a:pt x="8" y="28"/>
                      <a:pt x="11" y="23"/>
                    </a:cubicBezTo>
                    <a:lnTo>
                      <a:pt x="11" y="24"/>
                    </a:lnTo>
                    <a:cubicBezTo>
                      <a:pt x="14" y="20"/>
                      <a:pt x="17" y="16"/>
                      <a:pt x="20" y="12"/>
                    </a:cubicBezTo>
                    <a:cubicBezTo>
                      <a:pt x="22" y="11"/>
                      <a:pt x="24" y="9"/>
                      <a:pt x="26" y="8"/>
                    </a:cubicBezTo>
                    <a:cubicBezTo>
                      <a:pt x="27" y="7"/>
                      <a:pt x="29" y="5"/>
                      <a:pt x="30" y="4"/>
                    </a:cubicBezTo>
                    <a:cubicBezTo>
                      <a:pt x="33" y="1"/>
                      <a:pt x="38" y="0"/>
                      <a:pt x="42" y="3"/>
                    </a:cubicBezTo>
                    <a:cubicBezTo>
                      <a:pt x="47" y="6"/>
                      <a:pt x="48" y="12"/>
                      <a:pt x="45" y="17"/>
                    </a:cubicBezTo>
                    <a:cubicBezTo>
                      <a:pt x="42" y="19"/>
                      <a:pt x="40" y="21"/>
                      <a:pt x="37" y="22"/>
                    </a:cubicBezTo>
                    <a:cubicBezTo>
                      <a:pt x="36" y="23"/>
                      <a:pt x="36" y="24"/>
                      <a:pt x="35" y="25"/>
                    </a:cubicBezTo>
                    <a:cubicBezTo>
                      <a:pt x="28" y="32"/>
                      <a:pt x="23" y="39"/>
                      <a:pt x="18" y="46"/>
                    </a:cubicBezTo>
                    <a:cubicBezTo>
                      <a:pt x="16" y="49"/>
                      <a:pt x="13" y="50"/>
                      <a:pt x="11" y="50"/>
                    </a:cubicBezTo>
                    <a:cubicBezTo>
                      <a:pt x="9" y="50"/>
                      <a:pt x="7" y="49"/>
                      <a:pt x="6" y="4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4" name="Google Shape;1594;p17"/>
              <p:cNvSpPr/>
              <p:nvPr/>
            </p:nvSpPr>
            <p:spPr>
              <a:xfrm>
                <a:off x="3705840" y="4419000"/>
                <a:ext cx="18360" cy="27360"/>
              </a:xfrm>
              <a:custGeom>
                <a:avLst/>
                <a:gdLst/>
                <a:ahLst/>
                <a:cxnLst/>
                <a:rect l="l" t="t" r="r" b="b"/>
                <a:pathLst>
                  <a:path w="51" h="76" extrusionOk="0">
                    <a:moveTo>
                      <a:pt x="7" y="74"/>
                    </a:moveTo>
                    <a:cubicBezTo>
                      <a:pt x="2" y="72"/>
                      <a:pt x="0" y="67"/>
                      <a:pt x="2" y="62"/>
                    </a:cubicBezTo>
                    <a:cubicBezTo>
                      <a:pt x="6" y="54"/>
                      <a:pt x="9" y="47"/>
                      <a:pt x="13" y="39"/>
                    </a:cubicBezTo>
                    <a:cubicBezTo>
                      <a:pt x="17" y="32"/>
                      <a:pt x="20" y="25"/>
                      <a:pt x="24" y="18"/>
                    </a:cubicBezTo>
                    <a:cubicBezTo>
                      <a:pt x="25" y="17"/>
                      <a:pt x="25" y="16"/>
                      <a:pt x="25" y="16"/>
                    </a:cubicBezTo>
                    <a:lnTo>
                      <a:pt x="25" y="17"/>
                    </a:lnTo>
                    <a:cubicBezTo>
                      <a:pt x="25" y="15"/>
                      <a:pt x="26" y="14"/>
                      <a:pt x="27" y="13"/>
                    </a:cubicBezTo>
                    <a:lnTo>
                      <a:pt x="26" y="14"/>
                    </a:lnTo>
                    <a:cubicBezTo>
                      <a:pt x="28" y="11"/>
                      <a:pt x="30" y="8"/>
                      <a:pt x="31" y="5"/>
                    </a:cubicBezTo>
                    <a:cubicBezTo>
                      <a:pt x="34" y="1"/>
                      <a:pt x="40" y="0"/>
                      <a:pt x="44" y="2"/>
                    </a:cubicBezTo>
                    <a:cubicBezTo>
                      <a:pt x="49" y="5"/>
                      <a:pt x="50" y="11"/>
                      <a:pt x="47" y="15"/>
                    </a:cubicBezTo>
                    <a:cubicBezTo>
                      <a:pt x="44" y="21"/>
                      <a:pt x="40" y="27"/>
                      <a:pt x="37" y="33"/>
                    </a:cubicBezTo>
                    <a:cubicBezTo>
                      <a:pt x="31" y="45"/>
                      <a:pt x="25" y="57"/>
                      <a:pt x="19" y="69"/>
                    </a:cubicBezTo>
                    <a:cubicBezTo>
                      <a:pt x="18" y="73"/>
                      <a:pt x="14" y="75"/>
                      <a:pt x="11" y="75"/>
                    </a:cubicBezTo>
                    <a:cubicBezTo>
                      <a:pt x="9" y="75"/>
                      <a:pt x="8" y="75"/>
                      <a:pt x="7" y="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5" name="Google Shape;1595;p17"/>
              <p:cNvSpPr/>
              <p:nvPr/>
            </p:nvSpPr>
            <p:spPr>
              <a:xfrm>
                <a:off x="3680640" y="4475160"/>
                <a:ext cx="17640" cy="28080"/>
              </a:xfrm>
              <a:custGeom>
                <a:avLst/>
                <a:gdLst/>
                <a:ahLst/>
                <a:cxnLst/>
                <a:rect l="l" t="t" r="r" b="b"/>
                <a:pathLst>
                  <a:path w="49" h="78" extrusionOk="0">
                    <a:moveTo>
                      <a:pt x="7" y="76"/>
                    </a:moveTo>
                    <a:cubicBezTo>
                      <a:pt x="2" y="74"/>
                      <a:pt x="0" y="68"/>
                      <a:pt x="2" y="64"/>
                    </a:cubicBezTo>
                    <a:cubicBezTo>
                      <a:pt x="7" y="54"/>
                      <a:pt x="11" y="44"/>
                      <a:pt x="15" y="34"/>
                    </a:cubicBezTo>
                    <a:cubicBezTo>
                      <a:pt x="19" y="25"/>
                      <a:pt x="24" y="15"/>
                      <a:pt x="28" y="7"/>
                    </a:cubicBezTo>
                    <a:cubicBezTo>
                      <a:pt x="30" y="1"/>
                      <a:pt x="36" y="0"/>
                      <a:pt x="41" y="2"/>
                    </a:cubicBezTo>
                    <a:cubicBezTo>
                      <a:pt x="46" y="4"/>
                      <a:pt x="48" y="10"/>
                      <a:pt x="46" y="14"/>
                    </a:cubicBezTo>
                    <a:cubicBezTo>
                      <a:pt x="41" y="24"/>
                      <a:pt x="36" y="32"/>
                      <a:pt x="32" y="42"/>
                    </a:cubicBezTo>
                    <a:cubicBezTo>
                      <a:pt x="28" y="52"/>
                      <a:pt x="23" y="61"/>
                      <a:pt x="19" y="71"/>
                    </a:cubicBezTo>
                    <a:cubicBezTo>
                      <a:pt x="18" y="75"/>
                      <a:pt x="14" y="77"/>
                      <a:pt x="11" y="77"/>
                    </a:cubicBezTo>
                    <a:cubicBezTo>
                      <a:pt x="9" y="77"/>
                      <a:pt x="8" y="77"/>
                      <a:pt x="7" y="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6" name="Google Shape;1596;p17"/>
              <p:cNvSpPr/>
              <p:nvPr/>
            </p:nvSpPr>
            <p:spPr>
              <a:xfrm>
                <a:off x="3659400" y="4545360"/>
                <a:ext cx="792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22" h="22" extrusionOk="0">
                    <a:moveTo>
                      <a:pt x="0" y="10"/>
                    </a:moveTo>
                    <a:cubicBezTo>
                      <a:pt x="0" y="5"/>
                      <a:pt x="5" y="0"/>
                      <a:pt x="10" y="0"/>
                    </a:cubicBezTo>
                    <a:cubicBezTo>
                      <a:pt x="16" y="0"/>
                      <a:pt x="21" y="6"/>
                      <a:pt x="20" y="12"/>
                    </a:cubicBezTo>
                    <a:cubicBezTo>
                      <a:pt x="20" y="17"/>
                      <a:pt x="15" y="21"/>
                      <a:pt x="10" y="21"/>
                    </a:cubicBezTo>
                    <a:cubicBezTo>
                      <a:pt x="4" y="21"/>
                      <a:pt x="0" y="16"/>
                      <a:pt x="0" y="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7" name="Google Shape;1597;p17"/>
              <p:cNvSpPr/>
              <p:nvPr/>
            </p:nvSpPr>
            <p:spPr>
              <a:xfrm>
                <a:off x="3562560" y="4623480"/>
                <a:ext cx="38160" cy="16560"/>
              </a:xfrm>
              <a:custGeom>
                <a:avLst/>
                <a:gdLst/>
                <a:ahLst/>
                <a:cxnLst/>
                <a:rect l="l" t="t" r="r" b="b"/>
                <a:pathLst>
                  <a:path w="106" h="46" extrusionOk="0">
                    <a:moveTo>
                      <a:pt x="74" y="45"/>
                    </a:moveTo>
                    <a:cubicBezTo>
                      <a:pt x="68" y="44"/>
                      <a:pt x="63" y="43"/>
                      <a:pt x="57" y="42"/>
                    </a:cubicBezTo>
                    <a:cubicBezTo>
                      <a:pt x="54" y="41"/>
                      <a:pt x="50" y="40"/>
                      <a:pt x="47" y="38"/>
                    </a:cubicBezTo>
                    <a:cubicBezTo>
                      <a:pt x="33" y="32"/>
                      <a:pt x="20" y="25"/>
                      <a:pt x="7" y="18"/>
                    </a:cubicBezTo>
                    <a:cubicBezTo>
                      <a:pt x="3" y="15"/>
                      <a:pt x="0" y="11"/>
                      <a:pt x="3" y="6"/>
                    </a:cubicBezTo>
                    <a:cubicBezTo>
                      <a:pt x="4" y="2"/>
                      <a:pt x="10" y="0"/>
                      <a:pt x="14" y="2"/>
                    </a:cubicBezTo>
                    <a:cubicBezTo>
                      <a:pt x="28" y="9"/>
                      <a:pt x="41" y="16"/>
                      <a:pt x="55" y="22"/>
                    </a:cubicBezTo>
                    <a:cubicBezTo>
                      <a:pt x="59" y="23"/>
                      <a:pt x="63" y="24"/>
                      <a:pt x="67" y="25"/>
                    </a:cubicBezTo>
                    <a:cubicBezTo>
                      <a:pt x="68" y="26"/>
                      <a:pt x="71" y="26"/>
                      <a:pt x="72" y="26"/>
                    </a:cubicBezTo>
                    <a:cubicBezTo>
                      <a:pt x="75" y="26"/>
                      <a:pt x="78" y="26"/>
                      <a:pt x="81" y="26"/>
                    </a:cubicBezTo>
                    <a:lnTo>
                      <a:pt x="82" y="26"/>
                    </a:lnTo>
                    <a:cubicBezTo>
                      <a:pt x="82" y="26"/>
                      <a:pt x="83" y="26"/>
                      <a:pt x="84" y="26"/>
                    </a:cubicBezTo>
                    <a:lnTo>
                      <a:pt x="85" y="26"/>
                    </a:lnTo>
                    <a:cubicBezTo>
                      <a:pt x="85" y="25"/>
                      <a:pt x="86" y="25"/>
                      <a:pt x="86" y="25"/>
                    </a:cubicBezTo>
                    <a:cubicBezTo>
                      <a:pt x="86" y="25"/>
                      <a:pt x="87" y="25"/>
                      <a:pt x="87" y="24"/>
                    </a:cubicBezTo>
                    <a:lnTo>
                      <a:pt x="88" y="24"/>
                    </a:lnTo>
                    <a:cubicBezTo>
                      <a:pt x="91" y="21"/>
                      <a:pt x="97" y="21"/>
                      <a:pt x="101" y="25"/>
                    </a:cubicBezTo>
                    <a:cubicBezTo>
                      <a:pt x="105" y="29"/>
                      <a:pt x="104" y="36"/>
                      <a:pt x="99" y="39"/>
                    </a:cubicBezTo>
                    <a:cubicBezTo>
                      <a:pt x="96" y="41"/>
                      <a:pt x="93" y="43"/>
                      <a:pt x="90" y="44"/>
                    </a:cubicBezTo>
                    <a:cubicBezTo>
                      <a:pt x="86" y="45"/>
                      <a:pt x="83" y="45"/>
                      <a:pt x="79" y="45"/>
                    </a:cubicBezTo>
                    <a:cubicBezTo>
                      <a:pt x="77" y="45"/>
                      <a:pt x="75" y="45"/>
                      <a:pt x="74" y="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8" name="Google Shape;1598;p17"/>
              <p:cNvSpPr/>
              <p:nvPr/>
            </p:nvSpPr>
            <p:spPr>
              <a:xfrm>
                <a:off x="3638880" y="4560120"/>
                <a:ext cx="2556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71" h="120" extrusionOk="0">
                    <a:moveTo>
                      <a:pt x="7" y="119"/>
                    </a:moveTo>
                    <a:cubicBezTo>
                      <a:pt x="2" y="116"/>
                      <a:pt x="0" y="111"/>
                      <a:pt x="2" y="106"/>
                    </a:cubicBezTo>
                    <a:cubicBezTo>
                      <a:pt x="11" y="89"/>
                      <a:pt x="19" y="72"/>
                      <a:pt x="28" y="54"/>
                    </a:cubicBezTo>
                    <a:cubicBezTo>
                      <a:pt x="31" y="46"/>
                      <a:pt x="35" y="38"/>
                      <a:pt x="39" y="29"/>
                    </a:cubicBezTo>
                    <a:cubicBezTo>
                      <a:pt x="42" y="21"/>
                      <a:pt x="47" y="14"/>
                      <a:pt x="51" y="6"/>
                    </a:cubicBezTo>
                    <a:cubicBezTo>
                      <a:pt x="54" y="2"/>
                      <a:pt x="60" y="0"/>
                      <a:pt x="64" y="3"/>
                    </a:cubicBezTo>
                    <a:cubicBezTo>
                      <a:pt x="69" y="6"/>
                      <a:pt x="70" y="12"/>
                      <a:pt x="67" y="17"/>
                    </a:cubicBezTo>
                    <a:cubicBezTo>
                      <a:pt x="64" y="21"/>
                      <a:pt x="61" y="26"/>
                      <a:pt x="58" y="30"/>
                    </a:cubicBezTo>
                    <a:cubicBezTo>
                      <a:pt x="58" y="30"/>
                      <a:pt x="59" y="30"/>
                      <a:pt x="59" y="29"/>
                    </a:cubicBezTo>
                    <a:cubicBezTo>
                      <a:pt x="53" y="43"/>
                      <a:pt x="46" y="56"/>
                      <a:pt x="40" y="70"/>
                    </a:cubicBezTo>
                    <a:cubicBezTo>
                      <a:pt x="33" y="84"/>
                      <a:pt x="26" y="99"/>
                      <a:pt x="18" y="114"/>
                    </a:cubicBezTo>
                    <a:cubicBezTo>
                      <a:pt x="16" y="117"/>
                      <a:pt x="14" y="119"/>
                      <a:pt x="10" y="119"/>
                    </a:cubicBezTo>
                    <a:cubicBezTo>
                      <a:pt x="9" y="119"/>
                      <a:pt x="8" y="119"/>
                      <a:pt x="7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9" name="Google Shape;1599;p17"/>
              <p:cNvSpPr/>
              <p:nvPr/>
            </p:nvSpPr>
            <p:spPr>
              <a:xfrm>
                <a:off x="3552120" y="4615920"/>
                <a:ext cx="42120" cy="2376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66" extrusionOk="0">
                    <a:moveTo>
                      <a:pt x="101" y="64"/>
                    </a:moveTo>
                    <a:lnTo>
                      <a:pt x="101" y="65"/>
                    </a:lnTo>
                    <a:cubicBezTo>
                      <a:pt x="101" y="64"/>
                      <a:pt x="100" y="64"/>
                      <a:pt x="99" y="64"/>
                    </a:cubicBezTo>
                    <a:cubicBezTo>
                      <a:pt x="96" y="63"/>
                      <a:pt x="92" y="61"/>
                      <a:pt x="89" y="60"/>
                    </a:cubicBezTo>
                    <a:cubicBezTo>
                      <a:pt x="82" y="59"/>
                      <a:pt x="74" y="58"/>
                      <a:pt x="67" y="56"/>
                    </a:cubicBezTo>
                    <a:cubicBezTo>
                      <a:pt x="59" y="53"/>
                      <a:pt x="52" y="51"/>
                      <a:pt x="45" y="47"/>
                    </a:cubicBezTo>
                    <a:cubicBezTo>
                      <a:pt x="41" y="46"/>
                      <a:pt x="37" y="43"/>
                      <a:pt x="33" y="41"/>
                    </a:cubicBezTo>
                    <a:cubicBezTo>
                      <a:pt x="30" y="39"/>
                      <a:pt x="27" y="37"/>
                      <a:pt x="23" y="34"/>
                    </a:cubicBezTo>
                    <a:cubicBezTo>
                      <a:pt x="16" y="29"/>
                      <a:pt x="10" y="22"/>
                      <a:pt x="3" y="15"/>
                    </a:cubicBezTo>
                    <a:cubicBezTo>
                      <a:pt x="0" y="12"/>
                      <a:pt x="1" y="6"/>
                      <a:pt x="4" y="3"/>
                    </a:cubicBezTo>
                    <a:cubicBezTo>
                      <a:pt x="8" y="0"/>
                      <a:pt x="14" y="0"/>
                      <a:pt x="17" y="3"/>
                    </a:cubicBezTo>
                    <a:cubicBezTo>
                      <a:pt x="19" y="6"/>
                      <a:pt x="22" y="8"/>
                      <a:pt x="24" y="11"/>
                    </a:cubicBezTo>
                    <a:cubicBezTo>
                      <a:pt x="27" y="13"/>
                      <a:pt x="28" y="15"/>
                      <a:pt x="31" y="17"/>
                    </a:cubicBezTo>
                    <a:cubicBezTo>
                      <a:pt x="33" y="19"/>
                      <a:pt x="35" y="21"/>
                      <a:pt x="38" y="22"/>
                    </a:cubicBezTo>
                    <a:cubicBezTo>
                      <a:pt x="41" y="24"/>
                      <a:pt x="44" y="26"/>
                      <a:pt x="48" y="28"/>
                    </a:cubicBezTo>
                    <a:cubicBezTo>
                      <a:pt x="52" y="31"/>
                      <a:pt x="56" y="32"/>
                      <a:pt x="60" y="34"/>
                    </a:cubicBezTo>
                    <a:cubicBezTo>
                      <a:pt x="62" y="35"/>
                      <a:pt x="65" y="36"/>
                      <a:pt x="68" y="37"/>
                    </a:cubicBezTo>
                    <a:cubicBezTo>
                      <a:pt x="72" y="38"/>
                      <a:pt x="75" y="39"/>
                      <a:pt x="78" y="39"/>
                    </a:cubicBezTo>
                    <a:cubicBezTo>
                      <a:pt x="83" y="40"/>
                      <a:pt x="89" y="42"/>
                      <a:pt x="94" y="43"/>
                    </a:cubicBezTo>
                    <a:cubicBezTo>
                      <a:pt x="100" y="44"/>
                      <a:pt x="104" y="46"/>
                      <a:pt x="108" y="47"/>
                    </a:cubicBezTo>
                    <a:cubicBezTo>
                      <a:pt x="114" y="49"/>
                      <a:pt x="116" y="55"/>
                      <a:pt x="114" y="60"/>
                    </a:cubicBezTo>
                    <a:cubicBezTo>
                      <a:pt x="112" y="64"/>
                      <a:pt x="109" y="65"/>
                      <a:pt x="105" y="65"/>
                    </a:cubicBezTo>
                    <a:cubicBezTo>
                      <a:pt x="104" y="65"/>
                      <a:pt x="102" y="65"/>
                      <a:pt x="101" y="6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0" name="Google Shape;1600;p17"/>
              <p:cNvSpPr/>
              <p:nvPr/>
            </p:nvSpPr>
            <p:spPr>
              <a:xfrm>
                <a:off x="3510000" y="4552200"/>
                <a:ext cx="1692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47" h="77" extrusionOk="0">
                    <a:moveTo>
                      <a:pt x="28" y="70"/>
                    </a:moveTo>
                    <a:cubicBezTo>
                      <a:pt x="24" y="58"/>
                      <a:pt x="21" y="47"/>
                      <a:pt x="16" y="36"/>
                    </a:cubicBezTo>
                    <a:lnTo>
                      <a:pt x="16" y="37"/>
                    </a:lnTo>
                    <a:cubicBezTo>
                      <a:pt x="16" y="36"/>
                      <a:pt x="16" y="36"/>
                      <a:pt x="16" y="36"/>
                    </a:cubicBezTo>
                    <a:cubicBezTo>
                      <a:pt x="14" y="33"/>
                      <a:pt x="13" y="30"/>
                      <a:pt x="12" y="28"/>
                    </a:cubicBezTo>
                    <a:cubicBezTo>
                      <a:pt x="10" y="29"/>
                      <a:pt x="9" y="28"/>
                      <a:pt x="7" y="27"/>
                    </a:cubicBezTo>
                    <a:cubicBezTo>
                      <a:pt x="4" y="26"/>
                      <a:pt x="2" y="24"/>
                      <a:pt x="2" y="21"/>
                    </a:cubicBezTo>
                    <a:cubicBezTo>
                      <a:pt x="1" y="20"/>
                      <a:pt x="1" y="19"/>
                      <a:pt x="1" y="18"/>
                    </a:cubicBezTo>
                    <a:cubicBezTo>
                      <a:pt x="0" y="16"/>
                      <a:pt x="0" y="14"/>
                      <a:pt x="0" y="12"/>
                    </a:cubicBezTo>
                    <a:cubicBezTo>
                      <a:pt x="0" y="10"/>
                      <a:pt x="1" y="8"/>
                      <a:pt x="2" y="6"/>
                    </a:cubicBezTo>
                    <a:cubicBezTo>
                      <a:pt x="5" y="2"/>
                      <a:pt x="10" y="0"/>
                      <a:pt x="14" y="2"/>
                    </a:cubicBezTo>
                    <a:cubicBezTo>
                      <a:pt x="16" y="3"/>
                      <a:pt x="18" y="4"/>
                      <a:pt x="20" y="6"/>
                    </a:cubicBezTo>
                    <a:cubicBezTo>
                      <a:pt x="21" y="8"/>
                      <a:pt x="23" y="10"/>
                      <a:pt x="24" y="12"/>
                    </a:cubicBezTo>
                    <a:cubicBezTo>
                      <a:pt x="27" y="15"/>
                      <a:pt x="28" y="19"/>
                      <a:pt x="30" y="23"/>
                    </a:cubicBezTo>
                    <a:cubicBezTo>
                      <a:pt x="31" y="27"/>
                      <a:pt x="34" y="31"/>
                      <a:pt x="35" y="35"/>
                    </a:cubicBezTo>
                    <a:cubicBezTo>
                      <a:pt x="39" y="45"/>
                      <a:pt x="42" y="54"/>
                      <a:pt x="45" y="64"/>
                    </a:cubicBezTo>
                    <a:cubicBezTo>
                      <a:pt x="46" y="68"/>
                      <a:pt x="44" y="74"/>
                      <a:pt x="39" y="75"/>
                    </a:cubicBezTo>
                    <a:cubicBezTo>
                      <a:pt x="38" y="76"/>
                      <a:pt x="38" y="76"/>
                      <a:pt x="37" y="76"/>
                    </a:cubicBezTo>
                    <a:cubicBezTo>
                      <a:pt x="32" y="76"/>
                      <a:pt x="29" y="74"/>
                      <a:pt x="28" y="7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1" name="Google Shape;1601;p17"/>
              <p:cNvSpPr/>
              <p:nvPr/>
            </p:nvSpPr>
            <p:spPr>
              <a:xfrm>
                <a:off x="3475440" y="4480560"/>
                <a:ext cx="21240" cy="40680"/>
              </a:xfrm>
              <a:custGeom>
                <a:avLst/>
                <a:gdLst/>
                <a:ahLst/>
                <a:cxnLst/>
                <a:rect l="l" t="t" r="r" b="b"/>
                <a:pathLst>
                  <a:path w="59" h="113" extrusionOk="0">
                    <a:moveTo>
                      <a:pt x="46" y="111"/>
                    </a:moveTo>
                    <a:cubicBezTo>
                      <a:pt x="43" y="111"/>
                      <a:pt x="41" y="108"/>
                      <a:pt x="40" y="106"/>
                    </a:cubicBezTo>
                    <a:cubicBezTo>
                      <a:pt x="34" y="90"/>
                      <a:pt x="27" y="74"/>
                      <a:pt x="20" y="59"/>
                    </a:cubicBezTo>
                    <a:cubicBezTo>
                      <a:pt x="19" y="56"/>
                      <a:pt x="17" y="53"/>
                      <a:pt x="16" y="49"/>
                    </a:cubicBezTo>
                    <a:cubicBezTo>
                      <a:pt x="16" y="50"/>
                      <a:pt x="16" y="50"/>
                      <a:pt x="17" y="51"/>
                    </a:cubicBezTo>
                    <a:cubicBezTo>
                      <a:pt x="14" y="45"/>
                      <a:pt x="12" y="39"/>
                      <a:pt x="9" y="34"/>
                    </a:cubicBezTo>
                    <a:cubicBezTo>
                      <a:pt x="7" y="31"/>
                      <a:pt x="6" y="28"/>
                      <a:pt x="5" y="25"/>
                    </a:cubicBezTo>
                    <a:cubicBezTo>
                      <a:pt x="3" y="20"/>
                      <a:pt x="0" y="13"/>
                      <a:pt x="3" y="8"/>
                    </a:cubicBezTo>
                    <a:cubicBezTo>
                      <a:pt x="5" y="3"/>
                      <a:pt x="12" y="0"/>
                      <a:pt x="16" y="4"/>
                    </a:cubicBezTo>
                    <a:cubicBezTo>
                      <a:pt x="20" y="6"/>
                      <a:pt x="21" y="9"/>
                      <a:pt x="21" y="13"/>
                    </a:cubicBezTo>
                    <a:lnTo>
                      <a:pt x="21" y="14"/>
                    </a:lnTo>
                    <a:lnTo>
                      <a:pt x="21" y="13"/>
                    </a:lnTo>
                    <a:cubicBezTo>
                      <a:pt x="23" y="20"/>
                      <a:pt x="26" y="27"/>
                      <a:pt x="28" y="33"/>
                    </a:cubicBezTo>
                    <a:cubicBezTo>
                      <a:pt x="31" y="38"/>
                      <a:pt x="33" y="44"/>
                      <a:pt x="35" y="48"/>
                    </a:cubicBezTo>
                    <a:cubicBezTo>
                      <a:pt x="40" y="59"/>
                      <a:pt x="44" y="70"/>
                      <a:pt x="48" y="81"/>
                    </a:cubicBezTo>
                    <a:cubicBezTo>
                      <a:pt x="51" y="87"/>
                      <a:pt x="54" y="92"/>
                      <a:pt x="56" y="99"/>
                    </a:cubicBezTo>
                    <a:cubicBezTo>
                      <a:pt x="58" y="103"/>
                      <a:pt x="57" y="108"/>
                      <a:pt x="52" y="111"/>
                    </a:cubicBezTo>
                    <a:cubicBezTo>
                      <a:pt x="51" y="111"/>
                      <a:pt x="50" y="112"/>
                      <a:pt x="48" y="112"/>
                    </a:cubicBezTo>
                    <a:cubicBezTo>
                      <a:pt x="48" y="112"/>
                      <a:pt x="47" y="112"/>
                      <a:pt x="46" y="1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2" name="Google Shape;1602;p17"/>
              <p:cNvSpPr/>
              <p:nvPr/>
            </p:nvSpPr>
            <p:spPr>
              <a:xfrm>
                <a:off x="3443760" y="4426560"/>
                <a:ext cx="18360" cy="31320"/>
              </a:xfrm>
              <a:custGeom>
                <a:avLst/>
                <a:gdLst/>
                <a:ahLst/>
                <a:cxnLst/>
                <a:rect l="l" t="t" r="r" b="b"/>
                <a:pathLst>
                  <a:path w="51" h="87" extrusionOk="0">
                    <a:moveTo>
                      <a:pt x="31" y="80"/>
                    </a:moveTo>
                    <a:cubicBezTo>
                      <a:pt x="28" y="72"/>
                      <a:pt x="24" y="63"/>
                      <a:pt x="21" y="55"/>
                    </a:cubicBezTo>
                    <a:lnTo>
                      <a:pt x="21" y="56"/>
                    </a:lnTo>
                    <a:cubicBezTo>
                      <a:pt x="17" y="48"/>
                      <a:pt x="14" y="41"/>
                      <a:pt x="10" y="33"/>
                    </a:cubicBezTo>
                    <a:cubicBezTo>
                      <a:pt x="9" y="29"/>
                      <a:pt x="6" y="25"/>
                      <a:pt x="5" y="21"/>
                    </a:cubicBezTo>
                    <a:cubicBezTo>
                      <a:pt x="3" y="17"/>
                      <a:pt x="0" y="13"/>
                      <a:pt x="1" y="9"/>
                    </a:cubicBezTo>
                    <a:cubicBezTo>
                      <a:pt x="2" y="6"/>
                      <a:pt x="4" y="3"/>
                      <a:pt x="7" y="2"/>
                    </a:cubicBezTo>
                    <a:cubicBezTo>
                      <a:pt x="13" y="0"/>
                      <a:pt x="20" y="3"/>
                      <a:pt x="20" y="10"/>
                    </a:cubicBezTo>
                    <a:cubicBezTo>
                      <a:pt x="20" y="10"/>
                      <a:pt x="20" y="12"/>
                      <a:pt x="21" y="12"/>
                    </a:cubicBezTo>
                    <a:cubicBezTo>
                      <a:pt x="25" y="22"/>
                      <a:pt x="30" y="31"/>
                      <a:pt x="34" y="41"/>
                    </a:cubicBezTo>
                    <a:cubicBezTo>
                      <a:pt x="39" y="52"/>
                      <a:pt x="44" y="63"/>
                      <a:pt x="48" y="74"/>
                    </a:cubicBezTo>
                    <a:cubicBezTo>
                      <a:pt x="50" y="79"/>
                      <a:pt x="47" y="84"/>
                      <a:pt x="42" y="86"/>
                    </a:cubicBezTo>
                    <a:cubicBezTo>
                      <a:pt x="42" y="86"/>
                      <a:pt x="41" y="86"/>
                      <a:pt x="40" y="86"/>
                    </a:cubicBezTo>
                    <a:cubicBezTo>
                      <a:pt x="36" y="86"/>
                      <a:pt x="33" y="84"/>
                      <a:pt x="31" y="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3" name="Google Shape;1603;p17"/>
              <p:cNvSpPr/>
              <p:nvPr/>
            </p:nvSpPr>
            <p:spPr>
              <a:xfrm>
                <a:off x="3410280" y="4368600"/>
                <a:ext cx="22680" cy="29880"/>
              </a:xfrm>
              <a:custGeom>
                <a:avLst/>
                <a:gdLst/>
                <a:ahLst/>
                <a:cxnLst/>
                <a:rect l="l" t="t" r="r" b="b"/>
                <a:pathLst>
                  <a:path w="63" h="83" extrusionOk="0">
                    <a:moveTo>
                      <a:pt x="44" y="77"/>
                    </a:moveTo>
                    <a:cubicBezTo>
                      <a:pt x="43" y="75"/>
                      <a:pt x="43" y="74"/>
                      <a:pt x="42" y="73"/>
                    </a:cubicBezTo>
                    <a:cubicBezTo>
                      <a:pt x="41" y="73"/>
                      <a:pt x="41" y="73"/>
                      <a:pt x="41" y="72"/>
                    </a:cubicBezTo>
                    <a:lnTo>
                      <a:pt x="41" y="73"/>
                    </a:lnTo>
                    <a:cubicBezTo>
                      <a:pt x="38" y="63"/>
                      <a:pt x="34" y="54"/>
                      <a:pt x="29" y="46"/>
                    </a:cubicBezTo>
                    <a:cubicBezTo>
                      <a:pt x="26" y="41"/>
                      <a:pt x="23" y="36"/>
                      <a:pt x="19" y="31"/>
                    </a:cubicBezTo>
                    <a:cubicBezTo>
                      <a:pt x="18" y="29"/>
                      <a:pt x="16" y="28"/>
                      <a:pt x="15" y="26"/>
                    </a:cubicBezTo>
                    <a:cubicBezTo>
                      <a:pt x="13" y="25"/>
                      <a:pt x="11" y="23"/>
                      <a:pt x="9" y="21"/>
                    </a:cubicBezTo>
                    <a:lnTo>
                      <a:pt x="8" y="21"/>
                    </a:lnTo>
                    <a:cubicBezTo>
                      <a:pt x="8" y="21"/>
                      <a:pt x="7" y="20"/>
                      <a:pt x="7" y="19"/>
                    </a:cubicBezTo>
                    <a:cubicBezTo>
                      <a:pt x="2" y="18"/>
                      <a:pt x="0" y="12"/>
                      <a:pt x="2" y="7"/>
                    </a:cubicBezTo>
                    <a:cubicBezTo>
                      <a:pt x="4" y="2"/>
                      <a:pt x="11" y="0"/>
                      <a:pt x="15" y="3"/>
                    </a:cubicBezTo>
                    <a:cubicBezTo>
                      <a:pt x="23" y="7"/>
                      <a:pt x="29" y="14"/>
                      <a:pt x="34" y="21"/>
                    </a:cubicBezTo>
                    <a:cubicBezTo>
                      <a:pt x="38" y="25"/>
                      <a:pt x="41" y="31"/>
                      <a:pt x="44" y="36"/>
                    </a:cubicBezTo>
                    <a:cubicBezTo>
                      <a:pt x="48" y="45"/>
                      <a:pt x="53" y="53"/>
                      <a:pt x="56" y="62"/>
                    </a:cubicBezTo>
                    <a:cubicBezTo>
                      <a:pt x="57" y="63"/>
                      <a:pt x="57" y="64"/>
                      <a:pt x="58" y="65"/>
                    </a:cubicBezTo>
                    <a:cubicBezTo>
                      <a:pt x="57" y="65"/>
                      <a:pt x="57" y="64"/>
                      <a:pt x="57" y="64"/>
                    </a:cubicBezTo>
                    <a:cubicBezTo>
                      <a:pt x="58" y="66"/>
                      <a:pt x="59" y="68"/>
                      <a:pt x="60" y="71"/>
                    </a:cubicBezTo>
                    <a:cubicBezTo>
                      <a:pt x="62" y="75"/>
                      <a:pt x="59" y="81"/>
                      <a:pt x="55" y="82"/>
                    </a:cubicBezTo>
                    <a:cubicBezTo>
                      <a:pt x="54" y="82"/>
                      <a:pt x="53" y="82"/>
                      <a:pt x="52" y="82"/>
                    </a:cubicBezTo>
                    <a:cubicBezTo>
                      <a:pt x="48" y="82"/>
                      <a:pt x="45" y="80"/>
                      <a:pt x="44" y="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4" name="Google Shape;1604;p17"/>
              <p:cNvSpPr/>
              <p:nvPr/>
            </p:nvSpPr>
            <p:spPr>
              <a:xfrm>
                <a:off x="3371040" y="4348800"/>
                <a:ext cx="24120" cy="12240"/>
              </a:xfrm>
              <a:custGeom>
                <a:avLst/>
                <a:gdLst/>
                <a:ahLst/>
                <a:cxnLst/>
                <a:rect l="l" t="t" r="r" b="b"/>
                <a:pathLst>
                  <a:path w="67" h="34" extrusionOk="0">
                    <a:moveTo>
                      <a:pt x="54" y="32"/>
                    </a:moveTo>
                    <a:cubicBezTo>
                      <a:pt x="43" y="28"/>
                      <a:pt x="31" y="25"/>
                      <a:pt x="20" y="22"/>
                    </a:cubicBezTo>
                    <a:lnTo>
                      <a:pt x="21" y="22"/>
                    </a:lnTo>
                    <a:cubicBezTo>
                      <a:pt x="19" y="21"/>
                      <a:pt x="17" y="21"/>
                      <a:pt x="15" y="21"/>
                    </a:cubicBezTo>
                    <a:cubicBezTo>
                      <a:pt x="12" y="20"/>
                      <a:pt x="9" y="20"/>
                      <a:pt x="6" y="19"/>
                    </a:cubicBezTo>
                    <a:cubicBezTo>
                      <a:pt x="3" y="17"/>
                      <a:pt x="1" y="14"/>
                      <a:pt x="1" y="11"/>
                    </a:cubicBezTo>
                    <a:cubicBezTo>
                      <a:pt x="0" y="7"/>
                      <a:pt x="2" y="4"/>
                      <a:pt x="5" y="2"/>
                    </a:cubicBezTo>
                    <a:cubicBezTo>
                      <a:pt x="7" y="0"/>
                      <a:pt x="10" y="0"/>
                      <a:pt x="13" y="0"/>
                    </a:cubicBezTo>
                    <a:cubicBezTo>
                      <a:pt x="14" y="1"/>
                      <a:pt x="14" y="1"/>
                      <a:pt x="15" y="2"/>
                    </a:cubicBezTo>
                    <a:cubicBezTo>
                      <a:pt x="21" y="3"/>
                      <a:pt x="28" y="5"/>
                      <a:pt x="34" y="7"/>
                    </a:cubicBezTo>
                    <a:cubicBezTo>
                      <a:pt x="43" y="9"/>
                      <a:pt x="51" y="12"/>
                      <a:pt x="59" y="15"/>
                    </a:cubicBezTo>
                    <a:cubicBezTo>
                      <a:pt x="64" y="17"/>
                      <a:pt x="66" y="21"/>
                      <a:pt x="65" y="26"/>
                    </a:cubicBezTo>
                    <a:cubicBezTo>
                      <a:pt x="64" y="30"/>
                      <a:pt x="60" y="33"/>
                      <a:pt x="56" y="33"/>
                    </a:cubicBezTo>
                    <a:lnTo>
                      <a:pt x="54" y="3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5" name="Google Shape;1605;p17"/>
              <p:cNvSpPr/>
              <p:nvPr/>
            </p:nvSpPr>
            <p:spPr>
              <a:xfrm>
                <a:off x="3325320" y="4353840"/>
                <a:ext cx="37080" cy="4176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16" extrusionOk="0">
                    <a:moveTo>
                      <a:pt x="5" y="114"/>
                    </a:moveTo>
                    <a:cubicBezTo>
                      <a:pt x="1" y="112"/>
                      <a:pt x="0" y="106"/>
                      <a:pt x="2" y="102"/>
                    </a:cubicBezTo>
                    <a:cubicBezTo>
                      <a:pt x="15" y="84"/>
                      <a:pt x="28" y="66"/>
                      <a:pt x="41" y="49"/>
                    </a:cubicBezTo>
                    <a:cubicBezTo>
                      <a:pt x="47" y="42"/>
                      <a:pt x="53" y="35"/>
                      <a:pt x="59" y="28"/>
                    </a:cubicBezTo>
                    <a:cubicBezTo>
                      <a:pt x="62" y="24"/>
                      <a:pt x="66" y="20"/>
                      <a:pt x="69" y="17"/>
                    </a:cubicBezTo>
                    <a:cubicBezTo>
                      <a:pt x="74" y="12"/>
                      <a:pt x="79" y="7"/>
                      <a:pt x="84" y="4"/>
                    </a:cubicBezTo>
                    <a:cubicBezTo>
                      <a:pt x="85" y="3"/>
                      <a:pt x="86" y="3"/>
                      <a:pt x="86" y="3"/>
                    </a:cubicBezTo>
                    <a:cubicBezTo>
                      <a:pt x="91" y="0"/>
                      <a:pt x="97" y="2"/>
                      <a:pt x="99" y="7"/>
                    </a:cubicBezTo>
                    <a:cubicBezTo>
                      <a:pt x="102" y="12"/>
                      <a:pt x="100" y="17"/>
                      <a:pt x="95" y="20"/>
                    </a:cubicBezTo>
                    <a:cubicBezTo>
                      <a:pt x="95" y="20"/>
                      <a:pt x="94" y="20"/>
                      <a:pt x="93" y="20"/>
                    </a:cubicBezTo>
                    <a:cubicBezTo>
                      <a:pt x="93" y="21"/>
                      <a:pt x="92" y="22"/>
                      <a:pt x="90" y="23"/>
                    </a:cubicBezTo>
                    <a:cubicBezTo>
                      <a:pt x="86" y="26"/>
                      <a:pt x="82" y="30"/>
                      <a:pt x="78" y="35"/>
                    </a:cubicBezTo>
                    <a:cubicBezTo>
                      <a:pt x="74" y="39"/>
                      <a:pt x="70" y="43"/>
                      <a:pt x="66" y="48"/>
                    </a:cubicBezTo>
                    <a:cubicBezTo>
                      <a:pt x="62" y="52"/>
                      <a:pt x="59" y="56"/>
                      <a:pt x="55" y="60"/>
                    </a:cubicBezTo>
                    <a:cubicBezTo>
                      <a:pt x="48" y="69"/>
                      <a:pt x="40" y="79"/>
                      <a:pt x="33" y="88"/>
                    </a:cubicBezTo>
                    <a:cubicBezTo>
                      <a:pt x="34" y="88"/>
                      <a:pt x="34" y="88"/>
                      <a:pt x="34" y="87"/>
                    </a:cubicBezTo>
                    <a:cubicBezTo>
                      <a:pt x="29" y="95"/>
                      <a:pt x="23" y="103"/>
                      <a:pt x="18" y="111"/>
                    </a:cubicBezTo>
                    <a:cubicBezTo>
                      <a:pt x="16" y="114"/>
                      <a:pt x="13" y="115"/>
                      <a:pt x="10" y="115"/>
                    </a:cubicBezTo>
                    <a:cubicBezTo>
                      <a:pt x="8" y="115"/>
                      <a:pt x="7" y="115"/>
                      <a:pt x="5" y="1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6" name="Google Shape;1606;p17"/>
              <p:cNvSpPr/>
              <p:nvPr/>
            </p:nvSpPr>
            <p:spPr>
              <a:xfrm>
                <a:off x="3292200" y="4414320"/>
                <a:ext cx="26640" cy="45720"/>
              </a:xfrm>
              <a:custGeom>
                <a:avLst/>
                <a:gdLst/>
                <a:ahLst/>
                <a:cxnLst/>
                <a:rect l="l" t="t" r="r" b="b"/>
                <a:pathLst>
                  <a:path w="74" h="127" extrusionOk="0">
                    <a:moveTo>
                      <a:pt x="6" y="126"/>
                    </a:moveTo>
                    <a:cubicBezTo>
                      <a:pt x="2" y="123"/>
                      <a:pt x="0" y="118"/>
                      <a:pt x="2" y="113"/>
                    </a:cubicBezTo>
                    <a:cubicBezTo>
                      <a:pt x="12" y="95"/>
                      <a:pt x="20" y="76"/>
                      <a:pt x="29" y="57"/>
                    </a:cubicBezTo>
                    <a:cubicBezTo>
                      <a:pt x="33" y="49"/>
                      <a:pt x="36" y="40"/>
                      <a:pt x="40" y="32"/>
                    </a:cubicBezTo>
                    <a:cubicBezTo>
                      <a:pt x="44" y="23"/>
                      <a:pt x="49" y="14"/>
                      <a:pt x="54" y="6"/>
                    </a:cubicBezTo>
                    <a:cubicBezTo>
                      <a:pt x="57" y="1"/>
                      <a:pt x="63" y="0"/>
                      <a:pt x="68" y="3"/>
                    </a:cubicBezTo>
                    <a:cubicBezTo>
                      <a:pt x="72" y="6"/>
                      <a:pt x="73" y="11"/>
                      <a:pt x="71" y="16"/>
                    </a:cubicBezTo>
                    <a:cubicBezTo>
                      <a:pt x="68" y="20"/>
                      <a:pt x="65" y="24"/>
                      <a:pt x="62" y="29"/>
                    </a:cubicBezTo>
                    <a:cubicBezTo>
                      <a:pt x="55" y="43"/>
                      <a:pt x="48" y="59"/>
                      <a:pt x="41" y="73"/>
                    </a:cubicBezTo>
                    <a:cubicBezTo>
                      <a:pt x="34" y="89"/>
                      <a:pt x="26" y="105"/>
                      <a:pt x="19" y="121"/>
                    </a:cubicBezTo>
                    <a:cubicBezTo>
                      <a:pt x="17" y="124"/>
                      <a:pt x="13" y="126"/>
                      <a:pt x="11" y="126"/>
                    </a:cubicBezTo>
                    <a:cubicBezTo>
                      <a:pt x="9" y="126"/>
                      <a:pt x="8" y="126"/>
                      <a:pt x="6" y="1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7" name="Google Shape;1607;p17"/>
              <p:cNvSpPr/>
              <p:nvPr/>
            </p:nvSpPr>
            <p:spPr>
              <a:xfrm>
                <a:off x="3263760" y="4491720"/>
                <a:ext cx="18360" cy="27000"/>
              </a:xfrm>
              <a:custGeom>
                <a:avLst/>
                <a:gdLst/>
                <a:ahLst/>
                <a:cxnLst/>
                <a:rect l="l" t="t" r="r" b="b"/>
                <a:pathLst>
                  <a:path w="51" h="75" extrusionOk="0">
                    <a:moveTo>
                      <a:pt x="7" y="74"/>
                    </a:moveTo>
                    <a:cubicBezTo>
                      <a:pt x="2" y="71"/>
                      <a:pt x="0" y="66"/>
                      <a:pt x="2" y="61"/>
                    </a:cubicBezTo>
                    <a:cubicBezTo>
                      <a:pt x="7" y="52"/>
                      <a:pt x="12" y="42"/>
                      <a:pt x="17" y="32"/>
                    </a:cubicBezTo>
                    <a:cubicBezTo>
                      <a:pt x="21" y="24"/>
                      <a:pt x="25" y="15"/>
                      <a:pt x="31" y="6"/>
                    </a:cubicBezTo>
                    <a:cubicBezTo>
                      <a:pt x="34" y="2"/>
                      <a:pt x="39" y="0"/>
                      <a:pt x="44" y="3"/>
                    </a:cubicBezTo>
                    <a:cubicBezTo>
                      <a:pt x="48" y="6"/>
                      <a:pt x="50" y="12"/>
                      <a:pt x="47" y="17"/>
                    </a:cubicBezTo>
                    <a:cubicBezTo>
                      <a:pt x="45" y="20"/>
                      <a:pt x="42" y="24"/>
                      <a:pt x="40" y="28"/>
                    </a:cubicBezTo>
                    <a:cubicBezTo>
                      <a:pt x="33" y="41"/>
                      <a:pt x="26" y="55"/>
                      <a:pt x="19" y="69"/>
                    </a:cubicBezTo>
                    <a:cubicBezTo>
                      <a:pt x="17" y="73"/>
                      <a:pt x="14" y="74"/>
                      <a:pt x="11" y="74"/>
                    </a:cubicBezTo>
                    <a:cubicBezTo>
                      <a:pt x="9" y="74"/>
                      <a:pt x="8" y="74"/>
                      <a:pt x="7" y="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8" name="Google Shape;1608;p17"/>
              <p:cNvSpPr/>
              <p:nvPr/>
            </p:nvSpPr>
            <p:spPr>
              <a:xfrm>
                <a:off x="3132000" y="4584960"/>
                <a:ext cx="90000" cy="191880"/>
              </a:xfrm>
              <a:custGeom>
                <a:avLst/>
                <a:gdLst/>
                <a:ahLst/>
                <a:cxnLst/>
                <a:rect l="l" t="t" r="r" b="b"/>
                <a:pathLst>
                  <a:path w="250" h="533" extrusionOk="0">
                    <a:moveTo>
                      <a:pt x="7" y="531"/>
                    </a:moveTo>
                    <a:cubicBezTo>
                      <a:pt x="2" y="529"/>
                      <a:pt x="0" y="523"/>
                      <a:pt x="2" y="518"/>
                    </a:cubicBezTo>
                    <a:cubicBezTo>
                      <a:pt x="19" y="483"/>
                      <a:pt x="34" y="447"/>
                      <a:pt x="50" y="412"/>
                    </a:cubicBezTo>
                    <a:cubicBezTo>
                      <a:pt x="66" y="375"/>
                      <a:pt x="83" y="338"/>
                      <a:pt x="99" y="301"/>
                    </a:cubicBezTo>
                    <a:cubicBezTo>
                      <a:pt x="115" y="265"/>
                      <a:pt x="132" y="229"/>
                      <a:pt x="147" y="193"/>
                    </a:cubicBezTo>
                    <a:cubicBezTo>
                      <a:pt x="164" y="156"/>
                      <a:pt x="181" y="119"/>
                      <a:pt x="197" y="82"/>
                    </a:cubicBezTo>
                    <a:cubicBezTo>
                      <a:pt x="202" y="69"/>
                      <a:pt x="208" y="57"/>
                      <a:pt x="213" y="44"/>
                    </a:cubicBezTo>
                    <a:cubicBezTo>
                      <a:pt x="218" y="32"/>
                      <a:pt x="224" y="19"/>
                      <a:pt x="229" y="7"/>
                    </a:cubicBezTo>
                    <a:cubicBezTo>
                      <a:pt x="231" y="2"/>
                      <a:pt x="238" y="0"/>
                      <a:pt x="242" y="2"/>
                    </a:cubicBezTo>
                    <a:cubicBezTo>
                      <a:pt x="247" y="5"/>
                      <a:pt x="249" y="10"/>
                      <a:pt x="247" y="15"/>
                    </a:cubicBezTo>
                    <a:cubicBezTo>
                      <a:pt x="239" y="33"/>
                      <a:pt x="230" y="51"/>
                      <a:pt x="222" y="69"/>
                    </a:cubicBezTo>
                    <a:cubicBezTo>
                      <a:pt x="214" y="87"/>
                      <a:pt x="206" y="105"/>
                      <a:pt x="198" y="122"/>
                    </a:cubicBezTo>
                    <a:cubicBezTo>
                      <a:pt x="182" y="160"/>
                      <a:pt x="165" y="197"/>
                      <a:pt x="149" y="234"/>
                    </a:cubicBezTo>
                    <a:cubicBezTo>
                      <a:pt x="133" y="270"/>
                      <a:pt x="117" y="306"/>
                      <a:pt x="101" y="343"/>
                    </a:cubicBezTo>
                    <a:cubicBezTo>
                      <a:pt x="85" y="379"/>
                      <a:pt x="69" y="415"/>
                      <a:pt x="53" y="452"/>
                    </a:cubicBezTo>
                    <a:cubicBezTo>
                      <a:pt x="42" y="477"/>
                      <a:pt x="31" y="502"/>
                      <a:pt x="20" y="527"/>
                    </a:cubicBezTo>
                    <a:cubicBezTo>
                      <a:pt x="19" y="530"/>
                      <a:pt x="15" y="532"/>
                      <a:pt x="11" y="532"/>
                    </a:cubicBezTo>
                    <a:cubicBezTo>
                      <a:pt x="10" y="532"/>
                      <a:pt x="9" y="532"/>
                      <a:pt x="7" y="5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9" name="Google Shape;1609;p17"/>
              <p:cNvSpPr/>
              <p:nvPr/>
            </p:nvSpPr>
            <p:spPr>
              <a:xfrm>
                <a:off x="3131640" y="4771800"/>
                <a:ext cx="41580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1155" h="31" extrusionOk="0">
                    <a:moveTo>
                      <a:pt x="1143" y="30"/>
                    </a:moveTo>
                    <a:cubicBezTo>
                      <a:pt x="1120" y="29"/>
                      <a:pt x="1096" y="29"/>
                      <a:pt x="1073" y="29"/>
                    </a:cubicBezTo>
                    <a:cubicBezTo>
                      <a:pt x="1062" y="29"/>
                      <a:pt x="1050" y="28"/>
                      <a:pt x="1039" y="28"/>
                    </a:cubicBezTo>
                    <a:cubicBezTo>
                      <a:pt x="1027" y="27"/>
                      <a:pt x="1014" y="27"/>
                      <a:pt x="1002" y="27"/>
                    </a:cubicBezTo>
                    <a:cubicBezTo>
                      <a:pt x="954" y="27"/>
                      <a:pt x="905" y="26"/>
                      <a:pt x="857" y="26"/>
                    </a:cubicBezTo>
                    <a:cubicBezTo>
                      <a:pt x="808" y="25"/>
                      <a:pt x="758" y="25"/>
                      <a:pt x="709" y="25"/>
                    </a:cubicBezTo>
                    <a:cubicBezTo>
                      <a:pt x="658" y="24"/>
                      <a:pt x="608" y="23"/>
                      <a:pt x="557" y="23"/>
                    </a:cubicBezTo>
                    <a:cubicBezTo>
                      <a:pt x="508" y="23"/>
                      <a:pt x="459" y="22"/>
                      <a:pt x="411" y="22"/>
                    </a:cubicBezTo>
                    <a:cubicBezTo>
                      <a:pt x="362" y="22"/>
                      <a:pt x="312" y="22"/>
                      <a:pt x="263" y="21"/>
                    </a:cubicBezTo>
                    <a:cubicBezTo>
                      <a:pt x="215" y="20"/>
                      <a:pt x="166" y="20"/>
                      <a:pt x="119" y="19"/>
                    </a:cubicBezTo>
                    <a:cubicBezTo>
                      <a:pt x="101" y="19"/>
                      <a:pt x="83" y="19"/>
                      <a:pt x="64" y="19"/>
                    </a:cubicBezTo>
                    <a:cubicBezTo>
                      <a:pt x="47" y="19"/>
                      <a:pt x="29" y="19"/>
                      <a:pt x="11" y="19"/>
                    </a:cubicBezTo>
                    <a:lnTo>
                      <a:pt x="10" y="19"/>
                    </a:lnTo>
                    <a:cubicBezTo>
                      <a:pt x="4" y="19"/>
                      <a:pt x="0" y="15"/>
                      <a:pt x="0" y="9"/>
                    </a:cubicBezTo>
                    <a:cubicBezTo>
                      <a:pt x="1" y="4"/>
                      <a:pt x="5" y="0"/>
                      <a:pt x="10" y="0"/>
                    </a:cubicBezTo>
                    <a:cubicBezTo>
                      <a:pt x="16" y="0"/>
                      <a:pt x="20" y="1"/>
                      <a:pt x="25" y="1"/>
                    </a:cubicBezTo>
                    <a:cubicBezTo>
                      <a:pt x="32" y="1"/>
                      <a:pt x="38" y="1"/>
                      <a:pt x="45" y="1"/>
                    </a:cubicBezTo>
                    <a:cubicBezTo>
                      <a:pt x="57" y="1"/>
                      <a:pt x="69" y="1"/>
                      <a:pt x="81" y="2"/>
                    </a:cubicBezTo>
                    <a:cubicBezTo>
                      <a:pt x="105" y="2"/>
                      <a:pt x="128" y="2"/>
                      <a:pt x="152" y="2"/>
                    </a:cubicBezTo>
                    <a:cubicBezTo>
                      <a:pt x="201" y="3"/>
                      <a:pt x="250" y="3"/>
                      <a:pt x="299" y="4"/>
                    </a:cubicBezTo>
                    <a:cubicBezTo>
                      <a:pt x="349" y="4"/>
                      <a:pt x="398" y="5"/>
                      <a:pt x="447" y="5"/>
                    </a:cubicBezTo>
                    <a:cubicBezTo>
                      <a:pt x="472" y="5"/>
                      <a:pt x="497" y="5"/>
                      <a:pt x="523" y="6"/>
                    </a:cubicBezTo>
                    <a:cubicBezTo>
                      <a:pt x="546" y="6"/>
                      <a:pt x="570" y="6"/>
                      <a:pt x="594" y="6"/>
                    </a:cubicBezTo>
                    <a:cubicBezTo>
                      <a:pt x="644" y="7"/>
                      <a:pt x="695" y="7"/>
                      <a:pt x="746" y="8"/>
                    </a:cubicBezTo>
                    <a:cubicBezTo>
                      <a:pt x="794" y="8"/>
                      <a:pt x="843" y="9"/>
                      <a:pt x="891" y="9"/>
                    </a:cubicBezTo>
                    <a:cubicBezTo>
                      <a:pt x="916" y="9"/>
                      <a:pt x="941" y="9"/>
                      <a:pt x="965" y="9"/>
                    </a:cubicBezTo>
                    <a:cubicBezTo>
                      <a:pt x="990" y="9"/>
                      <a:pt x="1014" y="10"/>
                      <a:pt x="1037" y="10"/>
                    </a:cubicBezTo>
                    <a:cubicBezTo>
                      <a:pt x="1047" y="10"/>
                      <a:pt x="1055" y="9"/>
                      <a:pt x="1064" y="9"/>
                    </a:cubicBezTo>
                    <a:cubicBezTo>
                      <a:pt x="1074" y="10"/>
                      <a:pt x="1083" y="10"/>
                      <a:pt x="1092" y="10"/>
                    </a:cubicBezTo>
                    <a:cubicBezTo>
                      <a:pt x="1110" y="10"/>
                      <a:pt x="1127" y="10"/>
                      <a:pt x="1144" y="10"/>
                    </a:cubicBezTo>
                    <a:cubicBezTo>
                      <a:pt x="1150" y="10"/>
                      <a:pt x="1154" y="15"/>
                      <a:pt x="1154" y="20"/>
                    </a:cubicBezTo>
                    <a:cubicBezTo>
                      <a:pt x="1153" y="26"/>
                      <a:pt x="1149" y="30"/>
                      <a:pt x="1144" y="30"/>
                    </a:cubicBezTo>
                    <a:cubicBezTo>
                      <a:pt x="1143" y="30"/>
                      <a:pt x="1143" y="30"/>
                      <a:pt x="1143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0" name="Google Shape;1610;p17"/>
              <p:cNvSpPr/>
              <p:nvPr/>
            </p:nvSpPr>
            <p:spPr>
              <a:xfrm>
                <a:off x="3232080" y="4697280"/>
                <a:ext cx="32760" cy="66240"/>
              </a:xfrm>
              <a:custGeom>
                <a:avLst/>
                <a:gdLst/>
                <a:ahLst/>
                <a:cxnLst/>
                <a:rect l="l" t="t" r="r" b="b"/>
                <a:pathLst>
                  <a:path w="91" h="184" extrusionOk="0">
                    <a:moveTo>
                      <a:pt x="62" y="79"/>
                    </a:moveTo>
                    <a:cubicBezTo>
                      <a:pt x="59" y="83"/>
                      <a:pt x="56" y="86"/>
                      <a:pt x="52" y="90"/>
                    </a:cubicBezTo>
                    <a:cubicBezTo>
                      <a:pt x="51" y="92"/>
                      <a:pt x="49" y="93"/>
                      <a:pt x="47" y="95"/>
                    </a:cubicBezTo>
                    <a:cubicBezTo>
                      <a:pt x="51" y="92"/>
                      <a:pt x="55" y="90"/>
                      <a:pt x="60" y="88"/>
                    </a:cubicBezTo>
                    <a:lnTo>
                      <a:pt x="60" y="87"/>
                    </a:lnTo>
                    <a:cubicBezTo>
                      <a:pt x="62" y="84"/>
                      <a:pt x="62" y="81"/>
                      <a:pt x="63" y="78"/>
                    </a:cubicBezTo>
                    <a:cubicBezTo>
                      <a:pt x="63" y="79"/>
                      <a:pt x="62" y="79"/>
                      <a:pt x="62" y="79"/>
                    </a:cubicBezTo>
                    <a:moveTo>
                      <a:pt x="21" y="164"/>
                    </a:moveTo>
                    <a:cubicBezTo>
                      <a:pt x="22" y="164"/>
                      <a:pt x="22" y="164"/>
                      <a:pt x="23" y="164"/>
                    </a:cubicBezTo>
                    <a:cubicBezTo>
                      <a:pt x="23" y="163"/>
                      <a:pt x="24" y="163"/>
                      <a:pt x="25" y="163"/>
                    </a:cubicBezTo>
                    <a:lnTo>
                      <a:pt x="24" y="163"/>
                    </a:lnTo>
                    <a:cubicBezTo>
                      <a:pt x="24" y="163"/>
                      <a:pt x="25" y="163"/>
                      <a:pt x="25" y="162"/>
                    </a:cubicBezTo>
                    <a:cubicBezTo>
                      <a:pt x="27" y="162"/>
                      <a:pt x="28" y="161"/>
                      <a:pt x="29" y="160"/>
                    </a:cubicBezTo>
                    <a:cubicBezTo>
                      <a:pt x="30" y="160"/>
                      <a:pt x="30" y="159"/>
                      <a:pt x="31" y="158"/>
                    </a:cubicBezTo>
                    <a:cubicBezTo>
                      <a:pt x="32" y="157"/>
                      <a:pt x="33" y="156"/>
                      <a:pt x="34" y="155"/>
                    </a:cubicBezTo>
                    <a:cubicBezTo>
                      <a:pt x="35" y="153"/>
                      <a:pt x="37" y="151"/>
                      <a:pt x="38" y="148"/>
                    </a:cubicBezTo>
                    <a:cubicBezTo>
                      <a:pt x="42" y="141"/>
                      <a:pt x="45" y="134"/>
                      <a:pt x="48" y="126"/>
                    </a:cubicBezTo>
                    <a:cubicBezTo>
                      <a:pt x="50" y="121"/>
                      <a:pt x="52" y="117"/>
                      <a:pt x="53" y="112"/>
                    </a:cubicBezTo>
                    <a:cubicBezTo>
                      <a:pt x="49" y="114"/>
                      <a:pt x="46" y="117"/>
                      <a:pt x="42" y="120"/>
                    </a:cubicBezTo>
                    <a:cubicBezTo>
                      <a:pt x="39" y="122"/>
                      <a:pt x="37" y="124"/>
                      <a:pt x="34" y="127"/>
                    </a:cubicBezTo>
                    <a:cubicBezTo>
                      <a:pt x="31" y="130"/>
                      <a:pt x="28" y="133"/>
                      <a:pt x="26" y="137"/>
                    </a:cubicBezTo>
                    <a:cubicBezTo>
                      <a:pt x="25" y="138"/>
                      <a:pt x="23" y="140"/>
                      <a:pt x="22" y="142"/>
                    </a:cubicBezTo>
                    <a:cubicBezTo>
                      <a:pt x="21" y="144"/>
                      <a:pt x="21" y="145"/>
                      <a:pt x="21" y="146"/>
                    </a:cubicBezTo>
                    <a:cubicBezTo>
                      <a:pt x="20" y="147"/>
                      <a:pt x="20" y="148"/>
                      <a:pt x="20" y="149"/>
                    </a:cubicBezTo>
                    <a:cubicBezTo>
                      <a:pt x="19" y="151"/>
                      <a:pt x="19" y="153"/>
                      <a:pt x="18" y="156"/>
                    </a:cubicBezTo>
                    <a:cubicBezTo>
                      <a:pt x="18" y="157"/>
                      <a:pt x="18" y="158"/>
                      <a:pt x="18" y="159"/>
                    </a:cubicBezTo>
                    <a:cubicBezTo>
                      <a:pt x="18" y="160"/>
                      <a:pt x="18" y="161"/>
                      <a:pt x="19" y="162"/>
                    </a:cubicBezTo>
                    <a:lnTo>
                      <a:pt x="19" y="163"/>
                    </a:lnTo>
                    <a:lnTo>
                      <a:pt x="20" y="163"/>
                    </a:lnTo>
                    <a:lnTo>
                      <a:pt x="20" y="164"/>
                    </a:lnTo>
                    <a:lnTo>
                      <a:pt x="21" y="164"/>
                    </a:lnTo>
                    <a:moveTo>
                      <a:pt x="12" y="181"/>
                    </a:moveTo>
                    <a:cubicBezTo>
                      <a:pt x="9" y="180"/>
                      <a:pt x="7" y="178"/>
                      <a:pt x="6" y="176"/>
                    </a:cubicBezTo>
                    <a:cubicBezTo>
                      <a:pt x="4" y="174"/>
                      <a:pt x="2" y="172"/>
                      <a:pt x="2" y="169"/>
                    </a:cubicBezTo>
                    <a:cubicBezTo>
                      <a:pt x="0" y="163"/>
                      <a:pt x="0" y="158"/>
                      <a:pt x="0" y="152"/>
                    </a:cubicBezTo>
                    <a:cubicBezTo>
                      <a:pt x="2" y="146"/>
                      <a:pt x="3" y="140"/>
                      <a:pt x="6" y="135"/>
                    </a:cubicBezTo>
                    <a:cubicBezTo>
                      <a:pt x="9" y="129"/>
                      <a:pt x="13" y="124"/>
                      <a:pt x="17" y="119"/>
                    </a:cubicBezTo>
                    <a:cubicBezTo>
                      <a:pt x="21" y="114"/>
                      <a:pt x="25" y="111"/>
                      <a:pt x="29" y="107"/>
                    </a:cubicBezTo>
                    <a:cubicBezTo>
                      <a:pt x="27" y="108"/>
                      <a:pt x="25" y="108"/>
                      <a:pt x="24" y="109"/>
                    </a:cubicBezTo>
                    <a:cubicBezTo>
                      <a:pt x="21" y="109"/>
                      <a:pt x="19" y="108"/>
                      <a:pt x="17" y="107"/>
                    </a:cubicBezTo>
                    <a:cubicBezTo>
                      <a:pt x="16" y="107"/>
                      <a:pt x="15" y="106"/>
                      <a:pt x="14" y="105"/>
                    </a:cubicBezTo>
                    <a:cubicBezTo>
                      <a:pt x="13" y="105"/>
                      <a:pt x="12" y="104"/>
                      <a:pt x="11" y="103"/>
                    </a:cubicBezTo>
                    <a:cubicBezTo>
                      <a:pt x="10" y="100"/>
                      <a:pt x="10" y="98"/>
                      <a:pt x="9" y="95"/>
                    </a:cubicBezTo>
                    <a:cubicBezTo>
                      <a:pt x="9" y="93"/>
                      <a:pt x="9" y="91"/>
                      <a:pt x="10" y="88"/>
                    </a:cubicBezTo>
                    <a:cubicBezTo>
                      <a:pt x="10" y="86"/>
                      <a:pt x="10" y="85"/>
                      <a:pt x="10" y="84"/>
                    </a:cubicBezTo>
                    <a:cubicBezTo>
                      <a:pt x="10" y="81"/>
                      <a:pt x="11" y="79"/>
                      <a:pt x="11" y="77"/>
                    </a:cubicBezTo>
                    <a:cubicBezTo>
                      <a:pt x="13" y="66"/>
                      <a:pt x="15" y="56"/>
                      <a:pt x="17" y="46"/>
                    </a:cubicBezTo>
                    <a:cubicBezTo>
                      <a:pt x="20" y="34"/>
                      <a:pt x="24" y="23"/>
                      <a:pt x="28" y="12"/>
                    </a:cubicBezTo>
                    <a:cubicBezTo>
                      <a:pt x="28" y="10"/>
                      <a:pt x="28" y="8"/>
                      <a:pt x="29" y="7"/>
                    </a:cubicBezTo>
                    <a:cubicBezTo>
                      <a:pt x="30" y="7"/>
                      <a:pt x="30" y="6"/>
                      <a:pt x="30" y="6"/>
                    </a:cubicBezTo>
                    <a:cubicBezTo>
                      <a:pt x="33" y="2"/>
                      <a:pt x="38" y="0"/>
                      <a:pt x="42" y="3"/>
                    </a:cubicBezTo>
                    <a:cubicBezTo>
                      <a:pt x="46" y="4"/>
                      <a:pt x="49" y="10"/>
                      <a:pt x="46" y="15"/>
                    </a:cubicBezTo>
                    <a:cubicBezTo>
                      <a:pt x="45" y="19"/>
                      <a:pt x="44" y="23"/>
                      <a:pt x="42" y="27"/>
                    </a:cubicBezTo>
                    <a:cubicBezTo>
                      <a:pt x="40" y="32"/>
                      <a:pt x="38" y="37"/>
                      <a:pt x="37" y="42"/>
                    </a:cubicBezTo>
                    <a:cubicBezTo>
                      <a:pt x="35" y="47"/>
                      <a:pt x="34" y="52"/>
                      <a:pt x="33" y="57"/>
                    </a:cubicBezTo>
                    <a:cubicBezTo>
                      <a:pt x="31" y="66"/>
                      <a:pt x="30" y="75"/>
                      <a:pt x="28" y="85"/>
                    </a:cubicBezTo>
                    <a:cubicBezTo>
                      <a:pt x="28" y="85"/>
                      <a:pt x="28" y="86"/>
                      <a:pt x="28" y="87"/>
                    </a:cubicBezTo>
                    <a:cubicBezTo>
                      <a:pt x="28" y="87"/>
                      <a:pt x="29" y="86"/>
                      <a:pt x="30" y="86"/>
                    </a:cubicBezTo>
                    <a:cubicBezTo>
                      <a:pt x="34" y="83"/>
                      <a:pt x="38" y="79"/>
                      <a:pt x="41" y="75"/>
                    </a:cubicBezTo>
                    <a:lnTo>
                      <a:pt x="42" y="75"/>
                    </a:lnTo>
                    <a:cubicBezTo>
                      <a:pt x="42" y="74"/>
                      <a:pt x="43" y="74"/>
                      <a:pt x="44" y="73"/>
                    </a:cubicBezTo>
                    <a:cubicBezTo>
                      <a:pt x="44" y="72"/>
                      <a:pt x="45" y="72"/>
                      <a:pt x="45" y="71"/>
                    </a:cubicBezTo>
                    <a:lnTo>
                      <a:pt x="45" y="72"/>
                    </a:lnTo>
                    <a:cubicBezTo>
                      <a:pt x="45" y="71"/>
                      <a:pt x="46" y="71"/>
                      <a:pt x="46" y="70"/>
                    </a:cubicBezTo>
                    <a:lnTo>
                      <a:pt x="47" y="70"/>
                    </a:lnTo>
                    <a:cubicBezTo>
                      <a:pt x="53" y="63"/>
                      <a:pt x="59" y="56"/>
                      <a:pt x="65" y="49"/>
                    </a:cubicBezTo>
                    <a:cubicBezTo>
                      <a:pt x="68" y="46"/>
                      <a:pt x="70" y="43"/>
                      <a:pt x="74" y="41"/>
                    </a:cubicBezTo>
                    <a:cubicBezTo>
                      <a:pt x="78" y="39"/>
                      <a:pt x="84" y="40"/>
                      <a:pt x="87" y="45"/>
                    </a:cubicBezTo>
                    <a:cubicBezTo>
                      <a:pt x="90" y="49"/>
                      <a:pt x="88" y="55"/>
                      <a:pt x="87" y="60"/>
                    </a:cubicBezTo>
                    <a:cubicBezTo>
                      <a:pt x="87" y="63"/>
                      <a:pt x="85" y="67"/>
                      <a:pt x="84" y="70"/>
                    </a:cubicBezTo>
                    <a:cubicBezTo>
                      <a:pt x="82" y="78"/>
                      <a:pt x="80" y="86"/>
                      <a:pt x="77" y="93"/>
                    </a:cubicBezTo>
                    <a:cubicBezTo>
                      <a:pt x="77" y="95"/>
                      <a:pt x="77" y="96"/>
                      <a:pt x="76" y="97"/>
                    </a:cubicBezTo>
                    <a:cubicBezTo>
                      <a:pt x="73" y="107"/>
                      <a:pt x="71" y="116"/>
                      <a:pt x="67" y="126"/>
                    </a:cubicBezTo>
                    <a:cubicBezTo>
                      <a:pt x="64" y="135"/>
                      <a:pt x="60" y="145"/>
                      <a:pt x="56" y="154"/>
                    </a:cubicBezTo>
                    <a:cubicBezTo>
                      <a:pt x="52" y="161"/>
                      <a:pt x="48" y="168"/>
                      <a:pt x="42" y="174"/>
                    </a:cubicBezTo>
                    <a:cubicBezTo>
                      <a:pt x="38" y="177"/>
                      <a:pt x="33" y="180"/>
                      <a:pt x="28" y="182"/>
                    </a:cubicBezTo>
                    <a:cubicBezTo>
                      <a:pt x="26" y="183"/>
                      <a:pt x="24" y="183"/>
                      <a:pt x="21" y="183"/>
                    </a:cubicBezTo>
                    <a:cubicBezTo>
                      <a:pt x="18" y="183"/>
                      <a:pt x="15" y="182"/>
                      <a:pt x="12" y="1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1" name="Google Shape;1611;p17"/>
              <p:cNvSpPr/>
              <p:nvPr/>
            </p:nvSpPr>
            <p:spPr>
              <a:xfrm>
                <a:off x="3282120" y="4696560"/>
                <a:ext cx="16920" cy="37440"/>
              </a:xfrm>
              <a:custGeom>
                <a:avLst/>
                <a:gdLst/>
                <a:ahLst/>
                <a:cxnLst/>
                <a:rect l="l" t="t" r="r" b="b"/>
                <a:pathLst>
                  <a:path w="47" h="104" extrusionOk="0">
                    <a:moveTo>
                      <a:pt x="20" y="103"/>
                    </a:moveTo>
                    <a:cubicBezTo>
                      <a:pt x="15" y="102"/>
                      <a:pt x="12" y="97"/>
                      <a:pt x="12" y="92"/>
                    </a:cubicBezTo>
                    <a:cubicBezTo>
                      <a:pt x="15" y="80"/>
                      <a:pt x="18" y="69"/>
                      <a:pt x="20" y="57"/>
                    </a:cubicBezTo>
                    <a:cubicBezTo>
                      <a:pt x="21" y="54"/>
                      <a:pt x="22" y="51"/>
                      <a:pt x="23" y="48"/>
                    </a:cubicBezTo>
                    <a:cubicBezTo>
                      <a:pt x="22" y="49"/>
                      <a:pt x="21" y="51"/>
                      <a:pt x="20" y="53"/>
                    </a:cubicBezTo>
                    <a:lnTo>
                      <a:pt x="20" y="54"/>
                    </a:lnTo>
                    <a:cubicBezTo>
                      <a:pt x="20" y="58"/>
                      <a:pt x="15" y="62"/>
                      <a:pt x="10" y="62"/>
                    </a:cubicBezTo>
                    <a:cubicBezTo>
                      <a:pt x="4" y="62"/>
                      <a:pt x="0" y="57"/>
                      <a:pt x="1" y="51"/>
                    </a:cubicBezTo>
                    <a:cubicBezTo>
                      <a:pt x="2" y="47"/>
                      <a:pt x="5" y="42"/>
                      <a:pt x="6" y="38"/>
                    </a:cubicBezTo>
                    <a:cubicBezTo>
                      <a:pt x="9" y="34"/>
                      <a:pt x="11" y="30"/>
                      <a:pt x="13" y="27"/>
                    </a:cubicBezTo>
                    <a:cubicBezTo>
                      <a:pt x="15" y="23"/>
                      <a:pt x="16" y="20"/>
                      <a:pt x="19" y="17"/>
                    </a:cubicBezTo>
                    <a:cubicBezTo>
                      <a:pt x="19" y="15"/>
                      <a:pt x="20" y="13"/>
                      <a:pt x="22" y="12"/>
                    </a:cubicBezTo>
                    <a:cubicBezTo>
                      <a:pt x="22" y="10"/>
                      <a:pt x="23" y="8"/>
                      <a:pt x="25" y="6"/>
                    </a:cubicBezTo>
                    <a:cubicBezTo>
                      <a:pt x="26" y="4"/>
                      <a:pt x="29" y="3"/>
                      <a:pt x="30" y="2"/>
                    </a:cubicBezTo>
                    <a:cubicBezTo>
                      <a:pt x="34" y="0"/>
                      <a:pt x="40" y="1"/>
                      <a:pt x="43" y="5"/>
                    </a:cubicBezTo>
                    <a:cubicBezTo>
                      <a:pt x="44" y="8"/>
                      <a:pt x="46" y="11"/>
                      <a:pt x="46" y="14"/>
                    </a:cubicBezTo>
                    <a:cubicBezTo>
                      <a:pt x="46" y="19"/>
                      <a:pt x="45" y="23"/>
                      <a:pt x="44" y="27"/>
                    </a:cubicBezTo>
                    <a:cubicBezTo>
                      <a:pt x="44" y="31"/>
                      <a:pt x="43" y="35"/>
                      <a:pt x="42" y="39"/>
                    </a:cubicBezTo>
                    <a:cubicBezTo>
                      <a:pt x="41" y="45"/>
                      <a:pt x="40" y="52"/>
                      <a:pt x="39" y="58"/>
                    </a:cubicBezTo>
                    <a:cubicBezTo>
                      <a:pt x="36" y="70"/>
                      <a:pt x="33" y="83"/>
                      <a:pt x="31" y="95"/>
                    </a:cubicBezTo>
                    <a:cubicBezTo>
                      <a:pt x="30" y="100"/>
                      <a:pt x="26" y="103"/>
                      <a:pt x="22" y="103"/>
                    </a:cubicBezTo>
                    <a:cubicBezTo>
                      <a:pt x="21" y="103"/>
                      <a:pt x="21" y="103"/>
                      <a:pt x="20" y="10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2" name="Google Shape;1612;p17"/>
              <p:cNvSpPr/>
              <p:nvPr/>
            </p:nvSpPr>
            <p:spPr>
              <a:xfrm>
                <a:off x="3311640" y="4715640"/>
                <a:ext cx="3960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110" h="22" extrusionOk="0">
                    <a:moveTo>
                      <a:pt x="8" y="21"/>
                    </a:moveTo>
                    <a:cubicBezTo>
                      <a:pt x="4" y="20"/>
                      <a:pt x="0" y="16"/>
                      <a:pt x="0" y="12"/>
                    </a:cubicBezTo>
                    <a:cubicBezTo>
                      <a:pt x="0" y="10"/>
                      <a:pt x="0" y="8"/>
                      <a:pt x="1" y="6"/>
                    </a:cubicBezTo>
                    <a:cubicBezTo>
                      <a:pt x="4" y="2"/>
                      <a:pt x="10" y="0"/>
                      <a:pt x="14" y="2"/>
                    </a:cubicBezTo>
                    <a:cubicBezTo>
                      <a:pt x="21" y="3"/>
                      <a:pt x="27" y="3"/>
                      <a:pt x="33" y="3"/>
                    </a:cubicBezTo>
                    <a:cubicBezTo>
                      <a:pt x="36" y="2"/>
                      <a:pt x="39" y="2"/>
                      <a:pt x="43" y="2"/>
                    </a:cubicBezTo>
                    <a:lnTo>
                      <a:pt x="42" y="2"/>
                    </a:lnTo>
                    <a:cubicBezTo>
                      <a:pt x="43" y="2"/>
                      <a:pt x="43" y="2"/>
                      <a:pt x="43" y="2"/>
                    </a:cubicBezTo>
                    <a:cubicBezTo>
                      <a:pt x="46" y="2"/>
                      <a:pt x="49" y="2"/>
                      <a:pt x="51" y="2"/>
                    </a:cubicBezTo>
                    <a:lnTo>
                      <a:pt x="52" y="2"/>
                    </a:lnTo>
                    <a:cubicBezTo>
                      <a:pt x="68" y="2"/>
                      <a:pt x="84" y="2"/>
                      <a:pt x="100" y="2"/>
                    </a:cubicBezTo>
                    <a:cubicBezTo>
                      <a:pt x="105" y="3"/>
                      <a:pt x="109" y="7"/>
                      <a:pt x="109" y="12"/>
                    </a:cubicBezTo>
                    <a:cubicBezTo>
                      <a:pt x="109" y="17"/>
                      <a:pt x="105" y="21"/>
                      <a:pt x="99" y="21"/>
                    </a:cubicBezTo>
                    <a:cubicBezTo>
                      <a:pt x="93" y="20"/>
                      <a:pt x="86" y="20"/>
                      <a:pt x="80" y="20"/>
                    </a:cubicBezTo>
                    <a:cubicBezTo>
                      <a:pt x="74" y="20"/>
                      <a:pt x="68" y="20"/>
                      <a:pt x="63" y="20"/>
                    </a:cubicBezTo>
                    <a:cubicBezTo>
                      <a:pt x="56" y="20"/>
                      <a:pt x="49" y="20"/>
                      <a:pt x="42" y="21"/>
                    </a:cubicBezTo>
                    <a:cubicBezTo>
                      <a:pt x="38" y="21"/>
                      <a:pt x="33" y="21"/>
                      <a:pt x="29" y="21"/>
                    </a:cubicBezTo>
                    <a:cubicBezTo>
                      <a:pt x="26" y="21"/>
                      <a:pt x="22" y="21"/>
                      <a:pt x="19" y="21"/>
                    </a:cubicBezTo>
                    <a:cubicBezTo>
                      <a:pt x="15" y="21"/>
                      <a:pt x="11" y="21"/>
                      <a:pt x="8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3" name="Google Shape;1613;p17"/>
              <p:cNvSpPr/>
              <p:nvPr/>
            </p:nvSpPr>
            <p:spPr>
              <a:xfrm>
                <a:off x="3314880" y="4724280"/>
                <a:ext cx="4284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25" extrusionOk="0">
                    <a:moveTo>
                      <a:pt x="37" y="24"/>
                    </a:moveTo>
                    <a:cubicBezTo>
                      <a:pt x="29" y="24"/>
                      <a:pt x="21" y="24"/>
                      <a:pt x="13" y="23"/>
                    </a:cubicBezTo>
                    <a:cubicBezTo>
                      <a:pt x="8" y="22"/>
                      <a:pt x="3" y="20"/>
                      <a:pt x="2" y="14"/>
                    </a:cubicBezTo>
                    <a:cubicBezTo>
                      <a:pt x="0" y="11"/>
                      <a:pt x="2" y="7"/>
                      <a:pt x="5" y="4"/>
                    </a:cubicBezTo>
                    <a:cubicBezTo>
                      <a:pt x="8" y="0"/>
                      <a:pt x="15" y="1"/>
                      <a:pt x="18" y="4"/>
                    </a:cubicBezTo>
                    <a:cubicBezTo>
                      <a:pt x="19" y="5"/>
                      <a:pt x="21" y="5"/>
                      <a:pt x="22" y="5"/>
                    </a:cubicBezTo>
                    <a:cubicBezTo>
                      <a:pt x="37" y="6"/>
                      <a:pt x="51" y="7"/>
                      <a:pt x="66" y="6"/>
                    </a:cubicBezTo>
                    <a:lnTo>
                      <a:pt x="67" y="6"/>
                    </a:lnTo>
                    <a:lnTo>
                      <a:pt x="68" y="6"/>
                    </a:lnTo>
                    <a:cubicBezTo>
                      <a:pt x="67" y="6"/>
                      <a:pt x="67" y="6"/>
                      <a:pt x="67" y="6"/>
                    </a:cubicBezTo>
                    <a:cubicBezTo>
                      <a:pt x="69" y="6"/>
                      <a:pt x="70" y="6"/>
                      <a:pt x="72" y="6"/>
                    </a:cubicBezTo>
                    <a:cubicBezTo>
                      <a:pt x="73" y="6"/>
                      <a:pt x="74" y="6"/>
                      <a:pt x="75" y="6"/>
                    </a:cubicBezTo>
                    <a:cubicBezTo>
                      <a:pt x="76" y="6"/>
                      <a:pt x="76" y="6"/>
                      <a:pt x="77" y="6"/>
                    </a:cubicBezTo>
                    <a:lnTo>
                      <a:pt x="76" y="6"/>
                    </a:lnTo>
                    <a:cubicBezTo>
                      <a:pt x="77" y="6"/>
                      <a:pt x="77" y="6"/>
                      <a:pt x="77" y="6"/>
                    </a:cubicBezTo>
                    <a:cubicBezTo>
                      <a:pt x="78" y="6"/>
                      <a:pt x="79" y="6"/>
                      <a:pt x="79" y="6"/>
                    </a:cubicBezTo>
                    <a:cubicBezTo>
                      <a:pt x="80" y="6"/>
                      <a:pt x="80" y="6"/>
                      <a:pt x="80" y="6"/>
                    </a:cubicBezTo>
                    <a:lnTo>
                      <a:pt x="82" y="6"/>
                    </a:lnTo>
                    <a:cubicBezTo>
                      <a:pt x="91" y="6"/>
                      <a:pt x="100" y="6"/>
                      <a:pt x="108" y="5"/>
                    </a:cubicBezTo>
                    <a:cubicBezTo>
                      <a:pt x="113" y="5"/>
                      <a:pt x="117" y="8"/>
                      <a:pt x="117" y="13"/>
                    </a:cubicBezTo>
                    <a:cubicBezTo>
                      <a:pt x="118" y="17"/>
                      <a:pt x="114" y="21"/>
                      <a:pt x="110" y="21"/>
                    </a:cubicBezTo>
                    <a:cubicBezTo>
                      <a:pt x="95" y="23"/>
                      <a:pt x="80" y="23"/>
                      <a:pt x="66" y="24"/>
                    </a:cubicBezTo>
                    <a:cubicBezTo>
                      <a:pt x="58" y="24"/>
                      <a:pt x="51" y="24"/>
                      <a:pt x="43" y="24"/>
                    </a:cubicBezTo>
                    <a:cubicBezTo>
                      <a:pt x="41" y="24"/>
                      <a:pt x="40" y="24"/>
                      <a:pt x="37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4" name="Google Shape;1614;p17"/>
              <p:cNvSpPr/>
              <p:nvPr/>
            </p:nvSpPr>
            <p:spPr>
              <a:xfrm>
                <a:off x="3382560" y="4700520"/>
                <a:ext cx="74880" cy="46440"/>
              </a:xfrm>
              <a:custGeom>
                <a:avLst/>
                <a:gdLst/>
                <a:ahLst/>
                <a:cxnLst/>
                <a:rect l="l" t="t" r="r" b="b"/>
                <a:pathLst>
                  <a:path w="208" h="129" extrusionOk="0">
                    <a:moveTo>
                      <a:pt x="127" y="93"/>
                    </a:moveTo>
                    <a:cubicBezTo>
                      <a:pt x="126" y="93"/>
                      <a:pt x="126" y="93"/>
                      <a:pt x="126" y="93"/>
                    </a:cubicBezTo>
                    <a:cubicBezTo>
                      <a:pt x="127" y="93"/>
                      <a:pt x="128" y="93"/>
                      <a:pt x="129" y="93"/>
                    </a:cubicBezTo>
                    <a:cubicBezTo>
                      <a:pt x="130" y="93"/>
                      <a:pt x="131" y="93"/>
                      <a:pt x="132" y="92"/>
                    </a:cubicBezTo>
                    <a:cubicBezTo>
                      <a:pt x="134" y="91"/>
                      <a:pt x="137" y="91"/>
                      <a:pt x="138" y="90"/>
                    </a:cubicBezTo>
                    <a:cubicBezTo>
                      <a:pt x="141" y="89"/>
                      <a:pt x="144" y="87"/>
                      <a:pt x="147" y="86"/>
                    </a:cubicBezTo>
                    <a:cubicBezTo>
                      <a:pt x="151" y="83"/>
                      <a:pt x="155" y="80"/>
                      <a:pt x="159" y="77"/>
                    </a:cubicBezTo>
                    <a:lnTo>
                      <a:pt x="158" y="77"/>
                    </a:lnTo>
                    <a:cubicBezTo>
                      <a:pt x="162" y="74"/>
                      <a:pt x="166" y="70"/>
                      <a:pt x="170" y="66"/>
                    </a:cubicBezTo>
                    <a:cubicBezTo>
                      <a:pt x="173" y="63"/>
                      <a:pt x="175" y="61"/>
                      <a:pt x="177" y="58"/>
                    </a:cubicBezTo>
                    <a:cubicBezTo>
                      <a:pt x="179" y="56"/>
                      <a:pt x="181" y="54"/>
                      <a:pt x="182" y="51"/>
                    </a:cubicBezTo>
                    <a:cubicBezTo>
                      <a:pt x="183" y="49"/>
                      <a:pt x="184" y="47"/>
                      <a:pt x="185" y="45"/>
                    </a:cubicBezTo>
                    <a:cubicBezTo>
                      <a:pt x="186" y="43"/>
                      <a:pt x="186" y="42"/>
                      <a:pt x="187" y="40"/>
                    </a:cubicBezTo>
                    <a:cubicBezTo>
                      <a:pt x="187" y="39"/>
                      <a:pt x="187" y="37"/>
                      <a:pt x="187" y="36"/>
                    </a:cubicBezTo>
                    <a:cubicBezTo>
                      <a:pt x="187" y="36"/>
                      <a:pt x="187" y="34"/>
                      <a:pt x="187" y="33"/>
                    </a:cubicBezTo>
                    <a:cubicBezTo>
                      <a:pt x="187" y="32"/>
                      <a:pt x="187" y="30"/>
                      <a:pt x="187" y="29"/>
                    </a:cubicBezTo>
                    <a:cubicBezTo>
                      <a:pt x="187" y="29"/>
                      <a:pt x="187" y="28"/>
                      <a:pt x="187" y="27"/>
                    </a:cubicBezTo>
                    <a:cubicBezTo>
                      <a:pt x="187" y="27"/>
                      <a:pt x="186" y="27"/>
                      <a:pt x="186" y="26"/>
                    </a:cubicBezTo>
                    <a:lnTo>
                      <a:pt x="186" y="25"/>
                    </a:lnTo>
                    <a:cubicBezTo>
                      <a:pt x="185" y="24"/>
                      <a:pt x="185" y="24"/>
                      <a:pt x="184" y="23"/>
                    </a:cubicBezTo>
                    <a:cubicBezTo>
                      <a:pt x="183" y="22"/>
                      <a:pt x="183" y="22"/>
                      <a:pt x="183" y="22"/>
                    </a:cubicBezTo>
                    <a:cubicBezTo>
                      <a:pt x="182" y="22"/>
                      <a:pt x="182" y="21"/>
                      <a:pt x="182" y="21"/>
                    </a:cubicBezTo>
                    <a:cubicBezTo>
                      <a:pt x="180" y="20"/>
                      <a:pt x="180" y="20"/>
                      <a:pt x="179" y="20"/>
                    </a:cubicBezTo>
                    <a:lnTo>
                      <a:pt x="180" y="20"/>
                    </a:lnTo>
                    <a:cubicBezTo>
                      <a:pt x="179" y="20"/>
                      <a:pt x="179" y="19"/>
                      <a:pt x="177" y="19"/>
                    </a:cubicBezTo>
                    <a:cubicBezTo>
                      <a:pt x="176" y="19"/>
                      <a:pt x="175" y="19"/>
                      <a:pt x="175" y="19"/>
                    </a:cubicBezTo>
                    <a:cubicBezTo>
                      <a:pt x="173" y="19"/>
                      <a:pt x="172" y="19"/>
                      <a:pt x="171" y="19"/>
                    </a:cubicBezTo>
                    <a:cubicBezTo>
                      <a:pt x="169" y="19"/>
                      <a:pt x="168" y="19"/>
                      <a:pt x="167" y="19"/>
                    </a:cubicBezTo>
                    <a:cubicBezTo>
                      <a:pt x="166" y="19"/>
                      <a:pt x="165" y="19"/>
                      <a:pt x="164" y="20"/>
                    </a:cubicBezTo>
                    <a:cubicBezTo>
                      <a:pt x="162" y="20"/>
                      <a:pt x="161" y="20"/>
                      <a:pt x="160" y="21"/>
                    </a:cubicBezTo>
                    <a:cubicBezTo>
                      <a:pt x="159" y="22"/>
                      <a:pt x="158" y="22"/>
                      <a:pt x="157" y="23"/>
                    </a:cubicBezTo>
                    <a:cubicBezTo>
                      <a:pt x="155" y="23"/>
                      <a:pt x="154" y="24"/>
                      <a:pt x="152" y="26"/>
                    </a:cubicBezTo>
                    <a:cubicBezTo>
                      <a:pt x="151" y="27"/>
                      <a:pt x="150" y="27"/>
                      <a:pt x="149" y="29"/>
                    </a:cubicBezTo>
                    <a:cubicBezTo>
                      <a:pt x="148" y="29"/>
                      <a:pt x="148" y="30"/>
                      <a:pt x="147" y="31"/>
                    </a:cubicBezTo>
                    <a:cubicBezTo>
                      <a:pt x="147" y="31"/>
                      <a:pt x="146" y="33"/>
                      <a:pt x="145" y="33"/>
                    </a:cubicBezTo>
                    <a:cubicBezTo>
                      <a:pt x="145" y="34"/>
                      <a:pt x="144" y="36"/>
                      <a:pt x="144" y="36"/>
                    </a:cubicBezTo>
                    <a:cubicBezTo>
                      <a:pt x="144" y="38"/>
                      <a:pt x="143" y="40"/>
                      <a:pt x="143" y="41"/>
                    </a:cubicBezTo>
                    <a:cubicBezTo>
                      <a:pt x="141" y="46"/>
                      <a:pt x="141" y="51"/>
                      <a:pt x="140" y="56"/>
                    </a:cubicBezTo>
                    <a:lnTo>
                      <a:pt x="140" y="57"/>
                    </a:lnTo>
                    <a:lnTo>
                      <a:pt x="140" y="56"/>
                    </a:lnTo>
                    <a:cubicBezTo>
                      <a:pt x="140" y="58"/>
                      <a:pt x="140" y="59"/>
                      <a:pt x="140" y="61"/>
                    </a:cubicBezTo>
                    <a:cubicBezTo>
                      <a:pt x="140" y="66"/>
                      <a:pt x="136" y="69"/>
                      <a:pt x="131" y="69"/>
                    </a:cubicBezTo>
                    <a:cubicBezTo>
                      <a:pt x="130" y="69"/>
                      <a:pt x="129" y="69"/>
                      <a:pt x="128" y="68"/>
                    </a:cubicBezTo>
                    <a:cubicBezTo>
                      <a:pt x="127" y="69"/>
                      <a:pt x="127" y="70"/>
                      <a:pt x="126" y="71"/>
                    </a:cubicBezTo>
                    <a:cubicBezTo>
                      <a:pt x="126" y="73"/>
                      <a:pt x="125" y="76"/>
                      <a:pt x="124" y="78"/>
                    </a:cubicBezTo>
                    <a:cubicBezTo>
                      <a:pt x="124" y="80"/>
                      <a:pt x="123" y="82"/>
                      <a:pt x="123" y="84"/>
                    </a:cubicBezTo>
                    <a:cubicBezTo>
                      <a:pt x="123" y="87"/>
                      <a:pt x="123" y="89"/>
                      <a:pt x="123" y="91"/>
                    </a:cubicBezTo>
                    <a:lnTo>
                      <a:pt x="123" y="90"/>
                    </a:lnTo>
                    <a:cubicBezTo>
                      <a:pt x="123" y="91"/>
                      <a:pt x="123" y="91"/>
                      <a:pt x="123" y="92"/>
                    </a:cubicBezTo>
                    <a:cubicBezTo>
                      <a:pt x="123" y="93"/>
                      <a:pt x="123" y="93"/>
                      <a:pt x="123" y="93"/>
                    </a:cubicBezTo>
                    <a:cubicBezTo>
                      <a:pt x="124" y="93"/>
                      <a:pt x="124" y="93"/>
                      <a:pt x="124" y="93"/>
                    </a:cubicBezTo>
                    <a:cubicBezTo>
                      <a:pt x="125" y="93"/>
                      <a:pt x="126" y="93"/>
                      <a:pt x="127" y="93"/>
                    </a:cubicBezTo>
                    <a:moveTo>
                      <a:pt x="24" y="128"/>
                    </a:moveTo>
                    <a:cubicBezTo>
                      <a:pt x="19" y="128"/>
                      <a:pt x="13" y="126"/>
                      <a:pt x="9" y="124"/>
                    </a:cubicBezTo>
                    <a:cubicBezTo>
                      <a:pt x="4" y="120"/>
                      <a:pt x="2" y="115"/>
                      <a:pt x="1" y="109"/>
                    </a:cubicBezTo>
                    <a:cubicBezTo>
                      <a:pt x="0" y="103"/>
                      <a:pt x="1" y="97"/>
                      <a:pt x="2" y="91"/>
                    </a:cubicBezTo>
                    <a:cubicBezTo>
                      <a:pt x="3" y="84"/>
                      <a:pt x="4" y="77"/>
                      <a:pt x="6" y="71"/>
                    </a:cubicBezTo>
                    <a:cubicBezTo>
                      <a:pt x="10" y="57"/>
                      <a:pt x="16" y="44"/>
                      <a:pt x="24" y="33"/>
                    </a:cubicBezTo>
                    <a:cubicBezTo>
                      <a:pt x="28" y="26"/>
                      <a:pt x="34" y="21"/>
                      <a:pt x="39" y="16"/>
                    </a:cubicBezTo>
                    <a:cubicBezTo>
                      <a:pt x="45" y="12"/>
                      <a:pt x="50" y="9"/>
                      <a:pt x="57" y="7"/>
                    </a:cubicBezTo>
                    <a:cubicBezTo>
                      <a:pt x="63" y="5"/>
                      <a:pt x="69" y="5"/>
                      <a:pt x="75" y="5"/>
                    </a:cubicBezTo>
                    <a:cubicBezTo>
                      <a:pt x="81" y="6"/>
                      <a:pt x="87" y="9"/>
                      <a:pt x="89" y="15"/>
                    </a:cubicBezTo>
                    <a:cubicBezTo>
                      <a:pt x="91" y="20"/>
                      <a:pt x="92" y="26"/>
                      <a:pt x="90" y="31"/>
                    </a:cubicBezTo>
                    <a:cubicBezTo>
                      <a:pt x="89" y="36"/>
                      <a:pt x="86" y="41"/>
                      <a:pt x="81" y="43"/>
                    </a:cubicBezTo>
                    <a:cubicBezTo>
                      <a:pt x="78" y="44"/>
                      <a:pt x="76" y="44"/>
                      <a:pt x="73" y="42"/>
                    </a:cubicBezTo>
                    <a:cubicBezTo>
                      <a:pt x="70" y="40"/>
                      <a:pt x="69" y="37"/>
                      <a:pt x="69" y="33"/>
                    </a:cubicBezTo>
                    <a:lnTo>
                      <a:pt x="69" y="32"/>
                    </a:lnTo>
                    <a:cubicBezTo>
                      <a:pt x="69" y="30"/>
                      <a:pt x="70" y="27"/>
                      <a:pt x="72" y="26"/>
                    </a:cubicBezTo>
                    <a:cubicBezTo>
                      <a:pt x="73" y="26"/>
                      <a:pt x="73" y="26"/>
                      <a:pt x="73" y="25"/>
                    </a:cubicBezTo>
                    <a:cubicBezTo>
                      <a:pt x="73" y="24"/>
                      <a:pt x="72" y="24"/>
                      <a:pt x="72" y="24"/>
                    </a:cubicBezTo>
                    <a:lnTo>
                      <a:pt x="73" y="24"/>
                    </a:lnTo>
                    <a:cubicBezTo>
                      <a:pt x="72" y="24"/>
                      <a:pt x="72" y="24"/>
                      <a:pt x="72" y="24"/>
                    </a:cubicBezTo>
                    <a:cubicBezTo>
                      <a:pt x="71" y="24"/>
                      <a:pt x="71" y="24"/>
                      <a:pt x="71" y="24"/>
                    </a:cubicBezTo>
                    <a:lnTo>
                      <a:pt x="70" y="24"/>
                    </a:lnTo>
                    <a:cubicBezTo>
                      <a:pt x="69" y="24"/>
                      <a:pt x="67" y="24"/>
                      <a:pt x="66" y="24"/>
                    </a:cubicBezTo>
                    <a:cubicBezTo>
                      <a:pt x="64" y="24"/>
                      <a:pt x="63" y="24"/>
                      <a:pt x="61" y="25"/>
                    </a:cubicBezTo>
                    <a:cubicBezTo>
                      <a:pt x="59" y="26"/>
                      <a:pt x="58" y="26"/>
                      <a:pt x="56" y="27"/>
                    </a:cubicBezTo>
                    <a:cubicBezTo>
                      <a:pt x="55" y="27"/>
                      <a:pt x="55" y="27"/>
                      <a:pt x="53" y="28"/>
                    </a:cubicBezTo>
                    <a:cubicBezTo>
                      <a:pt x="52" y="29"/>
                      <a:pt x="51" y="30"/>
                      <a:pt x="49" y="31"/>
                    </a:cubicBezTo>
                    <a:cubicBezTo>
                      <a:pt x="48" y="33"/>
                      <a:pt x="46" y="34"/>
                      <a:pt x="45" y="36"/>
                    </a:cubicBezTo>
                    <a:cubicBezTo>
                      <a:pt x="42" y="38"/>
                      <a:pt x="41" y="40"/>
                      <a:pt x="38" y="43"/>
                    </a:cubicBezTo>
                    <a:cubicBezTo>
                      <a:pt x="36" y="46"/>
                      <a:pt x="34" y="49"/>
                      <a:pt x="32" y="52"/>
                    </a:cubicBezTo>
                    <a:cubicBezTo>
                      <a:pt x="30" y="57"/>
                      <a:pt x="28" y="61"/>
                      <a:pt x="26" y="66"/>
                    </a:cubicBezTo>
                    <a:cubicBezTo>
                      <a:pt x="24" y="70"/>
                      <a:pt x="23" y="75"/>
                      <a:pt x="22" y="80"/>
                    </a:cubicBezTo>
                    <a:cubicBezTo>
                      <a:pt x="21" y="85"/>
                      <a:pt x="20" y="90"/>
                      <a:pt x="19" y="96"/>
                    </a:cubicBezTo>
                    <a:cubicBezTo>
                      <a:pt x="19" y="98"/>
                      <a:pt x="19" y="100"/>
                      <a:pt x="19" y="102"/>
                    </a:cubicBezTo>
                    <a:cubicBezTo>
                      <a:pt x="19" y="104"/>
                      <a:pt x="19" y="105"/>
                      <a:pt x="19" y="107"/>
                    </a:cubicBezTo>
                    <a:cubicBezTo>
                      <a:pt x="20" y="107"/>
                      <a:pt x="20" y="108"/>
                      <a:pt x="20" y="108"/>
                    </a:cubicBezTo>
                    <a:lnTo>
                      <a:pt x="21" y="109"/>
                    </a:lnTo>
                    <a:lnTo>
                      <a:pt x="21" y="110"/>
                    </a:lnTo>
                    <a:cubicBezTo>
                      <a:pt x="21" y="109"/>
                      <a:pt x="21" y="109"/>
                      <a:pt x="21" y="109"/>
                    </a:cubicBezTo>
                    <a:cubicBezTo>
                      <a:pt x="22" y="110"/>
                      <a:pt x="22" y="110"/>
                      <a:pt x="22" y="110"/>
                    </a:cubicBezTo>
                    <a:cubicBezTo>
                      <a:pt x="23" y="110"/>
                      <a:pt x="24" y="110"/>
                      <a:pt x="24" y="110"/>
                    </a:cubicBezTo>
                    <a:cubicBezTo>
                      <a:pt x="25" y="110"/>
                      <a:pt x="26" y="110"/>
                      <a:pt x="27" y="110"/>
                    </a:cubicBezTo>
                    <a:cubicBezTo>
                      <a:pt x="28" y="110"/>
                      <a:pt x="29" y="110"/>
                      <a:pt x="31" y="110"/>
                    </a:cubicBezTo>
                    <a:cubicBezTo>
                      <a:pt x="33" y="109"/>
                      <a:pt x="35" y="109"/>
                      <a:pt x="37" y="108"/>
                    </a:cubicBezTo>
                    <a:cubicBezTo>
                      <a:pt x="41" y="107"/>
                      <a:pt x="43" y="106"/>
                      <a:pt x="47" y="104"/>
                    </a:cubicBezTo>
                    <a:cubicBezTo>
                      <a:pt x="46" y="105"/>
                      <a:pt x="46" y="105"/>
                      <a:pt x="46" y="105"/>
                    </a:cubicBezTo>
                    <a:cubicBezTo>
                      <a:pt x="53" y="102"/>
                      <a:pt x="59" y="98"/>
                      <a:pt x="66" y="94"/>
                    </a:cubicBezTo>
                    <a:lnTo>
                      <a:pt x="66" y="95"/>
                    </a:lnTo>
                    <a:cubicBezTo>
                      <a:pt x="74" y="90"/>
                      <a:pt x="81" y="84"/>
                      <a:pt x="90" y="79"/>
                    </a:cubicBezTo>
                    <a:cubicBezTo>
                      <a:pt x="90" y="79"/>
                      <a:pt x="90" y="78"/>
                      <a:pt x="91" y="78"/>
                    </a:cubicBezTo>
                    <a:lnTo>
                      <a:pt x="91" y="77"/>
                    </a:lnTo>
                    <a:cubicBezTo>
                      <a:pt x="92" y="77"/>
                      <a:pt x="93" y="76"/>
                      <a:pt x="94" y="75"/>
                    </a:cubicBezTo>
                    <a:cubicBezTo>
                      <a:pt x="94" y="75"/>
                      <a:pt x="95" y="75"/>
                      <a:pt x="95" y="74"/>
                    </a:cubicBezTo>
                    <a:lnTo>
                      <a:pt x="95" y="75"/>
                    </a:lnTo>
                    <a:cubicBezTo>
                      <a:pt x="95" y="74"/>
                      <a:pt x="95" y="74"/>
                      <a:pt x="96" y="74"/>
                    </a:cubicBezTo>
                    <a:cubicBezTo>
                      <a:pt x="96" y="73"/>
                      <a:pt x="96" y="73"/>
                      <a:pt x="96" y="73"/>
                    </a:cubicBezTo>
                    <a:cubicBezTo>
                      <a:pt x="96" y="73"/>
                      <a:pt x="96" y="74"/>
                      <a:pt x="95" y="74"/>
                    </a:cubicBezTo>
                    <a:cubicBezTo>
                      <a:pt x="99" y="71"/>
                      <a:pt x="103" y="68"/>
                      <a:pt x="106" y="64"/>
                    </a:cubicBezTo>
                    <a:cubicBezTo>
                      <a:pt x="108" y="62"/>
                      <a:pt x="110" y="60"/>
                      <a:pt x="112" y="58"/>
                    </a:cubicBezTo>
                    <a:cubicBezTo>
                      <a:pt x="114" y="54"/>
                      <a:pt x="116" y="51"/>
                      <a:pt x="119" y="49"/>
                    </a:cubicBezTo>
                    <a:cubicBezTo>
                      <a:pt x="120" y="48"/>
                      <a:pt x="122" y="47"/>
                      <a:pt x="124" y="47"/>
                    </a:cubicBezTo>
                    <a:cubicBezTo>
                      <a:pt x="124" y="42"/>
                      <a:pt x="126" y="37"/>
                      <a:pt x="127" y="32"/>
                    </a:cubicBezTo>
                    <a:cubicBezTo>
                      <a:pt x="130" y="20"/>
                      <a:pt x="140" y="12"/>
                      <a:pt x="150" y="6"/>
                    </a:cubicBezTo>
                    <a:cubicBezTo>
                      <a:pt x="155" y="3"/>
                      <a:pt x="161" y="2"/>
                      <a:pt x="166" y="1"/>
                    </a:cubicBezTo>
                    <a:cubicBezTo>
                      <a:pt x="173" y="0"/>
                      <a:pt x="179" y="1"/>
                      <a:pt x="186" y="3"/>
                    </a:cubicBezTo>
                    <a:cubicBezTo>
                      <a:pt x="190" y="5"/>
                      <a:pt x="196" y="8"/>
                      <a:pt x="198" y="12"/>
                    </a:cubicBezTo>
                    <a:cubicBezTo>
                      <a:pt x="203" y="17"/>
                      <a:pt x="204" y="22"/>
                      <a:pt x="205" y="28"/>
                    </a:cubicBezTo>
                    <a:cubicBezTo>
                      <a:pt x="207" y="40"/>
                      <a:pt x="202" y="52"/>
                      <a:pt x="196" y="63"/>
                    </a:cubicBezTo>
                    <a:cubicBezTo>
                      <a:pt x="189" y="74"/>
                      <a:pt x="179" y="84"/>
                      <a:pt x="169" y="92"/>
                    </a:cubicBezTo>
                    <a:cubicBezTo>
                      <a:pt x="164" y="96"/>
                      <a:pt x="159" y="100"/>
                      <a:pt x="154" y="103"/>
                    </a:cubicBezTo>
                    <a:cubicBezTo>
                      <a:pt x="148" y="106"/>
                      <a:pt x="142" y="109"/>
                      <a:pt x="135" y="111"/>
                    </a:cubicBezTo>
                    <a:cubicBezTo>
                      <a:pt x="129" y="112"/>
                      <a:pt x="124" y="112"/>
                      <a:pt x="118" y="111"/>
                    </a:cubicBezTo>
                    <a:cubicBezTo>
                      <a:pt x="116" y="110"/>
                      <a:pt x="113" y="109"/>
                      <a:pt x="111" y="107"/>
                    </a:cubicBezTo>
                    <a:cubicBezTo>
                      <a:pt x="109" y="105"/>
                      <a:pt x="107" y="103"/>
                      <a:pt x="106" y="100"/>
                    </a:cubicBezTo>
                    <a:cubicBezTo>
                      <a:pt x="105" y="97"/>
                      <a:pt x="105" y="93"/>
                      <a:pt x="105" y="89"/>
                    </a:cubicBezTo>
                    <a:cubicBezTo>
                      <a:pt x="98" y="94"/>
                      <a:pt x="91" y="98"/>
                      <a:pt x="85" y="103"/>
                    </a:cubicBezTo>
                    <a:cubicBezTo>
                      <a:pt x="77" y="108"/>
                      <a:pt x="70" y="113"/>
                      <a:pt x="62" y="117"/>
                    </a:cubicBezTo>
                    <a:cubicBezTo>
                      <a:pt x="50" y="124"/>
                      <a:pt x="38" y="128"/>
                      <a:pt x="25" y="128"/>
                    </a:cubicBezTo>
                    <a:lnTo>
                      <a:pt x="24" y="128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5" name="Google Shape;1615;p17"/>
              <p:cNvSpPr/>
              <p:nvPr/>
            </p:nvSpPr>
            <p:spPr>
              <a:xfrm>
                <a:off x="3463920" y="4704120"/>
                <a:ext cx="22680" cy="51840"/>
              </a:xfrm>
              <a:custGeom>
                <a:avLst/>
                <a:gdLst/>
                <a:ahLst/>
                <a:cxnLst/>
                <a:rect l="l" t="t" r="r" b="b"/>
                <a:pathLst>
                  <a:path w="63" h="144" extrusionOk="0">
                    <a:moveTo>
                      <a:pt x="13" y="142"/>
                    </a:moveTo>
                    <a:cubicBezTo>
                      <a:pt x="8" y="141"/>
                      <a:pt x="4" y="136"/>
                      <a:pt x="5" y="131"/>
                    </a:cubicBezTo>
                    <a:cubicBezTo>
                      <a:pt x="6" y="126"/>
                      <a:pt x="11" y="122"/>
                      <a:pt x="16" y="123"/>
                    </a:cubicBezTo>
                    <a:cubicBezTo>
                      <a:pt x="17" y="123"/>
                      <a:pt x="18" y="123"/>
                      <a:pt x="18" y="124"/>
                    </a:cubicBezTo>
                    <a:lnTo>
                      <a:pt x="19" y="124"/>
                    </a:lnTo>
                    <a:cubicBezTo>
                      <a:pt x="21" y="123"/>
                      <a:pt x="22" y="123"/>
                      <a:pt x="24" y="123"/>
                    </a:cubicBezTo>
                    <a:cubicBezTo>
                      <a:pt x="25" y="123"/>
                      <a:pt x="25" y="123"/>
                      <a:pt x="26" y="123"/>
                    </a:cubicBezTo>
                    <a:cubicBezTo>
                      <a:pt x="26" y="123"/>
                      <a:pt x="27" y="122"/>
                      <a:pt x="28" y="122"/>
                    </a:cubicBezTo>
                    <a:cubicBezTo>
                      <a:pt x="30" y="121"/>
                      <a:pt x="32" y="120"/>
                      <a:pt x="33" y="119"/>
                    </a:cubicBezTo>
                    <a:cubicBezTo>
                      <a:pt x="34" y="119"/>
                      <a:pt x="35" y="118"/>
                      <a:pt x="36" y="118"/>
                    </a:cubicBezTo>
                    <a:cubicBezTo>
                      <a:pt x="36" y="118"/>
                      <a:pt x="37" y="117"/>
                      <a:pt x="37" y="116"/>
                    </a:cubicBezTo>
                    <a:cubicBezTo>
                      <a:pt x="38" y="116"/>
                      <a:pt x="38" y="116"/>
                      <a:pt x="38" y="116"/>
                    </a:cubicBezTo>
                    <a:cubicBezTo>
                      <a:pt x="39" y="115"/>
                      <a:pt x="39" y="114"/>
                      <a:pt x="40" y="112"/>
                    </a:cubicBezTo>
                    <a:cubicBezTo>
                      <a:pt x="40" y="111"/>
                      <a:pt x="41" y="110"/>
                      <a:pt x="42" y="109"/>
                    </a:cubicBezTo>
                    <a:cubicBezTo>
                      <a:pt x="42" y="108"/>
                      <a:pt x="42" y="107"/>
                      <a:pt x="42" y="106"/>
                    </a:cubicBezTo>
                    <a:cubicBezTo>
                      <a:pt x="43" y="105"/>
                      <a:pt x="43" y="103"/>
                      <a:pt x="43" y="101"/>
                    </a:cubicBezTo>
                    <a:lnTo>
                      <a:pt x="43" y="100"/>
                    </a:lnTo>
                    <a:cubicBezTo>
                      <a:pt x="43" y="99"/>
                      <a:pt x="43" y="98"/>
                      <a:pt x="43" y="98"/>
                    </a:cubicBezTo>
                    <a:cubicBezTo>
                      <a:pt x="43" y="96"/>
                      <a:pt x="43" y="95"/>
                      <a:pt x="42" y="94"/>
                    </a:cubicBezTo>
                    <a:cubicBezTo>
                      <a:pt x="42" y="93"/>
                      <a:pt x="42" y="93"/>
                      <a:pt x="42" y="92"/>
                    </a:cubicBezTo>
                    <a:cubicBezTo>
                      <a:pt x="41" y="90"/>
                      <a:pt x="40" y="88"/>
                      <a:pt x="39" y="87"/>
                    </a:cubicBezTo>
                    <a:cubicBezTo>
                      <a:pt x="38" y="85"/>
                      <a:pt x="36" y="83"/>
                      <a:pt x="35" y="81"/>
                    </a:cubicBezTo>
                    <a:cubicBezTo>
                      <a:pt x="30" y="75"/>
                      <a:pt x="25" y="69"/>
                      <a:pt x="20" y="63"/>
                    </a:cubicBezTo>
                    <a:cubicBezTo>
                      <a:pt x="15" y="58"/>
                      <a:pt x="10" y="52"/>
                      <a:pt x="7" y="45"/>
                    </a:cubicBezTo>
                    <a:cubicBezTo>
                      <a:pt x="2" y="37"/>
                      <a:pt x="0" y="27"/>
                      <a:pt x="5" y="19"/>
                    </a:cubicBezTo>
                    <a:cubicBezTo>
                      <a:pt x="7" y="15"/>
                      <a:pt x="11" y="12"/>
                      <a:pt x="15" y="10"/>
                    </a:cubicBezTo>
                    <a:cubicBezTo>
                      <a:pt x="18" y="8"/>
                      <a:pt x="21" y="6"/>
                      <a:pt x="24" y="5"/>
                    </a:cubicBezTo>
                    <a:cubicBezTo>
                      <a:pt x="30" y="3"/>
                      <a:pt x="37" y="0"/>
                      <a:pt x="43" y="0"/>
                    </a:cubicBezTo>
                    <a:cubicBezTo>
                      <a:pt x="47" y="1"/>
                      <a:pt x="52" y="2"/>
                      <a:pt x="56" y="5"/>
                    </a:cubicBezTo>
                    <a:cubicBezTo>
                      <a:pt x="59" y="7"/>
                      <a:pt x="60" y="12"/>
                      <a:pt x="60" y="16"/>
                    </a:cubicBezTo>
                    <a:cubicBezTo>
                      <a:pt x="59" y="19"/>
                      <a:pt x="58" y="22"/>
                      <a:pt x="56" y="25"/>
                    </a:cubicBezTo>
                    <a:lnTo>
                      <a:pt x="56" y="26"/>
                    </a:lnTo>
                    <a:cubicBezTo>
                      <a:pt x="54" y="30"/>
                      <a:pt x="49" y="33"/>
                      <a:pt x="43" y="31"/>
                    </a:cubicBezTo>
                    <a:cubicBezTo>
                      <a:pt x="39" y="29"/>
                      <a:pt x="38" y="24"/>
                      <a:pt x="38" y="20"/>
                    </a:cubicBezTo>
                    <a:cubicBezTo>
                      <a:pt x="38" y="20"/>
                      <a:pt x="37" y="21"/>
                      <a:pt x="36" y="21"/>
                    </a:cubicBezTo>
                    <a:cubicBezTo>
                      <a:pt x="33" y="21"/>
                      <a:pt x="31" y="23"/>
                      <a:pt x="28" y="24"/>
                    </a:cubicBezTo>
                    <a:cubicBezTo>
                      <a:pt x="27" y="24"/>
                      <a:pt x="26" y="25"/>
                      <a:pt x="24" y="26"/>
                    </a:cubicBezTo>
                    <a:cubicBezTo>
                      <a:pt x="25" y="26"/>
                      <a:pt x="25" y="25"/>
                      <a:pt x="25" y="25"/>
                    </a:cubicBezTo>
                    <a:cubicBezTo>
                      <a:pt x="25" y="26"/>
                      <a:pt x="24" y="26"/>
                      <a:pt x="23" y="27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4" y="26"/>
                      <a:pt x="23" y="27"/>
                      <a:pt x="22" y="27"/>
                    </a:cubicBezTo>
                    <a:lnTo>
                      <a:pt x="22" y="28"/>
                    </a:lnTo>
                    <a:lnTo>
                      <a:pt x="21" y="28"/>
                    </a:lnTo>
                    <a:cubicBezTo>
                      <a:pt x="21" y="29"/>
                      <a:pt x="21" y="29"/>
                      <a:pt x="21" y="29"/>
                    </a:cubicBezTo>
                    <a:lnTo>
                      <a:pt x="21" y="30"/>
                    </a:lnTo>
                    <a:lnTo>
                      <a:pt x="21" y="31"/>
                    </a:lnTo>
                    <a:cubicBezTo>
                      <a:pt x="21" y="31"/>
                      <a:pt x="21" y="32"/>
                      <a:pt x="21" y="33"/>
                    </a:cubicBezTo>
                    <a:cubicBezTo>
                      <a:pt x="22" y="33"/>
                      <a:pt x="22" y="34"/>
                      <a:pt x="22" y="35"/>
                    </a:cubicBezTo>
                    <a:cubicBezTo>
                      <a:pt x="23" y="37"/>
                      <a:pt x="24" y="38"/>
                      <a:pt x="25" y="39"/>
                    </a:cubicBezTo>
                    <a:cubicBezTo>
                      <a:pt x="26" y="41"/>
                      <a:pt x="28" y="44"/>
                      <a:pt x="29" y="46"/>
                    </a:cubicBezTo>
                    <a:cubicBezTo>
                      <a:pt x="33" y="51"/>
                      <a:pt x="37" y="55"/>
                      <a:pt x="41" y="59"/>
                    </a:cubicBezTo>
                    <a:cubicBezTo>
                      <a:pt x="47" y="67"/>
                      <a:pt x="54" y="74"/>
                      <a:pt x="58" y="84"/>
                    </a:cubicBezTo>
                    <a:cubicBezTo>
                      <a:pt x="60" y="87"/>
                      <a:pt x="61" y="90"/>
                      <a:pt x="61" y="94"/>
                    </a:cubicBezTo>
                    <a:cubicBezTo>
                      <a:pt x="62" y="98"/>
                      <a:pt x="62" y="102"/>
                      <a:pt x="61" y="107"/>
                    </a:cubicBezTo>
                    <a:cubicBezTo>
                      <a:pt x="60" y="114"/>
                      <a:pt x="56" y="122"/>
                      <a:pt x="52" y="128"/>
                    </a:cubicBezTo>
                    <a:cubicBezTo>
                      <a:pt x="50" y="130"/>
                      <a:pt x="47" y="133"/>
                      <a:pt x="45" y="134"/>
                    </a:cubicBezTo>
                    <a:cubicBezTo>
                      <a:pt x="42" y="136"/>
                      <a:pt x="38" y="138"/>
                      <a:pt x="35" y="139"/>
                    </a:cubicBezTo>
                    <a:cubicBezTo>
                      <a:pt x="30" y="141"/>
                      <a:pt x="25" y="143"/>
                      <a:pt x="19" y="143"/>
                    </a:cubicBezTo>
                    <a:cubicBezTo>
                      <a:pt x="17" y="143"/>
                      <a:pt x="15" y="143"/>
                      <a:pt x="13" y="1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6" name="Google Shape;1616;p17"/>
              <p:cNvSpPr/>
              <p:nvPr/>
            </p:nvSpPr>
            <p:spPr>
              <a:xfrm>
                <a:off x="3501720" y="4709880"/>
                <a:ext cx="19440" cy="29880"/>
              </a:xfrm>
              <a:custGeom>
                <a:avLst/>
                <a:gdLst/>
                <a:ahLst/>
                <a:cxnLst/>
                <a:rect l="l" t="t" r="r" b="b"/>
                <a:pathLst>
                  <a:path w="54" h="83" extrusionOk="0">
                    <a:moveTo>
                      <a:pt x="34" y="77"/>
                    </a:moveTo>
                    <a:cubicBezTo>
                      <a:pt x="33" y="75"/>
                      <a:pt x="33" y="74"/>
                      <a:pt x="33" y="73"/>
                    </a:cubicBezTo>
                    <a:lnTo>
                      <a:pt x="33" y="74"/>
                    </a:lnTo>
                    <a:cubicBezTo>
                      <a:pt x="33" y="73"/>
                      <a:pt x="33" y="73"/>
                      <a:pt x="33" y="73"/>
                    </a:cubicBezTo>
                    <a:cubicBezTo>
                      <a:pt x="33" y="72"/>
                      <a:pt x="32" y="72"/>
                      <a:pt x="32" y="72"/>
                    </a:cubicBezTo>
                    <a:cubicBezTo>
                      <a:pt x="28" y="63"/>
                      <a:pt x="23" y="53"/>
                      <a:pt x="18" y="43"/>
                    </a:cubicBezTo>
                    <a:cubicBezTo>
                      <a:pt x="13" y="34"/>
                      <a:pt x="7" y="24"/>
                      <a:pt x="2" y="15"/>
                    </a:cubicBezTo>
                    <a:cubicBezTo>
                      <a:pt x="0" y="11"/>
                      <a:pt x="1" y="6"/>
                      <a:pt x="4" y="3"/>
                    </a:cubicBezTo>
                    <a:cubicBezTo>
                      <a:pt x="7" y="0"/>
                      <a:pt x="12" y="0"/>
                      <a:pt x="15" y="3"/>
                    </a:cubicBezTo>
                    <a:cubicBezTo>
                      <a:pt x="16" y="3"/>
                      <a:pt x="18" y="4"/>
                      <a:pt x="18" y="5"/>
                    </a:cubicBezTo>
                    <a:lnTo>
                      <a:pt x="19" y="5"/>
                    </a:lnTo>
                    <a:cubicBezTo>
                      <a:pt x="20" y="7"/>
                      <a:pt x="22" y="10"/>
                      <a:pt x="22" y="12"/>
                    </a:cubicBezTo>
                    <a:cubicBezTo>
                      <a:pt x="23" y="15"/>
                      <a:pt x="25" y="18"/>
                      <a:pt x="26" y="21"/>
                    </a:cubicBezTo>
                    <a:cubicBezTo>
                      <a:pt x="29" y="26"/>
                      <a:pt x="32" y="31"/>
                      <a:pt x="34" y="36"/>
                    </a:cubicBezTo>
                    <a:cubicBezTo>
                      <a:pt x="40" y="47"/>
                      <a:pt x="46" y="58"/>
                      <a:pt x="51" y="69"/>
                    </a:cubicBezTo>
                    <a:cubicBezTo>
                      <a:pt x="53" y="74"/>
                      <a:pt x="52" y="79"/>
                      <a:pt x="47" y="82"/>
                    </a:cubicBezTo>
                    <a:cubicBezTo>
                      <a:pt x="46" y="82"/>
                      <a:pt x="44" y="82"/>
                      <a:pt x="43" y="82"/>
                    </a:cubicBezTo>
                    <a:cubicBezTo>
                      <a:pt x="39" y="82"/>
                      <a:pt x="36" y="80"/>
                      <a:pt x="34" y="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7" name="Google Shape;1617;p17"/>
              <p:cNvSpPr/>
              <p:nvPr/>
            </p:nvSpPr>
            <p:spPr>
              <a:xfrm>
                <a:off x="3504600" y="4713840"/>
                <a:ext cx="31320" cy="25560"/>
              </a:xfrm>
              <a:custGeom>
                <a:avLst/>
                <a:gdLst/>
                <a:ahLst/>
                <a:cxnLst/>
                <a:rect l="l" t="t" r="r" b="b"/>
                <a:pathLst>
                  <a:path w="87" h="71" extrusionOk="0">
                    <a:moveTo>
                      <a:pt x="4" y="68"/>
                    </a:moveTo>
                    <a:cubicBezTo>
                      <a:pt x="0" y="65"/>
                      <a:pt x="0" y="59"/>
                      <a:pt x="3" y="55"/>
                    </a:cubicBezTo>
                    <a:cubicBezTo>
                      <a:pt x="12" y="44"/>
                      <a:pt x="22" y="33"/>
                      <a:pt x="33" y="24"/>
                    </a:cubicBezTo>
                    <a:cubicBezTo>
                      <a:pt x="39" y="19"/>
                      <a:pt x="44" y="14"/>
                      <a:pt x="50" y="10"/>
                    </a:cubicBezTo>
                    <a:cubicBezTo>
                      <a:pt x="53" y="7"/>
                      <a:pt x="57" y="5"/>
                      <a:pt x="60" y="3"/>
                    </a:cubicBezTo>
                    <a:cubicBezTo>
                      <a:pt x="63" y="1"/>
                      <a:pt x="67" y="0"/>
                      <a:pt x="70" y="0"/>
                    </a:cubicBezTo>
                    <a:cubicBezTo>
                      <a:pt x="72" y="0"/>
                      <a:pt x="73" y="0"/>
                      <a:pt x="74" y="1"/>
                    </a:cubicBezTo>
                    <a:cubicBezTo>
                      <a:pt x="76" y="1"/>
                      <a:pt x="77" y="3"/>
                      <a:pt x="79" y="3"/>
                    </a:cubicBezTo>
                    <a:cubicBezTo>
                      <a:pt x="80" y="4"/>
                      <a:pt x="81" y="6"/>
                      <a:pt x="82" y="7"/>
                    </a:cubicBezTo>
                    <a:cubicBezTo>
                      <a:pt x="86" y="11"/>
                      <a:pt x="85" y="17"/>
                      <a:pt x="82" y="21"/>
                    </a:cubicBezTo>
                    <a:cubicBezTo>
                      <a:pt x="78" y="24"/>
                      <a:pt x="72" y="24"/>
                      <a:pt x="68" y="20"/>
                    </a:cubicBezTo>
                    <a:cubicBezTo>
                      <a:pt x="67" y="21"/>
                      <a:pt x="67" y="21"/>
                      <a:pt x="66" y="22"/>
                    </a:cubicBezTo>
                    <a:cubicBezTo>
                      <a:pt x="61" y="25"/>
                      <a:pt x="56" y="28"/>
                      <a:pt x="52" y="32"/>
                    </a:cubicBezTo>
                    <a:cubicBezTo>
                      <a:pt x="52" y="32"/>
                      <a:pt x="51" y="32"/>
                      <a:pt x="51" y="33"/>
                    </a:cubicBezTo>
                    <a:cubicBezTo>
                      <a:pt x="51" y="32"/>
                      <a:pt x="52" y="32"/>
                      <a:pt x="52" y="32"/>
                    </a:cubicBezTo>
                    <a:cubicBezTo>
                      <a:pt x="44" y="38"/>
                      <a:pt x="37" y="45"/>
                      <a:pt x="30" y="53"/>
                    </a:cubicBezTo>
                    <a:cubicBezTo>
                      <a:pt x="30" y="52"/>
                      <a:pt x="31" y="52"/>
                      <a:pt x="31" y="52"/>
                    </a:cubicBezTo>
                    <a:cubicBezTo>
                      <a:pt x="26" y="57"/>
                      <a:pt x="21" y="62"/>
                      <a:pt x="17" y="67"/>
                    </a:cubicBezTo>
                    <a:cubicBezTo>
                      <a:pt x="15" y="70"/>
                      <a:pt x="13" y="70"/>
                      <a:pt x="10" y="70"/>
                    </a:cubicBezTo>
                    <a:cubicBezTo>
                      <a:pt x="8" y="70"/>
                      <a:pt x="6" y="70"/>
                      <a:pt x="4" y="6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8" name="Google Shape;1618;p17"/>
              <p:cNvSpPr/>
              <p:nvPr/>
            </p:nvSpPr>
            <p:spPr>
              <a:xfrm>
                <a:off x="3543840" y="4695120"/>
                <a:ext cx="14400" cy="34560"/>
              </a:xfrm>
              <a:custGeom>
                <a:avLst/>
                <a:gdLst/>
                <a:ahLst/>
                <a:cxnLst/>
                <a:rect l="l" t="t" r="r" b="b"/>
                <a:pathLst>
                  <a:path w="40" h="96" extrusionOk="0">
                    <a:moveTo>
                      <a:pt x="9" y="95"/>
                    </a:moveTo>
                    <a:cubicBezTo>
                      <a:pt x="4" y="95"/>
                      <a:pt x="0" y="90"/>
                      <a:pt x="1" y="84"/>
                    </a:cubicBezTo>
                    <a:cubicBezTo>
                      <a:pt x="3" y="74"/>
                      <a:pt x="6" y="63"/>
                      <a:pt x="9" y="53"/>
                    </a:cubicBezTo>
                    <a:cubicBezTo>
                      <a:pt x="9" y="53"/>
                      <a:pt x="9" y="54"/>
                      <a:pt x="8" y="55"/>
                    </a:cubicBezTo>
                    <a:cubicBezTo>
                      <a:pt x="10" y="48"/>
                      <a:pt x="11" y="40"/>
                      <a:pt x="13" y="33"/>
                    </a:cubicBezTo>
                    <a:cubicBezTo>
                      <a:pt x="11" y="30"/>
                      <a:pt x="10" y="27"/>
                      <a:pt x="11" y="23"/>
                    </a:cubicBezTo>
                    <a:cubicBezTo>
                      <a:pt x="14" y="17"/>
                      <a:pt x="17" y="11"/>
                      <a:pt x="20" y="5"/>
                    </a:cubicBezTo>
                    <a:cubicBezTo>
                      <a:pt x="23" y="1"/>
                      <a:pt x="28" y="0"/>
                      <a:pt x="32" y="2"/>
                    </a:cubicBezTo>
                    <a:cubicBezTo>
                      <a:pt x="37" y="4"/>
                      <a:pt x="39" y="9"/>
                      <a:pt x="38" y="13"/>
                    </a:cubicBezTo>
                    <a:cubicBezTo>
                      <a:pt x="36" y="20"/>
                      <a:pt x="34" y="26"/>
                      <a:pt x="32" y="32"/>
                    </a:cubicBezTo>
                    <a:cubicBezTo>
                      <a:pt x="31" y="35"/>
                      <a:pt x="31" y="38"/>
                      <a:pt x="30" y="40"/>
                    </a:cubicBezTo>
                    <a:lnTo>
                      <a:pt x="30" y="41"/>
                    </a:lnTo>
                    <a:lnTo>
                      <a:pt x="30" y="40"/>
                    </a:lnTo>
                    <a:cubicBezTo>
                      <a:pt x="30" y="41"/>
                      <a:pt x="30" y="41"/>
                      <a:pt x="30" y="41"/>
                    </a:cubicBezTo>
                    <a:cubicBezTo>
                      <a:pt x="27" y="57"/>
                      <a:pt x="23" y="72"/>
                      <a:pt x="20" y="88"/>
                    </a:cubicBezTo>
                    <a:cubicBezTo>
                      <a:pt x="18" y="92"/>
                      <a:pt x="15" y="95"/>
                      <a:pt x="10" y="95"/>
                    </a:cubicBezTo>
                    <a:lnTo>
                      <a:pt x="9" y="95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9" name="Google Shape;1619;p17"/>
              <p:cNvSpPr/>
              <p:nvPr/>
            </p:nvSpPr>
            <p:spPr>
              <a:xfrm>
                <a:off x="3337560" y="4201200"/>
                <a:ext cx="561600" cy="593640"/>
              </a:xfrm>
              <a:custGeom>
                <a:avLst/>
                <a:gdLst/>
                <a:ahLst/>
                <a:cxnLst/>
                <a:rect l="l" t="t" r="r" b="b"/>
                <a:pathLst>
                  <a:path w="1560" h="1649" extrusionOk="0">
                    <a:moveTo>
                      <a:pt x="865" y="1646"/>
                    </a:moveTo>
                    <a:cubicBezTo>
                      <a:pt x="857" y="1643"/>
                      <a:pt x="851" y="1640"/>
                      <a:pt x="844" y="1636"/>
                    </a:cubicBezTo>
                    <a:cubicBezTo>
                      <a:pt x="840" y="1634"/>
                      <a:pt x="837" y="1631"/>
                      <a:pt x="834" y="1628"/>
                    </a:cubicBezTo>
                    <a:cubicBezTo>
                      <a:pt x="831" y="1625"/>
                      <a:pt x="828" y="1622"/>
                      <a:pt x="826" y="1618"/>
                    </a:cubicBezTo>
                    <a:cubicBezTo>
                      <a:pt x="822" y="1612"/>
                      <a:pt x="817" y="1607"/>
                      <a:pt x="813" y="1601"/>
                    </a:cubicBezTo>
                    <a:cubicBezTo>
                      <a:pt x="809" y="1596"/>
                      <a:pt x="806" y="1590"/>
                      <a:pt x="803" y="1584"/>
                    </a:cubicBezTo>
                    <a:cubicBezTo>
                      <a:pt x="800" y="1581"/>
                      <a:pt x="799" y="1578"/>
                      <a:pt x="797" y="1575"/>
                    </a:cubicBezTo>
                    <a:cubicBezTo>
                      <a:pt x="795" y="1571"/>
                      <a:pt x="793" y="1567"/>
                      <a:pt x="792" y="1563"/>
                    </a:cubicBezTo>
                    <a:cubicBezTo>
                      <a:pt x="788" y="1556"/>
                      <a:pt x="785" y="1548"/>
                      <a:pt x="782" y="1541"/>
                    </a:cubicBezTo>
                    <a:cubicBezTo>
                      <a:pt x="775" y="1525"/>
                      <a:pt x="770" y="1509"/>
                      <a:pt x="764" y="1494"/>
                    </a:cubicBezTo>
                    <a:cubicBezTo>
                      <a:pt x="759" y="1478"/>
                      <a:pt x="753" y="1462"/>
                      <a:pt x="747" y="1447"/>
                    </a:cubicBezTo>
                    <a:cubicBezTo>
                      <a:pt x="741" y="1430"/>
                      <a:pt x="735" y="1413"/>
                      <a:pt x="729" y="1396"/>
                    </a:cubicBezTo>
                    <a:cubicBezTo>
                      <a:pt x="724" y="1381"/>
                      <a:pt x="718" y="1366"/>
                      <a:pt x="713" y="1351"/>
                    </a:cubicBezTo>
                    <a:cubicBezTo>
                      <a:pt x="708" y="1337"/>
                      <a:pt x="704" y="1323"/>
                      <a:pt x="699" y="1308"/>
                    </a:cubicBezTo>
                    <a:cubicBezTo>
                      <a:pt x="694" y="1293"/>
                      <a:pt x="689" y="1278"/>
                      <a:pt x="683" y="1262"/>
                    </a:cubicBezTo>
                    <a:cubicBezTo>
                      <a:pt x="678" y="1248"/>
                      <a:pt x="674" y="1232"/>
                      <a:pt x="669" y="1217"/>
                    </a:cubicBezTo>
                    <a:cubicBezTo>
                      <a:pt x="668" y="1213"/>
                      <a:pt x="667" y="1209"/>
                      <a:pt x="666" y="1205"/>
                    </a:cubicBezTo>
                    <a:cubicBezTo>
                      <a:pt x="666" y="1206"/>
                      <a:pt x="666" y="1206"/>
                      <a:pt x="666" y="1206"/>
                    </a:cubicBezTo>
                    <a:cubicBezTo>
                      <a:pt x="655" y="1172"/>
                      <a:pt x="646" y="1137"/>
                      <a:pt x="636" y="1103"/>
                    </a:cubicBezTo>
                    <a:cubicBezTo>
                      <a:pt x="627" y="1068"/>
                      <a:pt x="618" y="1034"/>
                      <a:pt x="609" y="999"/>
                    </a:cubicBezTo>
                    <a:cubicBezTo>
                      <a:pt x="605" y="983"/>
                      <a:pt x="601" y="967"/>
                      <a:pt x="597" y="951"/>
                    </a:cubicBezTo>
                    <a:cubicBezTo>
                      <a:pt x="592" y="934"/>
                      <a:pt x="587" y="916"/>
                      <a:pt x="583" y="899"/>
                    </a:cubicBezTo>
                    <a:cubicBezTo>
                      <a:pt x="578" y="883"/>
                      <a:pt x="574" y="867"/>
                      <a:pt x="571" y="850"/>
                    </a:cubicBezTo>
                    <a:cubicBezTo>
                      <a:pt x="567" y="833"/>
                      <a:pt x="562" y="815"/>
                      <a:pt x="559" y="799"/>
                    </a:cubicBezTo>
                    <a:cubicBezTo>
                      <a:pt x="550" y="764"/>
                      <a:pt x="543" y="730"/>
                      <a:pt x="537" y="695"/>
                    </a:cubicBezTo>
                    <a:cubicBezTo>
                      <a:pt x="533" y="679"/>
                      <a:pt x="528" y="662"/>
                      <a:pt x="524" y="645"/>
                    </a:cubicBezTo>
                    <a:cubicBezTo>
                      <a:pt x="520" y="628"/>
                      <a:pt x="516" y="612"/>
                      <a:pt x="511" y="596"/>
                    </a:cubicBezTo>
                    <a:cubicBezTo>
                      <a:pt x="510" y="593"/>
                      <a:pt x="509" y="591"/>
                      <a:pt x="509" y="588"/>
                    </a:cubicBezTo>
                    <a:cubicBezTo>
                      <a:pt x="509" y="588"/>
                      <a:pt x="509" y="589"/>
                      <a:pt x="509" y="590"/>
                    </a:cubicBezTo>
                    <a:cubicBezTo>
                      <a:pt x="499" y="556"/>
                      <a:pt x="488" y="522"/>
                      <a:pt x="477" y="489"/>
                    </a:cubicBezTo>
                    <a:cubicBezTo>
                      <a:pt x="467" y="455"/>
                      <a:pt x="456" y="423"/>
                      <a:pt x="446" y="390"/>
                    </a:cubicBezTo>
                    <a:cubicBezTo>
                      <a:pt x="440" y="373"/>
                      <a:pt x="435" y="356"/>
                      <a:pt x="431" y="339"/>
                    </a:cubicBezTo>
                    <a:cubicBezTo>
                      <a:pt x="426" y="321"/>
                      <a:pt x="422" y="305"/>
                      <a:pt x="419" y="287"/>
                    </a:cubicBezTo>
                    <a:cubicBezTo>
                      <a:pt x="412" y="254"/>
                      <a:pt x="407" y="220"/>
                      <a:pt x="400" y="187"/>
                    </a:cubicBezTo>
                    <a:cubicBezTo>
                      <a:pt x="397" y="172"/>
                      <a:pt x="394" y="157"/>
                      <a:pt x="390" y="143"/>
                    </a:cubicBezTo>
                    <a:cubicBezTo>
                      <a:pt x="387" y="129"/>
                      <a:pt x="384" y="115"/>
                      <a:pt x="380" y="101"/>
                    </a:cubicBezTo>
                    <a:cubicBezTo>
                      <a:pt x="378" y="94"/>
                      <a:pt x="376" y="88"/>
                      <a:pt x="373" y="81"/>
                    </a:cubicBezTo>
                    <a:cubicBezTo>
                      <a:pt x="370" y="76"/>
                      <a:pt x="368" y="71"/>
                      <a:pt x="365" y="67"/>
                    </a:cubicBezTo>
                    <a:cubicBezTo>
                      <a:pt x="364" y="64"/>
                      <a:pt x="362" y="62"/>
                      <a:pt x="360" y="59"/>
                    </a:cubicBezTo>
                    <a:cubicBezTo>
                      <a:pt x="359" y="58"/>
                      <a:pt x="358" y="57"/>
                      <a:pt x="357" y="56"/>
                    </a:cubicBezTo>
                    <a:cubicBezTo>
                      <a:pt x="356" y="55"/>
                      <a:pt x="355" y="54"/>
                      <a:pt x="354" y="53"/>
                    </a:cubicBezTo>
                    <a:cubicBezTo>
                      <a:pt x="352" y="52"/>
                      <a:pt x="351" y="52"/>
                      <a:pt x="350" y="50"/>
                    </a:cubicBezTo>
                    <a:cubicBezTo>
                      <a:pt x="349" y="50"/>
                      <a:pt x="348" y="49"/>
                      <a:pt x="347" y="49"/>
                    </a:cubicBezTo>
                    <a:cubicBezTo>
                      <a:pt x="345" y="49"/>
                      <a:pt x="344" y="48"/>
                      <a:pt x="343" y="48"/>
                    </a:cubicBezTo>
                    <a:cubicBezTo>
                      <a:pt x="341" y="48"/>
                      <a:pt x="340" y="48"/>
                      <a:pt x="338" y="47"/>
                    </a:cubicBezTo>
                    <a:cubicBezTo>
                      <a:pt x="337" y="47"/>
                      <a:pt x="336" y="47"/>
                      <a:pt x="334" y="47"/>
                    </a:cubicBezTo>
                    <a:cubicBezTo>
                      <a:pt x="333" y="47"/>
                      <a:pt x="331" y="47"/>
                      <a:pt x="330" y="48"/>
                    </a:cubicBezTo>
                    <a:cubicBezTo>
                      <a:pt x="329" y="48"/>
                      <a:pt x="327" y="48"/>
                      <a:pt x="326" y="49"/>
                    </a:cubicBezTo>
                    <a:cubicBezTo>
                      <a:pt x="324" y="49"/>
                      <a:pt x="323" y="49"/>
                      <a:pt x="322" y="50"/>
                    </a:cubicBezTo>
                    <a:cubicBezTo>
                      <a:pt x="320" y="51"/>
                      <a:pt x="319" y="52"/>
                      <a:pt x="317" y="52"/>
                    </a:cubicBezTo>
                    <a:cubicBezTo>
                      <a:pt x="316" y="53"/>
                      <a:pt x="315" y="55"/>
                      <a:pt x="313" y="56"/>
                    </a:cubicBezTo>
                    <a:cubicBezTo>
                      <a:pt x="311" y="57"/>
                      <a:pt x="309" y="59"/>
                      <a:pt x="307" y="61"/>
                    </a:cubicBezTo>
                    <a:cubicBezTo>
                      <a:pt x="306" y="62"/>
                      <a:pt x="305" y="63"/>
                      <a:pt x="303" y="64"/>
                    </a:cubicBezTo>
                    <a:cubicBezTo>
                      <a:pt x="301" y="69"/>
                      <a:pt x="298" y="73"/>
                      <a:pt x="296" y="78"/>
                    </a:cubicBezTo>
                    <a:cubicBezTo>
                      <a:pt x="291" y="87"/>
                      <a:pt x="286" y="96"/>
                      <a:pt x="281" y="105"/>
                    </a:cubicBezTo>
                    <a:cubicBezTo>
                      <a:pt x="277" y="115"/>
                      <a:pt x="273" y="124"/>
                      <a:pt x="268" y="134"/>
                    </a:cubicBezTo>
                    <a:cubicBezTo>
                      <a:pt x="259" y="154"/>
                      <a:pt x="250" y="173"/>
                      <a:pt x="242" y="194"/>
                    </a:cubicBezTo>
                    <a:cubicBezTo>
                      <a:pt x="242" y="193"/>
                      <a:pt x="242" y="193"/>
                      <a:pt x="242" y="193"/>
                    </a:cubicBezTo>
                    <a:cubicBezTo>
                      <a:pt x="239" y="201"/>
                      <a:pt x="236" y="208"/>
                      <a:pt x="234" y="215"/>
                    </a:cubicBezTo>
                    <a:cubicBezTo>
                      <a:pt x="222" y="246"/>
                      <a:pt x="211" y="277"/>
                      <a:pt x="200" y="306"/>
                    </a:cubicBezTo>
                    <a:lnTo>
                      <a:pt x="200" y="307"/>
                    </a:lnTo>
                    <a:cubicBezTo>
                      <a:pt x="200" y="307"/>
                      <a:pt x="200" y="308"/>
                      <a:pt x="199" y="308"/>
                    </a:cubicBezTo>
                    <a:cubicBezTo>
                      <a:pt x="199" y="310"/>
                      <a:pt x="198" y="312"/>
                      <a:pt x="197" y="314"/>
                    </a:cubicBezTo>
                    <a:cubicBezTo>
                      <a:pt x="185" y="346"/>
                      <a:pt x="173" y="378"/>
                      <a:pt x="161" y="410"/>
                    </a:cubicBezTo>
                    <a:cubicBezTo>
                      <a:pt x="155" y="426"/>
                      <a:pt x="150" y="443"/>
                      <a:pt x="144" y="458"/>
                    </a:cubicBezTo>
                    <a:cubicBezTo>
                      <a:pt x="138" y="474"/>
                      <a:pt x="132" y="490"/>
                      <a:pt x="126" y="505"/>
                    </a:cubicBezTo>
                    <a:cubicBezTo>
                      <a:pt x="114" y="538"/>
                      <a:pt x="104" y="571"/>
                      <a:pt x="94" y="603"/>
                    </a:cubicBezTo>
                    <a:cubicBezTo>
                      <a:pt x="90" y="621"/>
                      <a:pt x="86" y="638"/>
                      <a:pt x="81" y="655"/>
                    </a:cubicBezTo>
                    <a:cubicBezTo>
                      <a:pt x="77" y="672"/>
                      <a:pt x="72" y="688"/>
                      <a:pt x="68" y="704"/>
                    </a:cubicBezTo>
                    <a:cubicBezTo>
                      <a:pt x="65" y="712"/>
                      <a:pt x="63" y="720"/>
                      <a:pt x="61" y="729"/>
                    </a:cubicBezTo>
                    <a:cubicBezTo>
                      <a:pt x="55" y="755"/>
                      <a:pt x="51" y="783"/>
                      <a:pt x="46" y="810"/>
                    </a:cubicBezTo>
                    <a:cubicBezTo>
                      <a:pt x="43" y="824"/>
                      <a:pt x="41" y="838"/>
                      <a:pt x="38" y="851"/>
                    </a:cubicBezTo>
                    <a:cubicBezTo>
                      <a:pt x="37" y="858"/>
                      <a:pt x="35" y="865"/>
                      <a:pt x="34" y="872"/>
                    </a:cubicBezTo>
                    <a:cubicBezTo>
                      <a:pt x="34" y="875"/>
                      <a:pt x="33" y="879"/>
                      <a:pt x="33" y="882"/>
                    </a:cubicBezTo>
                    <a:cubicBezTo>
                      <a:pt x="33" y="884"/>
                      <a:pt x="32" y="886"/>
                      <a:pt x="32" y="888"/>
                    </a:cubicBezTo>
                    <a:cubicBezTo>
                      <a:pt x="30" y="896"/>
                      <a:pt x="23" y="902"/>
                      <a:pt x="13" y="901"/>
                    </a:cubicBezTo>
                    <a:cubicBezTo>
                      <a:pt x="9" y="901"/>
                      <a:pt x="6" y="898"/>
                      <a:pt x="3" y="895"/>
                    </a:cubicBezTo>
                    <a:cubicBezTo>
                      <a:pt x="0" y="891"/>
                      <a:pt x="0" y="887"/>
                      <a:pt x="0" y="882"/>
                    </a:cubicBezTo>
                    <a:cubicBezTo>
                      <a:pt x="0" y="881"/>
                      <a:pt x="1" y="878"/>
                      <a:pt x="2" y="876"/>
                    </a:cubicBezTo>
                    <a:cubicBezTo>
                      <a:pt x="2" y="872"/>
                      <a:pt x="3" y="867"/>
                      <a:pt x="4" y="863"/>
                    </a:cubicBezTo>
                    <a:cubicBezTo>
                      <a:pt x="6" y="854"/>
                      <a:pt x="7" y="846"/>
                      <a:pt x="9" y="837"/>
                    </a:cubicBezTo>
                    <a:cubicBezTo>
                      <a:pt x="12" y="820"/>
                      <a:pt x="15" y="803"/>
                      <a:pt x="18" y="785"/>
                    </a:cubicBezTo>
                    <a:cubicBezTo>
                      <a:pt x="21" y="768"/>
                      <a:pt x="24" y="751"/>
                      <a:pt x="27" y="734"/>
                    </a:cubicBezTo>
                    <a:cubicBezTo>
                      <a:pt x="30" y="717"/>
                      <a:pt x="35" y="700"/>
                      <a:pt x="40" y="683"/>
                    </a:cubicBezTo>
                    <a:cubicBezTo>
                      <a:pt x="44" y="667"/>
                      <a:pt x="49" y="651"/>
                      <a:pt x="53" y="635"/>
                    </a:cubicBezTo>
                    <a:cubicBezTo>
                      <a:pt x="58" y="618"/>
                      <a:pt x="62" y="601"/>
                      <a:pt x="67" y="584"/>
                    </a:cubicBezTo>
                    <a:cubicBezTo>
                      <a:pt x="76" y="551"/>
                      <a:pt x="86" y="518"/>
                      <a:pt x="98" y="486"/>
                    </a:cubicBezTo>
                    <a:cubicBezTo>
                      <a:pt x="105" y="470"/>
                      <a:pt x="111" y="454"/>
                      <a:pt x="116" y="438"/>
                    </a:cubicBezTo>
                    <a:cubicBezTo>
                      <a:pt x="122" y="422"/>
                      <a:pt x="128" y="406"/>
                      <a:pt x="133" y="390"/>
                    </a:cubicBezTo>
                    <a:cubicBezTo>
                      <a:pt x="145" y="359"/>
                      <a:pt x="157" y="327"/>
                      <a:pt x="168" y="295"/>
                    </a:cubicBezTo>
                    <a:cubicBezTo>
                      <a:pt x="181" y="264"/>
                      <a:pt x="192" y="232"/>
                      <a:pt x="204" y="200"/>
                    </a:cubicBezTo>
                    <a:cubicBezTo>
                      <a:pt x="210" y="184"/>
                      <a:pt x="217" y="168"/>
                      <a:pt x="223" y="152"/>
                    </a:cubicBezTo>
                    <a:cubicBezTo>
                      <a:pt x="230" y="137"/>
                      <a:pt x="237" y="121"/>
                      <a:pt x="244" y="106"/>
                    </a:cubicBezTo>
                    <a:cubicBezTo>
                      <a:pt x="252" y="91"/>
                      <a:pt x="259" y="76"/>
                      <a:pt x="267" y="60"/>
                    </a:cubicBezTo>
                    <a:cubicBezTo>
                      <a:pt x="271" y="53"/>
                      <a:pt x="275" y="45"/>
                      <a:pt x="281" y="39"/>
                    </a:cubicBezTo>
                    <a:cubicBezTo>
                      <a:pt x="287" y="33"/>
                      <a:pt x="293" y="28"/>
                      <a:pt x="300" y="24"/>
                    </a:cubicBezTo>
                    <a:cubicBezTo>
                      <a:pt x="308" y="19"/>
                      <a:pt x="316" y="15"/>
                      <a:pt x="326" y="14"/>
                    </a:cubicBezTo>
                    <a:cubicBezTo>
                      <a:pt x="340" y="11"/>
                      <a:pt x="354" y="14"/>
                      <a:pt x="367" y="21"/>
                    </a:cubicBezTo>
                    <a:cubicBezTo>
                      <a:pt x="386" y="31"/>
                      <a:pt x="397" y="50"/>
                      <a:pt x="405" y="70"/>
                    </a:cubicBezTo>
                    <a:cubicBezTo>
                      <a:pt x="412" y="85"/>
                      <a:pt x="416" y="101"/>
                      <a:pt x="420" y="117"/>
                    </a:cubicBezTo>
                    <a:cubicBezTo>
                      <a:pt x="424" y="134"/>
                      <a:pt x="428" y="151"/>
                      <a:pt x="432" y="168"/>
                    </a:cubicBezTo>
                    <a:cubicBezTo>
                      <a:pt x="439" y="202"/>
                      <a:pt x="445" y="236"/>
                      <a:pt x="451" y="269"/>
                    </a:cubicBezTo>
                    <a:cubicBezTo>
                      <a:pt x="455" y="290"/>
                      <a:pt x="459" y="310"/>
                      <a:pt x="464" y="331"/>
                    </a:cubicBezTo>
                    <a:cubicBezTo>
                      <a:pt x="470" y="351"/>
                      <a:pt x="475" y="370"/>
                      <a:pt x="482" y="390"/>
                    </a:cubicBezTo>
                    <a:cubicBezTo>
                      <a:pt x="492" y="422"/>
                      <a:pt x="502" y="454"/>
                      <a:pt x="513" y="487"/>
                    </a:cubicBezTo>
                    <a:cubicBezTo>
                      <a:pt x="523" y="521"/>
                      <a:pt x="535" y="554"/>
                      <a:pt x="545" y="589"/>
                    </a:cubicBezTo>
                    <a:cubicBezTo>
                      <a:pt x="549" y="605"/>
                      <a:pt x="553" y="621"/>
                      <a:pt x="558" y="637"/>
                    </a:cubicBezTo>
                    <a:cubicBezTo>
                      <a:pt x="563" y="655"/>
                      <a:pt x="567" y="672"/>
                      <a:pt x="570" y="689"/>
                    </a:cubicBezTo>
                    <a:cubicBezTo>
                      <a:pt x="577" y="723"/>
                      <a:pt x="584" y="758"/>
                      <a:pt x="592" y="792"/>
                    </a:cubicBezTo>
                    <a:cubicBezTo>
                      <a:pt x="599" y="825"/>
                      <a:pt x="607" y="859"/>
                      <a:pt x="616" y="892"/>
                    </a:cubicBezTo>
                    <a:cubicBezTo>
                      <a:pt x="625" y="926"/>
                      <a:pt x="634" y="959"/>
                      <a:pt x="643" y="993"/>
                    </a:cubicBezTo>
                    <a:cubicBezTo>
                      <a:pt x="660" y="1061"/>
                      <a:pt x="679" y="1129"/>
                      <a:pt x="699" y="1198"/>
                    </a:cubicBezTo>
                    <a:cubicBezTo>
                      <a:pt x="702" y="1208"/>
                      <a:pt x="705" y="1217"/>
                      <a:pt x="708" y="1227"/>
                    </a:cubicBezTo>
                    <a:lnTo>
                      <a:pt x="707" y="1226"/>
                    </a:lnTo>
                    <a:cubicBezTo>
                      <a:pt x="707" y="1226"/>
                      <a:pt x="708" y="1227"/>
                      <a:pt x="708" y="1228"/>
                    </a:cubicBezTo>
                    <a:lnTo>
                      <a:pt x="708" y="1227"/>
                    </a:lnTo>
                    <a:cubicBezTo>
                      <a:pt x="708" y="1228"/>
                      <a:pt x="708" y="1228"/>
                      <a:pt x="708" y="1228"/>
                    </a:cubicBezTo>
                    <a:cubicBezTo>
                      <a:pt x="708" y="1228"/>
                      <a:pt x="708" y="1229"/>
                      <a:pt x="708" y="1230"/>
                    </a:cubicBezTo>
                    <a:cubicBezTo>
                      <a:pt x="709" y="1231"/>
                      <a:pt x="710" y="1233"/>
                      <a:pt x="710" y="1234"/>
                    </a:cubicBezTo>
                    <a:lnTo>
                      <a:pt x="710" y="1233"/>
                    </a:lnTo>
                    <a:cubicBezTo>
                      <a:pt x="710" y="1234"/>
                      <a:pt x="710" y="1235"/>
                      <a:pt x="710" y="1236"/>
                    </a:cubicBezTo>
                    <a:lnTo>
                      <a:pt x="710" y="1235"/>
                    </a:lnTo>
                    <a:cubicBezTo>
                      <a:pt x="715" y="1251"/>
                      <a:pt x="721" y="1268"/>
                      <a:pt x="726" y="1284"/>
                    </a:cubicBezTo>
                    <a:cubicBezTo>
                      <a:pt x="732" y="1301"/>
                      <a:pt x="738" y="1317"/>
                      <a:pt x="743" y="1333"/>
                    </a:cubicBezTo>
                    <a:cubicBezTo>
                      <a:pt x="749" y="1350"/>
                      <a:pt x="755" y="1366"/>
                      <a:pt x="761" y="1382"/>
                    </a:cubicBezTo>
                    <a:cubicBezTo>
                      <a:pt x="767" y="1399"/>
                      <a:pt x="772" y="1417"/>
                      <a:pt x="779" y="1434"/>
                    </a:cubicBezTo>
                    <a:cubicBezTo>
                      <a:pt x="785" y="1452"/>
                      <a:pt x="792" y="1469"/>
                      <a:pt x="799" y="1487"/>
                    </a:cubicBezTo>
                    <a:cubicBezTo>
                      <a:pt x="805" y="1504"/>
                      <a:pt x="812" y="1521"/>
                      <a:pt x="819" y="1537"/>
                    </a:cubicBezTo>
                    <a:cubicBezTo>
                      <a:pt x="824" y="1548"/>
                      <a:pt x="829" y="1559"/>
                      <a:pt x="835" y="1569"/>
                    </a:cubicBezTo>
                    <a:cubicBezTo>
                      <a:pt x="835" y="1569"/>
                      <a:pt x="834" y="1569"/>
                      <a:pt x="834" y="1568"/>
                    </a:cubicBezTo>
                    <a:cubicBezTo>
                      <a:pt x="834" y="1569"/>
                      <a:pt x="835" y="1569"/>
                      <a:pt x="835" y="1569"/>
                    </a:cubicBezTo>
                    <a:cubicBezTo>
                      <a:pt x="835" y="1570"/>
                      <a:pt x="835" y="1570"/>
                      <a:pt x="835" y="1571"/>
                    </a:cubicBezTo>
                    <a:cubicBezTo>
                      <a:pt x="835" y="1570"/>
                      <a:pt x="835" y="1570"/>
                      <a:pt x="835" y="1569"/>
                    </a:cubicBezTo>
                    <a:cubicBezTo>
                      <a:pt x="842" y="1581"/>
                      <a:pt x="850" y="1591"/>
                      <a:pt x="858" y="1602"/>
                    </a:cubicBezTo>
                    <a:cubicBezTo>
                      <a:pt x="859" y="1603"/>
                      <a:pt x="859" y="1603"/>
                      <a:pt x="860" y="1604"/>
                    </a:cubicBezTo>
                    <a:cubicBezTo>
                      <a:pt x="860" y="1604"/>
                      <a:pt x="861" y="1605"/>
                      <a:pt x="862" y="1605"/>
                    </a:cubicBezTo>
                    <a:cubicBezTo>
                      <a:pt x="863" y="1607"/>
                      <a:pt x="865" y="1607"/>
                      <a:pt x="866" y="1608"/>
                    </a:cubicBezTo>
                    <a:cubicBezTo>
                      <a:pt x="868" y="1609"/>
                      <a:pt x="870" y="1610"/>
                      <a:pt x="872" y="1611"/>
                    </a:cubicBezTo>
                    <a:cubicBezTo>
                      <a:pt x="873" y="1611"/>
                      <a:pt x="874" y="1612"/>
                      <a:pt x="876" y="1612"/>
                    </a:cubicBezTo>
                    <a:cubicBezTo>
                      <a:pt x="877" y="1612"/>
                      <a:pt x="878" y="1612"/>
                      <a:pt x="879" y="1612"/>
                    </a:cubicBezTo>
                    <a:cubicBezTo>
                      <a:pt x="880" y="1612"/>
                      <a:pt x="880" y="1612"/>
                      <a:pt x="880" y="1612"/>
                    </a:cubicBezTo>
                    <a:cubicBezTo>
                      <a:pt x="881" y="1612"/>
                      <a:pt x="881" y="1612"/>
                      <a:pt x="881" y="1612"/>
                    </a:cubicBezTo>
                    <a:cubicBezTo>
                      <a:pt x="880" y="1612"/>
                      <a:pt x="880" y="1612"/>
                      <a:pt x="880" y="1612"/>
                    </a:cubicBezTo>
                    <a:lnTo>
                      <a:pt x="881" y="1612"/>
                    </a:lnTo>
                    <a:cubicBezTo>
                      <a:pt x="882" y="1612"/>
                      <a:pt x="883" y="1612"/>
                      <a:pt x="884" y="1612"/>
                    </a:cubicBezTo>
                    <a:cubicBezTo>
                      <a:pt x="886" y="1611"/>
                      <a:pt x="887" y="1611"/>
                      <a:pt x="888" y="1610"/>
                    </a:cubicBezTo>
                    <a:cubicBezTo>
                      <a:pt x="889" y="1610"/>
                      <a:pt x="891" y="1609"/>
                      <a:pt x="893" y="1608"/>
                    </a:cubicBezTo>
                    <a:lnTo>
                      <a:pt x="892" y="1608"/>
                    </a:lnTo>
                    <a:cubicBezTo>
                      <a:pt x="893" y="1608"/>
                      <a:pt x="893" y="1607"/>
                      <a:pt x="894" y="1607"/>
                    </a:cubicBezTo>
                    <a:cubicBezTo>
                      <a:pt x="894" y="1607"/>
                      <a:pt x="895" y="1606"/>
                      <a:pt x="896" y="1605"/>
                    </a:cubicBezTo>
                    <a:cubicBezTo>
                      <a:pt x="901" y="1601"/>
                      <a:pt x="906" y="1596"/>
                      <a:pt x="911" y="1591"/>
                    </a:cubicBezTo>
                    <a:cubicBezTo>
                      <a:pt x="918" y="1584"/>
                      <a:pt x="925" y="1576"/>
                      <a:pt x="932" y="1569"/>
                    </a:cubicBezTo>
                    <a:cubicBezTo>
                      <a:pt x="939" y="1561"/>
                      <a:pt x="946" y="1554"/>
                      <a:pt x="952" y="1545"/>
                    </a:cubicBezTo>
                    <a:cubicBezTo>
                      <a:pt x="968" y="1523"/>
                      <a:pt x="981" y="1499"/>
                      <a:pt x="994" y="1476"/>
                    </a:cubicBezTo>
                    <a:cubicBezTo>
                      <a:pt x="999" y="1467"/>
                      <a:pt x="1002" y="1459"/>
                      <a:pt x="1006" y="1450"/>
                    </a:cubicBezTo>
                    <a:cubicBezTo>
                      <a:pt x="1009" y="1442"/>
                      <a:pt x="1013" y="1434"/>
                      <a:pt x="1016" y="1425"/>
                    </a:cubicBezTo>
                    <a:cubicBezTo>
                      <a:pt x="1022" y="1409"/>
                      <a:pt x="1027" y="1393"/>
                      <a:pt x="1032" y="1376"/>
                    </a:cubicBezTo>
                    <a:cubicBezTo>
                      <a:pt x="1038" y="1360"/>
                      <a:pt x="1042" y="1343"/>
                      <a:pt x="1047" y="1326"/>
                    </a:cubicBezTo>
                    <a:cubicBezTo>
                      <a:pt x="1052" y="1309"/>
                      <a:pt x="1056" y="1292"/>
                      <a:pt x="1060" y="1275"/>
                    </a:cubicBezTo>
                    <a:cubicBezTo>
                      <a:pt x="1064" y="1258"/>
                      <a:pt x="1070" y="1241"/>
                      <a:pt x="1075" y="1225"/>
                    </a:cubicBezTo>
                    <a:cubicBezTo>
                      <a:pt x="1084" y="1194"/>
                      <a:pt x="1092" y="1163"/>
                      <a:pt x="1100" y="1132"/>
                    </a:cubicBezTo>
                    <a:cubicBezTo>
                      <a:pt x="1104" y="1117"/>
                      <a:pt x="1108" y="1102"/>
                      <a:pt x="1112" y="1087"/>
                    </a:cubicBezTo>
                    <a:cubicBezTo>
                      <a:pt x="1116" y="1072"/>
                      <a:pt x="1120" y="1057"/>
                      <a:pt x="1123" y="1041"/>
                    </a:cubicBezTo>
                    <a:cubicBezTo>
                      <a:pt x="1123" y="1042"/>
                      <a:pt x="1123" y="1043"/>
                      <a:pt x="1123" y="1043"/>
                    </a:cubicBezTo>
                    <a:cubicBezTo>
                      <a:pt x="1131" y="1009"/>
                      <a:pt x="1138" y="975"/>
                      <a:pt x="1146" y="940"/>
                    </a:cubicBezTo>
                    <a:cubicBezTo>
                      <a:pt x="1149" y="923"/>
                      <a:pt x="1152" y="907"/>
                      <a:pt x="1156" y="891"/>
                    </a:cubicBezTo>
                    <a:cubicBezTo>
                      <a:pt x="1159" y="874"/>
                      <a:pt x="1162" y="856"/>
                      <a:pt x="1165" y="839"/>
                    </a:cubicBezTo>
                    <a:cubicBezTo>
                      <a:pt x="1170" y="804"/>
                      <a:pt x="1176" y="768"/>
                      <a:pt x="1183" y="733"/>
                    </a:cubicBezTo>
                    <a:cubicBezTo>
                      <a:pt x="1189" y="699"/>
                      <a:pt x="1196" y="666"/>
                      <a:pt x="1203" y="632"/>
                    </a:cubicBezTo>
                    <a:cubicBezTo>
                      <a:pt x="1210" y="598"/>
                      <a:pt x="1220" y="563"/>
                      <a:pt x="1229" y="528"/>
                    </a:cubicBezTo>
                    <a:cubicBezTo>
                      <a:pt x="1234" y="511"/>
                      <a:pt x="1239" y="494"/>
                      <a:pt x="1244" y="477"/>
                    </a:cubicBezTo>
                    <a:cubicBezTo>
                      <a:pt x="1249" y="460"/>
                      <a:pt x="1253" y="444"/>
                      <a:pt x="1258" y="427"/>
                    </a:cubicBezTo>
                    <a:cubicBezTo>
                      <a:pt x="1263" y="410"/>
                      <a:pt x="1268" y="394"/>
                      <a:pt x="1272" y="377"/>
                    </a:cubicBezTo>
                    <a:cubicBezTo>
                      <a:pt x="1275" y="368"/>
                      <a:pt x="1277" y="359"/>
                      <a:pt x="1279" y="351"/>
                    </a:cubicBezTo>
                    <a:cubicBezTo>
                      <a:pt x="1279" y="350"/>
                      <a:pt x="1279" y="349"/>
                      <a:pt x="1280" y="348"/>
                    </a:cubicBezTo>
                    <a:cubicBezTo>
                      <a:pt x="1281" y="344"/>
                      <a:pt x="1282" y="339"/>
                      <a:pt x="1283" y="336"/>
                    </a:cubicBezTo>
                    <a:cubicBezTo>
                      <a:pt x="1284" y="331"/>
                      <a:pt x="1285" y="327"/>
                      <a:pt x="1286" y="322"/>
                    </a:cubicBezTo>
                    <a:cubicBezTo>
                      <a:pt x="1290" y="305"/>
                      <a:pt x="1294" y="289"/>
                      <a:pt x="1299" y="272"/>
                    </a:cubicBezTo>
                    <a:cubicBezTo>
                      <a:pt x="1309" y="239"/>
                      <a:pt x="1321" y="207"/>
                      <a:pt x="1332" y="174"/>
                    </a:cubicBezTo>
                    <a:cubicBezTo>
                      <a:pt x="1335" y="166"/>
                      <a:pt x="1338" y="158"/>
                      <a:pt x="1340" y="150"/>
                    </a:cubicBezTo>
                    <a:cubicBezTo>
                      <a:pt x="1342" y="141"/>
                      <a:pt x="1345" y="133"/>
                      <a:pt x="1347" y="126"/>
                    </a:cubicBezTo>
                    <a:cubicBezTo>
                      <a:pt x="1352" y="109"/>
                      <a:pt x="1358" y="92"/>
                      <a:pt x="1366" y="77"/>
                    </a:cubicBezTo>
                    <a:cubicBezTo>
                      <a:pt x="1374" y="62"/>
                      <a:pt x="1383" y="46"/>
                      <a:pt x="1394" y="32"/>
                    </a:cubicBezTo>
                    <a:cubicBezTo>
                      <a:pt x="1399" y="26"/>
                      <a:pt x="1405" y="21"/>
                      <a:pt x="1411" y="16"/>
                    </a:cubicBezTo>
                    <a:cubicBezTo>
                      <a:pt x="1414" y="13"/>
                      <a:pt x="1417" y="11"/>
                      <a:pt x="1421" y="10"/>
                    </a:cubicBezTo>
                    <a:cubicBezTo>
                      <a:pt x="1425" y="7"/>
                      <a:pt x="1430" y="6"/>
                      <a:pt x="1435" y="4"/>
                    </a:cubicBezTo>
                    <a:cubicBezTo>
                      <a:pt x="1443" y="2"/>
                      <a:pt x="1452" y="1"/>
                      <a:pt x="1460" y="0"/>
                    </a:cubicBezTo>
                    <a:cubicBezTo>
                      <a:pt x="1469" y="0"/>
                      <a:pt x="1479" y="0"/>
                      <a:pt x="1488" y="2"/>
                    </a:cubicBezTo>
                    <a:cubicBezTo>
                      <a:pt x="1501" y="4"/>
                      <a:pt x="1513" y="11"/>
                      <a:pt x="1522" y="21"/>
                    </a:cubicBezTo>
                    <a:cubicBezTo>
                      <a:pt x="1529" y="27"/>
                      <a:pt x="1533" y="34"/>
                      <a:pt x="1538" y="42"/>
                    </a:cubicBezTo>
                    <a:cubicBezTo>
                      <a:pt x="1542" y="48"/>
                      <a:pt x="1544" y="53"/>
                      <a:pt x="1547" y="59"/>
                    </a:cubicBezTo>
                    <a:cubicBezTo>
                      <a:pt x="1551" y="66"/>
                      <a:pt x="1554" y="74"/>
                      <a:pt x="1557" y="82"/>
                    </a:cubicBezTo>
                    <a:cubicBezTo>
                      <a:pt x="1559" y="90"/>
                      <a:pt x="1554" y="99"/>
                      <a:pt x="1546" y="102"/>
                    </a:cubicBezTo>
                    <a:cubicBezTo>
                      <a:pt x="1537" y="105"/>
                      <a:pt x="1527" y="101"/>
                      <a:pt x="1524" y="92"/>
                    </a:cubicBezTo>
                    <a:cubicBezTo>
                      <a:pt x="1522" y="88"/>
                      <a:pt x="1521" y="85"/>
                      <a:pt x="1519" y="81"/>
                    </a:cubicBezTo>
                    <a:cubicBezTo>
                      <a:pt x="1515" y="73"/>
                      <a:pt x="1511" y="64"/>
                      <a:pt x="1506" y="57"/>
                    </a:cubicBezTo>
                    <a:cubicBezTo>
                      <a:pt x="1504" y="54"/>
                      <a:pt x="1503" y="52"/>
                      <a:pt x="1501" y="49"/>
                    </a:cubicBezTo>
                    <a:cubicBezTo>
                      <a:pt x="1500" y="48"/>
                      <a:pt x="1498" y="46"/>
                      <a:pt x="1497" y="45"/>
                    </a:cubicBezTo>
                    <a:cubicBezTo>
                      <a:pt x="1496" y="43"/>
                      <a:pt x="1494" y="42"/>
                      <a:pt x="1492" y="41"/>
                    </a:cubicBezTo>
                    <a:cubicBezTo>
                      <a:pt x="1491" y="40"/>
                      <a:pt x="1490" y="39"/>
                      <a:pt x="1489" y="39"/>
                    </a:cubicBezTo>
                    <a:cubicBezTo>
                      <a:pt x="1489" y="39"/>
                      <a:pt x="1488" y="38"/>
                      <a:pt x="1487" y="38"/>
                    </a:cubicBezTo>
                    <a:cubicBezTo>
                      <a:pt x="1488" y="38"/>
                      <a:pt x="1488" y="38"/>
                      <a:pt x="1489" y="38"/>
                    </a:cubicBezTo>
                    <a:cubicBezTo>
                      <a:pt x="1487" y="38"/>
                      <a:pt x="1486" y="38"/>
                      <a:pt x="1485" y="37"/>
                    </a:cubicBezTo>
                    <a:cubicBezTo>
                      <a:pt x="1483" y="36"/>
                      <a:pt x="1480" y="36"/>
                      <a:pt x="1477" y="36"/>
                    </a:cubicBezTo>
                    <a:cubicBezTo>
                      <a:pt x="1473" y="36"/>
                      <a:pt x="1469" y="35"/>
                      <a:pt x="1466" y="36"/>
                    </a:cubicBezTo>
                    <a:cubicBezTo>
                      <a:pt x="1461" y="36"/>
                      <a:pt x="1455" y="36"/>
                      <a:pt x="1450" y="37"/>
                    </a:cubicBezTo>
                    <a:cubicBezTo>
                      <a:pt x="1447" y="38"/>
                      <a:pt x="1444" y="38"/>
                      <a:pt x="1441" y="39"/>
                    </a:cubicBezTo>
                    <a:cubicBezTo>
                      <a:pt x="1440" y="39"/>
                      <a:pt x="1439" y="40"/>
                      <a:pt x="1438" y="41"/>
                    </a:cubicBezTo>
                    <a:cubicBezTo>
                      <a:pt x="1437" y="41"/>
                      <a:pt x="1436" y="42"/>
                      <a:pt x="1434" y="42"/>
                    </a:cubicBezTo>
                    <a:cubicBezTo>
                      <a:pt x="1433" y="43"/>
                      <a:pt x="1431" y="45"/>
                      <a:pt x="1430" y="46"/>
                    </a:cubicBezTo>
                    <a:cubicBezTo>
                      <a:pt x="1428" y="47"/>
                      <a:pt x="1427" y="48"/>
                      <a:pt x="1426" y="49"/>
                    </a:cubicBezTo>
                    <a:cubicBezTo>
                      <a:pt x="1422" y="53"/>
                      <a:pt x="1419" y="57"/>
                      <a:pt x="1416" y="62"/>
                    </a:cubicBezTo>
                    <a:cubicBezTo>
                      <a:pt x="1410" y="70"/>
                      <a:pt x="1405" y="78"/>
                      <a:pt x="1399" y="87"/>
                    </a:cubicBezTo>
                    <a:cubicBezTo>
                      <a:pt x="1395" y="95"/>
                      <a:pt x="1392" y="103"/>
                      <a:pt x="1388" y="112"/>
                    </a:cubicBezTo>
                    <a:cubicBezTo>
                      <a:pt x="1383" y="127"/>
                      <a:pt x="1378" y="143"/>
                      <a:pt x="1373" y="159"/>
                    </a:cubicBezTo>
                    <a:cubicBezTo>
                      <a:pt x="1369" y="175"/>
                      <a:pt x="1363" y="191"/>
                      <a:pt x="1357" y="207"/>
                    </a:cubicBezTo>
                    <a:cubicBezTo>
                      <a:pt x="1345" y="239"/>
                      <a:pt x="1334" y="272"/>
                      <a:pt x="1326" y="305"/>
                    </a:cubicBezTo>
                    <a:cubicBezTo>
                      <a:pt x="1322" y="317"/>
                      <a:pt x="1320" y="330"/>
                      <a:pt x="1316" y="343"/>
                    </a:cubicBezTo>
                    <a:cubicBezTo>
                      <a:pt x="1317" y="342"/>
                      <a:pt x="1317" y="341"/>
                      <a:pt x="1317" y="341"/>
                    </a:cubicBezTo>
                    <a:cubicBezTo>
                      <a:pt x="1315" y="345"/>
                      <a:pt x="1315" y="349"/>
                      <a:pt x="1314" y="354"/>
                    </a:cubicBezTo>
                    <a:lnTo>
                      <a:pt x="1313" y="355"/>
                    </a:lnTo>
                    <a:cubicBezTo>
                      <a:pt x="1310" y="368"/>
                      <a:pt x="1307" y="381"/>
                      <a:pt x="1303" y="394"/>
                    </a:cubicBezTo>
                    <a:cubicBezTo>
                      <a:pt x="1299" y="410"/>
                      <a:pt x="1293" y="428"/>
                      <a:pt x="1288" y="445"/>
                    </a:cubicBezTo>
                    <a:cubicBezTo>
                      <a:pt x="1284" y="461"/>
                      <a:pt x="1279" y="478"/>
                      <a:pt x="1275" y="494"/>
                    </a:cubicBezTo>
                    <a:cubicBezTo>
                      <a:pt x="1270" y="511"/>
                      <a:pt x="1264" y="529"/>
                      <a:pt x="1260" y="547"/>
                    </a:cubicBezTo>
                    <a:cubicBezTo>
                      <a:pt x="1254" y="565"/>
                      <a:pt x="1250" y="584"/>
                      <a:pt x="1245" y="603"/>
                    </a:cubicBezTo>
                    <a:cubicBezTo>
                      <a:pt x="1241" y="620"/>
                      <a:pt x="1237" y="637"/>
                      <a:pt x="1234" y="653"/>
                    </a:cubicBezTo>
                    <a:cubicBezTo>
                      <a:pt x="1231" y="670"/>
                      <a:pt x="1227" y="686"/>
                      <a:pt x="1223" y="702"/>
                    </a:cubicBezTo>
                    <a:cubicBezTo>
                      <a:pt x="1216" y="737"/>
                      <a:pt x="1210" y="772"/>
                      <a:pt x="1204" y="807"/>
                    </a:cubicBezTo>
                    <a:cubicBezTo>
                      <a:pt x="1199" y="842"/>
                      <a:pt x="1193" y="876"/>
                      <a:pt x="1187" y="910"/>
                    </a:cubicBezTo>
                    <a:cubicBezTo>
                      <a:pt x="1183" y="927"/>
                      <a:pt x="1180" y="944"/>
                      <a:pt x="1176" y="961"/>
                    </a:cubicBezTo>
                    <a:cubicBezTo>
                      <a:pt x="1172" y="979"/>
                      <a:pt x="1168" y="996"/>
                      <a:pt x="1165" y="1014"/>
                    </a:cubicBezTo>
                    <a:cubicBezTo>
                      <a:pt x="1157" y="1049"/>
                      <a:pt x="1148" y="1083"/>
                      <a:pt x="1140" y="1118"/>
                    </a:cubicBezTo>
                    <a:cubicBezTo>
                      <a:pt x="1135" y="1135"/>
                      <a:pt x="1130" y="1152"/>
                      <a:pt x="1126" y="1169"/>
                    </a:cubicBezTo>
                    <a:cubicBezTo>
                      <a:pt x="1121" y="1185"/>
                      <a:pt x="1117" y="1201"/>
                      <a:pt x="1112" y="1217"/>
                    </a:cubicBezTo>
                    <a:cubicBezTo>
                      <a:pt x="1108" y="1234"/>
                      <a:pt x="1102" y="1252"/>
                      <a:pt x="1097" y="1269"/>
                    </a:cubicBezTo>
                    <a:cubicBezTo>
                      <a:pt x="1092" y="1286"/>
                      <a:pt x="1088" y="1304"/>
                      <a:pt x="1084" y="1322"/>
                    </a:cubicBezTo>
                    <a:cubicBezTo>
                      <a:pt x="1075" y="1355"/>
                      <a:pt x="1065" y="1388"/>
                      <a:pt x="1054" y="1421"/>
                    </a:cubicBezTo>
                    <a:cubicBezTo>
                      <a:pt x="1049" y="1438"/>
                      <a:pt x="1042" y="1453"/>
                      <a:pt x="1035" y="1469"/>
                    </a:cubicBezTo>
                    <a:cubicBezTo>
                      <a:pt x="1032" y="1477"/>
                      <a:pt x="1029" y="1486"/>
                      <a:pt x="1025" y="1494"/>
                    </a:cubicBezTo>
                    <a:cubicBezTo>
                      <a:pt x="1021" y="1501"/>
                      <a:pt x="1017" y="1507"/>
                      <a:pt x="1013" y="1514"/>
                    </a:cubicBezTo>
                    <a:cubicBezTo>
                      <a:pt x="1004" y="1529"/>
                      <a:pt x="996" y="1544"/>
                      <a:pt x="986" y="1558"/>
                    </a:cubicBezTo>
                    <a:cubicBezTo>
                      <a:pt x="981" y="1565"/>
                      <a:pt x="975" y="1572"/>
                      <a:pt x="970" y="1578"/>
                    </a:cubicBezTo>
                    <a:cubicBezTo>
                      <a:pt x="965" y="1584"/>
                      <a:pt x="959" y="1591"/>
                      <a:pt x="953" y="1597"/>
                    </a:cubicBezTo>
                    <a:cubicBezTo>
                      <a:pt x="943" y="1608"/>
                      <a:pt x="932" y="1621"/>
                      <a:pt x="920" y="1631"/>
                    </a:cubicBezTo>
                    <a:cubicBezTo>
                      <a:pt x="914" y="1636"/>
                      <a:pt x="906" y="1641"/>
                      <a:pt x="898" y="1644"/>
                    </a:cubicBezTo>
                    <a:cubicBezTo>
                      <a:pt x="893" y="1646"/>
                      <a:pt x="887" y="1647"/>
                      <a:pt x="881" y="1648"/>
                    </a:cubicBezTo>
                    <a:cubicBezTo>
                      <a:pt x="880" y="1648"/>
                      <a:pt x="880" y="1648"/>
                      <a:pt x="879" y="1648"/>
                    </a:cubicBezTo>
                    <a:cubicBezTo>
                      <a:pt x="874" y="1648"/>
                      <a:pt x="869" y="1647"/>
                      <a:pt x="865" y="16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0" name="Google Shape;1620;p17"/>
              <p:cNvSpPr/>
              <p:nvPr/>
            </p:nvSpPr>
            <p:spPr>
              <a:xfrm>
                <a:off x="3872880" y="4201560"/>
                <a:ext cx="533520" cy="583920"/>
              </a:xfrm>
              <a:custGeom>
                <a:avLst/>
                <a:gdLst/>
                <a:ahLst/>
                <a:cxnLst/>
                <a:rect l="l" t="t" r="r" b="b"/>
                <a:pathLst>
                  <a:path w="1482" h="1622" extrusionOk="0">
                    <a:moveTo>
                      <a:pt x="540" y="1620"/>
                    </a:moveTo>
                    <a:cubicBezTo>
                      <a:pt x="532" y="1618"/>
                      <a:pt x="524" y="1615"/>
                      <a:pt x="516" y="1612"/>
                    </a:cubicBezTo>
                    <a:cubicBezTo>
                      <a:pt x="508" y="1609"/>
                      <a:pt x="500" y="1606"/>
                      <a:pt x="493" y="1602"/>
                    </a:cubicBezTo>
                    <a:cubicBezTo>
                      <a:pt x="483" y="1598"/>
                      <a:pt x="474" y="1593"/>
                      <a:pt x="465" y="1586"/>
                    </a:cubicBezTo>
                    <a:cubicBezTo>
                      <a:pt x="462" y="1583"/>
                      <a:pt x="459" y="1579"/>
                      <a:pt x="456" y="1574"/>
                    </a:cubicBezTo>
                    <a:cubicBezTo>
                      <a:pt x="454" y="1571"/>
                      <a:pt x="452" y="1567"/>
                      <a:pt x="450" y="1563"/>
                    </a:cubicBezTo>
                    <a:cubicBezTo>
                      <a:pt x="442" y="1550"/>
                      <a:pt x="435" y="1536"/>
                      <a:pt x="428" y="1522"/>
                    </a:cubicBezTo>
                    <a:cubicBezTo>
                      <a:pt x="421" y="1507"/>
                      <a:pt x="413" y="1491"/>
                      <a:pt x="407" y="1475"/>
                    </a:cubicBezTo>
                    <a:cubicBezTo>
                      <a:pt x="401" y="1459"/>
                      <a:pt x="395" y="1443"/>
                      <a:pt x="390" y="1427"/>
                    </a:cubicBezTo>
                    <a:cubicBezTo>
                      <a:pt x="386" y="1410"/>
                      <a:pt x="381" y="1395"/>
                      <a:pt x="377" y="1379"/>
                    </a:cubicBezTo>
                    <a:cubicBezTo>
                      <a:pt x="372" y="1363"/>
                      <a:pt x="368" y="1346"/>
                      <a:pt x="363" y="1329"/>
                    </a:cubicBezTo>
                    <a:cubicBezTo>
                      <a:pt x="359" y="1313"/>
                      <a:pt x="354" y="1296"/>
                      <a:pt x="350" y="1279"/>
                    </a:cubicBezTo>
                    <a:cubicBezTo>
                      <a:pt x="341" y="1244"/>
                      <a:pt x="335" y="1209"/>
                      <a:pt x="326" y="1175"/>
                    </a:cubicBezTo>
                    <a:cubicBezTo>
                      <a:pt x="321" y="1157"/>
                      <a:pt x="316" y="1140"/>
                      <a:pt x="312" y="1122"/>
                    </a:cubicBezTo>
                    <a:cubicBezTo>
                      <a:pt x="307" y="1106"/>
                      <a:pt x="305" y="1090"/>
                      <a:pt x="302" y="1074"/>
                    </a:cubicBezTo>
                    <a:cubicBezTo>
                      <a:pt x="299" y="1056"/>
                      <a:pt x="296" y="1039"/>
                      <a:pt x="292" y="1022"/>
                    </a:cubicBezTo>
                    <a:cubicBezTo>
                      <a:pt x="288" y="1004"/>
                      <a:pt x="282" y="987"/>
                      <a:pt x="278" y="969"/>
                    </a:cubicBezTo>
                    <a:cubicBezTo>
                      <a:pt x="274" y="953"/>
                      <a:pt x="271" y="936"/>
                      <a:pt x="268" y="919"/>
                    </a:cubicBezTo>
                    <a:cubicBezTo>
                      <a:pt x="264" y="902"/>
                      <a:pt x="261" y="884"/>
                      <a:pt x="258" y="866"/>
                    </a:cubicBezTo>
                    <a:cubicBezTo>
                      <a:pt x="256" y="851"/>
                      <a:pt x="254" y="837"/>
                      <a:pt x="252" y="822"/>
                    </a:cubicBezTo>
                    <a:cubicBezTo>
                      <a:pt x="250" y="807"/>
                      <a:pt x="247" y="792"/>
                      <a:pt x="245" y="777"/>
                    </a:cubicBezTo>
                    <a:cubicBezTo>
                      <a:pt x="245" y="770"/>
                      <a:pt x="243" y="763"/>
                      <a:pt x="242" y="755"/>
                    </a:cubicBezTo>
                    <a:cubicBezTo>
                      <a:pt x="242" y="752"/>
                      <a:pt x="241" y="747"/>
                      <a:pt x="240" y="744"/>
                    </a:cubicBezTo>
                    <a:cubicBezTo>
                      <a:pt x="240" y="741"/>
                      <a:pt x="239" y="738"/>
                      <a:pt x="239" y="735"/>
                    </a:cubicBezTo>
                    <a:cubicBezTo>
                      <a:pt x="239" y="736"/>
                      <a:pt x="239" y="737"/>
                      <a:pt x="239" y="738"/>
                    </a:cubicBezTo>
                    <a:cubicBezTo>
                      <a:pt x="239" y="736"/>
                      <a:pt x="239" y="734"/>
                      <a:pt x="238" y="732"/>
                    </a:cubicBezTo>
                    <a:cubicBezTo>
                      <a:pt x="239" y="733"/>
                      <a:pt x="239" y="733"/>
                      <a:pt x="239" y="735"/>
                    </a:cubicBezTo>
                    <a:cubicBezTo>
                      <a:pt x="234" y="708"/>
                      <a:pt x="229" y="682"/>
                      <a:pt x="225" y="655"/>
                    </a:cubicBezTo>
                    <a:cubicBezTo>
                      <a:pt x="225" y="654"/>
                      <a:pt x="225" y="651"/>
                      <a:pt x="225" y="650"/>
                    </a:cubicBezTo>
                    <a:cubicBezTo>
                      <a:pt x="220" y="626"/>
                      <a:pt x="215" y="601"/>
                      <a:pt x="208" y="577"/>
                    </a:cubicBezTo>
                    <a:cubicBezTo>
                      <a:pt x="201" y="552"/>
                      <a:pt x="195" y="527"/>
                      <a:pt x="187" y="502"/>
                    </a:cubicBezTo>
                    <a:cubicBezTo>
                      <a:pt x="180" y="479"/>
                      <a:pt x="172" y="457"/>
                      <a:pt x="166" y="434"/>
                    </a:cubicBezTo>
                    <a:cubicBezTo>
                      <a:pt x="159" y="411"/>
                      <a:pt x="154" y="389"/>
                      <a:pt x="147" y="366"/>
                    </a:cubicBezTo>
                    <a:cubicBezTo>
                      <a:pt x="141" y="350"/>
                      <a:pt x="136" y="333"/>
                      <a:pt x="130" y="317"/>
                    </a:cubicBezTo>
                    <a:cubicBezTo>
                      <a:pt x="124" y="301"/>
                      <a:pt x="118" y="284"/>
                      <a:pt x="112" y="268"/>
                    </a:cubicBezTo>
                    <a:cubicBezTo>
                      <a:pt x="106" y="252"/>
                      <a:pt x="99" y="237"/>
                      <a:pt x="93" y="221"/>
                    </a:cubicBezTo>
                    <a:cubicBezTo>
                      <a:pt x="87" y="204"/>
                      <a:pt x="81" y="188"/>
                      <a:pt x="74" y="172"/>
                    </a:cubicBezTo>
                    <a:cubicBezTo>
                      <a:pt x="73" y="171"/>
                      <a:pt x="73" y="169"/>
                      <a:pt x="72" y="168"/>
                    </a:cubicBezTo>
                    <a:cubicBezTo>
                      <a:pt x="63" y="150"/>
                      <a:pt x="54" y="133"/>
                      <a:pt x="45" y="116"/>
                    </a:cubicBezTo>
                    <a:cubicBezTo>
                      <a:pt x="36" y="98"/>
                      <a:pt x="27" y="80"/>
                      <a:pt x="17" y="63"/>
                    </a:cubicBezTo>
                    <a:cubicBezTo>
                      <a:pt x="14" y="60"/>
                      <a:pt x="12" y="56"/>
                      <a:pt x="10" y="53"/>
                    </a:cubicBezTo>
                    <a:cubicBezTo>
                      <a:pt x="9" y="52"/>
                      <a:pt x="9" y="52"/>
                      <a:pt x="9" y="52"/>
                    </a:cubicBezTo>
                    <a:cubicBezTo>
                      <a:pt x="3" y="49"/>
                      <a:pt x="0" y="42"/>
                      <a:pt x="2" y="36"/>
                    </a:cubicBezTo>
                    <a:cubicBezTo>
                      <a:pt x="3" y="28"/>
                      <a:pt x="10" y="23"/>
                      <a:pt x="18" y="23"/>
                    </a:cubicBezTo>
                    <a:cubicBezTo>
                      <a:pt x="28" y="23"/>
                      <a:pt x="33" y="32"/>
                      <a:pt x="38" y="40"/>
                    </a:cubicBezTo>
                    <a:cubicBezTo>
                      <a:pt x="43" y="47"/>
                      <a:pt x="48" y="54"/>
                      <a:pt x="52" y="61"/>
                    </a:cubicBezTo>
                    <a:cubicBezTo>
                      <a:pt x="60" y="76"/>
                      <a:pt x="67" y="91"/>
                      <a:pt x="76" y="107"/>
                    </a:cubicBezTo>
                    <a:cubicBezTo>
                      <a:pt x="84" y="121"/>
                      <a:pt x="92" y="135"/>
                      <a:pt x="99" y="150"/>
                    </a:cubicBezTo>
                    <a:cubicBezTo>
                      <a:pt x="107" y="166"/>
                      <a:pt x="113" y="182"/>
                      <a:pt x="120" y="199"/>
                    </a:cubicBezTo>
                    <a:cubicBezTo>
                      <a:pt x="132" y="231"/>
                      <a:pt x="145" y="263"/>
                      <a:pt x="158" y="295"/>
                    </a:cubicBezTo>
                    <a:cubicBezTo>
                      <a:pt x="171" y="328"/>
                      <a:pt x="180" y="362"/>
                      <a:pt x="190" y="396"/>
                    </a:cubicBezTo>
                    <a:cubicBezTo>
                      <a:pt x="194" y="409"/>
                      <a:pt x="197" y="422"/>
                      <a:pt x="201" y="435"/>
                    </a:cubicBezTo>
                    <a:cubicBezTo>
                      <a:pt x="201" y="435"/>
                      <a:pt x="201" y="433"/>
                      <a:pt x="200" y="433"/>
                    </a:cubicBezTo>
                    <a:cubicBezTo>
                      <a:pt x="201" y="436"/>
                      <a:pt x="203" y="440"/>
                      <a:pt x="204" y="443"/>
                    </a:cubicBezTo>
                    <a:lnTo>
                      <a:pt x="203" y="443"/>
                    </a:lnTo>
                    <a:cubicBezTo>
                      <a:pt x="208" y="456"/>
                      <a:pt x="212" y="470"/>
                      <a:pt x="216" y="482"/>
                    </a:cubicBezTo>
                    <a:cubicBezTo>
                      <a:pt x="221" y="497"/>
                      <a:pt x="225" y="513"/>
                      <a:pt x="230" y="528"/>
                    </a:cubicBezTo>
                    <a:cubicBezTo>
                      <a:pt x="230" y="528"/>
                      <a:pt x="229" y="527"/>
                      <a:pt x="229" y="526"/>
                    </a:cubicBezTo>
                    <a:cubicBezTo>
                      <a:pt x="235" y="544"/>
                      <a:pt x="240" y="562"/>
                      <a:pt x="245" y="579"/>
                    </a:cubicBezTo>
                    <a:cubicBezTo>
                      <a:pt x="249" y="596"/>
                      <a:pt x="252" y="612"/>
                      <a:pt x="256" y="629"/>
                    </a:cubicBezTo>
                    <a:cubicBezTo>
                      <a:pt x="262" y="664"/>
                      <a:pt x="267" y="700"/>
                      <a:pt x="273" y="735"/>
                    </a:cubicBezTo>
                    <a:cubicBezTo>
                      <a:pt x="277" y="758"/>
                      <a:pt x="279" y="780"/>
                      <a:pt x="283" y="803"/>
                    </a:cubicBezTo>
                    <a:cubicBezTo>
                      <a:pt x="286" y="824"/>
                      <a:pt x="288" y="846"/>
                      <a:pt x="292" y="867"/>
                    </a:cubicBezTo>
                    <a:cubicBezTo>
                      <a:pt x="298" y="902"/>
                      <a:pt x="305" y="936"/>
                      <a:pt x="313" y="970"/>
                    </a:cubicBezTo>
                    <a:cubicBezTo>
                      <a:pt x="317" y="987"/>
                      <a:pt x="323" y="1003"/>
                      <a:pt x="326" y="1020"/>
                    </a:cubicBezTo>
                    <a:cubicBezTo>
                      <a:pt x="330" y="1037"/>
                      <a:pt x="333" y="1054"/>
                      <a:pt x="336" y="1072"/>
                    </a:cubicBezTo>
                    <a:cubicBezTo>
                      <a:pt x="339" y="1089"/>
                      <a:pt x="343" y="1105"/>
                      <a:pt x="347" y="1122"/>
                    </a:cubicBezTo>
                    <a:cubicBezTo>
                      <a:pt x="352" y="1138"/>
                      <a:pt x="356" y="1156"/>
                      <a:pt x="360" y="1173"/>
                    </a:cubicBezTo>
                    <a:cubicBezTo>
                      <a:pt x="368" y="1208"/>
                      <a:pt x="376" y="1243"/>
                      <a:pt x="384" y="1278"/>
                    </a:cubicBezTo>
                    <a:cubicBezTo>
                      <a:pt x="390" y="1300"/>
                      <a:pt x="397" y="1321"/>
                      <a:pt x="403" y="1343"/>
                    </a:cubicBezTo>
                    <a:cubicBezTo>
                      <a:pt x="408" y="1364"/>
                      <a:pt x="414" y="1384"/>
                      <a:pt x="420" y="1405"/>
                    </a:cubicBezTo>
                    <a:lnTo>
                      <a:pt x="420" y="1404"/>
                    </a:lnTo>
                    <a:cubicBezTo>
                      <a:pt x="420" y="1406"/>
                      <a:pt x="421" y="1408"/>
                      <a:pt x="422" y="1409"/>
                    </a:cubicBezTo>
                    <a:cubicBezTo>
                      <a:pt x="422" y="1408"/>
                      <a:pt x="421" y="1408"/>
                      <a:pt x="421" y="1407"/>
                    </a:cubicBezTo>
                    <a:cubicBezTo>
                      <a:pt x="423" y="1413"/>
                      <a:pt x="425" y="1420"/>
                      <a:pt x="427" y="1427"/>
                    </a:cubicBezTo>
                    <a:cubicBezTo>
                      <a:pt x="433" y="1446"/>
                      <a:pt x="440" y="1465"/>
                      <a:pt x="448" y="1483"/>
                    </a:cubicBezTo>
                    <a:lnTo>
                      <a:pt x="448" y="1484"/>
                    </a:lnTo>
                    <a:lnTo>
                      <a:pt x="449" y="1484"/>
                    </a:lnTo>
                    <a:lnTo>
                      <a:pt x="448" y="1484"/>
                    </a:lnTo>
                    <a:cubicBezTo>
                      <a:pt x="454" y="1495"/>
                      <a:pt x="459" y="1505"/>
                      <a:pt x="464" y="1516"/>
                    </a:cubicBezTo>
                    <a:cubicBezTo>
                      <a:pt x="469" y="1526"/>
                      <a:pt x="474" y="1536"/>
                      <a:pt x="480" y="1545"/>
                    </a:cubicBezTo>
                    <a:cubicBezTo>
                      <a:pt x="483" y="1550"/>
                      <a:pt x="487" y="1556"/>
                      <a:pt x="490" y="1561"/>
                    </a:cubicBezTo>
                    <a:lnTo>
                      <a:pt x="491" y="1561"/>
                    </a:lnTo>
                    <a:cubicBezTo>
                      <a:pt x="491" y="1561"/>
                      <a:pt x="491" y="1562"/>
                      <a:pt x="492" y="1562"/>
                    </a:cubicBezTo>
                    <a:cubicBezTo>
                      <a:pt x="494" y="1564"/>
                      <a:pt x="497" y="1565"/>
                      <a:pt x="499" y="1567"/>
                    </a:cubicBezTo>
                    <a:cubicBezTo>
                      <a:pt x="506" y="1570"/>
                      <a:pt x="513" y="1574"/>
                      <a:pt x="520" y="1577"/>
                    </a:cubicBezTo>
                    <a:cubicBezTo>
                      <a:pt x="528" y="1579"/>
                      <a:pt x="537" y="1582"/>
                      <a:pt x="546" y="1585"/>
                    </a:cubicBezTo>
                    <a:lnTo>
                      <a:pt x="548" y="1585"/>
                    </a:lnTo>
                    <a:cubicBezTo>
                      <a:pt x="549" y="1585"/>
                      <a:pt x="549" y="1585"/>
                      <a:pt x="549" y="1585"/>
                    </a:cubicBezTo>
                    <a:cubicBezTo>
                      <a:pt x="550" y="1585"/>
                      <a:pt x="551" y="1585"/>
                      <a:pt x="552" y="1585"/>
                    </a:cubicBezTo>
                    <a:cubicBezTo>
                      <a:pt x="553" y="1584"/>
                      <a:pt x="553" y="1584"/>
                      <a:pt x="555" y="1583"/>
                    </a:cubicBezTo>
                    <a:cubicBezTo>
                      <a:pt x="556" y="1583"/>
                      <a:pt x="557" y="1582"/>
                      <a:pt x="558" y="1582"/>
                    </a:cubicBezTo>
                    <a:cubicBezTo>
                      <a:pt x="560" y="1580"/>
                      <a:pt x="563" y="1578"/>
                      <a:pt x="565" y="1577"/>
                    </a:cubicBezTo>
                    <a:cubicBezTo>
                      <a:pt x="569" y="1573"/>
                      <a:pt x="573" y="1569"/>
                      <a:pt x="577" y="1565"/>
                    </a:cubicBezTo>
                    <a:cubicBezTo>
                      <a:pt x="584" y="1558"/>
                      <a:pt x="589" y="1551"/>
                      <a:pt x="595" y="1544"/>
                    </a:cubicBezTo>
                    <a:cubicBezTo>
                      <a:pt x="599" y="1539"/>
                      <a:pt x="602" y="1533"/>
                      <a:pt x="606" y="1526"/>
                    </a:cubicBezTo>
                    <a:cubicBezTo>
                      <a:pt x="615" y="1510"/>
                      <a:pt x="624" y="1493"/>
                      <a:pt x="632" y="1476"/>
                    </a:cubicBezTo>
                    <a:cubicBezTo>
                      <a:pt x="640" y="1458"/>
                      <a:pt x="648" y="1440"/>
                      <a:pt x="655" y="1422"/>
                    </a:cubicBezTo>
                    <a:cubicBezTo>
                      <a:pt x="662" y="1405"/>
                      <a:pt x="668" y="1388"/>
                      <a:pt x="673" y="1371"/>
                    </a:cubicBezTo>
                    <a:cubicBezTo>
                      <a:pt x="679" y="1355"/>
                      <a:pt x="683" y="1338"/>
                      <a:pt x="687" y="1320"/>
                    </a:cubicBezTo>
                    <a:cubicBezTo>
                      <a:pt x="693" y="1295"/>
                      <a:pt x="699" y="1268"/>
                      <a:pt x="705" y="1243"/>
                    </a:cubicBezTo>
                    <a:cubicBezTo>
                      <a:pt x="705" y="1242"/>
                      <a:pt x="705" y="1241"/>
                      <a:pt x="705" y="1240"/>
                    </a:cubicBezTo>
                    <a:cubicBezTo>
                      <a:pt x="706" y="1240"/>
                      <a:pt x="706" y="1239"/>
                      <a:pt x="707" y="1237"/>
                    </a:cubicBezTo>
                    <a:cubicBezTo>
                      <a:pt x="707" y="1236"/>
                      <a:pt x="707" y="1235"/>
                      <a:pt x="707" y="1234"/>
                    </a:cubicBezTo>
                    <a:cubicBezTo>
                      <a:pt x="707" y="1234"/>
                      <a:pt x="707" y="1235"/>
                      <a:pt x="707" y="1236"/>
                    </a:cubicBezTo>
                    <a:cubicBezTo>
                      <a:pt x="715" y="1202"/>
                      <a:pt x="721" y="1167"/>
                      <a:pt x="728" y="1132"/>
                    </a:cubicBezTo>
                    <a:cubicBezTo>
                      <a:pt x="733" y="1098"/>
                      <a:pt x="739" y="1063"/>
                      <a:pt x="745" y="1028"/>
                    </a:cubicBezTo>
                    <a:cubicBezTo>
                      <a:pt x="751" y="994"/>
                      <a:pt x="757" y="959"/>
                      <a:pt x="762" y="925"/>
                    </a:cubicBezTo>
                    <a:cubicBezTo>
                      <a:pt x="768" y="890"/>
                      <a:pt x="774" y="856"/>
                      <a:pt x="782" y="823"/>
                    </a:cubicBezTo>
                    <a:cubicBezTo>
                      <a:pt x="790" y="788"/>
                      <a:pt x="799" y="754"/>
                      <a:pt x="809" y="720"/>
                    </a:cubicBezTo>
                    <a:cubicBezTo>
                      <a:pt x="818" y="686"/>
                      <a:pt x="827" y="651"/>
                      <a:pt x="837" y="618"/>
                    </a:cubicBezTo>
                    <a:cubicBezTo>
                      <a:pt x="842" y="601"/>
                      <a:pt x="848" y="583"/>
                      <a:pt x="853" y="566"/>
                    </a:cubicBezTo>
                    <a:cubicBezTo>
                      <a:pt x="858" y="549"/>
                      <a:pt x="863" y="531"/>
                      <a:pt x="868" y="514"/>
                    </a:cubicBezTo>
                    <a:cubicBezTo>
                      <a:pt x="873" y="496"/>
                      <a:pt x="877" y="478"/>
                      <a:pt x="883" y="461"/>
                    </a:cubicBezTo>
                    <a:cubicBezTo>
                      <a:pt x="888" y="443"/>
                      <a:pt x="894" y="425"/>
                      <a:pt x="899" y="408"/>
                    </a:cubicBezTo>
                    <a:cubicBezTo>
                      <a:pt x="910" y="374"/>
                      <a:pt x="922" y="340"/>
                      <a:pt x="933" y="307"/>
                    </a:cubicBezTo>
                    <a:cubicBezTo>
                      <a:pt x="945" y="272"/>
                      <a:pt x="956" y="237"/>
                      <a:pt x="969" y="202"/>
                    </a:cubicBezTo>
                    <a:cubicBezTo>
                      <a:pt x="980" y="169"/>
                      <a:pt x="994" y="137"/>
                      <a:pt x="1010" y="106"/>
                    </a:cubicBezTo>
                    <a:cubicBezTo>
                      <a:pt x="1014" y="97"/>
                      <a:pt x="1018" y="89"/>
                      <a:pt x="1023" y="80"/>
                    </a:cubicBezTo>
                    <a:cubicBezTo>
                      <a:pt x="1028" y="72"/>
                      <a:pt x="1033" y="65"/>
                      <a:pt x="1039" y="57"/>
                    </a:cubicBezTo>
                    <a:cubicBezTo>
                      <a:pt x="1044" y="51"/>
                      <a:pt x="1051" y="45"/>
                      <a:pt x="1057" y="40"/>
                    </a:cubicBezTo>
                    <a:cubicBezTo>
                      <a:pt x="1064" y="34"/>
                      <a:pt x="1071" y="29"/>
                      <a:pt x="1079" y="24"/>
                    </a:cubicBezTo>
                    <a:cubicBezTo>
                      <a:pt x="1085" y="21"/>
                      <a:pt x="1092" y="17"/>
                      <a:pt x="1099" y="13"/>
                    </a:cubicBezTo>
                    <a:cubicBezTo>
                      <a:pt x="1107" y="9"/>
                      <a:pt x="1116" y="6"/>
                      <a:pt x="1124" y="4"/>
                    </a:cubicBezTo>
                    <a:cubicBezTo>
                      <a:pt x="1136" y="1"/>
                      <a:pt x="1149" y="0"/>
                      <a:pt x="1161" y="3"/>
                    </a:cubicBezTo>
                    <a:cubicBezTo>
                      <a:pt x="1175" y="6"/>
                      <a:pt x="1187" y="15"/>
                      <a:pt x="1197" y="24"/>
                    </a:cubicBezTo>
                    <a:cubicBezTo>
                      <a:pt x="1204" y="31"/>
                      <a:pt x="1210" y="38"/>
                      <a:pt x="1215" y="47"/>
                    </a:cubicBezTo>
                    <a:cubicBezTo>
                      <a:pt x="1219" y="55"/>
                      <a:pt x="1223" y="63"/>
                      <a:pt x="1226" y="72"/>
                    </a:cubicBezTo>
                    <a:cubicBezTo>
                      <a:pt x="1233" y="87"/>
                      <a:pt x="1239" y="103"/>
                      <a:pt x="1244" y="119"/>
                    </a:cubicBezTo>
                    <a:cubicBezTo>
                      <a:pt x="1251" y="136"/>
                      <a:pt x="1257" y="153"/>
                      <a:pt x="1262" y="170"/>
                    </a:cubicBezTo>
                    <a:cubicBezTo>
                      <a:pt x="1266" y="188"/>
                      <a:pt x="1269" y="205"/>
                      <a:pt x="1272" y="223"/>
                    </a:cubicBezTo>
                    <a:cubicBezTo>
                      <a:pt x="1279" y="257"/>
                      <a:pt x="1288" y="292"/>
                      <a:pt x="1297" y="326"/>
                    </a:cubicBezTo>
                    <a:cubicBezTo>
                      <a:pt x="1302" y="343"/>
                      <a:pt x="1307" y="360"/>
                      <a:pt x="1313" y="378"/>
                    </a:cubicBezTo>
                    <a:cubicBezTo>
                      <a:pt x="1318" y="394"/>
                      <a:pt x="1322" y="412"/>
                      <a:pt x="1325" y="429"/>
                    </a:cubicBezTo>
                    <a:cubicBezTo>
                      <a:pt x="1329" y="446"/>
                      <a:pt x="1333" y="463"/>
                      <a:pt x="1336" y="481"/>
                    </a:cubicBezTo>
                    <a:cubicBezTo>
                      <a:pt x="1340" y="498"/>
                      <a:pt x="1345" y="516"/>
                      <a:pt x="1347" y="534"/>
                    </a:cubicBezTo>
                    <a:cubicBezTo>
                      <a:pt x="1351" y="552"/>
                      <a:pt x="1353" y="571"/>
                      <a:pt x="1354" y="590"/>
                    </a:cubicBezTo>
                    <a:cubicBezTo>
                      <a:pt x="1356" y="609"/>
                      <a:pt x="1357" y="628"/>
                      <a:pt x="1360" y="647"/>
                    </a:cubicBezTo>
                    <a:cubicBezTo>
                      <a:pt x="1364" y="668"/>
                      <a:pt x="1368" y="689"/>
                      <a:pt x="1373" y="710"/>
                    </a:cubicBezTo>
                    <a:cubicBezTo>
                      <a:pt x="1377" y="732"/>
                      <a:pt x="1383" y="753"/>
                      <a:pt x="1389" y="775"/>
                    </a:cubicBezTo>
                    <a:lnTo>
                      <a:pt x="1389" y="774"/>
                    </a:lnTo>
                    <a:cubicBezTo>
                      <a:pt x="1391" y="777"/>
                      <a:pt x="1391" y="780"/>
                      <a:pt x="1392" y="783"/>
                    </a:cubicBezTo>
                    <a:lnTo>
                      <a:pt x="1392" y="782"/>
                    </a:lnTo>
                    <a:cubicBezTo>
                      <a:pt x="1402" y="816"/>
                      <a:pt x="1412" y="850"/>
                      <a:pt x="1422" y="884"/>
                    </a:cubicBezTo>
                    <a:cubicBezTo>
                      <a:pt x="1427" y="901"/>
                      <a:pt x="1432" y="918"/>
                      <a:pt x="1437" y="936"/>
                    </a:cubicBezTo>
                    <a:cubicBezTo>
                      <a:pt x="1441" y="952"/>
                      <a:pt x="1447" y="968"/>
                      <a:pt x="1451" y="985"/>
                    </a:cubicBezTo>
                    <a:cubicBezTo>
                      <a:pt x="1454" y="997"/>
                      <a:pt x="1456" y="1009"/>
                      <a:pt x="1458" y="1021"/>
                    </a:cubicBezTo>
                    <a:cubicBezTo>
                      <a:pt x="1461" y="1032"/>
                      <a:pt x="1463" y="1043"/>
                      <a:pt x="1466" y="1054"/>
                    </a:cubicBezTo>
                    <a:cubicBezTo>
                      <a:pt x="1469" y="1066"/>
                      <a:pt x="1470" y="1077"/>
                      <a:pt x="1473" y="1088"/>
                    </a:cubicBezTo>
                    <a:cubicBezTo>
                      <a:pt x="1475" y="1099"/>
                      <a:pt x="1477" y="1109"/>
                      <a:pt x="1479" y="1120"/>
                    </a:cubicBezTo>
                    <a:cubicBezTo>
                      <a:pt x="1480" y="1124"/>
                      <a:pt x="1480" y="1128"/>
                      <a:pt x="1481" y="1132"/>
                    </a:cubicBezTo>
                    <a:cubicBezTo>
                      <a:pt x="1481" y="1140"/>
                      <a:pt x="1476" y="1148"/>
                      <a:pt x="1468" y="1151"/>
                    </a:cubicBezTo>
                    <a:cubicBezTo>
                      <a:pt x="1458" y="1153"/>
                      <a:pt x="1449" y="1147"/>
                      <a:pt x="1447" y="1138"/>
                    </a:cubicBezTo>
                    <a:cubicBezTo>
                      <a:pt x="1445" y="1133"/>
                      <a:pt x="1445" y="1128"/>
                      <a:pt x="1444" y="1124"/>
                    </a:cubicBezTo>
                    <a:cubicBezTo>
                      <a:pt x="1443" y="1118"/>
                      <a:pt x="1441" y="1112"/>
                      <a:pt x="1440" y="1105"/>
                    </a:cubicBezTo>
                    <a:cubicBezTo>
                      <a:pt x="1439" y="1097"/>
                      <a:pt x="1437" y="1089"/>
                      <a:pt x="1435" y="1081"/>
                    </a:cubicBezTo>
                    <a:cubicBezTo>
                      <a:pt x="1434" y="1073"/>
                      <a:pt x="1433" y="1066"/>
                      <a:pt x="1431" y="1058"/>
                    </a:cubicBezTo>
                    <a:cubicBezTo>
                      <a:pt x="1429" y="1050"/>
                      <a:pt x="1428" y="1042"/>
                      <a:pt x="1426" y="1035"/>
                    </a:cubicBezTo>
                    <a:cubicBezTo>
                      <a:pt x="1419" y="1001"/>
                      <a:pt x="1410" y="967"/>
                      <a:pt x="1401" y="934"/>
                    </a:cubicBezTo>
                    <a:cubicBezTo>
                      <a:pt x="1392" y="900"/>
                      <a:pt x="1381" y="867"/>
                      <a:pt x="1371" y="833"/>
                    </a:cubicBezTo>
                    <a:cubicBezTo>
                      <a:pt x="1367" y="816"/>
                      <a:pt x="1362" y="799"/>
                      <a:pt x="1357" y="783"/>
                    </a:cubicBezTo>
                    <a:cubicBezTo>
                      <a:pt x="1352" y="766"/>
                      <a:pt x="1347" y="749"/>
                      <a:pt x="1343" y="732"/>
                    </a:cubicBezTo>
                    <a:cubicBezTo>
                      <a:pt x="1339" y="717"/>
                      <a:pt x="1337" y="702"/>
                      <a:pt x="1334" y="687"/>
                    </a:cubicBezTo>
                    <a:cubicBezTo>
                      <a:pt x="1331" y="672"/>
                      <a:pt x="1328" y="657"/>
                      <a:pt x="1326" y="641"/>
                    </a:cubicBezTo>
                    <a:cubicBezTo>
                      <a:pt x="1324" y="626"/>
                      <a:pt x="1322" y="611"/>
                      <a:pt x="1321" y="597"/>
                    </a:cubicBezTo>
                    <a:cubicBezTo>
                      <a:pt x="1320" y="581"/>
                      <a:pt x="1318" y="565"/>
                      <a:pt x="1316" y="549"/>
                    </a:cubicBezTo>
                    <a:cubicBezTo>
                      <a:pt x="1313" y="532"/>
                      <a:pt x="1309" y="515"/>
                      <a:pt x="1306" y="498"/>
                    </a:cubicBezTo>
                    <a:cubicBezTo>
                      <a:pt x="1302" y="481"/>
                      <a:pt x="1299" y="465"/>
                      <a:pt x="1295" y="448"/>
                    </a:cubicBezTo>
                    <a:cubicBezTo>
                      <a:pt x="1292" y="430"/>
                      <a:pt x="1287" y="413"/>
                      <a:pt x="1282" y="396"/>
                    </a:cubicBezTo>
                    <a:cubicBezTo>
                      <a:pt x="1278" y="379"/>
                      <a:pt x="1272" y="362"/>
                      <a:pt x="1268" y="345"/>
                    </a:cubicBezTo>
                    <a:cubicBezTo>
                      <a:pt x="1264" y="330"/>
                      <a:pt x="1259" y="315"/>
                      <a:pt x="1256" y="300"/>
                    </a:cubicBezTo>
                    <a:cubicBezTo>
                      <a:pt x="1252" y="285"/>
                      <a:pt x="1248" y="271"/>
                      <a:pt x="1245" y="256"/>
                    </a:cubicBezTo>
                    <a:cubicBezTo>
                      <a:pt x="1241" y="242"/>
                      <a:pt x="1239" y="227"/>
                      <a:pt x="1236" y="213"/>
                    </a:cubicBezTo>
                    <a:cubicBezTo>
                      <a:pt x="1235" y="205"/>
                      <a:pt x="1233" y="197"/>
                      <a:pt x="1232" y="190"/>
                    </a:cubicBezTo>
                    <a:cubicBezTo>
                      <a:pt x="1230" y="182"/>
                      <a:pt x="1227" y="175"/>
                      <a:pt x="1225" y="167"/>
                    </a:cubicBezTo>
                    <a:cubicBezTo>
                      <a:pt x="1225" y="168"/>
                      <a:pt x="1226" y="169"/>
                      <a:pt x="1226" y="169"/>
                    </a:cubicBezTo>
                    <a:cubicBezTo>
                      <a:pt x="1216" y="138"/>
                      <a:pt x="1205" y="108"/>
                      <a:pt x="1191" y="77"/>
                    </a:cubicBezTo>
                    <a:cubicBezTo>
                      <a:pt x="1188" y="72"/>
                      <a:pt x="1185" y="66"/>
                      <a:pt x="1183" y="61"/>
                    </a:cubicBezTo>
                    <a:cubicBezTo>
                      <a:pt x="1181" y="58"/>
                      <a:pt x="1179" y="56"/>
                      <a:pt x="1177" y="54"/>
                    </a:cubicBezTo>
                    <a:cubicBezTo>
                      <a:pt x="1176" y="52"/>
                      <a:pt x="1174" y="51"/>
                      <a:pt x="1172" y="49"/>
                    </a:cubicBezTo>
                    <a:cubicBezTo>
                      <a:pt x="1170" y="47"/>
                      <a:pt x="1168" y="45"/>
                      <a:pt x="1166" y="44"/>
                    </a:cubicBezTo>
                    <a:cubicBezTo>
                      <a:pt x="1165" y="42"/>
                      <a:pt x="1163" y="42"/>
                      <a:pt x="1162" y="41"/>
                    </a:cubicBezTo>
                    <a:cubicBezTo>
                      <a:pt x="1160" y="40"/>
                      <a:pt x="1158" y="39"/>
                      <a:pt x="1156" y="38"/>
                    </a:cubicBezTo>
                    <a:cubicBezTo>
                      <a:pt x="1155" y="38"/>
                      <a:pt x="1153" y="37"/>
                      <a:pt x="1152" y="37"/>
                    </a:cubicBezTo>
                    <a:cubicBezTo>
                      <a:pt x="1151" y="37"/>
                      <a:pt x="1149" y="37"/>
                      <a:pt x="1148" y="36"/>
                    </a:cubicBezTo>
                    <a:cubicBezTo>
                      <a:pt x="1147" y="36"/>
                      <a:pt x="1146" y="36"/>
                      <a:pt x="1145" y="36"/>
                    </a:cubicBezTo>
                    <a:cubicBezTo>
                      <a:pt x="1143" y="36"/>
                      <a:pt x="1140" y="37"/>
                      <a:pt x="1138" y="37"/>
                    </a:cubicBezTo>
                    <a:cubicBezTo>
                      <a:pt x="1135" y="38"/>
                      <a:pt x="1132" y="38"/>
                      <a:pt x="1130" y="39"/>
                    </a:cubicBezTo>
                    <a:cubicBezTo>
                      <a:pt x="1125" y="41"/>
                      <a:pt x="1120" y="42"/>
                      <a:pt x="1114" y="45"/>
                    </a:cubicBezTo>
                    <a:cubicBezTo>
                      <a:pt x="1108" y="48"/>
                      <a:pt x="1102" y="51"/>
                      <a:pt x="1096" y="55"/>
                    </a:cubicBezTo>
                    <a:cubicBezTo>
                      <a:pt x="1090" y="59"/>
                      <a:pt x="1085" y="62"/>
                      <a:pt x="1079" y="66"/>
                    </a:cubicBezTo>
                    <a:cubicBezTo>
                      <a:pt x="1075" y="70"/>
                      <a:pt x="1072" y="73"/>
                      <a:pt x="1068" y="76"/>
                    </a:cubicBezTo>
                    <a:cubicBezTo>
                      <a:pt x="1065" y="80"/>
                      <a:pt x="1063" y="83"/>
                      <a:pt x="1060" y="86"/>
                    </a:cubicBezTo>
                    <a:cubicBezTo>
                      <a:pt x="1055" y="94"/>
                      <a:pt x="1050" y="102"/>
                      <a:pt x="1045" y="111"/>
                    </a:cubicBezTo>
                    <a:cubicBezTo>
                      <a:pt x="1037" y="125"/>
                      <a:pt x="1031" y="140"/>
                      <a:pt x="1024" y="156"/>
                    </a:cubicBezTo>
                    <a:cubicBezTo>
                      <a:pt x="1017" y="171"/>
                      <a:pt x="1010" y="186"/>
                      <a:pt x="1004" y="202"/>
                    </a:cubicBezTo>
                    <a:cubicBezTo>
                      <a:pt x="998" y="218"/>
                      <a:pt x="992" y="235"/>
                      <a:pt x="986" y="251"/>
                    </a:cubicBezTo>
                    <a:cubicBezTo>
                      <a:pt x="980" y="268"/>
                      <a:pt x="975" y="285"/>
                      <a:pt x="969" y="302"/>
                    </a:cubicBezTo>
                    <a:cubicBezTo>
                      <a:pt x="963" y="319"/>
                      <a:pt x="958" y="336"/>
                      <a:pt x="952" y="352"/>
                    </a:cubicBezTo>
                    <a:cubicBezTo>
                      <a:pt x="946" y="370"/>
                      <a:pt x="941" y="387"/>
                      <a:pt x="935" y="405"/>
                    </a:cubicBezTo>
                    <a:cubicBezTo>
                      <a:pt x="930" y="422"/>
                      <a:pt x="924" y="439"/>
                      <a:pt x="919" y="456"/>
                    </a:cubicBezTo>
                    <a:cubicBezTo>
                      <a:pt x="913" y="474"/>
                      <a:pt x="908" y="492"/>
                      <a:pt x="903" y="510"/>
                    </a:cubicBezTo>
                    <a:cubicBezTo>
                      <a:pt x="898" y="527"/>
                      <a:pt x="894" y="545"/>
                      <a:pt x="889" y="562"/>
                    </a:cubicBezTo>
                    <a:cubicBezTo>
                      <a:pt x="884" y="580"/>
                      <a:pt x="878" y="597"/>
                      <a:pt x="873" y="615"/>
                    </a:cubicBezTo>
                    <a:cubicBezTo>
                      <a:pt x="863" y="647"/>
                      <a:pt x="854" y="680"/>
                      <a:pt x="845" y="714"/>
                    </a:cubicBezTo>
                    <a:cubicBezTo>
                      <a:pt x="836" y="746"/>
                      <a:pt x="827" y="779"/>
                      <a:pt x="819" y="812"/>
                    </a:cubicBezTo>
                    <a:lnTo>
                      <a:pt x="819" y="811"/>
                    </a:lnTo>
                    <a:cubicBezTo>
                      <a:pt x="803" y="880"/>
                      <a:pt x="793" y="949"/>
                      <a:pt x="781" y="1018"/>
                    </a:cubicBezTo>
                    <a:cubicBezTo>
                      <a:pt x="775" y="1053"/>
                      <a:pt x="769" y="1087"/>
                      <a:pt x="764" y="1121"/>
                    </a:cubicBezTo>
                    <a:cubicBezTo>
                      <a:pt x="757" y="1156"/>
                      <a:pt x="751" y="1190"/>
                      <a:pt x="744" y="1225"/>
                    </a:cubicBezTo>
                    <a:cubicBezTo>
                      <a:pt x="743" y="1231"/>
                      <a:pt x="741" y="1237"/>
                      <a:pt x="740" y="1244"/>
                    </a:cubicBezTo>
                    <a:cubicBezTo>
                      <a:pt x="740" y="1245"/>
                      <a:pt x="739" y="1246"/>
                      <a:pt x="739" y="1246"/>
                    </a:cubicBezTo>
                    <a:lnTo>
                      <a:pt x="739" y="1247"/>
                    </a:lnTo>
                    <a:cubicBezTo>
                      <a:pt x="739" y="1249"/>
                      <a:pt x="738" y="1251"/>
                      <a:pt x="737" y="1253"/>
                    </a:cubicBezTo>
                    <a:cubicBezTo>
                      <a:pt x="737" y="1254"/>
                      <a:pt x="737" y="1256"/>
                      <a:pt x="736" y="1257"/>
                    </a:cubicBezTo>
                    <a:cubicBezTo>
                      <a:pt x="736" y="1259"/>
                      <a:pt x="736" y="1261"/>
                      <a:pt x="736" y="1262"/>
                    </a:cubicBezTo>
                    <a:cubicBezTo>
                      <a:pt x="736" y="1261"/>
                      <a:pt x="736" y="1261"/>
                      <a:pt x="736" y="1260"/>
                    </a:cubicBezTo>
                    <a:cubicBezTo>
                      <a:pt x="732" y="1276"/>
                      <a:pt x="728" y="1293"/>
                      <a:pt x="725" y="1309"/>
                    </a:cubicBezTo>
                    <a:cubicBezTo>
                      <a:pt x="720" y="1328"/>
                      <a:pt x="715" y="1346"/>
                      <a:pt x="711" y="1365"/>
                    </a:cubicBezTo>
                    <a:cubicBezTo>
                      <a:pt x="707" y="1382"/>
                      <a:pt x="701" y="1398"/>
                      <a:pt x="695" y="1414"/>
                    </a:cubicBezTo>
                    <a:cubicBezTo>
                      <a:pt x="689" y="1431"/>
                      <a:pt x="681" y="1448"/>
                      <a:pt x="674" y="1465"/>
                    </a:cubicBezTo>
                    <a:cubicBezTo>
                      <a:pt x="667" y="1480"/>
                      <a:pt x="661" y="1497"/>
                      <a:pt x="653" y="1512"/>
                    </a:cubicBezTo>
                    <a:cubicBezTo>
                      <a:pt x="645" y="1528"/>
                      <a:pt x="637" y="1544"/>
                      <a:pt x="627" y="1558"/>
                    </a:cubicBezTo>
                    <a:cubicBezTo>
                      <a:pt x="623" y="1565"/>
                      <a:pt x="617" y="1572"/>
                      <a:pt x="612" y="1578"/>
                    </a:cubicBezTo>
                    <a:cubicBezTo>
                      <a:pt x="606" y="1585"/>
                      <a:pt x="601" y="1592"/>
                      <a:pt x="594" y="1598"/>
                    </a:cubicBezTo>
                    <a:cubicBezTo>
                      <a:pt x="587" y="1604"/>
                      <a:pt x="580" y="1610"/>
                      <a:pt x="572" y="1614"/>
                    </a:cubicBezTo>
                    <a:cubicBezTo>
                      <a:pt x="564" y="1618"/>
                      <a:pt x="556" y="1621"/>
                      <a:pt x="548" y="1621"/>
                    </a:cubicBezTo>
                    <a:cubicBezTo>
                      <a:pt x="545" y="1621"/>
                      <a:pt x="542" y="1620"/>
                      <a:pt x="540" y="16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621" name="Google Shape;1621;p17"/>
            <p:cNvGrpSpPr/>
            <p:nvPr/>
          </p:nvGrpSpPr>
          <p:grpSpPr>
            <a:xfrm>
              <a:off x="8271612" y="4117081"/>
              <a:ext cx="2657974" cy="1278647"/>
              <a:chOff x="3368880" y="572760"/>
              <a:chExt cx="1235520" cy="594360"/>
            </a:xfrm>
          </p:grpSpPr>
          <p:sp>
            <p:nvSpPr>
              <p:cNvPr id="1622" name="Google Shape;1622;p17"/>
              <p:cNvSpPr/>
              <p:nvPr/>
            </p:nvSpPr>
            <p:spPr>
              <a:xfrm>
                <a:off x="3565800" y="572760"/>
                <a:ext cx="13680" cy="594360"/>
              </a:xfrm>
              <a:custGeom>
                <a:avLst/>
                <a:gdLst/>
                <a:ahLst/>
                <a:cxnLst/>
                <a:rect l="l" t="t" r="r" b="b"/>
                <a:pathLst>
                  <a:path w="38" h="1651" extrusionOk="0">
                    <a:moveTo>
                      <a:pt x="0" y="1638"/>
                    </a:moveTo>
                    <a:cubicBezTo>
                      <a:pt x="0" y="1621"/>
                      <a:pt x="0" y="1604"/>
                      <a:pt x="0" y="1587"/>
                    </a:cubicBezTo>
                    <a:cubicBezTo>
                      <a:pt x="1" y="1570"/>
                      <a:pt x="1" y="1553"/>
                      <a:pt x="2" y="1536"/>
                    </a:cubicBezTo>
                    <a:cubicBezTo>
                      <a:pt x="2" y="1500"/>
                      <a:pt x="2" y="1465"/>
                      <a:pt x="3" y="1429"/>
                    </a:cubicBezTo>
                    <a:cubicBezTo>
                      <a:pt x="3" y="1359"/>
                      <a:pt x="4" y="1290"/>
                      <a:pt x="4" y="1220"/>
                    </a:cubicBezTo>
                    <a:cubicBezTo>
                      <a:pt x="5" y="1149"/>
                      <a:pt x="6" y="1078"/>
                      <a:pt x="6" y="1006"/>
                    </a:cubicBezTo>
                    <a:cubicBezTo>
                      <a:pt x="7" y="935"/>
                      <a:pt x="8" y="864"/>
                      <a:pt x="9" y="793"/>
                    </a:cubicBezTo>
                    <a:cubicBezTo>
                      <a:pt x="9" y="722"/>
                      <a:pt x="10" y="651"/>
                      <a:pt x="10" y="580"/>
                    </a:cubicBezTo>
                    <a:cubicBezTo>
                      <a:pt x="11" y="509"/>
                      <a:pt x="11" y="438"/>
                      <a:pt x="12" y="367"/>
                    </a:cubicBezTo>
                    <a:cubicBezTo>
                      <a:pt x="13" y="297"/>
                      <a:pt x="13" y="227"/>
                      <a:pt x="14" y="157"/>
                    </a:cubicBezTo>
                    <a:cubicBezTo>
                      <a:pt x="14" y="132"/>
                      <a:pt x="14" y="106"/>
                      <a:pt x="14" y="80"/>
                    </a:cubicBezTo>
                    <a:cubicBezTo>
                      <a:pt x="14" y="81"/>
                      <a:pt x="14" y="81"/>
                      <a:pt x="14" y="82"/>
                    </a:cubicBezTo>
                    <a:cubicBezTo>
                      <a:pt x="14" y="76"/>
                      <a:pt x="14" y="70"/>
                      <a:pt x="14" y="65"/>
                    </a:cubicBezTo>
                    <a:lnTo>
                      <a:pt x="14" y="66"/>
                    </a:lnTo>
                    <a:cubicBezTo>
                      <a:pt x="14" y="65"/>
                      <a:pt x="14" y="65"/>
                      <a:pt x="14" y="63"/>
                    </a:cubicBezTo>
                    <a:cubicBezTo>
                      <a:pt x="14" y="64"/>
                      <a:pt x="14" y="65"/>
                      <a:pt x="14" y="65"/>
                    </a:cubicBezTo>
                    <a:cubicBezTo>
                      <a:pt x="14" y="59"/>
                      <a:pt x="14" y="53"/>
                      <a:pt x="14" y="48"/>
                    </a:cubicBezTo>
                    <a:lnTo>
                      <a:pt x="14" y="49"/>
                    </a:lnTo>
                    <a:cubicBezTo>
                      <a:pt x="14" y="42"/>
                      <a:pt x="14" y="34"/>
                      <a:pt x="14" y="27"/>
                    </a:cubicBezTo>
                    <a:cubicBezTo>
                      <a:pt x="14" y="21"/>
                      <a:pt x="14" y="16"/>
                      <a:pt x="14" y="10"/>
                    </a:cubicBezTo>
                    <a:cubicBezTo>
                      <a:pt x="14" y="11"/>
                      <a:pt x="14" y="12"/>
                      <a:pt x="14" y="12"/>
                    </a:cubicBezTo>
                    <a:cubicBezTo>
                      <a:pt x="14" y="9"/>
                      <a:pt x="16" y="6"/>
                      <a:pt x="17" y="4"/>
                    </a:cubicBezTo>
                    <a:cubicBezTo>
                      <a:pt x="19" y="2"/>
                      <a:pt x="22" y="0"/>
                      <a:pt x="25" y="0"/>
                    </a:cubicBezTo>
                    <a:cubicBezTo>
                      <a:pt x="31" y="0"/>
                      <a:pt x="37" y="5"/>
                      <a:pt x="37" y="10"/>
                    </a:cubicBezTo>
                    <a:cubicBezTo>
                      <a:pt x="37" y="17"/>
                      <a:pt x="36" y="24"/>
                      <a:pt x="36" y="31"/>
                    </a:cubicBezTo>
                    <a:cubicBezTo>
                      <a:pt x="36" y="40"/>
                      <a:pt x="36" y="48"/>
                      <a:pt x="35" y="56"/>
                    </a:cubicBezTo>
                    <a:cubicBezTo>
                      <a:pt x="35" y="74"/>
                      <a:pt x="35" y="91"/>
                      <a:pt x="35" y="109"/>
                    </a:cubicBezTo>
                    <a:cubicBezTo>
                      <a:pt x="35" y="144"/>
                      <a:pt x="34" y="179"/>
                      <a:pt x="34" y="214"/>
                    </a:cubicBezTo>
                    <a:cubicBezTo>
                      <a:pt x="34" y="249"/>
                      <a:pt x="33" y="284"/>
                      <a:pt x="33" y="320"/>
                    </a:cubicBezTo>
                    <a:cubicBezTo>
                      <a:pt x="33" y="354"/>
                      <a:pt x="32" y="389"/>
                      <a:pt x="32" y="423"/>
                    </a:cubicBezTo>
                    <a:cubicBezTo>
                      <a:pt x="32" y="493"/>
                      <a:pt x="31" y="563"/>
                      <a:pt x="30" y="633"/>
                    </a:cubicBezTo>
                    <a:cubicBezTo>
                      <a:pt x="30" y="705"/>
                      <a:pt x="29" y="778"/>
                      <a:pt x="28" y="850"/>
                    </a:cubicBezTo>
                    <a:cubicBezTo>
                      <a:pt x="28" y="920"/>
                      <a:pt x="27" y="992"/>
                      <a:pt x="27" y="1062"/>
                    </a:cubicBezTo>
                    <a:cubicBezTo>
                      <a:pt x="26" y="1133"/>
                      <a:pt x="25" y="1204"/>
                      <a:pt x="25" y="1274"/>
                    </a:cubicBezTo>
                    <a:cubicBezTo>
                      <a:pt x="24" y="1344"/>
                      <a:pt x="24" y="1414"/>
                      <a:pt x="23" y="1483"/>
                    </a:cubicBezTo>
                    <a:cubicBezTo>
                      <a:pt x="23" y="1507"/>
                      <a:pt x="23" y="1530"/>
                      <a:pt x="23" y="1554"/>
                    </a:cubicBezTo>
                    <a:lnTo>
                      <a:pt x="23" y="1553"/>
                    </a:lnTo>
                    <a:cubicBezTo>
                      <a:pt x="23" y="1556"/>
                      <a:pt x="23" y="1560"/>
                      <a:pt x="23" y="1563"/>
                    </a:cubicBezTo>
                    <a:cubicBezTo>
                      <a:pt x="23" y="1562"/>
                      <a:pt x="23" y="1562"/>
                      <a:pt x="23" y="1561"/>
                    </a:cubicBezTo>
                    <a:cubicBezTo>
                      <a:pt x="23" y="1578"/>
                      <a:pt x="23" y="1593"/>
                      <a:pt x="23" y="1609"/>
                    </a:cubicBezTo>
                    <a:lnTo>
                      <a:pt x="23" y="1608"/>
                    </a:lnTo>
                    <a:cubicBezTo>
                      <a:pt x="23" y="1615"/>
                      <a:pt x="23" y="1623"/>
                      <a:pt x="23" y="1631"/>
                    </a:cubicBezTo>
                    <a:cubicBezTo>
                      <a:pt x="23" y="1633"/>
                      <a:pt x="23" y="1635"/>
                      <a:pt x="23" y="1638"/>
                    </a:cubicBezTo>
                    <a:cubicBezTo>
                      <a:pt x="23" y="1644"/>
                      <a:pt x="18" y="1649"/>
                      <a:pt x="12" y="1650"/>
                    </a:cubicBezTo>
                    <a:cubicBezTo>
                      <a:pt x="11" y="1650"/>
                      <a:pt x="11" y="1650"/>
                      <a:pt x="11" y="1650"/>
                    </a:cubicBezTo>
                    <a:cubicBezTo>
                      <a:pt x="4" y="1650"/>
                      <a:pt x="0" y="1644"/>
                      <a:pt x="0" y="16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3" name="Google Shape;1623;p17"/>
              <p:cNvSpPr/>
              <p:nvPr/>
            </p:nvSpPr>
            <p:spPr>
              <a:xfrm>
                <a:off x="3555720" y="574560"/>
                <a:ext cx="53280" cy="73800"/>
              </a:xfrm>
              <a:custGeom>
                <a:avLst/>
                <a:gdLst/>
                <a:ahLst/>
                <a:cxnLst/>
                <a:rect l="l" t="t" r="r" b="b"/>
                <a:pathLst>
                  <a:path w="148" h="205" extrusionOk="0">
                    <a:moveTo>
                      <a:pt x="125" y="196"/>
                    </a:moveTo>
                    <a:cubicBezTo>
                      <a:pt x="120" y="181"/>
                      <a:pt x="115" y="165"/>
                      <a:pt x="109" y="149"/>
                    </a:cubicBezTo>
                    <a:cubicBezTo>
                      <a:pt x="106" y="145"/>
                      <a:pt x="105" y="140"/>
                      <a:pt x="103" y="135"/>
                    </a:cubicBezTo>
                    <a:cubicBezTo>
                      <a:pt x="98" y="124"/>
                      <a:pt x="93" y="114"/>
                      <a:pt x="88" y="103"/>
                    </a:cubicBezTo>
                    <a:cubicBezTo>
                      <a:pt x="86" y="98"/>
                      <a:pt x="83" y="93"/>
                      <a:pt x="80" y="88"/>
                    </a:cubicBezTo>
                    <a:cubicBezTo>
                      <a:pt x="77" y="82"/>
                      <a:pt x="74" y="78"/>
                      <a:pt x="72" y="72"/>
                    </a:cubicBezTo>
                    <a:cubicBezTo>
                      <a:pt x="72" y="73"/>
                      <a:pt x="72" y="74"/>
                      <a:pt x="72" y="74"/>
                    </a:cubicBezTo>
                    <a:cubicBezTo>
                      <a:pt x="66" y="64"/>
                      <a:pt x="60" y="54"/>
                      <a:pt x="53" y="44"/>
                    </a:cubicBezTo>
                    <a:cubicBezTo>
                      <a:pt x="49" y="65"/>
                      <a:pt x="45" y="86"/>
                      <a:pt x="40" y="106"/>
                    </a:cubicBezTo>
                    <a:cubicBezTo>
                      <a:pt x="35" y="129"/>
                      <a:pt x="31" y="152"/>
                      <a:pt x="26" y="175"/>
                    </a:cubicBezTo>
                    <a:cubicBezTo>
                      <a:pt x="25" y="181"/>
                      <a:pt x="24" y="187"/>
                      <a:pt x="22" y="192"/>
                    </a:cubicBezTo>
                    <a:cubicBezTo>
                      <a:pt x="21" y="198"/>
                      <a:pt x="16" y="201"/>
                      <a:pt x="11" y="201"/>
                    </a:cubicBezTo>
                    <a:cubicBezTo>
                      <a:pt x="6" y="201"/>
                      <a:pt x="0" y="195"/>
                      <a:pt x="1" y="189"/>
                    </a:cubicBezTo>
                    <a:cubicBezTo>
                      <a:pt x="2" y="183"/>
                      <a:pt x="3" y="177"/>
                      <a:pt x="5" y="170"/>
                    </a:cubicBezTo>
                    <a:cubicBezTo>
                      <a:pt x="6" y="164"/>
                      <a:pt x="7" y="159"/>
                      <a:pt x="7" y="153"/>
                    </a:cubicBezTo>
                    <a:cubicBezTo>
                      <a:pt x="10" y="142"/>
                      <a:pt x="12" y="132"/>
                      <a:pt x="13" y="121"/>
                    </a:cubicBezTo>
                    <a:cubicBezTo>
                      <a:pt x="17" y="97"/>
                      <a:pt x="20" y="74"/>
                      <a:pt x="24" y="50"/>
                    </a:cubicBezTo>
                    <a:cubicBezTo>
                      <a:pt x="25" y="44"/>
                      <a:pt x="25" y="37"/>
                      <a:pt x="27" y="31"/>
                    </a:cubicBezTo>
                    <a:cubicBezTo>
                      <a:pt x="28" y="24"/>
                      <a:pt x="30" y="16"/>
                      <a:pt x="31" y="9"/>
                    </a:cubicBezTo>
                    <a:cubicBezTo>
                      <a:pt x="31" y="9"/>
                      <a:pt x="31" y="10"/>
                      <a:pt x="31" y="11"/>
                    </a:cubicBezTo>
                    <a:lnTo>
                      <a:pt x="31" y="12"/>
                    </a:lnTo>
                    <a:cubicBezTo>
                      <a:pt x="31" y="8"/>
                      <a:pt x="31" y="5"/>
                      <a:pt x="34" y="2"/>
                    </a:cubicBezTo>
                    <a:cubicBezTo>
                      <a:pt x="37" y="0"/>
                      <a:pt x="41" y="0"/>
                      <a:pt x="44" y="0"/>
                    </a:cubicBezTo>
                    <a:cubicBezTo>
                      <a:pt x="47" y="1"/>
                      <a:pt x="50" y="3"/>
                      <a:pt x="52" y="6"/>
                    </a:cubicBezTo>
                    <a:cubicBezTo>
                      <a:pt x="53" y="9"/>
                      <a:pt x="53" y="13"/>
                      <a:pt x="51" y="16"/>
                    </a:cubicBezTo>
                    <a:cubicBezTo>
                      <a:pt x="52" y="16"/>
                      <a:pt x="52" y="15"/>
                      <a:pt x="52" y="15"/>
                    </a:cubicBezTo>
                    <a:lnTo>
                      <a:pt x="52" y="14"/>
                    </a:lnTo>
                    <a:cubicBezTo>
                      <a:pt x="52" y="15"/>
                      <a:pt x="52" y="15"/>
                      <a:pt x="52" y="16"/>
                    </a:cubicBezTo>
                    <a:cubicBezTo>
                      <a:pt x="52" y="16"/>
                      <a:pt x="53" y="16"/>
                      <a:pt x="54" y="17"/>
                    </a:cubicBezTo>
                    <a:cubicBezTo>
                      <a:pt x="58" y="18"/>
                      <a:pt x="61" y="20"/>
                      <a:pt x="63" y="23"/>
                    </a:cubicBezTo>
                    <a:cubicBezTo>
                      <a:pt x="69" y="28"/>
                      <a:pt x="73" y="33"/>
                      <a:pt x="76" y="39"/>
                    </a:cubicBezTo>
                    <a:cubicBezTo>
                      <a:pt x="78" y="42"/>
                      <a:pt x="80" y="45"/>
                      <a:pt x="81" y="48"/>
                    </a:cubicBezTo>
                    <a:cubicBezTo>
                      <a:pt x="84" y="53"/>
                      <a:pt x="87" y="57"/>
                      <a:pt x="90" y="62"/>
                    </a:cubicBezTo>
                    <a:cubicBezTo>
                      <a:pt x="102" y="82"/>
                      <a:pt x="112" y="104"/>
                      <a:pt x="122" y="125"/>
                    </a:cubicBezTo>
                    <a:cubicBezTo>
                      <a:pt x="122" y="126"/>
                      <a:pt x="122" y="126"/>
                      <a:pt x="122" y="127"/>
                    </a:cubicBezTo>
                    <a:lnTo>
                      <a:pt x="122" y="126"/>
                    </a:lnTo>
                    <a:cubicBezTo>
                      <a:pt x="124" y="131"/>
                      <a:pt x="126" y="136"/>
                      <a:pt x="129" y="142"/>
                    </a:cubicBezTo>
                    <a:cubicBezTo>
                      <a:pt x="132" y="149"/>
                      <a:pt x="134" y="157"/>
                      <a:pt x="137" y="164"/>
                    </a:cubicBezTo>
                    <a:cubicBezTo>
                      <a:pt x="140" y="173"/>
                      <a:pt x="143" y="181"/>
                      <a:pt x="146" y="189"/>
                    </a:cubicBezTo>
                    <a:cubicBezTo>
                      <a:pt x="147" y="195"/>
                      <a:pt x="144" y="202"/>
                      <a:pt x="139" y="203"/>
                    </a:cubicBezTo>
                    <a:cubicBezTo>
                      <a:pt x="137" y="204"/>
                      <a:pt x="137" y="204"/>
                      <a:pt x="136" y="204"/>
                    </a:cubicBezTo>
                    <a:cubicBezTo>
                      <a:pt x="131" y="204"/>
                      <a:pt x="126" y="201"/>
                      <a:pt x="125" y="1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4" name="Google Shape;1624;p17"/>
              <p:cNvSpPr/>
              <p:nvPr/>
            </p:nvSpPr>
            <p:spPr>
              <a:xfrm>
                <a:off x="3502440" y="582120"/>
                <a:ext cx="44280" cy="132840"/>
              </a:xfrm>
              <a:custGeom>
                <a:avLst/>
                <a:gdLst/>
                <a:ahLst/>
                <a:cxnLst/>
                <a:rect l="l" t="t" r="r" b="b"/>
                <a:pathLst>
                  <a:path w="123" h="369" extrusionOk="0">
                    <a:moveTo>
                      <a:pt x="99" y="346"/>
                    </a:moveTo>
                    <a:cubicBezTo>
                      <a:pt x="99" y="346"/>
                      <a:pt x="99" y="344"/>
                      <a:pt x="100" y="343"/>
                    </a:cubicBezTo>
                    <a:cubicBezTo>
                      <a:pt x="100" y="336"/>
                      <a:pt x="101" y="328"/>
                      <a:pt x="101" y="320"/>
                    </a:cubicBezTo>
                    <a:cubicBezTo>
                      <a:pt x="101" y="321"/>
                      <a:pt x="101" y="321"/>
                      <a:pt x="101" y="322"/>
                    </a:cubicBezTo>
                    <a:cubicBezTo>
                      <a:pt x="101" y="317"/>
                      <a:pt x="101" y="313"/>
                      <a:pt x="101" y="308"/>
                    </a:cubicBezTo>
                    <a:lnTo>
                      <a:pt x="101" y="309"/>
                    </a:lnTo>
                    <a:cubicBezTo>
                      <a:pt x="101" y="308"/>
                      <a:pt x="101" y="308"/>
                      <a:pt x="101" y="308"/>
                    </a:cubicBezTo>
                    <a:cubicBezTo>
                      <a:pt x="101" y="286"/>
                      <a:pt x="100" y="265"/>
                      <a:pt x="99" y="243"/>
                    </a:cubicBezTo>
                    <a:cubicBezTo>
                      <a:pt x="98" y="221"/>
                      <a:pt x="96" y="199"/>
                      <a:pt x="95" y="177"/>
                    </a:cubicBezTo>
                    <a:cubicBezTo>
                      <a:pt x="94" y="161"/>
                      <a:pt x="93" y="145"/>
                      <a:pt x="92" y="129"/>
                    </a:cubicBezTo>
                    <a:cubicBezTo>
                      <a:pt x="92" y="123"/>
                      <a:pt x="92" y="117"/>
                      <a:pt x="91" y="111"/>
                    </a:cubicBezTo>
                    <a:cubicBezTo>
                      <a:pt x="91" y="106"/>
                      <a:pt x="91" y="100"/>
                      <a:pt x="91" y="94"/>
                    </a:cubicBezTo>
                    <a:cubicBezTo>
                      <a:pt x="91" y="95"/>
                      <a:pt x="91" y="96"/>
                      <a:pt x="90" y="97"/>
                    </a:cubicBezTo>
                    <a:cubicBezTo>
                      <a:pt x="87" y="107"/>
                      <a:pt x="83" y="116"/>
                      <a:pt x="79" y="125"/>
                    </a:cubicBezTo>
                    <a:cubicBezTo>
                      <a:pt x="75" y="135"/>
                      <a:pt x="69" y="145"/>
                      <a:pt x="60" y="152"/>
                    </a:cubicBezTo>
                    <a:cubicBezTo>
                      <a:pt x="65" y="153"/>
                      <a:pt x="69" y="157"/>
                      <a:pt x="68" y="162"/>
                    </a:cubicBezTo>
                    <a:cubicBezTo>
                      <a:pt x="66" y="176"/>
                      <a:pt x="65" y="191"/>
                      <a:pt x="65" y="205"/>
                    </a:cubicBezTo>
                    <a:cubicBezTo>
                      <a:pt x="64" y="220"/>
                      <a:pt x="62" y="235"/>
                      <a:pt x="62" y="250"/>
                    </a:cubicBezTo>
                    <a:cubicBezTo>
                      <a:pt x="62" y="259"/>
                      <a:pt x="63" y="268"/>
                      <a:pt x="64" y="276"/>
                    </a:cubicBezTo>
                    <a:lnTo>
                      <a:pt x="64" y="277"/>
                    </a:lnTo>
                    <a:cubicBezTo>
                      <a:pt x="65" y="286"/>
                      <a:pt x="66" y="294"/>
                      <a:pt x="69" y="302"/>
                    </a:cubicBezTo>
                    <a:cubicBezTo>
                      <a:pt x="70" y="307"/>
                      <a:pt x="72" y="311"/>
                      <a:pt x="73" y="315"/>
                    </a:cubicBezTo>
                    <a:cubicBezTo>
                      <a:pt x="75" y="319"/>
                      <a:pt x="76" y="322"/>
                      <a:pt x="78" y="325"/>
                    </a:cubicBezTo>
                    <a:cubicBezTo>
                      <a:pt x="80" y="328"/>
                      <a:pt x="81" y="330"/>
                      <a:pt x="83" y="333"/>
                    </a:cubicBezTo>
                    <a:cubicBezTo>
                      <a:pt x="85" y="335"/>
                      <a:pt x="86" y="337"/>
                      <a:pt x="89" y="339"/>
                    </a:cubicBezTo>
                    <a:cubicBezTo>
                      <a:pt x="90" y="340"/>
                      <a:pt x="91" y="342"/>
                      <a:pt x="92" y="343"/>
                    </a:cubicBezTo>
                    <a:cubicBezTo>
                      <a:pt x="93" y="343"/>
                      <a:pt x="94" y="344"/>
                      <a:pt x="95" y="344"/>
                    </a:cubicBezTo>
                    <a:cubicBezTo>
                      <a:pt x="96" y="345"/>
                      <a:pt x="97" y="346"/>
                      <a:pt x="97" y="346"/>
                    </a:cubicBezTo>
                    <a:cubicBezTo>
                      <a:pt x="98" y="346"/>
                      <a:pt x="98" y="346"/>
                      <a:pt x="98" y="346"/>
                    </a:cubicBezTo>
                    <a:lnTo>
                      <a:pt x="99" y="346"/>
                    </a:lnTo>
                    <a:moveTo>
                      <a:pt x="70" y="350"/>
                    </a:moveTo>
                    <a:cubicBezTo>
                      <a:pt x="61" y="340"/>
                      <a:pt x="54" y="326"/>
                      <a:pt x="50" y="312"/>
                    </a:cubicBezTo>
                    <a:cubicBezTo>
                      <a:pt x="48" y="305"/>
                      <a:pt x="47" y="298"/>
                      <a:pt x="45" y="291"/>
                    </a:cubicBezTo>
                    <a:cubicBezTo>
                      <a:pt x="44" y="284"/>
                      <a:pt x="44" y="276"/>
                      <a:pt x="43" y="269"/>
                    </a:cubicBezTo>
                    <a:cubicBezTo>
                      <a:pt x="42" y="257"/>
                      <a:pt x="42" y="245"/>
                      <a:pt x="43" y="233"/>
                    </a:cubicBezTo>
                    <a:cubicBezTo>
                      <a:pt x="45" y="209"/>
                      <a:pt x="47" y="185"/>
                      <a:pt x="50" y="161"/>
                    </a:cubicBezTo>
                    <a:cubicBezTo>
                      <a:pt x="50" y="159"/>
                      <a:pt x="50" y="158"/>
                      <a:pt x="50" y="157"/>
                    </a:cubicBezTo>
                    <a:cubicBezTo>
                      <a:pt x="48" y="157"/>
                      <a:pt x="47" y="158"/>
                      <a:pt x="44" y="158"/>
                    </a:cubicBezTo>
                    <a:cubicBezTo>
                      <a:pt x="42" y="158"/>
                      <a:pt x="38" y="158"/>
                      <a:pt x="36" y="157"/>
                    </a:cubicBezTo>
                    <a:cubicBezTo>
                      <a:pt x="33" y="156"/>
                      <a:pt x="31" y="155"/>
                      <a:pt x="29" y="152"/>
                    </a:cubicBezTo>
                    <a:cubicBezTo>
                      <a:pt x="26" y="150"/>
                      <a:pt x="24" y="147"/>
                      <a:pt x="23" y="143"/>
                    </a:cubicBezTo>
                    <a:cubicBezTo>
                      <a:pt x="20" y="137"/>
                      <a:pt x="17" y="129"/>
                      <a:pt x="15" y="122"/>
                    </a:cubicBezTo>
                    <a:cubicBezTo>
                      <a:pt x="13" y="117"/>
                      <a:pt x="12" y="111"/>
                      <a:pt x="11" y="106"/>
                    </a:cubicBezTo>
                    <a:lnTo>
                      <a:pt x="11" y="105"/>
                    </a:lnTo>
                    <a:lnTo>
                      <a:pt x="11" y="104"/>
                    </a:lnTo>
                    <a:cubicBezTo>
                      <a:pt x="10" y="104"/>
                      <a:pt x="10" y="103"/>
                      <a:pt x="10" y="103"/>
                    </a:cubicBezTo>
                    <a:cubicBezTo>
                      <a:pt x="6" y="89"/>
                      <a:pt x="3" y="74"/>
                      <a:pt x="1" y="60"/>
                    </a:cubicBezTo>
                    <a:cubicBezTo>
                      <a:pt x="1" y="53"/>
                      <a:pt x="0" y="46"/>
                      <a:pt x="1" y="39"/>
                    </a:cubicBezTo>
                    <a:cubicBezTo>
                      <a:pt x="1" y="33"/>
                      <a:pt x="1" y="26"/>
                      <a:pt x="2" y="20"/>
                    </a:cubicBezTo>
                    <a:cubicBezTo>
                      <a:pt x="3" y="18"/>
                      <a:pt x="4" y="15"/>
                      <a:pt x="7" y="13"/>
                    </a:cubicBezTo>
                    <a:cubicBezTo>
                      <a:pt x="10" y="11"/>
                      <a:pt x="13" y="11"/>
                      <a:pt x="17" y="12"/>
                    </a:cubicBezTo>
                    <a:cubicBezTo>
                      <a:pt x="22" y="14"/>
                      <a:pt x="25" y="19"/>
                      <a:pt x="24" y="25"/>
                    </a:cubicBezTo>
                    <a:cubicBezTo>
                      <a:pt x="24" y="25"/>
                      <a:pt x="23" y="26"/>
                      <a:pt x="23" y="27"/>
                    </a:cubicBezTo>
                    <a:cubicBezTo>
                      <a:pt x="23" y="28"/>
                      <a:pt x="23" y="29"/>
                      <a:pt x="22" y="30"/>
                    </a:cubicBezTo>
                    <a:cubicBezTo>
                      <a:pt x="22" y="36"/>
                      <a:pt x="22" y="42"/>
                      <a:pt x="22" y="48"/>
                    </a:cubicBezTo>
                    <a:cubicBezTo>
                      <a:pt x="22" y="53"/>
                      <a:pt x="22" y="58"/>
                      <a:pt x="23" y="63"/>
                    </a:cubicBezTo>
                    <a:cubicBezTo>
                      <a:pt x="23" y="68"/>
                      <a:pt x="24" y="73"/>
                      <a:pt x="25" y="78"/>
                    </a:cubicBezTo>
                    <a:cubicBezTo>
                      <a:pt x="26" y="83"/>
                      <a:pt x="27" y="89"/>
                      <a:pt x="29" y="94"/>
                    </a:cubicBezTo>
                    <a:cubicBezTo>
                      <a:pt x="32" y="107"/>
                      <a:pt x="36" y="119"/>
                      <a:pt x="41" y="131"/>
                    </a:cubicBezTo>
                    <a:cubicBezTo>
                      <a:pt x="41" y="132"/>
                      <a:pt x="42" y="134"/>
                      <a:pt x="43" y="135"/>
                    </a:cubicBezTo>
                    <a:lnTo>
                      <a:pt x="43" y="136"/>
                    </a:lnTo>
                    <a:lnTo>
                      <a:pt x="44" y="136"/>
                    </a:lnTo>
                    <a:lnTo>
                      <a:pt x="45" y="136"/>
                    </a:lnTo>
                    <a:cubicBezTo>
                      <a:pt x="46" y="136"/>
                      <a:pt x="47" y="136"/>
                      <a:pt x="47" y="136"/>
                    </a:cubicBezTo>
                    <a:cubicBezTo>
                      <a:pt x="47" y="135"/>
                      <a:pt x="47" y="135"/>
                      <a:pt x="47" y="135"/>
                    </a:cubicBezTo>
                    <a:cubicBezTo>
                      <a:pt x="48" y="135"/>
                      <a:pt x="48" y="134"/>
                      <a:pt x="49" y="134"/>
                    </a:cubicBezTo>
                    <a:cubicBezTo>
                      <a:pt x="50" y="132"/>
                      <a:pt x="51" y="131"/>
                      <a:pt x="52" y="130"/>
                    </a:cubicBezTo>
                    <a:cubicBezTo>
                      <a:pt x="54" y="128"/>
                      <a:pt x="55" y="127"/>
                      <a:pt x="56" y="125"/>
                    </a:cubicBezTo>
                    <a:cubicBezTo>
                      <a:pt x="59" y="120"/>
                      <a:pt x="62" y="114"/>
                      <a:pt x="64" y="108"/>
                    </a:cubicBezTo>
                    <a:cubicBezTo>
                      <a:pt x="65" y="108"/>
                      <a:pt x="65" y="107"/>
                      <a:pt x="65" y="107"/>
                    </a:cubicBezTo>
                    <a:lnTo>
                      <a:pt x="65" y="108"/>
                    </a:lnTo>
                    <a:cubicBezTo>
                      <a:pt x="73" y="87"/>
                      <a:pt x="80" y="65"/>
                      <a:pt x="86" y="43"/>
                    </a:cubicBezTo>
                    <a:cubicBezTo>
                      <a:pt x="87" y="38"/>
                      <a:pt x="89" y="32"/>
                      <a:pt x="90" y="27"/>
                    </a:cubicBezTo>
                    <a:cubicBezTo>
                      <a:pt x="92" y="20"/>
                      <a:pt x="93" y="14"/>
                      <a:pt x="96" y="8"/>
                    </a:cubicBezTo>
                    <a:cubicBezTo>
                      <a:pt x="97" y="2"/>
                      <a:pt x="103" y="0"/>
                      <a:pt x="107" y="1"/>
                    </a:cubicBezTo>
                    <a:cubicBezTo>
                      <a:pt x="110" y="1"/>
                      <a:pt x="112" y="3"/>
                      <a:pt x="114" y="5"/>
                    </a:cubicBezTo>
                    <a:cubicBezTo>
                      <a:pt x="115" y="8"/>
                      <a:pt x="116" y="11"/>
                      <a:pt x="115" y="13"/>
                    </a:cubicBezTo>
                    <a:cubicBezTo>
                      <a:pt x="115" y="15"/>
                      <a:pt x="115" y="16"/>
                      <a:pt x="115" y="18"/>
                    </a:cubicBezTo>
                    <a:cubicBezTo>
                      <a:pt x="115" y="18"/>
                      <a:pt x="115" y="17"/>
                      <a:pt x="115" y="16"/>
                    </a:cubicBezTo>
                    <a:cubicBezTo>
                      <a:pt x="113" y="32"/>
                      <a:pt x="112" y="47"/>
                      <a:pt x="111" y="62"/>
                    </a:cubicBezTo>
                    <a:cubicBezTo>
                      <a:pt x="111" y="71"/>
                      <a:pt x="111" y="81"/>
                      <a:pt x="111" y="90"/>
                    </a:cubicBezTo>
                    <a:cubicBezTo>
                      <a:pt x="111" y="96"/>
                      <a:pt x="111" y="101"/>
                      <a:pt x="111" y="107"/>
                    </a:cubicBezTo>
                    <a:cubicBezTo>
                      <a:pt x="111" y="112"/>
                      <a:pt x="111" y="117"/>
                      <a:pt x="112" y="121"/>
                    </a:cubicBezTo>
                    <a:cubicBezTo>
                      <a:pt x="112" y="132"/>
                      <a:pt x="112" y="143"/>
                      <a:pt x="113" y="154"/>
                    </a:cubicBezTo>
                    <a:cubicBezTo>
                      <a:pt x="114" y="177"/>
                      <a:pt x="116" y="200"/>
                      <a:pt x="118" y="223"/>
                    </a:cubicBezTo>
                    <a:cubicBezTo>
                      <a:pt x="119" y="245"/>
                      <a:pt x="120" y="268"/>
                      <a:pt x="121" y="291"/>
                    </a:cubicBezTo>
                    <a:cubicBezTo>
                      <a:pt x="121" y="302"/>
                      <a:pt x="122" y="312"/>
                      <a:pt x="122" y="323"/>
                    </a:cubicBezTo>
                    <a:cubicBezTo>
                      <a:pt x="121" y="330"/>
                      <a:pt x="121" y="336"/>
                      <a:pt x="121" y="342"/>
                    </a:cubicBezTo>
                    <a:cubicBezTo>
                      <a:pt x="121" y="348"/>
                      <a:pt x="120" y="354"/>
                      <a:pt x="117" y="359"/>
                    </a:cubicBezTo>
                    <a:cubicBezTo>
                      <a:pt x="113" y="364"/>
                      <a:pt x="108" y="367"/>
                      <a:pt x="102" y="368"/>
                    </a:cubicBezTo>
                    <a:cubicBezTo>
                      <a:pt x="101" y="368"/>
                      <a:pt x="101" y="368"/>
                      <a:pt x="100" y="368"/>
                    </a:cubicBezTo>
                    <a:cubicBezTo>
                      <a:pt x="88" y="368"/>
                      <a:pt x="78" y="359"/>
                      <a:pt x="70" y="3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5" name="Google Shape;1625;p17"/>
              <p:cNvSpPr/>
              <p:nvPr/>
            </p:nvSpPr>
            <p:spPr>
              <a:xfrm>
                <a:off x="3510720" y="736560"/>
                <a:ext cx="24840" cy="80640"/>
              </a:xfrm>
              <a:custGeom>
                <a:avLst/>
                <a:gdLst/>
                <a:ahLst/>
                <a:cxnLst/>
                <a:rect l="l" t="t" r="r" b="b"/>
                <a:pathLst>
                  <a:path w="69" h="224" extrusionOk="0">
                    <a:moveTo>
                      <a:pt x="46" y="213"/>
                    </a:moveTo>
                    <a:cubicBezTo>
                      <a:pt x="45" y="188"/>
                      <a:pt x="45" y="163"/>
                      <a:pt x="45" y="138"/>
                    </a:cubicBezTo>
                    <a:cubicBezTo>
                      <a:pt x="45" y="125"/>
                      <a:pt x="45" y="113"/>
                      <a:pt x="45" y="100"/>
                    </a:cubicBezTo>
                    <a:cubicBezTo>
                      <a:pt x="45" y="90"/>
                      <a:pt x="46" y="79"/>
                      <a:pt x="46" y="68"/>
                    </a:cubicBezTo>
                    <a:cubicBezTo>
                      <a:pt x="46" y="67"/>
                      <a:pt x="46" y="66"/>
                      <a:pt x="46" y="65"/>
                    </a:cubicBezTo>
                    <a:cubicBezTo>
                      <a:pt x="45" y="69"/>
                      <a:pt x="43" y="73"/>
                      <a:pt x="42" y="77"/>
                    </a:cubicBezTo>
                    <a:cubicBezTo>
                      <a:pt x="36" y="94"/>
                      <a:pt x="29" y="111"/>
                      <a:pt x="24" y="128"/>
                    </a:cubicBezTo>
                    <a:cubicBezTo>
                      <a:pt x="24" y="130"/>
                      <a:pt x="23" y="133"/>
                      <a:pt x="22" y="136"/>
                    </a:cubicBezTo>
                    <a:cubicBezTo>
                      <a:pt x="21" y="142"/>
                      <a:pt x="15" y="146"/>
                      <a:pt x="10" y="144"/>
                    </a:cubicBezTo>
                    <a:cubicBezTo>
                      <a:pt x="4" y="143"/>
                      <a:pt x="0" y="137"/>
                      <a:pt x="1" y="131"/>
                    </a:cubicBezTo>
                    <a:cubicBezTo>
                      <a:pt x="2" y="127"/>
                      <a:pt x="3" y="122"/>
                      <a:pt x="5" y="118"/>
                    </a:cubicBezTo>
                    <a:cubicBezTo>
                      <a:pt x="7" y="112"/>
                      <a:pt x="8" y="107"/>
                      <a:pt x="10" y="102"/>
                    </a:cubicBezTo>
                    <a:cubicBezTo>
                      <a:pt x="14" y="91"/>
                      <a:pt x="18" y="82"/>
                      <a:pt x="21" y="72"/>
                    </a:cubicBezTo>
                    <a:cubicBezTo>
                      <a:pt x="25" y="62"/>
                      <a:pt x="28" y="54"/>
                      <a:pt x="32" y="44"/>
                    </a:cubicBezTo>
                    <a:cubicBezTo>
                      <a:pt x="34" y="38"/>
                      <a:pt x="35" y="33"/>
                      <a:pt x="38" y="28"/>
                    </a:cubicBezTo>
                    <a:cubicBezTo>
                      <a:pt x="40" y="21"/>
                      <a:pt x="42" y="14"/>
                      <a:pt x="45" y="8"/>
                    </a:cubicBezTo>
                    <a:cubicBezTo>
                      <a:pt x="48" y="2"/>
                      <a:pt x="56" y="0"/>
                      <a:pt x="61" y="3"/>
                    </a:cubicBezTo>
                    <a:cubicBezTo>
                      <a:pt x="62" y="5"/>
                      <a:pt x="63" y="5"/>
                      <a:pt x="64" y="6"/>
                    </a:cubicBezTo>
                    <a:cubicBezTo>
                      <a:pt x="66" y="8"/>
                      <a:pt x="66" y="10"/>
                      <a:pt x="67" y="11"/>
                    </a:cubicBezTo>
                    <a:cubicBezTo>
                      <a:pt x="68" y="15"/>
                      <a:pt x="67" y="19"/>
                      <a:pt x="67" y="22"/>
                    </a:cubicBezTo>
                    <a:cubicBezTo>
                      <a:pt x="68" y="33"/>
                      <a:pt x="67" y="44"/>
                      <a:pt x="67" y="55"/>
                    </a:cubicBezTo>
                    <a:cubicBezTo>
                      <a:pt x="67" y="62"/>
                      <a:pt x="66" y="70"/>
                      <a:pt x="66" y="77"/>
                    </a:cubicBezTo>
                    <a:cubicBezTo>
                      <a:pt x="66" y="90"/>
                      <a:pt x="66" y="104"/>
                      <a:pt x="65" y="117"/>
                    </a:cubicBezTo>
                    <a:lnTo>
                      <a:pt x="65" y="116"/>
                    </a:lnTo>
                    <a:cubicBezTo>
                      <a:pt x="65" y="148"/>
                      <a:pt x="65" y="180"/>
                      <a:pt x="67" y="212"/>
                    </a:cubicBezTo>
                    <a:cubicBezTo>
                      <a:pt x="67" y="218"/>
                      <a:pt x="63" y="223"/>
                      <a:pt x="57" y="223"/>
                    </a:cubicBezTo>
                    <a:lnTo>
                      <a:pt x="56" y="223"/>
                    </a:lnTo>
                    <a:cubicBezTo>
                      <a:pt x="51" y="223"/>
                      <a:pt x="46" y="219"/>
                      <a:pt x="46" y="2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6" name="Google Shape;1626;p17"/>
              <p:cNvSpPr/>
              <p:nvPr/>
            </p:nvSpPr>
            <p:spPr>
              <a:xfrm>
                <a:off x="3503880" y="915120"/>
                <a:ext cx="39240" cy="3852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107" extrusionOk="0">
                    <a:moveTo>
                      <a:pt x="41" y="85"/>
                    </a:moveTo>
                    <a:cubicBezTo>
                      <a:pt x="42" y="85"/>
                      <a:pt x="43" y="85"/>
                      <a:pt x="43" y="85"/>
                    </a:cubicBezTo>
                    <a:lnTo>
                      <a:pt x="44" y="85"/>
                    </a:lnTo>
                    <a:cubicBezTo>
                      <a:pt x="46" y="84"/>
                      <a:pt x="47" y="84"/>
                      <a:pt x="48" y="84"/>
                    </a:cubicBezTo>
                    <a:cubicBezTo>
                      <a:pt x="50" y="83"/>
                      <a:pt x="51" y="82"/>
                      <a:pt x="53" y="81"/>
                    </a:cubicBezTo>
                    <a:cubicBezTo>
                      <a:pt x="54" y="80"/>
                      <a:pt x="56" y="80"/>
                      <a:pt x="57" y="78"/>
                    </a:cubicBezTo>
                    <a:cubicBezTo>
                      <a:pt x="59" y="77"/>
                      <a:pt x="61" y="75"/>
                      <a:pt x="62" y="74"/>
                    </a:cubicBezTo>
                    <a:lnTo>
                      <a:pt x="62" y="75"/>
                    </a:lnTo>
                    <a:cubicBezTo>
                      <a:pt x="62" y="74"/>
                      <a:pt x="64" y="73"/>
                      <a:pt x="65" y="71"/>
                    </a:cubicBezTo>
                    <a:cubicBezTo>
                      <a:pt x="66" y="70"/>
                      <a:pt x="67" y="68"/>
                      <a:pt x="68" y="66"/>
                    </a:cubicBezTo>
                    <a:cubicBezTo>
                      <a:pt x="68" y="67"/>
                      <a:pt x="68" y="67"/>
                      <a:pt x="68" y="67"/>
                    </a:cubicBezTo>
                    <a:lnTo>
                      <a:pt x="68" y="66"/>
                    </a:lnTo>
                    <a:cubicBezTo>
                      <a:pt x="74" y="56"/>
                      <a:pt x="79" y="46"/>
                      <a:pt x="84" y="35"/>
                    </a:cubicBezTo>
                    <a:cubicBezTo>
                      <a:pt x="85" y="33"/>
                      <a:pt x="86" y="31"/>
                      <a:pt x="86" y="28"/>
                    </a:cubicBezTo>
                    <a:lnTo>
                      <a:pt x="87" y="27"/>
                    </a:lnTo>
                    <a:cubicBezTo>
                      <a:pt x="87" y="26"/>
                      <a:pt x="87" y="25"/>
                      <a:pt x="87" y="25"/>
                    </a:cubicBezTo>
                    <a:cubicBezTo>
                      <a:pt x="87" y="24"/>
                      <a:pt x="87" y="24"/>
                      <a:pt x="87" y="24"/>
                    </a:cubicBezTo>
                    <a:cubicBezTo>
                      <a:pt x="87" y="23"/>
                      <a:pt x="87" y="22"/>
                      <a:pt x="86" y="22"/>
                    </a:cubicBezTo>
                    <a:cubicBezTo>
                      <a:pt x="85" y="22"/>
                      <a:pt x="83" y="22"/>
                      <a:pt x="82" y="23"/>
                    </a:cubicBezTo>
                    <a:cubicBezTo>
                      <a:pt x="81" y="23"/>
                      <a:pt x="79" y="24"/>
                      <a:pt x="78" y="24"/>
                    </a:cubicBezTo>
                    <a:cubicBezTo>
                      <a:pt x="77" y="25"/>
                      <a:pt x="76" y="25"/>
                      <a:pt x="75" y="25"/>
                    </a:cubicBezTo>
                    <a:cubicBezTo>
                      <a:pt x="75" y="26"/>
                      <a:pt x="74" y="27"/>
                      <a:pt x="72" y="27"/>
                    </a:cubicBezTo>
                    <a:cubicBezTo>
                      <a:pt x="71" y="29"/>
                      <a:pt x="69" y="30"/>
                      <a:pt x="68" y="32"/>
                    </a:cubicBezTo>
                    <a:cubicBezTo>
                      <a:pt x="65" y="34"/>
                      <a:pt x="64" y="36"/>
                      <a:pt x="61" y="39"/>
                    </a:cubicBezTo>
                    <a:cubicBezTo>
                      <a:pt x="56" y="46"/>
                      <a:pt x="51" y="53"/>
                      <a:pt x="46" y="61"/>
                    </a:cubicBezTo>
                    <a:cubicBezTo>
                      <a:pt x="43" y="66"/>
                      <a:pt x="40" y="71"/>
                      <a:pt x="37" y="75"/>
                    </a:cubicBezTo>
                    <a:cubicBezTo>
                      <a:pt x="38" y="75"/>
                      <a:pt x="38" y="75"/>
                      <a:pt x="38" y="74"/>
                    </a:cubicBezTo>
                    <a:cubicBezTo>
                      <a:pt x="36" y="77"/>
                      <a:pt x="35" y="80"/>
                      <a:pt x="33" y="82"/>
                    </a:cubicBezTo>
                    <a:cubicBezTo>
                      <a:pt x="34" y="83"/>
                      <a:pt x="34" y="83"/>
                      <a:pt x="34" y="84"/>
                    </a:cubicBezTo>
                    <a:cubicBezTo>
                      <a:pt x="35" y="84"/>
                      <a:pt x="36" y="84"/>
                      <a:pt x="36" y="84"/>
                    </a:cubicBezTo>
                    <a:lnTo>
                      <a:pt x="37" y="85"/>
                    </a:lnTo>
                    <a:cubicBezTo>
                      <a:pt x="37" y="85"/>
                      <a:pt x="38" y="85"/>
                      <a:pt x="39" y="85"/>
                    </a:cubicBezTo>
                    <a:cubicBezTo>
                      <a:pt x="40" y="85"/>
                      <a:pt x="41" y="85"/>
                      <a:pt x="41" y="85"/>
                    </a:cubicBezTo>
                    <a:moveTo>
                      <a:pt x="30" y="105"/>
                    </a:moveTo>
                    <a:cubicBezTo>
                      <a:pt x="26" y="103"/>
                      <a:pt x="23" y="102"/>
                      <a:pt x="20" y="99"/>
                    </a:cubicBezTo>
                    <a:cubicBezTo>
                      <a:pt x="18" y="100"/>
                      <a:pt x="15" y="99"/>
                      <a:pt x="13" y="98"/>
                    </a:cubicBezTo>
                    <a:cubicBezTo>
                      <a:pt x="8" y="96"/>
                      <a:pt x="6" y="90"/>
                      <a:pt x="9" y="85"/>
                    </a:cubicBezTo>
                    <a:lnTo>
                      <a:pt x="9" y="84"/>
                    </a:lnTo>
                    <a:cubicBezTo>
                      <a:pt x="8" y="82"/>
                      <a:pt x="8" y="80"/>
                      <a:pt x="7" y="77"/>
                    </a:cubicBezTo>
                    <a:cubicBezTo>
                      <a:pt x="4" y="70"/>
                      <a:pt x="2" y="63"/>
                      <a:pt x="2" y="56"/>
                    </a:cubicBezTo>
                    <a:cubicBezTo>
                      <a:pt x="1" y="49"/>
                      <a:pt x="0" y="43"/>
                      <a:pt x="1" y="36"/>
                    </a:cubicBezTo>
                    <a:cubicBezTo>
                      <a:pt x="2" y="30"/>
                      <a:pt x="8" y="26"/>
                      <a:pt x="14" y="27"/>
                    </a:cubicBezTo>
                    <a:cubicBezTo>
                      <a:pt x="20" y="28"/>
                      <a:pt x="23" y="35"/>
                      <a:pt x="22" y="41"/>
                    </a:cubicBezTo>
                    <a:lnTo>
                      <a:pt x="22" y="42"/>
                    </a:lnTo>
                    <a:lnTo>
                      <a:pt x="22" y="43"/>
                    </a:lnTo>
                    <a:cubicBezTo>
                      <a:pt x="22" y="48"/>
                      <a:pt x="22" y="51"/>
                      <a:pt x="23" y="54"/>
                    </a:cubicBezTo>
                    <a:cubicBezTo>
                      <a:pt x="23" y="56"/>
                      <a:pt x="23" y="58"/>
                      <a:pt x="24" y="59"/>
                    </a:cubicBezTo>
                    <a:cubicBezTo>
                      <a:pt x="26" y="56"/>
                      <a:pt x="28" y="52"/>
                      <a:pt x="30" y="49"/>
                    </a:cubicBezTo>
                    <a:cubicBezTo>
                      <a:pt x="36" y="39"/>
                      <a:pt x="42" y="29"/>
                      <a:pt x="49" y="21"/>
                    </a:cubicBezTo>
                    <a:cubicBezTo>
                      <a:pt x="54" y="16"/>
                      <a:pt x="59" y="11"/>
                      <a:pt x="65" y="8"/>
                    </a:cubicBezTo>
                    <a:cubicBezTo>
                      <a:pt x="70" y="4"/>
                      <a:pt x="78" y="2"/>
                      <a:pt x="84" y="1"/>
                    </a:cubicBezTo>
                    <a:cubicBezTo>
                      <a:pt x="90" y="0"/>
                      <a:pt x="97" y="1"/>
                      <a:pt x="101" y="6"/>
                    </a:cubicBezTo>
                    <a:cubicBezTo>
                      <a:pt x="103" y="8"/>
                      <a:pt x="105" y="10"/>
                      <a:pt x="106" y="13"/>
                    </a:cubicBezTo>
                    <a:cubicBezTo>
                      <a:pt x="107" y="17"/>
                      <a:pt x="108" y="20"/>
                      <a:pt x="108" y="24"/>
                    </a:cubicBezTo>
                    <a:cubicBezTo>
                      <a:pt x="108" y="31"/>
                      <a:pt x="106" y="36"/>
                      <a:pt x="104" y="42"/>
                    </a:cubicBezTo>
                    <a:cubicBezTo>
                      <a:pt x="101" y="47"/>
                      <a:pt x="100" y="51"/>
                      <a:pt x="97" y="55"/>
                    </a:cubicBezTo>
                    <a:cubicBezTo>
                      <a:pt x="96" y="59"/>
                      <a:pt x="94" y="62"/>
                      <a:pt x="92" y="66"/>
                    </a:cubicBezTo>
                    <a:cubicBezTo>
                      <a:pt x="89" y="73"/>
                      <a:pt x="85" y="79"/>
                      <a:pt x="81" y="85"/>
                    </a:cubicBezTo>
                    <a:cubicBezTo>
                      <a:pt x="76" y="91"/>
                      <a:pt x="71" y="95"/>
                      <a:pt x="65" y="99"/>
                    </a:cubicBezTo>
                    <a:cubicBezTo>
                      <a:pt x="62" y="101"/>
                      <a:pt x="59" y="102"/>
                      <a:pt x="55" y="103"/>
                    </a:cubicBezTo>
                    <a:cubicBezTo>
                      <a:pt x="52" y="105"/>
                      <a:pt x="48" y="106"/>
                      <a:pt x="44" y="106"/>
                    </a:cubicBezTo>
                    <a:cubicBezTo>
                      <a:pt x="44" y="106"/>
                      <a:pt x="43" y="106"/>
                      <a:pt x="41" y="106"/>
                    </a:cubicBezTo>
                    <a:cubicBezTo>
                      <a:pt x="37" y="106"/>
                      <a:pt x="33" y="106"/>
                      <a:pt x="30" y="1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7" name="Google Shape;1627;p17"/>
              <p:cNvSpPr/>
              <p:nvPr/>
            </p:nvSpPr>
            <p:spPr>
              <a:xfrm>
                <a:off x="3470760" y="1025280"/>
                <a:ext cx="40320" cy="1476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41" extrusionOk="0">
                    <a:moveTo>
                      <a:pt x="20" y="40"/>
                    </a:moveTo>
                    <a:cubicBezTo>
                      <a:pt x="19" y="40"/>
                      <a:pt x="18" y="40"/>
                      <a:pt x="17" y="40"/>
                    </a:cubicBezTo>
                    <a:cubicBezTo>
                      <a:pt x="16" y="40"/>
                      <a:pt x="14" y="40"/>
                      <a:pt x="13" y="40"/>
                    </a:cubicBezTo>
                    <a:cubicBezTo>
                      <a:pt x="4" y="39"/>
                      <a:pt x="0" y="29"/>
                      <a:pt x="6" y="22"/>
                    </a:cubicBezTo>
                    <a:cubicBezTo>
                      <a:pt x="9" y="18"/>
                      <a:pt x="16" y="16"/>
                      <a:pt x="21" y="14"/>
                    </a:cubicBezTo>
                    <a:cubicBezTo>
                      <a:pt x="24" y="13"/>
                      <a:pt x="28" y="12"/>
                      <a:pt x="31" y="11"/>
                    </a:cubicBezTo>
                    <a:cubicBezTo>
                      <a:pt x="38" y="10"/>
                      <a:pt x="45" y="8"/>
                      <a:pt x="53" y="7"/>
                    </a:cubicBezTo>
                    <a:cubicBezTo>
                      <a:pt x="59" y="6"/>
                      <a:pt x="66" y="5"/>
                      <a:pt x="73" y="4"/>
                    </a:cubicBezTo>
                    <a:cubicBezTo>
                      <a:pt x="82" y="3"/>
                      <a:pt x="91" y="2"/>
                      <a:pt x="100" y="1"/>
                    </a:cubicBezTo>
                    <a:cubicBezTo>
                      <a:pt x="105" y="0"/>
                      <a:pt x="111" y="5"/>
                      <a:pt x="111" y="10"/>
                    </a:cubicBezTo>
                    <a:cubicBezTo>
                      <a:pt x="111" y="16"/>
                      <a:pt x="106" y="20"/>
                      <a:pt x="101" y="21"/>
                    </a:cubicBezTo>
                    <a:cubicBezTo>
                      <a:pt x="100" y="21"/>
                      <a:pt x="98" y="21"/>
                      <a:pt x="96" y="22"/>
                    </a:cubicBezTo>
                    <a:lnTo>
                      <a:pt x="97" y="22"/>
                    </a:lnTo>
                    <a:cubicBezTo>
                      <a:pt x="86" y="23"/>
                      <a:pt x="74" y="25"/>
                      <a:pt x="63" y="26"/>
                    </a:cubicBezTo>
                    <a:cubicBezTo>
                      <a:pt x="58" y="28"/>
                      <a:pt x="52" y="29"/>
                      <a:pt x="46" y="29"/>
                    </a:cubicBezTo>
                    <a:cubicBezTo>
                      <a:pt x="41" y="30"/>
                      <a:pt x="37" y="32"/>
                      <a:pt x="32" y="33"/>
                    </a:cubicBezTo>
                    <a:lnTo>
                      <a:pt x="33" y="33"/>
                    </a:lnTo>
                    <a:cubicBezTo>
                      <a:pt x="32" y="33"/>
                      <a:pt x="31" y="33"/>
                      <a:pt x="31" y="33"/>
                    </a:cubicBezTo>
                    <a:cubicBezTo>
                      <a:pt x="29" y="37"/>
                      <a:pt x="25" y="40"/>
                      <a:pt x="21" y="40"/>
                    </a:cubicBezTo>
                    <a:cubicBezTo>
                      <a:pt x="20" y="40"/>
                      <a:pt x="20" y="40"/>
                      <a:pt x="20" y="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8" name="Google Shape;1628;p17"/>
              <p:cNvSpPr/>
              <p:nvPr/>
            </p:nvSpPr>
            <p:spPr>
              <a:xfrm>
                <a:off x="3512520" y="1025640"/>
                <a:ext cx="20520" cy="91440"/>
              </a:xfrm>
              <a:custGeom>
                <a:avLst/>
                <a:gdLst/>
                <a:ahLst/>
                <a:cxnLst/>
                <a:rect l="l" t="t" r="r" b="b"/>
                <a:pathLst>
                  <a:path w="57" h="254" extrusionOk="0">
                    <a:moveTo>
                      <a:pt x="35" y="243"/>
                    </a:moveTo>
                    <a:cubicBezTo>
                      <a:pt x="35" y="223"/>
                      <a:pt x="35" y="204"/>
                      <a:pt x="36" y="184"/>
                    </a:cubicBezTo>
                    <a:lnTo>
                      <a:pt x="36" y="185"/>
                    </a:lnTo>
                    <a:cubicBezTo>
                      <a:pt x="36" y="177"/>
                      <a:pt x="36" y="171"/>
                      <a:pt x="36" y="163"/>
                    </a:cubicBezTo>
                    <a:cubicBezTo>
                      <a:pt x="36" y="164"/>
                      <a:pt x="36" y="164"/>
                      <a:pt x="36" y="164"/>
                    </a:cubicBezTo>
                    <a:cubicBezTo>
                      <a:pt x="36" y="155"/>
                      <a:pt x="36" y="147"/>
                      <a:pt x="36" y="137"/>
                    </a:cubicBezTo>
                    <a:cubicBezTo>
                      <a:pt x="36" y="138"/>
                      <a:pt x="36" y="138"/>
                      <a:pt x="36" y="139"/>
                    </a:cubicBezTo>
                    <a:cubicBezTo>
                      <a:pt x="36" y="138"/>
                      <a:pt x="36" y="138"/>
                      <a:pt x="36" y="137"/>
                    </a:cubicBezTo>
                    <a:lnTo>
                      <a:pt x="36" y="138"/>
                    </a:lnTo>
                    <a:cubicBezTo>
                      <a:pt x="37" y="129"/>
                      <a:pt x="37" y="119"/>
                      <a:pt x="37" y="109"/>
                    </a:cubicBezTo>
                    <a:cubicBezTo>
                      <a:pt x="37" y="94"/>
                      <a:pt x="36" y="78"/>
                      <a:pt x="36" y="62"/>
                    </a:cubicBezTo>
                    <a:cubicBezTo>
                      <a:pt x="36" y="61"/>
                      <a:pt x="36" y="60"/>
                      <a:pt x="36" y="59"/>
                    </a:cubicBezTo>
                    <a:cubicBezTo>
                      <a:pt x="32" y="69"/>
                      <a:pt x="28" y="80"/>
                      <a:pt x="25" y="91"/>
                    </a:cubicBezTo>
                    <a:cubicBezTo>
                      <a:pt x="25" y="92"/>
                      <a:pt x="24" y="93"/>
                      <a:pt x="24" y="94"/>
                    </a:cubicBezTo>
                    <a:cubicBezTo>
                      <a:pt x="24" y="98"/>
                      <a:pt x="23" y="103"/>
                      <a:pt x="18" y="105"/>
                    </a:cubicBezTo>
                    <a:cubicBezTo>
                      <a:pt x="14" y="106"/>
                      <a:pt x="9" y="106"/>
                      <a:pt x="5" y="102"/>
                    </a:cubicBezTo>
                    <a:cubicBezTo>
                      <a:pt x="0" y="96"/>
                      <a:pt x="3" y="89"/>
                      <a:pt x="5" y="83"/>
                    </a:cubicBezTo>
                    <a:cubicBezTo>
                      <a:pt x="6" y="79"/>
                      <a:pt x="8" y="75"/>
                      <a:pt x="9" y="71"/>
                    </a:cubicBezTo>
                    <a:cubicBezTo>
                      <a:pt x="11" y="64"/>
                      <a:pt x="13" y="59"/>
                      <a:pt x="16" y="53"/>
                    </a:cubicBezTo>
                    <a:cubicBezTo>
                      <a:pt x="18" y="46"/>
                      <a:pt x="21" y="39"/>
                      <a:pt x="23" y="32"/>
                    </a:cubicBezTo>
                    <a:cubicBezTo>
                      <a:pt x="24" y="28"/>
                      <a:pt x="25" y="25"/>
                      <a:pt x="27" y="22"/>
                    </a:cubicBezTo>
                    <a:cubicBezTo>
                      <a:pt x="29" y="16"/>
                      <a:pt x="31" y="8"/>
                      <a:pt x="37" y="3"/>
                    </a:cubicBezTo>
                    <a:cubicBezTo>
                      <a:pt x="39" y="2"/>
                      <a:pt x="41" y="0"/>
                      <a:pt x="44" y="1"/>
                    </a:cubicBezTo>
                    <a:cubicBezTo>
                      <a:pt x="47" y="1"/>
                      <a:pt x="50" y="2"/>
                      <a:pt x="52" y="4"/>
                    </a:cubicBezTo>
                    <a:cubicBezTo>
                      <a:pt x="53" y="6"/>
                      <a:pt x="54" y="7"/>
                      <a:pt x="55" y="9"/>
                    </a:cubicBezTo>
                    <a:cubicBezTo>
                      <a:pt x="55" y="12"/>
                      <a:pt x="56" y="14"/>
                      <a:pt x="56" y="17"/>
                    </a:cubicBezTo>
                    <a:cubicBezTo>
                      <a:pt x="56" y="20"/>
                      <a:pt x="56" y="23"/>
                      <a:pt x="56" y="26"/>
                    </a:cubicBezTo>
                    <a:cubicBezTo>
                      <a:pt x="56" y="31"/>
                      <a:pt x="56" y="35"/>
                      <a:pt x="56" y="41"/>
                    </a:cubicBezTo>
                    <a:cubicBezTo>
                      <a:pt x="56" y="51"/>
                      <a:pt x="56" y="62"/>
                      <a:pt x="56" y="73"/>
                    </a:cubicBezTo>
                    <a:cubicBezTo>
                      <a:pt x="56" y="94"/>
                      <a:pt x="56" y="116"/>
                      <a:pt x="56" y="138"/>
                    </a:cubicBezTo>
                    <a:lnTo>
                      <a:pt x="56" y="137"/>
                    </a:lnTo>
                    <a:cubicBezTo>
                      <a:pt x="56" y="138"/>
                      <a:pt x="56" y="138"/>
                      <a:pt x="56" y="139"/>
                    </a:cubicBezTo>
                    <a:lnTo>
                      <a:pt x="56" y="138"/>
                    </a:lnTo>
                    <a:cubicBezTo>
                      <a:pt x="56" y="139"/>
                      <a:pt x="56" y="140"/>
                      <a:pt x="56" y="141"/>
                    </a:cubicBezTo>
                    <a:cubicBezTo>
                      <a:pt x="56" y="141"/>
                      <a:pt x="56" y="143"/>
                      <a:pt x="56" y="144"/>
                    </a:cubicBezTo>
                    <a:cubicBezTo>
                      <a:pt x="56" y="145"/>
                      <a:pt x="56" y="147"/>
                      <a:pt x="56" y="148"/>
                    </a:cubicBezTo>
                    <a:cubicBezTo>
                      <a:pt x="56" y="147"/>
                      <a:pt x="56" y="147"/>
                      <a:pt x="56" y="147"/>
                    </a:cubicBezTo>
                    <a:cubicBezTo>
                      <a:pt x="56" y="149"/>
                      <a:pt x="56" y="151"/>
                      <a:pt x="56" y="154"/>
                    </a:cubicBezTo>
                    <a:cubicBezTo>
                      <a:pt x="56" y="155"/>
                      <a:pt x="56" y="155"/>
                      <a:pt x="56" y="156"/>
                    </a:cubicBezTo>
                    <a:cubicBezTo>
                      <a:pt x="56" y="158"/>
                      <a:pt x="56" y="159"/>
                      <a:pt x="56" y="161"/>
                    </a:cubicBezTo>
                    <a:cubicBezTo>
                      <a:pt x="56" y="162"/>
                      <a:pt x="56" y="162"/>
                      <a:pt x="56" y="163"/>
                    </a:cubicBezTo>
                    <a:cubicBezTo>
                      <a:pt x="56" y="165"/>
                      <a:pt x="56" y="168"/>
                      <a:pt x="56" y="169"/>
                    </a:cubicBezTo>
                    <a:lnTo>
                      <a:pt x="56" y="168"/>
                    </a:lnTo>
                    <a:cubicBezTo>
                      <a:pt x="56" y="172"/>
                      <a:pt x="56" y="176"/>
                      <a:pt x="56" y="180"/>
                    </a:cubicBezTo>
                    <a:cubicBezTo>
                      <a:pt x="56" y="182"/>
                      <a:pt x="56" y="183"/>
                      <a:pt x="56" y="184"/>
                    </a:cubicBezTo>
                    <a:cubicBezTo>
                      <a:pt x="56" y="203"/>
                      <a:pt x="56" y="222"/>
                      <a:pt x="56" y="242"/>
                    </a:cubicBezTo>
                    <a:cubicBezTo>
                      <a:pt x="56" y="247"/>
                      <a:pt x="52" y="253"/>
                      <a:pt x="46" y="253"/>
                    </a:cubicBezTo>
                    <a:cubicBezTo>
                      <a:pt x="41" y="253"/>
                      <a:pt x="35" y="249"/>
                      <a:pt x="35" y="24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9" name="Google Shape;1629;p17"/>
              <p:cNvSpPr/>
              <p:nvPr/>
            </p:nvSpPr>
            <p:spPr>
              <a:xfrm>
                <a:off x="3368880" y="893520"/>
                <a:ext cx="1036080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2878" h="40" extrusionOk="0">
                    <a:moveTo>
                      <a:pt x="2865" y="39"/>
                    </a:moveTo>
                    <a:cubicBezTo>
                      <a:pt x="2836" y="39"/>
                      <a:pt x="2807" y="38"/>
                      <a:pt x="2778" y="38"/>
                    </a:cubicBezTo>
                    <a:cubicBezTo>
                      <a:pt x="2747" y="38"/>
                      <a:pt x="2716" y="38"/>
                      <a:pt x="2685" y="38"/>
                    </a:cubicBezTo>
                    <a:cubicBezTo>
                      <a:pt x="2623" y="37"/>
                      <a:pt x="2562" y="36"/>
                      <a:pt x="2501" y="36"/>
                    </a:cubicBezTo>
                    <a:cubicBezTo>
                      <a:pt x="2489" y="36"/>
                      <a:pt x="2477" y="36"/>
                      <a:pt x="2465" y="36"/>
                    </a:cubicBezTo>
                    <a:cubicBezTo>
                      <a:pt x="2466" y="36"/>
                      <a:pt x="2466" y="36"/>
                      <a:pt x="2467" y="36"/>
                    </a:cubicBezTo>
                    <a:cubicBezTo>
                      <a:pt x="2465" y="36"/>
                      <a:pt x="2463" y="36"/>
                      <a:pt x="2461" y="36"/>
                    </a:cubicBezTo>
                    <a:lnTo>
                      <a:pt x="2462" y="36"/>
                    </a:lnTo>
                    <a:cubicBezTo>
                      <a:pt x="2457" y="36"/>
                      <a:pt x="2451" y="36"/>
                      <a:pt x="2445" y="36"/>
                    </a:cubicBezTo>
                    <a:cubicBezTo>
                      <a:pt x="2444" y="36"/>
                      <a:pt x="2443" y="36"/>
                      <a:pt x="2441" y="36"/>
                    </a:cubicBezTo>
                    <a:cubicBezTo>
                      <a:pt x="2440" y="36"/>
                      <a:pt x="2440" y="36"/>
                      <a:pt x="2439" y="36"/>
                    </a:cubicBezTo>
                    <a:cubicBezTo>
                      <a:pt x="2440" y="36"/>
                      <a:pt x="2440" y="36"/>
                      <a:pt x="2440" y="36"/>
                    </a:cubicBezTo>
                    <a:cubicBezTo>
                      <a:pt x="2429" y="36"/>
                      <a:pt x="2417" y="36"/>
                      <a:pt x="2405" y="35"/>
                    </a:cubicBezTo>
                    <a:cubicBezTo>
                      <a:pt x="2406" y="35"/>
                      <a:pt x="2407" y="35"/>
                      <a:pt x="2407" y="35"/>
                    </a:cubicBezTo>
                    <a:cubicBezTo>
                      <a:pt x="2346" y="35"/>
                      <a:pt x="2285" y="35"/>
                      <a:pt x="2225" y="34"/>
                    </a:cubicBezTo>
                    <a:cubicBezTo>
                      <a:pt x="2164" y="34"/>
                      <a:pt x="2104" y="34"/>
                      <a:pt x="2044" y="33"/>
                    </a:cubicBezTo>
                    <a:cubicBezTo>
                      <a:pt x="1981" y="33"/>
                      <a:pt x="1918" y="32"/>
                      <a:pt x="1856" y="32"/>
                    </a:cubicBezTo>
                    <a:cubicBezTo>
                      <a:pt x="1793" y="32"/>
                      <a:pt x="1730" y="31"/>
                      <a:pt x="1667" y="31"/>
                    </a:cubicBezTo>
                    <a:cubicBezTo>
                      <a:pt x="1545" y="30"/>
                      <a:pt x="1422" y="29"/>
                      <a:pt x="1299" y="29"/>
                    </a:cubicBezTo>
                    <a:cubicBezTo>
                      <a:pt x="1177" y="28"/>
                      <a:pt x="1055" y="27"/>
                      <a:pt x="934" y="27"/>
                    </a:cubicBezTo>
                    <a:cubicBezTo>
                      <a:pt x="810" y="26"/>
                      <a:pt x="687" y="25"/>
                      <a:pt x="563" y="24"/>
                    </a:cubicBezTo>
                    <a:cubicBezTo>
                      <a:pt x="449" y="24"/>
                      <a:pt x="334" y="23"/>
                      <a:pt x="219" y="22"/>
                    </a:cubicBezTo>
                    <a:cubicBezTo>
                      <a:pt x="220" y="22"/>
                      <a:pt x="221" y="22"/>
                      <a:pt x="221" y="22"/>
                    </a:cubicBezTo>
                    <a:cubicBezTo>
                      <a:pt x="183" y="22"/>
                      <a:pt x="146" y="22"/>
                      <a:pt x="109" y="22"/>
                    </a:cubicBezTo>
                    <a:cubicBezTo>
                      <a:pt x="91" y="22"/>
                      <a:pt x="74" y="22"/>
                      <a:pt x="56" y="22"/>
                    </a:cubicBezTo>
                    <a:cubicBezTo>
                      <a:pt x="47" y="22"/>
                      <a:pt x="38" y="22"/>
                      <a:pt x="28" y="22"/>
                    </a:cubicBezTo>
                    <a:cubicBezTo>
                      <a:pt x="22" y="22"/>
                      <a:pt x="17" y="22"/>
                      <a:pt x="11" y="22"/>
                    </a:cubicBezTo>
                    <a:cubicBezTo>
                      <a:pt x="4" y="22"/>
                      <a:pt x="0" y="17"/>
                      <a:pt x="0" y="11"/>
                    </a:cubicBezTo>
                    <a:cubicBezTo>
                      <a:pt x="0" y="8"/>
                      <a:pt x="2" y="5"/>
                      <a:pt x="4" y="3"/>
                    </a:cubicBezTo>
                    <a:cubicBezTo>
                      <a:pt x="7" y="1"/>
                      <a:pt x="9" y="0"/>
                      <a:pt x="12" y="0"/>
                    </a:cubicBezTo>
                    <a:cubicBezTo>
                      <a:pt x="17" y="0"/>
                      <a:pt x="22" y="1"/>
                      <a:pt x="27" y="1"/>
                    </a:cubicBezTo>
                    <a:cubicBezTo>
                      <a:pt x="34" y="1"/>
                      <a:pt x="42" y="1"/>
                      <a:pt x="50" y="1"/>
                    </a:cubicBezTo>
                    <a:cubicBezTo>
                      <a:pt x="65" y="1"/>
                      <a:pt x="81" y="1"/>
                      <a:pt x="96" y="1"/>
                    </a:cubicBezTo>
                    <a:cubicBezTo>
                      <a:pt x="127" y="1"/>
                      <a:pt x="158" y="2"/>
                      <a:pt x="189" y="3"/>
                    </a:cubicBezTo>
                    <a:cubicBezTo>
                      <a:pt x="250" y="3"/>
                      <a:pt x="312" y="3"/>
                      <a:pt x="374" y="4"/>
                    </a:cubicBezTo>
                    <a:cubicBezTo>
                      <a:pt x="497" y="4"/>
                      <a:pt x="620" y="6"/>
                      <a:pt x="743" y="6"/>
                    </a:cubicBezTo>
                    <a:cubicBezTo>
                      <a:pt x="864" y="7"/>
                      <a:pt x="987" y="8"/>
                      <a:pt x="1109" y="8"/>
                    </a:cubicBezTo>
                    <a:cubicBezTo>
                      <a:pt x="1113" y="8"/>
                      <a:pt x="1117" y="8"/>
                      <a:pt x="1121" y="8"/>
                    </a:cubicBezTo>
                    <a:lnTo>
                      <a:pt x="1120" y="8"/>
                    </a:lnTo>
                    <a:cubicBezTo>
                      <a:pt x="1241" y="8"/>
                      <a:pt x="1363" y="9"/>
                      <a:pt x="1484" y="10"/>
                    </a:cubicBezTo>
                    <a:cubicBezTo>
                      <a:pt x="1575" y="11"/>
                      <a:pt x="1666" y="11"/>
                      <a:pt x="1756" y="12"/>
                    </a:cubicBezTo>
                    <a:lnTo>
                      <a:pt x="1755" y="12"/>
                    </a:lnTo>
                    <a:cubicBezTo>
                      <a:pt x="1878" y="12"/>
                      <a:pt x="2001" y="13"/>
                      <a:pt x="2125" y="14"/>
                    </a:cubicBezTo>
                    <a:cubicBezTo>
                      <a:pt x="2150" y="14"/>
                      <a:pt x="2176" y="14"/>
                      <a:pt x="2202" y="14"/>
                    </a:cubicBezTo>
                    <a:cubicBezTo>
                      <a:pt x="2202" y="14"/>
                      <a:pt x="2201" y="14"/>
                      <a:pt x="2200" y="14"/>
                    </a:cubicBezTo>
                    <a:cubicBezTo>
                      <a:pt x="2202" y="14"/>
                      <a:pt x="2203" y="14"/>
                      <a:pt x="2204" y="14"/>
                    </a:cubicBezTo>
                    <a:lnTo>
                      <a:pt x="2203" y="14"/>
                    </a:lnTo>
                    <a:cubicBezTo>
                      <a:pt x="2211" y="14"/>
                      <a:pt x="2218" y="14"/>
                      <a:pt x="2226" y="14"/>
                    </a:cubicBezTo>
                    <a:cubicBezTo>
                      <a:pt x="2225" y="14"/>
                      <a:pt x="2225" y="14"/>
                      <a:pt x="2225" y="14"/>
                    </a:cubicBezTo>
                    <a:cubicBezTo>
                      <a:pt x="2277" y="14"/>
                      <a:pt x="2330" y="15"/>
                      <a:pt x="2383" y="15"/>
                    </a:cubicBezTo>
                    <a:cubicBezTo>
                      <a:pt x="2438" y="15"/>
                      <a:pt x="2493" y="16"/>
                      <a:pt x="2549" y="16"/>
                    </a:cubicBezTo>
                    <a:cubicBezTo>
                      <a:pt x="2548" y="16"/>
                      <a:pt x="2548" y="16"/>
                      <a:pt x="2547" y="16"/>
                    </a:cubicBezTo>
                    <a:cubicBezTo>
                      <a:pt x="2630" y="17"/>
                      <a:pt x="2713" y="17"/>
                      <a:pt x="2795" y="17"/>
                    </a:cubicBezTo>
                    <a:lnTo>
                      <a:pt x="2794" y="17"/>
                    </a:lnTo>
                    <a:cubicBezTo>
                      <a:pt x="2817" y="17"/>
                      <a:pt x="2841" y="17"/>
                      <a:pt x="2865" y="17"/>
                    </a:cubicBezTo>
                    <a:cubicBezTo>
                      <a:pt x="2871" y="17"/>
                      <a:pt x="2876" y="21"/>
                      <a:pt x="2877" y="27"/>
                    </a:cubicBezTo>
                    <a:cubicBezTo>
                      <a:pt x="2877" y="31"/>
                      <a:pt x="2876" y="34"/>
                      <a:pt x="2874" y="36"/>
                    </a:cubicBezTo>
                    <a:cubicBezTo>
                      <a:pt x="2872" y="38"/>
                      <a:pt x="2869" y="39"/>
                      <a:pt x="2865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0" name="Google Shape;1630;p17"/>
              <p:cNvSpPr/>
              <p:nvPr/>
            </p:nvSpPr>
            <p:spPr>
              <a:xfrm>
                <a:off x="4346640" y="891000"/>
                <a:ext cx="94680" cy="32040"/>
              </a:xfrm>
              <a:custGeom>
                <a:avLst/>
                <a:gdLst/>
                <a:ahLst/>
                <a:cxnLst/>
                <a:rect l="l" t="t" r="r" b="b"/>
                <a:pathLst>
                  <a:path w="263" h="89" extrusionOk="0">
                    <a:moveTo>
                      <a:pt x="66" y="77"/>
                    </a:moveTo>
                    <a:cubicBezTo>
                      <a:pt x="66" y="71"/>
                      <a:pt x="71" y="66"/>
                      <a:pt x="76" y="66"/>
                    </a:cubicBezTo>
                    <a:cubicBezTo>
                      <a:pt x="94" y="64"/>
                      <a:pt x="111" y="63"/>
                      <a:pt x="128" y="61"/>
                    </a:cubicBezTo>
                    <a:cubicBezTo>
                      <a:pt x="144" y="60"/>
                      <a:pt x="159" y="59"/>
                      <a:pt x="174" y="57"/>
                    </a:cubicBezTo>
                    <a:cubicBezTo>
                      <a:pt x="181" y="57"/>
                      <a:pt x="186" y="56"/>
                      <a:pt x="192" y="54"/>
                    </a:cubicBezTo>
                    <a:cubicBezTo>
                      <a:pt x="195" y="54"/>
                      <a:pt x="198" y="54"/>
                      <a:pt x="201" y="53"/>
                    </a:cubicBezTo>
                    <a:cubicBezTo>
                      <a:pt x="204" y="52"/>
                      <a:pt x="207" y="52"/>
                      <a:pt x="211" y="50"/>
                    </a:cubicBezTo>
                    <a:cubicBezTo>
                      <a:pt x="216" y="49"/>
                      <a:pt x="220" y="48"/>
                      <a:pt x="224" y="46"/>
                    </a:cubicBezTo>
                    <a:cubicBezTo>
                      <a:pt x="227" y="45"/>
                      <a:pt x="230" y="43"/>
                      <a:pt x="232" y="42"/>
                    </a:cubicBezTo>
                    <a:cubicBezTo>
                      <a:pt x="233" y="42"/>
                      <a:pt x="234" y="42"/>
                      <a:pt x="234" y="41"/>
                    </a:cubicBezTo>
                    <a:cubicBezTo>
                      <a:pt x="230" y="41"/>
                      <a:pt x="225" y="40"/>
                      <a:pt x="221" y="39"/>
                    </a:cubicBezTo>
                    <a:cubicBezTo>
                      <a:pt x="176" y="34"/>
                      <a:pt x="131" y="31"/>
                      <a:pt x="86" y="27"/>
                    </a:cubicBezTo>
                    <a:cubicBezTo>
                      <a:pt x="64" y="25"/>
                      <a:pt x="41" y="23"/>
                      <a:pt x="19" y="22"/>
                    </a:cubicBezTo>
                    <a:cubicBezTo>
                      <a:pt x="17" y="24"/>
                      <a:pt x="15" y="25"/>
                      <a:pt x="12" y="25"/>
                    </a:cubicBezTo>
                    <a:cubicBezTo>
                      <a:pt x="6" y="26"/>
                      <a:pt x="1" y="21"/>
                      <a:pt x="1" y="15"/>
                    </a:cubicBezTo>
                    <a:cubicBezTo>
                      <a:pt x="0" y="13"/>
                      <a:pt x="0" y="10"/>
                      <a:pt x="1" y="7"/>
                    </a:cubicBezTo>
                    <a:cubicBezTo>
                      <a:pt x="5" y="1"/>
                      <a:pt x="12" y="0"/>
                      <a:pt x="18" y="1"/>
                    </a:cubicBezTo>
                    <a:cubicBezTo>
                      <a:pt x="24" y="1"/>
                      <a:pt x="30" y="1"/>
                      <a:pt x="36" y="1"/>
                    </a:cubicBezTo>
                    <a:cubicBezTo>
                      <a:pt x="47" y="3"/>
                      <a:pt x="59" y="4"/>
                      <a:pt x="70" y="4"/>
                    </a:cubicBezTo>
                    <a:cubicBezTo>
                      <a:pt x="94" y="7"/>
                      <a:pt x="118" y="9"/>
                      <a:pt x="142" y="11"/>
                    </a:cubicBezTo>
                    <a:cubicBezTo>
                      <a:pt x="164" y="13"/>
                      <a:pt x="187" y="15"/>
                      <a:pt x="209" y="17"/>
                    </a:cubicBezTo>
                    <a:cubicBezTo>
                      <a:pt x="215" y="18"/>
                      <a:pt x="220" y="18"/>
                      <a:pt x="225" y="19"/>
                    </a:cubicBezTo>
                    <a:cubicBezTo>
                      <a:pt x="228" y="19"/>
                      <a:pt x="231" y="20"/>
                      <a:pt x="234" y="20"/>
                    </a:cubicBezTo>
                    <a:cubicBezTo>
                      <a:pt x="239" y="21"/>
                      <a:pt x="245" y="21"/>
                      <a:pt x="251" y="23"/>
                    </a:cubicBezTo>
                    <a:cubicBezTo>
                      <a:pt x="256" y="25"/>
                      <a:pt x="260" y="29"/>
                      <a:pt x="262" y="35"/>
                    </a:cubicBezTo>
                    <a:cubicBezTo>
                      <a:pt x="262" y="38"/>
                      <a:pt x="262" y="40"/>
                      <a:pt x="262" y="43"/>
                    </a:cubicBezTo>
                    <a:cubicBezTo>
                      <a:pt x="260" y="46"/>
                      <a:pt x="259" y="49"/>
                      <a:pt x="256" y="51"/>
                    </a:cubicBezTo>
                    <a:cubicBezTo>
                      <a:pt x="255" y="53"/>
                      <a:pt x="252" y="55"/>
                      <a:pt x="249" y="57"/>
                    </a:cubicBezTo>
                    <a:cubicBezTo>
                      <a:pt x="246" y="59"/>
                      <a:pt x="243" y="60"/>
                      <a:pt x="240" y="62"/>
                    </a:cubicBezTo>
                    <a:cubicBezTo>
                      <a:pt x="235" y="65"/>
                      <a:pt x="230" y="67"/>
                      <a:pt x="224" y="68"/>
                    </a:cubicBezTo>
                    <a:cubicBezTo>
                      <a:pt x="214" y="72"/>
                      <a:pt x="203" y="75"/>
                      <a:pt x="191" y="76"/>
                    </a:cubicBezTo>
                    <a:cubicBezTo>
                      <a:pt x="180" y="78"/>
                      <a:pt x="168" y="79"/>
                      <a:pt x="157" y="80"/>
                    </a:cubicBezTo>
                    <a:cubicBezTo>
                      <a:pt x="134" y="82"/>
                      <a:pt x="111" y="84"/>
                      <a:pt x="89" y="87"/>
                    </a:cubicBezTo>
                    <a:cubicBezTo>
                      <a:pt x="85" y="87"/>
                      <a:pt x="82" y="87"/>
                      <a:pt x="78" y="88"/>
                    </a:cubicBezTo>
                    <a:lnTo>
                      <a:pt x="77" y="88"/>
                    </a:lnTo>
                    <a:cubicBezTo>
                      <a:pt x="71" y="88"/>
                      <a:pt x="66" y="82"/>
                      <a:pt x="66" y="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1" name="Google Shape;1631;p17"/>
              <p:cNvSpPr/>
              <p:nvPr/>
            </p:nvSpPr>
            <p:spPr>
              <a:xfrm>
                <a:off x="4155480" y="630720"/>
                <a:ext cx="23040" cy="519480"/>
              </a:xfrm>
              <a:custGeom>
                <a:avLst/>
                <a:gdLst/>
                <a:ahLst/>
                <a:cxnLst/>
                <a:rect l="l" t="t" r="r" b="b"/>
                <a:pathLst>
                  <a:path w="64" h="1443" extrusionOk="0">
                    <a:moveTo>
                      <a:pt x="41" y="1432"/>
                    </a:moveTo>
                    <a:cubicBezTo>
                      <a:pt x="40" y="1401"/>
                      <a:pt x="39" y="1370"/>
                      <a:pt x="38" y="1339"/>
                    </a:cubicBezTo>
                    <a:cubicBezTo>
                      <a:pt x="38" y="1308"/>
                      <a:pt x="36" y="1278"/>
                      <a:pt x="36" y="1248"/>
                    </a:cubicBezTo>
                    <a:cubicBezTo>
                      <a:pt x="35" y="1216"/>
                      <a:pt x="35" y="1184"/>
                      <a:pt x="35" y="1152"/>
                    </a:cubicBezTo>
                    <a:cubicBezTo>
                      <a:pt x="35" y="1153"/>
                      <a:pt x="35" y="1153"/>
                      <a:pt x="35" y="1153"/>
                    </a:cubicBezTo>
                    <a:cubicBezTo>
                      <a:pt x="35" y="1152"/>
                      <a:pt x="35" y="1150"/>
                      <a:pt x="35" y="1148"/>
                    </a:cubicBezTo>
                    <a:lnTo>
                      <a:pt x="35" y="1149"/>
                    </a:lnTo>
                    <a:cubicBezTo>
                      <a:pt x="35" y="1145"/>
                      <a:pt x="35" y="1142"/>
                      <a:pt x="35" y="1138"/>
                    </a:cubicBezTo>
                    <a:cubicBezTo>
                      <a:pt x="35" y="1107"/>
                      <a:pt x="34" y="1076"/>
                      <a:pt x="33" y="1046"/>
                    </a:cubicBezTo>
                    <a:cubicBezTo>
                      <a:pt x="32" y="1016"/>
                      <a:pt x="30" y="986"/>
                      <a:pt x="28" y="956"/>
                    </a:cubicBezTo>
                    <a:cubicBezTo>
                      <a:pt x="27" y="925"/>
                      <a:pt x="24" y="894"/>
                      <a:pt x="22" y="863"/>
                    </a:cubicBezTo>
                    <a:cubicBezTo>
                      <a:pt x="20" y="831"/>
                      <a:pt x="17" y="799"/>
                      <a:pt x="14" y="767"/>
                    </a:cubicBezTo>
                    <a:cubicBezTo>
                      <a:pt x="11" y="737"/>
                      <a:pt x="9" y="706"/>
                      <a:pt x="8" y="676"/>
                    </a:cubicBezTo>
                    <a:cubicBezTo>
                      <a:pt x="7" y="646"/>
                      <a:pt x="6" y="616"/>
                      <a:pt x="6" y="586"/>
                    </a:cubicBezTo>
                    <a:cubicBezTo>
                      <a:pt x="6" y="525"/>
                      <a:pt x="6" y="463"/>
                      <a:pt x="5" y="402"/>
                    </a:cubicBezTo>
                    <a:cubicBezTo>
                      <a:pt x="4" y="359"/>
                      <a:pt x="4" y="315"/>
                      <a:pt x="4" y="273"/>
                    </a:cubicBezTo>
                    <a:lnTo>
                      <a:pt x="4" y="274"/>
                    </a:lnTo>
                    <a:cubicBezTo>
                      <a:pt x="4" y="254"/>
                      <a:pt x="5" y="234"/>
                      <a:pt x="6" y="214"/>
                    </a:cubicBezTo>
                    <a:cubicBezTo>
                      <a:pt x="6" y="194"/>
                      <a:pt x="6" y="175"/>
                      <a:pt x="6" y="155"/>
                    </a:cubicBezTo>
                    <a:cubicBezTo>
                      <a:pt x="6" y="156"/>
                      <a:pt x="6" y="156"/>
                      <a:pt x="6" y="157"/>
                    </a:cubicBezTo>
                    <a:cubicBezTo>
                      <a:pt x="6" y="132"/>
                      <a:pt x="6" y="107"/>
                      <a:pt x="4" y="82"/>
                    </a:cubicBezTo>
                    <a:cubicBezTo>
                      <a:pt x="4" y="77"/>
                      <a:pt x="4" y="71"/>
                      <a:pt x="4" y="66"/>
                    </a:cubicBezTo>
                    <a:cubicBezTo>
                      <a:pt x="4" y="59"/>
                      <a:pt x="3" y="52"/>
                      <a:pt x="3" y="46"/>
                    </a:cubicBezTo>
                    <a:cubicBezTo>
                      <a:pt x="2" y="39"/>
                      <a:pt x="2" y="33"/>
                      <a:pt x="2" y="28"/>
                    </a:cubicBezTo>
                    <a:cubicBezTo>
                      <a:pt x="1" y="22"/>
                      <a:pt x="0" y="17"/>
                      <a:pt x="1" y="11"/>
                    </a:cubicBezTo>
                    <a:cubicBezTo>
                      <a:pt x="1" y="5"/>
                      <a:pt x="7" y="0"/>
                      <a:pt x="13" y="1"/>
                    </a:cubicBezTo>
                    <a:cubicBezTo>
                      <a:pt x="19" y="1"/>
                      <a:pt x="24" y="8"/>
                      <a:pt x="23" y="14"/>
                    </a:cubicBezTo>
                    <a:lnTo>
                      <a:pt x="23" y="15"/>
                    </a:lnTo>
                    <a:cubicBezTo>
                      <a:pt x="22" y="15"/>
                      <a:pt x="22" y="17"/>
                      <a:pt x="22" y="17"/>
                    </a:cubicBezTo>
                    <a:cubicBezTo>
                      <a:pt x="23" y="35"/>
                      <a:pt x="24" y="52"/>
                      <a:pt x="25" y="70"/>
                    </a:cubicBezTo>
                    <a:cubicBezTo>
                      <a:pt x="25" y="89"/>
                      <a:pt x="26" y="109"/>
                      <a:pt x="26" y="128"/>
                    </a:cubicBezTo>
                    <a:lnTo>
                      <a:pt x="26" y="127"/>
                    </a:lnTo>
                    <a:cubicBezTo>
                      <a:pt x="26" y="136"/>
                      <a:pt x="26" y="145"/>
                      <a:pt x="26" y="154"/>
                    </a:cubicBezTo>
                    <a:lnTo>
                      <a:pt x="26" y="155"/>
                    </a:lnTo>
                    <a:cubicBezTo>
                      <a:pt x="26" y="175"/>
                      <a:pt x="25" y="195"/>
                      <a:pt x="25" y="214"/>
                    </a:cubicBezTo>
                    <a:cubicBezTo>
                      <a:pt x="25" y="234"/>
                      <a:pt x="25" y="254"/>
                      <a:pt x="24" y="274"/>
                    </a:cubicBezTo>
                    <a:cubicBezTo>
                      <a:pt x="24" y="274"/>
                      <a:pt x="24" y="273"/>
                      <a:pt x="24" y="272"/>
                    </a:cubicBezTo>
                    <a:cubicBezTo>
                      <a:pt x="24" y="280"/>
                      <a:pt x="24" y="287"/>
                      <a:pt x="24" y="294"/>
                    </a:cubicBezTo>
                    <a:cubicBezTo>
                      <a:pt x="24" y="295"/>
                      <a:pt x="24" y="296"/>
                      <a:pt x="24" y="298"/>
                    </a:cubicBezTo>
                    <a:cubicBezTo>
                      <a:pt x="24" y="297"/>
                      <a:pt x="24" y="297"/>
                      <a:pt x="24" y="297"/>
                    </a:cubicBezTo>
                    <a:cubicBezTo>
                      <a:pt x="25" y="328"/>
                      <a:pt x="25" y="359"/>
                      <a:pt x="25" y="389"/>
                    </a:cubicBezTo>
                    <a:cubicBezTo>
                      <a:pt x="25" y="420"/>
                      <a:pt x="25" y="451"/>
                      <a:pt x="25" y="482"/>
                    </a:cubicBezTo>
                    <a:cubicBezTo>
                      <a:pt x="26" y="512"/>
                      <a:pt x="26" y="542"/>
                      <a:pt x="27" y="572"/>
                    </a:cubicBezTo>
                    <a:cubicBezTo>
                      <a:pt x="27" y="588"/>
                      <a:pt x="27" y="603"/>
                      <a:pt x="27" y="618"/>
                    </a:cubicBezTo>
                    <a:cubicBezTo>
                      <a:pt x="27" y="634"/>
                      <a:pt x="27" y="649"/>
                      <a:pt x="28" y="665"/>
                    </a:cubicBezTo>
                    <a:cubicBezTo>
                      <a:pt x="29" y="682"/>
                      <a:pt x="29" y="698"/>
                      <a:pt x="30" y="715"/>
                    </a:cubicBezTo>
                    <a:cubicBezTo>
                      <a:pt x="31" y="730"/>
                      <a:pt x="32" y="745"/>
                      <a:pt x="34" y="761"/>
                    </a:cubicBezTo>
                    <a:cubicBezTo>
                      <a:pt x="36" y="790"/>
                      <a:pt x="39" y="819"/>
                      <a:pt x="41" y="849"/>
                    </a:cubicBezTo>
                    <a:cubicBezTo>
                      <a:pt x="44" y="880"/>
                      <a:pt x="46" y="911"/>
                      <a:pt x="48" y="942"/>
                    </a:cubicBezTo>
                    <a:cubicBezTo>
                      <a:pt x="50" y="975"/>
                      <a:pt x="52" y="1007"/>
                      <a:pt x="53" y="1039"/>
                    </a:cubicBezTo>
                    <a:cubicBezTo>
                      <a:pt x="55" y="1058"/>
                      <a:pt x="55" y="1076"/>
                      <a:pt x="55" y="1094"/>
                    </a:cubicBezTo>
                    <a:cubicBezTo>
                      <a:pt x="56" y="1114"/>
                      <a:pt x="56" y="1134"/>
                      <a:pt x="56" y="1154"/>
                    </a:cubicBezTo>
                    <a:cubicBezTo>
                      <a:pt x="56" y="1213"/>
                      <a:pt x="58" y="1273"/>
                      <a:pt x="59" y="1333"/>
                    </a:cubicBezTo>
                    <a:cubicBezTo>
                      <a:pt x="60" y="1366"/>
                      <a:pt x="61" y="1398"/>
                      <a:pt x="62" y="1431"/>
                    </a:cubicBezTo>
                    <a:cubicBezTo>
                      <a:pt x="63" y="1436"/>
                      <a:pt x="58" y="1442"/>
                      <a:pt x="52" y="1442"/>
                    </a:cubicBezTo>
                    <a:cubicBezTo>
                      <a:pt x="46" y="1442"/>
                      <a:pt x="41" y="1438"/>
                      <a:pt x="41" y="14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2" name="Google Shape;1632;p17"/>
              <p:cNvSpPr/>
              <p:nvPr/>
            </p:nvSpPr>
            <p:spPr>
              <a:xfrm>
                <a:off x="3905640" y="756720"/>
                <a:ext cx="381240" cy="299520"/>
              </a:xfrm>
              <a:custGeom>
                <a:avLst/>
                <a:gdLst/>
                <a:ahLst/>
                <a:cxnLst/>
                <a:rect l="l" t="t" r="r" b="b"/>
                <a:pathLst>
                  <a:path w="1059" h="832" extrusionOk="0">
                    <a:moveTo>
                      <a:pt x="1044" y="831"/>
                    </a:moveTo>
                    <a:cubicBezTo>
                      <a:pt x="1027" y="828"/>
                      <a:pt x="1010" y="825"/>
                      <a:pt x="993" y="823"/>
                    </a:cubicBezTo>
                    <a:cubicBezTo>
                      <a:pt x="994" y="823"/>
                      <a:pt x="994" y="823"/>
                      <a:pt x="995" y="823"/>
                    </a:cubicBezTo>
                    <a:cubicBezTo>
                      <a:pt x="950" y="817"/>
                      <a:pt x="905" y="812"/>
                      <a:pt x="860" y="807"/>
                    </a:cubicBezTo>
                    <a:cubicBezTo>
                      <a:pt x="835" y="804"/>
                      <a:pt x="811" y="802"/>
                      <a:pt x="787" y="799"/>
                    </a:cubicBezTo>
                    <a:cubicBezTo>
                      <a:pt x="776" y="797"/>
                      <a:pt x="765" y="796"/>
                      <a:pt x="754" y="795"/>
                    </a:cubicBezTo>
                    <a:cubicBezTo>
                      <a:pt x="742" y="793"/>
                      <a:pt x="730" y="792"/>
                      <a:pt x="719" y="790"/>
                    </a:cubicBezTo>
                    <a:cubicBezTo>
                      <a:pt x="697" y="786"/>
                      <a:pt x="674" y="783"/>
                      <a:pt x="651" y="779"/>
                    </a:cubicBezTo>
                    <a:cubicBezTo>
                      <a:pt x="628" y="775"/>
                      <a:pt x="605" y="770"/>
                      <a:pt x="582" y="765"/>
                    </a:cubicBezTo>
                    <a:cubicBezTo>
                      <a:pt x="536" y="756"/>
                      <a:pt x="491" y="746"/>
                      <a:pt x="445" y="736"/>
                    </a:cubicBezTo>
                    <a:cubicBezTo>
                      <a:pt x="423" y="732"/>
                      <a:pt x="401" y="726"/>
                      <a:pt x="378" y="721"/>
                    </a:cubicBezTo>
                    <a:cubicBezTo>
                      <a:pt x="367" y="718"/>
                      <a:pt x="356" y="715"/>
                      <a:pt x="345" y="712"/>
                    </a:cubicBezTo>
                    <a:cubicBezTo>
                      <a:pt x="339" y="710"/>
                      <a:pt x="334" y="709"/>
                      <a:pt x="328" y="707"/>
                    </a:cubicBezTo>
                    <a:cubicBezTo>
                      <a:pt x="323" y="705"/>
                      <a:pt x="317" y="704"/>
                      <a:pt x="311" y="701"/>
                    </a:cubicBezTo>
                    <a:cubicBezTo>
                      <a:pt x="305" y="700"/>
                      <a:pt x="299" y="697"/>
                      <a:pt x="293" y="696"/>
                    </a:cubicBezTo>
                    <a:cubicBezTo>
                      <a:pt x="288" y="693"/>
                      <a:pt x="282" y="691"/>
                      <a:pt x="276" y="689"/>
                    </a:cubicBezTo>
                    <a:cubicBezTo>
                      <a:pt x="265" y="684"/>
                      <a:pt x="255" y="679"/>
                      <a:pt x="244" y="673"/>
                    </a:cubicBezTo>
                    <a:cubicBezTo>
                      <a:pt x="234" y="668"/>
                      <a:pt x="224" y="662"/>
                      <a:pt x="214" y="657"/>
                    </a:cubicBezTo>
                    <a:cubicBezTo>
                      <a:pt x="205" y="652"/>
                      <a:pt x="195" y="647"/>
                      <a:pt x="186" y="641"/>
                    </a:cubicBezTo>
                    <a:cubicBezTo>
                      <a:pt x="181" y="637"/>
                      <a:pt x="176" y="634"/>
                      <a:pt x="170" y="630"/>
                    </a:cubicBezTo>
                    <a:cubicBezTo>
                      <a:pt x="165" y="627"/>
                      <a:pt x="160" y="623"/>
                      <a:pt x="155" y="620"/>
                    </a:cubicBezTo>
                    <a:cubicBezTo>
                      <a:pt x="145" y="613"/>
                      <a:pt x="137" y="606"/>
                      <a:pt x="128" y="598"/>
                    </a:cubicBezTo>
                    <a:cubicBezTo>
                      <a:pt x="111" y="583"/>
                      <a:pt x="94" y="567"/>
                      <a:pt x="78" y="551"/>
                    </a:cubicBezTo>
                    <a:cubicBezTo>
                      <a:pt x="66" y="537"/>
                      <a:pt x="52" y="522"/>
                      <a:pt x="40" y="507"/>
                    </a:cubicBezTo>
                    <a:cubicBezTo>
                      <a:pt x="35" y="500"/>
                      <a:pt x="30" y="493"/>
                      <a:pt x="26" y="485"/>
                    </a:cubicBezTo>
                    <a:cubicBezTo>
                      <a:pt x="25" y="485"/>
                      <a:pt x="25" y="484"/>
                      <a:pt x="25" y="483"/>
                    </a:cubicBezTo>
                    <a:cubicBezTo>
                      <a:pt x="25" y="483"/>
                      <a:pt x="25" y="484"/>
                      <a:pt x="25" y="485"/>
                    </a:cubicBezTo>
                    <a:cubicBezTo>
                      <a:pt x="25" y="483"/>
                      <a:pt x="24" y="483"/>
                      <a:pt x="24" y="482"/>
                    </a:cubicBezTo>
                    <a:cubicBezTo>
                      <a:pt x="24" y="481"/>
                      <a:pt x="24" y="481"/>
                      <a:pt x="23" y="481"/>
                    </a:cubicBezTo>
                    <a:cubicBezTo>
                      <a:pt x="20" y="475"/>
                      <a:pt x="16" y="468"/>
                      <a:pt x="14" y="461"/>
                    </a:cubicBezTo>
                    <a:cubicBezTo>
                      <a:pt x="11" y="454"/>
                      <a:pt x="8" y="447"/>
                      <a:pt x="7" y="440"/>
                    </a:cubicBezTo>
                    <a:cubicBezTo>
                      <a:pt x="4" y="433"/>
                      <a:pt x="3" y="426"/>
                      <a:pt x="2" y="420"/>
                    </a:cubicBezTo>
                    <a:cubicBezTo>
                      <a:pt x="1" y="413"/>
                      <a:pt x="0" y="405"/>
                      <a:pt x="0" y="398"/>
                    </a:cubicBezTo>
                    <a:lnTo>
                      <a:pt x="0" y="397"/>
                    </a:lnTo>
                    <a:lnTo>
                      <a:pt x="0" y="398"/>
                    </a:lnTo>
                    <a:cubicBezTo>
                      <a:pt x="0" y="396"/>
                      <a:pt x="0" y="394"/>
                      <a:pt x="0" y="393"/>
                    </a:cubicBezTo>
                    <a:lnTo>
                      <a:pt x="0" y="394"/>
                    </a:lnTo>
                    <a:cubicBezTo>
                      <a:pt x="0" y="382"/>
                      <a:pt x="1" y="370"/>
                      <a:pt x="5" y="359"/>
                    </a:cubicBezTo>
                    <a:cubicBezTo>
                      <a:pt x="7" y="353"/>
                      <a:pt x="8" y="348"/>
                      <a:pt x="11" y="342"/>
                    </a:cubicBezTo>
                    <a:cubicBezTo>
                      <a:pt x="14" y="337"/>
                      <a:pt x="17" y="331"/>
                      <a:pt x="20" y="327"/>
                    </a:cubicBezTo>
                    <a:cubicBezTo>
                      <a:pt x="26" y="317"/>
                      <a:pt x="33" y="308"/>
                      <a:pt x="42" y="300"/>
                    </a:cubicBezTo>
                    <a:cubicBezTo>
                      <a:pt x="49" y="292"/>
                      <a:pt x="57" y="284"/>
                      <a:pt x="66" y="277"/>
                    </a:cubicBezTo>
                    <a:cubicBezTo>
                      <a:pt x="74" y="270"/>
                      <a:pt x="82" y="262"/>
                      <a:pt x="91" y="255"/>
                    </a:cubicBezTo>
                    <a:cubicBezTo>
                      <a:pt x="94" y="253"/>
                      <a:pt x="96" y="250"/>
                      <a:pt x="99" y="248"/>
                    </a:cubicBezTo>
                    <a:cubicBezTo>
                      <a:pt x="104" y="245"/>
                      <a:pt x="109" y="242"/>
                      <a:pt x="114" y="239"/>
                    </a:cubicBezTo>
                    <a:cubicBezTo>
                      <a:pt x="119" y="237"/>
                      <a:pt x="124" y="235"/>
                      <a:pt x="130" y="232"/>
                    </a:cubicBezTo>
                    <a:cubicBezTo>
                      <a:pt x="141" y="228"/>
                      <a:pt x="152" y="225"/>
                      <a:pt x="163" y="221"/>
                    </a:cubicBezTo>
                    <a:cubicBezTo>
                      <a:pt x="175" y="217"/>
                      <a:pt x="186" y="214"/>
                      <a:pt x="197" y="210"/>
                    </a:cubicBezTo>
                    <a:cubicBezTo>
                      <a:pt x="219" y="203"/>
                      <a:pt x="240" y="196"/>
                      <a:pt x="261" y="189"/>
                    </a:cubicBezTo>
                    <a:cubicBezTo>
                      <a:pt x="285" y="182"/>
                      <a:pt x="307" y="174"/>
                      <a:pt x="331" y="165"/>
                    </a:cubicBezTo>
                    <a:cubicBezTo>
                      <a:pt x="373" y="150"/>
                      <a:pt x="414" y="131"/>
                      <a:pt x="457" y="119"/>
                    </a:cubicBezTo>
                    <a:cubicBezTo>
                      <a:pt x="503" y="105"/>
                      <a:pt x="549" y="93"/>
                      <a:pt x="595" y="81"/>
                    </a:cubicBezTo>
                    <a:cubicBezTo>
                      <a:pt x="617" y="76"/>
                      <a:pt x="639" y="71"/>
                      <a:pt x="661" y="66"/>
                    </a:cubicBezTo>
                    <a:cubicBezTo>
                      <a:pt x="684" y="60"/>
                      <a:pt x="707" y="55"/>
                      <a:pt x="730" y="51"/>
                    </a:cubicBezTo>
                    <a:cubicBezTo>
                      <a:pt x="748" y="47"/>
                      <a:pt x="765" y="44"/>
                      <a:pt x="783" y="40"/>
                    </a:cubicBezTo>
                    <a:cubicBezTo>
                      <a:pt x="803" y="36"/>
                      <a:pt x="821" y="32"/>
                      <a:pt x="840" y="28"/>
                    </a:cubicBezTo>
                    <a:lnTo>
                      <a:pt x="839" y="28"/>
                    </a:lnTo>
                    <a:cubicBezTo>
                      <a:pt x="849" y="26"/>
                      <a:pt x="858" y="23"/>
                      <a:pt x="867" y="20"/>
                    </a:cubicBezTo>
                    <a:cubicBezTo>
                      <a:pt x="876" y="17"/>
                      <a:pt x="885" y="14"/>
                      <a:pt x="893" y="12"/>
                    </a:cubicBezTo>
                    <a:cubicBezTo>
                      <a:pt x="897" y="10"/>
                      <a:pt x="900" y="9"/>
                      <a:pt x="903" y="7"/>
                    </a:cubicBezTo>
                    <a:cubicBezTo>
                      <a:pt x="905" y="3"/>
                      <a:pt x="910" y="0"/>
                      <a:pt x="915" y="1"/>
                    </a:cubicBezTo>
                    <a:cubicBezTo>
                      <a:pt x="921" y="2"/>
                      <a:pt x="924" y="8"/>
                      <a:pt x="923" y="14"/>
                    </a:cubicBezTo>
                    <a:cubicBezTo>
                      <a:pt x="921" y="23"/>
                      <a:pt x="913" y="27"/>
                      <a:pt x="905" y="30"/>
                    </a:cubicBezTo>
                    <a:cubicBezTo>
                      <a:pt x="900" y="32"/>
                      <a:pt x="895" y="34"/>
                      <a:pt x="889" y="35"/>
                    </a:cubicBezTo>
                    <a:cubicBezTo>
                      <a:pt x="878" y="39"/>
                      <a:pt x="867" y="42"/>
                      <a:pt x="855" y="45"/>
                    </a:cubicBezTo>
                    <a:cubicBezTo>
                      <a:pt x="832" y="51"/>
                      <a:pt x="808" y="56"/>
                      <a:pt x="785" y="60"/>
                    </a:cubicBezTo>
                    <a:cubicBezTo>
                      <a:pt x="762" y="65"/>
                      <a:pt x="740" y="69"/>
                      <a:pt x="718" y="74"/>
                    </a:cubicBezTo>
                    <a:cubicBezTo>
                      <a:pt x="696" y="79"/>
                      <a:pt x="674" y="83"/>
                      <a:pt x="652" y="88"/>
                    </a:cubicBezTo>
                    <a:cubicBezTo>
                      <a:pt x="619" y="97"/>
                      <a:pt x="585" y="105"/>
                      <a:pt x="552" y="113"/>
                    </a:cubicBezTo>
                    <a:lnTo>
                      <a:pt x="553" y="113"/>
                    </a:lnTo>
                    <a:cubicBezTo>
                      <a:pt x="530" y="119"/>
                      <a:pt x="508" y="125"/>
                      <a:pt x="486" y="132"/>
                    </a:cubicBezTo>
                    <a:cubicBezTo>
                      <a:pt x="475" y="135"/>
                      <a:pt x="464" y="139"/>
                      <a:pt x="452" y="142"/>
                    </a:cubicBezTo>
                    <a:cubicBezTo>
                      <a:pt x="441" y="146"/>
                      <a:pt x="430" y="150"/>
                      <a:pt x="419" y="153"/>
                    </a:cubicBezTo>
                    <a:cubicBezTo>
                      <a:pt x="398" y="161"/>
                      <a:pt x="377" y="169"/>
                      <a:pt x="356" y="177"/>
                    </a:cubicBezTo>
                    <a:cubicBezTo>
                      <a:pt x="334" y="186"/>
                      <a:pt x="310" y="194"/>
                      <a:pt x="288" y="202"/>
                    </a:cubicBezTo>
                    <a:cubicBezTo>
                      <a:pt x="267" y="209"/>
                      <a:pt x="246" y="215"/>
                      <a:pt x="226" y="222"/>
                    </a:cubicBezTo>
                    <a:cubicBezTo>
                      <a:pt x="203" y="229"/>
                      <a:pt x="180" y="237"/>
                      <a:pt x="158" y="245"/>
                    </a:cubicBezTo>
                    <a:cubicBezTo>
                      <a:pt x="151" y="247"/>
                      <a:pt x="145" y="249"/>
                      <a:pt x="138" y="252"/>
                    </a:cubicBezTo>
                    <a:cubicBezTo>
                      <a:pt x="132" y="254"/>
                      <a:pt x="126" y="257"/>
                      <a:pt x="120" y="261"/>
                    </a:cubicBezTo>
                    <a:cubicBezTo>
                      <a:pt x="117" y="263"/>
                      <a:pt x="114" y="264"/>
                      <a:pt x="112" y="266"/>
                    </a:cubicBezTo>
                    <a:cubicBezTo>
                      <a:pt x="95" y="279"/>
                      <a:pt x="80" y="293"/>
                      <a:pt x="64" y="307"/>
                    </a:cubicBezTo>
                    <a:cubicBezTo>
                      <a:pt x="57" y="314"/>
                      <a:pt x="51" y="321"/>
                      <a:pt x="45" y="328"/>
                    </a:cubicBezTo>
                    <a:cubicBezTo>
                      <a:pt x="42" y="333"/>
                      <a:pt x="39" y="338"/>
                      <a:pt x="36" y="343"/>
                    </a:cubicBezTo>
                    <a:cubicBezTo>
                      <a:pt x="34" y="346"/>
                      <a:pt x="32" y="349"/>
                      <a:pt x="31" y="352"/>
                    </a:cubicBezTo>
                    <a:cubicBezTo>
                      <a:pt x="29" y="357"/>
                      <a:pt x="27" y="362"/>
                      <a:pt x="26" y="366"/>
                    </a:cubicBezTo>
                    <a:cubicBezTo>
                      <a:pt x="25" y="369"/>
                      <a:pt x="25" y="372"/>
                      <a:pt x="24" y="376"/>
                    </a:cubicBezTo>
                    <a:cubicBezTo>
                      <a:pt x="23" y="381"/>
                      <a:pt x="22" y="387"/>
                      <a:pt x="22" y="393"/>
                    </a:cubicBezTo>
                    <a:cubicBezTo>
                      <a:pt x="22" y="400"/>
                      <a:pt x="23" y="406"/>
                      <a:pt x="24" y="412"/>
                    </a:cubicBezTo>
                    <a:cubicBezTo>
                      <a:pt x="24" y="416"/>
                      <a:pt x="25" y="419"/>
                      <a:pt x="25" y="422"/>
                    </a:cubicBezTo>
                    <a:cubicBezTo>
                      <a:pt x="26" y="426"/>
                      <a:pt x="27" y="430"/>
                      <a:pt x="28" y="433"/>
                    </a:cubicBezTo>
                    <a:cubicBezTo>
                      <a:pt x="29" y="437"/>
                      <a:pt x="29" y="440"/>
                      <a:pt x="31" y="443"/>
                    </a:cubicBezTo>
                    <a:cubicBezTo>
                      <a:pt x="32" y="447"/>
                      <a:pt x="33" y="450"/>
                      <a:pt x="35" y="454"/>
                    </a:cubicBezTo>
                    <a:cubicBezTo>
                      <a:pt x="36" y="457"/>
                      <a:pt x="38" y="461"/>
                      <a:pt x="39" y="464"/>
                    </a:cubicBezTo>
                    <a:cubicBezTo>
                      <a:pt x="41" y="468"/>
                      <a:pt x="43" y="471"/>
                      <a:pt x="45" y="474"/>
                    </a:cubicBezTo>
                    <a:cubicBezTo>
                      <a:pt x="47" y="478"/>
                      <a:pt x="50" y="482"/>
                      <a:pt x="52" y="486"/>
                    </a:cubicBezTo>
                    <a:cubicBezTo>
                      <a:pt x="55" y="490"/>
                      <a:pt x="57" y="493"/>
                      <a:pt x="60" y="497"/>
                    </a:cubicBezTo>
                    <a:cubicBezTo>
                      <a:pt x="65" y="503"/>
                      <a:pt x="71" y="510"/>
                      <a:pt x="76" y="515"/>
                    </a:cubicBezTo>
                    <a:cubicBezTo>
                      <a:pt x="82" y="522"/>
                      <a:pt x="88" y="529"/>
                      <a:pt x="95" y="536"/>
                    </a:cubicBezTo>
                    <a:cubicBezTo>
                      <a:pt x="115" y="556"/>
                      <a:pt x="135" y="576"/>
                      <a:pt x="158" y="594"/>
                    </a:cubicBezTo>
                    <a:cubicBezTo>
                      <a:pt x="164" y="599"/>
                      <a:pt x="170" y="604"/>
                      <a:pt x="177" y="609"/>
                    </a:cubicBezTo>
                    <a:cubicBezTo>
                      <a:pt x="184" y="613"/>
                      <a:pt x="191" y="618"/>
                      <a:pt x="199" y="623"/>
                    </a:cubicBezTo>
                    <a:lnTo>
                      <a:pt x="200" y="623"/>
                    </a:lnTo>
                    <a:cubicBezTo>
                      <a:pt x="200" y="624"/>
                      <a:pt x="200" y="624"/>
                      <a:pt x="201" y="624"/>
                    </a:cubicBezTo>
                    <a:cubicBezTo>
                      <a:pt x="200" y="624"/>
                      <a:pt x="200" y="624"/>
                      <a:pt x="200" y="623"/>
                    </a:cubicBezTo>
                    <a:cubicBezTo>
                      <a:pt x="202" y="625"/>
                      <a:pt x="205" y="626"/>
                      <a:pt x="207" y="628"/>
                    </a:cubicBezTo>
                    <a:cubicBezTo>
                      <a:pt x="208" y="628"/>
                      <a:pt x="208" y="629"/>
                      <a:pt x="208" y="629"/>
                    </a:cubicBezTo>
                    <a:lnTo>
                      <a:pt x="209" y="629"/>
                    </a:lnTo>
                    <a:cubicBezTo>
                      <a:pt x="208" y="629"/>
                      <a:pt x="208" y="629"/>
                      <a:pt x="208" y="629"/>
                    </a:cubicBezTo>
                    <a:cubicBezTo>
                      <a:pt x="209" y="629"/>
                      <a:pt x="209" y="629"/>
                      <a:pt x="209" y="629"/>
                    </a:cubicBezTo>
                    <a:cubicBezTo>
                      <a:pt x="210" y="630"/>
                      <a:pt x="211" y="630"/>
                      <a:pt x="211" y="630"/>
                    </a:cubicBezTo>
                    <a:cubicBezTo>
                      <a:pt x="223" y="637"/>
                      <a:pt x="236" y="644"/>
                      <a:pt x="248" y="651"/>
                    </a:cubicBezTo>
                    <a:cubicBezTo>
                      <a:pt x="254" y="654"/>
                      <a:pt x="260" y="657"/>
                      <a:pt x="267" y="660"/>
                    </a:cubicBezTo>
                    <a:cubicBezTo>
                      <a:pt x="272" y="663"/>
                      <a:pt x="278" y="665"/>
                      <a:pt x="284" y="668"/>
                    </a:cubicBezTo>
                    <a:cubicBezTo>
                      <a:pt x="289" y="670"/>
                      <a:pt x="295" y="673"/>
                      <a:pt x="301" y="675"/>
                    </a:cubicBezTo>
                    <a:cubicBezTo>
                      <a:pt x="307" y="677"/>
                      <a:pt x="313" y="679"/>
                      <a:pt x="318" y="682"/>
                    </a:cubicBezTo>
                    <a:cubicBezTo>
                      <a:pt x="324" y="684"/>
                      <a:pt x="331" y="686"/>
                      <a:pt x="336" y="687"/>
                    </a:cubicBezTo>
                    <a:cubicBezTo>
                      <a:pt x="342" y="689"/>
                      <a:pt x="348" y="691"/>
                      <a:pt x="354" y="693"/>
                    </a:cubicBezTo>
                    <a:cubicBezTo>
                      <a:pt x="398" y="704"/>
                      <a:pt x="444" y="714"/>
                      <a:pt x="489" y="723"/>
                    </a:cubicBezTo>
                    <a:cubicBezTo>
                      <a:pt x="534" y="733"/>
                      <a:pt x="578" y="743"/>
                      <a:pt x="623" y="752"/>
                    </a:cubicBezTo>
                    <a:cubicBezTo>
                      <a:pt x="641" y="756"/>
                      <a:pt x="657" y="759"/>
                      <a:pt x="675" y="762"/>
                    </a:cubicBezTo>
                    <a:cubicBezTo>
                      <a:pt x="691" y="764"/>
                      <a:pt x="707" y="767"/>
                      <a:pt x="723" y="769"/>
                    </a:cubicBezTo>
                    <a:lnTo>
                      <a:pt x="722" y="769"/>
                    </a:lnTo>
                    <a:cubicBezTo>
                      <a:pt x="768" y="775"/>
                      <a:pt x="815" y="781"/>
                      <a:pt x="862" y="786"/>
                    </a:cubicBezTo>
                    <a:cubicBezTo>
                      <a:pt x="907" y="791"/>
                      <a:pt x="952" y="796"/>
                      <a:pt x="997" y="802"/>
                    </a:cubicBezTo>
                    <a:cubicBezTo>
                      <a:pt x="1014" y="804"/>
                      <a:pt x="1031" y="806"/>
                      <a:pt x="1048" y="809"/>
                    </a:cubicBezTo>
                    <a:cubicBezTo>
                      <a:pt x="1054" y="810"/>
                      <a:pt x="1058" y="816"/>
                      <a:pt x="1057" y="822"/>
                    </a:cubicBezTo>
                    <a:cubicBezTo>
                      <a:pt x="1056" y="827"/>
                      <a:pt x="1051" y="831"/>
                      <a:pt x="1046" y="831"/>
                    </a:cubicBezTo>
                    <a:lnTo>
                      <a:pt x="1044" y="83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3" name="Google Shape;1633;p17"/>
              <p:cNvSpPr/>
              <p:nvPr/>
            </p:nvSpPr>
            <p:spPr>
              <a:xfrm>
                <a:off x="3659040" y="926640"/>
                <a:ext cx="34200" cy="51480"/>
              </a:xfrm>
              <a:custGeom>
                <a:avLst/>
                <a:gdLst/>
                <a:ahLst/>
                <a:cxnLst/>
                <a:rect l="l" t="t" r="r" b="b"/>
                <a:pathLst>
                  <a:path w="95" h="143" extrusionOk="0">
                    <a:moveTo>
                      <a:pt x="67" y="142"/>
                    </a:moveTo>
                    <a:cubicBezTo>
                      <a:pt x="61" y="141"/>
                      <a:pt x="56" y="136"/>
                      <a:pt x="57" y="130"/>
                    </a:cubicBezTo>
                    <a:cubicBezTo>
                      <a:pt x="58" y="111"/>
                      <a:pt x="60" y="92"/>
                      <a:pt x="61" y="73"/>
                    </a:cubicBezTo>
                    <a:cubicBezTo>
                      <a:pt x="63" y="66"/>
                      <a:pt x="63" y="59"/>
                      <a:pt x="64" y="52"/>
                    </a:cubicBezTo>
                    <a:cubicBezTo>
                      <a:pt x="62" y="54"/>
                      <a:pt x="59" y="57"/>
                      <a:pt x="57" y="59"/>
                    </a:cubicBezTo>
                    <a:cubicBezTo>
                      <a:pt x="51" y="64"/>
                      <a:pt x="46" y="70"/>
                      <a:pt x="40" y="74"/>
                    </a:cubicBezTo>
                    <a:cubicBezTo>
                      <a:pt x="33" y="80"/>
                      <a:pt x="28" y="85"/>
                      <a:pt x="21" y="91"/>
                    </a:cubicBezTo>
                    <a:cubicBezTo>
                      <a:pt x="19" y="95"/>
                      <a:pt x="14" y="97"/>
                      <a:pt x="10" y="96"/>
                    </a:cubicBezTo>
                    <a:cubicBezTo>
                      <a:pt x="4" y="95"/>
                      <a:pt x="0" y="89"/>
                      <a:pt x="1" y="83"/>
                    </a:cubicBezTo>
                    <a:cubicBezTo>
                      <a:pt x="3" y="77"/>
                      <a:pt x="8" y="74"/>
                      <a:pt x="13" y="70"/>
                    </a:cubicBezTo>
                    <a:cubicBezTo>
                      <a:pt x="17" y="66"/>
                      <a:pt x="21" y="63"/>
                      <a:pt x="25" y="59"/>
                    </a:cubicBezTo>
                    <a:cubicBezTo>
                      <a:pt x="32" y="53"/>
                      <a:pt x="39" y="46"/>
                      <a:pt x="46" y="41"/>
                    </a:cubicBezTo>
                    <a:cubicBezTo>
                      <a:pt x="52" y="34"/>
                      <a:pt x="58" y="28"/>
                      <a:pt x="63" y="21"/>
                    </a:cubicBezTo>
                    <a:cubicBezTo>
                      <a:pt x="65" y="19"/>
                      <a:pt x="66" y="17"/>
                      <a:pt x="67" y="16"/>
                    </a:cubicBezTo>
                    <a:cubicBezTo>
                      <a:pt x="70" y="13"/>
                      <a:pt x="72" y="9"/>
                      <a:pt x="75" y="6"/>
                    </a:cubicBezTo>
                    <a:cubicBezTo>
                      <a:pt x="82" y="0"/>
                      <a:pt x="93" y="5"/>
                      <a:pt x="94" y="14"/>
                    </a:cubicBezTo>
                    <a:cubicBezTo>
                      <a:pt x="94" y="16"/>
                      <a:pt x="94" y="17"/>
                      <a:pt x="94" y="18"/>
                    </a:cubicBezTo>
                    <a:cubicBezTo>
                      <a:pt x="93" y="21"/>
                      <a:pt x="92" y="22"/>
                      <a:pt x="92" y="25"/>
                    </a:cubicBezTo>
                    <a:cubicBezTo>
                      <a:pt x="91" y="27"/>
                      <a:pt x="91" y="28"/>
                      <a:pt x="91" y="30"/>
                    </a:cubicBezTo>
                    <a:cubicBezTo>
                      <a:pt x="89" y="34"/>
                      <a:pt x="89" y="37"/>
                      <a:pt x="88" y="41"/>
                    </a:cubicBezTo>
                    <a:cubicBezTo>
                      <a:pt x="87" y="47"/>
                      <a:pt x="85" y="54"/>
                      <a:pt x="84" y="61"/>
                    </a:cubicBezTo>
                    <a:cubicBezTo>
                      <a:pt x="81" y="84"/>
                      <a:pt x="79" y="108"/>
                      <a:pt x="78" y="132"/>
                    </a:cubicBezTo>
                    <a:cubicBezTo>
                      <a:pt x="78" y="137"/>
                      <a:pt x="73" y="142"/>
                      <a:pt x="67" y="1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4" name="Google Shape;1634;p17"/>
              <p:cNvSpPr/>
              <p:nvPr/>
            </p:nvSpPr>
            <p:spPr>
              <a:xfrm>
                <a:off x="3857760" y="930240"/>
                <a:ext cx="45720" cy="73440"/>
              </a:xfrm>
              <a:custGeom>
                <a:avLst/>
                <a:gdLst/>
                <a:ahLst/>
                <a:cxnLst/>
                <a:rect l="l" t="t" r="r" b="b"/>
                <a:pathLst>
                  <a:path w="127" h="204" extrusionOk="0">
                    <a:moveTo>
                      <a:pt x="18" y="202"/>
                    </a:moveTo>
                    <a:cubicBezTo>
                      <a:pt x="15" y="202"/>
                      <a:pt x="12" y="201"/>
                      <a:pt x="9" y="200"/>
                    </a:cubicBezTo>
                    <a:cubicBezTo>
                      <a:pt x="3" y="198"/>
                      <a:pt x="0" y="191"/>
                      <a:pt x="2" y="186"/>
                    </a:cubicBezTo>
                    <a:cubicBezTo>
                      <a:pt x="4" y="180"/>
                      <a:pt x="10" y="177"/>
                      <a:pt x="16" y="179"/>
                    </a:cubicBezTo>
                    <a:cubicBezTo>
                      <a:pt x="17" y="179"/>
                      <a:pt x="18" y="180"/>
                      <a:pt x="20" y="180"/>
                    </a:cubicBezTo>
                    <a:lnTo>
                      <a:pt x="21" y="180"/>
                    </a:lnTo>
                    <a:cubicBezTo>
                      <a:pt x="23" y="180"/>
                      <a:pt x="24" y="180"/>
                      <a:pt x="27" y="180"/>
                    </a:cubicBezTo>
                    <a:cubicBezTo>
                      <a:pt x="26" y="180"/>
                      <a:pt x="25" y="180"/>
                      <a:pt x="25" y="180"/>
                    </a:cubicBezTo>
                    <a:cubicBezTo>
                      <a:pt x="28" y="180"/>
                      <a:pt x="31" y="180"/>
                      <a:pt x="34" y="180"/>
                    </a:cubicBezTo>
                    <a:cubicBezTo>
                      <a:pt x="42" y="180"/>
                      <a:pt x="51" y="180"/>
                      <a:pt x="59" y="179"/>
                    </a:cubicBezTo>
                    <a:cubicBezTo>
                      <a:pt x="65" y="178"/>
                      <a:pt x="70" y="177"/>
                      <a:pt x="76" y="176"/>
                    </a:cubicBezTo>
                    <a:cubicBezTo>
                      <a:pt x="79" y="174"/>
                      <a:pt x="82" y="173"/>
                      <a:pt x="85" y="172"/>
                    </a:cubicBezTo>
                    <a:cubicBezTo>
                      <a:pt x="87" y="172"/>
                      <a:pt x="88" y="170"/>
                      <a:pt x="90" y="170"/>
                    </a:cubicBezTo>
                    <a:cubicBezTo>
                      <a:pt x="92" y="169"/>
                      <a:pt x="93" y="167"/>
                      <a:pt x="95" y="167"/>
                    </a:cubicBezTo>
                    <a:cubicBezTo>
                      <a:pt x="95" y="166"/>
                      <a:pt x="96" y="166"/>
                      <a:pt x="97" y="165"/>
                    </a:cubicBezTo>
                    <a:cubicBezTo>
                      <a:pt x="97" y="165"/>
                      <a:pt x="98" y="164"/>
                      <a:pt x="98" y="163"/>
                    </a:cubicBezTo>
                    <a:cubicBezTo>
                      <a:pt x="99" y="163"/>
                      <a:pt x="99" y="162"/>
                      <a:pt x="100" y="160"/>
                    </a:cubicBezTo>
                    <a:cubicBezTo>
                      <a:pt x="101" y="159"/>
                      <a:pt x="101" y="159"/>
                      <a:pt x="102" y="158"/>
                    </a:cubicBezTo>
                    <a:cubicBezTo>
                      <a:pt x="102" y="156"/>
                      <a:pt x="102" y="156"/>
                      <a:pt x="102" y="155"/>
                    </a:cubicBezTo>
                    <a:cubicBezTo>
                      <a:pt x="103" y="152"/>
                      <a:pt x="104" y="151"/>
                      <a:pt x="104" y="148"/>
                    </a:cubicBezTo>
                    <a:cubicBezTo>
                      <a:pt x="104" y="147"/>
                      <a:pt x="104" y="145"/>
                      <a:pt x="104" y="144"/>
                    </a:cubicBezTo>
                    <a:cubicBezTo>
                      <a:pt x="104" y="144"/>
                      <a:pt x="104" y="143"/>
                      <a:pt x="104" y="142"/>
                    </a:cubicBezTo>
                    <a:cubicBezTo>
                      <a:pt x="104" y="141"/>
                      <a:pt x="104" y="139"/>
                      <a:pt x="104" y="138"/>
                    </a:cubicBezTo>
                    <a:cubicBezTo>
                      <a:pt x="103" y="136"/>
                      <a:pt x="102" y="135"/>
                      <a:pt x="102" y="134"/>
                    </a:cubicBezTo>
                    <a:cubicBezTo>
                      <a:pt x="101" y="132"/>
                      <a:pt x="100" y="130"/>
                      <a:pt x="99" y="128"/>
                    </a:cubicBezTo>
                    <a:lnTo>
                      <a:pt x="100" y="129"/>
                    </a:lnTo>
                    <a:cubicBezTo>
                      <a:pt x="98" y="126"/>
                      <a:pt x="96" y="123"/>
                      <a:pt x="94" y="120"/>
                    </a:cubicBezTo>
                    <a:cubicBezTo>
                      <a:pt x="92" y="117"/>
                      <a:pt x="90" y="114"/>
                      <a:pt x="88" y="112"/>
                    </a:cubicBezTo>
                    <a:cubicBezTo>
                      <a:pt x="86" y="110"/>
                      <a:pt x="84" y="109"/>
                      <a:pt x="82" y="107"/>
                    </a:cubicBezTo>
                    <a:cubicBezTo>
                      <a:pt x="75" y="102"/>
                      <a:pt x="67" y="97"/>
                      <a:pt x="60" y="91"/>
                    </a:cubicBezTo>
                    <a:cubicBezTo>
                      <a:pt x="57" y="89"/>
                      <a:pt x="55" y="87"/>
                      <a:pt x="53" y="84"/>
                    </a:cubicBezTo>
                    <a:cubicBezTo>
                      <a:pt x="51" y="81"/>
                      <a:pt x="51" y="78"/>
                      <a:pt x="51" y="74"/>
                    </a:cubicBezTo>
                    <a:cubicBezTo>
                      <a:pt x="51" y="71"/>
                      <a:pt x="52" y="68"/>
                      <a:pt x="55" y="65"/>
                    </a:cubicBezTo>
                    <a:cubicBezTo>
                      <a:pt x="56" y="63"/>
                      <a:pt x="59" y="60"/>
                      <a:pt x="62" y="58"/>
                    </a:cubicBezTo>
                    <a:cubicBezTo>
                      <a:pt x="64" y="56"/>
                      <a:pt x="66" y="53"/>
                      <a:pt x="68" y="50"/>
                    </a:cubicBezTo>
                    <a:cubicBezTo>
                      <a:pt x="70" y="48"/>
                      <a:pt x="72" y="45"/>
                      <a:pt x="73" y="43"/>
                    </a:cubicBezTo>
                    <a:cubicBezTo>
                      <a:pt x="75" y="40"/>
                      <a:pt x="76" y="38"/>
                      <a:pt x="77" y="35"/>
                    </a:cubicBezTo>
                    <a:cubicBezTo>
                      <a:pt x="78" y="34"/>
                      <a:pt x="79" y="32"/>
                      <a:pt x="79" y="31"/>
                    </a:cubicBezTo>
                    <a:cubicBezTo>
                      <a:pt x="79" y="29"/>
                      <a:pt x="79" y="28"/>
                      <a:pt x="80" y="28"/>
                    </a:cubicBezTo>
                    <a:cubicBezTo>
                      <a:pt x="80" y="28"/>
                      <a:pt x="79" y="28"/>
                      <a:pt x="79" y="29"/>
                    </a:cubicBezTo>
                    <a:cubicBezTo>
                      <a:pt x="79" y="28"/>
                      <a:pt x="80" y="27"/>
                      <a:pt x="80" y="26"/>
                    </a:cubicBezTo>
                    <a:cubicBezTo>
                      <a:pt x="80" y="26"/>
                      <a:pt x="79" y="26"/>
                      <a:pt x="79" y="25"/>
                    </a:cubicBezTo>
                    <a:cubicBezTo>
                      <a:pt x="79" y="24"/>
                      <a:pt x="79" y="24"/>
                      <a:pt x="78" y="24"/>
                    </a:cubicBezTo>
                    <a:lnTo>
                      <a:pt x="77" y="23"/>
                    </a:lnTo>
                    <a:cubicBezTo>
                      <a:pt x="77" y="22"/>
                      <a:pt x="76" y="22"/>
                      <a:pt x="76" y="22"/>
                    </a:cubicBezTo>
                    <a:lnTo>
                      <a:pt x="77" y="22"/>
                    </a:lnTo>
                    <a:lnTo>
                      <a:pt x="76" y="22"/>
                    </a:lnTo>
                    <a:cubicBezTo>
                      <a:pt x="77" y="22"/>
                      <a:pt x="77" y="22"/>
                      <a:pt x="77" y="22"/>
                    </a:cubicBezTo>
                    <a:lnTo>
                      <a:pt x="76" y="22"/>
                    </a:lnTo>
                    <a:cubicBezTo>
                      <a:pt x="76" y="22"/>
                      <a:pt x="75" y="22"/>
                      <a:pt x="74" y="22"/>
                    </a:cubicBezTo>
                    <a:lnTo>
                      <a:pt x="73" y="22"/>
                    </a:lnTo>
                    <a:lnTo>
                      <a:pt x="72" y="22"/>
                    </a:lnTo>
                    <a:cubicBezTo>
                      <a:pt x="69" y="22"/>
                      <a:pt x="67" y="22"/>
                      <a:pt x="65" y="23"/>
                    </a:cubicBezTo>
                    <a:cubicBezTo>
                      <a:pt x="60" y="24"/>
                      <a:pt x="55" y="26"/>
                      <a:pt x="51" y="28"/>
                    </a:cubicBezTo>
                    <a:cubicBezTo>
                      <a:pt x="49" y="28"/>
                      <a:pt x="48" y="29"/>
                      <a:pt x="46" y="30"/>
                    </a:cubicBezTo>
                    <a:cubicBezTo>
                      <a:pt x="45" y="31"/>
                      <a:pt x="44" y="31"/>
                      <a:pt x="43" y="32"/>
                    </a:cubicBezTo>
                    <a:cubicBezTo>
                      <a:pt x="45" y="34"/>
                      <a:pt x="45" y="36"/>
                      <a:pt x="45" y="39"/>
                    </a:cubicBezTo>
                    <a:cubicBezTo>
                      <a:pt x="45" y="45"/>
                      <a:pt x="39" y="50"/>
                      <a:pt x="34" y="49"/>
                    </a:cubicBezTo>
                    <a:cubicBezTo>
                      <a:pt x="28" y="49"/>
                      <a:pt x="23" y="47"/>
                      <a:pt x="20" y="43"/>
                    </a:cubicBezTo>
                    <a:cubicBezTo>
                      <a:pt x="18" y="42"/>
                      <a:pt x="17" y="40"/>
                      <a:pt x="16" y="38"/>
                    </a:cubicBezTo>
                    <a:cubicBezTo>
                      <a:pt x="16" y="35"/>
                      <a:pt x="16" y="33"/>
                      <a:pt x="16" y="31"/>
                    </a:cubicBezTo>
                    <a:cubicBezTo>
                      <a:pt x="17" y="25"/>
                      <a:pt x="22" y="21"/>
                      <a:pt x="25" y="18"/>
                    </a:cubicBezTo>
                    <a:cubicBezTo>
                      <a:pt x="37" y="9"/>
                      <a:pt x="52" y="3"/>
                      <a:pt x="67" y="0"/>
                    </a:cubicBezTo>
                    <a:cubicBezTo>
                      <a:pt x="69" y="0"/>
                      <a:pt x="72" y="0"/>
                      <a:pt x="74" y="0"/>
                    </a:cubicBezTo>
                    <a:cubicBezTo>
                      <a:pt x="77" y="0"/>
                      <a:pt x="80" y="1"/>
                      <a:pt x="83" y="1"/>
                    </a:cubicBezTo>
                    <a:cubicBezTo>
                      <a:pt x="87" y="3"/>
                      <a:pt x="91" y="6"/>
                      <a:pt x="95" y="10"/>
                    </a:cubicBezTo>
                    <a:cubicBezTo>
                      <a:pt x="98" y="13"/>
                      <a:pt x="101" y="18"/>
                      <a:pt x="101" y="24"/>
                    </a:cubicBezTo>
                    <a:cubicBezTo>
                      <a:pt x="101" y="30"/>
                      <a:pt x="99" y="36"/>
                      <a:pt x="97" y="43"/>
                    </a:cubicBezTo>
                    <a:cubicBezTo>
                      <a:pt x="95" y="48"/>
                      <a:pt x="92" y="53"/>
                      <a:pt x="89" y="58"/>
                    </a:cubicBezTo>
                    <a:cubicBezTo>
                      <a:pt x="88" y="60"/>
                      <a:pt x="87" y="61"/>
                      <a:pt x="85" y="64"/>
                    </a:cubicBezTo>
                    <a:cubicBezTo>
                      <a:pt x="84" y="66"/>
                      <a:pt x="82" y="68"/>
                      <a:pt x="80" y="70"/>
                    </a:cubicBezTo>
                    <a:cubicBezTo>
                      <a:pt x="79" y="71"/>
                      <a:pt x="77" y="74"/>
                      <a:pt x="75" y="75"/>
                    </a:cubicBezTo>
                    <a:cubicBezTo>
                      <a:pt x="80" y="79"/>
                      <a:pt x="84" y="82"/>
                      <a:pt x="90" y="86"/>
                    </a:cubicBezTo>
                    <a:cubicBezTo>
                      <a:pt x="93" y="89"/>
                      <a:pt x="97" y="91"/>
                      <a:pt x="99" y="94"/>
                    </a:cubicBezTo>
                    <a:cubicBezTo>
                      <a:pt x="104" y="99"/>
                      <a:pt x="108" y="103"/>
                      <a:pt x="112" y="109"/>
                    </a:cubicBezTo>
                    <a:cubicBezTo>
                      <a:pt x="120" y="119"/>
                      <a:pt x="125" y="131"/>
                      <a:pt x="126" y="143"/>
                    </a:cubicBezTo>
                    <a:cubicBezTo>
                      <a:pt x="126" y="150"/>
                      <a:pt x="125" y="157"/>
                      <a:pt x="122" y="163"/>
                    </a:cubicBezTo>
                    <a:cubicBezTo>
                      <a:pt x="120" y="169"/>
                      <a:pt x="118" y="174"/>
                      <a:pt x="113" y="179"/>
                    </a:cubicBezTo>
                    <a:cubicBezTo>
                      <a:pt x="110" y="183"/>
                      <a:pt x="105" y="186"/>
                      <a:pt x="101" y="188"/>
                    </a:cubicBezTo>
                    <a:cubicBezTo>
                      <a:pt x="94" y="192"/>
                      <a:pt x="87" y="194"/>
                      <a:pt x="81" y="197"/>
                    </a:cubicBezTo>
                    <a:cubicBezTo>
                      <a:pt x="70" y="199"/>
                      <a:pt x="59" y="201"/>
                      <a:pt x="49" y="201"/>
                    </a:cubicBezTo>
                    <a:cubicBezTo>
                      <a:pt x="44" y="202"/>
                      <a:pt x="39" y="202"/>
                      <a:pt x="34" y="203"/>
                    </a:cubicBezTo>
                    <a:cubicBezTo>
                      <a:pt x="32" y="203"/>
                      <a:pt x="29" y="203"/>
                      <a:pt x="26" y="203"/>
                    </a:cubicBezTo>
                    <a:cubicBezTo>
                      <a:pt x="25" y="203"/>
                      <a:pt x="24" y="203"/>
                      <a:pt x="24" y="203"/>
                    </a:cubicBezTo>
                    <a:cubicBezTo>
                      <a:pt x="22" y="203"/>
                      <a:pt x="20" y="203"/>
                      <a:pt x="18" y="20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5" name="Google Shape;1635;p17"/>
              <p:cNvSpPr/>
              <p:nvPr/>
            </p:nvSpPr>
            <p:spPr>
              <a:xfrm>
                <a:off x="4181760" y="941040"/>
                <a:ext cx="33120" cy="70560"/>
              </a:xfrm>
              <a:custGeom>
                <a:avLst/>
                <a:gdLst/>
                <a:ahLst/>
                <a:cxnLst/>
                <a:rect l="l" t="t" r="r" b="b"/>
                <a:pathLst>
                  <a:path w="92" h="196" extrusionOk="0">
                    <a:moveTo>
                      <a:pt x="30" y="194"/>
                    </a:moveTo>
                    <a:cubicBezTo>
                      <a:pt x="27" y="194"/>
                      <a:pt x="24" y="193"/>
                      <a:pt x="21" y="193"/>
                    </a:cubicBezTo>
                    <a:cubicBezTo>
                      <a:pt x="19" y="192"/>
                      <a:pt x="18" y="192"/>
                      <a:pt x="16" y="191"/>
                    </a:cubicBezTo>
                    <a:cubicBezTo>
                      <a:pt x="13" y="191"/>
                      <a:pt x="10" y="189"/>
                      <a:pt x="8" y="188"/>
                    </a:cubicBezTo>
                    <a:cubicBezTo>
                      <a:pt x="2" y="185"/>
                      <a:pt x="0" y="178"/>
                      <a:pt x="3" y="172"/>
                    </a:cubicBezTo>
                    <a:cubicBezTo>
                      <a:pt x="5" y="167"/>
                      <a:pt x="12" y="164"/>
                      <a:pt x="18" y="167"/>
                    </a:cubicBezTo>
                    <a:cubicBezTo>
                      <a:pt x="19" y="168"/>
                      <a:pt x="20" y="168"/>
                      <a:pt x="21" y="168"/>
                    </a:cubicBezTo>
                    <a:cubicBezTo>
                      <a:pt x="22" y="169"/>
                      <a:pt x="23" y="169"/>
                      <a:pt x="24" y="170"/>
                    </a:cubicBezTo>
                    <a:cubicBezTo>
                      <a:pt x="28" y="171"/>
                      <a:pt x="33" y="172"/>
                      <a:pt x="37" y="172"/>
                    </a:cubicBezTo>
                    <a:cubicBezTo>
                      <a:pt x="39" y="172"/>
                      <a:pt x="41" y="172"/>
                      <a:pt x="43" y="172"/>
                    </a:cubicBezTo>
                    <a:cubicBezTo>
                      <a:pt x="45" y="172"/>
                      <a:pt x="47" y="172"/>
                      <a:pt x="50" y="172"/>
                    </a:cubicBezTo>
                    <a:cubicBezTo>
                      <a:pt x="51" y="172"/>
                      <a:pt x="53" y="172"/>
                      <a:pt x="55" y="171"/>
                    </a:cubicBezTo>
                    <a:cubicBezTo>
                      <a:pt x="56" y="171"/>
                      <a:pt x="57" y="171"/>
                      <a:pt x="58" y="171"/>
                    </a:cubicBezTo>
                    <a:cubicBezTo>
                      <a:pt x="58" y="170"/>
                      <a:pt x="59" y="170"/>
                      <a:pt x="60" y="170"/>
                    </a:cubicBezTo>
                    <a:cubicBezTo>
                      <a:pt x="60" y="169"/>
                      <a:pt x="61" y="169"/>
                      <a:pt x="61" y="168"/>
                    </a:cubicBezTo>
                    <a:cubicBezTo>
                      <a:pt x="62" y="168"/>
                      <a:pt x="63" y="168"/>
                      <a:pt x="63" y="167"/>
                    </a:cubicBezTo>
                    <a:cubicBezTo>
                      <a:pt x="63" y="167"/>
                      <a:pt x="64" y="166"/>
                      <a:pt x="64" y="165"/>
                    </a:cubicBezTo>
                    <a:cubicBezTo>
                      <a:pt x="65" y="165"/>
                      <a:pt x="65" y="165"/>
                      <a:pt x="65" y="164"/>
                    </a:cubicBezTo>
                    <a:lnTo>
                      <a:pt x="66" y="163"/>
                    </a:lnTo>
                    <a:cubicBezTo>
                      <a:pt x="67" y="162"/>
                      <a:pt x="67" y="161"/>
                      <a:pt x="67" y="160"/>
                    </a:cubicBezTo>
                    <a:cubicBezTo>
                      <a:pt x="67" y="159"/>
                      <a:pt x="68" y="158"/>
                      <a:pt x="68" y="157"/>
                    </a:cubicBezTo>
                    <a:cubicBezTo>
                      <a:pt x="68" y="154"/>
                      <a:pt x="68" y="153"/>
                      <a:pt x="68" y="150"/>
                    </a:cubicBezTo>
                    <a:cubicBezTo>
                      <a:pt x="68" y="143"/>
                      <a:pt x="67" y="136"/>
                      <a:pt x="66" y="129"/>
                    </a:cubicBezTo>
                    <a:cubicBezTo>
                      <a:pt x="65" y="123"/>
                      <a:pt x="64" y="119"/>
                      <a:pt x="63" y="114"/>
                    </a:cubicBezTo>
                    <a:cubicBezTo>
                      <a:pt x="62" y="110"/>
                      <a:pt x="61" y="107"/>
                      <a:pt x="60" y="103"/>
                    </a:cubicBezTo>
                    <a:cubicBezTo>
                      <a:pt x="58" y="100"/>
                      <a:pt x="57" y="98"/>
                      <a:pt x="56" y="95"/>
                    </a:cubicBezTo>
                    <a:cubicBezTo>
                      <a:pt x="54" y="93"/>
                      <a:pt x="53" y="91"/>
                      <a:pt x="52" y="89"/>
                    </a:cubicBezTo>
                    <a:cubicBezTo>
                      <a:pt x="51" y="88"/>
                      <a:pt x="50" y="86"/>
                      <a:pt x="48" y="85"/>
                    </a:cubicBezTo>
                    <a:cubicBezTo>
                      <a:pt x="47" y="84"/>
                      <a:pt x="46" y="83"/>
                      <a:pt x="45" y="82"/>
                    </a:cubicBezTo>
                    <a:cubicBezTo>
                      <a:pt x="44" y="82"/>
                      <a:pt x="43" y="80"/>
                      <a:pt x="42" y="80"/>
                    </a:cubicBezTo>
                    <a:cubicBezTo>
                      <a:pt x="41" y="79"/>
                      <a:pt x="40" y="79"/>
                      <a:pt x="40" y="79"/>
                    </a:cubicBezTo>
                    <a:cubicBezTo>
                      <a:pt x="39" y="79"/>
                      <a:pt x="37" y="78"/>
                      <a:pt x="36" y="77"/>
                    </a:cubicBezTo>
                    <a:lnTo>
                      <a:pt x="35" y="77"/>
                    </a:lnTo>
                    <a:cubicBezTo>
                      <a:pt x="33" y="77"/>
                      <a:pt x="32" y="77"/>
                      <a:pt x="31" y="77"/>
                    </a:cubicBezTo>
                    <a:cubicBezTo>
                      <a:pt x="32" y="77"/>
                      <a:pt x="32" y="77"/>
                      <a:pt x="33" y="77"/>
                    </a:cubicBezTo>
                    <a:cubicBezTo>
                      <a:pt x="32" y="77"/>
                      <a:pt x="30" y="77"/>
                      <a:pt x="29" y="77"/>
                    </a:cubicBezTo>
                    <a:cubicBezTo>
                      <a:pt x="30" y="77"/>
                      <a:pt x="30" y="77"/>
                      <a:pt x="30" y="77"/>
                    </a:cubicBezTo>
                    <a:cubicBezTo>
                      <a:pt x="30" y="77"/>
                      <a:pt x="29" y="77"/>
                      <a:pt x="28" y="77"/>
                    </a:cubicBezTo>
                    <a:cubicBezTo>
                      <a:pt x="27" y="77"/>
                      <a:pt x="27" y="77"/>
                      <a:pt x="26" y="78"/>
                    </a:cubicBezTo>
                    <a:cubicBezTo>
                      <a:pt x="25" y="80"/>
                      <a:pt x="22" y="82"/>
                      <a:pt x="20" y="83"/>
                    </a:cubicBezTo>
                    <a:cubicBezTo>
                      <a:pt x="14" y="86"/>
                      <a:pt x="8" y="83"/>
                      <a:pt x="5" y="77"/>
                    </a:cubicBezTo>
                    <a:cubicBezTo>
                      <a:pt x="3" y="73"/>
                      <a:pt x="4" y="69"/>
                      <a:pt x="5" y="66"/>
                    </a:cubicBezTo>
                    <a:cubicBezTo>
                      <a:pt x="7" y="64"/>
                      <a:pt x="9" y="62"/>
                      <a:pt x="11" y="61"/>
                    </a:cubicBezTo>
                    <a:cubicBezTo>
                      <a:pt x="12" y="60"/>
                      <a:pt x="12" y="59"/>
                      <a:pt x="13" y="58"/>
                    </a:cubicBezTo>
                    <a:cubicBezTo>
                      <a:pt x="14" y="57"/>
                      <a:pt x="14" y="56"/>
                      <a:pt x="15" y="55"/>
                    </a:cubicBezTo>
                    <a:lnTo>
                      <a:pt x="14" y="56"/>
                    </a:lnTo>
                    <a:cubicBezTo>
                      <a:pt x="17" y="52"/>
                      <a:pt x="18" y="48"/>
                      <a:pt x="20" y="44"/>
                    </a:cubicBezTo>
                    <a:cubicBezTo>
                      <a:pt x="22" y="40"/>
                      <a:pt x="24" y="35"/>
                      <a:pt x="25" y="30"/>
                    </a:cubicBezTo>
                    <a:cubicBezTo>
                      <a:pt x="26" y="27"/>
                      <a:pt x="27" y="23"/>
                      <a:pt x="28" y="20"/>
                    </a:cubicBezTo>
                    <a:cubicBezTo>
                      <a:pt x="29" y="15"/>
                      <a:pt x="30" y="9"/>
                      <a:pt x="32" y="5"/>
                    </a:cubicBezTo>
                    <a:cubicBezTo>
                      <a:pt x="35" y="2"/>
                      <a:pt x="39" y="0"/>
                      <a:pt x="42" y="1"/>
                    </a:cubicBezTo>
                    <a:cubicBezTo>
                      <a:pt x="47" y="1"/>
                      <a:pt x="50" y="3"/>
                      <a:pt x="51" y="8"/>
                    </a:cubicBezTo>
                    <a:cubicBezTo>
                      <a:pt x="52" y="8"/>
                      <a:pt x="52" y="9"/>
                      <a:pt x="52" y="10"/>
                    </a:cubicBezTo>
                    <a:cubicBezTo>
                      <a:pt x="52" y="9"/>
                      <a:pt x="52" y="9"/>
                      <a:pt x="52" y="9"/>
                    </a:cubicBezTo>
                    <a:cubicBezTo>
                      <a:pt x="53" y="12"/>
                      <a:pt x="52" y="16"/>
                      <a:pt x="51" y="18"/>
                    </a:cubicBezTo>
                    <a:cubicBezTo>
                      <a:pt x="50" y="18"/>
                      <a:pt x="50" y="19"/>
                      <a:pt x="50" y="19"/>
                    </a:cubicBezTo>
                    <a:cubicBezTo>
                      <a:pt x="48" y="29"/>
                      <a:pt x="46" y="39"/>
                      <a:pt x="42" y="48"/>
                    </a:cubicBezTo>
                    <a:cubicBezTo>
                      <a:pt x="41" y="51"/>
                      <a:pt x="40" y="53"/>
                      <a:pt x="39" y="56"/>
                    </a:cubicBezTo>
                    <a:cubicBezTo>
                      <a:pt x="51" y="58"/>
                      <a:pt x="61" y="66"/>
                      <a:pt x="69" y="76"/>
                    </a:cubicBezTo>
                    <a:cubicBezTo>
                      <a:pt x="78" y="87"/>
                      <a:pt x="83" y="101"/>
                      <a:pt x="86" y="116"/>
                    </a:cubicBezTo>
                    <a:cubicBezTo>
                      <a:pt x="88" y="123"/>
                      <a:pt x="89" y="130"/>
                      <a:pt x="89" y="137"/>
                    </a:cubicBezTo>
                    <a:cubicBezTo>
                      <a:pt x="90" y="147"/>
                      <a:pt x="91" y="158"/>
                      <a:pt x="88" y="168"/>
                    </a:cubicBezTo>
                    <a:cubicBezTo>
                      <a:pt x="86" y="174"/>
                      <a:pt x="83" y="178"/>
                      <a:pt x="79" y="183"/>
                    </a:cubicBezTo>
                    <a:cubicBezTo>
                      <a:pt x="74" y="188"/>
                      <a:pt x="68" y="191"/>
                      <a:pt x="61" y="193"/>
                    </a:cubicBezTo>
                    <a:cubicBezTo>
                      <a:pt x="56" y="195"/>
                      <a:pt x="50" y="195"/>
                      <a:pt x="44" y="195"/>
                    </a:cubicBezTo>
                    <a:cubicBezTo>
                      <a:pt x="39" y="195"/>
                      <a:pt x="35" y="195"/>
                      <a:pt x="30" y="1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6" name="Google Shape;1636;p17"/>
              <p:cNvSpPr/>
              <p:nvPr/>
            </p:nvSpPr>
            <p:spPr>
              <a:xfrm>
                <a:off x="4196520" y="928080"/>
                <a:ext cx="59400" cy="32400"/>
              </a:xfrm>
              <a:custGeom>
                <a:avLst/>
                <a:gdLst/>
                <a:ahLst/>
                <a:cxnLst/>
                <a:rect l="l" t="t" r="r" b="b"/>
                <a:pathLst>
                  <a:path w="165" h="90" extrusionOk="0">
                    <a:moveTo>
                      <a:pt x="0" y="79"/>
                    </a:moveTo>
                    <a:cubicBezTo>
                      <a:pt x="0" y="77"/>
                      <a:pt x="0" y="76"/>
                      <a:pt x="0" y="74"/>
                    </a:cubicBezTo>
                    <a:cubicBezTo>
                      <a:pt x="0" y="72"/>
                      <a:pt x="0" y="69"/>
                      <a:pt x="0" y="66"/>
                    </a:cubicBezTo>
                    <a:cubicBezTo>
                      <a:pt x="2" y="60"/>
                      <a:pt x="4" y="55"/>
                      <a:pt x="8" y="50"/>
                    </a:cubicBezTo>
                    <a:cubicBezTo>
                      <a:pt x="17" y="39"/>
                      <a:pt x="29" y="32"/>
                      <a:pt x="41" y="27"/>
                    </a:cubicBezTo>
                    <a:cubicBezTo>
                      <a:pt x="50" y="24"/>
                      <a:pt x="59" y="21"/>
                      <a:pt x="67" y="18"/>
                    </a:cubicBezTo>
                    <a:cubicBezTo>
                      <a:pt x="73" y="17"/>
                      <a:pt x="78" y="16"/>
                      <a:pt x="83" y="14"/>
                    </a:cubicBezTo>
                    <a:cubicBezTo>
                      <a:pt x="105" y="9"/>
                      <a:pt x="129" y="5"/>
                      <a:pt x="151" y="2"/>
                    </a:cubicBezTo>
                    <a:cubicBezTo>
                      <a:pt x="157" y="0"/>
                      <a:pt x="162" y="4"/>
                      <a:pt x="163" y="9"/>
                    </a:cubicBezTo>
                    <a:cubicBezTo>
                      <a:pt x="164" y="14"/>
                      <a:pt x="161" y="20"/>
                      <a:pt x="155" y="21"/>
                    </a:cubicBezTo>
                    <a:cubicBezTo>
                      <a:pt x="142" y="23"/>
                      <a:pt x="129" y="25"/>
                      <a:pt x="116" y="28"/>
                    </a:cubicBezTo>
                    <a:cubicBezTo>
                      <a:pt x="104" y="31"/>
                      <a:pt x="93" y="33"/>
                      <a:pt x="82" y="36"/>
                    </a:cubicBezTo>
                    <a:cubicBezTo>
                      <a:pt x="73" y="39"/>
                      <a:pt x="63" y="42"/>
                      <a:pt x="54" y="45"/>
                    </a:cubicBezTo>
                    <a:lnTo>
                      <a:pt x="55" y="45"/>
                    </a:lnTo>
                    <a:cubicBezTo>
                      <a:pt x="54" y="45"/>
                      <a:pt x="54" y="45"/>
                      <a:pt x="54" y="45"/>
                    </a:cubicBezTo>
                    <a:cubicBezTo>
                      <a:pt x="53" y="45"/>
                      <a:pt x="53" y="45"/>
                      <a:pt x="53" y="45"/>
                    </a:cubicBezTo>
                    <a:cubicBezTo>
                      <a:pt x="49" y="47"/>
                      <a:pt x="45" y="49"/>
                      <a:pt x="40" y="52"/>
                    </a:cubicBezTo>
                    <a:cubicBezTo>
                      <a:pt x="37" y="53"/>
                      <a:pt x="34" y="55"/>
                      <a:pt x="31" y="58"/>
                    </a:cubicBezTo>
                    <a:cubicBezTo>
                      <a:pt x="30" y="59"/>
                      <a:pt x="29" y="59"/>
                      <a:pt x="28" y="60"/>
                    </a:cubicBezTo>
                    <a:cubicBezTo>
                      <a:pt x="27" y="62"/>
                      <a:pt x="26" y="63"/>
                      <a:pt x="25" y="63"/>
                    </a:cubicBezTo>
                    <a:cubicBezTo>
                      <a:pt x="24" y="65"/>
                      <a:pt x="24" y="66"/>
                      <a:pt x="23" y="67"/>
                    </a:cubicBezTo>
                    <a:lnTo>
                      <a:pt x="22" y="68"/>
                    </a:lnTo>
                    <a:lnTo>
                      <a:pt x="22" y="69"/>
                    </a:lnTo>
                    <a:cubicBezTo>
                      <a:pt x="21" y="70"/>
                      <a:pt x="21" y="70"/>
                      <a:pt x="21" y="71"/>
                    </a:cubicBezTo>
                    <a:cubicBezTo>
                      <a:pt x="21" y="73"/>
                      <a:pt x="22" y="75"/>
                      <a:pt x="22" y="77"/>
                    </a:cubicBezTo>
                    <a:cubicBezTo>
                      <a:pt x="23" y="83"/>
                      <a:pt x="17" y="88"/>
                      <a:pt x="11" y="89"/>
                    </a:cubicBezTo>
                    <a:cubicBezTo>
                      <a:pt x="6" y="89"/>
                      <a:pt x="0" y="84"/>
                      <a:pt x="0" y="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7" name="Google Shape;1637;p17"/>
              <p:cNvSpPr/>
              <p:nvPr/>
            </p:nvSpPr>
            <p:spPr>
              <a:xfrm>
                <a:off x="4221720" y="681120"/>
                <a:ext cx="39600" cy="51120"/>
              </a:xfrm>
              <a:custGeom>
                <a:avLst/>
                <a:gdLst/>
                <a:ahLst/>
                <a:cxnLst/>
                <a:rect l="l" t="t" r="r" b="b"/>
                <a:pathLst>
                  <a:path w="110" h="142" extrusionOk="0">
                    <a:moveTo>
                      <a:pt x="89" y="136"/>
                    </a:moveTo>
                    <a:cubicBezTo>
                      <a:pt x="82" y="125"/>
                      <a:pt x="75" y="114"/>
                      <a:pt x="67" y="104"/>
                    </a:cubicBezTo>
                    <a:cubicBezTo>
                      <a:pt x="63" y="99"/>
                      <a:pt x="59" y="93"/>
                      <a:pt x="54" y="88"/>
                    </a:cubicBezTo>
                    <a:cubicBezTo>
                      <a:pt x="49" y="82"/>
                      <a:pt x="45" y="76"/>
                      <a:pt x="41" y="71"/>
                    </a:cubicBezTo>
                    <a:cubicBezTo>
                      <a:pt x="35" y="65"/>
                      <a:pt x="29" y="59"/>
                      <a:pt x="24" y="53"/>
                    </a:cubicBezTo>
                    <a:cubicBezTo>
                      <a:pt x="20" y="47"/>
                      <a:pt x="15" y="41"/>
                      <a:pt x="11" y="35"/>
                    </a:cubicBezTo>
                    <a:cubicBezTo>
                      <a:pt x="8" y="32"/>
                      <a:pt x="6" y="27"/>
                      <a:pt x="3" y="23"/>
                    </a:cubicBezTo>
                    <a:cubicBezTo>
                      <a:pt x="1" y="20"/>
                      <a:pt x="0" y="16"/>
                      <a:pt x="0" y="12"/>
                    </a:cubicBezTo>
                    <a:cubicBezTo>
                      <a:pt x="0" y="9"/>
                      <a:pt x="0" y="6"/>
                      <a:pt x="3" y="4"/>
                    </a:cubicBezTo>
                    <a:cubicBezTo>
                      <a:pt x="5" y="1"/>
                      <a:pt x="8" y="0"/>
                      <a:pt x="11" y="0"/>
                    </a:cubicBezTo>
                    <a:cubicBezTo>
                      <a:pt x="15" y="0"/>
                      <a:pt x="18" y="2"/>
                      <a:pt x="22" y="5"/>
                    </a:cubicBezTo>
                    <a:cubicBezTo>
                      <a:pt x="27" y="8"/>
                      <a:pt x="28" y="14"/>
                      <a:pt x="25" y="19"/>
                    </a:cubicBezTo>
                    <a:cubicBezTo>
                      <a:pt x="28" y="22"/>
                      <a:pt x="30" y="26"/>
                      <a:pt x="32" y="29"/>
                    </a:cubicBezTo>
                    <a:cubicBezTo>
                      <a:pt x="45" y="45"/>
                      <a:pt x="59" y="61"/>
                      <a:pt x="71" y="76"/>
                    </a:cubicBezTo>
                    <a:cubicBezTo>
                      <a:pt x="84" y="92"/>
                      <a:pt x="96" y="107"/>
                      <a:pt x="106" y="124"/>
                    </a:cubicBezTo>
                    <a:cubicBezTo>
                      <a:pt x="109" y="129"/>
                      <a:pt x="108" y="136"/>
                      <a:pt x="103" y="139"/>
                    </a:cubicBezTo>
                    <a:cubicBezTo>
                      <a:pt x="102" y="140"/>
                      <a:pt x="99" y="141"/>
                      <a:pt x="98" y="141"/>
                    </a:cubicBezTo>
                    <a:cubicBezTo>
                      <a:pt x="94" y="141"/>
                      <a:pt x="91" y="139"/>
                      <a:pt x="89" y="1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8" name="Google Shape;1638;p17"/>
              <p:cNvSpPr/>
              <p:nvPr/>
            </p:nvSpPr>
            <p:spPr>
              <a:xfrm>
                <a:off x="4224240" y="676440"/>
                <a:ext cx="43920" cy="6516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181" extrusionOk="0">
                    <a:moveTo>
                      <a:pt x="6" y="179"/>
                    </a:moveTo>
                    <a:cubicBezTo>
                      <a:pt x="1" y="175"/>
                      <a:pt x="0" y="169"/>
                      <a:pt x="3" y="163"/>
                    </a:cubicBezTo>
                    <a:cubicBezTo>
                      <a:pt x="10" y="152"/>
                      <a:pt x="18" y="140"/>
                      <a:pt x="25" y="129"/>
                    </a:cubicBezTo>
                    <a:lnTo>
                      <a:pt x="24" y="130"/>
                    </a:lnTo>
                    <a:cubicBezTo>
                      <a:pt x="27" y="126"/>
                      <a:pt x="29" y="121"/>
                      <a:pt x="32" y="116"/>
                    </a:cubicBezTo>
                    <a:cubicBezTo>
                      <a:pt x="44" y="97"/>
                      <a:pt x="55" y="77"/>
                      <a:pt x="66" y="57"/>
                    </a:cubicBezTo>
                    <a:cubicBezTo>
                      <a:pt x="70" y="48"/>
                      <a:pt x="75" y="39"/>
                      <a:pt x="80" y="30"/>
                    </a:cubicBezTo>
                    <a:cubicBezTo>
                      <a:pt x="83" y="25"/>
                      <a:pt x="86" y="21"/>
                      <a:pt x="89" y="17"/>
                    </a:cubicBezTo>
                    <a:cubicBezTo>
                      <a:pt x="94" y="10"/>
                      <a:pt x="101" y="0"/>
                      <a:pt x="111" y="3"/>
                    </a:cubicBezTo>
                    <a:cubicBezTo>
                      <a:pt x="117" y="4"/>
                      <a:pt x="121" y="11"/>
                      <a:pt x="119" y="17"/>
                    </a:cubicBezTo>
                    <a:cubicBezTo>
                      <a:pt x="117" y="21"/>
                      <a:pt x="114" y="24"/>
                      <a:pt x="110" y="24"/>
                    </a:cubicBezTo>
                    <a:cubicBezTo>
                      <a:pt x="109" y="25"/>
                      <a:pt x="108" y="27"/>
                      <a:pt x="108" y="27"/>
                    </a:cubicBezTo>
                    <a:cubicBezTo>
                      <a:pt x="106" y="29"/>
                      <a:pt x="104" y="32"/>
                      <a:pt x="103" y="34"/>
                    </a:cubicBezTo>
                    <a:cubicBezTo>
                      <a:pt x="101" y="38"/>
                      <a:pt x="98" y="41"/>
                      <a:pt x="96" y="44"/>
                    </a:cubicBezTo>
                    <a:cubicBezTo>
                      <a:pt x="92" y="52"/>
                      <a:pt x="88" y="59"/>
                      <a:pt x="84" y="66"/>
                    </a:cubicBezTo>
                    <a:cubicBezTo>
                      <a:pt x="80" y="75"/>
                      <a:pt x="74" y="85"/>
                      <a:pt x="69" y="94"/>
                    </a:cubicBezTo>
                    <a:cubicBezTo>
                      <a:pt x="60" y="110"/>
                      <a:pt x="50" y="126"/>
                      <a:pt x="41" y="142"/>
                    </a:cubicBezTo>
                    <a:cubicBezTo>
                      <a:pt x="40" y="144"/>
                      <a:pt x="38" y="147"/>
                      <a:pt x="37" y="149"/>
                    </a:cubicBezTo>
                    <a:lnTo>
                      <a:pt x="37" y="148"/>
                    </a:lnTo>
                    <a:cubicBezTo>
                      <a:pt x="37" y="149"/>
                      <a:pt x="36" y="149"/>
                      <a:pt x="36" y="150"/>
                    </a:cubicBezTo>
                    <a:lnTo>
                      <a:pt x="36" y="149"/>
                    </a:lnTo>
                    <a:cubicBezTo>
                      <a:pt x="31" y="158"/>
                      <a:pt x="26" y="167"/>
                      <a:pt x="21" y="176"/>
                    </a:cubicBezTo>
                    <a:cubicBezTo>
                      <a:pt x="19" y="179"/>
                      <a:pt x="15" y="180"/>
                      <a:pt x="12" y="180"/>
                    </a:cubicBezTo>
                    <a:cubicBezTo>
                      <a:pt x="10" y="180"/>
                      <a:pt x="8" y="180"/>
                      <a:pt x="6" y="1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9" name="Google Shape;1639;p17"/>
              <p:cNvSpPr/>
              <p:nvPr/>
            </p:nvSpPr>
            <p:spPr>
              <a:xfrm>
                <a:off x="4281480" y="690120"/>
                <a:ext cx="2736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76" h="33" extrusionOk="0">
                    <a:moveTo>
                      <a:pt x="13" y="31"/>
                    </a:moveTo>
                    <a:cubicBezTo>
                      <a:pt x="8" y="30"/>
                      <a:pt x="4" y="28"/>
                      <a:pt x="2" y="23"/>
                    </a:cubicBezTo>
                    <a:cubicBezTo>
                      <a:pt x="0" y="18"/>
                      <a:pt x="2" y="13"/>
                      <a:pt x="4" y="9"/>
                    </a:cubicBezTo>
                    <a:cubicBezTo>
                      <a:pt x="7" y="7"/>
                      <a:pt x="10" y="6"/>
                      <a:pt x="14" y="5"/>
                    </a:cubicBezTo>
                    <a:lnTo>
                      <a:pt x="13" y="5"/>
                    </a:lnTo>
                    <a:cubicBezTo>
                      <a:pt x="16" y="4"/>
                      <a:pt x="18" y="3"/>
                      <a:pt x="20" y="2"/>
                    </a:cubicBezTo>
                    <a:cubicBezTo>
                      <a:pt x="25" y="0"/>
                      <a:pt x="32" y="1"/>
                      <a:pt x="34" y="7"/>
                    </a:cubicBezTo>
                    <a:cubicBezTo>
                      <a:pt x="35" y="8"/>
                      <a:pt x="35" y="9"/>
                      <a:pt x="35" y="11"/>
                    </a:cubicBezTo>
                    <a:cubicBezTo>
                      <a:pt x="45" y="11"/>
                      <a:pt x="54" y="9"/>
                      <a:pt x="63" y="9"/>
                    </a:cubicBezTo>
                    <a:cubicBezTo>
                      <a:pt x="69" y="9"/>
                      <a:pt x="74" y="13"/>
                      <a:pt x="75" y="19"/>
                    </a:cubicBezTo>
                    <a:cubicBezTo>
                      <a:pt x="75" y="25"/>
                      <a:pt x="71" y="30"/>
                      <a:pt x="65" y="30"/>
                    </a:cubicBezTo>
                    <a:cubicBezTo>
                      <a:pt x="53" y="31"/>
                      <a:pt x="42" y="32"/>
                      <a:pt x="30" y="32"/>
                    </a:cubicBezTo>
                    <a:cubicBezTo>
                      <a:pt x="29" y="32"/>
                      <a:pt x="28" y="32"/>
                      <a:pt x="27" y="32"/>
                    </a:cubicBezTo>
                    <a:cubicBezTo>
                      <a:pt x="22" y="32"/>
                      <a:pt x="17" y="32"/>
                      <a:pt x="13" y="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0" name="Google Shape;1640;p17"/>
              <p:cNvSpPr/>
              <p:nvPr/>
            </p:nvSpPr>
            <p:spPr>
              <a:xfrm>
                <a:off x="4272840" y="708480"/>
                <a:ext cx="48240" cy="1620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45" extrusionOk="0">
                    <a:moveTo>
                      <a:pt x="7" y="42"/>
                    </a:moveTo>
                    <a:cubicBezTo>
                      <a:pt x="3" y="41"/>
                      <a:pt x="0" y="36"/>
                      <a:pt x="0" y="32"/>
                    </a:cubicBezTo>
                    <a:cubicBezTo>
                      <a:pt x="2" y="25"/>
                      <a:pt x="7" y="20"/>
                      <a:pt x="14" y="22"/>
                    </a:cubicBezTo>
                    <a:lnTo>
                      <a:pt x="15" y="22"/>
                    </a:lnTo>
                    <a:cubicBezTo>
                      <a:pt x="16" y="22"/>
                      <a:pt x="17" y="22"/>
                      <a:pt x="19" y="22"/>
                    </a:cubicBezTo>
                    <a:cubicBezTo>
                      <a:pt x="27" y="21"/>
                      <a:pt x="36" y="19"/>
                      <a:pt x="44" y="17"/>
                    </a:cubicBezTo>
                    <a:cubicBezTo>
                      <a:pt x="53" y="16"/>
                      <a:pt x="62" y="14"/>
                      <a:pt x="70" y="12"/>
                    </a:cubicBezTo>
                    <a:cubicBezTo>
                      <a:pt x="87" y="9"/>
                      <a:pt x="104" y="5"/>
                      <a:pt x="121" y="2"/>
                    </a:cubicBezTo>
                    <a:cubicBezTo>
                      <a:pt x="126" y="0"/>
                      <a:pt x="132" y="4"/>
                      <a:pt x="132" y="9"/>
                    </a:cubicBezTo>
                    <a:cubicBezTo>
                      <a:pt x="133" y="14"/>
                      <a:pt x="130" y="20"/>
                      <a:pt x="125" y="21"/>
                    </a:cubicBezTo>
                    <a:cubicBezTo>
                      <a:pt x="105" y="25"/>
                      <a:pt x="85" y="30"/>
                      <a:pt x="65" y="34"/>
                    </a:cubicBezTo>
                    <a:cubicBezTo>
                      <a:pt x="57" y="37"/>
                      <a:pt x="49" y="38"/>
                      <a:pt x="41" y="39"/>
                    </a:cubicBezTo>
                    <a:cubicBezTo>
                      <a:pt x="34" y="41"/>
                      <a:pt x="27" y="43"/>
                      <a:pt x="20" y="44"/>
                    </a:cubicBezTo>
                    <a:cubicBezTo>
                      <a:pt x="18" y="44"/>
                      <a:pt x="16" y="44"/>
                      <a:pt x="14" y="44"/>
                    </a:cubicBezTo>
                    <a:cubicBezTo>
                      <a:pt x="12" y="44"/>
                      <a:pt x="9" y="44"/>
                      <a:pt x="7" y="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1" name="Google Shape;1641;p17"/>
              <p:cNvSpPr/>
              <p:nvPr/>
            </p:nvSpPr>
            <p:spPr>
              <a:xfrm>
                <a:off x="4314240" y="670320"/>
                <a:ext cx="58320" cy="86760"/>
              </a:xfrm>
              <a:custGeom>
                <a:avLst/>
                <a:gdLst/>
                <a:ahLst/>
                <a:cxnLst/>
                <a:rect l="l" t="t" r="r" b="b"/>
                <a:pathLst>
                  <a:path w="162" h="241" extrusionOk="0">
                    <a:moveTo>
                      <a:pt x="13" y="240"/>
                    </a:moveTo>
                    <a:cubicBezTo>
                      <a:pt x="10" y="240"/>
                      <a:pt x="7" y="239"/>
                      <a:pt x="5" y="236"/>
                    </a:cubicBezTo>
                    <a:cubicBezTo>
                      <a:pt x="2" y="231"/>
                      <a:pt x="0" y="226"/>
                      <a:pt x="1" y="220"/>
                    </a:cubicBezTo>
                    <a:cubicBezTo>
                      <a:pt x="2" y="213"/>
                      <a:pt x="6" y="207"/>
                      <a:pt x="9" y="201"/>
                    </a:cubicBezTo>
                    <a:cubicBezTo>
                      <a:pt x="16" y="192"/>
                      <a:pt x="24" y="184"/>
                      <a:pt x="34" y="178"/>
                    </a:cubicBezTo>
                    <a:cubicBezTo>
                      <a:pt x="42" y="173"/>
                      <a:pt x="53" y="169"/>
                      <a:pt x="63" y="169"/>
                    </a:cubicBezTo>
                    <a:cubicBezTo>
                      <a:pt x="66" y="167"/>
                      <a:pt x="68" y="164"/>
                      <a:pt x="70" y="161"/>
                    </a:cubicBezTo>
                    <a:cubicBezTo>
                      <a:pt x="76" y="155"/>
                      <a:pt x="80" y="149"/>
                      <a:pt x="86" y="143"/>
                    </a:cubicBezTo>
                    <a:cubicBezTo>
                      <a:pt x="90" y="137"/>
                      <a:pt x="95" y="130"/>
                      <a:pt x="100" y="124"/>
                    </a:cubicBezTo>
                    <a:cubicBezTo>
                      <a:pt x="102" y="122"/>
                      <a:pt x="103" y="119"/>
                      <a:pt x="105" y="117"/>
                    </a:cubicBezTo>
                    <a:cubicBezTo>
                      <a:pt x="107" y="113"/>
                      <a:pt x="110" y="110"/>
                      <a:pt x="112" y="106"/>
                    </a:cubicBezTo>
                    <a:cubicBezTo>
                      <a:pt x="115" y="102"/>
                      <a:pt x="118" y="98"/>
                      <a:pt x="120" y="93"/>
                    </a:cubicBezTo>
                    <a:cubicBezTo>
                      <a:pt x="125" y="84"/>
                      <a:pt x="129" y="76"/>
                      <a:pt x="133" y="67"/>
                    </a:cubicBezTo>
                    <a:cubicBezTo>
                      <a:pt x="134" y="63"/>
                      <a:pt x="136" y="59"/>
                      <a:pt x="137" y="55"/>
                    </a:cubicBezTo>
                    <a:cubicBezTo>
                      <a:pt x="138" y="52"/>
                      <a:pt x="139" y="49"/>
                      <a:pt x="139" y="46"/>
                    </a:cubicBezTo>
                    <a:cubicBezTo>
                      <a:pt x="139" y="43"/>
                      <a:pt x="139" y="39"/>
                      <a:pt x="139" y="35"/>
                    </a:cubicBezTo>
                    <a:cubicBezTo>
                      <a:pt x="139" y="33"/>
                      <a:pt x="139" y="31"/>
                      <a:pt x="139" y="29"/>
                    </a:cubicBezTo>
                    <a:lnTo>
                      <a:pt x="139" y="28"/>
                    </a:lnTo>
                    <a:cubicBezTo>
                      <a:pt x="139" y="29"/>
                      <a:pt x="139" y="29"/>
                      <a:pt x="139" y="30"/>
                    </a:cubicBezTo>
                    <a:cubicBezTo>
                      <a:pt x="138" y="30"/>
                      <a:pt x="137" y="31"/>
                      <a:pt x="137" y="32"/>
                    </a:cubicBezTo>
                    <a:cubicBezTo>
                      <a:pt x="137" y="33"/>
                      <a:pt x="136" y="34"/>
                      <a:pt x="136" y="34"/>
                    </a:cubicBezTo>
                    <a:cubicBezTo>
                      <a:pt x="140" y="38"/>
                      <a:pt x="140" y="44"/>
                      <a:pt x="137" y="48"/>
                    </a:cubicBezTo>
                    <a:cubicBezTo>
                      <a:pt x="134" y="52"/>
                      <a:pt x="126" y="54"/>
                      <a:pt x="122" y="51"/>
                    </a:cubicBezTo>
                    <a:cubicBezTo>
                      <a:pt x="118" y="48"/>
                      <a:pt x="115" y="44"/>
                      <a:pt x="115" y="39"/>
                    </a:cubicBezTo>
                    <a:cubicBezTo>
                      <a:pt x="113" y="33"/>
                      <a:pt x="115" y="27"/>
                      <a:pt x="118" y="21"/>
                    </a:cubicBezTo>
                    <a:cubicBezTo>
                      <a:pt x="120" y="16"/>
                      <a:pt x="124" y="11"/>
                      <a:pt x="129" y="7"/>
                    </a:cubicBezTo>
                    <a:cubicBezTo>
                      <a:pt x="133" y="3"/>
                      <a:pt x="140" y="0"/>
                      <a:pt x="146" y="3"/>
                    </a:cubicBezTo>
                    <a:cubicBezTo>
                      <a:pt x="149" y="4"/>
                      <a:pt x="151" y="5"/>
                      <a:pt x="153" y="7"/>
                    </a:cubicBezTo>
                    <a:cubicBezTo>
                      <a:pt x="155" y="9"/>
                      <a:pt x="157" y="11"/>
                      <a:pt x="158" y="14"/>
                    </a:cubicBezTo>
                    <a:cubicBezTo>
                      <a:pt x="161" y="21"/>
                      <a:pt x="161" y="29"/>
                      <a:pt x="161" y="36"/>
                    </a:cubicBezTo>
                    <a:cubicBezTo>
                      <a:pt x="161" y="44"/>
                      <a:pt x="160" y="52"/>
                      <a:pt x="158" y="59"/>
                    </a:cubicBezTo>
                    <a:cubicBezTo>
                      <a:pt x="155" y="67"/>
                      <a:pt x="152" y="75"/>
                      <a:pt x="148" y="83"/>
                    </a:cubicBezTo>
                    <a:cubicBezTo>
                      <a:pt x="146" y="90"/>
                      <a:pt x="141" y="97"/>
                      <a:pt x="138" y="104"/>
                    </a:cubicBezTo>
                    <a:cubicBezTo>
                      <a:pt x="136" y="106"/>
                      <a:pt x="135" y="108"/>
                      <a:pt x="133" y="111"/>
                    </a:cubicBezTo>
                    <a:cubicBezTo>
                      <a:pt x="132" y="113"/>
                      <a:pt x="130" y="116"/>
                      <a:pt x="129" y="118"/>
                    </a:cubicBezTo>
                    <a:cubicBezTo>
                      <a:pt x="125" y="123"/>
                      <a:pt x="122" y="129"/>
                      <a:pt x="118" y="134"/>
                    </a:cubicBezTo>
                    <a:cubicBezTo>
                      <a:pt x="115" y="139"/>
                      <a:pt x="111" y="143"/>
                      <a:pt x="107" y="148"/>
                    </a:cubicBezTo>
                    <a:cubicBezTo>
                      <a:pt x="100" y="157"/>
                      <a:pt x="93" y="166"/>
                      <a:pt x="85" y="175"/>
                    </a:cubicBezTo>
                    <a:cubicBezTo>
                      <a:pt x="88" y="177"/>
                      <a:pt x="91" y="179"/>
                      <a:pt x="95" y="181"/>
                    </a:cubicBezTo>
                    <a:cubicBezTo>
                      <a:pt x="101" y="185"/>
                      <a:pt x="106" y="190"/>
                      <a:pt x="111" y="196"/>
                    </a:cubicBezTo>
                    <a:cubicBezTo>
                      <a:pt x="115" y="200"/>
                      <a:pt x="115" y="207"/>
                      <a:pt x="110" y="211"/>
                    </a:cubicBezTo>
                    <a:cubicBezTo>
                      <a:pt x="108" y="212"/>
                      <a:pt x="105" y="214"/>
                      <a:pt x="102" y="214"/>
                    </a:cubicBezTo>
                    <a:cubicBezTo>
                      <a:pt x="100" y="213"/>
                      <a:pt x="97" y="212"/>
                      <a:pt x="95" y="210"/>
                    </a:cubicBezTo>
                    <a:cubicBezTo>
                      <a:pt x="94" y="209"/>
                      <a:pt x="94" y="208"/>
                      <a:pt x="93" y="208"/>
                    </a:cubicBezTo>
                    <a:cubicBezTo>
                      <a:pt x="91" y="205"/>
                      <a:pt x="88" y="203"/>
                      <a:pt x="86" y="201"/>
                    </a:cubicBezTo>
                    <a:cubicBezTo>
                      <a:pt x="83" y="199"/>
                      <a:pt x="81" y="198"/>
                      <a:pt x="79" y="196"/>
                    </a:cubicBezTo>
                    <a:cubicBezTo>
                      <a:pt x="77" y="196"/>
                      <a:pt x="76" y="194"/>
                      <a:pt x="74" y="194"/>
                    </a:cubicBezTo>
                    <a:cubicBezTo>
                      <a:pt x="73" y="193"/>
                      <a:pt x="72" y="193"/>
                      <a:pt x="70" y="193"/>
                    </a:cubicBezTo>
                    <a:cubicBezTo>
                      <a:pt x="67" y="196"/>
                      <a:pt x="65" y="199"/>
                      <a:pt x="62" y="202"/>
                    </a:cubicBezTo>
                    <a:cubicBezTo>
                      <a:pt x="53" y="211"/>
                      <a:pt x="45" y="219"/>
                      <a:pt x="37" y="229"/>
                    </a:cubicBezTo>
                    <a:cubicBezTo>
                      <a:pt x="32" y="233"/>
                      <a:pt x="28" y="238"/>
                      <a:pt x="22" y="239"/>
                    </a:cubicBezTo>
                    <a:cubicBezTo>
                      <a:pt x="20" y="240"/>
                      <a:pt x="18" y="240"/>
                      <a:pt x="16" y="240"/>
                    </a:cubicBezTo>
                    <a:cubicBezTo>
                      <a:pt x="15" y="240"/>
                      <a:pt x="14" y="240"/>
                      <a:pt x="13" y="2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2" name="Google Shape;1642;p17"/>
              <p:cNvSpPr/>
              <p:nvPr/>
            </p:nvSpPr>
            <p:spPr>
              <a:xfrm>
                <a:off x="4379760" y="692280"/>
                <a:ext cx="52200" cy="148320"/>
              </a:xfrm>
              <a:custGeom>
                <a:avLst/>
                <a:gdLst/>
                <a:ahLst/>
                <a:cxnLst/>
                <a:rect l="l" t="t" r="r" b="b"/>
                <a:pathLst>
                  <a:path w="145" h="412" extrusionOk="0">
                    <a:moveTo>
                      <a:pt x="47" y="410"/>
                    </a:moveTo>
                    <a:cubicBezTo>
                      <a:pt x="43" y="410"/>
                      <a:pt x="40" y="408"/>
                      <a:pt x="38" y="405"/>
                    </a:cubicBezTo>
                    <a:cubicBezTo>
                      <a:pt x="32" y="403"/>
                      <a:pt x="27" y="397"/>
                      <a:pt x="24" y="393"/>
                    </a:cubicBezTo>
                    <a:cubicBezTo>
                      <a:pt x="19" y="386"/>
                      <a:pt x="16" y="380"/>
                      <a:pt x="13" y="373"/>
                    </a:cubicBezTo>
                    <a:cubicBezTo>
                      <a:pt x="7" y="359"/>
                      <a:pt x="4" y="343"/>
                      <a:pt x="2" y="327"/>
                    </a:cubicBezTo>
                    <a:cubicBezTo>
                      <a:pt x="0" y="311"/>
                      <a:pt x="0" y="295"/>
                      <a:pt x="3" y="279"/>
                    </a:cubicBezTo>
                    <a:cubicBezTo>
                      <a:pt x="5" y="265"/>
                      <a:pt x="10" y="252"/>
                      <a:pt x="15" y="240"/>
                    </a:cubicBezTo>
                    <a:cubicBezTo>
                      <a:pt x="18" y="235"/>
                      <a:pt x="20" y="230"/>
                      <a:pt x="23" y="224"/>
                    </a:cubicBezTo>
                    <a:cubicBezTo>
                      <a:pt x="27" y="216"/>
                      <a:pt x="32" y="207"/>
                      <a:pt x="36" y="199"/>
                    </a:cubicBezTo>
                    <a:cubicBezTo>
                      <a:pt x="39" y="194"/>
                      <a:pt x="45" y="192"/>
                      <a:pt x="50" y="195"/>
                    </a:cubicBezTo>
                    <a:cubicBezTo>
                      <a:pt x="55" y="197"/>
                      <a:pt x="57" y="203"/>
                      <a:pt x="54" y="209"/>
                    </a:cubicBezTo>
                    <a:cubicBezTo>
                      <a:pt x="50" y="216"/>
                      <a:pt x="46" y="224"/>
                      <a:pt x="42" y="231"/>
                    </a:cubicBezTo>
                    <a:cubicBezTo>
                      <a:pt x="39" y="238"/>
                      <a:pt x="36" y="244"/>
                      <a:pt x="33" y="250"/>
                    </a:cubicBezTo>
                    <a:cubicBezTo>
                      <a:pt x="31" y="257"/>
                      <a:pt x="28" y="263"/>
                      <a:pt x="26" y="270"/>
                    </a:cubicBezTo>
                    <a:cubicBezTo>
                      <a:pt x="25" y="276"/>
                      <a:pt x="24" y="282"/>
                      <a:pt x="22" y="288"/>
                    </a:cubicBezTo>
                    <a:cubicBezTo>
                      <a:pt x="22" y="294"/>
                      <a:pt x="21" y="301"/>
                      <a:pt x="21" y="307"/>
                    </a:cubicBezTo>
                    <a:cubicBezTo>
                      <a:pt x="21" y="313"/>
                      <a:pt x="22" y="320"/>
                      <a:pt x="22" y="327"/>
                    </a:cubicBezTo>
                    <a:cubicBezTo>
                      <a:pt x="24" y="334"/>
                      <a:pt x="25" y="341"/>
                      <a:pt x="26" y="348"/>
                    </a:cubicBezTo>
                    <a:cubicBezTo>
                      <a:pt x="28" y="354"/>
                      <a:pt x="30" y="359"/>
                      <a:pt x="32" y="364"/>
                    </a:cubicBezTo>
                    <a:cubicBezTo>
                      <a:pt x="33" y="367"/>
                      <a:pt x="35" y="370"/>
                      <a:pt x="36" y="373"/>
                    </a:cubicBezTo>
                    <a:cubicBezTo>
                      <a:pt x="38" y="376"/>
                      <a:pt x="39" y="378"/>
                      <a:pt x="41" y="380"/>
                    </a:cubicBezTo>
                    <a:cubicBezTo>
                      <a:pt x="42" y="382"/>
                      <a:pt x="43" y="382"/>
                      <a:pt x="43" y="383"/>
                    </a:cubicBezTo>
                    <a:cubicBezTo>
                      <a:pt x="45" y="384"/>
                      <a:pt x="46" y="386"/>
                      <a:pt x="47" y="386"/>
                    </a:cubicBezTo>
                    <a:cubicBezTo>
                      <a:pt x="47" y="387"/>
                      <a:pt x="48" y="387"/>
                      <a:pt x="49" y="388"/>
                    </a:cubicBezTo>
                    <a:cubicBezTo>
                      <a:pt x="50" y="389"/>
                      <a:pt x="51" y="389"/>
                      <a:pt x="52" y="389"/>
                    </a:cubicBezTo>
                    <a:cubicBezTo>
                      <a:pt x="52" y="390"/>
                      <a:pt x="52" y="390"/>
                      <a:pt x="52" y="390"/>
                    </a:cubicBezTo>
                    <a:cubicBezTo>
                      <a:pt x="53" y="390"/>
                      <a:pt x="53" y="390"/>
                      <a:pt x="53" y="390"/>
                    </a:cubicBezTo>
                    <a:cubicBezTo>
                      <a:pt x="54" y="390"/>
                      <a:pt x="54" y="390"/>
                      <a:pt x="55" y="390"/>
                    </a:cubicBezTo>
                    <a:lnTo>
                      <a:pt x="56" y="390"/>
                    </a:lnTo>
                    <a:cubicBezTo>
                      <a:pt x="56" y="389"/>
                      <a:pt x="56" y="389"/>
                      <a:pt x="57" y="389"/>
                    </a:cubicBezTo>
                    <a:lnTo>
                      <a:pt x="58" y="389"/>
                    </a:lnTo>
                    <a:cubicBezTo>
                      <a:pt x="58" y="388"/>
                      <a:pt x="59" y="387"/>
                      <a:pt x="59" y="387"/>
                    </a:cubicBezTo>
                    <a:cubicBezTo>
                      <a:pt x="60" y="386"/>
                      <a:pt x="60" y="386"/>
                      <a:pt x="61" y="384"/>
                    </a:cubicBezTo>
                    <a:cubicBezTo>
                      <a:pt x="63" y="381"/>
                      <a:pt x="63" y="378"/>
                      <a:pt x="64" y="375"/>
                    </a:cubicBezTo>
                    <a:lnTo>
                      <a:pt x="64" y="376"/>
                    </a:lnTo>
                    <a:cubicBezTo>
                      <a:pt x="66" y="366"/>
                      <a:pt x="67" y="357"/>
                      <a:pt x="69" y="347"/>
                    </a:cubicBezTo>
                    <a:cubicBezTo>
                      <a:pt x="70" y="340"/>
                      <a:pt x="71" y="333"/>
                      <a:pt x="72" y="326"/>
                    </a:cubicBezTo>
                    <a:cubicBezTo>
                      <a:pt x="75" y="305"/>
                      <a:pt x="78" y="283"/>
                      <a:pt x="80" y="262"/>
                    </a:cubicBezTo>
                    <a:cubicBezTo>
                      <a:pt x="81" y="250"/>
                      <a:pt x="82" y="239"/>
                      <a:pt x="84" y="228"/>
                    </a:cubicBezTo>
                    <a:cubicBezTo>
                      <a:pt x="85" y="220"/>
                      <a:pt x="85" y="212"/>
                      <a:pt x="86" y="205"/>
                    </a:cubicBezTo>
                    <a:cubicBezTo>
                      <a:pt x="87" y="199"/>
                      <a:pt x="87" y="194"/>
                      <a:pt x="88" y="189"/>
                    </a:cubicBezTo>
                    <a:cubicBezTo>
                      <a:pt x="90" y="176"/>
                      <a:pt x="92" y="163"/>
                      <a:pt x="93" y="150"/>
                    </a:cubicBezTo>
                    <a:cubicBezTo>
                      <a:pt x="95" y="139"/>
                      <a:pt x="98" y="128"/>
                      <a:pt x="100" y="117"/>
                    </a:cubicBezTo>
                    <a:cubicBezTo>
                      <a:pt x="102" y="109"/>
                      <a:pt x="104" y="100"/>
                      <a:pt x="106" y="91"/>
                    </a:cubicBezTo>
                    <a:cubicBezTo>
                      <a:pt x="97" y="100"/>
                      <a:pt x="86" y="106"/>
                      <a:pt x="75" y="108"/>
                    </a:cubicBezTo>
                    <a:cubicBezTo>
                      <a:pt x="63" y="111"/>
                      <a:pt x="49" y="108"/>
                      <a:pt x="42" y="97"/>
                    </a:cubicBezTo>
                    <a:cubicBezTo>
                      <a:pt x="39" y="92"/>
                      <a:pt x="37" y="87"/>
                      <a:pt x="36" y="82"/>
                    </a:cubicBezTo>
                    <a:cubicBezTo>
                      <a:pt x="35" y="75"/>
                      <a:pt x="35" y="68"/>
                      <a:pt x="35" y="61"/>
                    </a:cubicBezTo>
                    <a:cubicBezTo>
                      <a:pt x="36" y="57"/>
                      <a:pt x="36" y="52"/>
                      <a:pt x="38" y="48"/>
                    </a:cubicBezTo>
                    <a:cubicBezTo>
                      <a:pt x="38" y="43"/>
                      <a:pt x="39" y="39"/>
                      <a:pt x="40" y="35"/>
                    </a:cubicBezTo>
                    <a:cubicBezTo>
                      <a:pt x="44" y="22"/>
                      <a:pt x="50" y="9"/>
                      <a:pt x="62" y="3"/>
                    </a:cubicBezTo>
                    <a:cubicBezTo>
                      <a:pt x="67" y="0"/>
                      <a:pt x="74" y="0"/>
                      <a:pt x="79" y="3"/>
                    </a:cubicBezTo>
                    <a:cubicBezTo>
                      <a:pt x="82" y="5"/>
                      <a:pt x="86" y="9"/>
                      <a:pt x="89" y="12"/>
                    </a:cubicBezTo>
                    <a:cubicBezTo>
                      <a:pt x="92" y="17"/>
                      <a:pt x="91" y="24"/>
                      <a:pt x="86" y="27"/>
                    </a:cubicBezTo>
                    <a:cubicBezTo>
                      <a:pt x="81" y="31"/>
                      <a:pt x="74" y="30"/>
                      <a:pt x="71" y="24"/>
                    </a:cubicBezTo>
                    <a:cubicBezTo>
                      <a:pt x="70" y="24"/>
                      <a:pt x="70" y="24"/>
                      <a:pt x="70" y="24"/>
                    </a:cubicBezTo>
                    <a:cubicBezTo>
                      <a:pt x="70" y="24"/>
                      <a:pt x="68" y="25"/>
                      <a:pt x="68" y="26"/>
                    </a:cubicBezTo>
                    <a:cubicBezTo>
                      <a:pt x="67" y="27"/>
                      <a:pt x="67" y="28"/>
                      <a:pt x="66" y="29"/>
                    </a:cubicBezTo>
                    <a:cubicBezTo>
                      <a:pt x="66" y="30"/>
                      <a:pt x="65" y="31"/>
                      <a:pt x="64" y="33"/>
                    </a:cubicBezTo>
                    <a:cubicBezTo>
                      <a:pt x="63" y="36"/>
                      <a:pt x="61" y="40"/>
                      <a:pt x="60" y="43"/>
                    </a:cubicBezTo>
                    <a:cubicBezTo>
                      <a:pt x="59" y="49"/>
                      <a:pt x="58" y="54"/>
                      <a:pt x="57" y="60"/>
                    </a:cubicBezTo>
                    <a:cubicBezTo>
                      <a:pt x="57" y="62"/>
                      <a:pt x="57" y="65"/>
                      <a:pt x="57" y="68"/>
                    </a:cubicBezTo>
                    <a:cubicBezTo>
                      <a:pt x="57" y="70"/>
                      <a:pt x="57" y="72"/>
                      <a:pt x="57" y="75"/>
                    </a:cubicBezTo>
                    <a:cubicBezTo>
                      <a:pt x="57" y="77"/>
                      <a:pt x="58" y="79"/>
                      <a:pt x="59" y="81"/>
                    </a:cubicBezTo>
                    <a:cubicBezTo>
                      <a:pt x="59" y="82"/>
                      <a:pt x="59" y="82"/>
                      <a:pt x="59" y="83"/>
                    </a:cubicBezTo>
                    <a:cubicBezTo>
                      <a:pt x="59" y="84"/>
                      <a:pt x="60" y="84"/>
                      <a:pt x="60" y="84"/>
                    </a:cubicBezTo>
                    <a:cubicBezTo>
                      <a:pt x="60" y="84"/>
                      <a:pt x="60" y="85"/>
                      <a:pt x="61" y="85"/>
                    </a:cubicBezTo>
                    <a:lnTo>
                      <a:pt x="61" y="86"/>
                    </a:lnTo>
                    <a:cubicBezTo>
                      <a:pt x="62" y="86"/>
                      <a:pt x="63" y="86"/>
                      <a:pt x="63" y="87"/>
                    </a:cubicBezTo>
                    <a:lnTo>
                      <a:pt x="64" y="87"/>
                    </a:lnTo>
                    <a:cubicBezTo>
                      <a:pt x="64" y="87"/>
                      <a:pt x="65" y="87"/>
                      <a:pt x="66" y="87"/>
                    </a:cubicBezTo>
                    <a:lnTo>
                      <a:pt x="67" y="87"/>
                    </a:lnTo>
                    <a:cubicBezTo>
                      <a:pt x="68" y="87"/>
                      <a:pt x="69" y="87"/>
                      <a:pt x="70" y="87"/>
                    </a:cubicBezTo>
                    <a:cubicBezTo>
                      <a:pt x="71" y="87"/>
                      <a:pt x="72" y="87"/>
                      <a:pt x="74" y="86"/>
                    </a:cubicBezTo>
                    <a:cubicBezTo>
                      <a:pt x="74" y="86"/>
                      <a:pt x="75" y="86"/>
                      <a:pt x="76" y="86"/>
                    </a:cubicBezTo>
                    <a:cubicBezTo>
                      <a:pt x="78" y="84"/>
                      <a:pt x="80" y="84"/>
                      <a:pt x="82" y="83"/>
                    </a:cubicBezTo>
                    <a:cubicBezTo>
                      <a:pt x="84" y="82"/>
                      <a:pt x="86" y="80"/>
                      <a:pt x="88" y="79"/>
                    </a:cubicBezTo>
                    <a:cubicBezTo>
                      <a:pt x="91" y="76"/>
                      <a:pt x="95" y="73"/>
                      <a:pt x="98" y="70"/>
                    </a:cubicBezTo>
                    <a:cubicBezTo>
                      <a:pt x="104" y="65"/>
                      <a:pt x="109" y="59"/>
                      <a:pt x="114" y="52"/>
                    </a:cubicBezTo>
                    <a:cubicBezTo>
                      <a:pt x="116" y="50"/>
                      <a:pt x="118" y="47"/>
                      <a:pt x="120" y="44"/>
                    </a:cubicBezTo>
                    <a:cubicBezTo>
                      <a:pt x="121" y="43"/>
                      <a:pt x="121" y="41"/>
                      <a:pt x="122" y="40"/>
                    </a:cubicBezTo>
                    <a:cubicBezTo>
                      <a:pt x="125" y="35"/>
                      <a:pt x="131" y="33"/>
                      <a:pt x="137" y="36"/>
                    </a:cubicBezTo>
                    <a:cubicBezTo>
                      <a:pt x="142" y="38"/>
                      <a:pt x="144" y="45"/>
                      <a:pt x="141" y="50"/>
                    </a:cubicBezTo>
                    <a:cubicBezTo>
                      <a:pt x="141" y="51"/>
                      <a:pt x="141" y="52"/>
                      <a:pt x="140" y="54"/>
                    </a:cubicBezTo>
                    <a:cubicBezTo>
                      <a:pt x="140" y="53"/>
                      <a:pt x="140" y="53"/>
                      <a:pt x="141" y="52"/>
                    </a:cubicBezTo>
                    <a:cubicBezTo>
                      <a:pt x="139" y="57"/>
                      <a:pt x="137" y="62"/>
                      <a:pt x="135" y="66"/>
                    </a:cubicBezTo>
                    <a:cubicBezTo>
                      <a:pt x="134" y="72"/>
                      <a:pt x="131" y="79"/>
                      <a:pt x="130" y="85"/>
                    </a:cubicBezTo>
                    <a:cubicBezTo>
                      <a:pt x="127" y="94"/>
                      <a:pt x="125" y="104"/>
                      <a:pt x="122" y="113"/>
                    </a:cubicBezTo>
                    <a:cubicBezTo>
                      <a:pt x="121" y="115"/>
                      <a:pt x="121" y="118"/>
                      <a:pt x="120" y="121"/>
                    </a:cubicBezTo>
                    <a:cubicBezTo>
                      <a:pt x="119" y="127"/>
                      <a:pt x="118" y="133"/>
                      <a:pt x="117" y="140"/>
                    </a:cubicBezTo>
                    <a:cubicBezTo>
                      <a:pt x="116" y="144"/>
                      <a:pt x="115" y="147"/>
                      <a:pt x="114" y="151"/>
                    </a:cubicBezTo>
                    <a:cubicBezTo>
                      <a:pt x="113" y="154"/>
                      <a:pt x="113" y="158"/>
                      <a:pt x="113" y="161"/>
                    </a:cubicBezTo>
                    <a:cubicBezTo>
                      <a:pt x="111" y="172"/>
                      <a:pt x="109" y="182"/>
                      <a:pt x="108" y="192"/>
                    </a:cubicBezTo>
                    <a:cubicBezTo>
                      <a:pt x="106" y="205"/>
                      <a:pt x="104" y="217"/>
                      <a:pt x="103" y="230"/>
                    </a:cubicBezTo>
                    <a:cubicBezTo>
                      <a:pt x="102" y="241"/>
                      <a:pt x="101" y="252"/>
                      <a:pt x="99" y="263"/>
                    </a:cubicBezTo>
                    <a:cubicBezTo>
                      <a:pt x="97" y="285"/>
                      <a:pt x="95" y="307"/>
                      <a:pt x="92" y="329"/>
                    </a:cubicBezTo>
                    <a:lnTo>
                      <a:pt x="92" y="330"/>
                    </a:lnTo>
                    <a:cubicBezTo>
                      <a:pt x="91" y="337"/>
                      <a:pt x="90" y="344"/>
                      <a:pt x="89" y="351"/>
                    </a:cubicBezTo>
                    <a:cubicBezTo>
                      <a:pt x="88" y="357"/>
                      <a:pt x="87" y="362"/>
                      <a:pt x="86" y="368"/>
                    </a:cubicBezTo>
                    <a:cubicBezTo>
                      <a:pt x="85" y="375"/>
                      <a:pt x="84" y="380"/>
                      <a:pt x="82" y="387"/>
                    </a:cubicBezTo>
                    <a:cubicBezTo>
                      <a:pt x="81" y="393"/>
                      <a:pt x="77" y="399"/>
                      <a:pt x="72" y="404"/>
                    </a:cubicBezTo>
                    <a:cubicBezTo>
                      <a:pt x="68" y="408"/>
                      <a:pt x="63" y="411"/>
                      <a:pt x="56" y="411"/>
                    </a:cubicBezTo>
                    <a:cubicBezTo>
                      <a:pt x="56" y="411"/>
                      <a:pt x="55" y="411"/>
                      <a:pt x="54" y="411"/>
                    </a:cubicBezTo>
                    <a:cubicBezTo>
                      <a:pt x="52" y="411"/>
                      <a:pt x="49" y="411"/>
                      <a:pt x="47" y="4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3" name="Google Shape;1643;p17"/>
              <p:cNvSpPr/>
              <p:nvPr/>
            </p:nvSpPr>
            <p:spPr>
              <a:xfrm>
                <a:off x="4446360" y="669240"/>
                <a:ext cx="29160" cy="56880"/>
              </a:xfrm>
              <a:custGeom>
                <a:avLst/>
                <a:gdLst/>
                <a:ahLst/>
                <a:cxnLst/>
                <a:rect l="l" t="t" r="r" b="b"/>
                <a:pathLst>
                  <a:path w="81" h="158" extrusionOk="0">
                    <a:moveTo>
                      <a:pt x="56" y="31"/>
                    </a:moveTo>
                    <a:lnTo>
                      <a:pt x="57" y="31"/>
                    </a:lnTo>
                    <a:cubicBezTo>
                      <a:pt x="57" y="30"/>
                      <a:pt x="57" y="30"/>
                      <a:pt x="57" y="30"/>
                    </a:cubicBezTo>
                    <a:cubicBezTo>
                      <a:pt x="57" y="28"/>
                      <a:pt x="57" y="28"/>
                      <a:pt x="56" y="27"/>
                    </a:cubicBezTo>
                    <a:lnTo>
                      <a:pt x="56" y="26"/>
                    </a:lnTo>
                    <a:cubicBezTo>
                      <a:pt x="56" y="25"/>
                      <a:pt x="55" y="25"/>
                      <a:pt x="55" y="24"/>
                    </a:cubicBezTo>
                    <a:cubicBezTo>
                      <a:pt x="54" y="24"/>
                      <a:pt x="54" y="23"/>
                      <a:pt x="54" y="23"/>
                    </a:cubicBezTo>
                    <a:lnTo>
                      <a:pt x="53" y="23"/>
                    </a:lnTo>
                    <a:lnTo>
                      <a:pt x="52" y="23"/>
                    </a:lnTo>
                    <a:cubicBezTo>
                      <a:pt x="52" y="24"/>
                      <a:pt x="52" y="24"/>
                      <a:pt x="51" y="24"/>
                    </a:cubicBezTo>
                    <a:cubicBezTo>
                      <a:pt x="51" y="24"/>
                      <a:pt x="50" y="24"/>
                      <a:pt x="50" y="25"/>
                    </a:cubicBezTo>
                    <a:cubicBezTo>
                      <a:pt x="49" y="26"/>
                      <a:pt x="49" y="26"/>
                      <a:pt x="49" y="26"/>
                    </a:cubicBezTo>
                    <a:cubicBezTo>
                      <a:pt x="49" y="26"/>
                      <a:pt x="49" y="27"/>
                      <a:pt x="48" y="27"/>
                    </a:cubicBezTo>
                    <a:lnTo>
                      <a:pt x="48" y="28"/>
                    </a:lnTo>
                    <a:lnTo>
                      <a:pt x="48" y="29"/>
                    </a:lnTo>
                    <a:lnTo>
                      <a:pt x="48" y="30"/>
                    </a:lnTo>
                    <a:lnTo>
                      <a:pt x="49" y="30"/>
                    </a:lnTo>
                    <a:cubicBezTo>
                      <a:pt x="50" y="30"/>
                      <a:pt x="50" y="30"/>
                      <a:pt x="50" y="30"/>
                    </a:cubicBezTo>
                    <a:lnTo>
                      <a:pt x="51" y="30"/>
                    </a:lnTo>
                    <a:cubicBezTo>
                      <a:pt x="52" y="31"/>
                      <a:pt x="54" y="31"/>
                      <a:pt x="56" y="31"/>
                    </a:cubicBezTo>
                    <a:moveTo>
                      <a:pt x="32" y="157"/>
                    </a:moveTo>
                    <a:cubicBezTo>
                      <a:pt x="29" y="156"/>
                      <a:pt x="26" y="155"/>
                      <a:pt x="23" y="155"/>
                    </a:cubicBezTo>
                    <a:cubicBezTo>
                      <a:pt x="18" y="154"/>
                      <a:pt x="12" y="153"/>
                      <a:pt x="7" y="150"/>
                    </a:cubicBezTo>
                    <a:cubicBezTo>
                      <a:pt x="6" y="148"/>
                      <a:pt x="4" y="146"/>
                      <a:pt x="3" y="144"/>
                    </a:cubicBezTo>
                    <a:cubicBezTo>
                      <a:pt x="1" y="142"/>
                      <a:pt x="1" y="140"/>
                      <a:pt x="0" y="137"/>
                    </a:cubicBezTo>
                    <a:cubicBezTo>
                      <a:pt x="0" y="132"/>
                      <a:pt x="3" y="126"/>
                      <a:pt x="7" y="123"/>
                    </a:cubicBezTo>
                    <a:cubicBezTo>
                      <a:pt x="10" y="118"/>
                      <a:pt x="14" y="114"/>
                      <a:pt x="18" y="109"/>
                    </a:cubicBezTo>
                    <a:cubicBezTo>
                      <a:pt x="21" y="106"/>
                      <a:pt x="24" y="102"/>
                      <a:pt x="27" y="99"/>
                    </a:cubicBezTo>
                    <a:cubicBezTo>
                      <a:pt x="33" y="91"/>
                      <a:pt x="39" y="82"/>
                      <a:pt x="45" y="73"/>
                    </a:cubicBezTo>
                    <a:cubicBezTo>
                      <a:pt x="48" y="69"/>
                      <a:pt x="50" y="63"/>
                      <a:pt x="53" y="59"/>
                    </a:cubicBezTo>
                    <a:cubicBezTo>
                      <a:pt x="53" y="56"/>
                      <a:pt x="54" y="55"/>
                      <a:pt x="55" y="53"/>
                    </a:cubicBezTo>
                    <a:cubicBezTo>
                      <a:pt x="51" y="53"/>
                      <a:pt x="48" y="52"/>
                      <a:pt x="45" y="52"/>
                    </a:cubicBezTo>
                    <a:cubicBezTo>
                      <a:pt x="32" y="49"/>
                      <a:pt x="23" y="36"/>
                      <a:pt x="26" y="24"/>
                    </a:cubicBezTo>
                    <a:cubicBezTo>
                      <a:pt x="27" y="17"/>
                      <a:pt x="30" y="13"/>
                      <a:pt x="35" y="8"/>
                    </a:cubicBezTo>
                    <a:cubicBezTo>
                      <a:pt x="40" y="4"/>
                      <a:pt x="46" y="1"/>
                      <a:pt x="52" y="0"/>
                    </a:cubicBezTo>
                    <a:cubicBezTo>
                      <a:pt x="59" y="0"/>
                      <a:pt x="64" y="3"/>
                      <a:pt x="69" y="7"/>
                    </a:cubicBezTo>
                    <a:cubicBezTo>
                      <a:pt x="74" y="12"/>
                      <a:pt x="77" y="18"/>
                      <a:pt x="78" y="24"/>
                    </a:cubicBezTo>
                    <a:cubicBezTo>
                      <a:pt x="80" y="31"/>
                      <a:pt x="80" y="38"/>
                      <a:pt x="79" y="45"/>
                    </a:cubicBezTo>
                    <a:cubicBezTo>
                      <a:pt x="78" y="53"/>
                      <a:pt x="75" y="60"/>
                      <a:pt x="72" y="68"/>
                    </a:cubicBezTo>
                    <a:cubicBezTo>
                      <a:pt x="67" y="79"/>
                      <a:pt x="61" y="89"/>
                      <a:pt x="54" y="98"/>
                    </a:cubicBezTo>
                    <a:cubicBezTo>
                      <a:pt x="47" y="108"/>
                      <a:pt x="40" y="118"/>
                      <a:pt x="32" y="128"/>
                    </a:cubicBezTo>
                    <a:cubicBezTo>
                      <a:pt x="31" y="129"/>
                      <a:pt x="29" y="132"/>
                      <a:pt x="27" y="133"/>
                    </a:cubicBezTo>
                    <a:cubicBezTo>
                      <a:pt x="30" y="134"/>
                      <a:pt x="33" y="134"/>
                      <a:pt x="36" y="135"/>
                    </a:cubicBezTo>
                    <a:cubicBezTo>
                      <a:pt x="42" y="136"/>
                      <a:pt x="46" y="142"/>
                      <a:pt x="45" y="148"/>
                    </a:cubicBezTo>
                    <a:cubicBezTo>
                      <a:pt x="43" y="154"/>
                      <a:pt x="39" y="157"/>
                      <a:pt x="34" y="157"/>
                    </a:cubicBezTo>
                    <a:cubicBezTo>
                      <a:pt x="33" y="157"/>
                      <a:pt x="32" y="157"/>
                      <a:pt x="32" y="1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4" name="Google Shape;1644;p17"/>
              <p:cNvSpPr/>
              <p:nvPr/>
            </p:nvSpPr>
            <p:spPr>
              <a:xfrm>
                <a:off x="4500000" y="709200"/>
                <a:ext cx="2916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81" h="28" extrusionOk="0">
                    <a:moveTo>
                      <a:pt x="5" y="23"/>
                    </a:moveTo>
                    <a:cubicBezTo>
                      <a:pt x="4" y="22"/>
                      <a:pt x="3" y="21"/>
                      <a:pt x="3" y="19"/>
                    </a:cubicBezTo>
                    <a:cubicBezTo>
                      <a:pt x="0" y="15"/>
                      <a:pt x="2" y="11"/>
                      <a:pt x="4" y="8"/>
                    </a:cubicBezTo>
                    <a:cubicBezTo>
                      <a:pt x="7" y="4"/>
                      <a:pt x="11" y="3"/>
                      <a:pt x="14" y="3"/>
                    </a:cubicBezTo>
                    <a:cubicBezTo>
                      <a:pt x="18" y="2"/>
                      <a:pt x="21" y="2"/>
                      <a:pt x="25" y="1"/>
                    </a:cubicBezTo>
                    <a:cubicBezTo>
                      <a:pt x="30" y="1"/>
                      <a:pt x="34" y="1"/>
                      <a:pt x="38" y="1"/>
                    </a:cubicBezTo>
                    <a:cubicBezTo>
                      <a:pt x="48" y="1"/>
                      <a:pt x="58" y="1"/>
                      <a:pt x="68" y="0"/>
                    </a:cubicBezTo>
                    <a:cubicBezTo>
                      <a:pt x="74" y="0"/>
                      <a:pt x="79" y="4"/>
                      <a:pt x="80" y="10"/>
                    </a:cubicBezTo>
                    <a:cubicBezTo>
                      <a:pt x="80" y="16"/>
                      <a:pt x="76" y="22"/>
                      <a:pt x="70" y="22"/>
                    </a:cubicBezTo>
                    <a:cubicBezTo>
                      <a:pt x="61" y="22"/>
                      <a:pt x="52" y="22"/>
                      <a:pt x="44" y="22"/>
                    </a:cubicBezTo>
                    <a:cubicBezTo>
                      <a:pt x="37" y="23"/>
                      <a:pt x="29" y="23"/>
                      <a:pt x="22" y="23"/>
                    </a:cubicBezTo>
                    <a:cubicBezTo>
                      <a:pt x="21" y="23"/>
                      <a:pt x="21" y="23"/>
                      <a:pt x="20" y="23"/>
                    </a:cubicBezTo>
                    <a:cubicBezTo>
                      <a:pt x="20" y="24"/>
                      <a:pt x="19" y="25"/>
                      <a:pt x="19" y="25"/>
                    </a:cubicBezTo>
                    <a:cubicBezTo>
                      <a:pt x="17" y="26"/>
                      <a:pt x="15" y="27"/>
                      <a:pt x="13" y="27"/>
                    </a:cubicBezTo>
                    <a:cubicBezTo>
                      <a:pt x="10" y="27"/>
                      <a:pt x="7" y="25"/>
                      <a:pt x="5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5" name="Google Shape;1645;p17"/>
              <p:cNvSpPr/>
              <p:nvPr/>
            </p:nvSpPr>
            <p:spPr>
              <a:xfrm>
                <a:off x="4510080" y="684720"/>
                <a:ext cx="12960" cy="49320"/>
              </a:xfrm>
              <a:custGeom>
                <a:avLst/>
                <a:gdLst/>
                <a:ahLst/>
                <a:cxnLst/>
                <a:rect l="l" t="t" r="r" b="b"/>
                <a:pathLst>
                  <a:path w="36" h="137" extrusionOk="0">
                    <a:moveTo>
                      <a:pt x="0" y="126"/>
                    </a:moveTo>
                    <a:cubicBezTo>
                      <a:pt x="0" y="106"/>
                      <a:pt x="1" y="86"/>
                      <a:pt x="3" y="67"/>
                    </a:cubicBezTo>
                    <a:cubicBezTo>
                      <a:pt x="5" y="57"/>
                      <a:pt x="6" y="48"/>
                      <a:pt x="7" y="38"/>
                    </a:cubicBezTo>
                    <a:cubicBezTo>
                      <a:pt x="8" y="33"/>
                      <a:pt x="9" y="29"/>
                      <a:pt x="10" y="23"/>
                    </a:cubicBezTo>
                    <a:cubicBezTo>
                      <a:pt x="11" y="19"/>
                      <a:pt x="12" y="15"/>
                      <a:pt x="12" y="11"/>
                    </a:cubicBezTo>
                    <a:lnTo>
                      <a:pt x="12" y="10"/>
                    </a:lnTo>
                    <a:lnTo>
                      <a:pt x="12" y="11"/>
                    </a:lnTo>
                    <a:cubicBezTo>
                      <a:pt x="14" y="4"/>
                      <a:pt x="20" y="0"/>
                      <a:pt x="26" y="1"/>
                    </a:cubicBezTo>
                    <a:cubicBezTo>
                      <a:pt x="28" y="2"/>
                      <a:pt x="31" y="4"/>
                      <a:pt x="32" y="6"/>
                    </a:cubicBezTo>
                    <a:cubicBezTo>
                      <a:pt x="34" y="9"/>
                      <a:pt x="35" y="12"/>
                      <a:pt x="34" y="16"/>
                    </a:cubicBezTo>
                    <a:cubicBezTo>
                      <a:pt x="32" y="22"/>
                      <a:pt x="31" y="29"/>
                      <a:pt x="30" y="35"/>
                    </a:cubicBezTo>
                    <a:cubicBezTo>
                      <a:pt x="28" y="43"/>
                      <a:pt x="27" y="51"/>
                      <a:pt x="26" y="58"/>
                    </a:cubicBezTo>
                    <a:cubicBezTo>
                      <a:pt x="25" y="68"/>
                      <a:pt x="24" y="77"/>
                      <a:pt x="23" y="87"/>
                    </a:cubicBezTo>
                    <a:cubicBezTo>
                      <a:pt x="23" y="91"/>
                      <a:pt x="22" y="97"/>
                      <a:pt x="21" y="101"/>
                    </a:cubicBezTo>
                    <a:cubicBezTo>
                      <a:pt x="21" y="107"/>
                      <a:pt x="21" y="112"/>
                      <a:pt x="21" y="118"/>
                    </a:cubicBezTo>
                    <a:cubicBezTo>
                      <a:pt x="21" y="120"/>
                      <a:pt x="21" y="122"/>
                      <a:pt x="21" y="125"/>
                    </a:cubicBezTo>
                    <a:cubicBezTo>
                      <a:pt x="21" y="131"/>
                      <a:pt x="17" y="136"/>
                      <a:pt x="11" y="136"/>
                    </a:cubicBezTo>
                    <a:lnTo>
                      <a:pt x="10" y="136"/>
                    </a:lnTo>
                    <a:cubicBezTo>
                      <a:pt x="5" y="136"/>
                      <a:pt x="0" y="132"/>
                      <a:pt x="0" y="1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6" name="Google Shape;1646;p17"/>
              <p:cNvSpPr/>
              <p:nvPr/>
            </p:nvSpPr>
            <p:spPr>
              <a:xfrm>
                <a:off x="4557600" y="667440"/>
                <a:ext cx="46800" cy="104760"/>
              </a:xfrm>
              <a:custGeom>
                <a:avLst/>
                <a:gdLst/>
                <a:ahLst/>
                <a:cxnLst/>
                <a:rect l="l" t="t" r="r" b="b"/>
                <a:pathLst>
                  <a:path w="130" h="291" extrusionOk="0">
                    <a:moveTo>
                      <a:pt x="1" y="281"/>
                    </a:moveTo>
                    <a:cubicBezTo>
                      <a:pt x="0" y="275"/>
                      <a:pt x="4" y="269"/>
                      <a:pt x="10" y="268"/>
                    </a:cubicBezTo>
                    <a:cubicBezTo>
                      <a:pt x="12" y="268"/>
                      <a:pt x="14" y="267"/>
                      <a:pt x="17" y="267"/>
                    </a:cubicBezTo>
                    <a:cubicBezTo>
                      <a:pt x="17" y="267"/>
                      <a:pt x="16" y="267"/>
                      <a:pt x="15" y="267"/>
                    </a:cubicBezTo>
                    <a:cubicBezTo>
                      <a:pt x="19" y="266"/>
                      <a:pt x="22" y="265"/>
                      <a:pt x="25" y="264"/>
                    </a:cubicBezTo>
                    <a:cubicBezTo>
                      <a:pt x="33" y="262"/>
                      <a:pt x="41" y="259"/>
                      <a:pt x="49" y="256"/>
                    </a:cubicBezTo>
                    <a:cubicBezTo>
                      <a:pt x="55" y="254"/>
                      <a:pt x="61" y="251"/>
                      <a:pt x="66" y="248"/>
                    </a:cubicBezTo>
                    <a:cubicBezTo>
                      <a:pt x="70" y="246"/>
                      <a:pt x="73" y="244"/>
                      <a:pt x="77" y="241"/>
                    </a:cubicBezTo>
                    <a:cubicBezTo>
                      <a:pt x="80" y="239"/>
                      <a:pt x="82" y="236"/>
                      <a:pt x="85" y="234"/>
                    </a:cubicBezTo>
                    <a:cubicBezTo>
                      <a:pt x="87" y="232"/>
                      <a:pt x="89" y="230"/>
                      <a:pt x="91" y="227"/>
                    </a:cubicBezTo>
                    <a:cubicBezTo>
                      <a:pt x="93" y="225"/>
                      <a:pt x="95" y="222"/>
                      <a:pt x="97" y="219"/>
                    </a:cubicBezTo>
                    <a:cubicBezTo>
                      <a:pt x="98" y="216"/>
                      <a:pt x="99" y="214"/>
                      <a:pt x="101" y="211"/>
                    </a:cubicBezTo>
                    <a:cubicBezTo>
                      <a:pt x="102" y="208"/>
                      <a:pt x="103" y="205"/>
                      <a:pt x="104" y="202"/>
                    </a:cubicBezTo>
                    <a:cubicBezTo>
                      <a:pt x="105" y="200"/>
                      <a:pt x="106" y="196"/>
                      <a:pt x="106" y="193"/>
                    </a:cubicBezTo>
                    <a:cubicBezTo>
                      <a:pt x="106" y="190"/>
                      <a:pt x="106" y="187"/>
                      <a:pt x="107" y="184"/>
                    </a:cubicBezTo>
                    <a:cubicBezTo>
                      <a:pt x="106" y="180"/>
                      <a:pt x="106" y="176"/>
                      <a:pt x="106" y="173"/>
                    </a:cubicBezTo>
                    <a:cubicBezTo>
                      <a:pt x="105" y="168"/>
                      <a:pt x="105" y="164"/>
                      <a:pt x="103" y="160"/>
                    </a:cubicBezTo>
                    <a:cubicBezTo>
                      <a:pt x="102" y="156"/>
                      <a:pt x="101" y="153"/>
                      <a:pt x="100" y="149"/>
                    </a:cubicBezTo>
                    <a:cubicBezTo>
                      <a:pt x="99" y="148"/>
                      <a:pt x="98" y="145"/>
                      <a:pt x="97" y="144"/>
                    </a:cubicBezTo>
                    <a:cubicBezTo>
                      <a:pt x="96" y="142"/>
                      <a:pt x="95" y="140"/>
                      <a:pt x="94" y="138"/>
                    </a:cubicBezTo>
                    <a:cubicBezTo>
                      <a:pt x="92" y="137"/>
                      <a:pt x="90" y="134"/>
                      <a:pt x="88" y="133"/>
                    </a:cubicBezTo>
                    <a:cubicBezTo>
                      <a:pt x="87" y="131"/>
                      <a:pt x="85" y="129"/>
                      <a:pt x="82" y="127"/>
                    </a:cubicBezTo>
                    <a:cubicBezTo>
                      <a:pt x="81" y="126"/>
                      <a:pt x="79" y="124"/>
                      <a:pt x="77" y="123"/>
                    </a:cubicBezTo>
                    <a:cubicBezTo>
                      <a:pt x="75" y="122"/>
                      <a:pt x="74" y="121"/>
                      <a:pt x="72" y="121"/>
                    </a:cubicBezTo>
                    <a:cubicBezTo>
                      <a:pt x="70" y="120"/>
                      <a:pt x="69" y="120"/>
                      <a:pt x="67" y="119"/>
                    </a:cubicBezTo>
                    <a:lnTo>
                      <a:pt x="66" y="119"/>
                    </a:lnTo>
                    <a:lnTo>
                      <a:pt x="64" y="120"/>
                    </a:lnTo>
                    <a:cubicBezTo>
                      <a:pt x="60" y="122"/>
                      <a:pt x="57" y="123"/>
                      <a:pt x="53" y="123"/>
                    </a:cubicBezTo>
                    <a:cubicBezTo>
                      <a:pt x="49" y="122"/>
                      <a:pt x="44" y="119"/>
                      <a:pt x="43" y="113"/>
                    </a:cubicBezTo>
                    <a:cubicBezTo>
                      <a:pt x="43" y="111"/>
                      <a:pt x="43" y="109"/>
                      <a:pt x="43" y="106"/>
                    </a:cubicBezTo>
                    <a:cubicBezTo>
                      <a:pt x="45" y="103"/>
                      <a:pt x="46" y="101"/>
                      <a:pt x="49" y="99"/>
                    </a:cubicBezTo>
                    <a:cubicBezTo>
                      <a:pt x="51" y="98"/>
                      <a:pt x="53" y="97"/>
                      <a:pt x="56" y="97"/>
                    </a:cubicBezTo>
                    <a:cubicBezTo>
                      <a:pt x="57" y="96"/>
                      <a:pt x="57" y="95"/>
                      <a:pt x="58" y="94"/>
                    </a:cubicBezTo>
                    <a:cubicBezTo>
                      <a:pt x="60" y="91"/>
                      <a:pt x="63" y="88"/>
                      <a:pt x="64" y="85"/>
                    </a:cubicBezTo>
                    <a:cubicBezTo>
                      <a:pt x="67" y="80"/>
                      <a:pt x="69" y="76"/>
                      <a:pt x="71" y="71"/>
                    </a:cubicBezTo>
                    <a:cubicBezTo>
                      <a:pt x="74" y="66"/>
                      <a:pt x="75" y="60"/>
                      <a:pt x="77" y="54"/>
                    </a:cubicBezTo>
                    <a:cubicBezTo>
                      <a:pt x="78" y="51"/>
                      <a:pt x="79" y="47"/>
                      <a:pt x="80" y="43"/>
                    </a:cubicBezTo>
                    <a:cubicBezTo>
                      <a:pt x="80" y="41"/>
                      <a:pt x="80" y="39"/>
                      <a:pt x="80" y="37"/>
                    </a:cubicBezTo>
                    <a:cubicBezTo>
                      <a:pt x="80" y="35"/>
                      <a:pt x="80" y="33"/>
                      <a:pt x="80" y="32"/>
                    </a:cubicBezTo>
                    <a:cubicBezTo>
                      <a:pt x="80" y="31"/>
                      <a:pt x="80" y="30"/>
                      <a:pt x="79" y="29"/>
                    </a:cubicBezTo>
                    <a:cubicBezTo>
                      <a:pt x="79" y="28"/>
                      <a:pt x="78" y="28"/>
                      <a:pt x="78" y="27"/>
                    </a:cubicBezTo>
                    <a:cubicBezTo>
                      <a:pt x="78" y="26"/>
                      <a:pt x="78" y="26"/>
                      <a:pt x="78" y="26"/>
                    </a:cubicBezTo>
                    <a:cubicBezTo>
                      <a:pt x="77" y="25"/>
                      <a:pt x="77" y="25"/>
                      <a:pt x="77" y="25"/>
                    </a:cubicBezTo>
                    <a:lnTo>
                      <a:pt x="77" y="24"/>
                    </a:lnTo>
                    <a:lnTo>
                      <a:pt x="76" y="24"/>
                    </a:lnTo>
                    <a:lnTo>
                      <a:pt x="75" y="24"/>
                    </a:lnTo>
                    <a:lnTo>
                      <a:pt x="75" y="23"/>
                    </a:lnTo>
                    <a:cubicBezTo>
                      <a:pt x="74" y="24"/>
                      <a:pt x="74" y="24"/>
                      <a:pt x="74" y="24"/>
                    </a:cubicBezTo>
                    <a:cubicBezTo>
                      <a:pt x="73" y="24"/>
                      <a:pt x="73" y="24"/>
                      <a:pt x="72" y="24"/>
                    </a:cubicBezTo>
                    <a:lnTo>
                      <a:pt x="73" y="24"/>
                    </a:lnTo>
                    <a:cubicBezTo>
                      <a:pt x="72" y="24"/>
                      <a:pt x="71" y="25"/>
                      <a:pt x="70" y="25"/>
                    </a:cubicBezTo>
                    <a:lnTo>
                      <a:pt x="71" y="25"/>
                    </a:lnTo>
                    <a:cubicBezTo>
                      <a:pt x="70" y="26"/>
                      <a:pt x="68" y="26"/>
                      <a:pt x="68" y="27"/>
                    </a:cubicBezTo>
                    <a:cubicBezTo>
                      <a:pt x="67" y="28"/>
                      <a:pt x="66" y="28"/>
                      <a:pt x="66" y="29"/>
                    </a:cubicBezTo>
                    <a:lnTo>
                      <a:pt x="66" y="30"/>
                    </a:lnTo>
                    <a:cubicBezTo>
                      <a:pt x="67" y="36"/>
                      <a:pt x="63" y="42"/>
                      <a:pt x="57" y="43"/>
                    </a:cubicBezTo>
                    <a:cubicBezTo>
                      <a:pt x="55" y="43"/>
                      <a:pt x="53" y="43"/>
                      <a:pt x="51" y="43"/>
                    </a:cubicBezTo>
                    <a:cubicBezTo>
                      <a:pt x="47" y="43"/>
                      <a:pt x="45" y="42"/>
                      <a:pt x="43" y="39"/>
                    </a:cubicBezTo>
                    <a:cubicBezTo>
                      <a:pt x="41" y="36"/>
                      <a:pt x="40" y="33"/>
                      <a:pt x="40" y="30"/>
                    </a:cubicBezTo>
                    <a:cubicBezTo>
                      <a:pt x="40" y="26"/>
                      <a:pt x="42" y="22"/>
                      <a:pt x="45" y="19"/>
                    </a:cubicBezTo>
                    <a:cubicBezTo>
                      <a:pt x="50" y="12"/>
                      <a:pt x="57" y="7"/>
                      <a:pt x="66" y="3"/>
                    </a:cubicBezTo>
                    <a:cubicBezTo>
                      <a:pt x="72" y="0"/>
                      <a:pt x="81" y="0"/>
                      <a:pt x="87" y="4"/>
                    </a:cubicBezTo>
                    <a:cubicBezTo>
                      <a:pt x="102" y="14"/>
                      <a:pt x="103" y="33"/>
                      <a:pt x="101" y="49"/>
                    </a:cubicBezTo>
                    <a:cubicBezTo>
                      <a:pt x="99" y="60"/>
                      <a:pt x="95" y="71"/>
                      <a:pt x="90" y="81"/>
                    </a:cubicBezTo>
                    <a:cubicBezTo>
                      <a:pt x="91" y="81"/>
                      <a:pt x="91" y="81"/>
                      <a:pt x="91" y="80"/>
                    </a:cubicBezTo>
                    <a:cubicBezTo>
                      <a:pt x="90" y="82"/>
                      <a:pt x="89" y="84"/>
                      <a:pt x="88" y="86"/>
                    </a:cubicBezTo>
                    <a:cubicBezTo>
                      <a:pt x="88" y="85"/>
                      <a:pt x="89" y="85"/>
                      <a:pt x="89" y="85"/>
                    </a:cubicBezTo>
                    <a:cubicBezTo>
                      <a:pt x="88" y="86"/>
                      <a:pt x="88" y="87"/>
                      <a:pt x="87" y="88"/>
                    </a:cubicBezTo>
                    <a:cubicBezTo>
                      <a:pt x="88" y="88"/>
                      <a:pt x="88" y="87"/>
                      <a:pt x="88" y="86"/>
                    </a:cubicBezTo>
                    <a:cubicBezTo>
                      <a:pt x="86" y="91"/>
                      <a:pt x="84" y="96"/>
                      <a:pt x="81" y="100"/>
                    </a:cubicBezTo>
                    <a:cubicBezTo>
                      <a:pt x="84" y="102"/>
                      <a:pt x="85" y="103"/>
                      <a:pt x="88" y="104"/>
                    </a:cubicBezTo>
                    <a:cubicBezTo>
                      <a:pt x="94" y="108"/>
                      <a:pt x="100" y="113"/>
                      <a:pt x="105" y="118"/>
                    </a:cubicBezTo>
                    <a:cubicBezTo>
                      <a:pt x="109" y="123"/>
                      <a:pt x="113" y="129"/>
                      <a:pt x="117" y="135"/>
                    </a:cubicBezTo>
                    <a:cubicBezTo>
                      <a:pt x="121" y="142"/>
                      <a:pt x="123" y="149"/>
                      <a:pt x="125" y="157"/>
                    </a:cubicBezTo>
                    <a:cubicBezTo>
                      <a:pt x="129" y="173"/>
                      <a:pt x="129" y="190"/>
                      <a:pt x="126" y="205"/>
                    </a:cubicBezTo>
                    <a:cubicBezTo>
                      <a:pt x="122" y="220"/>
                      <a:pt x="115" y="233"/>
                      <a:pt x="105" y="245"/>
                    </a:cubicBezTo>
                    <a:cubicBezTo>
                      <a:pt x="95" y="256"/>
                      <a:pt x="82" y="264"/>
                      <a:pt x="69" y="271"/>
                    </a:cubicBezTo>
                    <a:cubicBezTo>
                      <a:pt x="59" y="276"/>
                      <a:pt x="47" y="280"/>
                      <a:pt x="35" y="285"/>
                    </a:cubicBezTo>
                    <a:cubicBezTo>
                      <a:pt x="28" y="287"/>
                      <a:pt x="21" y="289"/>
                      <a:pt x="14" y="290"/>
                    </a:cubicBezTo>
                    <a:cubicBezTo>
                      <a:pt x="13" y="290"/>
                      <a:pt x="13" y="290"/>
                      <a:pt x="12" y="290"/>
                    </a:cubicBezTo>
                    <a:cubicBezTo>
                      <a:pt x="7" y="290"/>
                      <a:pt x="1" y="286"/>
                      <a:pt x="1" y="2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7" name="Google Shape;1647;p17"/>
              <p:cNvSpPr/>
              <p:nvPr/>
            </p:nvSpPr>
            <p:spPr>
              <a:xfrm>
                <a:off x="4394160" y="948240"/>
                <a:ext cx="41040" cy="4140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5" extrusionOk="0">
                    <a:moveTo>
                      <a:pt x="95" y="112"/>
                    </a:moveTo>
                    <a:cubicBezTo>
                      <a:pt x="82" y="103"/>
                      <a:pt x="70" y="92"/>
                      <a:pt x="59" y="81"/>
                    </a:cubicBezTo>
                    <a:cubicBezTo>
                      <a:pt x="49" y="70"/>
                      <a:pt x="39" y="60"/>
                      <a:pt x="29" y="49"/>
                    </a:cubicBezTo>
                    <a:cubicBezTo>
                      <a:pt x="25" y="45"/>
                      <a:pt x="21" y="40"/>
                      <a:pt x="17" y="35"/>
                    </a:cubicBezTo>
                    <a:cubicBezTo>
                      <a:pt x="15" y="33"/>
                      <a:pt x="13" y="31"/>
                      <a:pt x="10" y="28"/>
                    </a:cubicBezTo>
                    <a:cubicBezTo>
                      <a:pt x="9" y="27"/>
                      <a:pt x="8" y="25"/>
                      <a:pt x="7" y="23"/>
                    </a:cubicBezTo>
                    <a:cubicBezTo>
                      <a:pt x="5" y="21"/>
                      <a:pt x="3" y="19"/>
                      <a:pt x="2" y="17"/>
                    </a:cubicBezTo>
                    <a:cubicBezTo>
                      <a:pt x="0" y="13"/>
                      <a:pt x="0" y="8"/>
                      <a:pt x="4" y="4"/>
                    </a:cubicBezTo>
                    <a:cubicBezTo>
                      <a:pt x="7" y="1"/>
                      <a:pt x="12" y="0"/>
                      <a:pt x="16" y="2"/>
                    </a:cubicBezTo>
                    <a:cubicBezTo>
                      <a:pt x="19" y="3"/>
                      <a:pt x="21" y="5"/>
                      <a:pt x="22" y="8"/>
                    </a:cubicBezTo>
                    <a:cubicBezTo>
                      <a:pt x="29" y="17"/>
                      <a:pt x="37" y="25"/>
                      <a:pt x="44" y="34"/>
                    </a:cubicBezTo>
                    <a:cubicBezTo>
                      <a:pt x="51" y="42"/>
                      <a:pt x="57" y="49"/>
                      <a:pt x="64" y="57"/>
                    </a:cubicBezTo>
                    <a:cubicBezTo>
                      <a:pt x="70" y="62"/>
                      <a:pt x="75" y="67"/>
                      <a:pt x="80" y="73"/>
                    </a:cubicBezTo>
                    <a:cubicBezTo>
                      <a:pt x="85" y="77"/>
                      <a:pt x="91" y="81"/>
                      <a:pt x="96" y="86"/>
                    </a:cubicBezTo>
                    <a:cubicBezTo>
                      <a:pt x="99" y="89"/>
                      <a:pt x="104" y="92"/>
                      <a:pt x="108" y="95"/>
                    </a:cubicBezTo>
                    <a:cubicBezTo>
                      <a:pt x="112" y="98"/>
                      <a:pt x="113" y="105"/>
                      <a:pt x="110" y="109"/>
                    </a:cubicBezTo>
                    <a:cubicBezTo>
                      <a:pt x="108" y="112"/>
                      <a:pt x="105" y="114"/>
                      <a:pt x="101" y="114"/>
                    </a:cubicBezTo>
                    <a:cubicBezTo>
                      <a:pt x="99" y="114"/>
                      <a:pt x="97" y="113"/>
                      <a:pt x="95" y="1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8" name="Google Shape;1648;p17"/>
              <p:cNvSpPr/>
              <p:nvPr/>
            </p:nvSpPr>
            <p:spPr>
              <a:xfrm>
                <a:off x="4386600" y="940680"/>
                <a:ext cx="66960" cy="81720"/>
              </a:xfrm>
              <a:custGeom>
                <a:avLst/>
                <a:gdLst/>
                <a:ahLst/>
                <a:cxnLst/>
                <a:rect l="l" t="t" r="r" b="b"/>
                <a:pathLst>
                  <a:path w="186" h="227" extrusionOk="0">
                    <a:moveTo>
                      <a:pt x="7" y="225"/>
                    </a:moveTo>
                    <a:cubicBezTo>
                      <a:pt x="2" y="222"/>
                      <a:pt x="0" y="217"/>
                      <a:pt x="3" y="211"/>
                    </a:cubicBezTo>
                    <a:cubicBezTo>
                      <a:pt x="8" y="201"/>
                      <a:pt x="14" y="190"/>
                      <a:pt x="20" y="179"/>
                    </a:cubicBezTo>
                    <a:cubicBezTo>
                      <a:pt x="25" y="170"/>
                      <a:pt x="30" y="160"/>
                      <a:pt x="36" y="151"/>
                    </a:cubicBezTo>
                    <a:lnTo>
                      <a:pt x="35" y="151"/>
                    </a:lnTo>
                    <a:cubicBezTo>
                      <a:pt x="36" y="151"/>
                      <a:pt x="36" y="151"/>
                      <a:pt x="36" y="150"/>
                    </a:cubicBezTo>
                    <a:cubicBezTo>
                      <a:pt x="37" y="149"/>
                      <a:pt x="38" y="147"/>
                      <a:pt x="39" y="146"/>
                    </a:cubicBezTo>
                    <a:lnTo>
                      <a:pt x="38" y="146"/>
                    </a:lnTo>
                    <a:cubicBezTo>
                      <a:pt x="42" y="141"/>
                      <a:pt x="45" y="136"/>
                      <a:pt x="48" y="131"/>
                    </a:cubicBezTo>
                    <a:lnTo>
                      <a:pt x="47" y="131"/>
                    </a:lnTo>
                    <a:cubicBezTo>
                      <a:pt x="48" y="131"/>
                      <a:pt x="48" y="130"/>
                      <a:pt x="49" y="129"/>
                    </a:cubicBezTo>
                    <a:lnTo>
                      <a:pt x="48" y="130"/>
                    </a:lnTo>
                    <a:cubicBezTo>
                      <a:pt x="52" y="124"/>
                      <a:pt x="55" y="120"/>
                      <a:pt x="58" y="115"/>
                    </a:cubicBezTo>
                    <a:cubicBezTo>
                      <a:pt x="60" y="111"/>
                      <a:pt x="63" y="107"/>
                      <a:pt x="66" y="104"/>
                    </a:cubicBezTo>
                    <a:cubicBezTo>
                      <a:pt x="70" y="98"/>
                      <a:pt x="74" y="91"/>
                      <a:pt x="78" y="85"/>
                    </a:cubicBezTo>
                    <a:cubicBezTo>
                      <a:pt x="81" y="81"/>
                      <a:pt x="84" y="77"/>
                      <a:pt x="87" y="74"/>
                    </a:cubicBezTo>
                    <a:cubicBezTo>
                      <a:pt x="91" y="69"/>
                      <a:pt x="94" y="64"/>
                      <a:pt x="98" y="60"/>
                    </a:cubicBezTo>
                    <a:cubicBezTo>
                      <a:pt x="102" y="55"/>
                      <a:pt x="106" y="49"/>
                      <a:pt x="111" y="44"/>
                    </a:cubicBezTo>
                    <a:cubicBezTo>
                      <a:pt x="118" y="36"/>
                      <a:pt x="125" y="28"/>
                      <a:pt x="133" y="21"/>
                    </a:cubicBezTo>
                    <a:cubicBezTo>
                      <a:pt x="139" y="16"/>
                      <a:pt x="144" y="11"/>
                      <a:pt x="150" y="8"/>
                    </a:cubicBezTo>
                    <a:cubicBezTo>
                      <a:pt x="156" y="4"/>
                      <a:pt x="163" y="0"/>
                      <a:pt x="170" y="1"/>
                    </a:cubicBezTo>
                    <a:cubicBezTo>
                      <a:pt x="172" y="1"/>
                      <a:pt x="173" y="1"/>
                      <a:pt x="175" y="2"/>
                    </a:cubicBezTo>
                    <a:cubicBezTo>
                      <a:pt x="181" y="3"/>
                      <a:pt x="185" y="9"/>
                      <a:pt x="183" y="14"/>
                    </a:cubicBezTo>
                    <a:cubicBezTo>
                      <a:pt x="182" y="20"/>
                      <a:pt x="176" y="24"/>
                      <a:pt x="171" y="23"/>
                    </a:cubicBezTo>
                    <a:lnTo>
                      <a:pt x="170" y="23"/>
                    </a:lnTo>
                    <a:lnTo>
                      <a:pt x="169" y="23"/>
                    </a:lnTo>
                    <a:lnTo>
                      <a:pt x="168" y="23"/>
                    </a:lnTo>
                    <a:cubicBezTo>
                      <a:pt x="168" y="23"/>
                      <a:pt x="167" y="23"/>
                      <a:pt x="166" y="24"/>
                    </a:cubicBezTo>
                    <a:cubicBezTo>
                      <a:pt x="165" y="24"/>
                      <a:pt x="164" y="25"/>
                      <a:pt x="163" y="25"/>
                    </a:cubicBezTo>
                    <a:cubicBezTo>
                      <a:pt x="160" y="27"/>
                      <a:pt x="157" y="29"/>
                      <a:pt x="154" y="31"/>
                    </a:cubicBezTo>
                    <a:cubicBezTo>
                      <a:pt x="150" y="35"/>
                      <a:pt x="145" y="39"/>
                      <a:pt x="141" y="43"/>
                    </a:cubicBezTo>
                    <a:cubicBezTo>
                      <a:pt x="131" y="53"/>
                      <a:pt x="122" y="63"/>
                      <a:pt x="113" y="74"/>
                    </a:cubicBezTo>
                    <a:cubicBezTo>
                      <a:pt x="109" y="80"/>
                      <a:pt x="104" y="85"/>
                      <a:pt x="99" y="91"/>
                    </a:cubicBezTo>
                    <a:cubicBezTo>
                      <a:pt x="96" y="96"/>
                      <a:pt x="92" y="101"/>
                      <a:pt x="89" y="106"/>
                    </a:cubicBezTo>
                    <a:cubicBezTo>
                      <a:pt x="85" y="111"/>
                      <a:pt x="81" y="116"/>
                      <a:pt x="78" y="121"/>
                    </a:cubicBezTo>
                    <a:cubicBezTo>
                      <a:pt x="74" y="127"/>
                      <a:pt x="70" y="134"/>
                      <a:pt x="65" y="141"/>
                    </a:cubicBezTo>
                    <a:cubicBezTo>
                      <a:pt x="66" y="140"/>
                      <a:pt x="66" y="140"/>
                      <a:pt x="66" y="140"/>
                    </a:cubicBezTo>
                    <a:lnTo>
                      <a:pt x="65" y="141"/>
                    </a:lnTo>
                    <a:lnTo>
                      <a:pt x="65" y="142"/>
                    </a:lnTo>
                    <a:cubicBezTo>
                      <a:pt x="62" y="147"/>
                      <a:pt x="59" y="152"/>
                      <a:pt x="56" y="157"/>
                    </a:cubicBezTo>
                    <a:cubicBezTo>
                      <a:pt x="55" y="158"/>
                      <a:pt x="54" y="159"/>
                      <a:pt x="53" y="161"/>
                    </a:cubicBezTo>
                    <a:lnTo>
                      <a:pt x="52" y="162"/>
                    </a:lnTo>
                    <a:cubicBezTo>
                      <a:pt x="53" y="162"/>
                      <a:pt x="53" y="161"/>
                      <a:pt x="53" y="161"/>
                    </a:cubicBezTo>
                    <a:cubicBezTo>
                      <a:pt x="48" y="170"/>
                      <a:pt x="42" y="180"/>
                      <a:pt x="37" y="189"/>
                    </a:cubicBezTo>
                    <a:cubicBezTo>
                      <a:pt x="31" y="200"/>
                      <a:pt x="26" y="210"/>
                      <a:pt x="21" y="221"/>
                    </a:cubicBezTo>
                    <a:cubicBezTo>
                      <a:pt x="19" y="224"/>
                      <a:pt x="15" y="226"/>
                      <a:pt x="12" y="226"/>
                    </a:cubicBezTo>
                    <a:cubicBezTo>
                      <a:pt x="10" y="226"/>
                      <a:pt x="9" y="226"/>
                      <a:pt x="7" y="2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9" name="Google Shape;1649;p17"/>
              <p:cNvSpPr/>
              <p:nvPr/>
            </p:nvSpPr>
            <p:spPr>
              <a:xfrm>
                <a:off x="3907440" y="882000"/>
                <a:ext cx="124200" cy="125280"/>
              </a:xfrm>
              <a:custGeom>
                <a:avLst/>
                <a:gdLst/>
                <a:ahLst/>
                <a:cxnLst/>
                <a:rect l="l" t="t" r="r" b="b"/>
                <a:pathLst>
                  <a:path w="345" h="348" extrusionOk="0">
                    <a:moveTo>
                      <a:pt x="324" y="344"/>
                    </a:moveTo>
                    <a:cubicBezTo>
                      <a:pt x="322" y="341"/>
                      <a:pt x="319" y="337"/>
                      <a:pt x="315" y="334"/>
                    </a:cubicBezTo>
                    <a:cubicBezTo>
                      <a:pt x="313" y="332"/>
                      <a:pt x="311" y="330"/>
                      <a:pt x="309" y="328"/>
                    </a:cubicBezTo>
                    <a:cubicBezTo>
                      <a:pt x="301" y="323"/>
                      <a:pt x="292" y="318"/>
                      <a:pt x="285" y="313"/>
                    </a:cubicBezTo>
                    <a:cubicBezTo>
                      <a:pt x="277" y="306"/>
                      <a:pt x="270" y="299"/>
                      <a:pt x="262" y="292"/>
                    </a:cubicBezTo>
                    <a:cubicBezTo>
                      <a:pt x="262" y="293"/>
                      <a:pt x="262" y="293"/>
                      <a:pt x="262" y="293"/>
                    </a:cubicBezTo>
                    <a:cubicBezTo>
                      <a:pt x="246" y="278"/>
                      <a:pt x="231" y="262"/>
                      <a:pt x="216" y="247"/>
                    </a:cubicBezTo>
                    <a:cubicBezTo>
                      <a:pt x="200" y="232"/>
                      <a:pt x="185" y="216"/>
                      <a:pt x="171" y="200"/>
                    </a:cubicBezTo>
                    <a:cubicBezTo>
                      <a:pt x="156" y="183"/>
                      <a:pt x="140" y="166"/>
                      <a:pt x="124" y="150"/>
                    </a:cubicBezTo>
                    <a:cubicBezTo>
                      <a:pt x="109" y="134"/>
                      <a:pt x="93" y="117"/>
                      <a:pt x="78" y="100"/>
                    </a:cubicBezTo>
                    <a:cubicBezTo>
                      <a:pt x="66" y="86"/>
                      <a:pt x="53" y="72"/>
                      <a:pt x="41" y="59"/>
                    </a:cubicBezTo>
                    <a:cubicBezTo>
                      <a:pt x="35" y="52"/>
                      <a:pt x="28" y="46"/>
                      <a:pt x="23" y="39"/>
                    </a:cubicBezTo>
                    <a:cubicBezTo>
                      <a:pt x="19" y="36"/>
                      <a:pt x="16" y="32"/>
                      <a:pt x="13" y="29"/>
                    </a:cubicBezTo>
                    <a:cubicBezTo>
                      <a:pt x="10" y="25"/>
                      <a:pt x="6" y="22"/>
                      <a:pt x="4" y="18"/>
                    </a:cubicBezTo>
                    <a:cubicBezTo>
                      <a:pt x="0" y="13"/>
                      <a:pt x="2" y="5"/>
                      <a:pt x="8" y="2"/>
                    </a:cubicBezTo>
                    <a:cubicBezTo>
                      <a:pt x="10" y="0"/>
                      <a:pt x="14" y="0"/>
                      <a:pt x="17" y="1"/>
                    </a:cubicBezTo>
                    <a:cubicBezTo>
                      <a:pt x="20" y="3"/>
                      <a:pt x="22" y="5"/>
                      <a:pt x="22" y="7"/>
                    </a:cubicBezTo>
                    <a:lnTo>
                      <a:pt x="23" y="7"/>
                    </a:lnTo>
                    <a:cubicBezTo>
                      <a:pt x="24" y="10"/>
                      <a:pt x="26" y="12"/>
                      <a:pt x="28" y="15"/>
                    </a:cubicBezTo>
                    <a:cubicBezTo>
                      <a:pt x="35" y="23"/>
                      <a:pt x="43" y="32"/>
                      <a:pt x="50" y="40"/>
                    </a:cubicBezTo>
                    <a:cubicBezTo>
                      <a:pt x="57" y="47"/>
                      <a:pt x="64" y="56"/>
                      <a:pt x="71" y="64"/>
                    </a:cubicBezTo>
                    <a:cubicBezTo>
                      <a:pt x="86" y="80"/>
                      <a:pt x="101" y="97"/>
                      <a:pt x="116" y="113"/>
                    </a:cubicBezTo>
                    <a:cubicBezTo>
                      <a:pt x="132" y="130"/>
                      <a:pt x="147" y="146"/>
                      <a:pt x="163" y="163"/>
                    </a:cubicBezTo>
                    <a:cubicBezTo>
                      <a:pt x="178" y="179"/>
                      <a:pt x="192" y="195"/>
                      <a:pt x="207" y="210"/>
                    </a:cubicBezTo>
                    <a:cubicBezTo>
                      <a:pt x="217" y="220"/>
                      <a:pt x="227" y="230"/>
                      <a:pt x="237" y="240"/>
                    </a:cubicBezTo>
                    <a:cubicBezTo>
                      <a:pt x="248" y="250"/>
                      <a:pt x="259" y="260"/>
                      <a:pt x="269" y="271"/>
                    </a:cubicBezTo>
                    <a:cubicBezTo>
                      <a:pt x="280" y="280"/>
                      <a:pt x="290" y="289"/>
                      <a:pt x="301" y="297"/>
                    </a:cubicBezTo>
                    <a:cubicBezTo>
                      <a:pt x="301" y="298"/>
                      <a:pt x="302" y="298"/>
                      <a:pt x="302" y="298"/>
                    </a:cubicBezTo>
                    <a:lnTo>
                      <a:pt x="301" y="297"/>
                    </a:lnTo>
                    <a:cubicBezTo>
                      <a:pt x="308" y="302"/>
                      <a:pt x="315" y="306"/>
                      <a:pt x="321" y="311"/>
                    </a:cubicBezTo>
                    <a:cubicBezTo>
                      <a:pt x="322" y="311"/>
                      <a:pt x="322" y="311"/>
                      <a:pt x="322" y="311"/>
                    </a:cubicBezTo>
                    <a:cubicBezTo>
                      <a:pt x="329" y="317"/>
                      <a:pt x="334" y="322"/>
                      <a:pt x="340" y="329"/>
                    </a:cubicBezTo>
                    <a:cubicBezTo>
                      <a:pt x="344" y="334"/>
                      <a:pt x="344" y="340"/>
                      <a:pt x="340" y="344"/>
                    </a:cubicBezTo>
                    <a:cubicBezTo>
                      <a:pt x="338" y="346"/>
                      <a:pt x="335" y="347"/>
                      <a:pt x="332" y="347"/>
                    </a:cubicBezTo>
                    <a:cubicBezTo>
                      <a:pt x="329" y="347"/>
                      <a:pt x="326" y="346"/>
                      <a:pt x="324" y="3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0" name="Google Shape;1650;p17"/>
              <p:cNvSpPr/>
              <p:nvPr/>
            </p:nvSpPr>
            <p:spPr>
              <a:xfrm>
                <a:off x="3924720" y="854640"/>
                <a:ext cx="170280" cy="178200"/>
              </a:xfrm>
              <a:custGeom>
                <a:avLst/>
                <a:gdLst/>
                <a:ahLst/>
                <a:cxnLst/>
                <a:rect l="l" t="t" r="r" b="b"/>
                <a:pathLst>
                  <a:path w="473" h="495" extrusionOk="0">
                    <a:moveTo>
                      <a:pt x="452" y="491"/>
                    </a:moveTo>
                    <a:cubicBezTo>
                      <a:pt x="451" y="491"/>
                      <a:pt x="451" y="490"/>
                      <a:pt x="451" y="490"/>
                    </a:cubicBezTo>
                    <a:lnTo>
                      <a:pt x="451" y="491"/>
                    </a:lnTo>
                    <a:cubicBezTo>
                      <a:pt x="451" y="490"/>
                      <a:pt x="450" y="489"/>
                      <a:pt x="450" y="488"/>
                    </a:cubicBezTo>
                    <a:cubicBezTo>
                      <a:pt x="450" y="489"/>
                      <a:pt x="450" y="489"/>
                      <a:pt x="450" y="489"/>
                    </a:cubicBezTo>
                    <a:cubicBezTo>
                      <a:pt x="434" y="474"/>
                      <a:pt x="419" y="460"/>
                      <a:pt x="404" y="444"/>
                    </a:cubicBezTo>
                    <a:cubicBezTo>
                      <a:pt x="389" y="429"/>
                      <a:pt x="374" y="414"/>
                      <a:pt x="359" y="398"/>
                    </a:cubicBezTo>
                    <a:cubicBezTo>
                      <a:pt x="345" y="382"/>
                      <a:pt x="331" y="366"/>
                      <a:pt x="316" y="351"/>
                    </a:cubicBezTo>
                    <a:cubicBezTo>
                      <a:pt x="301" y="336"/>
                      <a:pt x="286" y="320"/>
                      <a:pt x="271" y="305"/>
                    </a:cubicBezTo>
                    <a:cubicBezTo>
                      <a:pt x="255" y="289"/>
                      <a:pt x="239" y="274"/>
                      <a:pt x="224" y="258"/>
                    </a:cubicBezTo>
                    <a:cubicBezTo>
                      <a:pt x="208" y="242"/>
                      <a:pt x="193" y="227"/>
                      <a:pt x="178" y="211"/>
                    </a:cubicBezTo>
                    <a:cubicBezTo>
                      <a:pt x="163" y="196"/>
                      <a:pt x="148" y="181"/>
                      <a:pt x="134" y="165"/>
                    </a:cubicBezTo>
                    <a:cubicBezTo>
                      <a:pt x="119" y="148"/>
                      <a:pt x="104" y="131"/>
                      <a:pt x="87" y="114"/>
                    </a:cubicBezTo>
                    <a:cubicBezTo>
                      <a:pt x="73" y="98"/>
                      <a:pt x="58" y="83"/>
                      <a:pt x="42" y="67"/>
                    </a:cubicBezTo>
                    <a:cubicBezTo>
                      <a:pt x="39" y="63"/>
                      <a:pt x="35" y="59"/>
                      <a:pt x="32" y="55"/>
                    </a:cubicBezTo>
                    <a:cubicBezTo>
                      <a:pt x="28" y="51"/>
                      <a:pt x="25" y="48"/>
                      <a:pt x="22" y="44"/>
                    </a:cubicBezTo>
                    <a:cubicBezTo>
                      <a:pt x="15" y="35"/>
                      <a:pt x="9" y="26"/>
                      <a:pt x="3" y="17"/>
                    </a:cubicBezTo>
                    <a:cubicBezTo>
                      <a:pt x="0" y="12"/>
                      <a:pt x="3" y="5"/>
                      <a:pt x="8" y="2"/>
                    </a:cubicBezTo>
                    <a:cubicBezTo>
                      <a:pt x="13" y="0"/>
                      <a:pt x="20" y="2"/>
                      <a:pt x="23" y="7"/>
                    </a:cubicBezTo>
                    <a:cubicBezTo>
                      <a:pt x="24" y="10"/>
                      <a:pt x="26" y="13"/>
                      <a:pt x="28" y="17"/>
                    </a:cubicBezTo>
                    <a:cubicBezTo>
                      <a:pt x="31" y="21"/>
                      <a:pt x="34" y="27"/>
                      <a:pt x="38" y="31"/>
                    </a:cubicBezTo>
                    <a:lnTo>
                      <a:pt x="38" y="32"/>
                    </a:lnTo>
                    <a:cubicBezTo>
                      <a:pt x="39" y="33"/>
                      <a:pt x="40" y="33"/>
                      <a:pt x="40" y="34"/>
                    </a:cubicBezTo>
                    <a:cubicBezTo>
                      <a:pt x="40" y="33"/>
                      <a:pt x="39" y="33"/>
                      <a:pt x="39" y="33"/>
                    </a:cubicBezTo>
                    <a:cubicBezTo>
                      <a:pt x="41" y="35"/>
                      <a:pt x="42" y="37"/>
                      <a:pt x="45" y="39"/>
                    </a:cubicBezTo>
                    <a:cubicBezTo>
                      <a:pt x="44" y="39"/>
                      <a:pt x="44" y="38"/>
                      <a:pt x="44" y="38"/>
                    </a:cubicBezTo>
                    <a:cubicBezTo>
                      <a:pt x="47" y="42"/>
                      <a:pt x="51" y="47"/>
                      <a:pt x="55" y="51"/>
                    </a:cubicBezTo>
                    <a:cubicBezTo>
                      <a:pt x="59" y="55"/>
                      <a:pt x="63" y="59"/>
                      <a:pt x="66" y="63"/>
                    </a:cubicBezTo>
                    <a:cubicBezTo>
                      <a:pt x="73" y="70"/>
                      <a:pt x="80" y="78"/>
                      <a:pt x="86" y="85"/>
                    </a:cubicBezTo>
                    <a:cubicBezTo>
                      <a:pt x="102" y="101"/>
                      <a:pt x="117" y="118"/>
                      <a:pt x="132" y="135"/>
                    </a:cubicBezTo>
                    <a:cubicBezTo>
                      <a:pt x="147" y="151"/>
                      <a:pt x="161" y="167"/>
                      <a:pt x="176" y="183"/>
                    </a:cubicBezTo>
                    <a:cubicBezTo>
                      <a:pt x="190" y="199"/>
                      <a:pt x="206" y="214"/>
                      <a:pt x="221" y="229"/>
                    </a:cubicBezTo>
                    <a:cubicBezTo>
                      <a:pt x="236" y="245"/>
                      <a:pt x="253" y="260"/>
                      <a:pt x="269" y="276"/>
                    </a:cubicBezTo>
                    <a:cubicBezTo>
                      <a:pt x="284" y="291"/>
                      <a:pt x="298" y="305"/>
                      <a:pt x="313" y="320"/>
                    </a:cubicBezTo>
                    <a:cubicBezTo>
                      <a:pt x="329" y="336"/>
                      <a:pt x="344" y="352"/>
                      <a:pt x="359" y="369"/>
                    </a:cubicBezTo>
                    <a:cubicBezTo>
                      <a:pt x="374" y="384"/>
                      <a:pt x="388" y="400"/>
                      <a:pt x="403" y="415"/>
                    </a:cubicBezTo>
                    <a:cubicBezTo>
                      <a:pt x="414" y="426"/>
                      <a:pt x="425" y="437"/>
                      <a:pt x="437" y="449"/>
                    </a:cubicBezTo>
                    <a:cubicBezTo>
                      <a:pt x="447" y="457"/>
                      <a:pt x="457" y="466"/>
                      <a:pt x="467" y="475"/>
                    </a:cubicBezTo>
                    <a:cubicBezTo>
                      <a:pt x="471" y="479"/>
                      <a:pt x="472" y="486"/>
                      <a:pt x="468" y="491"/>
                    </a:cubicBezTo>
                    <a:cubicBezTo>
                      <a:pt x="467" y="492"/>
                      <a:pt x="464" y="494"/>
                      <a:pt x="461" y="494"/>
                    </a:cubicBezTo>
                    <a:lnTo>
                      <a:pt x="460" y="494"/>
                    </a:lnTo>
                    <a:cubicBezTo>
                      <a:pt x="457" y="494"/>
                      <a:pt x="454" y="493"/>
                      <a:pt x="452" y="49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1" name="Google Shape;1651;p17"/>
              <p:cNvSpPr/>
              <p:nvPr/>
            </p:nvSpPr>
            <p:spPr>
              <a:xfrm>
                <a:off x="3954240" y="841320"/>
                <a:ext cx="173880" cy="194760"/>
              </a:xfrm>
              <a:custGeom>
                <a:avLst/>
                <a:gdLst/>
                <a:ahLst/>
                <a:cxnLst/>
                <a:rect l="l" t="t" r="r" b="b"/>
                <a:pathLst>
                  <a:path w="483" h="541" extrusionOk="0">
                    <a:moveTo>
                      <a:pt x="462" y="537"/>
                    </a:moveTo>
                    <a:cubicBezTo>
                      <a:pt x="458" y="532"/>
                      <a:pt x="453" y="526"/>
                      <a:pt x="448" y="521"/>
                    </a:cubicBezTo>
                    <a:cubicBezTo>
                      <a:pt x="443" y="515"/>
                      <a:pt x="439" y="511"/>
                      <a:pt x="433" y="505"/>
                    </a:cubicBezTo>
                    <a:cubicBezTo>
                      <a:pt x="423" y="495"/>
                      <a:pt x="413" y="486"/>
                      <a:pt x="403" y="476"/>
                    </a:cubicBezTo>
                    <a:lnTo>
                      <a:pt x="402" y="475"/>
                    </a:lnTo>
                    <a:cubicBezTo>
                      <a:pt x="400" y="473"/>
                      <a:pt x="398" y="472"/>
                      <a:pt x="397" y="470"/>
                    </a:cubicBezTo>
                    <a:lnTo>
                      <a:pt x="396" y="470"/>
                    </a:lnTo>
                    <a:cubicBezTo>
                      <a:pt x="396" y="469"/>
                      <a:pt x="396" y="469"/>
                      <a:pt x="396" y="469"/>
                    </a:cubicBezTo>
                    <a:cubicBezTo>
                      <a:pt x="394" y="468"/>
                      <a:pt x="393" y="466"/>
                      <a:pt x="391" y="465"/>
                    </a:cubicBezTo>
                    <a:cubicBezTo>
                      <a:pt x="390" y="465"/>
                      <a:pt x="390" y="464"/>
                      <a:pt x="390" y="464"/>
                    </a:cubicBezTo>
                    <a:cubicBezTo>
                      <a:pt x="375" y="450"/>
                      <a:pt x="360" y="436"/>
                      <a:pt x="345" y="421"/>
                    </a:cubicBezTo>
                    <a:cubicBezTo>
                      <a:pt x="338" y="414"/>
                      <a:pt x="331" y="406"/>
                      <a:pt x="324" y="398"/>
                    </a:cubicBezTo>
                    <a:cubicBezTo>
                      <a:pt x="317" y="389"/>
                      <a:pt x="310" y="381"/>
                      <a:pt x="302" y="373"/>
                    </a:cubicBezTo>
                    <a:cubicBezTo>
                      <a:pt x="288" y="356"/>
                      <a:pt x="274" y="340"/>
                      <a:pt x="260" y="324"/>
                    </a:cubicBezTo>
                    <a:cubicBezTo>
                      <a:pt x="246" y="307"/>
                      <a:pt x="231" y="292"/>
                      <a:pt x="217" y="275"/>
                    </a:cubicBezTo>
                    <a:cubicBezTo>
                      <a:pt x="196" y="252"/>
                      <a:pt x="176" y="228"/>
                      <a:pt x="157" y="204"/>
                    </a:cubicBezTo>
                    <a:cubicBezTo>
                      <a:pt x="151" y="198"/>
                      <a:pt x="146" y="191"/>
                      <a:pt x="140" y="184"/>
                    </a:cubicBezTo>
                    <a:cubicBezTo>
                      <a:pt x="135" y="177"/>
                      <a:pt x="130" y="171"/>
                      <a:pt x="124" y="164"/>
                    </a:cubicBezTo>
                    <a:lnTo>
                      <a:pt x="125" y="165"/>
                    </a:lnTo>
                    <a:cubicBezTo>
                      <a:pt x="124" y="165"/>
                      <a:pt x="124" y="164"/>
                      <a:pt x="124" y="164"/>
                    </a:cubicBezTo>
                    <a:cubicBezTo>
                      <a:pt x="124" y="164"/>
                      <a:pt x="124" y="163"/>
                      <a:pt x="123" y="163"/>
                    </a:cubicBezTo>
                    <a:cubicBezTo>
                      <a:pt x="124" y="163"/>
                      <a:pt x="124" y="164"/>
                      <a:pt x="124" y="164"/>
                    </a:cubicBezTo>
                    <a:cubicBezTo>
                      <a:pt x="123" y="162"/>
                      <a:pt x="122" y="161"/>
                      <a:pt x="120" y="160"/>
                    </a:cubicBezTo>
                    <a:cubicBezTo>
                      <a:pt x="121" y="160"/>
                      <a:pt x="121" y="160"/>
                      <a:pt x="122" y="161"/>
                    </a:cubicBezTo>
                    <a:cubicBezTo>
                      <a:pt x="120" y="160"/>
                      <a:pt x="120" y="159"/>
                      <a:pt x="119" y="158"/>
                    </a:cubicBezTo>
                    <a:lnTo>
                      <a:pt x="119" y="159"/>
                    </a:lnTo>
                    <a:cubicBezTo>
                      <a:pt x="119" y="158"/>
                      <a:pt x="118" y="157"/>
                      <a:pt x="118" y="156"/>
                    </a:cubicBezTo>
                    <a:cubicBezTo>
                      <a:pt x="116" y="155"/>
                      <a:pt x="116" y="154"/>
                      <a:pt x="115" y="153"/>
                    </a:cubicBezTo>
                    <a:cubicBezTo>
                      <a:pt x="114" y="152"/>
                      <a:pt x="114" y="151"/>
                      <a:pt x="112" y="149"/>
                    </a:cubicBezTo>
                    <a:cubicBezTo>
                      <a:pt x="112" y="150"/>
                      <a:pt x="113" y="150"/>
                      <a:pt x="113" y="151"/>
                    </a:cubicBezTo>
                    <a:cubicBezTo>
                      <a:pt x="112" y="149"/>
                      <a:pt x="111" y="149"/>
                      <a:pt x="111" y="148"/>
                    </a:cubicBezTo>
                    <a:cubicBezTo>
                      <a:pt x="111" y="148"/>
                      <a:pt x="110" y="147"/>
                      <a:pt x="109" y="146"/>
                    </a:cubicBezTo>
                    <a:cubicBezTo>
                      <a:pt x="110" y="147"/>
                      <a:pt x="110" y="147"/>
                      <a:pt x="110" y="147"/>
                    </a:cubicBezTo>
                    <a:cubicBezTo>
                      <a:pt x="109" y="146"/>
                      <a:pt x="109" y="145"/>
                      <a:pt x="108" y="144"/>
                    </a:cubicBezTo>
                    <a:cubicBezTo>
                      <a:pt x="94" y="128"/>
                      <a:pt x="81" y="112"/>
                      <a:pt x="67" y="96"/>
                    </a:cubicBezTo>
                    <a:cubicBezTo>
                      <a:pt x="59" y="87"/>
                      <a:pt x="51" y="78"/>
                      <a:pt x="43" y="69"/>
                    </a:cubicBezTo>
                    <a:cubicBezTo>
                      <a:pt x="36" y="61"/>
                      <a:pt x="30" y="54"/>
                      <a:pt x="23" y="46"/>
                    </a:cubicBezTo>
                    <a:cubicBezTo>
                      <a:pt x="20" y="42"/>
                      <a:pt x="17" y="39"/>
                      <a:pt x="14" y="35"/>
                    </a:cubicBezTo>
                    <a:cubicBezTo>
                      <a:pt x="11" y="29"/>
                      <a:pt x="7" y="24"/>
                      <a:pt x="3" y="18"/>
                    </a:cubicBezTo>
                    <a:cubicBezTo>
                      <a:pt x="0" y="14"/>
                      <a:pt x="1" y="7"/>
                      <a:pt x="6" y="3"/>
                    </a:cubicBezTo>
                    <a:cubicBezTo>
                      <a:pt x="10" y="0"/>
                      <a:pt x="18" y="1"/>
                      <a:pt x="21" y="6"/>
                    </a:cubicBezTo>
                    <a:cubicBezTo>
                      <a:pt x="27" y="14"/>
                      <a:pt x="33" y="23"/>
                      <a:pt x="38" y="31"/>
                    </a:cubicBezTo>
                    <a:cubicBezTo>
                      <a:pt x="44" y="38"/>
                      <a:pt x="49" y="45"/>
                      <a:pt x="55" y="52"/>
                    </a:cubicBezTo>
                    <a:cubicBezTo>
                      <a:pt x="71" y="71"/>
                      <a:pt x="87" y="90"/>
                      <a:pt x="103" y="109"/>
                    </a:cubicBezTo>
                    <a:cubicBezTo>
                      <a:pt x="109" y="116"/>
                      <a:pt x="115" y="124"/>
                      <a:pt x="120" y="131"/>
                    </a:cubicBezTo>
                    <a:cubicBezTo>
                      <a:pt x="129" y="141"/>
                      <a:pt x="137" y="151"/>
                      <a:pt x="144" y="160"/>
                    </a:cubicBezTo>
                    <a:cubicBezTo>
                      <a:pt x="153" y="172"/>
                      <a:pt x="162" y="182"/>
                      <a:pt x="171" y="192"/>
                    </a:cubicBezTo>
                    <a:cubicBezTo>
                      <a:pt x="170" y="192"/>
                      <a:pt x="170" y="192"/>
                      <a:pt x="169" y="192"/>
                    </a:cubicBezTo>
                    <a:cubicBezTo>
                      <a:pt x="175" y="198"/>
                      <a:pt x="180" y="204"/>
                      <a:pt x="185" y="211"/>
                    </a:cubicBezTo>
                    <a:cubicBezTo>
                      <a:pt x="185" y="210"/>
                      <a:pt x="185" y="210"/>
                      <a:pt x="185" y="209"/>
                    </a:cubicBezTo>
                    <a:cubicBezTo>
                      <a:pt x="212" y="243"/>
                      <a:pt x="241" y="275"/>
                      <a:pt x="270" y="307"/>
                    </a:cubicBezTo>
                    <a:cubicBezTo>
                      <a:pt x="299" y="338"/>
                      <a:pt x="327" y="371"/>
                      <a:pt x="356" y="403"/>
                    </a:cubicBezTo>
                    <a:cubicBezTo>
                      <a:pt x="363" y="411"/>
                      <a:pt x="372" y="419"/>
                      <a:pt x="380" y="426"/>
                    </a:cubicBezTo>
                    <a:cubicBezTo>
                      <a:pt x="388" y="434"/>
                      <a:pt x="396" y="441"/>
                      <a:pt x="404" y="449"/>
                    </a:cubicBezTo>
                    <a:lnTo>
                      <a:pt x="405" y="449"/>
                    </a:lnTo>
                    <a:cubicBezTo>
                      <a:pt x="404" y="449"/>
                      <a:pt x="404" y="449"/>
                      <a:pt x="404" y="449"/>
                    </a:cubicBezTo>
                    <a:cubicBezTo>
                      <a:pt x="405" y="449"/>
                      <a:pt x="405" y="449"/>
                      <a:pt x="405" y="449"/>
                    </a:cubicBezTo>
                    <a:cubicBezTo>
                      <a:pt x="407" y="451"/>
                      <a:pt x="408" y="452"/>
                      <a:pt x="410" y="454"/>
                    </a:cubicBezTo>
                    <a:lnTo>
                      <a:pt x="410" y="455"/>
                    </a:lnTo>
                    <a:cubicBezTo>
                      <a:pt x="411" y="455"/>
                      <a:pt x="411" y="455"/>
                      <a:pt x="411" y="455"/>
                    </a:cubicBezTo>
                    <a:cubicBezTo>
                      <a:pt x="412" y="456"/>
                      <a:pt x="414" y="458"/>
                      <a:pt x="416" y="461"/>
                    </a:cubicBezTo>
                    <a:cubicBezTo>
                      <a:pt x="416" y="460"/>
                      <a:pt x="416" y="460"/>
                      <a:pt x="416" y="460"/>
                    </a:cubicBezTo>
                    <a:cubicBezTo>
                      <a:pt x="427" y="470"/>
                      <a:pt x="438" y="480"/>
                      <a:pt x="448" y="491"/>
                    </a:cubicBezTo>
                    <a:cubicBezTo>
                      <a:pt x="459" y="501"/>
                      <a:pt x="469" y="512"/>
                      <a:pt x="478" y="522"/>
                    </a:cubicBezTo>
                    <a:cubicBezTo>
                      <a:pt x="482" y="526"/>
                      <a:pt x="482" y="533"/>
                      <a:pt x="478" y="537"/>
                    </a:cubicBezTo>
                    <a:cubicBezTo>
                      <a:pt x="476" y="539"/>
                      <a:pt x="474" y="540"/>
                      <a:pt x="471" y="540"/>
                    </a:cubicBezTo>
                    <a:cubicBezTo>
                      <a:pt x="468" y="540"/>
                      <a:pt x="465" y="539"/>
                      <a:pt x="462" y="5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2" name="Google Shape;1652;p17"/>
              <p:cNvSpPr/>
              <p:nvPr/>
            </p:nvSpPr>
            <p:spPr>
              <a:xfrm>
                <a:off x="3974760" y="827640"/>
                <a:ext cx="190800" cy="219960"/>
              </a:xfrm>
              <a:custGeom>
                <a:avLst/>
                <a:gdLst/>
                <a:ahLst/>
                <a:cxnLst/>
                <a:rect l="l" t="t" r="r" b="b"/>
                <a:pathLst>
                  <a:path w="530" h="611" extrusionOk="0">
                    <a:moveTo>
                      <a:pt x="516" y="610"/>
                    </a:moveTo>
                    <a:cubicBezTo>
                      <a:pt x="513" y="610"/>
                      <a:pt x="511" y="609"/>
                      <a:pt x="509" y="607"/>
                    </a:cubicBezTo>
                    <a:cubicBezTo>
                      <a:pt x="506" y="605"/>
                      <a:pt x="504" y="603"/>
                      <a:pt x="502" y="600"/>
                    </a:cubicBezTo>
                    <a:lnTo>
                      <a:pt x="502" y="601"/>
                    </a:lnTo>
                    <a:cubicBezTo>
                      <a:pt x="502" y="600"/>
                      <a:pt x="501" y="600"/>
                      <a:pt x="501" y="599"/>
                    </a:cubicBezTo>
                    <a:cubicBezTo>
                      <a:pt x="501" y="599"/>
                      <a:pt x="500" y="599"/>
                      <a:pt x="500" y="598"/>
                    </a:cubicBezTo>
                    <a:cubicBezTo>
                      <a:pt x="500" y="599"/>
                      <a:pt x="500" y="599"/>
                      <a:pt x="501" y="599"/>
                    </a:cubicBezTo>
                    <a:cubicBezTo>
                      <a:pt x="497" y="596"/>
                      <a:pt x="494" y="592"/>
                      <a:pt x="490" y="589"/>
                    </a:cubicBezTo>
                    <a:cubicBezTo>
                      <a:pt x="486" y="586"/>
                      <a:pt x="483" y="583"/>
                      <a:pt x="479" y="579"/>
                    </a:cubicBezTo>
                    <a:cubicBezTo>
                      <a:pt x="471" y="572"/>
                      <a:pt x="465" y="564"/>
                      <a:pt x="459" y="556"/>
                    </a:cubicBezTo>
                    <a:cubicBezTo>
                      <a:pt x="445" y="540"/>
                      <a:pt x="431" y="524"/>
                      <a:pt x="417" y="507"/>
                    </a:cubicBezTo>
                    <a:cubicBezTo>
                      <a:pt x="408" y="495"/>
                      <a:pt x="399" y="483"/>
                      <a:pt x="389" y="471"/>
                    </a:cubicBezTo>
                    <a:cubicBezTo>
                      <a:pt x="388" y="471"/>
                      <a:pt x="388" y="470"/>
                      <a:pt x="387" y="469"/>
                    </a:cubicBezTo>
                    <a:lnTo>
                      <a:pt x="388" y="469"/>
                    </a:lnTo>
                    <a:cubicBezTo>
                      <a:pt x="387" y="469"/>
                      <a:pt x="387" y="469"/>
                      <a:pt x="387" y="469"/>
                    </a:cubicBezTo>
                    <a:cubicBezTo>
                      <a:pt x="387" y="469"/>
                      <a:pt x="386" y="469"/>
                      <a:pt x="386" y="468"/>
                    </a:cubicBezTo>
                    <a:cubicBezTo>
                      <a:pt x="386" y="468"/>
                      <a:pt x="386" y="469"/>
                      <a:pt x="387" y="469"/>
                    </a:cubicBezTo>
                    <a:cubicBezTo>
                      <a:pt x="386" y="468"/>
                      <a:pt x="385" y="466"/>
                      <a:pt x="384" y="465"/>
                    </a:cubicBezTo>
                    <a:cubicBezTo>
                      <a:pt x="384" y="466"/>
                      <a:pt x="384" y="466"/>
                      <a:pt x="384" y="466"/>
                    </a:cubicBezTo>
                    <a:cubicBezTo>
                      <a:pt x="383" y="465"/>
                      <a:pt x="383" y="464"/>
                      <a:pt x="382" y="464"/>
                    </a:cubicBezTo>
                    <a:cubicBezTo>
                      <a:pt x="382" y="463"/>
                      <a:pt x="382" y="463"/>
                      <a:pt x="382" y="462"/>
                    </a:cubicBezTo>
                    <a:lnTo>
                      <a:pt x="381" y="462"/>
                    </a:lnTo>
                    <a:cubicBezTo>
                      <a:pt x="381" y="462"/>
                      <a:pt x="381" y="461"/>
                      <a:pt x="380" y="461"/>
                    </a:cubicBezTo>
                    <a:lnTo>
                      <a:pt x="381" y="461"/>
                    </a:lnTo>
                    <a:cubicBezTo>
                      <a:pt x="377" y="457"/>
                      <a:pt x="374" y="453"/>
                      <a:pt x="371" y="449"/>
                    </a:cubicBezTo>
                    <a:cubicBezTo>
                      <a:pt x="371" y="450"/>
                      <a:pt x="371" y="450"/>
                      <a:pt x="371" y="450"/>
                    </a:cubicBezTo>
                    <a:cubicBezTo>
                      <a:pt x="354" y="430"/>
                      <a:pt x="338" y="409"/>
                      <a:pt x="322" y="388"/>
                    </a:cubicBezTo>
                    <a:lnTo>
                      <a:pt x="322" y="389"/>
                    </a:lnTo>
                    <a:cubicBezTo>
                      <a:pt x="321" y="387"/>
                      <a:pt x="319" y="385"/>
                      <a:pt x="317" y="383"/>
                    </a:cubicBezTo>
                    <a:cubicBezTo>
                      <a:pt x="290" y="351"/>
                      <a:pt x="262" y="319"/>
                      <a:pt x="236" y="286"/>
                    </a:cubicBezTo>
                    <a:cubicBezTo>
                      <a:pt x="208" y="254"/>
                      <a:pt x="180" y="221"/>
                      <a:pt x="151" y="188"/>
                    </a:cubicBezTo>
                    <a:cubicBezTo>
                      <a:pt x="123" y="156"/>
                      <a:pt x="93" y="124"/>
                      <a:pt x="65" y="92"/>
                    </a:cubicBezTo>
                    <a:cubicBezTo>
                      <a:pt x="58" y="84"/>
                      <a:pt x="51" y="77"/>
                      <a:pt x="45" y="70"/>
                    </a:cubicBezTo>
                    <a:cubicBezTo>
                      <a:pt x="39" y="63"/>
                      <a:pt x="33" y="56"/>
                      <a:pt x="27" y="49"/>
                    </a:cubicBezTo>
                    <a:cubicBezTo>
                      <a:pt x="27" y="49"/>
                      <a:pt x="28" y="49"/>
                      <a:pt x="28" y="50"/>
                    </a:cubicBezTo>
                    <a:cubicBezTo>
                      <a:pt x="27" y="49"/>
                      <a:pt x="27" y="49"/>
                      <a:pt x="26" y="49"/>
                    </a:cubicBezTo>
                    <a:cubicBezTo>
                      <a:pt x="26" y="48"/>
                      <a:pt x="25" y="46"/>
                      <a:pt x="24" y="45"/>
                    </a:cubicBezTo>
                    <a:lnTo>
                      <a:pt x="23" y="45"/>
                    </a:lnTo>
                    <a:cubicBezTo>
                      <a:pt x="23" y="44"/>
                      <a:pt x="22" y="43"/>
                      <a:pt x="21" y="42"/>
                    </a:cubicBezTo>
                    <a:cubicBezTo>
                      <a:pt x="22" y="42"/>
                      <a:pt x="22" y="42"/>
                      <a:pt x="22" y="42"/>
                    </a:cubicBezTo>
                    <a:cubicBezTo>
                      <a:pt x="21" y="42"/>
                      <a:pt x="21" y="42"/>
                      <a:pt x="21" y="42"/>
                    </a:cubicBezTo>
                    <a:lnTo>
                      <a:pt x="21" y="41"/>
                    </a:lnTo>
                    <a:lnTo>
                      <a:pt x="20" y="41"/>
                    </a:lnTo>
                    <a:cubicBezTo>
                      <a:pt x="14" y="34"/>
                      <a:pt x="9" y="27"/>
                      <a:pt x="4" y="19"/>
                    </a:cubicBezTo>
                    <a:cubicBezTo>
                      <a:pt x="0" y="14"/>
                      <a:pt x="1" y="7"/>
                      <a:pt x="6" y="4"/>
                    </a:cubicBezTo>
                    <a:cubicBezTo>
                      <a:pt x="11" y="0"/>
                      <a:pt x="18" y="2"/>
                      <a:pt x="21" y="6"/>
                    </a:cubicBezTo>
                    <a:cubicBezTo>
                      <a:pt x="28" y="17"/>
                      <a:pt x="36" y="27"/>
                      <a:pt x="43" y="37"/>
                    </a:cubicBezTo>
                    <a:lnTo>
                      <a:pt x="43" y="36"/>
                    </a:lnTo>
                    <a:lnTo>
                      <a:pt x="43" y="37"/>
                    </a:lnTo>
                    <a:cubicBezTo>
                      <a:pt x="44" y="38"/>
                      <a:pt x="44" y="39"/>
                      <a:pt x="46" y="39"/>
                    </a:cubicBezTo>
                    <a:cubicBezTo>
                      <a:pt x="47" y="42"/>
                      <a:pt x="50" y="45"/>
                      <a:pt x="51" y="47"/>
                    </a:cubicBezTo>
                    <a:lnTo>
                      <a:pt x="51" y="46"/>
                    </a:lnTo>
                    <a:cubicBezTo>
                      <a:pt x="52" y="48"/>
                      <a:pt x="53" y="49"/>
                      <a:pt x="55" y="51"/>
                    </a:cubicBezTo>
                    <a:cubicBezTo>
                      <a:pt x="54" y="51"/>
                      <a:pt x="54" y="50"/>
                      <a:pt x="54" y="50"/>
                    </a:cubicBezTo>
                    <a:cubicBezTo>
                      <a:pt x="61" y="58"/>
                      <a:pt x="67" y="66"/>
                      <a:pt x="74" y="73"/>
                    </a:cubicBezTo>
                    <a:cubicBezTo>
                      <a:pt x="81" y="81"/>
                      <a:pt x="88" y="89"/>
                      <a:pt x="95" y="97"/>
                    </a:cubicBezTo>
                    <a:cubicBezTo>
                      <a:pt x="109" y="113"/>
                      <a:pt x="124" y="130"/>
                      <a:pt x="138" y="146"/>
                    </a:cubicBezTo>
                    <a:cubicBezTo>
                      <a:pt x="153" y="163"/>
                      <a:pt x="167" y="180"/>
                      <a:pt x="182" y="197"/>
                    </a:cubicBezTo>
                    <a:cubicBezTo>
                      <a:pt x="196" y="212"/>
                      <a:pt x="209" y="228"/>
                      <a:pt x="223" y="244"/>
                    </a:cubicBezTo>
                    <a:cubicBezTo>
                      <a:pt x="250" y="277"/>
                      <a:pt x="278" y="309"/>
                      <a:pt x="306" y="341"/>
                    </a:cubicBezTo>
                    <a:cubicBezTo>
                      <a:pt x="324" y="362"/>
                      <a:pt x="341" y="382"/>
                      <a:pt x="358" y="402"/>
                    </a:cubicBezTo>
                    <a:cubicBezTo>
                      <a:pt x="367" y="414"/>
                      <a:pt x="377" y="426"/>
                      <a:pt x="386" y="438"/>
                    </a:cubicBezTo>
                    <a:lnTo>
                      <a:pt x="387" y="438"/>
                    </a:lnTo>
                    <a:cubicBezTo>
                      <a:pt x="386" y="438"/>
                      <a:pt x="386" y="437"/>
                      <a:pt x="386" y="437"/>
                    </a:cubicBezTo>
                    <a:cubicBezTo>
                      <a:pt x="389" y="441"/>
                      <a:pt x="393" y="445"/>
                      <a:pt x="396" y="449"/>
                    </a:cubicBezTo>
                    <a:lnTo>
                      <a:pt x="395" y="448"/>
                    </a:lnTo>
                    <a:cubicBezTo>
                      <a:pt x="395" y="448"/>
                      <a:pt x="396" y="448"/>
                      <a:pt x="396" y="449"/>
                    </a:cubicBezTo>
                    <a:cubicBezTo>
                      <a:pt x="396" y="449"/>
                      <a:pt x="396" y="450"/>
                      <a:pt x="397" y="450"/>
                    </a:cubicBezTo>
                    <a:lnTo>
                      <a:pt x="396" y="450"/>
                    </a:lnTo>
                    <a:cubicBezTo>
                      <a:pt x="397" y="450"/>
                      <a:pt x="397" y="450"/>
                      <a:pt x="397" y="450"/>
                    </a:cubicBezTo>
                    <a:lnTo>
                      <a:pt x="397" y="451"/>
                    </a:lnTo>
                    <a:cubicBezTo>
                      <a:pt x="398" y="451"/>
                      <a:pt x="399" y="452"/>
                      <a:pt x="399" y="454"/>
                    </a:cubicBezTo>
                    <a:cubicBezTo>
                      <a:pt x="399" y="453"/>
                      <a:pt x="399" y="452"/>
                      <a:pt x="399" y="452"/>
                    </a:cubicBezTo>
                    <a:cubicBezTo>
                      <a:pt x="399" y="454"/>
                      <a:pt x="400" y="454"/>
                      <a:pt x="401" y="455"/>
                    </a:cubicBezTo>
                    <a:cubicBezTo>
                      <a:pt x="402" y="456"/>
                      <a:pt x="403" y="457"/>
                      <a:pt x="403" y="458"/>
                    </a:cubicBezTo>
                    <a:lnTo>
                      <a:pt x="403" y="457"/>
                    </a:lnTo>
                    <a:cubicBezTo>
                      <a:pt x="416" y="473"/>
                      <a:pt x="428" y="490"/>
                      <a:pt x="442" y="506"/>
                    </a:cubicBezTo>
                    <a:cubicBezTo>
                      <a:pt x="441" y="506"/>
                      <a:pt x="441" y="505"/>
                      <a:pt x="441" y="505"/>
                    </a:cubicBezTo>
                    <a:cubicBezTo>
                      <a:pt x="450" y="515"/>
                      <a:pt x="459" y="526"/>
                      <a:pt x="469" y="537"/>
                    </a:cubicBezTo>
                    <a:cubicBezTo>
                      <a:pt x="478" y="547"/>
                      <a:pt x="487" y="557"/>
                      <a:pt x="497" y="567"/>
                    </a:cubicBezTo>
                    <a:cubicBezTo>
                      <a:pt x="497" y="567"/>
                      <a:pt x="497" y="566"/>
                      <a:pt x="496" y="566"/>
                    </a:cubicBezTo>
                    <a:cubicBezTo>
                      <a:pt x="505" y="575"/>
                      <a:pt x="515" y="583"/>
                      <a:pt x="524" y="592"/>
                    </a:cubicBezTo>
                    <a:cubicBezTo>
                      <a:pt x="529" y="596"/>
                      <a:pt x="528" y="603"/>
                      <a:pt x="524" y="607"/>
                    </a:cubicBezTo>
                    <a:cubicBezTo>
                      <a:pt x="522" y="609"/>
                      <a:pt x="519" y="610"/>
                      <a:pt x="516" y="6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3" name="Google Shape;1653;p17"/>
              <p:cNvSpPr/>
              <p:nvPr/>
            </p:nvSpPr>
            <p:spPr>
              <a:xfrm>
                <a:off x="4005000" y="820800"/>
                <a:ext cx="167040" cy="200160"/>
              </a:xfrm>
              <a:custGeom>
                <a:avLst/>
                <a:gdLst/>
                <a:ahLst/>
                <a:cxnLst/>
                <a:rect l="l" t="t" r="r" b="b"/>
                <a:pathLst>
                  <a:path w="464" h="556" extrusionOk="0">
                    <a:moveTo>
                      <a:pt x="452" y="555"/>
                    </a:moveTo>
                    <a:cubicBezTo>
                      <a:pt x="448" y="554"/>
                      <a:pt x="446" y="552"/>
                      <a:pt x="443" y="550"/>
                    </a:cubicBezTo>
                    <a:cubicBezTo>
                      <a:pt x="443" y="549"/>
                      <a:pt x="442" y="548"/>
                      <a:pt x="442" y="547"/>
                    </a:cubicBezTo>
                    <a:cubicBezTo>
                      <a:pt x="439" y="544"/>
                      <a:pt x="435" y="540"/>
                      <a:pt x="432" y="537"/>
                    </a:cubicBezTo>
                    <a:cubicBezTo>
                      <a:pt x="429" y="533"/>
                      <a:pt x="426" y="529"/>
                      <a:pt x="423" y="526"/>
                    </a:cubicBezTo>
                    <a:lnTo>
                      <a:pt x="423" y="525"/>
                    </a:lnTo>
                    <a:lnTo>
                      <a:pt x="422" y="525"/>
                    </a:lnTo>
                    <a:lnTo>
                      <a:pt x="423" y="525"/>
                    </a:lnTo>
                    <a:cubicBezTo>
                      <a:pt x="411" y="511"/>
                      <a:pt x="399" y="498"/>
                      <a:pt x="387" y="484"/>
                    </a:cubicBezTo>
                    <a:cubicBezTo>
                      <a:pt x="388" y="484"/>
                      <a:pt x="388" y="485"/>
                      <a:pt x="388" y="485"/>
                    </a:cubicBezTo>
                    <a:cubicBezTo>
                      <a:pt x="387" y="484"/>
                      <a:pt x="386" y="482"/>
                      <a:pt x="384" y="481"/>
                    </a:cubicBezTo>
                    <a:cubicBezTo>
                      <a:pt x="384" y="480"/>
                      <a:pt x="383" y="479"/>
                      <a:pt x="383" y="478"/>
                    </a:cubicBezTo>
                    <a:lnTo>
                      <a:pt x="383" y="479"/>
                    </a:lnTo>
                    <a:cubicBezTo>
                      <a:pt x="382" y="478"/>
                      <a:pt x="381" y="477"/>
                      <a:pt x="381" y="477"/>
                    </a:cubicBezTo>
                    <a:cubicBezTo>
                      <a:pt x="368" y="460"/>
                      <a:pt x="354" y="445"/>
                      <a:pt x="340" y="429"/>
                    </a:cubicBezTo>
                    <a:cubicBezTo>
                      <a:pt x="333" y="421"/>
                      <a:pt x="326" y="413"/>
                      <a:pt x="319" y="406"/>
                    </a:cubicBezTo>
                    <a:cubicBezTo>
                      <a:pt x="312" y="397"/>
                      <a:pt x="305" y="389"/>
                      <a:pt x="298" y="381"/>
                    </a:cubicBezTo>
                    <a:cubicBezTo>
                      <a:pt x="295" y="377"/>
                      <a:pt x="292" y="374"/>
                      <a:pt x="290" y="371"/>
                    </a:cubicBezTo>
                    <a:cubicBezTo>
                      <a:pt x="290" y="371"/>
                      <a:pt x="289" y="371"/>
                      <a:pt x="289" y="370"/>
                    </a:cubicBezTo>
                    <a:cubicBezTo>
                      <a:pt x="288" y="369"/>
                      <a:pt x="288" y="368"/>
                      <a:pt x="287" y="367"/>
                    </a:cubicBezTo>
                    <a:cubicBezTo>
                      <a:pt x="286" y="366"/>
                      <a:pt x="285" y="365"/>
                      <a:pt x="284" y="364"/>
                    </a:cubicBezTo>
                    <a:cubicBezTo>
                      <a:pt x="285" y="364"/>
                      <a:pt x="285" y="364"/>
                      <a:pt x="285" y="364"/>
                    </a:cubicBezTo>
                    <a:lnTo>
                      <a:pt x="284" y="364"/>
                    </a:lnTo>
                    <a:cubicBezTo>
                      <a:pt x="284" y="363"/>
                      <a:pt x="283" y="363"/>
                      <a:pt x="282" y="361"/>
                    </a:cubicBezTo>
                    <a:cubicBezTo>
                      <a:pt x="282" y="362"/>
                      <a:pt x="283" y="363"/>
                      <a:pt x="283" y="363"/>
                    </a:cubicBezTo>
                    <a:cubicBezTo>
                      <a:pt x="269" y="346"/>
                      <a:pt x="255" y="329"/>
                      <a:pt x="241" y="312"/>
                    </a:cubicBezTo>
                    <a:cubicBezTo>
                      <a:pt x="234" y="304"/>
                      <a:pt x="226" y="295"/>
                      <a:pt x="219" y="286"/>
                    </a:cubicBezTo>
                    <a:cubicBezTo>
                      <a:pt x="213" y="277"/>
                      <a:pt x="206" y="268"/>
                      <a:pt x="200" y="259"/>
                    </a:cubicBezTo>
                    <a:cubicBezTo>
                      <a:pt x="188" y="244"/>
                      <a:pt x="178" y="227"/>
                      <a:pt x="166" y="211"/>
                    </a:cubicBezTo>
                    <a:cubicBezTo>
                      <a:pt x="160" y="202"/>
                      <a:pt x="153" y="192"/>
                      <a:pt x="146" y="184"/>
                    </a:cubicBezTo>
                    <a:cubicBezTo>
                      <a:pt x="140" y="175"/>
                      <a:pt x="134" y="168"/>
                      <a:pt x="127" y="160"/>
                    </a:cubicBezTo>
                    <a:cubicBezTo>
                      <a:pt x="128" y="160"/>
                      <a:pt x="128" y="161"/>
                      <a:pt x="128" y="161"/>
                    </a:cubicBezTo>
                    <a:cubicBezTo>
                      <a:pt x="128" y="161"/>
                      <a:pt x="128" y="160"/>
                      <a:pt x="127" y="160"/>
                    </a:cubicBezTo>
                    <a:cubicBezTo>
                      <a:pt x="127" y="160"/>
                      <a:pt x="127" y="159"/>
                      <a:pt x="126" y="159"/>
                    </a:cubicBezTo>
                    <a:lnTo>
                      <a:pt x="127" y="159"/>
                    </a:lnTo>
                    <a:cubicBezTo>
                      <a:pt x="122" y="153"/>
                      <a:pt x="116" y="147"/>
                      <a:pt x="111" y="141"/>
                    </a:cubicBezTo>
                    <a:cubicBezTo>
                      <a:pt x="112" y="141"/>
                      <a:pt x="112" y="141"/>
                      <a:pt x="112" y="142"/>
                    </a:cubicBezTo>
                    <a:cubicBezTo>
                      <a:pt x="99" y="125"/>
                      <a:pt x="85" y="110"/>
                      <a:pt x="71" y="94"/>
                    </a:cubicBezTo>
                    <a:cubicBezTo>
                      <a:pt x="56" y="78"/>
                      <a:pt x="41" y="61"/>
                      <a:pt x="26" y="45"/>
                    </a:cubicBezTo>
                    <a:cubicBezTo>
                      <a:pt x="21" y="41"/>
                      <a:pt x="18" y="37"/>
                      <a:pt x="14" y="33"/>
                    </a:cubicBezTo>
                    <a:cubicBezTo>
                      <a:pt x="12" y="30"/>
                      <a:pt x="11" y="29"/>
                      <a:pt x="9" y="26"/>
                    </a:cubicBezTo>
                    <a:cubicBezTo>
                      <a:pt x="7" y="24"/>
                      <a:pt x="6" y="21"/>
                      <a:pt x="4" y="18"/>
                    </a:cubicBezTo>
                    <a:cubicBezTo>
                      <a:pt x="0" y="13"/>
                      <a:pt x="2" y="6"/>
                      <a:pt x="8" y="2"/>
                    </a:cubicBezTo>
                    <a:cubicBezTo>
                      <a:pt x="14" y="0"/>
                      <a:pt x="21" y="2"/>
                      <a:pt x="23" y="9"/>
                    </a:cubicBezTo>
                    <a:cubicBezTo>
                      <a:pt x="23" y="9"/>
                      <a:pt x="24" y="9"/>
                      <a:pt x="24" y="10"/>
                    </a:cubicBezTo>
                    <a:lnTo>
                      <a:pt x="24" y="11"/>
                    </a:lnTo>
                    <a:lnTo>
                      <a:pt x="24" y="12"/>
                    </a:lnTo>
                    <a:cubicBezTo>
                      <a:pt x="26" y="14"/>
                      <a:pt x="27" y="16"/>
                      <a:pt x="29" y="18"/>
                    </a:cubicBezTo>
                    <a:cubicBezTo>
                      <a:pt x="31" y="21"/>
                      <a:pt x="33" y="23"/>
                      <a:pt x="35" y="25"/>
                    </a:cubicBezTo>
                    <a:cubicBezTo>
                      <a:pt x="34" y="25"/>
                      <a:pt x="34" y="25"/>
                      <a:pt x="34" y="24"/>
                    </a:cubicBezTo>
                    <a:cubicBezTo>
                      <a:pt x="34" y="25"/>
                      <a:pt x="35" y="26"/>
                      <a:pt x="36" y="26"/>
                    </a:cubicBezTo>
                    <a:cubicBezTo>
                      <a:pt x="35" y="26"/>
                      <a:pt x="35" y="26"/>
                      <a:pt x="35" y="25"/>
                    </a:cubicBezTo>
                    <a:cubicBezTo>
                      <a:pt x="48" y="39"/>
                      <a:pt x="60" y="53"/>
                      <a:pt x="73" y="68"/>
                    </a:cubicBezTo>
                    <a:cubicBezTo>
                      <a:pt x="79" y="74"/>
                      <a:pt x="84" y="81"/>
                      <a:pt x="90" y="88"/>
                    </a:cubicBezTo>
                    <a:cubicBezTo>
                      <a:pt x="97" y="95"/>
                      <a:pt x="103" y="101"/>
                      <a:pt x="109" y="109"/>
                    </a:cubicBezTo>
                    <a:lnTo>
                      <a:pt x="108" y="108"/>
                    </a:lnTo>
                    <a:cubicBezTo>
                      <a:pt x="114" y="115"/>
                      <a:pt x="120" y="122"/>
                      <a:pt x="126" y="130"/>
                    </a:cubicBezTo>
                    <a:cubicBezTo>
                      <a:pt x="126" y="129"/>
                      <a:pt x="126" y="129"/>
                      <a:pt x="126" y="129"/>
                    </a:cubicBezTo>
                    <a:cubicBezTo>
                      <a:pt x="131" y="136"/>
                      <a:pt x="136" y="143"/>
                      <a:pt x="142" y="149"/>
                    </a:cubicBezTo>
                    <a:lnTo>
                      <a:pt x="141" y="149"/>
                    </a:lnTo>
                    <a:cubicBezTo>
                      <a:pt x="155" y="166"/>
                      <a:pt x="169" y="184"/>
                      <a:pt x="182" y="201"/>
                    </a:cubicBezTo>
                    <a:cubicBezTo>
                      <a:pt x="188" y="210"/>
                      <a:pt x="194" y="219"/>
                      <a:pt x="200" y="228"/>
                    </a:cubicBezTo>
                    <a:cubicBezTo>
                      <a:pt x="207" y="237"/>
                      <a:pt x="213" y="246"/>
                      <a:pt x="219" y="255"/>
                    </a:cubicBezTo>
                    <a:cubicBezTo>
                      <a:pt x="226" y="263"/>
                      <a:pt x="233" y="272"/>
                      <a:pt x="240" y="281"/>
                    </a:cubicBezTo>
                    <a:cubicBezTo>
                      <a:pt x="239" y="281"/>
                      <a:pt x="239" y="281"/>
                      <a:pt x="239" y="281"/>
                    </a:cubicBezTo>
                    <a:cubicBezTo>
                      <a:pt x="243" y="284"/>
                      <a:pt x="246" y="289"/>
                      <a:pt x="249" y="293"/>
                    </a:cubicBezTo>
                    <a:cubicBezTo>
                      <a:pt x="249" y="292"/>
                      <a:pt x="249" y="292"/>
                      <a:pt x="249" y="291"/>
                    </a:cubicBezTo>
                    <a:cubicBezTo>
                      <a:pt x="267" y="314"/>
                      <a:pt x="287" y="336"/>
                      <a:pt x="305" y="359"/>
                    </a:cubicBezTo>
                    <a:cubicBezTo>
                      <a:pt x="305" y="358"/>
                      <a:pt x="305" y="358"/>
                      <a:pt x="305" y="358"/>
                    </a:cubicBezTo>
                    <a:cubicBezTo>
                      <a:pt x="307" y="361"/>
                      <a:pt x="310" y="364"/>
                      <a:pt x="313" y="368"/>
                    </a:cubicBezTo>
                    <a:lnTo>
                      <a:pt x="312" y="367"/>
                    </a:lnTo>
                    <a:cubicBezTo>
                      <a:pt x="326" y="383"/>
                      <a:pt x="340" y="399"/>
                      <a:pt x="354" y="415"/>
                    </a:cubicBezTo>
                    <a:cubicBezTo>
                      <a:pt x="369" y="431"/>
                      <a:pt x="383" y="447"/>
                      <a:pt x="397" y="463"/>
                    </a:cubicBezTo>
                    <a:cubicBezTo>
                      <a:pt x="407" y="476"/>
                      <a:pt x="418" y="488"/>
                      <a:pt x="429" y="500"/>
                    </a:cubicBezTo>
                    <a:cubicBezTo>
                      <a:pt x="439" y="512"/>
                      <a:pt x="450" y="524"/>
                      <a:pt x="460" y="536"/>
                    </a:cubicBezTo>
                    <a:cubicBezTo>
                      <a:pt x="462" y="538"/>
                      <a:pt x="463" y="541"/>
                      <a:pt x="463" y="544"/>
                    </a:cubicBezTo>
                    <a:cubicBezTo>
                      <a:pt x="463" y="547"/>
                      <a:pt x="462" y="550"/>
                      <a:pt x="460" y="552"/>
                    </a:cubicBezTo>
                    <a:cubicBezTo>
                      <a:pt x="458" y="554"/>
                      <a:pt x="455" y="555"/>
                      <a:pt x="453" y="555"/>
                    </a:cubicBezTo>
                    <a:cubicBezTo>
                      <a:pt x="452" y="555"/>
                      <a:pt x="452" y="555"/>
                      <a:pt x="452" y="55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4" name="Google Shape;1654;p17"/>
              <p:cNvSpPr/>
              <p:nvPr/>
            </p:nvSpPr>
            <p:spPr>
              <a:xfrm>
                <a:off x="4027320" y="813960"/>
                <a:ext cx="146520" cy="168840"/>
              </a:xfrm>
              <a:custGeom>
                <a:avLst/>
                <a:gdLst/>
                <a:ahLst/>
                <a:cxnLst/>
                <a:rect l="l" t="t" r="r" b="b"/>
                <a:pathLst>
                  <a:path w="407" h="469" extrusionOk="0">
                    <a:moveTo>
                      <a:pt x="390" y="467"/>
                    </a:moveTo>
                    <a:cubicBezTo>
                      <a:pt x="385" y="464"/>
                      <a:pt x="381" y="460"/>
                      <a:pt x="377" y="456"/>
                    </a:cubicBezTo>
                    <a:cubicBezTo>
                      <a:pt x="374" y="453"/>
                      <a:pt x="370" y="449"/>
                      <a:pt x="367" y="445"/>
                    </a:cubicBezTo>
                    <a:cubicBezTo>
                      <a:pt x="361" y="437"/>
                      <a:pt x="354" y="429"/>
                      <a:pt x="347" y="422"/>
                    </a:cubicBezTo>
                    <a:cubicBezTo>
                      <a:pt x="340" y="414"/>
                      <a:pt x="333" y="406"/>
                      <a:pt x="326" y="398"/>
                    </a:cubicBezTo>
                    <a:cubicBezTo>
                      <a:pt x="319" y="389"/>
                      <a:pt x="312" y="380"/>
                      <a:pt x="306" y="372"/>
                    </a:cubicBezTo>
                    <a:cubicBezTo>
                      <a:pt x="286" y="347"/>
                      <a:pt x="266" y="322"/>
                      <a:pt x="245" y="296"/>
                    </a:cubicBezTo>
                    <a:lnTo>
                      <a:pt x="246" y="297"/>
                    </a:lnTo>
                    <a:cubicBezTo>
                      <a:pt x="242" y="292"/>
                      <a:pt x="238" y="288"/>
                      <a:pt x="234" y="282"/>
                    </a:cubicBezTo>
                    <a:cubicBezTo>
                      <a:pt x="234" y="283"/>
                      <a:pt x="234" y="283"/>
                      <a:pt x="234" y="283"/>
                    </a:cubicBezTo>
                    <a:lnTo>
                      <a:pt x="234" y="282"/>
                    </a:lnTo>
                    <a:cubicBezTo>
                      <a:pt x="233" y="282"/>
                      <a:pt x="233" y="281"/>
                      <a:pt x="233" y="281"/>
                    </a:cubicBezTo>
                    <a:lnTo>
                      <a:pt x="233" y="282"/>
                    </a:lnTo>
                    <a:cubicBezTo>
                      <a:pt x="230" y="277"/>
                      <a:pt x="226" y="273"/>
                      <a:pt x="222" y="268"/>
                    </a:cubicBezTo>
                    <a:lnTo>
                      <a:pt x="223" y="268"/>
                    </a:lnTo>
                    <a:cubicBezTo>
                      <a:pt x="222" y="268"/>
                      <a:pt x="222" y="268"/>
                      <a:pt x="222" y="268"/>
                    </a:cubicBezTo>
                    <a:lnTo>
                      <a:pt x="222" y="267"/>
                    </a:lnTo>
                    <a:cubicBezTo>
                      <a:pt x="218" y="263"/>
                      <a:pt x="213" y="257"/>
                      <a:pt x="209" y="253"/>
                    </a:cubicBezTo>
                    <a:lnTo>
                      <a:pt x="209" y="252"/>
                    </a:lnTo>
                    <a:lnTo>
                      <a:pt x="208" y="252"/>
                    </a:lnTo>
                    <a:cubicBezTo>
                      <a:pt x="209" y="252"/>
                      <a:pt x="209" y="252"/>
                      <a:pt x="209" y="252"/>
                    </a:cubicBezTo>
                    <a:cubicBezTo>
                      <a:pt x="205" y="248"/>
                      <a:pt x="201" y="243"/>
                      <a:pt x="197" y="238"/>
                    </a:cubicBezTo>
                    <a:cubicBezTo>
                      <a:pt x="198" y="238"/>
                      <a:pt x="198" y="239"/>
                      <a:pt x="198" y="239"/>
                    </a:cubicBezTo>
                    <a:cubicBezTo>
                      <a:pt x="183" y="222"/>
                      <a:pt x="169" y="205"/>
                      <a:pt x="154" y="187"/>
                    </a:cubicBezTo>
                    <a:cubicBezTo>
                      <a:pt x="140" y="172"/>
                      <a:pt x="126" y="156"/>
                      <a:pt x="112" y="140"/>
                    </a:cubicBezTo>
                    <a:cubicBezTo>
                      <a:pt x="97" y="124"/>
                      <a:pt x="83" y="108"/>
                      <a:pt x="68" y="93"/>
                    </a:cubicBezTo>
                    <a:cubicBezTo>
                      <a:pt x="60" y="83"/>
                      <a:pt x="52" y="74"/>
                      <a:pt x="43" y="66"/>
                    </a:cubicBezTo>
                    <a:cubicBezTo>
                      <a:pt x="36" y="59"/>
                      <a:pt x="29" y="51"/>
                      <a:pt x="22" y="44"/>
                    </a:cubicBezTo>
                    <a:cubicBezTo>
                      <a:pt x="20" y="41"/>
                      <a:pt x="17" y="38"/>
                      <a:pt x="15" y="35"/>
                    </a:cubicBezTo>
                    <a:lnTo>
                      <a:pt x="14" y="34"/>
                    </a:lnTo>
                    <a:lnTo>
                      <a:pt x="15" y="35"/>
                    </a:lnTo>
                    <a:cubicBezTo>
                      <a:pt x="14" y="34"/>
                      <a:pt x="14" y="33"/>
                      <a:pt x="12" y="33"/>
                    </a:cubicBezTo>
                    <a:cubicBezTo>
                      <a:pt x="13" y="33"/>
                      <a:pt x="14" y="33"/>
                      <a:pt x="14" y="34"/>
                    </a:cubicBezTo>
                    <a:cubicBezTo>
                      <a:pt x="12" y="33"/>
                      <a:pt x="11" y="31"/>
                      <a:pt x="11" y="30"/>
                    </a:cubicBezTo>
                    <a:lnTo>
                      <a:pt x="11" y="31"/>
                    </a:lnTo>
                    <a:cubicBezTo>
                      <a:pt x="8" y="27"/>
                      <a:pt x="5" y="23"/>
                      <a:pt x="3" y="19"/>
                    </a:cubicBezTo>
                    <a:cubicBezTo>
                      <a:pt x="0" y="14"/>
                      <a:pt x="0" y="8"/>
                      <a:pt x="5" y="4"/>
                    </a:cubicBezTo>
                    <a:cubicBezTo>
                      <a:pt x="11" y="0"/>
                      <a:pt x="18" y="2"/>
                      <a:pt x="21" y="8"/>
                    </a:cubicBezTo>
                    <a:cubicBezTo>
                      <a:pt x="22" y="9"/>
                      <a:pt x="23" y="10"/>
                      <a:pt x="24" y="12"/>
                    </a:cubicBezTo>
                    <a:cubicBezTo>
                      <a:pt x="26" y="16"/>
                      <a:pt x="29" y="19"/>
                      <a:pt x="32" y="23"/>
                    </a:cubicBezTo>
                    <a:cubicBezTo>
                      <a:pt x="46" y="39"/>
                      <a:pt x="60" y="54"/>
                      <a:pt x="74" y="70"/>
                    </a:cubicBezTo>
                    <a:cubicBezTo>
                      <a:pt x="89" y="86"/>
                      <a:pt x="103" y="102"/>
                      <a:pt x="117" y="119"/>
                    </a:cubicBezTo>
                    <a:cubicBezTo>
                      <a:pt x="147" y="153"/>
                      <a:pt x="177" y="186"/>
                      <a:pt x="206" y="220"/>
                    </a:cubicBezTo>
                    <a:cubicBezTo>
                      <a:pt x="220" y="236"/>
                      <a:pt x="234" y="253"/>
                      <a:pt x="248" y="270"/>
                    </a:cubicBezTo>
                    <a:cubicBezTo>
                      <a:pt x="263" y="288"/>
                      <a:pt x="278" y="305"/>
                      <a:pt x="292" y="323"/>
                    </a:cubicBezTo>
                    <a:cubicBezTo>
                      <a:pt x="304" y="337"/>
                      <a:pt x="315" y="352"/>
                      <a:pt x="326" y="366"/>
                    </a:cubicBezTo>
                    <a:cubicBezTo>
                      <a:pt x="326" y="365"/>
                      <a:pt x="326" y="365"/>
                      <a:pt x="326" y="365"/>
                    </a:cubicBezTo>
                    <a:cubicBezTo>
                      <a:pt x="338" y="379"/>
                      <a:pt x="350" y="393"/>
                      <a:pt x="362" y="407"/>
                    </a:cubicBezTo>
                    <a:cubicBezTo>
                      <a:pt x="368" y="414"/>
                      <a:pt x="374" y="421"/>
                      <a:pt x="380" y="427"/>
                    </a:cubicBezTo>
                    <a:cubicBezTo>
                      <a:pt x="385" y="433"/>
                      <a:pt x="391" y="440"/>
                      <a:pt x="397" y="445"/>
                    </a:cubicBezTo>
                    <a:cubicBezTo>
                      <a:pt x="397" y="446"/>
                      <a:pt x="398" y="446"/>
                      <a:pt x="398" y="447"/>
                    </a:cubicBezTo>
                    <a:cubicBezTo>
                      <a:pt x="399" y="447"/>
                      <a:pt x="399" y="447"/>
                      <a:pt x="400" y="447"/>
                    </a:cubicBezTo>
                    <a:cubicBezTo>
                      <a:pt x="405" y="450"/>
                      <a:pt x="406" y="457"/>
                      <a:pt x="404" y="461"/>
                    </a:cubicBezTo>
                    <a:cubicBezTo>
                      <a:pt x="402" y="465"/>
                      <a:pt x="398" y="468"/>
                      <a:pt x="394" y="468"/>
                    </a:cubicBezTo>
                    <a:cubicBezTo>
                      <a:pt x="392" y="468"/>
                      <a:pt x="391" y="467"/>
                      <a:pt x="390" y="46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5" name="Google Shape;1655;p17"/>
              <p:cNvSpPr/>
              <p:nvPr/>
            </p:nvSpPr>
            <p:spPr>
              <a:xfrm>
                <a:off x="4054320" y="801720"/>
                <a:ext cx="123840" cy="136800"/>
              </a:xfrm>
              <a:custGeom>
                <a:avLst/>
                <a:gdLst/>
                <a:ahLst/>
                <a:cxnLst/>
                <a:rect l="l" t="t" r="r" b="b"/>
                <a:pathLst>
                  <a:path w="344" h="380" extrusionOk="0">
                    <a:moveTo>
                      <a:pt x="329" y="378"/>
                    </a:moveTo>
                    <a:cubicBezTo>
                      <a:pt x="325" y="378"/>
                      <a:pt x="322" y="375"/>
                      <a:pt x="320" y="373"/>
                    </a:cubicBezTo>
                    <a:cubicBezTo>
                      <a:pt x="317" y="371"/>
                      <a:pt x="315" y="369"/>
                      <a:pt x="313" y="367"/>
                    </a:cubicBezTo>
                    <a:cubicBezTo>
                      <a:pt x="310" y="364"/>
                      <a:pt x="306" y="360"/>
                      <a:pt x="303" y="356"/>
                    </a:cubicBezTo>
                    <a:cubicBezTo>
                      <a:pt x="295" y="349"/>
                      <a:pt x="288" y="341"/>
                      <a:pt x="280" y="333"/>
                    </a:cubicBezTo>
                    <a:cubicBezTo>
                      <a:pt x="265" y="317"/>
                      <a:pt x="251" y="300"/>
                      <a:pt x="238" y="282"/>
                    </a:cubicBezTo>
                    <a:cubicBezTo>
                      <a:pt x="227" y="267"/>
                      <a:pt x="217" y="252"/>
                      <a:pt x="206" y="238"/>
                    </a:cubicBezTo>
                    <a:cubicBezTo>
                      <a:pt x="200" y="230"/>
                      <a:pt x="195" y="222"/>
                      <a:pt x="188" y="214"/>
                    </a:cubicBezTo>
                    <a:cubicBezTo>
                      <a:pt x="183" y="207"/>
                      <a:pt x="178" y="200"/>
                      <a:pt x="172" y="193"/>
                    </a:cubicBezTo>
                    <a:cubicBezTo>
                      <a:pt x="168" y="188"/>
                      <a:pt x="164" y="184"/>
                      <a:pt x="160" y="179"/>
                    </a:cubicBezTo>
                    <a:cubicBezTo>
                      <a:pt x="157" y="175"/>
                      <a:pt x="153" y="170"/>
                      <a:pt x="149" y="166"/>
                    </a:cubicBezTo>
                    <a:cubicBezTo>
                      <a:pt x="142" y="159"/>
                      <a:pt x="135" y="151"/>
                      <a:pt x="128" y="143"/>
                    </a:cubicBezTo>
                    <a:cubicBezTo>
                      <a:pt x="112" y="127"/>
                      <a:pt x="96" y="110"/>
                      <a:pt x="80" y="94"/>
                    </a:cubicBezTo>
                    <a:cubicBezTo>
                      <a:pt x="70" y="84"/>
                      <a:pt x="59" y="74"/>
                      <a:pt x="48" y="64"/>
                    </a:cubicBezTo>
                    <a:lnTo>
                      <a:pt x="48" y="63"/>
                    </a:lnTo>
                    <a:lnTo>
                      <a:pt x="48" y="64"/>
                    </a:lnTo>
                    <a:cubicBezTo>
                      <a:pt x="41" y="57"/>
                      <a:pt x="34" y="51"/>
                      <a:pt x="28" y="45"/>
                    </a:cubicBezTo>
                    <a:cubicBezTo>
                      <a:pt x="24" y="42"/>
                      <a:pt x="21" y="39"/>
                      <a:pt x="17" y="36"/>
                    </a:cubicBezTo>
                    <a:cubicBezTo>
                      <a:pt x="12" y="30"/>
                      <a:pt x="6" y="25"/>
                      <a:pt x="3" y="18"/>
                    </a:cubicBezTo>
                    <a:cubicBezTo>
                      <a:pt x="0" y="12"/>
                      <a:pt x="2" y="6"/>
                      <a:pt x="8" y="3"/>
                    </a:cubicBezTo>
                    <a:cubicBezTo>
                      <a:pt x="12" y="0"/>
                      <a:pt x="19" y="2"/>
                      <a:pt x="22" y="8"/>
                    </a:cubicBezTo>
                    <a:cubicBezTo>
                      <a:pt x="23" y="8"/>
                      <a:pt x="23" y="9"/>
                      <a:pt x="23" y="10"/>
                    </a:cubicBezTo>
                    <a:cubicBezTo>
                      <a:pt x="24" y="11"/>
                      <a:pt x="25" y="12"/>
                      <a:pt x="26" y="14"/>
                    </a:cubicBezTo>
                    <a:cubicBezTo>
                      <a:pt x="34" y="23"/>
                      <a:pt x="43" y="31"/>
                      <a:pt x="51" y="39"/>
                    </a:cubicBezTo>
                    <a:cubicBezTo>
                      <a:pt x="59" y="47"/>
                      <a:pt x="68" y="55"/>
                      <a:pt x="76" y="63"/>
                    </a:cubicBezTo>
                    <a:cubicBezTo>
                      <a:pt x="91" y="78"/>
                      <a:pt x="107" y="94"/>
                      <a:pt x="122" y="110"/>
                    </a:cubicBezTo>
                    <a:cubicBezTo>
                      <a:pt x="137" y="127"/>
                      <a:pt x="154" y="143"/>
                      <a:pt x="168" y="160"/>
                    </a:cubicBezTo>
                    <a:cubicBezTo>
                      <a:pt x="183" y="177"/>
                      <a:pt x="197" y="194"/>
                      <a:pt x="210" y="212"/>
                    </a:cubicBezTo>
                    <a:cubicBezTo>
                      <a:pt x="221" y="226"/>
                      <a:pt x="231" y="240"/>
                      <a:pt x="241" y="254"/>
                    </a:cubicBezTo>
                    <a:cubicBezTo>
                      <a:pt x="251" y="268"/>
                      <a:pt x="262" y="280"/>
                      <a:pt x="272" y="293"/>
                    </a:cubicBezTo>
                    <a:cubicBezTo>
                      <a:pt x="290" y="314"/>
                      <a:pt x="309" y="333"/>
                      <a:pt x="329" y="351"/>
                    </a:cubicBezTo>
                    <a:cubicBezTo>
                      <a:pt x="329" y="351"/>
                      <a:pt x="328" y="351"/>
                      <a:pt x="327" y="351"/>
                    </a:cubicBezTo>
                    <a:cubicBezTo>
                      <a:pt x="330" y="353"/>
                      <a:pt x="332" y="355"/>
                      <a:pt x="335" y="357"/>
                    </a:cubicBezTo>
                    <a:cubicBezTo>
                      <a:pt x="336" y="358"/>
                      <a:pt x="337" y="358"/>
                      <a:pt x="338" y="359"/>
                    </a:cubicBezTo>
                    <a:cubicBezTo>
                      <a:pt x="341" y="362"/>
                      <a:pt x="343" y="368"/>
                      <a:pt x="341" y="372"/>
                    </a:cubicBezTo>
                    <a:lnTo>
                      <a:pt x="340" y="372"/>
                    </a:lnTo>
                    <a:cubicBezTo>
                      <a:pt x="338" y="376"/>
                      <a:pt x="335" y="379"/>
                      <a:pt x="331" y="379"/>
                    </a:cubicBezTo>
                    <a:cubicBezTo>
                      <a:pt x="330" y="379"/>
                      <a:pt x="330" y="378"/>
                      <a:pt x="329" y="3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6" name="Google Shape;1656;p17"/>
              <p:cNvSpPr/>
              <p:nvPr/>
            </p:nvSpPr>
            <p:spPr>
              <a:xfrm>
                <a:off x="4083480" y="794880"/>
                <a:ext cx="78840" cy="83880"/>
              </a:xfrm>
              <a:custGeom>
                <a:avLst/>
                <a:gdLst/>
                <a:ahLst/>
                <a:cxnLst/>
                <a:rect l="l" t="t" r="r" b="b"/>
                <a:pathLst>
                  <a:path w="219" h="233" extrusionOk="0">
                    <a:moveTo>
                      <a:pt x="198" y="228"/>
                    </a:moveTo>
                    <a:cubicBezTo>
                      <a:pt x="193" y="222"/>
                      <a:pt x="188" y="215"/>
                      <a:pt x="183" y="209"/>
                    </a:cubicBezTo>
                    <a:cubicBezTo>
                      <a:pt x="178" y="203"/>
                      <a:pt x="173" y="196"/>
                      <a:pt x="168" y="190"/>
                    </a:cubicBezTo>
                    <a:lnTo>
                      <a:pt x="169" y="191"/>
                    </a:lnTo>
                    <a:cubicBezTo>
                      <a:pt x="162" y="183"/>
                      <a:pt x="155" y="174"/>
                      <a:pt x="148" y="166"/>
                    </a:cubicBezTo>
                    <a:cubicBezTo>
                      <a:pt x="140" y="158"/>
                      <a:pt x="133" y="150"/>
                      <a:pt x="126" y="143"/>
                    </a:cubicBezTo>
                    <a:cubicBezTo>
                      <a:pt x="109" y="126"/>
                      <a:pt x="93" y="109"/>
                      <a:pt x="77" y="93"/>
                    </a:cubicBezTo>
                    <a:cubicBezTo>
                      <a:pt x="55" y="69"/>
                      <a:pt x="32" y="45"/>
                      <a:pt x="8" y="23"/>
                    </a:cubicBezTo>
                    <a:cubicBezTo>
                      <a:pt x="7" y="23"/>
                      <a:pt x="7" y="22"/>
                      <a:pt x="6" y="21"/>
                    </a:cubicBezTo>
                    <a:cubicBezTo>
                      <a:pt x="4" y="21"/>
                      <a:pt x="3" y="19"/>
                      <a:pt x="2" y="17"/>
                    </a:cubicBezTo>
                    <a:cubicBezTo>
                      <a:pt x="0" y="14"/>
                      <a:pt x="0" y="11"/>
                      <a:pt x="0" y="8"/>
                    </a:cubicBezTo>
                    <a:cubicBezTo>
                      <a:pt x="2" y="5"/>
                      <a:pt x="4" y="2"/>
                      <a:pt x="9" y="0"/>
                    </a:cubicBezTo>
                    <a:cubicBezTo>
                      <a:pt x="12" y="0"/>
                      <a:pt x="16" y="1"/>
                      <a:pt x="18" y="4"/>
                    </a:cubicBezTo>
                    <a:cubicBezTo>
                      <a:pt x="50" y="35"/>
                      <a:pt x="80" y="68"/>
                      <a:pt x="111" y="101"/>
                    </a:cubicBezTo>
                    <a:cubicBezTo>
                      <a:pt x="126" y="116"/>
                      <a:pt x="141" y="131"/>
                      <a:pt x="156" y="147"/>
                    </a:cubicBezTo>
                    <a:cubicBezTo>
                      <a:pt x="171" y="163"/>
                      <a:pt x="186" y="179"/>
                      <a:pt x="200" y="197"/>
                    </a:cubicBezTo>
                    <a:cubicBezTo>
                      <a:pt x="201" y="198"/>
                      <a:pt x="201" y="198"/>
                      <a:pt x="201" y="199"/>
                    </a:cubicBezTo>
                    <a:lnTo>
                      <a:pt x="201" y="198"/>
                    </a:lnTo>
                    <a:cubicBezTo>
                      <a:pt x="202" y="199"/>
                      <a:pt x="203" y="200"/>
                      <a:pt x="204" y="202"/>
                    </a:cubicBezTo>
                    <a:cubicBezTo>
                      <a:pt x="204" y="201"/>
                      <a:pt x="204" y="201"/>
                      <a:pt x="204" y="201"/>
                    </a:cubicBezTo>
                    <a:cubicBezTo>
                      <a:pt x="205" y="203"/>
                      <a:pt x="206" y="204"/>
                      <a:pt x="207" y="206"/>
                    </a:cubicBezTo>
                    <a:lnTo>
                      <a:pt x="207" y="205"/>
                    </a:lnTo>
                    <a:cubicBezTo>
                      <a:pt x="209" y="208"/>
                      <a:pt x="211" y="211"/>
                      <a:pt x="214" y="214"/>
                    </a:cubicBezTo>
                    <a:cubicBezTo>
                      <a:pt x="218" y="218"/>
                      <a:pt x="218" y="225"/>
                      <a:pt x="214" y="229"/>
                    </a:cubicBezTo>
                    <a:cubicBezTo>
                      <a:pt x="212" y="231"/>
                      <a:pt x="209" y="232"/>
                      <a:pt x="206" y="232"/>
                    </a:cubicBezTo>
                    <a:cubicBezTo>
                      <a:pt x="203" y="232"/>
                      <a:pt x="201" y="231"/>
                      <a:pt x="198" y="2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7" name="Google Shape;1657;p17"/>
              <p:cNvSpPr/>
              <p:nvPr/>
            </p:nvSpPr>
            <p:spPr>
              <a:xfrm>
                <a:off x="4110840" y="784440"/>
                <a:ext cx="53280" cy="53640"/>
              </a:xfrm>
              <a:custGeom>
                <a:avLst/>
                <a:gdLst/>
                <a:ahLst/>
                <a:cxnLst/>
                <a:rect l="l" t="t" r="r" b="b"/>
                <a:pathLst>
                  <a:path w="148" h="149" extrusionOk="0">
                    <a:moveTo>
                      <a:pt x="128" y="145"/>
                    </a:moveTo>
                    <a:cubicBezTo>
                      <a:pt x="124" y="141"/>
                      <a:pt x="119" y="136"/>
                      <a:pt x="114" y="131"/>
                    </a:cubicBezTo>
                    <a:cubicBezTo>
                      <a:pt x="111" y="127"/>
                      <a:pt x="107" y="123"/>
                      <a:pt x="104" y="120"/>
                    </a:cubicBezTo>
                    <a:cubicBezTo>
                      <a:pt x="96" y="111"/>
                      <a:pt x="87" y="103"/>
                      <a:pt x="79" y="95"/>
                    </a:cubicBezTo>
                    <a:cubicBezTo>
                      <a:pt x="64" y="79"/>
                      <a:pt x="48" y="64"/>
                      <a:pt x="33" y="49"/>
                    </a:cubicBezTo>
                    <a:cubicBezTo>
                      <a:pt x="28" y="44"/>
                      <a:pt x="24" y="39"/>
                      <a:pt x="19" y="35"/>
                    </a:cubicBezTo>
                    <a:cubicBezTo>
                      <a:pt x="17" y="33"/>
                      <a:pt x="15" y="31"/>
                      <a:pt x="13" y="29"/>
                    </a:cubicBezTo>
                    <a:cubicBezTo>
                      <a:pt x="9" y="25"/>
                      <a:pt x="5" y="21"/>
                      <a:pt x="3" y="16"/>
                    </a:cubicBezTo>
                    <a:cubicBezTo>
                      <a:pt x="0" y="8"/>
                      <a:pt x="7" y="0"/>
                      <a:pt x="15" y="2"/>
                    </a:cubicBezTo>
                    <a:cubicBezTo>
                      <a:pt x="17" y="2"/>
                      <a:pt x="19" y="3"/>
                      <a:pt x="21" y="4"/>
                    </a:cubicBezTo>
                    <a:cubicBezTo>
                      <a:pt x="23" y="6"/>
                      <a:pt x="24" y="8"/>
                      <a:pt x="25" y="10"/>
                    </a:cubicBezTo>
                    <a:cubicBezTo>
                      <a:pt x="32" y="20"/>
                      <a:pt x="41" y="28"/>
                      <a:pt x="49" y="36"/>
                    </a:cubicBezTo>
                    <a:cubicBezTo>
                      <a:pt x="57" y="43"/>
                      <a:pt x="64" y="52"/>
                      <a:pt x="72" y="59"/>
                    </a:cubicBezTo>
                    <a:cubicBezTo>
                      <a:pt x="87" y="76"/>
                      <a:pt x="103" y="91"/>
                      <a:pt x="119" y="108"/>
                    </a:cubicBezTo>
                    <a:cubicBezTo>
                      <a:pt x="126" y="114"/>
                      <a:pt x="132" y="120"/>
                      <a:pt x="139" y="127"/>
                    </a:cubicBezTo>
                    <a:cubicBezTo>
                      <a:pt x="140" y="128"/>
                      <a:pt x="141" y="128"/>
                      <a:pt x="142" y="129"/>
                    </a:cubicBezTo>
                    <a:cubicBezTo>
                      <a:pt x="146" y="133"/>
                      <a:pt x="147" y="139"/>
                      <a:pt x="143" y="144"/>
                    </a:cubicBezTo>
                    <a:cubicBezTo>
                      <a:pt x="141" y="146"/>
                      <a:pt x="138" y="148"/>
                      <a:pt x="135" y="148"/>
                    </a:cubicBezTo>
                    <a:cubicBezTo>
                      <a:pt x="132" y="148"/>
                      <a:pt x="130" y="147"/>
                      <a:pt x="128" y="1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8" name="Google Shape;1658;p17"/>
              <p:cNvSpPr/>
              <p:nvPr/>
            </p:nvSpPr>
            <p:spPr>
              <a:xfrm>
                <a:off x="4136760" y="780840"/>
                <a:ext cx="23040" cy="21960"/>
              </a:xfrm>
              <a:custGeom>
                <a:avLst/>
                <a:gdLst/>
                <a:ahLst/>
                <a:cxnLst/>
                <a:rect l="l" t="t" r="r" b="b"/>
                <a:pathLst>
                  <a:path w="64" h="61" extrusionOk="0">
                    <a:moveTo>
                      <a:pt x="44" y="57"/>
                    </a:moveTo>
                    <a:cubicBezTo>
                      <a:pt x="36" y="48"/>
                      <a:pt x="28" y="39"/>
                      <a:pt x="20" y="31"/>
                    </a:cubicBezTo>
                    <a:lnTo>
                      <a:pt x="21" y="32"/>
                    </a:lnTo>
                    <a:cubicBezTo>
                      <a:pt x="17" y="28"/>
                      <a:pt x="13" y="26"/>
                      <a:pt x="9" y="22"/>
                    </a:cubicBezTo>
                    <a:cubicBezTo>
                      <a:pt x="6" y="21"/>
                      <a:pt x="3" y="19"/>
                      <a:pt x="2" y="16"/>
                    </a:cubicBezTo>
                    <a:cubicBezTo>
                      <a:pt x="0" y="9"/>
                      <a:pt x="5" y="2"/>
                      <a:pt x="12" y="1"/>
                    </a:cubicBezTo>
                    <a:cubicBezTo>
                      <a:pt x="15" y="0"/>
                      <a:pt x="19" y="2"/>
                      <a:pt x="21" y="5"/>
                    </a:cubicBezTo>
                    <a:cubicBezTo>
                      <a:pt x="23" y="6"/>
                      <a:pt x="26" y="7"/>
                      <a:pt x="27" y="9"/>
                    </a:cubicBezTo>
                    <a:cubicBezTo>
                      <a:pt x="31" y="13"/>
                      <a:pt x="34" y="16"/>
                      <a:pt x="38" y="19"/>
                    </a:cubicBezTo>
                    <a:cubicBezTo>
                      <a:pt x="45" y="27"/>
                      <a:pt x="52" y="35"/>
                      <a:pt x="59" y="42"/>
                    </a:cubicBezTo>
                    <a:cubicBezTo>
                      <a:pt x="63" y="47"/>
                      <a:pt x="63" y="53"/>
                      <a:pt x="59" y="58"/>
                    </a:cubicBezTo>
                    <a:cubicBezTo>
                      <a:pt x="57" y="59"/>
                      <a:pt x="54" y="60"/>
                      <a:pt x="51" y="60"/>
                    </a:cubicBezTo>
                    <a:cubicBezTo>
                      <a:pt x="49" y="60"/>
                      <a:pt x="46" y="59"/>
                      <a:pt x="44" y="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9" name="Google Shape;1659;p17"/>
              <p:cNvSpPr/>
              <p:nvPr/>
            </p:nvSpPr>
            <p:spPr>
              <a:xfrm>
                <a:off x="3894120" y="758520"/>
                <a:ext cx="417600" cy="301680"/>
              </a:xfrm>
              <a:custGeom>
                <a:avLst/>
                <a:gdLst/>
                <a:ahLst/>
                <a:cxnLst/>
                <a:rect l="l" t="t" r="r" b="b"/>
                <a:pathLst>
                  <a:path w="1160" h="838" extrusionOk="0">
                    <a:moveTo>
                      <a:pt x="1137" y="837"/>
                    </a:moveTo>
                    <a:cubicBezTo>
                      <a:pt x="1097" y="836"/>
                      <a:pt x="1056" y="833"/>
                      <a:pt x="1015" y="832"/>
                    </a:cubicBezTo>
                    <a:cubicBezTo>
                      <a:pt x="994" y="831"/>
                      <a:pt x="973" y="830"/>
                      <a:pt x="952" y="829"/>
                    </a:cubicBezTo>
                    <a:cubicBezTo>
                      <a:pt x="932" y="827"/>
                      <a:pt x="912" y="826"/>
                      <a:pt x="891" y="825"/>
                    </a:cubicBezTo>
                    <a:cubicBezTo>
                      <a:pt x="851" y="823"/>
                      <a:pt x="811" y="822"/>
                      <a:pt x="771" y="818"/>
                    </a:cubicBezTo>
                    <a:cubicBezTo>
                      <a:pt x="730" y="813"/>
                      <a:pt x="688" y="807"/>
                      <a:pt x="648" y="798"/>
                    </a:cubicBezTo>
                    <a:cubicBezTo>
                      <a:pt x="620" y="792"/>
                      <a:pt x="592" y="785"/>
                      <a:pt x="564" y="779"/>
                    </a:cubicBezTo>
                    <a:cubicBezTo>
                      <a:pt x="537" y="773"/>
                      <a:pt x="510" y="765"/>
                      <a:pt x="482" y="758"/>
                    </a:cubicBezTo>
                    <a:cubicBezTo>
                      <a:pt x="443" y="749"/>
                      <a:pt x="403" y="740"/>
                      <a:pt x="363" y="730"/>
                    </a:cubicBezTo>
                    <a:cubicBezTo>
                      <a:pt x="344" y="725"/>
                      <a:pt x="324" y="720"/>
                      <a:pt x="305" y="714"/>
                    </a:cubicBezTo>
                    <a:cubicBezTo>
                      <a:pt x="286" y="708"/>
                      <a:pt x="268" y="701"/>
                      <a:pt x="250" y="694"/>
                    </a:cubicBezTo>
                    <a:cubicBezTo>
                      <a:pt x="222" y="683"/>
                      <a:pt x="195" y="670"/>
                      <a:pt x="169" y="653"/>
                    </a:cubicBezTo>
                    <a:cubicBezTo>
                      <a:pt x="143" y="636"/>
                      <a:pt x="118" y="617"/>
                      <a:pt x="95" y="595"/>
                    </a:cubicBezTo>
                    <a:cubicBezTo>
                      <a:pt x="96" y="596"/>
                      <a:pt x="97" y="596"/>
                      <a:pt x="98" y="597"/>
                    </a:cubicBezTo>
                    <a:cubicBezTo>
                      <a:pt x="95" y="594"/>
                      <a:pt x="92" y="592"/>
                      <a:pt x="90" y="590"/>
                    </a:cubicBezTo>
                    <a:cubicBezTo>
                      <a:pt x="91" y="590"/>
                      <a:pt x="91" y="590"/>
                      <a:pt x="91" y="591"/>
                    </a:cubicBezTo>
                    <a:cubicBezTo>
                      <a:pt x="63" y="562"/>
                      <a:pt x="35" y="531"/>
                      <a:pt x="18" y="495"/>
                    </a:cubicBezTo>
                    <a:cubicBezTo>
                      <a:pt x="10" y="477"/>
                      <a:pt x="5" y="457"/>
                      <a:pt x="2" y="438"/>
                    </a:cubicBezTo>
                    <a:cubicBezTo>
                      <a:pt x="1" y="428"/>
                      <a:pt x="0" y="417"/>
                      <a:pt x="2" y="406"/>
                    </a:cubicBezTo>
                    <a:cubicBezTo>
                      <a:pt x="3" y="396"/>
                      <a:pt x="5" y="386"/>
                      <a:pt x="9" y="377"/>
                    </a:cubicBezTo>
                    <a:cubicBezTo>
                      <a:pt x="14" y="362"/>
                      <a:pt x="21" y="348"/>
                      <a:pt x="29" y="335"/>
                    </a:cubicBezTo>
                    <a:cubicBezTo>
                      <a:pt x="36" y="322"/>
                      <a:pt x="44" y="309"/>
                      <a:pt x="52" y="297"/>
                    </a:cubicBezTo>
                    <a:lnTo>
                      <a:pt x="53" y="297"/>
                    </a:lnTo>
                    <a:cubicBezTo>
                      <a:pt x="53" y="296"/>
                      <a:pt x="53" y="295"/>
                      <a:pt x="53" y="295"/>
                    </a:cubicBezTo>
                    <a:lnTo>
                      <a:pt x="53" y="296"/>
                    </a:lnTo>
                    <a:cubicBezTo>
                      <a:pt x="58" y="289"/>
                      <a:pt x="64" y="283"/>
                      <a:pt x="70" y="276"/>
                    </a:cubicBezTo>
                    <a:cubicBezTo>
                      <a:pt x="84" y="262"/>
                      <a:pt x="100" y="250"/>
                      <a:pt x="117" y="239"/>
                    </a:cubicBezTo>
                    <a:cubicBezTo>
                      <a:pt x="126" y="233"/>
                      <a:pt x="134" y="227"/>
                      <a:pt x="144" y="222"/>
                    </a:cubicBezTo>
                    <a:cubicBezTo>
                      <a:pt x="152" y="217"/>
                      <a:pt x="161" y="213"/>
                      <a:pt x="170" y="209"/>
                    </a:cubicBezTo>
                    <a:cubicBezTo>
                      <a:pt x="187" y="200"/>
                      <a:pt x="206" y="192"/>
                      <a:pt x="224" y="183"/>
                    </a:cubicBezTo>
                    <a:cubicBezTo>
                      <a:pt x="242" y="175"/>
                      <a:pt x="259" y="166"/>
                      <a:pt x="277" y="158"/>
                    </a:cubicBezTo>
                    <a:cubicBezTo>
                      <a:pt x="288" y="153"/>
                      <a:pt x="299" y="148"/>
                      <a:pt x="310" y="143"/>
                    </a:cubicBezTo>
                    <a:lnTo>
                      <a:pt x="309" y="143"/>
                    </a:lnTo>
                    <a:cubicBezTo>
                      <a:pt x="310" y="143"/>
                      <a:pt x="310" y="143"/>
                      <a:pt x="310" y="143"/>
                    </a:cubicBezTo>
                    <a:cubicBezTo>
                      <a:pt x="311" y="143"/>
                      <a:pt x="311" y="143"/>
                      <a:pt x="312" y="142"/>
                    </a:cubicBezTo>
                    <a:cubicBezTo>
                      <a:pt x="312" y="142"/>
                      <a:pt x="312" y="143"/>
                      <a:pt x="311" y="143"/>
                    </a:cubicBezTo>
                    <a:cubicBezTo>
                      <a:pt x="312" y="142"/>
                      <a:pt x="312" y="142"/>
                      <a:pt x="312" y="142"/>
                    </a:cubicBezTo>
                    <a:cubicBezTo>
                      <a:pt x="313" y="142"/>
                      <a:pt x="315" y="141"/>
                      <a:pt x="317" y="141"/>
                    </a:cubicBezTo>
                    <a:cubicBezTo>
                      <a:pt x="317" y="140"/>
                      <a:pt x="318" y="140"/>
                      <a:pt x="318" y="140"/>
                    </a:cubicBezTo>
                    <a:cubicBezTo>
                      <a:pt x="319" y="139"/>
                      <a:pt x="319" y="139"/>
                      <a:pt x="319" y="139"/>
                    </a:cubicBezTo>
                    <a:lnTo>
                      <a:pt x="320" y="139"/>
                    </a:lnTo>
                    <a:cubicBezTo>
                      <a:pt x="338" y="131"/>
                      <a:pt x="356" y="124"/>
                      <a:pt x="374" y="117"/>
                    </a:cubicBezTo>
                    <a:cubicBezTo>
                      <a:pt x="393" y="110"/>
                      <a:pt x="412" y="104"/>
                      <a:pt x="432" y="99"/>
                    </a:cubicBezTo>
                    <a:cubicBezTo>
                      <a:pt x="471" y="89"/>
                      <a:pt x="511" y="81"/>
                      <a:pt x="551" y="75"/>
                    </a:cubicBezTo>
                    <a:cubicBezTo>
                      <a:pt x="558" y="74"/>
                      <a:pt x="564" y="72"/>
                      <a:pt x="571" y="71"/>
                    </a:cubicBezTo>
                    <a:cubicBezTo>
                      <a:pt x="571" y="72"/>
                      <a:pt x="570" y="72"/>
                      <a:pt x="569" y="72"/>
                    </a:cubicBezTo>
                    <a:cubicBezTo>
                      <a:pt x="588" y="69"/>
                      <a:pt x="607" y="65"/>
                      <a:pt x="627" y="62"/>
                    </a:cubicBezTo>
                    <a:cubicBezTo>
                      <a:pt x="648" y="58"/>
                      <a:pt x="669" y="55"/>
                      <a:pt x="689" y="52"/>
                    </a:cubicBezTo>
                    <a:cubicBezTo>
                      <a:pt x="709" y="48"/>
                      <a:pt x="729" y="44"/>
                      <a:pt x="749" y="40"/>
                    </a:cubicBezTo>
                    <a:cubicBezTo>
                      <a:pt x="768" y="36"/>
                      <a:pt x="786" y="32"/>
                      <a:pt x="806" y="28"/>
                    </a:cubicBezTo>
                    <a:cubicBezTo>
                      <a:pt x="826" y="24"/>
                      <a:pt x="846" y="19"/>
                      <a:pt x="866" y="14"/>
                    </a:cubicBezTo>
                    <a:cubicBezTo>
                      <a:pt x="876" y="11"/>
                      <a:pt x="885" y="9"/>
                      <a:pt x="895" y="6"/>
                    </a:cubicBezTo>
                    <a:cubicBezTo>
                      <a:pt x="899" y="5"/>
                      <a:pt x="904" y="4"/>
                      <a:pt x="908" y="3"/>
                    </a:cubicBezTo>
                    <a:cubicBezTo>
                      <a:pt x="913" y="2"/>
                      <a:pt x="917" y="0"/>
                      <a:pt x="922" y="1"/>
                    </a:cubicBezTo>
                    <a:cubicBezTo>
                      <a:pt x="924" y="1"/>
                      <a:pt x="927" y="1"/>
                      <a:pt x="929" y="2"/>
                    </a:cubicBezTo>
                    <a:cubicBezTo>
                      <a:pt x="935" y="5"/>
                      <a:pt x="939" y="11"/>
                      <a:pt x="940" y="17"/>
                    </a:cubicBezTo>
                    <a:cubicBezTo>
                      <a:pt x="940" y="24"/>
                      <a:pt x="937" y="30"/>
                      <a:pt x="931" y="33"/>
                    </a:cubicBezTo>
                    <a:cubicBezTo>
                      <a:pt x="928" y="36"/>
                      <a:pt x="923" y="37"/>
                      <a:pt x="918" y="38"/>
                    </a:cubicBezTo>
                    <a:cubicBezTo>
                      <a:pt x="913" y="39"/>
                      <a:pt x="908" y="40"/>
                      <a:pt x="903" y="41"/>
                    </a:cubicBezTo>
                    <a:cubicBezTo>
                      <a:pt x="895" y="44"/>
                      <a:pt x="886" y="46"/>
                      <a:pt x="877" y="48"/>
                    </a:cubicBezTo>
                    <a:cubicBezTo>
                      <a:pt x="857" y="54"/>
                      <a:pt x="838" y="59"/>
                      <a:pt x="818" y="63"/>
                    </a:cubicBezTo>
                    <a:cubicBezTo>
                      <a:pt x="798" y="68"/>
                      <a:pt x="778" y="72"/>
                      <a:pt x="758" y="76"/>
                    </a:cubicBezTo>
                    <a:cubicBezTo>
                      <a:pt x="739" y="80"/>
                      <a:pt x="720" y="84"/>
                      <a:pt x="701" y="88"/>
                    </a:cubicBezTo>
                    <a:cubicBezTo>
                      <a:pt x="681" y="91"/>
                      <a:pt x="661" y="95"/>
                      <a:pt x="640" y="98"/>
                    </a:cubicBezTo>
                    <a:cubicBezTo>
                      <a:pt x="620" y="101"/>
                      <a:pt x="600" y="105"/>
                      <a:pt x="580" y="108"/>
                    </a:cubicBezTo>
                    <a:cubicBezTo>
                      <a:pt x="560" y="112"/>
                      <a:pt x="541" y="114"/>
                      <a:pt x="521" y="118"/>
                    </a:cubicBezTo>
                    <a:cubicBezTo>
                      <a:pt x="501" y="122"/>
                      <a:pt x="481" y="126"/>
                      <a:pt x="461" y="131"/>
                    </a:cubicBezTo>
                    <a:cubicBezTo>
                      <a:pt x="451" y="134"/>
                      <a:pt x="441" y="136"/>
                      <a:pt x="432" y="139"/>
                    </a:cubicBezTo>
                    <a:cubicBezTo>
                      <a:pt x="433" y="139"/>
                      <a:pt x="434" y="138"/>
                      <a:pt x="434" y="138"/>
                    </a:cubicBezTo>
                    <a:cubicBezTo>
                      <a:pt x="415" y="143"/>
                      <a:pt x="397" y="150"/>
                      <a:pt x="379" y="157"/>
                    </a:cubicBezTo>
                    <a:cubicBezTo>
                      <a:pt x="360" y="164"/>
                      <a:pt x="342" y="171"/>
                      <a:pt x="324" y="179"/>
                    </a:cubicBezTo>
                    <a:cubicBezTo>
                      <a:pt x="296" y="191"/>
                      <a:pt x="270" y="205"/>
                      <a:pt x="242" y="218"/>
                    </a:cubicBezTo>
                    <a:cubicBezTo>
                      <a:pt x="215" y="231"/>
                      <a:pt x="187" y="244"/>
                      <a:pt x="161" y="258"/>
                    </a:cubicBezTo>
                    <a:cubicBezTo>
                      <a:pt x="145" y="267"/>
                      <a:pt x="131" y="277"/>
                      <a:pt x="117" y="288"/>
                    </a:cubicBezTo>
                    <a:cubicBezTo>
                      <a:pt x="110" y="293"/>
                      <a:pt x="103" y="299"/>
                      <a:pt x="97" y="305"/>
                    </a:cubicBezTo>
                    <a:cubicBezTo>
                      <a:pt x="92" y="310"/>
                      <a:pt x="88" y="315"/>
                      <a:pt x="85" y="319"/>
                    </a:cubicBezTo>
                    <a:cubicBezTo>
                      <a:pt x="78" y="330"/>
                      <a:pt x="71" y="340"/>
                      <a:pt x="66" y="351"/>
                    </a:cubicBezTo>
                    <a:cubicBezTo>
                      <a:pt x="59" y="362"/>
                      <a:pt x="53" y="373"/>
                      <a:pt x="48" y="385"/>
                    </a:cubicBezTo>
                    <a:cubicBezTo>
                      <a:pt x="46" y="390"/>
                      <a:pt x="45" y="396"/>
                      <a:pt x="44" y="401"/>
                    </a:cubicBezTo>
                    <a:cubicBezTo>
                      <a:pt x="44" y="400"/>
                      <a:pt x="44" y="400"/>
                      <a:pt x="44" y="400"/>
                    </a:cubicBezTo>
                    <a:cubicBezTo>
                      <a:pt x="44" y="400"/>
                      <a:pt x="44" y="401"/>
                      <a:pt x="43" y="402"/>
                    </a:cubicBezTo>
                    <a:cubicBezTo>
                      <a:pt x="42" y="405"/>
                      <a:pt x="42" y="408"/>
                      <a:pt x="42" y="411"/>
                    </a:cubicBezTo>
                    <a:cubicBezTo>
                      <a:pt x="41" y="414"/>
                      <a:pt x="41" y="417"/>
                      <a:pt x="41" y="420"/>
                    </a:cubicBezTo>
                    <a:cubicBezTo>
                      <a:pt x="41" y="426"/>
                      <a:pt x="42" y="432"/>
                      <a:pt x="43" y="437"/>
                    </a:cubicBezTo>
                    <a:cubicBezTo>
                      <a:pt x="44" y="445"/>
                      <a:pt x="46" y="452"/>
                      <a:pt x="48" y="459"/>
                    </a:cubicBezTo>
                    <a:cubicBezTo>
                      <a:pt x="49" y="464"/>
                      <a:pt x="52" y="470"/>
                      <a:pt x="53" y="476"/>
                    </a:cubicBezTo>
                    <a:cubicBezTo>
                      <a:pt x="56" y="481"/>
                      <a:pt x="59" y="487"/>
                      <a:pt x="62" y="492"/>
                    </a:cubicBezTo>
                    <a:cubicBezTo>
                      <a:pt x="69" y="502"/>
                      <a:pt x="75" y="512"/>
                      <a:pt x="82" y="521"/>
                    </a:cubicBezTo>
                    <a:cubicBezTo>
                      <a:pt x="94" y="536"/>
                      <a:pt x="106" y="549"/>
                      <a:pt x="119" y="562"/>
                    </a:cubicBezTo>
                    <a:cubicBezTo>
                      <a:pt x="119" y="562"/>
                      <a:pt x="120" y="563"/>
                      <a:pt x="121" y="564"/>
                    </a:cubicBezTo>
                    <a:cubicBezTo>
                      <a:pt x="120" y="563"/>
                      <a:pt x="120" y="563"/>
                      <a:pt x="119" y="562"/>
                    </a:cubicBezTo>
                    <a:cubicBezTo>
                      <a:pt x="121" y="563"/>
                      <a:pt x="123" y="565"/>
                      <a:pt x="124" y="567"/>
                    </a:cubicBezTo>
                    <a:cubicBezTo>
                      <a:pt x="138" y="580"/>
                      <a:pt x="152" y="592"/>
                      <a:pt x="168" y="603"/>
                    </a:cubicBezTo>
                    <a:cubicBezTo>
                      <a:pt x="175" y="609"/>
                      <a:pt x="183" y="614"/>
                      <a:pt x="192" y="619"/>
                    </a:cubicBezTo>
                    <a:cubicBezTo>
                      <a:pt x="199" y="625"/>
                      <a:pt x="207" y="629"/>
                      <a:pt x="215" y="633"/>
                    </a:cubicBezTo>
                    <a:cubicBezTo>
                      <a:pt x="222" y="637"/>
                      <a:pt x="230" y="642"/>
                      <a:pt x="238" y="646"/>
                    </a:cubicBezTo>
                    <a:cubicBezTo>
                      <a:pt x="247" y="649"/>
                      <a:pt x="256" y="653"/>
                      <a:pt x="264" y="657"/>
                    </a:cubicBezTo>
                    <a:cubicBezTo>
                      <a:pt x="283" y="664"/>
                      <a:pt x="302" y="671"/>
                      <a:pt x="321" y="677"/>
                    </a:cubicBezTo>
                    <a:cubicBezTo>
                      <a:pt x="342" y="684"/>
                      <a:pt x="363" y="689"/>
                      <a:pt x="384" y="694"/>
                    </a:cubicBezTo>
                    <a:cubicBezTo>
                      <a:pt x="387" y="695"/>
                      <a:pt x="390" y="696"/>
                      <a:pt x="393" y="696"/>
                    </a:cubicBezTo>
                    <a:cubicBezTo>
                      <a:pt x="421" y="703"/>
                      <a:pt x="448" y="709"/>
                      <a:pt x="476" y="716"/>
                    </a:cubicBezTo>
                    <a:cubicBezTo>
                      <a:pt x="504" y="723"/>
                      <a:pt x="532" y="730"/>
                      <a:pt x="560" y="737"/>
                    </a:cubicBezTo>
                    <a:lnTo>
                      <a:pt x="559" y="737"/>
                    </a:lnTo>
                    <a:cubicBezTo>
                      <a:pt x="562" y="737"/>
                      <a:pt x="563" y="738"/>
                      <a:pt x="565" y="738"/>
                    </a:cubicBezTo>
                    <a:lnTo>
                      <a:pt x="564" y="738"/>
                    </a:lnTo>
                    <a:cubicBezTo>
                      <a:pt x="565" y="738"/>
                      <a:pt x="566" y="738"/>
                      <a:pt x="566" y="738"/>
                    </a:cubicBezTo>
                    <a:lnTo>
                      <a:pt x="567" y="739"/>
                    </a:lnTo>
                    <a:lnTo>
                      <a:pt x="566" y="738"/>
                    </a:lnTo>
                    <a:cubicBezTo>
                      <a:pt x="568" y="739"/>
                      <a:pt x="570" y="739"/>
                      <a:pt x="571" y="740"/>
                    </a:cubicBezTo>
                    <a:lnTo>
                      <a:pt x="571" y="739"/>
                    </a:lnTo>
                    <a:cubicBezTo>
                      <a:pt x="603" y="747"/>
                      <a:pt x="635" y="754"/>
                      <a:pt x="667" y="761"/>
                    </a:cubicBezTo>
                    <a:cubicBezTo>
                      <a:pt x="698" y="768"/>
                      <a:pt x="730" y="773"/>
                      <a:pt x="762" y="777"/>
                    </a:cubicBezTo>
                    <a:cubicBezTo>
                      <a:pt x="802" y="781"/>
                      <a:pt x="842" y="784"/>
                      <a:pt x="883" y="785"/>
                    </a:cubicBezTo>
                    <a:cubicBezTo>
                      <a:pt x="903" y="785"/>
                      <a:pt x="924" y="787"/>
                      <a:pt x="944" y="788"/>
                    </a:cubicBezTo>
                    <a:cubicBezTo>
                      <a:pt x="965" y="790"/>
                      <a:pt x="986" y="791"/>
                      <a:pt x="1007" y="792"/>
                    </a:cubicBezTo>
                    <a:cubicBezTo>
                      <a:pt x="1029" y="793"/>
                      <a:pt x="1051" y="794"/>
                      <a:pt x="1074" y="794"/>
                    </a:cubicBezTo>
                    <a:cubicBezTo>
                      <a:pt x="1085" y="795"/>
                      <a:pt x="1096" y="795"/>
                      <a:pt x="1108" y="795"/>
                    </a:cubicBezTo>
                    <a:cubicBezTo>
                      <a:pt x="1119" y="795"/>
                      <a:pt x="1131" y="795"/>
                      <a:pt x="1142" y="798"/>
                    </a:cubicBezTo>
                    <a:cubicBezTo>
                      <a:pt x="1151" y="799"/>
                      <a:pt x="1159" y="808"/>
                      <a:pt x="1158" y="818"/>
                    </a:cubicBezTo>
                    <a:cubicBezTo>
                      <a:pt x="1158" y="829"/>
                      <a:pt x="1149" y="837"/>
                      <a:pt x="1138" y="837"/>
                    </a:cubicBezTo>
                    <a:lnTo>
                      <a:pt x="1137" y="83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CUSTOM">
    <p:spTree>
      <p:nvGrpSpPr>
        <p:cNvPr id="1" name="Shape 17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3" name="Google Shape;1763;p19"/>
          <p:cNvSpPr/>
          <p:nvPr/>
        </p:nvSpPr>
        <p:spPr>
          <a:xfrm>
            <a:off x="-302011" y="-169892"/>
            <a:ext cx="9748023" cy="5483284"/>
          </a:xfrm>
          <a:custGeom>
            <a:avLst/>
            <a:gdLst/>
            <a:ahLst/>
            <a:cxnLst/>
            <a:rect l="l" t="t" r="r" b="b"/>
            <a:pathLst>
              <a:path w="24222" h="15750" extrusionOk="0">
                <a:moveTo>
                  <a:pt x="19" y="15749"/>
                </a:moveTo>
                <a:lnTo>
                  <a:pt x="19" y="15748"/>
                </a:lnTo>
                <a:lnTo>
                  <a:pt x="1079" y="15748"/>
                </a:lnTo>
                <a:lnTo>
                  <a:pt x="1079" y="15749"/>
                </a:lnTo>
                <a:lnTo>
                  <a:pt x="1147" y="15749"/>
                </a:lnTo>
                <a:lnTo>
                  <a:pt x="1147" y="15748"/>
                </a:lnTo>
                <a:lnTo>
                  <a:pt x="2046" y="15748"/>
                </a:lnTo>
                <a:lnTo>
                  <a:pt x="2046" y="15749"/>
                </a:lnTo>
                <a:lnTo>
                  <a:pt x="2115" y="15749"/>
                </a:lnTo>
                <a:lnTo>
                  <a:pt x="2115" y="15748"/>
                </a:lnTo>
                <a:lnTo>
                  <a:pt x="3174" y="15748"/>
                </a:lnTo>
                <a:lnTo>
                  <a:pt x="3174" y="15749"/>
                </a:lnTo>
                <a:lnTo>
                  <a:pt x="3244" y="15749"/>
                </a:lnTo>
                <a:lnTo>
                  <a:pt x="3244" y="15748"/>
                </a:lnTo>
                <a:lnTo>
                  <a:pt x="4143" y="15748"/>
                </a:lnTo>
                <a:lnTo>
                  <a:pt x="4143" y="15749"/>
                </a:lnTo>
                <a:lnTo>
                  <a:pt x="4211" y="15749"/>
                </a:lnTo>
                <a:lnTo>
                  <a:pt x="4211" y="15748"/>
                </a:lnTo>
                <a:lnTo>
                  <a:pt x="5271" y="15748"/>
                </a:lnTo>
                <a:lnTo>
                  <a:pt x="5271" y="15749"/>
                </a:lnTo>
                <a:lnTo>
                  <a:pt x="5339" y="15749"/>
                </a:lnTo>
                <a:lnTo>
                  <a:pt x="5339" y="15748"/>
                </a:lnTo>
                <a:lnTo>
                  <a:pt x="6238" y="15748"/>
                </a:lnTo>
                <a:lnTo>
                  <a:pt x="6238" y="15749"/>
                </a:lnTo>
                <a:lnTo>
                  <a:pt x="6308" y="15749"/>
                </a:lnTo>
                <a:lnTo>
                  <a:pt x="6308" y="15748"/>
                </a:lnTo>
                <a:lnTo>
                  <a:pt x="7366" y="15748"/>
                </a:lnTo>
                <a:lnTo>
                  <a:pt x="7366" y="15749"/>
                </a:lnTo>
                <a:lnTo>
                  <a:pt x="7436" y="15749"/>
                </a:lnTo>
                <a:lnTo>
                  <a:pt x="7436" y="15748"/>
                </a:lnTo>
                <a:lnTo>
                  <a:pt x="8335" y="15748"/>
                </a:lnTo>
                <a:lnTo>
                  <a:pt x="8335" y="15749"/>
                </a:lnTo>
                <a:lnTo>
                  <a:pt x="8403" y="15749"/>
                </a:lnTo>
                <a:lnTo>
                  <a:pt x="8403" y="15748"/>
                </a:lnTo>
                <a:lnTo>
                  <a:pt x="9463" y="15748"/>
                </a:lnTo>
                <a:lnTo>
                  <a:pt x="9463" y="15749"/>
                </a:lnTo>
                <a:lnTo>
                  <a:pt x="9531" y="15749"/>
                </a:lnTo>
                <a:lnTo>
                  <a:pt x="9531" y="15748"/>
                </a:lnTo>
                <a:lnTo>
                  <a:pt x="10430" y="15748"/>
                </a:lnTo>
                <a:lnTo>
                  <a:pt x="10430" y="15749"/>
                </a:lnTo>
                <a:lnTo>
                  <a:pt x="10500" y="15749"/>
                </a:lnTo>
                <a:lnTo>
                  <a:pt x="10500" y="15748"/>
                </a:lnTo>
                <a:lnTo>
                  <a:pt x="11559" y="15748"/>
                </a:lnTo>
                <a:lnTo>
                  <a:pt x="11559" y="15749"/>
                </a:lnTo>
                <a:lnTo>
                  <a:pt x="11628" y="15749"/>
                </a:lnTo>
                <a:lnTo>
                  <a:pt x="11628" y="15748"/>
                </a:lnTo>
                <a:lnTo>
                  <a:pt x="12526" y="15748"/>
                </a:lnTo>
                <a:lnTo>
                  <a:pt x="12526" y="15749"/>
                </a:lnTo>
                <a:lnTo>
                  <a:pt x="12594" y="15749"/>
                </a:lnTo>
                <a:lnTo>
                  <a:pt x="12594" y="15748"/>
                </a:lnTo>
                <a:lnTo>
                  <a:pt x="13654" y="15748"/>
                </a:lnTo>
                <a:lnTo>
                  <a:pt x="13654" y="15749"/>
                </a:lnTo>
                <a:lnTo>
                  <a:pt x="13722" y="15749"/>
                </a:lnTo>
                <a:lnTo>
                  <a:pt x="13722" y="15748"/>
                </a:lnTo>
                <a:lnTo>
                  <a:pt x="14622" y="15748"/>
                </a:lnTo>
                <a:lnTo>
                  <a:pt x="14622" y="15749"/>
                </a:lnTo>
                <a:lnTo>
                  <a:pt x="14691" y="15749"/>
                </a:lnTo>
                <a:lnTo>
                  <a:pt x="14691" y="15748"/>
                </a:lnTo>
                <a:lnTo>
                  <a:pt x="15750" y="15748"/>
                </a:lnTo>
                <a:lnTo>
                  <a:pt x="15750" y="15749"/>
                </a:lnTo>
                <a:lnTo>
                  <a:pt x="15819" y="15749"/>
                </a:lnTo>
                <a:lnTo>
                  <a:pt x="15819" y="15748"/>
                </a:lnTo>
                <a:lnTo>
                  <a:pt x="16718" y="15748"/>
                </a:lnTo>
                <a:lnTo>
                  <a:pt x="16718" y="15749"/>
                </a:lnTo>
                <a:lnTo>
                  <a:pt x="16786" y="15749"/>
                </a:lnTo>
                <a:lnTo>
                  <a:pt x="16786" y="15748"/>
                </a:lnTo>
                <a:lnTo>
                  <a:pt x="17846" y="15748"/>
                </a:lnTo>
                <a:lnTo>
                  <a:pt x="17846" y="15749"/>
                </a:lnTo>
                <a:lnTo>
                  <a:pt x="17914" y="15749"/>
                </a:lnTo>
                <a:lnTo>
                  <a:pt x="17914" y="15748"/>
                </a:lnTo>
                <a:lnTo>
                  <a:pt x="18814" y="15748"/>
                </a:lnTo>
                <a:lnTo>
                  <a:pt x="18814" y="15749"/>
                </a:lnTo>
                <a:lnTo>
                  <a:pt x="18883" y="15749"/>
                </a:lnTo>
                <a:lnTo>
                  <a:pt x="18883" y="15748"/>
                </a:lnTo>
                <a:lnTo>
                  <a:pt x="19942" y="15748"/>
                </a:lnTo>
                <a:lnTo>
                  <a:pt x="19942" y="15749"/>
                </a:lnTo>
                <a:lnTo>
                  <a:pt x="20011" y="15749"/>
                </a:lnTo>
                <a:lnTo>
                  <a:pt x="20011" y="15748"/>
                </a:lnTo>
                <a:lnTo>
                  <a:pt x="20910" y="15748"/>
                </a:lnTo>
                <a:lnTo>
                  <a:pt x="20910" y="15749"/>
                </a:lnTo>
                <a:lnTo>
                  <a:pt x="20978" y="15749"/>
                </a:lnTo>
                <a:lnTo>
                  <a:pt x="20978" y="15748"/>
                </a:lnTo>
                <a:lnTo>
                  <a:pt x="22038" y="15748"/>
                </a:lnTo>
                <a:lnTo>
                  <a:pt x="22038" y="15749"/>
                </a:lnTo>
                <a:lnTo>
                  <a:pt x="22106" y="15749"/>
                </a:lnTo>
                <a:lnTo>
                  <a:pt x="22106" y="15748"/>
                </a:lnTo>
                <a:lnTo>
                  <a:pt x="23006" y="15748"/>
                </a:lnTo>
                <a:lnTo>
                  <a:pt x="23006" y="15749"/>
                </a:lnTo>
                <a:lnTo>
                  <a:pt x="23075" y="15749"/>
                </a:lnTo>
                <a:lnTo>
                  <a:pt x="23075" y="15748"/>
                </a:lnTo>
                <a:lnTo>
                  <a:pt x="24134" y="15748"/>
                </a:lnTo>
                <a:lnTo>
                  <a:pt x="24134" y="15749"/>
                </a:lnTo>
                <a:lnTo>
                  <a:pt x="24203" y="15749"/>
                </a:lnTo>
                <a:lnTo>
                  <a:pt x="24203" y="15748"/>
                </a:lnTo>
                <a:lnTo>
                  <a:pt x="24221" y="15748"/>
                </a:lnTo>
                <a:lnTo>
                  <a:pt x="24221" y="15680"/>
                </a:lnTo>
                <a:lnTo>
                  <a:pt x="24203" y="15680"/>
                </a:lnTo>
                <a:lnTo>
                  <a:pt x="24203" y="14726"/>
                </a:lnTo>
                <a:lnTo>
                  <a:pt x="24221" y="14726"/>
                </a:lnTo>
                <a:lnTo>
                  <a:pt x="24221" y="14657"/>
                </a:lnTo>
                <a:lnTo>
                  <a:pt x="24203" y="14657"/>
                </a:lnTo>
                <a:lnTo>
                  <a:pt x="24203" y="13651"/>
                </a:lnTo>
                <a:lnTo>
                  <a:pt x="24221" y="13651"/>
                </a:lnTo>
                <a:lnTo>
                  <a:pt x="24221" y="13583"/>
                </a:lnTo>
                <a:lnTo>
                  <a:pt x="24203" y="13583"/>
                </a:lnTo>
                <a:lnTo>
                  <a:pt x="24203" y="12630"/>
                </a:lnTo>
                <a:lnTo>
                  <a:pt x="24221" y="12630"/>
                </a:lnTo>
                <a:lnTo>
                  <a:pt x="24221" y="12561"/>
                </a:lnTo>
                <a:lnTo>
                  <a:pt x="24203" y="12561"/>
                </a:lnTo>
                <a:lnTo>
                  <a:pt x="24203" y="11556"/>
                </a:lnTo>
                <a:lnTo>
                  <a:pt x="24221" y="11556"/>
                </a:lnTo>
                <a:lnTo>
                  <a:pt x="24221" y="11487"/>
                </a:lnTo>
                <a:lnTo>
                  <a:pt x="24203" y="11487"/>
                </a:lnTo>
                <a:lnTo>
                  <a:pt x="24203" y="10533"/>
                </a:lnTo>
                <a:lnTo>
                  <a:pt x="24221" y="10533"/>
                </a:lnTo>
                <a:lnTo>
                  <a:pt x="24221" y="10465"/>
                </a:lnTo>
                <a:lnTo>
                  <a:pt x="24203" y="10465"/>
                </a:lnTo>
                <a:lnTo>
                  <a:pt x="24203" y="9459"/>
                </a:lnTo>
                <a:lnTo>
                  <a:pt x="24221" y="9459"/>
                </a:lnTo>
                <a:lnTo>
                  <a:pt x="24221" y="9391"/>
                </a:lnTo>
                <a:lnTo>
                  <a:pt x="24203" y="9391"/>
                </a:lnTo>
                <a:lnTo>
                  <a:pt x="24203" y="8438"/>
                </a:lnTo>
                <a:lnTo>
                  <a:pt x="24221" y="8438"/>
                </a:lnTo>
                <a:lnTo>
                  <a:pt x="24221" y="8369"/>
                </a:lnTo>
                <a:lnTo>
                  <a:pt x="24203" y="8369"/>
                </a:lnTo>
                <a:lnTo>
                  <a:pt x="24203" y="7364"/>
                </a:lnTo>
                <a:lnTo>
                  <a:pt x="24221" y="7364"/>
                </a:lnTo>
                <a:lnTo>
                  <a:pt x="24221" y="7296"/>
                </a:lnTo>
                <a:lnTo>
                  <a:pt x="24203" y="7296"/>
                </a:lnTo>
                <a:lnTo>
                  <a:pt x="24203" y="6342"/>
                </a:lnTo>
                <a:lnTo>
                  <a:pt x="24221" y="6342"/>
                </a:lnTo>
                <a:lnTo>
                  <a:pt x="24221" y="6274"/>
                </a:lnTo>
                <a:lnTo>
                  <a:pt x="24203" y="6274"/>
                </a:lnTo>
                <a:lnTo>
                  <a:pt x="24203" y="5268"/>
                </a:lnTo>
                <a:lnTo>
                  <a:pt x="24221" y="5268"/>
                </a:lnTo>
                <a:lnTo>
                  <a:pt x="24221" y="5200"/>
                </a:lnTo>
                <a:lnTo>
                  <a:pt x="24203" y="5200"/>
                </a:lnTo>
                <a:lnTo>
                  <a:pt x="24203" y="4247"/>
                </a:lnTo>
                <a:lnTo>
                  <a:pt x="24221" y="4247"/>
                </a:lnTo>
                <a:lnTo>
                  <a:pt x="24221" y="4178"/>
                </a:lnTo>
                <a:lnTo>
                  <a:pt x="24203" y="4178"/>
                </a:lnTo>
                <a:lnTo>
                  <a:pt x="24203" y="3172"/>
                </a:lnTo>
                <a:lnTo>
                  <a:pt x="24221" y="3172"/>
                </a:lnTo>
                <a:lnTo>
                  <a:pt x="24221" y="3104"/>
                </a:lnTo>
                <a:lnTo>
                  <a:pt x="24203" y="3104"/>
                </a:lnTo>
                <a:lnTo>
                  <a:pt x="24203" y="2150"/>
                </a:lnTo>
                <a:lnTo>
                  <a:pt x="24221" y="2150"/>
                </a:lnTo>
                <a:lnTo>
                  <a:pt x="24221" y="2082"/>
                </a:lnTo>
                <a:lnTo>
                  <a:pt x="24203" y="2082"/>
                </a:lnTo>
                <a:lnTo>
                  <a:pt x="24203" y="1076"/>
                </a:lnTo>
                <a:lnTo>
                  <a:pt x="24221" y="1076"/>
                </a:lnTo>
                <a:lnTo>
                  <a:pt x="24221" y="1007"/>
                </a:lnTo>
                <a:lnTo>
                  <a:pt x="24203" y="1007"/>
                </a:lnTo>
                <a:lnTo>
                  <a:pt x="24203" y="55"/>
                </a:lnTo>
                <a:lnTo>
                  <a:pt x="24221" y="55"/>
                </a:lnTo>
                <a:lnTo>
                  <a:pt x="24221" y="0"/>
                </a:lnTo>
                <a:lnTo>
                  <a:pt x="0" y="0"/>
                </a:lnTo>
                <a:lnTo>
                  <a:pt x="0" y="15749"/>
                </a:lnTo>
                <a:lnTo>
                  <a:pt x="19" y="15749"/>
                </a:lnTo>
                <a:moveTo>
                  <a:pt x="23075" y="55"/>
                </a:moveTo>
                <a:lnTo>
                  <a:pt x="24134" y="55"/>
                </a:lnTo>
                <a:lnTo>
                  <a:pt x="24134" y="1007"/>
                </a:lnTo>
                <a:lnTo>
                  <a:pt x="23075" y="1007"/>
                </a:lnTo>
                <a:lnTo>
                  <a:pt x="23075" y="55"/>
                </a:lnTo>
                <a:moveTo>
                  <a:pt x="23075" y="1076"/>
                </a:moveTo>
                <a:lnTo>
                  <a:pt x="24134" y="1076"/>
                </a:lnTo>
                <a:lnTo>
                  <a:pt x="24134" y="2082"/>
                </a:lnTo>
                <a:lnTo>
                  <a:pt x="23075" y="2082"/>
                </a:lnTo>
                <a:lnTo>
                  <a:pt x="23075" y="1076"/>
                </a:lnTo>
                <a:moveTo>
                  <a:pt x="23075" y="2150"/>
                </a:moveTo>
                <a:lnTo>
                  <a:pt x="24134" y="2150"/>
                </a:lnTo>
                <a:lnTo>
                  <a:pt x="24134" y="3104"/>
                </a:lnTo>
                <a:lnTo>
                  <a:pt x="23075" y="3104"/>
                </a:lnTo>
                <a:lnTo>
                  <a:pt x="23075" y="2150"/>
                </a:lnTo>
                <a:moveTo>
                  <a:pt x="23075" y="3172"/>
                </a:moveTo>
                <a:lnTo>
                  <a:pt x="24134" y="3172"/>
                </a:lnTo>
                <a:lnTo>
                  <a:pt x="24134" y="4178"/>
                </a:lnTo>
                <a:lnTo>
                  <a:pt x="23075" y="4178"/>
                </a:lnTo>
                <a:lnTo>
                  <a:pt x="23075" y="3172"/>
                </a:lnTo>
                <a:moveTo>
                  <a:pt x="23075" y="4247"/>
                </a:moveTo>
                <a:lnTo>
                  <a:pt x="24134" y="4247"/>
                </a:lnTo>
                <a:lnTo>
                  <a:pt x="24134" y="5200"/>
                </a:lnTo>
                <a:lnTo>
                  <a:pt x="23075" y="5200"/>
                </a:lnTo>
                <a:lnTo>
                  <a:pt x="23075" y="4247"/>
                </a:lnTo>
                <a:moveTo>
                  <a:pt x="23075" y="5268"/>
                </a:moveTo>
                <a:lnTo>
                  <a:pt x="24134" y="5268"/>
                </a:lnTo>
                <a:lnTo>
                  <a:pt x="24134" y="6274"/>
                </a:lnTo>
                <a:lnTo>
                  <a:pt x="23075" y="6274"/>
                </a:lnTo>
                <a:lnTo>
                  <a:pt x="23075" y="5268"/>
                </a:lnTo>
                <a:moveTo>
                  <a:pt x="23075" y="6342"/>
                </a:moveTo>
                <a:lnTo>
                  <a:pt x="24134" y="6342"/>
                </a:lnTo>
                <a:lnTo>
                  <a:pt x="24134" y="7296"/>
                </a:lnTo>
                <a:lnTo>
                  <a:pt x="23075" y="7296"/>
                </a:lnTo>
                <a:lnTo>
                  <a:pt x="23075" y="6342"/>
                </a:lnTo>
                <a:moveTo>
                  <a:pt x="23075" y="7364"/>
                </a:moveTo>
                <a:lnTo>
                  <a:pt x="24134" y="7364"/>
                </a:lnTo>
                <a:lnTo>
                  <a:pt x="24134" y="8369"/>
                </a:lnTo>
                <a:lnTo>
                  <a:pt x="23075" y="8369"/>
                </a:lnTo>
                <a:lnTo>
                  <a:pt x="23075" y="7364"/>
                </a:lnTo>
                <a:moveTo>
                  <a:pt x="23075" y="8438"/>
                </a:moveTo>
                <a:lnTo>
                  <a:pt x="24134" y="8438"/>
                </a:lnTo>
                <a:lnTo>
                  <a:pt x="24134" y="9391"/>
                </a:lnTo>
                <a:lnTo>
                  <a:pt x="23075" y="9391"/>
                </a:lnTo>
                <a:lnTo>
                  <a:pt x="23075" y="8438"/>
                </a:lnTo>
                <a:moveTo>
                  <a:pt x="23075" y="9459"/>
                </a:moveTo>
                <a:lnTo>
                  <a:pt x="24134" y="9459"/>
                </a:lnTo>
                <a:lnTo>
                  <a:pt x="24134" y="10465"/>
                </a:lnTo>
                <a:lnTo>
                  <a:pt x="23075" y="10465"/>
                </a:lnTo>
                <a:lnTo>
                  <a:pt x="23075" y="9459"/>
                </a:lnTo>
                <a:moveTo>
                  <a:pt x="23075" y="10533"/>
                </a:moveTo>
                <a:lnTo>
                  <a:pt x="24134" y="10533"/>
                </a:lnTo>
                <a:lnTo>
                  <a:pt x="24134" y="11487"/>
                </a:lnTo>
                <a:lnTo>
                  <a:pt x="23075" y="11487"/>
                </a:lnTo>
                <a:lnTo>
                  <a:pt x="23075" y="10533"/>
                </a:lnTo>
                <a:moveTo>
                  <a:pt x="23075" y="11556"/>
                </a:moveTo>
                <a:lnTo>
                  <a:pt x="24134" y="11556"/>
                </a:lnTo>
                <a:lnTo>
                  <a:pt x="24134" y="12561"/>
                </a:lnTo>
                <a:lnTo>
                  <a:pt x="23075" y="12561"/>
                </a:lnTo>
                <a:lnTo>
                  <a:pt x="23075" y="11556"/>
                </a:lnTo>
                <a:moveTo>
                  <a:pt x="23075" y="12630"/>
                </a:moveTo>
                <a:lnTo>
                  <a:pt x="24134" y="12630"/>
                </a:lnTo>
                <a:lnTo>
                  <a:pt x="24134" y="13583"/>
                </a:lnTo>
                <a:lnTo>
                  <a:pt x="23075" y="13583"/>
                </a:lnTo>
                <a:lnTo>
                  <a:pt x="23075" y="12630"/>
                </a:lnTo>
                <a:moveTo>
                  <a:pt x="23075" y="13651"/>
                </a:moveTo>
                <a:lnTo>
                  <a:pt x="24134" y="13651"/>
                </a:lnTo>
                <a:lnTo>
                  <a:pt x="24134" y="14657"/>
                </a:lnTo>
                <a:lnTo>
                  <a:pt x="23075" y="14657"/>
                </a:lnTo>
                <a:lnTo>
                  <a:pt x="23075" y="13651"/>
                </a:lnTo>
                <a:moveTo>
                  <a:pt x="23075" y="14726"/>
                </a:moveTo>
                <a:lnTo>
                  <a:pt x="24134" y="14726"/>
                </a:lnTo>
                <a:lnTo>
                  <a:pt x="24134" y="15680"/>
                </a:lnTo>
                <a:lnTo>
                  <a:pt x="23075" y="15680"/>
                </a:lnTo>
                <a:lnTo>
                  <a:pt x="23075" y="14726"/>
                </a:lnTo>
                <a:moveTo>
                  <a:pt x="22106" y="55"/>
                </a:moveTo>
                <a:lnTo>
                  <a:pt x="23006" y="55"/>
                </a:lnTo>
                <a:lnTo>
                  <a:pt x="23006" y="1007"/>
                </a:lnTo>
                <a:lnTo>
                  <a:pt x="22106" y="1007"/>
                </a:lnTo>
                <a:lnTo>
                  <a:pt x="22106" y="55"/>
                </a:lnTo>
                <a:moveTo>
                  <a:pt x="22106" y="1076"/>
                </a:moveTo>
                <a:lnTo>
                  <a:pt x="23006" y="1076"/>
                </a:lnTo>
                <a:lnTo>
                  <a:pt x="23006" y="2082"/>
                </a:lnTo>
                <a:lnTo>
                  <a:pt x="22106" y="2082"/>
                </a:lnTo>
                <a:lnTo>
                  <a:pt x="22106" y="1076"/>
                </a:lnTo>
                <a:moveTo>
                  <a:pt x="22106" y="2150"/>
                </a:moveTo>
                <a:lnTo>
                  <a:pt x="23006" y="2150"/>
                </a:lnTo>
                <a:lnTo>
                  <a:pt x="23006" y="3104"/>
                </a:lnTo>
                <a:lnTo>
                  <a:pt x="22106" y="3104"/>
                </a:lnTo>
                <a:lnTo>
                  <a:pt x="22106" y="2150"/>
                </a:lnTo>
                <a:moveTo>
                  <a:pt x="22106" y="3172"/>
                </a:moveTo>
                <a:lnTo>
                  <a:pt x="23006" y="3172"/>
                </a:lnTo>
                <a:lnTo>
                  <a:pt x="23006" y="4178"/>
                </a:lnTo>
                <a:lnTo>
                  <a:pt x="22106" y="4178"/>
                </a:lnTo>
                <a:lnTo>
                  <a:pt x="22106" y="3172"/>
                </a:lnTo>
                <a:moveTo>
                  <a:pt x="22106" y="4247"/>
                </a:moveTo>
                <a:lnTo>
                  <a:pt x="23006" y="4247"/>
                </a:lnTo>
                <a:lnTo>
                  <a:pt x="23006" y="5200"/>
                </a:lnTo>
                <a:lnTo>
                  <a:pt x="22106" y="5200"/>
                </a:lnTo>
                <a:lnTo>
                  <a:pt x="22106" y="4247"/>
                </a:lnTo>
                <a:moveTo>
                  <a:pt x="22106" y="5268"/>
                </a:moveTo>
                <a:lnTo>
                  <a:pt x="23006" y="5268"/>
                </a:lnTo>
                <a:lnTo>
                  <a:pt x="23006" y="6274"/>
                </a:lnTo>
                <a:lnTo>
                  <a:pt x="22106" y="6274"/>
                </a:lnTo>
                <a:lnTo>
                  <a:pt x="22106" y="5268"/>
                </a:lnTo>
                <a:moveTo>
                  <a:pt x="22106" y="6342"/>
                </a:moveTo>
                <a:lnTo>
                  <a:pt x="23006" y="6342"/>
                </a:lnTo>
                <a:lnTo>
                  <a:pt x="23006" y="7296"/>
                </a:lnTo>
                <a:lnTo>
                  <a:pt x="22106" y="7296"/>
                </a:lnTo>
                <a:lnTo>
                  <a:pt x="22106" y="6342"/>
                </a:lnTo>
                <a:moveTo>
                  <a:pt x="22106" y="7364"/>
                </a:moveTo>
                <a:lnTo>
                  <a:pt x="23006" y="7364"/>
                </a:lnTo>
                <a:lnTo>
                  <a:pt x="23006" y="8369"/>
                </a:lnTo>
                <a:lnTo>
                  <a:pt x="22106" y="8369"/>
                </a:lnTo>
                <a:lnTo>
                  <a:pt x="22106" y="7364"/>
                </a:lnTo>
                <a:moveTo>
                  <a:pt x="22106" y="8438"/>
                </a:moveTo>
                <a:lnTo>
                  <a:pt x="23006" y="8438"/>
                </a:lnTo>
                <a:lnTo>
                  <a:pt x="23006" y="9391"/>
                </a:lnTo>
                <a:lnTo>
                  <a:pt x="22106" y="9391"/>
                </a:lnTo>
                <a:lnTo>
                  <a:pt x="22106" y="8438"/>
                </a:lnTo>
                <a:moveTo>
                  <a:pt x="22106" y="9459"/>
                </a:moveTo>
                <a:lnTo>
                  <a:pt x="23006" y="9459"/>
                </a:lnTo>
                <a:lnTo>
                  <a:pt x="23006" y="10465"/>
                </a:lnTo>
                <a:lnTo>
                  <a:pt x="22106" y="10465"/>
                </a:lnTo>
                <a:lnTo>
                  <a:pt x="22106" y="9459"/>
                </a:lnTo>
                <a:moveTo>
                  <a:pt x="22106" y="10533"/>
                </a:moveTo>
                <a:lnTo>
                  <a:pt x="23006" y="10533"/>
                </a:lnTo>
                <a:lnTo>
                  <a:pt x="23006" y="11487"/>
                </a:lnTo>
                <a:lnTo>
                  <a:pt x="22106" y="11487"/>
                </a:lnTo>
                <a:lnTo>
                  <a:pt x="22106" y="10533"/>
                </a:lnTo>
                <a:moveTo>
                  <a:pt x="22106" y="11556"/>
                </a:moveTo>
                <a:lnTo>
                  <a:pt x="23006" y="11556"/>
                </a:lnTo>
                <a:lnTo>
                  <a:pt x="23006" y="12561"/>
                </a:lnTo>
                <a:lnTo>
                  <a:pt x="22106" y="12561"/>
                </a:lnTo>
                <a:lnTo>
                  <a:pt x="22106" y="11556"/>
                </a:lnTo>
                <a:moveTo>
                  <a:pt x="22106" y="12630"/>
                </a:moveTo>
                <a:lnTo>
                  <a:pt x="23006" y="12630"/>
                </a:lnTo>
                <a:lnTo>
                  <a:pt x="23006" y="13583"/>
                </a:lnTo>
                <a:lnTo>
                  <a:pt x="22106" y="13583"/>
                </a:lnTo>
                <a:lnTo>
                  <a:pt x="22106" y="12630"/>
                </a:lnTo>
                <a:moveTo>
                  <a:pt x="22106" y="13651"/>
                </a:moveTo>
                <a:lnTo>
                  <a:pt x="23006" y="13651"/>
                </a:lnTo>
                <a:lnTo>
                  <a:pt x="23006" y="14657"/>
                </a:lnTo>
                <a:lnTo>
                  <a:pt x="22106" y="14657"/>
                </a:lnTo>
                <a:lnTo>
                  <a:pt x="22106" y="13651"/>
                </a:lnTo>
                <a:moveTo>
                  <a:pt x="22106" y="14726"/>
                </a:moveTo>
                <a:lnTo>
                  <a:pt x="23006" y="14726"/>
                </a:lnTo>
                <a:lnTo>
                  <a:pt x="23006" y="15680"/>
                </a:lnTo>
                <a:lnTo>
                  <a:pt x="22106" y="15680"/>
                </a:lnTo>
                <a:lnTo>
                  <a:pt x="22106" y="14726"/>
                </a:lnTo>
                <a:moveTo>
                  <a:pt x="20978" y="55"/>
                </a:moveTo>
                <a:lnTo>
                  <a:pt x="22038" y="55"/>
                </a:lnTo>
                <a:lnTo>
                  <a:pt x="22038" y="1007"/>
                </a:lnTo>
                <a:lnTo>
                  <a:pt x="20978" y="1007"/>
                </a:lnTo>
                <a:lnTo>
                  <a:pt x="20978" y="55"/>
                </a:lnTo>
                <a:moveTo>
                  <a:pt x="20978" y="1076"/>
                </a:moveTo>
                <a:lnTo>
                  <a:pt x="22038" y="1076"/>
                </a:lnTo>
                <a:lnTo>
                  <a:pt x="22038" y="2082"/>
                </a:lnTo>
                <a:lnTo>
                  <a:pt x="20978" y="2082"/>
                </a:lnTo>
                <a:lnTo>
                  <a:pt x="20978" y="1076"/>
                </a:lnTo>
                <a:moveTo>
                  <a:pt x="20978" y="2150"/>
                </a:moveTo>
                <a:lnTo>
                  <a:pt x="22038" y="2150"/>
                </a:lnTo>
                <a:lnTo>
                  <a:pt x="22038" y="3104"/>
                </a:lnTo>
                <a:lnTo>
                  <a:pt x="20978" y="3104"/>
                </a:lnTo>
                <a:lnTo>
                  <a:pt x="20978" y="2150"/>
                </a:lnTo>
                <a:moveTo>
                  <a:pt x="20978" y="3172"/>
                </a:moveTo>
                <a:lnTo>
                  <a:pt x="22038" y="3172"/>
                </a:lnTo>
                <a:lnTo>
                  <a:pt x="22038" y="4178"/>
                </a:lnTo>
                <a:lnTo>
                  <a:pt x="20978" y="4178"/>
                </a:lnTo>
                <a:lnTo>
                  <a:pt x="20978" y="3172"/>
                </a:lnTo>
                <a:moveTo>
                  <a:pt x="20978" y="4247"/>
                </a:moveTo>
                <a:lnTo>
                  <a:pt x="22038" y="4247"/>
                </a:lnTo>
                <a:lnTo>
                  <a:pt x="22038" y="5200"/>
                </a:lnTo>
                <a:lnTo>
                  <a:pt x="20978" y="5200"/>
                </a:lnTo>
                <a:lnTo>
                  <a:pt x="20978" y="4247"/>
                </a:lnTo>
                <a:moveTo>
                  <a:pt x="20978" y="5268"/>
                </a:moveTo>
                <a:lnTo>
                  <a:pt x="22038" y="5268"/>
                </a:lnTo>
                <a:lnTo>
                  <a:pt x="22038" y="6274"/>
                </a:lnTo>
                <a:lnTo>
                  <a:pt x="20978" y="6274"/>
                </a:lnTo>
                <a:lnTo>
                  <a:pt x="20978" y="5268"/>
                </a:lnTo>
                <a:moveTo>
                  <a:pt x="20978" y="6342"/>
                </a:moveTo>
                <a:lnTo>
                  <a:pt x="22038" y="6342"/>
                </a:lnTo>
                <a:lnTo>
                  <a:pt x="22038" y="7296"/>
                </a:lnTo>
                <a:lnTo>
                  <a:pt x="20978" y="7296"/>
                </a:lnTo>
                <a:lnTo>
                  <a:pt x="20978" y="6342"/>
                </a:lnTo>
                <a:moveTo>
                  <a:pt x="20978" y="7364"/>
                </a:moveTo>
                <a:lnTo>
                  <a:pt x="22038" y="7364"/>
                </a:lnTo>
                <a:lnTo>
                  <a:pt x="22038" y="8369"/>
                </a:lnTo>
                <a:lnTo>
                  <a:pt x="20978" y="8369"/>
                </a:lnTo>
                <a:lnTo>
                  <a:pt x="20978" y="7364"/>
                </a:lnTo>
                <a:moveTo>
                  <a:pt x="20978" y="8438"/>
                </a:moveTo>
                <a:lnTo>
                  <a:pt x="22038" y="8438"/>
                </a:lnTo>
                <a:lnTo>
                  <a:pt x="22038" y="9391"/>
                </a:lnTo>
                <a:lnTo>
                  <a:pt x="20978" y="9391"/>
                </a:lnTo>
                <a:lnTo>
                  <a:pt x="20978" y="8438"/>
                </a:lnTo>
                <a:moveTo>
                  <a:pt x="20978" y="9459"/>
                </a:moveTo>
                <a:lnTo>
                  <a:pt x="22038" y="9459"/>
                </a:lnTo>
                <a:lnTo>
                  <a:pt x="22038" y="10465"/>
                </a:lnTo>
                <a:lnTo>
                  <a:pt x="20978" y="10465"/>
                </a:lnTo>
                <a:lnTo>
                  <a:pt x="20978" y="9459"/>
                </a:lnTo>
                <a:moveTo>
                  <a:pt x="20978" y="10533"/>
                </a:moveTo>
                <a:lnTo>
                  <a:pt x="22038" y="10533"/>
                </a:lnTo>
                <a:lnTo>
                  <a:pt x="22038" y="11487"/>
                </a:lnTo>
                <a:lnTo>
                  <a:pt x="20978" y="11487"/>
                </a:lnTo>
                <a:lnTo>
                  <a:pt x="20978" y="10533"/>
                </a:lnTo>
                <a:moveTo>
                  <a:pt x="20978" y="11556"/>
                </a:moveTo>
                <a:lnTo>
                  <a:pt x="22038" y="11556"/>
                </a:lnTo>
                <a:lnTo>
                  <a:pt x="22038" y="12561"/>
                </a:lnTo>
                <a:lnTo>
                  <a:pt x="20978" y="12561"/>
                </a:lnTo>
                <a:lnTo>
                  <a:pt x="20978" y="11556"/>
                </a:lnTo>
                <a:moveTo>
                  <a:pt x="20978" y="12630"/>
                </a:moveTo>
                <a:lnTo>
                  <a:pt x="22038" y="12630"/>
                </a:lnTo>
                <a:lnTo>
                  <a:pt x="22038" y="13583"/>
                </a:lnTo>
                <a:lnTo>
                  <a:pt x="20978" y="13583"/>
                </a:lnTo>
                <a:lnTo>
                  <a:pt x="20978" y="12630"/>
                </a:lnTo>
                <a:moveTo>
                  <a:pt x="20978" y="13651"/>
                </a:moveTo>
                <a:lnTo>
                  <a:pt x="22038" y="13651"/>
                </a:lnTo>
                <a:lnTo>
                  <a:pt x="22038" y="14657"/>
                </a:lnTo>
                <a:lnTo>
                  <a:pt x="20978" y="14657"/>
                </a:lnTo>
                <a:lnTo>
                  <a:pt x="20978" y="13651"/>
                </a:lnTo>
                <a:moveTo>
                  <a:pt x="20978" y="14726"/>
                </a:moveTo>
                <a:lnTo>
                  <a:pt x="22038" y="14726"/>
                </a:lnTo>
                <a:lnTo>
                  <a:pt x="22038" y="15680"/>
                </a:lnTo>
                <a:lnTo>
                  <a:pt x="20978" y="15680"/>
                </a:lnTo>
                <a:lnTo>
                  <a:pt x="20978" y="14726"/>
                </a:lnTo>
                <a:moveTo>
                  <a:pt x="20011" y="55"/>
                </a:moveTo>
                <a:lnTo>
                  <a:pt x="20910" y="55"/>
                </a:lnTo>
                <a:lnTo>
                  <a:pt x="20910" y="1007"/>
                </a:lnTo>
                <a:lnTo>
                  <a:pt x="20011" y="1007"/>
                </a:lnTo>
                <a:lnTo>
                  <a:pt x="20011" y="55"/>
                </a:lnTo>
                <a:moveTo>
                  <a:pt x="20011" y="1076"/>
                </a:moveTo>
                <a:lnTo>
                  <a:pt x="20910" y="1076"/>
                </a:lnTo>
                <a:lnTo>
                  <a:pt x="20910" y="2082"/>
                </a:lnTo>
                <a:lnTo>
                  <a:pt x="20011" y="2082"/>
                </a:lnTo>
                <a:lnTo>
                  <a:pt x="20011" y="1076"/>
                </a:lnTo>
                <a:moveTo>
                  <a:pt x="20011" y="2150"/>
                </a:moveTo>
                <a:lnTo>
                  <a:pt x="20910" y="2150"/>
                </a:lnTo>
                <a:lnTo>
                  <a:pt x="20910" y="3104"/>
                </a:lnTo>
                <a:lnTo>
                  <a:pt x="20011" y="3104"/>
                </a:lnTo>
                <a:lnTo>
                  <a:pt x="20011" y="2150"/>
                </a:lnTo>
                <a:moveTo>
                  <a:pt x="20011" y="3172"/>
                </a:moveTo>
                <a:lnTo>
                  <a:pt x="20910" y="3172"/>
                </a:lnTo>
                <a:lnTo>
                  <a:pt x="20910" y="4178"/>
                </a:lnTo>
                <a:lnTo>
                  <a:pt x="20011" y="4178"/>
                </a:lnTo>
                <a:lnTo>
                  <a:pt x="20011" y="3172"/>
                </a:lnTo>
                <a:moveTo>
                  <a:pt x="20011" y="4247"/>
                </a:moveTo>
                <a:lnTo>
                  <a:pt x="20910" y="4247"/>
                </a:lnTo>
                <a:lnTo>
                  <a:pt x="20910" y="5200"/>
                </a:lnTo>
                <a:lnTo>
                  <a:pt x="20011" y="5200"/>
                </a:lnTo>
                <a:lnTo>
                  <a:pt x="20011" y="4247"/>
                </a:lnTo>
                <a:moveTo>
                  <a:pt x="20011" y="5268"/>
                </a:moveTo>
                <a:lnTo>
                  <a:pt x="20910" y="5268"/>
                </a:lnTo>
                <a:lnTo>
                  <a:pt x="20910" y="6274"/>
                </a:lnTo>
                <a:lnTo>
                  <a:pt x="20011" y="6274"/>
                </a:lnTo>
                <a:lnTo>
                  <a:pt x="20011" y="5268"/>
                </a:lnTo>
                <a:moveTo>
                  <a:pt x="20011" y="6342"/>
                </a:moveTo>
                <a:lnTo>
                  <a:pt x="20910" y="6342"/>
                </a:lnTo>
                <a:lnTo>
                  <a:pt x="20910" y="7296"/>
                </a:lnTo>
                <a:lnTo>
                  <a:pt x="20011" y="7296"/>
                </a:lnTo>
                <a:lnTo>
                  <a:pt x="20011" y="6342"/>
                </a:lnTo>
                <a:moveTo>
                  <a:pt x="20011" y="7364"/>
                </a:moveTo>
                <a:lnTo>
                  <a:pt x="20910" y="7364"/>
                </a:lnTo>
                <a:lnTo>
                  <a:pt x="20910" y="8369"/>
                </a:lnTo>
                <a:lnTo>
                  <a:pt x="20011" y="8369"/>
                </a:lnTo>
                <a:lnTo>
                  <a:pt x="20011" y="7364"/>
                </a:lnTo>
                <a:moveTo>
                  <a:pt x="20011" y="8438"/>
                </a:moveTo>
                <a:lnTo>
                  <a:pt x="20910" y="8438"/>
                </a:lnTo>
                <a:lnTo>
                  <a:pt x="20910" y="9391"/>
                </a:lnTo>
                <a:lnTo>
                  <a:pt x="20011" y="9391"/>
                </a:lnTo>
                <a:lnTo>
                  <a:pt x="20011" y="8438"/>
                </a:lnTo>
                <a:moveTo>
                  <a:pt x="20011" y="9459"/>
                </a:moveTo>
                <a:lnTo>
                  <a:pt x="20910" y="9459"/>
                </a:lnTo>
                <a:lnTo>
                  <a:pt x="20910" y="10465"/>
                </a:lnTo>
                <a:lnTo>
                  <a:pt x="20011" y="10465"/>
                </a:lnTo>
                <a:lnTo>
                  <a:pt x="20011" y="9459"/>
                </a:lnTo>
                <a:moveTo>
                  <a:pt x="20011" y="10533"/>
                </a:moveTo>
                <a:lnTo>
                  <a:pt x="20910" y="10533"/>
                </a:lnTo>
                <a:lnTo>
                  <a:pt x="20910" y="11487"/>
                </a:lnTo>
                <a:lnTo>
                  <a:pt x="20011" y="11487"/>
                </a:lnTo>
                <a:lnTo>
                  <a:pt x="20011" y="10533"/>
                </a:lnTo>
                <a:moveTo>
                  <a:pt x="20011" y="11556"/>
                </a:moveTo>
                <a:lnTo>
                  <a:pt x="20910" y="11556"/>
                </a:lnTo>
                <a:lnTo>
                  <a:pt x="20910" y="12561"/>
                </a:lnTo>
                <a:lnTo>
                  <a:pt x="20011" y="12561"/>
                </a:lnTo>
                <a:lnTo>
                  <a:pt x="20011" y="11556"/>
                </a:lnTo>
                <a:moveTo>
                  <a:pt x="20011" y="12630"/>
                </a:moveTo>
                <a:lnTo>
                  <a:pt x="20910" y="12630"/>
                </a:lnTo>
                <a:lnTo>
                  <a:pt x="20910" y="13583"/>
                </a:lnTo>
                <a:lnTo>
                  <a:pt x="20011" y="13583"/>
                </a:lnTo>
                <a:lnTo>
                  <a:pt x="20011" y="12630"/>
                </a:lnTo>
                <a:moveTo>
                  <a:pt x="20011" y="13651"/>
                </a:moveTo>
                <a:lnTo>
                  <a:pt x="20910" y="13651"/>
                </a:lnTo>
                <a:lnTo>
                  <a:pt x="20910" y="14657"/>
                </a:lnTo>
                <a:lnTo>
                  <a:pt x="20011" y="14657"/>
                </a:lnTo>
                <a:lnTo>
                  <a:pt x="20011" y="13651"/>
                </a:lnTo>
                <a:moveTo>
                  <a:pt x="20011" y="14726"/>
                </a:moveTo>
                <a:lnTo>
                  <a:pt x="20910" y="14726"/>
                </a:lnTo>
                <a:lnTo>
                  <a:pt x="20910" y="15680"/>
                </a:lnTo>
                <a:lnTo>
                  <a:pt x="20011" y="15680"/>
                </a:lnTo>
                <a:lnTo>
                  <a:pt x="20011" y="14726"/>
                </a:lnTo>
                <a:moveTo>
                  <a:pt x="18883" y="55"/>
                </a:moveTo>
                <a:lnTo>
                  <a:pt x="19942" y="55"/>
                </a:lnTo>
                <a:lnTo>
                  <a:pt x="19942" y="1007"/>
                </a:lnTo>
                <a:lnTo>
                  <a:pt x="18883" y="1007"/>
                </a:lnTo>
                <a:lnTo>
                  <a:pt x="18883" y="55"/>
                </a:lnTo>
                <a:moveTo>
                  <a:pt x="18883" y="1076"/>
                </a:moveTo>
                <a:lnTo>
                  <a:pt x="19942" y="1076"/>
                </a:lnTo>
                <a:lnTo>
                  <a:pt x="19942" y="2082"/>
                </a:lnTo>
                <a:lnTo>
                  <a:pt x="18883" y="2082"/>
                </a:lnTo>
                <a:lnTo>
                  <a:pt x="18883" y="1076"/>
                </a:lnTo>
                <a:moveTo>
                  <a:pt x="18883" y="2150"/>
                </a:moveTo>
                <a:lnTo>
                  <a:pt x="19942" y="2150"/>
                </a:lnTo>
                <a:lnTo>
                  <a:pt x="19942" y="3104"/>
                </a:lnTo>
                <a:lnTo>
                  <a:pt x="18883" y="3104"/>
                </a:lnTo>
                <a:lnTo>
                  <a:pt x="18883" y="2150"/>
                </a:lnTo>
                <a:moveTo>
                  <a:pt x="18883" y="3172"/>
                </a:moveTo>
                <a:lnTo>
                  <a:pt x="19942" y="3172"/>
                </a:lnTo>
                <a:lnTo>
                  <a:pt x="19942" y="4178"/>
                </a:lnTo>
                <a:lnTo>
                  <a:pt x="18883" y="4178"/>
                </a:lnTo>
                <a:lnTo>
                  <a:pt x="18883" y="3172"/>
                </a:lnTo>
                <a:moveTo>
                  <a:pt x="18883" y="4247"/>
                </a:moveTo>
                <a:lnTo>
                  <a:pt x="19942" y="4247"/>
                </a:lnTo>
                <a:lnTo>
                  <a:pt x="19942" y="5200"/>
                </a:lnTo>
                <a:lnTo>
                  <a:pt x="18883" y="5200"/>
                </a:lnTo>
                <a:lnTo>
                  <a:pt x="18883" y="4247"/>
                </a:lnTo>
                <a:moveTo>
                  <a:pt x="18883" y="5268"/>
                </a:moveTo>
                <a:lnTo>
                  <a:pt x="19942" y="5268"/>
                </a:lnTo>
                <a:lnTo>
                  <a:pt x="19942" y="6274"/>
                </a:lnTo>
                <a:lnTo>
                  <a:pt x="18883" y="6274"/>
                </a:lnTo>
                <a:lnTo>
                  <a:pt x="18883" y="5268"/>
                </a:lnTo>
                <a:moveTo>
                  <a:pt x="18883" y="6342"/>
                </a:moveTo>
                <a:lnTo>
                  <a:pt x="19942" y="6342"/>
                </a:lnTo>
                <a:lnTo>
                  <a:pt x="19942" y="7296"/>
                </a:lnTo>
                <a:lnTo>
                  <a:pt x="18883" y="7296"/>
                </a:lnTo>
                <a:lnTo>
                  <a:pt x="18883" y="6342"/>
                </a:lnTo>
                <a:moveTo>
                  <a:pt x="18883" y="7364"/>
                </a:moveTo>
                <a:lnTo>
                  <a:pt x="19942" y="7364"/>
                </a:lnTo>
                <a:lnTo>
                  <a:pt x="19942" y="8369"/>
                </a:lnTo>
                <a:lnTo>
                  <a:pt x="18883" y="8369"/>
                </a:lnTo>
                <a:lnTo>
                  <a:pt x="18883" y="7364"/>
                </a:lnTo>
                <a:moveTo>
                  <a:pt x="18883" y="8438"/>
                </a:moveTo>
                <a:lnTo>
                  <a:pt x="19942" y="8438"/>
                </a:lnTo>
                <a:lnTo>
                  <a:pt x="19942" y="9391"/>
                </a:lnTo>
                <a:lnTo>
                  <a:pt x="18883" y="9391"/>
                </a:lnTo>
                <a:lnTo>
                  <a:pt x="18883" y="8438"/>
                </a:lnTo>
                <a:moveTo>
                  <a:pt x="18883" y="9459"/>
                </a:moveTo>
                <a:lnTo>
                  <a:pt x="19942" y="9459"/>
                </a:lnTo>
                <a:lnTo>
                  <a:pt x="19942" y="10465"/>
                </a:lnTo>
                <a:lnTo>
                  <a:pt x="18883" y="10465"/>
                </a:lnTo>
                <a:lnTo>
                  <a:pt x="18883" y="9459"/>
                </a:lnTo>
                <a:moveTo>
                  <a:pt x="18883" y="10533"/>
                </a:moveTo>
                <a:lnTo>
                  <a:pt x="19942" y="10533"/>
                </a:lnTo>
                <a:lnTo>
                  <a:pt x="19942" y="11487"/>
                </a:lnTo>
                <a:lnTo>
                  <a:pt x="18883" y="11487"/>
                </a:lnTo>
                <a:lnTo>
                  <a:pt x="18883" y="10533"/>
                </a:lnTo>
                <a:moveTo>
                  <a:pt x="18883" y="11556"/>
                </a:moveTo>
                <a:lnTo>
                  <a:pt x="19942" y="11556"/>
                </a:lnTo>
                <a:lnTo>
                  <a:pt x="19942" y="12561"/>
                </a:lnTo>
                <a:lnTo>
                  <a:pt x="18883" y="12561"/>
                </a:lnTo>
                <a:lnTo>
                  <a:pt x="18883" y="11556"/>
                </a:lnTo>
                <a:moveTo>
                  <a:pt x="18883" y="12630"/>
                </a:moveTo>
                <a:lnTo>
                  <a:pt x="19942" y="12630"/>
                </a:lnTo>
                <a:lnTo>
                  <a:pt x="19942" y="13583"/>
                </a:lnTo>
                <a:lnTo>
                  <a:pt x="18883" y="13583"/>
                </a:lnTo>
                <a:lnTo>
                  <a:pt x="18883" y="12630"/>
                </a:lnTo>
                <a:moveTo>
                  <a:pt x="18883" y="13651"/>
                </a:moveTo>
                <a:lnTo>
                  <a:pt x="19942" y="13651"/>
                </a:lnTo>
                <a:lnTo>
                  <a:pt x="19942" y="14657"/>
                </a:lnTo>
                <a:lnTo>
                  <a:pt x="18883" y="14657"/>
                </a:lnTo>
                <a:lnTo>
                  <a:pt x="18883" y="13651"/>
                </a:lnTo>
                <a:moveTo>
                  <a:pt x="18883" y="14726"/>
                </a:moveTo>
                <a:lnTo>
                  <a:pt x="19942" y="14726"/>
                </a:lnTo>
                <a:lnTo>
                  <a:pt x="19942" y="15680"/>
                </a:lnTo>
                <a:lnTo>
                  <a:pt x="18883" y="15680"/>
                </a:lnTo>
                <a:lnTo>
                  <a:pt x="18883" y="14726"/>
                </a:lnTo>
                <a:moveTo>
                  <a:pt x="17914" y="55"/>
                </a:moveTo>
                <a:lnTo>
                  <a:pt x="18814" y="55"/>
                </a:lnTo>
                <a:lnTo>
                  <a:pt x="18814" y="1007"/>
                </a:lnTo>
                <a:lnTo>
                  <a:pt x="17914" y="1007"/>
                </a:lnTo>
                <a:lnTo>
                  <a:pt x="17914" y="55"/>
                </a:lnTo>
                <a:moveTo>
                  <a:pt x="17914" y="1076"/>
                </a:moveTo>
                <a:lnTo>
                  <a:pt x="18814" y="1076"/>
                </a:lnTo>
                <a:lnTo>
                  <a:pt x="18814" y="2082"/>
                </a:lnTo>
                <a:lnTo>
                  <a:pt x="17914" y="2082"/>
                </a:lnTo>
                <a:lnTo>
                  <a:pt x="17914" y="1076"/>
                </a:lnTo>
                <a:moveTo>
                  <a:pt x="17914" y="2150"/>
                </a:moveTo>
                <a:lnTo>
                  <a:pt x="18814" y="2150"/>
                </a:lnTo>
                <a:lnTo>
                  <a:pt x="18814" y="3104"/>
                </a:lnTo>
                <a:lnTo>
                  <a:pt x="17914" y="3104"/>
                </a:lnTo>
                <a:lnTo>
                  <a:pt x="17914" y="2150"/>
                </a:lnTo>
                <a:moveTo>
                  <a:pt x="17914" y="3172"/>
                </a:moveTo>
                <a:lnTo>
                  <a:pt x="18814" y="3172"/>
                </a:lnTo>
                <a:lnTo>
                  <a:pt x="18814" y="4178"/>
                </a:lnTo>
                <a:lnTo>
                  <a:pt x="17914" y="4178"/>
                </a:lnTo>
                <a:lnTo>
                  <a:pt x="17914" y="3172"/>
                </a:lnTo>
                <a:moveTo>
                  <a:pt x="17914" y="4247"/>
                </a:moveTo>
                <a:lnTo>
                  <a:pt x="18814" y="4247"/>
                </a:lnTo>
                <a:lnTo>
                  <a:pt x="18814" y="5200"/>
                </a:lnTo>
                <a:lnTo>
                  <a:pt x="17914" y="5200"/>
                </a:lnTo>
                <a:lnTo>
                  <a:pt x="17914" y="4247"/>
                </a:lnTo>
                <a:moveTo>
                  <a:pt x="17914" y="5268"/>
                </a:moveTo>
                <a:lnTo>
                  <a:pt x="18814" y="5268"/>
                </a:lnTo>
                <a:lnTo>
                  <a:pt x="18814" y="6274"/>
                </a:lnTo>
                <a:lnTo>
                  <a:pt x="17914" y="6274"/>
                </a:lnTo>
                <a:lnTo>
                  <a:pt x="17914" y="5268"/>
                </a:lnTo>
                <a:moveTo>
                  <a:pt x="17914" y="6342"/>
                </a:moveTo>
                <a:lnTo>
                  <a:pt x="18814" y="6342"/>
                </a:lnTo>
                <a:lnTo>
                  <a:pt x="18814" y="7296"/>
                </a:lnTo>
                <a:lnTo>
                  <a:pt x="17914" y="7296"/>
                </a:lnTo>
                <a:lnTo>
                  <a:pt x="17914" y="6342"/>
                </a:lnTo>
                <a:moveTo>
                  <a:pt x="17914" y="7364"/>
                </a:moveTo>
                <a:lnTo>
                  <a:pt x="18814" y="7364"/>
                </a:lnTo>
                <a:lnTo>
                  <a:pt x="18814" y="8369"/>
                </a:lnTo>
                <a:lnTo>
                  <a:pt x="17914" y="8369"/>
                </a:lnTo>
                <a:lnTo>
                  <a:pt x="17914" y="7364"/>
                </a:lnTo>
                <a:moveTo>
                  <a:pt x="17914" y="8438"/>
                </a:moveTo>
                <a:lnTo>
                  <a:pt x="18814" y="8438"/>
                </a:lnTo>
                <a:lnTo>
                  <a:pt x="18814" y="9391"/>
                </a:lnTo>
                <a:lnTo>
                  <a:pt x="17914" y="9391"/>
                </a:lnTo>
                <a:lnTo>
                  <a:pt x="17914" y="8438"/>
                </a:lnTo>
                <a:moveTo>
                  <a:pt x="17914" y="9459"/>
                </a:moveTo>
                <a:lnTo>
                  <a:pt x="18814" y="9459"/>
                </a:lnTo>
                <a:lnTo>
                  <a:pt x="18814" y="10465"/>
                </a:lnTo>
                <a:lnTo>
                  <a:pt x="17914" y="10465"/>
                </a:lnTo>
                <a:lnTo>
                  <a:pt x="17914" y="9459"/>
                </a:lnTo>
                <a:moveTo>
                  <a:pt x="17914" y="10533"/>
                </a:moveTo>
                <a:lnTo>
                  <a:pt x="18814" y="10533"/>
                </a:lnTo>
                <a:lnTo>
                  <a:pt x="18814" y="11487"/>
                </a:lnTo>
                <a:lnTo>
                  <a:pt x="17914" y="11487"/>
                </a:lnTo>
                <a:lnTo>
                  <a:pt x="17914" y="10533"/>
                </a:lnTo>
                <a:moveTo>
                  <a:pt x="17914" y="11556"/>
                </a:moveTo>
                <a:lnTo>
                  <a:pt x="18814" y="11556"/>
                </a:lnTo>
                <a:lnTo>
                  <a:pt x="18814" y="12561"/>
                </a:lnTo>
                <a:lnTo>
                  <a:pt x="17914" y="12561"/>
                </a:lnTo>
                <a:lnTo>
                  <a:pt x="17914" y="11556"/>
                </a:lnTo>
                <a:moveTo>
                  <a:pt x="17914" y="12630"/>
                </a:moveTo>
                <a:lnTo>
                  <a:pt x="18814" y="12630"/>
                </a:lnTo>
                <a:lnTo>
                  <a:pt x="18814" y="13583"/>
                </a:lnTo>
                <a:lnTo>
                  <a:pt x="17914" y="13583"/>
                </a:lnTo>
                <a:lnTo>
                  <a:pt x="17914" y="12630"/>
                </a:lnTo>
                <a:moveTo>
                  <a:pt x="17914" y="13651"/>
                </a:moveTo>
                <a:lnTo>
                  <a:pt x="18814" y="13651"/>
                </a:lnTo>
                <a:lnTo>
                  <a:pt x="18814" y="14657"/>
                </a:lnTo>
                <a:lnTo>
                  <a:pt x="17914" y="14657"/>
                </a:lnTo>
                <a:lnTo>
                  <a:pt x="17914" y="13651"/>
                </a:lnTo>
                <a:moveTo>
                  <a:pt x="17914" y="14726"/>
                </a:moveTo>
                <a:lnTo>
                  <a:pt x="18814" y="14726"/>
                </a:lnTo>
                <a:lnTo>
                  <a:pt x="18814" y="15680"/>
                </a:lnTo>
                <a:lnTo>
                  <a:pt x="17914" y="15680"/>
                </a:lnTo>
                <a:lnTo>
                  <a:pt x="17914" y="14726"/>
                </a:lnTo>
                <a:moveTo>
                  <a:pt x="16786" y="55"/>
                </a:moveTo>
                <a:lnTo>
                  <a:pt x="17846" y="55"/>
                </a:lnTo>
                <a:lnTo>
                  <a:pt x="17846" y="1007"/>
                </a:lnTo>
                <a:lnTo>
                  <a:pt x="16786" y="1007"/>
                </a:lnTo>
                <a:lnTo>
                  <a:pt x="16786" y="55"/>
                </a:lnTo>
                <a:moveTo>
                  <a:pt x="16786" y="1076"/>
                </a:moveTo>
                <a:lnTo>
                  <a:pt x="17846" y="1076"/>
                </a:lnTo>
                <a:lnTo>
                  <a:pt x="17846" y="2082"/>
                </a:lnTo>
                <a:lnTo>
                  <a:pt x="16786" y="2082"/>
                </a:lnTo>
                <a:lnTo>
                  <a:pt x="16786" y="1076"/>
                </a:lnTo>
                <a:moveTo>
                  <a:pt x="16786" y="2150"/>
                </a:moveTo>
                <a:lnTo>
                  <a:pt x="17846" y="2150"/>
                </a:lnTo>
                <a:lnTo>
                  <a:pt x="17846" y="3104"/>
                </a:lnTo>
                <a:lnTo>
                  <a:pt x="16786" y="3104"/>
                </a:lnTo>
                <a:lnTo>
                  <a:pt x="16786" y="2150"/>
                </a:lnTo>
                <a:moveTo>
                  <a:pt x="16786" y="3172"/>
                </a:moveTo>
                <a:lnTo>
                  <a:pt x="17846" y="3172"/>
                </a:lnTo>
                <a:lnTo>
                  <a:pt x="17846" y="4178"/>
                </a:lnTo>
                <a:lnTo>
                  <a:pt x="16786" y="4178"/>
                </a:lnTo>
                <a:lnTo>
                  <a:pt x="16786" y="3172"/>
                </a:lnTo>
                <a:moveTo>
                  <a:pt x="16786" y="4247"/>
                </a:moveTo>
                <a:lnTo>
                  <a:pt x="17846" y="4247"/>
                </a:lnTo>
                <a:lnTo>
                  <a:pt x="17846" y="5200"/>
                </a:lnTo>
                <a:lnTo>
                  <a:pt x="16786" y="5200"/>
                </a:lnTo>
                <a:lnTo>
                  <a:pt x="16786" y="4247"/>
                </a:lnTo>
                <a:moveTo>
                  <a:pt x="16786" y="5268"/>
                </a:moveTo>
                <a:lnTo>
                  <a:pt x="17846" y="5268"/>
                </a:lnTo>
                <a:lnTo>
                  <a:pt x="17846" y="6274"/>
                </a:lnTo>
                <a:lnTo>
                  <a:pt x="16786" y="6274"/>
                </a:lnTo>
                <a:lnTo>
                  <a:pt x="16786" y="5268"/>
                </a:lnTo>
                <a:moveTo>
                  <a:pt x="16786" y="6342"/>
                </a:moveTo>
                <a:lnTo>
                  <a:pt x="17846" y="6342"/>
                </a:lnTo>
                <a:lnTo>
                  <a:pt x="17846" y="7296"/>
                </a:lnTo>
                <a:lnTo>
                  <a:pt x="16786" y="7296"/>
                </a:lnTo>
                <a:lnTo>
                  <a:pt x="16786" y="6342"/>
                </a:lnTo>
                <a:moveTo>
                  <a:pt x="16786" y="7364"/>
                </a:moveTo>
                <a:lnTo>
                  <a:pt x="17846" y="7364"/>
                </a:lnTo>
                <a:lnTo>
                  <a:pt x="17846" y="8369"/>
                </a:lnTo>
                <a:lnTo>
                  <a:pt x="16786" y="8369"/>
                </a:lnTo>
                <a:lnTo>
                  <a:pt x="16786" y="7364"/>
                </a:lnTo>
                <a:moveTo>
                  <a:pt x="16786" y="8438"/>
                </a:moveTo>
                <a:lnTo>
                  <a:pt x="17846" y="8438"/>
                </a:lnTo>
                <a:lnTo>
                  <a:pt x="17846" y="9391"/>
                </a:lnTo>
                <a:lnTo>
                  <a:pt x="16786" y="9391"/>
                </a:lnTo>
                <a:lnTo>
                  <a:pt x="16786" y="8438"/>
                </a:lnTo>
                <a:moveTo>
                  <a:pt x="16786" y="9459"/>
                </a:moveTo>
                <a:lnTo>
                  <a:pt x="17846" y="9459"/>
                </a:lnTo>
                <a:lnTo>
                  <a:pt x="17846" y="10465"/>
                </a:lnTo>
                <a:lnTo>
                  <a:pt x="16786" y="10465"/>
                </a:lnTo>
                <a:lnTo>
                  <a:pt x="16786" y="9459"/>
                </a:lnTo>
                <a:moveTo>
                  <a:pt x="16786" y="10533"/>
                </a:moveTo>
                <a:lnTo>
                  <a:pt x="17846" y="10533"/>
                </a:lnTo>
                <a:lnTo>
                  <a:pt x="17846" y="11487"/>
                </a:lnTo>
                <a:lnTo>
                  <a:pt x="16786" y="11487"/>
                </a:lnTo>
                <a:lnTo>
                  <a:pt x="16786" y="10533"/>
                </a:lnTo>
                <a:moveTo>
                  <a:pt x="16786" y="11556"/>
                </a:moveTo>
                <a:lnTo>
                  <a:pt x="17846" y="11556"/>
                </a:lnTo>
                <a:lnTo>
                  <a:pt x="17846" y="12561"/>
                </a:lnTo>
                <a:lnTo>
                  <a:pt x="16786" y="12561"/>
                </a:lnTo>
                <a:lnTo>
                  <a:pt x="16786" y="11556"/>
                </a:lnTo>
                <a:moveTo>
                  <a:pt x="16786" y="12630"/>
                </a:moveTo>
                <a:lnTo>
                  <a:pt x="17846" y="12630"/>
                </a:lnTo>
                <a:lnTo>
                  <a:pt x="17846" y="13583"/>
                </a:lnTo>
                <a:lnTo>
                  <a:pt x="16786" y="13583"/>
                </a:lnTo>
                <a:lnTo>
                  <a:pt x="16786" y="12630"/>
                </a:lnTo>
                <a:moveTo>
                  <a:pt x="16786" y="13651"/>
                </a:moveTo>
                <a:lnTo>
                  <a:pt x="17846" y="13651"/>
                </a:lnTo>
                <a:lnTo>
                  <a:pt x="17846" y="14657"/>
                </a:lnTo>
                <a:lnTo>
                  <a:pt x="16786" y="14657"/>
                </a:lnTo>
                <a:lnTo>
                  <a:pt x="16786" y="13651"/>
                </a:lnTo>
                <a:moveTo>
                  <a:pt x="16786" y="14726"/>
                </a:moveTo>
                <a:lnTo>
                  <a:pt x="17846" y="14726"/>
                </a:lnTo>
                <a:lnTo>
                  <a:pt x="17846" y="15680"/>
                </a:lnTo>
                <a:lnTo>
                  <a:pt x="16786" y="15680"/>
                </a:lnTo>
                <a:lnTo>
                  <a:pt x="16786" y="14726"/>
                </a:lnTo>
                <a:moveTo>
                  <a:pt x="15819" y="55"/>
                </a:moveTo>
                <a:lnTo>
                  <a:pt x="16718" y="55"/>
                </a:lnTo>
                <a:lnTo>
                  <a:pt x="16718" y="1007"/>
                </a:lnTo>
                <a:lnTo>
                  <a:pt x="15819" y="1007"/>
                </a:lnTo>
                <a:lnTo>
                  <a:pt x="15819" y="55"/>
                </a:lnTo>
                <a:moveTo>
                  <a:pt x="15819" y="1076"/>
                </a:moveTo>
                <a:lnTo>
                  <a:pt x="16718" y="1076"/>
                </a:lnTo>
                <a:lnTo>
                  <a:pt x="16718" y="2082"/>
                </a:lnTo>
                <a:lnTo>
                  <a:pt x="15819" y="2082"/>
                </a:lnTo>
                <a:lnTo>
                  <a:pt x="15819" y="1076"/>
                </a:lnTo>
                <a:moveTo>
                  <a:pt x="15819" y="2150"/>
                </a:moveTo>
                <a:lnTo>
                  <a:pt x="16718" y="2150"/>
                </a:lnTo>
                <a:lnTo>
                  <a:pt x="16718" y="3104"/>
                </a:lnTo>
                <a:lnTo>
                  <a:pt x="15819" y="3104"/>
                </a:lnTo>
                <a:lnTo>
                  <a:pt x="15819" y="2150"/>
                </a:lnTo>
                <a:moveTo>
                  <a:pt x="15819" y="3172"/>
                </a:moveTo>
                <a:lnTo>
                  <a:pt x="16718" y="3172"/>
                </a:lnTo>
                <a:lnTo>
                  <a:pt x="16718" y="4178"/>
                </a:lnTo>
                <a:lnTo>
                  <a:pt x="15819" y="4178"/>
                </a:lnTo>
                <a:lnTo>
                  <a:pt x="15819" y="3172"/>
                </a:lnTo>
                <a:moveTo>
                  <a:pt x="15819" y="4247"/>
                </a:moveTo>
                <a:lnTo>
                  <a:pt x="16718" y="4247"/>
                </a:lnTo>
                <a:lnTo>
                  <a:pt x="16718" y="5200"/>
                </a:lnTo>
                <a:lnTo>
                  <a:pt x="15819" y="5200"/>
                </a:lnTo>
                <a:lnTo>
                  <a:pt x="15819" y="4247"/>
                </a:lnTo>
                <a:moveTo>
                  <a:pt x="15819" y="5268"/>
                </a:moveTo>
                <a:lnTo>
                  <a:pt x="16718" y="5268"/>
                </a:lnTo>
                <a:lnTo>
                  <a:pt x="16718" y="6274"/>
                </a:lnTo>
                <a:lnTo>
                  <a:pt x="15819" y="6274"/>
                </a:lnTo>
                <a:lnTo>
                  <a:pt x="15819" y="5268"/>
                </a:lnTo>
                <a:moveTo>
                  <a:pt x="15819" y="6342"/>
                </a:moveTo>
                <a:lnTo>
                  <a:pt x="16718" y="6342"/>
                </a:lnTo>
                <a:lnTo>
                  <a:pt x="16718" y="7296"/>
                </a:lnTo>
                <a:lnTo>
                  <a:pt x="15819" y="7296"/>
                </a:lnTo>
                <a:lnTo>
                  <a:pt x="15819" y="6342"/>
                </a:lnTo>
                <a:moveTo>
                  <a:pt x="15819" y="7364"/>
                </a:moveTo>
                <a:lnTo>
                  <a:pt x="16718" y="7364"/>
                </a:lnTo>
                <a:lnTo>
                  <a:pt x="16718" y="8369"/>
                </a:lnTo>
                <a:lnTo>
                  <a:pt x="15819" y="8369"/>
                </a:lnTo>
                <a:lnTo>
                  <a:pt x="15819" y="7364"/>
                </a:lnTo>
                <a:moveTo>
                  <a:pt x="15819" y="8438"/>
                </a:moveTo>
                <a:lnTo>
                  <a:pt x="16718" y="8438"/>
                </a:lnTo>
                <a:lnTo>
                  <a:pt x="16718" y="9391"/>
                </a:lnTo>
                <a:lnTo>
                  <a:pt x="15819" y="9391"/>
                </a:lnTo>
                <a:lnTo>
                  <a:pt x="15819" y="8438"/>
                </a:lnTo>
                <a:moveTo>
                  <a:pt x="15819" y="9459"/>
                </a:moveTo>
                <a:lnTo>
                  <a:pt x="16718" y="9459"/>
                </a:lnTo>
                <a:lnTo>
                  <a:pt x="16718" y="10465"/>
                </a:lnTo>
                <a:lnTo>
                  <a:pt x="15819" y="10465"/>
                </a:lnTo>
                <a:lnTo>
                  <a:pt x="15819" y="9459"/>
                </a:lnTo>
                <a:moveTo>
                  <a:pt x="15819" y="10533"/>
                </a:moveTo>
                <a:lnTo>
                  <a:pt x="16718" y="10533"/>
                </a:lnTo>
                <a:lnTo>
                  <a:pt x="16718" y="11487"/>
                </a:lnTo>
                <a:lnTo>
                  <a:pt x="15819" y="11487"/>
                </a:lnTo>
                <a:lnTo>
                  <a:pt x="15819" y="10533"/>
                </a:lnTo>
                <a:moveTo>
                  <a:pt x="15819" y="11556"/>
                </a:moveTo>
                <a:lnTo>
                  <a:pt x="16718" y="11556"/>
                </a:lnTo>
                <a:lnTo>
                  <a:pt x="16718" y="12561"/>
                </a:lnTo>
                <a:lnTo>
                  <a:pt x="15819" y="12561"/>
                </a:lnTo>
                <a:lnTo>
                  <a:pt x="15819" y="11556"/>
                </a:lnTo>
                <a:moveTo>
                  <a:pt x="15819" y="12630"/>
                </a:moveTo>
                <a:lnTo>
                  <a:pt x="16718" y="12630"/>
                </a:lnTo>
                <a:lnTo>
                  <a:pt x="16718" y="13583"/>
                </a:lnTo>
                <a:lnTo>
                  <a:pt x="15819" y="13583"/>
                </a:lnTo>
                <a:lnTo>
                  <a:pt x="15819" y="12630"/>
                </a:lnTo>
                <a:moveTo>
                  <a:pt x="15819" y="13651"/>
                </a:moveTo>
                <a:lnTo>
                  <a:pt x="16718" y="13651"/>
                </a:lnTo>
                <a:lnTo>
                  <a:pt x="16718" y="14657"/>
                </a:lnTo>
                <a:lnTo>
                  <a:pt x="15819" y="14657"/>
                </a:lnTo>
                <a:lnTo>
                  <a:pt x="15819" y="13651"/>
                </a:lnTo>
                <a:moveTo>
                  <a:pt x="15819" y="14726"/>
                </a:moveTo>
                <a:lnTo>
                  <a:pt x="16718" y="14726"/>
                </a:lnTo>
                <a:lnTo>
                  <a:pt x="16718" y="15680"/>
                </a:lnTo>
                <a:lnTo>
                  <a:pt x="15819" y="15680"/>
                </a:lnTo>
                <a:lnTo>
                  <a:pt x="15819" y="14726"/>
                </a:lnTo>
                <a:moveTo>
                  <a:pt x="14691" y="55"/>
                </a:moveTo>
                <a:lnTo>
                  <a:pt x="15750" y="55"/>
                </a:lnTo>
                <a:lnTo>
                  <a:pt x="15750" y="1007"/>
                </a:lnTo>
                <a:lnTo>
                  <a:pt x="14691" y="1007"/>
                </a:lnTo>
                <a:lnTo>
                  <a:pt x="14691" y="55"/>
                </a:lnTo>
                <a:moveTo>
                  <a:pt x="14691" y="1076"/>
                </a:moveTo>
                <a:lnTo>
                  <a:pt x="15750" y="1076"/>
                </a:lnTo>
                <a:lnTo>
                  <a:pt x="15750" y="2082"/>
                </a:lnTo>
                <a:lnTo>
                  <a:pt x="14691" y="2082"/>
                </a:lnTo>
                <a:lnTo>
                  <a:pt x="14691" y="1076"/>
                </a:lnTo>
                <a:moveTo>
                  <a:pt x="14691" y="2150"/>
                </a:moveTo>
                <a:lnTo>
                  <a:pt x="15750" y="2150"/>
                </a:lnTo>
                <a:lnTo>
                  <a:pt x="15750" y="3104"/>
                </a:lnTo>
                <a:lnTo>
                  <a:pt x="14691" y="3104"/>
                </a:lnTo>
                <a:lnTo>
                  <a:pt x="14691" y="2150"/>
                </a:lnTo>
                <a:moveTo>
                  <a:pt x="14691" y="3172"/>
                </a:moveTo>
                <a:lnTo>
                  <a:pt x="15750" y="3172"/>
                </a:lnTo>
                <a:lnTo>
                  <a:pt x="15750" y="4178"/>
                </a:lnTo>
                <a:lnTo>
                  <a:pt x="14691" y="4178"/>
                </a:lnTo>
                <a:lnTo>
                  <a:pt x="14691" y="3172"/>
                </a:lnTo>
                <a:moveTo>
                  <a:pt x="14691" y="4247"/>
                </a:moveTo>
                <a:lnTo>
                  <a:pt x="15750" y="4247"/>
                </a:lnTo>
                <a:lnTo>
                  <a:pt x="15750" y="5200"/>
                </a:lnTo>
                <a:lnTo>
                  <a:pt x="14691" y="5200"/>
                </a:lnTo>
                <a:lnTo>
                  <a:pt x="14691" y="4247"/>
                </a:lnTo>
                <a:moveTo>
                  <a:pt x="14691" y="5268"/>
                </a:moveTo>
                <a:lnTo>
                  <a:pt x="15750" y="5268"/>
                </a:lnTo>
                <a:lnTo>
                  <a:pt x="15750" y="6274"/>
                </a:lnTo>
                <a:lnTo>
                  <a:pt x="14691" y="6274"/>
                </a:lnTo>
                <a:lnTo>
                  <a:pt x="14691" y="5268"/>
                </a:lnTo>
                <a:moveTo>
                  <a:pt x="14691" y="6342"/>
                </a:moveTo>
                <a:lnTo>
                  <a:pt x="15750" y="6342"/>
                </a:lnTo>
                <a:lnTo>
                  <a:pt x="15750" y="7296"/>
                </a:lnTo>
                <a:lnTo>
                  <a:pt x="14691" y="7296"/>
                </a:lnTo>
                <a:lnTo>
                  <a:pt x="14691" y="6342"/>
                </a:lnTo>
                <a:moveTo>
                  <a:pt x="14691" y="7364"/>
                </a:moveTo>
                <a:lnTo>
                  <a:pt x="15750" y="7364"/>
                </a:lnTo>
                <a:lnTo>
                  <a:pt x="15750" y="8369"/>
                </a:lnTo>
                <a:lnTo>
                  <a:pt x="14691" y="8369"/>
                </a:lnTo>
                <a:lnTo>
                  <a:pt x="14691" y="7364"/>
                </a:lnTo>
                <a:moveTo>
                  <a:pt x="14691" y="8438"/>
                </a:moveTo>
                <a:lnTo>
                  <a:pt x="15750" y="8438"/>
                </a:lnTo>
                <a:lnTo>
                  <a:pt x="15750" y="9391"/>
                </a:lnTo>
                <a:lnTo>
                  <a:pt x="14691" y="9391"/>
                </a:lnTo>
                <a:lnTo>
                  <a:pt x="14691" y="8438"/>
                </a:lnTo>
                <a:moveTo>
                  <a:pt x="14691" y="9459"/>
                </a:moveTo>
                <a:lnTo>
                  <a:pt x="15750" y="9459"/>
                </a:lnTo>
                <a:lnTo>
                  <a:pt x="15750" y="10465"/>
                </a:lnTo>
                <a:lnTo>
                  <a:pt x="14691" y="10465"/>
                </a:lnTo>
                <a:lnTo>
                  <a:pt x="14691" y="9459"/>
                </a:lnTo>
                <a:moveTo>
                  <a:pt x="14691" y="10533"/>
                </a:moveTo>
                <a:lnTo>
                  <a:pt x="15750" y="10533"/>
                </a:lnTo>
                <a:lnTo>
                  <a:pt x="15750" y="11487"/>
                </a:lnTo>
                <a:lnTo>
                  <a:pt x="14691" y="11487"/>
                </a:lnTo>
                <a:lnTo>
                  <a:pt x="14691" y="10533"/>
                </a:lnTo>
                <a:moveTo>
                  <a:pt x="14691" y="11556"/>
                </a:moveTo>
                <a:lnTo>
                  <a:pt x="15750" y="11556"/>
                </a:lnTo>
                <a:lnTo>
                  <a:pt x="15750" y="12561"/>
                </a:lnTo>
                <a:lnTo>
                  <a:pt x="14691" y="12561"/>
                </a:lnTo>
                <a:lnTo>
                  <a:pt x="14691" y="11556"/>
                </a:lnTo>
                <a:moveTo>
                  <a:pt x="14691" y="12630"/>
                </a:moveTo>
                <a:lnTo>
                  <a:pt x="15750" y="12630"/>
                </a:lnTo>
                <a:lnTo>
                  <a:pt x="15750" y="13583"/>
                </a:lnTo>
                <a:lnTo>
                  <a:pt x="14691" y="13583"/>
                </a:lnTo>
                <a:lnTo>
                  <a:pt x="14691" y="12630"/>
                </a:lnTo>
                <a:moveTo>
                  <a:pt x="14691" y="13651"/>
                </a:moveTo>
                <a:lnTo>
                  <a:pt x="15750" y="13651"/>
                </a:lnTo>
                <a:lnTo>
                  <a:pt x="15750" y="14657"/>
                </a:lnTo>
                <a:lnTo>
                  <a:pt x="14691" y="14657"/>
                </a:lnTo>
                <a:lnTo>
                  <a:pt x="14691" y="13651"/>
                </a:lnTo>
                <a:moveTo>
                  <a:pt x="14691" y="14726"/>
                </a:moveTo>
                <a:lnTo>
                  <a:pt x="15750" y="14726"/>
                </a:lnTo>
                <a:lnTo>
                  <a:pt x="15750" y="15680"/>
                </a:lnTo>
                <a:lnTo>
                  <a:pt x="14691" y="15680"/>
                </a:lnTo>
                <a:lnTo>
                  <a:pt x="14691" y="14726"/>
                </a:lnTo>
                <a:moveTo>
                  <a:pt x="13722" y="55"/>
                </a:moveTo>
                <a:lnTo>
                  <a:pt x="14622" y="55"/>
                </a:lnTo>
                <a:lnTo>
                  <a:pt x="14622" y="1007"/>
                </a:lnTo>
                <a:lnTo>
                  <a:pt x="13722" y="1007"/>
                </a:lnTo>
                <a:lnTo>
                  <a:pt x="13722" y="55"/>
                </a:lnTo>
                <a:moveTo>
                  <a:pt x="13722" y="1076"/>
                </a:moveTo>
                <a:lnTo>
                  <a:pt x="14622" y="1076"/>
                </a:lnTo>
                <a:lnTo>
                  <a:pt x="14622" y="2082"/>
                </a:lnTo>
                <a:lnTo>
                  <a:pt x="13722" y="2082"/>
                </a:lnTo>
                <a:lnTo>
                  <a:pt x="13722" y="1076"/>
                </a:lnTo>
                <a:moveTo>
                  <a:pt x="13722" y="2150"/>
                </a:moveTo>
                <a:lnTo>
                  <a:pt x="14622" y="2150"/>
                </a:lnTo>
                <a:lnTo>
                  <a:pt x="14622" y="3104"/>
                </a:lnTo>
                <a:lnTo>
                  <a:pt x="13722" y="3104"/>
                </a:lnTo>
                <a:lnTo>
                  <a:pt x="13722" y="2150"/>
                </a:lnTo>
                <a:moveTo>
                  <a:pt x="13722" y="3172"/>
                </a:moveTo>
                <a:lnTo>
                  <a:pt x="14622" y="3172"/>
                </a:lnTo>
                <a:lnTo>
                  <a:pt x="14622" y="4178"/>
                </a:lnTo>
                <a:lnTo>
                  <a:pt x="13722" y="4178"/>
                </a:lnTo>
                <a:lnTo>
                  <a:pt x="13722" y="3172"/>
                </a:lnTo>
                <a:moveTo>
                  <a:pt x="13722" y="4247"/>
                </a:moveTo>
                <a:lnTo>
                  <a:pt x="14622" y="4247"/>
                </a:lnTo>
                <a:lnTo>
                  <a:pt x="14622" y="5200"/>
                </a:lnTo>
                <a:lnTo>
                  <a:pt x="13722" y="5200"/>
                </a:lnTo>
                <a:lnTo>
                  <a:pt x="13722" y="4247"/>
                </a:lnTo>
                <a:moveTo>
                  <a:pt x="13722" y="5268"/>
                </a:moveTo>
                <a:lnTo>
                  <a:pt x="14622" y="5268"/>
                </a:lnTo>
                <a:lnTo>
                  <a:pt x="14622" y="6274"/>
                </a:lnTo>
                <a:lnTo>
                  <a:pt x="13722" y="6274"/>
                </a:lnTo>
                <a:lnTo>
                  <a:pt x="13722" y="5268"/>
                </a:lnTo>
                <a:moveTo>
                  <a:pt x="13722" y="6342"/>
                </a:moveTo>
                <a:lnTo>
                  <a:pt x="14622" y="6342"/>
                </a:lnTo>
                <a:lnTo>
                  <a:pt x="14622" y="7296"/>
                </a:lnTo>
                <a:lnTo>
                  <a:pt x="13722" y="7296"/>
                </a:lnTo>
                <a:lnTo>
                  <a:pt x="13722" y="6342"/>
                </a:lnTo>
                <a:moveTo>
                  <a:pt x="13722" y="7364"/>
                </a:moveTo>
                <a:lnTo>
                  <a:pt x="14622" y="7364"/>
                </a:lnTo>
                <a:lnTo>
                  <a:pt x="14622" y="8369"/>
                </a:lnTo>
                <a:lnTo>
                  <a:pt x="13722" y="8369"/>
                </a:lnTo>
                <a:lnTo>
                  <a:pt x="13722" y="7364"/>
                </a:lnTo>
                <a:moveTo>
                  <a:pt x="13722" y="8438"/>
                </a:moveTo>
                <a:lnTo>
                  <a:pt x="14622" y="8438"/>
                </a:lnTo>
                <a:lnTo>
                  <a:pt x="14622" y="9391"/>
                </a:lnTo>
                <a:lnTo>
                  <a:pt x="13722" y="9391"/>
                </a:lnTo>
                <a:lnTo>
                  <a:pt x="13722" y="8438"/>
                </a:lnTo>
                <a:moveTo>
                  <a:pt x="13722" y="9459"/>
                </a:moveTo>
                <a:lnTo>
                  <a:pt x="14622" y="9459"/>
                </a:lnTo>
                <a:lnTo>
                  <a:pt x="14622" y="10465"/>
                </a:lnTo>
                <a:lnTo>
                  <a:pt x="13722" y="10465"/>
                </a:lnTo>
                <a:lnTo>
                  <a:pt x="13722" y="9459"/>
                </a:lnTo>
                <a:moveTo>
                  <a:pt x="13722" y="10533"/>
                </a:moveTo>
                <a:lnTo>
                  <a:pt x="14622" y="10533"/>
                </a:lnTo>
                <a:lnTo>
                  <a:pt x="14622" y="11487"/>
                </a:lnTo>
                <a:lnTo>
                  <a:pt x="13722" y="11487"/>
                </a:lnTo>
                <a:lnTo>
                  <a:pt x="13722" y="10533"/>
                </a:lnTo>
                <a:moveTo>
                  <a:pt x="13722" y="11556"/>
                </a:moveTo>
                <a:lnTo>
                  <a:pt x="14622" y="11556"/>
                </a:lnTo>
                <a:lnTo>
                  <a:pt x="14622" y="12561"/>
                </a:lnTo>
                <a:lnTo>
                  <a:pt x="13722" y="12561"/>
                </a:lnTo>
                <a:lnTo>
                  <a:pt x="13722" y="11556"/>
                </a:lnTo>
                <a:moveTo>
                  <a:pt x="13722" y="12630"/>
                </a:moveTo>
                <a:lnTo>
                  <a:pt x="14622" y="12630"/>
                </a:lnTo>
                <a:lnTo>
                  <a:pt x="14622" y="13583"/>
                </a:lnTo>
                <a:lnTo>
                  <a:pt x="13722" y="13583"/>
                </a:lnTo>
                <a:lnTo>
                  <a:pt x="13722" y="12630"/>
                </a:lnTo>
                <a:moveTo>
                  <a:pt x="13722" y="13651"/>
                </a:moveTo>
                <a:lnTo>
                  <a:pt x="14622" y="13651"/>
                </a:lnTo>
                <a:lnTo>
                  <a:pt x="14622" y="14657"/>
                </a:lnTo>
                <a:lnTo>
                  <a:pt x="13722" y="14657"/>
                </a:lnTo>
                <a:lnTo>
                  <a:pt x="13722" y="13651"/>
                </a:lnTo>
                <a:moveTo>
                  <a:pt x="13722" y="14726"/>
                </a:moveTo>
                <a:lnTo>
                  <a:pt x="14622" y="14726"/>
                </a:lnTo>
                <a:lnTo>
                  <a:pt x="14622" y="15680"/>
                </a:lnTo>
                <a:lnTo>
                  <a:pt x="13722" y="15680"/>
                </a:lnTo>
                <a:lnTo>
                  <a:pt x="13722" y="14726"/>
                </a:lnTo>
                <a:moveTo>
                  <a:pt x="12594" y="55"/>
                </a:moveTo>
                <a:lnTo>
                  <a:pt x="13654" y="55"/>
                </a:lnTo>
                <a:lnTo>
                  <a:pt x="13654" y="1007"/>
                </a:lnTo>
                <a:lnTo>
                  <a:pt x="12594" y="1007"/>
                </a:lnTo>
                <a:lnTo>
                  <a:pt x="12594" y="55"/>
                </a:lnTo>
                <a:moveTo>
                  <a:pt x="12594" y="1076"/>
                </a:moveTo>
                <a:lnTo>
                  <a:pt x="13654" y="1076"/>
                </a:lnTo>
                <a:lnTo>
                  <a:pt x="13654" y="2082"/>
                </a:lnTo>
                <a:lnTo>
                  <a:pt x="12594" y="2082"/>
                </a:lnTo>
                <a:lnTo>
                  <a:pt x="12594" y="1076"/>
                </a:lnTo>
                <a:moveTo>
                  <a:pt x="12594" y="2150"/>
                </a:moveTo>
                <a:lnTo>
                  <a:pt x="13654" y="2150"/>
                </a:lnTo>
                <a:lnTo>
                  <a:pt x="13654" y="3104"/>
                </a:lnTo>
                <a:lnTo>
                  <a:pt x="12594" y="3104"/>
                </a:lnTo>
                <a:lnTo>
                  <a:pt x="12594" y="2150"/>
                </a:lnTo>
                <a:moveTo>
                  <a:pt x="12594" y="3172"/>
                </a:moveTo>
                <a:lnTo>
                  <a:pt x="13654" y="3172"/>
                </a:lnTo>
                <a:lnTo>
                  <a:pt x="13654" y="4178"/>
                </a:lnTo>
                <a:lnTo>
                  <a:pt x="12594" y="4178"/>
                </a:lnTo>
                <a:lnTo>
                  <a:pt x="12594" y="3172"/>
                </a:lnTo>
                <a:moveTo>
                  <a:pt x="12594" y="4247"/>
                </a:moveTo>
                <a:lnTo>
                  <a:pt x="13654" y="4247"/>
                </a:lnTo>
                <a:lnTo>
                  <a:pt x="13654" y="5200"/>
                </a:lnTo>
                <a:lnTo>
                  <a:pt x="12594" y="5200"/>
                </a:lnTo>
                <a:lnTo>
                  <a:pt x="12594" y="4247"/>
                </a:lnTo>
                <a:moveTo>
                  <a:pt x="12594" y="5268"/>
                </a:moveTo>
                <a:lnTo>
                  <a:pt x="13654" y="5268"/>
                </a:lnTo>
                <a:lnTo>
                  <a:pt x="13654" y="6274"/>
                </a:lnTo>
                <a:lnTo>
                  <a:pt x="12594" y="6274"/>
                </a:lnTo>
                <a:lnTo>
                  <a:pt x="12594" y="5268"/>
                </a:lnTo>
                <a:moveTo>
                  <a:pt x="12594" y="6342"/>
                </a:moveTo>
                <a:lnTo>
                  <a:pt x="13654" y="6342"/>
                </a:lnTo>
                <a:lnTo>
                  <a:pt x="13654" y="7296"/>
                </a:lnTo>
                <a:lnTo>
                  <a:pt x="12594" y="7296"/>
                </a:lnTo>
                <a:lnTo>
                  <a:pt x="12594" y="6342"/>
                </a:lnTo>
                <a:moveTo>
                  <a:pt x="12594" y="7364"/>
                </a:moveTo>
                <a:lnTo>
                  <a:pt x="13654" y="7364"/>
                </a:lnTo>
                <a:lnTo>
                  <a:pt x="13654" y="8369"/>
                </a:lnTo>
                <a:lnTo>
                  <a:pt x="12594" y="8369"/>
                </a:lnTo>
                <a:lnTo>
                  <a:pt x="12594" y="7364"/>
                </a:lnTo>
                <a:moveTo>
                  <a:pt x="12594" y="8438"/>
                </a:moveTo>
                <a:lnTo>
                  <a:pt x="13654" y="8438"/>
                </a:lnTo>
                <a:lnTo>
                  <a:pt x="13654" y="9391"/>
                </a:lnTo>
                <a:lnTo>
                  <a:pt x="12594" y="9391"/>
                </a:lnTo>
                <a:lnTo>
                  <a:pt x="12594" y="8438"/>
                </a:lnTo>
                <a:moveTo>
                  <a:pt x="12594" y="9459"/>
                </a:moveTo>
                <a:lnTo>
                  <a:pt x="13654" y="9459"/>
                </a:lnTo>
                <a:lnTo>
                  <a:pt x="13654" y="10465"/>
                </a:lnTo>
                <a:lnTo>
                  <a:pt x="12594" y="10465"/>
                </a:lnTo>
                <a:lnTo>
                  <a:pt x="12594" y="9459"/>
                </a:lnTo>
                <a:moveTo>
                  <a:pt x="12594" y="10533"/>
                </a:moveTo>
                <a:lnTo>
                  <a:pt x="13654" y="10533"/>
                </a:lnTo>
                <a:lnTo>
                  <a:pt x="13654" y="11487"/>
                </a:lnTo>
                <a:lnTo>
                  <a:pt x="12594" y="11487"/>
                </a:lnTo>
                <a:lnTo>
                  <a:pt x="12594" y="10533"/>
                </a:lnTo>
                <a:moveTo>
                  <a:pt x="12594" y="11556"/>
                </a:moveTo>
                <a:lnTo>
                  <a:pt x="13654" y="11556"/>
                </a:lnTo>
                <a:lnTo>
                  <a:pt x="13654" y="12561"/>
                </a:lnTo>
                <a:lnTo>
                  <a:pt x="12594" y="12561"/>
                </a:lnTo>
                <a:lnTo>
                  <a:pt x="12594" y="11556"/>
                </a:lnTo>
                <a:moveTo>
                  <a:pt x="12594" y="12630"/>
                </a:moveTo>
                <a:lnTo>
                  <a:pt x="13654" y="12630"/>
                </a:lnTo>
                <a:lnTo>
                  <a:pt x="13654" y="13583"/>
                </a:lnTo>
                <a:lnTo>
                  <a:pt x="12594" y="13583"/>
                </a:lnTo>
                <a:lnTo>
                  <a:pt x="12594" y="12630"/>
                </a:lnTo>
                <a:moveTo>
                  <a:pt x="12594" y="13651"/>
                </a:moveTo>
                <a:lnTo>
                  <a:pt x="13654" y="13651"/>
                </a:lnTo>
                <a:lnTo>
                  <a:pt x="13654" y="14657"/>
                </a:lnTo>
                <a:lnTo>
                  <a:pt x="12594" y="14657"/>
                </a:lnTo>
                <a:lnTo>
                  <a:pt x="12594" y="13651"/>
                </a:lnTo>
                <a:moveTo>
                  <a:pt x="12594" y="14726"/>
                </a:moveTo>
                <a:lnTo>
                  <a:pt x="13654" y="14726"/>
                </a:lnTo>
                <a:lnTo>
                  <a:pt x="13654" y="15680"/>
                </a:lnTo>
                <a:lnTo>
                  <a:pt x="12594" y="15680"/>
                </a:lnTo>
                <a:lnTo>
                  <a:pt x="12594" y="14726"/>
                </a:lnTo>
                <a:moveTo>
                  <a:pt x="11628" y="55"/>
                </a:moveTo>
                <a:lnTo>
                  <a:pt x="12526" y="55"/>
                </a:lnTo>
                <a:lnTo>
                  <a:pt x="12526" y="1007"/>
                </a:lnTo>
                <a:lnTo>
                  <a:pt x="11628" y="1007"/>
                </a:lnTo>
                <a:lnTo>
                  <a:pt x="11628" y="55"/>
                </a:lnTo>
                <a:moveTo>
                  <a:pt x="11628" y="1076"/>
                </a:moveTo>
                <a:lnTo>
                  <a:pt x="12526" y="1076"/>
                </a:lnTo>
                <a:lnTo>
                  <a:pt x="12526" y="2082"/>
                </a:lnTo>
                <a:lnTo>
                  <a:pt x="11628" y="2082"/>
                </a:lnTo>
                <a:lnTo>
                  <a:pt x="11628" y="1076"/>
                </a:lnTo>
                <a:moveTo>
                  <a:pt x="11628" y="2150"/>
                </a:moveTo>
                <a:lnTo>
                  <a:pt x="12526" y="2150"/>
                </a:lnTo>
                <a:lnTo>
                  <a:pt x="12526" y="3104"/>
                </a:lnTo>
                <a:lnTo>
                  <a:pt x="11628" y="3104"/>
                </a:lnTo>
                <a:lnTo>
                  <a:pt x="11628" y="2150"/>
                </a:lnTo>
                <a:moveTo>
                  <a:pt x="11628" y="3172"/>
                </a:moveTo>
                <a:lnTo>
                  <a:pt x="12526" y="3172"/>
                </a:lnTo>
                <a:lnTo>
                  <a:pt x="12526" y="4178"/>
                </a:lnTo>
                <a:lnTo>
                  <a:pt x="11628" y="4178"/>
                </a:lnTo>
                <a:lnTo>
                  <a:pt x="11628" y="3172"/>
                </a:lnTo>
                <a:moveTo>
                  <a:pt x="11628" y="4247"/>
                </a:moveTo>
                <a:lnTo>
                  <a:pt x="12526" y="4247"/>
                </a:lnTo>
                <a:lnTo>
                  <a:pt x="12526" y="5200"/>
                </a:lnTo>
                <a:lnTo>
                  <a:pt x="11628" y="5200"/>
                </a:lnTo>
                <a:lnTo>
                  <a:pt x="11628" y="4247"/>
                </a:lnTo>
                <a:moveTo>
                  <a:pt x="11628" y="5268"/>
                </a:moveTo>
                <a:lnTo>
                  <a:pt x="12526" y="5268"/>
                </a:lnTo>
                <a:lnTo>
                  <a:pt x="12526" y="6274"/>
                </a:lnTo>
                <a:lnTo>
                  <a:pt x="11628" y="6274"/>
                </a:lnTo>
                <a:lnTo>
                  <a:pt x="11628" y="5268"/>
                </a:lnTo>
                <a:moveTo>
                  <a:pt x="11628" y="6342"/>
                </a:moveTo>
                <a:lnTo>
                  <a:pt x="12526" y="6342"/>
                </a:lnTo>
                <a:lnTo>
                  <a:pt x="12526" y="7296"/>
                </a:lnTo>
                <a:lnTo>
                  <a:pt x="11628" y="7296"/>
                </a:lnTo>
                <a:lnTo>
                  <a:pt x="11628" y="6342"/>
                </a:lnTo>
                <a:moveTo>
                  <a:pt x="11628" y="7364"/>
                </a:moveTo>
                <a:lnTo>
                  <a:pt x="12526" y="7364"/>
                </a:lnTo>
                <a:lnTo>
                  <a:pt x="12526" y="8369"/>
                </a:lnTo>
                <a:lnTo>
                  <a:pt x="11628" y="8369"/>
                </a:lnTo>
                <a:lnTo>
                  <a:pt x="11628" y="7364"/>
                </a:lnTo>
                <a:moveTo>
                  <a:pt x="11628" y="8438"/>
                </a:moveTo>
                <a:lnTo>
                  <a:pt x="12526" y="8438"/>
                </a:lnTo>
                <a:lnTo>
                  <a:pt x="12526" y="9391"/>
                </a:lnTo>
                <a:lnTo>
                  <a:pt x="11628" y="9391"/>
                </a:lnTo>
                <a:lnTo>
                  <a:pt x="11628" y="8438"/>
                </a:lnTo>
                <a:moveTo>
                  <a:pt x="11628" y="9459"/>
                </a:moveTo>
                <a:lnTo>
                  <a:pt x="12526" y="9459"/>
                </a:lnTo>
                <a:lnTo>
                  <a:pt x="12526" y="10465"/>
                </a:lnTo>
                <a:lnTo>
                  <a:pt x="11628" y="10465"/>
                </a:lnTo>
                <a:lnTo>
                  <a:pt x="11628" y="9459"/>
                </a:lnTo>
                <a:moveTo>
                  <a:pt x="11628" y="10533"/>
                </a:moveTo>
                <a:lnTo>
                  <a:pt x="12526" y="10533"/>
                </a:lnTo>
                <a:lnTo>
                  <a:pt x="12526" y="11487"/>
                </a:lnTo>
                <a:lnTo>
                  <a:pt x="11628" y="11487"/>
                </a:lnTo>
                <a:lnTo>
                  <a:pt x="11628" y="10533"/>
                </a:lnTo>
                <a:moveTo>
                  <a:pt x="11628" y="11556"/>
                </a:moveTo>
                <a:lnTo>
                  <a:pt x="12526" y="11556"/>
                </a:lnTo>
                <a:lnTo>
                  <a:pt x="12526" y="12561"/>
                </a:lnTo>
                <a:lnTo>
                  <a:pt x="11628" y="12561"/>
                </a:lnTo>
                <a:lnTo>
                  <a:pt x="11628" y="11556"/>
                </a:lnTo>
                <a:moveTo>
                  <a:pt x="11628" y="12630"/>
                </a:moveTo>
                <a:lnTo>
                  <a:pt x="12526" y="12630"/>
                </a:lnTo>
                <a:lnTo>
                  <a:pt x="12526" y="13583"/>
                </a:lnTo>
                <a:lnTo>
                  <a:pt x="11628" y="13583"/>
                </a:lnTo>
                <a:lnTo>
                  <a:pt x="11628" y="12630"/>
                </a:lnTo>
                <a:moveTo>
                  <a:pt x="11628" y="13651"/>
                </a:moveTo>
                <a:lnTo>
                  <a:pt x="12526" y="13651"/>
                </a:lnTo>
                <a:lnTo>
                  <a:pt x="12526" y="14657"/>
                </a:lnTo>
                <a:lnTo>
                  <a:pt x="11628" y="14657"/>
                </a:lnTo>
                <a:lnTo>
                  <a:pt x="11628" y="13651"/>
                </a:lnTo>
                <a:moveTo>
                  <a:pt x="11628" y="14726"/>
                </a:moveTo>
                <a:lnTo>
                  <a:pt x="12526" y="14726"/>
                </a:lnTo>
                <a:lnTo>
                  <a:pt x="12526" y="15680"/>
                </a:lnTo>
                <a:lnTo>
                  <a:pt x="11628" y="15680"/>
                </a:lnTo>
                <a:lnTo>
                  <a:pt x="11628" y="14726"/>
                </a:lnTo>
                <a:moveTo>
                  <a:pt x="10500" y="55"/>
                </a:moveTo>
                <a:lnTo>
                  <a:pt x="11559" y="55"/>
                </a:lnTo>
                <a:lnTo>
                  <a:pt x="11559" y="1007"/>
                </a:lnTo>
                <a:lnTo>
                  <a:pt x="10500" y="1007"/>
                </a:lnTo>
                <a:lnTo>
                  <a:pt x="10500" y="55"/>
                </a:lnTo>
                <a:moveTo>
                  <a:pt x="10500" y="1076"/>
                </a:moveTo>
                <a:lnTo>
                  <a:pt x="11559" y="1076"/>
                </a:lnTo>
                <a:lnTo>
                  <a:pt x="11559" y="2082"/>
                </a:lnTo>
                <a:lnTo>
                  <a:pt x="10500" y="2082"/>
                </a:lnTo>
                <a:lnTo>
                  <a:pt x="10500" y="1076"/>
                </a:lnTo>
                <a:moveTo>
                  <a:pt x="10500" y="2150"/>
                </a:moveTo>
                <a:lnTo>
                  <a:pt x="11559" y="2150"/>
                </a:lnTo>
                <a:lnTo>
                  <a:pt x="11559" y="3104"/>
                </a:lnTo>
                <a:lnTo>
                  <a:pt x="10500" y="3104"/>
                </a:lnTo>
                <a:lnTo>
                  <a:pt x="10500" y="2150"/>
                </a:lnTo>
                <a:moveTo>
                  <a:pt x="10500" y="3172"/>
                </a:moveTo>
                <a:lnTo>
                  <a:pt x="11559" y="3172"/>
                </a:lnTo>
                <a:lnTo>
                  <a:pt x="11559" y="4178"/>
                </a:lnTo>
                <a:lnTo>
                  <a:pt x="10500" y="4178"/>
                </a:lnTo>
                <a:lnTo>
                  <a:pt x="10500" y="3172"/>
                </a:lnTo>
                <a:moveTo>
                  <a:pt x="10500" y="4247"/>
                </a:moveTo>
                <a:lnTo>
                  <a:pt x="11559" y="4247"/>
                </a:lnTo>
                <a:lnTo>
                  <a:pt x="11559" y="5200"/>
                </a:lnTo>
                <a:lnTo>
                  <a:pt x="10500" y="5200"/>
                </a:lnTo>
                <a:lnTo>
                  <a:pt x="10500" y="4247"/>
                </a:lnTo>
                <a:moveTo>
                  <a:pt x="10500" y="5268"/>
                </a:moveTo>
                <a:lnTo>
                  <a:pt x="11559" y="5268"/>
                </a:lnTo>
                <a:lnTo>
                  <a:pt x="11559" y="6274"/>
                </a:lnTo>
                <a:lnTo>
                  <a:pt x="10500" y="6274"/>
                </a:lnTo>
                <a:lnTo>
                  <a:pt x="10500" y="5268"/>
                </a:lnTo>
                <a:moveTo>
                  <a:pt x="10500" y="6342"/>
                </a:moveTo>
                <a:lnTo>
                  <a:pt x="11559" y="6342"/>
                </a:lnTo>
                <a:lnTo>
                  <a:pt x="11559" y="7296"/>
                </a:lnTo>
                <a:lnTo>
                  <a:pt x="10500" y="7296"/>
                </a:lnTo>
                <a:lnTo>
                  <a:pt x="10500" y="6342"/>
                </a:lnTo>
                <a:moveTo>
                  <a:pt x="10500" y="7364"/>
                </a:moveTo>
                <a:lnTo>
                  <a:pt x="11559" y="7364"/>
                </a:lnTo>
                <a:lnTo>
                  <a:pt x="11559" y="8369"/>
                </a:lnTo>
                <a:lnTo>
                  <a:pt x="10500" y="8369"/>
                </a:lnTo>
                <a:lnTo>
                  <a:pt x="10500" y="7364"/>
                </a:lnTo>
                <a:moveTo>
                  <a:pt x="10500" y="8438"/>
                </a:moveTo>
                <a:lnTo>
                  <a:pt x="11559" y="8438"/>
                </a:lnTo>
                <a:lnTo>
                  <a:pt x="11559" y="9391"/>
                </a:lnTo>
                <a:lnTo>
                  <a:pt x="10500" y="9391"/>
                </a:lnTo>
                <a:lnTo>
                  <a:pt x="10500" y="8438"/>
                </a:lnTo>
                <a:moveTo>
                  <a:pt x="10500" y="9459"/>
                </a:moveTo>
                <a:lnTo>
                  <a:pt x="11559" y="9459"/>
                </a:lnTo>
                <a:lnTo>
                  <a:pt x="11559" y="10465"/>
                </a:lnTo>
                <a:lnTo>
                  <a:pt x="10500" y="10465"/>
                </a:lnTo>
                <a:lnTo>
                  <a:pt x="10500" y="9459"/>
                </a:lnTo>
                <a:moveTo>
                  <a:pt x="10500" y="10533"/>
                </a:moveTo>
                <a:lnTo>
                  <a:pt x="11559" y="10533"/>
                </a:lnTo>
                <a:lnTo>
                  <a:pt x="11559" y="11487"/>
                </a:lnTo>
                <a:lnTo>
                  <a:pt x="10500" y="11487"/>
                </a:lnTo>
                <a:lnTo>
                  <a:pt x="10500" y="10533"/>
                </a:lnTo>
                <a:moveTo>
                  <a:pt x="10500" y="11556"/>
                </a:moveTo>
                <a:lnTo>
                  <a:pt x="11559" y="11556"/>
                </a:lnTo>
                <a:lnTo>
                  <a:pt x="11559" y="12561"/>
                </a:lnTo>
                <a:lnTo>
                  <a:pt x="10500" y="12561"/>
                </a:lnTo>
                <a:lnTo>
                  <a:pt x="10500" y="11556"/>
                </a:lnTo>
                <a:moveTo>
                  <a:pt x="10500" y="12630"/>
                </a:moveTo>
                <a:lnTo>
                  <a:pt x="11559" y="12630"/>
                </a:lnTo>
                <a:lnTo>
                  <a:pt x="11559" y="13583"/>
                </a:lnTo>
                <a:lnTo>
                  <a:pt x="10500" y="13583"/>
                </a:lnTo>
                <a:lnTo>
                  <a:pt x="10500" y="12630"/>
                </a:lnTo>
                <a:moveTo>
                  <a:pt x="10500" y="13651"/>
                </a:moveTo>
                <a:lnTo>
                  <a:pt x="11559" y="13651"/>
                </a:lnTo>
                <a:lnTo>
                  <a:pt x="11559" y="14657"/>
                </a:lnTo>
                <a:lnTo>
                  <a:pt x="10500" y="14657"/>
                </a:lnTo>
                <a:lnTo>
                  <a:pt x="10500" y="13651"/>
                </a:lnTo>
                <a:moveTo>
                  <a:pt x="10500" y="14726"/>
                </a:moveTo>
                <a:lnTo>
                  <a:pt x="11559" y="14726"/>
                </a:lnTo>
                <a:lnTo>
                  <a:pt x="11559" y="15680"/>
                </a:lnTo>
                <a:lnTo>
                  <a:pt x="10500" y="15680"/>
                </a:lnTo>
                <a:lnTo>
                  <a:pt x="10500" y="14726"/>
                </a:lnTo>
                <a:moveTo>
                  <a:pt x="9531" y="55"/>
                </a:moveTo>
                <a:lnTo>
                  <a:pt x="10430" y="55"/>
                </a:lnTo>
                <a:lnTo>
                  <a:pt x="10430" y="1007"/>
                </a:lnTo>
                <a:lnTo>
                  <a:pt x="9531" y="1007"/>
                </a:lnTo>
                <a:lnTo>
                  <a:pt x="9531" y="55"/>
                </a:lnTo>
                <a:moveTo>
                  <a:pt x="9531" y="1076"/>
                </a:moveTo>
                <a:lnTo>
                  <a:pt x="10430" y="1076"/>
                </a:lnTo>
                <a:lnTo>
                  <a:pt x="10430" y="2082"/>
                </a:lnTo>
                <a:lnTo>
                  <a:pt x="9531" y="2082"/>
                </a:lnTo>
                <a:lnTo>
                  <a:pt x="9531" y="1076"/>
                </a:lnTo>
                <a:moveTo>
                  <a:pt x="9531" y="2150"/>
                </a:moveTo>
                <a:lnTo>
                  <a:pt x="10430" y="2150"/>
                </a:lnTo>
                <a:lnTo>
                  <a:pt x="10430" y="3104"/>
                </a:lnTo>
                <a:lnTo>
                  <a:pt x="9531" y="3104"/>
                </a:lnTo>
                <a:lnTo>
                  <a:pt x="9531" y="2150"/>
                </a:lnTo>
                <a:moveTo>
                  <a:pt x="9531" y="3172"/>
                </a:moveTo>
                <a:lnTo>
                  <a:pt x="10430" y="3172"/>
                </a:lnTo>
                <a:lnTo>
                  <a:pt x="10430" y="4178"/>
                </a:lnTo>
                <a:lnTo>
                  <a:pt x="9531" y="4178"/>
                </a:lnTo>
                <a:lnTo>
                  <a:pt x="9531" y="3172"/>
                </a:lnTo>
                <a:moveTo>
                  <a:pt x="9531" y="4247"/>
                </a:moveTo>
                <a:lnTo>
                  <a:pt x="10430" y="4247"/>
                </a:lnTo>
                <a:lnTo>
                  <a:pt x="10430" y="5200"/>
                </a:lnTo>
                <a:lnTo>
                  <a:pt x="9531" y="5200"/>
                </a:lnTo>
                <a:lnTo>
                  <a:pt x="9531" y="4247"/>
                </a:lnTo>
                <a:moveTo>
                  <a:pt x="9531" y="5268"/>
                </a:moveTo>
                <a:lnTo>
                  <a:pt x="10430" y="5268"/>
                </a:lnTo>
                <a:lnTo>
                  <a:pt x="10430" y="6274"/>
                </a:lnTo>
                <a:lnTo>
                  <a:pt x="9531" y="6274"/>
                </a:lnTo>
                <a:lnTo>
                  <a:pt x="9531" y="5268"/>
                </a:lnTo>
                <a:moveTo>
                  <a:pt x="9531" y="6342"/>
                </a:moveTo>
                <a:lnTo>
                  <a:pt x="10430" y="6342"/>
                </a:lnTo>
                <a:lnTo>
                  <a:pt x="10430" y="7296"/>
                </a:lnTo>
                <a:lnTo>
                  <a:pt x="9531" y="7296"/>
                </a:lnTo>
                <a:lnTo>
                  <a:pt x="9531" y="6342"/>
                </a:lnTo>
                <a:moveTo>
                  <a:pt x="9531" y="7364"/>
                </a:moveTo>
                <a:lnTo>
                  <a:pt x="10430" y="7364"/>
                </a:lnTo>
                <a:lnTo>
                  <a:pt x="10430" y="8369"/>
                </a:lnTo>
                <a:lnTo>
                  <a:pt x="9531" y="8369"/>
                </a:lnTo>
                <a:lnTo>
                  <a:pt x="9531" y="7364"/>
                </a:lnTo>
                <a:moveTo>
                  <a:pt x="9531" y="8438"/>
                </a:moveTo>
                <a:lnTo>
                  <a:pt x="10430" y="8438"/>
                </a:lnTo>
                <a:lnTo>
                  <a:pt x="10430" y="9391"/>
                </a:lnTo>
                <a:lnTo>
                  <a:pt x="9531" y="9391"/>
                </a:lnTo>
                <a:lnTo>
                  <a:pt x="9531" y="8438"/>
                </a:lnTo>
                <a:moveTo>
                  <a:pt x="9531" y="9459"/>
                </a:moveTo>
                <a:lnTo>
                  <a:pt x="10430" y="9459"/>
                </a:lnTo>
                <a:lnTo>
                  <a:pt x="10430" y="10465"/>
                </a:lnTo>
                <a:lnTo>
                  <a:pt x="9531" y="10465"/>
                </a:lnTo>
                <a:lnTo>
                  <a:pt x="9531" y="9459"/>
                </a:lnTo>
                <a:moveTo>
                  <a:pt x="9531" y="10533"/>
                </a:moveTo>
                <a:lnTo>
                  <a:pt x="10430" y="10533"/>
                </a:lnTo>
                <a:lnTo>
                  <a:pt x="10430" y="11487"/>
                </a:lnTo>
                <a:lnTo>
                  <a:pt x="9531" y="11487"/>
                </a:lnTo>
                <a:lnTo>
                  <a:pt x="9531" y="10533"/>
                </a:lnTo>
                <a:moveTo>
                  <a:pt x="9531" y="11556"/>
                </a:moveTo>
                <a:lnTo>
                  <a:pt x="10430" y="11556"/>
                </a:lnTo>
                <a:lnTo>
                  <a:pt x="10430" y="12561"/>
                </a:lnTo>
                <a:lnTo>
                  <a:pt x="9531" y="12561"/>
                </a:lnTo>
                <a:lnTo>
                  <a:pt x="9531" y="11556"/>
                </a:lnTo>
                <a:moveTo>
                  <a:pt x="9531" y="12630"/>
                </a:moveTo>
                <a:lnTo>
                  <a:pt x="10430" y="12630"/>
                </a:lnTo>
                <a:lnTo>
                  <a:pt x="10430" y="13583"/>
                </a:lnTo>
                <a:lnTo>
                  <a:pt x="9531" y="13583"/>
                </a:lnTo>
                <a:lnTo>
                  <a:pt x="9531" y="12630"/>
                </a:lnTo>
                <a:moveTo>
                  <a:pt x="9531" y="13651"/>
                </a:moveTo>
                <a:lnTo>
                  <a:pt x="10430" y="13651"/>
                </a:lnTo>
                <a:lnTo>
                  <a:pt x="10430" y="14657"/>
                </a:lnTo>
                <a:lnTo>
                  <a:pt x="9531" y="14657"/>
                </a:lnTo>
                <a:lnTo>
                  <a:pt x="9531" y="13651"/>
                </a:lnTo>
                <a:moveTo>
                  <a:pt x="9531" y="14726"/>
                </a:moveTo>
                <a:lnTo>
                  <a:pt x="10430" y="14726"/>
                </a:lnTo>
                <a:lnTo>
                  <a:pt x="10430" y="15680"/>
                </a:lnTo>
                <a:lnTo>
                  <a:pt x="9531" y="15680"/>
                </a:lnTo>
                <a:lnTo>
                  <a:pt x="9531" y="14726"/>
                </a:lnTo>
                <a:moveTo>
                  <a:pt x="8403" y="55"/>
                </a:moveTo>
                <a:lnTo>
                  <a:pt x="9463" y="55"/>
                </a:lnTo>
                <a:lnTo>
                  <a:pt x="9463" y="1007"/>
                </a:lnTo>
                <a:lnTo>
                  <a:pt x="8403" y="1007"/>
                </a:lnTo>
                <a:lnTo>
                  <a:pt x="8403" y="55"/>
                </a:lnTo>
                <a:moveTo>
                  <a:pt x="8403" y="1076"/>
                </a:moveTo>
                <a:lnTo>
                  <a:pt x="9463" y="1076"/>
                </a:lnTo>
                <a:lnTo>
                  <a:pt x="9463" y="2082"/>
                </a:lnTo>
                <a:lnTo>
                  <a:pt x="8403" y="2082"/>
                </a:lnTo>
                <a:lnTo>
                  <a:pt x="8403" y="1076"/>
                </a:lnTo>
                <a:moveTo>
                  <a:pt x="8403" y="2150"/>
                </a:moveTo>
                <a:lnTo>
                  <a:pt x="9463" y="2150"/>
                </a:lnTo>
                <a:lnTo>
                  <a:pt x="9463" y="3104"/>
                </a:lnTo>
                <a:lnTo>
                  <a:pt x="8403" y="3104"/>
                </a:lnTo>
                <a:lnTo>
                  <a:pt x="8403" y="2150"/>
                </a:lnTo>
                <a:moveTo>
                  <a:pt x="8403" y="3172"/>
                </a:moveTo>
                <a:lnTo>
                  <a:pt x="9463" y="3172"/>
                </a:lnTo>
                <a:lnTo>
                  <a:pt x="9463" y="4178"/>
                </a:lnTo>
                <a:lnTo>
                  <a:pt x="8403" y="4178"/>
                </a:lnTo>
                <a:lnTo>
                  <a:pt x="8403" y="3172"/>
                </a:lnTo>
                <a:moveTo>
                  <a:pt x="8403" y="4247"/>
                </a:moveTo>
                <a:lnTo>
                  <a:pt x="9463" y="4247"/>
                </a:lnTo>
                <a:lnTo>
                  <a:pt x="9463" y="5200"/>
                </a:lnTo>
                <a:lnTo>
                  <a:pt x="8403" y="5200"/>
                </a:lnTo>
                <a:lnTo>
                  <a:pt x="8403" y="4247"/>
                </a:lnTo>
                <a:moveTo>
                  <a:pt x="8403" y="5268"/>
                </a:moveTo>
                <a:lnTo>
                  <a:pt x="9463" y="5268"/>
                </a:lnTo>
                <a:lnTo>
                  <a:pt x="9463" y="6274"/>
                </a:lnTo>
                <a:lnTo>
                  <a:pt x="8403" y="6274"/>
                </a:lnTo>
                <a:lnTo>
                  <a:pt x="8403" y="5268"/>
                </a:lnTo>
                <a:moveTo>
                  <a:pt x="8403" y="6342"/>
                </a:moveTo>
                <a:lnTo>
                  <a:pt x="9463" y="6342"/>
                </a:lnTo>
                <a:lnTo>
                  <a:pt x="9463" y="7296"/>
                </a:lnTo>
                <a:lnTo>
                  <a:pt x="8403" y="7296"/>
                </a:lnTo>
                <a:lnTo>
                  <a:pt x="8403" y="6342"/>
                </a:lnTo>
                <a:moveTo>
                  <a:pt x="8403" y="7364"/>
                </a:moveTo>
                <a:lnTo>
                  <a:pt x="9463" y="7364"/>
                </a:lnTo>
                <a:lnTo>
                  <a:pt x="9463" y="8369"/>
                </a:lnTo>
                <a:lnTo>
                  <a:pt x="8403" y="8369"/>
                </a:lnTo>
                <a:lnTo>
                  <a:pt x="8403" y="7364"/>
                </a:lnTo>
                <a:moveTo>
                  <a:pt x="8403" y="8438"/>
                </a:moveTo>
                <a:lnTo>
                  <a:pt x="9463" y="8438"/>
                </a:lnTo>
                <a:lnTo>
                  <a:pt x="9463" y="9391"/>
                </a:lnTo>
                <a:lnTo>
                  <a:pt x="8403" y="9391"/>
                </a:lnTo>
                <a:lnTo>
                  <a:pt x="8403" y="8438"/>
                </a:lnTo>
                <a:moveTo>
                  <a:pt x="8403" y="9459"/>
                </a:moveTo>
                <a:lnTo>
                  <a:pt x="9463" y="9459"/>
                </a:lnTo>
                <a:lnTo>
                  <a:pt x="9463" y="10465"/>
                </a:lnTo>
                <a:lnTo>
                  <a:pt x="8403" y="10465"/>
                </a:lnTo>
                <a:lnTo>
                  <a:pt x="8403" y="9459"/>
                </a:lnTo>
                <a:moveTo>
                  <a:pt x="8403" y="10533"/>
                </a:moveTo>
                <a:lnTo>
                  <a:pt x="9463" y="10533"/>
                </a:lnTo>
                <a:lnTo>
                  <a:pt x="9463" y="11487"/>
                </a:lnTo>
                <a:lnTo>
                  <a:pt x="8403" y="11487"/>
                </a:lnTo>
                <a:lnTo>
                  <a:pt x="8403" y="10533"/>
                </a:lnTo>
                <a:moveTo>
                  <a:pt x="8403" y="11556"/>
                </a:moveTo>
                <a:lnTo>
                  <a:pt x="9463" y="11556"/>
                </a:lnTo>
                <a:lnTo>
                  <a:pt x="9463" y="12561"/>
                </a:lnTo>
                <a:lnTo>
                  <a:pt x="8403" y="12561"/>
                </a:lnTo>
                <a:lnTo>
                  <a:pt x="8403" y="11556"/>
                </a:lnTo>
                <a:moveTo>
                  <a:pt x="8403" y="12630"/>
                </a:moveTo>
                <a:lnTo>
                  <a:pt x="9463" y="12630"/>
                </a:lnTo>
                <a:lnTo>
                  <a:pt x="9463" y="13583"/>
                </a:lnTo>
                <a:lnTo>
                  <a:pt x="8403" y="13583"/>
                </a:lnTo>
                <a:lnTo>
                  <a:pt x="8403" y="12630"/>
                </a:lnTo>
                <a:moveTo>
                  <a:pt x="8403" y="13651"/>
                </a:moveTo>
                <a:lnTo>
                  <a:pt x="9463" y="13651"/>
                </a:lnTo>
                <a:lnTo>
                  <a:pt x="9463" y="14657"/>
                </a:lnTo>
                <a:lnTo>
                  <a:pt x="8403" y="14657"/>
                </a:lnTo>
                <a:lnTo>
                  <a:pt x="8403" y="13651"/>
                </a:lnTo>
                <a:moveTo>
                  <a:pt x="8403" y="14726"/>
                </a:moveTo>
                <a:lnTo>
                  <a:pt x="9463" y="14726"/>
                </a:lnTo>
                <a:lnTo>
                  <a:pt x="9463" y="15680"/>
                </a:lnTo>
                <a:lnTo>
                  <a:pt x="8403" y="15680"/>
                </a:lnTo>
                <a:lnTo>
                  <a:pt x="8403" y="14726"/>
                </a:lnTo>
                <a:moveTo>
                  <a:pt x="7436" y="55"/>
                </a:moveTo>
                <a:lnTo>
                  <a:pt x="8335" y="55"/>
                </a:lnTo>
                <a:lnTo>
                  <a:pt x="8335" y="1007"/>
                </a:lnTo>
                <a:lnTo>
                  <a:pt x="7436" y="1007"/>
                </a:lnTo>
                <a:lnTo>
                  <a:pt x="7436" y="55"/>
                </a:lnTo>
                <a:moveTo>
                  <a:pt x="7436" y="1076"/>
                </a:moveTo>
                <a:lnTo>
                  <a:pt x="8335" y="1076"/>
                </a:lnTo>
                <a:lnTo>
                  <a:pt x="8335" y="2082"/>
                </a:lnTo>
                <a:lnTo>
                  <a:pt x="7436" y="2082"/>
                </a:lnTo>
                <a:lnTo>
                  <a:pt x="7436" y="1076"/>
                </a:lnTo>
                <a:moveTo>
                  <a:pt x="7436" y="2150"/>
                </a:moveTo>
                <a:lnTo>
                  <a:pt x="8335" y="2150"/>
                </a:lnTo>
                <a:lnTo>
                  <a:pt x="8335" y="3104"/>
                </a:lnTo>
                <a:lnTo>
                  <a:pt x="7436" y="3104"/>
                </a:lnTo>
                <a:lnTo>
                  <a:pt x="7436" y="2150"/>
                </a:lnTo>
                <a:moveTo>
                  <a:pt x="7436" y="3172"/>
                </a:moveTo>
                <a:lnTo>
                  <a:pt x="8335" y="3172"/>
                </a:lnTo>
                <a:lnTo>
                  <a:pt x="8335" y="4178"/>
                </a:lnTo>
                <a:lnTo>
                  <a:pt x="7436" y="4178"/>
                </a:lnTo>
                <a:lnTo>
                  <a:pt x="7436" y="3172"/>
                </a:lnTo>
                <a:moveTo>
                  <a:pt x="7436" y="4247"/>
                </a:moveTo>
                <a:lnTo>
                  <a:pt x="8335" y="4247"/>
                </a:lnTo>
                <a:lnTo>
                  <a:pt x="8335" y="5200"/>
                </a:lnTo>
                <a:lnTo>
                  <a:pt x="7436" y="5200"/>
                </a:lnTo>
                <a:lnTo>
                  <a:pt x="7436" y="4247"/>
                </a:lnTo>
                <a:moveTo>
                  <a:pt x="7436" y="5268"/>
                </a:moveTo>
                <a:lnTo>
                  <a:pt x="8335" y="5268"/>
                </a:lnTo>
                <a:lnTo>
                  <a:pt x="8335" y="6274"/>
                </a:lnTo>
                <a:lnTo>
                  <a:pt x="7436" y="6274"/>
                </a:lnTo>
                <a:lnTo>
                  <a:pt x="7436" y="5268"/>
                </a:lnTo>
                <a:moveTo>
                  <a:pt x="7436" y="6342"/>
                </a:moveTo>
                <a:lnTo>
                  <a:pt x="8335" y="6342"/>
                </a:lnTo>
                <a:lnTo>
                  <a:pt x="8335" y="7296"/>
                </a:lnTo>
                <a:lnTo>
                  <a:pt x="7436" y="7296"/>
                </a:lnTo>
                <a:lnTo>
                  <a:pt x="7436" y="6342"/>
                </a:lnTo>
                <a:moveTo>
                  <a:pt x="7436" y="7364"/>
                </a:moveTo>
                <a:lnTo>
                  <a:pt x="8335" y="7364"/>
                </a:lnTo>
                <a:lnTo>
                  <a:pt x="8335" y="8369"/>
                </a:lnTo>
                <a:lnTo>
                  <a:pt x="7436" y="8369"/>
                </a:lnTo>
                <a:lnTo>
                  <a:pt x="7436" y="7364"/>
                </a:lnTo>
                <a:moveTo>
                  <a:pt x="7436" y="8438"/>
                </a:moveTo>
                <a:lnTo>
                  <a:pt x="8335" y="8438"/>
                </a:lnTo>
                <a:lnTo>
                  <a:pt x="8335" y="9391"/>
                </a:lnTo>
                <a:lnTo>
                  <a:pt x="7436" y="9391"/>
                </a:lnTo>
                <a:lnTo>
                  <a:pt x="7436" y="8438"/>
                </a:lnTo>
                <a:moveTo>
                  <a:pt x="7436" y="9459"/>
                </a:moveTo>
                <a:lnTo>
                  <a:pt x="8335" y="9459"/>
                </a:lnTo>
                <a:lnTo>
                  <a:pt x="8335" y="10465"/>
                </a:lnTo>
                <a:lnTo>
                  <a:pt x="7436" y="10465"/>
                </a:lnTo>
                <a:lnTo>
                  <a:pt x="7436" y="9459"/>
                </a:lnTo>
                <a:moveTo>
                  <a:pt x="7436" y="10533"/>
                </a:moveTo>
                <a:lnTo>
                  <a:pt x="8335" y="10533"/>
                </a:lnTo>
                <a:lnTo>
                  <a:pt x="8335" y="11487"/>
                </a:lnTo>
                <a:lnTo>
                  <a:pt x="7436" y="11487"/>
                </a:lnTo>
                <a:lnTo>
                  <a:pt x="7436" y="10533"/>
                </a:lnTo>
                <a:moveTo>
                  <a:pt x="7436" y="11556"/>
                </a:moveTo>
                <a:lnTo>
                  <a:pt x="8335" y="11556"/>
                </a:lnTo>
                <a:lnTo>
                  <a:pt x="8335" y="12561"/>
                </a:lnTo>
                <a:lnTo>
                  <a:pt x="7436" y="12561"/>
                </a:lnTo>
                <a:lnTo>
                  <a:pt x="7436" y="11556"/>
                </a:lnTo>
                <a:moveTo>
                  <a:pt x="7436" y="12630"/>
                </a:moveTo>
                <a:lnTo>
                  <a:pt x="8335" y="12630"/>
                </a:lnTo>
                <a:lnTo>
                  <a:pt x="8335" y="13583"/>
                </a:lnTo>
                <a:lnTo>
                  <a:pt x="7436" y="13583"/>
                </a:lnTo>
                <a:lnTo>
                  <a:pt x="7436" y="12630"/>
                </a:lnTo>
                <a:moveTo>
                  <a:pt x="7436" y="13651"/>
                </a:moveTo>
                <a:lnTo>
                  <a:pt x="8335" y="13651"/>
                </a:lnTo>
                <a:lnTo>
                  <a:pt x="8335" y="14657"/>
                </a:lnTo>
                <a:lnTo>
                  <a:pt x="7436" y="14657"/>
                </a:lnTo>
                <a:lnTo>
                  <a:pt x="7436" y="13651"/>
                </a:lnTo>
                <a:moveTo>
                  <a:pt x="7436" y="14726"/>
                </a:moveTo>
                <a:lnTo>
                  <a:pt x="8335" y="14726"/>
                </a:lnTo>
                <a:lnTo>
                  <a:pt x="8335" y="15680"/>
                </a:lnTo>
                <a:lnTo>
                  <a:pt x="7436" y="15680"/>
                </a:lnTo>
                <a:lnTo>
                  <a:pt x="7436" y="14726"/>
                </a:lnTo>
                <a:moveTo>
                  <a:pt x="6308" y="55"/>
                </a:moveTo>
                <a:lnTo>
                  <a:pt x="7366" y="55"/>
                </a:lnTo>
                <a:lnTo>
                  <a:pt x="7366" y="1007"/>
                </a:lnTo>
                <a:lnTo>
                  <a:pt x="6308" y="1007"/>
                </a:lnTo>
                <a:lnTo>
                  <a:pt x="6308" y="55"/>
                </a:lnTo>
                <a:moveTo>
                  <a:pt x="6308" y="1076"/>
                </a:moveTo>
                <a:lnTo>
                  <a:pt x="7366" y="1076"/>
                </a:lnTo>
                <a:lnTo>
                  <a:pt x="7366" y="2082"/>
                </a:lnTo>
                <a:lnTo>
                  <a:pt x="6308" y="2082"/>
                </a:lnTo>
                <a:lnTo>
                  <a:pt x="6308" y="1076"/>
                </a:lnTo>
                <a:moveTo>
                  <a:pt x="6308" y="2150"/>
                </a:moveTo>
                <a:lnTo>
                  <a:pt x="7366" y="2150"/>
                </a:lnTo>
                <a:lnTo>
                  <a:pt x="7366" y="3104"/>
                </a:lnTo>
                <a:lnTo>
                  <a:pt x="6308" y="3104"/>
                </a:lnTo>
                <a:lnTo>
                  <a:pt x="6308" y="2150"/>
                </a:lnTo>
                <a:moveTo>
                  <a:pt x="6308" y="3172"/>
                </a:moveTo>
                <a:lnTo>
                  <a:pt x="7366" y="3172"/>
                </a:lnTo>
                <a:lnTo>
                  <a:pt x="7366" y="4178"/>
                </a:lnTo>
                <a:lnTo>
                  <a:pt x="6308" y="4178"/>
                </a:lnTo>
                <a:lnTo>
                  <a:pt x="6308" y="3172"/>
                </a:lnTo>
                <a:moveTo>
                  <a:pt x="6308" y="4247"/>
                </a:moveTo>
                <a:lnTo>
                  <a:pt x="7366" y="4247"/>
                </a:lnTo>
                <a:lnTo>
                  <a:pt x="7366" y="5200"/>
                </a:lnTo>
                <a:lnTo>
                  <a:pt x="6308" y="5200"/>
                </a:lnTo>
                <a:lnTo>
                  <a:pt x="6308" y="4247"/>
                </a:lnTo>
                <a:moveTo>
                  <a:pt x="6308" y="5268"/>
                </a:moveTo>
                <a:lnTo>
                  <a:pt x="7366" y="5268"/>
                </a:lnTo>
                <a:lnTo>
                  <a:pt x="7366" y="6274"/>
                </a:lnTo>
                <a:lnTo>
                  <a:pt x="6308" y="6274"/>
                </a:lnTo>
                <a:lnTo>
                  <a:pt x="6308" y="5268"/>
                </a:lnTo>
                <a:moveTo>
                  <a:pt x="6308" y="6342"/>
                </a:moveTo>
                <a:lnTo>
                  <a:pt x="7366" y="6342"/>
                </a:lnTo>
                <a:lnTo>
                  <a:pt x="7366" y="7296"/>
                </a:lnTo>
                <a:lnTo>
                  <a:pt x="6308" y="7296"/>
                </a:lnTo>
                <a:lnTo>
                  <a:pt x="6308" y="6342"/>
                </a:lnTo>
                <a:moveTo>
                  <a:pt x="6308" y="7364"/>
                </a:moveTo>
                <a:lnTo>
                  <a:pt x="7366" y="7364"/>
                </a:lnTo>
                <a:lnTo>
                  <a:pt x="7366" y="8369"/>
                </a:lnTo>
                <a:lnTo>
                  <a:pt x="6308" y="8369"/>
                </a:lnTo>
                <a:lnTo>
                  <a:pt x="6308" y="7364"/>
                </a:lnTo>
                <a:moveTo>
                  <a:pt x="6308" y="8438"/>
                </a:moveTo>
                <a:lnTo>
                  <a:pt x="7366" y="8438"/>
                </a:lnTo>
                <a:lnTo>
                  <a:pt x="7366" y="9391"/>
                </a:lnTo>
                <a:lnTo>
                  <a:pt x="6308" y="9391"/>
                </a:lnTo>
                <a:lnTo>
                  <a:pt x="6308" y="8438"/>
                </a:lnTo>
                <a:moveTo>
                  <a:pt x="6308" y="9459"/>
                </a:moveTo>
                <a:lnTo>
                  <a:pt x="7366" y="9459"/>
                </a:lnTo>
                <a:lnTo>
                  <a:pt x="7366" y="10465"/>
                </a:lnTo>
                <a:lnTo>
                  <a:pt x="6308" y="10465"/>
                </a:lnTo>
                <a:lnTo>
                  <a:pt x="6308" y="9459"/>
                </a:lnTo>
                <a:moveTo>
                  <a:pt x="6308" y="10533"/>
                </a:moveTo>
                <a:lnTo>
                  <a:pt x="7366" y="10533"/>
                </a:lnTo>
                <a:lnTo>
                  <a:pt x="7366" y="11487"/>
                </a:lnTo>
                <a:lnTo>
                  <a:pt x="6308" y="11487"/>
                </a:lnTo>
                <a:lnTo>
                  <a:pt x="6308" y="10533"/>
                </a:lnTo>
                <a:moveTo>
                  <a:pt x="6308" y="11556"/>
                </a:moveTo>
                <a:lnTo>
                  <a:pt x="7366" y="11556"/>
                </a:lnTo>
                <a:lnTo>
                  <a:pt x="7366" y="12561"/>
                </a:lnTo>
                <a:lnTo>
                  <a:pt x="6308" y="12561"/>
                </a:lnTo>
                <a:lnTo>
                  <a:pt x="6308" y="11556"/>
                </a:lnTo>
                <a:moveTo>
                  <a:pt x="6308" y="12630"/>
                </a:moveTo>
                <a:lnTo>
                  <a:pt x="7366" y="12630"/>
                </a:lnTo>
                <a:lnTo>
                  <a:pt x="7366" y="13583"/>
                </a:lnTo>
                <a:lnTo>
                  <a:pt x="6308" y="13583"/>
                </a:lnTo>
                <a:lnTo>
                  <a:pt x="6308" y="12630"/>
                </a:lnTo>
                <a:moveTo>
                  <a:pt x="6308" y="13651"/>
                </a:moveTo>
                <a:lnTo>
                  <a:pt x="7366" y="13651"/>
                </a:lnTo>
                <a:lnTo>
                  <a:pt x="7366" y="14657"/>
                </a:lnTo>
                <a:lnTo>
                  <a:pt x="6308" y="14657"/>
                </a:lnTo>
                <a:lnTo>
                  <a:pt x="6308" y="13651"/>
                </a:lnTo>
                <a:moveTo>
                  <a:pt x="6308" y="14726"/>
                </a:moveTo>
                <a:lnTo>
                  <a:pt x="7366" y="14726"/>
                </a:lnTo>
                <a:lnTo>
                  <a:pt x="7366" y="15680"/>
                </a:lnTo>
                <a:lnTo>
                  <a:pt x="6308" y="15680"/>
                </a:lnTo>
                <a:lnTo>
                  <a:pt x="6308" y="14726"/>
                </a:lnTo>
                <a:moveTo>
                  <a:pt x="5339" y="55"/>
                </a:moveTo>
                <a:lnTo>
                  <a:pt x="6238" y="55"/>
                </a:lnTo>
                <a:lnTo>
                  <a:pt x="6238" y="1007"/>
                </a:lnTo>
                <a:lnTo>
                  <a:pt x="5339" y="1007"/>
                </a:lnTo>
                <a:lnTo>
                  <a:pt x="5339" y="55"/>
                </a:lnTo>
                <a:moveTo>
                  <a:pt x="5339" y="1076"/>
                </a:moveTo>
                <a:lnTo>
                  <a:pt x="6238" y="1076"/>
                </a:lnTo>
                <a:lnTo>
                  <a:pt x="6238" y="2082"/>
                </a:lnTo>
                <a:lnTo>
                  <a:pt x="5339" y="2082"/>
                </a:lnTo>
                <a:lnTo>
                  <a:pt x="5339" y="1076"/>
                </a:lnTo>
                <a:moveTo>
                  <a:pt x="5339" y="2150"/>
                </a:moveTo>
                <a:lnTo>
                  <a:pt x="6238" y="2150"/>
                </a:lnTo>
                <a:lnTo>
                  <a:pt x="6238" y="3104"/>
                </a:lnTo>
                <a:lnTo>
                  <a:pt x="5339" y="3104"/>
                </a:lnTo>
                <a:lnTo>
                  <a:pt x="5339" y="2150"/>
                </a:lnTo>
                <a:moveTo>
                  <a:pt x="5339" y="3172"/>
                </a:moveTo>
                <a:lnTo>
                  <a:pt x="6238" y="3172"/>
                </a:lnTo>
                <a:lnTo>
                  <a:pt x="6238" y="4178"/>
                </a:lnTo>
                <a:lnTo>
                  <a:pt x="5339" y="4178"/>
                </a:lnTo>
                <a:lnTo>
                  <a:pt x="5339" y="3172"/>
                </a:lnTo>
                <a:moveTo>
                  <a:pt x="5339" y="4247"/>
                </a:moveTo>
                <a:lnTo>
                  <a:pt x="6238" y="4247"/>
                </a:lnTo>
                <a:lnTo>
                  <a:pt x="6238" y="5200"/>
                </a:lnTo>
                <a:lnTo>
                  <a:pt x="5339" y="5200"/>
                </a:lnTo>
                <a:lnTo>
                  <a:pt x="5339" y="4247"/>
                </a:lnTo>
                <a:moveTo>
                  <a:pt x="5339" y="5268"/>
                </a:moveTo>
                <a:lnTo>
                  <a:pt x="6238" y="5268"/>
                </a:lnTo>
                <a:lnTo>
                  <a:pt x="6238" y="6274"/>
                </a:lnTo>
                <a:lnTo>
                  <a:pt x="5339" y="6274"/>
                </a:lnTo>
                <a:lnTo>
                  <a:pt x="5339" y="5268"/>
                </a:lnTo>
                <a:moveTo>
                  <a:pt x="5339" y="6342"/>
                </a:moveTo>
                <a:lnTo>
                  <a:pt x="6238" y="6342"/>
                </a:lnTo>
                <a:lnTo>
                  <a:pt x="6238" y="7296"/>
                </a:lnTo>
                <a:lnTo>
                  <a:pt x="5339" y="7296"/>
                </a:lnTo>
                <a:lnTo>
                  <a:pt x="5339" y="6342"/>
                </a:lnTo>
                <a:moveTo>
                  <a:pt x="5339" y="7364"/>
                </a:moveTo>
                <a:lnTo>
                  <a:pt x="6238" y="7364"/>
                </a:lnTo>
                <a:lnTo>
                  <a:pt x="6238" y="8369"/>
                </a:lnTo>
                <a:lnTo>
                  <a:pt x="5339" y="8369"/>
                </a:lnTo>
                <a:lnTo>
                  <a:pt x="5339" y="7364"/>
                </a:lnTo>
                <a:moveTo>
                  <a:pt x="5339" y="8438"/>
                </a:moveTo>
                <a:lnTo>
                  <a:pt x="6238" y="8438"/>
                </a:lnTo>
                <a:lnTo>
                  <a:pt x="6238" y="9391"/>
                </a:lnTo>
                <a:lnTo>
                  <a:pt x="5339" y="9391"/>
                </a:lnTo>
                <a:lnTo>
                  <a:pt x="5339" y="8438"/>
                </a:lnTo>
                <a:moveTo>
                  <a:pt x="5339" y="9459"/>
                </a:moveTo>
                <a:lnTo>
                  <a:pt x="6238" y="9459"/>
                </a:lnTo>
                <a:lnTo>
                  <a:pt x="6238" y="10465"/>
                </a:lnTo>
                <a:lnTo>
                  <a:pt x="5339" y="10465"/>
                </a:lnTo>
                <a:lnTo>
                  <a:pt x="5339" y="9459"/>
                </a:lnTo>
                <a:moveTo>
                  <a:pt x="5339" y="10533"/>
                </a:moveTo>
                <a:lnTo>
                  <a:pt x="6238" y="10533"/>
                </a:lnTo>
                <a:lnTo>
                  <a:pt x="6238" y="11487"/>
                </a:lnTo>
                <a:lnTo>
                  <a:pt x="5339" y="11487"/>
                </a:lnTo>
                <a:lnTo>
                  <a:pt x="5339" y="10533"/>
                </a:lnTo>
                <a:moveTo>
                  <a:pt x="5339" y="11556"/>
                </a:moveTo>
                <a:lnTo>
                  <a:pt x="6238" y="11556"/>
                </a:lnTo>
                <a:lnTo>
                  <a:pt x="6238" y="12561"/>
                </a:lnTo>
                <a:lnTo>
                  <a:pt x="5339" y="12561"/>
                </a:lnTo>
                <a:lnTo>
                  <a:pt x="5339" y="11556"/>
                </a:lnTo>
                <a:moveTo>
                  <a:pt x="5339" y="12630"/>
                </a:moveTo>
                <a:lnTo>
                  <a:pt x="6238" y="12630"/>
                </a:lnTo>
                <a:lnTo>
                  <a:pt x="6238" y="13583"/>
                </a:lnTo>
                <a:lnTo>
                  <a:pt x="5339" y="13583"/>
                </a:lnTo>
                <a:lnTo>
                  <a:pt x="5339" y="12630"/>
                </a:lnTo>
                <a:moveTo>
                  <a:pt x="5339" y="13651"/>
                </a:moveTo>
                <a:lnTo>
                  <a:pt x="6238" y="13651"/>
                </a:lnTo>
                <a:lnTo>
                  <a:pt x="6238" y="14657"/>
                </a:lnTo>
                <a:lnTo>
                  <a:pt x="5339" y="14657"/>
                </a:lnTo>
                <a:lnTo>
                  <a:pt x="5339" y="13651"/>
                </a:lnTo>
                <a:moveTo>
                  <a:pt x="5339" y="14726"/>
                </a:moveTo>
                <a:lnTo>
                  <a:pt x="6238" y="14726"/>
                </a:lnTo>
                <a:lnTo>
                  <a:pt x="6238" y="15680"/>
                </a:lnTo>
                <a:lnTo>
                  <a:pt x="5339" y="15680"/>
                </a:lnTo>
                <a:lnTo>
                  <a:pt x="5339" y="14726"/>
                </a:lnTo>
                <a:moveTo>
                  <a:pt x="4211" y="55"/>
                </a:moveTo>
                <a:lnTo>
                  <a:pt x="5271" y="55"/>
                </a:lnTo>
                <a:lnTo>
                  <a:pt x="5271" y="1007"/>
                </a:lnTo>
                <a:lnTo>
                  <a:pt x="4211" y="1007"/>
                </a:lnTo>
                <a:lnTo>
                  <a:pt x="4211" y="55"/>
                </a:lnTo>
                <a:moveTo>
                  <a:pt x="4211" y="1076"/>
                </a:moveTo>
                <a:lnTo>
                  <a:pt x="5271" y="1076"/>
                </a:lnTo>
                <a:lnTo>
                  <a:pt x="5271" y="2082"/>
                </a:lnTo>
                <a:lnTo>
                  <a:pt x="4211" y="2082"/>
                </a:lnTo>
                <a:lnTo>
                  <a:pt x="4211" y="1076"/>
                </a:lnTo>
                <a:moveTo>
                  <a:pt x="4211" y="2150"/>
                </a:moveTo>
                <a:lnTo>
                  <a:pt x="5271" y="2150"/>
                </a:lnTo>
                <a:lnTo>
                  <a:pt x="5271" y="3104"/>
                </a:lnTo>
                <a:lnTo>
                  <a:pt x="4211" y="3104"/>
                </a:lnTo>
                <a:lnTo>
                  <a:pt x="4211" y="2150"/>
                </a:lnTo>
                <a:moveTo>
                  <a:pt x="4211" y="3172"/>
                </a:moveTo>
                <a:lnTo>
                  <a:pt x="5271" y="3172"/>
                </a:lnTo>
                <a:lnTo>
                  <a:pt x="5271" y="4178"/>
                </a:lnTo>
                <a:lnTo>
                  <a:pt x="4211" y="4178"/>
                </a:lnTo>
                <a:lnTo>
                  <a:pt x="4211" y="3172"/>
                </a:lnTo>
                <a:moveTo>
                  <a:pt x="4211" y="4247"/>
                </a:moveTo>
                <a:lnTo>
                  <a:pt x="5271" y="4247"/>
                </a:lnTo>
                <a:lnTo>
                  <a:pt x="5271" y="5200"/>
                </a:lnTo>
                <a:lnTo>
                  <a:pt x="4211" y="5200"/>
                </a:lnTo>
                <a:lnTo>
                  <a:pt x="4211" y="4247"/>
                </a:lnTo>
                <a:moveTo>
                  <a:pt x="4211" y="5268"/>
                </a:moveTo>
                <a:lnTo>
                  <a:pt x="5271" y="5268"/>
                </a:lnTo>
                <a:lnTo>
                  <a:pt x="5271" y="6274"/>
                </a:lnTo>
                <a:lnTo>
                  <a:pt x="4211" y="6274"/>
                </a:lnTo>
                <a:lnTo>
                  <a:pt x="4211" y="5268"/>
                </a:lnTo>
                <a:moveTo>
                  <a:pt x="4211" y="6342"/>
                </a:moveTo>
                <a:lnTo>
                  <a:pt x="5271" y="6342"/>
                </a:lnTo>
                <a:lnTo>
                  <a:pt x="5271" y="7296"/>
                </a:lnTo>
                <a:lnTo>
                  <a:pt x="4211" y="7296"/>
                </a:lnTo>
                <a:lnTo>
                  <a:pt x="4211" y="6342"/>
                </a:lnTo>
                <a:moveTo>
                  <a:pt x="4211" y="7364"/>
                </a:moveTo>
                <a:lnTo>
                  <a:pt x="5271" y="7364"/>
                </a:lnTo>
                <a:lnTo>
                  <a:pt x="5271" y="8369"/>
                </a:lnTo>
                <a:lnTo>
                  <a:pt x="4211" y="8369"/>
                </a:lnTo>
                <a:lnTo>
                  <a:pt x="4211" y="7364"/>
                </a:lnTo>
                <a:moveTo>
                  <a:pt x="4211" y="8438"/>
                </a:moveTo>
                <a:lnTo>
                  <a:pt x="5271" y="8438"/>
                </a:lnTo>
                <a:lnTo>
                  <a:pt x="5271" y="9391"/>
                </a:lnTo>
                <a:lnTo>
                  <a:pt x="4211" y="9391"/>
                </a:lnTo>
                <a:lnTo>
                  <a:pt x="4211" y="8438"/>
                </a:lnTo>
                <a:moveTo>
                  <a:pt x="4211" y="9459"/>
                </a:moveTo>
                <a:lnTo>
                  <a:pt x="5271" y="9459"/>
                </a:lnTo>
                <a:lnTo>
                  <a:pt x="5271" y="10465"/>
                </a:lnTo>
                <a:lnTo>
                  <a:pt x="4211" y="10465"/>
                </a:lnTo>
                <a:lnTo>
                  <a:pt x="4211" y="9459"/>
                </a:lnTo>
                <a:moveTo>
                  <a:pt x="4211" y="10533"/>
                </a:moveTo>
                <a:lnTo>
                  <a:pt x="5271" y="10533"/>
                </a:lnTo>
                <a:lnTo>
                  <a:pt x="5271" y="11487"/>
                </a:lnTo>
                <a:lnTo>
                  <a:pt x="4211" y="11487"/>
                </a:lnTo>
                <a:lnTo>
                  <a:pt x="4211" y="10533"/>
                </a:lnTo>
                <a:moveTo>
                  <a:pt x="4211" y="11556"/>
                </a:moveTo>
                <a:lnTo>
                  <a:pt x="5271" y="11556"/>
                </a:lnTo>
                <a:lnTo>
                  <a:pt x="5271" y="12561"/>
                </a:lnTo>
                <a:lnTo>
                  <a:pt x="4211" y="12561"/>
                </a:lnTo>
                <a:lnTo>
                  <a:pt x="4211" y="11556"/>
                </a:lnTo>
                <a:moveTo>
                  <a:pt x="4211" y="12630"/>
                </a:moveTo>
                <a:lnTo>
                  <a:pt x="5271" y="12630"/>
                </a:lnTo>
                <a:lnTo>
                  <a:pt x="5271" y="13583"/>
                </a:lnTo>
                <a:lnTo>
                  <a:pt x="4211" y="13583"/>
                </a:lnTo>
                <a:lnTo>
                  <a:pt x="4211" y="12630"/>
                </a:lnTo>
                <a:moveTo>
                  <a:pt x="4211" y="13651"/>
                </a:moveTo>
                <a:lnTo>
                  <a:pt x="5271" y="13651"/>
                </a:lnTo>
                <a:lnTo>
                  <a:pt x="5271" y="14657"/>
                </a:lnTo>
                <a:lnTo>
                  <a:pt x="4211" y="14657"/>
                </a:lnTo>
                <a:lnTo>
                  <a:pt x="4211" y="13651"/>
                </a:lnTo>
                <a:moveTo>
                  <a:pt x="4211" y="14726"/>
                </a:moveTo>
                <a:lnTo>
                  <a:pt x="5271" y="14726"/>
                </a:lnTo>
                <a:lnTo>
                  <a:pt x="5271" y="15680"/>
                </a:lnTo>
                <a:lnTo>
                  <a:pt x="4211" y="15680"/>
                </a:lnTo>
                <a:lnTo>
                  <a:pt x="4211" y="14726"/>
                </a:lnTo>
                <a:moveTo>
                  <a:pt x="3244" y="55"/>
                </a:moveTo>
                <a:lnTo>
                  <a:pt x="4143" y="55"/>
                </a:lnTo>
                <a:lnTo>
                  <a:pt x="4143" y="1007"/>
                </a:lnTo>
                <a:lnTo>
                  <a:pt x="3244" y="1007"/>
                </a:lnTo>
                <a:lnTo>
                  <a:pt x="3244" y="55"/>
                </a:lnTo>
                <a:moveTo>
                  <a:pt x="3244" y="1076"/>
                </a:moveTo>
                <a:lnTo>
                  <a:pt x="4143" y="1076"/>
                </a:lnTo>
                <a:lnTo>
                  <a:pt x="4143" y="2082"/>
                </a:lnTo>
                <a:lnTo>
                  <a:pt x="3244" y="2082"/>
                </a:lnTo>
                <a:lnTo>
                  <a:pt x="3244" y="1076"/>
                </a:lnTo>
                <a:moveTo>
                  <a:pt x="3244" y="2150"/>
                </a:moveTo>
                <a:lnTo>
                  <a:pt x="4143" y="2150"/>
                </a:lnTo>
                <a:lnTo>
                  <a:pt x="4143" y="3104"/>
                </a:lnTo>
                <a:lnTo>
                  <a:pt x="3244" y="3104"/>
                </a:lnTo>
                <a:lnTo>
                  <a:pt x="3244" y="2150"/>
                </a:lnTo>
                <a:moveTo>
                  <a:pt x="3244" y="3172"/>
                </a:moveTo>
                <a:lnTo>
                  <a:pt x="4143" y="3172"/>
                </a:lnTo>
                <a:lnTo>
                  <a:pt x="4143" y="4178"/>
                </a:lnTo>
                <a:lnTo>
                  <a:pt x="3244" y="4178"/>
                </a:lnTo>
                <a:lnTo>
                  <a:pt x="3244" y="3172"/>
                </a:lnTo>
                <a:moveTo>
                  <a:pt x="3244" y="4247"/>
                </a:moveTo>
                <a:lnTo>
                  <a:pt x="4143" y="4247"/>
                </a:lnTo>
                <a:lnTo>
                  <a:pt x="4143" y="5200"/>
                </a:lnTo>
                <a:lnTo>
                  <a:pt x="3244" y="5200"/>
                </a:lnTo>
                <a:lnTo>
                  <a:pt x="3244" y="4247"/>
                </a:lnTo>
                <a:moveTo>
                  <a:pt x="3244" y="5268"/>
                </a:moveTo>
                <a:lnTo>
                  <a:pt x="4143" y="5268"/>
                </a:lnTo>
                <a:lnTo>
                  <a:pt x="4143" y="6274"/>
                </a:lnTo>
                <a:lnTo>
                  <a:pt x="3244" y="6274"/>
                </a:lnTo>
                <a:lnTo>
                  <a:pt x="3244" y="5268"/>
                </a:lnTo>
                <a:moveTo>
                  <a:pt x="3244" y="6342"/>
                </a:moveTo>
                <a:lnTo>
                  <a:pt x="4143" y="6342"/>
                </a:lnTo>
                <a:lnTo>
                  <a:pt x="4143" y="7296"/>
                </a:lnTo>
                <a:lnTo>
                  <a:pt x="3244" y="7296"/>
                </a:lnTo>
                <a:lnTo>
                  <a:pt x="3244" y="6342"/>
                </a:lnTo>
                <a:moveTo>
                  <a:pt x="3244" y="7364"/>
                </a:moveTo>
                <a:lnTo>
                  <a:pt x="4143" y="7364"/>
                </a:lnTo>
                <a:lnTo>
                  <a:pt x="4143" y="8369"/>
                </a:lnTo>
                <a:lnTo>
                  <a:pt x="3244" y="8369"/>
                </a:lnTo>
                <a:lnTo>
                  <a:pt x="3244" y="7364"/>
                </a:lnTo>
                <a:moveTo>
                  <a:pt x="3244" y="8438"/>
                </a:moveTo>
                <a:lnTo>
                  <a:pt x="4143" y="8438"/>
                </a:lnTo>
                <a:lnTo>
                  <a:pt x="4143" y="9391"/>
                </a:lnTo>
                <a:lnTo>
                  <a:pt x="3244" y="9391"/>
                </a:lnTo>
                <a:lnTo>
                  <a:pt x="3244" y="8438"/>
                </a:lnTo>
                <a:moveTo>
                  <a:pt x="3244" y="9459"/>
                </a:moveTo>
                <a:lnTo>
                  <a:pt x="4143" y="9459"/>
                </a:lnTo>
                <a:lnTo>
                  <a:pt x="4143" y="10465"/>
                </a:lnTo>
                <a:lnTo>
                  <a:pt x="3244" y="10465"/>
                </a:lnTo>
                <a:lnTo>
                  <a:pt x="3244" y="9459"/>
                </a:lnTo>
                <a:moveTo>
                  <a:pt x="3244" y="10533"/>
                </a:moveTo>
                <a:lnTo>
                  <a:pt x="4143" y="10533"/>
                </a:lnTo>
                <a:lnTo>
                  <a:pt x="4143" y="11487"/>
                </a:lnTo>
                <a:lnTo>
                  <a:pt x="3244" y="11487"/>
                </a:lnTo>
                <a:lnTo>
                  <a:pt x="3244" y="10533"/>
                </a:lnTo>
                <a:moveTo>
                  <a:pt x="3244" y="11556"/>
                </a:moveTo>
                <a:lnTo>
                  <a:pt x="4143" y="11556"/>
                </a:lnTo>
                <a:lnTo>
                  <a:pt x="4143" y="12561"/>
                </a:lnTo>
                <a:lnTo>
                  <a:pt x="3244" y="12561"/>
                </a:lnTo>
                <a:lnTo>
                  <a:pt x="3244" y="11556"/>
                </a:lnTo>
                <a:moveTo>
                  <a:pt x="3244" y="12630"/>
                </a:moveTo>
                <a:lnTo>
                  <a:pt x="4143" y="12630"/>
                </a:lnTo>
                <a:lnTo>
                  <a:pt x="4143" y="13583"/>
                </a:lnTo>
                <a:lnTo>
                  <a:pt x="3244" y="13583"/>
                </a:lnTo>
                <a:lnTo>
                  <a:pt x="3244" y="12630"/>
                </a:lnTo>
                <a:moveTo>
                  <a:pt x="3244" y="13651"/>
                </a:moveTo>
                <a:lnTo>
                  <a:pt x="4143" y="13651"/>
                </a:lnTo>
                <a:lnTo>
                  <a:pt x="4143" y="14657"/>
                </a:lnTo>
                <a:lnTo>
                  <a:pt x="3244" y="14657"/>
                </a:lnTo>
                <a:lnTo>
                  <a:pt x="3244" y="13651"/>
                </a:lnTo>
                <a:moveTo>
                  <a:pt x="3244" y="14726"/>
                </a:moveTo>
                <a:lnTo>
                  <a:pt x="4143" y="14726"/>
                </a:lnTo>
                <a:lnTo>
                  <a:pt x="4143" y="15680"/>
                </a:lnTo>
                <a:lnTo>
                  <a:pt x="3244" y="15680"/>
                </a:lnTo>
                <a:lnTo>
                  <a:pt x="3244" y="14726"/>
                </a:lnTo>
                <a:moveTo>
                  <a:pt x="2115" y="55"/>
                </a:moveTo>
                <a:lnTo>
                  <a:pt x="3174" y="55"/>
                </a:lnTo>
                <a:lnTo>
                  <a:pt x="3174" y="1007"/>
                </a:lnTo>
                <a:lnTo>
                  <a:pt x="2115" y="1007"/>
                </a:lnTo>
                <a:lnTo>
                  <a:pt x="2115" y="55"/>
                </a:lnTo>
                <a:moveTo>
                  <a:pt x="2115" y="1076"/>
                </a:moveTo>
                <a:lnTo>
                  <a:pt x="3174" y="1076"/>
                </a:lnTo>
                <a:lnTo>
                  <a:pt x="3174" y="2082"/>
                </a:lnTo>
                <a:lnTo>
                  <a:pt x="2115" y="2082"/>
                </a:lnTo>
                <a:lnTo>
                  <a:pt x="2115" y="1076"/>
                </a:lnTo>
                <a:moveTo>
                  <a:pt x="2115" y="2150"/>
                </a:moveTo>
                <a:lnTo>
                  <a:pt x="3174" y="2150"/>
                </a:lnTo>
                <a:lnTo>
                  <a:pt x="3174" y="3104"/>
                </a:lnTo>
                <a:lnTo>
                  <a:pt x="2115" y="3104"/>
                </a:lnTo>
                <a:lnTo>
                  <a:pt x="2115" y="2150"/>
                </a:lnTo>
                <a:moveTo>
                  <a:pt x="2115" y="3172"/>
                </a:moveTo>
                <a:lnTo>
                  <a:pt x="3174" y="3172"/>
                </a:lnTo>
                <a:lnTo>
                  <a:pt x="3174" y="4178"/>
                </a:lnTo>
                <a:lnTo>
                  <a:pt x="2115" y="4178"/>
                </a:lnTo>
                <a:lnTo>
                  <a:pt x="2115" y="3172"/>
                </a:lnTo>
                <a:moveTo>
                  <a:pt x="2115" y="4247"/>
                </a:moveTo>
                <a:lnTo>
                  <a:pt x="3174" y="4247"/>
                </a:lnTo>
                <a:lnTo>
                  <a:pt x="3174" y="5200"/>
                </a:lnTo>
                <a:lnTo>
                  <a:pt x="2115" y="5200"/>
                </a:lnTo>
                <a:lnTo>
                  <a:pt x="2115" y="4247"/>
                </a:lnTo>
                <a:moveTo>
                  <a:pt x="2115" y="5268"/>
                </a:moveTo>
                <a:lnTo>
                  <a:pt x="3174" y="5268"/>
                </a:lnTo>
                <a:lnTo>
                  <a:pt x="3174" y="6274"/>
                </a:lnTo>
                <a:lnTo>
                  <a:pt x="2115" y="6274"/>
                </a:lnTo>
                <a:lnTo>
                  <a:pt x="2115" y="5268"/>
                </a:lnTo>
                <a:moveTo>
                  <a:pt x="2115" y="6342"/>
                </a:moveTo>
                <a:lnTo>
                  <a:pt x="3174" y="6342"/>
                </a:lnTo>
                <a:lnTo>
                  <a:pt x="3174" y="7296"/>
                </a:lnTo>
                <a:lnTo>
                  <a:pt x="2115" y="7296"/>
                </a:lnTo>
                <a:lnTo>
                  <a:pt x="2115" y="6342"/>
                </a:lnTo>
                <a:moveTo>
                  <a:pt x="2115" y="7364"/>
                </a:moveTo>
                <a:lnTo>
                  <a:pt x="3174" y="7364"/>
                </a:lnTo>
                <a:lnTo>
                  <a:pt x="3174" y="8369"/>
                </a:lnTo>
                <a:lnTo>
                  <a:pt x="2115" y="8369"/>
                </a:lnTo>
                <a:lnTo>
                  <a:pt x="2115" y="7364"/>
                </a:lnTo>
                <a:moveTo>
                  <a:pt x="2115" y="8438"/>
                </a:moveTo>
                <a:lnTo>
                  <a:pt x="3174" y="8438"/>
                </a:lnTo>
                <a:lnTo>
                  <a:pt x="3174" y="9391"/>
                </a:lnTo>
                <a:lnTo>
                  <a:pt x="2115" y="9391"/>
                </a:lnTo>
                <a:lnTo>
                  <a:pt x="2115" y="8438"/>
                </a:lnTo>
                <a:moveTo>
                  <a:pt x="2115" y="9459"/>
                </a:moveTo>
                <a:lnTo>
                  <a:pt x="3174" y="9459"/>
                </a:lnTo>
                <a:lnTo>
                  <a:pt x="3174" y="10465"/>
                </a:lnTo>
                <a:lnTo>
                  <a:pt x="2115" y="10465"/>
                </a:lnTo>
                <a:lnTo>
                  <a:pt x="2115" y="9459"/>
                </a:lnTo>
                <a:moveTo>
                  <a:pt x="2115" y="10533"/>
                </a:moveTo>
                <a:lnTo>
                  <a:pt x="3174" y="10533"/>
                </a:lnTo>
                <a:lnTo>
                  <a:pt x="3174" y="11487"/>
                </a:lnTo>
                <a:lnTo>
                  <a:pt x="2115" y="11487"/>
                </a:lnTo>
                <a:lnTo>
                  <a:pt x="2115" y="10533"/>
                </a:lnTo>
                <a:moveTo>
                  <a:pt x="2115" y="11556"/>
                </a:moveTo>
                <a:lnTo>
                  <a:pt x="3174" y="11556"/>
                </a:lnTo>
                <a:lnTo>
                  <a:pt x="3174" y="12561"/>
                </a:lnTo>
                <a:lnTo>
                  <a:pt x="2115" y="12561"/>
                </a:lnTo>
                <a:lnTo>
                  <a:pt x="2115" y="11556"/>
                </a:lnTo>
                <a:moveTo>
                  <a:pt x="2115" y="12630"/>
                </a:moveTo>
                <a:lnTo>
                  <a:pt x="3174" y="12630"/>
                </a:lnTo>
                <a:lnTo>
                  <a:pt x="3174" y="13583"/>
                </a:lnTo>
                <a:lnTo>
                  <a:pt x="2115" y="13583"/>
                </a:lnTo>
                <a:lnTo>
                  <a:pt x="2115" y="12630"/>
                </a:lnTo>
                <a:moveTo>
                  <a:pt x="2115" y="13651"/>
                </a:moveTo>
                <a:lnTo>
                  <a:pt x="3174" y="13651"/>
                </a:lnTo>
                <a:lnTo>
                  <a:pt x="3174" y="14657"/>
                </a:lnTo>
                <a:lnTo>
                  <a:pt x="2115" y="14657"/>
                </a:lnTo>
                <a:lnTo>
                  <a:pt x="2115" y="13651"/>
                </a:lnTo>
                <a:moveTo>
                  <a:pt x="2115" y="14726"/>
                </a:moveTo>
                <a:lnTo>
                  <a:pt x="3174" y="14726"/>
                </a:lnTo>
                <a:lnTo>
                  <a:pt x="3174" y="15680"/>
                </a:lnTo>
                <a:lnTo>
                  <a:pt x="2115" y="15680"/>
                </a:lnTo>
                <a:lnTo>
                  <a:pt x="2115" y="14726"/>
                </a:lnTo>
                <a:moveTo>
                  <a:pt x="1147" y="55"/>
                </a:moveTo>
                <a:lnTo>
                  <a:pt x="2046" y="55"/>
                </a:lnTo>
                <a:lnTo>
                  <a:pt x="2046" y="1007"/>
                </a:lnTo>
                <a:lnTo>
                  <a:pt x="1147" y="1007"/>
                </a:lnTo>
                <a:lnTo>
                  <a:pt x="1147" y="55"/>
                </a:lnTo>
                <a:moveTo>
                  <a:pt x="1147" y="1076"/>
                </a:moveTo>
                <a:lnTo>
                  <a:pt x="2046" y="1076"/>
                </a:lnTo>
                <a:lnTo>
                  <a:pt x="2046" y="2082"/>
                </a:lnTo>
                <a:lnTo>
                  <a:pt x="1147" y="2082"/>
                </a:lnTo>
                <a:lnTo>
                  <a:pt x="1147" y="1076"/>
                </a:lnTo>
                <a:moveTo>
                  <a:pt x="1147" y="2150"/>
                </a:moveTo>
                <a:lnTo>
                  <a:pt x="2046" y="2150"/>
                </a:lnTo>
                <a:lnTo>
                  <a:pt x="2046" y="3104"/>
                </a:lnTo>
                <a:lnTo>
                  <a:pt x="1147" y="3104"/>
                </a:lnTo>
                <a:lnTo>
                  <a:pt x="1147" y="2150"/>
                </a:lnTo>
                <a:moveTo>
                  <a:pt x="1147" y="3172"/>
                </a:moveTo>
                <a:lnTo>
                  <a:pt x="2046" y="3172"/>
                </a:lnTo>
                <a:lnTo>
                  <a:pt x="2046" y="4178"/>
                </a:lnTo>
                <a:lnTo>
                  <a:pt x="1147" y="4178"/>
                </a:lnTo>
                <a:lnTo>
                  <a:pt x="1147" y="3172"/>
                </a:lnTo>
                <a:moveTo>
                  <a:pt x="1147" y="4247"/>
                </a:moveTo>
                <a:lnTo>
                  <a:pt x="2046" y="4247"/>
                </a:lnTo>
                <a:lnTo>
                  <a:pt x="2046" y="5200"/>
                </a:lnTo>
                <a:lnTo>
                  <a:pt x="1147" y="5200"/>
                </a:lnTo>
                <a:lnTo>
                  <a:pt x="1147" y="4247"/>
                </a:lnTo>
                <a:moveTo>
                  <a:pt x="1147" y="5268"/>
                </a:moveTo>
                <a:lnTo>
                  <a:pt x="2046" y="5268"/>
                </a:lnTo>
                <a:lnTo>
                  <a:pt x="2046" y="6274"/>
                </a:lnTo>
                <a:lnTo>
                  <a:pt x="1147" y="6274"/>
                </a:lnTo>
                <a:lnTo>
                  <a:pt x="1147" y="5268"/>
                </a:lnTo>
                <a:moveTo>
                  <a:pt x="1147" y="6342"/>
                </a:moveTo>
                <a:lnTo>
                  <a:pt x="2046" y="6342"/>
                </a:lnTo>
                <a:lnTo>
                  <a:pt x="2046" y="7296"/>
                </a:lnTo>
                <a:lnTo>
                  <a:pt x="1147" y="7296"/>
                </a:lnTo>
                <a:lnTo>
                  <a:pt x="1147" y="6342"/>
                </a:lnTo>
                <a:moveTo>
                  <a:pt x="1147" y="7364"/>
                </a:moveTo>
                <a:lnTo>
                  <a:pt x="2046" y="7364"/>
                </a:lnTo>
                <a:lnTo>
                  <a:pt x="2046" y="8369"/>
                </a:lnTo>
                <a:lnTo>
                  <a:pt x="1147" y="8369"/>
                </a:lnTo>
                <a:lnTo>
                  <a:pt x="1147" y="7364"/>
                </a:lnTo>
                <a:moveTo>
                  <a:pt x="1147" y="8438"/>
                </a:moveTo>
                <a:lnTo>
                  <a:pt x="2046" y="8438"/>
                </a:lnTo>
                <a:lnTo>
                  <a:pt x="2046" y="9391"/>
                </a:lnTo>
                <a:lnTo>
                  <a:pt x="1147" y="9391"/>
                </a:lnTo>
                <a:lnTo>
                  <a:pt x="1147" y="8438"/>
                </a:lnTo>
                <a:moveTo>
                  <a:pt x="1147" y="9459"/>
                </a:moveTo>
                <a:lnTo>
                  <a:pt x="2046" y="9459"/>
                </a:lnTo>
                <a:lnTo>
                  <a:pt x="2046" y="10465"/>
                </a:lnTo>
                <a:lnTo>
                  <a:pt x="1147" y="10465"/>
                </a:lnTo>
                <a:lnTo>
                  <a:pt x="1147" y="9459"/>
                </a:lnTo>
                <a:moveTo>
                  <a:pt x="1147" y="10533"/>
                </a:moveTo>
                <a:lnTo>
                  <a:pt x="2046" y="10533"/>
                </a:lnTo>
                <a:lnTo>
                  <a:pt x="2046" y="11487"/>
                </a:lnTo>
                <a:lnTo>
                  <a:pt x="1147" y="11487"/>
                </a:lnTo>
                <a:lnTo>
                  <a:pt x="1147" y="10533"/>
                </a:lnTo>
                <a:moveTo>
                  <a:pt x="1147" y="11556"/>
                </a:moveTo>
                <a:lnTo>
                  <a:pt x="2046" y="11556"/>
                </a:lnTo>
                <a:lnTo>
                  <a:pt x="2046" y="12561"/>
                </a:lnTo>
                <a:lnTo>
                  <a:pt x="1147" y="12561"/>
                </a:lnTo>
                <a:lnTo>
                  <a:pt x="1147" y="11556"/>
                </a:lnTo>
                <a:moveTo>
                  <a:pt x="1147" y="12630"/>
                </a:moveTo>
                <a:lnTo>
                  <a:pt x="2046" y="12630"/>
                </a:lnTo>
                <a:lnTo>
                  <a:pt x="2046" y="13583"/>
                </a:lnTo>
                <a:lnTo>
                  <a:pt x="1147" y="13583"/>
                </a:lnTo>
                <a:lnTo>
                  <a:pt x="1147" y="12630"/>
                </a:lnTo>
                <a:moveTo>
                  <a:pt x="1147" y="13651"/>
                </a:moveTo>
                <a:lnTo>
                  <a:pt x="2046" y="13651"/>
                </a:lnTo>
                <a:lnTo>
                  <a:pt x="2046" y="14657"/>
                </a:lnTo>
                <a:lnTo>
                  <a:pt x="1147" y="14657"/>
                </a:lnTo>
                <a:lnTo>
                  <a:pt x="1147" y="13651"/>
                </a:lnTo>
                <a:moveTo>
                  <a:pt x="1147" y="14726"/>
                </a:moveTo>
                <a:lnTo>
                  <a:pt x="2046" y="14726"/>
                </a:lnTo>
                <a:lnTo>
                  <a:pt x="2046" y="15680"/>
                </a:lnTo>
                <a:lnTo>
                  <a:pt x="1147" y="15680"/>
                </a:lnTo>
                <a:lnTo>
                  <a:pt x="1147" y="14726"/>
                </a:lnTo>
                <a:moveTo>
                  <a:pt x="19" y="55"/>
                </a:moveTo>
                <a:lnTo>
                  <a:pt x="1079" y="55"/>
                </a:lnTo>
                <a:lnTo>
                  <a:pt x="1079" y="1007"/>
                </a:lnTo>
                <a:lnTo>
                  <a:pt x="19" y="1007"/>
                </a:lnTo>
                <a:lnTo>
                  <a:pt x="19" y="55"/>
                </a:lnTo>
                <a:moveTo>
                  <a:pt x="19" y="1076"/>
                </a:moveTo>
                <a:lnTo>
                  <a:pt x="1079" y="1076"/>
                </a:lnTo>
                <a:lnTo>
                  <a:pt x="1079" y="2082"/>
                </a:lnTo>
                <a:lnTo>
                  <a:pt x="19" y="2082"/>
                </a:lnTo>
                <a:lnTo>
                  <a:pt x="19" y="1076"/>
                </a:lnTo>
                <a:moveTo>
                  <a:pt x="19" y="2150"/>
                </a:moveTo>
                <a:lnTo>
                  <a:pt x="1079" y="2150"/>
                </a:lnTo>
                <a:lnTo>
                  <a:pt x="1079" y="3104"/>
                </a:lnTo>
                <a:lnTo>
                  <a:pt x="19" y="3104"/>
                </a:lnTo>
                <a:lnTo>
                  <a:pt x="19" y="2150"/>
                </a:lnTo>
                <a:moveTo>
                  <a:pt x="19" y="3172"/>
                </a:moveTo>
                <a:lnTo>
                  <a:pt x="1079" y="3172"/>
                </a:lnTo>
                <a:lnTo>
                  <a:pt x="1079" y="4178"/>
                </a:lnTo>
                <a:lnTo>
                  <a:pt x="19" y="4178"/>
                </a:lnTo>
                <a:lnTo>
                  <a:pt x="19" y="3172"/>
                </a:lnTo>
                <a:moveTo>
                  <a:pt x="19" y="4247"/>
                </a:moveTo>
                <a:lnTo>
                  <a:pt x="1079" y="4247"/>
                </a:lnTo>
                <a:lnTo>
                  <a:pt x="1079" y="5200"/>
                </a:lnTo>
                <a:lnTo>
                  <a:pt x="19" y="5200"/>
                </a:lnTo>
                <a:lnTo>
                  <a:pt x="19" y="4247"/>
                </a:lnTo>
                <a:moveTo>
                  <a:pt x="19" y="5268"/>
                </a:moveTo>
                <a:lnTo>
                  <a:pt x="1079" y="5268"/>
                </a:lnTo>
                <a:lnTo>
                  <a:pt x="1079" y="6274"/>
                </a:lnTo>
                <a:lnTo>
                  <a:pt x="19" y="6274"/>
                </a:lnTo>
                <a:lnTo>
                  <a:pt x="19" y="5268"/>
                </a:lnTo>
                <a:moveTo>
                  <a:pt x="19" y="6342"/>
                </a:moveTo>
                <a:lnTo>
                  <a:pt x="1079" y="6342"/>
                </a:lnTo>
                <a:lnTo>
                  <a:pt x="1079" y="7296"/>
                </a:lnTo>
                <a:lnTo>
                  <a:pt x="19" y="7296"/>
                </a:lnTo>
                <a:lnTo>
                  <a:pt x="19" y="6342"/>
                </a:lnTo>
                <a:moveTo>
                  <a:pt x="19" y="7364"/>
                </a:moveTo>
                <a:lnTo>
                  <a:pt x="1079" y="7364"/>
                </a:lnTo>
                <a:lnTo>
                  <a:pt x="1079" y="8369"/>
                </a:lnTo>
                <a:lnTo>
                  <a:pt x="19" y="8369"/>
                </a:lnTo>
                <a:lnTo>
                  <a:pt x="19" y="7364"/>
                </a:lnTo>
                <a:moveTo>
                  <a:pt x="19" y="8438"/>
                </a:moveTo>
                <a:lnTo>
                  <a:pt x="1079" y="8438"/>
                </a:lnTo>
                <a:lnTo>
                  <a:pt x="1079" y="9391"/>
                </a:lnTo>
                <a:lnTo>
                  <a:pt x="19" y="9391"/>
                </a:lnTo>
                <a:lnTo>
                  <a:pt x="19" y="8438"/>
                </a:lnTo>
                <a:moveTo>
                  <a:pt x="19" y="9459"/>
                </a:moveTo>
                <a:lnTo>
                  <a:pt x="1079" y="9459"/>
                </a:lnTo>
                <a:lnTo>
                  <a:pt x="1079" y="10465"/>
                </a:lnTo>
                <a:lnTo>
                  <a:pt x="19" y="10465"/>
                </a:lnTo>
                <a:lnTo>
                  <a:pt x="19" y="9459"/>
                </a:lnTo>
                <a:moveTo>
                  <a:pt x="19" y="10533"/>
                </a:moveTo>
                <a:lnTo>
                  <a:pt x="1079" y="10533"/>
                </a:lnTo>
                <a:lnTo>
                  <a:pt x="1079" y="11487"/>
                </a:lnTo>
                <a:lnTo>
                  <a:pt x="19" y="11487"/>
                </a:lnTo>
                <a:lnTo>
                  <a:pt x="19" y="10533"/>
                </a:lnTo>
                <a:moveTo>
                  <a:pt x="19" y="11556"/>
                </a:moveTo>
                <a:lnTo>
                  <a:pt x="1079" y="11556"/>
                </a:lnTo>
                <a:lnTo>
                  <a:pt x="1079" y="12561"/>
                </a:lnTo>
                <a:lnTo>
                  <a:pt x="19" y="12561"/>
                </a:lnTo>
                <a:lnTo>
                  <a:pt x="19" y="11556"/>
                </a:lnTo>
                <a:moveTo>
                  <a:pt x="19" y="12630"/>
                </a:moveTo>
                <a:lnTo>
                  <a:pt x="1079" y="12630"/>
                </a:lnTo>
                <a:lnTo>
                  <a:pt x="1079" y="13583"/>
                </a:lnTo>
                <a:lnTo>
                  <a:pt x="19" y="13583"/>
                </a:lnTo>
                <a:lnTo>
                  <a:pt x="19" y="12630"/>
                </a:lnTo>
                <a:moveTo>
                  <a:pt x="19" y="13651"/>
                </a:moveTo>
                <a:lnTo>
                  <a:pt x="1079" y="13651"/>
                </a:lnTo>
                <a:lnTo>
                  <a:pt x="1079" y="14657"/>
                </a:lnTo>
                <a:lnTo>
                  <a:pt x="19" y="14657"/>
                </a:lnTo>
                <a:lnTo>
                  <a:pt x="19" y="13651"/>
                </a:lnTo>
                <a:moveTo>
                  <a:pt x="19" y="14726"/>
                </a:moveTo>
                <a:lnTo>
                  <a:pt x="1079" y="14726"/>
                </a:lnTo>
                <a:lnTo>
                  <a:pt x="1079" y="15680"/>
                </a:lnTo>
                <a:lnTo>
                  <a:pt x="19" y="15680"/>
                </a:lnTo>
                <a:lnTo>
                  <a:pt x="19" y="14726"/>
                </a:lnTo>
              </a:path>
            </a:pathLst>
          </a:custGeom>
          <a:solidFill>
            <a:schemeClr val="dk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764" name="Google Shape;1764;p19"/>
          <p:cNvSpPr txBox="1">
            <a:spLocks noGrp="1"/>
          </p:cNvSpPr>
          <p:nvPr>
            <p:ph type="title"/>
          </p:nvPr>
        </p:nvSpPr>
        <p:spPr>
          <a:xfrm>
            <a:off x="713225" y="570131"/>
            <a:ext cx="3519600" cy="2106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9pPr>
          </a:lstStyle>
          <a:p>
            <a:endParaRPr/>
          </a:p>
        </p:txBody>
      </p:sp>
      <p:sp>
        <p:nvSpPr>
          <p:cNvPr id="1765" name="Google Shape;1765;p19"/>
          <p:cNvSpPr txBox="1">
            <a:spLocks noGrp="1"/>
          </p:cNvSpPr>
          <p:nvPr>
            <p:ph type="subTitle" idx="1"/>
          </p:nvPr>
        </p:nvSpPr>
        <p:spPr>
          <a:xfrm>
            <a:off x="713225" y="2676119"/>
            <a:ext cx="3519600" cy="1708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66" name="Google Shape;1766;p19"/>
          <p:cNvSpPr>
            <a:spLocks noGrp="1"/>
          </p:cNvSpPr>
          <p:nvPr>
            <p:ph type="pic" idx="2"/>
          </p:nvPr>
        </p:nvSpPr>
        <p:spPr>
          <a:xfrm>
            <a:off x="5243600" y="978163"/>
            <a:ext cx="3187200" cy="3187200"/>
          </a:xfrm>
          <a:prstGeom prst="rect">
            <a:avLst/>
          </a:prstGeom>
          <a:noFill/>
          <a:ln>
            <a:noFill/>
          </a:ln>
        </p:spPr>
        <p:txBody>
          <a:bodyPr/>
          <a:lstStyle/>
          <a:p>
            <a:endParaRPr lang="en-US"/>
          </a:p>
        </p:txBody>
      </p:sp>
      <p:grpSp>
        <p:nvGrpSpPr>
          <p:cNvPr id="1767" name="Google Shape;1767;p19"/>
          <p:cNvGrpSpPr/>
          <p:nvPr/>
        </p:nvGrpSpPr>
        <p:grpSpPr>
          <a:xfrm>
            <a:off x="-982673" y="-883654"/>
            <a:ext cx="2304042" cy="5921666"/>
            <a:chOff x="-982673" y="-883654"/>
            <a:chExt cx="2304042" cy="5921666"/>
          </a:xfrm>
        </p:grpSpPr>
        <p:grpSp>
          <p:nvGrpSpPr>
            <p:cNvPr id="1768" name="Google Shape;1768;p19"/>
            <p:cNvGrpSpPr/>
            <p:nvPr/>
          </p:nvGrpSpPr>
          <p:grpSpPr>
            <a:xfrm>
              <a:off x="-982673" y="-883654"/>
              <a:ext cx="2304042" cy="1861821"/>
              <a:chOff x="1245600" y="2050920"/>
              <a:chExt cx="1071000" cy="865440"/>
            </a:xfrm>
          </p:grpSpPr>
          <p:sp>
            <p:nvSpPr>
              <p:cNvPr id="1769" name="Google Shape;1769;p19"/>
              <p:cNvSpPr/>
              <p:nvPr/>
            </p:nvSpPr>
            <p:spPr>
              <a:xfrm>
                <a:off x="1258920" y="2534040"/>
                <a:ext cx="1041840" cy="21600"/>
              </a:xfrm>
              <a:custGeom>
                <a:avLst/>
                <a:gdLst/>
                <a:ahLst/>
                <a:cxnLst/>
                <a:rect l="l" t="t" r="r" b="b"/>
                <a:pathLst>
                  <a:path w="2894" h="60" extrusionOk="0">
                    <a:moveTo>
                      <a:pt x="2882" y="59"/>
                    </a:moveTo>
                    <a:cubicBezTo>
                      <a:pt x="2851" y="58"/>
                      <a:pt x="2821" y="58"/>
                      <a:pt x="2791" y="57"/>
                    </a:cubicBezTo>
                    <a:cubicBezTo>
                      <a:pt x="2761" y="56"/>
                      <a:pt x="2731" y="56"/>
                      <a:pt x="2701" y="55"/>
                    </a:cubicBezTo>
                    <a:cubicBezTo>
                      <a:pt x="2637" y="55"/>
                      <a:pt x="2573" y="54"/>
                      <a:pt x="2510" y="53"/>
                    </a:cubicBezTo>
                    <a:cubicBezTo>
                      <a:pt x="2388" y="51"/>
                      <a:pt x="2266" y="50"/>
                      <a:pt x="2143" y="48"/>
                    </a:cubicBezTo>
                    <a:cubicBezTo>
                      <a:pt x="2020" y="46"/>
                      <a:pt x="1896" y="44"/>
                      <a:pt x="1774" y="43"/>
                    </a:cubicBezTo>
                    <a:cubicBezTo>
                      <a:pt x="1648" y="41"/>
                      <a:pt x="1522" y="40"/>
                      <a:pt x="1397" y="38"/>
                    </a:cubicBezTo>
                    <a:cubicBezTo>
                      <a:pt x="1274" y="37"/>
                      <a:pt x="1152" y="35"/>
                      <a:pt x="1029" y="34"/>
                    </a:cubicBezTo>
                    <a:cubicBezTo>
                      <a:pt x="968" y="33"/>
                      <a:pt x="908" y="32"/>
                      <a:pt x="847" y="31"/>
                    </a:cubicBezTo>
                    <a:cubicBezTo>
                      <a:pt x="786" y="30"/>
                      <a:pt x="725" y="30"/>
                      <a:pt x="664" y="29"/>
                    </a:cubicBezTo>
                    <a:cubicBezTo>
                      <a:pt x="542" y="27"/>
                      <a:pt x="421" y="26"/>
                      <a:pt x="299" y="24"/>
                    </a:cubicBezTo>
                    <a:cubicBezTo>
                      <a:pt x="251" y="23"/>
                      <a:pt x="202" y="23"/>
                      <a:pt x="153" y="22"/>
                    </a:cubicBezTo>
                    <a:cubicBezTo>
                      <a:pt x="129" y="22"/>
                      <a:pt x="105" y="22"/>
                      <a:pt x="82" y="22"/>
                    </a:cubicBezTo>
                    <a:cubicBezTo>
                      <a:pt x="59" y="21"/>
                      <a:pt x="36" y="21"/>
                      <a:pt x="13" y="21"/>
                    </a:cubicBezTo>
                    <a:cubicBezTo>
                      <a:pt x="12" y="21"/>
                      <a:pt x="11" y="21"/>
                      <a:pt x="10" y="21"/>
                    </a:cubicBezTo>
                    <a:cubicBezTo>
                      <a:pt x="4" y="21"/>
                      <a:pt x="0" y="15"/>
                      <a:pt x="0" y="10"/>
                    </a:cubicBezTo>
                    <a:cubicBezTo>
                      <a:pt x="1" y="4"/>
                      <a:pt x="5" y="0"/>
                      <a:pt x="11" y="0"/>
                    </a:cubicBezTo>
                    <a:cubicBezTo>
                      <a:pt x="23" y="0"/>
                      <a:pt x="35" y="1"/>
                      <a:pt x="47" y="1"/>
                    </a:cubicBezTo>
                    <a:cubicBezTo>
                      <a:pt x="61" y="1"/>
                      <a:pt x="76" y="1"/>
                      <a:pt x="90" y="1"/>
                    </a:cubicBezTo>
                    <a:cubicBezTo>
                      <a:pt x="119" y="2"/>
                      <a:pt x="150" y="2"/>
                      <a:pt x="179" y="3"/>
                    </a:cubicBezTo>
                    <a:cubicBezTo>
                      <a:pt x="239" y="4"/>
                      <a:pt x="298" y="5"/>
                      <a:pt x="357" y="5"/>
                    </a:cubicBezTo>
                    <a:cubicBezTo>
                      <a:pt x="479" y="7"/>
                      <a:pt x="601" y="9"/>
                      <a:pt x="723" y="10"/>
                    </a:cubicBezTo>
                    <a:cubicBezTo>
                      <a:pt x="844" y="12"/>
                      <a:pt x="964" y="13"/>
                      <a:pt x="1084" y="15"/>
                    </a:cubicBezTo>
                    <a:cubicBezTo>
                      <a:pt x="1208" y="17"/>
                      <a:pt x="1331" y="19"/>
                      <a:pt x="1455" y="21"/>
                    </a:cubicBezTo>
                    <a:cubicBezTo>
                      <a:pt x="1579" y="23"/>
                      <a:pt x="1704" y="24"/>
                      <a:pt x="1828" y="26"/>
                    </a:cubicBezTo>
                    <a:cubicBezTo>
                      <a:pt x="1954" y="28"/>
                      <a:pt x="2079" y="30"/>
                      <a:pt x="2203" y="31"/>
                    </a:cubicBezTo>
                    <a:cubicBezTo>
                      <a:pt x="2326" y="33"/>
                      <a:pt x="2448" y="34"/>
                      <a:pt x="2569" y="36"/>
                    </a:cubicBezTo>
                    <a:cubicBezTo>
                      <a:pt x="2621" y="37"/>
                      <a:pt x="2671" y="37"/>
                      <a:pt x="2723" y="38"/>
                    </a:cubicBezTo>
                    <a:cubicBezTo>
                      <a:pt x="2771" y="38"/>
                      <a:pt x="2819" y="39"/>
                      <a:pt x="2868" y="39"/>
                    </a:cubicBezTo>
                    <a:lnTo>
                      <a:pt x="2867" y="39"/>
                    </a:lnTo>
                    <a:cubicBezTo>
                      <a:pt x="2872" y="39"/>
                      <a:pt x="2876" y="39"/>
                      <a:pt x="2881" y="39"/>
                    </a:cubicBezTo>
                    <a:cubicBezTo>
                      <a:pt x="2887" y="39"/>
                      <a:pt x="2892" y="43"/>
                      <a:pt x="2892" y="48"/>
                    </a:cubicBezTo>
                    <a:cubicBezTo>
                      <a:pt x="2893" y="54"/>
                      <a:pt x="2888" y="59"/>
                      <a:pt x="2882" y="5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0" name="Google Shape;1770;p19"/>
              <p:cNvSpPr/>
              <p:nvPr/>
            </p:nvSpPr>
            <p:spPr>
              <a:xfrm>
                <a:off x="2249280" y="2528280"/>
                <a:ext cx="67320" cy="43920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22" extrusionOk="0">
                    <a:moveTo>
                      <a:pt x="68" y="114"/>
                    </a:moveTo>
                    <a:cubicBezTo>
                      <a:pt x="67" y="109"/>
                      <a:pt x="70" y="103"/>
                      <a:pt x="75" y="101"/>
                    </a:cubicBezTo>
                    <a:cubicBezTo>
                      <a:pt x="89" y="96"/>
                      <a:pt x="103" y="92"/>
                      <a:pt x="117" y="88"/>
                    </a:cubicBezTo>
                    <a:cubicBezTo>
                      <a:pt x="124" y="86"/>
                      <a:pt x="131" y="84"/>
                      <a:pt x="139" y="81"/>
                    </a:cubicBezTo>
                    <a:cubicBezTo>
                      <a:pt x="144" y="80"/>
                      <a:pt x="149" y="78"/>
                      <a:pt x="155" y="77"/>
                    </a:cubicBezTo>
                    <a:cubicBezTo>
                      <a:pt x="137" y="70"/>
                      <a:pt x="119" y="63"/>
                      <a:pt x="102" y="57"/>
                    </a:cubicBezTo>
                    <a:cubicBezTo>
                      <a:pt x="79" y="49"/>
                      <a:pt x="58" y="42"/>
                      <a:pt x="36" y="33"/>
                    </a:cubicBezTo>
                    <a:cubicBezTo>
                      <a:pt x="31" y="31"/>
                      <a:pt x="25" y="29"/>
                      <a:pt x="19" y="26"/>
                    </a:cubicBezTo>
                    <a:cubicBezTo>
                      <a:pt x="16" y="25"/>
                      <a:pt x="12" y="24"/>
                      <a:pt x="10" y="22"/>
                    </a:cubicBezTo>
                    <a:cubicBezTo>
                      <a:pt x="5" y="19"/>
                      <a:pt x="0" y="17"/>
                      <a:pt x="0" y="11"/>
                    </a:cubicBezTo>
                    <a:cubicBezTo>
                      <a:pt x="0" y="5"/>
                      <a:pt x="4" y="0"/>
                      <a:pt x="10" y="0"/>
                    </a:cubicBezTo>
                    <a:cubicBezTo>
                      <a:pt x="12" y="0"/>
                      <a:pt x="15" y="1"/>
                      <a:pt x="17" y="3"/>
                    </a:cubicBezTo>
                    <a:lnTo>
                      <a:pt x="18" y="3"/>
                    </a:lnTo>
                    <a:cubicBezTo>
                      <a:pt x="21" y="5"/>
                      <a:pt x="25" y="7"/>
                      <a:pt x="28" y="8"/>
                    </a:cubicBezTo>
                    <a:cubicBezTo>
                      <a:pt x="32" y="10"/>
                      <a:pt x="36" y="11"/>
                      <a:pt x="39" y="13"/>
                    </a:cubicBezTo>
                    <a:cubicBezTo>
                      <a:pt x="60" y="21"/>
                      <a:pt x="81" y="29"/>
                      <a:pt x="102" y="36"/>
                    </a:cubicBezTo>
                    <a:cubicBezTo>
                      <a:pt x="122" y="44"/>
                      <a:pt x="142" y="51"/>
                      <a:pt x="163" y="58"/>
                    </a:cubicBezTo>
                    <a:cubicBezTo>
                      <a:pt x="168" y="60"/>
                      <a:pt x="173" y="61"/>
                      <a:pt x="178" y="64"/>
                    </a:cubicBezTo>
                    <a:cubicBezTo>
                      <a:pt x="182" y="66"/>
                      <a:pt x="185" y="70"/>
                      <a:pt x="185" y="75"/>
                    </a:cubicBezTo>
                    <a:cubicBezTo>
                      <a:pt x="186" y="80"/>
                      <a:pt x="183" y="84"/>
                      <a:pt x="180" y="87"/>
                    </a:cubicBezTo>
                    <a:cubicBezTo>
                      <a:pt x="176" y="91"/>
                      <a:pt x="170" y="93"/>
                      <a:pt x="164" y="95"/>
                    </a:cubicBezTo>
                    <a:cubicBezTo>
                      <a:pt x="162" y="96"/>
                      <a:pt x="159" y="96"/>
                      <a:pt x="156" y="98"/>
                    </a:cubicBezTo>
                    <a:cubicBezTo>
                      <a:pt x="152" y="99"/>
                      <a:pt x="146" y="100"/>
                      <a:pt x="142" y="102"/>
                    </a:cubicBezTo>
                    <a:cubicBezTo>
                      <a:pt x="121" y="107"/>
                      <a:pt x="101" y="113"/>
                      <a:pt x="82" y="120"/>
                    </a:cubicBezTo>
                    <a:cubicBezTo>
                      <a:pt x="81" y="121"/>
                      <a:pt x="79" y="121"/>
                      <a:pt x="78" y="121"/>
                    </a:cubicBezTo>
                    <a:cubicBezTo>
                      <a:pt x="74" y="121"/>
                      <a:pt x="70" y="118"/>
                      <a:pt x="68" y="1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1" name="Google Shape;1771;p19"/>
              <p:cNvSpPr/>
              <p:nvPr/>
            </p:nvSpPr>
            <p:spPr>
              <a:xfrm>
                <a:off x="1593720" y="2059920"/>
                <a:ext cx="19080" cy="856440"/>
              </a:xfrm>
              <a:custGeom>
                <a:avLst/>
                <a:gdLst/>
                <a:ahLst/>
                <a:cxnLst/>
                <a:rect l="l" t="t" r="r" b="b"/>
                <a:pathLst>
                  <a:path w="53" h="2379" extrusionOk="0">
                    <a:moveTo>
                      <a:pt x="30" y="2368"/>
                    </a:moveTo>
                    <a:cubicBezTo>
                      <a:pt x="30" y="2364"/>
                      <a:pt x="30" y="2360"/>
                      <a:pt x="30" y="2356"/>
                    </a:cubicBezTo>
                    <a:cubicBezTo>
                      <a:pt x="30" y="2357"/>
                      <a:pt x="30" y="2357"/>
                      <a:pt x="30" y="2358"/>
                    </a:cubicBezTo>
                    <a:cubicBezTo>
                      <a:pt x="30" y="2346"/>
                      <a:pt x="28" y="2335"/>
                      <a:pt x="27" y="2324"/>
                    </a:cubicBezTo>
                    <a:cubicBezTo>
                      <a:pt x="26" y="2313"/>
                      <a:pt x="25" y="2302"/>
                      <a:pt x="24" y="2290"/>
                    </a:cubicBezTo>
                    <a:cubicBezTo>
                      <a:pt x="24" y="2285"/>
                      <a:pt x="24" y="2279"/>
                      <a:pt x="24" y="2273"/>
                    </a:cubicBezTo>
                    <a:cubicBezTo>
                      <a:pt x="23" y="2267"/>
                      <a:pt x="23" y="2261"/>
                      <a:pt x="23" y="2256"/>
                    </a:cubicBezTo>
                    <a:cubicBezTo>
                      <a:pt x="23" y="2243"/>
                      <a:pt x="23" y="2232"/>
                      <a:pt x="22" y="2219"/>
                    </a:cubicBezTo>
                    <a:cubicBezTo>
                      <a:pt x="21" y="2194"/>
                      <a:pt x="20" y="2170"/>
                      <a:pt x="20" y="2145"/>
                    </a:cubicBezTo>
                    <a:cubicBezTo>
                      <a:pt x="20" y="2132"/>
                      <a:pt x="20" y="2119"/>
                      <a:pt x="20" y="2106"/>
                    </a:cubicBezTo>
                    <a:cubicBezTo>
                      <a:pt x="20" y="2093"/>
                      <a:pt x="20" y="2080"/>
                      <a:pt x="20" y="2067"/>
                    </a:cubicBezTo>
                    <a:cubicBezTo>
                      <a:pt x="20" y="2048"/>
                      <a:pt x="21" y="2029"/>
                      <a:pt x="21" y="2010"/>
                    </a:cubicBezTo>
                    <a:cubicBezTo>
                      <a:pt x="21" y="1992"/>
                      <a:pt x="21" y="1974"/>
                      <a:pt x="21" y="1956"/>
                    </a:cubicBezTo>
                    <a:cubicBezTo>
                      <a:pt x="21" y="1957"/>
                      <a:pt x="21" y="1957"/>
                      <a:pt x="21" y="1957"/>
                    </a:cubicBezTo>
                    <a:cubicBezTo>
                      <a:pt x="21" y="1949"/>
                      <a:pt x="21" y="1939"/>
                      <a:pt x="21" y="1930"/>
                    </a:cubicBezTo>
                    <a:cubicBezTo>
                      <a:pt x="20" y="1921"/>
                      <a:pt x="20" y="1911"/>
                      <a:pt x="20" y="1901"/>
                    </a:cubicBezTo>
                    <a:lnTo>
                      <a:pt x="20" y="1902"/>
                    </a:lnTo>
                    <a:cubicBezTo>
                      <a:pt x="20" y="1901"/>
                      <a:pt x="20" y="1900"/>
                      <a:pt x="20" y="1899"/>
                    </a:cubicBezTo>
                    <a:lnTo>
                      <a:pt x="20" y="1900"/>
                    </a:lnTo>
                    <a:cubicBezTo>
                      <a:pt x="20" y="1869"/>
                      <a:pt x="20" y="1838"/>
                      <a:pt x="20" y="1807"/>
                    </a:cubicBezTo>
                    <a:cubicBezTo>
                      <a:pt x="19" y="1777"/>
                      <a:pt x="20" y="1746"/>
                      <a:pt x="20" y="1716"/>
                    </a:cubicBezTo>
                    <a:cubicBezTo>
                      <a:pt x="19" y="1665"/>
                      <a:pt x="18" y="1613"/>
                      <a:pt x="18" y="1562"/>
                    </a:cubicBezTo>
                    <a:cubicBezTo>
                      <a:pt x="18" y="1551"/>
                      <a:pt x="18" y="1539"/>
                      <a:pt x="19" y="1527"/>
                    </a:cubicBezTo>
                    <a:cubicBezTo>
                      <a:pt x="19" y="1513"/>
                      <a:pt x="19" y="1499"/>
                      <a:pt x="19" y="1485"/>
                    </a:cubicBezTo>
                    <a:cubicBezTo>
                      <a:pt x="19" y="1460"/>
                      <a:pt x="20" y="1436"/>
                      <a:pt x="20" y="1412"/>
                    </a:cubicBezTo>
                    <a:cubicBezTo>
                      <a:pt x="20" y="1385"/>
                      <a:pt x="20" y="1358"/>
                      <a:pt x="20" y="1332"/>
                    </a:cubicBezTo>
                    <a:cubicBezTo>
                      <a:pt x="20" y="1307"/>
                      <a:pt x="21" y="1283"/>
                      <a:pt x="22" y="1259"/>
                    </a:cubicBezTo>
                    <a:cubicBezTo>
                      <a:pt x="23" y="1232"/>
                      <a:pt x="24" y="1206"/>
                      <a:pt x="24" y="1179"/>
                    </a:cubicBezTo>
                    <a:cubicBezTo>
                      <a:pt x="24" y="1155"/>
                      <a:pt x="24" y="1130"/>
                      <a:pt x="24" y="1105"/>
                    </a:cubicBezTo>
                    <a:cubicBezTo>
                      <a:pt x="24" y="1094"/>
                      <a:pt x="24" y="1082"/>
                      <a:pt x="24" y="1069"/>
                    </a:cubicBezTo>
                    <a:cubicBezTo>
                      <a:pt x="24" y="1070"/>
                      <a:pt x="24" y="1071"/>
                      <a:pt x="24" y="1071"/>
                    </a:cubicBezTo>
                    <a:cubicBezTo>
                      <a:pt x="24" y="1046"/>
                      <a:pt x="23" y="1022"/>
                      <a:pt x="22" y="997"/>
                    </a:cubicBezTo>
                    <a:cubicBezTo>
                      <a:pt x="21" y="970"/>
                      <a:pt x="20" y="942"/>
                      <a:pt x="19" y="915"/>
                    </a:cubicBezTo>
                    <a:cubicBezTo>
                      <a:pt x="18" y="891"/>
                      <a:pt x="18" y="867"/>
                      <a:pt x="17" y="843"/>
                    </a:cubicBezTo>
                    <a:cubicBezTo>
                      <a:pt x="17" y="817"/>
                      <a:pt x="16" y="790"/>
                      <a:pt x="16" y="764"/>
                    </a:cubicBezTo>
                    <a:cubicBezTo>
                      <a:pt x="13" y="712"/>
                      <a:pt x="10" y="661"/>
                      <a:pt x="7" y="609"/>
                    </a:cubicBezTo>
                    <a:cubicBezTo>
                      <a:pt x="5" y="584"/>
                      <a:pt x="3" y="558"/>
                      <a:pt x="2" y="533"/>
                    </a:cubicBezTo>
                    <a:cubicBezTo>
                      <a:pt x="2" y="521"/>
                      <a:pt x="1" y="509"/>
                      <a:pt x="0" y="497"/>
                    </a:cubicBezTo>
                    <a:cubicBezTo>
                      <a:pt x="0" y="484"/>
                      <a:pt x="0" y="472"/>
                      <a:pt x="0" y="459"/>
                    </a:cubicBezTo>
                    <a:cubicBezTo>
                      <a:pt x="0" y="434"/>
                      <a:pt x="1" y="409"/>
                      <a:pt x="2" y="384"/>
                    </a:cubicBezTo>
                    <a:cubicBezTo>
                      <a:pt x="3" y="360"/>
                      <a:pt x="3" y="335"/>
                      <a:pt x="5" y="311"/>
                    </a:cubicBezTo>
                    <a:cubicBezTo>
                      <a:pt x="6" y="285"/>
                      <a:pt x="7" y="260"/>
                      <a:pt x="9" y="234"/>
                    </a:cubicBezTo>
                    <a:cubicBezTo>
                      <a:pt x="9" y="209"/>
                      <a:pt x="10" y="183"/>
                      <a:pt x="10" y="158"/>
                    </a:cubicBezTo>
                    <a:cubicBezTo>
                      <a:pt x="10" y="145"/>
                      <a:pt x="10" y="132"/>
                      <a:pt x="10" y="119"/>
                    </a:cubicBezTo>
                    <a:cubicBezTo>
                      <a:pt x="10" y="120"/>
                      <a:pt x="10" y="120"/>
                      <a:pt x="10" y="120"/>
                    </a:cubicBezTo>
                    <a:cubicBezTo>
                      <a:pt x="10" y="119"/>
                      <a:pt x="10" y="117"/>
                      <a:pt x="10" y="116"/>
                    </a:cubicBezTo>
                    <a:lnTo>
                      <a:pt x="10" y="117"/>
                    </a:lnTo>
                    <a:cubicBezTo>
                      <a:pt x="10" y="112"/>
                      <a:pt x="10" y="106"/>
                      <a:pt x="10" y="100"/>
                    </a:cubicBezTo>
                    <a:cubicBezTo>
                      <a:pt x="10" y="101"/>
                      <a:pt x="10" y="102"/>
                      <a:pt x="10" y="102"/>
                    </a:cubicBezTo>
                    <a:cubicBezTo>
                      <a:pt x="10" y="88"/>
                      <a:pt x="10" y="73"/>
                      <a:pt x="10" y="59"/>
                    </a:cubicBezTo>
                    <a:cubicBezTo>
                      <a:pt x="10" y="43"/>
                      <a:pt x="11" y="26"/>
                      <a:pt x="12" y="10"/>
                    </a:cubicBezTo>
                    <a:cubicBezTo>
                      <a:pt x="12" y="4"/>
                      <a:pt x="17" y="0"/>
                      <a:pt x="23" y="0"/>
                    </a:cubicBezTo>
                    <a:cubicBezTo>
                      <a:pt x="28" y="0"/>
                      <a:pt x="33" y="5"/>
                      <a:pt x="32" y="11"/>
                    </a:cubicBezTo>
                    <a:cubicBezTo>
                      <a:pt x="32" y="26"/>
                      <a:pt x="31" y="42"/>
                      <a:pt x="31" y="57"/>
                    </a:cubicBezTo>
                    <a:cubicBezTo>
                      <a:pt x="30" y="71"/>
                      <a:pt x="30" y="86"/>
                      <a:pt x="30" y="100"/>
                    </a:cubicBezTo>
                    <a:cubicBezTo>
                      <a:pt x="30" y="125"/>
                      <a:pt x="30" y="150"/>
                      <a:pt x="29" y="175"/>
                    </a:cubicBezTo>
                    <a:cubicBezTo>
                      <a:pt x="29" y="187"/>
                      <a:pt x="28" y="198"/>
                      <a:pt x="28" y="209"/>
                    </a:cubicBezTo>
                    <a:cubicBezTo>
                      <a:pt x="27" y="222"/>
                      <a:pt x="27" y="235"/>
                      <a:pt x="27" y="248"/>
                    </a:cubicBezTo>
                    <a:cubicBezTo>
                      <a:pt x="25" y="274"/>
                      <a:pt x="24" y="299"/>
                      <a:pt x="23" y="325"/>
                    </a:cubicBezTo>
                    <a:cubicBezTo>
                      <a:pt x="20" y="375"/>
                      <a:pt x="19" y="426"/>
                      <a:pt x="19" y="476"/>
                    </a:cubicBezTo>
                    <a:cubicBezTo>
                      <a:pt x="19" y="475"/>
                      <a:pt x="19" y="475"/>
                      <a:pt x="19" y="475"/>
                    </a:cubicBezTo>
                    <a:cubicBezTo>
                      <a:pt x="19" y="486"/>
                      <a:pt x="19" y="497"/>
                      <a:pt x="20" y="509"/>
                    </a:cubicBezTo>
                    <a:cubicBezTo>
                      <a:pt x="20" y="522"/>
                      <a:pt x="21" y="536"/>
                      <a:pt x="22" y="549"/>
                    </a:cubicBezTo>
                    <a:cubicBezTo>
                      <a:pt x="23" y="575"/>
                      <a:pt x="25" y="602"/>
                      <a:pt x="27" y="628"/>
                    </a:cubicBezTo>
                    <a:cubicBezTo>
                      <a:pt x="28" y="653"/>
                      <a:pt x="30" y="679"/>
                      <a:pt x="31" y="704"/>
                    </a:cubicBezTo>
                    <a:cubicBezTo>
                      <a:pt x="32" y="728"/>
                      <a:pt x="33" y="752"/>
                      <a:pt x="34" y="776"/>
                    </a:cubicBezTo>
                    <a:cubicBezTo>
                      <a:pt x="35" y="801"/>
                      <a:pt x="35" y="827"/>
                      <a:pt x="35" y="853"/>
                    </a:cubicBezTo>
                    <a:cubicBezTo>
                      <a:pt x="36" y="879"/>
                      <a:pt x="36" y="906"/>
                      <a:pt x="37" y="934"/>
                    </a:cubicBezTo>
                    <a:cubicBezTo>
                      <a:pt x="38" y="957"/>
                      <a:pt x="39" y="981"/>
                      <a:pt x="40" y="1006"/>
                    </a:cubicBezTo>
                    <a:cubicBezTo>
                      <a:pt x="41" y="1032"/>
                      <a:pt x="42" y="1058"/>
                      <a:pt x="42" y="1085"/>
                    </a:cubicBezTo>
                    <a:cubicBezTo>
                      <a:pt x="42" y="1092"/>
                      <a:pt x="42" y="1099"/>
                      <a:pt x="42" y="1106"/>
                    </a:cubicBezTo>
                    <a:cubicBezTo>
                      <a:pt x="42" y="1105"/>
                      <a:pt x="42" y="1105"/>
                      <a:pt x="42" y="1105"/>
                    </a:cubicBezTo>
                    <a:cubicBezTo>
                      <a:pt x="42" y="1156"/>
                      <a:pt x="41" y="1207"/>
                      <a:pt x="40" y="1258"/>
                    </a:cubicBezTo>
                    <a:cubicBezTo>
                      <a:pt x="39" y="1282"/>
                      <a:pt x="38" y="1307"/>
                      <a:pt x="38" y="1332"/>
                    </a:cubicBezTo>
                    <a:cubicBezTo>
                      <a:pt x="38" y="1359"/>
                      <a:pt x="38" y="1386"/>
                      <a:pt x="38" y="1413"/>
                    </a:cubicBezTo>
                    <a:cubicBezTo>
                      <a:pt x="38" y="1443"/>
                      <a:pt x="38" y="1473"/>
                      <a:pt x="37" y="1503"/>
                    </a:cubicBezTo>
                    <a:cubicBezTo>
                      <a:pt x="37" y="1517"/>
                      <a:pt x="37" y="1531"/>
                      <a:pt x="37" y="1545"/>
                    </a:cubicBezTo>
                    <a:cubicBezTo>
                      <a:pt x="36" y="1560"/>
                      <a:pt x="36" y="1577"/>
                      <a:pt x="36" y="1593"/>
                    </a:cubicBezTo>
                    <a:cubicBezTo>
                      <a:pt x="36" y="1592"/>
                      <a:pt x="36" y="1592"/>
                      <a:pt x="36" y="1591"/>
                    </a:cubicBezTo>
                    <a:cubicBezTo>
                      <a:pt x="37" y="1633"/>
                      <a:pt x="37" y="1674"/>
                      <a:pt x="38" y="1715"/>
                    </a:cubicBezTo>
                    <a:cubicBezTo>
                      <a:pt x="38" y="1736"/>
                      <a:pt x="38" y="1757"/>
                      <a:pt x="38" y="1778"/>
                    </a:cubicBezTo>
                    <a:cubicBezTo>
                      <a:pt x="38" y="1798"/>
                      <a:pt x="38" y="1818"/>
                      <a:pt x="38" y="1838"/>
                    </a:cubicBezTo>
                    <a:lnTo>
                      <a:pt x="38" y="1837"/>
                    </a:lnTo>
                    <a:cubicBezTo>
                      <a:pt x="38" y="1868"/>
                      <a:pt x="39" y="1899"/>
                      <a:pt x="39" y="1930"/>
                    </a:cubicBezTo>
                    <a:cubicBezTo>
                      <a:pt x="39" y="1929"/>
                      <a:pt x="39" y="1929"/>
                      <a:pt x="39" y="1929"/>
                    </a:cubicBezTo>
                    <a:cubicBezTo>
                      <a:pt x="39" y="1938"/>
                      <a:pt x="39" y="1948"/>
                      <a:pt x="39" y="1958"/>
                    </a:cubicBezTo>
                    <a:cubicBezTo>
                      <a:pt x="39" y="1957"/>
                      <a:pt x="39" y="1957"/>
                      <a:pt x="39" y="1957"/>
                    </a:cubicBezTo>
                    <a:cubicBezTo>
                      <a:pt x="39" y="1958"/>
                      <a:pt x="39" y="1959"/>
                      <a:pt x="39" y="1960"/>
                    </a:cubicBezTo>
                    <a:cubicBezTo>
                      <a:pt x="39" y="1960"/>
                      <a:pt x="39" y="1959"/>
                      <a:pt x="39" y="1958"/>
                    </a:cubicBezTo>
                    <a:cubicBezTo>
                      <a:pt x="39" y="1965"/>
                      <a:pt x="39" y="1972"/>
                      <a:pt x="39" y="1979"/>
                    </a:cubicBezTo>
                    <a:cubicBezTo>
                      <a:pt x="39" y="1978"/>
                      <a:pt x="39" y="1978"/>
                      <a:pt x="39" y="1978"/>
                    </a:cubicBezTo>
                    <a:cubicBezTo>
                      <a:pt x="39" y="1979"/>
                      <a:pt x="39" y="1981"/>
                      <a:pt x="39" y="1983"/>
                    </a:cubicBezTo>
                    <a:lnTo>
                      <a:pt x="39" y="1982"/>
                    </a:lnTo>
                    <a:cubicBezTo>
                      <a:pt x="39" y="2014"/>
                      <a:pt x="39" y="2045"/>
                      <a:pt x="39" y="2077"/>
                    </a:cubicBezTo>
                    <a:cubicBezTo>
                      <a:pt x="39" y="2090"/>
                      <a:pt x="39" y="2104"/>
                      <a:pt x="39" y="2117"/>
                    </a:cubicBezTo>
                    <a:cubicBezTo>
                      <a:pt x="39" y="2116"/>
                      <a:pt x="39" y="2116"/>
                      <a:pt x="39" y="2116"/>
                    </a:cubicBezTo>
                    <a:cubicBezTo>
                      <a:pt x="39" y="2121"/>
                      <a:pt x="39" y="2126"/>
                      <a:pt x="39" y="2131"/>
                    </a:cubicBezTo>
                    <a:cubicBezTo>
                      <a:pt x="39" y="2131"/>
                      <a:pt x="39" y="2132"/>
                      <a:pt x="39" y="2133"/>
                    </a:cubicBezTo>
                    <a:cubicBezTo>
                      <a:pt x="39" y="2132"/>
                      <a:pt x="39" y="2132"/>
                      <a:pt x="39" y="2131"/>
                    </a:cubicBezTo>
                    <a:cubicBezTo>
                      <a:pt x="39" y="2152"/>
                      <a:pt x="41" y="2173"/>
                      <a:pt x="41" y="2194"/>
                    </a:cubicBezTo>
                    <a:cubicBezTo>
                      <a:pt x="42" y="2204"/>
                      <a:pt x="42" y="2215"/>
                      <a:pt x="43" y="2226"/>
                    </a:cubicBezTo>
                    <a:cubicBezTo>
                      <a:pt x="44" y="2236"/>
                      <a:pt x="44" y="2246"/>
                      <a:pt x="44" y="2256"/>
                    </a:cubicBezTo>
                    <a:cubicBezTo>
                      <a:pt x="44" y="2265"/>
                      <a:pt x="44" y="2275"/>
                      <a:pt x="45" y="2284"/>
                    </a:cubicBezTo>
                    <a:cubicBezTo>
                      <a:pt x="45" y="2293"/>
                      <a:pt x="46" y="2303"/>
                      <a:pt x="48" y="2313"/>
                    </a:cubicBezTo>
                    <a:cubicBezTo>
                      <a:pt x="49" y="2323"/>
                      <a:pt x="50" y="2332"/>
                      <a:pt x="51" y="2343"/>
                    </a:cubicBezTo>
                    <a:cubicBezTo>
                      <a:pt x="51" y="2351"/>
                      <a:pt x="52" y="2359"/>
                      <a:pt x="51" y="2368"/>
                    </a:cubicBezTo>
                    <a:cubicBezTo>
                      <a:pt x="51" y="2373"/>
                      <a:pt x="46" y="2377"/>
                      <a:pt x="41" y="2378"/>
                    </a:cubicBezTo>
                    <a:cubicBezTo>
                      <a:pt x="35" y="2378"/>
                      <a:pt x="30" y="2374"/>
                      <a:pt x="30" y="236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2" name="Google Shape;1772;p19"/>
              <p:cNvSpPr/>
              <p:nvPr/>
            </p:nvSpPr>
            <p:spPr>
              <a:xfrm>
                <a:off x="1582920" y="2050920"/>
                <a:ext cx="42120" cy="7524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209" extrusionOk="0">
                    <a:moveTo>
                      <a:pt x="100" y="206"/>
                    </a:moveTo>
                    <a:cubicBezTo>
                      <a:pt x="97" y="205"/>
                      <a:pt x="96" y="202"/>
                      <a:pt x="95" y="199"/>
                    </a:cubicBezTo>
                    <a:cubicBezTo>
                      <a:pt x="92" y="188"/>
                      <a:pt x="90" y="177"/>
                      <a:pt x="88" y="166"/>
                    </a:cubicBezTo>
                    <a:cubicBezTo>
                      <a:pt x="86" y="157"/>
                      <a:pt x="85" y="148"/>
                      <a:pt x="83" y="139"/>
                    </a:cubicBezTo>
                    <a:cubicBezTo>
                      <a:pt x="81" y="128"/>
                      <a:pt x="79" y="117"/>
                      <a:pt x="77" y="106"/>
                    </a:cubicBezTo>
                    <a:cubicBezTo>
                      <a:pt x="76" y="102"/>
                      <a:pt x="75" y="99"/>
                      <a:pt x="74" y="95"/>
                    </a:cubicBezTo>
                    <a:cubicBezTo>
                      <a:pt x="73" y="89"/>
                      <a:pt x="72" y="84"/>
                      <a:pt x="71" y="79"/>
                    </a:cubicBezTo>
                    <a:cubicBezTo>
                      <a:pt x="69" y="72"/>
                      <a:pt x="67" y="65"/>
                      <a:pt x="65" y="59"/>
                    </a:cubicBezTo>
                    <a:cubicBezTo>
                      <a:pt x="63" y="52"/>
                      <a:pt x="61" y="45"/>
                      <a:pt x="58" y="38"/>
                    </a:cubicBezTo>
                    <a:cubicBezTo>
                      <a:pt x="54" y="56"/>
                      <a:pt x="50" y="74"/>
                      <a:pt x="46" y="91"/>
                    </a:cubicBezTo>
                    <a:cubicBezTo>
                      <a:pt x="43" y="100"/>
                      <a:pt x="40" y="110"/>
                      <a:pt x="38" y="120"/>
                    </a:cubicBezTo>
                    <a:cubicBezTo>
                      <a:pt x="36" y="125"/>
                      <a:pt x="35" y="132"/>
                      <a:pt x="33" y="138"/>
                    </a:cubicBezTo>
                    <a:cubicBezTo>
                      <a:pt x="31" y="144"/>
                      <a:pt x="29" y="149"/>
                      <a:pt x="27" y="155"/>
                    </a:cubicBezTo>
                    <a:cubicBezTo>
                      <a:pt x="25" y="161"/>
                      <a:pt x="22" y="167"/>
                      <a:pt x="19" y="173"/>
                    </a:cubicBezTo>
                    <a:cubicBezTo>
                      <a:pt x="16" y="177"/>
                      <a:pt x="11" y="178"/>
                      <a:pt x="7" y="177"/>
                    </a:cubicBezTo>
                    <a:cubicBezTo>
                      <a:pt x="2" y="176"/>
                      <a:pt x="0" y="171"/>
                      <a:pt x="0" y="167"/>
                    </a:cubicBezTo>
                    <a:cubicBezTo>
                      <a:pt x="0" y="162"/>
                      <a:pt x="1" y="158"/>
                      <a:pt x="2" y="154"/>
                    </a:cubicBezTo>
                    <a:cubicBezTo>
                      <a:pt x="3" y="152"/>
                      <a:pt x="4" y="149"/>
                      <a:pt x="4" y="146"/>
                    </a:cubicBezTo>
                    <a:cubicBezTo>
                      <a:pt x="5" y="141"/>
                      <a:pt x="7" y="136"/>
                      <a:pt x="7" y="131"/>
                    </a:cubicBezTo>
                    <a:cubicBezTo>
                      <a:pt x="9" y="120"/>
                      <a:pt x="12" y="108"/>
                      <a:pt x="14" y="97"/>
                    </a:cubicBezTo>
                    <a:cubicBezTo>
                      <a:pt x="16" y="87"/>
                      <a:pt x="18" y="77"/>
                      <a:pt x="21" y="67"/>
                    </a:cubicBezTo>
                    <a:cubicBezTo>
                      <a:pt x="23" y="56"/>
                      <a:pt x="26" y="44"/>
                      <a:pt x="29" y="33"/>
                    </a:cubicBezTo>
                    <a:cubicBezTo>
                      <a:pt x="31" y="25"/>
                      <a:pt x="33" y="18"/>
                      <a:pt x="37" y="11"/>
                    </a:cubicBezTo>
                    <a:cubicBezTo>
                      <a:pt x="40" y="6"/>
                      <a:pt x="44" y="0"/>
                      <a:pt x="50" y="0"/>
                    </a:cubicBezTo>
                    <a:cubicBezTo>
                      <a:pt x="54" y="0"/>
                      <a:pt x="58" y="3"/>
                      <a:pt x="60" y="7"/>
                    </a:cubicBezTo>
                    <a:cubicBezTo>
                      <a:pt x="64" y="8"/>
                      <a:pt x="68" y="12"/>
                      <a:pt x="70" y="15"/>
                    </a:cubicBezTo>
                    <a:cubicBezTo>
                      <a:pt x="74" y="21"/>
                      <a:pt x="76" y="28"/>
                      <a:pt x="78" y="34"/>
                    </a:cubicBezTo>
                    <a:cubicBezTo>
                      <a:pt x="82" y="43"/>
                      <a:pt x="84" y="53"/>
                      <a:pt x="86" y="62"/>
                    </a:cubicBezTo>
                    <a:cubicBezTo>
                      <a:pt x="88" y="67"/>
                      <a:pt x="89" y="72"/>
                      <a:pt x="90" y="77"/>
                    </a:cubicBezTo>
                    <a:cubicBezTo>
                      <a:pt x="92" y="86"/>
                      <a:pt x="95" y="95"/>
                      <a:pt x="96" y="105"/>
                    </a:cubicBezTo>
                    <a:cubicBezTo>
                      <a:pt x="99" y="115"/>
                      <a:pt x="100" y="125"/>
                      <a:pt x="102" y="136"/>
                    </a:cubicBezTo>
                    <a:cubicBezTo>
                      <a:pt x="105" y="153"/>
                      <a:pt x="109" y="171"/>
                      <a:pt x="113" y="189"/>
                    </a:cubicBezTo>
                    <a:cubicBezTo>
                      <a:pt x="114" y="191"/>
                      <a:pt x="114" y="192"/>
                      <a:pt x="114" y="194"/>
                    </a:cubicBezTo>
                    <a:cubicBezTo>
                      <a:pt x="116" y="199"/>
                      <a:pt x="114" y="205"/>
                      <a:pt x="109" y="207"/>
                    </a:cubicBezTo>
                    <a:cubicBezTo>
                      <a:pt x="107" y="208"/>
                      <a:pt x="106" y="208"/>
                      <a:pt x="105" y="208"/>
                    </a:cubicBezTo>
                    <a:cubicBezTo>
                      <a:pt x="103" y="208"/>
                      <a:pt x="102" y="207"/>
                      <a:pt x="100" y="20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3" name="Google Shape;1773;p19"/>
              <p:cNvSpPr/>
              <p:nvPr/>
            </p:nvSpPr>
            <p:spPr>
              <a:xfrm>
                <a:off x="1249200" y="2260080"/>
                <a:ext cx="753840" cy="263520"/>
              </a:xfrm>
              <a:custGeom>
                <a:avLst/>
                <a:gdLst/>
                <a:ahLst/>
                <a:cxnLst/>
                <a:rect l="l" t="t" r="r" b="b"/>
                <a:pathLst>
                  <a:path w="2094" h="732" extrusionOk="0">
                    <a:moveTo>
                      <a:pt x="2074" y="728"/>
                    </a:moveTo>
                    <a:cubicBezTo>
                      <a:pt x="2062" y="716"/>
                      <a:pt x="2050" y="704"/>
                      <a:pt x="2038" y="691"/>
                    </a:cubicBezTo>
                    <a:cubicBezTo>
                      <a:pt x="2032" y="685"/>
                      <a:pt x="2026" y="679"/>
                      <a:pt x="2020" y="673"/>
                    </a:cubicBezTo>
                    <a:cubicBezTo>
                      <a:pt x="2014" y="666"/>
                      <a:pt x="2008" y="659"/>
                      <a:pt x="2002" y="653"/>
                    </a:cubicBezTo>
                    <a:cubicBezTo>
                      <a:pt x="1989" y="639"/>
                      <a:pt x="1974" y="627"/>
                      <a:pt x="1960" y="614"/>
                    </a:cubicBezTo>
                    <a:cubicBezTo>
                      <a:pt x="1953" y="608"/>
                      <a:pt x="1946" y="601"/>
                      <a:pt x="1940" y="595"/>
                    </a:cubicBezTo>
                    <a:cubicBezTo>
                      <a:pt x="1932" y="588"/>
                      <a:pt x="1925" y="580"/>
                      <a:pt x="1918" y="572"/>
                    </a:cubicBezTo>
                    <a:cubicBezTo>
                      <a:pt x="1906" y="558"/>
                      <a:pt x="1894" y="544"/>
                      <a:pt x="1881" y="530"/>
                    </a:cubicBezTo>
                    <a:cubicBezTo>
                      <a:pt x="1868" y="516"/>
                      <a:pt x="1854" y="502"/>
                      <a:pt x="1841" y="488"/>
                    </a:cubicBezTo>
                    <a:lnTo>
                      <a:pt x="1841" y="489"/>
                    </a:lnTo>
                    <a:cubicBezTo>
                      <a:pt x="1828" y="476"/>
                      <a:pt x="1815" y="463"/>
                      <a:pt x="1801" y="450"/>
                    </a:cubicBezTo>
                    <a:cubicBezTo>
                      <a:pt x="1786" y="436"/>
                      <a:pt x="1773" y="421"/>
                      <a:pt x="1759" y="406"/>
                    </a:cubicBezTo>
                    <a:cubicBezTo>
                      <a:pt x="1746" y="393"/>
                      <a:pt x="1732" y="379"/>
                      <a:pt x="1719" y="366"/>
                    </a:cubicBezTo>
                    <a:cubicBezTo>
                      <a:pt x="1706" y="352"/>
                      <a:pt x="1692" y="337"/>
                      <a:pt x="1679" y="323"/>
                    </a:cubicBezTo>
                    <a:cubicBezTo>
                      <a:pt x="1665" y="310"/>
                      <a:pt x="1651" y="297"/>
                      <a:pt x="1638" y="284"/>
                    </a:cubicBezTo>
                    <a:cubicBezTo>
                      <a:pt x="1625" y="272"/>
                      <a:pt x="1612" y="260"/>
                      <a:pt x="1598" y="248"/>
                    </a:cubicBezTo>
                    <a:cubicBezTo>
                      <a:pt x="1585" y="236"/>
                      <a:pt x="1572" y="223"/>
                      <a:pt x="1558" y="210"/>
                    </a:cubicBezTo>
                    <a:cubicBezTo>
                      <a:pt x="1552" y="204"/>
                      <a:pt x="1546" y="198"/>
                      <a:pt x="1539" y="192"/>
                    </a:cubicBezTo>
                    <a:cubicBezTo>
                      <a:pt x="1532" y="186"/>
                      <a:pt x="1525" y="180"/>
                      <a:pt x="1517" y="174"/>
                    </a:cubicBezTo>
                    <a:cubicBezTo>
                      <a:pt x="1511" y="169"/>
                      <a:pt x="1505" y="165"/>
                      <a:pt x="1498" y="160"/>
                    </a:cubicBezTo>
                    <a:cubicBezTo>
                      <a:pt x="1495" y="158"/>
                      <a:pt x="1491" y="155"/>
                      <a:pt x="1487" y="153"/>
                    </a:cubicBezTo>
                    <a:cubicBezTo>
                      <a:pt x="1484" y="151"/>
                      <a:pt x="1479" y="149"/>
                      <a:pt x="1476" y="146"/>
                    </a:cubicBezTo>
                    <a:cubicBezTo>
                      <a:pt x="1450" y="132"/>
                      <a:pt x="1424" y="119"/>
                      <a:pt x="1396" y="107"/>
                    </a:cubicBezTo>
                    <a:cubicBezTo>
                      <a:pt x="1386" y="103"/>
                      <a:pt x="1375" y="100"/>
                      <a:pt x="1365" y="96"/>
                    </a:cubicBezTo>
                    <a:cubicBezTo>
                      <a:pt x="1355" y="93"/>
                      <a:pt x="1345" y="89"/>
                      <a:pt x="1335" y="86"/>
                    </a:cubicBezTo>
                    <a:cubicBezTo>
                      <a:pt x="1314" y="79"/>
                      <a:pt x="1293" y="72"/>
                      <a:pt x="1271" y="67"/>
                    </a:cubicBezTo>
                    <a:cubicBezTo>
                      <a:pt x="1264" y="65"/>
                      <a:pt x="1256" y="63"/>
                      <a:pt x="1248" y="61"/>
                    </a:cubicBezTo>
                    <a:cubicBezTo>
                      <a:pt x="1239" y="60"/>
                      <a:pt x="1230" y="58"/>
                      <a:pt x="1220" y="56"/>
                    </a:cubicBezTo>
                    <a:cubicBezTo>
                      <a:pt x="1203" y="53"/>
                      <a:pt x="1186" y="50"/>
                      <a:pt x="1170" y="46"/>
                    </a:cubicBezTo>
                    <a:cubicBezTo>
                      <a:pt x="1137" y="40"/>
                      <a:pt x="1104" y="33"/>
                      <a:pt x="1072" y="29"/>
                    </a:cubicBezTo>
                    <a:cubicBezTo>
                      <a:pt x="1055" y="27"/>
                      <a:pt x="1039" y="25"/>
                      <a:pt x="1022" y="24"/>
                    </a:cubicBezTo>
                    <a:cubicBezTo>
                      <a:pt x="1006" y="23"/>
                      <a:pt x="990" y="22"/>
                      <a:pt x="974" y="21"/>
                    </a:cubicBezTo>
                    <a:cubicBezTo>
                      <a:pt x="964" y="22"/>
                      <a:pt x="956" y="22"/>
                      <a:pt x="946" y="22"/>
                    </a:cubicBezTo>
                    <a:cubicBezTo>
                      <a:pt x="937" y="23"/>
                      <a:pt x="928" y="24"/>
                      <a:pt x="919" y="26"/>
                    </a:cubicBezTo>
                    <a:cubicBezTo>
                      <a:pt x="899" y="29"/>
                      <a:pt x="879" y="33"/>
                      <a:pt x="860" y="38"/>
                    </a:cubicBezTo>
                    <a:cubicBezTo>
                      <a:pt x="840" y="43"/>
                      <a:pt x="820" y="48"/>
                      <a:pt x="800" y="53"/>
                    </a:cubicBezTo>
                    <a:cubicBezTo>
                      <a:pt x="801" y="53"/>
                      <a:pt x="801" y="53"/>
                      <a:pt x="801" y="53"/>
                    </a:cubicBezTo>
                    <a:cubicBezTo>
                      <a:pt x="795" y="54"/>
                      <a:pt x="790" y="56"/>
                      <a:pt x="784" y="57"/>
                    </a:cubicBezTo>
                    <a:lnTo>
                      <a:pt x="785" y="57"/>
                    </a:lnTo>
                    <a:cubicBezTo>
                      <a:pt x="772" y="61"/>
                      <a:pt x="759" y="65"/>
                      <a:pt x="746" y="69"/>
                    </a:cubicBezTo>
                    <a:cubicBezTo>
                      <a:pt x="734" y="74"/>
                      <a:pt x="723" y="78"/>
                      <a:pt x="711" y="82"/>
                    </a:cubicBezTo>
                    <a:cubicBezTo>
                      <a:pt x="700" y="86"/>
                      <a:pt x="690" y="91"/>
                      <a:pt x="680" y="96"/>
                    </a:cubicBezTo>
                    <a:cubicBezTo>
                      <a:pt x="671" y="100"/>
                      <a:pt x="661" y="104"/>
                      <a:pt x="652" y="109"/>
                    </a:cubicBezTo>
                    <a:cubicBezTo>
                      <a:pt x="632" y="117"/>
                      <a:pt x="611" y="126"/>
                      <a:pt x="591" y="135"/>
                    </a:cubicBezTo>
                    <a:cubicBezTo>
                      <a:pt x="572" y="144"/>
                      <a:pt x="553" y="152"/>
                      <a:pt x="534" y="160"/>
                    </a:cubicBezTo>
                    <a:cubicBezTo>
                      <a:pt x="514" y="170"/>
                      <a:pt x="494" y="178"/>
                      <a:pt x="474" y="189"/>
                    </a:cubicBezTo>
                    <a:cubicBezTo>
                      <a:pt x="472" y="190"/>
                      <a:pt x="470" y="191"/>
                      <a:pt x="469" y="192"/>
                    </a:cubicBezTo>
                    <a:cubicBezTo>
                      <a:pt x="469" y="191"/>
                      <a:pt x="470" y="191"/>
                      <a:pt x="470" y="191"/>
                    </a:cubicBezTo>
                    <a:cubicBezTo>
                      <a:pt x="452" y="202"/>
                      <a:pt x="434" y="213"/>
                      <a:pt x="417" y="225"/>
                    </a:cubicBezTo>
                    <a:cubicBezTo>
                      <a:pt x="408" y="230"/>
                      <a:pt x="399" y="237"/>
                      <a:pt x="390" y="243"/>
                    </a:cubicBezTo>
                    <a:cubicBezTo>
                      <a:pt x="381" y="248"/>
                      <a:pt x="372" y="254"/>
                      <a:pt x="363" y="260"/>
                    </a:cubicBezTo>
                    <a:cubicBezTo>
                      <a:pt x="346" y="271"/>
                      <a:pt x="329" y="283"/>
                      <a:pt x="311" y="293"/>
                    </a:cubicBezTo>
                    <a:cubicBezTo>
                      <a:pt x="291" y="304"/>
                      <a:pt x="272" y="315"/>
                      <a:pt x="253" y="326"/>
                    </a:cubicBezTo>
                    <a:cubicBezTo>
                      <a:pt x="241" y="333"/>
                      <a:pt x="229" y="340"/>
                      <a:pt x="217" y="349"/>
                    </a:cubicBezTo>
                    <a:cubicBezTo>
                      <a:pt x="205" y="357"/>
                      <a:pt x="192" y="366"/>
                      <a:pt x="181" y="375"/>
                    </a:cubicBezTo>
                    <a:cubicBezTo>
                      <a:pt x="158" y="392"/>
                      <a:pt x="137" y="410"/>
                      <a:pt x="114" y="427"/>
                    </a:cubicBezTo>
                    <a:cubicBezTo>
                      <a:pt x="91" y="445"/>
                      <a:pt x="68" y="461"/>
                      <a:pt x="44" y="478"/>
                    </a:cubicBezTo>
                    <a:cubicBezTo>
                      <a:pt x="38" y="483"/>
                      <a:pt x="32" y="488"/>
                      <a:pt x="26" y="493"/>
                    </a:cubicBezTo>
                    <a:cubicBezTo>
                      <a:pt x="25" y="495"/>
                      <a:pt x="23" y="497"/>
                      <a:pt x="22" y="498"/>
                    </a:cubicBezTo>
                    <a:cubicBezTo>
                      <a:pt x="22" y="498"/>
                      <a:pt x="22" y="497"/>
                      <a:pt x="23" y="497"/>
                    </a:cubicBezTo>
                    <a:cubicBezTo>
                      <a:pt x="22" y="498"/>
                      <a:pt x="22" y="498"/>
                      <a:pt x="22" y="498"/>
                    </a:cubicBezTo>
                    <a:lnTo>
                      <a:pt x="22" y="499"/>
                    </a:lnTo>
                    <a:cubicBezTo>
                      <a:pt x="22" y="500"/>
                      <a:pt x="22" y="500"/>
                      <a:pt x="21" y="501"/>
                    </a:cubicBezTo>
                    <a:cubicBezTo>
                      <a:pt x="21" y="507"/>
                      <a:pt x="15" y="511"/>
                      <a:pt x="9" y="509"/>
                    </a:cubicBezTo>
                    <a:cubicBezTo>
                      <a:pt x="4" y="508"/>
                      <a:pt x="0" y="503"/>
                      <a:pt x="1" y="497"/>
                    </a:cubicBezTo>
                    <a:cubicBezTo>
                      <a:pt x="1" y="497"/>
                      <a:pt x="1" y="496"/>
                      <a:pt x="1" y="495"/>
                    </a:cubicBezTo>
                    <a:cubicBezTo>
                      <a:pt x="1" y="494"/>
                      <a:pt x="2" y="493"/>
                      <a:pt x="2" y="491"/>
                    </a:cubicBezTo>
                    <a:cubicBezTo>
                      <a:pt x="3" y="489"/>
                      <a:pt x="4" y="487"/>
                      <a:pt x="5" y="486"/>
                    </a:cubicBezTo>
                    <a:cubicBezTo>
                      <a:pt x="7" y="483"/>
                      <a:pt x="9" y="481"/>
                      <a:pt x="11" y="479"/>
                    </a:cubicBezTo>
                    <a:cubicBezTo>
                      <a:pt x="13" y="477"/>
                      <a:pt x="15" y="475"/>
                      <a:pt x="18" y="473"/>
                    </a:cubicBezTo>
                    <a:cubicBezTo>
                      <a:pt x="22" y="469"/>
                      <a:pt x="27" y="466"/>
                      <a:pt x="32" y="462"/>
                    </a:cubicBezTo>
                    <a:cubicBezTo>
                      <a:pt x="36" y="459"/>
                      <a:pt x="41" y="455"/>
                      <a:pt x="46" y="452"/>
                    </a:cubicBezTo>
                    <a:cubicBezTo>
                      <a:pt x="51" y="449"/>
                      <a:pt x="56" y="445"/>
                      <a:pt x="60" y="442"/>
                    </a:cubicBezTo>
                    <a:cubicBezTo>
                      <a:pt x="78" y="430"/>
                      <a:pt x="95" y="417"/>
                      <a:pt x="113" y="404"/>
                    </a:cubicBezTo>
                    <a:cubicBezTo>
                      <a:pt x="126" y="393"/>
                      <a:pt x="139" y="383"/>
                      <a:pt x="153" y="373"/>
                    </a:cubicBezTo>
                    <a:cubicBezTo>
                      <a:pt x="167" y="361"/>
                      <a:pt x="182" y="350"/>
                      <a:pt x="197" y="339"/>
                    </a:cubicBezTo>
                    <a:cubicBezTo>
                      <a:pt x="212" y="329"/>
                      <a:pt x="228" y="318"/>
                      <a:pt x="244" y="309"/>
                    </a:cubicBezTo>
                    <a:cubicBezTo>
                      <a:pt x="260" y="300"/>
                      <a:pt x="276" y="292"/>
                      <a:pt x="291" y="282"/>
                    </a:cubicBezTo>
                    <a:cubicBezTo>
                      <a:pt x="328" y="260"/>
                      <a:pt x="363" y="236"/>
                      <a:pt x="399" y="212"/>
                    </a:cubicBezTo>
                    <a:cubicBezTo>
                      <a:pt x="408" y="206"/>
                      <a:pt x="417" y="200"/>
                      <a:pt x="427" y="194"/>
                    </a:cubicBezTo>
                    <a:cubicBezTo>
                      <a:pt x="435" y="188"/>
                      <a:pt x="444" y="183"/>
                      <a:pt x="453" y="177"/>
                    </a:cubicBezTo>
                    <a:cubicBezTo>
                      <a:pt x="462" y="172"/>
                      <a:pt x="471" y="167"/>
                      <a:pt x="481" y="162"/>
                    </a:cubicBezTo>
                    <a:cubicBezTo>
                      <a:pt x="492" y="157"/>
                      <a:pt x="502" y="152"/>
                      <a:pt x="513" y="148"/>
                    </a:cubicBezTo>
                    <a:cubicBezTo>
                      <a:pt x="533" y="139"/>
                      <a:pt x="552" y="130"/>
                      <a:pt x="572" y="121"/>
                    </a:cubicBezTo>
                    <a:cubicBezTo>
                      <a:pt x="591" y="113"/>
                      <a:pt x="611" y="104"/>
                      <a:pt x="630" y="96"/>
                    </a:cubicBezTo>
                    <a:cubicBezTo>
                      <a:pt x="640" y="92"/>
                      <a:pt x="650" y="87"/>
                      <a:pt x="660" y="83"/>
                    </a:cubicBezTo>
                    <a:cubicBezTo>
                      <a:pt x="670" y="78"/>
                      <a:pt x="680" y="73"/>
                      <a:pt x="691" y="68"/>
                    </a:cubicBezTo>
                    <a:cubicBezTo>
                      <a:pt x="700" y="64"/>
                      <a:pt x="710" y="60"/>
                      <a:pt x="721" y="57"/>
                    </a:cubicBezTo>
                    <a:cubicBezTo>
                      <a:pt x="731" y="53"/>
                      <a:pt x="741" y="49"/>
                      <a:pt x="752" y="46"/>
                    </a:cubicBezTo>
                    <a:cubicBezTo>
                      <a:pt x="763" y="42"/>
                      <a:pt x="776" y="39"/>
                      <a:pt x="788" y="35"/>
                    </a:cubicBezTo>
                    <a:cubicBezTo>
                      <a:pt x="787" y="36"/>
                      <a:pt x="787" y="36"/>
                      <a:pt x="787" y="36"/>
                    </a:cubicBezTo>
                    <a:cubicBezTo>
                      <a:pt x="807" y="30"/>
                      <a:pt x="828" y="25"/>
                      <a:pt x="848" y="20"/>
                    </a:cubicBezTo>
                    <a:cubicBezTo>
                      <a:pt x="858" y="17"/>
                      <a:pt x="869" y="15"/>
                      <a:pt x="879" y="12"/>
                    </a:cubicBezTo>
                    <a:cubicBezTo>
                      <a:pt x="890" y="10"/>
                      <a:pt x="900" y="8"/>
                      <a:pt x="910" y="6"/>
                    </a:cubicBezTo>
                    <a:cubicBezTo>
                      <a:pt x="931" y="3"/>
                      <a:pt x="953" y="0"/>
                      <a:pt x="975" y="1"/>
                    </a:cubicBezTo>
                    <a:cubicBezTo>
                      <a:pt x="996" y="1"/>
                      <a:pt x="1017" y="3"/>
                      <a:pt x="1038" y="5"/>
                    </a:cubicBezTo>
                    <a:cubicBezTo>
                      <a:pt x="1060" y="7"/>
                      <a:pt x="1082" y="10"/>
                      <a:pt x="1104" y="13"/>
                    </a:cubicBezTo>
                    <a:cubicBezTo>
                      <a:pt x="1126" y="17"/>
                      <a:pt x="1147" y="22"/>
                      <a:pt x="1170" y="26"/>
                    </a:cubicBezTo>
                    <a:cubicBezTo>
                      <a:pt x="1191" y="30"/>
                      <a:pt x="1211" y="34"/>
                      <a:pt x="1233" y="38"/>
                    </a:cubicBezTo>
                    <a:cubicBezTo>
                      <a:pt x="1244" y="40"/>
                      <a:pt x="1255" y="42"/>
                      <a:pt x="1266" y="45"/>
                    </a:cubicBezTo>
                    <a:cubicBezTo>
                      <a:pt x="1276" y="47"/>
                      <a:pt x="1287" y="50"/>
                      <a:pt x="1297" y="53"/>
                    </a:cubicBezTo>
                    <a:cubicBezTo>
                      <a:pt x="1317" y="59"/>
                      <a:pt x="1338" y="66"/>
                      <a:pt x="1359" y="72"/>
                    </a:cubicBezTo>
                    <a:cubicBezTo>
                      <a:pt x="1379" y="79"/>
                      <a:pt x="1400" y="86"/>
                      <a:pt x="1419" y="96"/>
                    </a:cubicBezTo>
                    <a:cubicBezTo>
                      <a:pt x="1440" y="105"/>
                      <a:pt x="1461" y="115"/>
                      <a:pt x="1481" y="126"/>
                    </a:cubicBezTo>
                    <a:cubicBezTo>
                      <a:pt x="1500" y="137"/>
                      <a:pt x="1519" y="149"/>
                      <a:pt x="1537" y="162"/>
                    </a:cubicBezTo>
                    <a:cubicBezTo>
                      <a:pt x="1553" y="175"/>
                      <a:pt x="1568" y="191"/>
                      <a:pt x="1583" y="205"/>
                    </a:cubicBezTo>
                    <a:cubicBezTo>
                      <a:pt x="1599" y="220"/>
                      <a:pt x="1614" y="234"/>
                      <a:pt x="1630" y="248"/>
                    </a:cubicBezTo>
                    <a:cubicBezTo>
                      <a:pt x="1647" y="264"/>
                      <a:pt x="1664" y="279"/>
                      <a:pt x="1679" y="295"/>
                    </a:cubicBezTo>
                    <a:cubicBezTo>
                      <a:pt x="1695" y="310"/>
                      <a:pt x="1709" y="325"/>
                      <a:pt x="1724" y="340"/>
                    </a:cubicBezTo>
                    <a:cubicBezTo>
                      <a:pt x="1737" y="354"/>
                      <a:pt x="1750" y="368"/>
                      <a:pt x="1764" y="381"/>
                    </a:cubicBezTo>
                    <a:cubicBezTo>
                      <a:pt x="1777" y="395"/>
                      <a:pt x="1789" y="408"/>
                      <a:pt x="1801" y="421"/>
                    </a:cubicBezTo>
                    <a:cubicBezTo>
                      <a:pt x="1814" y="434"/>
                      <a:pt x="1827" y="446"/>
                      <a:pt x="1840" y="458"/>
                    </a:cubicBezTo>
                    <a:cubicBezTo>
                      <a:pt x="1854" y="472"/>
                      <a:pt x="1868" y="486"/>
                      <a:pt x="1882" y="500"/>
                    </a:cubicBezTo>
                    <a:cubicBezTo>
                      <a:pt x="1895" y="514"/>
                      <a:pt x="1907" y="528"/>
                      <a:pt x="1920" y="541"/>
                    </a:cubicBezTo>
                    <a:cubicBezTo>
                      <a:pt x="1932" y="554"/>
                      <a:pt x="1943" y="568"/>
                      <a:pt x="1956" y="581"/>
                    </a:cubicBezTo>
                    <a:cubicBezTo>
                      <a:pt x="1975" y="600"/>
                      <a:pt x="1996" y="617"/>
                      <a:pt x="2015" y="635"/>
                    </a:cubicBezTo>
                    <a:cubicBezTo>
                      <a:pt x="2024" y="645"/>
                      <a:pt x="2034" y="655"/>
                      <a:pt x="2043" y="664"/>
                    </a:cubicBezTo>
                    <a:cubicBezTo>
                      <a:pt x="2052" y="674"/>
                      <a:pt x="2061" y="684"/>
                      <a:pt x="2070" y="694"/>
                    </a:cubicBezTo>
                    <a:cubicBezTo>
                      <a:pt x="2074" y="696"/>
                      <a:pt x="2077" y="699"/>
                      <a:pt x="2080" y="702"/>
                    </a:cubicBezTo>
                    <a:cubicBezTo>
                      <a:pt x="2083" y="705"/>
                      <a:pt x="2086" y="708"/>
                      <a:pt x="2089" y="712"/>
                    </a:cubicBezTo>
                    <a:cubicBezTo>
                      <a:pt x="2091" y="713"/>
                      <a:pt x="2092" y="716"/>
                      <a:pt x="2093" y="719"/>
                    </a:cubicBezTo>
                    <a:cubicBezTo>
                      <a:pt x="2093" y="722"/>
                      <a:pt x="2092" y="725"/>
                      <a:pt x="2090" y="727"/>
                    </a:cubicBezTo>
                    <a:cubicBezTo>
                      <a:pt x="2088" y="730"/>
                      <a:pt x="2085" y="731"/>
                      <a:pt x="2082" y="731"/>
                    </a:cubicBezTo>
                    <a:cubicBezTo>
                      <a:pt x="2079" y="731"/>
                      <a:pt x="2077" y="730"/>
                      <a:pt x="2074" y="7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4" name="Google Shape;1774;p19"/>
              <p:cNvSpPr/>
              <p:nvPr/>
            </p:nvSpPr>
            <p:spPr>
              <a:xfrm>
                <a:off x="1985040" y="2509200"/>
                <a:ext cx="199080" cy="149400"/>
              </a:xfrm>
              <a:custGeom>
                <a:avLst/>
                <a:gdLst/>
                <a:ahLst/>
                <a:cxnLst/>
                <a:rect l="l" t="t" r="r" b="b"/>
                <a:pathLst>
                  <a:path w="553" h="415" extrusionOk="0">
                    <a:moveTo>
                      <a:pt x="537" y="414"/>
                    </a:moveTo>
                    <a:cubicBezTo>
                      <a:pt x="516" y="407"/>
                      <a:pt x="495" y="399"/>
                      <a:pt x="475" y="390"/>
                    </a:cubicBezTo>
                    <a:cubicBezTo>
                      <a:pt x="456" y="381"/>
                      <a:pt x="436" y="372"/>
                      <a:pt x="416" y="363"/>
                    </a:cubicBezTo>
                    <a:cubicBezTo>
                      <a:pt x="406" y="360"/>
                      <a:pt x="397" y="356"/>
                      <a:pt x="387" y="352"/>
                    </a:cubicBezTo>
                    <a:cubicBezTo>
                      <a:pt x="376" y="348"/>
                      <a:pt x="366" y="345"/>
                      <a:pt x="355" y="340"/>
                    </a:cubicBezTo>
                    <a:cubicBezTo>
                      <a:pt x="345" y="336"/>
                      <a:pt x="334" y="332"/>
                      <a:pt x="324" y="327"/>
                    </a:cubicBezTo>
                    <a:cubicBezTo>
                      <a:pt x="314" y="322"/>
                      <a:pt x="304" y="316"/>
                      <a:pt x="294" y="310"/>
                    </a:cubicBezTo>
                    <a:cubicBezTo>
                      <a:pt x="287" y="305"/>
                      <a:pt x="280" y="301"/>
                      <a:pt x="273" y="296"/>
                    </a:cubicBezTo>
                    <a:cubicBezTo>
                      <a:pt x="268" y="292"/>
                      <a:pt x="262" y="288"/>
                      <a:pt x="257" y="284"/>
                    </a:cubicBezTo>
                    <a:cubicBezTo>
                      <a:pt x="258" y="284"/>
                      <a:pt x="258" y="285"/>
                      <a:pt x="258" y="285"/>
                    </a:cubicBezTo>
                    <a:cubicBezTo>
                      <a:pt x="240" y="271"/>
                      <a:pt x="222" y="256"/>
                      <a:pt x="205" y="241"/>
                    </a:cubicBezTo>
                    <a:cubicBezTo>
                      <a:pt x="197" y="233"/>
                      <a:pt x="189" y="226"/>
                      <a:pt x="182" y="218"/>
                    </a:cubicBezTo>
                    <a:cubicBezTo>
                      <a:pt x="175" y="209"/>
                      <a:pt x="168" y="201"/>
                      <a:pt x="161" y="193"/>
                    </a:cubicBezTo>
                    <a:cubicBezTo>
                      <a:pt x="153" y="183"/>
                      <a:pt x="146" y="174"/>
                      <a:pt x="137" y="165"/>
                    </a:cubicBezTo>
                    <a:lnTo>
                      <a:pt x="138" y="166"/>
                    </a:lnTo>
                    <a:cubicBezTo>
                      <a:pt x="135" y="163"/>
                      <a:pt x="132" y="159"/>
                      <a:pt x="128" y="156"/>
                    </a:cubicBezTo>
                    <a:cubicBezTo>
                      <a:pt x="112" y="141"/>
                      <a:pt x="96" y="126"/>
                      <a:pt x="79" y="110"/>
                    </a:cubicBezTo>
                    <a:cubicBezTo>
                      <a:pt x="72" y="103"/>
                      <a:pt x="64" y="96"/>
                      <a:pt x="57" y="88"/>
                    </a:cubicBezTo>
                    <a:cubicBezTo>
                      <a:pt x="50" y="79"/>
                      <a:pt x="42" y="71"/>
                      <a:pt x="35" y="62"/>
                    </a:cubicBezTo>
                    <a:cubicBezTo>
                      <a:pt x="29" y="55"/>
                      <a:pt x="24" y="47"/>
                      <a:pt x="19" y="40"/>
                    </a:cubicBezTo>
                    <a:cubicBezTo>
                      <a:pt x="16" y="37"/>
                      <a:pt x="14" y="33"/>
                      <a:pt x="12" y="31"/>
                    </a:cubicBezTo>
                    <a:cubicBezTo>
                      <a:pt x="10" y="27"/>
                      <a:pt x="8" y="24"/>
                      <a:pt x="6" y="21"/>
                    </a:cubicBezTo>
                    <a:cubicBezTo>
                      <a:pt x="6" y="21"/>
                      <a:pt x="5" y="21"/>
                      <a:pt x="5" y="20"/>
                    </a:cubicBezTo>
                    <a:cubicBezTo>
                      <a:pt x="5" y="19"/>
                      <a:pt x="4" y="19"/>
                      <a:pt x="4" y="18"/>
                    </a:cubicBezTo>
                    <a:cubicBezTo>
                      <a:pt x="0" y="14"/>
                      <a:pt x="2" y="7"/>
                      <a:pt x="6" y="3"/>
                    </a:cubicBezTo>
                    <a:cubicBezTo>
                      <a:pt x="11" y="0"/>
                      <a:pt x="17" y="1"/>
                      <a:pt x="20" y="5"/>
                    </a:cubicBezTo>
                    <a:cubicBezTo>
                      <a:pt x="21" y="6"/>
                      <a:pt x="22" y="7"/>
                      <a:pt x="23" y="8"/>
                    </a:cubicBezTo>
                    <a:cubicBezTo>
                      <a:pt x="24" y="10"/>
                      <a:pt x="25" y="12"/>
                      <a:pt x="26" y="14"/>
                    </a:cubicBezTo>
                    <a:cubicBezTo>
                      <a:pt x="27" y="17"/>
                      <a:pt x="30" y="19"/>
                      <a:pt x="31" y="22"/>
                    </a:cubicBezTo>
                    <a:cubicBezTo>
                      <a:pt x="36" y="29"/>
                      <a:pt x="40" y="35"/>
                      <a:pt x="45" y="41"/>
                    </a:cubicBezTo>
                    <a:cubicBezTo>
                      <a:pt x="51" y="49"/>
                      <a:pt x="57" y="57"/>
                      <a:pt x="64" y="65"/>
                    </a:cubicBezTo>
                    <a:cubicBezTo>
                      <a:pt x="70" y="72"/>
                      <a:pt x="76" y="79"/>
                      <a:pt x="83" y="86"/>
                    </a:cubicBezTo>
                    <a:lnTo>
                      <a:pt x="82" y="85"/>
                    </a:lnTo>
                    <a:cubicBezTo>
                      <a:pt x="87" y="90"/>
                      <a:pt x="92" y="95"/>
                      <a:pt x="97" y="100"/>
                    </a:cubicBezTo>
                    <a:cubicBezTo>
                      <a:pt x="102" y="105"/>
                      <a:pt x="107" y="109"/>
                      <a:pt x="112" y="114"/>
                    </a:cubicBezTo>
                    <a:cubicBezTo>
                      <a:pt x="122" y="123"/>
                      <a:pt x="133" y="132"/>
                      <a:pt x="143" y="142"/>
                    </a:cubicBezTo>
                    <a:cubicBezTo>
                      <a:pt x="142" y="142"/>
                      <a:pt x="142" y="142"/>
                      <a:pt x="142" y="141"/>
                    </a:cubicBezTo>
                    <a:cubicBezTo>
                      <a:pt x="143" y="143"/>
                      <a:pt x="145" y="144"/>
                      <a:pt x="146" y="145"/>
                    </a:cubicBezTo>
                    <a:lnTo>
                      <a:pt x="145" y="145"/>
                    </a:lnTo>
                    <a:cubicBezTo>
                      <a:pt x="147" y="146"/>
                      <a:pt x="149" y="149"/>
                      <a:pt x="151" y="151"/>
                    </a:cubicBezTo>
                    <a:lnTo>
                      <a:pt x="150" y="150"/>
                    </a:lnTo>
                    <a:cubicBezTo>
                      <a:pt x="161" y="160"/>
                      <a:pt x="170" y="172"/>
                      <a:pt x="179" y="183"/>
                    </a:cubicBezTo>
                    <a:cubicBezTo>
                      <a:pt x="184" y="188"/>
                      <a:pt x="188" y="194"/>
                      <a:pt x="193" y="199"/>
                    </a:cubicBezTo>
                    <a:cubicBezTo>
                      <a:pt x="198" y="205"/>
                      <a:pt x="203" y="211"/>
                      <a:pt x="209" y="216"/>
                    </a:cubicBezTo>
                    <a:cubicBezTo>
                      <a:pt x="217" y="224"/>
                      <a:pt x="225" y="231"/>
                      <a:pt x="234" y="239"/>
                    </a:cubicBezTo>
                    <a:cubicBezTo>
                      <a:pt x="242" y="245"/>
                      <a:pt x="249" y="252"/>
                      <a:pt x="258" y="259"/>
                    </a:cubicBezTo>
                    <a:cubicBezTo>
                      <a:pt x="259" y="259"/>
                      <a:pt x="259" y="260"/>
                      <a:pt x="260" y="261"/>
                    </a:cubicBezTo>
                    <a:cubicBezTo>
                      <a:pt x="260" y="261"/>
                      <a:pt x="261" y="261"/>
                      <a:pt x="262" y="262"/>
                    </a:cubicBezTo>
                    <a:lnTo>
                      <a:pt x="261" y="262"/>
                    </a:lnTo>
                    <a:cubicBezTo>
                      <a:pt x="263" y="263"/>
                      <a:pt x="265" y="264"/>
                      <a:pt x="266" y="265"/>
                    </a:cubicBezTo>
                    <a:cubicBezTo>
                      <a:pt x="266" y="265"/>
                      <a:pt x="267" y="266"/>
                      <a:pt x="268" y="267"/>
                    </a:cubicBezTo>
                    <a:lnTo>
                      <a:pt x="267" y="266"/>
                    </a:lnTo>
                    <a:cubicBezTo>
                      <a:pt x="268" y="267"/>
                      <a:pt x="268" y="267"/>
                      <a:pt x="268" y="267"/>
                    </a:cubicBezTo>
                    <a:cubicBezTo>
                      <a:pt x="268" y="267"/>
                      <a:pt x="269" y="267"/>
                      <a:pt x="269" y="268"/>
                    </a:cubicBezTo>
                    <a:lnTo>
                      <a:pt x="269" y="267"/>
                    </a:lnTo>
                    <a:cubicBezTo>
                      <a:pt x="269" y="268"/>
                      <a:pt x="269" y="268"/>
                      <a:pt x="269" y="268"/>
                    </a:cubicBezTo>
                    <a:cubicBezTo>
                      <a:pt x="276" y="273"/>
                      <a:pt x="283" y="278"/>
                      <a:pt x="290" y="283"/>
                    </a:cubicBezTo>
                    <a:cubicBezTo>
                      <a:pt x="297" y="288"/>
                      <a:pt x="305" y="293"/>
                      <a:pt x="312" y="297"/>
                    </a:cubicBezTo>
                    <a:cubicBezTo>
                      <a:pt x="318" y="300"/>
                      <a:pt x="323" y="304"/>
                      <a:pt x="330" y="307"/>
                    </a:cubicBezTo>
                    <a:cubicBezTo>
                      <a:pt x="332" y="308"/>
                      <a:pt x="334" y="310"/>
                      <a:pt x="337" y="311"/>
                    </a:cubicBezTo>
                    <a:cubicBezTo>
                      <a:pt x="341" y="313"/>
                      <a:pt x="344" y="315"/>
                      <a:pt x="348" y="316"/>
                    </a:cubicBezTo>
                    <a:lnTo>
                      <a:pt x="347" y="316"/>
                    </a:lnTo>
                    <a:cubicBezTo>
                      <a:pt x="357" y="320"/>
                      <a:pt x="368" y="324"/>
                      <a:pt x="378" y="328"/>
                    </a:cubicBezTo>
                    <a:cubicBezTo>
                      <a:pt x="388" y="332"/>
                      <a:pt x="399" y="335"/>
                      <a:pt x="409" y="339"/>
                    </a:cubicBezTo>
                    <a:cubicBezTo>
                      <a:pt x="420" y="343"/>
                      <a:pt x="430" y="347"/>
                      <a:pt x="441" y="352"/>
                    </a:cubicBezTo>
                    <a:cubicBezTo>
                      <a:pt x="450" y="357"/>
                      <a:pt x="460" y="361"/>
                      <a:pt x="470" y="366"/>
                    </a:cubicBezTo>
                    <a:cubicBezTo>
                      <a:pt x="480" y="370"/>
                      <a:pt x="489" y="374"/>
                      <a:pt x="498" y="378"/>
                    </a:cubicBezTo>
                    <a:cubicBezTo>
                      <a:pt x="505" y="381"/>
                      <a:pt x="513" y="384"/>
                      <a:pt x="520" y="386"/>
                    </a:cubicBezTo>
                    <a:cubicBezTo>
                      <a:pt x="528" y="390"/>
                      <a:pt x="536" y="392"/>
                      <a:pt x="544" y="395"/>
                    </a:cubicBezTo>
                    <a:cubicBezTo>
                      <a:pt x="549" y="397"/>
                      <a:pt x="552" y="403"/>
                      <a:pt x="550" y="408"/>
                    </a:cubicBezTo>
                    <a:cubicBezTo>
                      <a:pt x="548" y="412"/>
                      <a:pt x="544" y="414"/>
                      <a:pt x="540" y="414"/>
                    </a:cubicBezTo>
                    <a:cubicBezTo>
                      <a:pt x="539" y="414"/>
                      <a:pt x="538" y="414"/>
                      <a:pt x="537" y="4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5" name="Google Shape;1775;p19"/>
              <p:cNvSpPr/>
              <p:nvPr/>
            </p:nvSpPr>
            <p:spPr>
              <a:xfrm>
                <a:off x="1271880" y="2240640"/>
                <a:ext cx="846360" cy="544320"/>
              </a:xfrm>
              <a:custGeom>
                <a:avLst/>
                <a:gdLst/>
                <a:ahLst/>
                <a:cxnLst/>
                <a:rect l="l" t="t" r="r" b="b"/>
                <a:pathLst>
                  <a:path w="2351" h="1512" extrusionOk="0">
                    <a:moveTo>
                      <a:pt x="10" y="1511"/>
                    </a:moveTo>
                    <a:cubicBezTo>
                      <a:pt x="4" y="1511"/>
                      <a:pt x="0" y="1505"/>
                      <a:pt x="0" y="1500"/>
                    </a:cubicBezTo>
                    <a:cubicBezTo>
                      <a:pt x="1" y="1494"/>
                      <a:pt x="5" y="1490"/>
                      <a:pt x="11" y="1490"/>
                    </a:cubicBezTo>
                    <a:cubicBezTo>
                      <a:pt x="22" y="1491"/>
                      <a:pt x="33" y="1491"/>
                      <a:pt x="45" y="1491"/>
                    </a:cubicBezTo>
                    <a:cubicBezTo>
                      <a:pt x="50" y="1491"/>
                      <a:pt x="55" y="1491"/>
                      <a:pt x="60" y="1491"/>
                    </a:cubicBezTo>
                    <a:cubicBezTo>
                      <a:pt x="65" y="1491"/>
                      <a:pt x="70" y="1491"/>
                      <a:pt x="75" y="1490"/>
                    </a:cubicBezTo>
                    <a:cubicBezTo>
                      <a:pt x="79" y="1490"/>
                      <a:pt x="83" y="1490"/>
                      <a:pt x="87" y="1490"/>
                    </a:cubicBezTo>
                    <a:cubicBezTo>
                      <a:pt x="93" y="1489"/>
                      <a:pt x="98" y="1488"/>
                      <a:pt x="103" y="1488"/>
                    </a:cubicBezTo>
                    <a:lnTo>
                      <a:pt x="102" y="1488"/>
                    </a:lnTo>
                    <a:cubicBezTo>
                      <a:pt x="110" y="1487"/>
                      <a:pt x="119" y="1486"/>
                      <a:pt x="127" y="1484"/>
                    </a:cubicBezTo>
                    <a:lnTo>
                      <a:pt x="126" y="1484"/>
                    </a:lnTo>
                    <a:cubicBezTo>
                      <a:pt x="134" y="1483"/>
                      <a:pt x="141" y="1482"/>
                      <a:pt x="149" y="1481"/>
                    </a:cubicBezTo>
                    <a:cubicBezTo>
                      <a:pt x="154" y="1480"/>
                      <a:pt x="160" y="1479"/>
                      <a:pt x="167" y="1477"/>
                    </a:cubicBezTo>
                    <a:cubicBezTo>
                      <a:pt x="173" y="1476"/>
                      <a:pt x="179" y="1475"/>
                      <a:pt x="185" y="1473"/>
                    </a:cubicBezTo>
                    <a:cubicBezTo>
                      <a:pt x="192" y="1472"/>
                      <a:pt x="200" y="1470"/>
                      <a:pt x="208" y="1468"/>
                    </a:cubicBezTo>
                    <a:cubicBezTo>
                      <a:pt x="215" y="1466"/>
                      <a:pt x="222" y="1463"/>
                      <a:pt x="229" y="1462"/>
                    </a:cubicBezTo>
                    <a:cubicBezTo>
                      <a:pt x="241" y="1458"/>
                      <a:pt x="253" y="1454"/>
                      <a:pt x="264" y="1449"/>
                    </a:cubicBezTo>
                    <a:cubicBezTo>
                      <a:pt x="276" y="1444"/>
                      <a:pt x="287" y="1438"/>
                      <a:pt x="298" y="1432"/>
                    </a:cubicBezTo>
                    <a:cubicBezTo>
                      <a:pt x="310" y="1425"/>
                      <a:pt x="321" y="1417"/>
                      <a:pt x="332" y="1409"/>
                    </a:cubicBezTo>
                    <a:cubicBezTo>
                      <a:pt x="332" y="1410"/>
                      <a:pt x="331" y="1410"/>
                      <a:pt x="331" y="1410"/>
                    </a:cubicBezTo>
                    <a:cubicBezTo>
                      <a:pt x="338" y="1405"/>
                      <a:pt x="345" y="1399"/>
                      <a:pt x="352" y="1392"/>
                    </a:cubicBezTo>
                    <a:cubicBezTo>
                      <a:pt x="357" y="1388"/>
                      <a:pt x="361" y="1384"/>
                      <a:pt x="365" y="1380"/>
                    </a:cubicBezTo>
                    <a:cubicBezTo>
                      <a:pt x="365" y="1380"/>
                      <a:pt x="365" y="1381"/>
                      <a:pt x="364" y="1381"/>
                    </a:cubicBezTo>
                    <a:cubicBezTo>
                      <a:pt x="371" y="1375"/>
                      <a:pt x="377" y="1368"/>
                      <a:pt x="383" y="1362"/>
                    </a:cubicBezTo>
                    <a:cubicBezTo>
                      <a:pt x="390" y="1354"/>
                      <a:pt x="397" y="1347"/>
                      <a:pt x="404" y="1340"/>
                    </a:cubicBezTo>
                    <a:cubicBezTo>
                      <a:pt x="418" y="1325"/>
                      <a:pt x="432" y="1311"/>
                      <a:pt x="447" y="1297"/>
                    </a:cubicBezTo>
                    <a:cubicBezTo>
                      <a:pt x="454" y="1290"/>
                      <a:pt x="461" y="1283"/>
                      <a:pt x="468" y="1277"/>
                    </a:cubicBezTo>
                    <a:cubicBezTo>
                      <a:pt x="475" y="1270"/>
                      <a:pt x="484" y="1262"/>
                      <a:pt x="491" y="1255"/>
                    </a:cubicBezTo>
                    <a:cubicBezTo>
                      <a:pt x="506" y="1242"/>
                      <a:pt x="521" y="1228"/>
                      <a:pt x="536" y="1214"/>
                    </a:cubicBezTo>
                    <a:cubicBezTo>
                      <a:pt x="536" y="1215"/>
                      <a:pt x="535" y="1215"/>
                      <a:pt x="535" y="1215"/>
                    </a:cubicBezTo>
                    <a:cubicBezTo>
                      <a:pt x="552" y="1198"/>
                      <a:pt x="569" y="1180"/>
                      <a:pt x="586" y="1162"/>
                    </a:cubicBezTo>
                    <a:cubicBezTo>
                      <a:pt x="603" y="1144"/>
                      <a:pt x="619" y="1125"/>
                      <a:pt x="636" y="1106"/>
                    </a:cubicBezTo>
                    <a:cubicBezTo>
                      <a:pt x="646" y="1096"/>
                      <a:pt x="656" y="1085"/>
                      <a:pt x="665" y="1075"/>
                    </a:cubicBezTo>
                    <a:cubicBezTo>
                      <a:pt x="673" y="1066"/>
                      <a:pt x="681" y="1057"/>
                      <a:pt x="689" y="1049"/>
                    </a:cubicBezTo>
                    <a:cubicBezTo>
                      <a:pt x="697" y="1040"/>
                      <a:pt x="706" y="1032"/>
                      <a:pt x="714" y="1024"/>
                    </a:cubicBezTo>
                    <a:cubicBezTo>
                      <a:pt x="724" y="1015"/>
                      <a:pt x="734" y="1007"/>
                      <a:pt x="743" y="998"/>
                    </a:cubicBezTo>
                    <a:cubicBezTo>
                      <a:pt x="756" y="986"/>
                      <a:pt x="769" y="973"/>
                      <a:pt x="782" y="961"/>
                    </a:cubicBezTo>
                    <a:cubicBezTo>
                      <a:pt x="795" y="949"/>
                      <a:pt x="807" y="937"/>
                      <a:pt x="820" y="924"/>
                    </a:cubicBezTo>
                    <a:cubicBezTo>
                      <a:pt x="833" y="912"/>
                      <a:pt x="845" y="901"/>
                      <a:pt x="858" y="888"/>
                    </a:cubicBezTo>
                    <a:cubicBezTo>
                      <a:pt x="871" y="876"/>
                      <a:pt x="883" y="864"/>
                      <a:pt x="896" y="852"/>
                    </a:cubicBezTo>
                    <a:cubicBezTo>
                      <a:pt x="911" y="837"/>
                      <a:pt x="925" y="820"/>
                      <a:pt x="939" y="804"/>
                    </a:cubicBezTo>
                    <a:cubicBezTo>
                      <a:pt x="946" y="796"/>
                      <a:pt x="953" y="788"/>
                      <a:pt x="960" y="779"/>
                    </a:cubicBezTo>
                    <a:cubicBezTo>
                      <a:pt x="964" y="776"/>
                      <a:pt x="967" y="772"/>
                      <a:pt x="970" y="770"/>
                    </a:cubicBezTo>
                    <a:cubicBezTo>
                      <a:pt x="975" y="765"/>
                      <a:pt x="979" y="761"/>
                      <a:pt x="984" y="757"/>
                    </a:cubicBezTo>
                    <a:cubicBezTo>
                      <a:pt x="992" y="751"/>
                      <a:pt x="1000" y="745"/>
                      <a:pt x="1007" y="739"/>
                    </a:cubicBezTo>
                    <a:cubicBezTo>
                      <a:pt x="1017" y="732"/>
                      <a:pt x="1026" y="726"/>
                      <a:pt x="1035" y="719"/>
                    </a:cubicBezTo>
                    <a:cubicBezTo>
                      <a:pt x="1054" y="707"/>
                      <a:pt x="1072" y="694"/>
                      <a:pt x="1089" y="681"/>
                    </a:cubicBezTo>
                    <a:lnTo>
                      <a:pt x="1089" y="680"/>
                    </a:lnTo>
                    <a:cubicBezTo>
                      <a:pt x="1090" y="680"/>
                      <a:pt x="1090" y="680"/>
                      <a:pt x="1090" y="680"/>
                    </a:cubicBezTo>
                    <a:lnTo>
                      <a:pt x="1089" y="680"/>
                    </a:lnTo>
                    <a:cubicBezTo>
                      <a:pt x="1097" y="675"/>
                      <a:pt x="1105" y="668"/>
                      <a:pt x="1112" y="662"/>
                    </a:cubicBezTo>
                    <a:cubicBezTo>
                      <a:pt x="1120" y="655"/>
                      <a:pt x="1127" y="649"/>
                      <a:pt x="1134" y="642"/>
                    </a:cubicBezTo>
                    <a:cubicBezTo>
                      <a:pt x="1133" y="643"/>
                      <a:pt x="1133" y="643"/>
                      <a:pt x="1133" y="643"/>
                    </a:cubicBezTo>
                    <a:cubicBezTo>
                      <a:pt x="1137" y="639"/>
                      <a:pt x="1140" y="636"/>
                      <a:pt x="1144" y="633"/>
                    </a:cubicBezTo>
                    <a:cubicBezTo>
                      <a:pt x="1143" y="633"/>
                      <a:pt x="1143" y="633"/>
                      <a:pt x="1143" y="633"/>
                    </a:cubicBezTo>
                    <a:cubicBezTo>
                      <a:pt x="1151" y="624"/>
                      <a:pt x="1160" y="615"/>
                      <a:pt x="1167" y="606"/>
                    </a:cubicBezTo>
                    <a:cubicBezTo>
                      <a:pt x="1175" y="597"/>
                      <a:pt x="1182" y="588"/>
                      <a:pt x="1190" y="580"/>
                    </a:cubicBezTo>
                    <a:cubicBezTo>
                      <a:pt x="1206" y="562"/>
                      <a:pt x="1222" y="544"/>
                      <a:pt x="1239" y="527"/>
                    </a:cubicBezTo>
                    <a:cubicBezTo>
                      <a:pt x="1249" y="518"/>
                      <a:pt x="1257" y="510"/>
                      <a:pt x="1267" y="500"/>
                    </a:cubicBezTo>
                    <a:cubicBezTo>
                      <a:pt x="1275" y="492"/>
                      <a:pt x="1284" y="484"/>
                      <a:pt x="1293" y="476"/>
                    </a:cubicBezTo>
                    <a:cubicBezTo>
                      <a:pt x="1310" y="459"/>
                      <a:pt x="1328" y="443"/>
                      <a:pt x="1347" y="427"/>
                    </a:cubicBezTo>
                    <a:cubicBezTo>
                      <a:pt x="1356" y="419"/>
                      <a:pt x="1366" y="411"/>
                      <a:pt x="1376" y="403"/>
                    </a:cubicBezTo>
                    <a:cubicBezTo>
                      <a:pt x="1385" y="395"/>
                      <a:pt x="1394" y="387"/>
                      <a:pt x="1402" y="379"/>
                    </a:cubicBezTo>
                    <a:lnTo>
                      <a:pt x="1402" y="380"/>
                    </a:lnTo>
                    <a:cubicBezTo>
                      <a:pt x="1406" y="376"/>
                      <a:pt x="1410" y="372"/>
                      <a:pt x="1415" y="367"/>
                    </a:cubicBezTo>
                    <a:cubicBezTo>
                      <a:pt x="1416" y="365"/>
                      <a:pt x="1418" y="363"/>
                      <a:pt x="1420" y="361"/>
                    </a:cubicBezTo>
                    <a:cubicBezTo>
                      <a:pt x="1422" y="359"/>
                      <a:pt x="1423" y="357"/>
                      <a:pt x="1425" y="355"/>
                    </a:cubicBezTo>
                    <a:cubicBezTo>
                      <a:pt x="1434" y="345"/>
                      <a:pt x="1442" y="335"/>
                      <a:pt x="1450" y="326"/>
                    </a:cubicBezTo>
                    <a:cubicBezTo>
                      <a:pt x="1457" y="316"/>
                      <a:pt x="1465" y="307"/>
                      <a:pt x="1472" y="298"/>
                    </a:cubicBezTo>
                    <a:cubicBezTo>
                      <a:pt x="1480" y="288"/>
                      <a:pt x="1489" y="280"/>
                      <a:pt x="1498" y="271"/>
                    </a:cubicBezTo>
                    <a:cubicBezTo>
                      <a:pt x="1517" y="255"/>
                      <a:pt x="1536" y="240"/>
                      <a:pt x="1557" y="227"/>
                    </a:cubicBezTo>
                    <a:cubicBezTo>
                      <a:pt x="1577" y="214"/>
                      <a:pt x="1599" y="201"/>
                      <a:pt x="1620" y="188"/>
                    </a:cubicBezTo>
                    <a:cubicBezTo>
                      <a:pt x="1641" y="176"/>
                      <a:pt x="1662" y="163"/>
                      <a:pt x="1683" y="150"/>
                    </a:cubicBezTo>
                    <a:cubicBezTo>
                      <a:pt x="1694" y="143"/>
                      <a:pt x="1704" y="136"/>
                      <a:pt x="1715" y="129"/>
                    </a:cubicBezTo>
                    <a:cubicBezTo>
                      <a:pt x="1725" y="122"/>
                      <a:pt x="1735" y="115"/>
                      <a:pt x="1746" y="108"/>
                    </a:cubicBezTo>
                    <a:cubicBezTo>
                      <a:pt x="1751" y="104"/>
                      <a:pt x="1756" y="101"/>
                      <a:pt x="1761" y="97"/>
                    </a:cubicBezTo>
                    <a:cubicBezTo>
                      <a:pt x="1767" y="94"/>
                      <a:pt x="1773" y="90"/>
                      <a:pt x="1779" y="86"/>
                    </a:cubicBezTo>
                    <a:cubicBezTo>
                      <a:pt x="1790" y="80"/>
                      <a:pt x="1801" y="74"/>
                      <a:pt x="1812" y="68"/>
                    </a:cubicBezTo>
                    <a:cubicBezTo>
                      <a:pt x="1817" y="66"/>
                      <a:pt x="1823" y="63"/>
                      <a:pt x="1828" y="61"/>
                    </a:cubicBezTo>
                    <a:cubicBezTo>
                      <a:pt x="1834" y="58"/>
                      <a:pt x="1840" y="56"/>
                      <a:pt x="1846" y="54"/>
                    </a:cubicBezTo>
                    <a:cubicBezTo>
                      <a:pt x="1858" y="49"/>
                      <a:pt x="1869" y="46"/>
                      <a:pt x="1881" y="42"/>
                    </a:cubicBezTo>
                    <a:cubicBezTo>
                      <a:pt x="1893" y="40"/>
                      <a:pt x="1905" y="37"/>
                      <a:pt x="1917" y="34"/>
                    </a:cubicBezTo>
                    <a:cubicBezTo>
                      <a:pt x="1928" y="31"/>
                      <a:pt x="1940" y="29"/>
                      <a:pt x="1951" y="26"/>
                    </a:cubicBezTo>
                    <a:cubicBezTo>
                      <a:pt x="1976" y="21"/>
                      <a:pt x="2000" y="16"/>
                      <a:pt x="2025" y="12"/>
                    </a:cubicBezTo>
                    <a:cubicBezTo>
                      <a:pt x="2049" y="8"/>
                      <a:pt x="2074" y="5"/>
                      <a:pt x="2099" y="3"/>
                    </a:cubicBezTo>
                    <a:cubicBezTo>
                      <a:pt x="2104" y="3"/>
                      <a:pt x="2109" y="2"/>
                      <a:pt x="2115" y="2"/>
                    </a:cubicBezTo>
                    <a:cubicBezTo>
                      <a:pt x="2122" y="2"/>
                      <a:pt x="2130" y="1"/>
                      <a:pt x="2137" y="1"/>
                    </a:cubicBezTo>
                    <a:cubicBezTo>
                      <a:pt x="2144" y="0"/>
                      <a:pt x="2150" y="0"/>
                      <a:pt x="2157" y="0"/>
                    </a:cubicBezTo>
                    <a:cubicBezTo>
                      <a:pt x="2163" y="0"/>
                      <a:pt x="2169" y="0"/>
                      <a:pt x="2175" y="0"/>
                    </a:cubicBezTo>
                    <a:cubicBezTo>
                      <a:pt x="2190" y="0"/>
                      <a:pt x="2204" y="0"/>
                      <a:pt x="2219" y="0"/>
                    </a:cubicBezTo>
                    <a:cubicBezTo>
                      <a:pt x="2226" y="1"/>
                      <a:pt x="2234" y="1"/>
                      <a:pt x="2241" y="1"/>
                    </a:cubicBezTo>
                    <a:cubicBezTo>
                      <a:pt x="2250" y="2"/>
                      <a:pt x="2258" y="2"/>
                      <a:pt x="2267" y="3"/>
                    </a:cubicBezTo>
                    <a:cubicBezTo>
                      <a:pt x="2269" y="3"/>
                      <a:pt x="2272" y="4"/>
                      <a:pt x="2276" y="4"/>
                    </a:cubicBezTo>
                    <a:cubicBezTo>
                      <a:pt x="2279" y="5"/>
                      <a:pt x="2282" y="5"/>
                      <a:pt x="2285" y="5"/>
                    </a:cubicBezTo>
                    <a:cubicBezTo>
                      <a:pt x="2289" y="6"/>
                      <a:pt x="2294" y="7"/>
                      <a:pt x="2298" y="7"/>
                    </a:cubicBezTo>
                    <a:cubicBezTo>
                      <a:pt x="2302" y="8"/>
                      <a:pt x="2305" y="9"/>
                      <a:pt x="2308" y="10"/>
                    </a:cubicBezTo>
                    <a:cubicBezTo>
                      <a:pt x="2312" y="10"/>
                      <a:pt x="2315" y="12"/>
                      <a:pt x="2319" y="13"/>
                    </a:cubicBezTo>
                    <a:cubicBezTo>
                      <a:pt x="2321" y="13"/>
                      <a:pt x="2324" y="14"/>
                      <a:pt x="2326" y="15"/>
                    </a:cubicBezTo>
                    <a:cubicBezTo>
                      <a:pt x="2329" y="16"/>
                      <a:pt x="2332" y="17"/>
                      <a:pt x="2335" y="19"/>
                    </a:cubicBezTo>
                    <a:cubicBezTo>
                      <a:pt x="2336" y="19"/>
                      <a:pt x="2338" y="20"/>
                      <a:pt x="2339" y="21"/>
                    </a:cubicBezTo>
                    <a:cubicBezTo>
                      <a:pt x="2340" y="22"/>
                      <a:pt x="2341" y="23"/>
                      <a:pt x="2342" y="24"/>
                    </a:cubicBezTo>
                    <a:cubicBezTo>
                      <a:pt x="2345" y="26"/>
                      <a:pt x="2346" y="28"/>
                      <a:pt x="2348" y="30"/>
                    </a:cubicBezTo>
                    <a:cubicBezTo>
                      <a:pt x="2349" y="32"/>
                      <a:pt x="2350" y="35"/>
                      <a:pt x="2350" y="38"/>
                    </a:cubicBezTo>
                    <a:cubicBezTo>
                      <a:pt x="2349" y="44"/>
                      <a:pt x="2345" y="48"/>
                      <a:pt x="2339" y="48"/>
                    </a:cubicBezTo>
                    <a:cubicBezTo>
                      <a:pt x="2334" y="48"/>
                      <a:pt x="2329" y="44"/>
                      <a:pt x="2329" y="40"/>
                    </a:cubicBezTo>
                    <a:cubicBezTo>
                      <a:pt x="2329" y="40"/>
                      <a:pt x="2329" y="39"/>
                      <a:pt x="2328" y="39"/>
                    </a:cubicBezTo>
                    <a:cubicBezTo>
                      <a:pt x="2328" y="38"/>
                      <a:pt x="2328" y="38"/>
                      <a:pt x="2327" y="38"/>
                    </a:cubicBezTo>
                    <a:cubicBezTo>
                      <a:pt x="2327" y="37"/>
                      <a:pt x="2326" y="37"/>
                      <a:pt x="2325" y="37"/>
                    </a:cubicBezTo>
                    <a:cubicBezTo>
                      <a:pt x="2324" y="36"/>
                      <a:pt x="2324" y="36"/>
                      <a:pt x="2322" y="35"/>
                    </a:cubicBezTo>
                    <a:cubicBezTo>
                      <a:pt x="2317" y="33"/>
                      <a:pt x="2310" y="31"/>
                      <a:pt x="2304" y="30"/>
                    </a:cubicBezTo>
                    <a:cubicBezTo>
                      <a:pt x="2300" y="28"/>
                      <a:pt x="2297" y="28"/>
                      <a:pt x="2294" y="27"/>
                    </a:cubicBezTo>
                    <a:cubicBezTo>
                      <a:pt x="2289" y="26"/>
                      <a:pt x="2285" y="26"/>
                      <a:pt x="2280" y="25"/>
                    </a:cubicBezTo>
                    <a:lnTo>
                      <a:pt x="2281" y="25"/>
                    </a:lnTo>
                    <a:cubicBezTo>
                      <a:pt x="2276" y="24"/>
                      <a:pt x="2271" y="24"/>
                      <a:pt x="2266" y="23"/>
                    </a:cubicBezTo>
                    <a:cubicBezTo>
                      <a:pt x="2261" y="22"/>
                      <a:pt x="2255" y="22"/>
                      <a:pt x="2250" y="21"/>
                    </a:cubicBezTo>
                    <a:cubicBezTo>
                      <a:pt x="2245" y="21"/>
                      <a:pt x="2240" y="21"/>
                      <a:pt x="2235" y="21"/>
                    </a:cubicBezTo>
                    <a:cubicBezTo>
                      <a:pt x="2230" y="20"/>
                      <a:pt x="2224" y="20"/>
                      <a:pt x="2219" y="20"/>
                    </a:cubicBezTo>
                    <a:cubicBezTo>
                      <a:pt x="2200" y="20"/>
                      <a:pt x="2180" y="20"/>
                      <a:pt x="2160" y="20"/>
                    </a:cubicBezTo>
                    <a:cubicBezTo>
                      <a:pt x="2151" y="20"/>
                      <a:pt x="2142" y="20"/>
                      <a:pt x="2133" y="21"/>
                    </a:cubicBezTo>
                    <a:cubicBezTo>
                      <a:pt x="2127" y="21"/>
                      <a:pt x="2120" y="21"/>
                      <a:pt x="2114" y="21"/>
                    </a:cubicBezTo>
                    <a:cubicBezTo>
                      <a:pt x="2109" y="21"/>
                      <a:pt x="2103" y="22"/>
                      <a:pt x="2098" y="23"/>
                    </a:cubicBezTo>
                    <a:cubicBezTo>
                      <a:pt x="2087" y="23"/>
                      <a:pt x="2077" y="24"/>
                      <a:pt x="2066" y="26"/>
                    </a:cubicBezTo>
                    <a:cubicBezTo>
                      <a:pt x="2056" y="27"/>
                      <a:pt x="2047" y="28"/>
                      <a:pt x="2038" y="29"/>
                    </a:cubicBezTo>
                    <a:cubicBezTo>
                      <a:pt x="2025" y="31"/>
                      <a:pt x="2012" y="34"/>
                      <a:pt x="2000" y="36"/>
                    </a:cubicBezTo>
                    <a:cubicBezTo>
                      <a:pt x="1988" y="38"/>
                      <a:pt x="1976" y="41"/>
                      <a:pt x="1965" y="43"/>
                    </a:cubicBezTo>
                    <a:cubicBezTo>
                      <a:pt x="1940" y="48"/>
                      <a:pt x="1915" y="54"/>
                      <a:pt x="1890" y="60"/>
                    </a:cubicBezTo>
                    <a:cubicBezTo>
                      <a:pt x="1881" y="63"/>
                      <a:pt x="1873" y="65"/>
                      <a:pt x="1865" y="68"/>
                    </a:cubicBezTo>
                    <a:cubicBezTo>
                      <a:pt x="1856" y="70"/>
                      <a:pt x="1848" y="74"/>
                      <a:pt x="1840" y="77"/>
                    </a:cubicBezTo>
                    <a:cubicBezTo>
                      <a:pt x="1836" y="79"/>
                      <a:pt x="1832" y="81"/>
                      <a:pt x="1827" y="83"/>
                    </a:cubicBezTo>
                    <a:cubicBezTo>
                      <a:pt x="1823" y="84"/>
                      <a:pt x="1820" y="87"/>
                      <a:pt x="1816" y="88"/>
                    </a:cubicBezTo>
                    <a:cubicBezTo>
                      <a:pt x="1807" y="93"/>
                      <a:pt x="1799" y="98"/>
                      <a:pt x="1791" y="102"/>
                    </a:cubicBezTo>
                    <a:cubicBezTo>
                      <a:pt x="1786" y="105"/>
                      <a:pt x="1782" y="107"/>
                      <a:pt x="1778" y="110"/>
                    </a:cubicBezTo>
                    <a:cubicBezTo>
                      <a:pt x="1771" y="114"/>
                      <a:pt x="1765" y="118"/>
                      <a:pt x="1760" y="122"/>
                    </a:cubicBezTo>
                    <a:cubicBezTo>
                      <a:pt x="1749" y="129"/>
                      <a:pt x="1738" y="137"/>
                      <a:pt x="1728" y="144"/>
                    </a:cubicBezTo>
                    <a:cubicBezTo>
                      <a:pt x="1708" y="158"/>
                      <a:pt x="1687" y="171"/>
                      <a:pt x="1667" y="183"/>
                    </a:cubicBezTo>
                    <a:cubicBezTo>
                      <a:pt x="1646" y="196"/>
                      <a:pt x="1624" y="208"/>
                      <a:pt x="1604" y="221"/>
                    </a:cubicBezTo>
                    <a:cubicBezTo>
                      <a:pt x="1592" y="227"/>
                      <a:pt x="1582" y="233"/>
                      <a:pt x="1571" y="240"/>
                    </a:cubicBezTo>
                    <a:cubicBezTo>
                      <a:pt x="1560" y="247"/>
                      <a:pt x="1549" y="255"/>
                      <a:pt x="1539" y="263"/>
                    </a:cubicBezTo>
                    <a:cubicBezTo>
                      <a:pt x="1532" y="268"/>
                      <a:pt x="1527" y="273"/>
                      <a:pt x="1520" y="278"/>
                    </a:cubicBezTo>
                    <a:cubicBezTo>
                      <a:pt x="1515" y="282"/>
                      <a:pt x="1510" y="288"/>
                      <a:pt x="1504" y="292"/>
                    </a:cubicBezTo>
                    <a:cubicBezTo>
                      <a:pt x="1498" y="299"/>
                      <a:pt x="1492" y="306"/>
                      <a:pt x="1486" y="313"/>
                    </a:cubicBezTo>
                    <a:cubicBezTo>
                      <a:pt x="1480" y="320"/>
                      <a:pt x="1474" y="328"/>
                      <a:pt x="1468" y="335"/>
                    </a:cubicBezTo>
                    <a:cubicBezTo>
                      <a:pt x="1462" y="343"/>
                      <a:pt x="1456" y="351"/>
                      <a:pt x="1449" y="358"/>
                    </a:cubicBezTo>
                    <a:cubicBezTo>
                      <a:pt x="1446" y="362"/>
                      <a:pt x="1443" y="366"/>
                      <a:pt x="1439" y="370"/>
                    </a:cubicBezTo>
                    <a:cubicBezTo>
                      <a:pt x="1436" y="373"/>
                      <a:pt x="1433" y="377"/>
                      <a:pt x="1429" y="381"/>
                    </a:cubicBezTo>
                    <a:lnTo>
                      <a:pt x="1428" y="382"/>
                    </a:lnTo>
                    <a:cubicBezTo>
                      <a:pt x="1424" y="386"/>
                      <a:pt x="1420" y="390"/>
                      <a:pt x="1416" y="394"/>
                    </a:cubicBezTo>
                    <a:cubicBezTo>
                      <a:pt x="1413" y="397"/>
                      <a:pt x="1409" y="400"/>
                      <a:pt x="1407" y="403"/>
                    </a:cubicBezTo>
                    <a:cubicBezTo>
                      <a:pt x="1401" y="407"/>
                      <a:pt x="1397" y="412"/>
                      <a:pt x="1391" y="416"/>
                    </a:cubicBezTo>
                    <a:cubicBezTo>
                      <a:pt x="1379" y="426"/>
                      <a:pt x="1368" y="436"/>
                      <a:pt x="1355" y="446"/>
                    </a:cubicBezTo>
                    <a:cubicBezTo>
                      <a:pt x="1334" y="465"/>
                      <a:pt x="1313" y="484"/>
                      <a:pt x="1292" y="504"/>
                    </a:cubicBezTo>
                    <a:cubicBezTo>
                      <a:pt x="1291" y="506"/>
                      <a:pt x="1289" y="507"/>
                      <a:pt x="1288" y="509"/>
                    </a:cubicBezTo>
                    <a:cubicBezTo>
                      <a:pt x="1288" y="508"/>
                      <a:pt x="1289" y="508"/>
                      <a:pt x="1289" y="507"/>
                    </a:cubicBezTo>
                    <a:cubicBezTo>
                      <a:pt x="1288" y="509"/>
                      <a:pt x="1287" y="510"/>
                      <a:pt x="1285" y="511"/>
                    </a:cubicBezTo>
                    <a:lnTo>
                      <a:pt x="1286" y="510"/>
                    </a:lnTo>
                    <a:cubicBezTo>
                      <a:pt x="1275" y="521"/>
                      <a:pt x="1264" y="532"/>
                      <a:pt x="1252" y="543"/>
                    </a:cubicBezTo>
                    <a:cubicBezTo>
                      <a:pt x="1235" y="560"/>
                      <a:pt x="1220" y="577"/>
                      <a:pt x="1204" y="595"/>
                    </a:cubicBezTo>
                    <a:cubicBezTo>
                      <a:pt x="1196" y="603"/>
                      <a:pt x="1189" y="612"/>
                      <a:pt x="1181" y="622"/>
                    </a:cubicBezTo>
                    <a:cubicBezTo>
                      <a:pt x="1173" y="630"/>
                      <a:pt x="1166" y="639"/>
                      <a:pt x="1158" y="647"/>
                    </a:cubicBezTo>
                    <a:cubicBezTo>
                      <a:pt x="1140" y="665"/>
                      <a:pt x="1121" y="682"/>
                      <a:pt x="1101" y="697"/>
                    </a:cubicBezTo>
                    <a:cubicBezTo>
                      <a:pt x="1083" y="711"/>
                      <a:pt x="1063" y="725"/>
                      <a:pt x="1044" y="739"/>
                    </a:cubicBezTo>
                    <a:cubicBezTo>
                      <a:pt x="1030" y="749"/>
                      <a:pt x="1016" y="758"/>
                      <a:pt x="1002" y="769"/>
                    </a:cubicBezTo>
                    <a:cubicBezTo>
                      <a:pt x="999" y="772"/>
                      <a:pt x="996" y="774"/>
                      <a:pt x="993" y="777"/>
                    </a:cubicBezTo>
                    <a:cubicBezTo>
                      <a:pt x="989" y="779"/>
                      <a:pt x="986" y="783"/>
                      <a:pt x="982" y="786"/>
                    </a:cubicBezTo>
                    <a:cubicBezTo>
                      <a:pt x="974" y="795"/>
                      <a:pt x="966" y="803"/>
                      <a:pt x="959" y="812"/>
                    </a:cubicBezTo>
                    <a:cubicBezTo>
                      <a:pt x="951" y="821"/>
                      <a:pt x="943" y="830"/>
                      <a:pt x="936" y="838"/>
                    </a:cubicBezTo>
                    <a:cubicBezTo>
                      <a:pt x="928" y="848"/>
                      <a:pt x="919" y="857"/>
                      <a:pt x="911" y="866"/>
                    </a:cubicBezTo>
                    <a:cubicBezTo>
                      <a:pt x="903" y="874"/>
                      <a:pt x="894" y="882"/>
                      <a:pt x="886" y="890"/>
                    </a:cubicBezTo>
                    <a:cubicBezTo>
                      <a:pt x="869" y="907"/>
                      <a:pt x="851" y="923"/>
                      <a:pt x="833" y="940"/>
                    </a:cubicBezTo>
                    <a:cubicBezTo>
                      <a:pt x="816" y="957"/>
                      <a:pt x="798" y="973"/>
                      <a:pt x="780" y="990"/>
                    </a:cubicBezTo>
                    <a:cubicBezTo>
                      <a:pt x="768" y="1001"/>
                      <a:pt x="756" y="1012"/>
                      <a:pt x="744" y="1024"/>
                    </a:cubicBezTo>
                    <a:cubicBezTo>
                      <a:pt x="732" y="1034"/>
                      <a:pt x="722" y="1044"/>
                      <a:pt x="711" y="1054"/>
                    </a:cubicBezTo>
                    <a:cubicBezTo>
                      <a:pt x="702" y="1064"/>
                      <a:pt x="693" y="1074"/>
                      <a:pt x="684" y="1083"/>
                    </a:cubicBezTo>
                    <a:cubicBezTo>
                      <a:pt x="676" y="1091"/>
                      <a:pt x="668" y="1100"/>
                      <a:pt x="661" y="1109"/>
                    </a:cubicBezTo>
                    <a:cubicBezTo>
                      <a:pt x="643" y="1128"/>
                      <a:pt x="626" y="1146"/>
                      <a:pt x="610" y="1165"/>
                    </a:cubicBezTo>
                    <a:cubicBezTo>
                      <a:pt x="601" y="1174"/>
                      <a:pt x="592" y="1184"/>
                      <a:pt x="583" y="1194"/>
                    </a:cubicBezTo>
                    <a:cubicBezTo>
                      <a:pt x="575" y="1203"/>
                      <a:pt x="565" y="1212"/>
                      <a:pt x="556" y="1221"/>
                    </a:cubicBezTo>
                    <a:cubicBezTo>
                      <a:pt x="538" y="1239"/>
                      <a:pt x="520" y="1256"/>
                      <a:pt x="501" y="1273"/>
                    </a:cubicBezTo>
                    <a:cubicBezTo>
                      <a:pt x="492" y="1281"/>
                      <a:pt x="484" y="1289"/>
                      <a:pt x="475" y="1296"/>
                    </a:cubicBezTo>
                    <a:cubicBezTo>
                      <a:pt x="468" y="1303"/>
                      <a:pt x="460" y="1310"/>
                      <a:pt x="453" y="1317"/>
                    </a:cubicBezTo>
                    <a:lnTo>
                      <a:pt x="454" y="1317"/>
                    </a:lnTo>
                    <a:cubicBezTo>
                      <a:pt x="436" y="1335"/>
                      <a:pt x="418" y="1354"/>
                      <a:pt x="400" y="1373"/>
                    </a:cubicBezTo>
                    <a:cubicBezTo>
                      <a:pt x="376" y="1396"/>
                      <a:pt x="353" y="1419"/>
                      <a:pt x="325" y="1438"/>
                    </a:cubicBezTo>
                    <a:cubicBezTo>
                      <a:pt x="313" y="1446"/>
                      <a:pt x="300" y="1454"/>
                      <a:pt x="286" y="1460"/>
                    </a:cubicBezTo>
                    <a:cubicBezTo>
                      <a:pt x="272" y="1468"/>
                      <a:pt x="256" y="1473"/>
                      <a:pt x="240" y="1478"/>
                    </a:cubicBezTo>
                    <a:cubicBezTo>
                      <a:pt x="234" y="1480"/>
                      <a:pt x="227" y="1482"/>
                      <a:pt x="220" y="1484"/>
                    </a:cubicBezTo>
                    <a:cubicBezTo>
                      <a:pt x="215" y="1486"/>
                      <a:pt x="210" y="1487"/>
                      <a:pt x="205" y="1488"/>
                    </a:cubicBezTo>
                    <a:cubicBezTo>
                      <a:pt x="199" y="1490"/>
                      <a:pt x="192" y="1491"/>
                      <a:pt x="185" y="1493"/>
                    </a:cubicBezTo>
                    <a:cubicBezTo>
                      <a:pt x="178" y="1494"/>
                      <a:pt x="171" y="1495"/>
                      <a:pt x="164" y="1497"/>
                    </a:cubicBezTo>
                    <a:cubicBezTo>
                      <a:pt x="160" y="1498"/>
                      <a:pt x="155" y="1499"/>
                      <a:pt x="150" y="1500"/>
                    </a:cubicBezTo>
                    <a:cubicBezTo>
                      <a:pt x="143" y="1501"/>
                      <a:pt x="136" y="1502"/>
                      <a:pt x="130" y="1503"/>
                    </a:cubicBezTo>
                    <a:cubicBezTo>
                      <a:pt x="129" y="1503"/>
                      <a:pt x="128" y="1503"/>
                      <a:pt x="128" y="1504"/>
                    </a:cubicBezTo>
                    <a:cubicBezTo>
                      <a:pt x="119" y="1505"/>
                      <a:pt x="110" y="1506"/>
                      <a:pt x="100" y="1507"/>
                    </a:cubicBezTo>
                    <a:cubicBezTo>
                      <a:pt x="94" y="1508"/>
                      <a:pt x="88" y="1508"/>
                      <a:pt x="82" y="1509"/>
                    </a:cubicBezTo>
                    <a:cubicBezTo>
                      <a:pt x="78" y="1509"/>
                      <a:pt x="73" y="1510"/>
                      <a:pt x="68" y="1510"/>
                    </a:cubicBezTo>
                    <a:cubicBezTo>
                      <a:pt x="55" y="1511"/>
                      <a:pt x="43" y="1511"/>
                      <a:pt x="30" y="1511"/>
                    </a:cubicBezTo>
                    <a:cubicBezTo>
                      <a:pt x="23" y="1511"/>
                      <a:pt x="16" y="1511"/>
                      <a:pt x="10" y="15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6" name="Google Shape;1776;p19"/>
              <p:cNvSpPr/>
              <p:nvPr/>
            </p:nvSpPr>
            <p:spPr>
              <a:xfrm>
                <a:off x="1373400" y="2525760"/>
                <a:ext cx="14760" cy="29520"/>
              </a:xfrm>
              <a:custGeom>
                <a:avLst/>
                <a:gdLst/>
                <a:ahLst/>
                <a:cxnLst/>
                <a:rect l="l" t="t" r="r" b="b"/>
                <a:pathLst>
                  <a:path w="41" h="82" extrusionOk="0">
                    <a:moveTo>
                      <a:pt x="19" y="73"/>
                    </a:moveTo>
                    <a:cubicBezTo>
                      <a:pt x="17" y="65"/>
                      <a:pt x="15" y="55"/>
                      <a:pt x="13" y="46"/>
                    </a:cubicBezTo>
                    <a:cubicBezTo>
                      <a:pt x="11" y="40"/>
                      <a:pt x="9" y="34"/>
                      <a:pt x="7" y="27"/>
                    </a:cubicBezTo>
                    <a:cubicBezTo>
                      <a:pt x="6" y="25"/>
                      <a:pt x="5" y="24"/>
                      <a:pt x="5" y="23"/>
                    </a:cubicBezTo>
                    <a:cubicBezTo>
                      <a:pt x="4" y="21"/>
                      <a:pt x="3" y="20"/>
                      <a:pt x="2" y="18"/>
                    </a:cubicBezTo>
                    <a:cubicBezTo>
                      <a:pt x="2" y="18"/>
                      <a:pt x="3" y="19"/>
                      <a:pt x="4" y="20"/>
                    </a:cubicBezTo>
                    <a:cubicBezTo>
                      <a:pt x="1" y="17"/>
                      <a:pt x="0" y="11"/>
                      <a:pt x="2" y="7"/>
                    </a:cubicBezTo>
                    <a:cubicBezTo>
                      <a:pt x="6" y="2"/>
                      <a:pt x="13" y="0"/>
                      <a:pt x="18" y="4"/>
                    </a:cubicBezTo>
                    <a:cubicBezTo>
                      <a:pt x="20" y="6"/>
                      <a:pt x="22" y="9"/>
                      <a:pt x="23" y="13"/>
                    </a:cubicBezTo>
                    <a:cubicBezTo>
                      <a:pt x="24" y="15"/>
                      <a:pt x="25" y="17"/>
                      <a:pt x="26" y="20"/>
                    </a:cubicBezTo>
                    <a:cubicBezTo>
                      <a:pt x="27" y="24"/>
                      <a:pt x="29" y="29"/>
                      <a:pt x="30" y="34"/>
                    </a:cubicBezTo>
                    <a:cubicBezTo>
                      <a:pt x="30" y="33"/>
                      <a:pt x="30" y="33"/>
                      <a:pt x="30" y="32"/>
                    </a:cubicBezTo>
                    <a:cubicBezTo>
                      <a:pt x="30" y="35"/>
                      <a:pt x="32" y="38"/>
                      <a:pt x="32" y="40"/>
                    </a:cubicBezTo>
                    <a:lnTo>
                      <a:pt x="32" y="39"/>
                    </a:lnTo>
                    <a:cubicBezTo>
                      <a:pt x="34" y="49"/>
                      <a:pt x="37" y="59"/>
                      <a:pt x="39" y="69"/>
                    </a:cubicBezTo>
                    <a:cubicBezTo>
                      <a:pt x="40" y="75"/>
                      <a:pt x="36" y="80"/>
                      <a:pt x="31" y="81"/>
                    </a:cubicBezTo>
                    <a:cubicBezTo>
                      <a:pt x="30" y="81"/>
                      <a:pt x="29" y="81"/>
                      <a:pt x="29" y="81"/>
                    </a:cubicBezTo>
                    <a:cubicBezTo>
                      <a:pt x="24" y="81"/>
                      <a:pt x="20" y="78"/>
                      <a:pt x="19" y="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7" name="Google Shape;1777;p19"/>
              <p:cNvSpPr/>
              <p:nvPr/>
            </p:nvSpPr>
            <p:spPr>
              <a:xfrm>
                <a:off x="1527120" y="2281320"/>
                <a:ext cx="42480" cy="72360"/>
              </a:xfrm>
              <a:custGeom>
                <a:avLst/>
                <a:gdLst/>
                <a:ahLst/>
                <a:cxnLst/>
                <a:rect l="l" t="t" r="r" b="b"/>
                <a:pathLst>
                  <a:path w="118" h="201" extrusionOk="0">
                    <a:moveTo>
                      <a:pt x="61" y="198"/>
                    </a:moveTo>
                    <a:cubicBezTo>
                      <a:pt x="59" y="196"/>
                      <a:pt x="58" y="193"/>
                      <a:pt x="58" y="190"/>
                    </a:cubicBezTo>
                    <a:cubicBezTo>
                      <a:pt x="58" y="178"/>
                      <a:pt x="60" y="166"/>
                      <a:pt x="61" y="154"/>
                    </a:cubicBezTo>
                    <a:cubicBezTo>
                      <a:pt x="62" y="149"/>
                      <a:pt x="62" y="144"/>
                      <a:pt x="63" y="139"/>
                    </a:cubicBezTo>
                    <a:cubicBezTo>
                      <a:pt x="64" y="133"/>
                      <a:pt x="65" y="127"/>
                      <a:pt x="65" y="122"/>
                    </a:cubicBezTo>
                    <a:cubicBezTo>
                      <a:pt x="67" y="116"/>
                      <a:pt x="68" y="110"/>
                      <a:pt x="69" y="104"/>
                    </a:cubicBezTo>
                    <a:cubicBezTo>
                      <a:pt x="70" y="98"/>
                      <a:pt x="71" y="93"/>
                      <a:pt x="72" y="87"/>
                    </a:cubicBezTo>
                    <a:cubicBezTo>
                      <a:pt x="74" y="79"/>
                      <a:pt x="76" y="72"/>
                      <a:pt x="78" y="64"/>
                    </a:cubicBezTo>
                    <a:cubicBezTo>
                      <a:pt x="76" y="66"/>
                      <a:pt x="74" y="68"/>
                      <a:pt x="72" y="70"/>
                    </a:cubicBezTo>
                    <a:cubicBezTo>
                      <a:pt x="57" y="86"/>
                      <a:pt x="40" y="100"/>
                      <a:pt x="23" y="113"/>
                    </a:cubicBezTo>
                    <a:cubicBezTo>
                      <a:pt x="21" y="115"/>
                      <a:pt x="19" y="117"/>
                      <a:pt x="16" y="119"/>
                    </a:cubicBezTo>
                    <a:cubicBezTo>
                      <a:pt x="10" y="123"/>
                      <a:pt x="0" y="118"/>
                      <a:pt x="0" y="109"/>
                    </a:cubicBezTo>
                    <a:lnTo>
                      <a:pt x="1" y="108"/>
                    </a:lnTo>
                    <a:cubicBezTo>
                      <a:pt x="1" y="105"/>
                      <a:pt x="3" y="102"/>
                      <a:pt x="5" y="101"/>
                    </a:cubicBezTo>
                    <a:cubicBezTo>
                      <a:pt x="7" y="100"/>
                      <a:pt x="8" y="99"/>
                      <a:pt x="9" y="98"/>
                    </a:cubicBezTo>
                    <a:cubicBezTo>
                      <a:pt x="17" y="92"/>
                      <a:pt x="25" y="86"/>
                      <a:pt x="33" y="79"/>
                    </a:cubicBezTo>
                    <a:cubicBezTo>
                      <a:pt x="41" y="72"/>
                      <a:pt x="49" y="65"/>
                      <a:pt x="56" y="58"/>
                    </a:cubicBezTo>
                    <a:cubicBezTo>
                      <a:pt x="56" y="59"/>
                      <a:pt x="56" y="59"/>
                      <a:pt x="55" y="59"/>
                    </a:cubicBezTo>
                    <a:cubicBezTo>
                      <a:pt x="56" y="59"/>
                      <a:pt x="56" y="58"/>
                      <a:pt x="56" y="58"/>
                    </a:cubicBezTo>
                    <a:cubicBezTo>
                      <a:pt x="61" y="53"/>
                      <a:pt x="65" y="49"/>
                      <a:pt x="70" y="44"/>
                    </a:cubicBezTo>
                    <a:cubicBezTo>
                      <a:pt x="74" y="39"/>
                      <a:pt x="79" y="34"/>
                      <a:pt x="83" y="29"/>
                    </a:cubicBezTo>
                    <a:cubicBezTo>
                      <a:pt x="86" y="25"/>
                      <a:pt x="89" y="21"/>
                      <a:pt x="92" y="16"/>
                    </a:cubicBezTo>
                    <a:cubicBezTo>
                      <a:pt x="92" y="14"/>
                      <a:pt x="93" y="12"/>
                      <a:pt x="95" y="10"/>
                    </a:cubicBezTo>
                    <a:cubicBezTo>
                      <a:pt x="95" y="8"/>
                      <a:pt x="96" y="6"/>
                      <a:pt x="97" y="5"/>
                    </a:cubicBezTo>
                    <a:cubicBezTo>
                      <a:pt x="101" y="1"/>
                      <a:pt x="107" y="0"/>
                      <a:pt x="111" y="3"/>
                    </a:cubicBezTo>
                    <a:cubicBezTo>
                      <a:pt x="116" y="6"/>
                      <a:pt x="117" y="12"/>
                      <a:pt x="115" y="16"/>
                    </a:cubicBezTo>
                    <a:cubicBezTo>
                      <a:pt x="114" y="18"/>
                      <a:pt x="113" y="19"/>
                      <a:pt x="113" y="21"/>
                    </a:cubicBezTo>
                    <a:cubicBezTo>
                      <a:pt x="110" y="28"/>
                      <a:pt x="107" y="36"/>
                      <a:pt x="104" y="44"/>
                    </a:cubicBezTo>
                    <a:cubicBezTo>
                      <a:pt x="102" y="51"/>
                      <a:pt x="100" y="59"/>
                      <a:pt x="97" y="66"/>
                    </a:cubicBezTo>
                    <a:cubicBezTo>
                      <a:pt x="96" y="73"/>
                      <a:pt x="95" y="79"/>
                      <a:pt x="93" y="85"/>
                    </a:cubicBezTo>
                    <a:cubicBezTo>
                      <a:pt x="91" y="92"/>
                      <a:pt x="90" y="98"/>
                      <a:pt x="88" y="105"/>
                    </a:cubicBezTo>
                    <a:cubicBezTo>
                      <a:pt x="86" y="118"/>
                      <a:pt x="84" y="130"/>
                      <a:pt x="82" y="142"/>
                    </a:cubicBezTo>
                    <a:cubicBezTo>
                      <a:pt x="81" y="157"/>
                      <a:pt x="79" y="171"/>
                      <a:pt x="78" y="186"/>
                    </a:cubicBezTo>
                    <a:cubicBezTo>
                      <a:pt x="78" y="187"/>
                      <a:pt x="78" y="188"/>
                      <a:pt x="78" y="189"/>
                    </a:cubicBezTo>
                    <a:cubicBezTo>
                      <a:pt x="79" y="195"/>
                      <a:pt x="75" y="200"/>
                      <a:pt x="69" y="200"/>
                    </a:cubicBezTo>
                    <a:lnTo>
                      <a:pt x="68" y="200"/>
                    </a:lnTo>
                    <a:cubicBezTo>
                      <a:pt x="65" y="200"/>
                      <a:pt x="63" y="200"/>
                      <a:pt x="61" y="19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8" name="Google Shape;1778;p19"/>
              <p:cNvSpPr/>
              <p:nvPr/>
            </p:nvSpPr>
            <p:spPr>
              <a:xfrm>
                <a:off x="1552320" y="2587680"/>
                <a:ext cx="37080" cy="6480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80" extrusionOk="0">
                    <a:moveTo>
                      <a:pt x="30" y="159"/>
                    </a:moveTo>
                    <a:lnTo>
                      <a:pt x="31" y="159"/>
                    </a:lnTo>
                    <a:lnTo>
                      <a:pt x="32" y="158"/>
                    </a:lnTo>
                    <a:cubicBezTo>
                      <a:pt x="33" y="158"/>
                      <a:pt x="34" y="158"/>
                      <a:pt x="34" y="157"/>
                    </a:cubicBezTo>
                    <a:cubicBezTo>
                      <a:pt x="36" y="156"/>
                      <a:pt x="36" y="156"/>
                      <a:pt x="37" y="155"/>
                    </a:cubicBezTo>
                    <a:cubicBezTo>
                      <a:pt x="39" y="154"/>
                      <a:pt x="40" y="153"/>
                      <a:pt x="41" y="152"/>
                    </a:cubicBezTo>
                    <a:cubicBezTo>
                      <a:pt x="42" y="151"/>
                      <a:pt x="43" y="149"/>
                      <a:pt x="44" y="148"/>
                    </a:cubicBezTo>
                    <a:cubicBezTo>
                      <a:pt x="47" y="144"/>
                      <a:pt x="49" y="141"/>
                      <a:pt x="51" y="137"/>
                    </a:cubicBezTo>
                    <a:lnTo>
                      <a:pt x="51" y="138"/>
                    </a:lnTo>
                    <a:cubicBezTo>
                      <a:pt x="55" y="131"/>
                      <a:pt x="58" y="124"/>
                      <a:pt x="62" y="117"/>
                    </a:cubicBezTo>
                    <a:cubicBezTo>
                      <a:pt x="64" y="112"/>
                      <a:pt x="65" y="108"/>
                      <a:pt x="67" y="104"/>
                    </a:cubicBezTo>
                    <a:cubicBezTo>
                      <a:pt x="71" y="94"/>
                      <a:pt x="75" y="84"/>
                      <a:pt x="78" y="73"/>
                    </a:cubicBezTo>
                    <a:cubicBezTo>
                      <a:pt x="79" y="67"/>
                      <a:pt x="80" y="60"/>
                      <a:pt x="82" y="53"/>
                    </a:cubicBezTo>
                    <a:lnTo>
                      <a:pt x="82" y="54"/>
                    </a:lnTo>
                    <a:lnTo>
                      <a:pt x="82" y="53"/>
                    </a:lnTo>
                    <a:cubicBezTo>
                      <a:pt x="82" y="48"/>
                      <a:pt x="82" y="43"/>
                      <a:pt x="82" y="39"/>
                    </a:cubicBezTo>
                    <a:cubicBezTo>
                      <a:pt x="82" y="35"/>
                      <a:pt x="82" y="31"/>
                      <a:pt x="82" y="26"/>
                    </a:cubicBezTo>
                    <a:cubicBezTo>
                      <a:pt x="82" y="27"/>
                      <a:pt x="82" y="27"/>
                      <a:pt x="82" y="28"/>
                    </a:cubicBezTo>
                    <a:cubicBezTo>
                      <a:pt x="82" y="27"/>
                      <a:pt x="82" y="26"/>
                      <a:pt x="81" y="25"/>
                    </a:cubicBezTo>
                    <a:cubicBezTo>
                      <a:pt x="81" y="24"/>
                      <a:pt x="80" y="23"/>
                      <a:pt x="80" y="22"/>
                    </a:cubicBezTo>
                    <a:lnTo>
                      <a:pt x="79" y="21"/>
                    </a:lnTo>
                    <a:lnTo>
                      <a:pt x="78" y="21"/>
                    </a:lnTo>
                    <a:lnTo>
                      <a:pt x="77" y="21"/>
                    </a:lnTo>
                    <a:cubicBezTo>
                      <a:pt x="76" y="22"/>
                      <a:pt x="75" y="22"/>
                      <a:pt x="74" y="22"/>
                    </a:cubicBezTo>
                    <a:cubicBezTo>
                      <a:pt x="73" y="23"/>
                      <a:pt x="72" y="24"/>
                      <a:pt x="72" y="24"/>
                    </a:cubicBezTo>
                    <a:cubicBezTo>
                      <a:pt x="71" y="25"/>
                      <a:pt x="69" y="25"/>
                      <a:pt x="68" y="26"/>
                    </a:cubicBezTo>
                    <a:cubicBezTo>
                      <a:pt x="66" y="28"/>
                      <a:pt x="64" y="30"/>
                      <a:pt x="61" y="32"/>
                    </a:cubicBezTo>
                    <a:lnTo>
                      <a:pt x="62" y="32"/>
                    </a:lnTo>
                    <a:cubicBezTo>
                      <a:pt x="59" y="34"/>
                      <a:pt x="57" y="37"/>
                      <a:pt x="54" y="40"/>
                    </a:cubicBezTo>
                    <a:cubicBezTo>
                      <a:pt x="54" y="40"/>
                      <a:pt x="55" y="40"/>
                      <a:pt x="55" y="39"/>
                    </a:cubicBezTo>
                    <a:cubicBezTo>
                      <a:pt x="54" y="40"/>
                      <a:pt x="54" y="40"/>
                      <a:pt x="54" y="40"/>
                    </a:cubicBezTo>
                    <a:cubicBezTo>
                      <a:pt x="51" y="45"/>
                      <a:pt x="48" y="49"/>
                      <a:pt x="46" y="53"/>
                    </a:cubicBezTo>
                    <a:cubicBezTo>
                      <a:pt x="43" y="59"/>
                      <a:pt x="40" y="64"/>
                      <a:pt x="37" y="69"/>
                    </a:cubicBezTo>
                    <a:cubicBezTo>
                      <a:pt x="38" y="68"/>
                      <a:pt x="38" y="68"/>
                      <a:pt x="38" y="68"/>
                    </a:cubicBezTo>
                    <a:cubicBezTo>
                      <a:pt x="34" y="78"/>
                      <a:pt x="30" y="88"/>
                      <a:pt x="27" y="99"/>
                    </a:cubicBezTo>
                    <a:cubicBezTo>
                      <a:pt x="27" y="99"/>
                      <a:pt x="27" y="100"/>
                      <a:pt x="26" y="100"/>
                    </a:cubicBezTo>
                    <a:cubicBezTo>
                      <a:pt x="26" y="104"/>
                      <a:pt x="26" y="107"/>
                      <a:pt x="26" y="110"/>
                    </a:cubicBezTo>
                    <a:cubicBezTo>
                      <a:pt x="26" y="116"/>
                      <a:pt x="26" y="121"/>
                      <a:pt x="26" y="127"/>
                    </a:cubicBezTo>
                    <a:cubicBezTo>
                      <a:pt x="27" y="133"/>
                      <a:pt x="27" y="139"/>
                      <a:pt x="28" y="145"/>
                    </a:cubicBezTo>
                    <a:cubicBezTo>
                      <a:pt x="29" y="149"/>
                      <a:pt x="29" y="153"/>
                      <a:pt x="30" y="158"/>
                    </a:cubicBezTo>
                    <a:lnTo>
                      <a:pt x="30" y="159"/>
                    </a:lnTo>
                    <a:moveTo>
                      <a:pt x="22" y="179"/>
                    </a:moveTo>
                    <a:cubicBezTo>
                      <a:pt x="20" y="178"/>
                      <a:pt x="18" y="176"/>
                      <a:pt x="16" y="174"/>
                    </a:cubicBezTo>
                    <a:cubicBezTo>
                      <a:pt x="14" y="172"/>
                      <a:pt x="12" y="170"/>
                      <a:pt x="12" y="167"/>
                    </a:cubicBezTo>
                    <a:cubicBezTo>
                      <a:pt x="10" y="163"/>
                      <a:pt x="9" y="158"/>
                      <a:pt x="9" y="153"/>
                    </a:cubicBezTo>
                    <a:cubicBezTo>
                      <a:pt x="8" y="148"/>
                      <a:pt x="8" y="142"/>
                      <a:pt x="7" y="137"/>
                    </a:cubicBezTo>
                    <a:cubicBezTo>
                      <a:pt x="7" y="134"/>
                      <a:pt x="6" y="132"/>
                      <a:pt x="6" y="130"/>
                    </a:cubicBezTo>
                    <a:cubicBezTo>
                      <a:pt x="3" y="128"/>
                      <a:pt x="0" y="124"/>
                      <a:pt x="1" y="119"/>
                    </a:cubicBezTo>
                    <a:cubicBezTo>
                      <a:pt x="3" y="113"/>
                      <a:pt x="5" y="107"/>
                      <a:pt x="6" y="102"/>
                    </a:cubicBezTo>
                    <a:cubicBezTo>
                      <a:pt x="6" y="95"/>
                      <a:pt x="7" y="88"/>
                      <a:pt x="8" y="81"/>
                    </a:cubicBezTo>
                    <a:cubicBezTo>
                      <a:pt x="9" y="77"/>
                      <a:pt x="9" y="73"/>
                      <a:pt x="10" y="70"/>
                    </a:cubicBezTo>
                    <a:cubicBezTo>
                      <a:pt x="11" y="64"/>
                      <a:pt x="12" y="59"/>
                      <a:pt x="14" y="54"/>
                    </a:cubicBezTo>
                    <a:cubicBezTo>
                      <a:pt x="15" y="51"/>
                      <a:pt x="19" y="49"/>
                      <a:pt x="23" y="49"/>
                    </a:cubicBezTo>
                    <a:cubicBezTo>
                      <a:pt x="23" y="48"/>
                      <a:pt x="25" y="49"/>
                      <a:pt x="26" y="49"/>
                    </a:cubicBezTo>
                    <a:cubicBezTo>
                      <a:pt x="30" y="39"/>
                      <a:pt x="37" y="29"/>
                      <a:pt x="44" y="21"/>
                    </a:cubicBezTo>
                    <a:cubicBezTo>
                      <a:pt x="49" y="16"/>
                      <a:pt x="54" y="11"/>
                      <a:pt x="59" y="8"/>
                    </a:cubicBezTo>
                    <a:cubicBezTo>
                      <a:pt x="64" y="4"/>
                      <a:pt x="71" y="2"/>
                      <a:pt x="77" y="1"/>
                    </a:cubicBezTo>
                    <a:cubicBezTo>
                      <a:pt x="83" y="0"/>
                      <a:pt x="89" y="3"/>
                      <a:pt x="93" y="6"/>
                    </a:cubicBezTo>
                    <a:cubicBezTo>
                      <a:pt x="94" y="8"/>
                      <a:pt x="96" y="10"/>
                      <a:pt x="97" y="12"/>
                    </a:cubicBezTo>
                    <a:cubicBezTo>
                      <a:pt x="99" y="15"/>
                      <a:pt x="100" y="18"/>
                      <a:pt x="101" y="22"/>
                    </a:cubicBezTo>
                    <a:cubicBezTo>
                      <a:pt x="101" y="25"/>
                      <a:pt x="101" y="29"/>
                      <a:pt x="101" y="32"/>
                    </a:cubicBezTo>
                    <a:cubicBezTo>
                      <a:pt x="102" y="36"/>
                      <a:pt x="102" y="39"/>
                      <a:pt x="102" y="43"/>
                    </a:cubicBezTo>
                    <a:cubicBezTo>
                      <a:pt x="101" y="50"/>
                      <a:pt x="100" y="58"/>
                      <a:pt x="99" y="66"/>
                    </a:cubicBezTo>
                    <a:cubicBezTo>
                      <a:pt x="97" y="76"/>
                      <a:pt x="94" y="86"/>
                      <a:pt x="90" y="97"/>
                    </a:cubicBezTo>
                    <a:cubicBezTo>
                      <a:pt x="89" y="102"/>
                      <a:pt x="87" y="107"/>
                      <a:pt x="85" y="113"/>
                    </a:cubicBezTo>
                    <a:cubicBezTo>
                      <a:pt x="82" y="119"/>
                      <a:pt x="79" y="124"/>
                      <a:pt x="77" y="130"/>
                    </a:cubicBezTo>
                    <a:cubicBezTo>
                      <a:pt x="74" y="136"/>
                      <a:pt x="71" y="142"/>
                      <a:pt x="68" y="148"/>
                    </a:cubicBezTo>
                    <a:cubicBezTo>
                      <a:pt x="64" y="155"/>
                      <a:pt x="60" y="161"/>
                      <a:pt x="55" y="166"/>
                    </a:cubicBezTo>
                    <a:cubicBezTo>
                      <a:pt x="51" y="170"/>
                      <a:pt x="46" y="174"/>
                      <a:pt x="40" y="177"/>
                    </a:cubicBezTo>
                    <a:cubicBezTo>
                      <a:pt x="38" y="178"/>
                      <a:pt x="35" y="179"/>
                      <a:pt x="32" y="179"/>
                    </a:cubicBezTo>
                    <a:cubicBezTo>
                      <a:pt x="31" y="179"/>
                      <a:pt x="30" y="179"/>
                      <a:pt x="29" y="179"/>
                    </a:cubicBezTo>
                    <a:cubicBezTo>
                      <a:pt x="27" y="179"/>
                      <a:pt x="25" y="179"/>
                      <a:pt x="22" y="1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9" name="Google Shape;1779;p19"/>
              <p:cNvSpPr/>
              <p:nvPr/>
            </p:nvSpPr>
            <p:spPr>
              <a:xfrm>
                <a:off x="1780200" y="2581920"/>
                <a:ext cx="15840" cy="39240"/>
              </a:xfrm>
              <a:custGeom>
                <a:avLst/>
                <a:gdLst/>
                <a:ahLst/>
                <a:cxnLst/>
                <a:rect l="l" t="t" r="r" b="b"/>
                <a:pathLst>
                  <a:path w="44" h="109" extrusionOk="0">
                    <a:moveTo>
                      <a:pt x="10" y="108"/>
                    </a:moveTo>
                    <a:cubicBezTo>
                      <a:pt x="4" y="107"/>
                      <a:pt x="0" y="102"/>
                      <a:pt x="0" y="97"/>
                    </a:cubicBezTo>
                    <a:cubicBezTo>
                      <a:pt x="0" y="89"/>
                      <a:pt x="3" y="81"/>
                      <a:pt x="4" y="73"/>
                    </a:cubicBezTo>
                    <a:cubicBezTo>
                      <a:pt x="6" y="66"/>
                      <a:pt x="7" y="60"/>
                      <a:pt x="9" y="54"/>
                    </a:cubicBezTo>
                    <a:cubicBezTo>
                      <a:pt x="10" y="47"/>
                      <a:pt x="12" y="40"/>
                      <a:pt x="14" y="33"/>
                    </a:cubicBezTo>
                    <a:cubicBezTo>
                      <a:pt x="14" y="28"/>
                      <a:pt x="16" y="25"/>
                      <a:pt x="17" y="21"/>
                    </a:cubicBezTo>
                    <a:cubicBezTo>
                      <a:pt x="18" y="18"/>
                      <a:pt x="18" y="15"/>
                      <a:pt x="20" y="12"/>
                    </a:cubicBezTo>
                    <a:cubicBezTo>
                      <a:pt x="21" y="9"/>
                      <a:pt x="23" y="5"/>
                      <a:pt x="25" y="3"/>
                    </a:cubicBezTo>
                    <a:cubicBezTo>
                      <a:pt x="28" y="1"/>
                      <a:pt x="31" y="0"/>
                      <a:pt x="34" y="1"/>
                    </a:cubicBezTo>
                    <a:cubicBezTo>
                      <a:pt x="38" y="2"/>
                      <a:pt x="41" y="4"/>
                      <a:pt x="42" y="8"/>
                    </a:cubicBezTo>
                    <a:cubicBezTo>
                      <a:pt x="43" y="10"/>
                      <a:pt x="43" y="12"/>
                      <a:pt x="43" y="14"/>
                    </a:cubicBezTo>
                    <a:cubicBezTo>
                      <a:pt x="42" y="16"/>
                      <a:pt x="41" y="18"/>
                      <a:pt x="39" y="20"/>
                    </a:cubicBezTo>
                    <a:cubicBezTo>
                      <a:pt x="37" y="26"/>
                      <a:pt x="35" y="31"/>
                      <a:pt x="33" y="37"/>
                    </a:cubicBezTo>
                    <a:cubicBezTo>
                      <a:pt x="31" y="46"/>
                      <a:pt x="29" y="55"/>
                      <a:pt x="27" y="63"/>
                    </a:cubicBezTo>
                    <a:cubicBezTo>
                      <a:pt x="25" y="73"/>
                      <a:pt x="23" y="83"/>
                      <a:pt x="21" y="93"/>
                    </a:cubicBezTo>
                    <a:cubicBezTo>
                      <a:pt x="21" y="94"/>
                      <a:pt x="21" y="96"/>
                      <a:pt x="21" y="98"/>
                    </a:cubicBezTo>
                    <a:cubicBezTo>
                      <a:pt x="21" y="103"/>
                      <a:pt x="16" y="108"/>
                      <a:pt x="10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0" name="Google Shape;1780;p19"/>
              <p:cNvSpPr/>
              <p:nvPr/>
            </p:nvSpPr>
            <p:spPr>
              <a:xfrm>
                <a:off x="1797840" y="2578320"/>
                <a:ext cx="20160" cy="38520"/>
              </a:xfrm>
              <a:custGeom>
                <a:avLst/>
                <a:gdLst/>
                <a:ahLst/>
                <a:cxnLst/>
                <a:rect l="l" t="t" r="r" b="b"/>
                <a:pathLst>
                  <a:path w="56" h="107" extrusionOk="0">
                    <a:moveTo>
                      <a:pt x="8" y="105"/>
                    </a:moveTo>
                    <a:cubicBezTo>
                      <a:pt x="3" y="104"/>
                      <a:pt x="0" y="98"/>
                      <a:pt x="2" y="93"/>
                    </a:cubicBezTo>
                    <a:cubicBezTo>
                      <a:pt x="4" y="87"/>
                      <a:pt x="6" y="82"/>
                      <a:pt x="7" y="76"/>
                    </a:cubicBezTo>
                    <a:cubicBezTo>
                      <a:pt x="10" y="65"/>
                      <a:pt x="12" y="54"/>
                      <a:pt x="15" y="43"/>
                    </a:cubicBezTo>
                    <a:cubicBezTo>
                      <a:pt x="17" y="37"/>
                      <a:pt x="19" y="31"/>
                      <a:pt x="21" y="26"/>
                    </a:cubicBezTo>
                    <a:cubicBezTo>
                      <a:pt x="25" y="15"/>
                      <a:pt x="31" y="2"/>
                      <a:pt x="43" y="1"/>
                    </a:cubicBezTo>
                    <a:cubicBezTo>
                      <a:pt x="49" y="0"/>
                      <a:pt x="54" y="5"/>
                      <a:pt x="55" y="11"/>
                    </a:cubicBezTo>
                    <a:cubicBezTo>
                      <a:pt x="55" y="16"/>
                      <a:pt x="51" y="20"/>
                      <a:pt x="46" y="22"/>
                    </a:cubicBezTo>
                    <a:cubicBezTo>
                      <a:pt x="46" y="23"/>
                      <a:pt x="45" y="24"/>
                      <a:pt x="44" y="25"/>
                    </a:cubicBezTo>
                    <a:cubicBezTo>
                      <a:pt x="43" y="27"/>
                      <a:pt x="42" y="29"/>
                      <a:pt x="41" y="31"/>
                    </a:cubicBezTo>
                    <a:cubicBezTo>
                      <a:pt x="40" y="34"/>
                      <a:pt x="39" y="37"/>
                      <a:pt x="37" y="41"/>
                    </a:cubicBezTo>
                    <a:cubicBezTo>
                      <a:pt x="36" y="44"/>
                      <a:pt x="35" y="48"/>
                      <a:pt x="34" y="51"/>
                    </a:cubicBezTo>
                    <a:cubicBezTo>
                      <a:pt x="30" y="68"/>
                      <a:pt x="26" y="83"/>
                      <a:pt x="21" y="99"/>
                    </a:cubicBezTo>
                    <a:cubicBezTo>
                      <a:pt x="20" y="104"/>
                      <a:pt x="16" y="106"/>
                      <a:pt x="11" y="106"/>
                    </a:cubicBezTo>
                    <a:cubicBezTo>
                      <a:pt x="11" y="106"/>
                      <a:pt x="10" y="106"/>
                      <a:pt x="8" y="1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1" name="Google Shape;1781;p19"/>
              <p:cNvSpPr/>
              <p:nvPr/>
            </p:nvSpPr>
            <p:spPr>
              <a:xfrm>
                <a:off x="1758240" y="2566800"/>
                <a:ext cx="81720" cy="32040"/>
              </a:xfrm>
              <a:custGeom>
                <a:avLst/>
                <a:gdLst/>
                <a:ahLst/>
                <a:cxnLst/>
                <a:rect l="l" t="t" r="r" b="b"/>
                <a:pathLst>
                  <a:path w="227" h="89" extrusionOk="0">
                    <a:moveTo>
                      <a:pt x="25" y="86"/>
                    </a:moveTo>
                    <a:cubicBezTo>
                      <a:pt x="21" y="82"/>
                      <a:pt x="17" y="78"/>
                      <a:pt x="13" y="74"/>
                    </a:cubicBezTo>
                    <a:cubicBezTo>
                      <a:pt x="7" y="67"/>
                      <a:pt x="0" y="60"/>
                      <a:pt x="1" y="51"/>
                    </a:cubicBezTo>
                    <a:cubicBezTo>
                      <a:pt x="1" y="38"/>
                      <a:pt x="12" y="28"/>
                      <a:pt x="22" y="21"/>
                    </a:cubicBezTo>
                    <a:cubicBezTo>
                      <a:pt x="35" y="14"/>
                      <a:pt x="49" y="10"/>
                      <a:pt x="63" y="6"/>
                    </a:cubicBezTo>
                    <a:cubicBezTo>
                      <a:pt x="87" y="1"/>
                      <a:pt x="112" y="0"/>
                      <a:pt x="137" y="0"/>
                    </a:cubicBezTo>
                    <a:cubicBezTo>
                      <a:pt x="148" y="1"/>
                      <a:pt x="159" y="1"/>
                      <a:pt x="170" y="2"/>
                    </a:cubicBezTo>
                    <a:cubicBezTo>
                      <a:pt x="186" y="3"/>
                      <a:pt x="201" y="5"/>
                      <a:pt x="216" y="6"/>
                    </a:cubicBezTo>
                    <a:cubicBezTo>
                      <a:pt x="221" y="7"/>
                      <a:pt x="226" y="11"/>
                      <a:pt x="225" y="17"/>
                    </a:cubicBezTo>
                    <a:cubicBezTo>
                      <a:pt x="225" y="19"/>
                      <a:pt x="224" y="21"/>
                      <a:pt x="222" y="23"/>
                    </a:cubicBezTo>
                    <a:cubicBezTo>
                      <a:pt x="219" y="26"/>
                      <a:pt x="216" y="26"/>
                      <a:pt x="213" y="26"/>
                    </a:cubicBezTo>
                    <a:cubicBezTo>
                      <a:pt x="212" y="26"/>
                      <a:pt x="210" y="25"/>
                      <a:pt x="208" y="25"/>
                    </a:cubicBezTo>
                    <a:cubicBezTo>
                      <a:pt x="209" y="25"/>
                      <a:pt x="209" y="25"/>
                      <a:pt x="209" y="25"/>
                    </a:cubicBezTo>
                    <a:cubicBezTo>
                      <a:pt x="196" y="23"/>
                      <a:pt x="182" y="22"/>
                      <a:pt x="169" y="21"/>
                    </a:cubicBezTo>
                    <a:cubicBezTo>
                      <a:pt x="155" y="20"/>
                      <a:pt x="141" y="20"/>
                      <a:pt x="128" y="19"/>
                    </a:cubicBezTo>
                    <a:lnTo>
                      <a:pt x="129" y="19"/>
                    </a:lnTo>
                    <a:cubicBezTo>
                      <a:pt x="115" y="19"/>
                      <a:pt x="101" y="20"/>
                      <a:pt x="87" y="22"/>
                    </a:cubicBezTo>
                    <a:cubicBezTo>
                      <a:pt x="88" y="22"/>
                      <a:pt x="88" y="22"/>
                      <a:pt x="89" y="21"/>
                    </a:cubicBezTo>
                    <a:cubicBezTo>
                      <a:pt x="79" y="23"/>
                      <a:pt x="70" y="25"/>
                      <a:pt x="61" y="27"/>
                    </a:cubicBezTo>
                    <a:cubicBezTo>
                      <a:pt x="62" y="27"/>
                      <a:pt x="62" y="27"/>
                      <a:pt x="63" y="27"/>
                    </a:cubicBezTo>
                    <a:cubicBezTo>
                      <a:pt x="56" y="28"/>
                      <a:pt x="49" y="31"/>
                      <a:pt x="43" y="34"/>
                    </a:cubicBezTo>
                    <a:cubicBezTo>
                      <a:pt x="40" y="35"/>
                      <a:pt x="37" y="36"/>
                      <a:pt x="35" y="38"/>
                    </a:cubicBezTo>
                    <a:cubicBezTo>
                      <a:pt x="33" y="39"/>
                      <a:pt x="31" y="40"/>
                      <a:pt x="29" y="41"/>
                    </a:cubicBezTo>
                    <a:cubicBezTo>
                      <a:pt x="28" y="42"/>
                      <a:pt x="27" y="43"/>
                      <a:pt x="26" y="44"/>
                    </a:cubicBezTo>
                    <a:cubicBezTo>
                      <a:pt x="25" y="45"/>
                      <a:pt x="24" y="46"/>
                      <a:pt x="24" y="46"/>
                    </a:cubicBezTo>
                    <a:cubicBezTo>
                      <a:pt x="23" y="47"/>
                      <a:pt x="23" y="48"/>
                      <a:pt x="22" y="48"/>
                    </a:cubicBezTo>
                    <a:cubicBezTo>
                      <a:pt x="22" y="49"/>
                      <a:pt x="22" y="49"/>
                      <a:pt x="22" y="49"/>
                    </a:cubicBezTo>
                    <a:cubicBezTo>
                      <a:pt x="22" y="50"/>
                      <a:pt x="22" y="50"/>
                      <a:pt x="22" y="51"/>
                    </a:cubicBezTo>
                    <a:cubicBezTo>
                      <a:pt x="21" y="51"/>
                      <a:pt x="21" y="51"/>
                      <a:pt x="21" y="51"/>
                    </a:cubicBezTo>
                    <a:cubicBezTo>
                      <a:pt x="21" y="52"/>
                      <a:pt x="21" y="52"/>
                      <a:pt x="21" y="52"/>
                    </a:cubicBezTo>
                    <a:cubicBezTo>
                      <a:pt x="22" y="52"/>
                      <a:pt x="22" y="52"/>
                      <a:pt x="22" y="52"/>
                    </a:cubicBezTo>
                    <a:lnTo>
                      <a:pt x="22" y="53"/>
                    </a:lnTo>
                    <a:cubicBezTo>
                      <a:pt x="24" y="55"/>
                      <a:pt x="25" y="56"/>
                      <a:pt x="26" y="58"/>
                    </a:cubicBezTo>
                    <a:cubicBezTo>
                      <a:pt x="31" y="62"/>
                      <a:pt x="35" y="66"/>
                      <a:pt x="39" y="70"/>
                    </a:cubicBezTo>
                    <a:cubicBezTo>
                      <a:pt x="44" y="74"/>
                      <a:pt x="44" y="81"/>
                      <a:pt x="40" y="85"/>
                    </a:cubicBezTo>
                    <a:cubicBezTo>
                      <a:pt x="38" y="87"/>
                      <a:pt x="35" y="88"/>
                      <a:pt x="32" y="88"/>
                    </a:cubicBezTo>
                    <a:cubicBezTo>
                      <a:pt x="30" y="88"/>
                      <a:pt x="28" y="88"/>
                      <a:pt x="25" y="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2" name="Google Shape;1782;p19"/>
              <p:cNvSpPr/>
              <p:nvPr/>
            </p:nvSpPr>
            <p:spPr>
              <a:xfrm>
                <a:off x="1787760" y="2571120"/>
                <a:ext cx="62280" cy="91800"/>
              </a:xfrm>
              <a:custGeom>
                <a:avLst/>
                <a:gdLst/>
                <a:ahLst/>
                <a:cxnLst/>
                <a:rect l="l" t="t" r="r" b="b"/>
                <a:pathLst>
                  <a:path w="173" h="255" extrusionOk="0">
                    <a:moveTo>
                      <a:pt x="6" y="252"/>
                    </a:moveTo>
                    <a:cubicBezTo>
                      <a:pt x="1" y="249"/>
                      <a:pt x="0" y="243"/>
                      <a:pt x="3" y="238"/>
                    </a:cubicBezTo>
                    <a:cubicBezTo>
                      <a:pt x="14" y="223"/>
                      <a:pt x="25" y="207"/>
                      <a:pt x="36" y="191"/>
                    </a:cubicBezTo>
                    <a:cubicBezTo>
                      <a:pt x="41" y="184"/>
                      <a:pt x="45" y="177"/>
                      <a:pt x="49" y="170"/>
                    </a:cubicBezTo>
                    <a:cubicBezTo>
                      <a:pt x="55" y="161"/>
                      <a:pt x="60" y="154"/>
                      <a:pt x="64" y="146"/>
                    </a:cubicBezTo>
                    <a:cubicBezTo>
                      <a:pt x="70" y="136"/>
                      <a:pt x="75" y="127"/>
                      <a:pt x="80" y="118"/>
                    </a:cubicBezTo>
                    <a:lnTo>
                      <a:pt x="81" y="118"/>
                    </a:lnTo>
                    <a:lnTo>
                      <a:pt x="80" y="118"/>
                    </a:lnTo>
                    <a:cubicBezTo>
                      <a:pt x="85" y="109"/>
                      <a:pt x="91" y="100"/>
                      <a:pt x="95" y="92"/>
                    </a:cubicBezTo>
                    <a:cubicBezTo>
                      <a:pt x="100" y="82"/>
                      <a:pt x="105" y="73"/>
                      <a:pt x="110" y="64"/>
                    </a:cubicBezTo>
                    <a:cubicBezTo>
                      <a:pt x="116" y="53"/>
                      <a:pt x="121" y="43"/>
                      <a:pt x="127" y="32"/>
                    </a:cubicBezTo>
                    <a:cubicBezTo>
                      <a:pt x="131" y="24"/>
                      <a:pt x="136" y="16"/>
                      <a:pt x="142" y="8"/>
                    </a:cubicBezTo>
                    <a:cubicBezTo>
                      <a:pt x="145" y="4"/>
                      <a:pt x="150" y="0"/>
                      <a:pt x="155" y="0"/>
                    </a:cubicBezTo>
                    <a:cubicBezTo>
                      <a:pt x="158" y="0"/>
                      <a:pt x="160" y="0"/>
                      <a:pt x="162" y="2"/>
                    </a:cubicBezTo>
                    <a:cubicBezTo>
                      <a:pt x="165" y="3"/>
                      <a:pt x="166" y="5"/>
                      <a:pt x="168" y="8"/>
                    </a:cubicBezTo>
                    <a:cubicBezTo>
                      <a:pt x="169" y="11"/>
                      <a:pt x="171" y="14"/>
                      <a:pt x="171" y="17"/>
                    </a:cubicBezTo>
                    <a:cubicBezTo>
                      <a:pt x="172" y="23"/>
                      <a:pt x="166" y="28"/>
                      <a:pt x="161" y="29"/>
                    </a:cubicBezTo>
                    <a:cubicBezTo>
                      <a:pt x="159" y="29"/>
                      <a:pt x="156" y="28"/>
                      <a:pt x="154" y="26"/>
                    </a:cubicBezTo>
                    <a:cubicBezTo>
                      <a:pt x="152" y="29"/>
                      <a:pt x="150" y="33"/>
                      <a:pt x="148" y="36"/>
                    </a:cubicBezTo>
                    <a:cubicBezTo>
                      <a:pt x="148" y="35"/>
                      <a:pt x="148" y="35"/>
                      <a:pt x="149" y="34"/>
                    </a:cubicBezTo>
                    <a:cubicBezTo>
                      <a:pt x="144" y="44"/>
                      <a:pt x="138" y="53"/>
                      <a:pt x="133" y="62"/>
                    </a:cubicBezTo>
                    <a:cubicBezTo>
                      <a:pt x="127" y="72"/>
                      <a:pt x="122" y="83"/>
                      <a:pt x="116" y="93"/>
                    </a:cubicBezTo>
                    <a:cubicBezTo>
                      <a:pt x="106" y="113"/>
                      <a:pt x="94" y="132"/>
                      <a:pt x="83" y="150"/>
                    </a:cubicBezTo>
                    <a:cubicBezTo>
                      <a:pt x="73" y="167"/>
                      <a:pt x="63" y="184"/>
                      <a:pt x="52" y="200"/>
                    </a:cubicBezTo>
                    <a:cubicBezTo>
                      <a:pt x="41" y="216"/>
                      <a:pt x="30" y="233"/>
                      <a:pt x="20" y="249"/>
                    </a:cubicBezTo>
                    <a:cubicBezTo>
                      <a:pt x="17" y="252"/>
                      <a:pt x="14" y="254"/>
                      <a:pt x="11" y="254"/>
                    </a:cubicBezTo>
                    <a:cubicBezTo>
                      <a:pt x="9" y="254"/>
                      <a:pt x="7" y="254"/>
                      <a:pt x="6" y="2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3" name="Google Shape;1783;p19"/>
              <p:cNvSpPr/>
              <p:nvPr/>
            </p:nvSpPr>
            <p:spPr>
              <a:xfrm>
                <a:off x="1811160" y="2601000"/>
                <a:ext cx="40320" cy="7200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200" extrusionOk="0">
                    <a:moveTo>
                      <a:pt x="49" y="199"/>
                    </a:moveTo>
                    <a:cubicBezTo>
                      <a:pt x="43" y="197"/>
                      <a:pt x="39" y="192"/>
                      <a:pt x="40" y="186"/>
                    </a:cubicBezTo>
                    <a:cubicBezTo>
                      <a:pt x="43" y="175"/>
                      <a:pt x="47" y="164"/>
                      <a:pt x="50" y="153"/>
                    </a:cubicBezTo>
                    <a:cubicBezTo>
                      <a:pt x="53" y="144"/>
                      <a:pt x="56" y="135"/>
                      <a:pt x="58" y="125"/>
                    </a:cubicBezTo>
                    <a:cubicBezTo>
                      <a:pt x="60" y="121"/>
                      <a:pt x="62" y="116"/>
                      <a:pt x="64" y="111"/>
                    </a:cubicBezTo>
                    <a:cubicBezTo>
                      <a:pt x="63" y="111"/>
                      <a:pt x="63" y="112"/>
                      <a:pt x="62" y="112"/>
                    </a:cubicBezTo>
                    <a:lnTo>
                      <a:pt x="63" y="112"/>
                    </a:lnTo>
                    <a:cubicBezTo>
                      <a:pt x="56" y="117"/>
                      <a:pt x="49" y="122"/>
                      <a:pt x="43" y="128"/>
                    </a:cubicBezTo>
                    <a:cubicBezTo>
                      <a:pt x="39" y="130"/>
                      <a:pt x="35" y="133"/>
                      <a:pt x="32" y="136"/>
                    </a:cubicBezTo>
                    <a:cubicBezTo>
                      <a:pt x="28" y="139"/>
                      <a:pt x="25" y="142"/>
                      <a:pt x="21" y="144"/>
                    </a:cubicBezTo>
                    <a:cubicBezTo>
                      <a:pt x="17" y="146"/>
                      <a:pt x="13" y="147"/>
                      <a:pt x="9" y="146"/>
                    </a:cubicBezTo>
                    <a:cubicBezTo>
                      <a:pt x="6" y="145"/>
                      <a:pt x="4" y="144"/>
                      <a:pt x="2" y="142"/>
                    </a:cubicBezTo>
                    <a:cubicBezTo>
                      <a:pt x="1" y="139"/>
                      <a:pt x="0" y="135"/>
                      <a:pt x="1" y="132"/>
                    </a:cubicBezTo>
                    <a:cubicBezTo>
                      <a:pt x="4" y="126"/>
                      <a:pt x="8" y="119"/>
                      <a:pt x="11" y="112"/>
                    </a:cubicBezTo>
                    <a:cubicBezTo>
                      <a:pt x="14" y="108"/>
                      <a:pt x="16" y="103"/>
                      <a:pt x="18" y="98"/>
                    </a:cubicBezTo>
                    <a:cubicBezTo>
                      <a:pt x="23" y="88"/>
                      <a:pt x="28" y="78"/>
                      <a:pt x="32" y="68"/>
                    </a:cubicBezTo>
                    <a:cubicBezTo>
                      <a:pt x="36" y="59"/>
                      <a:pt x="40" y="51"/>
                      <a:pt x="44" y="42"/>
                    </a:cubicBezTo>
                    <a:cubicBezTo>
                      <a:pt x="46" y="37"/>
                      <a:pt x="49" y="33"/>
                      <a:pt x="51" y="28"/>
                    </a:cubicBezTo>
                    <a:cubicBezTo>
                      <a:pt x="54" y="20"/>
                      <a:pt x="58" y="12"/>
                      <a:pt x="62" y="5"/>
                    </a:cubicBezTo>
                    <a:cubicBezTo>
                      <a:pt x="64" y="2"/>
                      <a:pt x="69" y="0"/>
                      <a:pt x="73" y="1"/>
                    </a:cubicBezTo>
                    <a:cubicBezTo>
                      <a:pt x="77" y="2"/>
                      <a:pt x="81" y="5"/>
                      <a:pt x="81" y="10"/>
                    </a:cubicBezTo>
                    <a:cubicBezTo>
                      <a:pt x="81" y="12"/>
                      <a:pt x="81" y="14"/>
                      <a:pt x="81" y="16"/>
                    </a:cubicBezTo>
                    <a:cubicBezTo>
                      <a:pt x="80" y="19"/>
                      <a:pt x="78" y="21"/>
                      <a:pt x="76" y="23"/>
                    </a:cubicBezTo>
                    <a:cubicBezTo>
                      <a:pt x="74" y="28"/>
                      <a:pt x="71" y="33"/>
                      <a:pt x="69" y="38"/>
                    </a:cubicBezTo>
                    <a:cubicBezTo>
                      <a:pt x="67" y="42"/>
                      <a:pt x="64" y="47"/>
                      <a:pt x="62" y="52"/>
                    </a:cubicBezTo>
                    <a:cubicBezTo>
                      <a:pt x="57" y="61"/>
                      <a:pt x="54" y="69"/>
                      <a:pt x="50" y="77"/>
                    </a:cubicBezTo>
                    <a:cubicBezTo>
                      <a:pt x="45" y="87"/>
                      <a:pt x="40" y="96"/>
                      <a:pt x="36" y="106"/>
                    </a:cubicBezTo>
                    <a:cubicBezTo>
                      <a:pt x="35" y="107"/>
                      <a:pt x="35" y="108"/>
                      <a:pt x="34" y="109"/>
                    </a:cubicBezTo>
                    <a:cubicBezTo>
                      <a:pt x="42" y="103"/>
                      <a:pt x="50" y="97"/>
                      <a:pt x="58" y="90"/>
                    </a:cubicBezTo>
                    <a:cubicBezTo>
                      <a:pt x="64" y="86"/>
                      <a:pt x="70" y="81"/>
                      <a:pt x="75" y="76"/>
                    </a:cubicBezTo>
                    <a:lnTo>
                      <a:pt x="75" y="77"/>
                    </a:lnTo>
                    <a:cubicBezTo>
                      <a:pt x="77" y="75"/>
                      <a:pt x="79" y="73"/>
                      <a:pt x="81" y="70"/>
                    </a:cubicBezTo>
                    <a:cubicBezTo>
                      <a:pt x="82" y="68"/>
                      <a:pt x="84" y="65"/>
                      <a:pt x="85" y="62"/>
                    </a:cubicBezTo>
                    <a:cubicBezTo>
                      <a:pt x="87" y="58"/>
                      <a:pt x="89" y="54"/>
                      <a:pt x="92" y="52"/>
                    </a:cubicBezTo>
                    <a:cubicBezTo>
                      <a:pt x="94" y="51"/>
                      <a:pt x="96" y="49"/>
                      <a:pt x="98" y="49"/>
                    </a:cubicBezTo>
                    <a:cubicBezTo>
                      <a:pt x="100" y="49"/>
                      <a:pt x="102" y="49"/>
                      <a:pt x="103" y="50"/>
                    </a:cubicBezTo>
                    <a:cubicBezTo>
                      <a:pt x="109" y="52"/>
                      <a:pt x="111" y="59"/>
                      <a:pt x="109" y="65"/>
                    </a:cubicBezTo>
                    <a:cubicBezTo>
                      <a:pt x="107" y="69"/>
                      <a:pt x="105" y="72"/>
                      <a:pt x="103" y="75"/>
                    </a:cubicBezTo>
                    <a:cubicBezTo>
                      <a:pt x="101" y="77"/>
                      <a:pt x="99" y="80"/>
                      <a:pt x="98" y="82"/>
                    </a:cubicBezTo>
                    <a:cubicBezTo>
                      <a:pt x="98" y="82"/>
                      <a:pt x="97" y="82"/>
                      <a:pt x="97" y="83"/>
                    </a:cubicBezTo>
                    <a:cubicBezTo>
                      <a:pt x="93" y="90"/>
                      <a:pt x="91" y="97"/>
                      <a:pt x="87" y="104"/>
                    </a:cubicBezTo>
                    <a:cubicBezTo>
                      <a:pt x="85" y="110"/>
                      <a:pt x="83" y="115"/>
                      <a:pt x="81" y="121"/>
                    </a:cubicBezTo>
                    <a:cubicBezTo>
                      <a:pt x="78" y="126"/>
                      <a:pt x="77" y="132"/>
                      <a:pt x="75" y="137"/>
                    </a:cubicBezTo>
                    <a:cubicBezTo>
                      <a:pt x="71" y="148"/>
                      <a:pt x="68" y="159"/>
                      <a:pt x="65" y="170"/>
                    </a:cubicBezTo>
                    <a:cubicBezTo>
                      <a:pt x="64" y="177"/>
                      <a:pt x="62" y="183"/>
                      <a:pt x="60" y="190"/>
                    </a:cubicBezTo>
                    <a:cubicBezTo>
                      <a:pt x="60" y="195"/>
                      <a:pt x="55" y="199"/>
                      <a:pt x="50" y="199"/>
                    </a:cubicBezTo>
                    <a:lnTo>
                      <a:pt x="49" y="19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4" name="Google Shape;1784;p19"/>
              <p:cNvSpPr/>
              <p:nvPr/>
            </p:nvSpPr>
            <p:spPr>
              <a:xfrm>
                <a:off x="1983960" y="2579400"/>
                <a:ext cx="1224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34" h="77" extrusionOk="0">
                    <a:moveTo>
                      <a:pt x="1" y="66"/>
                    </a:moveTo>
                    <a:cubicBezTo>
                      <a:pt x="0" y="52"/>
                      <a:pt x="1" y="39"/>
                      <a:pt x="1" y="25"/>
                    </a:cubicBezTo>
                    <a:cubicBezTo>
                      <a:pt x="1" y="21"/>
                      <a:pt x="1" y="17"/>
                      <a:pt x="1" y="14"/>
                    </a:cubicBezTo>
                    <a:cubicBezTo>
                      <a:pt x="2" y="8"/>
                      <a:pt x="5" y="2"/>
                      <a:pt x="11" y="1"/>
                    </a:cubicBezTo>
                    <a:cubicBezTo>
                      <a:pt x="14" y="0"/>
                      <a:pt x="17" y="0"/>
                      <a:pt x="20" y="2"/>
                    </a:cubicBezTo>
                    <a:cubicBezTo>
                      <a:pt x="22" y="4"/>
                      <a:pt x="24" y="6"/>
                      <a:pt x="25" y="9"/>
                    </a:cubicBezTo>
                    <a:cubicBezTo>
                      <a:pt x="27" y="11"/>
                      <a:pt x="29" y="14"/>
                      <a:pt x="30" y="17"/>
                    </a:cubicBezTo>
                    <a:cubicBezTo>
                      <a:pt x="33" y="21"/>
                      <a:pt x="32" y="28"/>
                      <a:pt x="28" y="31"/>
                    </a:cubicBezTo>
                    <a:cubicBezTo>
                      <a:pt x="25" y="32"/>
                      <a:pt x="24" y="33"/>
                      <a:pt x="21" y="33"/>
                    </a:cubicBezTo>
                    <a:cubicBezTo>
                      <a:pt x="21" y="34"/>
                      <a:pt x="21" y="35"/>
                      <a:pt x="21" y="36"/>
                    </a:cubicBezTo>
                    <a:cubicBezTo>
                      <a:pt x="21" y="42"/>
                      <a:pt x="21" y="49"/>
                      <a:pt x="21" y="55"/>
                    </a:cubicBezTo>
                    <a:cubicBezTo>
                      <a:pt x="21" y="58"/>
                      <a:pt x="21" y="61"/>
                      <a:pt x="21" y="64"/>
                    </a:cubicBezTo>
                    <a:cubicBezTo>
                      <a:pt x="21" y="70"/>
                      <a:pt x="17" y="75"/>
                      <a:pt x="12" y="76"/>
                    </a:cubicBezTo>
                    <a:cubicBezTo>
                      <a:pt x="11" y="76"/>
                      <a:pt x="11" y="76"/>
                      <a:pt x="11" y="76"/>
                    </a:cubicBezTo>
                    <a:cubicBezTo>
                      <a:pt x="6" y="76"/>
                      <a:pt x="1" y="71"/>
                      <a:pt x="1" y="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5" name="Google Shape;1785;p19"/>
              <p:cNvSpPr/>
              <p:nvPr/>
            </p:nvSpPr>
            <p:spPr>
              <a:xfrm>
                <a:off x="1999440" y="2572920"/>
                <a:ext cx="16200" cy="25920"/>
              </a:xfrm>
              <a:custGeom>
                <a:avLst/>
                <a:gdLst/>
                <a:ahLst/>
                <a:cxnLst/>
                <a:rect l="l" t="t" r="r" b="b"/>
                <a:pathLst>
                  <a:path w="45" h="72" extrusionOk="0">
                    <a:moveTo>
                      <a:pt x="8" y="70"/>
                    </a:moveTo>
                    <a:cubicBezTo>
                      <a:pt x="3" y="68"/>
                      <a:pt x="0" y="63"/>
                      <a:pt x="2" y="57"/>
                    </a:cubicBezTo>
                    <a:cubicBezTo>
                      <a:pt x="5" y="47"/>
                      <a:pt x="8" y="38"/>
                      <a:pt x="12" y="28"/>
                    </a:cubicBezTo>
                    <a:cubicBezTo>
                      <a:pt x="14" y="24"/>
                      <a:pt x="16" y="20"/>
                      <a:pt x="18" y="16"/>
                    </a:cubicBezTo>
                    <a:cubicBezTo>
                      <a:pt x="19" y="13"/>
                      <a:pt x="21" y="10"/>
                      <a:pt x="22" y="7"/>
                    </a:cubicBezTo>
                    <a:cubicBezTo>
                      <a:pt x="23" y="4"/>
                      <a:pt x="25" y="3"/>
                      <a:pt x="26" y="1"/>
                    </a:cubicBezTo>
                    <a:cubicBezTo>
                      <a:pt x="29" y="0"/>
                      <a:pt x="31" y="0"/>
                      <a:pt x="33" y="0"/>
                    </a:cubicBezTo>
                    <a:cubicBezTo>
                      <a:pt x="38" y="0"/>
                      <a:pt x="42" y="4"/>
                      <a:pt x="43" y="9"/>
                    </a:cubicBezTo>
                    <a:lnTo>
                      <a:pt x="43" y="10"/>
                    </a:lnTo>
                    <a:cubicBezTo>
                      <a:pt x="44" y="14"/>
                      <a:pt x="42" y="18"/>
                      <a:pt x="39" y="20"/>
                    </a:cubicBezTo>
                    <a:cubicBezTo>
                      <a:pt x="36" y="25"/>
                      <a:pt x="34" y="31"/>
                      <a:pt x="32" y="36"/>
                    </a:cubicBezTo>
                    <a:cubicBezTo>
                      <a:pt x="28" y="45"/>
                      <a:pt x="24" y="54"/>
                      <a:pt x="21" y="64"/>
                    </a:cubicBezTo>
                    <a:cubicBezTo>
                      <a:pt x="19" y="68"/>
                      <a:pt x="15" y="71"/>
                      <a:pt x="11" y="71"/>
                    </a:cubicBezTo>
                    <a:cubicBezTo>
                      <a:pt x="10" y="71"/>
                      <a:pt x="9" y="70"/>
                      <a:pt x="8" y="7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6" name="Google Shape;1786;p19"/>
              <p:cNvSpPr/>
              <p:nvPr/>
            </p:nvSpPr>
            <p:spPr>
              <a:xfrm>
                <a:off x="1952280" y="2563920"/>
                <a:ext cx="66600" cy="24480"/>
              </a:xfrm>
              <a:custGeom>
                <a:avLst/>
                <a:gdLst/>
                <a:ahLst/>
                <a:cxnLst/>
                <a:rect l="l" t="t" r="r" b="b"/>
                <a:pathLst>
                  <a:path w="185" h="68" extrusionOk="0">
                    <a:moveTo>
                      <a:pt x="16" y="63"/>
                    </a:moveTo>
                    <a:cubicBezTo>
                      <a:pt x="11" y="58"/>
                      <a:pt x="7" y="53"/>
                      <a:pt x="3" y="47"/>
                    </a:cubicBezTo>
                    <a:cubicBezTo>
                      <a:pt x="0" y="42"/>
                      <a:pt x="0" y="36"/>
                      <a:pt x="3" y="31"/>
                    </a:cubicBezTo>
                    <a:cubicBezTo>
                      <a:pt x="5" y="25"/>
                      <a:pt x="11" y="22"/>
                      <a:pt x="16" y="20"/>
                    </a:cubicBezTo>
                    <a:cubicBezTo>
                      <a:pt x="23" y="16"/>
                      <a:pt x="30" y="14"/>
                      <a:pt x="36" y="12"/>
                    </a:cubicBezTo>
                    <a:cubicBezTo>
                      <a:pt x="41" y="11"/>
                      <a:pt x="45" y="10"/>
                      <a:pt x="50" y="9"/>
                    </a:cubicBezTo>
                    <a:cubicBezTo>
                      <a:pt x="53" y="8"/>
                      <a:pt x="57" y="7"/>
                      <a:pt x="60" y="7"/>
                    </a:cubicBezTo>
                    <a:cubicBezTo>
                      <a:pt x="63" y="6"/>
                      <a:pt x="65" y="6"/>
                      <a:pt x="67" y="5"/>
                    </a:cubicBezTo>
                    <a:cubicBezTo>
                      <a:pt x="73" y="4"/>
                      <a:pt x="79" y="3"/>
                      <a:pt x="85" y="2"/>
                    </a:cubicBezTo>
                    <a:cubicBezTo>
                      <a:pt x="91" y="1"/>
                      <a:pt x="97" y="1"/>
                      <a:pt x="102" y="1"/>
                    </a:cubicBezTo>
                    <a:cubicBezTo>
                      <a:pt x="113" y="0"/>
                      <a:pt x="124" y="0"/>
                      <a:pt x="135" y="0"/>
                    </a:cubicBezTo>
                    <a:cubicBezTo>
                      <a:pt x="149" y="1"/>
                      <a:pt x="162" y="3"/>
                      <a:pt x="175" y="4"/>
                    </a:cubicBezTo>
                    <a:cubicBezTo>
                      <a:pt x="180" y="4"/>
                      <a:pt x="184" y="8"/>
                      <a:pt x="184" y="14"/>
                    </a:cubicBezTo>
                    <a:cubicBezTo>
                      <a:pt x="184" y="19"/>
                      <a:pt x="179" y="24"/>
                      <a:pt x="174" y="23"/>
                    </a:cubicBezTo>
                    <a:cubicBezTo>
                      <a:pt x="164" y="22"/>
                      <a:pt x="155" y="21"/>
                      <a:pt x="146" y="21"/>
                    </a:cubicBezTo>
                    <a:cubicBezTo>
                      <a:pt x="139" y="20"/>
                      <a:pt x="131" y="20"/>
                      <a:pt x="124" y="20"/>
                    </a:cubicBezTo>
                    <a:cubicBezTo>
                      <a:pt x="121" y="20"/>
                      <a:pt x="118" y="20"/>
                      <a:pt x="116" y="20"/>
                    </a:cubicBezTo>
                    <a:cubicBezTo>
                      <a:pt x="113" y="20"/>
                      <a:pt x="110" y="20"/>
                      <a:pt x="107" y="20"/>
                    </a:cubicBezTo>
                    <a:cubicBezTo>
                      <a:pt x="101" y="20"/>
                      <a:pt x="95" y="21"/>
                      <a:pt x="89" y="21"/>
                    </a:cubicBezTo>
                    <a:cubicBezTo>
                      <a:pt x="86" y="22"/>
                      <a:pt x="83" y="22"/>
                      <a:pt x="79" y="23"/>
                    </a:cubicBezTo>
                    <a:cubicBezTo>
                      <a:pt x="76" y="24"/>
                      <a:pt x="74" y="24"/>
                      <a:pt x="71" y="25"/>
                    </a:cubicBezTo>
                    <a:cubicBezTo>
                      <a:pt x="63" y="26"/>
                      <a:pt x="54" y="28"/>
                      <a:pt x="46" y="31"/>
                    </a:cubicBezTo>
                    <a:cubicBezTo>
                      <a:pt x="46" y="30"/>
                      <a:pt x="46" y="30"/>
                      <a:pt x="47" y="30"/>
                    </a:cubicBezTo>
                    <a:cubicBezTo>
                      <a:pt x="41" y="32"/>
                      <a:pt x="36" y="34"/>
                      <a:pt x="30" y="36"/>
                    </a:cubicBezTo>
                    <a:cubicBezTo>
                      <a:pt x="28" y="36"/>
                      <a:pt x="26" y="38"/>
                      <a:pt x="25" y="39"/>
                    </a:cubicBezTo>
                    <a:cubicBezTo>
                      <a:pt x="24" y="39"/>
                      <a:pt x="23" y="39"/>
                      <a:pt x="23" y="39"/>
                    </a:cubicBezTo>
                    <a:cubicBezTo>
                      <a:pt x="26" y="43"/>
                      <a:pt x="29" y="46"/>
                      <a:pt x="32" y="49"/>
                    </a:cubicBezTo>
                    <a:cubicBezTo>
                      <a:pt x="36" y="53"/>
                      <a:pt x="35" y="60"/>
                      <a:pt x="30" y="64"/>
                    </a:cubicBezTo>
                    <a:cubicBezTo>
                      <a:pt x="29" y="66"/>
                      <a:pt x="26" y="67"/>
                      <a:pt x="23" y="67"/>
                    </a:cubicBezTo>
                    <a:cubicBezTo>
                      <a:pt x="21" y="67"/>
                      <a:pt x="18" y="66"/>
                      <a:pt x="16" y="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7" name="Google Shape;1787;p19"/>
              <p:cNvSpPr/>
              <p:nvPr/>
            </p:nvSpPr>
            <p:spPr>
              <a:xfrm>
                <a:off x="1984680" y="2578320"/>
                <a:ext cx="52560" cy="72360"/>
              </a:xfrm>
              <a:custGeom>
                <a:avLst/>
                <a:gdLst/>
                <a:ahLst/>
                <a:cxnLst/>
                <a:rect l="l" t="t" r="r" b="b"/>
                <a:pathLst>
                  <a:path w="146" h="201" extrusionOk="0">
                    <a:moveTo>
                      <a:pt x="7" y="199"/>
                    </a:moveTo>
                    <a:cubicBezTo>
                      <a:pt x="1" y="196"/>
                      <a:pt x="0" y="189"/>
                      <a:pt x="3" y="185"/>
                    </a:cubicBezTo>
                    <a:cubicBezTo>
                      <a:pt x="26" y="147"/>
                      <a:pt x="51" y="110"/>
                      <a:pt x="75" y="73"/>
                    </a:cubicBezTo>
                    <a:cubicBezTo>
                      <a:pt x="83" y="62"/>
                      <a:pt x="90" y="51"/>
                      <a:pt x="98" y="39"/>
                    </a:cubicBezTo>
                    <a:cubicBezTo>
                      <a:pt x="101" y="34"/>
                      <a:pt x="105" y="29"/>
                      <a:pt x="108" y="25"/>
                    </a:cubicBezTo>
                    <a:cubicBezTo>
                      <a:pt x="111" y="20"/>
                      <a:pt x="114" y="16"/>
                      <a:pt x="117" y="13"/>
                    </a:cubicBezTo>
                    <a:cubicBezTo>
                      <a:pt x="121" y="8"/>
                      <a:pt x="126" y="3"/>
                      <a:pt x="132" y="1"/>
                    </a:cubicBezTo>
                    <a:cubicBezTo>
                      <a:pt x="137" y="0"/>
                      <a:pt x="143" y="4"/>
                      <a:pt x="144" y="9"/>
                    </a:cubicBezTo>
                    <a:cubicBezTo>
                      <a:pt x="145" y="15"/>
                      <a:pt x="142" y="20"/>
                      <a:pt x="137" y="22"/>
                    </a:cubicBezTo>
                    <a:lnTo>
                      <a:pt x="136" y="22"/>
                    </a:lnTo>
                    <a:cubicBezTo>
                      <a:pt x="137" y="22"/>
                      <a:pt x="137" y="22"/>
                      <a:pt x="137" y="22"/>
                    </a:cubicBezTo>
                    <a:cubicBezTo>
                      <a:pt x="137" y="22"/>
                      <a:pt x="136" y="22"/>
                      <a:pt x="136" y="23"/>
                    </a:cubicBezTo>
                    <a:cubicBezTo>
                      <a:pt x="133" y="26"/>
                      <a:pt x="130" y="29"/>
                      <a:pt x="127" y="32"/>
                    </a:cubicBezTo>
                    <a:cubicBezTo>
                      <a:pt x="128" y="32"/>
                      <a:pt x="128" y="31"/>
                      <a:pt x="129" y="31"/>
                    </a:cubicBezTo>
                    <a:cubicBezTo>
                      <a:pt x="121" y="41"/>
                      <a:pt x="115" y="51"/>
                      <a:pt x="108" y="61"/>
                    </a:cubicBezTo>
                    <a:cubicBezTo>
                      <a:pt x="102" y="69"/>
                      <a:pt x="97" y="78"/>
                      <a:pt x="91" y="86"/>
                    </a:cubicBezTo>
                    <a:cubicBezTo>
                      <a:pt x="78" y="104"/>
                      <a:pt x="65" y="124"/>
                      <a:pt x="52" y="143"/>
                    </a:cubicBezTo>
                    <a:cubicBezTo>
                      <a:pt x="44" y="156"/>
                      <a:pt x="35" y="170"/>
                      <a:pt x="27" y="183"/>
                    </a:cubicBezTo>
                    <a:lnTo>
                      <a:pt x="27" y="182"/>
                    </a:lnTo>
                    <a:lnTo>
                      <a:pt x="27" y="183"/>
                    </a:lnTo>
                    <a:cubicBezTo>
                      <a:pt x="26" y="184"/>
                      <a:pt x="26" y="184"/>
                      <a:pt x="26" y="185"/>
                    </a:cubicBezTo>
                    <a:cubicBezTo>
                      <a:pt x="26" y="185"/>
                      <a:pt x="25" y="186"/>
                      <a:pt x="24" y="187"/>
                    </a:cubicBezTo>
                    <a:cubicBezTo>
                      <a:pt x="24" y="188"/>
                      <a:pt x="24" y="188"/>
                      <a:pt x="23" y="189"/>
                    </a:cubicBezTo>
                    <a:lnTo>
                      <a:pt x="23" y="190"/>
                    </a:lnTo>
                    <a:cubicBezTo>
                      <a:pt x="22" y="192"/>
                      <a:pt x="21" y="193"/>
                      <a:pt x="20" y="195"/>
                    </a:cubicBezTo>
                    <a:cubicBezTo>
                      <a:pt x="18" y="198"/>
                      <a:pt x="14" y="200"/>
                      <a:pt x="11" y="200"/>
                    </a:cubicBezTo>
                    <a:cubicBezTo>
                      <a:pt x="10" y="200"/>
                      <a:pt x="8" y="200"/>
                      <a:pt x="7" y="1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8" name="Google Shape;1788;p19"/>
              <p:cNvSpPr/>
              <p:nvPr/>
            </p:nvSpPr>
            <p:spPr>
              <a:xfrm>
                <a:off x="2004840" y="2602440"/>
                <a:ext cx="47880" cy="49680"/>
              </a:xfrm>
              <a:custGeom>
                <a:avLst/>
                <a:gdLst/>
                <a:ahLst/>
                <a:cxnLst/>
                <a:rect l="l" t="t" r="r" b="b"/>
                <a:pathLst>
                  <a:path w="133" h="138" extrusionOk="0">
                    <a:moveTo>
                      <a:pt x="45" y="137"/>
                    </a:moveTo>
                    <a:cubicBezTo>
                      <a:pt x="37" y="136"/>
                      <a:pt x="29" y="135"/>
                      <a:pt x="21" y="133"/>
                    </a:cubicBezTo>
                    <a:cubicBezTo>
                      <a:pt x="17" y="132"/>
                      <a:pt x="13" y="131"/>
                      <a:pt x="10" y="129"/>
                    </a:cubicBezTo>
                    <a:cubicBezTo>
                      <a:pt x="7" y="128"/>
                      <a:pt x="4" y="125"/>
                      <a:pt x="3" y="122"/>
                    </a:cubicBezTo>
                    <a:cubicBezTo>
                      <a:pt x="0" y="119"/>
                      <a:pt x="0" y="113"/>
                      <a:pt x="3" y="109"/>
                    </a:cubicBezTo>
                    <a:cubicBezTo>
                      <a:pt x="4" y="108"/>
                      <a:pt x="5" y="108"/>
                      <a:pt x="6" y="106"/>
                    </a:cubicBezTo>
                    <a:cubicBezTo>
                      <a:pt x="7" y="105"/>
                      <a:pt x="10" y="104"/>
                      <a:pt x="11" y="104"/>
                    </a:cubicBezTo>
                    <a:cubicBezTo>
                      <a:pt x="13" y="103"/>
                      <a:pt x="14" y="102"/>
                      <a:pt x="15" y="102"/>
                    </a:cubicBezTo>
                    <a:cubicBezTo>
                      <a:pt x="18" y="100"/>
                      <a:pt x="20" y="99"/>
                      <a:pt x="23" y="97"/>
                    </a:cubicBezTo>
                    <a:cubicBezTo>
                      <a:pt x="24" y="97"/>
                      <a:pt x="24" y="97"/>
                      <a:pt x="24" y="97"/>
                    </a:cubicBezTo>
                    <a:cubicBezTo>
                      <a:pt x="30" y="93"/>
                      <a:pt x="36" y="89"/>
                      <a:pt x="42" y="85"/>
                    </a:cubicBezTo>
                    <a:cubicBezTo>
                      <a:pt x="45" y="82"/>
                      <a:pt x="48" y="79"/>
                      <a:pt x="51" y="77"/>
                    </a:cubicBezTo>
                    <a:cubicBezTo>
                      <a:pt x="53" y="74"/>
                      <a:pt x="56" y="72"/>
                      <a:pt x="58" y="69"/>
                    </a:cubicBezTo>
                    <a:cubicBezTo>
                      <a:pt x="60" y="66"/>
                      <a:pt x="62" y="63"/>
                      <a:pt x="63" y="61"/>
                    </a:cubicBezTo>
                    <a:cubicBezTo>
                      <a:pt x="64" y="58"/>
                      <a:pt x="66" y="56"/>
                      <a:pt x="67" y="53"/>
                    </a:cubicBezTo>
                    <a:cubicBezTo>
                      <a:pt x="68" y="52"/>
                      <a:pt x="69" y="50"/>
                      <a:pt x="69" y="49"/>
                    </a:cubicBezTo>
                    <a:cubicBezTo>
                      <a:pt x="69" y="46"/>
                      <a:pt x="70" y="45"/>
                      <a:pt x="70" y="43"/>
                    </a:cubicBezTo>
                    <a:cubicBezTo>
                      <a:pt x="70" y="42"/>
                      <a:pt x="70" y="41"/>
                      <a:pt x="70" y="39"/>
                    </a:cubicBezTo>
                    <a:cubicBezTo>
                      <a:pt x="70" y="38"/>
                      <a:pt x="70" y="37"/>
                      <a:pt x="70" y="35"/>
                    </a:cubicBezTo>
                    <a:cubicBezTo>
                      <a:pt x="70" y="34"/>
                      <a:pt x="69" y="33"/>
                      <a:pt x="69" y="32"/>
                    </a:cubicBezTo>
                    <a:cubicBezTo>
                      <a:pt x="69" y="31"/>
                      <a:pt x="69" y="30"/>
                      <a:pt x="68" y="30"/>
                    </a:cubicBezTo>
                    <a:cubicBezTo>
                      <a:pt x="68" y="29"/>
                      <a:pt x="67" y="28"/>
                      <a:pt x="67" y="27"/>
                    </a:cubicBezTo>
                    <a:cubicBezTo>
                      <a:pt x="67" y="27"/>
                      <a:pt x="66" y="27"/>
                      <a:pt x="66" y="26"/>
                    </a:cubicBezTo>
                    <a:cubicBezTo>
                      <a:pt x="65" y="25"/>
                      <a:pt x="65" y="25"/>
                      <a:pt x="65" y="24"/>
                    </a:cubicBezTo>
                    <a:cubicBezTo>
                      <a:pt x="64" y="24"/>
                      <a:pt x="64" y="24"/>
                      <a:pt x="64" y="24"/>
                    </a:cubicBezTo>
                    <a:cubicBezTo>
                      <a:pt x="63" y="24"/>
                      <a:pt x="63" y="24"/>
                      <a:pt x="63" y="23"/>
                    </a:cubicBezTo>
                    <a:cubicBezTo>
                      <a:pt x="62" y="23"/>
                      <a:pt x="62" y="23"/>
                      <a:pt x="62" y="23"/>
                    </a:cubicBezTo>
                    <a:cubicBezTo>
                      <a:pt x="61" y="23"/>
                      <a:pt x="60" y="23"/>
                      <a:pt x="60" y="23"/>
                    </a:cubicBezTo>
                    <a:cubicBezTo>
                      <a:pt x="59" y="23"/>
                      <a:pt x="59" y="23"/>
                      <a:pt x="59" y="23"/>
                    </a:cubicBezTo>
                    <a:cubicBezTo>
                      <a:pt x="57" y="23"/>
                      <a:pt x="57" y="23"/>
                      <a:pt x="56" y="23"/>
                    </a:cubicBezTo>
                    <a:lnTo>
                      <a:pt x="55" y="23"/>
                    </a:lnTo>
                    <a:lnTo>
                      <a:pt x="56" y="23"/>
                    </a:lnTo>
                    <a:cubicBezTo>
                      <a:pt x="55" y="23"/>
                      <a:pt x="54" y="23"/>
                      <a:pt x="53" y="24"/>
                    </a:cubicBezTo>
                    <a:cubicBezTo>
                      <a:pt x="52" y="24"/>
                      <a:pt x="52" y="24"/>
                      <a:pt x="50" y="25"/>
                    </a:cubicBezTo>
                    <a:cubicBezTo>
                      <a:pt x="50" y="26"/>
                      <a:pt x="49" y="26"/>
                      <a:pt x="48" y="27"/>
                    </a:cubicBezTo>
                    <a:cubicBezTo>
                      <a:pt x="48" y="27"/>
                      <a:pt x="47" y="28"/>
                      <a:pt x="46" y="28"/>
                    </a:cubicBezTo>
                    <a:cubicBezTo>
                      <a:pt x="45" y="29"/>
                      <a:pt x="45" y="30"/>
                      <a:pt x="44" y="31"/>
                    </a:cubicBezTo>
                    <a:cubicBezTo>
                      <a:pt x="43" y="32"/>
                      <a:pt x="42" y="33"/>
                      <a:pt x="41" y="34"/>
                    </a:cubicBezTo>
                    <a:cubicBezTo>
                      <a:pt x="41" y="35"/>
                      <a:pt x="40" y="37"/>
                      <a:pt x="39" y="38"/>
                    </a:cubicBezTo>
                    <a:cubicBezTo>
                      <a:pt x="39" y="39"/>
                      <a:pt x="39" y="40"/>
                      <a:pt x="38" y="41"/>
                    </a:cubicBezTo>
                    <a:cubicBezTo>
                      <a:pt x="38" y="42"/>
                      <a:pt x="38" y="44"/>
                      <a:pt x="38" y="45"/>
                    </a:cubicBezTo>
                    <a:cubicBezTo>
                      <a:pt x="38" y="46"/>
                      <a:pt x="38" y="46"/>
                      <a:pt x="38" y="47"/>
                    </a:cubicBezTo>
                    <a:cubicBezTo>
                      <a:pt x="38" y="48"/>
                      <a:pt x="38" y="49"/>
                      <a:pt x="38" y="49"/>
                    </a:cubicBezTo>
                    <a:cubicBezTo>
                      <a:pt x="38" y="51"/>
                      <a:pt x="38" y="52"/>
                      <a:pt x="38" y="53"/>
                    </a:cubicBezTo>
                    <a:cubicBezTo>
                      <a:pt x="39" y="55"/>
                      <a:pt x="39" y="57"/>
                      <a:pt x="41" y="59"/>
                    </a:cubicBezTo>
                    <a:cubicBezTo>
                      <a:pt x="41" y="60"/>
                      <a:pt x="42" y="62"/>
                      <a:pt x="42" y="63"/>
                    </a:cubicBezTo>
                    <a:cubicBezTo>
                      <a:pt x="43" y="63"/>
                      <a:pt x="43" y="64"/>
                      <a:pt x="43" y="64"/>
                    </a:cubicBezTo>
                    <a:cubicBezTo>
                      <a:pt x="46" y="69"/>
                      <a:pt x="45" y="76"/>
                      <a:pt x="40" y="79"/>
                    </a:cubicBezTo>
                    <a:cubicBezTo>
                      <a:pt x="35" y="82"/>
                      <a:pt x="29" y="81"/>
                      <a:pt x="25" y="76"/>
                    </a:cubicBezTo>
                    <a:cubicBezTo>
                      <a:pt x="23" y="72"/>
                      <a:pt x="20" y="66"/>
                      <a:pt x="18" y="60"/>
                    </a:cubicBezTo>
                    <a:cubicBezTo>
                      <a:pt x="17" y="55"/>
                      <a:pt x="16" y="48"/>
                      <a:pt x="17" y="41"/>
                    </a:cubicBezTo>
                    <a:cubicBezTo>
                      <a:pt x="19" y="28"/>
                      <a:pt x="27" y="17"/>
                      <a:pt x="37" y="9"/>
                    </a:cubicBezTo>
                    <a:cubicBezTo>
                      <a:pt x="46" y="2"/>
                      <a:pt x="60" y="0"/>
                      <a:pt x="71" y="5"/>
                    </a:cubicBezTo>
                    <a:cubicBezTo>
                      <a:pt x="76" y="7"/>
                      <a:pt x="81" y="10"/>
                      <a:pt x="84" y="16"/>
                    </a:cubicBezTo>
                    <a:cubicBezTo>
                      <a:pt x="88" y="21"/>
                      <a:pt x="90" y="28"/>
                      <a:pt x="90" y="35"/>
                    </a:cubicBezTo>
                    <a:cubicBezTo>
                      <a:pt x="92" y="48"/>
                      <a:pt x="87" y="62"/>
                      <a:pt x="80" y="73"/>
                    </a:cubicBezTo>
                    <a:cubicBezTo>
                      <a:pt x="72" y="86"/>
                      <a:pt x="61" y="95"/>
                      <a:pt x="49" y="104"/>
                    </a:cubicBezTo>
                    <a:cubicBezTo>
                      <a:pt x="45" y="108"/>
                      <a:pt x="39" y="111"/>
                      <a:pt x="34" y="114"/>
                    </a:cubicBezTo>
                    <a:lnTo>
                      <a:pt x="34" y="115"/>
                    </a:lnTo>
                    <a:cubicBezTo>
                      <a:pt x="37" y="115"/>
                      <a:pt x="40" y="115"/>
                      <a:pt x="44" y="116"/>
                    </a:cubicBezTo>
                    <a:cubicBezTo>
                      <a:pt x="49" y="116"/>
                      <a:pt x="55" y="117"/>
                      <a:pt x="61" y="117"/>
                    </a:cubicBezTo>
                    <a:cubicBezTo>
                      <a:pt x="60" y="117"/>
                      <a:pt x="60" y="117"/>
                      <a:pt x="60" y="117"/>
                    </a:cubicBezTo>
                    <a:cubicBezTo>
                      <a:pt x="71" y="117"/>
                      <a:pt x="82" y="116"/>
                      <a:pt x="93" y="115"/>
                    </a:cubicBezTo>
                    <a:cubicBezTo>
                      <a:pt x="102" y="114"/>
                      <a:pt x="112" y="113"/>
                      <a:pt x="121" y="112"/>
                    </a:cubicBezTo>
                    <a:cubicBezTo>
                      <a:pt x="126" y="112"/>
                      <a:pt x="131" y="116"/>
                      <a:pt x="131" y="122"/>
                    </a:cubicBezTo>
                    <a:cubicBezTo>
                      <a:pt x="132" y="127"/>
                      <a:pt x="128" y="132"/>
                      <a:pt x="123" y="133"/>
                    </a:cubicBezTo>
                    <a:cubicBezTo>
                      <a:pt x="109" y="133"/>
                      <a:pt x="96" y="135"/>
                      <a:pt x="83" y="136"/>
                    </a:cubicBezTo>
                    <a:cubicBezTo>
                      <a:pt x="74" y="137"/>
                      <a:pt x="66" y="137"/>
                      <a:pt x="57" y="137"/>
                    </a:cubicBezTo>
                    <a:cubicBezTo>
                      <a:pt x="53" y="137"/>
                      <a:pt x="49" y="137"/>
                      <a:pt x="45" y="1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9" name="Google Shape;1789;p19"/>
              <p:cNvSpPr/>
              <p:nvPr/>
            </p:nvSpPr>
            <p:spPr>
              <a:xfrm>
                <a:off x="2224440" y="2587680"/>
                <a:ext cx="56160" cy="5544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54" extrusionOk="0">
                    <a:moveTo>
                      <a:pt x="138" y="152"/>
                    </a:moveTo>
                    <a:cubicBezTo>
                      <a:pt x="119" y="138"/>
                      <a:pt x="101" y="125"/>
                      <a:pt x="83" y="112"/>
                    </a:cubicBezTo>
                    <a:cubicBezTo>
                      <a:pt x="72" y="104"/>
                      <a:pt x="62" y="96"/>
                      <a:pt x="52" y="87"/>
                    </a:cubicBezTo>
                    <a:cubicBezTo>
                      <a:pt x="40" y="78"/>
                      <a:pt x="30" y="67"/>
                      <a:pt x="21" y="54"/>
                    </a:cubicBezTo>
                    <a:cubicBezTo>
                      <a:pt x="13" y="44"/>
                      <a:pt x="6" y="34"/>
                      <a:pt x="2" y="22"/>
                    </a:cubicBezTo>
                    <a:cubicBezTo>
                      <a:pt x="2" y="21"/>
                      <a:pt x="2" y="20"/>
                      <a:pt x="2" y="20"/>
                    </a:cubicBezTo>
                    <a:cubicBezTo>
                      <a:pt x="1" y="19"/>
                      <a:pt x="1" y="18"/>
                      <a:pt x="1" y="18"/>
                    </a:cubicBezTo>
                    <a:cubicBezTo>
                      <a:pt x="0" y="15"/>
                      <a:pt x="0" y="12"/>
                      <a:pt x="0" y="10"/>
                    </a:cubicBezTo>
                    <a:cubicBezTo>
                      <a:pt x="0" y="6"/>
                      <a:pt x="3" y="3"/>
                      <a:pt x="6" y="1"/>
                    </a:cubicBezTo>
                    <a:cubicBezTo>
                      <a:pt x="10" y="0"/>
                      <a:pt x="15" y="0"/>
                      <a:pt x="18" y="3"/>
                    </a:cubicBezTo>
                    <a:cubicBezTo>
                      <a:pt x="19" y="4"/>
                      <a:pt x="20" y="6"/>
                      <a:pt x="21" y="8"/>
                    </a:cubicBezTo>
                    <a:cubicBezTo>
                      <a:pt x="21" y="9"/>
                      <a:pt x="22" y="11"/>
                      <a:pt x="22" y="12"/>
                    </a:cubicBezTo>
                    <a:cubicBezTo>
                      <a:pt x="23" y="13"/>
                      <a:pt x="23" y="15"/>
                      <a:pt x="23" y="17"/>
                    </a:cubicBezTo>
                    <a:cubicBezTo>
                      <a:pt x="23" y="18"/>
                      <a:pt x="23" y="19"/>
                      <a:pt x="24" y="20"/>
                    </a:cubicBezTo>
                    <a:cubicBezTo>
                      <a:pt x="25" y="23"/>
                      <a:pt x="27" y="27"/>
                      <a:pt x="30" y="31"/>
                    </a:cubicBezTo>
                    <a:cubicBezTo>
                      <a:pt x="29" y="31"/>
                      <a:pt x="29" y="30"/>
                      <a:pt x="29" y="30"/>
                    </a:cubicBezTo>
                    <a:cubicBezTo>
                      <a:pt x="32" y="35"/>
                      <a:pt x="35" y="40"/>
                      <a:pt x="38" y="44"/>
                    </a:cubicBezTo>
                    <a:cubicBezTo>
                      <a:pt x="45" y="53"/>
                      <a:pt x="51" y="60"/>
                      <a:pt x="58" y="68"/>
                    </a:cubicBezTo>
                    <a:cubicBezTo>
                      <a:pt x="58" y="67"/>
                      <a:pt x="58" y="67"/>
                      <a:pt x="58" y="67"/>
                    </a:cubicBezTo>
                    <a:cubicBezTo>
                      <a:pt x="63" y="72"/>
                      <a:pt x="69" y="77"/>
                      <a:pt x="74" y="82"/>
                    </a:cubicBezTo>
                    <a:cubicBezTo>
                      <a:pt x="78" y="85"/>
                      <a:pt x="81" y="87"/>
                      <a:pt x="85" y="90"/>
                    </a:cubicBezTo>
                    <a:cubicBezTo>
                      <a:pt x="90" y="94"/>
                      <a:pt x="94" y="97"/>
                      <a:pt x="98" y="100"/>
                    </a:cubicBezTo>
                    <a:cubicBezTo>
                      <a:pt x="104" y="104"/>
                      <a:pt x="109" y="108"/>
                      <a:pt x="114" y="111"/>
                    </a:cubicBezTo>
                    <a:cubicBezTo>
                      <a:pt x="126" y="120"/>
                      <a:pt x="137" y="127"/>
                      <a:pt x="149" y="135"/>
                    </a:cubicBezTo>
                    <a:cubicBezTo>
                      <a:pt x="153" y="138"/>
                      <a:pt x="155" y="145"/>
                      <a:pt x="151" y="149"/>
                    </a:cubicBezTo>
                    <a:cubicBezTo>
                      <a:pt x="150" y="152"/>
                      <a:pt x="147" y="153"/>
                      <a:pt x="143" y="153"/>
                    </a:cubicBezTo>
                    <a:cubicBezTo>
                      <a:pt x="141" y="153"/>
                      <a:pt x="140" y="153"/>
                      <a:pt x="138" y="1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0" name="Google Shape;1790;p19"/>
              <p:cNvSpPr/>
              <p:nvPr/>
            </p:nvSpPr>
            <p:spPr>
              <a:xfrm>
                <a:off x="2231280" y="2596320"/>
                <a:ext cx="60120" cy="6156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171" extrusionOk="0">
                    <a:moveTo>
                      <a:pt x="7" y="169"/>
                    </a:moveTo>
                    <a:cubicBezTo>
                      <a:pt x="2" y="167"/>
                      <a:pt x="0" y="161"/>
                      <a:pt x="3" y="156"/>
                    </a:cubicBezTo>
                    <a:cubicBezTo>
                      <a:pt x="6" y="150"/>
                      <a:pt x="9" y="144"/>
                      <a:pt x="12" y="138"/>
                    </a:cubicBezTo>
                    <a:cubicBezTo>
                      <a:pt x="15" y="133"/>
                      <a:pt x="18" y="128"/>
                      <a:pt x="22" y="123"/>
                    </a:cubicBezTo>
                    <a:cubicBezTo>
                      <a:pt x="28" y="114"/>
                      <a:pt x="36" y="104"/>
                      <a:pt x="43" y="95"/>
                    </a:cubicBezTo>
                    <a:cubicBezTo>
                      <a:pt x="49" y="87"/>
                      <a:pt x="54" y="80"/>
                      <a:pt x="61" y="72"/>
                    </a:cubicBezTo>
                    <a:cubicBezTo>
                      <a:pt x="65" y="66"/>
                      <a:pt x="70" y="61"/>
                      <a:pt x="75" y="55"/>
                    </a:cubicBezTo>
                    <a:cubicBezTo>
                      <a:pt x="80" y="48"/>
                      <a:pt x="85" y="43"/>
                      <a:pt x="90" y="37"/>
                    </a:cubicBezTo>
                    <a:cubicBezTo>
                      <a:pt x="99" y="27"/>
                      <a:pt x="106" y="16"/>
                      <a:pt x="116" y="8"/>
                    </a:cubicBezTo>
                    <a:cubicBezTo>
                      <a:pt x="117" y="6"/>
                      <a:pt x="120" y="5"/>
                      <a:pt x="122" y="3"/>
                    </a:cubicBezTo>
                    <a:cubicBezTo>
                      <a:pt x="124" y="2"/>
                      <a:pt x="127" y="1"/>
                      <a:pt x="130" y="1"/>
                    </a:cubicBezTo>
                    <a:cubicBezTo>
                      <a:pt x="131" y="1"/>
                      <a:pt x="133" y="0"/>
                      <a:pt x="134" y="0"/>
                    </a:cubicBezTo>
                    <a:cubicBezTo>
                      <a:pt x="135" y="0"/>
                      <a:pt x="137" y="1"/>
                      <a:pt x="138" y="1"/>
                    </a:cubicBezTo>
                    <a:cubicBezTo>
                      <a:pt x="142" y="2"/>
                      <a:pt x="145" y="3"/>
                      <a:pt x="148" y="4"/>
                    </a:cubicBezTo>
                    <a:cubicBezTo>
                      <a:pt x="152" y="6"/>
                      <a:pt x="155" y="8"/>
                      <a:pt x="159" y="9"/>
                    </a:cubicBezTo>
                    <a:cubicBezTo>
                      <a:pt x="164" y="11"/>
                      <a:pt x="166" y="18"/>
                      <a:pt x="163" y="23"/>
                    </a:cubicBezTo>
                    <a:cubicBezTo>
                      <a:pt x="161" y="29"/>
                      <a:pt x="155" y="30"/>
                      <a:pt x="149" y="28"/>
                    </a:cubicBezTo>
                    <a:cubicBezTo>
                      <a:pt x="145" y="26"/>
                      <a:pt x="140" y="24"/>
                      <a:pt x="135" y="22"/>
                    </a:cubicBezTo>
                    <a:cubicBezTo>
                      <a:pt x="135" y="22"/>
                      <a:pt x="134" y="22"/>
                      <a:pt x="134" y="21"/>
                    </a:cubicBezTo>
                    <a:cubicBezTo>
                      <a:pt x="134" y="22"/>
                      <a:pt x="134" y="22"/>
                      <a:pt x="134" y="22"/>
                    </a:cubicBezTo>
                    <a:lnTo>
                      <a:pt x="134" y="21"/>
                    </a:lnTo>
                    <a:cubicBezTo>
                      <a:pt x="133" y="22"/>
                      <a:pt x="133" y="22"/>
                      <a:pt x="132" y="22"/>
                    </a:cubicBezTo>
                    <a:cubicBezTo>
                      <a:pt x="131" y="23"/>
                      <a:pt x="130" y="23"/>
                      <a:pt x="129" y="24"/>
                    </a:cubicBezTo>
                    <a:cubicBezTo>
                      <a:pt x="127" y="26"/>
                      <a:pt x="126" y="27"/>
                      <a:pt x="124" y="29"/>
                    </a:cubicBezTo>
                    <a:cubicBezTo>
                      <a:pt x="119" y="33"/>
                      <a:pt x="115" y="39"/>
                      <a:pt x="110" y="45"/>
                    </a:cubicBezTo>
                    <a:cubicBezTo>
                      <a:pt x="106" y="51"/>
                      <a:pt x="100" y="56"/>
                      <a:pt x="95" y="63"/>
                    </a:cubicBezTo>
                    <a:cubicBezTo>
                      <a:pt x="84" y="76"/>
                      <a:pt x="73" y="90"/>
                      <a:pt x="62" y="104"/>
                    </a:cubicBezTo>
                    <a:cubicBezTo>
                      <a:pt x="61" y="104"/>
                      <a:pt x="61" y="104"/>
                      <a:pt x="61" y="105"/>
                    </a:cubicBezTo>
                    <a:cubicBezTo>
                      <a:pt x="61" y="105"/>
                      <a:pt x="60" y="106"/>
                      <a:pt x="60" y="107"/>
                    </a:cubicBezTo>
                    <a:cubicBezTo>
                      <a:pt x="59" y="107"/>
                      <a:pt x="59" y="108"/>
                      <a:pt x="59" y="108"/>
                    </a:cubicBezTo>
                    <a:cubicBezTo>
                      <a:pt x="58" y="108"/>
                      <a:pt x="57" y="109"/>
                      <a:pt x="57" y="110"/>
                    </a:cubicBezTo>
                    <a:cubicBezTo>
                      <a:pt x="54" y="114"/>
                      <a:pt x="52" y="117"/>
                      <a:pt x="49" y="121"/>
                    </a:cubicBezTo>
                    <a:cubicBezTo>
                      <a:pt x="47" y="122"/>
                      <a:pt x="46" y="124"/>
                      <a:pt x="45" y="126"/>
                    </a:cubicBezTo>
                    <a:cubicBezTo>
                      <a:pt x="44" y="126"/>
                      <a:pt x="44" y="127"/>
                      <a:pt x="43" y="128"/>
                    </a:cubicBezTo>
                    <a:lnTo>
                      <a:pt x="44" y="127"/>
                    </a:lnTo>
                    <a:cubicBezTo>
                      <a:pt x="43" y="128"/>
                      <a:pt x="43" y="128"/>
                      <a:pt x="43" y="128"/>
                    </a:cubicBezTo>
                    <a:cubicBezTo>
                      <a:pt x="43" y="129"/>
                      <a:pt x="42" y="129"/>
                      <a:pt x="42" y="129"/>
                    </a:cubicBezTo>
                    <a:lnTo>
                      <a:pt x="43" y="129"/>
                    </a:lnTo>
                    <a:cubicBezTo>
                      <a:pt x="42" y="129"/>
                      <a:pt x="42" y="129"/>
                      <a:pt x="42" y="129"/>
                    </a:cubicBezTo>
                    <a:cubicBezTo>
                      <a:pt x="39" y="133"/>
                      <a:pt x="36" y="138"/>
                      <a:pt x="33" y="142"/>
                    </a:cubicBezTo>
                    <a:cubicBezTo>
                      <a:pt x="31" y="146"/>
                      <a:pt x="28" y="150"/>
                      <a:pt x="25" y="154"/>
                    </a:cubicBezTo>
                    <a:cubicBezTo>
                      <a:pt x="24" y="156"/>
                      <a:pt x="23" y="158"/>
                      <a:pt x="22" y="160"/>
                    </a:cubicBezTo>
                    <a:cubicBezTo>
                      <a:pt x="21" y="161"/>
                      <a:pt x="21" y="163"/>
                      <a:pt x="19" y="164"/>
                    </a:cubicBezTo>
                    <a:cubicBezTo>
                      <a:pt x="18" y="168"/>
                      <a:pt x="14" y="170"/>
                      <a:pt x="11" y="170"/>
                    </a:cubicBezTo>
                    <a:cubicBezTo>
                      <a:pt x="10" y="170"/>
                      <a:pt x="8" y="170"/>
                      <a:pt x="7" y="16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1" name="Google Shape;1791;p19"/>
              <p:cNvSpPr/>
              <p:nvPr/>
            </p:nvSpPr>
            <p:spPr>
              <a:xfrm>
                <a:off x="1954080" y="2389680"/>
                <a:ext cx="44640" cy="10116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281" extrusionOk="0">
                    <a:moveTo>
                      <a:pt x="38" y="275"/>
                    </a:moveTo>
                    <a:cubicBezTo>
                      <a:pt x="32" y="271"/>
                      <a:pt x="28" y="266"/>
                      <a:pt x="24" y="261"/>
                    </a:cubicBezTo>
                    <a:cubicBezTo>
                      <a:pt x="20" y="255"/>
                      <a:pt x="18" y="247"/>
                      <a:pt x="18" y="240"/>
                    </a:cubicBezTo>
                    <a:cubicBezTo>
                      <a:pt x="18" y="232"/>
                      <a:pt x="20" y="224"/>
                      <a:pt x="24" y="217"/>
                    </a:cubicBezTo>
                    <a:cubicBezTo>
                      <a:pt x="28" y="211"/>
                      <a:pt x="33" y="205"/>
                      <a:pt x="38" y="199"/>
                    </a:cubicBezTo>
                    <a:cubicBezTo>
                      <a:pt x="42" y="195"/>
                      <a:pt x="48" y="195"/>
                      <a:pt x="52" y="198"/>
                    </a:cubicBezTo>
                    <a:cubicBezTo>
                      <a:pt x="56" y="202"/>
                      <a:pt x="56" y="208"/>
                      <a:pt x="53" y="212"/>
                    </a:cubicBezTo>
                    <a:cubicBezTo>
                      <a:pt x="51" y="215"/>
                      <a:pt x="48" y="217"/>
                      <a:pt x="46" y="220"/>
                    </a:cubicBezTo>
                    <a:lnTo>
                      <a:pt x="47" y="219"/>
                    </a:lnTo>
                    <a:cubicBezTo>
                      <a:pt x="45" y="221"/>
                      <a:pt x="44" y="223"/>
                      <a:pt x="43" y="225"/>
                    </a:cubicBezTo>
                    <a:cubicBezTo>
                      <a:pt x="42" y="227"/>
                      <a:pt x="41" y="228"/>
                      <a:pt x="41" y="229"/>
                    </a:cubicBezTo>
                    <a:cubicBezTo>
                      <a:pt x="40" y="230"/>
                      <a:pt x="40" y="231"/>
                      <a:pt x="39" y="233"/>
                    </a:cubicBezTo>
                    <a:cubicBezTo>
                      <a:pt x="39" y="234"/>
                      <a:pt x="39" y="236"/>
                      <a:pt x="39" y="237"/>
                    </a:cubicBezTo>
                    <a:cubicBezTo>
                      <a:pt x="39" y="238"/>
                      <a:pt x="39" y="238"/>
                      <a:pt x="39" y="240"/>
                    </a:cubicBezTo>
                    <a:cubicBezTo>
                      <a:pt x="39" y="241"/>
                      <a:pt x="39" y="241"/>
                      <a:pt x="39" y="242"/>
                    </a:cubicBezTo>
                    <a:cubicBezTo>
                      <a:pt x="39" y="244"/>
                      <a:pt x="39" y="245"/>
                      <a:pt x="39" y="246"/>
                    </a:cubicBezTo>
                    <a:cubicBezTo>
                      <a:pt x="40" y="247"/>
                      <a:pt x="40" y="247"/>
                      <a:pt x="41" y="248"/>
                    </a:cubicBezTo>
                    <a:lnTo>
                      <a:pt x="40" y="248"/>
                    </a:lnTo>
                    <a:cubicBezTo>
                      <a:pt x="41" y="248"/>
                      <a:pt x="41" y="248"/>
                      <a:pt x="41" y="249"/>
                    </a:cubicBezTo>
                    <a:cubicBezTo>
                      <a:pt x="41" y="250"/>
                      <a:pt x="42" y="251"/>
                      <a:pt x="43" y="252"/>
                    </a:cubicBezTo>
                    <a:cubicBezTo>
                      <a:pt x="43" y="252"/>
                      <a:pt x="44" y="252"/>
                      <a:pt x="44" y="253"/>
                    </a:cubicBezTo>
                    <a:cubicBezTo>
                      <a:pt x="45" y="254"/>
                      <a:pt x="45" y="254"/>
                      <a:pt x="46" y="255"/>
                    </a:cubicBezTo>
                    <a:cubicBezTo>
                      <a:pt x="47" y="256"/>
                      <a:pt x="48" y="256"/>
                      <a:pt x="49" y="257"/>
                    </a:cubicBezTo>
                    <a:cubicBezTo>
                      <a:pt x="50" y="258"/>
                      <a:pt x="51" y="258"/>
                      <a:pt x="52" y="258"/>
                    </a:cubicBezTo>
                    <a:cubicBezTo>
                      <a:pt x="53" y="259"/>
                      <a:pt x="54" y="259"/>
                      <a:pt x="55" y="259"/>
                    </a:cubicBezTo>
                    <a:cubicBezTo>
                      <a:pt x="56" y="259"/>
                      <a:pt x="57" y="260"/>
                      <a:pt x="58" y="260"/>
                    </a:cubicBezTo>
                    <a:cubicBezTo>
                      <a:pt x="59" y="260"/>
                      <a:pt x="60" y="260"/>
                      <a:pt x="62" y="260"/>
                    </a:cubicBezTo>
                    <a:cubicBezTo>
                      <a:pt x="62" y="260"/>
                      <a:pt x="63" y="260"/>
                      <a:pt x="64" y="260"/>
                    </a:cubicBezTo>
                    <a:cubicBezTo>
                      <a:pt x="65" y="260"/>
                      <a:pt x="65" y="260"/>
                      <a:pt x="66" y="259"/>
                    </a:cubicBezTo>
                    <a:lnTo>
                      <a:pt x="67" y="259"/>
                    </a:lnTo>
                    <a:cubicBezTo>
                      <a:pt x="68" y="259"/>
                      <a:pt x="69" y="258"/>
                      <a:pt x="70" y="258"/>
                    </a:cubicBezTo>
                    <a:lnTo>
                      <a:pt x="69" y="258"/>
                    </a:lnTo>
                    <a:cubicBezTo>
                      <a:pt x="70" y="258"/>
                      <a:pt x="70" y="258"/>
                      <a:pt x="70" y="258"/>
                    </a:cubicBezTo>
                    <a:cubicBezTo>
                      <a:pt x="70" y="257"/>
                      <a:pt x="71" y="257"/>
                      <a:pt x="71" y="256"/>
                    </a:cubicBezTo>
                    <a:cubicBezTo>
                      <a:pt x="72" y="256"/>
                      <a:pt x="72" y="256"/>
                      <a:pt x="73" y="255"/>
                    </a:cubicBezTo>
                    <a:lnTo>
                      <a:pt x="73" y="254"/>
                    </a:lnTo>
                    <a:cubicBezTo>
                      <a:pt x="73" y="254"/>
                      <a:pt x="74" y="253"/>
                      <a:pt x="74" y="252"/>
                    </a:cubicBezTo>
                    <a:lnTo>
                      <a:pt x="74" y="251"/>
                    </a:lnTo>
                    <a:cubicBezTo>
                      <a:pt x="76" y="244"/>
                      <a:pt x="77" y="237"/>
                      <a:pt x="78" y="230"/>
                    </a:cubicBezTo>
                    <a:cubicBezTo>
                      <a:pt x="80" y="208"/>
                      <a:pt x="81" y="186"/>
                      <a:pt x="83" y="164"/>
                    </a:cubicBezTo>
                    <a:cubicBezTo>
                      <a:pt x="84" y="143"/>
                      <a:pt x="85" y="122"/>
                      <a:pt x="88" y="102"/>
                    </a:cubicBezTo>
                    <a:cubicBezTo>
                      <a:pt x="89" y="96"/>
                      <a:pt x="90" y="90"/>
                      <a:pt x="91" y="83"/>
                    </a:cubicBezTo>
                    <a:cubicBezTo>
                      <a:pt x="91" y="82"/>
                      <a:pt x="92" y="80"/>
                      <a:pt x="92" y="78"/>
                    </a:cubicBezTo>
                    <a:cubicBezTo>
                      <a:pt x="81" y="92"/>
                      <a:pt x="68" y="104"/>
                      <a:pt x="53" y="114"/>
                    </a:cubicBezTo>
                    <a:cubicBezTo>
                      <a:pt x="42" y="121"/>
                      <a:pt x="28" y="127"/>
                      <a:pt x="16" y="121"/>
                    </a:cubicBezTo>
                    <a:cubicBezTo>
                      <a:pt x="13" y="120"/>
                      <a:pt x="10" y="118"/>
                      <a:pt x="9" y="117"/>
                    </a:cubicBezTo>
                    <a:cubicBezTo>
                      <a:pt x="7" y="114"/>
                      <a:pt x="5" y="112"/>
                      <a:pt x="4" y="109"/>
                    </a:cubicBezTo>
                    <a:cubicBezTo>
                      <a:pt x="2" y="107"/>
                      <a:pt x="2" y="103"/>
                      <a:pt x="1" y="100"/>
                    </a:cubicBezTo>
                    <a:cubicBezTo>
                      <a:pt x="0" y="97"/>
                      <a:pt x="0" y="93"/>
                      <a:pt x="0" y="89"/>
                    </a:cubicBezTo>
                    <a:cubicBezTo>
                      <a:pt x="0" y="82"/>
                      <a:pt x="1" y="74"/>
                      <a:pt x="1" y="67"/>
                    </a:cubicBezTo>
                    <a:cubicBezTo>
                      <a:pt x="2" y="64"/>
                      <a:pt x="2" y="62"/>
                      <a:pt x="2" y="60"/>
                    </a:cubicBezTo>
                    <a:cubicBezTo>
                      <a:pt x="3" y="57"/>
                      <a:pt x="3" y="54"/>
                      <a:pt x="3" y="50"/>
                    </a:cubicBezTo>
                    <a:cubicBezTo>
                      <a:pt x="4" y="46"/>
                      <a:pt x="5" y="42"/>
                      <a:pt x="6" y="38"/>
                    </a:cubicBezTo>
                    <a:cubicBezTo>
                      <a:pt x="7" y="30"/>
                      <a:pt x="9" y="23"/>
                      <a:pt x="11" y="16"/>
                    </a:cubicBezTo>
                    <a:cubicBezTo>
                      <a:pt x="14" y="9"/>
                      <a:pt x="18" y="0"/>
                      <a:pt x="28" y="1"/>
                    </a:cubicBezTo>
                    <a:cubicBezTo>
                      <a:pt x="32" y="2"/>
                      <a:pt x="35" y="4"/>
                      <a:pt x="37" y="8"/>
                    </a:cubicBezTo>
                    <a:cubicBezTo>
                      <a:pt x="38" y="9"/>
                      <a:pt x="39" y="11"/>
                      <a:pt x="39" y="12"/>
                    </a:cubicBezTo>
                    <a:cubicBezTo>
                      <a:pt x="43" y="16"/>
                      <a:pt x="42" y="23"/>
                      <a:pt x="37" y="26"/>
                    </a:cubicBezTo>
                    <a:cubicBezTo>
                      <a:pt x="35" y="27"/>
                      <a:pt x="32" y="28"/>
                      <a:pt x="30" y="28"/>
                    </a:cubicBezTo>
                    <a:cubicBezTo>
                      <a:pt x="29" y="29"/>
                      <a:pt x="28" y="31"/>
                      <a:pt x="28" y="32"/>
                    </a:cubicBezTo>
                    <a:cubicBezTo>
                      <a:pt x="26" y="39"/>
                      <a:pt x="25" y="47"/>
                      <a:pt x="23" y="54"/>
                    </a:cubicBezTo>
                    <a:cubicBezTo>
                      <a:pt x="23" y="56"/>
                      <a:pt x="23" y="58"/>
                      <a:pt x="22" y="60"/>
                    </a:cubicBezTo>
                    <a:cubicBezTo>
                      <a:pt x="21" y="63"/>
                      <a:pt x="21" y="65"/>
                      <a:pt x="21" y="68"/>
                    </a:cubicBezTo>
                    <a:cubicBezTo>
                      <a:pt x="20" y="74"/>
                      <a:pt x="20" y="80"/>
                      <a:pt x="20" y="86"/>
                    </a:cubicBezTo>
                    <a:cubicBezTo>
                      <a:pt x="20" y="89"/>
                      <a:pt x="20" y="92"/>
                      <a:pt x="20" y="95"/>
                    </a:cubicBezTo>
                    <a:cubicBezTo>
                      <a:pt x="21" y="97"/>
                      <a:pt x="21" y="98"/>
                      <a:pt x="21" y="99"/>
                    </a:cubicBezTo>
                    <a:cubicBezTo>
                      <a:pt x="21" y="100"/>
                      <a:pt x="21" y="100"/>
                      <a:pt x="21" y="100"/>
                    </a:cubicBezTo>
                    <a:lnTo>
                      <a:pt x="21" y="99"/>
                    </a:lnTo>
                    <a:cubicBezTo>
                      <a:pt x="21" y="100"/>
                      <a:pt x="21" y="100"/>
                      <a:pt x="22" y="101"/>
                    </a:cubicBezTo>
                    <a:cubicBezTo>
                      <a:pt x="22" y="101"/>
                      <a:pt x="23" y="101"/>
                      <a:pt x="23" y="102"/>
                    </a:cubicBezTo>
                    <a:lnTo>
                      <a:pt x="23" y="103"/>
                    </a:lnTo>
                    <a:lnTo>
                      <a:pt x="24" y="103"/>
                    </a:lnTo>
                    <a:cubicBezTo>
                      <a:pt x="25" y="103"/>
                      <a:pt x="25" y="103"/>
                      <a:pt x="25" y="103"/>
                    </a:cubicBezTo>
                    <a:cubicBezTo>
                      <a:pt x="26" y="103"/>
                      <a:pt x="26" y="103"/>
                      <a:pt x="27" y="103"/>
                    </a:cubicBezTo>
                    <a:cubicBezTo>
                      <a:pt x="26" y="103"/>
                      <a:pt x="26" y="103"/>
                      <a:pt x="26" y="103"/>
                    </a:cubicBezTo>
                    <a:cubicBezTo>
                      <a:pt x="25" y="103"/>
                      <a:pt x="25" y="103"/>
                      <a:pt x="25" y="103"/>
                    </a:cubicBezTo>
                    <a:lnTo>
                      <a:pt x="26" y="103"/>
                    </a:lnTo>
                    <a:lnTo>
                      <a:pt x="27" y="103"/>
                    </a:lnTo>
                    <a:cubicBezTo>
                      <a:pt x="26" y="103"/>
                      <a:pt x="26" y="103"/>
                      <a:pt x="26" y="103"/>
                    </a:cubicBezTo>
                    <a:cubicBezTo>
                      <a:pt x="27" y="103"/>
                      <a:pt x="27" y="103"/>
                      <a:pt x="28" y="103"/>
                    </a:cubicBezTo>
                    <a:cubicBezTo>
                      <a:pt x="28" y="103"/>
                      <a:pt x="29" y="103"/>
                      <a:pt x="30" y="103"/>
                    </a:cubicBezTo>
                    <a:cubicBezTo>
                      <a:pt x="32" y="102"/>
                      <a:pt x="34" y="101"/>
                      <a:pt x="36" y="101"/>
                    </a:cubicBezTo>
                    <a:cubicBezTo>
                      <a:pt x="38" y="100"/>
                      <a:pt x="39" y="99"/>
                      <a:pt x="41" y="98"/>
                    </a:cubicBezTo>
                    <a:cubicBezTo>
                      <a:pt x="45" y="96"/>
                      <a:pt x="48" y="94"/>
                      <a:pt x="51" y="92"/>
                    </a:cubicBezTo>
                    <a:cubicBezTo>
                      <a:pt x="56" y="88"/>
                      <a:pt x="60" y="83"/>
                      <a:pt x="65" y="79"/>
                    </a:cubicBezTo>
                    <a:lnTo>
                      <a:pt x="65" y="80"/>
                    </a:lnTo>
                    <a:cubicBezTo>
                      <a:pt x="65" y="79"/>
                      <a:pt x="65" y="79"/>
                      <a:pt x="65" y="79"/>
                    </a:cubicBezTo>
                    <a:lnTo>
                      <a:pt x="66" y="79"/>
                    </a:lnTo>
                    <a:lnTo>
                      <a:pt x="65" y="79"/>
                    </a:lnTo>
                    <a:cubicBezTo>
                      <a:pt x="71" y="74"/>
                      <a:pt x="76" y="68"/>
                      <a:pt x="80" y="62"/>
                    </a:cubicBezTo>
                    <a:cubicBezTo>
                      <a:pt x="86" y="55"/>
                      <a:pt x="91" y="47"/>
                      <a:pt x="96" y="39"/>
                    </a:cubicBezTo>
                    <a:cubicBezTo>
                      <a:pt x="99" y="33"/>
                      <a:pt x="102" y="28"/>
                      <a:pt x="104" y="23"/>
                    </a:cubicBezTo>
                    <a:cubicBezTo>
                      <a:pt x="106" y="19"/>
                      <a:pt x="111" y="17"/>
                      <a:pt x="115" y="18"/>
                    </a:cubicBezTo>
                    <a:cubicBezTo>
                      <a:pt x="119" y="19"/>
                      <a:pt x="123" y="22"/>
                      <a:pt x="123" y="27"/>
                    </a:cubicBezTo>
                    <a:cubicBezTo>
                      <a:pt x="123" y="29"/>
                      <a:pt x="123" y="32"/>
                      <a:pt x="123" y="34"/>
                    </a:cubicBezTo>
                    <a:cubicBezTo>
                      <a:pt x="122" y="37"/>
                      <a:pt x="122" y="40"/>
                      <a:pt x="120" y="43"/>
                    </a:cubicBezTo>
                    <a:cubicBezTo>
                      <a:pt x="120" y="43"/>
                      <a:pt x="121" y="43"/>
                      <a:pt x="121" y="42"/>
                    </a:cubicBezTo>
                    <a:cubicBezTo>
                      <a:pt x="117" y="54"/>
                      <a:pt x="115" y="67"/>
                      <a:pt x="112" y="79"/>
                    </a:cubicBezTo>
                    <a:cubicBezTo>
                      <a:pt x="109" y="90"/>
                      <a:pt x="108" y="101"/>
                      <a:pt x="106" y="113"/>
                    </a:cubicBezTo>
                    <a:cubicBezTo>
                      <a:pt x="105" y="122"/>
                      <a:pt x="104" y="132"/>
                      <a:pt x="102" y="142"/>
                    </a:cubicBezTo>
                    <a:cubicBezTo>
                      <a:pt x="102" y="155"/>
                      <a:pt x="101" y="166"/>
                      <a:pt x="101" y="178"/>
                    </a:cubicBezTo>
                    <a:cubicBezTo>
                      <a:pt x="99" y="200"/>
                      <a:pt x="98" y="221"/>
                      <a:pt x="96" y="242"/>
                    </a:cubicBezTo>
                    <a:cubicBezTo>
                      <a:pt x="95" y="249"/>
                      <a:pt x="94" y="255"/>
                      <a:pt x="92" y="261"/>
                    </a:cubicBezTo>
                    <a:cubicBezTo>
                      <a:pt x="89" y="268"/>
                      <a:pt x="85" y="273"/>
                      <a:pt x="79" y="276"/>
                    </a:cubicBezTo>
                    <a:cubicBezTo>
                      <a:pt x="73" y="279"/>
                      <a:pt x="67" y="280"/>
                      <a:pt x="61" y="280"/>
                    </a:cubicBezTo>
                    <a:cubicBezTo>
                      <a:pt x="53" y="280"/>
                      <a:pt x="45" y="279"/>
                      <a:pt x="38" y="27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2" name="Google Shape;1792;p19"/>
              <p:cNvSpPr/>
              <p:nvPr/>
            </p:nvSpPr>
            <p:spPr>
              <a:xfrm>
                <a:off x="2021400" y="2410560"/>
                <a:ext cx="2448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68" h="25" extrusionOk="0">
                    <a:moveTo>
                      <a:pt x="13" y="23"/>
                    </a:moveTo>
                    <a:cubicBezTo>
                      <a:pt x="9" y="21"/>
                      <a:pt x="4" y="20"/>
                      <a:pt x="2" y="15"/>
                    </a:cubicBezTo>
                    <a:cubicBezTo>
                      <a:pt x="1" y="11"/>
                      <a:pt x="0" y="9"/>
                      <a:pt x="2" y="6"/>
                    </a:cubicBezTo>
                    <a:cubicBezTo>
                      <a:pt x="4" y="2"/>
                      <a:pt x="7" y="0"/>
                      <a:pt x="11" y="0"/>
                    </a:cubicBezTo>
                    <a:cubicBezTo>
                      <a:pt x="16" y="0"/>
                      <a:pt x="21" y="0"/>
                      <a:pt x="26" y="0"/>
                    </a:cubicBezTo>
                    <a:cubicBezTo>
                      <a:pt x="29" y="1"/>
                      <a:pt x="32" y="1"/>
                      <a:pt x="35" y="1"/>
                    </a:cubicBezTo>
                    <a:cubicBezTo>
                      <a:pt x="42" y="2"/>
                      <a:pt x="50" y="2"/>
                      <a:pt x="58" y="2"/>
                    </a:cubicBezTo>
                    <a:cubicBezTo>
                      <a:pt x="63" y="2"/>
                      <a:pt x="67" y="7"/>
                      <a:pt x="67" y="13"/>
                    </a:cubicBezTo>
                    <a:cubicBezTo>
                      <a:pt x="67" y="18"/>
                      <a:pt x="62" y="23"/>
                      <a:pt x="56" y="23"/>
                    </a:cubicBezTo>
                    <a:cubicBezTo>
                      <a:pt x="49" y="22"/>
                      <a:pt x="42" y="22"/>
                      <a:pt x="35" y="21"/>
                    </a:cubicBezTo>
                    <a:cubicBezTo>
                      <a:pt x="32" y="21"/>
                      <a:pt x="29" y="21"/>
                      <a:pt x="25" y="21"/>
                    </a:cubicBezTo>
                    <a:cubicBezTo>
                      <a:pt x="23" y="23"/>
                      <a:pt x="21" y="24"/>
                      <a:pt x="18" y="24"/>
                    </a:cubicBezTo>
                    <a:cubicBezTo>
                      <a:pt x="16" y="24"/>
                      <a:pt x="15" y="24"/>
                      <a:pt x="13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3" name="Google Shape;1793;p19"/>
              <p:cNvSpPr/>
              <p:nvPr/>
            </p:nvSpPr>
            <p:spPr>
              <a:xfrm>
                <a:off x="2016360" y="2422080"/>
                <a:ext cx="5184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144" h="33" extrusionOk="0">
                    <a:moveTo>
                      <a:pt x="10" y="29"/>
                    </a:moveTo>
                    <a:cubicBezTo>
                      <a:pt x="6" y="27"/>
                      <a:pt x="2" y="24"/>
                      <a:pt x="0" y="19"/>
                    </a:cubicBezTo>
                    <a:cubicBezTo>
                      <a:pt x="0" y="17"/>
                      <a:pt x="0" y="13"/>
                      <a:pt x="2" y="11"/>
                    </a:cubicBezTo>
                    <a:cubicBezTo>
                      <a:pt x="2" y="9"/>
                      <a:pt x="4" y="7"/>
                      <a:pt x="6" y="6"/>
                    </a:cubicBezTo>
                    <a:cubicBezTo>
                      <a:pt x="10" y="3"/>
                      <a:pt x="17" y="5"/>
                      <a:pt x="21" y="9"/>
                    </a:cubicBezTo>
                    <a:cubicBezTo>
                      <a:pt x="21" y="10"/>
                      <a:pt x="21" y="10"/>
                      <a:pt x="21" y="11"/>
                    </a:cubicBezTo>
                    <a:cubicBezTo>
                      <a:pt x="22" y="11"/>
                      <a:pt x="23" y="11"/>
                      <a:pt x="23" y="11"/>
                    </a:cubicBezTo>
                    <a:cubicBezTo>
                      <a:pt x="25" y="11"/>
                      <a:pt x="27" y="11"/>
                      <a:pt x="29" y="11"/>
                    </a:cubicBezTo>
                    <a:cubicBezTo>
                      <a:pt x="39" y="11"/>
                      <a:pt x="49" y="10"/>
                      <a:pt x="59" y="9"/>
                    </a:cubicBezTo>
                    <a:cubicBezTo>
                      <a:pt x="65" y="9"/>
                      <a:pt x="70" y="8"/>
                      <a:pt x="76" y="7"/>
                    </a:cubicBezTo>
                    <a:cubicBezTo>
                      <a:pt x="84" y="6"/>
                      <a:pt x="91" y="5"/>
                      <a:pt x="99" y="5"/>
                    </a:cubicBezTo>
                    <a:cubicBezTo>
                      <a:pt x="110" y="3"/>
                      <a:pt x="121" y="2"/>
                      <a:pt x="132" y="0"/>
                    </a:cubicBezTo>
                    <a:cubicBezTo>
                      <a:pt x="136" y="0"/>
                      <a:pt x="140" y="3"/>
                      <a:pt x="141" y="7"/>
                    </a:cubicBezTo>
                    <a:cubicBezTo>
                      <a:pt x="143" y="12"/>
                      <a:pt x="139" y="17"/>
                      <a:pt x="134" y="18"/>
                    </a:cubicBezTo>
                    <a:cubicBezTo>
                      <a:pt x="123" y="20"/>
                      <a:pt x="113" y="21"/>
                      <a:pt x="102" y="23"/>
                    </a:cubicBezTo>
                    <a:cubicBezTo>
                      <a:pt x="95" y="24"/>
                      <a:pt x="87" y="25"/>
                      <a:pt x="79" y="27"/>
                    </a:cubicBezTo>
                    <a:lnTo>
                      <a:pt x="80" y="26"/>
                    </a:lnTo>
                    <a:cubicBezTo>
                      <a:pt x="70" y="28"/>
                      <a:pt x="60" y="29"/>
                      <a:pt x="49" y="30"/>
                    </a:cubicBezTo>
                    <a:cubicBezTo>
                      <a:pt x="42" y="31"/>
                      <a:pt x="35" y="32"/>
                      <a:pt x="28" y="32"/>
                    </a:cubicBezTo>
                    <a:lnTo>
                      <a:pt x="27" y="32"/>
                    </a:lnTo>
                    <a:cubicBezTo>
                      <a:pt x="21" y="32"/>
                      <a:pt x="16" y="31"/>
                      <a:pt x="10" y="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4" name="Google Shape;1794;p19"/>
              <p:cNvSpPr/>
              <p:nvPr/>
            </p:nvSpPr>
            <p:spPr>
              <a:xfrm>
                <a:off x="2073240" y="2391120"/>
                <a:ext cx="93960" cy="57960"/>
              </a:xfrm>
              <a:custGeom>
                <a:avLst/>
                <a:gdLst/>
                <a:ahLst/>
                <a:cxnLst/>
                <a:rect l="l" t="t" r="r" b="b"/>
                <a:pathLst>
                  <a:path w="261" h="161" extrusionOk="0">
                    <a:moveTo>
                      <a:pt x="171" y="134"/>
                    </a:moveTo>
                    <a:cubicBezTo>
                      <a:pt x="172" y="134"/>
                      <a:pt x="174" y="134"/>
                      <a:pt x="176" y="133"/>
                    </a:cubicBezTo>
                    <a:cubicBezTo>
                      <a:pt x="178" y="133"/>
                      <a:pt x="181" y="133"/>
                      <a:pt x="183" y="132"/>
                    </a:cubicBezTo>
                    <a:cubicBezTo>
                      <a:pt x="186" y="131"/>
                      <a:pt x="189" y="130"/>
                      <a:pt x="192" y="129"/>
                    </a:cubicBezTo>
                    <a:cubicBezTo>
                      <a:pt x="196" y="127"/>
                      <a:pt x="200" y="125"/>
                      <a:pt x="204" y="123"/>
                    </a:cubicBezTo>
                    <a:cubicBezTo>
                      <a:pt x="207" y="121"/>
                      <a:pt x="211" y="119"/>
                      <a:pt x="214" y="117"/>
                    </a:cubicBezTo>
                    <a:cubicBezTo>
                      <a:pt x="217" y="114"/>
                      <a:pt x="220" y="111"/>
                      <a:pt x="224" y="108"/>
                    </a:cubicBezTo>
                    <a:cubicBezTo>
                      <a:pt x="226" y="105"/>
                      <a:pt x="229" y="102"/>
                      <a:pt x="231" y="99"/>
                    </a:cubicBezTo>
                    <a:cubicBezTo>
                      <a:pt x="232" y="97"/>
                      <a:pt x="234" y="95"/>
                      <a:pt x="235" y="94"/>
                    </a:cubicBezTo>
                    <a:cubicBezTo>
                      <a:pt x="236" y="92"/>
                      <a:pt x="236" y="91"/>
                      <a:pt x="237" y="90"/>
                    </a:cubicBezTo>
                    <a:cubicBezTo>
                      <a:pt x="237" y="88"/>
                      <a:pt x="237" y="87"/>
                      <a:pt x="238" y="86"/>
                    </a:cubicBezTo>
                    <a:cubicBezTo>
                      <a:pt x="238" y="85"/>
                      <a:pt x="239" y="84"/>
                      <a:pt x="239" y="82"/>
                    </a:cubicBezTo>
                    <a:cubicBezTo>
                      <a:pt x="239" y="81"/>
                      <a:pt x="239" y="80"/>
                      <a:pt x="239" y="78"/>
                    </a:cubicBezTo>
                    <a:cubicBezTo>
                      <a:pt x="239" y="76"/>
                      <a:pt x="239" y="74"/>
                      <a:pt x="239" y="73"/>
                    </a:cubicBezTo>
                    <a:cubicBezTo>
                      <a:pt x="239" y="71"/>
                      <a:pt x="238" y="70"/>
                      <a:pt x="237" y="68"/>
                    </a:cubicBezTo>
                    <a:cubicBezTo>
                      <a:pt x="237" y="66"/>
                      <a:pt x="236" y="64"/>
                      <a:pt x="236" y="62"/>
                    </a:cubicBezTo>
                    <a:cubicBezTo>
                      <a:pt x="235" y="60"/>
                      <a:pt x="233" y="57"/>
                      <a:pt x="232" y="56"/>
                    </a:cubicBezTo>
                    <a:cubicBezTo>
                      <a:pt x="231" y="53"/>
                      <a:pt x="230" y="52"/>
                      <a:pt x="228" y="49"/>
                    </a:cubicBezTo>
                    <a:cubicBezTo>
                      <a:pt x="228" y="50"/>
                      <a:pt x="229" y="50"/>
                      <a:pt x="229" y="50"/>
                    </a:cubicBezTo>
                    <a:cubicBezTo>
                      <a:pt x="228" y="50"/>
                      <a:pt x="228" y="49"/>
                      <a:pt x="228" y="49"/>
                    </a:cubicBezTo>
                    <a:cubicBezTo>
                      <a:pt x="226" y="47"/>
                      <a:pt x="225" y="45"/>
                      <a:pt x="223" y="43"/>
                    </a:cubicBezTo>
                    <a:cubicBezTo>
                      <a:pt x="219" y="40"/>
                      <a:pt x="217" y="37"/>
                      <a:pt x="213" y="35"/>
                    </a:cubicBezTo>
                    <a:cubicBezTo>
                      <a:pt x="210" y="32"/>
                      <a:pt x="207" y="30"/>
                      <a:pt x="204" y="28"/>
                    </a:cubicBezTo>
                    <a:cubicBezTo>
                      <a:pt x="200" y="27"/>
                      <a:pt x="197" y="25"/>
                      <a:pt x="194" y="23"/>
                    </a:cubicBezTo>
                    <a:cubicBezTo>
                      <a:pt x="193" y="22"/>
                      <a:pt x="191" y="22"/>
                      <a:pt x="190" y="22"/>
                    </a:cubicBezTo>
                    <a:cubicBezTo>
                      <a:pt x="189" y="21"/>
                      <a:pt x="187" y="21"/>
                      <a:pt x="186" y="21"/>
                    </a:cubicBezTo>
                    <a:cubicBezTo>
                      <a:pt x="185" y="21"/>
                      <a:pt x="184" y="21"/>
                      <a:pt x="183" y="21"/>
                    </a:cubicBezTo>
                    <a:cubicBezTo>
                      <a:pt x="182" y="21"/>
                      <a:pt x="180" y="21"/>
                      <a:pt x="179" y="21"/>
                    </a:cubicBezTo>
                    <a:cubicBezTo>
                      <a:pt x="177" y="21"/>
                      <a:pt x="177" y="21"/>
                      <a:pt x="176" y="21"/>
                    </a:cubicBezTo>
                    <a:lnTo>
                      <a:pt x="177" y="21"/>
                    </a:lnTo>
                    <a:cubicBezTo>
                      <a:pt x="176" y="21"/>
                      <a:pt x="175" y="22"/>
                      <a:pt x="175" y="22"/>
                    </a:cubicBezTo>
                    <a:cubicBezTo>
                      <a:pt x="173" y="22"/>
                      <a:pt x="173" y="23"/>
                      <a:pt x="172" y="23"/>
                    </a:cubicBezTo>
                    <a:cubicBezTo>
                      <a:pt x="170" y="24"/>
                      <a:pt x="169" y="25"/>
                      <a:pt x="168" y="26"/>
                    </a:cubicBezTo>
                    <a:cubicBezTo>
                      <a:pt x="167" y="27"/>
                      <a:pt x="166" y="28"/>
                      <a:pt x="165" y="28"/>
                    </a:cubicBezTo>
                    <a:cubicBezTo>
                      <a:pt x="165" y="29"/>
                      <a:pt x="163" y="30"/>
                      <a:pt x="163" y="31"/>
                    </a:cubicBezTo>
                    <a:cubicBezTo>
                      <a:pt x="162" y="32"/>
                      <a:pt x="162" y="33"/>
                      <a:pt x="161" y="34"/>
                    </a:cubicBezTo>
                    <a:cubicBezTo>
                      <a:pt x="160" y="35"/>
                      <a:pt x="159" y="37"/>
                      <a:pt x="159" y="38"/>
                    </a:cubicBezTo>
                    <a:cubicBezTo>
                      <a:pt x="158" y="40"/>
                      <a:pt x="158" y="41"/>
                      <a:pt x="157" y="43"/>
                    </a:cubicBezTo>
                    <a:cubicBezTo>
                      <a:pt x="155" y="50"/>
                      <a:pt x="154" y="58"/>
                      <a:pt x="152" y="66"/>
                    </a:cubicBezTo>
                    <a:cubicBezTo>
                      <a:pt x="152" y="69"/>
                      <a:pt x="150" y="71"/>
                      <a:pt x="147" y="73"/>
                    </a:cubicBezTo>
                    <a:cubicBezTo>
                      <a:pt x="147" y="75"/>
                      <a:pt x="147" y="77"/>
                      <a:pt x="146" y="78"/>
                    </a:cubicBezTo>
                    <a:cubicBezTo>
                      <a:pt x="144" y="83"/>
                      <a:pt x="143" y="85"/>
                      <a:pt x="140" y="89"/>
                    </a:cubicBezTo>
                    <a:cubicBezTo>
                      <a:pt x="139" y="91"/>
                      <a:pt x="138" y="94"/>
                      <a:pt x="137" y="96"/>
                    </a:cubicBezTo>
                    <a:cubicBezTo>
                      <a:pt x="137" y="98"/>
                      <a:pt x="137" y="99"/>
                      <a:pt x="137" y="101"/>
                    </a:cubicBezTo>
                    <a:cubicBezTo>
                      <a:pt x="137" y="103"/>
                      <a:pt x="136" y="105"/>
                      <a:pt x="136" y="106"/>
                    </a:cubicBezTo>
                    <a:cubicBezTo>
                      <a:pt x="136" y="108"/>
                      <a:pt x="136" y="108"/>
                      <a:pt x="137" y="109"/>
                    </a:cubicBezTo>
                    <a:cubicBezTo>
                      <a:pt x="137" y="110"/>
                      <a:pt x="137" y="112"/>
                      <a:pt x="137" y="113"/>
                    </a:cubicBezTo>
                    <a:cubicBezTo>
                      <a:pt x="138" y="114"/>
                      <a:pt x="138" y="115"/>
                      <a:pt x="138" y="115"/>
                    </a:cubicBezTo>
                    <a:cubicBezTo>
                      <a:pt x="138" y="116"/>
                      <a:pt x="139" y="117"/>
                      <a:pt x="140" y="119"/>
                    </a:cubicBezTo>
                    <a:cubicBezTo>
                      <a:pt x="140" y="119"/>
                      <a:pt x="141" y="120"/>
                      <a:pt x="142" y="122"/>
                    </a:cubicBezTo>
                    <a:cubicBezTo>
                      <a:pt x="142" y="122"/>
                      <a:pt x="143" y="122"/>
                      <a:pt x="143" y="123"/>
                    </a:cubicBezTo>
                    <a:cubicBezTo>
                      <a:pt x="144" y="124"/>
                      <a:pt x="145" y="124"/>
                      <a:pt x="146" y="126"/>
                    </a:cubicBezTo>
                    <a:cubicBezTo>
                      <a:pt x="147" y="126"/>
                      <a:pt x="148" y="127"/>
                      <a:pt x="150" y="128"/>
                    </a:cubicBezTo>
                    <a:cubicBezTo>
                      <a:pt x="152" y="129"/>
                      <a:pt x="154" y="130"/>
                      <a:pt x="155" y="131"/>
                    </a:cubicBezTo>
                    <a:cubicBezTo>
                      <a:pt x="156" y="131"/>
                      <a:pt x="158" y="132"/>
                      <a:pt x="159" y="132"/>
                    </a:cubicBezTo>
                    <a:cubicBezTo>
                      <a:pt x="161" y="133"/>
                      <a:pt x="163" y="133"/>
                      <a:pt x="165" y="133"/>
                    </a:cubicBezTo>
                    <a:cubicBezTo>
                      <a:pt x="167" y="134"/>
                      <a:pt x="169" y="134"/>
                      <a:pt x="171" y="134"/>
                    </a:cubicBezTo>
                    <a:moveTo>
                      <a:pt x="23" y="156"/>
                    </a:moveTo>
                    <a:cubicBezTo>
                      <a:pt x="18" y="154"/>
                      <a:pt x="13" y="150"/>
                      <a:pt x="10" y="144"/>
                    </a:cubicBezTo>
                    <a:cubicBezTo>
                      <a:pt x="8" y="142"/>
                      <a:pt x="7" y="140"/>
                      <a:pt x="6" y="137"/>
                    </a:cubicBezTo>
                    <a:cubicBezTo>
                      <a:pt x="5" y="133"/>
                      <a:pt x="4" y="129"/>
                      <a:pt x="3" y="126"/>
                    </a:cubicBezTo>
                    <a:cubicBezTo>
                      <a:pt x="1" y="119"/>
                      <a:pt x="0" y="112"/>
                      <a:pt x="0" y="105"/>
                    </a:cubicBezTo>
                    <a:cubicBezTo>
                      <a:pt x="0" y="98"/>
                      <a:pt x="2" y="90"/>
                      <a:pt x="4" y="83"/>
                    </a:cubicBezTo>
                    <a:cubicBezTo>
                      <a:pt x="7" y="76"/>
                      <a:pt x="10" y="69"/>
                      <a:pt x="12" y="63"/>
                    </a:cubicBezTo>
                    <a:cubicBezTo>
                      <a:pt x="15" y="56"/>
                      <a:pt x="18" y="49"/>
                      <a:pt x="22" y="42"/>
                    </a:cubicBezTo>
                    <a:cubicBezTo>
                      <a:pt x="26" y="36"/>
                      <a:pt x="29" y="31"/>
                      <a:pt x="34" y="27"/>
                    </a:cubicBezTo>
                    <a:cubicBezTo>
                      <a:pt x="38" y="22"/>
                      <a:pt x="42" y="18"/>
                      <a:pt x="48" y="14"/>
                    </a:cubicBezTo>
                    <a:cubicBezTo>
                      <a:pt x="56" y="7"/>
                      <a:pt x="67" y="2"/>
                      <a:pt x="79" y="3"/>
                    </a:cubicBezTo>
                    <a:cubicBezTo>
                      <a:pt x="85" y="3"/>
                      <a:pt x="90" y="6"/>
                      <a:pt x="94" y="10"/>
                    </a:cubicBezTo>
                    <a:cubicBezTo>
                      <a:pt x="97" y="14"/>
                      <a:pt x="99" y="19"/>
                      <a:pt x="99" y="24"/>
                    </a:cubicBezTo>
                    <a:cubicBezTo>
                      <a:pt x="99" y="28"/>
                      <a:pt x="98" y="32"/>
                      <a:pt x="98" y="35"/>
                    </a:cubicBezTo>
                    <a:cubicBezTo>
                      <a:pt x="98" y="36"/>
                      <a:pt x="99" y="37"/>
                      <a:pt x="99" y="38"/>
                    </a:cubicBezTo>
                    <a:cubicBezTo>
                      <a:pt x="102" y="43"/>
                      <a:pt x="100" y="50"/>
                      <a:pt x="95" y="52"/>
                    </a:cubicBezTo>
                    <a:cubicBezTo>
                      <a:pt x="94" y="52"/>
                      <a:pt x="94" y="53"/>
                      <a:pt x="94" y="53"/>
                    </a:cubicBezTo>
                    <a:cubicBezTo>
                      <a:pt x="91" y="54"/>
                      <a:pt x="89" y="56"/>
                      <a:pt x="87" y="56"/>
                    </a:cubicBezTo>
                    <a:cubicBezTo>
                      <a:pt x="82" y="57"/>
                      <a:pt x="78" y="55"/>
                      <a:pt x="76" y="52"/>
                    </a:cubicBezTo>
                    <a:cubicBezTo>
                      <a:pt x="76" y="50"/>
                      <a:pt x="75" y="49"/>
                      <a:pt x="74" y="49"/>
                    </a:cubicBezTo>
                    <a:cubicBezTo>
                      <a:pt x="74" y="47"/>
                      <a:pt x="74" y="45"/>
                      <a:pt x="74" y="43"/>
                    </a:cubicBezTo>
                    <a:cubicBezTo>
                      <a:pt x="74" y="41"/>
                      <a:pt x="74" y="39"/>
                      <a:pt x="75" y="37"/>
                    </a:cubicBezTo>
                    <a:cubicBezTo>
                      <a:pt x="76" y="35"/>
                      <a:pt x="77" y="32"/>
                      <a:pt x="78" y="29"/>
                    </a:cubicBezTo>
                    <a:cubicBezTo>
                      <a:pt x="78" y="28"/>
                      <a:pt x="78" y="27"/>
                      <a:pt x="78" y="25"/>
                    </a:cubicBezTo>
                    <a:cubicBezTo>
                      <a:pt x="78" y="24"/>
                      <a:pt x="78" y="24"/>
                      <a:pt x="78" y="24"/>
                    </a:cubicBezTo>
                    <a:cubicBezTo>
                      <a:pt x="77" y="24"/>
                      <a:pt x="77" y="23"/>
                      <a:pt x="77" y="23"/>
                    </a:cubicBezTo>
                    <a:lnTo>
                      <a:pt x="76" y="23"/>
                    </a:lnTo>
                    <a:cubicBezTo>
                      <a:pt x="76" y="23"/>
                      <a:pt x="75" y="23"/>
                      <a:pt x="74" y="23"/>
                    </a:cubicBezTo>
                    <a:cubicBezTo>
                      <a:pt x="74" y="24"/>
                      <a:pt x="74" y="24"/>
                      <a:pt x="73" y="24"/>
                    </a:cubicBezTo>
                    <a:cubicBezTo>
                      <a:pt x="72" y="24"/>
                      <a:pt x="71" y="24"/>
                      <a:pt x="70" y="25"/>
                    </a:cubicBezTo>
                    <a:cubicBezTo>
                      <a:pt x="68" y="25"/>
                      <a:pt x="66" y="27"/>
                      <a:pt x="64" y="28"/>
                    </a:cubicBezTo>
                    <a:cubicBezTo>
                      <a:pt x="62" y="29"/>
                      <a:pt x="59" y="31"/>
                      <a:pt x="57" y="32"/>
                    </a:cubicBezTo>
                    <a:lnTo>
                      <a:pt x="58" y="32"/>
                    </a:lnTo>
                    <a:cubicBezTo>
                      <a:pt x="55" y="34"/>
                      <a:pt x="52" y="36"/>
                      <a:pt x="49" y="39"/>
                    </a:cubicBezTo>
                    <a:cubicBezTo>
                      <a:pt x="48" y="41"/>
                      <a:pt x="46" y="43"/>
                      <a:pt x="44" y="45"/>
                    </a:cubicBezTo>
                    <a:cubicBezTo>
                      <a:pt x="42" y="48"/>
                      <a:pt x="40" y="51"/>
                      <a:pt x="38" y="54"/>
                    </a:cubicBezTo>
                    <a:cubicBezTo>
                      <a:pt x="35" y="60"/>
                      <a:pt x="32" y="67"/>
                      <a:pt x="29" y="73"/>
                    </a:cubicBezTo>
                    <a:lnTo>
                      <a:pt x="29" y="72"/>
                    </a:lnTo>
                    <a:cubicBezTo>
                      <a:pt x="27" y="78"/>
                      <a:pt x="24" y="85"/>
                      <a:pt x="22" y="92"/>
                    </a:cubicBezTo>
                    <a:cubicBezTo>
                      <a:pt x="21" y="95"/>
                      <a:pt x="21" y="98"/>
                      <a:pt x="20" y="101"/>
                    </a:cubicBezTo>
                    <a:cubicBezTo>
                      <a:pt x="20" y="103"/>
                      <a:pt x="20" y="105"/>
                      <a:pt x="20" y="108"/>
                    </a:cubicBezTo>
                    <a:cubicBezTo>
                      <a:pt x="20" y="109"/>
                      <a:pt x="20" y="112"/>
                      <a:pt x="20" y="113"/>
                    </a:cubicBezTo>
                    <a:cubicBezTo>
                      <a:pt x="21" y="116"/>
                      <a:pt x="21" y="119"/>
                      <a:pt x="22" y="122"/>
                    </a:cubicBezTo>
                    <a:cubicBezTo>
                      <a:pt x="23" y="126"/>
                      <a:pt x="24" y="129"/>
                      <a:pt x="25" y="131"/>
                    </a:cubicBezTo>
                    <a:cubicBezTo>
                      <a:pt x="25" y="132"/>
                      <a:pt x="26" y="133"/>
                      <a:pt x="26" y="133"/>
                    </a:cubicBezTo>
                    <a:cubicBezTo>
                      <a:pt x="27" y="133"/>
                      <a:pt x="27" y="134"/>
                      <a:pt x="27" y="134"/>
                    </a:cubicBezTo>
                    <a:cubicBezTo>
                      <a:pt x="27" y="134"/>
                      <a:pt x="28" y="135"/>
                      <a:pt x="28" y="136"/>
                    </a:cubicBezTo>
                    <a:cubicBezTo>
                      <a:pt x="28" y="136"/>
                      <a:pt x="29" y="137"/>
                      <a:pt x="30" y="137"/>
                    </a:cubicBezTo>
                    <a:cubicBezTo>
                      <a:pt x="29" y="137"/>
                      <a:pt x="29" y="137"/>
                      <a:pt x="29" y="136"/>
                    </a:cubicBezTo>
                    <a:cubicBezTo>
                      <a:pt x="29" y="137"/>
                      <a:pt x="30" y="137"/>
                      <a:pt x="31" y="137"/>
                    </a:cubicBezTo>
                    <a:cubicBezTo>
                      <a:pt x="31" y="138"/>
                      <a:pt x="32" y="138"/>
                      <a:pt x="33" y="138"/>
                    </a:cubicBezTo>
                    <a:cubicBezTo>
                      <a:pt x="34" y="139"/>
                      <a:pt x="34" y="139"/>
                      <a:pt x="35" y="139"/>
                    </a:cubicBezTo>
                    <a:cubicBezTo>
                      <a:pt x="36" y="140"/>
                      <a:pt x="37" y="140"/>
                      <a:pt x="38" y="140"/>
                    </a:cubicBezTo>
                    <a:cubicBezTo>
                      <a:pt x="40" y="140"/>
                      <a:pt x="41" y="140"/>
                      <a:pt x="43" y="140"/>
                    </a:cubicBezTo>
                    <a:cubicBezTo>
                      <a:pt x="44" y="140"/>
                      <a:pt x="45" y="140"/>
                      <a:pt x="47" y="140"/>
                    </a:cubicBezTo>
                    <a:cubicBezTo>
                      <a:pt x="48" y="140"/>
                      <a:pt x="50" y="139"/>
                      <a:pt x="52" y="139"/>
                    </a:cubicBezTo>
                    <a:cubicBezTo>
                      <a:pt x="54" y="138"/>
                      <a:pt x="57" y="137"/>
                      <a:pt x="60" y="136"/>
                    </a:cubicBezTo>
                    <a:cubicBezTo>
                      <a:pt x="63" y="134"/>
                      <a:pt x="67" y="133"/>
                      <a:pt x="70" y="131"/>
                    </a:cubicBezTo>
                    <a:cubicBezTo>
                      <a:pt x="75" y="128"/>
                      <a:pt x="79" y="125"/>
                      <a:pt x="84" y="122"/>
                    </a:cubicBezTo>
                    <a:cubicBezTo>
                      <a:pt x="83" y="122"/>
                      <a:pt x="83" y="122"/>
                      <a:pt x="83" y="122"/>
                    </a:cubicBezTo>
                    <a:cubicBezTo>
                      <a:pt x="88" y="118"/>
                      <a:pt x="93" y="113"/>
                      <a:pt x="98" y="109"/>
                    </a:cubicBezTo>
                    <a:cubicBezTo>
                      <a:pt x="105" y="101"/>
                      <a:pt x="112" y="94"/>
                      <a:pt x="118" y="85"/>
                    </a:cubicBezTo>
                    <a:lnTo>
                      <a:pt x="118" y="86"/>
                    </a:lnTo>
                    <a:cubicBezTo>
                      <a:pt x="119" y="84"/>
                      <a:pt x="120" y="83"/>
                      <a:pt x="121" y="81"/>
                    </a:cubicBezTo>
                    <a:cubicBezTo>
                      <a:pt x="122" y="78"/>
                      <a:pt x="123" y="76"/>
                      <a:pt x="124" y="73"/>
                    </a:cubicBezTo>
                    <a:cubicBezTo>
                      <a:pt x="126" y="69"/>
                      <a:pt x="129" y="66"/>
                      <a:pt x="133" y="64"/>
                    </a:cubicBezTo>
                    <a:cubicBezTo>
                      <a:pt x="134" y="64"/>
                      <a:pt x="134" y="64"/>
                      <a:pt x="134" y="64"/>
                    </a:cubicBezTo>
                    <a:cubicBezTo>
                      <a:pt x="134" y="63"/>
                      <a:pt x="134" y="63"/>
                      <a:pt x="134" y="62"/>
                    </a:cubicBezTo>
                    <a:cubicBezTo>
                      <a:pt x="135" y="55"/>
                      <a:pt x="136" y="48"/>
                      <a:pt x="138" y="42"/>
                    </a:cubicBezTo>
                    <a:cubicBezTo>
                      <a:pt x="138" y="38"/>
                      <a:pt x="140" y="35"/>
                      <a:pt x="141" y="31"/>
                    </a:cubicBezTo>
                    <a:cubicBezTo>
                      <a:pt x="142" y="28"/>
                      <a:pt x="144" y="25"/>
                      <a:pt x="145" y="22"/>
                    </a:cubicBezTo>
                    <a:cubicBezTo>
                      <a:pt x="149" y="16"/>
                      <a:pt x="154" y="12"/>
                      <a:pt x="159" y="9"/>
                    </a:cubicBezTo>
                    <a:cubicBezTo>
                      <a:pt x="165" y="4"/>
                      <a:pt x="172" y="2"/>
                      <a:pt x="179" y="1"/>
                    </a:cubicBezTo>
                    <a:cubicBezTo>
                      <a:pt x="185" y="0"/>
                      <a:pt x="191" y="2"/>
                      <a:pt x="197" y="3"/>
                    </a:cubicBezTo>
                    <a:cubicBezTo>
                      <a:pt x="201" y="4"/>
                      <a:pt x="204" y="6"/>
                      <a:pt x="207" y="7"/>
                    </a:cubicBezTo>
                    <a:cubicBezTo>
                      <a:pt x="210" y="10"/>
                      <a:pt x="214" y="11"/>
                      <a:pt x="217" y="14"/>
                    </a:cubicBezTo>
                    <a:cubicBezTo>
                      <a:pt x="229" y="21"/>
                      <a:pt x="239" y="31"/>
                      <a:pt x="247" y="42"/>
                    </a:cubicBezTo>
                    <a:cubicBezTo>
                      <a:pt x="251" y="48"/>
                      <a:pt x="254" y="54"/>
                      <a:pt x="256" y="60"/>
                    </a:cubicBezTo>
                    <a:cubicBezTo>
                      <a:pt x="258" y="67"/>
                      <a:pt x="260" y="75"/>
                      <a:pt x="259" y="83"/>
                    </a:cubicBezTo>
                    <a:cubicBezTo>
                      <a:pt x="258" y="89"/>
                      <a:pt x="256" y="95"/>
                      <a:pt x="253" y="101"/>
                    </a:cubicBezTo>
                    <a:cubicBezTo>
                      <a:pt x="252" y="104"/>
                      <a:pt x="250" y="107"/>
                      <a:pt x="248" y="110"/>
                    </a:cubicBezTo>
                    <a:cubicBezTo>
                      <a:pt x="246" y="113"/>
                      <a:pt x="243" y="116"/>
                      <a:pt x="240" y="119"/>
                    </a:cubicBezTo>
                    <a:cubicBezTo>
                      <a:pt x="236" y="124"/>
                      <a:pt x="230" y="129"/>
                      <a:pt x="225" y="133"/>
                    </a:cubicBezTo>
                    <a:cubicBezTo>
                      <a:pt x="219" y="137"/>
                      <a:pt x="212" y="141"/>
                      <a:pt x="205" y="144"/>
                    </a:cubicBezTo>
                    <a:cubicBezTo>
                      <a:pt x="193" y="151"/>
                      <a:pt x="179" y="155"/>
                      <a:pt x="164" y="154"/>
                    </a:cubicBezTo>
                    <a:cubicBezTo>
                      <a:pt x="154" y="152"/>
                      <a:pt x="144" y="149"/>
                      <a:pt x="135" y="143"/>
                    </a:cubicBezTo>
                    <a:cubicBezTo>
                      <a:pt x="127" y="137"/>
                      <a:pt x="121" y="129"/>
                      <a:pt x="118" y="119"/>
                    </a:cubicBezTo>
                    <a:lnTo>
                      <a:pt x="117" y="117"/>
                    </a:lnTo>
                    <a:cubicBezTo>
                      <a:pt x="102" y="133"/>
                      <a:pt x="85" y="147"/>
                      <a:pt x="64" y="156"/>
                    </a:cubicBezTo>
                    <a:cubicBezTo>
                      <a:pt x="57" y="158"/>
                      <a:pt x="50" y="160"/>
                      <a:pt x="43" y="160"/>
                    </a:cubicBezTo>
                    <a:lnTo>
                      <a:pt x="42" y="160"/>
                    </a:lnTo>
                    <a:cubicBezTo>
                      <a:pt x="35" y="160"/>
                      <a:pt x="29" y="159"/>
                      <a:pt x="23" y="15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5" name="Google Shape;1795;p19"/>
              <p:cNvSpPr/>
              <p:nvPr/>
            </p:nvSpPr>
            <p:spPr>
              <a:xfrm>
                <a:off x="2163240" y="2389680"/>
                <a:ext cx="40680" cy="5580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55" extrusionOk="0">
                    <a:moveTo>
                      <a:pt x="13" y="154"/>
                    </a:moveTo>
                    <a:cubicBezTo>
                      <a:pt x="11" y="154"/>
                      <a:pt x="10" y="154"/>
                      <a:pt x="9" y="154"/>
                    </a:cubicBezTo>
                    <a:cubicBezTo>
                      <a:pt x="3" y="153"/>
                      <a:pt x="0" y="147"/>
                      <a:pt x="1" y="142"/>
                    </a:cubicBezTo>
                    <a:lnTo>
                      <a:pt x="1" y="141"/>
                    </a:lnTo>
                    <a:cubicBezTo>
                      <a:pt x="1" y="137"/>
                      <a:pt x="5" y="134"/>
                      <a:pt x="9" y="133"/>
                    </a:cubicBezTo>
                    <a:cubicBezTo>
                      <a:pt x="11" y="133"/>
                      <a:pt x="14" y="133"/>
                      <a:pt x="17" y="133"/>
                    </a:cubicBezTo>
                    <a:cubicBezTo>
                      <a:pt x="19" y="133"/>
                      <a:pt x="20" y="133"/>
                      <a:pt x="21" y="133"/>
                    </a:cubicBezTo>
                    <a:cubicBezTo>
                      <a:pt x="28" y="133"/>
                      <a:pt x="35" y="133"/>
                      <a:pt x="42" y="132"/>
                    </a:cubicBezTo>
                    <a:cubicBezTo>
                      <a:pt x="44" y="132"/>
                      <a:pt x="46" y="131"/>
                      <a:pt x="48" y="131"/>
                    </a:cubicBezTo>
                    <a:cubicBezTo>
                      <a:pt x="51" y="130"/>
                      <a:pt x="53" y="129"/>
                      <a:pt x="56" y="128"/>
                    </a:cubicBezTo>
                    <a:cubicBezTo>
                      <a:pt x="58" y="127"/>
                      <a:pt x="60" y="126"/>
                      <a:pt x="61" y="125"/>
                    </a:cubicBezTo>
                    <a:lnTo>
                      <a:pt x="61" y="126"/>
                    </a:lnTo>
                    <a:cubicBezTo>
                      <a:pt x="61" y="125"/>
                      <a:pt x="62" y="125"/>
                      <a:pt x="63" y="124"/>
                    </a:cubicBezTo>
                    <a:lnTo>
                      <a:pt x="63" y="123"/>
                    </a:lnTo>
                    <a:cubicBezTo>
                      <a:pt x="64" y="123"/>
                      <a:pt x="64" y="123"/>
                      <a:pt x="64" y="123"/>
                    </a:cubicBezTo>
                    <a:cubicBezTo>
                      <a:pt x="63" y="122"/>
                      <a:pt x="63" y="121"/>
                      <a:pt x="63" y="121"/>
                    </a:cubicBezTo>
                    <a:cubicBezTo>
                      <a:pt x="60" y="118"/>
                      <a:pt x="57" y="115"/>
                      <a:pt x="54" y="112"/>
                    </a:cubicBezTo>
                    <a:cubicBezTo>
                      <a:pt x="53" y="111"/>
                      <a:pt x="53" y="111"/>
                      <a:pt x="53" y="110"/>
                    </a:cubicBezTo>
                    <a:cubicBezTo>
                      <a:pt x="52" y="109"/>
                      <a:pt x="51" y="109"/>
                      <a:pt x="50" y="108"/>
                    </a:cubicBezTo>
                    <a:cubicBezTo>
                      <a:pt x="44" y="102"/>
                      <a:pt x="38" y="95"/>
                      <a:pt x="31" y="88"/>
                    </a:cubicBezTo>
                    <a:cubicBezTo>
                      <a:pt x="25" y="81"/>
                      <a:pt x="20" y="73"/>
                      <a:pt x="17" y="64"/>
                    </a:cubicBezTo>
                    <a:cubicBezTo>
                      <a:pt x="13" y="55"/>
                      <a:pt x="13" y="43"/>
                      <a:pt x="17" y="34"/>
                    </a:cubicBezTo>
                    <a:cubicBezTo>
                      <a:pt x="18" y="31"/>
                      <a:pt x="21" y="27"/>
                      <a:pt x="23" y="24"/>
                    </a:cubicBezTo>
                    <a:cubicBezTo>
                      <a:pt x="27" y="20"/>
                      <a:pt x="30" y="17"/>
                      <a:pt x="34" y="13"/>
                    </a:cubicBezTo>
                    <a:cubicBezTo>
                      <a:pt x="37" y="11"/>
                      <a:pt x="41" y="8"/>
                      <a:pt x="45" y="7"/>
                    </a:cubicBezTo>
                    <a:cubicBezTo>
                      <a:pt x="49" y="5"/>
                      <a:pt x="54" y="3"/>
                      <a:pt x="59" y="3"/>
                    </a:cubicBezTo>
                    <a:cubicBezTo>
                      <a:pt x="68" y="0"/>
                      <a:pt x="78" y="0"/>
                      <a:pt x="87" y="4"/>
                    </a:cubicBezTo>
                    <a:cubicBezTo>
                      <a:pt x="91" y="6"/>
                      <a:pt x="95" y="8"/>
                      <a:pt x="98" y="11"/>
                    </a:cubicBezTo>
                    <a:cubicBezTo>
                      <a:pt x="101" y="14"/>
                      <a:pt x="102" y="17"/>
                      <a:pt x="104" y="20"/>
                    </a:cubicBezTo>
                    <a:cubicBezTo>
                      <a:pt x="108" y="21"/>
                      <a:pt x="110" y="24"/>
                      <a:pt x="111" y="27"/>
                    </a:cubicBezTo>
                    <a:cubicBezTo>
                      <a:pt x="112" y="33"/>
                      <a:pt x="108" y="39"/>
                      <a:pt x="102" y="40"/>
                    </a:cubicBezTo>
                    <a:cubicBezTo>
                      <a:pt x="99" y="40"/>
                      <a:pt x="96" y="40"/>
                      <a:pt x="94" y="39"/>
                    </a:cubicBezTo>
                    <a:cubicBezTo>
                      <a:pt x="89" y="36"/>
                      <a:pt x="87" y="33"/>
                      <a:pt x="85" y="29"/>
                    </a:cubicBezTo>
                    <a:cubicBezTo>
                      <a:pt x="85" y="28"/>
                      <a:pt x="84" y="28"/>
                      <a:pt x="84" y="27"/>
                    </a:cubicBezTo>
                    <a:cubicBezTo>
                      <a:pt x="84" y="26"/>
                      <a:pt x="83" y="26"/>
                      <a:pt x="83" y="26"/>
                    </a:cubicBezTo>
                    <a:cubicBezTo>
                      <a:pt x="82" y="25"/>
                      <a:pt x="81" y="25"/>
                      <a:pt x="81" y="24"/>
                    </a:cubicBezTo>
                    <a:cubicBezTo>
                      <a:pt x="81" y="24"/>
                      <a:pt x="81" y="25"/>
                      <a:pt x="82" y="25"/>
                    </a:cubicBezTo>
                    <a:cubicBezTo>
                      <a:pt x="81" y="25"/>
                      <a:pt x="81" y="24"/>
                      <a:pt x="80" y="24"/>
                    </a:cubicBezTo>
                    <a:cubicBezTo>
                      <a:pt x="79" y="23"/>
                      <a:pt x="78" y="23"/>
                      <a:pt x="77" y="22"/>
                    </a:cubicBezTo>
                    <a:cubicBezTo>
                      <a:pt x="78" y="22"/>
                      <a:pt x="78" y="23"/>
                      <a:pt x="78" y="23"/>
                    </a:cubicBezTo>
                    <a:cubicBezTo>
                      <a:pt x="78" y="23"/>
                      <a:pt x="77" y="22"/>
                      <a:pt x="76" y="22"/>
                    </a:cubicBezTo>
                    <a:cubicBezTo>
                      <a:pt x="75" y="22"/>
                      <a:pt x="75" y="22"/>
                      <a:pt x="74" y="22"/>
                    </a:cubicBezTo>
                    <a:cubicBezTo>
                      <a:pt x="73" y="22"/>
                      <a:pt x="73" y="22"/>
                      <a:pt x="72" y="22"/>
                    </a:cubicBezTo>
                    <a:cubicBezTo>
                      <a:pt x="70" y="22"/>
                      <a:pt x="67" y="22"/>
                      <a:pt x="66" y="22"/>
                    </a:cubicBezTo>
                    <a:cubicBezTo>
                      <a:pt x="63" y="22"/>
                      <a:pt x="60" y="23"/>
                      <a:pt x="58" y="24"/>
                    </a:cubicBezTo>
                    <a:cubicBezTo>
                      <a:pt x="56" y="24"/>
                      <a:pt x="54" y="25"/>
                      <a:pt x="52" y="26"/>
                    </a:cubicBezTo>
                    <a:cubicBezTo>
                      <a:pt x="50" y="26"/>
                      <a:pt x="50" y="26"/>
                      <a:pt x="49" y="27"/>
                    </a:cubicBezTo>
                    <a:cubicBezTo>
                      <a:pt x="49" y="27"/>
                      <a:pt x="50" y="27"/>
                      <a:pt x="50" y="26"/>
                    </a:cubicBezTo>
                    <a:cubicBezTo>
                      <a:pt x="49" y="27"/>
                      <a:pt x="49" y="28"/>
                      <a:pt x="48" y="28"/>
                    </a:cubicBezTo>
                    <a:cubicBezTo>
                      <a:pt x="46" y="29"/>
                      <a:pt x="45" y="31"/>
                      <a:pt x="43" y="32"/>
                    </a:cubicBezTo>
                    <a:cubicBezTo>
                      <a:pt x="42" y="33"/>
                      <a:pt x="39" y="36"/>
                      <a:pt x="38" y="38"/>
                    </a:cubicBezTo>
                    <a:cubicBezTo>
                      <a:pt x="37" y="39"/>
                      <a:pt x="36" y="40"/>
                      <a:pt x="36" y="41"/>
                    </a:cubicBezTo>
                    <a:lnTo>
                      <a:pt x="35" y="42"/>
                    </a:lnTo>
                    <a:cubicBezTo>
                      <a:pt x="35" y="42"/>
                      <a:pt x="35" y="43"/>
                      <a:pt x="35" y="44"/>
                    </a:cubicBezTo>
                    <a:cubicBezTo>
                      <a:pt x="35" y="45"/>
                      <a:pt x="34" y="45"/>
                      <a:pt x="34" y="46"/>
                    </a:cubicBezTo>
                    <a:cubicBezTo>
                      <a:pt x="34" y="47"/>
                      <a:pt x="34" y="48"/>
                      <a:pt x="34" y="49"/>
                    </a:cubicBezTo>
                    <a:cubicBezTo>
                      <a:pt x="34" y="50"/>
                      <a:pt x="34" y="50"/>
                      <a:pt x="34" y="51"/>
                    </a:cubicBezTo>
                    <a:cubicBezTo>
                      <a:pt x="34" y="52"/>
                      <a:pt x="35" y="54"/>
                      <a:pt x="35" y="55"/>
                    </a:cubicBezTo>
                    <a:cubicBezTo>
                      <a:pt x="35" y="56"/>
                      <a:pt x="36" y="57"/>
                      <a:pt x="36" y="59"/>
                    </a:cubicBezTo>
                    <a:cubicBezTo>
                      <a:pt x="37" y="60"/>
                      <a:pt x="38" y="62"/>
                      <a:pt x="39" y="64"/>
                    </a:cubicBezTo>
                    <a:cubicBezTo>
                      <a:pt x="41" y="66"/>
                      <a:pt x="42" y="69"/>
                      <a:pt x="44" y="71"/>
                    </a:cubicBezTo>
                    <a:cubicBezTo>
                      <a:pt x="50" y="79"/>
                      <a:pt x="57" y="86"/>
                      <a:pt x="63" y="92"/>
                    </a:cubicBezTo>
                    <a:cubicBezTo>
                      <a:pt x="68" y="98"/>
                      <a:pt x="74" y="103"/>
                      <a:pt x="78" y="108"/>
                    </a:cubicBezTo>
                    <a:cubicBezTo>
                      <a:pt x="81" y="110"/>
                      <a:pt x="82" y="113"/>
                      <a:pt x="84" y="117"/>
                    </a:cubicBezTo>
                    <a:cubicBezTo>
                      <a:pt x="85" y="120"/>
                      <a:pt x="85" y="124"/>
                      <a:pt x="84" y="127"/>
                    </a:cubicBezTo>
                    <a:cubicBezTo>
                      <a:pt x="84" y="131"/>
                      <a:pt x="81" y="135"/>
                      <a:pt x="78" y="138"/>
                    </a:cubicBezTo>
                    <a:cubicBezTo>
                      <a:pt x="76" y="141"/>
                      <a:pt x="73" y="142"/>
                      <a:pt x="69" y="145"/>
                    </a:cubicBezTo>
                    <a:cubicBezTo>
                      <a:pt x="58" y="151"/>
                      <a:pt x="45" y="153"/>
                      <a:pt x="32" y="154"/>
                    </a:cubicBezTo>
                    <a:cubicBezTo>
                      <a:pt x="28" y="154"/>
                      <a:pt x="23" y="154"/>
                      <a:pt x="18" y="154"/>
                    </a:cubicBezTo>
                    <a:cubicBezTo>
                      <a:pt x="17" y="154"/>
                      <a:pt x="15" y="154"/>
                      <a:pt x="13" y="1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6" name="Google Shape;1796;p19"/>
              <p:cNvSpPr/>
              <p:nvPr/>
            </p:nvSpPr>
            <p:spPr>
              <a:xfrm>
                <a:off x="2226600" y="2398680"/>
                <a:ext cx="24480" cy="50400"/>
              </a:xfrm>
              <a:custGeom>
                <a:avLst/>
                <a:gdLst/>
                <a:ahLst/>
                <a:cxnLst/>
                <a:rect l="l" t="t" r="r" b="b"/>
                <a:pathLst>
                  <a:path w="68" h="140" extrusionOk="0">
                    <a:moveTo>
                      <a:pt x="46" y="134"/>
                    </a:moveTo>
                    <a:cubicBezTo>
                      <a:pt x="42" y="126"/>
                      <a:pt x="39" y="117"/>
                      <a:pt x="35" y="109"/>
                    </a:cubicBezTo>
                    <a:cubicBezTo>
                      <a:pt x="31" y="103"/>
                      <a:pt x="28" y="96"/>
                      <a:pt x="25" y="89"/>
                    </a:cubicBezTo>
                    <a:cubicBezTo>
                      <a:pt x="21" y="82"/>
                      <a:pt x="17" y="74"/>
                      <a:pt x="13" y="65"/>
                    </a:cubicBezTo>
                    <a:cubicBezTo>
                      <a:pt x="9" y="56"/>
                      <a:pt x="6" y="46"/>
                      <a:pt x="3" y="35"/>
                    </a:cubicBezTo>
                    <a:cubicBezTo>
                      <a:pt x="1" y="30"/>
                      <a:pt x="1" y="24"/>
                      <a:pt x="0" y="19"/>
                    </a:cubicBezTo>
                    <a:cubicBezTo>
                      <a:pt x="0" y="16"/>
                      <a:pt x="0" y="15"/>
                      <a:pt x="0" y="12"/>
                    </a:cubicBezTo>
                    <a:cubicBezTo>
                      <a:pt x="1" y="10"/>
                      <a:pt x="1" y="8"/>
                      <a:pt x="3" y="5"/>
                    </a:cubicBezTo>
                    <a:cubicBezTo>
                      <a:pt x="4" y="2"/>
                      <a:pt x="8" y="0"/>
                      <a:pt x="13" y="0"/>
                    </a:cubicBezTo>
                    <a:cubicBezTo>
                      <a:pt x="17" y="0"/>
                      <a:pt x="21" y="4"/>
                      <a:pt x="22" y="8"/>
                    </a:cubicBezTo>
                    <a:cubicBezTo>
                      <a:pt x="23" y="11"/>
                      <a:pt x="23" y="14"/>
                      <a:pt x="22" y="16"/>
                    </a:cubicBezTo>
                    <a:cubicBezTo>
                      <a:pt x="22" y="17"/>
                      <a:pt x="22" y="18"/>
                      <a:pt x="21" y="19"/>
                    </a:cubicBezTo>
                    <a:cubicBezTo>
                      <a:pt x="21" y="21"/>
                      <a:pt x="22" y="22"/>
                      <a:pt x="22" y="24"/>
                    </a:cubicBezTo>
                    <a:cubicBezTo>
                      <a:pt x="22" y="29"/>
                      <a:pt x="24" y="34"/>
                      <a:pt x="25" y="39"/>
                    </a:cubicBezTo>
                    <a:cubicBezTo>
                      <a:pt x="26" y="44"/>
                      <a:pt x="28" y="50"/>
                      <a:pt x="31" y="55"/>
                    </a:cubicBezTo>
                    <a:cubicBezTo>
                      <a:pt x="35" y="67"/>
                      <a:pt x="41" y="79"/>
                      <a:pt x="47" y="90"/>
                    </a:cubicBezTo>
                    <a:cubicBezTo>
                      <a:pt x="53" y="102"/>
                      <a:pt x="59" y="114"/>
                      <a:pt x="65" y="125"/>
                    </a:cubicBezTo>
                    <a:cubicBezTo>
                      <a:pt x="67" y="130"/>
                      <a:pt x="65" y="136"/>
                      <a:pt x="60" y="139"/>
                    </a:cubicBezTo>
                    <a:cubicBezTo>
                      <a:pt x="59" y="139"/>
                      <a:pt x="57" y="139"/>
                      <a:pt x="56" y="139"/>
                    </a:cubicBezTo>
                    <a:cubicBezTo>
                      <a:pt x="52" y="139"/>
                      <a:pt x="49" y="138"/>
                      <a:pt x="46" y="1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7" name="Google Shape;1797;p19"/>
              <p:cNvSpPr/>
              <p:nvPr/>
            </p:nvSpPr>
            <p:spPr>
              <a:xfrm>
                <a:off x="2215800" y="2394720"/>
                <a:ext cx="55080" cy="5292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47" extrusionOk="0">
                    <a:moveTo>
                      <a:pt x="5" y="145"/>
                    </a:moveTo>
                    <a:cubicBezTo>
                      <a:pt x="1" y="142"/>
                      <a:pt x="0" y="136"/>
                      <a:pt x="3" y="131"/>
                    </a:cubicBezTo>
                    <a:cubicBezTo>
                      <a:pt x="10" y="121"/>
                      <a:pt x="17" y="111"/>
                      <a:pt x="25" y="101"/>
                    </a:cubicBezTo>
                    <a:cubicBezTo>
                      <a:pt x="31" y="93"/>
                      <a:pt x="37" y="85"/>
                      <a:pt x="43" y="76"/>
                    </a:cubicBezTo>
                    <a:cubicBezTo>
                      <a:pt x="48" y="72"/>
                      <a:pt x="52" y="67"/>
                      <a:pt x="56" y="61"/>
                    </a:cubicBezTo>
                    <a:cubicBezTo>
                      <a:pt x="57" y="60"/>
                      <a:pt x="58" y="58"/>
                      <a:pt x="59" y="57"/>
                    </a:cubicBezTo>
                    <a:cubicBezTo>
                      <a:pt x="62" y="54"/>
                      <a:pt x="65" y="51"/>
                      <a:pt x="68" y="48"/>
                    </a:cubicBezTo>
                    <a:cubicBezTo>
                      <a:pt x="71" y="44"/>
                      <a:pt x="75" y="41"/>
                      <a:pt x="79" y="37"/>
                    </a:cubicBezTo>
                    <a:cubicBezTo>
                      <a:pt x="86" y="31"/>
                      <a:pt x="92" y="25"/>
                      <a:pt x="100" y="18"/>
                    </a:cubicBezTo>
                    <a:cubicBezTo>
                      <a:pt x="106" y="13"/>
                      <a:pt x="113" y="8"/>
                      <a:pt x="121" y="4"/>
                    </a:cubicBezTo>
                    <a:cubicBezTo>
                      <a:pt x="124" y="2"/>
                      <a:pt x="128" y="1"/>
                      <a:pt x="131" y="1"/>
                    </a:cubicBezTo>
                    <a:cubicBezTo>
                      <a:pt x="135" y="0"/>
                      <a:pt x="139" y="0"/>
                      <a:pt x="143" y="0"/>
                    </a:cubicBezTo>
                    <a:cubicBezTo>
                      <a:pt x="149" y="1"/>
                      <a:pt x="152" y="7"/>
                      <a:pt x="151" y="12"/>
                    </a:cubicBezTo>
                    <a:cubicBezTo>
                      <a:pt x="150" y="18"/>
                      <a:pt x="144" y="22"/>
                      <a:pt x="139" y="21"/>
                    </a:cubicBezTo>
                    <a:lnTo>
                      <a:pt x="138" y="21"/>
                    </a:lnTo>
                    <a:cubicBezTo>
                      <a:pt x="137" y="21"/>
                      <a:pt x="137" y="21"/>
                      <a:pt x="136" y="21"/>
                    </a:cubicBezTo>
                    <a:cubicBezTo>
                      <a:pt x="135" y="21"/>
                      <a:pt x="135" y="22"/>
                      <a:pt x="133" y="22"/>
                    </a:cubicBezTo>
                    <a:cubicBezTo>
                      <a:pt x="132" y="22"/>
                      <a:pt x="132" y="22"/>
                      <a:pt x="130" y="23"/>
                    </a:cubicBezTo>
                    <a:cubicBezTo>
                      <a:pt x="129" y="23"/>
                      <a:pt x="127" y="25"/>
                      <a:pt x="125" y="25"/>
                    </a:cubicBezTo>
                    <a:cubicBezTo>
                      <a:pt x="121" y="27"/>
                      <a:pt x="118" y="30"/>
                      <a:pt x="114" y="33"/>
                    </a:cubicBezTo>
                    <a:cubicBezTo>
                      <a:pt x="104" y="41"/>
                      <a:pt x="94" y="50"/>
                      <a:pt x="84" y="60"/>
                    </a:cubicBezTo>
                    <a:cubicBezTo>
                      <a:pt x="82" y="62"/>
                      <a:pt x="80" y="64"/>
                      <a:pt x="77" y="67"/>
                    </a:cubicBezTo>
                    <a:cubicBezTo>
                      <a:pt x="75" y="69"/>
                      <a:pt x="73" y="71"/>
                      <a:pt x="71" y="74"/>
                    </a:cubicBezTo>
                    <a:cubicBezTo>
                      <a:pt x="66" y="80"/>
                      <a:pt x="61" y="86"/>
                      <a:pt x="56" y="92"/>
                    </a:cubicBezTo>
                    <a:lnTo>
                      <a:pt x="56" y="91"/>
                    </a:lnTo>
                    <a:cubicBezTo>
                      <a:pt x="50" y="99"/>
                      <a:pt x="44" y="107"/>
                      <a:pt x="38" y="115"/>
                    </a:cubicBezTo>
                    <a:cubicBezTo>
                      <a:pt x="31" y="124"/>
                      <a:pt x="25" y="133"/>
                      <a:pt x="19" y="142"/>
                    </a:cubicBezTo>
                    <a:cubicBezTo>
                      <a:pt x="17" y="145"/>
                      <a:pt x="14" y="146"/>
                      <a:pt x="11" y="146"/>
                    </a:cubicBezTo>
                    <a:cubicBezTo>
                      <a:pt x="9" y="146"/>
                      <a:pt x="7" y="146"/>
                      <a:pt x="5" y="1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8" name="Google Shape;1798;p19"/>
              <p:cNvSpPr/>
              <p:nvPr/>
            </p:nvSpPr>
            <p:spPr>
              <a:xfrm>
                <a:off x="1986840" y="2156040"/>
                <a:ext cx="45000" cy="8460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235" extrusionOk="0">
                    <a:moveTo>
                      <a:pt x="24" y="231"/>
                    </a:moveTo>
                    <a:cubicBezTo>
                      <a:pt x="18" y="227"/>
                      <a:pt x="12" y="223"/>
                      <a:pt x="7" y="218"/>
                    </a:cubicBezTo>
                    <a:cubicBezTo>
                      <a:pt x="3" y="212"/>
                      <a:pt x="0" y="205"/>
                      <a:pt x="1" y="198"/>
                    </a:cubicBezTo>
                    <a:cubicBezTo>
                      <a:pt x="1" y="190"/>
                      <a:pt x="3" y="183"/>
                      <a:pt x="7" y="177"/>
                    </a:cubicBezTo>
                    <a:cubicBezTo>
                      <a:pt x="11" y="170"/>
                      <a:pt x="16" y="163"/>
                      <a:pt x="21" y="157"/>
                    </a:cubicBezTo>
                    <a:cubicBezTo>
                      <a:pt x="24" y="153"/>
                      <a:pt x="30" y="152"/>
                      <a:pt x="34" y="155"/>
                    </a:cubicBezTo>
                    <a:cubicBezTo>
                      <a:pt x="38" y="158"/>
                      <a:pt x="40" y="165"/>
                      <a:pt x="36" y="169"/>
                    </a:cubicBezTo>
                    <a:cubicBezTo>
                      <a:pt x="32" y="174"/>
                      <a:pt x="28" y="180"/>
                      <a:pt x="25" y="187"/>
                    </a:cubicBezTo>
                    <a:lnTo>
                      <a:pt x="25" y="186"/>
                    </a:lnTo>
                    <a:cubicBezTo>
                      <a:pt x="25" y="187"/>
                      <a:pt x="24" y="189"/>
                      <a:pt x="23" y="191"/>
                    </a:cubicBezTo>
                    <a:cubicBezTo>
                      <a:pt x="22" y="191"/>
                      <a:pt x="22" y="193"/>
                      <a:pt x="22" y="193"/>
                    </a:cubicBezTo>
                    <a:cubicBezTo>
                      <a:pt x="22" y="194"/>
                      <a:pt x="21" y="195"/>
                      <a:pt x="21" y="197"/>
                    </a:cubicBezTo>
                    <a:lnTo>
                      <a:pt x="21" y="198"/>
                    </a:lnTo>
                    <a:cubicBezTo>
                      <a:pt x="21" y="199"/>
                      <a:pt x="21" y="200"/>
                      <a:pt x="21" y="200"/>
                    </a:cubicBezTo>
                    <a:cubicBezTo>
                      <a:pt x="21" y="200"/>
                      <a:pt x="21" y="201"/>
                      <a:pt x="22" y="201"/>
                    </a:cubicBezTo>
                    <a:cubicBezTo>
                      <a:pt x="22" y="202"/>
                      <a:pt x="22" y="202"/>
                      <a:pt x="22" y="202"/>
                    </a:cubicBezTo>
                    <a:cubicBezTo>
                      <a:pt x="22" y="203"/>
                      <a:pt x="22" y="204"/>
                      <a:pt x="23" y="204"/>
                    </a:cubicBezTo>
                    <a:cubicBezTo>
                      <a:pt x="23" y="205"/>
                      <a:pt x="24" y="205"/>
                      <a:pt x="24" y="205"/>
                    </a:cubicBezTo>
                    <a:cubicBezTo>
                      <a:pt x="24" y="206"/>
                      <a:pt x="25" y="207"/>
                      <a:pt x="26" y="208"/>
                    </a:cubicBezTo>
                    <a:cubicBezTo>
                      <a:pt x="28" y="209"/>
                      <a:pt x="29" y="210"/>
                      <a:pt x="30" y="211"/>
                    </a:cubicBezTo>
                    <a:cubicBezTo>
                      <a:pt x="31" y="211"/>
                      <a:pt x="32" y="212"/>
                      <a:pt x="33" y="212"/>
                    </a:cubicBezTo>
                    <a:cubicBezTo>
                      <a:pt x="34" y="212"/>
                      <a:pt x="35" y="213"/>
                      <a:pt x="36" y="213"/>
                    </a:cubicBezTo>
                    <a:cubicBezTo>
                      <a:pt x="36" y="214"/>
                      <a:pt x="38" y="214"/>
                      <a:pt x="38" y="214"/>
                    </a:cubicBezTo>
                    <a:cubicBezTo>
                      <a:pt x="39" y="214"/>
                      <a:pt x="40" y="214"/>
                      <a:pt x="40" y="214"/>
                    </a:cubicBezTo>
                    <a:cubicBezTo>
                      <a:pt x="41" y="214"/>
                      <a:pt x="42" y="214"/>
                      <a:pt x="42" y="214"/>
                    </a:cubicBezTo>
                    <a:cubicBezTo>
                      <a:pt x="43" y="214"/>
                      <a:pt x="45" y="213"/>
                      <a:pt x="46" y="213"/>
                    </a:cubicBezTo>
                    <a:cubicBezTo>
                      <a:pt x="47" y="212"/>
                      <a:pt x="48" y="212"/>
                      <a:pt x="49" y="212"/>
                    </a:cubicBezTo>
                    <a:cubicBezTo>
                      <a:pt x="50" y="211"/>
                      <a:pt x="51" y="211"/>
                      <a:pt x="52" y="211"/>
                    </a:cubicBezTo>
                    <a:cubicBezTo>
                      <a:pt x="53" y="210"/>
                      <a:pt x="54" y="209"/>
                      <a:pt x="54" y="208"/>
                    </a:cubicBezTo>
                    <a:cubicBezTo>
                      <a:pt x="56" y="208"/>
                      <a:pt x="57" y="207"/>
                      <a:pt x="58" y="206"/>
                    </a:cubicBezTo>
                    <a:cubicBezTo>
                      <a:pt x="59" y="205"/>
                      <a:pt x="60" y="204"/>
                      <a:pt x="61" y="203"/>
                    </a:cubicBezTo>
                    <a:cubicBezTo>
                      <a:pt x="61" y="201"/>
                      <a:pt x="63" y="200"/>
                      <a:pt x="64" y="198"/>
                    </a:cubicBezTo>
                    <a:cubicBezTo>
                      <a:pt x="64" y="197"/>
                      <a:pt x="66" y="195"/>
                      <a:pt x="66" y="193"/>
                    </a:cubicBezTo>
                    <a:cubicBezTo>
                      <a:pt x="67" y="190"/>
                      <a:pt x="68" y="187"/>
                      <a:pt x="70" y="183"/>
                    </a:cubicBezTo>
                    <a:lnTo>
                      <a:pt x="69" y="184"/>
                    </a:lnTo>
                    <a:cubicBezTo>
                      <a:pt x="73" y="172"/>
                      <a:pt x="75" y="159"/>
                      <a:pt x="77" y="147"/>
                    </a:cubicBezTo>
                    <a:cubicBezTo>
                      <a:pt x="80" y="136"/>
                      <a:pt x="82" y="125"/>
                      <a:pt x="85" y="114"/>
                    </a:cubicBezTo>
                    <a:cubicBezTo>
                      <a:pt x="87" y="107"/>
                      <a:pt x="88" y="99"/>
                      <a:pt x="90" y="92"/>
                    </a:cubicBezTo>
                    <a:cubicBezTo>
                      <a:pt x="84" y="100"/>
                      <a:pt x="77" y="108"/>
                      <a:pt x="68" y="114"/>
                    </a:cubicBezTo>
                    <a:cubicBezTo>
                      <a:pt x="63" y="119"/>
                      <a:pt x="57" y="122"/>
                      <a:pt x="51" y="125"/>
                    </a:cubicBezTo>
                    <a:cubicBezTo>
                      <a:pt x="48" y="126"/>
                      <a:pt x="45" y="127"/>
                      <a:pt x="42" y="127"/>
                    </a:cubicBezTo>
                    <a:cubicBezTo>
                      <a:pt x="38" y="127"/>
                      <a:pt x="34" y="127"/>
                      <a:pt x="31" y="126"/>
                    </a:cubicBezTo>
                    <a:cubicBezTo>
                      <a:pt x="25" y="123"/>
                      <a:pt x="22" y="119"/>
                      <a:pt x="20" y="114"/>
                    </a:cubicBezTo>
                    <a:cubicBezTo>
                      <a:pt x="18" y="112"/>
                      <a:pt x="17" y="109"/>
                      <a:pt x="17" y="106"/>
                    </a:cubicBezTo>
                    <a:cubicBezTo>
                      <a:pt x="16" y="102"/>
                      <a:pt x="15" y="99"/>
                      <a:pt x="15" y="95"/>
                    </a:cubicBezTo>
                    <a:cubicBezTo>
                      <a:pt x="14" y="80"/>
                      <a:pt x="16" y="65"/>
                      <a:pt x="19" y="50"/>
                    </a:cubicBezTo>
                    <a:cubicBezTo>
                      <a:pt x="21" y="43"/>
                      <a:pt x="22" y="36"/>
                      <a:pt x="25" y="29"/>
                    </a:cubicBezTo>
                    <a:cubicBezTo>
                      <a:pt x="26" y="23"/>
                      <a:pt x="29" y="16"/>
                      <a:pt x="32" y="10"/>
                    </a:cubicBezTo>
                    <a:cubicBezTo>
                      <a:pt x="35" y="5"/>
                      <a:pt x="39" y="1"/>
                      <a:pt x="45" y="1"/>
                    </a:cubicBezTo>
                    <a:cubicBezTo>
                      <a:pt x="50" y="0"/>
                      <a:pt x="56" y="3"/>
                      <a:pt x="57" y="8"/>
                    </a:cubicBezTo>
                    <a:cubicBezTo>
                      <a:pt x="60" y="14"/>
                      <a:pt x="56" y="19"/>
                      <a:pt x="51" y="22"/>
                    </a:cubicBezTo>
                    <a:cubicBezTo>
                      <a:pt x="50" y="22"/>
                      <a:pt x="50" y="22"/>
                      <a:pt x="50" y="22"/>
                    </a:cubicBezTo>
                    <a:cubicBezTo>
                      <a:pt x="49" y="24"/>
                      <a:pt x="47" y="26"/>
                      <a:pt x="46" y="28"/>
                    </a:cubicBezTo>
                    <a:cubicBezTo>
                      <a:pt x="44" y="35"/>
                      <a:pt x="42" y="41"/>
                      <a:pt x="40" y="47"/>
                    </a:cubicBezTo>
                    <a:cubicBezTo>
                      <a:pt x="38" y="54"/>
                      <a:pt x="36" y="63"/>
                      <a:pt x="36" y="71"/>
                    </a:cubicBezTo>
                    <a:cubicBezTo>
                      <a:pt x="35" y="77"/>
                      <a:pt x="35" y="82"/>
                      <a:pt x="35" y="88"/>
                    </a:cubicBezTo>
                    <a:cubicBezTo>
                      <a:pt x="35" y="91"/>
                      <a:pt x="35" y="95"/>
                      <a:pt x="35" y="98"/>
                    </a:cubicBezTo>
                    <a:cubicBezTo>
                      <a:pt x="36" y="100"/>
                      <a:pt x="36" y="102"/>
                      <a:pt x="36" y="103"/>
                    </a:cubicBezTo>
                    <a:lnTo>
                      <a:pt x="36" y="102"/>
                    </a:lnTo>
                    <a:cubicBezTo>
                      <a:pt x="36" y="103"/>
                      <a:pt x="36" y="104"/>
                      <a:pt x="37" y="105"/>
                    </a:cubicBezTo>
                    <a:lnTo>
                      <a:pt x="36" y="105"/>
                    </a:lnTo>
                    <a:lnTo>
                      <a:pt x="37" y="105"/>
                    </a:lnTo>
                    <a:lnTo>
                      <a:pt x="37" y="106"/>
                    </a:lnTo>
                    <a:cubicBezTo>
                      <a:pt x="37" y="105"/>
                      <a:pt x="37" y="105"/>
                      <a:pt x="37" y="105"/>
                    </a:cubicBezTo>
                    <a:lnTo>
                      <a:pt x="36" y="105"/>
                    </a:lnTo>
                    <a:cubicBezTo>
                      <a:pt x="37" y="105"/>
                      <a:pt x="37" y="105"/>
                      <a:pt x="37" y="105"/>
                    </a:cubicBezTo>
                    <a:cubicBezTo>
                      <a:pt x="38" y="106"/>
                      <a:pt x="38" y="106"/>
                      <a:pt x="38" y="106"/>
                    </a:cubicBezTo>
                    <a:lnTo>
                      <a:pt x="39" y="106"/>
                    </a:lnTo>
                    <a:lnTo>
                      <a:pt x="39" y="107"/>
                    </a:lnTo>
                    <a:lnTo>
                      <a:pt x="38" y="107"/>
                    </a:lnTo>
                    <a:cubicBezTo>
                      <a:pt x="39" y="107"/>
                      <a:pt x="40" y="107"/>
                      <a:pt x="41" y="106"/>
                    </a:cubicBezTo>
                    <a:lnTo>
                      <a:pt x="40" y="107"/>
                    </a:lnTo>
                    <a:cubicBezTo>
                      <a:pt x="40" y="106"/>
                      <a:pt x="41" y="106"/>
                      <a:pt x="42" y="106"/>
                    </a:cubicBezTo>
                    <a:cubicBezTo>
                      <a:pt x="43" y="106"/>
                      <a:pt x="45" y="106"/>
                      <a:pt x="46" y="105"/>
                    </a:cubicBezTo>
                    <a:cubicBezTo>
                      <a:pt x="47" y="105"/>
                      <a:pt x="48" y="104"/>
                      <a:pt x="49" y="103"/>
                    </a:cubicBezTo>
                    <a:cubicBezTo>
                      <a:pt x="52" y="102"/>
                      <a:pt x="54" y="100"/>
                      <a:pt x="57" y="98"/>
                    </a:cubicBezTo>
                    <a:cubicBezTo>
                      <a:pt x="60" y="95"/>
                      <a:pt x="63" y="93"/>
                      <a:pt x="66" y="90"/>
                    </a:cubicBezTo>
                    <a:cubicBezTo>
                      <a:pt x="70" y="85"/>
                      <a:pt x="74" y="81"/>
                      <a:pt x="78" y="76"/>
                    </a:cubicBezTo>
                    <a:cubicBezTo>
                      <a:pt x="85" y="67"/>
                      <a:pt x="91" y="57"/>
                      <a:pt x="97" y="47"/>
                    </a:cubicBezTo>
                    <a:cubicBezTo>
                      <a:pt x="98" y="46"/>
                      <a:pt x="99" y="45"/>
                      <a:pt x="99" y="43"/>
                    </a:cubicBezTo>
                    <a:cubicBezTo>
                      <a:pt x="102" y="40"/>
                      <a:pt x="103" y="37"/>
                      <a:pt x="105" y="34"/>
                    </a:cubicBezTo>
                    <a:cubicBezTo>
                      <a:pt x="108" y="31"/>
                      <a:pt x="112" y="29"/>
                      <a:pt x="116" y="29"/>
                    </a:cubicBezTo>
                    <a:cubicBezTo>
                      <a:pt x="120" y="31"/>
                      <a:pt x="124" y="34"/>
                      <a:pt x="124" y="39"/>
                    </a:cubicBezTo>
                    <a:cubicBezTo>
                      <a:pt x="124" y="41"/>
                      <a:pt x="124" y="43"/>
                      <a:pt x="124" y="45"/>
                    </a:cubicBezTo>
                    <a:cubicBezTo>
                      <a:pt x="123" y="47"/>
                      <a:pt x="123" y="49"/>
                      <a:pt x="123" y="51"/>
                    </a:cubicBezTo>
                    <a:cubicBezTo>
                      <a:pt x="121" y="53"/>
                      <a:pt x="121" y="56"/>
                      <a:pt x="120" y="58"/>
                    </a:cubicBezTo>
                    <a:cubicBezTo>
                      <a:pt x="119" y="62"/>
                      <a:pt x="117" y="67"/>
                      <a:pt x="116" y="71"/>
                    </a:cubicBezTo>
                    <a:cubicBezTo>
                      <a:pt x="114" y="78"/>
                      <a:pt x="112" y="85"/>
                      <a:pt x="110" y="91"/>
                    </a:cubicBezTo>
                    <a:lnTo>
                      <a:pt x="111" y="90"/>
                    </a:lnTo>
                    <a:cubicBezTo>
                      <a:pt x="105" y="111"/>
                      <a:pt x="100" y="132"/>
                      <a:pt x="96" y="153"/>
                    </a:cubicBezTo>
                    <a:cubicBezTo>
                      <a:pt x="95" y="158"/>
                      <a:pt x="94" y="164"/>
                      <a:pt x="92" y="169"/>
                    </a:cubicBezTo>
                    <a:cubicBezTo>
                      <a:pt x="91" y="179"/>
                      <a:pt x="89" y="187"/>
                      <a:pt x="86" y="196"/>
                    </a:cubicBezTo>
                    <a:cubicBezTo>
                      <a:pt x="82" y="209"/>
                      <a:pt x="74" y="220"/>
                      <a:pt x="62" y="227"/>
                    </a:cubicBezTo>
                    <a:cubicBezTo>
                      <a:pt x="55" y="232"/>
                      <a:pt x="47" y="234"/>
                      <a:pt x="40" y="234"/>
                    </a:cubicBezTo>
                    <a:cubicBezTo>
                      <a:pt x="35" y="234"/>
                      <a:pt x="29" y="233"/>
                      <a:pt x="24" y="2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9" name="Google Shape;1799;p19"/>
              <p:cNvSpPr/>
              <p:nvPr/>
            </p:nvSpPr>
            <p:spPr>
              <a:xfrm>
                <a:off x="2059560" y="2174400"/>
                <a:ext cx="1800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50" h="28" extrusionOk="0">
                    <a:moveTo>
                      <a:pt x="7" y="25"/>
                    </a:moveTo>
                    <a:cubicBezTo>
                      <a:pt x="4" y="21"/>
                      <a:pt x="0" y="18"/>
                      <a:pt x="0" y="13"/>
                    </a:cubicBezTo>
                    <a:cubicBezTo>
                      <a:pt x="1" y="7"/>
                      <a:pt x="5" y="2"/>
                      <a:pt x="10" y="1"/>
                    </a:cubicBezTo>
                    <a:cubicBezTo>
                      <a:pt x="16" y="0"/>
                      <a:pt x="21" y="0"/>
                      <a:pt x="27" y="1"/>
                    </a:cubicBezTo>
                    <a:cubicBezTo>
                      <a:pt x="31" y="2"/>
                      <a:pt x="36" y="2"/>
                      <a:pt x="40" y="3"/>
                    </a:cubicBezTo>
                    <a:cubicBezTo>
                      <a:pt x="46" y="3"/>
                      <a:pt x="49" y="10"/>
                      <a:pt x="48" y="15"/>
                    </a:cubicBezTo>
                    <a:cubicBezTo>
                      <a:pt x="47" y="21"/>
                      <a:pt x="42" y="24"/>
                      <a:pt x="37" y="23"/>
                    </a:cubicBezTo>
                    <a:cubicBezTo>
                      <a:pt x="35" y="23"/>
                      <a:pt x="34" y="23"/>
                      <a:pt x="33" y="23"/>
                    </a:cubicBezTo>
                    <a:cubicBezTo>
                      <a:pt x="30" y="22"/>
                      <a:pt x="27" y="22"/>
                      <a:pt x="24" y="21"/>
                    </a:cubicBezTo>
                    <a:cubicBezTo>
                      <a:pt x="24" y="23"/>
                      <a:pt x="23" y="23"/>
                      <a:pt x="23" y="24"/>
                    </a:cubicBezTo>
                    <a:cubicBezTo>
                      <a:pt x="20" y="26"/>
                      <a:pt x="17" y="27"/>
                      <a:pt x="14" y="27"/>
                    </a:cubicBezTo>
                    <a:cubicBezTo>
                      <a:pt x="12" y="27"/>
                      <a:pt x="9" y="27"/>
                      <a:pt x="7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0" name="Google Shape;1800;p19"/>
              <p:cNvSpPr/>
              <p:nvPr/>
            </p:nvSpPr>
            <p:spPr>
              <a:xfrm>
                <a:off x="2041200" y="2187000"/>
                <a:ext cx="3924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33" extrusionOk="0">
                    <a:moveTo>
                      <a:pt x="11" y="32"/>
                    </a:moveTo>
                    <a:cubicBezTo>
                      <a:pt x="6" y="32"/>
                      <a:pt x="3" y="28"/>
                      <a:pt x="1" y="24"/>
                    </a:cubicBezTo>
                    <a:cubicBezTo>
                      <a:pt x="0" y="19"/>
                      <a:pt x="3" y="14"/>
                      <a:pt x="7" y="12"/>
                    </a:cubicBezTo>
                    <a:cubicBezTo>
                      <a:pt x="9" y="11"/>
                      <a:pt x="12" y="10"/>
                      <a:pt x="14" y="10"/>
                    </a:cubicBezTo>
                    <a:cubicBezTo>
                      <a:pt x="17" y="8"/>
                      <a:pt x="21" y="9"/>
                      <a:pt x="23" y="11"/>
                    </a:cubicBezTo>
                    <a:cubicBezTo>
                      <a:pt x="25" y="11"/>
                      <a:pt x="26" y="11"/>
                      <a:pt x="28" y="11"/>
                    </a:cubicBezTo>
                    <a:cubicBezTo>
                      <a:pt x="31" y="10"/>
                      <a:pt x="35" y="10"/>
                      <a:pt x="39" y="9"/>
                    </a:cubicBezTo>
                    <a:cubicBezTo>
                      <a:pt x="38" y="9"/>
                      <a:pt x="37" y="9"/>
                      <a:pt x="37" y="9"/>
                    </a:cubicBezTo>
                    <a:cubicBezTo>
                      <a:pt x="46" y="8"/>
                      <a:pt x="55" y="6"/>
                      <a:pt x="64" y="5"/>
                    </a:cubicBezTo>
                    <a:cubicBezTo>
                      <a:pt x="75" y="3"/>
                      <a:pt x="86" y="2"/>
                      <a:pt x="97" y="0"/>
                    </a:cubicBezTo>
                    <a:cubicBezTo>
                      <a:pt x="102" y="0"/>
                      <a:pt x="106" y="4"/>
                      <a:pt x="107" y="8"/>
                    </a:cubicBezTo>
                    <a:cubicBezTo>
                      <a:pt x="108" y="13"/>
                      <a:pt x="105" y="18"/>
                      <a:pt x="100" y="19"/>
                    </a:cubicBezTo>
                    <a:cubicBezTo>
                      <a:pt x="99" y="20"/>
                      <a:pt x="97" y="20"/>
                      <a:pt x="96" y="20"/>
                    </a:cubicBezTo>
                    <a:lnTo>
                      <a:pt x="97" y="20"/>
                    </a:lnTo>
                    <a:cubicBezTo>
                      <a:pt x="83" y="21"/>
                      <a:pt x="69" y="24"/>
                      <a:pt x="56" y="27"/>
                    </a:cubicBezTo>
                    <a:cubicBezTo>
                      <a:pt x="50" y="27"/>
                      <a:pt x="44" y="28"/>
                      <a:pt x="38" y="29"/>
                    </a:cubicBezTo>
                    <a:cubicBezTo>
                      <a:pt x="35" y="30"/>
                      <a:pt x="31" y="31"/>
                      <a:pt x="28" y="31"/>
                    </a:cubicBezTo>
                    <a:cubicBezTo>
                      <a:pt x="23" y="32"/>
                      <a:pt x="19" y="32"/>
                      <a:pt x="15" y="32"/>
                    </a:cubicBezTo>
                    <a:cubicBezTo>
                      <a:pt x="14" y="32"/>
                      <a:pt x="12" y="32"/>
                      <a:pt x="11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1" name="Google Shape;1801;p19"/>
              <p:cNvSpPr/>
              <p:nvPr/>
            </p:nvSpPr>
            <p:spPr>
              <a:xfrm>
                <a:off x="2097000" y="2158920"/>
                <a:ext cx="61920" cy="76320"/>
              </a:xfrm>
              <a:custGeom>
                <a:avLst/>
                <a:gdLst/>
                <a:ahLst/>
                <a:cxnLst/>
                <a:rect l="l" t="t" r="r" b="b"/>
                <a:pathLst>
                  <a:path w="172" h="212" extrusionOk="0">
                    <a:moveTo>
                      <a:pt x="38" y="190"/>
                    </a:moveTo>
                    <a:cubicBezTo>
                      <a:pt x="40" y="190"/>
                      <a:pt x="42" y="190"/>
                      <a:pt x="44" y="190"/>
                    </a:cubicBezTo>
                    <a:cubicBezTo>
                      <a:pt x="45" y="190"/>
                      <a:pt x="47" y="189"/>
                      <a:pt x="48" y="189"/>
                    </a:cubicBezTo>
                    <a:cubicBezTo>
                      <a:pt x="50" y="189"/>
                      <a:pt x="51" y="188"/>
                      <a:pt x="53" y="187"/>
                    </a:cubicBezTo>
                    <a:cubicBezTo>
                      <a:pt x="54" y="187"/>
                      <a:pt x="56" y="186"/>
                      <a:pt x="57" y="186"/>
                    </a:cubicBezTo>
                    <a:cubicBezTo>
                      <a:pt x="57" y="185"/>
                      <a:pt x="58" y="185"/>
                      <a:pt x="58" y="185"/>
                    </a:cubicBezTo>
                    <a:cubicBezTo>
                      <a:pt x="60" y="183"/>
                      <a:pt x="60" y="183"/>
                      <a:pt x="61" y="182"/>
                    </a:cubicBezTo>
                    <a:cubicBezTo>
                      <a:pt x="63" y="181"/>
                      <a:pt x="63" y="180"/>
                      <a:pt x="64" y="179"/>
                    </a:cubicBezTo>
                    <a:cubicBezTo>
                      <a:pt x="65" y="178"/>
                      <a:pt x="65" y="177"/>
                      <a:pt x="67" y="175"/>
                    </a:cubicBezTo>
                    <a:cubicBezTo>
                      <a:pt x="67" y="174"/>
                      <a:pt x="68" y="172"/>
                      <a:pt x="69" y="171"/>
                    </a:cubicBezTo>
                    <a:cubicBezTo>
                      <a:pt x="70" y="169"/>
                      <a:pt x="70" y="167"/>
                      <a:pt x="71" y="165"/>
                    </a:cubicBezTo>
                    <a:cubicBezTo>
                      <a:pt x="71" y="162"/>
                      <a:pt x="72" y="159"/>
                      <a:pt x="72" y="157"/>
                    </a:cubicBezTo>
                    <a:cubicBezTo>
                      <a:pt x="72" y="152"/>
                      <a:pt x="72" y="148"/>
                      <a:pt x="72" y="144"/>
                    </a:cubicBezTo>
                    <a:cubicBezTo>
                      <a:pt x="62" y="150"/>
                      <a:pt x="51" y="157"/>
                      <a:pt x="41" y="164"/>
                    </a:cubicBezTo>
                    <a:cubicBezTo>
                      <a:pt x="39" y="165"/>
                      <a:pt x="36" y="167"/>
                      <a:pt x="34" y="169"/>
                    </a:cubicBezTo>
                    <a:cubicBezTo>
                      <a:pt x="32" y="170"/>
                      <a:pt x="30" y="172"/>
                      <a:pt x="28" y="173"/>
                    </a:cubicBezTo>
                    <a:cubicBezTo>
                      <a:pt x="26" y="175"/>
                      <a:pt x="25" y="177"/>
                      <a:pt x="23" y="179"/>
                    </a:cubicBezTo>
                    <a:cubicBezTo>
                      <a:pt x="23" y="179"/>
                      <a:pt x="22" y="180"/>
                      <a:pt x="22" y="181"/>
                    </a:cubicBezTo>
                    <a:cubicBezTo>
                      <a:pt x="22" y="182"/>
                      <a:pt x="22" y="182"/>
                      <a:pt x="21" y="182"/>
                    </a:cubicBezTo>
                    <a:lnTo>
                      <a:pt x="21" y="183"/>
                    </a:lnTo>
                    <a:cubicBezTo>
                      <a:pt x="21" y="183"/>
                      <a:pt x="21" y="184"/>
                      <a:pt x="21" y="185"/>
                    </a:cubicBezTo>
                    <a:lnTo>
                      <a:pt x="21" y="186"/>
                    </a:lnTo>
                    <a:cubicBezTo>
                      <a:pt x="22" y="186"/>
                      <a:pt x="22" y="186"/>
                      <a:pt x="22" y="186"/>
                    </a:cubicBezTo>
                    <a:cubicBezTo>
                      <a:pt x="22" y="187"/>
                      <a:pt x="22" y="187"/>
                      <a:pt x="23" y="187"/>
                    </a:cubicBezTo>
                    <a:lnTo>
                      <a:pt x="24" y="188"/>
                    </a:lnTo>
                    <a:cubicBezTo>
                      <a:pt x="25" y="189"/>
                      <a:pt x="26" y="189"/>
                      <a:pt x="28" y="189"/>
                    </a:cubicBezTo>
                    <a:cubicBezTo>
                      <a:pt x="29" y="190"/>
                      <a:pt x="31" y="190"/>
                      <a:pt x="33" y="190"/>
                    </a:cubicBezTo>
                    <a:cubicBezTo>
                      <a:pt x="35" y="190"/>
                      <a:pt x="36" y="190"/>
                      <a:pt x="38" y="190"/>
                    </a:cubicBezTo>
                    <a:moveTo>
                      <a:pt x="28" y="210"/>
                    </a:moveTo>
                    <a:cubicBezTo>
                      <a:pt x="25" y="210"/>
                      <a:pt x="21" y="209"/>
                      <a:pt x="18" y="208"/>
                    </a:cubicBezTo>
                    <a:cubicBezTo>
                      <a:pt x="15" y="207"/>
                      <a:pt x="12" y="205"/>
                      <a:pt x="10" y="203"/>
                    </a:cubicBezTo>
                    <a:cubicBezTo>
                      <a:pt x="5" y="199"/>
                      <a:pt x="1" y="194"/>
                      <a:pt x="1" y="188"/>
                    </a:cubicBezTo>
                    <a:cubicBezTo>
                      <a:pt x="0" y="185"/>
                      <a:pt x="0" y="182"/>
                      <a:pt x="1" y="179"/>
                    </a:cubicBezTo>
                    <a:cubicBezTo>
                      <a:pt x="1" y="175"/>
                      <a:pt x="3" y="172"/>
                      <a:pt x="5" y="169"/>
                    </a:cubicBezTo>
                    <a:cubicBezTo>
                      <a:pt x="7" y="166"/>
                      <a:pt x="9" y="164"/>
                      <a:pt x="11" y="162"/>
                    </a:cubicBezTo>
                    <a:cubicBezTo>
                      <a:pt x="13" y="159"/>
                      <a:pt x="15" y="157"/>
                      <a:pt x="18" y="155"/>
                    </a:cubicBezTo>
                    <a:cubicBezTo>
                      <a:pt x="23" y="151"/>
                      <a:pt x="30" y="147"/>
                      <a:pt x="36" y="143"/>
                    </a:cubicBezTo>
                    <a:cubicBezTo>
                      <a:pt x="40" y="140"/>
                      <a:pt x="44" y="138"/>
                      <a:pt x="48" y="136"/>
                    </a:cubicBezTo>
                    <a:cubicBezTo>
                      <a:pt x="47" y="136"/>
                      <a:pt x="47" y="136"/>
                      <a:pt x="47" y="137"/>
                    </a:cubicBezTo>
                    <a:cubicBezTo>
                      <a:pt x="48" y="136"/>
                      <a:pt x="50" y="135"/>
                      <a:pt x="51" y="134"/>
                    </a:cubicBezTo>
                    <a:cubicBezTo>
                      <a:pt x="50" y="134"/>
                      <a:pt x="50" y="134"/>
                      <a:pt x="50" y="135"/>
                    </a:cubicBezTo>
                    <a:cubicBezTo>
                      <a:pt x="57" y="131"/>
                      <a:pt x="64" y="127"/>
                      <a:pt x="71" y="123"/>
                    </a:cubicBezTo>
                    <a:cubicBezTo>
                      <a:pt x="71" y="122"/>
                      <a:pt x="72" y="122"/>
                      <a:pt x="72" y="122"/>
                    </a:cubicBezTo>
                    <a:cubicBezTo>
                      <a:pt x="72" y="120"/>
                      <a:pt x="72" y="119"/>
                      <a:pt x="72" y="118"/>
                    </a:cubicBezTo>
                    <a:cubicBezTo>
                      <a:pt x="72" y="112"/>
                      <a:pt x="71" y="105"/>
                      <a:pt x="71" y="99"/>
                    </a:cubicBezTo>
                    <a:cubicBezTo>
                      <a:pt x="71" y="86"/>
                      <a:pt x="71" y="73"/>
                      <a:pt x="74" y="60"/>
                    </a:cubicBezTo>
                    <a:cubicBezTo>
                      <a:pt x="73" y="60"/>
                      <a:pt x="72" y="61"/>
                      <a:pt x="72" y="62"/>
                    </a:cubicBezTo>
                    <a:cubicBezTo>
                      <a:pt x="66" y="68"/>
                      <a:pt x="60" y="74"/>
                      <a:pt x="54" y="80"/>
                    </a:cubicBezTo>
                    <a:cubicBezTo>
                      <a:pt x="46" y="88"/>
                      <a:pt x="37" y="96"/>
                      <a:pt x="30" y="105"/>
                    </a:cubicBezTo>
                    <a:cubicBezTo>
                      <a:pt x="28" y="108"/>
                      <a:pt x="25" y="112"/>
                      <a:pt x="23" y="115"/>
                    </a:cubicBezTo>
                    <a:cubicBezTo>
                      <a:pt x="23" y="116"/>
                      <a:pt x="23" y="116"/>
                      <a:pt x="22" y="117"/>
                    </a:cubicBezTo>
                    <a:cubicBezTo>
                      <a:pt x="19" y="122"/>
                      <a:pt x="14" y="125"/>
                      <a:pt x="8" y="122"/>
                    </a:cubicBezTo>
                    <a:cubicBezTo>
                      <a:pt x="5" y="120"/>
                      <a:pt x="4" y="118"/>
                      <a:pt x="3" y="116"/>
                    </a:cubicBezTo>
                    <a:cubicBezTo>
                      <a:pt x="2" y="112"/>
                      <a:pt x="3" y="109"/>
                      <a:pt x="4" y="106"/>
                    </a:cubicBezTo>
                    <a:cubicBezTo>
                      <a:pt x="10" y="96"/>
                      <a:pt x="18" y="87"/>
                      <a:pt x="27" y="78"/>
                    </a:cubicBezTo>
                    <a:cubicBezTo>
                      <a:pt x="26" y="78"/>
                      <a:pt x="26" y="79"/>
                      <a:pt x="26" y="79"/>
                    </a:cubicBezTo>
                    <a:cubicBezTo>
                      <a:pt x="27" y="78"/>
                      <a:pt x="28" y="77"/>
                      <a:pt x="29" y="76"/>
                    </a:cubicBezTo>
                    <a:cubicBezTo>
                      <a:pt x="29" y="77"/>
                      <a:pt x="28" y="77"/>
                      <a:pt x="28" y="77"/>
                    </a:cubicBezTo>
                    <a:cubicBezTo>
                      <a:pt x="29" y="77"/>
                      <a:pt x="29" y="76"/>
                      <a:pt x="30" y="75"/>
                    </a:cubicBezTo>
                    <a:cubicBezTo>
                      <a:pt x="30" y="75"/>
                      <a:pt x="30" y="76"/>
                      <a:pt x="29" y="76"/>
                    </a:cubicBezTo>
                    <a:cubicBezTo>
                      <a:pt x="31" y="74"/>
                      <a:pt x="32" y="73"/>
                      <a:pt x="34" y="71"/>
                    </a:cubicBezTo>
                    <a:cubicBezTo>
                      <a:pt x="33" y="71"/>
                      <a:pt x="33" y="72"/>
                      <a:pt x="33" y="72"/>
                    </a:cubicBezTo>
                    <a:cubicBezTo>
                      <a:pt x="34" y="71"/>
                      <a:pt x="35" y="71"/>
                      <a:pt x="35" y="70"/>
                    </a:cubicBezTo>
                    <a:cubicBezTo>
                      <a:pt x="35" y="70"/>
                      <a:pt x="35" y="71"/>
                      <a:pt x="34" y="71"/>
                    </a:cubicBezTo>
                    <a:cubicBezTo>
                      <a:pt x="38" y="67"/>
                      <a:pt x="42" y="63"/>
                      <a:pt x="46" y="59"/>
                    </a:cubicBezTo>
                    <a:cubicBezTo>
                      <a:pt x="60" y="46"/>
                      <a:pt x="73" y="32"/>
                      <a:pt x="85" y="17"/>
                    </a:cubicBezTo>
                    <a:cubicBezTo>
                      <a:pt x="86" y="15"/>
                      <a:pt x="88" y="13"/>
                      <a:pt x="89" y="11"/>
                    </a:cubicBezTo>
                    <a:cubicBezTo>
                      <a:pt x="90" y="10"/>
                      <a:pt x="90" y="9"/>
                      <a:pt x="91" y="8"/>
                    </a:cubicBezTo>
                    <a:cubicBezTo>
                      <a:pt x="93" y="3"/>
                      <a:pt x="100" y="0"/>
                      <a:pt x="104" y="3"/>
                    </a:cubicBezTo>
                    <a:cubicBezTo>
                      <a:pt x="110" y="6"/>
                      <a:pt x="112" y="12"/>
                      <a:pt x="109" y="17"/>
                    </a:cubicBezTo>
                    <a:cubicBezTo>
                      <a:pt x="109" y="18"/>
                      <a:pt x="109" y="18"/>
                      <a:pt x="108" y="20"/>
                    </a:cubicBezTo>
                    <a:cubicBezTo>
                      <a:pt x="106" y="23"/>
                      <a:pt x="105" y="26"/>
                      <a:pt x="103" y="29"/>
                    </a:cubicBezTo>
                    <a:cubicBezTo>
                      <a:pt x="100" y="37"/>
                      <a:pt x="97" y="45"/>
                      <a:pt x="95" y="53"/>
                    </a:cubicBezTo>
                    <a:cubicBezTo>
                      <a:pt x="94" y="59"/>
                      <a:pt x="93" y="65"/>
                      <a:pt x="92" y="70"/>
                    </a:cubicBezTo>
                    <a:lnTo>
                      <a:pt x="92" y="69"/>
                    </a:lnTo>
                    <a:cubicBezTo>
                      <a:pt x="91" y="77"/>
                      <a:pt x="90" y="86"/>
                      <a:pt x="90" y="94"/>
                    </a:cubicBezTo>
                    <a:cubicBezTo>
                      <a:pt x="90" y="99"/>
                      <a:pt x="90" y="105"/>
                      <a:pt x="91" y="111"/>
                    </a:cubicBezTo>
                    <a:cubicBezTo>
                      <a:pt x="94" y="108"/>
                      <a:pt x="97" y="106"/>
                      <a:pt x="100" y="105"/>
                    </a:cubicBezTo>
                    <a:cubicBezTo>
                      <a:pt x="109" y="99"/>
                      <a:pt x="117" y="92"/>
                      <a:pt x="126" y="86"/>
                    </a:cubicBezTo>
                    <a:cubicBezTo>
                      <a:pt x="132" y="81"/>
                      <a:pt x="138" y="76"/>
                      <a:pt x="144" y="71"/>
                    </a:cubicBezTo>
                    <a:cubicBezTo>
                      <a:pt x="146" y="68"/>
                      <a:pt x="149" y="64"/>
                      <a:pt x="153" y="62"/>
                    </a:cubicBezTo>
                    <a:cubicBezTo>
                      <a:pt x="156" y="60"/>
                      <a:pt x="160" y="60"/>
                      <a:pt x="163" y="62"/>
                    </a:cubicBezTo>
                    <a:cubicBezTo>
                      <a:pt x="167" y="64"/>
                      <a:pt x="169" y="67"/>
                      <a:pt x="170" y="71"/>
                    </a:cubicBezTo>
                    <a:cubicBezTo>
                      <a:pt x="171" y="75"/>
                      <a:pt x="170" y="79"/>
                      <a:pt x="170" y="83"/>
                    </a:cubicBezTo>
                    <a:cubicBezTo>
                      <a:pt x="170" y="86"/>
                      <a:pt x="169" y="89"/>
                      <a:pt x="169" y="92"/>
                    </a:cubicBezTo>
                    <a:cubicBezTo>
                      <a:pt x="169" y="95"/>
                      <a:pt x="168" y="99"/>
                      <a:pt x="168" y="103"/>
                    </a:cubicBezTo>
                    <a:cubicBezTo>
                      <a:pt x="166" y="117"/>
                      <a:pt x="165" y="132"/>
                      <a:pt x="165" y="145"/>
                    </a:cubicBezTo>
                    <a:cubicBezTo>
                      <a:pt x="166" y="151"/>
                      <a:pt x="166" y="157"/>
                      <a:pt x="166" y="162"/>
                    </a:cubicBezTo>
                    <a:cubicBezTo>
                      <a:pt x="166" y="168"/>
                      <a:pt x="162" y="173"/>
                      <a:pt x="156" y="173"/>
                    </a:cubicBezTo>
                    <a:cubicBezTo>
                      <a:pt x="151" y="174"/>
                      <a:pt x="145" y="169"/>
                      <a:pt x="145" y="164"/>
                    </a:cubicBezTo>
                    <a:cubicBezTo>
                      <a:pt x="144" y="157"/>
                      <a:pt x="145" y="150"/>
                      <a:pt x="145" y="143"/>
                    </a:cubicBezTo>
                    <a:cubicBezTo>
                      <a:pt x="145" y="137"/>
                      <a:pt x="145" y="130"/>
                      <a:pt x="146" y="124"/>
                    </a:cubicBezTo>
                    <a:cubicBezTo>
                      <a:pt x="146" y="117"/>
                      <a:pt x="147" y="109"/>
                      <a:pt x="148" y="102"/>
                    </a:cubicBezTo>
                    <a:cubicBezTo>
                      <a:pt x="148" y="99"/>
                      <a:pt x="148" y="96"/>
                      <a:pt x="149" y="92"/>
                    </a:cubicBezTo>
                    <a:cubicBezTo>
                      <a:pt x="145" y="96"/>
                      <a:pt x="141" y="99"/>
                      <a:pt x="137" y="102"/>
                    </a:cubicBezTo>
                    <a:cubicBezTo>
                      <a:pt x="129" y="108"/>
                      <a:pt x="120" y="114"/>
                      <a:pt x="111" y="120"/>
                    </a:cubicBezTo>
                    <a:cubicBezTo>
                      <a:pt x="105" y="124"/>
                      <a:pt x="99" y="128"/>
                      <a:pt x="92" y="132"/>
                    </a:cubicBezTo>
                    <a:cubicBezTo>
                      <a:pt x="92" y="138"/>
                      <a:pt x="92" y="143"/>
                      <a:pt x="92" y="149"/>
                    </a:cubicBezTo>
                    <a:cubicBezTo>
                      <a:pt x="92" y="156"/>
                      <a:pt x="92" y="162"/>
                      <a:pt x="90" y="169"/>
                    </a:cubicBezTo>
                    <a:cubicBezTo>
                      <a:pt x="88" y="176"/>
                      <a:pt x="85" y="183"/>
                      <a:pt x="81" y="189"/>
                    </a:cubicBezTo>
                    <a:cubicBezTo>
                      <a:pt x="74" y="201"/>
                      <a:pt x="61" y="207"/>
                      <a:pt x="48" y="210"/>
                    </a:cubicBezTo>
                    <a:cubicBezTo>
                      <a:pt x="44" y="211"/>
                      <a:pt x="41" y="211"/>
                      <a:pt x="37" y="211"/>
                    </a:cubicBezTo>
                    <a:cubicBezTo>
                      <a:pt x="35" y="211"/>
                      <a:pt x="31" y="211"/>
                      <a:pt x="28" y="2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2" name="Google Shape;1802;p19"/>
              <p:cNvSpPr/>
              <p:nvPr/>
            </p:nvSpPr>
            <p:spPr>
              <a:xfrm>
                <a:off x="2165400" y="2153520"/>
                <a:ext cx="12240" cy="18360"/>
              </a:xfrm>
              <a:custGeom>
                <a:avLst/>
                <a:gdLst/>
                <a:ahLst/>
                <a:cxnLst/>
                <a:rect l="l" t="t" r="r" b="b"/>
                <a:pathLst>
                  <a:path w="34" h="51" extrusionOk="0">
                    <a:moveTo>
                      <a:pt x="10" y="50"/>
                    </a:moveTo>
                    <a:cubicBezTo>
                      <a:pt x="5" y="50"/>
                      <a:pt x="0" y="44"/>
                      <a:pt x="0" y="39"/>
                    </a:cubicBezTo>
                    <a:cubicBezTo>
                      <a:pt x="1" y="32"/>
                      <a:pt x="2" y="26"/>
                      <a:pt x="4" y="20"/>
                    </a:cubicBezTo>
                    <a:cubicBezTo>
                      <a:pt x="4" y="16"/>
                      <a:pt x="5" y="13"/>
                      <a:pt x="7" y="10"/>
                    </a:cubicBezTo>
                    <a:cubicBezTo>
                      <a:pt x="8" y="8"/>
                      <a:pt x="9" y="5"/>
                      <a:pt x="11" y="4"/>
                    </a:cubicBezTo>
                    <a:cubicBezTo>
                      <a:pt x="15" y="0"/>
                      <a:pt x="18" y="0"/>
                      <a:pt x="23" y="0"/>
                    </a:cubicBezTo>
                    <a:cubicBezTo>
                      <a:pt x="29" y="1"/>
                      <a:pt x="33" y="6"/>
                      <a:pt x="33" y="12"/>
                    </a:cubicBezTo>
                    <a:cubicBezTo>
                      <a:pt x="32" y="16"/>
                      <a:pt x="29" y="19"/>
                      <a:pt x="26" y="21"/>
                    </a:cubicBezTo>
                    <a:cubicBezTo>
                      <a:pt x="25" y="22"/>
                      <a:pt x="25" y="24"/>
                      <a:pt x="24" y="25"/>
                    </a:cubicBezTo>
                    <a:cubicBezTo>
                      <a:pt x="23" y="29"/>
                      <a:pt x="22" y="33"/>
                      <a:pt x="21" y="37"/>
                    </a:cubicBezTo>
                    <a:cubicBezTo>
                      <a:pt x="21" y="39"/>
                      <a:pt x="21" y="39"/>
                      <a:pt x="21" y="40"/>
                    </a:cubicBezTo>
                    <a:cubicBezTo>
                      <a:pt x="21" y="43"/>
                      <a:pt x="20" y="46"/>
                      <a:pt x="18" y="47"/>
                    </a:cubicBezTo>
                    <a:cubicBezTo>
                      <a:pt x="16" y="49"/>
                      <a:pt x="13" y="50"/>
                      <a:pt x="11" y="50"/>
                    </a:cubicBezTo>
                    <a:lnTo>
                      <a:pt x="10" y="5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3" name="Google Shape;1803;p19"/>
              <p:cNvSpPr/>
              <p:nvPr/>
            </p:nvSpPr>
            <p:spPr>
              <a:xfrm>
                <a:off x="2177280" y="2168280"/>
                <a:ext cx="41040" cy="6228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73" extrusionOk="0">
                    <a:moveTo>
                      <a:pt x="8" y="171"/>
                    </a:moveTo>
                    <a:cubicBezTo>
                      <a:pt x="7" y="170"/>
                      <a:pt x="5" y="169"/>
                      <a:pt x="3" y="168"/>
                    </a:cubicBezTo>
                    <a:cubicBezTo>
                      <a:pt x="2" y="165"/>
                      <a:pt x="1" y="162"/>
                      <a:pt x="0" y="160"/>
                    </a:cubicBezTo>
                    <a:cubicBezTo>
                      <a:pt x="0" y="157"/>
                      <a:pt x="0" y="153"/>
                      <a:pt x="0" y="150"/>
                    </a:cubicBezTo>
                    <a:cubicBezTo>
                      <a:pt x="0" y="147"/>
                      <a:pt x="1" y="143"/>
                      <a:pt x="2" y="139"/>
                    </a:cubicBezTo>
                    <a:cubicBezTo>
                      <a:pt x="3" y="134"/>
                      <a:pt x="4" y="128"/>
                      <a:pt x="7" y="123"/>
                    </a:cubicBezTo>
                    <a:cubicBezTo>
                      <a:pt x="7" y="112"/>
                      <a:pt x="8" y="101"/>
                      <a:pt x="9" y="90"/>
                    </a:cubicBezTo>
                    <a:cubicBezTo>
                      <a:pt x="10" y="79"/>
                      <a:pt x="10" y="68"/>
                      <a:pt x="12" y="57"/>
                    </a:cubicBezTo>
                    <a:cubicBezTo>
                      <a:pt x="13" y="46"/>
                      <a:pt x="15" y="35"/>
                      <a:pt x="17" y="24"/>
                    </a:cubicBezTo>
                    <a:cubicBezTo>
                      <a:pt x="17" y="23"/>
                      <a:pt x="17" y="21"/>
                      <a:pt x="18" y="20"/>
                    </a:cubicBezTo>
                    <a:cubicBezTo>
                      <a:pt x="18" y="17"/>
                      <a:pt x="18" y="14"/>
                      <a:pt x="18" y="10"/>
                    </a:cubicBezTo>
                    <a:cubicBezTo>
                      <a:pt x="19" y="5"/>
                      <a:pt x="24" y="0"/>
                      <a:pt x="29" y="0"/>
                    </a:cubicBezTo>
                    <a:cubicBezTo>
                      <a:pt x="35" y="1"/>
                      <a:pt x="40" y="6"/>
                      <a:pt x="39" y="12"/>
                    </a:cubicBezTo>
                    <a:cubicBezTo>
                      <a:pt x="39" y="17"/>
                      <a:pt x="39" y="22"/>
                      <a:pt x="38" y="27"/>
                    </a:cubicBezTo>
                    <a:cubicBezTo>
                      <a:pt x="37" y="33"/>
                      <a:pt x="36" y="38"/>
                      <a:pt x="35" y="43"/>
                    </a:cubicBezTo>
                    <a:cubicBezTo>
                      <a:pt x="33" y="52"/>
                      <a:pt x="32" y="62"/>
                      <a:pt x="31" y="72"/>
                    </a:cubicBezTo>
                    <a:cubicBezTo>
                      <a:pt x="30" y="76"/>
                      <a:pt x="29" y="81"/>
                      <a:pt x="29" y="86"/>
                    </a:cubicBezTo>
                    <a:cubicBezTo>
                      <a:pt x="30" y="84"/>
                      <a:pt x="31" y="83"/>
                      <a:pt x="32" y="82"/>
                    </a:cubicBezTo>
                    <a:cubicBezTo>
                      <a:pt x="36" y="77"/>
                      <a:pt x="41" y="71"/>
                      <a:pt x="46" y="66"/>
                    </a:cubicBezTo>
                    <a:cubicBezTo>
                      <a:pt x="49" y="62"/>
                      <a:pt x="53" y="58"/>
                      <a:pt x="57" y="54"/>
                    </a:cubicBezTo>
                    <a:cubicBezTo>
                      <a:pt x="64" y="46"/>
                      <a:pt x="72" y="38"/>
                      <a:pt x="80" y="31"/>
                    </a:cubicBezTo>
                    <a:cubicBezTo>
                      <a:pt x="81" y="29"/>
                      <a:pt x="83" y="28"/>
                      <a:pt x="85" y="27"/>
                    </a:cubicBezTo>
                    <a:cubicBezTo>
                      <a:pt x="87" y="25"/>
                      <a:pt x="89" y="24"/>
                      <a:pt x="92" y="23"/>
                    </a:cubicBezTo>
                    <a:cubicBezTo>
                      <a:pt x="98" y="22"/>
                      <a:pt x="102" y="25"/>
                      <a:pt x="106" y="29"/>
                    </a:cubicBezTo>
                    <a:cubicBezTo>
                      <a:pt x="110" y="34"/>
                      <a:pt x="112" y="41"/>
                      <a:pt x="112" y="47"/>
                    </a:cubicBezTo>
                    <a:cubicBezTo>
                      <a:pt x="113" y="52"/>
                      <a:pt x="113" y="58"/>
                      <a:pt x="113" y="64"/>
                    </a:cubicBezTo>
                    <a:cubicBezTo>
                      <a:pt x="113" y="63"/>
                      <a:pt x="113" y="63"/>
                      <a:pt x="113" y="62"/>
                    </a:cubicBezTo>
                    <a:cubicBezTo>
                      <a:pt x="113" y="66"/>
                      <a:pt x="113" y="70"/>
                      <a:pt x="113" y="74"/>
                    </a:cubicBezTo>
                    <a:lnTo>
                      <a:pt x="113" y="73"/>
                    </a:lnTo>
                    <a:cubicBezTo>
                      <a:pt x="113" y="81"/>
                      <a:pt x="113" y="90"/>
                      <a:pt x="113" y="98"/>
                    </a:cubicBezTo>
                    <a:cubicBezTo>
                      <a:pt x="112" y="107"/>
                      <a:pt x="112" y="116"/>
                      <a:pt x="110" y="125"/>
                    </a:cubicBezTo>
                    <a:cubicBezTo>
                      <a:pt x="109" y="130"/>
                      <a:pt x="103" y="134"/>
                      <a:pt x="98" y="133"/>
                    </a:cubicBezTo>
                    <a:cubicBezTo>
                      <a:pt x="92" y="132"/>
                      <a:pt x="88" y="126"/>
                      <a:pt x="89" y="120"/>
                    </a:cubicBezTo>
                    <a:cubicBezTo>
                      <a:pt x="89" y="117"/>
                      <a:pt x="90" y="113"/>
                      <a:pt x="91" y="110"/>
                    </a:cubicBezTo>
                    <a:cubicBezTo>
                      <a:pt x="92" y="98"/>
                      <a:pt x="93" y="87"/>
                      <a:pt x="93" y="74"/>
                    </a:cubicBezTo>
                    <a:cubicBezTo>
                      <a:pt x="93" y="67"/>
                      <a:pt x="93" y="59"/>
                      <a:pt x="92" y="51"/>
                    </a:cubicBezTo>
                    <a:cubicBezTo>
                      <a:pt x="92" y="49"/>
                      <a:pt x="92" y="48"/>
                      <a:pt x="91" y="47"/>
                    </a:cubicBezTo>
                    <a:cubicBezTo>
                      <a:pt x="87" y="51"/>
                      <a:pt x="83" y="55"/>
                      <a:pt x="79" y="59"/>
                    </a:cubicBezTo>
                    <a:cubicBezTo>
                      <a:pt x="79" y="58"/>
                      <a:pt x="80" y="58"/>
                      <a:pt x="80" y="58"/>
                    </a:cubicBezTo>
                    <a:cubicBezTo>
                      <a:pt x="69" y="69"/>
                      <a:pt x="58" y="80"/>
                      <a:pt x="49" y="93"/>
                    </a:cubicBezTo>
                    <a:cubicBezTo>
                      <a:pt x="43" y="100"/>
                      <a:pt x="38" y="107"/>
                      <a:pt x="34" y="115"/>
                    </a:cubicBezTo>
                    <a:lnTo>
                      <a:pt x="34" y="114"/>
                    </a:lnTo>
                    <a:cubicBezTo>
                      <a:pt x="31" y="119"/>
                      <a:pt x="29" y="123"/>
                      <a:pt x="27" y="129"/>
                    </a:cubicBezTo>
                    <a:cubicBezTo>
                      <a:pt x="26" y="132"/>
                      <a:pt x="26" y="136"/>
                      <a:pt x="26" y="139"/>
                    </a:cubicBezTo>
                    <a:cubicBezTo>
                      <a:pt x="25" y="143"/>
                      <a:pt x="25" y="146"/>
                      <a:pt x="25" y="150"/>
                    </a:cubicBezTo>
                    <a:cubicBezTo>
                      <a:pt x="25" y="152"/>
                      <a:pt x="25" y="154"/>
                      <a:pt x="25" y="156"/>
                    </a:cubicBezTo>
                    <a:cubicBezTo>
                      <a:pt x="25" y="157"/>
                      <a:pt x="25" y="159"/>
                      <a:pt x="24" y="160"/>
                    </a:cubicBezTo>
                    <a:cubicBezTo>
                      <a:pt x="24" y="162"/>
                      <a:pt x="24" y="164"/>
                      <a:pt x="22" y="166"/>
                    </a:cubicBezTo>
                    <a:cubicBezTo>
                      <a:pt x="21" y="170"/>
                      <a:pt x="17" y="172"/>
                      <a:pt x="13" y="172"/>
                    </a:cubicBezTo>
                    <a:cubicBezTo>
                      <a:pt x="11" y="172"/>
                      <a:pt x="10" y="172"/>
                      <a:pt x="8" y="17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4" name="Google Shape;1804;p19"/>
              <p:cNvSpPr/>
              <p:nvPr/>
            </p:nvSpPr>
            <p:spPr>
              <a:xfrm>
                <a:off x="2238480" y="2162520"/>
                <a:ext cx="32760" cy="61560"/>
              </a:xfrm>
              <a:custGeom>
                <a:avLst/>
                <a:gdLst/>
                <a:ahLst/>
                <a:cxnLst/>
                <a:rect l="l" t="t" r="r" b="b"/>
                <a:pathLst>
                  <a:path w="91" h="171" extrusionOk="0">
                    <a:moveTo>
                      <a:pt x="70" y="166"/>
                    </a:moveTo>
                    <a:cubicBezTo>
                      <a:pt x="63" y="155"/>
                      <a:pt x="56" y="144"/>
                      <a:pt x="50" y="133"/>
                    </a:cubicBezTo>
                    <a:cubicBezTo>
                      <a:pt x="44" y="123"/>
                      <a:pt x="38" y="113"/>
                      <a:pt x="33" y="103"/>
                    </a:cubicBezTo>
                    <a:cubicBezTo>
                      <a:pt x="31" y="97"/>
                      <a:pt x="28" y="92"/>
                      <a:pt x="26" y="88"/>
                    </a:cubicBezTo>
                    <a:cubicBezTo>
                      <a:pt x="23" y="82"/>
                      <a:pt x="21" y="78"/>
                      <a:pt x="19" y="73"/>
                    </a:cubicBezTo>
                    <a:cubicBezTo>
                      <a:pt x="13" y="59"/>
                      <a:pt x="7" y="45"/>
                      <a:pt x="3" y="31"/>
                    </a:cubicBezTo>
                    <a:cubicBezTo>
                      <a:pt x="2" y="26"/>
                      <a:pt x="1" y="22"/>
                      <a:pt x="1" y="17"/>
                    </a:cubicBezTo>
                    <a:cubicBezTo>
                      <a:pt x="0" y="12"/>
                      <a:pt x="2" y="8"/>
                      <a:pt x="5" y="5"/>
                    </a:cubicBezTo>
                    <a:cubicBezTo>
                      <a:pt x="9" y="1"/>
                      <a:pt x="15" y="0"/>
                      <a:pt x="20" y="4"/>
                    </a:cubicBezTo>
                    <a:cubicBezTo>
                      <a:pt x="21" y="5"/>
                      <a:pt x="21" y="6"/>
                      <a:pt x="22" y="7"/>
                    </a:cubicBezTo>
                    <a:cubicBezTo>
                      <a:pt x="26" y="11"/>
                      <a:pt x="26" y="16"/>
                      <a:pt x="23" y="21"/>
                    </a:cubicBezTo>
                    <a:cubicBezTo>
                      <a:pt x="23" y="23"/>
                      <a:pt x="24" y="26"/>
                      <a:pt x="24" y="29"/>
                    </a:cubicBezTo>
                    <a:cubicBezTo>
                      <a:pt x="27" y="39"/>
                      <a:pt x="31" y="49"/>
                      <a:pt x="35" y="58"/>
                    </a:cubicBezTo>
                    <a:cubicBezTo>
                      <a:pt x="38" y="64"/>
                      <a:pt x="40" y="69"/>
                      <a:pt x="42" y="75"/>
                    </a:cubicBezTo>
                    <a:cubicBezTo>
                      <a:pt x="45" y="81"/>
                      <a:pt x="48" y="86"/>
                      <a:pt x="50" y="92"/>
                    </a:cubicBezTo>
                    <a:cubicBezTo>
                      <a:pt x="55" y="102"/>
                      <a:pt x="61" y="112"/>
                      <a:pt x="66" y="122"/>
                    </a:cubicBezTo>
                    <a:cubicBezTo>
                      <a:pt x="73" y="133"/>
                      <a:pt x="79" y="144"/>
                      <a:pt x="87" y="155"/>
                    </a:cubicBezTo>
                    <a:cubicBezTo>
                      <a:pt x="90" y="159"/>
                      <a:pt x="88" y="165"/>
                      <a:pt x="84" y="169"/>
                    </a:cubicBezTo>
                    <a:cubicBezTo>
                      <a:pt x="82" y="169"/>
                      <a:pt x="80" y="170"/>
                      <a:pt x="79" y="170"/>
                    </a:cubicBezTo>
                    <a:cubicBezTo>
                      <a:pt x="75" y="170"/>
                      <a:pt x="72" y="169"/>
                      <a:pt x="70" y="1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5" name="Google Shape;1805;p19"/>
              <p:cNvSpPr/>
              <p:nvPr/>
            </p:nvSpPr>
            <p:spPr>
              <a:xfrm>
                <a:off x="2226960" y="2174040"/>
                <a:ext cx="64080" cy="60480"/>
              </a:xfrm>
              <a:custGeom>
                <a:avLst/>
                <a:gdLst/>
                <a:ahLst/>
                <a:cxnLst/>
                <a:rect l="l" t="t" r="r" b="b"/>
                <a:pathLst>
                  <a:path w="178" h="168" extrusionOk="0">
                    <a:moveTo>
                      <a:pt x="7" y="166"/>
                    </a:moveTo>
                    <a:cubicBezTo>
                      <a:pt x="3" y="164"/>
                      <a:pt x="0" y="158"/>
                      <a:pt x="3" y="153"/>
                    </a:cubicBezTo>
                    <a:cubicBezTo>
                      <a:pt x="9" y="143"/>
                      <a:pt x="15" y="132"/>
                      <a:pt x="21" y="122"/>
                    </a:cubicBezTo>
                    <a:cubicBezTo>
                      <a:pt x="30" y="109"/>
                      <a:pt x="38" y="94"/>
                      <a:pt x="48" y="81"/>
                    </a:cubicBezTo>
                    <a:cubicBezTo>
                      <a:pt x="56" y="68"/>
                      <a:pt x="66" y="57"/>
                      <a:pt x="76" y="45"/>
                    </a:cubicBezTo>
                    <a:cubicBezTo>
                      <a:pt x="86" y="35"/>
                      <a:pt x="97" y="25"/>
                      <a:pt x="109" y="16"/>
                    </a:cubicBezTo>
                    <a:cubicBezTo>
                      <a:pt x="120" y="8"/>
                      <a:pt x="133" y="0"/>
                      <a:pt x="148" y="1"/>
                    </a:cubicBezTo>
                    <a:cubicBezTo>
                      <a:pt x="155" y="1"/>
                      <a:pt x="162" y="5"/>
                      <a:pt x="169" y="8"/>
                    </a:cubicBezTo>
                    <a:cubicBezTo>
                      <a:pt x="175" y="11"/>
                      <a:pt x="177" y="18"/>
                      <a:pt x="175" y="23"/>
                    </a:cubicBezTo>
                    <a:cubicBezTo>
                      <a:pt x="172" y="28"/>
                      <a:pt x="165" y="30"/>
                      <a:pt x="160" y="28"/>
                    </a:cubicBezTo>
                    <a:cubicBezTo>
                      <a:pt x="157" y="26"/>
                      <a:pt x="154" y="25"/>
                      <a:pt x="151" y="23"/>
                    </a:cubicBezTo>
                    <a:cubicBezTo>
                      <a:pt x="150" y="23"/>
                      <a:pt x="150" y="23"/>
                      <a:pt x="150" y="22"/>
                    </a:cubicBezTo>
                    <a:cubicBezTo>
                      <a:pt x="148" y="22"/>
                      <a:pt x="147" y="22"/>
                      <a:pt x="146" y="22"/>
                    </a:cubicBezTo>
                    <a:lnTo>
                      <a:pt x="145" y="22"/>
                    </a:lnTo>
                    <a:cubicBezTo>
                      <a:pt x="144" y="22"/>
                      <a:pt x="144" y="22"/>
                      <a:pt x="144" y="22"/>
                    </a:cubicBezTo>
                    <a:cubicBezTo>
                      <a:pt x="143" y="22"/>
                      <a:pt x="141" y="22"/>
                      <a:pt x="140" y="23"/>
                    </a:cubicBezTo>
                    <a:cubicBezTo>
                      <a:pt x="138" y="24"/>
                      <a:pt x="136" y="24"/>
                      <a:pt x="133" y="25"/>
                    </a:cubicBezTo>
                    <a:cubicBezTo>
                      <a:pt x="134" y="25"/>
                      <a:pt x="134" y="25"/>
                      <a:pt x="134" y="25"/>
                    </a:cubicBezTo>
                    <a:cubicBezTo>
                      <a:pt x="133" y="25"/>
                      <a:pt x="130" y="26"/>
                      <a:pt x="129" y="28"/>
                    </a:cubicBezTo>
                    <a:lnTo>
                      <a:pt x="129" y="27"/>
                    </a:lnTo>
                    <a:cubicBezTo>
                      <a:pt x="129" y="28"/>
                      <a:pt x="129" y="28"/>
                      <a:pt x="129" y="28"/>
                    </a:cubicBezTo>
                    <a:cubicBezTo>
                      <a:pt x="128" y="28"/>
                      <a:pt x="128" y="28"/>
                      <a:pt x="128" y="28"/>
                    </a:cubicBezTo>
                    <a:lnTo>
                      <a:pt x="129" y="28"/>
                    </a:lnTo>
                    <a:cubicBezTo>
                      <a:pt x="123" y="30"/>
                      <a:pt x="119" y="34"/>
                      <a:pt x="114" y="37"/>
                    </a:cubicBezTo>
                    <a:cubicBezTo>
                      <a:pt x="115" y="37"/>
                      <a:pt x="115" y="37"/>
                      <a:pt x="115" y="36"/>
                    </a:cubicBezTo>
                    <a:cubicBezTo>
                      <a:pt x="108" y="42"/>
                      <a:pt x="102" y="47"/>
                      <a:pt x="96" y="54"/>
                    </a:cubicBezTo>
                    <a:cubicBezTo>
                      <a:pt x="96" y="53"/>
                      <a:pt x="96" y="53"/>
                      <a:pt x="96" y="53"/>
                    </a:cubicBezTo>
                    <a:cubicBezTo>
                      <a:pt x="87" y="63"/>
                      <a:pt x="79" y="72"/>
                      <a:pt x="71" y="82"/>
                    </a:cubicBezTo>
                    <a:lnTo>
                      <a:pt x="72" y="81"/>
                    </a:lnTo>
                    <a:cubicBezTo>
                      <a:pt x="59" y="97"/>
                      <a:pt x="49" y="114"/>
                      <a:pt x="38" y="131"/>
                    </a:cubicBezTo>
                    <a:cubicBezTo>
                      <a:pt x="32" y="142"/>
                      <a:pt x="25" y="152"/>
                      <a:pt x="19" y="163"/>
                    </a:cubicBezTo>
                    <a:cubicBezTo>
                      <a:pt x="17" y="165"/>
                      <a:pt x="14" y="167"/>
                      <a:pt x="12" y="167"/>
                    </a:cubicBezTo>
                    <a:cubicBezTo>
                      <a:pt x="10" y="167"/>
                      <a:pt x="9" y="166"/>
                      <a:pt x="7" y="1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6" name="Google Shape;1806;p19"/>
              <p:cNvSpPr/>
              <p:nvPr/>
            </p:nvSpPr>
            <p:spPr>
              <a:xfrm>
                <a:off x="1631160" y="2267640"/>
                <a:ext cx="14400" cy="227880"/>
              </a:xfrm>
              <a:custGeom>
                <a:avLst/>
                <a:gdLst/>
                <a:ahLst/>
                <a:cxnLst/>
                <a:rect l="l" t="t" r="r" b="b"/>
                <a:pathLst>
                  <a:path w="40" h="633" extrusionOk="0">
                    <a:moveTo>
                      <a:pt x="28" y="632"/>
                    </a:moveTo>
                    <a:cubicBezTo>
                      <a:pt x="23" y="631"/>
                      <a:pt x="18" y="627"/>
                      <a:pt x="19" y="621"/>
                    </a:cubicBezTo>
                    <a:cubicBezTo>
                      <a:pt x="20" y="610"/>
                      <a:pt x="21" y="598"/>
                      <a:pt x="20" y="586"/>
                    </a:cubicBezTo>
                    <a:cubicBezTo>
                      <a:pt x="20" y="587"/>
                      <a:pt x="20" y="587"/>
                      <a:pt x="20" y="587"/>
                    </a:cubicBezTo>
                    <a:cubicBezTo>
                      <a:pt x="20" y="582"/>
                      <a:pt x="20" y="577"/>
                      <a:pt x="20" y="572"/>
                    </a:cubicBezTo>
                    <a:cubicBezTo>
                      <a:pt x="20" y="572"/>
                      <a:pt x="20" y="573"/>
                      <a:pt x="20" y="574"/>
                    </a:cubicBezTo>
                    <a:cubicBezTo>
                      <a:pt x="19" y="552"/>
                      <a:pt x="19" y="530"/>
                      <a:pt x="18" y="509"/>
                    </a:cubicBezTo>
                    <a:cubicBezTo>
                      <a:pt x="17" y="490"/>
                      <a:pt x="16" y="470"/>
                      <a:pt x="16" y="451"/>
                    </a:cubicBezTo>
                    <a:cubicBezTo>
                      <a:pt x="15" y="410"/>
                      <a:pt x="15" y="369"/>
                      <a:pt x="15" y="328"/>
                    </a:cubicBezTo>
                    <a:cubicBezTo>
                      <a:pt x="15" y="316"/>
                      <a:pt x="15" y="304"/>
                      <a:pt x="15" y="291"/>
                    </a:cubicBezTo>
                    <a:cubicBezTo>
                      <a:pt x="15" y="270"/>
                      <a:pt x="14" y="248"/>
                      <a:pt x="14" y="227"/>
                    </a:cubicBezTo>
                    <a:cubicBezTo>
                      <a:pt x="13" y="208"/>
                      <a:pt x="12" y="188"/>
                      <a:pt x="11" y="169"/>
                    </a:cubicBezTo>
                    <a:cubicBezTo>
                      <a:pt x="10" y="148"/>
                      <a:pt x="9" y="127"/>
                      <a:pt x="7" y="106"/>
                    </a:cubicBezTo>
                    <a:cubicBezTo>
                      <a:pt x="7" y="95"/>
                      <a:pt x="5" y="84"/>
                      <a:pt x="5" y="73"/>
                    </a:cubicBezTo>
                    <a:cubicBezTo>
                      <a:pt x="4" y="61"/>
                      <a:pt x="2" y="50"/>
                      <a:pt x="1" y="39"/>
                    </a:cubicBezTo>
                    <a:cubicBezTo>
                      <a:pt x="0" y="32"/>
                      <a:pt x="0" y="25"/>
                      <a:pt x="0" y="19"/>
                    </a:cubicBezTo>
                    <a:cubicBezTo>
                      <a:pt x="1" y="14"/>
                      <a:pt x="2" y="8"/>
                      <a:pt x="6" y="4"/>
                    </a:cubicBezTo>
                    <a:cubicBezTo>
                      <a:pt x="11" y="0"/>
                      <a:pt x="18" y="1"/>
                      <a:pt x="22" y="6"/>
                    </a:cubicBezTo>
                    <a:cubicBezTo>
                      <a:pt x="24" y="10"/>
                      <a:pt x="23" y="14"/>
                      <a:pt x="22" y="18"/>
                    </a:cubicBezTo>
                    <a:cubicBezTo>
                      <a:pt x="21" y="18"/>
                      <a:pt x="21" y="18"/>
                      <a:pt x="21" y="19"/>
                    </a:cubicBezTo>
                    <a:cubicBezTo>
                      <a:pt x="21" y="22"/>
                      <a:pt x="21" y="24"/>
                      <a:pt x="21" y="26"/>
                    </a:cubicBezTo>
                    <a:cubicBezTo>
                      <a:pt x="21" y="38"/>
                      <a:pt x="22" y="50"/>
                      <a:pt x="23" y="63"/>
                    </a:cubicBezTo>
                    <a:cubicBezTo>
                      <a:pt x="24" y="74"/>
                      <a:pt x="25" y="85"/>
                      <a:pt x="26" y="96"/>
                    </a:cubicBezTo>
                    <a:cubicBezTo>
                      <a:pt x="27" y="117"/>
                      <a:pt x="28" y="138"/>
                      <a:pt x="29" y="159"/>
                    </a:cubicBezTo>
                    <a:cubicBezTo>
                      <a:pt x="30" y="178"/>
                      <a:pt x="31" y="198"/>
                      <a:pt x="32" y="217"/>
                    </a:cubicBezTo>
                    <a:cubicBezTo>
                      <a:pt x="32" y="241"/>
                      <a:pt x="32" y="264"/>
                      <a:pt x="32" y="288"/>
                    </a:cubicBezTo>
                    <a:cubicBezTo>
                      <a:pt x="33" y="304"/>
                      <a:pt x="32" y="320"/>
                      <a:pt x="32" y="336"/>
                    </a:cubicBezTo>
                    <a:cubicBezTo>
                      <a:pt x="32" y="355"/>
                      <a:pt x="32" y="374"/>
                      <a:pt x="32" y="393"/>
                    </a:cubicBezTo>
                    <a:cubicBezTo>
                      <a:pt x="32" y="413"/>
                      <a:pt x="33" y="433"/>
                      <a:pt x="33" y="453"/>
                    </a:cubicBezTo>
                    <a:cubicBezTo>
                      <a:pt x="34" y="475"/>
                      <a:pt x="35" y="497"/>
                      <a:pt x="36" y="518"/>
                    </a:cubicBezTo>
                    <a:cubicBezTo>
                      <a:pt x="37" y="536"/>
                      <a:pt x="37" y="554"/>
                      <a:pt x="38" y="571"/>
                    </a:cubicBezTo>
                    <a:cubicBezTo>
                      <a:pt x="39" y="579"/>
                      <a:pt x="39" y="587"/>
                      <a:pt x="39" y="596"/>
                    </a:cubicBezTo>
                    <a:cubicBezTo>
                      <a:pt x="39" y="604"/>
                      <a:pt x="39" y="614"/>
                      <a:pt x="39" y="622"/>
                    </a:cubicBezTo>
                    <a:cubicBezTo>
                      <a:pt x="39" y="628"/>
                      <a:pt x="34" y="632"/>
                      <a:pt x="29" y="632"/>
                    </a:cubicBezTo>
                    <a:lnTo>
                      <a:pt x="28" y="63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7" name="Google Shape;1807;p19"/>
              <p:cNvSpPr/>
              <p:nvPr/>
            </p:nvSpPr>
            <p:spPr>
              <a:xfrm>
                <a:off x="1623600" y="2268360"/>
                <a:ext cx="30240" cy="32400"/>
              </a:xfrm>
              <a:custGeom>
                <a:avLst/>
                <a:gdLst/>
                <a:ahLst/>
                <a:cxnLst/>
                <a:rect l="l" t="t" r="r" b="b"/>
                <a:pathLst>
                  <a:path w="84" h="90" extrusionOk="0">
                    <a:moveTo>
                      <a:pt x="10" y="89"/>
                    </a:moveTo>
                    <a:cubicBezTo>
                      <a:pt x="5" y="88"/>
                      <a:pt x="1" y="86"/>
                      <a:pt x="0" y="81"/>
                    </a:cubicBezTo>
                    <a:cubicBezTo>
                      <a:pt x="0" y="79"/>
                      <a:pt x="0" y="77"/>
                      <a:pt x="0" y="76"/>
                    </a:cubicBezTo>
                    <a:cubicBezTo>
                      <a:pt x="0" y="75"/>
                      <a:pt x="1" y="73"/>
                      <a:pt x="1" y="72"/>
                    </a:cubicBezTo>
                    <a:cubicBezTo>
                      <a:pt x="4" y="60"/>
                      <a:pt x="7" y="48"/>
                      <a:pt x="10" y="36"/>
                    </a:cubicBezTo>
                    <a:cubicBezTo>
                      <a:pt x="11" y="32"/>
                      <a:pt x="12" y="28"/>
                      <a:pt x="14" y="23"/>
                    </a:cubicBezTo>
                    <a:cubicBezTo>
                      <a:pt x="16" y="17"/>
                      <a:pt x="19" y="10"/>
                      <a:pt x="24" y="6"/>
                    </a:cubicBezTo>
                    <a:cubicBezTo>
                      <a:pt x="25" y="5"/>
                      <a:pt x="27" y="4"/>
                      <a:pt x="29" y="3"/>
                    </a:cubicBezTo>
                    <a:cubicBezTo>
                      <a:pt x="31" y="2"/>
                      <a:pt x="33" y="2"/>
                      <a:pt x="35" y="1"/>
                    </a:cubicBezTo>
                    <a:cubicBezTo>
                      <a:pt x="40" y="0"/>
                      <a:pt x="46" y="3"/>
                      <a:pt x="50" y="6"/>
                    </a:cubicBezTo>
                    <a:cubicBezTo>
                      <a:pt x="54" y="10"/>
                      <a:pt x="58" y="15"/>
                      <a:pt x="61" y="20"/>
                    </a:cubicBezTo>
                    <a:cubicBezTo>
                      <a:pt x="65" y="24"/>
                      <a:pt x="68" y="30"/>
                      <a:pt x="71" y="35"/>
                    </a:cubicBezTo>
                    <a:cubicBezTo>
                      <a:pt x="74" y="40"/>
                      <a:pt x="78" y="46"/>
                      <a:pt x="81" y="51"/>
                    </a:cubicBezTo>
                    <a:cubicBezTo>
                      <a:pt x="83" y="56"/>
                      <a:pt x="81" y="62"/>
                      <a:pt x="76" y="65"/>
                    </a:cubicBezTo>
                    <a:cubicBezTo>
                      <a:pt x="71" y="68"/>
                      <a:pt x="65" y="65"/>
                      <a:pt x="62" y="60"/>
                    </a:cubicBezTo>
                    <a:cubicBezTo>
                      <a:pt x="60" y="56"/>
                      <a:pt x="57" y="51"/>
                      <a:pt x="54" y="47"/>
                    </a:cubicBezTo>
                    <a:lnTo>
                      <a:pt x="54" y="46"/>
                    </a:lnTo>
                    <a:lnTo>
                      <a:pt x="54" y="47"/>
                    </a:lnTo>
                    <a:cubicBezTo>
                      <a:pt x="50" y="40"/>
                      <a:pt x="47" y="34"/>
                      <a:pt x="43" y="28"/>
                    </a:cubicBezTo>
                    <a:cubicBezTo>
                      <a:pt x="42" y="28"/>
                      <a:pt x="42" y="27"/>
                      <a:pt x="42" y="27"/>
                    </a:cubicBezTo>
                    <a:cubicBezTo>
                      <a:pt x="41" y="27"/>
                      <a:pt x="40" y="27"/>
                      <a:pt x="40" y="28"/>
                    </a:cubicBezTo>
                    <a:cubicBezTo>
                      <a:pt x="39" y="28"/>
                      <a:pt x="39" y="28"/>
                      <a:pt x="38" y="28"/>
                    </a:cubicBezTo>
                    <a:cubicBezTo>
                      <a:pt x="32" y="46"/>
                      <a:pt x="26" y="64"/>
                      <a:pt x="20" y="82"/>
                    </a:cubicBezTo>
                    <a:cubicBezTo>
                      <a:pt x="18" y="86"/>
                      <a:pt x="15" y="89"/>
                      <a:pt x="10" y="8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8" name="Google Shape;1808;p19"/>
              <p:cNvSpPr/>
              <p:nvPr/>
            </p:nvSpPr>
            <p:spPr>
              <a:xfrm>
                <a:off x="1681920" y="2270520"/>
                <a:ext cx="12240" cy="195120"/>
              </a:xfrm>
              <a:custGeom>
                <a:avLst/>
                <a:gdLst/>
                <a:ahLst/>
                <a:cxnLst/>
                <a:rect l="l" t="t" r="r" b="b"/>
                <a:pathLst>
                  <a:path w="34" h="542" extrusionOk="0">
                    <a:moveTo>
                      <a:pt x="21" y="541"/>
                    </a:moveTo>
                    <a:cubicBezTo>
                      <a:pt x="16" y="541"/>
                      <a:pt x="11" y="536"/>
                      <a:pt x="12" y="531"/>
                    </a:cubicBezTo>
                    <a:cubicBezTo>
                      <a:pt x="14" y="509"/>
                      <a:pt x="15" y="487"/>
                      <a:pt x="15" y="465"/>
                    </a:cubicBezTo>
                    <a:cubicBezTo>
                      <a:pt x="15" y="444"/>
                      <a:pt x="15" y="423"/>
                      <a:pt x="15" y="402"/>
                    </a:cubicBezTo>
                    <a:cubicBezTo>
                      <a:pt x="15" y="401"/>
                      <a:pt x="15" y="400"/>
                      <a:pt x="15" y="400"/>
                    </a:cubicBezTo>
                    <a:lnTo>
                      <a:pt x="15" y="401"/>
                    </a:lnTo>
                    <a:cubicBezTo>
                      <a:pt x="15" y="400"/>
                      <a:pt x="15" y="400"/>
                      <a:pt x="15" y="399"/>
                    </a:cubicBezTo>
                    <a:cubicBezTo>
                      <a:pt x="15" y="400"/>
                      <a:pt x="15" y="400"/>
                      <a:pt x="15" y="400"/>
                    </a:cubicBezTo>
                    <a:lnTo>
                      <a:pt x="15" y="399"/>
                    </a:lnTo>
                    <a:cubicBezTo>
                      <a:pt x="15" y="397"/>
                      <a:pt x="15" y="395"/>
                      <a:pt x="15" y="393"/>
                    </a:cubicBezTo>
                    <a:cubicBezTo>
                      <a:pt x="15" y="394"/>
                      <a:pt x="15" y="394"/>
                      <a:pt x="15" y="395"/>
                    </a:cubicBezTo>
                    <a:cubicBezTo>
                      <a:pt x="15" y="394"/>
                      <a:pt x="15" y="394"/>
                      <a:pt x="15" y="393"/>
                    </a:cubicBezTo>
                    <a:lnTo>
                      <a:pt x="15" y="392"/>
                    </a:lnTo>
                    <a:cubicBezTo>
                      <a:pt x="15" y="392"/>
                      <a:pt x="15" y="391"/>
                      <a:pt x="15" y="390"/>
                    </a:cubicBezTo>
                    <a:lnTo>
                      <a:pt x="15" y="391"/>
                    </a:lnTo>
                    <a:cubicBezTo>
                      <a:pt x="15" y="390"/>
                      <a:pt x="15" y="389"/>
                      <a:pt x="15" y="389"/>
                    </a:cubicBezTo>
                    <a:cubicBezTo>
                      <a:pt x="15" y="388"/>
                      <a:pt x="15" y="386"/>
                      <a:pt x="15" y="385"/>
                    </a:cubicBezTo>
                    <a:lnTo>
                      <a:pt x="15" y="384"/>
                    </a:lnTo>
                    <a:cubicBezTo>
                      <a:pt x="15" y="383"/>
                      <a:pt x="15" y="382"/>
                      <a:pt x="15" y="381"/>
                    </a:cubicBezTo>
                    <a:cubicBezTo>
                      <a:pt x="15" y="361"/>
                      <a:pt x="15" y="342"/>
                      <a:pt x="15" y="323"/>
                    </a:cubicBezTo>
                    <a:cubicBezTo>
                      <a:pt x="14" y="310"/>
                      <a:pt x="14" y="297"/>
                      <a:pt x="14" y="285"/>
                    </a:cubicBezTo>
                    <a:cubicBezTo>
                      <a:pt x="13" y="275"/>
                      <a:pt x="13" y="264"/>
                      <a:pt x="12" y="254"/>
                    </a:cubicBezTo>
                    <a:cubicBezTo>
                      <a:pt x="10" y="212"/>
                      <a:pt x="7" y="170"/>
                      <a:pt x="4" y="128"/>
                    </a:cubicBezTo>
                    <a:cubicBezTo>
                      <a:pt x="3" y="117"/>
                      <a:pt x="3" y="107"/>
                      <a:pt x="2" y="97"/>
                    </a:cubicBezTo>
                    <a:cubicBezTo>
                      <a:pt x="1" y="88"/>
                      <a:pt x="1" y="79"/>
                      <a:pt x="1" y="70"/>
                    </a:cubicBezTo>
                    <a:cubicBezTo>
                      <a:pt x="1" y="59"/>
                      <a:pt x="0" y="47"/>
                      <a:pt x="1" y="36"/>
                    </a:cubicBezTo>
                    <a:cubicBezTo>
                      <a:pt x="1" y="32"/>
                      <a:pt x="2" y="26"/>
                      <a:pt x="3" y="22"/>
                    </a:cubicBezTo>
                    <a:cubicBezTo>
                      <a:pt x="4" y="18"/>
                      <a:pt x="4" y="15"/>
                      <a:pt x="5" y="11"/>
                    </a:cubicBezTo>
                    <a:cubicBezTo>
                      <a:pt x="6" y="6"/>
                      <a:pt x="9" y="1"/>
                      <a:pt x="15" y="0"/>
                    </a:cubicBezTo>
                    <a:cubicBezTo>
                      <a:pt x="16" y="0"/>
                      <a:pt x="18" y="0"/>
                      <a:pt x="19" y="0"/>
                    </a:cubicBezTo>
                    <a:cubicBezTo>
                      <a:pt x="25" y="1"/>
                      <a:pt x="28" y="7"/>
                      <a:pt x="27" y="12"/>
                    </a:cubicBezTo>
                    <a:cubicBezTo>
                      <a:pt x="27" y="14"/>
                      <a:pt x="26" y="15"/>
                      <a:pt x="25" y="17"/>
                    </a:cubicBezTo>
                    <a:lnTo>
                      <a:pt x="25" y="18"/>
                    </a:lnTo>
                    <a:cubicBezTo>
                      <a:pt x="23" y="24"/>
                      <a:pt x="22" y="30"/>
                      <a:pt x="21" y="36"/>
                    </a:cubicBezTo>
                    <a:cubicBezTo>
                      <a:pt x="21" y="39"/>
                      <a:pt x="21" y="42"/>
                      <a:pt x="21" y="45"/>
                    </a:cubicBezTo>
                    <a:cubicBezTo>
                      <a:pt x="20" y="48"/>
                      <a:pt x="21" y="51"/>
                      <a:pt x="20" y="55"/>
                    </a:cubicBezTo>
                    <a:cubicBezTo>
                      <a:pt x="20" y="60"/>
                      <a:pt x="20" y="66"/>
                      <a:pt x="20" y="72"/>
                    </a:cubicBezTo>
                    <a:cubicBezTo>
                      <a:pt x="20" y="71"/>
                      <a:pt x="20" y="71"/>
                      <a:pt x="20" y="71"/>
                    </a:cubicBezTo>
                    <a:lnTo>
                      <a:pt x="20" y="72"/>
                    </a:lnTo>
                    <a:cubicBezTo>
                      <a:pt x="21" y="114"/>
                      <a:pt x="24" y="156"/>
                      <a:pt x="27" y="198"/>
                    </a:cubicBezTo>
                    <a:cubicBezTo>
                      <a:pt x="28" y="217"/>
                      <a:pt x="29" y="237"/>
                      <a:pt x="30" y="258"/>
                    </a:cubicBezTo>
                    <a:cubicBezTo>
                      <a:pt x="30" y="267"/>
                      <a:pt x="31" y="276"/>
                      <a:pt x="31" y="286"/>
                    </a:cubicBezTo>
                    <a:cubicBezTo>
                      <a:pt x="31" y="298"/>
                      <a:pt x="32" y="311"/>
                      <a:pt x="32" y="324"/>
                    </a:cubicBezTo>
                    <a:cubicBezTo>
                      <a:pt x="32" y="335"/>
                      <a:pt x="32" y="347"/>
                      <a:pt x="32" y="358"/>
                    </a:cubicBezTo>
                    <a:lnTo>
                      <a:pt x="32" y="357"/>
                    </a:lnTo>
                    <a:cubicBezTo>
                      <a:pt x="32" y="365"/>
                      <a:pt x="32" y="373"/>
                      <a:pt x="32" y="381"/>
                    </a:cubicBezTo>
                    <a:lnTo>
                      <a:pt x="32" y="380"/>
                    </a:lnTo>
                    <a:cubicBezTo>
                      <a:pt x="32" y="381"/>
                      <a:pt x="32" y="381"/>
                      <a:pt x="32" y="382"/>
                    </a:cubicBezTo>
                    <a:lnTo>
                      <a:pt x="32" y="381"/>
                    </a:lnTo>
                    <a:cubicBezTo>
                      <a:pt x="32" y="382"/>
                      <a:pt x="32" y="384"/>
                      <a:pt x="32" y="385"/>
                    </a:cubicBezTo>
                    <a:cubicBezTo>
                      <a:pt x="32" y="385"/>
                      <a:pt x="32" y="386"/>
                      <a:pt x="32" y="388"/>
                    </a:cubicBezTo>
                    <a:lnTo>
                      <a:pt x="32" y="389"/>
                    </a:lnTo>
                    <a:cubicBezTo>
                      <a:pt x="32" y="390"/>
                      <a:pt x="32" y="391"/>
                      <a:pt x="32" y="392"/>
                    </a:cubicBezTo>
                    <a:cubicBezTo>
                      <a:pt x="32" y="391"/>
                      <a:pt x="32" y="391"/>
                      <a:pt x="32" y="391"/>
                    </a:cubicBezTo>
                    <a:lnTo>
                      <a:pt x="32" y="392"/>
                    </a:lnTo>
                    <a:cubicBezTo>
                      <a:pt x="32" y="395"/>
                      <a:pt x="32" y="398"/>
                      <a:pt x="32" y="401"/>
                    </a:cubicBezTo>
                    <a:cubicBezTo>
                      <a:pt x="32" y="400"/>
                      <a:pt x="32" y="400"/>
                      <a:pt x="32" y="400"/>
                    </a:cubicBezTo>
                    <a:cubicBezTo>
                      <a:pt x="33" y="412"/>
                      <a:pt x="33" y="424"/>
                      <a:pt x="32" y="437"/>
                    </a:cubicBezTo>
                    <a:cubicBezTo>
                      <a:pt x="33" y="452"/>
                      <a:pt x="32" y="467"/>
                      <a:pt x="32" y="481"/>
                    </a:cubicBezTo>
                    <a:cubicBezTo>
                      <a:pt x="32" y="498"/>
                      <a:pt x="32" y="515"/>
                      <a:pt x="32" y="532"/>
                    </a:cubicBezTo>
                    <a:cubicBezTo>
                      <a:pt x="31" y="537"/>
                      <a:pt x="27" y="541"/>
                      <a:pt x="22" y="541"/>
                    </a:cubicBezTo>
                    <a:cubicBezTo>
                      <a:pt x="21" y="541"/>
                      <a:pt x="21" y="541"/>
                      <a:pt x="21" y="5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9" name="Google Shape;1809;p19"/>
              <p:cNvSpPr/>
              <p:nvPr/>
            </p:nvSpPr>
            <p:spPr>
              <a:xfrm>
                <a:off x="1667160" y="2273040"/>
                <a:ext cx="36720" cy="34560"/>
              </a:xfrm>
              <a:custGeom>
                <a:avLst/>
                <a:gdLst/>
                <a:ahLst/>
                <a:cxnLst/>
                <a:rect l="l" t="t" r="r" b="b"/>
                <a:pathLst>
                  <a:path w="102" h="96" extrusionOk="0">
                    <a:moveTo>
                      <a:pt x="79" y="86"/>
                    </a:moveTo>
                    <a:cubicBezTo>
                      <a:pt x="78" y="80"/>
                      <a:pt x="76" y="74"/>
                      <a:pt x="74" y="68"/>
                    </a:cubicBezTo>
                    <a:cubicBezTo>
                      <a:pt x="74" y="65"/>
                      <a:pt x="73" y="62"/>
                      <a:pt x="71" y="59"/>
                    </a:cubicBezTo>
                    <a:cubicBezTo>
                      <a:pt x="70" y="56"/>
                      <a:pt x="69" y="53"/>
                      <a:pt x="67" y="50"/>
                    </a:cubicBezTo>
                    <a:cubicBezTo>
                      <a:pt x="65" y="47"/>
                      <a:pt x="63" y="45"/>
                      <a:pt x="62" y="42"/>
                    </a:cubicBezTo>
                    <a:cubicBezTo>
                      <a:pt x="60" y="40"/>
                      <a:pt x="59" y="39"/>
                      <a:pt x="57" y="37"/>
                    </a:cubicBezTo>
                    <a:cubicBezTo>
                      <a:pt x="56" y="36"/>
                      <a:pt x="55" y="35"/>
                      <a:pt x="53" y="34"/>
                    </a:cubicBezTo>
                    <a:cubicBezTo>
                      <a:pt x="52" y="33"/>
                      <a:pt x="51" y="32"/>
                      <a:pt x="50" y="32"/>
                    </a:cubicBezTo>
                    <a:cubicBezTo>
                      <a:pt x="50" y="32"/>
                      <a:pt x="49" y="32"/>
                      <a:pt x="49" y="31"/>
                    </a:cubicBezTo>
                    <a:lnTo>
                      <a:pt x="48" y="31"/>
                    </a:lnTo>
                    <a:lnTo>
                      <a:pt x="47" y="31"/>
                    </a:lnTo>
                    <a:cubicBezTo>
                      <a:pt x="46" y="31"/>
                      <a:pt x="46" y="32"/>
                      <a:pt x="45" y="32"/>
                    </a:cubicBezTo>
                    <a:cubicBezTo>
                      <a:pt x="43" y="35"/>
                      <a:pt x="42" y="38"/>
                      <a:pt x="39" y="41"/>
                    </a:cubicBezTo>
                    <a:cubicBezTo>
                      <a:pt x="34" y="50"/>
                      <a:pt x="30" y="60"/>
                      <a:pt x="25" y="69"/>
                    </a:cubicBezTo>
                    <a:cubicBezTo>
                      <a:pt x="24" y="75"/>
                      <a:pt x="22" y="81"/>
                      <a:pt x="20" y="86"/>
                    </a:cubicBezTo>
                    <a:cubicBezTo>
                      <a:pt x="16" y="95"/>
                      <a:pt x="2" y="93"/>
                      <a:pt x="0" y="83"/>
                    </a:cubicBezTo>
                    <a:cubicBezTo>
                      <a:pt x="0" y="81"/>
                      <a:pt x="0" y="79"/>
                      <a:pt x="1" y="77"/>
                    </a:cubicBezTo>
                    <a:cubicBezTo>
                      <a:pt x="2" y="75"/>
                      <a:pt x="2" y="73"/>
                      <a:pt x="3" y="71"/>
                    </a:cubicBezTo>
                    <a:cubicBezTo>
                      <a:pt x="4" y="69"/>
                      <a:pt x="5" y="67"/>
                      <a:pt x="6" y="64"/>
                    </a:cubicBezTo>
                    <a:lnTo>
                      <a:pt x="6" y="65"/>
                    </a:lnTo>
                    <a:cubicBezTo>
                      <a:pt x="6" y="63"/>
                      <a:pt x="7" y="62"/>
                      <a:pt x="7" y="61"/>
                    </a:cubicBezTo>
                    <a:cubicBezTo>
                      <a:pt x="10" y="54"/>
                      <a:pt x="12" y="47"/>
                      <a:pt x="14" y="40"/>
                    </a:cubicBezTo>
                    <a:cubicBezTo>
                      <a:pt x="17" y="33"/>
                      <a:pt x="19" y="27"/>
                      <a:pt x="21" y="20"/>
                    </a:cubicBezTo>
                    <a:cubicBezTo>
                      <a:pt x="22" y="18"/>
                      <a:pt x="23" y="16"/>
                      <a:pt x="23" y="14"/>
                    </a:cubicBezTo>
                    <a:cubicBezTo>
                      <a:pt x="25" y="11"/>
                      <a:pt x="26" y="7"/>
                      <a:pt x="28" y="5"/>
                    </a:cubicBezTo>
                    <a:cubicBezTo>
                      <a:pt x="31" y="3"/>
                      <a:pt x="34" y="1"/>
                      <a:pt x="37" y="0"/>
                    </a:cubicBezTo>
                    <a:cubicBezTo>
                      <a:pt x="38" y="0"/>
                      <a:pt x="39" y="1"/>
                      <a:pt x="41" y="1"/>
                    </a:cubicBezTo>
                    <a:cubicBezTo>
                      <a:pt x="45" y="1"/>
                      <a:pt x="48" y="5"/>
                      <a:pt x="49" y="10"/>
                    </a:cubicBezTo>
                    <a:cubicBezTo>
                      <a:pt x="53" y="10"/>
                      <a:pt x="57" y="12"/>
                      <a:pt x="60" y="14"/>
                    </a:cubicBezTo>
                    <a:cubicBezTo>
                      <a:pt x="70" y="19"/>
                      <a:pt x="77" y="29"/>
                      <a:pt x="83" y="38"/>
                    </a:cubicBezTo>
                    <a:cubicBezTo>
                      <a:pt x="88" y="46"/>
                      <a:pt x="92" y="56"/>
                      <a:pt x="95" y="65"/>
                    </a:cubicBezTo>
                    <a:cubicBezTo>
                      <a:pt x="96" y="71"/>
                      <a:pt x="98" y="76"/>
                      <a:pt x="99" y="82"/>
                    </a:cubicBezTo>
                    <a:cubicBezTo>
                      <a:pt x="101" y="88"/>
                      <a:pt x="96" y="93"/>
                      <a:pt x="91" y="95"/>
                    </a:cubicBezTo>
                    <a:cubicBezTo>
                      <a:pt x="91" y="95"/>
                      <a:pt x="90" y="95"/>
                      <a:pt x="89" y="95"/>
                    </a:cubicBezTo>
                    <a:cubicBezTo>
                      <a:pt x="84" y="95"/>
                      <a:pt x="80" y="91"/>
                      <a:pt x="79" y="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0" name="Google Shape;1810;p19"/>
              <p:cNvSpPr/>
              <p:nvPr/>
            </p:nvSpPr>
            <p:spPr>
              <a:xfrm>
                <a:off x="1729080" y="2281320"/>
                <a:ext cx="10440" cy="140400"/>
              </a:xfrm>
              <a:custGeom>
                <a:avLst/>
                <a:gdLst/>
                <a:ahLst/>
                <a:cxnLst/>
                <a:rect l="l" t="t" r="r" b="b"/>
                <a:pathLst>
                  <a:path w="29" h="390" extrusionOk="0">
                    <a:moveTo>
                      <a:pt x="14" y="389"/>
                    </a:moveTo>
                    <a:cubicBezTo>
                      <a:pt x="9" y="389"/>
                      <a:pt x="5" y="385"/>
                      <a:pt x="5" y="379"/>
                    </a:cubicBezTo>
                    <a:cubicBezTo>
                      <a:pt x="6" y="366"/>
                      <a:pt x="6" y="353"/>
                      <a:pt x="7" y="340"/>
                    </a:cubicBezTo>
                    <a:cubicBezTo>
                      <a:pt x="6" y="297"/>
                      <a:pt x="4" y="254"/>
                      <a:pt x="1" y="210"/>
                    </a:cubicBezTo>
                    <a:cubicBezTo>
                      <a:pt x="1" y="205"/>
                      <a:pt x="1" y="198"/>
                      <a:pt x="1" y="192"/>
                    </a:cubicBezTo>
                    <a:cubicBezTo>
                      <a:pt x="1" y="184"/>
                      <a:pt x="0" y="175"/>
                      <a:pt x="0" y="167"/>
                    </a:cubicBezTo>
                    <a:cubicBezTo>
                      <a:pt x="0" y="168"/>
                      <a:pt x="0" y="168"/>
                      <a:pt x="0" y="168"/>
                    </a:cubicBezTo>
                    <a:cubicBezTo>
                      <a:pt x="0" y="147"/>
                      <a:pt x="0" y="126"/>
                      <a:pt x="0" y="105"/>
                    </a:cubicBezTo>
                    <a:cubicBezTo>
                      <a:pt x="1" y="83"/>
                      <a:pt x="1" y="61"/>
                      <a:pt x="3" y="39"/>
                    </a:cubicBezTo>
                    <a:cubicBezTo>
                      <a:pt x="3" y="36"/>
                      <a:pt x="3" y="32"/>
                      <a:pt x="3" y="29"/>
                    </a:cubicBezTo>
                    <a:cubicBezTo>
                      <a:pt x="3" y="25"/>
                      <a:pt x="4" y="22"/>
                      <a:pt x="4" y="18"/>
                    </a:cubicBezTo>
                    <a:cubicBezTo>
                      <a:pt x="5" y="15"/>
                      <a:pt x="5" y="11"/>
                      <a:pt x="7" y="7"/>
                    </a:cubicBezTo>
                    <a:cubicBezTo>
                      <a:pt x="10" y="1"/>
                      <a:pt x="18" y="0"/>
                      <a:pt x="23" y="4"/>
                    </a:cubicBezTo>
                    <a:cubicBezTo>
                      <a:pt x="24" y="4"/>
                      <a:pt x="24" y="5"/>
                      <a:pt x="24" y="5"/>
                    </a:cubicBezTo>
                    <a:cubicBezTo>
                      <a:pt x="27" y="9"/>
                      <a:pt x="28" y="13"/>
                      <a:pt x="25" y="17"/>
                    </a:cubicBezTo>
                    <a:cubicBezTo>
                      <a:pt x="25" y="20"/>
                      <a:pt x="25" y="22"/>
                      <a:pt x="24" y="25"/>
                    </a:cubicBezTo>
                    <a:cubicBezTo>
                      <a:pt x="22" y="37"/>
                      <a:pt x="22" y="48"/>
                      <a:pt x="21" y="60"/>
                    </a:cubicBezTo>
                    <a:cubicBezTo>
                      <a:pt x="21" y="71"/>
                      <a:pt x="21" y="83"/>
                      <a:pt x="20" y="94"/>
                    </a:cubicBezTo>
                    <a:cubicBezTo>
                      <a:pt x="19" y="105"/>
                      <a:pt x="19" y="115"/>
                      <a:pt x="19" y="126"/>
                    </a:cubicBezTo>
                    <a:cubicBezTo>
                      <a:pt x="19" y="138"/>
                      <a:pt x="19" y="148"/>
                      <a:pt x="19" y="159"/>
                    </a:cubicBezTo>
                    <a:cubicBezTo>
                      <a:pt x="19" y="162"/>
                      <a:pt x="19" y="165"/>
                      <a:pt x="19" y="168"/>
                    </a:cubicBezTo>
                    <a:lnTo>
                      <a:pt x="19" y="167"/>
                    </a:lnTo>
                    <a:cubicBezTo>
                      <a:pt x="19" y="189"/>
                      <a:pt x="19" y="210"/>
                      <a:pt x="21" y="231"/>
                    </a:cubicBezTo>
                    <a:cubicBezTo>
                      <a:pt x="22" y="252"/>
                      <a:pt x="23" y="273"/>
                      <a:pt x="24" y="294"/>
                    </a:cubicBezTo>
                    <a:cubicBezTo>
                      <a:pt x="24" y="310"/>
                      <a:pt x="25" y="325"/>
                      <a:pt x="25" y="341"/>
                    </a:cubicBezTo>
                    <a:cubicBezTo>
                      <a:pt x="25" y="340"/>
                      <a:pt x="25" y="340"/>
                      <a:pt x="25" y="340"/>
                    </a:cubicBezTo>
                    <a:cubicBezTo>
                      <a:pt x="25" y="353"/>
                      <a:pt x="25" y="367"/>
                      <a:pt x="25" y="380"/>
                    </a:cubicBezTo>
                    <a:cubicBezTo>
                      <a:pt x="25" y="385"/>
                      <a:pt x="20" y="389"/>
                      <a:pt x="15" y="389"/>
                    </a:cubicBezTo>
                    <a:lnTo>
                      <a:pt x="14" y="38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1" name="Google Shape;1811;p19"/>
              <p:cNvSpPr/>
              <p:nvPr/>
            </p:nvSpPr>
            <p:spPr>
              <a:xfrm>
                <a:off x="1712520" y="2286000"/>
                <a:ext cx="31680" cy="41040"/>
              </a:xfrm>
              <a:custGeom>
                <a:avLst/>
                <a:gdLst/>
                <a:ahLst/>
                <a:cxnLst/>
                <a:rect l="l" t="t" r="r" b="b"/>
                <a:pathLst>
                  <a:path w="88" h="114" extrusionOk="0">
                    <a:moveTo>
                      <a:pt x="8" y="112"/>
                    </a:moveTo>
                    <a:cubicBezTo>
                      <a:pt x="6" y="111"/>
                      <a:pt x="4" y="110"/>
                      <a:pt x="3" y="109"/>
                    </a:cubicBezTo>
                    <a:cubicBezTo>
                      <a:pt x="1" y="107"/>
                      <a:pt x="0" y="104"/>
                      <a:pt x="0" y="101"/>
                    </a:cubicBezTo>
                    <a:cubicBezTo>
                      <a:pt x="0" y="99"/>
                      <a:pt x="1" y="96"/>
                      <a:pt x="1" y="93"/>
                    </a:cubicBezTo>
                    <a:cubicBezTo>
                      <a:pt x="2" y="89"/>
                      <a:pt x="3" y="87"/>
                      <a:pt x="4" y="83"/>
                    </a:cubicBezTo>
                    <a:cubicBezTo>
                      <a:pt x="7" y="74"/>
                      <a:pt x="10" y="66"/>
                      <a:pt x="14" y="58"/>
                    </a:cubicBezTo>
                    <a:cubicBezTo>
                      <a:pt x="17" y="51"/>
                      <a:pt x="21" y="44"/>
                      <a:pt x="25" y="37"/>
                    </a:cubicBezTo>
                    <a:cubicBezTo>
                      <a:pt x="25" y="35"/>
                      <a:pt x="26" y="33"/>
                      <a:pt x="27" y="31"/>
                    </a:cubicBezTo>
                    <a:cubicBezTo>
                      <a:pt x="29" y="27"/>
                      <a:pt x="30" y="22"/>
                      <a:pt x="32" y="18"/>
                    </a:cubicBezTo>
                    <a:cubicBezTo>
                      <a:pt x="34" y="13"/>
                      <a:pt x="38" y="6"/>
                      <a:pt x="45" y="6"/>
                    </a:cubicBezTo>
                    <a:cubicBezTo>
                      <a:pt x="46" y="4"/>
                      <a:pt x="47" y="3"/>
                      <a:pt x="49" y="3"/>
                    </a:cubicBezTo>
                    <a:cubicBezTo>
                      <a:pt x="51" y="1"/>
                      <a:pt x="54" y="0"/>
                      <a:pt x="56" y="0"/>
                    </a:cubicBezTo>
                    <a:cubicBezTo>
                      <a:pt x="59" y="0"/>
                      <a:pt x="61" y="1"/>
                      <a:pt x="64" y="3"/>
                    </a:cubicBezTo>
                    <a:cubicBezTo>
                      <a:pt x="68" y="6"/>
                      <a:pt x="71" y="13"/>
                      <a:pt x="73" y="18"/>
                    </a:cubicBezTo>
                    <a:cubicBezTo>
                      <a:pt x="74" y="22"/>
                      <a:pt x="75" y="26"/>
                      <a:pt x="75" y="30"/>
                    </a:cubicBezTo>
                    <a:cubicBezTo>
                      <a:pt x="76" y="33"/>
                      <a:pt x="77" y="35"/>
                      <a:pt x="77" y="38"/>
                    </a:cubicBezTo>
                    <a:cubicBezTo>
                      <a:pt x="77" y="41"/>
                      <a:pt x="78" y="45"/>
                      <a:pt x="78" y="48"/>
                    </a:cubicBezTo>
                    <a:cubicBezTo>
                      <a:pt x="78" y="47"/>
                      <a:pt x="78" y="47"/>
                      <a:pt x="78" y="47"/>
                    </a:cubicBezTo>
                    <a:lnTo>
                      <a:pt x="78" y="48"/>
                    </a:lnTo>
                    <a:cubicBezTo>
                      <a:pt x="78" y="49"/>
                      <a:pt x="78" y="50"/>
                      <a:pt x="79" y="52"/>
                    </a:cubicBezTo>
                    <a:cubicBezTo>
                      <a:pt x="79" y="53"/>
                      <a:pt x="79" y="54"/>
                      <a:pt x="79" y="56"/>
                    </a:cubicBezTo>
                    <a:cubicBezTo>
                      <a:pt x="81" y="63"/>
                      <a:pt x="82" y="71"/>
                      <a:pt x="84" y="80"/>
                    </a:cubicBezTo>
                    <a:cubicBezTo>
                      <a:pt x="84" y="81"/>
                      <a:pt x="85" y="83"/>
                      <a:pt x="85" y="85"/>
                    </a:cubicBezTo>
                    <a:cubicBezTo>
                      <a:pt x="87" y="90"/>
                      <a:pt x="84" y="96"/>
                      <a:pt x="79" y="98"/>
                    </a:cubicBezTo>
                    <a:cubicBezTo>
                      <a:pt x="74" y="100"/>
                      <a:pt x="68" y="97"/>
                      <a:pt x="66" y="91"/>
                    </a:cubicBezTo>
                    <a:cubicBezTo>
                      <a:pt x="63" y="82"/>
                      <a:pt x="61" y="73"/>
                      <a:pt x="60" y="64"/>
                    </a:cubicBezTo>
                    <a:lnTo>
                      <a:pt x="60" y="63"/>
                    </a:lnTo>
                    <a:cubicBezTo>
                      <a:pt x="60" y="62"/>
                      <a:pt x="60" y="61"/>
                      <a:pt x="60" y="60"/>
                    </a:cubicBezTo>
                    <a:lnTo>
                      <a:pt x="60" y="61"/>
                    </a:lnTo>
                    <a:cubicBezTo>
                      <a:pt x="60" y="60"/>
                      <a:pt x="60" y="59"/>
                      <a:pt x="60" y="58"/>
                    </a:cubicBezTo>
                    <a:lnTo>
                      <a:pt x="60" y="59"/>
                    </a:lnTo>
                    <a:cubicBezTo>
                      <a:pt x="60" y="59"/>
                      <a:pt x="60" y="58"/>
                      <a:pt x="59" y="57"/>
                    </a:cubicBezTo>
                    <a:cubicBezTo>
                      <a:pt x="58" y="52"/>
                      <a:pt x="58" y="47"/>
                      <a:pt x="57" y="42"/>
                    </a:cubicBezTo>
                    <a:cubicBezTo>
                      <a:pt x="56" y="37"/>
                      <a:pt x="56" y="32"/>
                      <a:pt x="54" y="27"/>
                    </a:cubicBezTo>
                    <a:cubicBezTo>
                      <a:pt x="51" y="32"/>
                      <a:pt x="48" y="37"/>
                      <a:pt x="44" y="42"/>
                    </a:cubicBezTo>
                    <a:cubicBezTo>
                      <a:pt x="42" y="50"/>
                      <a:pt x="40" y="57"/>
                      <a:pt x="37" y="65"/>
                    </a:cubicBezTo>
                    <a:cubicBezTo>
                      <a:pt x="35" y="71"/>
                      <a:pt x="33" y="78"/>
                      <a:pt x="31" y="84"/>
                    </a:cubicBezTo>
                    <a:cubicBezTo>
                      <a:pt x="30" y="87"/>
                      <a:pt x="29" y="91"/>
                      <a:pt x="28" y="94"/>
                    </a:cubicBezTo>
                    <a:cubicBezTo>
                      <a:pt x="27" y="95"/>
                      <a:pt x="26" y="97"/>
                      <a:pt x="26" y="99"/>
                    </a:cubicBezTo>
                    <a:cubicBezTo>
                      <a:pt x="25" y="100"/>
                      <a:pt x="25" y="102"/>
                      <a:pt x="24" y="103"/>
                    </a:cubicBezTo>
                    <a:cubicBezTo>
                      <a:pt x="23" y="105"/>
                      <a:pt x="22" y="107"/>
                      <a:pt x="21" y="109"/>
                    </a:cubicBezTo>
                    <a:cubicBezTo>
                      <a:pt x="19" y="112"/>
                      <a:pt x="15" y="113"/>
                      <a:pt x="12" y="113"/>
                    </a:cubicBezTo>
                    <a:cubicBezTo>
                      <a:pt x="11" y="113"/>
                      <a:pt x="9" y="113"/>
                      <a:pt x="8" y="1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2" name="Google Shape;1812;p19"/>
              <p:cNvSpPr/>
              <p:nvPr/>
            </p:nvSpPr>
            <p:spPr>
              <a:xfrm>
                <a:off x="1775160" y="2295720"/>
                <a:ext cx="15120" cy="77040"/>
              </a:xfrm>
              <a:custGeom>
                <a:avLst/>
                <a:gdLst/>
                <a:ahLst/>
                <a:cxnLst/>
                <a:rect l="l" t="t" r="r" b="b"/>
                <a:pathLst>
                  <a:path w="42" h="214" extrusionOk="0">
                    <a:moveTo>
                      <a:pt x="29" y="213"/>
                    </a:moveTo>
                    <a:cubicBezTo>
                      <a:pt x="22" y="213"/>
                      <a:pt x="19" y="207"/>
                      <a:pt x="19" y="201"/>
                    </a:cubicBezTo>
                    <a:cubicBezTo>
                      <a:pt x="20" y="199"/>
                      <a:pt x="20" y="197"/>
                      <a:pt x="20" y="195"/>
                    </a:cubicBezTo>
                    <a:cubicBezTo>
                      <a:pt x="21" y="188"/>
                      <a:pt x="21" y="181"/>
                      <a:pt x="21" y="174"/>
                    </a:cubicBezTo>
                    <a:cubicBezTo>
                      <a:pt x="21" y="167"/>
                      <a:pt x="20" y="159"/>
                      <a:pt x="20" y="152"/>
                    </a:cubicBezTo>
                    <a:cubicBezTo>
                      <a:pt x="19" y="144"/>
                      <a:pt x="19" y="135"/>
                      <a:pt x="18" y="127"/>
                    </a:cubicBezTo>
                    <a:lnTo>
                      <a:pt x="18" y="128"/>
                    </a:lnTo>
                    <a:cubicBezTo>
                      <a:pt x="17" y="122"/>
                      <a:pt x="16" y="116"/>
                      <a:pt x="15" y="109"/>
                    </a:cubicBezTo>
                    <a:lnTo>
                      <a:pt x="16" y="109"/>
                    </a:lnTo>
                    <a:cubicBezTo>
                      <a:pt x="13" y="93"/>
                      <a:pt x="10" y="78"/>
                      <a:pt x="6" y="62"/>
                    </a:cubicBezTo>
                    <a:cubicBezTo>
                      <a:pt x="5" y="54"/>
                      <a:pt x="3" y="45"/>
                      <a:pt x="2" y="36"/>
                    </a:cubicBezTo>
                    <a:cubicBezTo>
                      <a:pt x="1" y="29"/>
                      <a:pt x="0" y="22"/>
                      <a:pt x="1" y="14"/>
                    </a:cubicBezTo>
                    <a:cubicBezTo>
                      <a:pt x="1" y="10"/>
                      <a:pt x="2" y="6"/>
                      <a:pt x="5" y="3"/>
                    </a:cubicBezTo>
                    <a:cubicBezTo>
                      <a:pt x="8" y="1"/>
                      <a:pt x="12" y="0"/>
                      <a:pt x="15" y="1"/>
                    </a:cubicBezTo>
                    <a:cubicBezTo>
                      <a:pt x="20" y="2"/>
                      <a:pt x="24" y="7"/>
                      <a:pt x="23" y="13"/>
                    </a:cubicBezTo>
                    <a:cubicBezTo>
                      <a:pt x="23" y="14"/>
                      <a:pt x="22" y="15"/>
                      <a:pt x="22" y="17"/>
                    </a:cubicBezTo>
                    <a:cubicBezTo>
                      <a:pt x="21" y="19"/>
                      <a:pt x="21" y="21"/>
                      <a:pt x="21" y="24"/>
                    </a:cubicBezTo>
                    <a:cubicBezTo>
                      <a:pt x="22" y="28"/>
                      <a:pt x="22" y="32"/>
                      <a:pt x="22" y="36"/>
                    </a:cubicBezTo>
                    <a:cubicBezTo>
                      <a:pt x="26" y="58"/>
                      <a:pt x="30" y="80"/>
                      <a:pt x="34" y="102"/>
                    </a:cubicBezTo>
                    <a:cubicBezTo>
                      <a:pt x="37" y="123"/>
                      <a:pt x="39" y="145"/>
                      <a:pt x="40" y="166"/>
                    </a:cubicBezTo>
                    <a:cubicBezTo>
                      <a:pt x="41" y="179"/>
                      <a:pt x="41" y="191"/>
                      <a:pt x="40" y="204"/>
                    </a:cubicBezTo>
                    <a:cubicBezTo>
                      <a:pt x="39" y="209"/>
                      <a:pt x="35" y="213"/>
                      <a:pt x="29" y="2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3" name="Google Shape;1813;p19"/>
              <p:cNvSpPr/>
              <p:nvPr/>
            </p:nvSpPr>
            <p:spPr>
              <a:xfrm>
                <a:off x="1759680" y="2304720"/>
                <a:ext cx="36720" cy="35280"/>
              </a:xfrm>
              <a:custGeom>
                <a:avLst/>
                <a:gdLst/>
                <a:ahLst/>
                <a:cxnLst/>
                <a:rect l="l" t="t" r="r" b="b"/>
                <a:pathLst>
                  <a:path w="102" h="98" extrusionOk="0">
                    <a:moveTo>
                      <a:pt x="81" y="88"/>
                    </a:moveTo>
                    <a:cubicBezTo>
                      <a:pt x="80" y="82"/>
                      <a:pt x="80" y="77"/>
                      <a:pt x="79" y="72"/>
                    </a:cubicBezTo>
                    <a:cubicBezTo>
                      <a:pt x="78" y="66"/>
                      <a:pt x="77" y="60"/>
                      <a:pt x="75" y="55"/>
                    </a:cubicBezTo>
                    <a:lnTo>
                      <a:pt x="75" y="56"/>
                    </a:lnTo>
                    <a:cubicBezTo>
                      <a:pt x="74" y="51"/>
                      <a:pt x="73" y="47"/>
                      <a:pt x="71" y="42"/>
                    </a:cubicBezTo>
                    <a:cubicBezTo>
                      <a:pt x="70" y="40"/>
                      <a:pt x="68" y="37"/>
                      <a:pt x="67" y="35"/>
                    </a:cubicBezTo>
                    <a:cubicBezTo>
                      <a:pt x="66" y="33"/>
                      <a:pt x="65" y="30"/>
                      <a:pt x="63" y="29"/>
                    </a:cubicBezTo>
                    <a:cubicBezTo>
                      <a:pt x="63" y="28"/>
                      <a:pt x="61" y="27"/>
                      <a:pt x="61" y="26"/>
                    </a:cubicBezTo>
                    <a:cubicBezTo>
                      <a:pt x="60" y="26"/>
                      <a:pt x="60" y="25"/>
                      <a:pt x="60" y="25"/>
                    </a:cubicBezTo>
                    <a:cubicBezTo>
                      <a:pt x="57" y="27"/>
                      <a:pt x="53" y="28"/>
                      <a:pt x="50" y="27"/>
                    </a:cubicBezTo>
                    <a:cubicBezTo>
                      <a:pt x="49" y="27"/>
                      <a:pt x="49" y="27"/>
                      <a:pt x="49" y="28"/>
                    </a:cubicBezTo>
                    <a:cubicBezTo>
                      <a:pt x="48" y="29"/>
                      <a:pt x="47" y="30"/>
                      <a:pt x="46" y="31"/>
                    </a:cubicBezTo>
                    <a:cubicBezTo>
                      <a:pt x="44" y="34"/>
                      <a:pt x="42" y="37"/>
                      <a:pt x="40" y="40"/>
                    </a:cubicBezTo>
                    <a:cubicBezTo>
                      <a:pt x="36" y="46"/>
                      <a:pt x="33" y="53"/>
                      <a:pt x="30" y="60"/>
                    </a:cubicBezTo>
                    <a:cubicBezTo>
                      <a:pt x="27" y="65"/>
                      <a:pt x="25" y="71"/>
                      <a:pt x="22" y="77"/>
                    </a:cubicBezTo>
                    <a:cubicBezTo>
                      <a:pt x="19" y="82"/>
                      <a:pt x="14" y="84"/>
                      <a:pt x="9" y="82"/>
                    </a:cubicBezTo>
                    <a:cubicBezTo>
                      <a:pt x="4" y="81"/>
                      <a:pt x="0" y="74"/>
                      <a:pt x="3" y="69"/>
                    </a:cubicBezTo>
                    <a:cubicBezTo>
                      <a:pt x="4" y="65"/>
                      <a:pt x="5" y="61"/>
                      <a:pt x="7" y="58"/>
                    </a:cubicBezTo>
                    <a:cubicBezTo>
                      <a:pt x="8" y="55"/>
                      <a:pt x="9" y="53"/>
                      <a:pt x="10" y="51"/>
                    </a:cubicBezTo>
                    <a:cubicBezTo>
                      <a:pt x="12" y="47"/>
                      <a:pt x="14" y="43"/>
                      <a:pt x="16" y="39"/>
                    </a:cubicBezTo>
                    <a:cubicBezTo>
                      <a:pt x="18" y="35"/>
                      <a:pt x="20" y="30"/>
                      <a:pt x="22" y="26"/>
                    </a:cubicBezTo>
                    <a:cubicBezTo>
                      <a:pt x="24" y="23"/>
                      <a:pt x="25" y="21"/>
                      <a:pt x="27" y="18"/>
                    </a:cubicBezTo>
                    <a:cubicBezTo>
                      <a:pt x="29" y="14"/>
                      <a:pt x="33" y="8"/>
                      <a:pt x="38" y="5"/>
                    </a:cubicBezTo>
                    <a:cubicBezTo>
                      <a:pt x="42" y="2"/>
                      <a:pt x="47" y="0"/>
                      <a:pt x="52" y="0"/>
                    </a:cubicBezTo>
                    <a:cubicBezTo>
                      <a:pt x="57" y="1"/>
                      <a:pt x="63" y="2"/>
                      <a:pt x="67" y="5"/>
                    </a:cubicBezTo>
                    <a:cubicBezTo>
                      <a:pt x="77" y="12"/>
                      <a:pt x="84" y="21"/>
                      <a:pt x="88" y="32"/>
                    </a:cubicBezTo>
                    <a:cubicBezTo>
                      <a:pt x="96" y="49"/>
                      <a:pt x="99" y="68"/>
                      <a:pt x="101" y="86"/>
                    </a:cubicBezTo>
                    <a:cubicBezTo>
                      <a:pt x="101" y="92"/>
                      <a:pt x="96" y="96"/>
                      <a:pt x="91" y="97"/>
                    </a:cubicBezTo>
                    <a:cubicBezTo>
                      <a:pt x="85" y="97"/>
                      <a:pt x="81" y="93"/>
                      <a:pt x="81" y="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4" name="Google Shape;1814;p19"/>
              <p:cNvSpPr/>
              <p:nvPr/>
            </p:nvSpPr>
            <p:spPr>
              <a:xfrm>
                <a:off x="1514520" y="2087640"/>
                <a:ext cx="71640" cy="149400"/>
              </a:xfrm>
              <a:custGeom>
                <a:avLst/>
                <a:gdLst/>
                <a:ahLst/>
                <a:cxnLst/>
                <a:rect l="l" t="t" r="r" b="b"/>
                <a:pathLst>
                  <a:path w="199" h="415" extrusionOk="0">
                    <a:moveTo>
                      <a:pt x="81" y="395"/>
                    </a:moveTo>
                    <a:cubicBezTo>
                      <a:pt x="81" y="395"/>
                      <a:pt x="82" y="395"/>
                      <a:pt x="83" y="395"/>
                    </a:cubicBezTo>
                    <a:cubicBezTo>
                      <a:pt x="84" y="395"/>
                      <a:pt x="85" y="395"/>
                      <a:pt x="86" y="395"/>
                    </a:cubicBezTo>
                    <a:cubicBezTo>
                      <a:pt x="86" y="395"/>
                      <a:pt x="88" y="394"/>
                      <a:pt x="88" y="393"/>
                    </a:cubicBezTo>
                    <a:cubicBezTo>
                      <a:pt x="89" y="393"/>
                      <a:pt x="89" y="393"/>
                      <a:pt x="89" y="393"/>
                    </a:cubicBezTo>
                    <a:cubicBezTo>
                      <a:pt x="90" y="393"/>
                      <a:pt x="91" y="392"/>
                      <a:pt x="92" y="392"/>
                    </a:cubicBezTo>
                    <a:cubicBezTo>
                      <a:pt x="92" y="391"/>
                      <a:pt x="93" y="391"/>
                      <a:pt x="93" y="390"/>
                    </a:cubicBezTo>
                    <a:lnTo>
                      <a:pt x="94" y="389"/>
                    </a:lnTo>
                    <a:cubicBezTo>
                      <a:pt x="96" y="386"/>
                      <a:pt x="97" y="384"/>
                      <a:pt x="99" y="382"/>
                    </a:cubicBezTo>
                    <a:cubicBezTo>
                      <a:pt x="100" y="379"/>
                      <a:pt x="102" y="376"/>
                      <a:pt x="103" y="373"/>
                    </a:cubicBezTo>
                    <a:cubicBezTo>
                      <a:pt x="105" y="368"/>
                      <a:pt x="107" y="364"/>
                      <a:pt x="108" y="360"/>
                    </a:cubicBezTo>
                    <a:cubicBezTo>
                      <a:pt x="109" y="356"/>
                      <a:pt x="110" y="351"/>
                      <a:pt x="110" y="347"/>
                    </a:cubicBezTo>
                    <a:cubicBezTo>
                      <a:pt x="112" y="333"/>
                      <a:pt x="112" y="320"/>
                      <a:pt x="112" y="307"/>
                    </a:cubicBezTo>
                    <a:cubicBezTo>
                      <a:pt x="111" y="302"/>
                      <a:pt x="111" y="297"/>
                      <a:pt x="111" y="292"/>
                    </a:cubicBezTo>
                    <a:cubicBezTo>
                      <a:pt x="111" y="289"/>
                      <a:pt x="111" y="285"/>
                      <a:pt x="110" y="282"/>
                    </a:cubicBezTo>
                    <a:cubicBezTo>
                      <a:pt x="110" y="280"/>
                      <a:pt x="110" y="279"/>
                      <a:pt x="110" y="277"/>
                    </a:cubicBezTo>
                    <a:cubicBezTo>
                      <a:pt x="109" y="268"/>
                      <a:pt x="107" y="257"/>
                      <a:pt x="106" y="247"/>
                    </a:cubicBezTo>
                    <a:lnTo>
                      <a:pt x="106" y="246"/>
                    </a:lnTo>
                    <a:lnTo>
                      <a:pt x="106" y="247"/>
                    </a:lnTo>
                    <a:cubicBezTo>
                      <a:pt x="104" y="236"/>
                      <a:pt x="103" y="226"/>
                      <a:pt x="101" y="216"/>
                    </a:cubicBezTo>
                    <a:cubicBezTo>
                      <a:pt x="100" y="208"/>
                      <a:pt x="98" y="199"/>
                      <a:pt x="97" y="191"/>
                    </a:cubicBezTo>
                    <a:cubicBezTo>
                      <a:pt x="96" y="193"/>
                      <a:pt x="95" y="195"/>
                      <a:pt x="93" y="198"/>
                    </a:cubicBezTo>
                    <a:cubicBezTo>
                      <a:pt x="90" y="205"/>
                      <a:pt x="86" y="213"/>
                      <a:pt x="83" y="221"/>
                    </a:cubicBezTo>
                    <a:cubicBezTo>
                      <a:pt x="75" y="241"/>
                      <a:pt x="67" y="261"/>
                      <a:pt x="62" y="282"/>
                    </a:cubicBezTo>
                    <a:cubicBezTo>
                      <a:pt x="59" y="293"/>
                      <a:pt x="56" y="304"/>
                      <a:pt x="55" y="315"/>
                    </a:cubicBezTo>
                    <a:cubicBezTo>
                      <a:pt x="54" y="320"/>
                      <a:pt x="54" y="326"/>
                      <a:pt x="54" y="332"/>
                    </a:cubicBezTo>
                    <a:cubicBezTo>
                      <a:pt x="54" y="339"/>
                      <a:pt x="54" y="347"/>
                      <a:pt x="56" y="355"/>
                    </a:cubicBezTo>
                    <a:lnTo>
                      <a:pt x="56" y="354"/>
                    </a:lnTo>
                    <a:cubicBezTo>
                      <a:pt x="56" y="358"/>
                      <a:pt x="57" y="363"/>
                      <a:pt x="58" y="367"/>
                    </a:cubicBezTo>
                    <a:cubicBezTo>
                      <a:pt x="59" y="371"/>
                      <a:pt x="61" y="375"/>
                      <a:pt x="63" y="379"/>
                    </a:cubicBezTo>
                    <a:cubicBezTo>
                      <a:pt x="63" y="381"/>
                      <a:pt x="64" y="383"/>
                      <a:pt x="65" y="385"/>
                    </a:cubicBezTo>
                    <a:cubicBezTo>
                      <a:pt x="66" y="386"/>
                      <a:pt x="67" y="387"/>
                      <a:pt x="67" y="388"/>
                    </a:cubicBezTo>
                    <a:cubicBezTo>
                      <a:pt x="68" y="388"/>
                      <a:pt x="68" y="389"/>
                      <a:pt x="69" y="390"/>
                    </a:cubicBezTo>
                    <a:cubicBezTo>
                      <a:pt x="70" y="391"/>
                      <a:pt x="70" y="391"/>
                      <a:pt x="71" y="391"/>
                    </a:cubicBezTo>
                    <a:cubicBezTo>
                      <a:pt x="71" y="392"/>
                      <a:pt x="72" y="392"/>
                      <a:pt x="72" y="393"/>
                    </a:cubicBezTo>
                    <a:cubicBezTo>
                      <a:pt x="74" y="393"/>
                      <a:pt x="75" y="394"/>
                      <a:pt x="76" y="395"/>
                    </a:cubicBezTo>
                    <a:cubicBezTo>
                      <a:pt x="77" y="395"/>
                      <a:pt x="77" y="395"/>
                      <a:pt x="78" y="395"/>
                    </a:cubicBezTo>
                    <a:cubicBezTo>
                      <a:pt x="78" y="395"/>
                      <a:pt x="79" y="395"/>
                      <a:pt x="80" y="395"/>
                    </a:cubicBezTo>
                    <a:lnTo>
                      <a:pt x="81" y="395"/>
                    </a:lnTo>
                    <a:moveTo>
                      <a:pt x="78" y="414"/>
                    </a:moveTo>
                    <a:cubicBezTo>
                      <a:pt x="73" y="414"/>
                      <a:pt x="68" y="412"/>
                      <a:pt x="63" y="409"/>
                    </a:cubicBezTo>
                    <a:cubicBezTo>
                      <a:pt x="58" y="406"/>
                      <a:pt x="54" y="403"/>
                      <a:pt x="50" y="398"/>
                    </a:cubicBezTo>
                    <a:cubicBezTo>
                      <a:pt x="47" y="393"/>
                      <a:pt x="45" y="388"/>
                      <a:pt x="43" y="383"/>
                    </a:cubicBezTo>
                    <a:cubicBezTo>
                      <a:pt x="41" y="377"/>
                      <a:pt x="39" y="371"/>
                      <a:pt x="38" y="364"/>
                    </a:cubicBezTo>
                    <a:cubicBezTo>
                      <a:pt x="37" y="358"/>
                      <a:pt x="36" y="352"/>
                      <a:pt x="36" y="346"/>
                    </a:cubicBezTo>
                    <a:cubicBezTo>
                      <a:pt x="35" y="339"/>
                      <a:pt x="35" y="332"/>
                      <a:pt x="36" y="325"/>
                    </a:cubicBezTo>
                    <a:cubicBezTo>
                      <a:pt x="36" y="311"/>
                      <a:pt x="39" y="297"/>
                      <a:pt x="43" y="284"/>
                    </a:cubicBezTo>
                    <a:cubicBezTo>
                      <a:pt x="46" y="270"/>
                      <a:pt x="50" y="258"/>
                      <a:pt x="55" y="245"/>
                    </a:cubicBezTo>
                    <a:cubicBezTo>
                      <a:pt x="60" y="232"/>
                      <a:pt x="65" y="219"/>
                      <a:pt x="71" y="207"/>
                    </a:cubicBezTo>
                    <a:cubicBezTo>
                      <a:pt x="77" y="194"/>
                      <a:pt x="84" y="183"/>
                      <a:pt x="91" y="171"/>
                    </a:cubicBezTo>
                    <a:cubicBezTo>
                      <a:pt x="92" y="169"/>
                      <a:pt x="93" y="167"/>
                      <a:pt x="93" y="165"/>
                    </a:cubicBezTo>
                    <a:cubicBezTo>
                      <a:pt x="93" y="163"/>
                      <a:pt x="93" y="162"/>
                      <a:pt x="93" y="161"/>
                    </a:cubicBezTo>
                    <a:cubicBezTo>
                      <a:pt x="92" y="150"/>
                      <a:pt x="91" y="140"/>
                      <a:pt x="90" y="129"/>
                    </a:cubicBezTo>
                    <a:cubicBezTo>
                      <a:pt x="90" y="127"/>
                      <a:pt x="90" y="124"/>
                      <a:pt x="89" y="121"/>
                    </a:cubicBezTo>
                    <a:cubicBezTo>
                      <a:pt x="89" y="116"/>
                      <a:pt x="89" y="111"/>
                      <a:pt x="88" y="106"/>
                    </a:cubicBezTo>
                    <a:cubicBezTo>
                      <a:pt x="88" y="107"/>
                      <a:pt x="88" y="109"/>
                      <a:pt x="87" y="110"/>
                    </a:cubicBezTo>
                    <a:cubicBezTo>
                      <a:pt x="83" y="123"/>
                      <a:pt x="78" y="135"/>
                      <a:pt x="71" y="146"/>
                    </a:cubicBezTo>
                    <a:cubicBezTo>
                      <a:pt x="68" y="151"/>
                      <a:pt x="64" y="155"/>
                      <a:pt x="59" y="159"/>
                    </a:cubicBezTo>
                    <a:cubicBezTo>
                      <a:pt x="55" y="162"/>
                      <a:pt x="49" y="162"/>
                      <a:pt x="43" y="160"/>
                    </a:cubicBezTo>
                    <a:cubicBezTo>
                      <a:pt x="38" y="159"/>
                      <a:pt x="35" y="155"/>
                      <a:pt x="32" y="150"/>
                    </a:cubicBezTo>
                    <a:cubicBezTo>
                      <a:pt x="30" y="146"/>
                      <a:pt x="30" y="142"/>
                      <a:pt x="29" y="138"/>
                    </a:cubicBezTo>
                    <a:cubicBezTo>
                      <a:pt x="25" y="121"/>
                      <a:pt x="22" y="104"/>
                      <a:pt x="19" y="86"/>
                    </a:cubicBezTo>
                    <a:cubicBezTo>
                      <a:pt x="18" y="74"/>
                      <a:pt x="16" y="60"/>
                      <a:pt x="14" y="47"/>
                    </a:cubicBezTo>
                    <a:cubicBezTo>
                      <a:pt x="13" y="48"/>
                      <a:pt x="11" y="49"/>
                      <a:pt x="9" y="48"/>
                    </a:cubicBezTo>
                    <a:cubicBezTo>
                      <a:pt x="4" y="47"/>
                      <a:pt x="0" y="41"/>
                      <a:pt x="1" y="36"/>
                    </a:cubicBezTo>
                    <a:cubicBezTo>
                      <a:pt x="1" y="32"/>
                      <a:pt x="3" y="29"/>
                      <a:pt x="3" y="25"/>
                    </a:cubicBezTo>
                    <a:cubicBezTo>
                      <a:pt x="4" y="21"/>
                      <a:pt x="5" y="16"/>
                      <a:pt x="5" y="12"/>
                    </a:cubicBezTo>
                    <a:cubicBezTo>
                      <a:pt x="6" y="9"/>
                      <a:pt x="7" y="8"/>
                      <a:pt x="8" y="6"/>
                    </a:cubicBezTo>
                    <a:cubicBezTo>
                      <a:pt x="9" y="4"/>
                      <a:pt x="10" y="3"/>
                      <a:pt x="12" y="2"/>
                    </a:cubicBezTo>
                    <a:cubicBezTo>
                      <a:pt x="16" y="0"/>
                      <a:pt x="21" y="1"/>
                      <a:pt x="25" y="4"/>
                    </a:cubicBezTo>
                    <a:cubicBezTo>
                      <a:pt x="28" y="7"/>
                      <a:pt x="29" y="10"/>
                      <a:pt x="30" y="14"/>
                    </a:cubicBezTo>
                    <a:cubicBezTo>
                      <a:pt x="30" y="16"/>
                      <a:pt x="30" y="19"/>
                      <a:pt x="31" y="21"/>
                    </a:cubicBezTo>
                    <a:cubicBezTo>
                      <a:pt x="32" y="24"/>
                      <a:pt x="32" y="28"/>
                      <a:pt x="32" y="30"/>
                    </a:cubicBezTo>
                    <a:cubicBezTo>
                      <a:pt x="35" y="47"/>
                      <a:pt x="36" y="65"/>
                      <a:pt x="39" y="82"/>
                    </a:cubicBezTo>
                    <a:cubicBezTo>
                      <a:pt x="39" y="81"/>
                      <a:pt x="38" y="81"/>
                      <a:pt x="38" y="81"/>
                    </a:cubicBezTo>
                    <a:cubicBezTo>
                      <a:pt x="39" y="88"/>
                      <a:pt x="40" y="95"/>
                      <a:pt x="41" y="102"/>
                    </a:cubicBezTo>
                    <a:lnTo>
                      <a:pt x="41" y="101"/>
                    </a:lnTo>
                    <a:cubicBezTo>
                      <a:pt x="42" y="104"/>
                      <a:pt x="42" y="107"/>
                      <a:pt x="43" y="110"/>
                    </a:cubicBezTo>
                    <a:cubicBezTo>
                      <a:pt x="43" y="113"/>
                      <a:pt x="43" y="115"/>
                      <a:pt x="44" y="117"/>
                    </a:cubicBezTo>
                    <a:cubicBezTo>
                      <a:pt x="45" y="121"/>
                      <a:pt x="46" y="125"/>
                      <a:pt x="46" y="128"/>
                    </a:cubicBezTo>
                    <a:cubicBezTo>
                      <a:pt x="47" y="131"/>
                      <a:pt x="48" y="134"/>
                      <a:pt x="49" y="136"/>
                    </a:cubicBezTo>
                    <a:cubicBezTo>
                      <a:pt x="49" y="137"/>
                      <a:pt x="49" y="139"/>
                      <a:pt x="50" y="140"/>
                    </a:cubicBezTo>
                    <a:cubicBezTo>
                      <a:pt x="51" y="139"/>
                      <a:pt x="51" y="138"/>
                      <a:pt x="53" y="137"/>
                    </a:cubicBezTo>
                    <a:cubicBezTo>
                      <a:pt x="54" y="135"/>
                      <a:pt x="55" y="134"/>
                      <a:pt x="56" y="132"/>
                    </a:cubicBezTo>
                    <a:lnTo>
                      <a:pt x="56" y="131"/>
                    </a:lnTo>
                    <a:cubicBezTo>
                      <a:pt x="56" y="132"/>
                      <a:pt x="56" y="132"/>
                      <a:pt x="56" y="132"/>
                    </a:cubicBezTo>
                    <a:cubicBezTo>
                      <a:pt x="58" y="127"/>
                      <a:pt x="61" y="122"/>
                      <a:pt x="64" y="117"/>
                    </a:cubicBezTo>
                    <a:cubicBezTo>
                      <a:pt x="63" y="117"/>
                      <a:pt x="63" y="118"/>
                      <a:pt x="63" y="118"/>
                    </a:cubicBezTo>
                    <a:cubicBezTo>
                      <a:pt x="69" y="103"/>
                      <a:pt x="74" y="88"/>
                      <a:pt x="78" y="72"/>
                    </a:cubicBezTo>
                    <a:cubicBezTo>
                      <a:pt x="82" y="58"/>
                      <a:pt x="85" y="43"/>
                      <a:pt x="87" y="29"/>
                    </a:cubicBezTo>
                    <a:cubicBezTo>
                      <a:pt x="88" y="28"/>
                      <a:pt x="88" y="27"/>
                      <a:pt x="88" y="26"/>
                    </a:cubicBezTo>
                    <a:cubicBezTo>
                      <a:pt x="88" y="23"/>
                      <a:pt x="89" y="21"/>
                      <a:pt x="91" y="19"/>
                    </a:cubicBezTo>
                    <a:cubicBezTo>
                      <a:pt x="93" y="17"/>
                      <a:pt x="96" y="16"/>
                      <a:pt x="99" y="16"/>
                    </a:cubicBezTo>
                    <a:cubicBezTo>
                      <a:pt x="104" y="16"/>
                      <a:pt x="109" y="22"/>
                      <a:pt x="108" y="27"/>
                    </a:cubicBezTo>
                    <a:cubicBezTo>
                      <a:pt x="107" y="50"/>
                      <a:pt x="107" y="73"/>
                      <a:pt x="107" y="96"/>
                    </a:cubicBezTo>
                    <a:cubicBezTo>
                      <a:pt x="107" y="104"/>
                      <a:pt x="107" y="112"/>
                      <a:pt x="108" y="120"/>
                    </a:cubicBezTo>
                    <a:cubicBezTo>
                      <a:pt x="108" y="127"/>
                      <a:pt x="109" y="132"/>
                      <a:pt x="109" y="138"/>
                    </a:cubicBezTo>
                    <a:cubicBezTo>
                      <a:pt x="109" y="139"/>
                      <a:pt x="109" y="139"/>
                      <a:pt x="109" y="140"/>
                    </a:cubicBezTo>
                    <a:cubicBezTo>
                      <a:pt x="113" y="134"/>
                      <a:pt x="116" y="129"/>
                      <a:pt x="120" y="123"/>
                    </a:cubicBezTo>
                    <a:cubicBezTo>
                      <a:pt x="127" y="113"/>
                      <a:pt x="134" y="103"/>
                      <a:pt x="140" y="92"/>
                    </a:cubicBezTo>
                    <a:cubicBezTo>
                      <a:pt x="155" y="69"/>
                      <a:pt x="170" y="47"/>
                      <a:pt x="184" y="24"/>
                    </a:cubicBezTo>
                    <a:cubicBezTo>
                      <a:pt x="187" y="21"/>
                      <a:pt x="191" y="20"/>
                      <a:pt x="194" y="22"/>
                    </a:cubicBezTo>
                    <a:cubicBezTo>
                      <a:pt x="198" y="25"/>
                      <a:pt x="198" y="29"/>
                      <a:pt x="197" y="32"/>
                    </a:cubicBezTo>
                    <a:cubicBezTo>
                      <a:pt x="181" y="56"/>
                      <a:pt x="166" y="80"/>
                      <a:pt x="151" y="104"/>
                    </a:cubicBezTo>
                    <a:cubicBezTo>
                      <a:pt x="137" y="125"/>
                      <a:pt x="124" y="145"/>
                      <a:pt x="111" y="166"/>
                    </a:cubicBezTo>
                    <a:cubicBezTo>
                      <a:pt x="112" y="171"/>
                      <a:pt x="113" y="177"/>
                      <a:pt x="113" y="183"/>
                    </a:cubicBezTo>
                    <a:lnTo>
                      <a:pt x="113" y="184"/>
                    </a:lnTo>
                    <a:lnTo>
                      <a:pt x="113" y="183"/>
                    </a:lnTo>
                    <a:cubicBezTo>
                      <a:pt x="116" y="203"/>
                      <a:pt x="120" y="223"/>
                      <a:pt x="123" y="243"/>
                    </a:cubicBezTo>
                    <a:cubicBezTo>
                      <a:pt x="124" y="253"/>
                      <a:pt x="125" y="263"/>
                      <a:pt x="127" y="273"/>
                    </a:cubicBezTo>
                    <a:cubicBezTo>
                      <a:pt x="127" y="276"/>
                      <a:pt x="128" y="279"/>
                      <a:pt x="128" y="283"/>
                    </a:cubicBezTo>
                    <a:cubicBezTo>
                      <a:pt x="128" y="289"/>
                      <a:pt x="128" y="296"/>
                      <a:pt x="129" y="303"/>
                    </a:cubicBezTo>
                    <a:cubicBezTo>
                      <a:pt x="130" y="312"/>
                      <a:pt x="129" y="321"/>
                      <a:pt x="129" y="330"/>
                    </a:cubicBezTo>
                    <a:cubicBezTo>
                      <a:pt x="129" y="342"/>
                      <a:pt x="128" y="355"/>
                      <a:pt x="125" y="367"/>
                    </a:cubicBezTo>
                    <a:cubicBezTo>
                      <a:pt x="123" y="373"/>
                      <a:pt x="121" y="379"/>
                      <a:pt x="118" y="385"/>
                    </a:cubicBezTo>
                    <a:cubicBezTo>
                      <a:pt x="117" y="388"/>
                      <a:pt x="116" y="391"/>
                      <a:pt x="114" y="393"/>
                    </a:cubicBezTo>
                    <a:cubicBezTo>
                      <a:pt x="112" y="396"/>
                      <a:pt x="110" y="399"/>
                      <a:pt x="109" y="401"/>
                    </a:cubicBezTo>
                    <a:cubicBezTo>
                      <a:pt x="102" y="410"/>
                      <a:pt x="91" y="414"/>
                      <a:pt x="80" y="414"/>
                    </a:cubicBezTo>
                    <a:cubicBezTo>
                      <a:pt x="79" y="414"/>
                      <a:pt x="79" y="414"/>
                      <a:pt x="78" y="4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5" name="Google Shape;1815;p19"/>
              <p:cNvSpPr/>
              <p:nvPr/>
            </p:nvSpPr>
            <p:spPr>
              <a:xfrm>
                <a:off x="1271160" y="2242080"/>
                <a:ext cx="851760" cy="552600"/>
              </a:xfrm>
              <a:custGeom>
                <a:avLst/>
                <a:gdLst/>
                <a:ahLst/>
                <a:cxnLst/>
                <a:rect l="l" t="t" r="r" b="b"/>
                <a:pathLst>
                  <a:path w="2366" h="1535" extrusionOk="0">
                    <a:moveTo>
                      <a:pt x="16" y="1532"/>
                    </a:moveTo>
                    <a:cubicBezTo>
                      <a:pt x="7" y="1530"/>
                      <a:pt x="0" y="1522"/>
                      <a:pt x="0" y="1512"/>
                    </a:cubicBezTo>
                    <a:cubicBezTo>
                      <a:pt x="0" y="1503"/>
                      <a:pt x="9" y="1493"/>
                      <a:pt x="20" y="1494"/>
                    </a:cubicBezTo>
                    <a:cubicBezTo>
                      <a:pt x="25" y="1494"/>
                      <a:pt x="30" y="1495"/>
                      <a:pt x="35" y="1496"/>
                    </a:cubicBezTo>
                    <a:cubicBezTo>
                      <a:pt x="41" y="1496"/>
                      <a:pt x="47" y="1496"/>
                      <a:pt x="53" y="1496"/>
                    </a:cubicBezTo>
                    <a:cubicBezTo>
                      <a:pt x="73" y="1494"/>
                      <a:pt x="92" y="1492"/>
                      <a:pt x="111" y="1489"/>
                    </a:cubicBezTo>
                    <a:cubicBezTo>
                      <a:pt x="110" y="1489"/>
                      <a:pt x="110" y="1489"/>
                      <a:pt x="110" y="1490"/>
                    </a:cubicBezTo>
                    <a:cubicBezTo>
                      <a:pt x="126" y="1487"/>
                      <a:pt x="141" y="1484"/>
                      <a:pt x="156" y="1480"/>
                    </a:cubicBezTo>
                    <a:cubicBezTo>
                      <a:pt x="171" y="1477"/>
                      <a:pt x="186" y="1473"/>
                      <a:pt x="200" y="1469"/>
                    </a:cubicBezTo>
                    <a:cubicBezTo>
                      <a:pt x="205" y="1468"/>
                      <a:pt x="209" y="1466"/>
                      <a:pt x="214" y="1464"/>
                    </a:cubicBezTo>
                    <a:cubicBezTo>
                      <a:pt x="232" y="1455"/>
                      <a:pt x="250" y="1445"/>
                      <a:pt x="267" y="1434"/>
                    </a:cubicBezTo>
                    <a:cubicBezTo>
                      <a:pt x="267" y="1434"/>
                      <a:pt x="266" y="1434"/>
                      <a:pt x="266" y="1435"/>
                    </a:cubicBezTo>
                    <a:cubicBezTo>
                      <a:pt x="293" y="1418"/>
                      <a:pt x="321" y="1401"/>
                      <a:pt x="348" y="1383"/>
                    </a:cubicBezTo>
                    <a:cubicBezTo>
                      <a:pt x="375" y="1364"/>
                      <a:pt x="401" y="1345"/>
                      <a:pt x="427" y="1325"/>
                    </a:cubicBezTo>
                    <a:cubicBezTo>
                      <a:pt x="455" y="1302"/>
                      <a:pt x="483" y="1278"/>
                      <a:pt x="511" y="1254"/>
                    </a:cubicBezTo>
                    <a:cubicBezTo>
                      <a:pt x="538" y="1231"/>
                      <a:pt x="565" y="1207"/>
                      <a:pt x="590" y="1180"/>
                    </a:cubicBezTo>
                    <a:cubicBezTo>
                      <a:pt x="606" y="1163"/>
                      <a:pt x="622" y="1145"/>
                      <a:pt x="637" y="1126"/>
                    </a:cubicBezTo>
                    <a:cubicBezTo>
                      <a:pt x="653" y="1108"/>
                      <a:pt x="668" y="1090"/>
                      <a:pt x="684" y="1073"/>
                    </a:cubicBezTo>
                    <a:cubicBezTo>
                      <a:pt x="701" y="1054"/>
                      <a:pt x="718" y="1036"/>
                      <a:pt x="733" y="1017"/>
                    </a:cubicBezTo>
                    <a:cubicBezTo>
                      <a:pt x="748" y="999"/>
                      <a:pt x="763" y="980"/>
                      <a:pt x="778" y="961"/>
                    </a:cubicBezTo>
                    <a:cubicBezTo>
                      <a:pt x="793" y="942"/>
                      <a:pt x="808" y="923"/>
                      <a:pt x="823" y="904"/>
                    </a:cubicBezTo>
                    <a:cubicBezTo>
                      <a:pt x="839" y="884"/>
                      <a:pt x="857" y="866"/>
                      <a:pt x="874" y="848"/>
                    </a:cubicBezTo>
                    <a:cubicBezTo>
                      <a:pt x="891" y="831"/>
                      <a:pt x="908" y="814"/>
                      <a:pt x="925" y="797"/>
                    </a:cubicBezTo>
                    <a:cubicBezTo>
                      <a:pt x="942" y="779"/>
                      <a:pt x="961" y="761"/>
                      <a:pt x="979" y="745"/>
                    </a:cubicBezTo>
                    <a:cubicBezTo>
                      <a:pt x="1004" y="722"/>
                      <a:pt x="1030" y="701"/>
                      <a:pt x="1057" y="679"/>
                    </a:cubicBezTo>
                    <a:cubicBezTo>
                      <a:pt x="1070" y="668"/>
                      <a:pt x="1084" y="657"/>
                      <a:pt x="1097" y="646"/>
                    </a:cubicBezTo>
                    <a:cubicBezTo>
                      <a:pt x="1110" y="636"/>
                      <a:pt x="1123" y="626"/>
                      <a:pt x="1136" y="616"/>
                    </a:cubicBezTo>
                    <a:cubicBezTo>
                      <a:pt x="1157" y="599"/>
                      <a:pt x="1178" y="581"/>
                      <a:pt x="1199" y="562"/>
                    </a:cubicBezTo>
                    <a:cubicBezTo>
                      <a:pt x="1219" y="544"/>
                      <a:pt x="1238" y="526"/>
                      <a:pt x="1257" y="506"/>
                    </a:cubicBezTo>
                    <a:cubicBezTo>
                      <a:pt x="1256" y="507"/>
                      <a:pt x="1256" y="507"/>
                      <a:pt x="1255" y="508"/>
                    </a:cubicBezTo>
                    <a:cubicBezTo>
                      <a:pt x="1258" y="506"/>
                      <a:pt x="1260" y="503"/>
                      <a:pt x="1262" y="501"/>
                    </a:cubicBezTo>
                    <a:lnTo>
                      <a:pt x="1262" y="502"/>
                    </a:lnTo>
                    <a:cubicBezTo>
                      <a:pt x="1262" y="501"/>
                      <a:pt x="1263" y="500"/>
                      <a:pt x="1263" y="499"/>
                    </a:cubicBezTo>
                    <a:cubicBezTo>
                      <a:pt x="1264" y="499"/>
                      <a:pt x="1264" y="499"/>
                      <a:pt x="1265" y="499"/>
                    </a:cubicBezTo>
                    <a:cubicBezTo>
                      <a:pt x="1265" y="498"/>
                      <a:pt x="1265" y="498"/>
                      <a:pt x="1266" y="497"/>
                    </a:cubicBezTo>
                    <a:cubicBezTo>
                      <a:pt x="1267" y="496"/>
                      <a:pt x="1268" y="496"/>
                      <a:pt x="1268" y="495"/>
                    </a:cubicBezTo>
                    <a:lnTo>
                      <a:pt x="1268" y="496"/>
                    </a:lnTo>
                    <a:cubicBezTo>
                      <a:pt x="1294" y="467"/>
                      <a:pt x="1322" y="440"/>
                      <a:pt x="1350" y="411"/>
                    </a:cubicBezTo>
                    <a:cubicBezTo>
                      <a:pt x="1349" y="412"/>
                      <a:pt x="1349" y="412"/>
                      <a:pt x="1348" y="413"/>
                    </a:cubicBezTo>
                    <a:cubicBezTo>
                      <a:pt x="1350" y="411"/>
                      <a:pt x="1353" y="408"/>
                      <a:pt x="1355" y="405"/>
                    </a:cubicBezTo>
                    <a:cubicBezTo>
                      <a:pt x="1357" y="404"/>
                      <a:pt x="1359" y="401"/>
                      <a:pt x="1361" y="400"/>
                    </a:cubicBezTo>
                    <a:cubicBezTo>
                      <a:pt x="1361" y="399"/>
                      <a:pt x="1362" y="398"/>
                      <a:pt x="1363" y="398"/>
                    </a:cubicBezTo>
                    <a:cubicBezTo>
                      <a:pt x="1375" y="384"/>
                      <a:pt x="1388" y="372"/>
                      <a:pt x="1402" y="360"/>
                    </a:cubicBezTo>
                    <a:cubicBezTo>
                      <a:pt x="1417" y="348"/>
                      <a:pt x="1431" y="336"/>
                      <a:pt x="1446" y="323"/>
                    </a:cubicBezTo>
                    <a:cubicBezTo>
                      <a:pt x="1460" y="312"/>
                      <a:pt x="1473" y="299"/>
                      <a:pt x="1487" y="287"/>
                    </a:cubicBezTo>
                    <a:cubicBezTo>
                      <a:pt x="1502" y="275"/>
                      <a:pt x="1516" y="263"/>
                      <a:pt x="1532" y="252"/>
                    </a:cubicBezTo>
                    <a:cubicBezTo>
                      <a:pt x="1550" y="236"/>
                      <a:pt x="1569" y="220"/>
                      <a:pt x="1589" y="206"/>
                    </a:cubicBezTo>
                    <a:cubicBezTo>
                      <a:pt x="1609" y="192"/>
                      <a:pt x="1629" y="179"/>
                      <a:pt x="1650" y="165"/>
                    </a:cubicBezTo>
                    <a:cubicBezTo>
                      <a:pt x="1670" y="151"/>
                      <a:pt x="1690" y="137"/>
                      <a:pt x="1711" y="125"/>
                    </a:cubicBezTo>
                    <a:cubicBezTo>
                      <a:pt x="1721" y="119"/>
                      <a:pt x="1731" y="113"/>
                      <a:pt x="1742" y="108"/>
                    </a:cubicBezTo>
                    <a:cubicBezTo>
                      <a:pt x="1752" y="102"/>
                      <a:pt x="1762" y="96"/>
                      <a:pt x="1773" y="91"/>
                    </a:cubicBezTo>
                    <a:cubicBezTo>
                      <a:pt x="1792" y="81"/>
                      <a:pt x="1812" y="70"/>
                      <a:pt x="1832" y="63"/>
                    </a:cubicBezTo>
                    <a:cubicBezTo>
                      <a:pt x="1853" y="55"/>
                      <a:pt x="1875" y="49"/>
                      <a:pt x="1896" y="43"/>
                    </a:cubicBezTo>
                    <a:cubicBezTo>
                      <a:pt x="1916" y="37"/>
                      <a:pt x="1936" y="31"/>
                      <a:pt x="1957" y="28"/>
                    </a:cubicBezTo>
                    <a:cubicBezTo>
                      <a:pt x="1968" y="26"/>
                      <a:pt x="1980" y="24"/>
                      <a:pt x="1992" y="23"/>
                    </a:cubicBezTo>
                    <a:cubicBezTo>
                      <a:pt x="2002" y="22"/>
                      <a:pt x="2013" y="22"/>
                      <a:pt x="2024" y="22"/>
                    </a:cubicBezTo>
                    <a:lnTo>
                      <a:pt x="2023" y="22"/>
                    </a:lnTo>
                    <a:cubicBezTo>
                      <a:pt x="2039" y="21"/>
                      <a:pt x="2055" y="20"/>
                      <a:pt x="2072" y="18"/>
                    </a:cubicBezTo>
                    <a:cubicBezTo>
                      <a:pt x="2088" y="16"/>
                      <a:pt x="2105" y="14"/>
                      <a:pt x="2122" y="11"/>
                    </a:cubicBezTo>
                    <a:cubicBezTo>
                      <a:pt x="2142" y="8"/>
                      <a:pt x="2161" y="4"/>
                      <a:pt x="2181" y="2"/>
                    </a:cubicBezTo>
                    <a:cubicBezTo>
                      <a:pt x="2202" y="0"/>
                      <a:pt x="2222" y="0"/>
                      <a:pt x="2242" y="1"/>
                    </a:cubicBezTo>
                    <a:cubicBezTo>
                      <a:pt x="2262" y="1"/>
                      <a:pt x="2281" y="2"/>
                      <a:pt x="2301" y="4"/>
                    </a:cubicBezTo>
                    <a:cubicBezTo>
                      <a:pt x="2310" y="5"/>
                      <a:pt x="2321" y="6"/>
                      <a:pt x="2331" y="9"/>
                    </a:cubicBezTo>
                    <a:cubicBezTo>
                      <a:pt x="2338" y="10"/>
                      <a:pt x="2345" y="13"/>
                      <a:pt x="2352" y="16"/>
                    </a:cubicBezTo>
                    <a:cubicBezTo>
                      <a:pt x="2361" y="20"/>
                      <a:pt x="2365" y="30"/>
                      <a:pt x="2361" y="40"/>
                    </a:cubicBezTo>
                    <a:cubicBezTo>
                      <a:pt x="2357" y="48"/>
                      <a:pt x="2347" y="52"/>
                      <a:pt x="2338" y="48"/>
                    </a:cubicBezTo>
                    <a:cubicBezTo>
                      <a:pt x="2336" y="47"/>
                      <a:pt x="2333" y="46"/>
                      <a:pt x="2331" y="45"/>
                    </a:cubicBezTo>
                    <a:cubicBezTo>
                      <a:pt x="2329" y="44"/>
                      <a:pt x="2326" y="44"/>
                      <a:pt x="2324" y="43"/>
                    </a:cubicBezTo>
                    <a:cubicBezTo>
                      <a:pt x="2313" y="41"/>
                      <a:pt x="2304" y="40"/>
                      <a:pt x="2293" y="38"/>
                    </a:cubicBezTo>
                    <a:cubicBezTo>
                      <a:pt x="2291" y="38"/>
                      <a:pt x="2288" y="38"/>
                      <a:pt x="2285" y="38"/>
                    </a:cubicBezTo>
                    <a:cubicBezTo>
                      <a:pt x="2286" y="38"/>
                      <a:pt x="2286" y="38"/>
                      <a:pt x="2286" y="38"/>
                    </a:cubicBezTo>
                    <a:cubicBezTo>
                      <a:pt x="2285" y="38"/>
                      <a:pt x="2285" y="38"/>
                      <a:pt x="2284" y="38"/>
                    </a:cubicBezTo>
                    <a:cubicBezTo>
                      <a:pt x="2271" y="37"/>
                      <a:pt x="2259" y="36"/>
                      <a:pt x="2246" y="36"/>
                    </a:cubicBezTo>
                    <a:cubicBezTo>
                      <a:pt x="2233" y="35"/>
                      <a:pt x="2220" y="35"/>
                      <a:pt x="2206" y="35"/>
                    </a:cubicBezTo>
                    <a:cubicBezTo>
                      <a:pt x="2199" y="36"/>
                      <a:pt x="2192" y="36"/>
                      <a:pt x="2185" y="37"/>
                    </a:cubicBezTo>
                    <a:cubicBezTo>
                      <a:pt x="2177" y="37"/>
                      <a:pt x="2169" y="38"/>
                      <a:pt x="2161" y="40"/>
                    </a:cubicBezTo>
                    <a:cubicBezTo>
                      <a:pt x="2145" y="43"/>
                      <a:pt x="2129" y="45"/>
                      <a:pt x="2112" y="48"/>
                    </a:cubicBezTo>
                    <a:cubicBezTo>
                      <a:pt x="2095" y="51"/>
                      <a:pt x="2077" y="53"/>
                      <a:pt x="2059" y="55"/>
                    </a:cubicBezTo>
                    <a:cubicBezTo>
                      <a:pt x="2044" y="57"/>
                      <a:pt x="2028" y="58"/>
                      <a:pt x="2012" y="58"/>
                    </a:cubicBezTo>
                    <a:cubicBezTo>
                      <a:pt x="1995" y="59"/>
                      <a:pt x="1978" y="61"/>
                      <a:pt x="1962" y="64"/>
                    </a:cubicBezTo>
                    <a:cubicBezTo>
                      <a:pt x="1939" y="69"/>
                      <a:pt x="1917" y="74"/>
                      <a:pt x="1894" y="81"/>
                    </a:cubicBezTo>
                    <a:cubicBezTo>
                      <a:pt x="1872" y="88"/>
                      <a:pt x="1851" y="95"/>
                      <a:pt x="1830" y="104"/>
                    </a:cubicBezTo>
                    <a:cubicBezTo>
                      <a:pt x="1790" y="122"/>
                      <a:pt x="1753" y="143"/>
                      <a:pt x="1716" y="165"/>
                    </a:cubicBezTo>
                    <a:cubicBezTo>
                      <a:pt x="1694" y="179"/>
                      <a:pt x="1673" y="194"/>
                      <a:pt x="1652" y="209"/>
                    </a:cubicBezTo>
                    <a:cubicBezTo>
                      <a:pt x="1631" y="222"/>
                      <a:pt x="1611" y="236"/>
                      <a:pt x="1591" y="252"/>
                    </a:cubicBezTo>
                    <a:cubicBezTo>
                      <a:pt x="1573" y="266"/>
                      <a:pt x="1555" y="281"/>
                      <a:pt x="1537" y="295"/>
                    </a:cubicBezTo>
                    <a:cubicBezTo>
                      <a:pt x="1511" y="316"/>
                      <a:pt x="1486" y="338"/>
                      <a:pt x="1460" y="360"/>
                    </a:cubicBezTo>
                    <a:cubicBezTo>
                      <a:pt x="1447" y="372"/>
                      <a:pt x="1433" y="383"/>
                      <a:pt x="1420" y="395"/>
                    </a:cubicBezTo>
                    <a:cubicBezTo>
                      <a:pt x="1407" y="407"/>
                      <a:pt x="1395" y="419"/>
                      <a:pt x="1382" y="432"/>
                    </a:cubicBezTo>
                    <a:lnTo>
                      <a:pt x="1383" y="432"/>
                    </a:lnTo>
                    <a:cubicBezTo>
                      <a:pt x="1355" y="460"/>
                      <a:pt x="1326" y="488"/>
                      <a:pt x="1298" y="517"/>
                    </a:cubicBezTo>
                    <a:cubicBezTo>
                      <a:pt x="1299" y="517"/>
                      <a:pt x="1300" y="516"/>
                      <a:pt x="1300" y="516"/>
                    </a:cubicBezTo>
                    <a:cubicBezTo>
                      <a:pt x="1286" y="531"/>
                      <a:pt x="1272" y="546"/>
                      <a:pt x="1256" y="561"/>
                    </a:cubicBezTo>
                    <a:cubicBezTo>
                      <a:pt x="1242" y="575"/>
                      <a:pt x="1227" y="588"/>
                      <a:pt x="1212" y="602"/>
                    </a:cubicBezTo>
                    <a:cubicBezTo>
                      <a:pt x="1180" y="629"/>
                      <a:pt x="1148" y="655"/>
                      <a:pt x="1115" y="681"/>
                    </a:cubicBezTo>
                    <a:cubicBezTo>
                      <a:pt x="1116" y="680"/>
                      <a:pt x="1116" y="680"/>
                      <a:pt x="1117" y="680"/>
                    </a:cubicBezTo>
                    <a:cubicBezTo>
                      <a:pt x="1104" y="690"/>
                      <a:pt x="1092" y="699"/>
                      <a:pt x="1080" y="709"/>
                    </a:cubicBezTo>
                    <a:cubicBezTo>
                      <a:pt x="1081" y="709"/>
                      <a:pt x="1081" y="708"/>
                      <a:pt x="1082" y="708"/>
                    </a:cubicBezTo>
                    <a:cubicBezTo>
                      <a:pt x="1046" y="736"/>
                      <a:pt x="1010" y="766"/>
                      <a:pt x="977" y="799"/>
                    </a:cubicBezTo>
                    <a:cubicBezTo>
                      <a:pt x="962" y="814"/>
                      <a:pt x="947" y="829"/>
                      <a:pt x="931" y="845"/>
                    </a:cubicBezTo>
                    <a:cubicBezTo>
                      <a:pt x="916" y="861"/>
                      <a:pt x="899" y="877"/>
                      <a:pt x="883" y="893"/>
                    </a:cubicBezTo>
                    <a:lnTo>
                      <a:pt x="884" y="893"/>
                    </a:lnTo>
                    <a:cubicBezTo>
                      <a:pt x="867" y="910"/>
                      <a:pt x="852" y="928"/>
                      <a:pt x="838" y="946"/>
                    </a:cubicBezTo>
                    <a:cubicBezTo>
                      <a:pt x="822" y="966"/>
                      <a:pt x="807" y="985"/>
                      <a:pt x="792" y="1005"/>
                    </a:cubicBezTo>
                    <a:cubicBezTo>
                      <a:pt x="777" y="1023"/>
                      <a:pt x="762" y="1041"/>
                      <a:pt x="747" y="1059"/>
                    </a:cubicBezTo>
                    <a:cubicBezTo>
                      <a:pt x="732" y="1077"/>
                      <a:pt x="716" y="1095"/>
                      <a:pt x="700" y="1112"/>
                    </a:cubicBezTo>
                    <a:cubicBezTo>
                      <a:pt x="684" y="1130"/>
                      <a:pt x="669" y="1148"/>
                      <a:pt x="653" y="1167"/>
                    </a:cubicBezTo>
                    <a:cubicBezTo>
                      <a:pt x="637" y="1186"/>
                      <a:pt x="620" y="1205"/>
                      <a:pt x="602" y="1223"/>
                    </a:cubicBezTo>
                    <a:cubicBezTo>
                      <a:pt x="584" y="1240"/>
                      <a:pt x="565" y="1257"/>
                      <a:pt x="547" y="1272"/>
                    </a:cubicBezTo>
                    <a:cubicBezTo>
                      <a:pt x="529" y="1289"/>
                      <a:pt x="510" y="1305"/>
                      <a:pt x="491" y="1321"/>
                    </a:cubicBezTo>
                    <a:cubicBezTo>
                      <a:pt x="472" y="1336"/>
                      <a:pt x="454" y="1352"/>
                      <a:pt x="434" y="1367"/>
                    </a:cubicBezTo>
                    <a:cubicBezTo>
                      <a:pt x="415" y="1382"/>
                      <a:pt x="394" y="1396"/>
                      <a:pt x="374" y="1410"/>
                    </a:cubicBezTo>
                    <a:cubicBezTo>
                      <a:pt x="334" y="1437"/>
                      <a:pt x="292" y="1463"/>
                      <a:pt x="251" y="1488"/>
                    </a:cubicBezTo>
                    <a:cubicBezTo>
                      <a:pt x="243" y="1493"/>
                      <a:pt x="236" y="1497"/>
                      <a:pt x="227" y="1501"/>
                    </a:cubicBezTo>
                    <a:cubicBezTo>
                      <a:pt x="218" y="1504"/>
                      <a:pt x="208" y="1507"/>
                      <a:pt x="197" y="1510"/>
                    </a:cubicBezTo>
                    <a:cubicBezTo>
                      <a:pt x="176" y="1514"/>
                      <a:pt x="155" y="1519"/>
                      <a:pt x="134" y="1522"/>
                    </a:cubicBezTo>
                    <a:cubicBezTo>
                      <a:pt x="115" y="1526"/>
                      <a:pt x="96" y="1529"/>
                      <a:pt x="76" y="1531"/>
                    </a:cubicBezTo>
                    <a:cubicBezTo>
                      <a:pt x="64" y="1533"/>
                      <a:pt x="53" y="1534"/>
                      <a:pt x="41" y="1534"/>
                    </a:cubicBezTo>
                    <a:cubicBezTo>
                      <a:pt x="33" y="1534"/>
                      <a:pt x="24" y="1533"/>
                      <a:pt x="16" y="15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6" name="Google Shape;1816;p19"/>
              <p:cNvSpPr/>
              <p:nvPr/>
            </p:nvSpPr>
            <p:spPr>
              <a:xfrm>
                <a:off x="1245600" y="2265840"/>
                <a:ext cx="944640" cy="396000"/>
              </a:xfrm>
              <a:custGeom>
                <a:avLst/>
                <a:gdLst/>
                <a:ahLst/>
                <a:cxnLst/>
                <a:rect l="l" t="t" r="r" b="b"/>
                <a:pathLst>
                  <a:path w="2624" h="1100" extrusionOk="0">
                    <a:moveTo>
                      <a:pt x="2596" y="1098"/>
                    </a:moveTo>
                    <a:cubicBezTo>
                      <a:pt x="2586" y="1096"/>
                      <a:pt x="2577" y="1093"/>
                      <a:pt x="2568" y="1090"/>
                    </a:cubicBezTo>
                    <a:cubicBezTo>
                      <a:pt x="2556" y="1085"/>
                      <a:pt x="2545" y="1081"/>
                      <a:pt x="2534" y="1075"/>
                    </a:cubicBezTo>
                    <a:cubicBezTo>
                      <a:pt x="2522" y="1071"/>
                      <a:pt x="2511" y="1065"/>
                      <a:pt x="2500" y="1060"/>
                    </a:cubicBezTo>
                    <a:cubicBezTo>
                      <a:pt x="2488" y="1054"/>
                      <a:pt x="2475" y="1048"/>
                      <a:pt x="2464" y="1041"/>
                    </a:cubicBezTo>
                    <a:cubicBezTo>
                      <a:pt x="2453" y="1035"/>
                      <a:pt x="2443" y="1028"/>
                      <a:pt x="2432" y="1020"/>
                    </a:cubicBezTo>
                    <a:cubicBezTo>
                      <a:pt x="2388" y="990"/>
                      <a:pt x="2343" y="961"/>
                      <a:pt x="2298" y="931"/>
                    </a:cubicBezTo>
                    <a:cubicBezTo>
                      <a:pt x="2276" y="917"/>
                      <a:pt x="2255" y="902"/>
                      <a:pt x="2234" y="886"/>
                    </a:cubicBezTo>
                    <a:cubicBezTo>
                      <a:pt x="2224" y="878"/>
                      <a:pt x="2216" y="870"/>
                      <a:pt x="2208" y="861"/>
                    </a:cubicBezTo>
                    <a:cubicBezTo>
                      <a:pt x="2199" y="852"/>
                      <a:pt x="2191" y="842"/>
                      <a:pt x="2182" y="833"/>
                    </a:cubicBezTo>
                    <a:cubicBezTo>
                      <a:pt x="2164" y="814"/>
                      <a:pt x="2146" y="796"/>
                      <a:pt x="2128" y="777"/>
                    </a:cubicBezTo>
                    <a:cubicBezTo>
                      <a:pt x="2111" y="760"/>
                      <a:pt x="2094" y="741"/>
                      <a:pt x="2076" y="725"/>
                    </a:cubicBezTo>
                    <a:cubicBezTo>
                      <a:pt x="2068" y="716"/>
                      <a:pt x="2060" y="708"/>
                      <a:pt x="2052" y="700"/>
                    </a:cubicBezTo>
                    <a:cubicBezTo>
                      <a:pt x="2033" y="682"/>
                      <a:pt x="2012" y="665"/>
                      <a:pt x="1993" y="647"/>
                    </a:cubicBezTo>
                    <a:cubicBezTo>
                      <a:pt x="1974" y="628"/>
                      <a:pt x="1955" y="610"/>
                      <a:pt x="1938" y="591"/>
                    </a:cubicBezTo>
                    <a:cubicBezTo>
                      <a:pt x="1920" y="572"/>
                      <a:pt x="1904" y="552"/>
                      <a:pt x="1886" y="532"/>
                    </a:cubicBezTo>
                    <a:cubicBezTo>
                      <a:pt x="1870" y="514"/>
                      <a:pt x="1851" y="497"/>
                      <a:pt x="1833" y="479"/>
                    </a:cubicBezTo>
                    <a:cubicBezTo>
                      <a:pt x="1821" y="467"/>
                      <a:pt x="1810" y="454"/>
                      <a:pt x="1797" y="441"/>
                    </a:cubicBezTo>
                    <a:cubicBezTo>
                      <a:pt x="1785" y="429"/>
                      <a:pt x="1772" y="416"/>
                      <a:pt x="1760" y="404"/>
                    </a:cubicBezTo>
                    <a:cubicBezTo>
                      <a:pt x="1748" y="391"/>
                      <a:pt x="1737" y="378"/>
                      <a:pt x="1726" y="364"/>
                    </a:cubicBezTo>
                    <a:cubicBezTo>
                      <a:pt x="1716" y="351"/>
                      <a:pt x="1706" y="338"/>
                      <a:pt x="1696" y="325"/>
                    </a:cubicBezTo>
                    <a:cubicBezTo>
                      <a:pt x="1695" y="324"/>
                      <a:pt x="1695" y="324"/>
                      <a:pt x="1695" y="324"/>
                    </a:cubicBezTo>
                    <a:lnTo>
                      <a:pt x="1696" y="325"/>
                    </a:lnTo>
                    <a:cubicBezTo>
                      <a:pt x="1677" y="302"/>
                      <a:pt x="1657" y="279"/>
                      <a:pt x="1635" y="257"/>
                    </a:cubicBezTo>
                    <a:cubicBezTo>
                      <a:pt x="1623" y="246"/>
                      <a:pt x="1610" y="235"/>
                      <a:pt x="1597" y="225"/>
                    </a:cubicBezTo>
                    <a:cubicBezTo>
                      <a:pt x="1581" y="214"/>
                      <a:pt x="1565" y="204"/>
                      <a:pt x="1548" y="196"/>
                    </a:cubicBezTo>
                    <a:cubicBezTo>
                      <a:pt x="1534" y="187"/>
                      <a:pt x="1519" y="180"/>
                      <a:pt x="1504" y="172"/>
                    </a:cubicBezTo>
                    <a:cubicBezTo>
                      <a:pt x="1488" y="164"/>
                      <a:pt x="1473" y="156"/>
                      <a:pt x="1458" y="149"/>
                    </a:cubicBezTo>
                    <a:cubicBezTo>
                      <a:pt x="1426" y="134"/>
                      <a:pt x="1394" y="121"/>
                      <a:pt x="1361" y="108"/>
                    </a:cubicBezTo>
                    <a:cubicBezTo>
                      <a:pt x="1362" y="108"/>
                      <a:pt x="1363" y="109"/>
                      <a:pt x="1364" y="109"/>
                    </a:cubicBezTo>
                    <a:cubicBezTo>
                      <a:pt x="1342" y="101"/>
                      <a:pt x="1319" y="94"/>
                      <a:pt x="1297" y="86"/>
                    </a:cubicBezTo>
                    <a:cubicBezTo>
                      <a:pt x="1275" y="79"/>
                      <a:pt x="1252" y="71"/>
                      <a:pt x="1228" y="66"/>
                    </a:cubicBezTo>
                    <a:cubicBezTo>
                      <a:pt x="1229" y="66"/>
                      <a:pt x="1230" y="66"/>
                      <a:pt x="1231" y="66"/>
                    </a:cubicBezTo>
                    <a:cubicBezTo>
                      <a:pt x="1204" y="60"/>
                      <a:pt x="1176" y="56"/>
                      <a:pt x="1149" y="52"/>
                    </a:cubicBezTo>
                    <a:cubicBezTo>
                      <a:pt x="1121" y="47"/>
                      <a:pt x="1092" y="44"/>
                      <a:pt x="1064" y="40"/>
                    </a:cubicBezTo>
                    <a:cubicBezTo>
                      <a:pt x="1038" y="38"/>
                      <a:pt x="1010" y="36"/>
                      <a:pt x="983" y="37"/>
                    </a:cubicBezTo>
                    <a:cubicBezTo>
                      <a:pt x="963" y="38"/>
                      <a:pt x="943" y="40"/>
                      <a:pt x="922" y="43"/>
                    </a:cubicBezTo>
                    <a:cubicBezTo>
                      <a:pt x="897" y="48"/>
                      <a:pt x="871" y="53"/>
                      <a:pt x="845" y="59"/>
                    </a:cubicBezTo>
                    <a:cubicBezTo>
                      <a:pt x="832" y="62"/>
                      <a:pt x="819" y="64"/>
                      <a:pt x="806" y="68"/>
                    </a:cubicBezTo>
                    <a:cubicBezTo>
                      <a:pt x="795" y="71"/>
                      <a:pt x="782" y="74"/>
                      <a:pt x="771" y="78"/>
                    </a:cubicBezTo>
                    <a:cubicBezTo>
                      <a:pt x="758" y="81"/>
                      <a:pt x="746" y="85"/>
                      <a:pt x="733" y="88"/>
                    </a:cubicBezTo>
                    <a:cubicBezTo>
                      <a:pt x="720" y="92"/>
                      <a:pt x="707" y="95"/>
                      <a:pt x="693" y="98"/>
                    </a:cubicBezTo>
                    <a:cubicBezTo>
                      <a:pt x="668" y="103"/>
                      <a:pt x="642" y="109"/>
                      <a:pt x="617" y="115"/>
                    </a:cubicBezTo>
                    <a:cubicBezTo>
                      <a:pt x="613" y="116"/>
                      <a:pt x="609" y="118"/>
                      <a:pt x="605" y="119"/>
                    </a:cubicBezTo>
                    <a:cubicBezTo>
                      <a:pt x="590" y="124"/>
                      <a:pt x="575" y="130"/>
                      <a:pt x="561" y="136"/>
                    </a:cubicBezTo>
                    <a:cubicBezTo>
                      <a:pt x="543" y="144"/>
                      <a:pt x="526" y="153"/>
                      <a:pt x="509" y="162"/>
                    </a:cubicBezTo>
                    <a:cubicBezTo>
                      <a:pt x="490" y="172"/>
                      <a:pt x="472" y="182"/>
                      <a:pt x="454" y="193"/>
                    </a:cubicBezTo>
                    <a:cubicBezTo>
                      <a:pt x="439" y="202"/>
                      <a:pt x="425" y="212"/>
                      <a:pt x="409" y="222"/>
                    </a:cubicBezTo>
                    <a:cubicBezTo>
                      <a:pt x="394" y="232"/>
                      <a:pt x="377" y="241"/>
                      <a:pt x="361" y="249"/>
                    </a:cubicBezTo>
                    <a:cubicBezTo>
                      <a:pt x="344" y="257"/>
                      <a:pt x="326" y="265"/>
                      <a:pt x="309" y="274"/>
                    </a:cubicBezTo>
                    <a:cubicBezTo>
                      <a:pt x="292" y="282"/>
                      <a:pt x="275" y="292"/>
                      <a:pt x="259" y="302"/>
                    </a:cubicBezTo>
                    <a:cubicBezTo>
                      <a:pt x="240" y="314"/>
                      <a:pt x="221" y="326"/>
                      <a:pt x="203" y="339"/>
                    </a:cubicBezTo>
                    <a:cubicBezTo>
                      <a:pt x="183" y="352"/>
                      <a:pt x="165" y="367"/>
                      <a:pt x="146" y="381"/>
                    </a:cubicBezTo>
                    <a:cubicBezTo>
                      <a:pt x="129" y="395"/>
                      <a:pt x="111" y="409"/>
                      <a:pt x="94" y="423"/>
                    </a:cubicBezTo>
                    <a:cubicBezTo>
                      <a:pt x="85" y="429"/>
                      <a:pt x="76" y="436"/>
                      <a:pt x="67" y="442"/>
                    </a:cubicBezTo>
                    <a:cubicBezTo>
                      <a:pt x="58" y="448"/>
                      <a:pt x="49" y="454"/>
                      <a:pt x="41" y="461"/>
                    </a:cubicBezTo>
                    <a:cubicBezTo>
                      <a:pt x="39" y="462"/>
                      <a:pt x="38" y="464"/>
                      <a:pt x="36" y="465"/>
                    </a:cubicBezTo>
                    <a:cubicBezTo>
                      <a:pt x="32" y="473"/>
                      <a:pt x="21" y="476"/>
                      <a:pt x="13" y="473"/>
                    </a:cubicBezTo>
                    <a:cubicBezTo>
                      <a:pt x="5" y="469"/>
                      <a:pt x="0" y="458"/>
                      <a:pt x="4" y="450"/>
                    </a:cubicBezTo>
                    <a:cubicBezTo>
                      <a:pt x="7" y="444"/>
                      <a:pt x="12" y="440"/>
                      <a:pt x="17" y="436"/>
                    </a:cubicBezTo>
                    <a:cubicBezTo>
                      <a:pt x="21" y="432"/>
                      <a:pt x="24" y="429"/>
                      <a:pt x="28" y="426"/>
                    </a:cubicBezTo>
                    <a:cubicBezTo>
                      <a:pt x="37" y="420"/>
                      <a:pt x="45" y="415"/>
                      <a:pt x="54" y="409"/>
                    </a:cubicBezTo>
                    <a:cubicBezTo>
                      <a:pt x="70" y="397"/>
                      <a:pt x="86" y="384"/>
                      <a:pt x="102" y="372"/>
                    </a:cubicBezTo>
                    <a:cubicBezTo>
                      <a:pt x="144" y="338"/>
                      <a:pt x="187" y="306"/>
                      <a:pt x="232" y="277"/>
                    </a:cubicBezTo>
                    <a:cubicBezTo>
                      <a:pt x="255" y="263"/>
                      <a:pt x="278" y="249"/>
                      <a:pt x="302" y="238"/>
                    </a:cubicBezTo>
                    <a:cubicBezTo>
                      <a:pt x="326" y="226"/>
                      <a:pt x="351" y="215"/>
                      <a:pt x="374" y="202"/>
                    </a:cubicBezTo>
                    <a:cubicBezTo>
                      <a:pt x="377" y="200"/>
                      <a:pt x="381" y="197"/>
                      <a:pt x="386" y="195"/>
                    </a:cubicBezTo>
                    <a:cubicBezTo>
                      <a:pt x="397" y="188"/>
                      <a:pt x="408" y="180"/>
                      <a:pt x="418" y="173"/>
                    </a:cubicBezTo>
                    <a:cubicBezTo>
                      <a:pt x="429" y="166"/>
                      <a:pt x="440" y="159"/>
                      <a:pt x="451" y="152"/>
                    </a:cubicBezTo>
                    <a:cubicBezTo>
                      <a:pt x="473" y="140"/>
                      <a:pt x="496" y="129"/>
                      <a:pt x="518" y="117"/>
                    </a:cubicBezTo>
                    <a:cubicBezTo>
                      <a:pt x="541" y="105"/>
                      <a:pt x="563" y="94"/>
                      <a:pt x="587" y="87"/>
                    </a:cubicBezTo>
                    <a:cubicBezTo>
                      <a:pt x="612" y="79"/>
                      <a:pt x="638" y="73"/>
                      <a:pt x="663" y="67"/>
                    </a:cubicBezTo>
                    <a:cubicBezTo>
                      <a:pt x="685" y="63"/>
                      <a:pt x="707" y="58"/>
                      <a:pt x="728" y="52"/>
                    </a:cubicBezTo>
                    <a:cubicBezTo>
                      <a:pt x="749" y="46"/>
                      <a:pt x="769" y="41"/>
                      <a:pt x="789" y="35"/>
                    </a:cubicBezTo>
                    <a:cubicBezTo>
                      <a:pt x="810" y="29"/>
                      <a:pt x="831" y="24"/>
                      <a:pt x="852" y="20"/>
                    </a:cubicBezTo>
                    <a:cubicBezTo>
                      <a:pt x="873" y="15"/>
                      <a:pt x="894" y="10"/>
                      <a:pt x="916" y="7"/>
                    </a:cubicBezTo>
                    <a:cubicBezTo>
                      <a:pt x="915" y="7"/>
                      <a:pt x="915" y="7"/>
                      <a:pt x="915" y="7"/>
                    </a:cubicBezTo>
                    <a:cubicBezTo>
                      <a:pt x="942" y="2"/>
                      <a:pt x="969" y="1"/>
                      <a:pt x="996" y="0"/>
                    </a:cubicBezTo>
                    <a:cubicBezTo>
                      <a:pt x="1010" y="0"/>
                      <a:pt x="1022" y="1"/>
                      <a:pt x="1035" y="2"/>
                    </a:cubicBezTo>
                    <a:cubicBezTo>
                      <a:pt x="1048" y="2"/>
                      <a:pt x="1061" y="3"/>
                      <a:pt x="1075" y="4"/>
                    </a:cubicBezTo>
                    <a:cubicBezTo>
                      <a:pt x="1102" y="7"/>
                      <a:pt x="1128" y="11"/>
                      <a:pt x="1155" y="15"/>
                    </a:cubicBezTo>
                    <a:cubicBezTo>
                      <a:pt x="1180" y="19"/>
                      <a:pt x="1207" y="23"/>
                      <a:pt x="1232" y="28"/>
                    </a:cubicBezTo>
                    <a:cubicBezTo>
                      <a:pt x="1257" y="33"/>
                      <a:pt x="1282" y="41"/>
                      <a:pt x="1306" y="49"/>
                    </a:cubicBezTo>
                    <a:cubicBezTo>
                      <a:pt x="1331" y="57"/>
                      <a:pt x="1356" y="66"/>
                      <a:pt x="1381" y="75"/>
                    </a:cubicBezTo>
                    <a:cubicBezTo>
                      <a:pt x="1405" y="84"/>
                      <a:pt x="1428" y="94"/>
                      <a:pt x="1452" y="105"/>
                    </a:cubicBezTo>
                    <a:cubicBezTo>
                      <a:pt x="1476" y="115"/>
                      <a:pt x="1499" y="126"/>
                      <a:pt x="1522" y="138"/>
                    </a:cubicBezTo>
                    <a:cubicBezTo>
                      <a:pt x="1545" y="151"/>
                      <a:pt x="1568" y="162"/>
                      <a:pt x="1591" y="175"/>
                    </a:cubicBezTo>
                    <a:cubicBezTo>
                      <a:pt x="1613" y="188"/>
                      <a:pt x="1634" y="204"/>
                      <a:pt x="1653" y="222"/>
                    </a:cubicBezTo>
                    <a:cubicBezTo>
                      <a:pt x="1692" y="258"/>
                      <a:pt x="1725" y="300"/>
                      <a:pt x="1758" y="342"/>
                    </a:cubicBezTo>
                    <a:cubicBezTo>
                      <a:pt x="1762" y="347"/>
                      <a:pt x="1765" y="352"/>
                      <a:pt x="1769" y="356"/>
                    </a:cubicBezTo>
                    <a:cubicBezTo>
                      <a:pt x="1786" y="376"/>
                      <a:pt x="1805" y="395"/>
                      <a:pt x="1823" y="413"/>
                    </a:cubicBezTo>
                    <a:cubicBezTo>
                      <a:pt x="1842" y="432"/>
                      <a:pt x="1859" y="451"/>
                      <a:pt x="1878" y="469"/>
                    </a:cubicBezTo>
                    <a:cubicBezTo>
                      <a:pt x="1896" y="486"/>
                      <a:pt x="1913" y="504"/>
                      <a:pt x="1930" y="523"/>
                    </a:cubicBezTo>
                    <a:cubicBezTo>
                      <a:pt x="1946" y="542"/>
                      <a:pt x="1962" y="562"/>
                      <a:pt x="1980" y="580"/>
                    </a:cubicBezTo>
                    <a:cubicBezTo>
                      <a:pt x="1990" y="591"/>
                      <a:pt x="2000" y="600"/>
                      <a:pt x="2010" y="610"/>
                    </a:cubicBezTo>
                    <a:cubicBezTo>
                      <a:pt x="2029" y="628"/>
                      <a:pt x="2050" y="646"/>
                      <a:pt x="2069" y="664"/>
                    </a:cubicBezTo>
                    <a:cubicBezTo>
                      <a:pt x="2088" y="681"/>
                      <a:pt x="2106" y="700"/>
                      <a:pt x="2124" y="718"/>
                    </a:cubicBezTo>
                    <a:cubicBezTo>
                      <a:pt x="2142" y="736"/>
                      <a:pt x="2160" y="754"/>
                      <a:pt x="2177" y="772"/>
                    </a:cubicBezTo>
                    <a:cubicBezTo>
                      <a:pt x="2195" y="791"/>
                      <a:pt x="2213" y="809"/>
                      <a:pt x="2231" y="828"/>
                    </a:cubicBezTo>
                    <a:cubicBezTo>
                      <a:pt x="2237" y="834"/>
                      <a:pt x="2243" y="841"/>
                      <a:pt x="2249" y="848"/>
                    </a:cubicBezTo>
                    <a:cubicBezTo>
                      <a:pt x="2260" y="858"/>
                      <a:pt x="2273" y="867"/>
                      <a:pt x="2284" y="875"/>
                    </a:cubicBezTo>
                    <a:lnTo>
                      <a:pt x="2283" y="874"/>
                    </a:lnTo>
                    <a:cubicBezTo>
                      <a:pt x="2319" y="900"/>
                      <a:pt x="2357" y="924"/>
                      <a:pt x="2394" y="949"/>
                    </a:cubicBezTo>
                    <a:cubicBezTo>
                      <a:pt x="2411" y="961"/>
                      <a:pt x="2429" y="972"/>
                      <a:pt x="2446" y="984"/>
                    </a:cubicBezTo>
                    <a:cubicBezTo>
                      <a:pt x="2464" y="995"/>
                      <a:pt x="2481" y="1007"/>
                      <a:pt x="2499" y="1017"/>
                    </a:cubicBezTo>
                    <a:cubicBezTo>
                      <a:pt x="2526" y="1031"/>
                      <a:pt x="2554" y="1042"/>
                      <a:pt x="2582" y="1053"/>
                    </a:cubicBezTo>
                    <a:cubicBezTo>
                      <a:pt x="2590" y="1056"/>
                      <a:pt x="2598" y="1058"/>
                      <a:pt x="2607" y="1061"/>
                    </a:cubicBezTo>
                    <a:cubicBezTo>
                      <a:pt x="2617" y="1063"/>
                      <a:pt x="2623" y="1075"/>
                      <a:pt x="2620" y="1085"/>
                    </a:cubicBezTo>
                    <a:cubicBezTo>
                      <a:pt x="2617" y="1094"/>
                      <a:pt x="2609" y="1099"/>
                      <a:pt x="2601" y="1099"/>
                    </a:cubicBezTo>
                    <a:cubicBezTo>
                      <a:pt x="2599" y="1099"/>
                      <a:pt x="2597" y="1099"/>
                      <a:pt x="2596" y="109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817" name="Google Shape;1817;p19"/>
            <p:cNvGrpSpPr/>
            <p:nvPr/>
          </p:nvGrpSpPr>
          <p:grpSpPr>
            <a:xfrm>
              <a:off x="-745276" y="4092386"/>
              <a:ext cx="1352996" cy="945625"/>
              <a:chOff x="2379960" y="470880"/>
              <a:chExt cx="628920" cy="439560"/>
            </a:xfrm>
          </p:grpSpPr>
          <p:sp>
            <p:nvSpPr>
              <p:cNvPr id="1818" name="Google Shape;1818;p19"/>
              <p:cNvSpPr/>
              <p:nvPr/>
            </p:nvSpPr>
            <p:spPr>
              <a:xfrm>
                <a:off x="2415600" y="493920"/>
                <a:ext cx="28800" cy="68400"/>
              </a:xfrm>
              <a:custGeom>
                <a:avLst/>
                <a:gdLst/>
                <a:ahLst/>
                <a:cxnLst/>
                <a:rect l="l" t="t" r="r" b="b"/>
                <a:pathLst>
                  <a:path w="80" h="190" extrusionOk="0">
                    <a:moveTo>
                      <a:pt x="58" y="181"/>
                    </a:moveTo>
                    <a:cubicBezTo>
                      <a:pt x="55" y="171"/>
                      <a:pt x="52" y="161"/>
                      <a:pt x="49" y="150"/>
                    </a:cubicBezTo>
                    <a:cubicBezTo>
                      <a:pt x="47" y="142"/>
                      <a:pt x="44" y="133"/>
                      <a:pt x="41" y="125"/>
                    </a:cubicBezTo>
                    <a:cubicBezTo>
                      <a:pt x="38" y="117"/>
                      <a:pt x="35" y="109"/>
                      <a:pt x="32" y="101"/>
                    </a:cubicBezTo>
                    <a:cubicBezTo>
                      <a:pt x="28" y="92"/>
                      <a:pt x="24" y="83"/>
                      <a:pt x="21" y="74"/>
                    </a:cubicBezTo>
                    <a:cubicBezTo>
                      <a:pt x="17" y="65"/>
                      <a:pt x="13" y="56"/>
                      <a:pt x="10" y="46"/>
                    </a:cubicBezTo>
                    <a:cubicBezTo>
                      <a:pt x="8" y="42"/>
                      <a:pt x="7" y="37"/>
                      <a:pt x="5" y="32"/>
                    </a:cubicBezTo>
                    <a:cubicBezTo>
                      <a:pt x="4" y="27"/>
                      <a:pt x="3" y="23"/>
                      <a:pt x="1" y="17"/>
                    </a:cubicBezTo>
                    <a:cubicBezTo>
                      <a:pt x="0" y="13"/>
                      <a:pt x="2" y="7"/>
                      <a:pt x="5" y="4"/>
                    </a:cubicBezTo>
                    <a:cubicBezTo>
                      <a:pt x="9" y="0"/>
                      <a:pt x="14" y="0"/>
                      <a:pt x="19" y="2"/>
                    </a:cubicBezTo>
                    <a:cubicBezTo>
                      <a:pt x="21" y="3"/>
                      <a:pt x="23" y="5"/>
                      <a:pt x="24" y="6"/>
                    </a:cubicBezTo>
                    <a:cubicBezTo>
                      <a:pt x="26" y="9"/>
                      <a:pt x="28" y="11"/>
                      <a:pt x="29" y="14"/>
                    </a:cubicBezTo>
                    <a:cubicBezTo>
                      <a:pt x="31" y="16"/>
                      <a:pt x="32" y="19"/>
                      <a:pt x="33" y="21"/>
                    </a:cubicBezTo>
                    <a:cubicBezTo>
                      <a:pt x="35" y="25"/>
                      <a:pt x="38" y="30"/>
                      <a:pt x="40" y="35"/>
                    </a:cubicBezTo>
                    <a:cubicBezTo>
                      <a:pt x="45" y="44"/>
                      <a:pt x="50" y="52"/>
                      <a:pt x="55" y="61"/>
                    </a:cubicBezTo>
                    <a:cubicBezTo>
                      <a:pt x="56" y="64"/>
                      <a:pt x="57" y="66"/>
                      <a:pt x="56" y="69"/>
                    </a:cubicBezTo>
                    <a:cubicBezTo>
                      <a:pt x="56" y="72"/>
                      <a:pt x="54" y="74"/>
                      <a:pt x="51" y="76"/>
                    </a:cubicBezTo>
                    <a:cubicBezTo>
                      <a:pt x="49" y="77"/>
                      <a:pt x="46" y="78"/>
                      <a:pt x="43" y="77"/>
                    </a:cubicBezTo>
                    <a:cubicBezTo>
                      <a:pt x="48" y="89"/>
                      <a:pt x="53" y="100"/>
                      <a:pt x="57" y="112"/>
                    </a:cubicBezTo>
                    <a:cubicBezTo>
                      <a:pt x="65" y="133"/>
                      <a:pt x="71" y="154"/>
                      <a:pt x="78" y="175"/>
                    </a:cubicBezTo>
                    <a:cubicBezTo>
                      <a:pt x="79" y="180"/>
                      <a:pt x="77" y="186"/>
                      <a:pt x="71" y="188"/>
                    </a:cubicBezTo>
                    <a:cubicBezTo>
                      <a:pt x="70" y="188"/>
                      <a:pt x="69" y="189"/>
                      <a:pt x="68" y="189"/>
                    </a:cubicBezTo>
                    <a:cubicBezTo>
                      <a:pt x="64" y="189"/>
                      <a:pt x="59" y="185"/>
                      <a:pt x="58" y="1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9" name="Google Shape;1819;p19"/>
              <p:cNvSpPr/>
              <p:nvPr/>
            </p:nvSpPr>
            <p:spPr>
              <a:xfrm>
                <a:off x="2414520" y="490680"/>
                <a:ext cx="60840" cy="6804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89" extrusionOk="0">
                    <a:moveTo>
                      <a:pt x="4" y="185"/>
                    </a:moveTo>
                    <a:cubicBezTo>
                      <a:pt x="0" y="181"/>
                      <a:pt x="0" y="174"/>
                      <a:pt x="4" y="170"/>
                    </a:cubicBezTo>
                    <a:cubicBezTo>
                      <a:pt x="11" y="163"/>
                      <a:pt x="18" y="154"/>
                      <a:pt x="25" y="147"/>
                    </a:cubicBezTo>
                    <a:cubicBezTo>
                      <a:pt x="39" y="129"/>
                      <a:pt x="54" y="111"/>
                      <a:pt x="68" y="92"/>
                    </a:cubicBezTo>
                    <a:cubicBezTo>
                      <a:pt x="74" y="83"/>
                      <a:pt x="81" y="74"/>
                      <a:pt x="88" y="65"/>
                    </a:cubicBezTo>
                    <a:cubicBezTo>
                      <a:pt x="92" y="61"/>
                      <a:pt x="95" y="56"/>
                      <a:pt x="98" y="52"/>
                    </a:cubicBezTo>
                    <a:cubicBezTo>
                      <a:pt x="102" y="47"/>
                      <a:pt x="106" y="43"/>
                      <a:pt x="110" y="38"/>
                    </a:cubicBezTo>
                    <a:cubicBezTo>
                      <a:pt x="114" y="33"/>
                      <a:pt x="119" y="28"/>
                      <a:pt x="123" y="23"/>
                    </a:cubicBezTo>
                    <a:cubicBezTo>
                      <a:pt x="131" y="15"/>
                      <a:pt x="140" y="7"/>
                      <a:pt x="151" y="2"/>
                    </a:cubicBezTo>
                    <a:cubicBezTo>
                      <a:pt x="156" y="0"/>
                      <a:pt x="163" y="2"/>
                      <a:pt x="165" y="8"/>
                    </a:cubicBezTo>
                    <a:cubicBezTo>
                      <a:pt x="168" y="13"/>
                      <a:pt x="165" y="20"/>
                      <a:pt x="159" y="22"/>
                    </a:cubicBezTo>
                    <a:cubicBezTo>
                      <a:pt x="158" y="22"/>
                      <a:pt x="157" y="23"/>
                      <a:pt x="156" y="23"/>
                    </a:cubicBezTo>
                    <a:cubicBezTo>
                      <a:pt x="155" y="24"/>
                      <a:pt x="154" y="25"/>
                      <a:pt x="152" y="26"/>
                    </a:cubicBezTo>
                    <a:cubicBezTo>
                      <a:pt x="149" y="28"/>
                      <a:pt x="147" y="30"/>
                      <a:pt x="145" y="32"/>
                    </a:cubicBezTo>
                    <a:cubicBezTo>
                      <a:pt x="137" y="39"/>
                      <a:pt x="131" y="46"/>
                      <a:pt x="124" y="53"/>
                    </a:cubicBezTo>
                    <a:cubicBezTo>
                      <a:pt x="117" y="62"/>
                      <a:pt x="109" y="72"/>
                      <a:pt x="102" y="81"/>
                    </a:cubicBezTo>
                    <a:cubicBezTo>
                      <a:pt x="96" y="89"/>
                      <a:pt x="89" y="97"/>
                      <a:pt x="83" y="106"/>
                    </a:cubicBezTo>
                    <a:cubicBezTo>
                      <a:pt x="68" y="125"/>
                      <a:pt x="54" y="143"/>
                      <a:pt x="39" y="161"/>
                    </a:cubicBezTo>
                    <a:cubicBezTo>
                      <a:pt x="34" y="168"/>
                      <a:pt x="29" y="174"/>
                      <a:pt x="24" y="180"/>
                    </a:cubicBezTo>
                    <a:cubicBezTo>
                      <a:pt x="22" y="181"/>
                      <a:pt x="21" y="183"/>
                      <a:pt x="20" y="185"/>
                    </a:cubicBezTo>
                    <a:cubicBezTo>
                      <a:pt x="18" y="187"/>
                      <a:pt x="15" y="188"/>
                      <a:pt x="12" y="188"/>
                    </a:cubicBezTo>
                    <a:cubicBezTo>
                      <a:pt x="9" y="188"/>
                      <a:pt x="6" y="187"/>
                      <a:pt x="4" y="18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0" name="Google Shape;1820;p19"/>
              <p:cNvSpPr/>
              <p:nvPr/>
            </p:nvSpPr>
            <p:spPr>
              <a:xfrm>
                <a:off x="2472120" y="523080"/>
                <a:ext cx="2772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77" h="31" extrusionOk="0">
                    <a:moveTo>
                      <a:pt x="7" y="27"/>
                    </a:moveTo>
                    <a:cubicBezTo>
                      <a:pt x="5" y="25"/>
                      <a:pt x="2" y="23"/>
                      <a:pt x="1" y="21"/>
                    </a:cubicBezTo>
                    <a:cubicBezTo>
                      <a:pt x="0" y="18"/>
                      <a:pt x="0" y="14"/>
                      <a:pt x="1" y="11"/>
                    </a:cubicBezTo>
                    <a:cubicBezTo>
                      <a:pt x="5" y="2"/>
                      <a:pt x="16" y="3"/>
                      <a:pt x="24" y="4"/>
                    </a:cubicBezTo>
                    <a:cubicBezTo>
                      <a:pt x="27" y="4"/>
                      <a:pt x="30" y="5"/>
                      <a:pt x="31" y="7"/>
                    </a:cubicBezTo>
                    <a:cubicBezTo>
                      <a:pt x="32" y="7"/>
                      <a:pt x="33" y="7"/>
                      <a:pt x="33" y="7"/>
                    </a:cubicBezTo>
                    <a:cubicBezTo>
                      <a:pt x="41" y="6"/>
                      <a:pt x="49" y="4"/>
                      <a:pt x="57" y="2"/>
                    </a:cubicBezTo>
                    <a:cubicBezTo>
                      <a:pt x="59" y="2"/>
                      <a:pt x="61" y="2"/>
                      <a:pt x="62" y="1"/>
                    </a:cubicBezTo>
                    <a:cubicBezTo>
                      <a:pt x="68" y="0"/>
                      <a:pt x="73" y="3"/>
                      <a:pt x="75" y="9"/>
                    </a:cubicBezTo>
                    <a:cubicBezTo>
                      <a:pt x="76" y="11"/>
                      <a:pt x="76" y="14"/>
                      <a:pt x="75" y="17"/>
                    </a:cubicBezTo>
                    <a:cubicBezTo>
                      <a:pt x="73" y="20"/>
                      <a:pt x="70" y="21"/>
                      <a:pt x="67" y="22"/>
                    </a:cubicBezTo>
                    <a:cubicBezTo>
                      <a:pt x="59" y="23"/>
                      <a:pt x="52" y="25"/>
                      <a:pt x="45" y="26"/>
                    </a:cubicBezTo>
                    <a:cubicBezTo>
                      <a:pt x="39" y="27"/>
                      <a:pt x="33" y="28"/>
                      <a:pt x="27" y="29"/>
                    </a:cubicBezTo>
                    <a:cubicBezTo>
                      <a:pt x="25" y="29"/>
                      <a:pt x="22" y="30"/>
                      <a:pt x="20" y="30"/>
                    </a:cubicBezTo>
                    <a:cubicBezTo>
                      <a:pt x="15" y="30"/>
                      <a:pt x="10" y="28"/>
                      <a:pt x="7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1" name="Google Shape;1821;p19"/>
              <p:cNvSpPr/>
              <p:nvPr/>
            </p:nvSpPr>
            <p:spPr>
              <a:xfrm>
                <a:off x="2459520" y="536760"/>
                <a:ext cx="36360" cy="22320"/>
              </a:xfrm>
              <a:custGeom>
                <a:avLst/>
                <a:gdLst/>
                <a:ahLst/>
                <a:cxnLst/>
                <a:rect l="l" t="t" r="r" b="b"/>
                <a:pathLst>
                  <a:path w="101" h="62" extrusionOk="0">
                    <a:moveTo>
                      <a:pt x="9" y="61"/>
                    </a:moveTo>
                    <a:cubicBezTo>
                      <a:pt x="3" y="59"/>
                      <a:pt x="0" y="53"/>
                      <a:pt x="2" y="47"/>
                    </a:cubicBezTo>
                    <a:cubicBezTo>
                      <a:pt x="3" y="42"/>
                      <a:pt x="8" y="39"/>
                      <a:pt x="13" y="39"/>
                    </a:cubicBezTo>
                    <a:lnTo>
                      <a:pt x="14" y="39"/>
                    </a:lnTo>
                    <a:cubicBezTo>
                      <a:pt x="13" y="39"/>
                      <a:pt x="13" y="39"/>
                      <a:pt x="13" y="39"/>
                    </a:cubicBezTo>
                    <a:cubicBezTo>
                      <a:pt x="17" y="37"/>
                      <a:pt x="21" y="35"/>
                      <a:pt x="24" y="33"/>
                    </a:cubicBezTo>
                    <a:cubicBezTo>
                      <a:pt x="44" y="23"/>
                      <a:pt x="64" y="12"/>
                      <a:pt x="83" y="2"/>
                    </a:cubicBezTo>
                    <a:cubicBezTo>
                      <a:pt x="88" y="0"/>
                      <a:pt x="94" y="0"/>
                      <a:pt x="97" y="5"/>
                    </a:cubicBezTo>
                    <a:cubicBezTo>
                      <a:pt x="100" y="10"/>
                      <a:pt x="98" y="17"/>
                      <a:pt x="94" y="19"/>
                    </a:cubicBezTo>
                    <a:cubicBezTo>
                      <a:pt x="82" y="26"/>
                      <a:pt x="69" y="33"/>
                      <a:pt x="57" y="40"/>
                    </a:cubicBezTo>
                    <a:cubicBezTo>
                      <a:pt x="52" y="43"/>
                      <a:pt x="46" y="46"/>
                      <a:pt x="41" y="49"/>
                    </a:cubicBezTo>
                    <a:cubicBezTo>
                      <a:pt x="37" y="52"/>
                      <a:pt x="32" y="54"/>
                      <a:pt x="28" y="56"/>
                    </a:cubicBezTo>
                    <a:cubicBezTo>
                      <a:pt x="23" y="58"/>
                      <a:pt x="18" y="61"/>
                      <a:pt x="13" y="61"/>
                    </a:cubicBezTo>
                    <a:cubicBezTo>
                      <a:pt x="12" y="61"/>
                      <a:pt x="10" y="61"/>
                      <a:pt x="9" y="6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2" name="Google Shape;1822;p19"/>
              <p:cNvSpPr/>
              <p:nvPr/>
            </p:nvSpPr>
            <p:spPr>
              <a:xfrm>
                <a:off x="2504520" y="489600"/>
                <a:ext cx="55440" cy="85680"/>
              </a:xfrm>
              <a:custGeom>
                <a:avLst/>
                <a:gdLst/>
                <a:ahLst/>
                <a:cxnLst/>
                <a:rect l="l" t="t" r="r" b="b"/>
                <a:pathLst>
                  <a:path w="154" h="238" extrusionOk="0">
                    <a:moveTo>
                      <a:pt x="2" y="229"/>
                    </a:moveTo>
                    <a:cubicBezTo>
                      <a:pt x="2" y="227"/>
                      <a:pt x="1" y="226"/>
                      <a:pt x="1" y="224"/>
                    </a:cubicBezTo>
                    <a:cubicBezTo>
                      <a:pt x="0" y="222"/>
                      <a:pt x="1" y="220"/>
                      <a:pt x="2" y="218"/>
                    </a:cubicBezTo>
                    <a:cubicBezTo>
                      <a:pt x="2" y="214"/>
                      <a:pt x="5" y="210"/>
                      <a:pt x="6" y="207"/>
                    </a:cubicBezTo>
                    <a:cubicBezTo>
                      <a:pt x="9" y="204"/>
                      <a:pt x="11" y="201"/>
                      <a:pt x="13" y="198"/>
                    </a:cubicBezTo>
                    <a:cubicBezTo>
                      <a:pt x="16" y="195"/>
                      <a:pt x="18" y="192"/>
                      <a:pt x="21" y="189"/>
                    </a:cubicBezTo>
                    <a:cubicBezTo>
                      <a:pt x="27" y="183"/>
                      <a:pt x="33" y="177"/>
                      <a:pt x="39" y="171"/>
                    </a:cubicBezTo>
                    <a:cubicBezTo>
                      <a:pt x="45" y="165"/>
                      <a:pt x="53" y="161"/>
                      <a:pt x="60" y="157"/>
                    </a:cubicBezTo>
                    <a:cubicBezTo>
                      <a:pt x="61" y="157"/>
                      <a:pt x="62" y="156"/>
                      <a:pt x="62" y="156"/>
                    </a:cubicBezTo>
                    <a:cubicBezTo>
                      <a:pt x="65" y="153"/>
                      <a:pt x="67" y="150"/>
                      <a:pt x="69" y="147"/>
                    </a:cubicBezTo>
                    <a:cubicBezTo>
                      <a:pt x="72" y="143"/>
                      <a:pt x="74" y="139"/>
                      <a:pt x="77" y="136"/>
                    </a:cubicBezTo>
                    <a:cubicBezTo>
                      <a:pt x="79" y="133"/>
                      <a:pt x="81" y="131"/>
                      <a:pt x="83" y="128"/>
                    </a:cubicBezTo>
                    <a:cubicBezTo>
                      <a:pt x="87" y="121"/>
                      <a:pt x="91" y="116"/>
                      <a:pt x="95" y="109"/>
                    </a:cubicBezTo>
                    <a:cubicBezTo>
                      <a:pt x="105" y="94"/>
                      <a:pt x="114" y="79"/>
                      <a:pt x="122" y="63"/>
                    </a:cubicBezTo>
                    <a:cubicBezTo>
                      <a:pt x="122" y="63"/>
                      <a:pt x="122" y="64"/>
                      <a:pt x="121" y="64"/>
                    </a:cubicBezTo>
                    <a:cubicBezTo>
                      <a:pt x="122" y="64"/>
                      <a:pt x="122" y="63"/>
                      <a:pt x="122" y="63"/>
                    </a:cubicBezTo>
                    <a:cubicBezTo>
                      <a:pt x="124" y="58"/>
                      <a:pt x="126" y="53"/>
                      <a:pt x="128" y="47"/>
                    </a:cubicBezTo>
                    <a:cubicBezTo>
                      <a:pt x="129" y="43"/>
                      <a:pt x="130" y="40"/>
                      <a:pt x="131" y="36"/>
                    </a:cubicBezTo>
                    <a:cubicBezTo>
                      <a:pt x="132" y="33"/>
                      <a:pt x="132" y="30"/>
                      <a:pt x="132" y="26"/>
                    </a:cubicBezTo>
                    <a:cubicBezTo>
                      <a:pt x="132" y="26"/>
                      <a:pt x="132" y="25"/>
                      <a:pt x="132" y="24"/>
                    </a:cubicBezTo>
                    <a:cubicBezTo>
                      <a:pt x="132" y="24"/>
                      <a:pt x="132" y="23"/>
                      <a:pt x="132" y="22"/>
                    </a:cubicBezTo>
                    <a:cubicBezTo>
                      <a:pt x="131" y="23"/>
                      <a:pt x="131" y="24"/>
                      <a:pt x="130" y="24"/>
                    </a:cubicBezTo>
                    <a:cubicBezTo>
                      <a:pt x="129" y="25"/>
                      <a:pt x="128" y="26"/>
                      <a:pt x="127" y="28"/>
                    </a:cubicBezTo>
                    <a:cubicBezTo>
                      <a:pt x="125" y="30"/>
                      <a:pt x="123" y="32"/>
                      <a:pt x="121" y="35"/>
                    </a:cubicBezTo>
                    <a:cubicBezTo>
                      <a:pt x="119" y="37"/>
                      <a:pt x="118" y="39"/>
                      <a:pt x="117" y="42"/>
                    </a:cubicBezTo>
                    <a:cubicBezTo>
                      <a:pt x="119" y="43"/>
                      <a:pt x="120" y="46"/>
                      <a:pt x="121" y="48"/>
                    </a:cubicBezTo>
                    <a:cubicBezTo>
                      <a:pt x="122" y="54"/>
                      <a:pt x="118" y="60"/>
                      <a:pt x="112" y="61"/>
                    </a:cubicBezTo>
                    <a:cubicBezTo>
                      <a:pt x="108" y="61"/>
                      <a:pt x="104" y="61"/>
                      <a:pt x="101" y="58"/>
                    </a:cubicBezTo>
                    <a:cubicBezTo>
                      <a:pt x="99" y="57"/>
                      <a:pt x="97" y="55"/>
                      <a:pt x="96" y="53"/>
                    </a:cubicBezTo>
                    <a:cubicBezTo>
                      <a:pt x="95" y="50"/>
                      <a:pt x="95" y="47"/>
                      <a:pt x="95" y="43"/>
                    </a:cubicBezTo>
                    <a:cubicBezTo>
                      <a:pt x="95" y="39"/>
                      <a:pt x="98" y="33"/>
                      <a:pt x="100" y="29"/>
                    </a:cubicBezTo>
                    <a:cubicBezTo>
                      <a:pt x="101" y="27"/>
                      <a:pt x="103" y="25"/>
                      <a:pt x="104" y="22"/>
                    </a:cubicBezTo>
                    <a:cubicBezTo>
                      <a:pt x="108" y="17"/>
                      <a:pt x="112" y="12"/>
                      <a:pt x="116" y="7"/>
                    </a:cubicBezTo>
                    <a:cubicBezTo>
                      <a:pt x="120" y="4"/>
                      <a:pt x="126" y="0"/>
                      <a:pt x="132" y="0"/>
                    </a:cubicBezTo>
                    <a:cubicBezTo>
                      <a:pt x="139" y="0"/>
                      <a:pt x="145" y="3"/>
                      <a:pt x="148" y="8"/>
                    </a:cubicBezTo>
                    <a:cubicBezTo>
                      <a:pt x="152" y="14"/>
                      <a:pt x="153" y="20"/>
                      <a:pt x="153" y="26"/>
                    </a:cubicBezTo>
                    <a:cubicBezTo>
                      <a:pt x="153" y="34"/>
                      <a:pt x="151" y="42"/>
                      <a:pt x="149" y="49"/>
                    </a:cubicBezTo>
                    <a:cubicBezTo>
                      <a:pt x="145" y="64"/>
                      <a:pt x="137" y="77"/>
                      <a:pt x="130" y="91"/>
                    </a:cubicBezTo>
                    <a:cubicBezTo>
                      <a:pt x="126" y="97"/>
                      <a:pt x="122" y="103"/>
                      <a:pt x="119" y="109"/>
                    </a:cubicBezTo>
                    <a:cubicBezTo>
                      <a:pt x="116" y="113"/>
                      <a:pt x="113" y="117"/>
                      <a:pt x="111" y="121"/>
                    </a:cubicBezTo>
                    <a:cubicBezTo>
                      <a:pt x="107" y="127"/>
                      <a:pt x="103" y="133"/>
                      <a:pt x="99" y="139"/>
                    </a:cubicBezTo>
                    <a:cubicBezTo>
                      <a:pt x="96" y="143"/>
                      <a:pt x="93" y="147"/>
                      <a:pt x="90" y="152"/>
                    </a:cubicBezTo>
                    <a:cubicBezTo>
                      <a:pt x="95" y="152"/>
                      <a:pt x="101" y="155"/>
                      <a:pt x="106" y="157"/>
                    </a:cubicBezTo>
                    <a:cubicBezTo>
                      <a:pt x="113" y="160"/>
                      <a:pt x="119" y="165"/>
                      <a:pt x="125" y="170"/>
                    </a:cubicBezTo>
                    <a:cubicBezTo>
                      <a:pt x="129" y="174"/>
                      <a:pt x="132" y="179"/>
                      <a:pt x="134" y="184"/>
                    </a:cubicBezTo>
                    <a:cubicBezTo>
                      <a:pt x="135" y="185"/>
                      <a:pt x="136" y="186"/>
                      <a:pt x="137" y="187"/>
                    </a:cubicBezTo>
                    <a:cubicBezTo>
                      <a:pt x="141" y="192"/>
                      <a:pt x="140" y="199"/>
                      <a:pt x="135" y="202"/>
                    </a:cubicBezTo>
                    <a:cubicBezTo>
                      <a:pt x="130" y="206"/>
                      <a:pt x="124" y="205"/>
                      <a:pt x="120" y="201"/>
                    </a:cubicBezTo>
                    <a:cubicBezTo>
                      <a:pt x="118" y="198"/>
                      <a:pt x="116" y="196"/>
                      <a:pt x="115" y="194"/>
                    </a:cubicBezTo>
                    <a:cubicBezTo>
                      <a:pt x="114" y="192"/>
                      <a:pt x="113" y="191"/>
                      <a:pt x="112" y="190"/>
                    </a:cubicBezTo>
                    <a:cubicBezTo>
                      <a:pt x="111" y="188"/>
                      <a:pt x="110" y="187"/>
                      <a:pt x="109" y="185"/>
                    </a:cubicBezTo>
                    <a:cubicBezTo>
                      <a:pt x="108" y="184"/>
                      <a:pt x="107" y="184"/>
                      <a:pt x="106" y="183"/>
                    </a:cubicBezTo>
                    <a:cubicBezTo>
                      <a:pt x="104" y="181"/>
                      <a:pt x="103" y="180"/>
                      <a:pt x="101" y="179"/>
                    </a:cubicBezTo>
                    <a:cubicBezTo>
                      <a:pt x="99" y="178"/>
                      <a:pt x="97" y="176"/>
                      <a:pt x="94" y="175"/>
                    </a:cubicBezTo>
                    <a:cubicBezTo>
                      <a:pt x="92" y="174"/>
                      <a:pt x="91" y="174"/>
                      <a:pt x="89" y="173"/>
                    </a:cubicBezTo>
                    <a:cubicBezTo>
                      <a:pt x="88" y="173"/>
                      <a:pt x="87" y="173"/>
                      <a:pt x="86" y="172"/>
                    </a:cubicBezTo>
                    <a:cubicBezTo>
                      <a:pt x="85" y="172"/>
                      <a:pt x="84" y="172"/>
                      <a:pt x="84" y="172"/>
                    </a:cubicBezTo>
                    <a:cubicBezTo>
                      <a:pt x="83" y="172"/>
                      <a:pt x="81" y="172"/>
                      <a:pt x="81" y="172"/>
                    </a:cubicBezTo>
                    <a:cubicBezTo>
                      <a:pt x="80" y="172"/>
                      <a:pt x="79" y="172"/>
                      <a:pt x="79" y="173"/>
                    </a:cubicBezTo>
                    <a:cubicBezTo>
                      <a:pt x="77" y="173"/>
                      <a:pt x="76" y="173"/>
                      <a:pt x="74" y="174"/>
                    </a:cubicBezTo>
                    <a:cubicBezTo>
                      <a:pt x="74" y="174"/>
                      <a:pt x="73" y="174"/>
                      <a:pt x="72" y="174"/>
                    </a:cubicBezTo>
                    <a:cubicBezTo>
                      <a:pt x="72" y="176"/>
                      <a:pt x="70" y="177"/>
                      <a:pt x="70" y="178"/>
                    </a:cubicBezTo>
                    <a:cubicBezTo>
                      <a:pt x="62" y="187"/>
                      <a:pt x="55" y="195"/>
                      <a:pt x="48" y="204"/>
                    </a:cubicBezTo>
                    <a:cubicBezTo>
                      <a:pt x="44" y="209"/>
                      <a:pt x="41" y="213"/>
                      <a:pt x="37" y="218"/>
                    </a:cubicBezTo>
                    <a:cubicBezTo>
                      <a:pt x="35" y="220"/>
                      <a:pt x="33" y="222"/>
                      <a:pt x="31" y="224"/>
                    </a:cubicBezTo>
                    <a:cubicBezTo>
                      <a:pt x="30" y="226"/>
                      <a:pt x="28" y="227"/>
                      <a:pt x="27" y="229"/>
                    </a:cubicBezTo>
                    <a:cubicBezTo>
                      <a:pt x="25" y="231"/>
                      <a:pt x="23" y="234"/>
                      <a:pt x="20" y="235"/>
                    </a:cubicBezTo>
                    <a:cubicBezTo>
                      <a:pt x="18" y="236"/>
                      <a:pt x="16" y="236"/>
                      <a:pt x="14" y="237"/>
                    </a:cubicBezTo>
                    <a:lnTo>
                      <a:pt x="13" y="237"/>
                    </a:lnTo>
                    <a:cubicBezTo>
                      <a:pt x="8" y="237"/>
                      <a:pt x="3" y="233"/>
                      <a:pt x="2" y="2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3" name="Google Shape;1823;p19"/>
              <p:cNvSpPr/>
              <p:nvPr/>
            </p:nvSpPr>
            <p:spPr>
              <a:xfrm>
                <a:off x="2565360" y="516240"/>
                <a:ext cx="41040" cy="10368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288" extrusionOk="0">
                    <a:moveTo>
                      <a:pt x="29" y="286"/>
                    </a:moveTo>
                    <a:cubicBezTo>
                      <a:pt x="24" y="286"/>
                      <a:pt x="18" y="284"/>
                      <a:pt x="14" y="281"/>
                    </a:cubicBezTo>
                    <a:cubicBezTo>
                      <a:pt x="10" y="278"/>
                      <a:pt x="7" y="275"/>
                      <a:pt x="5" y="270"/>
                    </a:cubicBezTo>
                    <a:cubicBezTo>
                      <a:pt x="3" y="265"/>
                      <a:pt x="1" y="260"/>
                      <a:pt x="1" y="254"/>
                    </a:cubicBezTo>
                    <a:cubicBezTo>
                      <a:pt x="0" y="243"/>
                      <a:pt x="3" y="232"/>
                      <a:pt x="7" y="221"/>
                    </a:cubicBezTo>
                    <a:cubicBezTo>
                      <a:pt x="8" y="216"/>
                      <a:pt x="15" y="213"/>
                      <a:pt x="19" y="215"/>
                    </a:cubicBezTo>
                    <a:cubicBezTo>
                      <a:pt x="22" y="216"/>
                      <a:pt x="24" y="218"/>
                      <a:pt x="25" y="221"/>
                    </a:cubicBezTo>
                    <a:cubicBezTo>
                      <a:pt x="26" y="223"/>
                      <a:pt x="26" y="226"/>
                      <a:pt x="25" y="229"/>
                    </a:cubicBezTo>
                    <a:cubicBezTo>
                      <a:pt x="25" y="230"/>
                      <a:pt x="25" y="231"/>
                      <a:pt x="24" y="231"/>
                    </a:cubicBezTo>
                    <a:cubicBezTo>
                      <a:pt x="25" y="231"/>
                      <a:pt x="25" y="231"/>
                      <a:pt x="25" y="230"/>
                    </a:cubicBezTo>
                    <a:cubicBezTo>
                      <a:pt x="24" y="233"/>
                      <a:pt x="23" y="236"/>
                      <a:pt x="22" y="239"/>
                    </a:cubicBezTo>
                    <a:cubicBezTo>
                      <a:pt x="22" y="241"/>
                      <a:pt x="22" y="244"/>
                      <a:pt x="22" y="247"/>
                    </a:cubicBezTo>
                    <a:cubicBezTo>
                      <a:pt x="22" y="249"/>
                      <a:pt x="22" y="251"/>
                      <a:pt x="22" y="254"/>
                    </a:cubicBezTo>
                    <a:cubicBezTo>
                      <a:pt x="22" y="255"/>
                      <a:pt x="22" y="256"/>
                      <a:pt x="22" y="257"/>
                    </a:cubicBezTo>
                    <a:cubicBezTo>
                      <a:pt x="22" y="258"/>
                      <a:pt x="23" y="259"/>
                      <a:pt x="23" y="260"/>
                    </a:cubicBezTo>
                    <a:cubicBezTo>
                      <a:pt x="23" y="259"/>
                      <a:pt x="23" y="259"/>
                      <a:pt x="23" y="258"/>
                    </a:cubicBezTo>
                    <a:cubicBezTo>
                      <a:pt x="23" y="259"/>
                      <a:pt x="24" y="261"/>
                      <a:pt x="24" y="261"/>
                    </a:cubicBezTo>
                    <a:cubicBezTo>
                      <a:pt x="24" y="262"/>
                      <a:pt x="24" y="262"/>
                      <a:pt x="24" y="262"/>
                    </a:cubicBezTo>
                    <a:lnTo>
                      <a:pt x="24" y="261"/>
                    </a:lnTo>
                    <a:cubicBezTo>
                      <a:pt x="24" y="262"/>
                      <a:pt x="24" y="262"/>
                      <a:pt x="25" y="262"/>
                    </a:cubicBezTo>
                    <a:lnTo>
                      <a:pt x="25" y="263"/>
                    </a:lnTo>
                    <a:cubicBezTo>
                      <a:pt x="25" y="264"/>
                      <a:pt x="26" y="264"/>
                      <a:pt x="26" y="264"/>
                    </a:cubicBezTo>
                    <a:lnTo>
                      <a:pt x="27" y="264"/>
                    </a:lnTo>
                    <a:cubicBezTo>
                      <a:pt x="28" y="265"/>
                      <a:pt x="28" y="265"/>
                      <a:pt x="28" y="265"/>
                    </a:cubicBezTo>
                    <a:cubicBezTo>
                      <a:pt x="29" y="265"/>
                      <a:pt x="30" y="265"/>
                      <a:pt x="31" y="265"/>
                    </a:cubicBezTo>
                    <a:cubicBezTo>
                      <a:pt x="35" y="266"/>
                      <a:pt x="38" y="266"/>
                      <a:pt x="42" y="266"/>
                    </a:cubicBezTo>
                    <a:cubicBezTo>
                      <a:pt x="41" y="266"/>
                      <a:pt x="40" y="266"/>
                      <a:pt x="40" y="266"/>
                    </a:cubicBezTo>
                    <a:cubicBezTo>
                      <a:pt x="42" y="266"/>
                      <a:pt x="44" y="266"/>
                      <a:pt x="46" y="266"/>
                    </a:cubicBezTo>
                    <a:cubicBezTo>
                      <a:pt x="48" y="266"/>
                      <a:pt x="49" y="265"/>
                      <a:pt x="51" y="265"/>
                    </a:cubicBezTo>
                    <a:cubicBezTo>
                      <a:pt x="52" y="265"/>
                      <a:pt x="53" y="264"/>
                      <a:pt x="54" y="264"/>
                    </a:cubicBezTo>
                    <a:cubicBezTo>
                      <a:pt x="55" y="264"/>
                      <a:pt x="56" y="264"/>
                      <a:pt x="57" y="263"/>
                    </a:cubicBezTo>
                    <a:cubicBezTo>
                      <a:pt x="57" y="262"/>
                      <a:pt x="58" y="262"/>
                      <a:pt x="59" y="262"/>
                    </a:cubicBezTo>
                    <a:cubicBezTo>
                      <a:pt x="59" y="261"/>
                      <a:pt x="60" y="261"/>
                      <a:pt x="60" y="261"/>
                    </a:cubicBezTo>
                    <a:cubicBezTo>
                      <a:pt x="60" y="260"/>
                      <a:pt x="61" y="260"/>
                      <a:pt x="61" y="260"/>
                    </a:cubicBezTo>
                    <a:cubicBezTo>
                      <a:pt x="62" y="257"/>
                      <a:pt x="63" y="254"/>
                      <a:pt x="64" y="251"/>
                    </a:cubicBezTo>
                    <a:cubicBezTo>
                      <a:pt x="65" y="249"/>
                      <a:pt x="66" y="246"/>
                      <a:pt x="66" y="243"/>
                    </a:cubicBezTo>
                    <a:cubicBezTo>
                      <a:pt x="67" y="240"/>
                      <a:pt x="68" y="237"/>
                      <a:pt x="68" y="234"/>
                    </a:cubicBezTo>
                    <a:cubicBezTo>
                      <a:pt x="70" y="223"/>
                      <a:pt x="71" y="213"/>
                      <a:pt x="73" y="202"/>
                    </a:cubicBezTo>
                    <a:cubicBezTo>
                      <a:pt x="74" y="190"/>
                      <a:pt x="76" y="177"/>
                      <a:pt x="77" y="164"/>
                    </a:cubicBezTo>
                    <a:cubicBezTo>
                      <a:pt x="78" y="154"/>
                      <a:pt x="79" y="143"/>
                      <a:pt x="80" y="134"/>
                    </a:cubicBezTo>
                    <a:cubicBezTo>
                      <a:pt x="82" y="121"/>
                      <a:pt x="83" y="109"/>
                      <a:pt x="85" y="96"/>
                    </a:cubicBezTo>
                    <a:cubicBezTo>
                      <a:pt x="85" y="91"/>
                      <a:pt x="86" y="86"/>
                      <a:pt x="87" y="81"/>
                    </a:cubicBezTo>
                    <a:cubicBezTo>
                      <a:pt x="83" y="86"/>
                      <a:pt x="78" y="92"/>
                      <a:pt x="74" y="97"/>
                    </a:cubicBezTo>
                    <a:cubicBezTo>
                      <a:pt x="67" y="105"/>
                      <a:pt x="59" y="112"/>
                      <a:pt x="49" y="116"/>
                    </a:cubicBezTo>
                    <a:cubicBezTo>
                      <a:pt x="45" y="117"/>
                      <a:pt x="40" y="118"/>
                      <a:pt x="36" y="118"/>
                    </a:cubicBezTo>
                    <a:cubicBezTo>
                      <a:pt x="31" y="117"/>
                      <a:pt x="26" y="114"/>
                      <a:pt x="23" y="111"/>
                    </a:cubicBezTo>
                    <a:cubicBezTo>
                      <a:pt x="20" y="108"/>
                      <a:pt x="18" y="104"/>
                      <a:pt x="17" y="100"/>
                    </a:cubicBezTo>
                    <a:cubicBezTo>
                      <a:pt x="15" y="95"/>
                      <a:pt x="15" y="90"/>
                      <a:pt x="14" y="86"/>
                    </a:cubicBezTo>
                    <a:cubicBezTo>
                      <a:pt x="14" y="82"/>
                      <a:pt x="14" y="78"/>
                      <a:pt x="14" y="74"/>
                    </a:cubicBezTo>
                    <a:cubicBezTo>
                      <a:pt x="14" y="64"/>
                      <a:pt x="15" y="54"/>
                      <a:pt x="17" y="44"/>
                    </a:cubicBezTo>
                    <a:cubicBezTo>
                      <a:pt x="18" y="35"/>
                      <a:pt x="21" y="25"/>
                      <a:pt x="24" y="16"/>
                    </a:cubicBezTo>
                    <a:cubicBezTo>
                      <a:pt x="25" y="12"/>
                      <a:pt x="27" y="8"/>
                      <a:pt x="31" y="4"/>
                    </a:cubicBezTo>
                    <a:cubicBezTo>
                      <a:pt x="33" y="1"/>
                      <a:pt x="38" y="0"/>
                      <a:pt x="42" y="1"/>
                    </a:cubicBezTo>
                    <a:cubicBezTo>
                      <a:pt x="46" y="2"/>
                      <a:pt x="49" y="6"/>
                      <a:pt x="51" y="10"/>
                    </a:cubicBezTo>
                    <a:cubicBezTo>
                      <a:pt x="54" y="15"/>
                      <a:pt x="53" y="22"/>
                      <a:pt x="47" y="25"/>
                    </a:cubicBezTo>
                    <a:cubicBezTo>
                      <a:pt x="46" y="25"/>
                      <a:pt x="45" y="26"/>
                      <a:pt x="43" y="26"/>
                    </a:cubicBezTo>
                    <a:cubicBezTo>
                      <a:pt x="42" y="29"/>
                      <a:pt x="42" y="32"/>
                      <a:pt x="40" y="35"/>
                    </a:cubicBezTo>
                    <a:cubicBezTo>
                      <a:pt x="40" y="37"/>
                      <a:pt x="39" y="39"/>
                      <a:pt x="39" y="42"/>
                    </a:cubicBezTo>
                    <a:cubicBezTo>
                      <a:pt x="38" y="44"/>
                      <a:pt x="38" y="46"/>
                      <a:pt x="38" y="48"/>
                    </a:cubicBezTo>
                    <a:cubicBezTo>
                      <a:pt x="36" y="55"/>
                      <a:pt x="36" y="61"/>
                      <a:pt x="35" y="68"/>
                    </a:cubicBezTo>
                    <a:cubicBezTo>
                      <a:pt x="35" y="70"/>
                      <a:pt x="35" y="72"/>
                      <a:pt x="35" y="74"/>
                    </a:cubicBezTo>
                    <a:cubicBezTo>
                      <a:pt x="35" y="76"/>
                      <a:pt x="35" y="78"/>
                      <a:pt x="35" y="80"/>
                    </a:cubicBezTo>
                    <a:cubicBezTo>
                      <a:pt x="36" y="83"/>
                      <a:pt x="36" y="87"/>
                      <a:pt x="36" y="90"/>
                    </a:cubicBezTo>
                    <a:cubicBezTo>
                      <a:pt x="37" y="91"/>
                      <a:pt x="37" y="92"/>
                      <a:pt x="38" y="93"/>
                    </a:cubicBezTo>
                    <a:cubicBezTo>
                      <a:pt x="38" y="94"/>
                      <a:pt x="38" y="95"/>
                      <a:pt x="39" y="96"/>
                    </a:cubicBezTo>
                    <a:cubicBezTo>
                      <a:pt x="40" y="96"/>
                      <a:pt x="40" y="96"/>
                      <a:pt x="41" y="96"/>
                    </a:cubicBezTo>
                    <a:lnTo>
                      <a:pt x="42" y="96"/>
                    </a:lnTo>
                    <a:cubicBezTo>
                      <a:pt x="43" y="95"/>
                      <a:pt x="44" y="95"/>
                      <a:pt x="45" y="95"/>
                    </a:cubicBezTo>
                    <a:cubicBezTo>
                      <a:pt x="46" y="94"/>
                      <a:pt x="47" y="93"/>
                      <a:pt x="49" y="92"/>
                    </a:cubicBezTo>
                    <a:cubicBezTo>
                      <a:pt x="50" y="90"/>
                      <a:pt x="53" y="89"/>
                      <a:pt x="54" y="88"/>
                    </a:cubicBezTo>
                    <a:cubicBezTo>
                      <a:pt x="57" y="85"/>
                      <a:pt x="60" y="82"/>
                      <a:pt x="63" y="79"/>
                    </a:cubicBezTo>
                    <a:cubicBezTo>
                      <a:pt x="71" y="69"/>
                      <a:pt x="79" y="58"/>
                      <a:pt x="86" y="47"/>
                    </a:cubicBezTo>
                    <a:cubicBezTo>
                      <a:pt x="86" y="46"/>
                      <a:pt x="88" y="44"/>
                      <a:pt x="88" y="43"/>
                    </a:cubicBezTo>
                    <a:cubicBezTo>
                      <a:pt x="90" y="41"/>
                      <a:pt x="91" y="39"/>
                      <a:pt x="92" y="37"/>
                    </a:cubicBezTo>
                    <a:cubicBezTo>
                      <a:pt x="94" y="36"/>
                      <a:pt x="96" y="35"/>
                      <a:pt x="97" y="33"/>
                    </a:cubicBezTo>
                    <a:cubicBezTo>
                      <a:pt x="104" y="30"/>
                      <a:pt x="111" y="35"/>
                      <a:pt x="113" y="42"/>
                    </a:cubicBezTo>
                    <a:cubicBezTo>
                      <a:pt x="113" y="44"/>
                      <a:pt x="113" y="47"/>
                      <a:pt x="113" y="50"/>
                    </a:cubicBezTo>
                    <a:cubicBezTo>
                      <a:pt x="113" y="52"/>
                      <a:pt x="112" y="54"/>
                      <a:pt x="112" y="57"/>
                    </a:cubicBezTo>
                    <a:cubicBezTo>
                      <a:pt x="112" y="56"/>
                      <a:pt x="112" y="56"/>
                      <a:pt x="112" y="55"/>
                    </a:cubicBezTo>
                    <a:cubicBezTo>
                      <a:pt x="112" y="57"/>
                      <a:pt x="111" y="58"/>
                      <a:pt x="111" y="59"/>
                    </a:cubicBezTo>
                    <a:lnTo>
                      <a:pt x="111" y="58"/>
                    </a:lnTo>
                    <a:cubicBezTo>
                      <a:pt x="111" y="60"/>
                      <a:pt x="111" y="62"/>
                      <a:pt x="111" y="64"/>
                    </a:cubicBezTo>
                    <a:cubicBezTo>
                      <a:pt x="111" y="64"/>
                      <a:pt x="111" y="63"/>
                      <a:pt x="111" y="62"/>
                    </a:cubicBezTo>
                    <a:cubicBezTo>
                      <a:pt x="111" y="63"/>
                      <a:pt x="111" y="64"/>
                      <a:pt x="110" y="65"/>
                    </a:cubicBezTo>
                    <a:lnTo>
                      <a:pt x="110" y="64"/>
                    </a:lnTo>
                    <a:cubicBezTo>
                      <a:pt x="110" y="65"/>
                      <a:pt x="110" y="65"/>
                      <a:pt x="110" y="65"/>
                    </a:cubicBezTo>
                    <a:lnTo>
                      <a:pt x="110" y="66"/>
                    </a:lnTo>
                    <a:lnTo>
                      <a:pt x="110" y="65"/>
                    </a:lnTo>
                    <a:cubicBezTo>
                      <a:pt x="110" y="66"/>
                      <a:pt x="110" y="66"/>
                      <a:pt x="110" y="66"/>
                    </a:cubicBezTo>
                    <a:lnTo>
                      <a:pt x="110" y="65"/>
                    </a:lnTo>
                    <a:cubicBezTo>
                      <a:pt x="109" y="71"/>
                      <a:pt x="109" y="76"/>
                      <a:pt x="107" y="82"/>
                    </a:cubicBezTo>
                    <a:cubicBezTo>
                      <a:pt x="107" y="81"/>
                      <a:pt x="107" y="81"/>
                      <a:pt x="107" y="81"/>
                    </a:cubicBezTo>
                    <a:cubicBezTo>
                      <a:pt x="104" y="103"/>
                      <a:pt x="101" y="125"/>
                      <a:pt x="99" y="147"/>
                    </a:cubicBezTo>
                    <a:cubicBezTo>
                      <a:pt x="96" y="171"/>
                      <a:pt x="94" y="195"/>
                      <a:pt x="91" y="219"/>
                    </a:cubicBezTo>
                    <a:cubicBezTo>
                      <a:pt x="90" y="227"/>
                      <a:pt x="89" y="235"/>
                      <a:pt x="88" y="243"/>
                    </a:cubicBezTo>
                    <a:cubicBezTo>
                      <a:pt x="86" y="247"/>
                      <a:pt x="85" y="252"/>
                      <a:pt x="84" y="256"/>
                    </a:cubicBezTo>
                    <a:cubicBezTo>
                      <a:pt x="84" y="259"/>
                      <a:pt x="82" y="263"/>
                      <a:pt x="81" y="267"/>
                    </a:cubicBezTo>
                    <a:cubicBezTo>
                      <a:pt x="79" y="269"/>
                      <a:pt x="78" y="271"/>
                      <a:pt x="77" y="273"/>
                    </a:cubicBezTo>
                    <a:cubicBezTo>
                      <a:pt x="76" y="275"/>
                      <a:pt x="74" y="277"/>
                      <a:pt x="72" y="279"/>
                    </a:cubicBezTo>
                    <a:cubicBezTo>
                      <a:pt x="64" y="284"/>
                      <a:pt x="54" y="287"/>
                      <a:pt x="44" y="287"/>
                    </a:cubicBezTo>
                    <a:cubicBezTo>
                      <a:pt x="43" y="287"/>
                      <a:pt x="42" y="287"/>
                      <a:pt x="41" y="287"/>
                    </a:cubicBezTo>
                    <a:cubicBezTo>
                      <a:pt x="37" y="287"/>
                      <a:pt x="32" y="287"/>
                      <a:pt x="29" y="2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4" name="Google Shape;1824;p19"/>
              <p:cNvSpPr/>
              <p:nvPr/>
            </p:nvSpPr>
            <p:spPr>
              <a:xfrm>
                <a:off x="2627640" y="482400"/>
                <a:ext cx="38160" cy="45000"/>
              </a:xfrm>
              <a:custGeom>
                <a:avLst/>
                <a:gdLst/>
                <a:ahLst/>
                <a:cxnLst/>
                <a:rect l="l" t="t" r="r" b="b"/>
                <a:pathLst>
                  <a:path w="106" h="125" extrusionOk="0">
                    <a:moveTo>
                      <a:pt x="39" y="58"/>
                    </a:moveTo>
                    <a:cubicBezTo>
                      <a:pt x="41" y="56"/>
                      <a:pt x="42" y="53"/>
                      <a:pt x="44" y="50"/>
                    </a:cubicBezTo>
                    <a:cubicBezTo>
                      <a:pt x="44" y="48"/>
                      <a:pt x="45" y="46"/>
                      <a:pt x="45" y="45"/>
                    </a:cubicBezTo>
                    <a:cubicBezTo>
                      <a:pt x="46" y="42"/>
                      <a:pt x="47" y="39"/>
                      <a:pt x="48" y="37"/>
                    </a:cubicBezTo>
                    <a:cubicBezTo>
                      <a:pt x="48" y="34"/>
                      <a:pt x="48" y="32"/>
                      <a:pt x="48" y="29"/>
                    </a:cubicBezTo>
                    <a:cubicBezTo>
                      <a:pt x="48" y="28"/>
                      <a:pt x="48" y="26"/>
                      <a:pt x="48" y="24"/>
                    </a:cubicBezTo>
                    <a:cubicBezTo>
                      <a:pt x="48" y="25"/>
                      <a:pt x="48" y="25"/>
                      <a:pt x="48" y="26"/>
                    </a:cubicBezTo>
                    <a:cubicBezTo>
                      <a:pt x="48" y="25"/>
                      <a:pt x="48" y="24"/>
                      <a:pt x="48" y="24"/>
                    </a:cubicBezTo>
                    <a:cubicBezTo>
                      <a:pt x="48" y="23"/>
                      <a:pt x="48" y="23"/>
                      <a:pt x="48" y="23"/>
                    </a:cubicBezTo>
                    <a:cubicBezTo>
                      <a:pt x="48" y="23"/>
                      <a:pt x="47" y="23"/>
                      <a:pt x="46" y="23"/>
                    </a:cubicBezTo>
                    <a:cubicBezTo>
                      <a:pt x="45" y="24"/>
                      <a:pt x="42" y="26"/>
                      <a:pt x="40" y="27"/>
                    </a:cubicBezTo>
                    <a:cubicBezTo>
                      <a:pt x="38" y="29"/>
                      <a:pt x="36" y="30"/>
                      <a:pt x="34" y="32"/>
                    </a:cubicBezTo>
                    <a:cubicBezTo>
                      <a:pt x="33" y="33"/>
                      <a:pt x="32" y="34"/>
                      <a:pt x="31" y="35"/>
                    </a:cubicBezTo>
                    <a:cubicBezTo>
                      <a:pt x="30" y="37"/>
                      <a:pt x="28" y="39"/>
                      <a:pt x="27" y="41"/>
                    </a:cubicBezTo>
                    <a:cubicBezTo>
                      <a:pt x="26" y="42"/>
                      <a:pt x="25" y="44"/>
                      <a:pt x="25" y="45"/>
                    </a:cubicBezTo>
                    <a:cubicBezTo>
                      <a:pt x="24" y="46"/>
                      <a:pt x="24" y="47"/>
                      <a:pt x="23" y="49"/>
                    </a:cubicBezTo>
                    <a:cubicBezTo>
                      <a:pt x="23" y="50"/>
                      <a:pt x="23" y="51"/>
                      <a:pt x="23" y="52"/>
                    </a:cubicBezTo>
                    <a:cubicBezTo>
                      <a:pt x="23" y="53"/>
                      <a:pt x="22" y="54"/>
                      <a:pt x="22" y="55"/>
                    </a:cubicBezTo>
                    <a:lnTo>
                      <a:pt x="22" y="56"/>
                    </a:lnTo>
                    <a:cubicBezTo>
                      <a:pt x="23" y="56"/>
                      <a:pt x="23" y="56"/>
                      <a:pt x="24" y="56"/>
                    </a:cubicBezTo>
                    <a:cubicBezTo>
                      <a:pt x="27" y="56"/>
                      <a:pt x="30" y="56"/>
                      <a:pt x="33" y="56"/>
                    </a:cubicBezTo>
                    <a:cubicBezTo>
                      <a:pt x="35" y="56"/>
                      <a:pt x="37" y="57"/>
                      <a:pt x="39" y="58"/>
                    </a:cubicBezTo>
                    <a:moveTo>
                      <a:pt x="39" y="123"/>
                    </a:moveTo>
                    <a:cubicBezTo>
                      <a:pt x="34" y="123"/>
                      <a:pt x="29" y="123"/>
                      <a:pt x="24" y="121"/>
                    </a:cubicBezTo>
                    <a:cubicBezTo>
                      <a:pt x="20" y="120"/>
                      <a:pt x="16" y="117"/>
                      <a:pt x="14" y="113"/>
                    </a:cubicBezTo>
                    <a:cubicBezTo>
                      <a:pt x="13" y="112"/>
                      <a:pt x="12" y="111"/>
                      <a:pt x="11" y="109"/>
                    </a:cubicBezTo>
                    <a:cubicBezTo>
                      <a:pt x="11" y="106"/>
                      <a:pt x="11" y="104"/>
                      <a:pt x="11" y="101"/>
                    </a:cubicBezTo>
                    <a:cubicBezTo>
                      <a:pt x="11" y="96"/>
                      <a:pt x="15" y="92"/>
                      <a:pt x="18" y="88"/>
                    </a:cubicBezTo>
                    <a:cubicBezTo>
                      <a:pt x="21" y="85"/>
                      <a:pt x="24" y="81"/>
                      <a:pt x="27" y="78"/>
                    </a:cubicBezTo>
                    <a:lnTo>
                      <a:pt x="26" y="78"/>
                    </a:lnTo>
                    <a:cubicBezTo>
                      <a:pt x="22" y="78"/>
                      <a:pt x="18" y="78"/>
                      <a:pt x="14" y="77"/>
                    </a:cubicBezTo>
                    <a:cubicBezTo>
                      <a:pt x="9" y="75"/>
                      <a:pt x="5" y="71"/>
                      <a:pt x="3" y="66"/>
                    </a:cubicBezTo>
                    <a:cubicBezTo>
                      <a:pt x="2" y="64"/>
                      <a:pt x="1" y="61"/>
                      <a:pt x="1" y="58"/>
                    </a:cubicBezTo>
                    <a:cubicBezTo>
                      <a:pt x="0" y="55"/>
                      <a:pt x="1" y="51"/>
                      <a:pt x="2" y="48"/>
                    </a:cubicBezTo>
                    <a:cubicBezTo>
                      <a:pt x="3" y="42"/>
                      <a:pt x="5" y="36"/>
                      <a:pt x="8" y="31"/>
                    </a:cubicBezTo>
                    <a:cubicBezTo>
                      <a:pt x="12" y="25"/>
                      <a:pt x="16" y="19"/>
                      <a:pt x="21" y="14"/>
                    </a:cubicBezTo>
                    <a:cubicBezTo>
                      <a:pt x="27" y="10"/>
                      <a:pt x="32" y="6"/>
                      <a:pt x="38" y="3"/>
                    </a:cubicBezTo>
                    <a:cubicBezTo>
                      <a:pt x="44" y="0"/>
                      <a:pt x="52" y="0"/>
                      <a:pt x="58" y="3"/>
                    </a:cubicBezTo>
                    <a:cubicBezTo>
                      <a:pt x="63" y="5"/>
                      <a:pt x="67" y="10"/>
                      <a:pt x="68" y="16"/>
                    </a:cubicBezTo>
                    <a:cubicBezTo>
                      <a:pt x="70" y="23"/>
                      <a:pt x="70" y="30"/>
                      <a:pt x="69" y="38"/>
                    </a:cubicBezTo>
                    <a:cubicBezTo>
                      <a:pt x="67" y="45"/>
                      <a:pt x="66" y="52"/>
                      <a:pt x="63" y="58"/>
                    </a:cubicBezTo>
                    <a:cubicBezTo>
                      <a:pt x="61" y="62"/>
                      <a:pt x="59" y="66"/>
                      <a:pt x="57" y="70"/>
                    </a:cubicBezTo>
                    <a:cubicBezTo>
                      <a:pt x="51" y="80"/>
                      <a:pt x="45" y="89"/>
                      <a:pt x="38" y="98"/>
                    </a:cubicBezTo>
                    <a:cubicBezTo>
                      <a:pt x="37" y="99"/>
                      <a:pt x="37" y="101"/>
                      <a:pt x="35" y="102"/>
                    </a:cubicBezTo>
                    <a:cubicBezTo>
                      <a:pt x="39" y="102"/>
                      <a:pt x="42" y="102"/>
                      <a:pt x="46" y="102"/>
                    </a:cubicBezTo>
                    <a:cubicBezTo>
                      <a:pt x="50" y="102"/>
                      <a:pt x="54" y="102"/>
                      <a:pt x="58" y="102"/>
                    </a:cubicBezTo>
                    <a:cubicBezTo>
                      <a:pt x="62" y="102"/>
                      <a:pt x="66" y="102"/>
                      <a:pt x="70" y="101"/>
                    </a:cubicBezTo>
                    <a:cubicBezTo>
                      <a:pt x="78" y="101"/>
                      <a:pt x="85" y="99"/>
                      <a:pt x="93" y="99"/>
                    </a:cubicBezTo>
                    <a:cubicBezTo>
                      <a:pt x="98" y="98"/>
                      <a:pt x="104" y="101"/>
                      <a:pt x="105" y="107"/>
                    </a:cubicBezTo>
                    <a:cubicBezTo>
                      <a:pt x="105" y="112"/>
                      <a:pt x="102" y="118"/>
                      <a:pt x="96" y="119"/>
                    </a:cubicBezTo>
                    <a:cubicBezTo>
                      <a:pt x="79" y="121"/>
                      <a:pt x="63" y="124"/>
                      <a:pt x="45" y="124"/>
                    </a:cubicBezTo>
                    <a:cubicBezTo>
                      <a:pt x="44" y="124"/>
                      <a:pt x="41" y="124"/>
                      <a:pt x="39" y="1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5" name="Google Shape;1825;p19"/>
              <p:cNvSpPr/>
              <p:nvPr/>
            </p:nvSpPr>
            <p:spPr>
              <a:xfrm>
                <a:off x="2673720" y="530280"/>
                <a:ext cx="32760" cy="9360"/>
              </a:xfrm>
              <a:custGeom>
                <a:avLst/>
                <a:gdLst/>
                <a:ahLst/>
                <a:cxnLst/>
                <a:rect l="l" t="t" r="r" b="b"/>
                <a:pathLst>
                  <a:path w="91" h="26" extrusionOk="0">
                    <a:moveTo>
                      <a:pt x="44" y="25"/>
                    </a:moveTo>
                    <a:cubicBezTo>
                      <a:pt x="37" y="25"/>
                      <a:pt x="31" y="25"/>
                      <a:pt x="25" y="25"/>
                    </a:cubicBezTo>
                    <a:cubicBezTo>
                      <a:pt x="23" y="25"/>
                      <a:pt x="20" y="24"/>
                      <a:pt x="18" y="24"/>
                    </a:cubicBezTo>
                    <a:cubicBezTo>
                      <a:pt x="15" y="23"/>
                      <a:pt x="12" y="23"/>
                      <a:pt x="9" y="22"/>
                    </a:cubicBezTo>
                    <a:cubicBezTo>
                      <a:pt x="3" y="19"/>
                      <a:pt x="0" y="12"/>
                      <a:pt x="4" y="7"/>
                    </a:cubicBezTo>
                    <a:cubicBezTo>
                      <a:pt x="6" y="1"/>
                      <a:pt x="13" y="0"/>
                      <a:pt x="18" y="2"/>
                    </a:cubicBezTo>
                    <a:cubicBezTo>
                      <a:pt x="20" y="3"/>
                      <a:pt x="21" y="3"/>
                      <a:pt x="23" y="3"/>
                    </a:cubicBezTo>
                    <a:cubicBezTo>
                      <a:pt x="28" y="4"/>
                      <a:pt x="33" y="4"/>
                      <a:pt x="38" y="4"/>
                    </a:cubicBezTo>
                    <a:cubicBezTo>
                      <a:pt x="52" y="4"/>
                      <a:pt x="65" y="4"/>
                      <a:pt x="79" y="4"/>
                    </a:cubicBezTo>
                    <a:cubicBezTo>
                      <a:pt x="84" y="4"/>
                      <a:pt x="90" y="8"/>
                      <a:pt x="90" y="14"/>
                    </a:cubicBezTo>
                    <a:cubicBezTo>
                      <a:pt x="90" y="20"/>
                      <a:pt x="85" y="25"/>
                      <a:pt x="79" y="25"/>
                    </a:cubicBezTo>
                    <a:cubicBezTo>
                      <a:pt x="72" y="25"/>
                      <a:pt x="64" y="25"/>
                      <a:pt x="56" y="25"/>
                    </a:cubicBezTo>
                    <a:cubicBezTo>
                      <a:pt x="52" y="25"/>
                      <a:pt x="48" y="25"/>
                      <a:pt x="44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6" name="Google Shape;1826;p19"/>
              <p:cNvSpPr/>
              <p:nvPr/>
            </p:nvSpPr>
            <p:spPr>
              <a:xfrm>
                <a:off x="2691360" y="510480"/>
                <a:ext cx="24480" cy="34200"/>
              </a:xfrm>
              <a:custGeom>
                <a:avLst/>
                <a:gdLst/>
                <a:ahLst/>
                <a:cxnLst/>
                <a:rect l="l" t="t" r="r" b="b"/>
                <a:pathLst>
                  <a:path w="68" h="95" extrusionOk="0">
                    <a:moveTo>
                      <a:pt x="9" y="94"/>
                    </a:moveTo>
                    <a:cubicBezTo>
                      <a:pt x="4" y="92"/>
                      <a:pt x="0" y="86"/>
                      <a:pt x="2" y="81"/>
                    </a:cubicBezTo>
                    <a:cubicBezTo>
                      <a:pt x="5" y="68"/>
                      <a:pt x="10" y="56"/>
                      <a:pt x="16" y="44"/>
                    </a:cubicBezTo>
                    <a:cubicBezTo>
                      <a:pt x="17" y="41"/>
                      <a:pt x="19" y="38"/>
                      <a:pt x="21" y="34"/>
                    </a:cubicBezTo>
                    <a:cubicBezTo>
                      <a:pt x="23" y="29"/>
                      <a:pt x="27" y="24"/>
                      <a:pt x="31" y="19"/>
                    </a:cubicBezTo>
                    <a:cubicBezTo>
                      <a:pt x="35" y="12"/>
                      <a:pt x="41" y="7"/>
                      <a:pt x="48" y="3"/>
                    </a:cubicBezTo>
                    <a:cubicBezTo>
                      <a:pt x="53" y="0"/>
                      <a:pt x="60" y="2"/>
                      <a:pt x="63" y="7"/>
                    </a:cubicBezTo>
                    <a:cubicBezTo>
                      <a:pt x="67" y="13"/>
                      <a:pt x="64" y="20"/>
                      <a:pt x="58" y="23"/>
                    </a:cubicBezTo>
                    <a:cubicBezTo>
                      <a:pt x="57" y="23"/>
                      <a:pt x="57" y="24"/>
                      <a:pt x="56" y="24"/>
                    </a:cubicBezTo>
                    <a:cubicBezTo>
                      <a:pt x="56" y="24"/>
                      <a:pt x="55" y="24"/>
                      <a:pt x="55" y="25"/>
                    </a:cubicBezTo>
                    <a:cubicBezTo>
                      <a:pt x="53" y="26"/>
                      <a:pt x="52" y="27"/>
                      <a:pt x="51" y="27"/>
                    </a:cubicBezTo>
                    <a:cubicBezTo>
                      <a:pt x="51" y="28"/>
                      <a:pt x="50" y="28"/>
                      <a:pt x="50" y="29"/>
                    </a:cubicBezTo>
                    <a:cubicBezTo>
                      <a:pt x="48" y="31"/>
                      <a:pt x="46" y="34"/>
                      <a:pt x="43" y="37"/>
                    </a:cubicBezTo>
                    <a:cubicBezTo>
                      <a:pt x="40" y="43"/>
                      <a:pt x="37" y="49"/>
                      <a:pt x="34" y="55"/>
                    </a:cubicBezTo>
                    <a:cubicBezTo>
                      <a:pt x="32" y="59"/>
                      <a:pt x="30" y="64"/>
                      <a:pt x="28" y="69"/>
                    </a:cubicBezTo>
                    <a:cubicBezTo>
                      <a:pt x="25" y="74"/>
                      <a:pt x="23" y="81"/>
                      <a:pt x="21" y="87"/>
                    </a:cubicBezTo>
                    <a:cubicBezTo>
                      <a:pt x="20" y="91"/>
                      <a:pt x="16" y="94"/>
                      <a:pt x="11" y="94"/>
                    </a:cubicBezTo>
                    <a:cubicBezTo>
                      <a:pt x="10" y="94"/>
                      <a:pt x="10" y="94"/>
                      <a:pt x="9" y="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7" name="Google Shape;1827;p19"/>
              <p:cNvSpPr/>
              <p:nvPr/>
            </p:nvSpPr>
            <p:spPr>
              <a:xfrm>
                <a:off x="2721240" y="491760"/>
                <a:ext cx="39960" cy="84960"/>
              </a:xfrm>
              <a:custGeom>
                <a:avLst/>
                <a:gdLst/>
                <a:ahLst/>
                <a:cxnLst/>
                <a:rect l="l" t="t" r="r" b="b"/>
                <a:pathLst>
                  <a:path w="111" h="236" extrusionOk="0">
                    <a:moveTo>
                      <a:pt x="47" y="226"/>
                    </a:moveTo>
                    <a:cubicBezTo>
                      <a:pt x="46" y="220"/>
                      <a:pt x="50" y="214"/>
                      <a:pt x="57" y="213"/>
                    </a:cubicBezTo>
                    <a:cubicBezTo>
                      <a:pt x="58" y="213"/>
                      <a:pt x="59" y="213"/>
                      <a:pt x="60" y="213"/>
                    </a:cubicBezTo>
                    <a:cubicBezTo>
                      <a:pt x="61" y="212"/>
                      <a:pt x="62" y="212"/>
                      <a:pt x="64" y="211"/>
                    </a:cubicBezTo>
                    <a:cubicBezTo>
                      <a:pt x="65" y="210"/>
                      <a:pt x="68" y="209"/>
                      <a:pt x="70" y="207"/>
                    </a:cubicBezTo>
                    <a:cubicBezTo>
                      <a:pt x="72" y="206"/>
                      <a:pt x="74" y="204"/>
                      <a:pt x="76" y="203"/>
                    </a:cubicBezTo>
                    <a:cubicBezTo>
                      <a:pt x="77" y="202"/>
                      <a:pt x="78" y="200"/>
                      <a:pt x="79" y="199"/>
                    </a:cubicBezTo>
                    <a:cubicBezTo>
                      <a:pt x="81" y="197"/>
                      <a:pt x="81" y="196"/>
                      <a:pt x="82" y="195"/>
                    </a:cubicBezTo>
                    <a:cubicBezTo>
                      <a:pt x="83" y="194"/>
                      <a:pt x="83" y="193"/>
                      <a:pt x="84" y="192"/>
                    </a:cubicBezTo>
                    <a:cubicBezTo>
                      <a:pt x="85" y="191"/>
                      <a:pt x="85" y="189"/>
                      <a:pt x="86" y="188"/>
                    </a:cubicBezTo>
                    <a:cubicBezTo>
                      <a:pt x="86" y="186"/>
                      <a:pt x="87" y="183"/>
                      <a:pt x="88" y="181"/>
                    </a:cubicBezTo>
                    <a:cubicBezTo>
                      <a:pt x="88" y="178"/>
                      <a:pt x="88" y="174"/>
                      <a:pt x="89" y="171"/>
                    </a:cubicBezTo>
                    <a:cubicBezTo>
                      <a:pt x="89" y="169"/>
                      <a:pt x="89" y="167"/>
                      <a:pt x="88" y="164"/>
                    </a:cubicBezTo>
                    <a:cubicBezTo>
                      <a:pt x="88" y="162"/>
                      <a:pt x="88" y="160"/>
                      <a:pt x="87" y="157"/>
                    </a:cubicBezTo>
                    <a:cubicBezTo>
                      <a:pt x="86" y="154"/>
                      <a:pt x="86" y="152"/>
                      <a:pt x="85" y="149"/>
                    </a:cubicBezTo>
                    <a:cubicBezTo>
                      <a:pt x="83" y="146"/>
                      <a:pt x="82" y="143"/>
                      <a:pt x="81" y="140"/>
                    </a:cubicBezTo>
                    <a:cubicBezTo>
                      <a:pt x="79" y="138"/>
                      <a:pt x="78" y="136"/>
                      <a:pt x="77" y="134"/>
                    </a:cubicBezTo>
                    <a:cubicBezTo>
                      <a:pt x="75" y="132"/>
                      <a:pt x="74" y="130"/>
                      <a:pt x="72" y="128"/>
                    </a:cubicBezTo>
                    <a:cubicBezTo>
                      <a:pt x="71" y="127"/>
                      <a:pt x="70" y="126"/>
                      <a:pt x="69" y="125"/>
                    </a:cubicBezTo>
                    <a:cubicBezTo>
                      <a:pt x="67" y="123"/>
                      <a:pt x="65" y="122"/>
                      <a:pt x="63" y="121"/>
                    </a:cubicBezTo>
                    <a:cubicBezTo>
                      <a:pt x="61" y="119"/>
                      <a:pt x="59" y="118"/>
                      <a:pt x="57" y="117"/>
                    </a:cubicBezTo>
                    <a:cubicBezTo>
                      <a:pt x="55" y="117"/>
                      <a:pt x="54" y="116"/>
                      <a:pt x="52" y="115"/>
                    </a:cubicBezTo>
                    <a:cubicBezTo>
                      <a:pt x="48" y="114"/>
                      <a:pt x="46" y="114"/>
                      <a:pt x="43" y="112"/>
                    </a:cubicBezTo>
                    <a:cubicBezTo>
                      <a:pt x="39" y="109"/>
                      <a:pt x="36" y="104"/>
                      <a:pt x="38" y="98"/>
                    </a:cubicBezTo>
                    <a:cubicBezTo>
                      <a:pt x="40" y="94"/>
                      <a:pt x="44" y="89"/>
                      <a:pt x="47" y="85"/>
                    </a:cubicBezTo>
                    <a:cubicBezTo>
                      <a:pt x="49" y="81"/>
                      <a:pt x="51" y="76"/>
                      <a:pt x="54" y="72"/>
                    </a:cubicBezTo>
                    <a:cubicBezTo>
                      <a:pt x="56" y="67"/>
                      <a:pt x="58" y="62"/>
                      <a:pt x="60" y="57"/>
                    </a:cubicBezTo>
                    <a:cubicBezTo>
                      <a:pt x="61" y="52"/>
                      <a:pt x="62" y="48"/>
                      <a:pt x="62" y="43"/>
                    </a:cubicBezTo>
                    <a:cubicBezTo>
                      <a:pt x="63" y="41"/>
                      <a:pt x="64" y="38"/>
                      <a:pt x="64" y="36"/>
                    </a:cubicBezTo>
                    <a:cubicBezTo>
                      <a:pt x="64" y="34"/>
                      <a:pt x="64" y="31"/>
                      <a:pt x="64" y="30"/>
                    </a:cubicBezTo>
                    <a:cubicBezTo>
                      <a:pt x="64" y="29"/>
                      <a:pt x="63" y="28"/>
                      <a:pt x="63" y="27"/>
                    </a:cubicBezTo>
                    <a:lnTo>
                      <a:pt x="63" y="26"/>
                    </a:lnTo>
                    <a:cubicBezTo>
                      <a:pt x="62" y="26"/>
                      <a:pt x="62" y="26"/>
                      <a:pt x="62" y="25"/>
                    </a:cubicBezTo>
                    <a:cubicBezTo>
                      <a:pt x="61" y="24"/>
                      <a:pt x="61" y="24"/>
                      <a:pt x="61" y="24"/>
                    </a:cubicBezTo>
                    <a:lnTo>
                      <a:pt x="61" y="23"/>
                    </a:lnTo>
                    <a:lnTo>
                      <a:pt x="60" y="23"/>
                    </a:lnTo>
                    <a:lnTo>
                      <a:pt x="59" y="23"/>
                    </a:lnTo>
                    <a:lnTo>
                      <a:pt x="58" y="23"/>
                    </a:lnTo>
                    <a:lnTo>
                      <a:pt x="57" y="23"/>
                    </a:lnTo>
                    <a:cubicBezTo>
                      <a:pt x="56" y="23"/>
                      <a:pt x="55" y="23"/>
                      <a:pt x="55" y="23"/>
                    </a:cubicBezTo>
                    <a:cubicBezTo>
                      <a:pt x="53" y="25"/>
                      <a:pt x="51" y="26"/>
                      <a:pt x="49" y="27"/>
                    </a:cubicBezTo>
                    <a:cubicBezTo>
                      <a:pt x="44" y="30"/>
                      <a:pt x="40" y="34"/>
                      <a:pt x="36" y="37"/>
                    </a:cubicBezTo>
                    <a:cubicBezTo>
                      <a:pt x="34" y="40"/>
                      <a:pt x="32" y="42"/>
                      <a:pt x="29" y="45"/>
                    </a:cubicBezTo>
                    <a:cubicBezTo>
                      <a:pt x="28" y="47"/>
                      <a:pt x="26" y="48"/>
                      <a:pt x="25" y="50"/>
                    </a:cubicBezTo>
                    <a:cubicBezTo>
                      <a:pt x="25" y="51"/>
                      <a:pt x="25" y="51"/>
                      <a:pt x="24" y="52"/>
                    </a:cubicBezTo>
                    <a:cubicBezTo>
                      <a:pt x="25" y="54"/>
                      <a:pt x="26" y="55"/>
                      <a:pt x="26" y="57"/>
                    </a:cubicBezTo>
                    <a:cubicBezTo>
                      <a:pt x="26" y="64"/>
                      <a:pt x="21" y="68"/>
                      <a:pt x="15" y="68"/>
                    </a:cubicBezTo>
                    <a:cubicBezTo>
                      <a:pt x="14" y="68"/>
                      <a:pt x="14" y="68"/>
                      <a:pt x="14" y="68"/>
                    </a:cubicBezTo>
                    <a:lnTo>
                      <a:pt x="15" y="68"/>
                    </a:lnTo>
                    <a:cubicBezTo>
                      <a:pt x="14" y="68"/>
                      <a:pt x="14" y="68"/>
                      <a:pt x="14" y="68"/>
                    </a:cubicBezTo>
                    <a:cubicBezTo>
                      <a:pt x="11" y="68"/>
                      <a:pt x="8" y="68"/>
                      <a:pt x="5" y="66"/>
                    </a:cubicBezTo>
                    <a:cubicBezTo>
                      <a:pt x="3" y="65"/>
                      <a:pt x="2" y="62"/>
                      <a:pt x="1" y="60"/>
                    </a:cubicBezTo>
                    <a:cubicBezTo>
                      <a:pt x="0" y="57"/>
                      <a:pt x="0" y="54"/>
                      <a:pt x="1" y="50"/>
                    </a:cubicBezTo>
                    <a:cubicBezTo>
                      <a:pt x="2" y="47"/>
                      <a:pt x="4" y="44"/>
                      <a:pt x="5" y="41"/>
                    </a:cubicBezTo>
                    <a:cubicBezTo>
                      <a:pt x="7" y="38"/>
                      <a:pt x="9" y="36"/>
                      <a:pt x="11" y="33"/>
                    </a:cubicBezTo>
                    <a:cubicBezTo>
                      <a:pt x="15" y="28"/>
                      <a:pt x="20" y="23"/>
                      <a:pt x="25" y="19"/>
                    </a:cubicBezTo>
                    <a:cubicBezTo>
                      <a:pt x="30" y="15"/>
                      <a:pt x="35" y="11"/>
                      <a:pt x="41" y="7"/>
                    </a:cubicBezTo>
                    <a:cubicBezTo>
                      <a:pt x="46" y="4"/>
                      <a:pt x="50" y="2"/>
                      <a:pt x="55" y="1"/>
                    </a:cubicBezTo>
                    <a:cubicBezTo>
                      <a:pt x="62" y="0"/>
                      <a:pt x="69" y="2"/>
                      <a:pt x="74" y="6"/>
                    </a:cubicBezTo>
                    <a:cubicBezTo>
                      <a:pt x="79" y="10"/>
                      <a:pt x="82" y="16"/>
                      <a:pt x="84" y="22"/>
                    </a:cubicBezTo>
                    <a:cubicBezTo>
                      <a:pt x="86" y="29"/>
                      <a:pt x="85" y="37"/>
                      <a:pt x="84" y="44"/>
                    </a:cubicBezTo>
                    <a:cubicBezTo>
                      <a:pt x="82" y="54"/>
                      <a:pt x="79" y="64"/>
                      <a:pt x="76" y="73"/>
                    </a:cubicBezTo>
                    <a:cubicBezTo>
                      <a:pt x="75" y="78"/>
                      <a:pt x="72" y="83"/>
                      <a:pt x="69" y="89"/>
                    </a:cubicBezTo>
                    <a:cubicBezTo>
                      <a:pt x="68" y="92"/>
                      <a:pt x="67" y="94"/>
                      <a:pt x="65" y="97"/>
                    </a:cubicBezTo>
                    <a:cubicBezTo>
                      <a:pt x="76" y="103"/>
                      <a:pt x="85" y="110"/>
                      <a:pt x="92" y="119"/>
                    </a:cubicBezTo>
                    <a:cubicBezTo>
                      <a:pt x="102" y="133"/>
                      <a:pt x="108" y="149"/>
                      <a:pt x="110" y="165"/>
                    </a:cubicBezTo>
                    <a:cubicBezTo>
                      <a:pt x="110" y="172"/>
                      <a:pt x="109" y="181"/>
                      <a:pt x="107" y="188"/>
                    </a:cubicBezTo>
                    <a:cubicBezTo>
                      <a:pt x="106" y="197"/>
                      <a:pt x="102" y="204"/>
                      <a:pt x="97" y="211"/>
                    </a:cubicBezTo>
                    <a:cubicBezTo>
                      <a:pt x="93" y="217"/>
                      <a:pt x="87" y="223"/>
                      <a:pt x="81" y="227"/>
                    </a:cubicBezTo>
                    <a:cubicBezTo>
                      <a:pt x="77" y="229"/>
                      <a:pt x="74" y="231"/>
                      <a:pt x="70" y="232"/>
                    </a:cubicBezTo>
                    <a:cubicBezTo>
                      <a:pt x="67" y="234"/>
                      <a:pt x="64" y="235"/>
                      <a:pt x="60" y="235"/>
                    </a:cubicBezTo>
                    <a:cubicBezTo>
                      <a:pt x="60" y="235"/>
                      <a:pt x="59" y="235"/>
                      <a:pt x="58" y="235"/>
                    </a:cubicBezTo>
                    <a:cubicBezTo>
                      <a:pt x="53" y="235"/>
                      <a:pt x="48" y="232"/>
                      <a:pt x="47" y="2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8" name="Google Shape;1828;p19"/>
              <p:cNvSpPr/>
              <p:nvPr/>
            </p:nvSpPr>
            <p:spPr>
              <a:xfrm>
                <a:off x="2768760" y="549720"/>
                <a:ext cx="30960" cy="41400"/>
              </a:xfrm>
              <a:custGeom>
                <a:avLst/>
                <a:gdLst/>
                <a:ahLst/>
                <a:cxnLst/>
                <a:rect l="l" t="t" r="r" b="b"/>
                <a:pathLst>
                  <a:path w="86" h="115" extrusionOk="0">
                    <a:moveTo>
                      <a:pt x="7" y="113"/>
                    </a:moveTo>
                    <a:cubicBezTo>
                      <a:pt x="2" y="110"/>
                      <a:pt x="0" y="104"/>
                      <a:pt x="3" y="99"/>
                    </a:cubicBezTo>
                    <a:cubicBezTo>
                      <a:pt x="11" y="82"/>
                      <a:pt x="20" y="65"/>
                      <a:pt x="30" y="49"/>
                    </a:cubicBezTo>
                    <a:cubicBezTo>
                      <a:pt x="30" y="50"/>
                      <a:pt x="30" y="50"/>
                      <a:pt x="29" y="50"/>
                    </a:cubicBezTo>
                    <a:cubicBezTo>
                      <a:pt x="30" y="49"/>
                      <a:pt x="30" y="49"/>
                      <a:pt x="31" y="48"/>
                    </a:cubicBezTo>
                    <a:cubicBezTo>
                      <a:pt x="33" y="45"/>
                      <a:pt x="35" y="42"/>
                      <a:pt x="37" y="38"/>
                    </a:cubicBezTo>
                    <a:cubicBezTo>
                      <a:pt x="40" y="34"/>
                      <a:pt x="44" y="28"/>
                      <a:pt x="47" y="24"/>
                    </a:cubicBezTo>
                    <a:cubicBezTo>
                      <a:pt x="53" y="16"/>
                      <a:pt x="59" y="8"/>
                      <a:pt x="68" y="3"/>
                    </a:cubicBezTo>
                    <a:cubicBezTo>
                      <a:pt x="72" y="0"/>
                      <a:pt x="79" y="2"/>
                      <a:pt x="82" y="7"/>
                    </a:cubicBezTo>
                    <a:cubicBezTo>
                      <a:pt x="85" y="12"/>
                      <a:pt x="84" y="19"/>
                      <a:pt x="79" y="22"/>
                    </a:cubicBezTo>
                    <a:cubicBezTo>
                      <a:pt x="78" y="23"/>
                      <a:pt x="77" y="23"/>
                      <a:pt x="76" y="24"/>
                    </a:cubicBezTo>
                    <a:cubicBezTo>
                      <a:pt x="76" y="24"/>
                      <a:pt x="75" y="24"/>
                      <a:pt x="75" y="25"/>
                    </a:cubicBezTo>
                    <a:cubicBezTo>
                      <a:pt x="75" y="24"/>
                      <a:pt x="75" y="24"/>
                      <a:pt x="76" y="24"/>
                    </a:cubicBezTo>
                    <a:cubicBezTo>
                      <a:pt x="73" y="26"/>
                      <a:pt x="72" y="28"/>
                      <a:pt x="69" y="30"/>
                    </a:cubicBezTo>
                    <a:cubicBezTo>
                      <a:pt x="68" y="33"/>
                      <a:pt x="65" y="35"/>
                      <a:pt x="63" y="38"/>
                    </a:cubicBezTo>
                    <a:cubicBezTo>
                      <a:pt x="61" y="41"/>
                      <a:pt x="59" y="43"/>
                      <a:pt x="58" y="46"/>
                    </a:cubicBezTo>
                    <a:cubicBezTo>
                      <a:pt x="54" y="51"/>
                      <a:pt x="51" y="56"/>
                      <a:pt x="47" y="62"/>
                    </a:cubicBezTo>
                    <a:cubicBezTo>
                      <a:pt x="38" y="77"/>
                      <a:pt x="29" y="92"/>
                      <a:pt x="21" y="109"/>
                    </a:cubicBezTo>
                    <a:cubicBezTo>
                      <a:pt x="19" y="112"/>
                      <a:pt x="16" y="114"/>
                      <a:pt x="12" y="114"/>
                    </a:cubicBezTo>
                    <a:cubicBezTo>
                      <a:pt x="10" y="114"/>
                      <a:pt x="8" y="114"/>
                      <a:pt x="7" y="1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9" name="Google Shape;1829;p19"/>
              <p:cNvSpPr/>
              <p:nvPr/>
            </p:nvSpPr>
            <p:spPr>
              <a:xfrm>
                <a:off x="2819880" y="498960"/>
                <a:ext cx="27720" cy="53280"/>
              </a:xfrm>
              <a:custGeom>
                <a:avLst/>
                <a:gdLst/>
                <a:ahLst/>
                <a:cxnLst/>
                <a:rect l="l" t="t" r="r" b="b"/>
                <a:pathLst>
                  <a:path w="77" h="148" extrusionOk="0">
                    <a:moveTo>
                      <a:pt x="54" y="140"/>
                    </a:moveTo>
                    <a:cubicBezTo>
                      <a:pt x="46" y="119"/>
                      <a:pt x="38" y="98"/>
                      <a:pt x="29" y="77"/>
                    </a:cubicBezTo>
                    <a:cubicBezTo>
                      <a:pt x="26" y="67"/>
                      <a:pt x="22" y="58"/>
                      <a:pt x="18" y="48"/>
                    </a:cubicBezTo>
                    <a:cubicBezTo>
                      <a:pt x="14" y="40"/>
                      <a:pt x="10" y="32"/>
                      <a:pt x="6" y="24"/>
                    </a:cubicBezTo>
                    <a:cubicBezTo>
                      <a:pt x="2" y="21"/>
                      <a:pt x="0" y="17"/>
                      <a:pt x="1" y="13"/>
                    </a:cubicBezTo>
                    <a:cubicBezTo>
                      <a:pt x="1" y="12"/>
                      <a:pt x="1" y="11"/>
                      <a:pt x="1" y="11"/>
                    </a:cubicBezTo>
                    <a:cubicBezTo>
                      <a:pt x="1" y="5"/>
                      <a:pt x="7" y="0"/>
                      <a:pt x="13" y="1"/>
                    </a:cubicBezTo>
                    <a:cubicBezTo>
                      <a:pt x="15" y="1"/>
                      <a:pt x="18" y="2"/>
                      <a:pt x="20" y="4"/>
                    </a:cubicBezTo>
                    <a:cubicBezTo>
                      <a:pt x="22" y="6"/>
                      <a:pt x="23" y="9"/>
                      <a:pt x="24" y="11"/>
                    </a:cubicBezTo>
                    <a:cubicBezTo>
                      <a:pt x="26" y="14"/>
                      <a:pt x="27" y="18"/>
                      <a:pt x="29" y="21"/>
                    </a:cubicBezTo>
                    <a:cubicBezTo>
                      <a:pt x="30" y="26"/>
                      <a:pt x="33" y="31"/>
                      <a:pt x="35" y="37"/>
                    </a:cubicBezTo>
                    <a:cubicBezTo>
                      <a:pt x="39" y="46"/>
                      <a:pt x="43" y="57"/>
                      <a:pt x="47" y="67"/>
                    </a:cubicBezTo>
                    <a:cubicBezTo>
                      <a:pt x="57" y="88"/>
                      <a:pt x="65" y="110"/>
                      <a:pt x="74" y="131"/>
                    </a:cubicBezTo>
                    <a:cubicBezTo>
                      <a:pt x="76" y="137"/>
                      <a:pt x="74" y="143"/>
                      <a:pt x="68" y="145"/>
                    </a:cubicBezTo>
                    <a:cubicBezTo>
                      <a:pt x="67" y="146"/>
                      <a:pt x="65" y="147"/>
                      <a:pt x="64" y="147"/>
                    </a:cubicBezTo>
                    <a:cubicBezTo>
                      <a:pt x="60" y="147"/>
                      <a:pt x="55" y="144"/>
                      <a:pt x="54" y="1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0" name="Google Shape;1830;p19"/>
              <p:cNvSpPr/>
              <p:nvPr/>
            </p:nvSpPr>
            <p:spPr>
              <a:xfrm>
                <a:off x="2815200" y="502560"/>
                <a:ext cx="56520" cy="55080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53" extrusionOk="0">
                    <a:moveTo>
                      <a:pt x="7" y="151"/>
                    </a:moveTo>
                    <a:cubicBezTo>
                      <a:pt x="1" y="148"/>
                      <a:pt x="0" y="141"/>
                      <a:pt x="2" y="137"/>
                    </a:cubicBezTo>
                    <a:cubicBezTo>
                      <a:pt x="8" y="125"/>
                      <a:pt x="15" y="114"/>
                      <a:pt x="23" y="104"/>
                    </a:cubicBezTo>
                    <a:cubicBezTo>
                      <a:pt x="29" y="95"/>
                      <a:pt x="36" y="86"/>
                      <a:pt x="44" y="77"/>
                    </a:cubicBezTo>
                    <a:cubicBezTo>
                      <a:pt x="52" y="67"/>
                      <a:pt x="61" y="57"/>
                      <a:pt x="69" y="48"/>
                    </a:cubicBezTo>
                    <a:cubicBezTo>
                      <a:pt x="78" y="38"/>
                      <a:pt x="88" y="29"/>
                      <a:pt x="98" y="21"/>
                    </a:cubicBezTo>
                    <a:cubicBezTo>
                      <a:pt x="110" y="12"/>
                      <a:pt x="123" y="4"/>
                      <a:pt x="137" y="1"/>
                    </a:cubicBezTo>
                    <a:cubicBezTo>
                      <a:pt x="139" y="1"/>
                      <a:pt x="141" y="1"/>
                      <a:pt x="142" y="1"/>
                    </a:cubicBezTo>
                    <a:cubicBezTo>
                      <a:pt x="148" y="0"/>
                      <a:pt x="154" y="4"/>
                      <a:pt x="155" y="10"/>
                    </a:cubicBezTo>
                    <a:cubicBezTo>
                      <a:pt x="156" y="17"/>
                      <a:pt x="151" y="22"/>
                      <a:pt x="145" y="22"/>
                    </a:cubicBezTo>
                    <a:cubicBezTo>
                      <a:pt x="143" y="23"/>
                      <a:pt x="142" y="23"/>
                      <a:pt x="141" y="23"/>
                    </a:cubicBezTo>
                    <a:cubicBezTo>
                      <a:pt x="140" y="23"/>
                      <a:pt x="139" y="23"/>
                      <a:pt x="139" y="23"/>
                    </a:cubicBezTo>
                    <a:cubicBezTo>
                      <a:pt x="137" y="24"/>
                      <a:pt x="134" y="25"/>
                      <a:pt x="132" y="25"/>
                    </a:cubicBezTo>
                    <a:cubicBezTo>
                      <a:pt x="129" y="27"/>
                      <a:pt x="127" y="28"/>
                      <a:pt x="124" y="29"/>
                    </a:cubicBezTo>
                    <a:cubicBezTo>
                      <a:pt x="120" y="31"/>
                      <a:pt x="116" y="34"/>
                      <a:pt x="113" y="36"/>
                    </a:cubicBezTo>
                    <a:cubicBezTo>
                      <a:pt x="108" y="39"/>
                      <a:pt x="104" y="43"/>
                      <a:pt x="99" y="46"/>
                    </a:cubicBezTo>
                    <a:cubicBezTo>
                      <a:pt x="93" y="53"/>
                      <a:pt x="86" y="59"/>
                      <a:pt x="80" y="66"/>
                    </a:cubicBezTo>
                    <a:cubicBezTo>
                      <a:pt x="76" y="70"/>
                      <a:pt x="72" y="75"/>
                      <a:pt x="68" y="80"/>
                    </a:cubicBezTo>
                    <a:cubicBezTo>
                      <a:pt x="61" y="88"/>
                      <a:pt x="55" y="95"/>
                      <a:pt x="49" y="103"/>
                    </a:cubicBezTo>
                    <a:cubicBezTo>
                      <a:pt x="43" y="111"/>
                      <a:pt x="37" y="119"/>
                      <a:pt x="32" y="127"/>
                    </a:cubicBezTo>
                    <a:cubicBezTo>
                      <a:pt x="28" y="134"/>
                      <a:pt x="24" y="140"/>
                      <a:pt x="21" y="147"/>
                    </a:cubicBezTo>
                    <a:cubicBezTo>
                      <a:pt x="19" y="150"/>
                      <a:pt x="15" y="152"/>
                      <a:pt x="12" y="152"/>
                    </a:cubicBezTo>
                    <a:cubicBezTo>
                      <a:pt x="10" y="152"/>
                      <a:pt x="8" y="152"/>
                      <a:pt x="7" y="1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1" name="Google Shape;1831;p19"/>
              <p:cNvSpPr/>
              <p:nvPr/>
            </p:nvSpPr>
            <p:spPr>
              <a:xfrm>
                <a:off x="2885760" y="520560"/>
                <a:ext cx="1908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53" h="27" extrusionOk="0">
                    <a:moveTo>
                      <a:pt x="22" y="25"/>
                    </a:moveTo>
                    <a:cubicBezTo>
                      <a:pt x="19" y="25"/>
                      <a:pt x="17" y="24"/>
                      <a:pt x="14" y="24"/>
                    </a:cubicBezTo>
                    <a:cubicBezTo>
                      <a:pt x="13" y="24"/>
                      <a:pt x="12" y="23"/>
                      <a:pt x="11" y="23"/>
                    </a:cubicBezTo>
                    <a:cubicBezTo>
                      <a:pt x="8" y="22"/>
                      <a:pt x="5" y="21"/>
                      <a:pt x="3" y="18"/>
                    </a:cubicBezTo>
                    <a:cubicBezTo>
                      <a:pt x="0" y="16"/>
                      <a:pt x="0" y="10"/>
                      <a:pt x="2" y="6"/>
                    </a:cubicBezTo>
                    <a:cubicBezTo>
                      <a:pt x="4" y="2"/>
                      <a:pt x="9" y="0"/>
                      <a:pt x="14" y="1"/>
                    </a:cubicBezTo>
                    <a:cubicBezTo>
                      <a:pt x="15" y="1"/>
                      <a:pt x="15" y="2"/>
                      <a:pt x="16" y="2"/>
                    </a:cubicBezTo>
                    <a:cubicBezTo>
                      <a:pt x="25" y="3"/>
                      <a:pt x="33" y="3"/>
                      <a:pt x="41" y="4"/>
                    </a:cubicBezTo>
                    <a:cubicBezTo>
                      <a:pt x="47" y="5"/>
                      <a:pt x="52" y="10"/>
                      <a:pt x="51" y="16"/>
                    </a:cubicBezTo>
                    <a:cubicBezTo>
                      <a:pt x="51" y="21"/>
                      <a:pt x="45" y="25"/>
                      <a:pt x="40" y="25"/>
                    </a:cubicBezTo>
                    <a:cubicBezTo>
                      <a:pt x="36" y="25"/>
                      <a:pt x="33" y="25"/>
                      <a:pt x="30" y="24"/>
                    </a:cubicBezTo>
                    <a:cubicBezTo>
                      <a:pt x="28" y="25"/>
                      <a:pt x="26" y="26"/>
                      <a:pt x="24" y="26"/>
                    </a:cubicBezTo>
                    <a:cubicBezTo>
                      <a:pt x="23" y="26"/>
                      <a:pt x="22" y="26"/>
                      <a:pt x="22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2" name="Google Shape;1832;p19"/>
              <p:cNvSpPr/>
              <p:nvPr/>
            </p:nvSpPr>
            <p:spPr>
              <a:xfrm>
                <a:off x="2870280" y="533160"/>
                <a:ext cx="3600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100" h="36" extrusionOk="0">
                    <a:moveTo>
                      <a:pt x="8" y="34"/>
                    </a:moveTo>
                    <a:cubicBezTo>
                      <a:pt x="3" y="32"/>
                      <a:pt x="0" y="26"/>
                      <a:pt x="1" y="21"/>
                    </a:cubicBezTo>
                    <a:cubicBezTo>
                      <a:pt x="2" y="19"/>
                      <a:pt x="2" y="18"/>
                      <a:pt x="3" y="17"/>
                    </a:cubicBezTo>
                    <a:cubicBezTo>
                      <a:pt x="6" y="12"/>
                      <a:pt x="12" y="11"/>
                      <a:pt x="17" y="13"/>
                    </a:cubicBezTo>
                    <a:cubicBezTo>
                      <a:pt x="18" y="13"/>
                      <a:pt x="19" y="13"/>
                      <a:pt x="20" y="13"/>
                    </a:cubicBezTo>
                    <a:cubicBezTo>
                      <a:pt x="31" y="12"/>
                      <a:pt x="42" y="10"/>
                      <a:pt x="52" y="8"/>
                    </a:cubicBezTo>
                    <a:cubicBezTo>
                      <a:pt x="64" y="6"/>
                      <a:pt x="75" y="3"/>
                      <a:pt x="87" y="2"/>
                    </a:cubicBezTo>
                    <a:cubicBezTo>
                      <a:pt x="92" y="0"/>
                      <a:pt x="97" y="4"/>
                      <a:pt x="98" y="10"/>
                    </a:cubicBezTo>
                    <a:cubicBezTo>
                      <a:pt x="99" y="15"/>
                      <a:pt x="95" y="20"/>
                      <a:pt x="89" y="21"/>
                    </a:cubicBezTo>
                    <a:cubicBezTo>
                      <a:pt x="77" y="24"/>
                      <a:pt x="64" y="26"/>
                      <a:pt x="52" y="29"/>
                    </a:cubicBezTo>
                    <a:cubicBezTo>
                      <a:pt x="47" y="30"/>
                      <a:pt x="42" y="31"/>
                      <a:pt x="37" y="32"/>
                    </a:cubicBezTo>
                    <a:cubicBezTo>
                      <a:pt x="34" y="32"/>
                      <a:pt x="31" y="33"/>
                      <a:pt x="28" y="34"/>
                    </a:cubicBezTo>
                    <a:cubicBezTo>
                      <a:pt x="24" y="34"/>
                      <a:pt x="20" y="35"/>
                      <a:pt x="16" y="35"/>
                    </a:cubicBezTo>
                    <a:cubicBezTo>
                      <a:pt x="13" y="35"/>
                      <a:pt x="10" y="35"/>
                      <a:pt x="8" y="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3" name="Google Shape;1833;p19"/>
              <p:cNvSpPr/>
              <p:nvPr/>
            </p:nvSpPr>
            <p:spPr>
              <a:xfrm>
                <a:off x="2928240" y="496440"/>
                <a:ext cx="34920" cy="80280"/>
              </a:xfrm>
              <a:custGeom>
                <a:avLst/>
                <a:gdLst/>
                <a:ahLst/>
                <a:cxnLst/>
                <a:rect l="l" t="t" r="r" b="b"/>
                <a:pathLst>
                  <a:path w="97" h="223" extrusionOk="0">
                    <a:moveTo>
                      <a:pt x="9" y="221"/>
                    </a:moveTo>
                    <a:cubicBezTo>
                      <a:pt x="4" y="220"/>
                      <a:pt x="0" y="214"/>
                      <a:pt x="1" y="208"/>
                    </a:cubicBezTo>
                    <a:cubicBezTo>
                      <a:pt x="3" y="202"/>
                      <a:pt x="9" y="198"/>
                      <a:pt x="15" y="200"/>
                    </a:cubicBezTo>
                    <a:cubicBezTo>
                      <a:pt x="16" y="200"/>
                      <a:pt x="16" y="200"/>
                      <a:pt x="18" y="200"/>
                    </a:cubicBezTo>
                    <a:cubicBezTo>
                      <a:pt x="18" y="200"/>
                      <a:pt x="19" y="200"/>
                      <a:pt x="20" y="200"/>
                    </a:cubicBezTo>
                    <a:cubicBezTo>
                      <a:pt x="19" y="200"/>
                      <a:pt x="19" y="200"/>
                      <a:pt x="18" y="200"/>
                    </a:cubicBezTo>
                    <a:cubicBezTo>
                      <a:pt x="20" y="200"/>
                      <a:pt x="22" y="200"/>
                      <a:pt x="23" y="200"/>
                    </a:cubicBezTo>
                    <a:cubicBezTo>
                      <a:pt x="26" y="200"/>
                      <a:pt x="29" y="199"/>
                      <a:pt x="32" y="198"/>
                    </a:cubicBezTo>
                    <a:cubicBezTo>
                      <a:pt x="32" y="198"/>
                      <a:pt x="31" y="198"/>
                      <a:pt x="30" y="199"/>
                    </a:cubicBezTo>
                    <a:cubicBezTo>
                      <a:pt x="35" y="198"/>
                      <a:pt x="39" y="197"/>
                      <a:pt x="42" y="196"/>
                    </a:cubicBezTo>
                    <a:cubicBezTo>
                      <a:pt x="44" y="194"/>
                      <a:pt x="46" y="194"/>
                      <a:pt x="48" y="193"/>
                    </a:cubicBezTo>
                    <a:cubicBezTo>
                      <a:pt x="49" y="192"/>
                      <a:pt x="51" y="191"/>
                      <a:pt x="52" y="190"/>
                    </a:cubicBezTo>
                    <a:cubicBezTo>
                      <a:pt x="53" y="189"/>
                      <a:pt x="54" y="189"/>
                      <a:pt x="56" y="187"/>
                    </a:cubicBezTo>
                    <a:cubicBezTo>
                      <a:pt x="57" y="186"/>
                      <a:pt x="57" y="186"/>
                      <a:pt x="58" y="184"/>
                    </a:cubicBezTo>
                    <a:cubicBezTo>
                      <a:pt x="59" y="183"/>
                      <a:pt x="60" y="182"/>
                      <a:pt x="61" y="181"/>
                    </a:cubicBezTo>
                    <a:cubicBezTo>
                      <a:pt x="62" y="179"/>
                      <a:pt x="63" y="178"/>
                      <a:pt x="64" y="176"/>
                    </a:cubicBezTo>
                    <a:cubicBezTo>
                      <a:pt x="65" y="172"/>
                      <a:pt x="67" y="169"/>
                      <a:pt x="68" y="165"/>
                    </a:cubicBezTo>
                    <a:cubicBezTo>
                      <a:pt x="68" y="166"/>
                      <a:pt x="67" y="166"/>
                      <a:pt x="67" y="166"/>
                    </a:cubicBezTo>
                    <a:cubicBezTo>
                      <a:pt x="70" y="160"/>
                      <a:pt x="71" y="153"/>
                      <a:pt x="72" y="146"/>
                    </a:cubicBezTo>
                    <a:cubicBezTo>
                      <a:pt x="73" y="141"/>
                      <a:pt x="74" y="136"/>
                      <a:pt x="74" y="130"/>
                    </a:cubicBezTo>
                    <a:cubicBezTo>
                      <a:pt x="74" y="125"/>
                      <a:pt x="74" y="120"/>
                      <a:pt x="74" y="115"/>
                    </a:cubicBezTo>
                    <a:cubicBezTo>
                      <a:pt x="74" y="112"/>
                      <a:pt x="73" y="109"/>
                      <a:pt x="72" y="105"/>
                    </a:cubicBezTo>
                    <a:cubicBezTo>
                      <a:pt x="72" y="102"/>
                      <a:pt x="71" y="100"/>
                      <a:pt x="70" y="98"/>
                    </a:cubicBezTo>
                    <a:lnTo>
                      <a:pt x="70" y="97"/>
                    </a:lnTo>
                    <a:lnTo>
                      <a:pt x="70" y="98"/>
                    </a:lnTo>
                    <a:cubicBezTo>
                      <a:pt x="70" y="97"/>
                      <a:pt x="70" y="97"/>
                      <a:pt x="70" y="96"/>
                    </a:cubicBezTo>
                    <a:cubicBezTo>
                      <a:pt x="69" y="95"/>
                      <a:pt x="68" y="94"/>
                      <a:pt x="67" y="93"/>
                    </a:cubicBezTo>
                    <a:cubicBezTo>
                      <a:pt x="67" y="92"/>
                      <a:pt x="66" y="91"/>
                      <a:pt x="65" y="90"/>
                    </a:cubicBezTo>
                    <a:cubicBezTo>
                      <a:pt x="64" y="89"/>
                      <a:pt x="64" y="88"/>
                      <a:pt x="63" y="88"/>
                    </a:cubicBezTo>
                    <a:cubicBezTo>
                      <a:pt x="63" y="87"/>
                      <a:pt x="62" y="87"/>
                      <a:pt x="61" y="87"/>
                    </a:cubicBezTo>
                    <a:cubicBezTo>
                      <a:pt x="61" y="87"/>
                      <a:pt x="60" y="86"/>
                      <a:pt x="60" y="85"/>
                    </a:cubicBezTo>
                    <a:cubicBezTo>
                      <a:pt x="58" y="85"/>
                      <a:pt x="56" y="84"/>
                      <a:pt x="54" y="83"/>
                    </a:cubicBezTo>
                    <a:cubicBezTo>
                      <a:pt x="53" y="83"/>
                      <a:pt x="53" y="83"/>
                      <a:pt x="52" y="83"/>
                    </a:cubicBezTo>
                    <a:lnTo>
                      <a:pt x="53" y="83"/>
                    </a:lnTo>
                    <a:cubicBezTo>
                      <a:pt x="52" y="83"/>
                      <a:pt x="51" y="83"/>
                      <a:pt x="51" y="83"/>
                    </a:cubicBezTo>
                    <a:cubicBezTo>
                      <a:pt x="50" y="83"/>
                      <a:pt x="50" y="83"/>
                      <a:pt x="50" y="83"/>
                    </a:cubicBezTo>
                    <a:cubicBezTo>
                      <a:pt x="49" y="83"/>
                      <a:pt x="49" y="83"/>
                      <a:pt x="49" y="84"/>
                    </a:cubicBezTo>
                    <a:cubicBezTo>
                      <a:pt x="45" y="85"/>
                      <a:pt x="41" y="88"/>
                      <a:pt x="37" y="90"/>
                    </a:cubicBezTo>
                    <a:cubicBezTo>
                      <a:pt x="35" y="91"/>
                      <a:pt x="33" y="93"/>
                      <a:pt x="31" y="94"/>
                    </a:cubicBezTo>
                    <a:lnTo>
                      <a:pt x="32" y="94"/>
                    </a:lnTo>
                    <a:cubicBezTo>
                      <a:pt x="30" y="95"/>
                      <a:pt x="28" y="97"/>
                      <a:pt x="26" y="98"/>
                    </a:cubicBezTo>
                    <a:cubicBezTo>
                      <a:pt x="25" y="99"/>
                      <a:pt x="25" y="99"/>
                      <a:pt x="24" y="101"/>
                    </a:cubicBezTo>
                    <a:cubicBezTo>
                      <a:pt x="23" y="101"/>
                      <a:pt x="22" y="102"/>
                      <a:pt x="21" y="102"/>
                    </a:cubicBezTo>
                    <a:cubicBezTo>
                      <a:pt x="17" y="104"/>
                      <a:pt x="14" y="104"/>
                      <a:pt x="11" y="102"/>
                    </a:cubicBezTo>
                    <a:cubicBezTo>
                      <a:pt x="5" y="101"/>
                      <a:pt x="3" y="94"/>
                      <a:pt x="5" y="88"/>
                    </a:cubicBezTo>
                    <a:cubicBezTo>
                      <a:pt x="7" y="83"/>
                      <a:pt x="9" y="77"/>
                      <a:pt x="11" y="71"/>
                    </a:cubicBezTo>
                    <a:cubicBezTo>
                      <a:pt x="16" y="54"/>
                      <a:pt x="20" y="37"/>
                      <a:pt x="23" y="19"/>
                    </a:cubicBezTo>
                    <a:cubicBezTo>
                      <a:pt x="23" y="17"/>
                      <a:pt x="24" y="16"/>
                      <a:pt x="24" y="14"/>
                    </a:cubicBezTo>
                    <a:cubicBezTo>
                      <a:pt x="23" y="12"/>
                      <a:pt x="24" y="10"/>
                      <a:pt x="25" y="7"/>
                    </a:cubicBezTo>
                    <a:cubicBezTo>
                      <a:pt x="28" y="2"/>
                      <a:pt x="36" y="0"/>
                      <a:pt x="42" y="4"/>
                    </a:cubicBezTo>
                    <a:cubicBezTo>
                      <a:pt x="44" y="6"/>
                      <a:pt x="45" y="8"/>
                      <a:pt x="46" y="11"/>
                    </a:cubicBezTo>
                    <a:cubicBezTo>
                      <a:pt x="46" y="13"/>
                      <a:pt x="46" y="16"/>
                      <a:pt x="45" y="18"/>
                    </a:cubicBezTo>
                    <a:cubicBezTo>
                      <a:pt x="44" y="22"/>
                      <a:pt x="44" y="25"/>
                      <a:pt x="43" y="28"/>
                    </a:cubicBezTo>
                    <a:cubicBezTo>
                      <a:pt x="42" y="37"/>
                      <a:pt x="40" y="44"/>
                      <a:pt x="38" y="52"/>
                    </a:cubicBezTo>
                    <a:cubicBezTo>
                      <a:pt x="37" y="57"/>
                      <a:pt x="36" y="62"/>
                      <a:pt x="35" y="67"/>
                    </a:cubicBezTo>
                    <a:cubicBezTo>
                      <a:pt x="36" y="66"/>
                      <a:pt x="39" y="65"/>
                      <a:pt x="41" y="64"/>
                    </a:cubicBezTo>
                    <a:cubicBezTo>
                      <a:pt x="46" y="61"/>
                      <a:pt x="53" y="62"/>
                      <a:pt x="58" y="63"/>
                    </a:cubicBezTo>
                    <a:cubicBezTo>
                      <a:pt x="61" y="63"/>
                      <a:pt x="65" y="65"/>
                      <a:pt x="68" y="66"/>
                    </a:cubicBezTo>
                    <a:cubicBezTo>
                      <a:pt x="71" y="67"/>
                      <a:pt x="74" y="69"/>
                      <a:pt x="76" y="71"/>
                    </a:cubicBezTo>
                    <a:cubicBezTo>
                      <a:pt x="81" y="75"/>
                      <a:pt x="85" y="80"/>
                      <a:pt x="88" y="85"/>
                    </a:cubicBezTo>
                    <a:cubicBezTo>
                      <a:pt x="90" y="91"/>
                      <a:pt x="92" y="98"/>
                      <a:pt x="93" y="105"/>
                    </a:cubicBezTo>
                    <a:cubicBezTo>
                      <a:pt x="96" y="119"/>
                      <a:pt x="96" y="134"/>
                      <a:pt x="93" y="148"/>
                    </a:cubicBezTo>
                    <a:cubicBezTo>
                      <a:pt x="92" y="155"/>
                      <a:pt x="90" y="162"/>
                      <a:pt x="88" y="170"/>
                    </a:cubicBezTo>
                    <a:cubicBezTo>
                      <a:pt x="86" y="177"/>
                      <a:pt x="83" y="184"/>
                      <a:pt x="80" y="190"/>
                    </a:cubicBezTo>
                    <a:cubicBezTo>
                      <a:pt x="74" y="203"/>
                      <a:pt x="63" y="211"/>
                      <a:pt x="50" y="216"/>
                    </a:cubicBezTo>
                    <a:cubicBezTo>
                      <a:pt x="43" y="218"/>
                      <a:pt x="36" y="220"/>
                      <a:pt x="29" y="221"/>
                    </a:cubicBezTo>
                    <a:cubicBezTo>
                      <a:pt x="26" y="222"/>
                      <a:pt x="22" y="222"/>
                      <a:pt x="19" y="222"/>
                    </a:cubicBezTo>
                    <a:lnTo>
                      <a:pt x="18" y="222"/>
                    </a:lnTo>
                    <a:cubicBezTo>
                      <a:pt x="15" y="222"/>
                      <a:pt x="12" y="222"/>
                      <a:pt x="9" y="2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4" name="Google Shape;1834;p19"/>
              <p:cNvSpPr/>
              <p:nvPr/>
            </p:nvSpPr>
            <p:spPr>
              <a:xfrm>
                <a:off x="2932560" y="470880"/>
                <a:ext cx="76320" cy="38160"/>
              </a:xfrm>
              <a:custGeom>
                <a:avLst/>
                <a:gdLst/>
                <a:ahLst/>
                <a:cxnLst/>
                <a:rect l="l" t="t" r="r" b="b"/>
                <a:pathLst>
                  <a:path w="212" h="106" extrusionOk="0">
                    <a:moveTo>
                      <a:pt x="2" y="97"/>
                    </a:moveTo>
                    <a:cubicBezTo>
                      <a:pt x="0" y="94"/>
                      <a:pt x="1" y="90"/>
                      <a:pt x="3" y="87"/>
                    </a:cubicBezTo>
                    <a:cubicBezTo>
                      <a:pt x="4" y="85"/>
                      <a:pt x="6" y="84"/>
                      <a:pt x="7" y="84"/>
                    </a:cubicBezTo>
                    <a:cubicBezTo>
                      <a:pt x="27" y="71"/>
                      <a:pt x="49" y="62"/>
                      <a:pt x="71" y="53"/>
                    </a:cubicBezTo>
                    <a:cubicBezTo>
                      <a:pt x="90" y="45"/>
                      <a:pt x="111" y="37"/>
                      <a:pt x="130" y="29"/>
                    </a:cubicBezTo>
                    <a:cubicBezTo>
                      <a:pt x="152" y="20"/>
                      <a:pt x="174" y="11"/>
                      <a:pt x="196" y="2"/>
                    </a:cubicBezTo>
                    <a:cubicBezTo>
                      <a:pt x="201" y="0"/>
                      <a:pt x="207" y="2"/>
                      <a:pt x="209" y="7"/>
                    </a:cubicBezTo>
                    <a:cubicBezTo>
                      <a:pt x="211" y="11"/>
                      <a:pt x="209" y="17"/>
                      <a:pt x="204" y="20"/>
                    </a:cubicBezTo>
                    <a:cubicBezTo>
                      <a:pt x="181" y="29"/>
                      <a:pt x="158" y="39"/>
                      <a:pt x="135" y="48"/>
                    </a:cubicBezTo>
                    <a:cubicBezTo>
                      <a:pt x="115" y="57"/>
                      <a:pt x="95" y="65"/>
                      <a:pt x="76" y="73"/>
                    </a:cubicBezTo>
                    <a:cubicBezTo>
                      <a:pt x="64" y="78"/>
                      <a:pt x="53" y="83"/>
                      <a:pt x="42" y="88"/>
                    </a:cubicBezTo>
                    <a:cubicBezTo>
                      <a:pt x="39" y="91"/>
                      <a:pt x="35" y="92"/>
                      <a:pt x="32" y="94"/>
                    </a:cubicBezTo>
                    <a:cubicBezTo>
                      <a:pt x="30" y="95"/>
                      <a:pt x="27" y="97"/>
                      <a:pt x="24" y="99"/>
                    </a:cubicBezTo>
                    <a:cubicBezTo>
                      <a:pt x="22" y="101"/>
                      <a:pt x="20" y="102"/>
                      <a:pt x="18" y="103"/>
                    </a:cubicBezTo>
                    <a:cubicBezTo>
                      <a:pt x="16" y="105"/>
                      <a:pt x="14" y="105"/>
                      <a:pt x="12" y="105"/>
                    </a:cubicBezTo>
                    <a:cubicBezTo>
                      <a:pt x="7" y="105"/>
                      <a:pt x="3" y="102"/>
                      <a:pt x="2" y="9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5" name="Google Shape;1835;p19"/>
              <p:cNvSpPr/>
              <p:nvPr/>
            </p:nvSpPr>
            <p:spPr>
              <a:xfrm>
                <a:off x="2385720" y="642960"/>
                <a:ext cx="55440" cy="72000"/>
              </a:xfrm>
              <a:custGeom>
                <a:avLst/>
                <a:gdLst/>
                <a:ahLst/>
                <a:cxnLst/>
                <a:rect l="l" t="t" r="r" b="b"/>
                <a:pathLst>
                  <a:path w="154" h="200" extrusionOk="0">
                    <a:moveTo>
                      <a:pt x="62" y="199"/>
                    </a:moveTo>
                    <a:lnTo>
                      <a:pt x="63" y="199"/>
                    </a:lnTo>
                    <a:cubicBezTo>
                      <a:pt x="56" y="199"/>
                      <a:pt x="50" y="199"/>
                      <a:pt x="44" y="198"/>
                    </a:cubicBezTo>
                    <a:cubicBezTo>
                      <a:pt x="37" y="198"/>
                      <a:pt x="30" y="196"/>
                      <a:pt x="23" y="195"/>
                    </a:cubicBezTo>
                    <a:cubicBezTo>
                      <a:pt x="17" y="194"/>
                      <a:pt x="11" y="191"/>
                      <a:pt x="6" y="187"/>
                    </a:cubicBezTo>
                    <a:cubicBezTo>
                      <a:pt x="2" y="183"/>
                      <a:pt x="0" y="177"/>
                      <a:pt x="2" y="172"/>
                    </a:cubicBezTo>
                    <a:cubicBezTo>
                      <a:pt x="2" y="169"/>
                      <a:pt x="4" y="166"/>
                      <a:pt x="6" y="164"/>
                    </a:cubicBezTo>
                    <a:cubicBezTo>
                      <a:pt x="8" y="162"/>
                      <a:pt x="10" y="160"/>
                      <a:pt x="13" y="159"/>
                    </a:cubicBezTo>
                    <a:cubicBezTo>
                      <a:pt x="17" y="156"/>
                      <a:pt x="23" y="152"/>
                      <a:pt x="28" y="149"/>
                    </a:cubicBezTo>
                    <a:cubicBezTo>
                      <a:pt x="37" y="142"/>
                      <a:pt x="47" y="136"/>
                      <a:pt x="55" y="129"/>
                    </a:cubicBezTo>
                    <a:cubicBezTo>
                      <a:pt x="59" y="125"/>
                      <a:pt x="64" y="121"/>
                      <a:pt x="68" y="118"/>
                    </a:cubicBezTo>
                    <a:cubicBezTo>
                      <a:pt x="73" y="113"/>
                      <a:pt x="78" y="109"/>
                      <a:pt x="83" y="104"/>
                    </a:cubicBezTo>
                    <a:cubicBezTo>
                      <a:pt x="83" y="105"/>
                      <a:pt x="83" y="105"/>
                      <a:pt x="82" y="105"/>
                    </a:cubicBezTo>
                    <a:cubicBezTo>
                      <a:pt x="92" y="96"/>
                      <a:pt x="101" y="87"/>
                      <a:pt x="109" y="78"/>
                    </a:cubicBezTo>
                    <a:cubicBezTo>
                      <a:pt x="112" y="74"/>
                      <a:pt x="115" y="71"/>
                      <a:pt x="118" y="67"/>
                    </a:cubicBezTo>
                    <a:cubicBezTo>
                      <a:pt x="119" y="65"/>
                      <a:pt x="121" y="62"/>
                      <a:pt x="122" y="60"/>
                    </a:cubicBezTo>
                    <a:cubicBezTo>
                      <a:pt x="123" y="57"/>
                      <a:pt x="124" y="54"/>
                      <a:pt x="125" y="51"/>
                    </a:cubicBezTo>
                    <a:cubicBezTo>
                      <a:pt x="126" y="48"/>
                      <a:pt x="126" y="46"/>
                      <a:pt x="127" y="43"/>
                    </a:cubicBezTo>
                    <a:cubicBezTo>
                      <a:pt x="127" y="41"/>
                      <a:pt x="127" y="39"/>
                      <a:pt x="127" y="37"/>
                    </a:cubicBezTo>
                    <a:cubicBezTo>
                      <a:pt x="127" y="36"/>
                      <a:pt x="127" y="34"/>
                      <a:pt x="127" y="33"/>
                    </a:cubicBezTo>
                    <a:cubicBezTo>
                      <a:pt x="127" y="32"/>
                      <a:pt x="127" y="32"/>
                      <a:pt x="127" y="32"/>
                    </a:cubicBezTo>
                    <a:cubicBezTo>
                      <a:pt x="127" y="31"/>
                      <a:pt x="127" y="30"/>
                      <a:pt x="127" y="30"/>
                    </a:cubicBezTo>
                    <a:cubicBezTo>
                      <a:pt x="126" y="29"/>
                      <a:pt x="126" y="28"/>
                      <a:pt x="126" y="27"/>
                    </a:cubicBezTo>
                    <a:cubicBezTo>
                      <a:pt x="126" y="28"/>
                      <a:pt x="126" y="29"/>
                      <a:pt x="127" y="29"/>
                    </a:cubicBezTo>
                    <a:cubicBezTo>
                      <a:pt x="126" y="28"/>
                      <a:pt x="126" y="27"/>
                      <a:pt x="125" y="26"/>
                    </a:cubicBezTo>
                    <a:cubicBezTo>
                      <a:pt x="125" y="26"/>
                      <a:pt x="125" y="25"/>
                      <a:pt x="124" y="25"/>
                    </a:cubicBezTo>
                    <a:cubicBezTo>
                      <a:pt x="124" y="25"/>
                      <a:pt x="123" y="25"/>
                      <a:pt x="123" y="24"/>
                    </a:cubicBezTo>
                    <a:cubicBezTo>
                      <a:pt x="123" y="24"/>
                      <a:pt x="123" y="23"/>
                      <a:pt x="122" y="23"/>
                    </a:cubicBezTo>
                    <a:cubicBezTo>
                      <a:pt x="122" y="23"/>
                      <a:pt x="121" y="23"/>
                      <a:pt x="121" y="22"/>
                    </a:cubicBezTo>
                    <a:cubicBezTo>
                      <a:pt x="121" y="22"/>
                      <a:pt x="121" y="23"/>
                      <a:pt x="122" y="23"/>
                    </a:cubicBezTo>
                    <a:cubicBezTo>
                      <a:pt x="121" y="23"/>
                      <a:pt x="121" y="22"/>
                      <a:pt x="120" y="22"/>
                    </a:cubicBezTo>
                    <a:cubicBezTo>
                      <a:pt x="119" y="22"/>
                      <a:pt x="119" y="22"/>
                      <a:pt x="119" y="22"/>
                    </a:cubicBezTo>
                    <a:cubicBezTo>
                      <a:pt x="117" y="22"/>
                      <a:pt x="115" y="21"/>
                      <a:pt x="113" y="21"/>
                    </a:cubicBezTo>
                    <a:cubicBezTo>
                      <a:pt x="108" y="21"/>
                      <a:pt x="102" y="22"/>
                      <a:pt x="98" y="22"/>
                    </a:cubicBezTo>
                    <a:cubicBezTo>
                      <a:pt x="90" y="23"/>
                      <a:pt x="81" y="23"/>
                      <a:pt x="74" y="25"/>
                    </a:cubicBezTo>
                    <a:cubicBezTo>
                      <a:pt x="65" y="26"/>
                      <a:pt x="56" y="29"/>
                      <a:pt x="47" y="30"/>
                    </a:cubicBezTo>
                    <a:lnTo>
                      <a:pt x="48" y="30"/>
                    </a:lnTo>
                    <a:cubicBezTo>
                      <a:pt x="43" y="32"/>
                      <a:pt x="38" y="33"/>
                      <a:pt x="33" y="34"/>
                    </a:cubicBezTo>
                    <a:cubicBezTo>
                      <a:pt x="30" y="36"/>
                      <a:pt x="27" y="37"/>
                      <a:pt x="24" y="37"/>
                    </a:cubicBezTo>
                    <a:cubicBezTo>
                      <a:pt x="20" y="36"/>
                      <a:pt x="17" y="34"/>
                      <a:pt x="16" y="31"/>
                    </a:cubicBezTo>
                    <a:cubicBezTo>
                      <a:pt x="12" y="26"/>
                      <a:pt x="14" y="18"/>
                      <a:pt x="20" y="15"/>
                    </a:cubicBezTo>
                    <a:cubicBezTo>
                      <a:pt x="28" y="13"/>
                      <a:pt x="36" y="11"/>
                      <a:pt x="44" y="9"/>
                    </a:cubicBezTo>
                    <a:cubicBezTo>
                      <a:pt x="48" y="8"/>
                      <a:pt x="53" y="7"/>
                      <a:pt x="59" y="6"/>
                    </a:cubicBezTo>
                    <a:cubicBezTo>
                      <a:pt x="70" y="4"/>
                      <a:pt x="82" y="2"/>
                      <a:pt x="94" y="1"/>
                    </a:cubicBezTo>
                    <a:cubicBezTo>
                      <a:pt x="101" y="1"/>
                      <a:pt x="108" y="0"/>
                      <a:pt x="115" y="0"/>
                    </a:cubicBezTo>
                    <a:cubicBezTo>
                      <a:pt x="119" y="1"/>
                      <a:pt x="122" y="1"/>
                      <a:pt x="125" y="2"/>
                    </a:cubicBezTo>
                    <a:cubicBezTo>
                      <a:pt x="128" y="2"/>
                      <a:pt x="131" y="4"/>
                      <a:pt x="133" y="5"/>
                    </a:cubicBezTo>
                    <a:cubicBezTo>
                      <a:pt x="139" y="9"/>
                      <a:pt x="143" y="15"/>
                      <a:pt x="146" y="20"/>
                    </a:cubicBezTo>
                    <a:cubicBezTo>
                      <a:pt x="148" y="27"/>
                      <a:pt x="149" y="33"/>
                      <a:pt x="148" y="40"/>
                    </a:cubicBezTo>
                    <a:cubicBezTo>
                      <a:pt x="148" y="48"/>
                      <a:pt x="146" y="56"/>
                      <a:pt x="143" y="63"/>
                    </a:cubicBezTo>
                    <a:cubicBezTo>
                      <a:pt x="137" y="77"/>
                      <a:pt x="127" y="89"/>
                      <a:pt x="116" y="100"/>
                    </a:cubicBezTo>
                    <a:cubicBezTo>
                      <a:pt x="106" y="111"/>
                      <a:pt x="95" y="121"/>
                      <a:pt x="83" y="131"/>
                    </a:cubicBezTo>
                    <a:cubicBezTo>
                      <a:pt x="77" y="135"/>
                      <a:pt x="72" y="140"/>
                      <a:pt x="66" y="145"/>
                    </a:cubicBezTo>
                    <a:cubicBezTo>
                      <a:pt x="59" y="150"/>
                      <a:pt x="53" y="155"/>
                      <a:pt x="47" y="160"/>
                    </a:cubicBezTo>
                    <a:cubicBezTo>
                      <a:pt x="43" y="163"/>
                      <a:pt x="39" y="166"/>
                      <a:pt x="35" y="168"/>
                    </a:cubicBezTo>
                    <a:cubicBezTo>
                      <a:pt x="33" y="170"/>
                      <a:pt x="30" y="172"/>
                      <a:pt x="27" y="174"/>
                    </a:cubicBezTo>
                    <a:lnTo>
                      <a:pt x="28" y="174"/>
                    </a:lnTo>
                    <a:cubicBezTo>
                      <a:pt x="30" y="175"/>
                      <a:pt x="33" y="175"/>
                      <a:pt x="35" y="176"/>
                    </a:cubicBezTo>
                    <a:cubicBezTo>
                      <a:pt x="45" y="178"/>
                      <a:pt x="54" y="178"/>
                      <a:pt x="64" y="178"/>
                    </a:cubicBezTo>
                    <a:cubicBezTo>
                      <a:pt x="63" y="178"/>
                      <a:pt x="63" y="178"/>
                      <a:pt x="63" y="178"/>
                    </a:cubicBezTo>
                    <a:cubicBezTo>
                      <a:pt x="68" y="178"/>
                      <a:pt x="73" y="178"/>
                      <a:pt x="79" y="178"/>
                    </a:cubicBezTo>
                    <a:cubicBezTo>
                      <a:pt x="86" y="178"/>
                      <a:pt x="93" y="178"/>
                      <a:pt x="100" y="177"/>
                    </a:cubicBezTo>
                    <a:cubicBezTo>
                      <a:pt x="106" y="177"/>
                      <a:pt x="112" y="177"/>
                      <a:pt x="118" y="177"/>
                    </a:cubicBezTo>
                    <a:cubicBezTo>
                      <a:pt x="124" y="176"/>
                      <a:pt x="131" y="176"/>
                      <a:pt x="137" y="176"/>
                    </a:cubicBezTo>
                    <a:cubicBezTo>
                      <a:pt x="138" y="175"/>
                      <a:pt x="139" y="175"/>
                      <a:pt x="140" y="175"/>
                    </a:cubicBezTo>
                    <a:cubicBezTo>
                      <a:pt x="146" y="174"/>
                      <a:pt x="151" y="178"/>
                      <a:pt x="152" y="184"/>
                    </a:cubicBezTo>
                    <a:cubicBezTo>
                      <a:pt x="153" y="190"/>
                      <a:pt x="149" y="195"/>
                      <a:pt x="143" y="196"/>
                    </a:cubicBezTo>
                    <a:cubicBezTo>
                      <a:pt x="136" y="198"/>
                      <a:pt x="127" y="198"/>
                      <a:pt x="119" y="198"/>
                    </a:cubicBezTo>
                    <a:cubicBezTo>
                      <a:pt x="114" y="198"/>
                      <a:pt x="107" y="198"/>
                      <a:pt x="101" y="199"/>
                    </a:cubicBezTo>
                    <a:cubicBezTo>
                      <a:pt x="95" y="199"/>
                      <a:pt x="88" y="199"/>
                      <a:pt x="81" y="199"/>
                    </a:cubicBezTo>
                    <a:cubicBezTo>
                      <a:pt x="77" y="199"/>
                      <a:pt x="73" y="199"/>
                      <a:pt x="69" y="199"/>
                    </a:cubicBezTo>
                    <a:cubicBezTo>
                      <a:pt x="67" y="199"/>
                      <a:pt x="65" y="199"/>
                      <a:pt x="62" y="1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6" name="Google Shape;1836;p19"/>
              <p:cNvSpPr/>
              <p:nvPr/>
            </p:nvSpPr>
            <p:spPr>
              <a:xfrm>
                <a:off x="2390400" y="675360"/>
                <a:ext cx="52200" cy="15840"/>
              </a:xfrm>
              <a:custGeom>
                <a:avLst/>
                <a:gdLst/>
                <a:ahLst/>
                <a:cxnLst/>
                <a:rect l="l" t="t" r="r" b="b"/>
                <a:pathLst>
                  <a:path w="145" h="44" extrusionOk="0">
                    <a:moveTo>
                      <a:pt x="17" y="43"/>
                    </a:moveTo>
                    <a:cubicBezTo>
                      <a:pt x="14" y="42"/>
                      <a:pt x="10" y="42"/>
                      <a:pt x="7" y="41"/>
                    </a:cubicBezTo>
                    <a:cubicBezTo>
                      <a:pt x="4" y="39"/>
                      <a:pt x="1" y="36"/>
                      <a:pt x="1" y="32"/>
                    </a:cubicBezTo>
                    <a:cubicBezTo>
                      <a:pt x="0" y="28"/>
                      <a:pt x="2" y="23"/>
                      <a:pt x="6" y="21"/>
                    </a:cubicBezTo>
                    <a:cubicBezTo>
                      <a:pt x="8" y="20"/>
                      <a:pt x="10" y="19"/>
                      <a:pt x="13" y="18"/>
                    </a:cubicBezTo>
                    <a:cubicBezTo>
                      <a:pt x="14" y="18"/>
                      <a:pt x="16" y="18"/>
                      <a:pt x="18" y="18"/>
                    </a:cubicBezTo>
                    <a:cubicBezTo>
                      <a:pt x="21" y="17"/>
                      <a:pt x="24" y="17"/>
                      <a:pt x="27" y="16"/>
                    </a:cubicBezTo>
                    <a:cubicBezTo>
                      <a:pt x="31" y="16"/>
                      <a:pt x="36" y="15"/>
                      <a:pt x="40" y="14"/>
                    </a:cubicBezTo>
                    <a:cubicBezTo>
                      <a:pt x="50" y="13"/>
                      <a:pt x="60" y="11"/>
                      <a:pt x="70" y="10"/>
                    </a:cubicBezTo>
                    <a:cubicBezTo>
                      <a:pt x="91" y="6"/>
                      <a:pt x="112" y="3"/>
                      <a:pt x="133" y="0"/>
                    </a:cubicBezTo>
                    <a:cubicBezTo>
                      <a:pt x="138" y="0"/>
                      <a:pt x="142" y="3"/>
                      <a:pt x="144" y="9"/>
                    </a:cubicBezTo>
                    <a:cubicBezTo>
                      <a:pt x="144" y="14"/>
                      <a:pt x="141" y="19"/>
                      <a:pt x="135" y="20"/>
                    </a:cubicBezTo>
                    <a:cubicBezTo>
                      <a:pt x="115" y="23"/>
                      <a:pt x="95" y="25"/>
                      <a:pt x="75" y="29"/>
                    </a:cubicBezTo>
                    <a:cubicBezTo>
                      <a:pt x="66" y="31"/>
                      <a:pt x="56" y="33"/>
                      <a:pt x="46" y="34"/>
                    </a:cubicBezTo>
                    <a:cubicBezTo>
                      <a:pt x="41" y="35"/>
                      <a:pt x="36" y="36"/>
                      <a:pt x="32" y="37"/>
                    </a:cubicBezTo>
                    <a:cubicBezTo>
                      <a:pt x="31" y="37"/>
                      <a:pt x="29" y="37"/>
                      <a:pt x="28" y="38"/>
                    </a:cubicBezTo>
                    <a:cubicBezTo>
                      <a:pt x="27" y="41"/>
                      <a:pt x="23" y="43"/>
                      <a:pt x="19" y="43"/>
                    </a:cubicBezTo>
                    <a:cubicBezTo>
                      <a:pt x="18" y="43"/>
                      <a:pt x="17" y="43"/>
                      <a:pt x="17" y="4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7" name="Google Shape;1837;p19"/>
              <p:cNvSpPr/>
              <p:nvPr/>
            </p:nvSpPr>
            <p:spPr>
              <a:xfrm>
                <a:off x="2461320" y="661320"/>
                <a:ext cx="30600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85" h="30" extrusionOk="0">
                    <a:moveTo>
                      <a:pt x="11" y="29"/>
                    </a:moveTo>
                    <a:cubicBezTo>
                      <a:pt x="10" y="29"/>
                      <a:pt x="10" y="29"/>
                      <a:pt x="10" y="29"/>
                    </a:cubicBezTo>
                    <a:cubicBezTo>
                      <a:pt x="4" y="28"/>
                      <a:pt x="0" y="24"/>
                      <a:pt x="0" y="18"/>
                    </a:cubicBezTo>
                    <a:cubicBezTo>
                      <a:pt x="0" y="13"/>
                      <a:pt x="5" y="7"/>
                      <a:pt x="11" y="7"/>
                    </a:cubicBezTo>
                    <a:cubicBezTo>
                      <a:pt x="14" y="7"/>
                      <a:pt x="18" y="7"/>
                      <a:pt x="21" y="7"/>
                    </a:cubicBezTo>
                    <a:cubicBezTo>
                      <a:pt x="39" y="5"/>
                      <a:pt x="56" y="3"/>
                      <a:pt x="73" y="1"/>
                    </a:cubicBezTo>
                    <a:cubicBezTo>
                      <a:pt x="79" y="0"/>
                      <a:pt x="84" y="6"/>
                      <a:pt x="84" y="11"/>
                    </a:cubicBezTo>
                    <a:cubicBezTo>
                      <a:pt x="84" y="17"/>
                      <a:pt x="79" y="22"/>
                      <a:pt x="74" y="22"/>
                    </a:cubicBezTo>
                    <a:cubicBezTo>
                      <a:pt x="72" y="22"/>
                      <a:pt x="70" y="22"/>
                      <a:pt x="69" y="22"/>
                    </a:cubicBezTo>
                    <a:cubicBezTo>
                      <a:pt x="60" y="24"/>
                      <a:pt x="51" y="25"/>
                      <a:pt x="42" y="26"/>
                    </a:cubicBezTo>
                    <a:cubicBezTo>
                      <a:pt x="36" y="27"/>
                      <a:pt x="31" y="27"/>
                      <a:pt x="26" y="28"/>
                    </a:cubicBezTo>
                    <a:cubicBezTo>
                      <a:pt x="23" y="28"/>
                      <a:pt x="20" y="28"/>
                      <a:pt x="17" y="28"/>
                    </a:cubicBezTo>
                    <a:cubicBezTo>
                      <a:pt x="16" y="29"/>
                      <a:pt x="15" y="29"/>
                      <a:pt x="13" y="29"/>
                    </a:cubicBezTo>
                    <a:cubicBezTo>
                      <a:pt x="12" y="29"/>
                      <a:pt x="11" y="29"/>
                      <a:pt x="11" y="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8" name="Google Shape;1838;p19"/>
              <p:cNvSpPr/>
              <p:nvPr/>
            </p:nvSpPr>
            <p:spPr>
              <a:xfrm>
                <a:off x="2453760" y="678600"/>
                <a:ext cx="3888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108" h="33" extrusionOk="0">
                    <a:moveTo>
                      <a:pt x="11" y="32"/>
                    </a:moveTo>
                    <a:cubicBezTo>
                      <a:pt x="6" y="32"/>
                      <a:pt x="0" y="27"/>
                      <a:pt x="0" y="21"/>
                    </a:cubicBezTo>
                    <a:cubicBezTo>
                      <a:pt x="0" y="15"/>
                      <a:pt x="4" y="10"/>
                      <a:pt x="11" y="10"/>
                    </a:cubicBezTo>
                    <a:cubicBezTo>
                      <a:pt x="12" y="9"/>
                      <a:pt x="14" y="10"/>
                      <a:pt x="15" y="11"/>
                    </a:cubicBezTo>
                    <a:cubicBezTo>
                      <a:pt x="18" y="11"/>
                      <a:pt x="20" y="11"/>
                      <a:pt x="22" y="11"/>
                    </a:cubicBezTo>
                    <a:cubicBezTo>
                      <a:pt x="47" y="8"/>
                      <a:pt x="71" y="4"/>
                      <a:pt x="95" y="1"/>
                    </a:cubicBezTo>
                    <a:cubicBezTo>
                      <a:pt x="100" y="0"/>
                      <a:pt x="106" y="4"/>
                      <a:pt x="106" y="9"/>
                    </a:cubicBezTo>
                    <a:cubicBezTo>
                      <a:pt x="107" y="14"/>
                      <a:pt x="104" y="19"/>
                      <a:pt x="98" y="21"/>
                    </a:cubicBezTo>
                    <a:cubicBezTo>
                      <a:pt x="83" y="23"/>
                      <a:pt x="67" y="26"/>
                      <a:pt x="52" y="28"/>
                    </a:cubicBezTo>
                    <a:cubicBezTo>
                      <a:pt x="44" y="29"/>
                      <a:pt x="36" y="30"/>
                      <a:pt x="29" y="31"/>
                    </a:cubicBezTo>
                    <a:cubicBezTo>
                      <a:pt x="24" y="32"/>
                      <a:pt x="19" y="32"/>
                      <a:pt x="15" y="32"/>
                    </a:cubicBezTo>
                    <a:cubicBezTo>
                      <a:pt x="14" y="32"/>
                      <a:pt x="12" y="32"/>
                      <a:pt x="11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9" name="Google Shape;1839;p19"/>
              <p:cNvSpPr/>
              <p:nvPr/>
            </p:nvSpPr>
            <p:spPr>
              <a:xfrm>
                <a:off x="2511000" y="630360"/>
                <a:ext cx="39240" cy="9432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262" extrusionOk="0">
                    <a:moveTo>
                      <a:pt x="33" y="261"/>
                    </a:moveTo>
                    <a:cubicBezTo>
                      <a:pt x="27" y="261"/>
                      <a:pt x="22" y="254"/>
                      <a:pt x="24" y="248"/>
                    </a:cubicBezTo>
                    <a:cubicBezTo>
                      <a:pt x="27" y="234"/>
                      <a:pt x="29" y="220"/>
                      <a:pt x="32" y="206"/>
                    </a:cubicBezTo>
                    <a:lnTo>
                      <a:pt x="32" y="207"/>
                    </a:lnTo>
                    <a:cubicBezTo>
                      <a:pt x="34" y="195"/>
                      <a:pt x="36" y="182"/>
                      <a:pt x="39" y="170"/>
                    </a:cubicBezTo>
                    <a:cubicBezTo>
                      <a:pt x="41" y="160"/>
                      <a:pt x="42" y="150"/>
                      <a:pt x="44" y="141"/>
                    </a:cubicBezTo>
                    <a:cubicBezTo>
                      <a:pt x="47" y="128"/>
                      <a:pt x="49" y="116"/>
                      <a:pt x="52" y="104"/>
                    </a:cubicBezTo>
                    <a:cubicBezTo>
                      <a:pt x="53" y="100"/>
                      <a:pt x="54" y="97"/>
                      <a:pt x="55" y="93"/>
                    </a:cubicBezTo>
                    <a:cubicBezTo>
                      <a:pt x="48" y="102"/>
                      <a:pt x="42" y="111"/>
                      <a:pt x="36" y="120"/>
                    </a:cubicBezTo>
                    <a:cubicBezTo>
                      <a:pt x="33" y="125"/>
                      <a:pt x="30" y="129"/>
                      <a:pt x="27" y="135"/>
                    </a:cubicBezTo>
                    <a:cubicBezTo>
                      <a:pt x="27" y="134"/>
                      <a:pt x="27" y="134"/>
                      <a:pt x="27" y="134"/>
                    </a:cubicBezTo>
                    <a:cubicBezTo>
                      <a:pt x="26" y="136"/>
                      <a:pt x="24" y="138"/>
                      <a:pt x="23" y="141"/>
                    </a:cubicBezTo>
                    <a:cubicBezTo>
                      <a:pt x="23" y="142"/>
                      <a:pt x="23" y="142"/>
                      <a:pt x="22" y="142"/>
                    </a:cubicBezTo>
                    <a:cubicBezTo>
                      <a:pt x="22" y="148"/>
                      <a:pt x="15" y="152"/>
                      <a:pt x="10" y="150"/>
                    </a:cubicBezTo>
                    <a:cubicBezTo>
                      <a:pt x="4" y="149"/>
                      <a:pt x="0" y="143"/>
                      <a:pt x="1" y="137"/>
                    </a:cubicBezTo>
                    <a:cubicBezTo>
                      <a:pt x="3" y="130"/>
                      <a:pt x="8" y="124"/>
                      <a:pt x="12" y="118"/>
                    </a:cubicBezTo>
                    <a:cubicBezTo>
                      <a:pt x="15" y="114"/>
                      <a:pt x="17" y="110"/>
                      <a:pt x="20" y="106"/>
                    </a:cubicBezTo>
                    <a:cubicBezTo>
                      <a:pt x="26" y="98"/>
                      <a:pt x="32" y="89"/>
                      <a:pt x="39" y="81"/>
                    </a:cubicBezTo>
                    <a:cubicBezTo>
                      <a:pt x="50" y="66"/>
                      <a:pt x="61" y="51"/>
                      <a:pt x="71" y="35"/>
                    </a:cubicBezTo>
                    <a:lnTo>
                      <a:pt x="71" y="36"/>
                    </a:lnTo>
                    <a:cubicBezTo>
                      <a:pt x="72" y="34"/>
                      <a:pt x="73" y="32"/>
                      <a:pt x="74" y="30"/>
                    </a:cubicBezTo>
                    <a:cubicBezTo>
                      <a:pt x="75" y="26"/>
                      <a:pt x="77" y="22"/>
                      <a:pt x="79" y="19"/>
                    </a:cubicBezTo>
                    <a:cubicBezTo>
                      <a:pt x="81" y="14"/>
                      <a:pt x="84" y="9"/>
                      <a:pt x="87" y="5"/>
                    </a:cubicBezTo>
                    <a:cubicBezTo>
                      <a:pt x="89" y="2"/>
                      <a:pt x="93" y="0"/>
                      <a:pt x="97" y="1"/>
                    </a:cubicBezTo>
                    <a:cubicBezTo>
                      <a:pt x="101" y="1"/>
                      <a:pt x="105" y="4"/>
                      <a:pt x="106" y="8"/>
                    </a:cubicBezTo>
                    <a:cubicBezTo>
                      <a:pt x="107" y="11"/>
                      <a:pt x="108" y="12"/>
                      <a:pt x="107" y="15"/>
                    </a:cubicBezTo>
                    <a:cubicBezTo>
                      <a:pt x="106" y="18"/>
                      <a:pt x="104" y="21"/>
                      <a:pt x="103" y="24"/>
                    </a:cubicBezTo>
                    <a:cubicBezTo>
                      <a:pt x="102" y="26"/>
                      <a:pt x="100" y="28"/>
                      <a:pt x="99" y="30"/>
                    </a:cubicBezTo>
                    <a:cubicBezTo>
                      <a:pt x="97" y="33"/>
                      <a:pt x="95" y="36"/>
                      <a:pt x="94" y="39"/>
                    </a:cubicBezTo>
                    <a:cubicBezTo>
                      <a:pt x="91" y="44"/>
                      <a:pt x="89" y="50"/>
                      <a:pt x="87" y="55"/>
                    </a:cubicBezTo>
                    <a:cubicBezTo>
                      <a:pt x="85" y="62"/>
                      <a:pt x="82" y="68"/>
                      <a:pt x="81" y="75"/>
                    </a:cubicBezTo>
                    <a:cubicBezTo>
                      <a:pt x="78" y="84"/>
                      <a:pt x="75" y="92"/>
                      <a:pt x="73" y="101"/>
                    </a:cubicBezTo>
                    <a:cubicBezTo>
                      <a:pt x="71" y="111"/>
                      <a:pt x="69" y="121"/>
                      <a:pt x="66" y="132"/>
                    </a:cubicBezTo>
                    <a:cubicBezTo>
                      <a:pt x="64" y="142"/>
                      <a:pt x="62" y="153"/>
                      <a:pt x="60" y="163"/>
                    </a:cubicBezTo>
                    <a:cubicBezTo>
                      <a:pt x="58" y="173"/>
                      <a:pt x="57" y="182"/>
                      <a:pt x="55" y="192"/>
                    </a:cubicBezTo>
                    <a:lnTo>
                      <a:pt x="55" y="191"/>
                    </a:lnTo>
                    <a:cubicBezTo>
                      <a:pt x="54" y="197"/>
                      <a:pt x="53" y="203"/>
                      <a:pt x="52" y="210"/>
                    </a:cubicBezTo>
                    <a:lnTo>
                      <a:pt x="52" y="209"/>
                    </a:lnTo>
                    <a:lnTo>
                      <a:pt x="52" y="210"/>
                    </a:lnTo>
                    <a:cubicBezTo>
                      <a:pt x="52" y="209"/>
                      <a:pt x="52" y="209"/>
                      <a:pt x="52" y="209"/>
                    </a:cubicBezTo>
                    <a:lnTo>
                      <a:pt x="52" y="210"/>
                    </a:lnTo>
                    <a:cubicBezTo>
                      <a:pt x="51" y="215"/>
                      <a:pt x="50" y="220"/>
                      <a:pt x="49" y="225"/>
                    </a:cubicBezTo>
                    <a:cubicBezTo>
                      <a:pt x="49" y="224"/>
                      <a:pt x="49" y="224"/>
                      <a:pt x="49" y="224"/>
                    </a:cubicBezTo>
                    <a:cubicBezTo>
                      <a:pt x="48" y="233"/>
                      <a:pt x="46" y="242"/>
                      <a:pt x="45" y="251"/>
                    </a:cubicBezTo>
                    <a:cubicBezTo>
                      <a:pt x="44" y="257"/>
                      <a:pt x="40" y="261"/>
                      <a:pt x="34" y="261"/>
                    </a:cubicBezTo>
                    <a:lnTo>
                      <a:pt x="33" y="26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0" name="Google Shape;1840;p19"/>
              <p:cNvSpPr/>
              <p:nvPr/>
            </p:nvSpPr>
            <p:spPr>
              <a:xfrm>
                <a:off x="2558880" y="672480"/>
                <a:ext cx="3204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89" h="31" extrusionOk="0">
                    <a:moveTo>
                      <a:pt x="11" y="30"/>
                    </a:moveTo>
                    <a:cubicBezTo>
                      <a:pt x="5" y="29"/>
                      <a:pt x="0" y="23"/>
                      <a:pt x="2" y="17"/>
                    </a:cubicBezTo>
                    <a:lnTo>
                      <a:pt x="2" y="16"/>
                    </a:lnTo>
                    <a:cubicBezTo>
                      <a:pt x="3" y="12"/>
                      <a:pt x="7" y="8"/>
                      <a:pt x="11" y="8"/>
                    </a:cubicBezTo>
                    <a:cubicBezTo>
                      <a:pt x="14" y="7"/>
                      <a:pt x="16" y="7"/>
                      <a:pt x="18" y="8"/>
                    </a:cubicBezTo>
                    <a:cubicBezTo>
                      <a:pt x="23" y="8"/>
                      <a:pt x="28" y="8"/>
                      <a:pt x="32" y="8"/>
                    </a:cubicBezTo>
                    <a:cubicBezTo>
                      <a:pt x="46" y="6"/>
                      <a:pt x="60" y="4"/>
                      <a:pt x="75" y="1"/>
                    </a:cubicBezTo>
                    <a:cubicBezTo>
                      <a:pt x="80" y="0"/>
                      <a:pt x="86" y="4"/>
                      <a:pt x="87" y="10"/>
                    </a:cubicBezTo>
                    <a:cubicBezTo>
                      <a:pt x="88" y="15"/>
                      <a:pt x="84" y="21"/>
                      <a:pt x="78" y="22"/>
                    </a:cubicBezTo>
                    <a:cubicBezTo>
                      <a:pt x="67" y="24"/>
                      <a:pt x="56" y="25"/>
                      <a:pt x="46" y="27"/>
                    </a:cubicBezTo>
                    <a:cubicBezTo>
                      <a:pt x="41" y="28"/>
                      <a:pt x="36" y="29"/>
                      <a:pt x="32" y="29"/>
                    </a:cubicBezTo>
                    <a:cubicBezTo>
                      <a:pt x="27" y="29"/>
                      <a:pt x="22" y="30"/>
                      <a:pt x="17" y="30"/>
                    </a:cubicBezTo>
                    <a:cubicBezTo>
                      <a:pt x="15" y="30"/>
                      <a:pt x="13" y="30"/>
                      <a:pt x="11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1" name="Google Shape;1841;p19"/>
              <p:cNvSpPr/>
              <p:nvPr/>
            </p:nvSpPr>
            <p:spPr>
              <a:xfrm>
                <a:off x="2573280" y="651240"/>
                <a:ext cx="1836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51" h="135" extrusionOk="0">
                    <a:moveTo>
                      <a:pt x="2" y="124"/>
                    </a:moveTo>
                    <a:cubicBezTo>
                      <a:pt x="2" y="116"/>
                      <a:pt x="1" y="108"/>
                      <a:pt x="0" y="99"/>
                    </a:cubicBezTo>
                    <a:cubicBezTo>
                      <a:pt x="0" y="92"/>
                      <a:pt x="0" y="86"/>
                      <a:pt x="1" y="80"/>
                    </a:cubicBezTo>
                    <a:cubicBezTo>
                      <a:pt x="1" y="76"/>
                      <a:pt x="2" y="71"/>
                      <a:pt x="2" y="67"/>
                    </a:cubicBezTo>
                    <a:cubicBezTo>
                      <a:pt x="3" y="59"/>
                      <a:pt x="4" y="50"/>
                      <a:pt x="6" y="42"/>
                    </a:cubicBezTo>
                    <a:cubicBezTo>
                      <a:pt x="9" y="34"/>
                      <a:pt x="12" y="25"/>
                      <a:pt x="17" y="18"/>
                    </a:cubicBezTo>
                    <a:cubicBezTo>
                      <a:pt x="19" y="14"/>
                      <a:pt x="21" y="11"/>
                      <a:pt x="25" y="8"/>
                    </a:cubicBezTo>
                    <a:cubicBezTo>
                      <a:pt x="27" y="6"/>
                      <a:pt x="29" y="4"/>
                      <a:pt x="32" y="3"/>
                    </a:cubicBezTo>
                    <a:cubicBezTo>
                      <a:pt x="36" y="0"/>
                      <a:pt x="44" y="2"/>
                      <a:pt x="46" y="7"/>
                    </a:cubicBezTo>
                    <a:cubicBezTo>
                      <a:pt x="50" y="12"/>
                      <a:pt x="48" y="19"/>
                      <a:pt x="43" y="22"/>
                    </a:cubicBezTo>
                    <a:cubicBezTo>
                      <a:pt x="42" y="23"/>
                      <a:pt x="41" y="23"/>
                      <a:pt x="39" y="24"/>
                    </a:cubicBezTo>
                    <a:cubicBezTo>
                      <a:pt x="38" y="25"/>
                      <a:pt x="38" y="25"/>
                      <a:pt x="38" y="25"/>
                    </a:cubicBezTo>
                    <a:cubicBezTo>
                      <a:pt x="36" y="27"/>
                      <a:pt x="35" y="29"/>
                      <a:pt x="34" y="31"/>
                    </a:cubicBezTo>
                    <a:cubicBezTo>
                      <a:pt x="33" y="32"/>
                      <a:pt x="32" y="34"/>
                      <a:pt x="31" y="36"/>
                    </a:cubicBezTo>
                    <a:cubicBezTo>
                      <a:pt x="29" y="39"/>
                      <a:pt x="28" y="43"/>
                      <a:pt x="27" y="46"/>
                    </a:cubicBezTo>
                    <a:cubicBezTo>
                      <a:pt x="26" y="50"/>
                      <a:pt x="25" y="55"/>
                      <a:pt x="24" y="59"/>
                    </a:cubicBezTo>
                    <a:cubicBezTo>
                      <a:pt x="23" y="67"/>
                      <a:pt x="22" y="75"/>
                      <a:pt x="21" y="84"/>
                    </a:cubicBezTo>
                    <a:cubicBezTo>
                      <a:pt x="21" y="89"/>
                      <a:pt x="21" y="95"/>
                      <a:pt x="21" y="100"/>
                    </a:cubicBezTo>
                    <a:cubicBezTo>
                      <a:pt x="22" y="108"/>
                      <a:pt x="22" y="116"/>
                      <a:pt x="23" y="124"/>
                    </a:cubicBezTo>
                    <a:cubicBezTo>
                      <a:pt x="23" y="130"/>
                      <a:pt x="18" y="134"/>
                      <a:pt x="13" y="134"/>
                    </a:cubicBezTo>
                    <a:cubicBezTo>
                      <a:pt x="7" y="134"/>
                      <a:pt x="3" y="130"/>
                      <a:pt x="2" y="1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2" name="Google Shape;1842;p19"/>
              <p:cNvSpPr/>
              <p:nvPr/>
            </p:nvSpPr>
            <p:spPr>
              <a:xfrm>
                <a:off x="2609640" y="599040"/>
                <a:ext cx="375480" cy="133560"/>
              </a:xfrm>
              <a:custGeom>
                <a:avLst/>
                <a:gdLst/>
                <a:ahLst/>
                <a:cxnLst/>
                <a:rect l="l" t="t" r="r" b="b"/>
                <a:pathLst>
                  <a:path w="1043" h="371" extrusionOk="0">
                    <a:moveTo>
                      <a:pt x="14" y="363"/>
                    </a:moveTo>
                    <a:cubicBezTo>
                      <a:pt x="13" y="361"/>
                      <a:pt x="12" y="358"/>
                      <a:pt x="12" y="355"/>
                    </a:cubicBezTo>
                    <a:cubicBezTo>
                      <a:pt x="13" y="352"/>
                      <a:pt x="14" y="348"/>
                      <a:pt x="14" y="345"/>
                    </a:cubicBezTo>
                    <a:cubicBezTo>
                      <a:pt x="14" y="344"/>
                      <a:pt x="14" y="344"/>
                      <a:pt x="14" y="343"/>
                    </a:cubicBezTo>
                    <a:cubicBezTo>
                      <a:pt x="15" y="327"/>
                      <a:pt x="15" y="311"/>
                      <a:pt x="14" y="295"/>
                    </a:cubicBezTo>
                    <a:cubicBezTo>
                      <a:pt x="14" y="285"/>
                      <a:pt x="14" y="274"/>
                      <a:pt x="13" y="264"/>
                    </a:cubicBezTo>
                    <a:cubicBezTo>
                      <a:pt x="12" y="255"/>
                      <a:pt x="11" y="246"/>
                      <a:pt x="11" y="237"/>
                    </a:cubicBezTo>
                    <a:cubicBezTo>
                      <a:pt x="9" y="219"/>
                      <a:pt x="7" y="201"/>
                      <a:pt x="4" y="183"/>
                    </a:cubicBezTo>
                    <a:cubicBezTo>
                      <a:pt x="3" y="173"/>
                      <a:pt x="2" y="164"/>
                      <a:pt x="1" y="154"/>
                    </a:cubicBezTo>
                    <a:cubicBezTo>
                      <a:pt x="1" y="148"/>
                      <a:pt x="0" y="142"/>
                      <a:pt x="0" y="137"/>
                    </a:cubicBezTo>
                    <a:cubicBezTo>
                      <a:pt x="1" y="133"/>
                      <a:pt x="1" y="127"/>
                      <a:pt x="5" y="124"/>
                    </a:cubicBezTo>
                    <a:cubicBezTo>
                      <a:pt x="8" y="121"/>
                      <a:pt x="12" y="120"/>
                      <a:pt x="16" y="122"/>
                    </a:cubicBezTo>
                    <a:cubicBezTo>
                      <a:pt x="19" y="123"/>
                      <a:pt x="22" y="126"/>
                      <a:pt x="23" y="128"/>
                    </a:cubicBezTo>
                    <a:cubicBezTo>
                      <a:pt x="26" y="133"/>
                      <a:pt x="25" y="138"/>
                      <a:pt x="22" y="142"/>
                    </a:cubicBezTo>
                    <a:cubicBezTo>
                      <a:pt x="22" y="146"/>
                      <a:pt x="22" y="150"/>
                      <a:pt x="22" y="154"/>
                    </a:cubicBezTo>
                    <a:cubicBezTo>
                      <a:pt x="22" y="159"/>
                      <a:pt x="23" y="165"/>
                      <a:pt x="23" y="170"/>
                    </a:cubicBezTo>
                    <a:cubicBezTo>
                      <a:pt x="25" y="184"/>
                      <a:pt x="27" y="199"/>
                      <a:pt x="28" y="214"/>
                    </a:cubicBezTo>
                    <a:cubicBezTo>
                      <a:pt x="28" y="215"/>
                      <a:pt x="28" y="215"/>
                      <a:pt x="29" y="215"/>
                    </a:cubicBezTo>
                    <a:cubicBezTo>
                      <a:pt x="29" y="219"/>
                      <a:pt x="29" y="224"/>
                      <a:pt x="30" y="228"/>
                    </a:cubicBezTo>
                    <a:lnTo>
                      <a:pt x="30" y="229"/>
                    </a:lnTo>
                    <a:cubicBezTo>
                      <a:pt x="30" y="231"/>
                      <a:pt x="30" y="233"/>
                      <a:pt x="30" y="235"/>
                    </a:cubicBezTo>
                    <a:lnTo>
                      <a:pt x="30" y="236"/>
                    </a:lnTo>
                    <a:lnTo>
                      <a:pt x="30" y="235"/>
                    </a:lnTo>
                    <a:cubicBezTo>
                      <a:pt x="32" y="250"/>
                      <a:pt x="33" y="265"/>
                      <a:pt x="33" y="279"/>
                    </a:cubicBezTo>
                    <a:cubicBezTo>
                      <a:pt x="33" y="279"/>
                      <a:pt x="34" y="279"/>
                      <a:pt x="34" y="278"/>
                    </a:cubicBezTo>
                    <a:cubicBezTo>
                      <a:pt x="36" y="272"/>
                      <a:pt x="39" y="265"/>
                      <a:pt x="42" y="260"/>
                    </a:cubicBezTo>
                    <a:cubicBezTo>
                      <a:pt x="46" y="249"/>
                      <a:pt x="50" y="239"/>
                      <a:pt x="55" y="229"/>
                    </a:cubicBezTo>
                    <a:cubicBezTo>
                      <a:pt x="57" y="225"/>
                      <a:pt x="59" y="220"/>
                      <a:pt x="61" y="215"/>
                    </a:cubicBezTo>
                    <a:cubicBezTo>
                      <a:pt x="63" y="209"/>
                      <a:pt x="65" y="204"/>
                      <a:pt x="67" y="198"/>
                    </a:cubicBezTo>
                    <a:cubicBezTo>
                      <a:pt x="69" y="191"/>
                      <a:pt x="72" y="184"/>
                      <a:pt x="75" y="178"/>
                    </a:cubicBezTo>
                    <a:cubicBezTo>
                      <a:pt x="76" y="172"/>
                      <a:pt x="79" y="165"/>
                      <a:pt x="81" y="159"/>
                    </a:cubicBezTo>
                    <a:cubicBezTo>
                      <a:pt x="82" y="155"/>
                      <a:pt x="83" y="150"/>
                      <a:pt x="85" y="145"/>
                    </a:cubicBezTo>
                    <a:cubicBezTo>
                      <a:pt x="86" y="141"/>
                      <a:pt x="87" y="137"/>
                      <a:pt x="88" y="133"/>
                    </a:cubicBezTo>
                    <a:cubicBezTo>
                      <a:pt x="90" y="125"/>
                      <a:pt x="92" y="117"/>
                      <a:pt x="93" y="109"/>
                    </a:cubicBezTo>
                    <a:cubicBezTo>
                      <a:pt x="94" y="102"/>
                      <a:pt x="95" y="96"/>
                      <a:pt x="95" y="89"/>
                    </a:cubicBezTo>
                    <a:cubicBezTo>
                      <a:pt x="95" y="85"/>
                      <a:pt x="95" y="80"/>
                      <a:pt x="95" y="75"/>
                    </a:cubicBezTo>
                    <a:cubicBezTo>
                      <a:pt x="95" y="74"/>
                      <a:pt x="95" y="71"/>
                      <a:pt x="96" y="70"/>
                    </a:cubicBezTo>
                    <a:cubicBezTo>
                      <a:pt x="96" y="67"/>
                      <a:pt x="97" y="65"/>
                      <a:pt x="99" y="63"/>
                    </a:cubicBezTo>
                    <a:cubicBezTo>
                      <a:pt x="102" y="59"/>
                      <a:pt x="106" y="57"/>
                      <a:pt x="111" y="56"/>
                    </a:cubicBezTo>
                    <a:cubicBezTo>
                      <a:pt x="120" y="53"/>
                      <a:pt x="128" y="55"/>
                      <a:pt x="137" y="56"/>
                    </a:cubicBezTo>
                    <a:cubicBezTo>
                      <a:pt x="142" y="56"/>
                      <a:pt x="146" y="56"/>
                      <a:pt x="151" y="57"/>
                    </a:cubicBezTo>
                    <a:cubicBezTo>
                      <a:pt x="156" y="57"/>
                      <a:pt x="162" y="57"/>
                      <a:pt x="168" y="57"/>
                    </a:cubicBezTo>
                    <a:cubicBezTo>
                      <a:pt x="174" y="57"/>
                      <a:pt x="180" y="57"/>
                      <a:pt x="186" y="57"/>
                    </a:cubicBezTo>
                    <a:cubicBezTo>
                      <a:pt x="196" y="57"/>
                      <a:pt x="207" y="56"/>
                      <a:pt x="217" y="56"/>
                    </a:cubicBezTo>
                    <a:cubicBezTo>
                      <a:pt x="241" y="54"/>
                      <a:pt x="264" y="52"/>
                      <a:pt x="288" y="50"/>
                    </a:cubicBezTo>
                    <a:cubicBezTo>
                      <a:pt x="333" y="46"/>
                      <a:pt x="378" y="43"/>
                      <a:pt x="423" y="39"/>
                    </a:cubicBezTo>
                    <a:cubicBezTo>
                      <a:pt x="467" y="35"/>
                      <a:pt x="511" y="31"/>
                      <a:pt x="556" y="31"/>
                    </a:cubicBezTo>
                    <a:cubicBezTo>
                      <a:pt x="562" y="31"/>
                      <a:pt x="568" y="31"/>
                      <a:pt x="573" y="31"/>
                    </a:cubicBezTo>
                    <a:cubicBezTo>
                      <a:pt x="590" y="31"/>
                      <a:pt x="607" y="31"/>
                      <a:pt x="624" y="30"/>
                    </a:cubicBezTo>
                    <a:cubicBezTo>
                      <a:pt x="646" y="29"/>
                      <a:pt x="669" y="28"/>
                      <a:pt x="692" y="27"/>
                    </a:cubicBezTo>
                    <a:cubicBezTo>
                      <a:pt x="714" y="25"/>
                      <a:pt x="737" y="24"/>
                      <a:pt x="760" y="22"/>
                    </a:cubicBezTo>
                    <a:cubicBezTo>
                      <a:pt x="782" y="21"/>
                      <a:pt x="805" y="20"/>
                      <a:pt x="827" y="18"/>
                    </a:cubicBezTo>
                    <a:cubicBezTo>
                      <a:pt x="839" y="17"/>
                      <a:pt x="850" y="16"/>
                      <a:pt x="861" y="15"/>
                    </a:cubicBezTo>
                    <a:cubicBezTo>
                      <a:pt x="872" y="14"/>
                      <a:pt x="883" y="13"/>
                      <a:pt x="894" y="12"/>
                    </a:cubicBezTo>
                    <a:cubicBezTo>
                      <a:pt x="917" y="11"/>
                      <a:pt x="940" y="10"/>
                      <a:pt x="963" y="8"/>
                    </a:cubicBezTo>
                    <a:cubicBezTo>
                      <a:pt x="964" y="8"/>
                      <a:pt x="966" y="8"/>
                      <a:pt x="968" y="7"/>
                    </a:cubicBezTo>
                    <a:lnTo>
                      <a:pt x="967" y="7"/>
                    </a:lnTo>
                    <a:lnTo>
                      <a:pt x="968" y="7"/>
                    </a:lnTo>
                    <a:cubicBezTo>
                      <a:pt x="977" y="7"/>
                      <a:pt x="985" y="6"/>
                      <a:pt x="994" y="4"/>
                    </a:cubicBezTo>
                    <a:cubicBezTo>
                      <a:pt x="997" y="4"/>
                      <a:pt x="1001" y="3"/>
                      <a:pt x="1005" y="3"/>
                    </a:cubicBezTo>
                    <a:cubicBezTo>
                      <a:pt x="1006" y="2"/>
                      <a:pt x="1009" y="2"/>
                      <a:pt x="1010" y="1"/>
                    </a:cubicBezTo>
                    <a:cubicBezTo>
                      <a:pt x="1013" y="1"/>
                      <a:pt x="1017" y="0"/>
                      <a:pt x="1020" y="0"/>
                    </a:cubicBezTo>
                    <a:cubicBezTo>
                      <a:pt x="1024" y="0"/>
                      <a:pt x="1029" y="0"/>
                      <a:pt x="1033" y="2"/>
                    </a:cubicBezTo>
                    <a:cubicBezTo>
                      <a:pt x="1037" y="4"/>
                      <a:pt x="1040" y="8"/>
                      <a:pt x="1041" y="13"/>
                    </a:cubicBezTo>
                    <a:cubicBezTo>
                      <a:pt x="1042" y="17"/>
                      <a:pt x="1042" y="22"/>
                      <a:pt x="1042" y="27"/>
                    </a:cubicBezTo>
                    <a:cubicBezTo>
                      <a:pt x="1042" y="30"/>
                      <a:pt x="1041" y="33"/>
                      <a:pt x="1041" y="36"/>
                    </a:cubicBezTo>
                    <a:cubicBezTo>
                      <a:pt x="1041" y="39"/>
                      <a:pt x="1040" y="42"/>
                      <a:pt x="1039" y="46"/>
                    </a:cubicBezTo>
                    <a:cubicBezTo>
                      <a:pt x="1036" y="57"/>
                      <a:pt x="1032" y="68"/>
                      <a:pt x="1029" y="80"/>
                    </a:cubicBezTo>
                    <a:cubicBezTo>
                      <a:pt x="1027" y="86"/>
                      <a:pt x="1024" y="92"/>
                      <a:pt x="1022" y="98"/>
                    </a:cubicBezTo>
                    <a:cubicBezTo>
                      <a:pt x="1023" y="98"/>
                      <a:pt x="1023" y="98"/>
                      <a:pt x="1023" y="97"/>
                    </a:cubicBezTo>
                    <a:cubicBezTo>
                      <a:pt x="1020" y="105"/>
                      <a:pt x="1017" y="113"/>
                      <a:pt x="1015" y="121"/>
                    </a:cubicBezTo>
                    <a:cubicBezTo>
                      <a:pt x="1012" y="130"/>
                      <a:pt x="1009" y="138"/>
                      <a:pt x="1006" y="147"/>
                    </a:cubicBezTo>
                    <a:cubicBezTo>
                      <a:pt x="1004" y="152"/>
                      <a:pt x="998" y="155"/>
                      <a:pt x="992" y="153"/>
                    </a:cubicBezTo>
                    <a:cubicBezTo>
                      <a:pt x="987" y="151"/>
                      <a:pt x="984" y="145"/>
                      <a:pt x="986" y="139"/>
                    </a:cubicBezTo>
                    <a:cubicBezTo>
                      <a:pt x="994" y="117"/>
                      <a:pt x="1001" y="96"/>
                      <a:pt x="1008" y="74"/>
                    </a:cubicBezTo>
                    <a:cubicBezTo>
                      <a:pt x="1008" y="74"/>
                      <a:pt x="1009" y="74"/>
                      <a:pt x="1009" y="73"/>
                    </a:cubicBezTo>
                    <a:lnTo>
                      <a:pt x="1009" y="74"/>
                    </a:lnTo>
                    <a:lnTo>
                      <a:pt x="1009" y="73"/>
                    </a:lnTo>
                    <a:cubicBezTo>
                      <a:pt x="1009" y="74"/>
                      <a:pt x="1009" y="74"/>
                      <a:pt x="1008" y="74"/>
                    </a:cubicBezTo>
                    <a:cubicBezTo>
                      <a:pt x="1013" y="60"/>
                      <a:pt x="1017" y="46"/>
                      <a:pt x="1020" y="32"/>
                    </a:cubicBezTo>
                    <a:cubicBezTo>
                      <a:pt x="1020" y="30"/>
                      <a:pt x="1021" y="28"/>
                      <a:pt x="1021" y="25"/>
                    </a:cubicBezTo>
                    <a:cubicBezTo>
                      <a:pt x="1021" y="24"/>
                      <a:pt x="1021" y="23"/>
                      <a:pt x="1021" y="22"/>
                    </a:cubicBezTo>
                    <a:cubicBezTo>
                      <a:pt x="999" y="25"/>
                      <a:pt x="977" y="28"/>
                      <a:pt x="955" y="29"/>
                    </a:cubicBezTo>
                    <a:cubicBezTo>
                      <a:pt x="931" y="31"/>
                      <a:pt x="908" y="32"/>
                      <a:pt x="886" y="34"/>
                    </a:cubicBezTo>
                    <a:cubicBezTo>
                      <a:pt x="864" y="36"/>
                      <a:pt x="841" y="38"/>
                      <a:pt x="819" y="39"/>
                    </a:cubicBezTo>
                    <a:cubicBezTo>
                      <a:pt x="797" y="41"/>
                      <a:pt x="774" y="43"/>
                      <a:pt x="751" y="44"/>
                    </a:cubicBezTo>
                    <a:cubicBezTo>
                      <a:pt x="728" y="46"/>
                      <a:pt x="705" y="47"/>
                      <a:pt x="682" y="48"/>
                    </a:cubicBezTo>
                    <a:cubicBezTo>
                      <a:pt x="660" y="49"/>
                      <a:pt x="638" y="50"/>
                      <a:pt x="615" y="51"/>
                    </a:cubicBezTo>
                    <a:cubicBezTo>
                      <a:pt x="593" y="52"/>
                      <a:pt x="571" y="52"/>
                      <a:pt x="548" y="52"/>
                    </a:cubicBezTo>
                    <a:cubicBezTo>
                      <a:pt x="525" y="52"/>
                      <a:pt x="503" y="53"/>
                      <a:pt x="481" y="54"/>
                    </a:cubicBezTo>
                    <a:cubicBezTo>
                      <a:pt x="458" y="56"/>
                      <a:pt x="434" y="59"/>
                      <a:pt x="410" y="60"/>
                    </a:cubicBezTo>
                    <a:cubicBezTo>
                      <a:pt x="389" y="62"/>
                      <a:pt x="367" y="64"/>
                      <a:pt x="346" y="66"/>
                    </a:cubicBezTo>
                    <a:cubicBezTo>
                      <a:pt x="323" y="68"/>
                      <a:pt x="300" y="70"/>
                      <a:pt x="276" y="72"/>
                    </a:cubicBezTo>
                    <a:cubicBezTo>
                      <a:pt x="265" y="73"/>
                      <a:pt x="254" y="74"/>
                      <a:pt x="243" y="75"/>
                    </a:cubicBezTo>
                    <a:cubicBezTo>
                      <a:pt x="231" y="75"/>
                      <a:pt x="221" y="77"/>
                      <a:pt x="210" y="77"/>
                    </a:cubicBezTo>
                    <a:cubicBezTo>
                      <a:pt x="203" y="77"/>
                      <a:pt x="196" y="78"/>
                      <a:pt x="188" y="78"/>
                    </a:cubicBezTo>
                    <a:cubicBezTo>
                      <a:pt x="182" y="78"/>
                      <a:pt x="176" y="78"/>
                      <a:pt x="169" y="78"/>
                    </a:cubicBezTo>
                    <a:cubicBezTo>
                      <a:pt x="154" y="78"/>
                      <a:pt x="139" y="77"/>
                      <a:pt x="124" y="77"/>
                    </a:cubicBezTo>
                    <a:cubicBezTo>
                      <a:pt x="122" y="76"/>
                      <a:pt x="120" y="76"/>
                      <a:pt x="117" y="77"/>
                    </a:cubicBezTo>
                    <a:cubicBezTo>
                      <a:pt x="117" y="100"/>
                      <a:pt x="111" y="123"/>
                      <a:pt x="106" y="146"/>
                    </a:cubicBezTo>
                    <a:cubicBezTo>
                      <a:pt x="102" y="157"/>
                      <a:pt x="99" y="168"/>
                      <a:pt x="95" y="179"/>
                    </a:cubicBezTo>
                    <a:cubicBezTo>
                      <a:pt x="92" y="189"/>
                      <a:pt x="88" y="199"/>
                      <a:pt x="85" y="208"/>
                    </a:cubicBezTo>
                    <a:cubicBezTo>
                      <a:pt x="78" y="226"/>
                      <a:pt x="70" y="244"/>
                      <a:pt x="62" y="262"/>
                    </a:cubicBezTo>
                    <a:cubicBezTo>
                      <a:pt x="55" y="279"/>
                      <a:pt x="48" y="296"/>
                      <a:pt x="43" y="314"/>
                    </a:cubicBezTo>
                    <a:cubicBezTo>
                      <a:pt x="40" y="323"/>
                      <a:pt x="37" y="332"/>
                      <a:pt x="36" y="341"/>
                    </a:cubicBezTo>
                    <a:cubicBezTo>
                      <a:pt x="36" y="342"/>
                      <a:pt x="35" y="343"/>
                      <a:pt x="35" y="345"/>
                    </a:cubicBezTo>
                    <a:cubicBezTo>
                      <a:pt x="35" y="350"/>
                      <a:pt x="35" y="355"/>
                      <a:pt x="35" y="360"/>
                    </a:cubicBezTo>
                    <a:cubicBezTo>
                      <a:pt x="33" y="364"/>
                      <a:pt x="30" y="369"/>
                      <a:pt x="25" y="370"/>
                    </a:cubicBezTo>
                    <a:cubicBezTo>
                      <a:pt x="25" y="370"/>
                      <a:pt x="24" y="370"/>
                      <a:pt x="23" y="370"/>
                    </a:cubicBezTo>
                    <a:cubicBezTo>
                      <a:pt x="19" y="370"/>
                      <a:pt x="16" y="367"/>
                      <a:pt x="14" y="3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3" name="Google Shape;1843;p19"/>
              <p:cNvSpPr/>
              <p:nvPr/>
            </p:nvSpPr>
            <p:spPr>
              <a:xfrm>
                <a:off x="2647080" y="637920"/>
                <a:ext cx="48600" cy="76680"/>
              </a:xfrm>
              <a:custGeom>
                <a:avLst/>
                <a:gdLst/>
                <a:ahLst/>
                <a:cxnLst/>
                <a:rect l="l" t="t" r="r" b="b"/>
                <a:pathLst>
                  <a:path w="135" h="213" extrusionOk="0">
                    <a:moveTo>
                      <a:pt x="24" y="205"/>
                    </a:moveTo>
                    <a:cubicBezTo>
                      <a:pt x="23" y="202"/>
                      <a:pt x="23" y="199"/>
                      <a:pt x="23" y="195"/>
                    </a:cubicBezTo>
                    <a:cubicBezTo>
                      <a:pt x="24" y="190"/>
                      <a:pt x="30" y="187"/>
                      <a:pt x="35" y="187"/>
                    </a:cubicBezTo>
                    <a:cubicBezTo>
                      <a:pt x="37" y="187"/>
                      <a:pt x="38" y="188"/>
                      <a:pt x="39" y="188"/>
                    </a:cubicBezTo>
                    <a:cubicBezTo>
                      <a:pt x="41" y="187"/>
                      <a:pt x="44" y="187"/>
                      <a:pt x="46" y="185"/>
                    </a:cubicBezTo>
                    <a:cubicBezTo>
                      <a:pt x="48" y="184"/>
                      <a:pt x="51" y="182"/>
                      <a:pt x="54" y="180"/>
                    </a:cubicBezTo>
                    <a:cubicBezTo>
                      <a:pt x="57" y="178"/>
                      <a:pt x="60" y="175"/>
                      <a:pt x="63" y="173"/>
                    </a:cubicBezTo>
                    <a:cubicBezTo>
                      <a:pt x="65" y="171"/>
                      <a:pt x="68" y="168"/>
                      <a:pt x="70" y="166"/>
                    </a:cubicBezTo>
                    <a:cubicBezTo>
                      <a:pt x="72" y="164"/>
                      <a:pt x="73" y="163"/>
                      <a:pt x="74" y="161"/>
                    </a:cubicBezTo>
                    <a:cubicBezTo>
                      <a:pt x="74" y="160"/>
                      <a:pt x="75" y="159"/>
                      <a:pt x="76" y="157"/>
                    </a:cubicBezTo>
                    <a:cubicBezTo>
                      <a:pt x="77" y="154"/>
                      <a:pt x="79" y="150"/>
                      <a:pt x="80" y="147"/>
                    </a:cubicBezTo>
                    <a:cubicBezTo>
                      <a:pt x="83" y="136"/>
                      <a:pt x="86" y="127"/>
                      <a:pt x="88" y="116"/>
                    </a:cubicBezTo>
                    <a:cubicBezTo>
                      <a:pt x="89" y="108"/>
                      <a:pt x="91" y="101"/>
                      <a:pt x="92" y="93"/>
                    </a:cubicBezTo>
                    <a:cubicBezTo>
                      <a:pt x="92" y="94"/>
                      <a:pt x="92" y="94"/>
                      <a:pt x="92" y="94"/>
                    </a:cubicBezTo>
                    <a:cubicBezTo>
                      <a:pt x="82" y="103"/>
                      <a:pt x="72" y="111"/>
                      <a:pt x="61" y="118"/>
                    </a:cubicBezTo>
                    <a:cubicBezTo>
                      <a:pt x="45" y="128"/>
                      <a:pt x="18" y="138"/>
                      <a:pt x="5" y="117"/>
                    </a:cubicBezTo>
                    <a:cubicBezTo>
                      <a:pt x="3" y="113"/>
                      <a:pt x="1" y="108"/>
                      <a:pt x="0" y="104"/>
                    </a:cubicBezTo>
                    <a:cubicBezTo>
                      <a:pt x="0" y="98"/>
                      <a:pt x="2" y="93"/>
                      <a:pt x="4" y="88"/>
                    </a:cubicBezTo>
                    <a:cubicBezTo>
                      <a:pt x="7" y="81"/>
                      <a:pt x="11" y="75"/>
                      <a:pt x="14" y="69"/>
                    </a:cubicBezTo>
                    <a:cubicBezTo>
                      <a:pt x="19" y="62"/>
                      <a:pt x="24" y="56"/>
                      <a:pt x="30" y="50"/>
                    </a:cubicBezTo>
                    <a:cubicBezTo>
                      <a:pt x="35" y="43"/>
                      <a:pt x="42" y="36"/>
                      <a:pt x="48" y="30"/>
                    </a:cubicBezTo>
                    <a:cubicBezTo>
                      <a:pt x="56" y="23"/>
                      <a:pt x="65" y="16"/>
                      <a:pt x="74" y="11"/>
                    </a:cubicBezTo>
                    <a:cubicBezTo>
                      <a:pt x="83" y="5"/>
                      <a:pt x="92" y="1"/>
                      <a:pt x="103" y="1"/>
                    </a:cubicBezTo>
                    <a:cubicBezTo>
                      <a:pt x="112" y="0"/>
                      <a:pt x="122" y="1"/>
                      <a:pt x="128" y="9"/>
                    </a:cubicBezTo>
                    <a:cubicBezTo>
                      <a:pt x="130" y="12"/>
                      <a:pt x="133" y="15"/>
                      <a:pt x="133" y="19"/>
                    </a:cubicBezTo>
                    <a:cubicBezTo>
                      <a:pt x="134" y="25"/>
                      <a:pt x="133" y="29"/>
                      <a:pt x="132" y="34"/>
                    </a:cubicBezTo>
                    <a:cubicBezTo>
                      <a:pt x="130" y="40"/>
                      <a:pt x="129" y="45"/>
                      <a:pt x="126" y="50"/>
                    </a:cubicBezTo>
                    <a:cubicBezTo>
                      <a:pt x="124" y="54"/>
                      <a:pt x="119" y="56"/>
                      <a:pt x="115" y="55"/>
                    </a:cubicBezTo>
                    <a:cubicBezTo>
                      <a:pt x="111" y="55"/>
                      <a:pt x="106" y="51"/>
                      <a:pt x="105" y="47"/>
                    </a:cubicBezTo>
                    <a:cubicBezTo>
                      <a:pt x="105" y="43"/>
                      <a:pt x="106" y="40"/>
                      <a:pt x="107" y="36"/>
                    </a:cubicBezTo>
                    <a:cubicBezTo>
                      <a:pt x="107" y="33"/>
                      <a:pt x="109" y="30"/>
                      <a:pt x="111" y="29"/>
                    </a:cubicBezTo>
                    <a:cubicBezTo>
                      <a:pt x="111" y="27"/>
                      <a:pt x="112" y="26"/>
                      <a:pt x="112" y="25"/>
                    </a:cubicBezTo>
                    <a:lnTo>
                      <a:pt x="112" y="24"/>
                    </a:lnTo>
                    <a:lnTo>
                      <a:pt x="112" y="23"/>
                    </a:lnTo>
                    <a:cubicBezTo>
                      <a:pt x="111" y="23"/>
                      <a:pt x="111" y="22"/>
                      <a:pt x="111" y="22"/>
                    </a:cubicBezTo>
                    <a:cubicBezTo>
                      <a:pt x="111" y="22"/>
                      <a:pt x="111" y="23"/>
                      <a:pt x="112" y="23"/>
                    </a:cubicBezTo>
                    <a:cubicBezTo>
                      <a:pt x="111" y="23"/>
                      <a:pt x="111" y="22"/>
                      <a:pt x="111" y="22"/>
                    </a:cubicBezTo>
                    <a:lnTo>
                      <a:pt x="110" y="22"/>
                    </a:lnTo>
                    <a:cubicBezTo>
                      <a:pt x="109" y="22"/>
                      <a:pt x="109" y="22"/>
                      <a:pt x="109" y="22"/>
                    </a:cubicBezTo>
                    <a:cubicBezTo>
                      <a:pt x="108" y="22"/>
                      <a:pt x="108" y="22"/>
                      <a:pt x="108" y="22"/>
                    </a:cubicBezTo>
                    <a:cubicBezTo>
                      <a:pt x="106" y="22"/>
                      <a:pt x="105" y="22"/>
                      <a:pt x="104" y="22"/>
                    </a:cubicBezTo>
                    <a:cubicBezTo>
                      <a:pt x="102" y="22"/>
                      <a:pt x="102" y="22"/>
                      <a:pt x="101" y="22"/>
                    </a:cubicBezTo>
                    <a:cubicBezTo>
                      <a:pt x="98" y="23"/>
                      <a:pt x="97" y="23"/>
                      <a:pt x="94" y="24"/>
                    </a:cubicBezTo>
                    <a:cubicBezTo>
                      <a:pt x="91" y="25"/>
                      <a:pt x="88" y="26"/>
                      <a:pt x="86" y="28"/>
                    </a:cubicBezTo>
                    <a:cubicBezTo>
                      <a:pt x="83" y="30"/>
                      <a:pt x="80" y="32"/>
                      <a:pt x="77" y="33"/>
                    </a:cubicBezTo>
                    <a:cubicBezTo>
                      <a:pt x="72" y="37"/>
                      <a:pt x="67" y="40"/>
                      <a:pt x="63" y="44"/>
                    </a:cubicBezTo>
                    <a:cubicBezTo>
                      <a:pt x="58" y="50"/>
                      <a:pt x="52" y="55"/>
                      <a:pt x="46" y="61"/>
                    </a:cubicBezTo>
                    <a:cubicBezTo>
                      <a:pt x="44" y="65"/>
                      <a:pt x="41" y="68"/>
                      <a:pt x="39" y="71"/>
                    </a:cubicBezTo>
                    <a:cubicBezTo>
                      <a:pt x="37" y="74"/>
                      <a:pt x="34" y="78"/>
                      <a:pt x="32" y="80"/>
                    </a:cubicBezTo>
                    <a:cubicBezTo>
                      <a:pt x="30" y="85"/>
                      <a:pt x="27" y="89"/>
                      <a:pt x="25" y="93"/>
                    </a:cubicBezTo>
                    <a:cubicBezTo>
                      <a:pt x="24" y="95"/>
                      <a:pt x="23" y="97"/>
                      <a:pt x="23" y="100"/>
                    </a:cubicBezTo>
                    <a:cubicBezTo>
                      <a:pt x="22" y="100"/>
                      <a:pt x="22" y="100"/>
                      <a:pt x="22" y="101"/>
                    </a:cubicBezTo>
                    <a:cubicBezTo>
                      <a:pt x="22" y="102"/>
                      <a:pt x="22" y="102"/>
                      <a:pt x="22" y="102"/>
                    </a:cubicBezTo>
                    <a:lnTo>
                      <a:pt x="22" y="103"/>
                    </a:lnTo>
                    <a:lnTo>
                      <a:pt x="23" y="103"/>
                    </a:lnTo>
                    <a:cubicBezTo>
                      <a:pt x="23" y="104"/>
                      <a:pt x="23" y="104"/>
                      <a:pt x="23" y="104"/>
                    </a:cubicBezTo>
                    <a:cubicBezTo>
                      <a:pt x="23" y="105"/>
                      <a:pt x="23" y="105"/>
                      <a:pt x="24" y="106"/>
                    </a:cubicBezTo>
                    <a:cubicBezTo>
                      <a:pt x="24" y="106"/>
                      <a:pt x="24" y="107"/>
                      <a:pt x="25" y="107"/>
                    </a:cubicBezTo>
                    <a:cubicBezTo>
                      <a:pt x="25" y="108"/>
                      <a:pt x="25" y="108"/>
                      <a:pt x="26" y="108"/>
                    </a:cubicBezTo>
                    <a:cubicBezTo>
                      <a:pt x="27" y="108"/>
                      <a:pt x="27" y="108"/>
                      <a:pt x="27" y="108"/>
                    </a:cubicBezTo>
                    <a:cubicBezTo>
                      <a:pt x="28" y="108"/>
                      <a:pt x="28" y="108"/>
                      <a:pt x="29" y="108"/>
                    </a:cubicBezTo>
                    <a:cubicBezTo>
                      <a:pt x="31" y="108"/>
                      <a:pt x="32" y="107"/>
                      <a:pt x="34" y="107"/>
                    </a:cubicBezTo>
                    <a:cubicBezTo>
                      <a:pt x="35" y="107"/>
                      <a:pt x="37" y="106"/>
                      <a:pt x="38" y="106"/>
                    </a:cubicBezTo>
                    <a:cubicBezTo>
                      <a:pt x="40" y="105"/>
                      <a:pt x="43" y="104"/>
                      <a:pt x="45" y="103"/>
                    </a:cubicBezTo>
                    <a:cubicBezTo>
                      <a:pt x="50" y="100"/>
                      <a:pt x="54" y="97"/>
                      <a:pt x="58" y="94"/>
                    </a:cubicBezTo>
                    <a:cubicBezTo>
                      <a:pt x="65" y="89"/>
                      <a:pt x="72" y="83"/>
                      <a:pt x="79" y="78"/>
                    </a:cubicBezTo>
                    <a:cubicBezTo>
                      <a:pt x="84" y="73"/>
                      <a:pt x="88" y="68"/>
                      <a:pt x="92" y="64"/>
                    </a:cubicBezTo>
                    <a:cubicBezTo>
                      <a:pt x="93" y="62"/>
                      <a:pt x="94" y="61"/>
                      <a:pt x="95" y="60"/>
                    </a:cubicBezTo>
                    <a:cubicBezTo>
                      <a:pt x="97" y="58"/>
                      <a:pt x="99" y="57"/>
                      <a:pt x="100" y="56"/>
                    </a:cubicBezTo>
                    <a:cubicBezTo>
                      <a:pt x="106" y="52"/>
                      <a:pt x="114" y="55"/>
                      <a:pt x="116" y="62"/>
                    </a:cubicBezTo>
                    <a:cubicBezTo>
                      <a:pt x="117" y="65"/>
                      <a:pt x="118" y="68"/>
                      <a:pt x="118" y="71"/>
                    </a:cubicBezTo>
                    <a:cubicBezTo>
                      <a:pt x="117" y="75"/>
                      <a:pt x="116" y="78"/>
                      <a:pt x="116" y="82"/>
                    </a:cubicBezTo>
                    <a:cubicBezTo>
                      <a:pt x="115" y="86"/>
                      <a:pt x="115" y="89"/>
                      <a:pt x="113" y="93"/>
                    </a:cubicBezTo>
                    <a:cubicBezTo>
                      <a:pt x="112" y="99"/>
                      <a:pt x="112" y="104"/>
                      <a:pt x="110" y="109"/>
                    </a:cubicBezTo>
                    <a:cubicBezTo>
                      <a:pt x="108" y="121"/>
                      <a:pt x="105" y="132"/>
                      <a:pt x="102" y="144"/>
                    </a:cubicBezTo>
                    <a:cubicBezTo>
                      <a:pt x="99" y="153"/>
                      <a:pt x="97" y="163"/>
                      <a:pt x="92" y="172"/>
                    </a:cubicBezTo>
                    <a:cubicBezTo>
                      <a:pt x="86" y="182"/>
                      <a:pt x="76" y="190"/>
                      <a:pt x="67" y="198"/>
                    </a:cubicBezTo>
                    <a:cubicBezTo>
                      <a:pt x="62" y="201"/>
                      <a:pt x="57" y="204"/>
                      <a:pt x="52" y="207"/>
                    </a:cubicBezTo>
                    <a:cubicBezTo>
                      <a:pt x="49" y="209"/>
                      <a:pt x="45" y="210"/>
                      <a:pt x="41" y="211"/>
                    </a:cubicBezTo>
                    <a:cubicBezTo>
                      <a:pt x="39" y="211"/>
                      <a:pt x="38" y="212"/>
                      <a:pt x="37" y="212"/>
                    </a:cubicBezTo>
                    <a:cubicBezTo>
                      <a:pt x="32" y="212"/>
                      <a:pt x="27" y="209"/>
                      <a:pt x="24" y="2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4" name="Google Shape;1844;p19"/>
              <p:cNvSpPr/>
              <p:nvPr/>
            </p:nvSpPr>
            <p:spPr>
              <a:xfrm>
                <a:off x="2704680" y="662760"/>
                <a:ext cx="16560" cy="40320"/>
              </a:xfrm>
              <a:custGeom>
                <a:avLst/>
                <a:gdLst/>
                <a:ahLst/>
                <a:cxnLst/>
                <a:rect l="l" t="t" r="r" b="b"/>
                <a:pathLst>
                  <a:path w="46" h="112" extrusionOk="0">
                    <a:moveTo>
                      <a:pt x="23" y="105"/>
                    </a:moveTo>
                    <a:cubicBezTo>
                      <a:pt x="21" y="101"/>
                      <a:pt x="19" y="96"/>
                      <a:pt x="18" y="92"/>
                    </a:cubicBezTo>
                    <a:cubicBezTo>
                      <a:pt x="13" y="78"/>
                      <a:pt x="8" y="65"/>
                      <a:pt x="5" y="51"/>
                    </a:cubicBezTo>
                    <a:lnTo>
                      <a:pt x="5" y="52"/>
                    </a:lnTo>
                    <a:cubicBezTo>
                      <a:pt x="4" y="49"/>
                      <a:pt x="3" y="46"/>
                      <a:pt x="2" y="43"/>
                    </a:cubicBezTo>
                    <a:cubicBezTo>
                      <a:pt x="3" y="44"/>
                      <a:pt x="3" y="44"/>
                      <a:pt x="3" y="45"/>
                    </a:cubicBezTo>
                    <a:cubicBezTo>
                      <a:pt x="2" y="39"/>
                      <a:pt x="1" y="32"/>
                      <a:pt x="0" y="27"/>
                    </a:cubicBezTo>
                    <a:cubicBezTo>
                      <a:pt x="0" y="23"/>
                      <a:pt x="0" y="20"/>
                      <a:pt x="1" y="16"/>
                    </a:cubicBezTo>
                    <a:cubicBezTo>
                      <a:pt x="1" y="12"/>
                      <a:pt x="2" y="9"/>
                      <a:pt x="4" y="6"/>
                    </a:cubicBezTo>
                    <a:cubicBezTo>
                      <a:pt x="5" y="4"/>
                      <a:pt x="8" y="2"/>
                      <a:pt x="11" y="2"/>
                    </a:cubicBezTo>
                    <a:cubicBezTo>
                      <a:pt x="13" y="0"/>
                      <a:pt x="17" y="1"/>
                      <a:pt x="20" y="3"/>
                    </a:cubicBezTo>
                    <a:cubicBezTo>
                      <a:pt x="23" y="5"/>
                      <a:pt x="26" y="10"/>
                      <a:pt x="26" y="15"/>
                    </a:cubicBezTo>
                    <a:cubicBezTo>
                      <a:pt x="26" y="18"/>
                      <a:pt x="24" y="21"/>
                      <a:pt x="22" y="23"/>
                    </a:cubicBezTo>
                    <a:cubicBezTo>
                      <a:pt x="22" y="25"/>
                      <a:pt x="22" y="27"/>
                      <a:pt x="22" y="30"/>
                    </a:cubicBezTo>
                    <a:cubicBezTo>
                      <a:pt x="23" y="35"/>
                      <a:pt x="24" y="42"/>
                      <a:pt x="26" y="48"/>
                    </a:cubicBezTo>
                    <a:cubicBezTo>
                      <a:pt x="27" y="52"/>
                      <a:pt x="28" y="57"/>
                      <a:pt x="29" y="62"/>
                    </a:cubicBezTo>
                    <a:cubicBezTo>
                      <a:pt x="31" y="67"/>
                      <a:pt x="33" y="72"/>
                      <a:pt x="34" y="77"/>
                    </a:cubicBezTo>
                    <a:cubicBezTo>
                      <a:pt x="37" y="83"/>
                      <a:pt x="40" y="90"/>
                      <a:pt x="43" y="96"/>
                    </a:cubicBezTo>
                    <a:cubicBezTo>
                      <a:pt x="45" y="102"/>
                      <a:pt x="43" y="108"/>
                      <a:pt x="37" y="111"/>
                    </a:cubicBezTo>
                    <a:cubicBezTo>
                      <a:pt x="36" y="111"/>
                      <a:pt x="34" y="111"/>
                      <a:pt x="33" y="111"/>
                    </a:cubicBezTo>
                    <a:cubicBezTo>
                      <a:pt x="29" y="111"/>
                      <a:pt x="25" y="109"/>
                      <a:pt x="23" y="1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5" name="Google Shape;1845;p19"/>
              <p:cNvSpPr/>
              <p:nvPr/>
            </p:nvSpPr>
            <p:spPr>
              <a:xfrm>
                <a:off x="2687040" y="675360"/>
                <a:ext cx="45720" cy="50760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41" extrusionOk="0">
                    <a:moveTo>
                      <a:pt x="7" y="138"/>
                    </a:moveTo>
                    <a:cubicBezTo>
                      <a:pt x="2" y="136"/>
                      <a:pt x="0" y="129"/>
                      <a:pt x="3" y="124"/>
                    </a:cubicBezTo>
                    <a:cubicBezTo>
                      <a:pt x="9" y="113"/>
                      <a:pt x="15" y="102"/>
                      <a:pt x="22" y="92"/>
                    </a:cubicBezTo>
                    <a:cubicBezTo>
                      <a:pt x="25" y="87"/>
                      <a:pt x="28" y="83"/>
                      <a:pt x="31" y="78"/>
                    </a:cubicBezTo>
                    <a:cubicBezTo>
                      <a:pt x="34" y="73"/>
                      <a:pt x="37" y="68"/>
                      <a:pt x="41" y="63"/>
                    </a:cubicBezTo>
                    <a:cubicBezTo>
                      <a:pt x="44" y="59"/>
                      <a:pt x="47" y="54"/>
                      <a:pt x="51" y="49"/>
                    </a:cubicBezTo>
                    <a:cubicBezTo>
                      <a:pt x="54" y="45"/>
                      <a:pt x="59" y="40"/>
                      <a:pt x="62" y="35"/>
                    </a:cubicBezTo>
                    <a:cubicBezTo>
                      <a:pt x="67" y="30"/>
                      <a:pt x="71" y="25"/>
                      <a:pt x="76" y="20"/>
                    </a:cubicBezTo>
                    <a:cubicBezTo>
                      <a:pt x="81" y="14"/>
                      <a:pt x="87" y="9"/>
                      <a:pt x="94" y="5"/>
                    </a:cubicBezTo>
                    <a:cubicBezTo>
                      <a:pt x="99" y="2"/>
                      <a:pt x="105" y="0"/>
                      <a:pt x="112" y="0"/>
                    </a:cubicBezTo>
                    <a:cubicBezTo>
                      <a:pt x="114" y="1"/>
                      <a:pt x="117" y="2"/>
                      <a:pt x="119" y="3"/>
                    </a:cubicBezTo>
                    <a:cubicBezTo>
                      <a:pt x="125" y="6"/>
                      <a:pt x="126" y="14"/>
                      <a:pt x="123" y="20"/>
                    </a:cubicBezTo>
                    <a:cubicBezTo>
                      <a:pt x="119" y="24"/>
                      <a:pt x="113" y="25"/>
                      <a:pt x="108" y="23"/>
                    </a:cubicBezTo>
                    <a:lnTo>
                      <a:pt x="107" y="23"/>
                    </a:lnTo>
                    <a:lnTo>
                      <a:pt x="108" y="23"/>
                    </a:lnTo>
                    <a:lnTo>
                      <a:pt x="107" y="23"/>
                    </a:lnTo>
                    <a:lnTo>
                      <a:pt x="106" y="23"/>
                    </a:lnTo>
                    <a:lnTo>
                      <a:pt x="107" y="23"/>
                    </a:lnTo>
                    <a:lnTo>
                      <a:pt x="108" y="23"/>
                    </a:lnTo>
                    <a:cubicBezTo>
                      <a:pt x="107" y="23"/>
                      <a:pt x="107" y="23"/>
                      <a:pt x="106" y="23"/>
                    </a:cubicBezTo>
                    <a:cubicBezTo>
                      <a:pt x="106" y="23"/>
                      <a:pt x="105" y="23"/>
                      <a:pt x="105" y="24"/>
                    </a:cubicBezTo>
                    <a:cubicBezTo>
                      <a:pt x="103" y="24"/>
                      <a:pt x="102" y="25"/>
                      <a:pt x="101" y="26"/>
                    </a:cubicBezTo>
                    <a:lnTo>
                      <a:pt x="102" y="25"/>
                    </a:lnTo>
                    <a:cubicBezTo>
                      <a:pt x="100" y="27"/>
                      <a:pt x="98" y="28"/>
                      <a:pt x="97" y="30"/>
                    </a:cubicBezTo>
                    <a:cubicBezTo>
                      <a:pt x="91" y="35"/>
                      <a:pt x="85" y="42"/>
                      <a:pt x="79" y="48"/>
                    </a:cubicBezTo>
                    <a:cubicBezTo>
                      <a:pt x="74" y="55"/>
                      <a:pt x="68" y="61"/>
                      <a:pt x="63" y="67"/>
                    </a:cubicBezTo>
                    <a:cubicBezTo>
                      <a:pt x="61" y="71"/>
                      <a:pt x="59" y="74"/>
                      <a:pt x="56" y="77"/>
                    </a:cubicBezTo>
                    <a:cubicBezTo>
                      <a:pt x="53" y="82"/>
                      <a:pt x="50" y="86"/>
                      <a:pt x="48" y="90"/>
                    </a:cubicBezTo>
                    <a:cubicBezTo>
                      <a:pt x="38" y="105"/>
                      <a:pt x="29" y="119"/>
                      <a:pt x="22" y="134"/>
                    </a:cubicBezTo>
                    <a:cubicBezTo>
                      <a:pt x="20" y="138"/>
                      <a:pt x="16" y="140"/>
                      <a:pt x="13" y="140"/>
                    </a:cubicBezTo>
                    <a:cubicBezTo>
                      <a:pt x="11" y="140"/>
                      <a:pt x="9" y="139"/>
                      <a:pt x="7" y="1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6" name="Google Shape;1846;p19"/>
              <p:cNvSpPr/>
              <p:nvPr/>
            </p:nvSpPr>
            <p:spPr>
              <a:xfrm>
                <a:off x="2740320" y="641160"/>
                <a:ext cx="40320" cy="3816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06" extrusionOk="0">
                    <a:moveTo>
                      <a:pt x="42" y="27"/>
                    </a:moveTo>
                    <a:cubicBezTo>
                      <a:pt x="42" y="26"/>
                      <a:pt x="42" y="26"/>
                      <a:pt x="42" y="25"/>
                    </a:cubicBezTo>
                    <a:lnTo>
                      <a:pt x="41" y="24"/>
                    </a:lnTo>
                    <a:cubicBezTo>
                      <a:pt x="41" y="24"/>
                      <a:pt x="41" y="23"/>
                      <a:pt x="40" y="23"/>
                    </a:cubicBezTo>
                    <a:cubicBezTo>
                      <a:pt x="40" y="22"/>
                      <a:pt x="40" y="22"/>
                      <a:pt x="39" y="22"/>
                    </a:cubicBezTo>
                    <a:cubicBezTo>
                      <a:pt x="40" y="22"/>
                      <a:pt x="40" y="22"/>
                      <a:pt x="40" y="22"/>
                    </a:cubicBezTo>
                    <a:lnTo>
                      <a:pt x="39" y="22"/>
                    </a:lnTo>
                    <a:lnTo>
                      <a:pt x="38" y="22"/>
                    </a:lnTo>
                    <a:cubicBezTo>
                      <a:pt x="37" y="22"/>
                      <a:pt x="37" y="22"/>
                      <a:pt x="37" y="22"/>
                    </a:cubicBezTo>
                    <a:cubicBezTo>
                      <a:pt x="36" y="22"/>
                      <a:pt x="36" y="22"/>
                      <a:pt x="36" y="22"/>
                    </a:cubicBezTo>
                    <a:cubicBezTo>
                      <a:pt x="35" y="22"/>
                      <a:pt x="34" y="22"/>
                      <a:pt x="33" y="23"/>
                    </a:cubicBezTo>
                    <a:cubicBezTo>
                      <a:pt x="32" y="23"/>
                      <a:pt x="30" y="24"/>
                      <a:pt x="29" y="24"/>
                    </a:cubicBezTo>
                    <a:lnTo>
                      <a:pt x="28" y="25"/>
                    </a:lnTo>
                    <a:cubicBezTo>
                      <a:pt x="27" y="26"/>
                      <a:pt x="26" y="26"/>
                      <a:pt x="26" y="26"/>
                    </a:cubicBezTo>
                    <a:cubicBezTo>
                      <a:pt x="28" y="26"/>
                      <a:pt x="29" y="26"/>
                      <a:pt x="30" y="27"/>
                    </a:cubicBezTo>
                    <a:cubicBezTo>
                      <a:pt x="34" y="27"/>
                      <a:pt x="38" y="27"/>
                      <a:pt x="42" y="27"/>
                    </a:cubicBezTo>
                    <a:moveTo>
                      <a:pt x="54" y="105"/>
                    </a:moveTo>
                    <a:cubicBezTo>
                      <a:pt x="47" y="105"/>
                      <a:pt x="39" y="104"/>
                      <a:pt x="33" y="102"/>
                    </a:cubicBezTo>
                    <a:cubicBezTo>
                      <a:pt x="27" y="100"/>
                      <a:pt x="21" y="94"/>
                      <a:pt x="20" y="88"/>
                    </a:cubicBezTo>
                    <a:cubicBezTo>
                      <a:pt x="19" y="84"/>
                      <a:pt x="19" y="81"/>
                      <a:pt x="21" y="77"/>
                    </a:cubicBezTo>
                    <a:cubicBezTo>
                      <a:pt x="22" y="75"/>
                      <a:pt x="23" y="72"/>
                      <a:pt x="26" y="70"/>
                    </a:cubicBezTo>
                    <a:cubicBezTo>
                      <a:pt x="28" y="68"/>
                      <a:pt x="29" y="65"/>
                      <a:pt x="32" y="62"/>
                    </a:cubicBezTo>
                    <a:cubicBezTo>
                      <a:pt x="33" y="60"/>
                      <a:pt x="34" y="58"/>
                      <a:pt x="35" y="55"/>
                    </a:cubicBezTo>
                    <a:cubicBezTo>
                      <a:pt x="36" y="53"/>
                      <a:pt x="37" y="51"/>
                      <a:pt x="38" y="48"/>
                    </a:cubicBezTo>
                    <a:cubicBezTo>
                      <a:pt x="35" y="48"/>
                      <a:pt x="32" y="48"/>
                      <a:pt x="28" y="48"/>
                    </a:cubicBezTo>
                    <a:cubicBezTo>
                      <a:pt x="25" y="48"/>
                      <a:pt x="21" y="48"/>
                      <a:pt x="17" y="47"/>
                    </a:cubicBezTo>
                    <a:cubicBezTo>
                      <a:pt x="12" y="46"/>
                      <a:pt x="7" y="43"/>
                      <a:pt x="4" y="38"/>
                    </a:cubicBezTo>
                    <a:cubicBezTo>
                      <a:pt x="1" y="34"/>
                      <a:pt x="0" y="28"/>
                      <a:pt x="2" y="23"/>
                    </a:cubicBezTo>
                    <a:cubicBezTo>
                      <a:pt x="5" y="17"/>
                      <a:pt x="8" y="13"/>
                      <a:pt x="12" y="9"/>
                    </a:cubicBezTo>
                    <a:cubicBezTo>
                      <a:pt x="16" y="6"/>
                      <a:pt x="22" y="3"/>
                      <a:pt x="27" y="1"/>
                    </a:cubicBezTo>
                    <a:cubicBezTo>
                      <a:pt x="33" y="0"/>
                      <a:pt x="39" y="0"/>
                      <a:pt x="46" y="1"/>
                    </a:cubicBezTo>
                    <a:cubicBezTo>
                      <a:pt x="51" y="2"/>
                      <a:pt x="55" y="6"/>
                      <a:pt x="58" y="11"/>
                    </a:cubicBezTo>
                    <a:cubicBezTo>
                      <a:pt x="62" y="16"/>
                      <a:pt x="64" y="22"/>
                      <a:pt x="64" y="27"/>
                    </a:cubicBezTo>
                    <a:cubicBezTo>
                      <a:pt x="65" y="38"/>
                      <a:pt x="61" y="48"/>
                      <a:pt x="57" y="59"/>
                    </a:cubicBezTo>
                    <a:cubicBezTo>
                      <a:pt x="56" y="64"/>
                      <a:pt x="54" y="68"/>
                      <a:pt x="51" y="72"/>
                    </a:cubicBezTo>
                    <a:cubicBezTo>
                      <a:pt x="50" y="74"/>
                      <a:pt x="49" y="76"/>
                      <a:pt x="47" y="79"/>
                    </a:cubicBezTo>
                    <a:cubicBezTo>
                      <a:pt x="46" y="80"/>
                      <a:pt x="45" y="82"/>
                      <a:pt x="44" y="83"/>
                    </a:cubicBezTo>
                    <a:cubicBezTo>
                      <a:pt x="49" y="83"/>
                      <a:pt x="52" y="84"/>
                      <a:pt x="56" y="84"/>
                    </a:cubicBezTo>
                    <a:lnTo>
                      <a:pt x="55" y="84"/>
                    </a:lnTo>
                    <a:cubicBezTo>
                      <a:pt x="70" y="84"/>
                      <a:pt x="85" y="84"/>
                      <a:pt x="100" y="83"/>
                    </a:cubicBezTo>
                    <a:cubicBezTo>
                      <a:pt x="106" y="82"/>
                      <a:pt x="111" y="87"/>
                      <a:pt x="111" y="93"/>
                    </a:cubicBezTo>
                    <a:cubicBezTo>
                      <a:pt x="111" y="98"/>
                      <a:pt x="107" y="103"/>
                      <a:pt x="101" y="103"/>
                    </a:cubicBezTo>
                    <a:cubicBezTo>
                      <a:pt x="87" y="104"/>
                      <a:pt x="73" y="105"/>
                      <a:pt x="59" y="105"/>
                    </a:cubicBezTo>
                    <a:cubicBezTo>
                      <a:pt x="57" y="105"/>
                      <a:pt x="55" y="105"/>
                      <a:pt x="54" y="1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7" name="Google Shape;1847;p19"/>
              <p:cNvSpPr/>
              <p:nvPr/>
            </p:nvSpPr>
            <p:spPr>
              <a:xfrm>
                <a:off x="2778840" y="667440"/>
                <a:ext cx="2520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70" h="33" extrusionOk="0">
                    <a:moveTo>
                      <a:pt x="41" y="32"/>
                    </a:moveTo>
                    <a:cubicBezTo>
                      <a:pt x="35" y="32"/>
                      <a:pt x="30" y="31"/>
                      <a:pt x="25" y="30"/>
                    </a:cubicBezTo>
                    <a:cubicBezTo>
                      <a:pt x="20" y="29"/>
                      <a:pt x="16" y="28"/>
                      <a:pt x="11" y="26"/>
                    </a:cubicBezTo>
                    <a:cubicBezTo>
                      <a:pt x="8" y="25"/>
                      <a:pt x="6" y="24"/>
                      <a:pt x="4" y="22"/>
                    </a:cubicBezTo>
                    <a:cubicBezTo>
                      <a:pt x="2" y="19"/>
                      <a:pt x="1" y="17"/>
                      <a:pt x="1" y="15"/>
                    </a:cubicBezTo>
                    <a:cubicBezTo>
                      <a:pt x="0" y="11"/>
                      <a:pt x="2" y="7"/>
                      <a:pt x="5" y="4"/>
                    </a:cubicBezTo>
                    <a:cubicBezTo>
                      <a:pt x="6" y="3"/>
                      <a:pt x="8" y="3"/>
                      <a:pt x="10" y="2"/>
                    </a:cubicBezTo>
                    <a:cubicBezTo>
                      <a:pt x="15" y="0"/>
                      <a:pt x="20" y="3"/>
                      <a:pt x="23" y="7"/>
                    </a:cubicBezTo>
                    <a:cubicBezTo>
                      <a:pt x="27" y="8"/>
                      <a:pt x="30" y="9"/>
                      <a:pt x="34" y="10"/>
                    </a:cubicBezTo>
                    <a:cubicBezTo>
                      <a:pt x="37" y="10"/>
                      <a:pt x="40" y="11"/>
                      <a:pt x="42" y="11"/>
                    </a:cubicBezTo>
                    <a:cubicBezTo>
                      <a:pt x="46" y="11"/>
                      <a:pt x="49" y="11"/>
                      <a:pt x="53" y="11"/>
                    </a:cubicBezTo>
                    <a:cubicBezTo>
                      <a:pt x="54" y="10"/>
                      <a:pt x="55" y="10"/>
                      <a:pt x="56" y="10"/>
                    </a:cubicBezTo>
                    <a:cubicBezTo>
                      <a:pt x="62" y="10"/>
                      <a:pt x="67" y="13"/>
                      <a:pt x="68" y="19"/>
                    </a:cubicBezTo>
                    <a:cubicBezTo>
                      <a:pt x="69" y="24"/>
                      <a:pt x="65" y="31"/>
                      <a:pt x="59" y="31"/>
                    </a:cubicBezTo>
                    <a:cubicBezTo>
                      <a:pt x="54" y="32"/>
                      <a:pt x="49" y="32"/>
                      <a:pt x="44" y="32"/>
                    </a:cubicBezTo>
                    <a:cubicBezTo>
                      <a:pt x="42" y="32"/>
                      <a:pt x="41" y="32"/>
                      <a:pt x="41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8" name="Google Shape;1848;p19"/>
              <p:cNvSpPr/>
              <p:nvPr/>
            </p:nvSpPr>
            <p:spPr>
              <a:xfrm>
                <a:off x="2785320" y="643320"/>
                <a:ext cx="32760" cy="56520"/>
              </a:xfrm>
              <a:custGeom>
                <a:avLst/>
                <a:gdLst/>
                <a:ahLst/>
                <a:cxnLst/>
                <a:rect l="l" t="t" r="r" b="b"/>
                <a:pathLst>
                  <a:path w="91" h="157" extrusionOk="0">
                    <a:moveTo>
                      <a:pt x="10" y="155"/>
                    </a:moveTo>
                    <a:cubicBezTo>
                      <a:pt x="4" y="154"/>
                      <a:pt x="0" y="148"/>
                      <a:pt x="2" y="143"/>
                    </a:cubicBezTo>
                    <a:cubicBezTo>
                      <a:pt x="8" y="121"/>
                      <a:pt x="16" y="101"/>
                      <a:pt x="24" y="81"/>
                    </a:cubicBezTo>
                    <a:cubicBezTo>
                      <a:pt x="27" y="75"/>
                      <a:pt x="29" y="70"/>
                      <a:pt x="31" y="65"/>
                    </a:cubicBezTo>
                    <a:cubicBezTo>
                      <a:pt x="33" y="60"/>
                      <a:pt x="35" y="56"/>
                      <a:pt x="38" y="51"/>
                    </a:cubicBezTo>
                    <a:cubicBezTo>
                      <a:pt x="42" y="42"/>
                      <a:pt x="48" y="33"/>
                      <a:pt x="53" y="25"/>
                    </a:cubicBezTo>
                    <a:cubicBezTo>
                      <a:pt x="58" y="18"/>
                      <a:pt x="64" y="11"/>
                      <a:pt x="70" y="4"/>
                    </a:cubicBezTo>
                    <a:cubicBezTo>
                      <a:pt x="74" y="0"/>
                      <a:pt x="81" y="0"/>
                      <a:pt x="86" y="4"/>
                    </a:cubicBezTo>
                    <a:cubicBezTo>
                      <a:pt x="90" y="8"/>
                      <a:pt x="90" y="15"/>
                      <a:pt x="86" y="19"/>
                    </a:cubicBezTo>
                    <a:cubicBezTo>
                      <a:pt x="83" y="23"/>
                      <a:pt x="79" y="27"/>
                      <a:pt x="76" y="31"/>
                    </a:cubicBezTo>
                    <a:cubicBezTo>
                      <a:pt x="73" y="35"/>
                      <a:pt x="70" y="39"/>
                      <a:pt x="67" y="43"/>
                    </a:cubicBezTo>
                    <a:cubicBezTo>
                      <a:pt x="60" y="53"/>
                      <a:pt x="56" y="63"/>
                      <a:pt x="51" y="72"/>
                    </a:cubicBezTo>
                    <a:cubicBezTo>
                      <a:pt x="48" y="78"/>
                      <a:pt x="46" y="83"/>
                      <a:pt x="44" y="88"/>
                    </a:cubicBezTo>
                    <a:cubicBezTo>
                      <a:pt x="41" y="93"/>
                      <a:pt x="39" y="98"/>
                      <a:pt x="38" y="103"/>
                    </a:cubicBezTo>
                    <a:cubicBezTo>
                      <a:pt x="33" y="114"/>
                      <a:pt x="30" y="125"/>
                      <a:pt x="25" y="136"/>
                    </a:cubicBezTo>
                    <a:cubicBezTo>
                      <a:pt x="24" y="139"/>
                      <a:pt x="23" y="144"/>
                      <a:pt x="22" y="148"/>
                    </a:cubicBezTo>
                    <a:cubicBezTo>
                      <a:pt x="21" y="152"/>
                      <a:pt x="17" y="156"/>
                      <a:pt x="12" y="156"/>
                    </a:cubicBezTo>
                    <a:cubicBezTo>
                      <a:pt x="11" y="156"/>
                      <a:pt x="10" y="156"/>
                      <a:pt x="10" y="15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9" name="Google Shape;1849;p19"/>
              <p:cNvSpPr/>
              <p:nvPr/>
            </p:nvSpPr>
            <p:spPr>
              <a:xfrm>
                <a:off x="2828520" y="642240"/>
                <a:ext cx="41760" cy="6264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174" extrusionOk="0">
                    <a:moveTo>
                      <a:pt x="62" y="172"/>
                    </a:moveTo>
                    <a:cubicBezTo>
                      <a:pt x="56" y="170"/>
                      <a:pt x="53" y="163"/>
                      <a:pt x="55" y="158"/>
                    </a:cubicBezTo>
                    <a:cubicBezTo>
                      <a:pt x="61" y="141"/>
                      <a:pt x="66" y="124"/>
                      <a:pt x="72" y="108"/>
                    </a:cubicBezTo>
                    <a:cubicBezTo>
                      <a:pt x="73" y="105"/>
                      <a:pt x="75" y="101"/>
                      <a:pt x="76" y="98"/>
                    </a:cubicBezTo>
                    <a:cubicBezTo>
                      <a:pt x="70" y="104"/>
                      <a:pt x="64" y="110"/>
                      <a:pt x="57" y="116"/>
                    </a:cubicBezTo>
                    <a:cubicBezTo>
                      <a:pt x="54" y="119"/>
                      <a:pt x="51" y="121"/>
                      <a:pt x="48" y="123"/>
                    </a:cubicBezTo>
                    <a:cubicBezTo>
                      <a:pt x="46" y="124"/>
                      <a:pt x="43" y="127"/>
                      <a:pt x="40" y="128"/>
                    </a:cubicBezTo>
                    <a:cubicBezTo>
                      <a:pt x="34" y="131"/>
                      <a:pt x="27" y="133"/>
                      <a:pt x="20" y="131"/>
                    </a:cubicBezTo>
                    <a:cubicBezTo>
                      <a:pt x="15" y="131"/>
                      <a:pt x="9" y="128"/>
                      <a:pt x="5" y="123"/>
                    </a:cubicBezTo>
                    <a:cubicBezTo>
                      <a:pt x="1" y="119"/>
                      <a:pt x="0" y="112"/>
                      <a:pt x="1" y="105"/>
                    </a:cubicBezTo>
                    <a:cubicBezTo>
                      <a:pt x="1" y="98"/>
                      <a:pt x="3" y="91"/>
                      <a:pt x="5" y="85"/>
                    </a:cubicBezTo>
                    <a:cubicBezTo>
                      <a:pt x="7" y="80"/>
                      <a:pt x="9" y="74"/>
                      <a:pt x="11" y="69"/>
                    </a:cubicBezTo>
                    <a:cubicBezTo>
                      <a:pt x="13" y="63"/>
                      <a:pt x="16" y="57"/>
                      <a:pt x="18" y="52"/>
                    </a:cubicBezTo>
                    <a:cubicBezTo>
                      <a:pt x="18" y="53"/>
                      <a:pt x="18" y="53"/>
                      <a:pt x="18" y="53"/>
                    </a:cubicBezTo>
                    <a:cubicBezTo>
                      <a:pt x="24" y="41"/>
                      <a:pt x="30" y="27"/>
                      <a:pt x="38" y="16"/>
                    </a:cubicBezTo>
                    <a:cubicBezTo>
                      <a:pt x="44" y="10"/>
                      <a:pt x="50" y="2"/>
                      <a:pt x="59" y="1"/>
                    </a:cubicBezTo>
                    <a:cubicBezTo>
                      <a:pt x="65" y="0"/>
                      <a:pt x="72" y="3"/>
                      <a:pt x="74" y="8"/>
                    </a:cubicBezTo>
                    <a:cubicBezTo>
                      <a:pt x="77" y="14"/>
                      <a:pt x="73" y="22"/>
                      <a:pt x="67" y="24"/>
                    </a:cubicBezTo>
                    <a:cubicBezTo>
                      <a:pt x="65" y="24"/>
                      <a:pt x="63" y="24"/>
                      <a:pt x="61" y="24"/>
                    </a:cubicBezTo>
                    <a:cubicBezTo>
                      <a:pt x="59" y="25"/>
                      <a:pt x="57" y="27"/>
                      <a:pt x="55" y="29"/>
                    </a:cubicBezTo>
                    <a:cubicBezTo>
                      <a:pt x="53" y="32"/>
                      <a:pt x="51" y="35"/>
                      <a:pt x="50" y="37"/>
                    </a:cubicBezTo>
                    <a:cubicBezTo>
                      <a:pt x="47" y="42"/>
                      <a:pt x="44" y="46"/>
                      <a:pt x="42" y="51"/>
                    </a:cubicBezTo>
                    <a:cubicBezTo>
                      <a:pt x="42" y="51"/>
                      <a:pt x="42" y="50"/>
                      <a:pt x="43" y="50"/>
                    </a:cubicBezTo>
                    <a:cubicBezTo>
                      <a:pt x="42" y="52"/>
                      <a:pt x="41" y="53"/>
                      <a:pt x="40" y="54"/>
                    </a:cubicBezTo>
                    <a:cubicBezTo>
                      <a:pt x="40" y="56"/>
                      <a:pt x="38" y="58"/>
                      <a:pt x="38" y="60"/>
                    </a:cubicBezTo>
                    <a:lnTo>
                      <a:pt x="38" y="59"/>
                    </a:lnTo>
                    <a:cubicBezTo>
                      <a:pt x="37" y="60"/>
                      <a:pt x="37" y="62"/>
                      <a:pt x="37" y="63"/>
                    </a:cubicBezTo>
                    <a:cubicBezTo>
                      <a:pt x="37" y="62"/>
                      <a:pt x="37" y="62"/>
                      <a:pt x="37" y="62"/>
                    </a:cubicBezTo>
                    <a:cubicBezTo>
                      <a:pt x="33" y="70"/>
                      <a:pt x="30" y="78"/>
                      <a:pt x="27" y="87"/>
                    </a:cubicBezTo>
                    <a:cubicBezTo>
                      <a:pt x="27" y="87"/>
                      <a:pt x="27" y="86"/>
                      <a:pt x="27" y="85"/>
                    </a:cubicBezTo>
                    <a:cubicBezTo>
                      <a:pt x="27" y="87"/>
                      <a:pt x="26" y="88"/>
                      <a:pt x="26" y="89"/>
                    </a:cubicBezTo>
                    <a:cubicBezTo>
                      <a:pt x="26" y="88"/>
                      <a:pt x="26" y="88"/>
                      <a:pt x="26" y="88"/>
                    </a:cubicBezTo>
                    <a:cubicBezTo>
                      <a:pt x="26" y="89"/>
                      <a:pt x="26" y="90"/>
                      <a:pt x="26" y="91"/>
                    </a:cubicBezTo>
                    <a:cubicBezTo>
                      <a:pt x="25" y="91"/>
                      <a:pt x="25" y="92"/>
                      <a:pt x="25" y="92"/>
                    </a:cubicBezTo>
                    <a:cubicBezTo>
                      <a:pt x="24" y="95"/>
                      <a:pt x="23" y="98"/>
                      <a:pt x="23" y="102"/>
                    </a:cubicBezTo>
                    <a:cubicBezTo>
                      <a:pt x="23" y="103"/>
                      <a:pt x="22" y="105"/>
                      <a:pt x="22" y="106"/>
                    </a:cubicBezTo>
                    <a:cubicBezTo>
                      <a:pt x="22" y="107"/>
                      <a:pt x="22" y="108"/>
                      <a:pt x="22" y="109"/>
                    </a:cubicBezTo>
                    <a:cubicBezTo>
                      <a:pt x="22" y="109"/>
                      <a:pt x="23" y="109"/>
                      <a:pt x="23" y="110"/>
                    </a:cubicBezTo>
                    <a:lnTo>
                      <a:pt x="24" y="110"/>
                    </a:lnTo>
                    <a:lnTo>
                      <a:pt x="25" y="110"/>
                    </a:lnTo>
                    <a:lnTo>
                      <a:pt x="26" y="110"/>
                    </a:lnTo>
                    <a:cubicBezTo>
                      <a:pt x="27" y="110"/>
                      <a:pt x="27" y="110"/>
                      <a:pt x="28" y="110"/>
                    </a:cubicBezTo>
                    <a:cubicBezTo>
                      <a:pt x="29" y="110"/>
                      <a:pt x="29" y="109"/>
                      <a:pt x="30" y="109"/>
                    </a:cubicBezTo>
                    <a:lnTo>
                      <a:pt x="31" y="109"/>
                    </a:lnTo>
                    <a:cubicBezTo>
                      <a:pt x="33" y="108"/>
                      <a:pt x="34" y="107"/>
                      <a:pt x="36" y="106"/>
                    </a:cubicBezTo>
                    <a:cubicBezTo>
                      <a:pt x="41" y="102"/>
                      <a:pt x="47" y="97"/>
                      <a:pt x="52" y="92"/>
                    </a:cubicBezTo>
                    <a:lnTo>
                      <a:pt x="51" y="93"/>
                    </a:lnTo>
                    <a:cubicBezTo>
                      <a:pt x="55" y="89"/>
                      <a:pt x="60" y="85"/>
                      <a:pt x="64" y="80"/>
                    </a:cubicBezTo>
                    <a:cubicBezTo>
                      <a:pt x="69" y="75"/>
                      <a:pt x="73" y="70"/>
                      <a:pt x="78" y="65"/>
                    </a:cubicBezTo>
                    <a:cubicBezTo>
                      <a:pt x="81" y="62"/>
                      <a:pt x="85" y="58"/>
                      <a:pt x="87" y="54"/>
                    </a:cubicBezTo>
                    <a:cubicBezTo>
                      <a:pt x="89" y="52"/>
                      <a:pt x="90" y="50"/>
                      <a:pt x="91" y="49"/>
                    </a:cubicBezTo>
                    <a:cubicBezTo>
                      <a:pt x="93" y="46"/>
                      <a:pt x="94" y="45"/>
                      <a:pt x="97" y="43"/>
                    </a:cubicBezTo>
                    <a:cubicBezTo>
                      <a:pt x="99" y="42"/>
                      <a:pt x="102" y="41"/>
                      <a:pt x="105" y="42"/>
                    </a:cubicBezTo>
                    <a:cubicBezTo>
                      <a:pt x="108" y="42"/>
                      <a:pt x="110" y="43"/>
                      <a:pt x="112" y="45"/>
                    </a:cubicBezTo>
                    <a:cubicBezTo>
                      <a:pt x="114" y="48"/>
                      <a:pt x="115" y="52"/>
                      <a:pt x="114" y="55"/>
                    </a:cubicBezTo>
                    <a:cubicBezTo>
                      <a:pt x="111" y="66"/>
                      <a:pt x="107" y="75"/>
                      <a:pt x="103" y="86"/>
                    </a:cubicBezTo>
                    <a:cubicBezTo>
                      <a:pt x="99" y="95"/>
                      <a:pt x="96" y="105"/>
                      <a:pt x="93" y="113"/>
                    </a:cubicBezTo>
                    <a:cubicBezTo>
                      <a:pt x="87" y="129"/>
                      <a:pt x="82" y="144"/>
                      <a:pt x="78" y="159"/>
                    </a:cubicBezTo>
                    <a:lnTo>
                      <a:pt x="77" y="160"/>
                    </a:lnTo>
                    <a:lnTo>
                      <a:pt x="77" y="161"/>
                    </a:lnTo>
                    <a:cubicBezTo>
                      <a:pt x="76" y="162"/>
                      <a:pt x="76" y="163"/>
                      <a:pt x="76" y="164"/>
                    </a:cubicBezTo>
                    <a:cubicBezTo>
                      <a:pt x="74" y="169"/>
                      <a:pt x="70" y="173"/>
                      <a:pt x="65" y="173"/>
                    </a:cubicBezTo>
                    <a:cubicBezTo>
                      <a:pt x="64" y="173"/>
                      <a:pt x="64" y="172"/>
                      <a:pt x="62" y="17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0" name="Google Shape;1850;p19"/>
              <p:cNvSpPr/>
              <p:nvPr/>
            </p:nvSpPr>
            <p:spPr>
              <a:xfrm>
                <a:off x="2873160" y="647640"/>
                <a:ext cx="51480" cy="92880"/>
              </a:xfrm>
              <a:custGeom>
                <a:avLst/>
                <a:gdLst/>
                <a:ahLst/>
                <a:cxnLst/>
                <a:rect l="l" t="t" r="r" b="b"/>
                <a:pathLst>
                  <a:path w="143" h="258" extrusionOk="0">
                    <a:moveTo>
                      <a:pt x="36" y="235"/>
                    </a:moveTo>
                    <a:cubicBezTo>
                      <a:pt x="37" y="235"/>
                      <a:pt x="38" y="235"/>
                      <a:pt x="38" y="235"/>
                    </a:cubicBezTo>
                    <a:cubicBezTo>
                      <a:pt x="39" y="235"/>
                      <a:pt x="40" y="235"/>
                      <a:pt x="41" y="235"/>
                    </a:cubicBezTo>
                    <a:lnTo>
                      <a:pt x="40" y="235"/>
                    </a:lnTo>
                    <a:cubicBezTo>
                      <a:pt x="41" y="235"/>
                      <a:pt x="42" y="235"/>
                      <a:pt x="43" y="234"/>
                    </a:cubicBezTo>
                    <a:lnTo>
                      <a:pt x="44" y="234"/>
                    </a:lnTo>
                    <a:cubicBezTo>
                      <a:pt x="45" y="233"/>
                      <a:pt x="45" y="233"/>
                      <a:pt x="47" y="232"/>
                    </a:cubicBezTo>
                    <a:lnTo>
                      <a:pt x="48" y="231"/>
                    </a:lnTo>
                    <a:cubicBezTo>
                      <a:pt x="49" y="230"/>
                      <a:pt x="49" y="230"/>
                      <a:pt x="50" y="229"/>
                    </a:cubicBezTo>
                    <a:cubicBezTo>
                      <a:pt x="50" y="228"/>
                      <a:pt x="51" y="227"/>
                      <a:pt x="52" y="226"/>
                    </a:cubicBezTo>
                    <a:cubicBezTo>
                      <a:pt x="53" y="224"/>
                      <a:pt x="54" y="222"/>
                      <a:pt x="55" y="221"/>
                    </a:cubicBezTo>
                    <a:cubicBezTo>
                      <a:pt x="57" y="215"/>
                      <a:pt x="59" y="210"/>
                      <a:pt x="61" y="204"/>
                    </a:cubicBezTo>
                    <a:cubicBezTo>
                      <a:pt x="66" y="188"/>
                      <a:pt x="70" y="171"/>
                      <a:pt x="75" y="154"/>
                    </a:cubicBezTo>
                    <a:cubicBezTo>
                      <a:pt x="66" y="160"/>
                      <a:pt x="58" y="167"/>
                      <a:pt x="50" y="174"/>
                    </a:cubicBezTo>
                    <a:cubicBezTo>
                      <a:pt x="45" y="179"/>
                      <a:pt x="40" y="183"/>
                      <a:pt x="36" y="188"/>
                    </a:cubicBezTo>
                    <a:cubicBezTo>
                      <a:pt x="34" y="190"/>
                      <a:pt x="31" y="193"/>
                      <a:pt x="30" y="196"/>
                    </a:cubicBezTo>
                    <a:cubicBezTo>
                      <a:pt x="28" y="199"/>
                      <a:pt x="27" y="201"/>
                      <a:pt x="26" y="203"/>
                    </a:cubicBezTo>
                    <a:cubicBezTo>
                      <a:pt x="25" y="205"/>
                      <a:pt x="24" y="207"/>
                      <a:pt x="24" y="208"/>
                    </a:cubicBezTo>
                    <a:cubicBezTo>
                      <a:pt x="23" y="210"/>
                      <a:pt x="23" y="211"/>
                      <a:pt x="23" y="213"/>
                    </a:cubicBezTo>
                    <a:cubicBezTo>
                      <a:pt x="23" y="214"/>
                      <a:pt x="22" y="215"/>
                      <a:pt x="22" y="217"/>
                    </a:cubicBezTo>
                    <a:cubicBezTo>
                      <a:pt x="22" y="218"/>
                      <a:pt x="22" y="220"/>
                      <a:pt x="22" y="221"/>
                    </a:cubicBezTo>
                    <a:cubicBezTo>
                      <a:pt x="23" y="222"/>
                      <a:pt x="23" y="222"/>
                      <a:pt x="23" y="224"/>
                    </a:cubicBezTo>
                    <a:cubicBezTo>
                      <a:pt x="23" y="224"/>
                      <a:pt x="23" y="225"/>
                      <a:pt x="24" y="227"/>
                    </a:cubicBezTo>
                    <a:lnTo>
                      <a:pt x="24" y="228"/>
                    </a:lnTo>
                    <a:cubicBezTo>
                      <a:pt x="24" y="229"/>
                      <a:pt x="25" y="229"/>
                      <a:pt x="25" y="229"/>
                    </a:cubicBezTo>
                    <a:cubicBezTo>
                      <a:pt x="26" y="230"/>
                      <a:pt x="26" y="231"/>
                      <a:pt x="26" y="231"/>
                    </a:cubicBezTo>
                    <a:cubicBezTo>
                      <a:pt x="27" y="231"/>
                      <a:pt x="27" y="232"/>
                      <a:pt x="28" y="232"/>
                    </a:cubicBezTo>
                    <a:cubicBezTo>
                      <a:pt x="29" y="233"/>
                      <a:pt x="29" y="233"/>
                      <a:pt x="29" y="234"/>
                    </a:cubicBezTo>
                    <a:cubicBezTo>
                      <a:pt x="30" y="234"/>
                      <a:pt x="30" y="234"/>
                      <a:pt x="31" y="234"/>
                    </a:cubicBezTo>
                    <a:cubicBezTo>
                      <a:pt x="31" y="234"/>
                      <a:pt x="31" y="235"/>
                      <a:pt x="32" y="235"/>
                    </a:cubicBezTo>
                    <a:cubicBezTo>
                      <a:pt x="33" y="235"/>
                      <a:pt x="33" y="235"/>
                      <a:pt x="34" y="235"/>
                    </a:cubicBezTo>
                    <a:cubicBezTo>
                      <a:pt x="35" y="235"/>
                      <a:pt x="36" y="235"/>
                      <a:pt x="36" y="235"/>
                    </a:cubicBezTo>
                    <a:moveTo>
                      <a:pt x="26" y="256"/>
                    </a:moveTo>
                    <a:cubicBezTo>
                      <a:pt x="21" y="255"/>
                      <a:pt x="16" y="251"/>
                      <a:pt x="12" y="248"/>
                    </a:cubicBezTo>
                    <a:cubicBezTo>
                      <a:pt x="3" y="240"/>
                      <a:pt x="0" y="228"/>
                      <a:pt x="1" y="217"/>
                    </a:cubicBezTo>
                    <a:cubicBezTo>
                      <a:pt x="1" y="210"/>
                      <a:pt x="2" y="204"/>
                      <a:pt x="5" y="198"/>
                    </a:cubicBezTo>
                    <a:cubicBezTo>
                      <a:pt x="7" y="192"/>
                      <a:pt x="11" y="186"/>
                      <a:pt x="15" y="181"/>
                    </a:cubicBezTo>
                    <a:cubicBezTo>
                      <a:pt x="26" y="165"/>
                      <a:pt x="42" y="153"/>
                      <a:pt x="57" y="141"/>
                    </a:cubicBezTo>
                    <a:cubicBezTo>
                      <a:pt x="65" y="136"/>
                      <a:pt x="74" y="130"/>
                      <a:pt x="82" y="125"/>
                    </a:cubicBezTo>
                    <a:cubicBezTo>
                      <a:pt x="83" y="122"/>
                      <a:pt x="83" y="120"/>
                      <a:pt x="84" y="118"/>
                    </a:cubicBezTo>
                    <a:cubicBezTo>
                      <a:pt x="87" y="108"/>
                      <a:pt x="89" y="100"/>
                      <a:pt x="92" y="90"/>
                    </a:cubicBezTo>
                    <a:lnTo>
                      <a:pt x="93" y="89"/>
                    </a:lnTo>
                    <a:cubicBezTo>
                      <a:pt x="92" y="89"/>
                      <a:pt x="92" y="90"/>
                      <a:pt x="92" y="90"/>
                    </a:cubicBezTo>
                    <a:cubicBezTo>
                      <a:pt x="93" y="88"/>
                      <a:pt x="93" y="87"/>
                      <a:pt x="94" y="85"/>
                    </a:cubicBezTo>
                    <a:cubicBezTo>
                      <a:pt x="94" y="84"/>
                      <a:pt x="94" y="83"/>
                      <a:pt x="94" y="83"/>
                    </a:cubicBezTo>
                    <a:cubicBezTo>
                      <a:pt x="94" y="81"/>
                      <a:pt x="95" y="81"/>
                      <a:pt x="95" y="80"/>
                    </a:cubicBezTo>
                    <a:cubicBezTo>
                      <a:pt x="90" y="86"/>
                      <a:pt x="85" y="90"/>
                      <a:pt x="79" y="95"/>
                    </a:cubicBezTo>
                    <a:cubicBezTo>
                      <a:pt x="74" y="100"/>
                      <a:pt x="68" y="104"/>
                      <a:pt x="62" y="107"/>
                    </a:cubicBezTo>
                    <a:cubicBezTo>
                      <a:pt x="55" y="110"/>
                      <a:pt x="49" y="113"/>
                      <a:pt x="41" y="114"/>
                    </a:cubicBezTo>
                    <a:cubicBezTo>
                      <a:pt x="35" y="115"/>
                      <a:pt x="30" y="113"/>
                      <a:pt x="24" y="109"/>
                    </a:cubicBezTo>
                    <a:cubicBezTo>
                      <a:pt x="20" y="106"/>
                      <a:pt x="17" y="100"/>
                      <a:pt x="16" y="94"/>
                    </a:cubicBezTo>
                    <a:cubicBezTo>
                      <a:pt x="16" y="88"/>
                      <a:pt x="17" y="82"/>
                      <a:pt x="19" y="77"/>
                    </a:cubicBezTo>
                    <a:cubicBezTo>
                      <a:pt x="19" y="74"/>
                      <a:pt x="20" y="71"/>
                      <a:pt x="21" y="68"/>
                    </a:cubicBezTo>
                    <a:cubicBezTo>
                      <a:pt x="23" y="62"/>
                      <a:pt x="24" y="56"/>
                      <a:pt x="27" y="50"/>
                    </a:cubicBezTo>
                    <a:cubicBezTo>
                      <a:pt x="29" y="44"/>
                      <a:pt x="31" y="37"/>
                      <a:pt x="34" y="31"/>
                    </a:cubicBezTo>
                    <a:cubicBezTo>
                      <a:pt x="40" y="19"/>
                      <a:pt x="47" y="6"/>
                      <a:pt x="61" y="2"/>
                    </a:cubicBezTo>
                    <a:cubicBezTo>
                      <a:pt x="66" y="0"/>
                      <a:pt x="73" y="4"/>
                      <a:pt x="75" y="10"/>
                    </a:cubicBezTo>
                    <a:cubicBezTo>
                      <a:pt x="75" y="13"/>
                      <a:pt x="75" y="16"/>
                      <a:pt x="73" y="19"/>
                    </a:cubicBezTo>
                    <a:cubicBezTo>
                      <a:pt x="72" y="21"/>
                      <a:pt x="69" y="23"/>
                      <a:pt x="66" y="24"/>
                    </a:cubicBezTo>
                    <a:lnTo>
                      <a:pt x="65" y="24"/>
                    </a:lnTo>
                    <a:lnTo>
                      <a:pt x="64" y="25"/>
                    </a:lnTo>
                    <a:cubicBezTo>
                      <a:pt x="63" y="25"/>
                      <a:pt x="63" y="26"/>
                      <a:pt x="63" y="26"/>
                    </a:cubicBezTo>
                    <a:cubicBezTo>
                      <a:pt x="62" y="26"/>
                      <a:pt x="62" y="27"/>
                      <a:pt x="62" y="27"/>
                    </a:cubicBezTo>
                    <a:cubicBezTo>
                      <a:pt x="61" y="28"/>
                      <a:pt x="59" y="30"/>
                      <a:pt x="59" y="31"/>
                    </a:cubicBezTo>
                    <a:cubicBezTo>
                      <a:pt x="56" y="35"/>
                      <a:pt x="55" y="38"/>
                      <a:pt x="53" y="42"/>
                    </a:cubicBezTo>
                    <a:cubicBezTo>
                      <a:pt x="50" y="49"/>
                      <a:pt x="47" y="57"/>
                      <a:pt x="44" y="65"/>
                    </a:cubicBezTo>
                    <a:cubicBezTo>
                      <a:pt x="42" y="72"/>
                      <a:pt x="40" y="79"/>
                      <a:pt x="38" y="86"/>
                    </a:cubicBezTo>
                    <a:cubicBezTo>
                      <a:pt x="38" y="88"/>
                      <a:pt x="38" y="89"/>
                      <a:pt x="38" y="90"/>
                    </a:cubicBezTo>
                    <a:cubicBezTo>
                      <a:pt x="38" y="91"/>
                      <a:pt x="38" y="91"/>
                      <a:pt x="38" y="91"/>
                    </a:cubicBezTo>
                    <a:cubicBezTo>
                      <a:pt x="38" y="92"/>
                      <a:pt x="38" y="92"/>
                      <a:pt x="38" y="93"/>
                    </a:cubicBezTo>
                    <a:cubicBezTo>
                      <a:pt x="40" y="93"/>
                      <a:pt x="40" y="93"/>
                      <a:pt x="41" y="93"/>
                    </a:cubicBezTo>
                    <a:cubicBezTo>
                      <a:pt x="40" y="93"/>
                      <a:pt x="40" y="93"/>
                      <a:pt x="40" y="93"/>
                    </a:cubicBezTo>
                    <a:cubicBezTo>
                      <a:pt x="41" y="93"/>
                      <a:pt x="42" y="92"/>
                      <a:pt x="44" y="92"/>
                    </a:cubicBezTo>
                    <a:cubicBezTo>
                      <a:pt x="44" y="91"/>
                      <a:pt x="45" y="91"/>
                      <a:pt x="46" y="91"/>
                    </a:cubicBezTo>
                    <a:cubicBezTo>
                      <a:pt x="49" y="90"/>
                      <a:pt x="51" y="88"/>
                      <a:pt x="54" y="87"/>
                    </a:cubicBezTo>
                    <a:cubicBezTo>
                      <a:pt x="56" y="86"/>
                      <a:pt x="59" y="85"/>
                      <a:pt x="61" y="83"/>
                    </a:cubicBezTo>
                    <a:cubicBezTo>
                      <a:pt x="65" y="81"/>
                      <a:pt x="69" y="77"/>
                      <a:pt x="72" y="74"/>
                    </a:cubicBezTo>
                    <a:cubicBezTo>
                      <a:pt x="87" y="61"/>
                      <a:pt x="100" y="47"/>
                      <a:pt x="113" y="32"/>
                    </a:cubicBezTo>
                    <a:cubicBezTo>
                      <a:pt x="115" y="30"/>
                      <a:pt x="116" y="27"/>
                      <a:pt x="118" y="26"/>
                    </a:cubicBezTo>
                    <a:cubicBezTo>
                      <a:pt x="119" y="23"/>
                      <a:pt x="120" y="21"/>
                      <a:pt x="122" y="20"/>
                    </a:cubicBezTo>
                    <a:cubicBezTo>
                      <a:pt x="125" y="16"/>
                      <a:pt x="132" y="14"/>
                      <a:pt x="136" y="18"/>
                    </a:cubicBezTo>
                    <a:cubicBezTo>
                      <a:pt x="142" y="21"/>
                      <a:pt x="142" y="28"/>
                      <a:pt x="139" y="33"/>
                    </a:cubicBezTo>
                    <a:cubicBezTo>
                      <a:pt x="138" y="34"/>
                      <a:pt x="137" y="35"/>
                      <a:pt x="136" y="36"/>
                    </a:cubicBezTo>
                    <a:cubicBezTo>
                      <a:pt x="134" y="40"/>
                      <a:pt x="132" y="44"/>
                      <a:pt x="130" y="48"/>
                    </a:cubicBezTo>
                    <a:lnTo>
                      <a:pt x="130" y="47"/>
                    </a:lnTo>
                    <a:cubicBezTo>
                      <a:pt x="127" y="55"/>
                      <a:pt x="123" y="64"/>
                      <a:pt x="120" y="73"/>
                    </a:cubicBezTo>
                    <a:cubicBezTo>
                      <a:pt x="116" y="81"/>
                      <a:pt x="114" y="90"/>
                      <a:pt x="111" y="98"/>
                    </a:cubicBezTo>
                    <a:lnTo>
                      <a:pt x="111" y="97"/>
                    </a:lnTo>
                    <a:cubicBezTo>
                      <a:pt x="105" y="118"/>
                      <a:pt x="100" y="140"/>
                      <a:pt x="94" y="161"/>
                    </a:cubicBezTo>
                    <a:cubicBezTo>
                      <a:pt x="91" y="172"/>
                      <a:pt x="88" y="184"/>
                      <a:pt x="85" y="196"/>
                    </a:cubicBezTo>
                    <a:cubicBezTo>
                      <a:pt x="83" y="201"/>
                      <a:pt x="82" y="206"/>
                      <a:pt x="81" y="211"/>
                    </a:cubicBezTo>
                    <a:cubicBezTo>
                      <a:pt x="77" y="220"/>
                      <a:pt x="75" y="230"/>
                      <a:pt x="69" y="238"/>
                    </a:cubicBezTo>
                    <a:cubicBezTo>
                      <a:pt x="66" y="243"/>
                      <a:pt x="63" y="247"/>
                      <a:pt x="59" y="250"/>
                    </a:cubicBezTo>
                    <a:cubicBezTo>
                      <a:pt x="54" y="253"/>
                      <a:pt x="49" y="256"/>
                      <a:pt x="44" y="257"/>
                    </a:cubicBezTo>
                    <a:cubicBezTo>
                      <a:pt x="41" y="257"/>
                      <a:pt x="40" y="257"/>
                      <a:pt x="37" y="257"/>
                    </a:cubicBezTo>
                    <a:cubicBezTo>
                      <a:pt x="33" y="257"/>
                      <a:pt x="30" y="257"/>
                      <a:pt x="26" y="25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1" name="Google Shape;1851;p19"/>
              <p:cNvSpPr/>
              <p:nvPr/>
            </p:nvSpPr>
            <p:spPr>
              <a:xfrm>
                <a:off x="2932920" y="643680"/>
                <a:ext cx="25920" cy="35280"/>
              </a:xfrm>
              <a:custGeom>
                <a:avLst/>
                <a:gdLst/>
                <a:ahLst/>
                <a:cxnLst/>
                <a:rect l="l" t="t" r="r" b="b"/>
                <a:pathLst>
                  <a:path w="72" h="98" extrusionOk="0">
                    <a:moveTo>
                      <a:pt x="31" y="97"/>
                    </a:moveTo>
                    <a:cubicBezTo>
                      <a:pt x="23" y="97"/>
                      <a:pt x="14" y="92"/>
                      <a:pt x="12" y="84"/>
                    </a:cubicBezTo>
                    <a:cubicBezTo>
                      <a:pt x="9" y="74"/>
                      <a:pt x="13" y="66"/>
                      <a:pt x="17" y="59"/>
                    </a:cubicBezTo>
                    <a:cubicBezTo>
                      <a:pt x="19" y="55"/>
                      <a:pt x="21" y="51"/>
                      <a:pt x="23" y="48"/>
                    </a:cubicBezTo>
                    <a:cubicBezTo>
                      <a:pt x="24" y="45"/>
                      <a:pt x="25" y="43"/>
                      <a:pt x="26" y="41"/>
                    </a:cubicBezTo>
                    <a:cubicBezTo>
                      <a:pt x="26" y="39"/>
                      <a:pt x="27" y="37"/>
                      <a:pt x="27" y="35"/>
                    </a:cubicBezTo>
                    <a:cubicBezTo>
                      <a:pt x="27" y="34"/>
                      <a:pt x="27" y="33"/>
                      <a:pt x="27" y="32"/>
                    </a:cubicBezTo>
                    <a:lnTo>
                      <a:pt x="27" y="31"/>
                    </a:lnTo>
                    <a:lnTo>
                      <a:pt x="27" y="30"/>
                    </a:lnTo>
                    <a:cubicBezTo>
                      <a:pt x="26" y="29"/>
                      <a:pt x="26" y="28"/>
                      <a:pt x="26" y="28"/>
                    </a:cubicBezTo>
                    <a:cubicBezTo>
                      <a:pt x="25" y="28"/>
                      <a:pt x="25" y="28"/>
                      <a:pt x="25" y="28"/>
                    </a:cubicBezTo>
                    <a:cubicBezTo>
                      <a:pt x="24" y="27"/>
                      <a:pt x="24" y="27"/>
                      <a:pt x="24" y="27"/>
                    </a:cubicBezTo>
                    <a:lnTo>
                      <a:pt x="23" y="27"/>
                    </a:lnTo>
                    <a:cubicBezTo>
                      <a:pt x="16" y="29"/>
                      <a:pt x="7" y="30"/>
                      <a:pt x="3" y="22"/>
                    </a:cubicBezTo>
                    <a:cubicBezTo>
                      <a:pt x="0" y="17"/>
                      <a:pt x="1" y="11"/>
                      <a:pt x="4" y="8"/>
                    </a:cubicBezTo>
                    <a:cubicBezTo>
                      <a:pt x="5" y="7"/>
                      <a:pt x="6" y="6"/>
                      <a:pt x="8" y="5"/>
                    </a:cubicBezTo>
                    <a:cubicBezTo>
                      <a:pt x="10" y="4"/>
                      <a:pt x="13" y="4"/>
                      <a:pt x="15" y="3"/>
                    </a:cubicBezTo>
                    <a:cubicBezTo>
                      <a:pt x="17" y="3"/>
                      <a:pt x="20" y="3"/>
                      <a:pt x="23" y="4"/>
                    </a:cubicBezTo>
                    <a:cubicBezTo>
                      <a:pt x="23" y="3"/>
                      <a:pt x="24" y="3"/>
                      <a:pt x="24" y="3"/>
                    </a:cubicBezTo>
                    <a:cubicBezTo>
                      <a:pt x="30" y="0"/>
                      <a:pt x="36" y="3"/>
                      <a:pt x="38" y="9"/>
                    </a:cubicBezTo>
                    <a:cubicBezTo>
                      <a:pt x="39" y="10"/>
                      <a:pt x="39" y="10"/>
                      <a:pt x="40" y="11"/>
                    </a:cubicBezTo>
                    <a:cubicBezTo>
                      <a:pt x="44" y="14"/>
                      <a:pt x="47" y="20"/>
                      <a:pt x="48" y="25"/>
                    </a:cubicBezTo>
                    <a:cubicBezTo>
                      <a:pt x="50" y="30"/>
                      <a:pt x="50" y="35"/>
                      <a:pt x="48" y="39"/>
                    </a:cubicBezTo>
                    <a:cubicBezTo>
                      <a:pt x="47" y="46"/>
                      <a:pt x="45" y="52"/>
                      <a:pt x="42" y="58"/>
                    </a:cubicBezTo>
                    <a:cubicBezTo>
                      <a:pt x="40" y="63"/>
                      <a:pt x="37" y="68"/>
                      <a:pt x="34" y="73"/>
                    </a:cubicBezTo>
                    <a:lnTo>
                      <a:pt x="34" y="72"/>
                    </a:lnTo>
                    <a:cubicBezTo>
                      <a:pt x="34" y="73"/>
                      <a:pt x="34" y="74"/>
                      <a:pt x="33" y="76"/>
                    </a:cubicBezTo>
                    <a:cubicBezTo>
                      <a:pt x="34" y="76"/>
                      <a:pt x="36" y="76"/>
                      <a:pt x="37" y="76"/>
                    </a:cubicBezTo>
                    <a:cubicBezTo>
                      <a:pt x="40" y="75"/>
                      <a:pt x="43" y="74"/>
                      <a:pt x="46" y="74"/>
                    </a:cubicBezTo>
                    <a:cubicBezTo>
                      <a:pt x="50" y="73"/>
                      <a:pt x="53" y="72"/>
                      <a:pt x="57" y="71"/>
                    </a:cubicBezTo>
                    <a:cubicBezTo>
                      <a:pt x="62" y="69"/>
                      <a:pt x="68" y="73"/>
                      <a:pt x="69" y="78"/>
                    </a:cubicBezTo>
                    <a:cubicBezTo>
                      <a:pt x="71" y="84"/>
                      <a:pt x="68" y="89"/>
                      <a:pt x="62" y="91"/>
                    </a:cubicBezTo>
                    <a:cubicBezTo>
                      <a:pt x="53" y="94"/>
                      <a:pt x="43" y="97"/>
                      <a:pt x="33" y="97"/>
                    </a:cubicBezTo>
                    <a:cubicBezTo>
                      <a:pt x="33" y="97"/>
                      <a:pt x="32" y="97"/>
                      <a:pt x="31" y="9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2" name="Google Shape;1852;p19"/>
              <p:cNvSpPr/>
              <p:nvPr/>
            </p:nvSpPr>
            <p:spPr>
              <a:xfrm>
                <a:off x="2383200" y="781920"/>
                <a:ext cx="57960" cy="80640"/>
              </a:xfrm>
              <a:custGeom>
                <a:avLst/>
                <a:gdLst/>
                <a:ahLst/>
                <a:cxnLst/>
                <a:rect l="l" t="t" r="r" b="b"/>
                <a:pathLst>
                  <a:path w="161" h="224" extrusionOk="0">
                    <a:moveTo>
                      <a:pt x="118" y="223"/>
                    </a:moveTo>
                    <a:cubicBezTo>
                      <a:pt x="104" y="222"/>
                      <a:pt x="91" y="222"/>
                      <a:pt x="78" y="221"/>
                    </a:cubicBezTo>
                    <a:cubicBezTo>
                      <a:pt x="66" y="220"/>
                      <a:pt x="54" y="219"/>
                      <a:pt x="42" y="218"/>
                    </a:cubicBezTo>
                    <a:cubicBezTo>
                      <a:pt x="34" y="216"/>
                      <a:pt x="27" y="215"/>
                      <a:pt x="20" y="212"/>
                    </a:cubicBezTo>
                    <a:cubicBezTo>
                      <a:pt x="14" y="210"/>
                      <a:pt x="8" y="206"/>
                      <a:pt x="4" y="200"/>
                    </a:cubicBezTo>
                    <a:cubicBezTo>
                      <a:pt x="2" y="198"/>
                      <a:pt x="1" y="195"/>
                      <a:pt x="1" y="192"/>
                    </a:cubicBezTo>
                    <a:cubicBezTo>
                      <a:pt x="0" y="189"/>
                      <a:pt x="1" y="186"/>
                      <a:pt x="2" y="183"/>
                    </a:cubicBezTo>
                    <a:cubicBezTo>
                      <a:pt x="4" y="177"/>
                      <a:pt x="8" y="173"/>
                      <a:pt x="12" y="169"/>
                    </a:cubicBezTo>
                    <a:cubicBezTo>
                      <a:pt x="20" y="161"/>
                      <a:pt x="28" y="153"/>
                      <a:pt x="36" y="145"/>
                    </a:cubicBezTo>
                    <a:cubicBezTo>
                      <a:pt x="48" y="133"/>
                      <a:pt x="60" y="122"/>
                      <a:pt x="73" y="110"/>
                    </a:cubicBezTo>
                    <a:cubicBezTo>
                      <a:pt x="79" y="105"/>
                      <a:pt x="85" y="99"/>
                      <a:pt x="92" y="93"/>
                    </a:cubicBezTo>
                    <a:cubicBezTo>
                      <a:pt x="103" y="83"/>
                      <a:pt x="115" y="71"/>
                      <a:pt x="126" y="59"/>
                    </a:cubicBezTo>
                    <a:cubicBezTo>
                      <a:pt x="128" y="56"/>
                      <a:pt x="131" y="53"/>
                      <a:pt x="133" y="50"/>
                    </a:cubicBezTo>
                    <a:cubicBezTo>
                      <a:pt x="134" y="48"/>
                      <a:pt x="135" y="46"/>
                      <a:pt x="136" y="45"/>
                    </a:cubicBezTo>
                    <a:cubicBezTo>
                      <a:pt x="136" y="43"/>
                      <a:pt x="137" y="41"/>
                      <a:pt x="138" y="39"/>
                    </a:cubicBezTo>
                    <a:cubicBezTo>
                      <a:pt x="138" y="38"/>
                      <a:pt x="139" y="36"/>
                      <a:pt x="139" y="35"/>
                    </a:cubicBezTo>
                    <a:cubicBezTo>
                      <a:pt x="139" y="34"/>
                      <a:pt x="139" y="33"/>
                      <a:pt x="139" y="32"/>
                    </a:cubicBezTo>
                    <a:cubicBezTo>
                      <a:pt x="139" y="33"/>
                      <a:pt x="139" y="33"/>
                      <a:pt x="139" y="34"/>
                    </a:cubicBezTo>
                    <a:cubicBezTo>
                      <a:pt x="139" y="32"/>
                      <a:pt x="139" y="32"/>
                      <a:pt x="139" y="31"/>
                    </a:cubicBezTo>
                    <a:cubicBezTo>
                      <a:pt x="139" y="30"/>
                      <a:pt x="139" y="30"/>
                      <a:pt x="139" y="30"/>
                    </a:cubicBezTo>
                    <a:lnTo>
                      <a:pt x="139" y="31"/>
                    </a:lnTo>
                    <a:cubicBezTo>
                      <a:pt x="139" y="30"/>
                      <a:pt x="139" y="30"/>
                      <a:pt x="139" y="30"/>
                    </a:cubicBezTo>
                    <a:lnTo>
                      <a:pt x="139" y="31"/>
                    </a:lnTo>
                    <a:lnTo>
                      <a:pt x="139" y="30"/>
                    </a:lnTo>
                    <a:cubicBezTo>
                      <a:pt x="139" y="30"/>
                      <a:pt x="139" y="29"/>
                      <a:pt x="138" y="29"/>
                    </a:cubicBezTo>
                    <a:cubicBezTo>
                      <a:pt x="138" y="28"/>
                      <a:pt x="138" y="28"/>
                      <a:pt x="138" y="28"/>
                    </a:cubicBezTo>
                    <a:cubicBezTo>
                      <a:pt x="138" y="27"/>
                      <a:pt x="137" y="27"/>
                      <a:pt x="137" y="27"/>
                    </a:cubicBezTo>
                    <a:lnTo>
                      <a:pt x="136" y="26"/>
                    </a:lnTo>
                    <a:cubicBezTo>
                      <a:pt x="136" y="25"/>
                      <a:pt x="136" y="25"/>
                      <a:pt x="135" y="25"/>
                    </a:cubicBezTo>
                    <a:lnTo>
                      <a:pt x="134" y="25"/>
                    </a:lnTo>
                    <a:cubicBezTo>
                      <a:pt x="133" y="24"/>
                      <a:pt x="132" y="24"/>
                      <a:pt x="132" y="24"/>
                    </a:cubicBezTo>
                    <a:cubicBezTo>
                      <a:pt x="130" y="23"/>
                      <a:pt x="129" y="23"/>
                      <a:pt x="128" y="23"/>
                    </a:cubicBezTo>
                    <a:cubicBezTo>
                      <a:pt x="125" y="22"/>
                      <a:pt x="122" y="22"/>
                      <a:pt x="120" y="22"/>
                    </a:cubicBezTo>
                    <a:cubicBezTo>
                      <a:pt x="108" y="21"/>
                      <a:pt x="97" y="22"/>
                      <a:pt x="86" y="23"/>
                    </a:cubicBezTo>
                    <a:cubicBezTo>
                      <a:pt x="78" y="24"/>
                      <a:pt x="70" y="25"/>
                      <a:pt x="62" y="26"/>
                    </a:cubicBezTo>
                    <a:cubicBezTo>
                      <a:pt x="54" y="28"/>
                      <a:pt x="46" y="30"/>
                      <a:pt x="37" y="31"/>
                    </a:cubicBezTo>
                    <a:cubicBezTo>
                      <a:pt x="32" y="32"/>
                      <a:pt x="27" y="34"/>
                      <a:pt x="22" y="35"/>
                    </a:cubicBezTo>
                    <a:cubicBezTo>
                      <a:pt x="19" y="36"/>
                      <a:pt x="16" y="36"/>
                      <a:pt x="13" y="35"/>
                    </a:cubicBezTo>
                    <a:cubicBezTo>
                      <a:pt x="11" y="34"/>
                      <a:pt x="8" y="32"/>
                      <a:pt x="7" y="29"/>
                    </a:cubicBezTo>
                    <a:cubicBezTo>
                      <a:pt x="6" y="27"/>
                      <a:pt x="6" y="24"/>
                      <a:pt x="7" y="21"/>
                    </a:cubicBezTo>
                    <a:cubicBezTo>
                      <a:pt x="8" y="18"/>
                      <a:pt x="9" y="16"/>
                      <a:pt x="12" y="15"/>
                    </a:cubicBezTo>
                    <a:cubicBezTo>
                      <a:pt x="13" y="14"/>
                      <a:pt x="15" y="14"/>
                      <a:pt x="18" y="13"/>
                    </a:cubicBezTo>
                    <a:cubicBezTo>
                      <a:pt x="20" y="13"/>
                      <a:pt x="23" y="12"/>
                      <a:pt x="26" y="11"/>
                    </a:cubicBezTo>
                    <a:cubicBezTo>
                      <a:pt x="32" y="10"/>
                      <a:pt x="38" y="9"/>
                      <a:pt x="44" y="8"/>
                    </a:cubicBezTo>
                    <a:cubicBezTo>
                      <a:pt x="56" y="6"/>
                      <a:pt x="68" y="4"/>
                      <a:pt x="79" y="3"/>
                    </a:cubicBezTo>
                    <a:cubicBezTo>
                      <a:pt x="91" y="2"/>
                      <a:pt x="102" y="1"/>
                      <a:pt x="114" y="1"/>
                    </a:cubicBezTo>
                    <a:cubicBezTo>
                      <a:pt x="127" y="0"/>
                      <a:pt x="143" y="2"/>
                      <a:pt x="153" y="13"/>
                    </a:cubicBezTo>
                    <a:cubicBezTo>
                      <a:pt x="157" y="17"/>
                      <a:pt x="159" y="23"/>
                      <a:pt x="160" y="30"/>
                    </a:cubicBezTo>
                    <a:cubicBezTo>
                      <a:pt x="160" y="37"/>
                      <a:pt x="159" y="45"/>
                      <a:pt x="156" y="52"/>
                    </a:cubicBezTo>
                    <a:cubicBezTo>
                      <a:pt x="152" y="60"/>
                      <a:pt x="145" y="69"/>
                      <a:pt x="139" y="76"/>
                    </a:cubicBezTo>
                    <a:cubicBezTo>
                      <a:pt x="132" y="84"/>
                      <a:pt x="124" y="91"/>
                      <a:pt x="117" y="98"/>
                    </a:cubicBezTo>
                    <a:lnTo>
                      <a:pt x="117" y="97"/>
                    </a:lnTo>
                    <a:cubicBezTo>
                      <a:pt x="117" y="98"/>
                      <a:pt x="116" y="98"/>
                      <a:pt x="115" y="99"/>
                    </a:cubicBezTo>
                    <a:cubicBezTo>
                      <a:pt x="114" y="99"/>
                      <a:pt x="114" y="101"/>
                      <a:pt x="113" y="101"/>
                    </a:cubicBezTo>
                    <a:cubicBezTo>
                      <a:pt x="111" y="103"/>
                      <a:pt x="108" y="105"/>
                      <a:pt x="106" y="108"/>
                    </a:cubicBezTo>
                    <a:cubicBezTo>
                      <a:pt x="106" y="108"/>
                      <a:pt x="106" y="107"/>
                      <a:pt x="107" y="107"/>
                    </a:cubicBezTo>
                    <a:cubicBezTo>
                      <a:pt x="106" y="108"/>
                      <a:pt x="106" y="108"/>
                      <a:pt x="104" y="109"/>
                    </a:cubicBezTo>
                    <a:cubicBezTo>
                      <a:pt x="105" y="109"/>
                      <a:pt x="105" y="109"/>
                      <a:pt x="105" y="108"/>
                    </a:cubicBezTo>
                    <a:cubicBezTo>
                      <a:pt x="104" y="109"/>
                      <a:pt x="103" y="110"/>
                      <a:pt x="103" y="110"/>
                    </a:cubicBezTo>
                    <a:cubicBezTo>
                      <a:pt x="89" y="123"/>
                      <a:pt x="76" y="135"/>
                      <a:pt x="62" y="148"/>
                    </a:cubicBezTo>
                    <a:cubicBezTo>
                      <a:pt x="50" y="161"/>
                      <a:pt x="37" y="173"/>
                      <a:pt x="25" y="187"/>
                    </a:cubicBezTo>
                    <a:cubicBezTo>
                      <a:pt x="24" y="187"/>
                      <a:pt x="23" y="189"/>
                      <a:pt x="23" y="189"/>
                    </a:cubicBezTo>
                    <a:cubicBezTo>
                      <a:pt x="23" y="190"/>
                      <a:pt x="24" y="190"/>
                      <a:pt x="24" y="190"/>
                    </a:cubicBezTo>
                    <a:cubicBezTo>
                      <a:pt x="25" y="191"/>
                      <a:pt x="26" y="191"/>
                      <a:pt x="27" y="191"/>
                    </a:cubicBezTo>
                    <a:cubicBezTo>
                      <a:pt x="29" y="192"/>
                      <a:pt x="30" y="193"/>
                      <a:pt x="32" y="193"/>
                    </a:cubicBezTo>
                    <a:cubicBezTo>
                      <a:pt x="36" y="194"/>
                      <a:pt x="40" y="196"/>
                      <a:pt x="44" y="196"/>
                    </a:cubicBezTo>
                    <a:cubicBezTo>
                      <a:pt x="43" y="196"/>
                      <a:pt x="43" y="196"/>
                      <a:pt x="43" y="196"/>
                    </a:cubicBezTo>
                    <a:cubicBezTo>
                      <a:pt x="65" y="200"/>
                      <a:pt x="88" y="200"/>
                      <a:pt x="111" y="201"/>
                    </a:cubicBezTo>
                    <a:cubicBezTo>
                      <a:pt x="113" y="201"/>
                      <a:pt x="115" y="201"/>
                      <a:pt x="117" y="201"/>
                    </a:cubicBezTo>
                    <a:cubicBezTo>
                      <a:pt x="123" y="201"/>
                      <a:pt x="128" y="205"/>
                      <a:pt x="128" y="212"/>
                    </a:cubicBezTo>
                    <a:cubicBezTo>
                      <a:pt x="128" y="217"/>
                      <a:pt x="124" y="223"/>
                      <a:pt x="118" y="2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3" name="Google Shape;1853;p19"/>
              <p:cNvSpPr/>
              <p:nvPr/>
            </p:nvSpPr>
            <p:spPr>
              <a:xfrm>
                <a:off x="2379960" y="825840"/>
                <a:ext cx="68040" cy="15840"/>
              </a:xfrm>
              <a:custGeom>
                <a:avLst/>
                <a:gdLst/>
                <a:ahLst/>
                <a:cxnLst/>
                <a:rect l="l" t="t" r="r" b="b"/>
                <a:pathLst>
                  <a:path w="189" h="44" extrusionOk="0">
                    <a:moveTo>
                      <a:pt x="10" y="43"/>
                    </a:moveTo>
                    <a:cubicBezTo>
                      <a:pt x="5" y="43"/>
                      <a:pt x="1" y="38"/>
                      <a:pt x="0" y="33"/>
                    </a:cubicBezTo>
                    <a:lnTo>
                      <a:pt x="0" y="32"/>
                    </a:lnTo>
                    <a:cubicBezTo>
                      <a:pt x="0" y="29"/>
                      <a:pt x="2" y="25"/>
                      <a:pt x="6" y="23"/>
                    </a:cubicBezTo>
                    <a:cubicBezTo>
                      <a:pt x="9" y="21"/>
                      <a:pt x="12" y="20"/>
                      <a:pt x="15" y="22"/>
                    </a:cubicBezTo>
                    <a:lnTo>
                      <a:pt x="16" y="22"/>
                    </a:lnTo>
                    <a:cubicBezTo>
                      <a:pt x="28" y="20"/>
                      <a:pt x="39" y="18"/>
                      <a:pt x="50" y="16"/>
                    </a:cubicBezTo>
                    <a:cubicBezTo>
                      <a:pt x="62" y="15"/>
                      <a:pt x="75" y="12"/>
                      <a:pt x="87" y="11"/>
                    </a:cubicBezTo>
                    <a:cubicBezTo>
                      <a:pt x="109" y="8"/>
                      <a:pt x="130" y="5"/>
                      <a:pt x="152" y="3"/>
                    </a:cubicBezTo>
                    <a:cubicBezTo>
                      <a:pt x="160" y="2"/>
                      <a:pt x="168" y="1"/>
                      <a:pt x="176" y="1"/>
                    </a:cubicBezTo>
                    <a:cubicBezTo>
                      <a:pt x="181" y="0"/>
                      <a:pt x="187" y="3"/>
                      <a:pt x="187" y="9"/>
                    </a:cubicBezTo>
                    <a:cubicBezTo>
                      <a:pt x="188" y="13"/>
                      <a:pt x="184" y="19"/>
                      <a:pt x="179" y="20"/>
                    </a:cubicBezTo>
                    <a:cubicBezTo>
                      <a:pt x="156" y="22"/>
                      <a:pt x="132" y="25"/>
                      <a:pt x="109" y="28"/>
                    </a:cubicBezTo>
                    <a:cubicBezTo>
                      <a:pt x="86" y="32"/>
                      <a:pt x="63" y="35"/>
                      <a:pt x="39" y="40"/>
                    </a:cubicBezTo>
                    <a:cubicBezTo>
                      <a:pt x="36" y="40"/>
                      <a:pt x="32" y="41"/>
                      <a:pt x="29" y="41"/>
                    </a:cubicBezTo>
                    <a:cubicBezTo>
                      <a:pt x="24" y="42"/>
                      <a:pt x="18" y="43"/>
                      <a:pt x="13" y="43"/>
                    </a:cubicBezTo>
                    <a:cubicBezTo>
                      <a:pt x="12" y="43"/>
                      <a:pt x="11" y="43"/>
                      <a:pt x="10" y="4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4" name="Google Shape;1854;p19"/>
              <p:cNvSpPr/>
              <p:nvPr/>
            </p:nvSpPr>
            <p:spPr>
              <a:xfrm>
                <a:off x="2457720" y="811440"/>
                <a:ext cx="900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25" h="25" extrusionOk="0">
                    <a:moveTo>
                      <a:pt x="0" y="12"/>
                    </a:moveTo>
                    <a:cubicBezTo>
                      <a:pt x="0" y="6"/>
                      <a:pt x="5" y="0"/>
                      <a:pt x="11" y="0"/>
                    </a:cubicBezTo>
                    <a:cubicBezTo>
                      <a:pt x="18" y="0"/>
                      <a:pt x="24" y="5"/>
                      <a:pt x="24" y="12"/>
                    </a:cubicBezTo>
                    <a:cubicBezTo>
                      <a:pt x="24" y="17"/>
                      <a:pt x="19" y="24"/>
                      <a:pt x="13" y="24"/>
                    </a:cubicBezTo>
                    <a:cubicBezTo>
                      <a:pt x="6" y="24"/>
                      <a:pt x="0" y="19"/>
                      <a:pt x="0" y="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5" name="Google Shape;1855;p19"/>
              <p:cNvSpPr/>
              <p:nvPr/>
            </p:nvSpPr>
            <p:spPr>
              <a:xfrm>
                <a:off x="2447280" y="824040"/>
                <a:ext cx="43920" cy="1764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49" extrusionOk="0">
                    <a:moveTo>
                      <a:pt x="1" y="35"/>
                    </a:moveTo>
                    <a:cubicBezTo>
                      <a:pt x="0" y="31"/>
                      <a:pt x="2" y="27"/>
                      <a:pt x="4" y="25"/>
                    </a:cubicBezTo>
                    <a:cubicBezTo>
                      <a:pt x="6" y="23"/>
                      <a:pt x="9" y="21"/>
                      <a:pt x="11" y="20"/>
                    </a:cubicBezTo>
                    <a:cubicBezTo>
                      <a:pt x="16" y="17"/>
                      <a:pt x="23" y="18"/>
                      <a:pt x="26" y="24"/>
                    </a:cubicBezTo>
                    <a:cubicBezTo>
                      <a:pt x="27" y="24"/>
                      <a:pt x="27" y="25"/>
                      <a:pt x="27" y="25"/>
                    </a:cubicBezTo>
                    <a:cubicBezTo>
                      <a:pt x="33" y="25"/>
                      <a:pt x="39" y="24"/>
                      <a:pt x="44" y="23"/>
                    </a:cubicBezTo>
                    <a:cubicBezTo>
                      <a:pt x="50" y="21"/>
                      <a:pt x="57" y="20"/>
                      <a:pt x="63" y="18"/>
                    </a:cubicBezTo>
                    <a:cubicBezTo>
                      <a:pt x="70" y="16"/>
                      <a:pt x="77" y="13"/>
                      <a:pt x="85" y="10"/>
                    </a:cubicBezTo>
                    <a:cubicBezTo>
                      <a:pt x="84" y="10"/>
                      <a:pt x="84" y="11"/>
                      <a:pt x="84" y="11"/>
                    </a:cubicBezTo>
                    <a:cubicBezTo>
                      <a:pt x="91" y="8"/>
                      <a:pt x="99" y="5"/>
                      <a:pt x="106" y="2"/>
                    </a:cubicBezTo>
                    <a:cubicBezTo>
                      <a:pt x="111" y="0"/>
                      <a:pt x="117" y="2"/>
                      <a:pt x="119" y="7"/>
                    </a:cubicBezTo>
                    <a:cubicBezTo>
                      <a:pt x="121" y="12"/>
                      <a:pt x="119" y="18"/>
                      <a:pt x="114" y="20"/>
                    </a:cubicBezTo>
                    <a:cubicBezTo>
                      <a:pt x="105" y="24"/>
                      <a:pt x="97" y="27"/>
                      <a:pt x="88" y="31"/>
                    </a:cubicBezTo>
                    <a:cubicBezTo>
                      <a:pt x="84" y="32"/>
                      <a:pt x="81" y="34"/>
                      <a:pt x="77" y="35"/>
                    </a:cubicBezTo>
                    <a:cubicBezTo>
                      <a:pt x="73" y="36"/>
                      <a:pt x="69" y="38"/>
                      <a:pt x="64" y="39"/>
                    </a:cubicBezTo>
                    <a:cubicBezTo>
                      <a:pt x="50" y="43"/>
                      <a:pt x="36" y="47"/>
                      <a:pt x="21" y="48"/>
                    </a:cubicBezTo>
                    <a:cubicBezTo>
                      <a:pt x="13" y="48"/>
                      <a:pt x="2" y="45"/>
                      <a:pt x="1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6" name="Google Shape;1856;p19"/>
              <p:cNvSpPr/>
              <p:nvPr/>
            </p:nvSpPr>
            <p:spPr>
              <a:xfrm>
                <a:off x="2499840" y="763560"/>
                <a:ext cx="44640" cy="10152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282" extrusionOk="0">
                    <a:moveTo>
                      <a:pt x="68" y="270"/>
                    </a:moveTo>
                    <a:cubicBezTo>
                      <a:pt x="67" y="264"/>
                      <a:pt x="69" y="257"/>
                      <a:pt x="69" y="250"/>
                    </a:cubicBezTo>
                    <a:cubicBezTo>
                      <a:pt x="69" y="245"/>
                      <a:pt x="70" y="239"/>
                      <a:pt x="70" y="234"/>
                    </a:cubicBezTo>
                    <a:cubicBezTo>
                      <a:pt x="71" y="221"/>
                      <a:pt x="72" y="210"/>
                      <a:pt x="73" y="198"/>
                    </a:cubicBezTo>
                    <a:cubicBezTo>
                      <a:pt x="73" y="186"/>
                      <a:pt x="74" y="176"/>
                      <a:pt x="76" y="165"/>
                    </a:cubicBezTo>
                    <a:cubicBezTo>
                      <a:pt x="76" y="159"/>
                      <a:pt x="77" y="153"/>
                      <a:pt x="78" y="147"/>
                    </a:cubicBezTo>
                    <a:cubicBezTo>
                      <a:pt x="79" y="141"/>
                      <a:pt x="80" y="135"/>
                      <a:pt x="81" y="129"/>
                    </a:cubicBezTo>
                    <a:cubicBezTo>
                      <a:pt x="82" y="127"/>
                      <a:pt x="83" y="124"/>
                      <a:pt x="83" y="121"/>
                    </a:cubicBezTo>
                    <a:cubicBezTo>
                      <a:pt x="77" y="127"/>
                      <a:pt x="70" y="132"/>
                      <a:pt x="63" y="136"/>
                    </a:cubicBezTo>
                    <a:cubicBezTo>
                      <a:pt x="51" y="143"/>
                      <a:pt x="37" y="148"/>
                      <a:pt x="23" y="143"/>
                    </a:cubicBezTo>
                    <a:cubicBezTo>
                      <a:pt x="17" y="142"/>
                      <a:pt x="12" y="138"/>
                      <a:pt x="8" y="134"/>
                    </a:cubicBezTo>
                    <a:cubicBezTo>
                      <a:pt x="3" y="128"/>
                      <a:pt x="2" y="121"/>
                      <a:pt x="2" y="114"/>
                    </a:cubicBezTo>
                    <a:cubicBezTo>
                      <a:pt x="0" y="103"/>
                      <a:pt x="3" y="92"/>
                      <a:pt x="6" y="81"/>
                    </a:cubicBezTo>
                    <a:cubicBezTo>
                      <a:pt x="9" y="70"/>
                      <a:pt x="12" y="58"/>
                      <a:pt x="16" y="47"/>
                    </a:cubicBezTo>
                    <a:cubicBezTo>
                      <a:pt x="18" y="39"/>
                      <a:pt x="21" y="31"/>
                      <a:pt x="24" y="23"/>
                    </a:cubicBezTo>
                    <a:cubicBezTo>
                      <a:pt x="25" y="20"/>
                      <a:pt x="26" y="18"/>
                      <a:pt x="27" y="16"/>
                    </a:cubicBezTo>
                    <a:cubicBezTo>
                      <a:pt x="28" y="12"/>
                      <a:pt x="30" y="7"/>
                      <a:pt x="34" y="4"/>
                    </a:cubicBezTo>
                    <a:cubicBezTo>
                      <a:pt x="38" y="1"/>
                      <a:pt x="42" y="0"/>
                      <a:pt x="46" y="1"/>
                    </a:cubicBezTo>
                    <a:cubicBezTo>
                      <a:pt x="48" y="2"/>
                      <a:pt x="51" y="4"/>
                      <a:pt x="52" y="7"/>
                    </a:cubicBezTo>
                    <a:cubicBezTo>
                      <a:pt x="53" y="9"/>
                      <a:pt x="54" y="12"/>
                      <a:pt x="53" y="15"/>
                    </a:cubicBezTo>
                    <a:cubicBezTo>
                      <a:pt x="52" y="18"/>
                      <a:pt x="51" y="20"/>
                      <a:pt x="48" y="22"/>
                    </a:cubicBezTo>
                    <a:lnTo>
                      <a:pt x="47" y="23"/>
                    </a:lnTo>
                    <a:cubicBezTo>
                      <a:pt x="43" y="32"/>
                      <a:pt x="39" y="43"/>
                      <a:pt x="36" y="53"/>
                    </a:cubicBezTo>
                    <a:lnTo>
                      <a:pt x="36" y="52"/>
                    </a:lnTo>
                    <a:cubicBezTo>
                      <a:pt x="36" y="53"/>
                      <a:pt x="36" y="53"/>
                      <a:pt x="36" y="53"/>
                    </a:cubicBezTo>
                    <a:cubicBezTo>
                      <a:pt x="35" y="55"/>
                      <a:pt x="34" y="58"/>
                      <a:pt x="34" y="61"/>
                    </a:cubicBezTo>
                    <a:cubicBezTo>
                      <a:pt x="34" y="60"/>
                      <a:pt x="34" y="60"/>
                      <a:pt x="34" y="59"/>
                    </a:cubicBezTo>
                    <a:cubicBezTo>
                      <a:pt x="33" y="61"/>
                      <a:pt x="32" y="64"/>
                      <a:pt x="32" y="67"/>
                    </a:cubicBezTo>
                    <a:lnTo>
                      <a:pt x="32" y="66"/>
                    </a:lnTo>
                    <a:cubicBezTo>
                      <a:pt x="31" y="67"/>
                      <a:pt x="31" y="67"/>
                      <a:pt x="31" y="67"/>
                    </a:cubicBezTo>
                    <a:lnTo>
                      <a:pt x="31" y="68"/>
                    </a:lnTo>
                    <a:cubicBezTo>
                      <a:pt x="28" y="78"/>
                      <a:pt x="26" y="88"/>
                      <a:pt x="24" y="99"/>
                    </a:cubicBezTo>
                    <a:cubicBezTo>
                      <a:pt x="23" y="102"/>
                      <a:pt x="23" y="105"/>
                      <a:pt x="23" y="108"/>
                    </a:cubicBezTo>
                    <a:cubicBezTo>
                      <a:pt x="23" y="110"/>
                      <a:pt x="23" y="112"/>
                      <a:pt x="23" y="114"/>
                    </a:cubicBezTo>
                    <a:cubicBezTo>
                      <a:pt x="23" y="115"/>
                      <a:pt x="23" y="116"/>
                      <a:pt x="23" y="117"/>
                    </a:cubicBezTo>
                    <a:cubicBezTo>
                      <a:pt x="23" y="117"/>
                      <a:pt x="23" y="116"/>
                      <a:pt x="23" y="115"/>
                    </a:cubicBezTo>
                    <a:cubicBezTo>
                      <a:pt x="23" y="117"/>
                      <a:pt x="23" y="117"/>
                      <a:pt x="24" y="118"/>
                    </a:cubicBezTo>
                    <a:cubicBezTo>
                      <a:pt x="24" y="118"/>
                      <a:pt x="24" y="119"/>
                      <a:pt x="24" y="120"/>
                    </a:cubicBezTo>
                    <a:cubicBezTo>
                      <a:pt x="24" y="119"/>
                      <a:pt x="24" y="119"/>
                      <a:pt x="24" y="119"/>
                    </a:cubicBezTo>
                    <a:cubicBezTo>
                      <a:pt x="24" y="120"/>
                      <a:pt x="24" y="120"/>
                      <a:pt x="24" y="120"/>
                    </a:cubicBezTo>
                    <a:cubicBezTo>
                      <a:pt x="25" y="120"/>
                      <a:pt x="25" y="121"/>
                      <a:pt x="26" y="121"/>
                    </a:cubicBezTo>
                    <a:lnTo>
                      <a:pt x="26" y="122"/>
                    </a:lnTo>
                    <a:cubicBezTo>
                      <a:pt x="27" y="122"/>
                      <a:pt x="27" y="122"/>
                      <a:pt x="27" y="122"/>
                    </a:cubicBezTo>
                    <a:lnTo>
                      <a:pt x="28" y="123"/>
                    </a:lnTo>
                    <a:lnTo>
                      <a:pt x="29" y="124"/>
                    </a:lnTo>
                    <a:cubicBezTo>
                      <a:pt x="30" y="124"/>
                      <a:pt x="31" y="124"/>
                      <a:pt x="31" y="124"/>
                    </a:cubicBezTo>
                    <a:cubicBezTo>
                      <a:pt x="32" y="124"/>
                      <a:pt x="32" y="124"/>
                      <a:pt x="34" y="124"/>
                    </a:cubicBezTo>
                    <a:lnTo>
                      <a:pt x="35" y="124"/>
                    </a:lnTo>
                    <a:cubicBezTo>
                      <a:pt x="37" y="124"/>
                      <a:pt x="38" y="124"/>
                      <a:pt x="40" y="123"/>
                    </a:cubicBezTo>
                    <a:cubicBezTo>
                      <a:pt x="41" y="123"/>
                      <a:pt x="43" y="122"/>
                      <a:pt x="44" y="122"/>
                    </a:cubicBezTo>
                    <a:cubicBezTo>
                      <a:pt x="46" y="121"/>
                      <a:pt x="48" y="120"/>
                      <a:pt x="51" y="119"/>
                    </a:cubicBezTo>
                    <a:cubicBezTo>
                      <a:pt x="54" y="117"/>
                      <a:pt x="57" y="115"/>
                      <a:pt x="60" y="113"/>
                    </a:cubicBezTo>
                    <a:cubicBezTo>
                      <a:pt x="65" y="110"/>
                      <a:pt x="70" y="106"/>
                      <a:pt x="74" y="102"/>
                    </a:cubicBezTo>
                    <a:cubicBezTo>
                      <a:pt x="80" y="97"/>
                      <a:pt x="85" y="92"/>
                      <a:pt x="90" y="86"/>
                    </a:cubicBezTo>
                    <a:cubicBezTo>
                      <a:pt x="93" y="82"/>
                      <a:pt x="95" y="79"/>
                      <a:pt x="98" y="76"/>
                    </a:cubicBezTo>
                    <a:cubicBezTo>
                      <a:pt x="99" y="72"/>
                      <a:pt x="101" y="69"/>
                      <a:pt x="103" y="66"/>
                    </a:cubicBezTo>
                    <a:cubicBezTo>
                      <a:pt x="106" y="61"/>
                      <a:pt x="112" y="60"/>
                      <a:pt x="117" y="63"/>
                    </a:cubicBezTo>
                    <a:cubicBezTo>
                      <a:pt x="122" y="65"/>
                      <a:pt x="123" y="71"/>
                      <a:pt x="122" y="76"/>
                    </a:cubicBezTo>
                    <a:cubicBezTo>
                      <a:pt x="120" y="80"/>
                      <a:pt x="118" y="83"/>
                      <a:pt x="116" y="86"/>
                    </a:cubicBezTo>
                    <a:cubicBezTo>
                      <a:pt x="114" y="92"/>
                      <a:pt x="112" y="97"/>
                      <a:pt x="110" y="103"/>
                    </a:cubicBezTo>
                    <a:lnTo>
                      <a:pt x="110" y="102"/>
                    </a:lnTo>
                    <a:cubicBezTo>
                      <a:pt x="108" y="107"/>
                      <a:pt x="107" y="112"/>
                      <a:pt x="105" y="118"/>
                    </a:cubicBezTo>
                    <a:cubicBezTo>
                      <a:pt x="104" y="122"/>
                      <a:pt x="103" y="127"/>
                      <a:pt x="101" y="132"/>
                    </a:cubicBezTo>
                    <a:cubicBezTo>
                      <a:pt x="100" y="137"/>
                      <a:pt x="100" y="142"/>
                      <a:pt x="98" y="146"/>
                    </a:cubicBezTo>
                    <a:cubicBezTo>
                      <a:pt x="97" y="154"/>
                      <a:pt x="96" y="161"/>
                      <a:pt x="95" y="168"/>
                    </a:cubicBezTo>
                    <a:cubicBezTo>
                      <a:pt x="94" y="175"/>
                      <a:pt x="94" y="182"/>
                      <a:pt x="93" y="189"/>
                    </a:cubicBezTo>
                    <a:cubicBezTo>
                      <a:pt x="92" y="204"/>
                      <a:pt x="91" y="219"/>
                      <a:pt x="91" y="234"/>
                    </a:cubicBezTo>
                    <a:cubicBezTo>
                      <a:pt x="91" y="235"/>
                      <a:pt x="91" y="235"/>
                      <a:pt x="91" y="235"/>
                    </a:cubicBezTo>
                    <a:cubicBezTo>
                      <a:pt x="91" y="237"/>
                      <a:pt x="91" y="238"/>
                      <a:pt x="91" y="240"/>
                    </a:cubicBezTo>
                    <a:cubicBezTo>
                      <a:pt x="91" y="239"/>
                      <a:pt x="91" y="238"/>
                      <a:pt x="91" y="238"/>
                    </a:cubicBezTo>
                    <a:cubicBezTo>
                      <a:pt x="91" y="239"/>
                      <a:pt x="90" y="240"/>
                      <a:pt x="90" y="241"/>
                    </a:cubicBezTo>
                    <a:cubicBezTo>
                      <a:pt x="90" y="242"/>
                      <a:pt x="90" y="242"/>
                      <a:pt x="90" y="244"/>
                    </a:cubicBezTo>
                    <a:lnTo>
                      <a:pt x="90" y="243"/>
                    </a:lnTo>
                    <a:lnTo>
                      <a:pt x="90" y="244"/>
                    </a:lnTo>
                    <a:cubicBezTo>
                      <a:pt x="90" y="247"/>
                      <a:pt x="90" y="250"/>
                      <a:pt x="90" y="253"/>
                    </a:cubicBezTo>
                    <a:cubicBezTo>
                      <a:pt x="90" y="252"/>
                      <a:pt x="90" y="252"/>
                      <a:pt x="90" y="252"/>
                    </a:cubicBezTo>
                    <a:cubicBezTo>
                      <a:pt x="90" y="253"/>
                      <a:pt x="90" y="255"/>
                      <a:pt x="90" y="256"/>
                    </a:cubicBezTo>
                    <a:cubicBezTo>
                      <a:pt x="90" y="259"/>
                      <a:pt x="90" y="262"/>
                      <a:pt x="90" y="265"/>
                    </a:cubicBezTo>
                    <a:lnTo>
                      <a:pt x="90" y="264"/>
                    </a:lnTo>
                    <a:cubicBezTo>
                      <a:pt x="90" y="266"/>
                      <a:pt x="90" y="268"/>
                      <a:pt x="90" y="270"/>
                    </a:cubicBezTo>
                    <a:cubicBezTo>
                      <a:pt x="90" y="276"/>
                      <a:pt x="85" y="281"/>
                      <a:pt x="79" y="281"/>
                    </a:cubicBezTo>
                    <a:cubicBezTo>
                      <a:pt x="73" y="281"/>
                      <a:pt x="69" y="276"/>
                      <a:pt x="68" y="27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7" name="Google Shape;1857;p19"/>
              <p:cNvSpPr/>
              <p:nvPr/>
            </p:nvSpPr>
            <p:spPr>
              <a:xfrm>
                <a:off x="2561400" y="794160"/>
                <a:ext cx="27720" cy="15840"/>
              </a:xfrm>
              <a:custGeom>
                <a:avLst/>
                <a:gdLst/>
                <a:ahLst/>
                <a:cxnLst/>
                <a:rect l="l" t="t" r="r" b="b"/>
                <a:pathLst>
                  <a:path w="77" h="44" extrusionOk="0">
                    <a:moveTo>
                      <a:pt x="16" y="39"/>
                    </a:moveTo>
                    <a:cubicBezTo>
                      <a:pt x="11" y="37"/>
                      <a:pt x="7" y="35"/>
                      <a:pt x="4" y="30"/>
                    </a:cubicBezTo>
                    <a:cubicBezTo>
                      <a:pt x="0" y="26"/>
                      <a:pt x="0" y="21"/>
                      <a:pt x="1" y="16"/>
                    </a:cubicBezTo>
                    <a:cubicBezTo>
                      <a:pt x="4" y="9"/>
                      <a:pt x="10" y="7"/>
                      <a:pt x="15" y="4"/>
                    </a:cubicBezTo>
                    <a:cubicBezTo>
                      <a:pt x="20" y="0"/>
                      <a:pt x="27" y="2"/>
                      <a:pt x="30" y="7"/>
                    </a:cubicBezTo>
                    <a:cubicBezTo>
                      <a:pt x="33" y="11"/>
                      <a:pt x="32" y="17"/>
                      <a:pt x="29" y="21"/>
                    </a:cubicBezTo>
                    <a:cubicBezTo>
                      <a:pt x="30" y="21"/>
                      <a:pt x="30" y="21"/>
                      <a:pt x="31" y="21"/>
                    </a:cubicBezTo>
                    <a:cubicBezTo>
                      <a:pt x="35" y="22"/>
                      <a:pt x="38" y="22"/>
                      <a:pt x="42" y="22"/>
                    </a:cubicBezTo>
                    <a:cubicBezTo>
                      <a:pt x="47" y="22"/>
                      <a:pt x="53" y="22"/>
                      <a:pt x="58" y="22"/>
                    </a:cubicBezTo>
                    <a:cubicBezTo>
                      <a:pt x="60" y="21"/>
                      <a:pt x="61" y="21"/>
                      <a:pt x="63" y="21"/>
                    </a:cubicBezTo>
                    <a:cubicBezTo>
                      <a:pt x="69" y="21"/>
                      <a:pt x="74" y="24"/>
                      <a:pt x="75" y="30"/>
                    </a:cubicBezTo>
                    <a:cubicBezTo>
                      <a:pt x="76" y="35"/>
                      <a:pt x="72" y="42"/>
                      <a:pt x="67" y="42"/>
                    </a:cubicBezTo>
                    <a:cubicBezTo>
                      <a:pt x="59" y="43"/>
                      <a:pt x="52" y="43"/>
                      <a:pt x="44" y="43"/>
                    </a:cubicBezTo>
                    <a:cubicBezTo>
                      <a:pt x="35" y="43"/>
                      <a:pt x="26" y="42"/>
                      <a:pt x="16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8" name="Google Shape;1858;p19"/>
              <p:cNvSpPr/>
              <p:nvPr/>
            </p:nvSpPr>
            <p:spPr>
              <a:xfrm>
                <a:off x="2569680" y="773640"/>
                <a:ext cx="19800" cy="68400"/>
              </a:xfrm>
              <a:custGeom>
                <a:avLst/>
                <a:gdLst/>
                <a:ahLst/>
                <a:cxnLst/>
                <a:rect l="l" t="t" r="r" b="b"/>
                <a:pathLst>
                  <a:path w="55" h="190" extrusionOk="0">
                    <a:moveTo>
                      <a:pt x="10" y="189"/>
                    </a:moveTo>
                    <a:cubicBezTo>
                      <a:pt x="5" y="189"/>
                      <a:pt x="0" y="184"/>
                      <a:pt x="1" y="178"/>
                    </a:cubicBezTo>
                    <a:cubicBezTo>
                      <a:pt x="3" y="153"/>
                      <a:pt x="5" y="129"/>
                      <a:pt x="9" y="105"/>
                    </a:cubicBezTo>
                    <a:cubicBezTo>
                      <a:pt x="9" y="99"/>
                      <a:pt x="10" y="93"/>
                      <a:pt x="12" y="88"/>
                    </a:cubicBezTo>
                    <a:cubicBezTo>
                      <a:pt x="12" y="83"/>
                      <a:pt x="13" y="78"/>
                      <a:pt x="14" y="73"/>
                    </a:cubicBezTo>
                    <a:cubicBezTo>
                      <a:pt x="17" y="61"/>
                      <a:pt x="19" y="50"/>
                      <a:pt x="23" y="39"/>
                    </a:cubicBezTo>
                    <a:cubicBezTo>
                      <a:pt x="24" y="31"/>
                      <a:pt x="27" y="24"/>
                      <a:pt x="29" y="16"/>
                    </a:cubicBezTo>
                    <a:cubicBezTo>
                      <a:pt x="30" y="14"/>
                      <a:pt x="31" y="12"/>
                      <a:pt x="31" y="10"/>
                    </a:cubicBezTo>
                    <a:cubicBezTo>
                      <a:pt x="32" y="4"/>
                      <a:pt x="39" y="0"/>
                      <a:pt x="44" y="2"/>
                    </a:cubicBezTo>
                    <a:cubicBezTo>
                      <a:pt x="50" y="3"/>
                      <a:pt x="54" y="9"/>
                      <a:pt x="52" y="15"/>
                    </a:cubicBezTo>
                    <a:cubicBezTo>
                      <a:pt x="51" y="20"/>
                      <a:pt x="49" y="26"/>
                      <a:pt x="47" y="31"/>
                    </a:cubicBezTo>
                    <a:cubicBezTo>
                      <a:pt x="45" y="36"/>
                      <a:pt x="44" y="41"/>
                      <a:pt x="42" y="46"/>
                    </a:cubicBezTo>
                    <a:cubicBezTo>
                      <a:pt x="42" y="45"/>
                      <a:pt x="42" y="45"/>
                      <a:pt x="43" y="44"/>
                    </a:cubicBezTo>
                    <a:cubicBezTo>
                      <a:pt x="41" y="50"/>
                      <a:pt x="39" y="56"/>
                      <a:pt x="38" y="62"/>
                    </a:cubicBezTo>
                    <a:cubicBezTo>
                      <a:pt x="36" y="69"/>
                      <a:pt x="35" y="76"/>
                      <a:pt x="33" y="83"/>
                    </a:cubicBezTo>
                    <a:cubicBezTo>
                      <a:pt x="33" y="84"/>
                      <a:pt x="33" y="86"/>
                      <a:pt x="33" y="87"/>
                    </a:cubicBezTo>
                    <a:cubicBezTo>
                      <a:pt x="33" y="86"/>
                      <a:pt x="33" y="86"/>
                      <a:pt x="33" y="86"/>
                    </a:cubicBezTo>
                    <a:cubicBezTo>
                      <a:pt x="32" y="88"/>
                      <a:pt x="32" y="91"/>
                      <a:pt x="31" y="93"/>
                    </a:cubicBezTo>
                    <a:cubicBezTo>
                      <a:pt x="31" y="95"/>
                      <a:pt x="31" y="97"/>
                      <a:pt x="30" y="99"/>
                    </a:cubicBezTo>
                    <a:cubicBezTo>
                      <a:pt x="30" y="98"/>
                      <a:pt x="31" y="97"/>
                      <a:pt x="31" y="97"/>
                    </a:cubicBezTo>
                    <a:cubicBezTo>
                      <a:pt x="30" y="98"/>
                      <a:pt x="30" y="99"/>
                      <a:pt x="30" y="100"/>
                    </a:cubicBezTo>
                    <a:lnTo>
                      <a:pt x="30" y="99"/>
                    </a:lnTo>
                    <a:cubicBezTo>
                      <a:pt x="30" y="101"/>
                      <a:pt x="30" y="104"/>
                      <a:pt x="29" y="106"/>
                    </a:cubicBezTo>
                    <a:cubicBezTo>
                      <a:pt x="29" y="106"/>
                      <a:pt x="29" y="105"/>
                      <a:pt x="30" y="104"/>
                    </a:cubicBezTo>
                    <a:cubicBezTo>
                      <a:pt x="29" y="105"/>
                      <a:pt x="29" y="106"/>
                      <a:pt x="29" y="106"/>
                    </a:cubicBezTo>
                    <a:cubicBezTo>
                      <a:pt x="27" y="118"/>
                      <a:pt x="26" y="130"/>
                      <a:pt x="25" y="142"/>
                    </a:cubicBezTo>
                    <a:cubicBezTo>
                      <a:pt x="23" y="154"/>
                      <a:pt x="22" y="167"/>
                      <a:pt x="21" y="180"/>
                    </a:cubicBezTo>
                    <a:cubicBezTo>
                      <a:pt x="21" y="185"/>
                      <a:pt x="16" y="189"/>
                      <a:pt x="11" y="189"/>
                    </a:cubicBezTo>
                    <a:lnTo>
                      <a:pt x="10" y="18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9" name="Google Shape;1859;p19"/>
              <p:cNvSpPr/>
              <p:nvPr/>
            </p:nvSpPr>
            <p:spPr>
              <a:xfrm>
                <a:off x="2612520" y="734400"/>
                <a:ext cx="382680" cy="123840"/>
              </a:xfrm>
              <a:custGeom>
                <a:avLst/>
                <a:gdLst/>
                <a:ahLst/>
                <a:cxnLst/>
                <a:rect l="l" t="t" r="r" b="b"/>
                <a:pathLst>
                  <a:path w="1063" h="344" extrusionOk="0">
                    <a:moveTo>
                      <a:pt x="49" y="342"/>
                    </a:moveTo>
                    <a:cubicBezTo>
                      <a:pt x="47" y="341"/>
                      <a:pt x="46" y="340"/>
                      <a:pt x="45" y="339"/>
                    </a:cubicBezTo>
                    <a:cubicBezTo>
                      <a:pt x="43" y="337"/>
                      <a:pt x="42" y="335"/>
                      <a:pt x="42" y="333"/>
                    </a:cubicBezTo>
                    <a:cubicBezTo>
                      <a:pt x="42" y="330"/>
                      <a:pt x="42" y="328"/>
                      <a:pt x="41" y="325"/>
                    </a:cubicBezTo>
                    <a:cubicBezTo>
                      <a:pt x="40" y="321"/>
                      <a:pt x="40" y="317"/>
                      <a:pt x="39" y="313"/>
                    </a:cubicBezTo>
                    <a:cubicBezTo>
                      <a:pt x="38" y="306"/>
                      <a:pt x="36" y="298"/>
                      <a:pt x="34" y="291"/>
                    </a:cubicBezTo>
                    <a:cubicBezTo>
                      <a:pt x="33" y="286"/>
                      <a:pt x="32" y="281"/>
                      <a:pt x="31" y="276"/>
                    </a:cubicBezTo>
                    <a:lnTo>
                      <a:pt x="31" y="277"/>
                    </a:lnTo>
                    <a:cubicBezTo>
                      <a:pt x="26" y="256"/>
                      <a:pt x="20" y="235"/>
                      <a:pt x="14" y="213"/>
                    </a:cubicBezTo>
                    <a:cubicBezTo>
                      <a:pt x="13" y="207"/>
                      <a:pt x="11" y="201"/>
                      <a:pt x="10" y="195"/>
                    </a:cubicBezTo>
                    <a:cubicBezTo>
                      <a:pt x="8" y="188"/>
                      <a:pt x="7" y="181"/>
                      <a:pt x="6" y="175"/>
                    </a:cubicBezTo>
                    <a:cubicBezTo>
                      <a:pt x="4" y="170"/>
                      <a:pt x="4" y="165"/>
                      <a:pt x="3" y="160"/>
                    </a:cubicBezTo>
                    <a:cubicBezTo>
                      <a:pt x="1" y="150"/>
                      <a:pt x="0" y="141"/>
                      <a:pt x="0" y="132"/>
                    </a:cubicBezTo>
                    <a:cubicBezTo>
                      <a:pt x="0" y="126"/>
                      <a:pt x="0" y="120"/>
                      <a:pt x="0" y="114"/>
                    </a:cubicBezTo>
                    <a:cubicBezTo>
                      <a:pt x="1" y="108"/>
                      <a:pt x="7" y="104"/>
                      <a:pt x="13" y="104"/>
                    </a:cubicBezTo>
                    <a:cubicBezTo>
                      <a:pt x="18" y="105"/>
                      <a:pt x="23" y="111"/>
                      <a:pt x="22" y="117"/>
                    </a:cubicBezTo>
                    <a:cubicBezTo>
                      <a:pt x="22" y="120"/>
                      <a:pt x="21" y="124"/>
                      <a:pt x="21" y="127"/>
                    </a:cubicBezTo>
                    <a:cubicBezTo>
                      <a:pt x="21" y="134"/>
                      <a:pt x="21" y="140"/>
                      <a:pt x="22" y="146"/>
                    </a:cubicBezTo>
                    <a:cubicBezTo>
                      <a:pt x="22" y="150"/>
                      <a:pt x="23" y="153"/>
                      <a:pt x="23" y="157"/>
                    </a:cubicBezTo>
                    <a:cubicBezTo>
                      <a:pt x="24" y="160"/>
                      <a:pt x="24" y="164"/>
                      <a:pt x="25" y="167"/>
                    </a:cubicBezTo>
                    <a:cubicBezTo>
                      <a:pt x="26" y="175"/>
                      <a:pt x="28" y="182"/>
                      <a:pt x="29" y="190"/>
                    </a:cubicBezTo>
                    <a:cubicBezTo>
                      <a:pt x="29" y="189"/>
                      <a:pt x="29" y="189"/>
                      <a:pt x="29" y="189"/>
                    </a:cubicBezTo>
                    <a:cubicBezTo>
                      <a:pt x="31" y="198"/>
                      <a:pt x="34" y="208"/>
                      <a:pt x="36" y="217"/>
                    </a:cubicBezTo>
                    <a:cubicBezTo>
                      <a:pt x="39" y="229"/>
                      <a:pt x="42" y="240"/>
                      <a:pt x="45" y="251"/>
                    </a:cubicBezTo>
                    <a:cubicBezTo>
                      <a:pt x="47" y="261"/>
                      <a:pt x="50" y="272"/>
                      <a:pt x="53" y="281"/>
                    </a:cubicBezTo>
                    <a:cubicBezTo>
                      <a:pt x="54" y="274"/>
                      <a:pt x="56" y="266"/>
                      <a:pt x="58" y="259"/>
                    </a:cubicBezTo>
                    <a:cubicBezTo>
                      <a:pt x="62" y="244"/>
                      <a:pt x="67" y="229"/>
                      <a:pt x="71" y="215"/>
                    </a:cubicBezTo>
                    <a:cubicBezTo>
                      <a:pt x="71" y="214"/>
                      <a:pt x="71" y="213"/>
                      <a:pt x="71" y="213"/>
                    </a:cubicBezTo>
                    <a:cubicBezTo>
                      <a:pt x="72" y="212"/>
                      <a:pt x="73" y="210"/>
                      <a:pt x="73" y="209"/>
                    </a:cubicBezTo>
                    <a:cubicBezTo>
                      <a:pt x="74" y="205"/>
                      <a:pt x="75" y="202"/>
                      <a:pt x="76" y="198"/>
                    </a:cubicBezTo>
                    <a:cubicBezTo>
                      <a:pt x="77" y="198"/>
                      <a:pt x="77" y="198"/>
                      <a:pt x="77" y="197"/>
                    </a:cubicBezTo>
                    <a:lnTo>
                      <a:pt x="77" y="198"/>
                    </a:lnTo>
                    <a:cubicBezTo>
                      <a:pt x="77" y="197"/>
                      <a:pt x="77" y="196"/>
                      <a:pt x="77" y="196"/>
                    </a:cubicBezTo>
                    <a:lnTo>
                      <a:pt x="77" y="195"/>
                    </a:lnTo>
                    <a:lnTo>
                      <a:pt x="77" y="196"/>
                    </a:lnTo>
                    <a:cubicBezTo>
                      <a:pt x="77" y="195"/>
                      <a:pt x="77" y="195"/>
                      <a:pt x="77" y="195"/>
                    </a:cubicBezTo>
                    <a:lnTo>
                      <a:pt x="77" y="196"/>
                    </a:lnTo>
                    <a:cubicBezTo>
                      <a:pt x="79" y="190"/>
                      <a:pt x="81" y="184"/>
                      <a:pt x="82" y="178"/>
                    </a:cubicBezTo>
                    <a:cubicBezTo>
                      <a:pt x="89" y="157"/>
                      <a:pt x="96" y="135"/>
                      <a:pt x="101" y="113"/>
                    </a:cubicBezTo>
                    <a:cubicBezTo>
                      <a:pt x="102" y="107"/>
                      <a:pt x="105" y="101"/>
                      <a:pt x="110" y="97"/>
                    </a:cubicBezTo>
                    <a:cubicBezTo>
                      <a:pt x="115" y="92"/>
                      <a:pt x="121" y="89"/>
                      <a:pt x="128" y="86"/>
                    </a:cubicBezTo>
                    <a:cubicBezTo>
                      <a:pt x="143" y="80"/>
                      <a:pt x="159" y="78"/>
                      <a:pt x="175" y="76"/>
                    </a:cubicBezTo>
                    <a:cubicBezTo>
                      <a:pt x="181" y="75"/>
                      <a:pt x="187" y="75"/>
                      <a:pt x="194" y="75"/>
                    </a:cubicBezTo>
                    <a:cubicBezTo>
                      <a:pt x="199" y="74"/>
                      <a:pt x="204" y="74"/>
                      <a:pt x="208" y="74"/>
                    </a:cubicBezTo>
                    <a:cubicBezTo>
                      <a:pt x="232" y="73"/>
                      <a:pt x="254" y="72"/>
                      <a:pt x="278" y="72"/>
                    </a:cubicBezTo>
                    <a:cubicBezTo>
                      <a:pt x="290" y="72"/>
                      <a:pt x="303" y="71"/>
                      <a:pt x="316" y="71"/>
                    </a:cubicBezTo>
                    <a:cubicBezTo>
                      <a:pt x="327" y="71"/>
                      <a:pt x="337" y="71"/>
                      <a:pt x="348" y="69"/>
                    </a:cubicBezTo>
                    <a:cubicBezTo>
                      <a:pt x="353" y="69"/>
                      <a:pt x="359" y="69"/>
                      <a:pt x="365" y="68"/>
                    </a:cubicBezTo>
                    <a:cubicBezTo>
                      <a:pt x="376" y="67"/>
                      <a:pt x="386" y="67"/>
                      <a:pt x="396" y="65"/>
                    </a:cubicBezTo>
                    <a:cubicBezTo>
                      <a:pt x="409" y="62"/>
                      <a:pt x="421" y="60"/>
                      <a:pt x="434" y="58"/>
                    </a:cubicBezTo>
                    <a:cubicBezTo>
                      <a:pt x="444" y="57"/>
                      <a:pt x="454" y="55"/>
                      <a:pt x="464" y="54"/>
                    </a:cubicBezTo>
                    <a:cubicBezTo>
                      <a:pt x="476" y="53"/>
                      <a:pt x="487" y="51"/>
                      <a:pt x="499" y="50"/>
                    </a:cubicBezTo>
                    <a:cubicBezTo>
                      <a:pt x="510" y="49"/>
                      <a:pt x="522" y="48"/>
                      <a:pt x="533" y="48"/>
                    </a:cubicBezTo>
                    <a:cubicBezTo>
                      <a:pt x="545" y="48"/>
                      <a:pt x="557" y="48"/>
                      <a:pt x="570" y="48"/>
                    </a:cubicBezTo>
                    <a:cubicBezTo>
                      <a:pt x="592" y="47"/>
                      <a:pt x="616" y="47"/>
                      <a:pt x="638" y="47"/>
                    </a:cubicBezTo>
                    <a:cubicBezTo>
                      <a:pt x="685" y="46"/>
                      <a:pt x="731" y="41"/>
                      <a:pt x="777" y="39"/>
                    </a:cubicBezTo>
                    <a:cubicBezTo>
                      <a:pt x="799" y="37"/>
                      <a:pt x="820" y="37"/>
                      <a:pt x="842" y="37"/>
                    </a:cubicBezTo>
                    <a:cubicBezTo>
                      <a:pt x="852" y="37"/>
                      <a:pt x="862" y="37"/>
                      <a:pt x="873" y="37"/>
                    </a:cubicBezTo>
                    <a:cubicBezTo>
                      <a:pt x="882" y="36"/>
                      <a:pt x="893" y="36"/>
                      <a:pt x="903" y="35"/>
                    </a:cubicBezTo>
                    <a:cubicBezTo>
                      <a:pt x="914" y="34"/>
                      <a:pt x="925" y="33"/>
                      <a:pt x="936" y="31"/>
                    </a:cubicBezTo>
                    <a:cubicBezTo>
                      <a:pt x="948" y="29"/>
                      <a:pt x="960" y="26"/>
                      <a:pt x="973" y="23"/>
                    </a:cubicBezTo>
                    <a:cubicBezTo>
                      <a:pt x="972" y="23"/>
                      <a:pt x="972" y="23"/>
                      <a:pt x="972" y="24"/>
                    </a:cubicBezTo>
                    <a:lnTo>
                      <a:pt x="973" y="23"/>
                    </a:lnTo>
                    <a:lnTo>
                      <a:pt x="974" y="23"/>
                    </a:lnTo>
                    <a:cubicBezTo>
                      <a:pt x="974" y="23"/>
                      <a:pt x="975" y="23"/>
                      <a:pt x="976" y="23"/>
                    </a:cubicBezTo>
                    <a:lnTo>
                      <a:pt x="975" y="23"/>
                    </a:lnTo>
                    <a:cubicBezTo>
                      <a:pt x="976" y="23"/>
                      <a:pt x="977" y="22"/>
                      <a:pt x="978" y="22"/>
                    </a:cubicBezTo>
                    <a:cubicBezTo>
                      <a:pt x="979" y="22"/>
                      <a:pt x="979" y="22"/>
                      <a:pt x="980" y="22"/>
                    </a:cubicBezTo>
                    <a:lnTo>
                      <a:pt x="981" y="22"/>
                    </a:lnTo>
                    <a:cubicBezTo>
                      <a:pt x="981" y="22"/>
                      <a:pt x="982" y="22"/>
                      <a:pt x="982" y="21"/>
                    </a:cubicBezTo>
                    <a:cubicBezTo>
                      <a:pt x="983" y="21"/>
                      <a:pt x="983" y="21"/>
                      <a:pt x="983" y="21"/>
                    </a:cubicBezTo>
                    <a:lnTo>
                      <a:pt x="984" y="21"/>
                    </a:lnTo>
                    <a:cubicBezTo>
                      <a:pt x="984" y="21"/>
                      <a:pt x="985" y="21"/>
                      <a:pt x="986" y="21"/>
                    </a:cubicBezTo>
                    <a:cubicBezTo>
                      <a:pt x="986" y="21"/>
                      <a:pt x="987" y="21"/>
                      <a:pt x="988" y="20"/>
                    </a:cubicBezTo>
                    <a:cubicBezTo>
                      <a:pt x="987" y="20"/>
                      <a:pt x="987" y="21"/>
                      <a:pt x="987" y="21"/>
                    </a:cubicBezTo>
                    <a:cubicBezTo>
                      <a:pt x="1003" y="16"/>
                      <a:pt x="1019" y="12"/>
                      <a:pt x="1034" y="7"/>
                    </a:cubicBezTo>
                    <a:cubicBezTo>
                      <a:pt x="1037" y="6"/>
                      <a:pt x="1039" y="5"/>
                      <a:pt x="1041" y="4"/>
                    </a:cubicBezTo>
                    <a:cubicBezTo>
                      <a:pt x="1042" y="4"/>
                      <a:pt x="1043" y="4"/>
                      <a:pt x="1043" y="3"/>
                    </a:cubicBezTo>
                    <a:cubicBezTo>
                      <a:pt x="1045" y="2"/>
                      <a:pt x="1047" y="1"/>
                      <a:pt x="1050" y="1"/>
                    </a:cubicBezTo>
                    <a:cubicBezTo>
                      <a:pt x="1055" y="0"/>
                      <a:pt x="1061" y="4"/>
                      <a:pt x="1062" y="10"/>
                    </a:cubicBezTo>
                    <a:cubicBezTo>
                      <a:pt x="1062" y="12"/>
                      <a:pt x="1062" y="15"/>
                      <a:pt x="1062" y="17"/>
                    </a:cubicBezTo>
                    <a:cubicBezTo>
                      <a:pt x="1062" y="20"/>
                      <a:pt x="1061" y="22"/>
                      <a:pt x="1060" y="25"/>
                    </a:cubicBezTo>
                    <a:cubicBezTo>
                      <a:pt x="1059" y="27"/>
                      <a:pt x="1058" y="30"/>
                      <a:pt x="1057" y="33"/>
                    </a:cubicBezTo>
                    <a:cubicBezTo>
                      <a:pt x="1056" y="37"/>
                      <a:pt x="1054" y="43"/>
                      <a:pt x="1052" y="47"/>
                    </a:cubicBezTo>
                    <a:cubicBezTo>
                      <a:pt x="1048" y="58"/>
                      <a:pt x="1044" y="69"/>
                      <a:pt x="1040" y="79"/>
                    </a:cubicBezTo>
                    <a:cubicBezTo>
                      <a:pt x="1038" y="85"/>
                      <a:pt x="1032" y="88"/>
                      <a:pt x="1026" y="86"/>
                    </a:cubicBezTo>
                    <a:cubicBezTo>
                      <a:pt x="1021" y="83"/>
                      <a:pt x="1018" y="77"/>
                      <a:pt x="1020" y="71"/>
                    </a:cubicBezTo>
                    <a:cubicBezTo>
                      <a:pt x="1023" y="63"/>
                      <a:pt x="1026" y="55"/>
                      <a:pt x="1029" y="46"/>
                    </a:cubicBezTo>
                    <a:cubicBezTo>
                      <a:pt x="1032" y="41"/>
                      <a:pt x="1033" y="36"/>
                      <a:pt x="1036" y="30"/>
                    </a:cubicBezTo>
                    <a:cubicBezTo>
                      <a:pt x="1033" y="30"/>
                      <a:pt x="1031" y="31"/>
                      <a:pt x="1029" y="32"/>
                    </a:cubicBezTo>
                    <a:cubicBezTo>
                      <a:pt x="1021" y="34"/>
                      <a:pt x="1012" y="36"/>
                      <a:pt x="1003" y="38"/>
                    </a:cubicBezTo>
                    <a:cubicBezTo>
                      <a:pt x="999" y="39"/>
                      <a:pt x="995" y="40"/>
                      <a:pt x="991" y="41"/>
                    </a:cubicBezTo>
                    <a:lnTo>
                      <a:pt x="990" y="41"/>
                    </a:lnTo>
                    <a:cubicBezTo>
                      <a:pt x="987" y="41"/>
                      <a:pt x="985" y="42"/>
                      <a:pt x="983" y="43"/>
                    </a:cubicBezTo>
                    <a:cubicBezTo>
                      <a:pt x="983" y="43"/>
                      <a:pt x="982" y="43"/>
                      <a:pt x="981" y="43"/>
                    </a:cubicBezTo>
                    <a:cubicBezTo>
                      <a:pt x="978" y="44"/>
                      <a:pt x="974" y="44"/>
                      <a:pt x="971" y="46"/>
                    </a:cubicBezTo>
                    <a:cubicBezTo>
                      <a:pt x="965" y="47"/>
                      <a:pt x="960" y="48"/>
                      <a:pt x="955" y="49"/>
                    </a:cubicBezTo>
                    <a:cubicBezTo>
                      <a:pt x="949" y="50"/>
                      <a:pt x="944" y="51"/>
                      <a:pt x="938" y="52"/>
                    </a:cubicBezTo>
                    <a:cubicBezTo>
                      <a:pt x="932" y="53"/>
                      <a:pt x="927" y="54"/>
                      <a:pt x="921" y="54"/>
                    </a:cubicBezTo>
                    <a:cubicBezTo>
                      <a:pt x="915" y="55"/>
                      <a:pt x="909" y="56"/>
                      <a:pt x="903" y="56"/>
                    </a:cubicBezTo>
                    <a:cubicBezTo>
                      <a:pt x="898" y="57"/>
                      <a:pt x="892" y="57"/>
                      <a:pt x="886" y="57"/>
                    </a:cubicBezTo>
                    <a:cubicBezTo>
                      <a:pt x="879" y="57"/>
                      <a:pt x="873" y="57"/>
                      <a:pt x="867" y="57"/>
                    </a:cubicBezTo>
                    <a:cubicBezTo>
                      <a:pt x="856" y="57"/>
                      <a:pt x="845" y="57"/>
                      <a:pt x="833" y="57"/>
                    </a:cubicBezTo>
                    <a:cubicBezTo>
                      <a:pt x="823" y="57"/>
                      <a:pt x="812" y="57"/>
                      <a:pt x="801" y="58"/>
                    </a:cubicBezTo>
                    <a:cubicBezTo>
                      <a:pt x="789" y="58"/>
                      <a:pt x="776" y="59"/>
                      <a:pt x="763" y="60"/>
                    </a:cubicBezTo>
                    <a:cubicBezTo>
                      <a:pt x="753" y="60"/>
                      <a:pt x="741" y="61"/>
                      <a:pt x="731" y="62"/>
                    </a:cubicBezTo>
                    <a:cubicBezTo>
                      <a:pt x="708" y="64"/>
                      <a:pt x="686" y="65"/>
                      <a:pt x="664" y="66"/>
                    </a:cubicBezTo>
                    <a:cubicBezTo>
                      <a:pt x="652" y="67"/>
                      <a:pt x="640" y="67"/>
                      <a:pt x="628" y="67"/>
                    </a:cubicBezTo>
                    <a:cubicBezTo>
                      <a:pt x="616" y="68"/>
                      <a:pt x="605" y="68"/>
                      <a:pt x="593" y="68"/>
                    </a:cubicBezTo>
                    <a:cubicBezTo>
                      <a:pt x="578" y="68"/>
                      <a:pt x="563" y="68"/>
                      <a:pt x="547" y="68"/>
                    </a:cubicBezTo>
                    <a:cubicBezTo>
                      <a:pt x="539" y="68"/>
                      <a:pt x="531" y="68"/>
                      <a:pt x="522" y="68"/>
                    </a:cubicBezTo>
                    <a:cubicBezTo>
                      <a:pt x="514" y="69"/>
                      <a:pt x="506" y="69"/>
                      <a:pt x="498" y="70"/>
                    </a:cubicBezTo>
                    <a:cubicBezTo>
                      <a:pt x="476" y="72"/>
                      <a:pt x="454" y="75"/>
                      <a:pt x="433" y="79"/>
                    </a:cubicBezTo>
                    <a:cubicBezTo>
                      <a:pt x="410" y="83"/>
                      <a:pt x="387" y="87"/>
                      <a:pt x="364" y="89"/>
                    </a:cubicBezTo>
                    <a:cubicBezTo>
                      <a:pt x="342" y="90"/>
                      <a:pt x="318" y="91"/>
                      <a:pt x="296" y="92"/>
                    </a:cubicBezTo>
                    <a:cubicBezTo>
                      <a:pt x="273" y="92"/>
                      <a:pt x="250" y="92"/>
                      <a:pt x="227" y="93"/>
                    </a:cubicBezTo>
                    <a:cubicBezTo>
                      <a:pt x="211" y="94"/>
                      <a:pt x="195" y="96"/>
                      <a:pt x="179" y="97"/>
                    </a:cubicBezTo>
                    <a:cubicBezTo>
                      <a:pt x="170" y="98"/>
                      <a:pt x="162" y="99"/>
                      <a:pt x="153" y="100"/>
                    </a:cubicBezTo>
                    <a:cubicBezTo>
                      <a:pt x="149" y="101"/>
                      <a:pt x="144" y="103"/>
                      <a:pt x="140" y="104"/>
                    </a:cubicBezTo>
                    <a:cubicBezTo>
                      <a:pt x="138" y="106"/>
                      <a:pt x="135" y="107"/>
                      <a:pt x="133" y="108"/>
                    </a:cubicBezTo>
                    <a:cubicBezTo>
                      <a:pt x="131" y="108"/>
                      <a:pt x="130" y="110"/>
                      <a:pt x="128" y="111"/>
                    </a:cubicBezTo>
                    <a:cubicBezTo>
                      <a:pt x="127" y="111"/>
                      <a:pt x="126" y="112"/>
                      <a:pt x="125" y="113"/>
                    </a:cubicBezTo>
                    <a:cubicBezTo>
                      <a:pt x="124" y="113"/>
                      <a:pt x="124" y="114"/>
                      <a:pt x="124" y="114"/>
                    </a:cubicBezTo>
                    <a:lnTo>
                      <a:pt x="123" y="115"/>
                    </a:lnTo>
                    <a:lnTo>
                      <a:pt x="124" y="114"/>
                    </a:lnTo>
                    <a:lnTo>
                      <a:pt x="123" y="115"/>
                    </a:lnTo>
                    <a:lnTo>
                      <a:pt x="124" y="114"/>
                    </a:lnTo>
                    <a:cubicBezTo>
                      <a:pt x="124" y="114"/>
                      <a:pt x="124" y="115"/>
                      <a:pt x="123" y="115"/>
                    </a:cubicBezTo>
                    <a:cubicBezTo>
                      <a:pt x="123" y="117"/>
                      <a:pt x="122" y="118"/>
                      <a:pt x="121" y="119"/>
                    </a:cubicBezTo>
                    <a:cubicBezTo>
                      <a:pt x="115" y="141"/>
                      <a:pt x="109" y="162"/>
                      <a:pt x="102" y="183"/>
                    </a:cubicBezTo>
                    <a:cubicBezTo>
                      <a:pt x="100" y="189"/>
                      <a:pt x="98" y="196"/>
                      <a:pt x="96" y="202"/>
                    </a:cubicBezTo>
                    <a:lnTo>
                      <a:pt x="96" y="203"/>
                    </a:lnTo>
                    <a:lnTo>
                      <a:pt x="96" y="202"/>
                    </a:lnTo>
                    <a:cubicBezTo>
                      <a:pt x="96" y="203"/>
                      <a:pt x="96" y="203"/>
                      <a:pt x="96" y="203"/>
                    </a:cubicBezTo>
                    <a:lnTo>
                      <a:pt x="96" y="204"/>
                    </a:lnTo>
                    <a:cubicBezTo>
                      <a:pt x="95" y="205"/>
                      <a:pt x="95" y="205"/>
                      <a:pt x="95" y="206"/>
                    </a:cubicBezTo>
                    <a:lnTo>
                      <a:pt x="95" y="207"/>
                    </a:lnTo>
                    <a:lnTo>
                      <a:pt x="95" y="208"/>
                    </a:lnTo>
                    <a:cubicBezTo>
                      <a:pt x="94" y="208"/>
                      <a:pt x="94" y="209"/>
                      <a:pt x="94" y="210"/>
                    </a:cubicBezTo>
                    <a:cubicBezTo>
                      <a:pt x="94" y="209"/>
                      <a:pt x="94" y="209"/>
                      <a:pt x="94" y="209"/>
                    </a:cubicBezTo>
                    <a:cubicBezTo>
                      <a:pt x="94" y="210"/>
                      <a:pt x="94" y="210"/>
                      <a:pt x="94" y="210"/>
                    </a:cubicBezTo>
                    <a:cubicBezTo>
                      <a:pt x="94" y="211"/>
                      <a:pt x="93" y="212"/>
                      <a:pt x="93" y="213"/>
                    </a:cubicBezTo>
                    <a:cubicBezTo>
                      <a:pt x="93" y="212"/>
                      <a:pt x="93" y="212"/>
                      <a:pt x="93" y="212"/>
                    </a:cubicBezTo>
                    <a:cubicBezTo>
                      <a:pt x="93" y="213"/>
                      <a:pt x="93" y="213"/>
                      <a:pt x="93" y="213"/>
                    </a:cubicBezTo>
                    <a:cubicBezTo>
                      <a:pt x="92" y="213"/>
                      <a:pt x="92" y="213"/>
                      <a:pt x="92" y="213"/>
                    </a:cubicBezTo>
                    <a:cubicBezTo>
                      <a:pt x="92" y="215"/>
                      <a:pt x="92" y="216"/>
                      <a:pt x="91" y="218"/>
                    </a:cubicBezTo>
                    <a:lnTo>
                      <a:pt x="91" y="217"/>
                    </a:lnTo>
                    <a:lnTo>
                      <a:pt x="91" y="218"/>
                    </a:lnTo>
                    <a:cubicBezTo>
                      <a:pt x="91" y="219"/>
                      <a:pt x="91" y="219"/>
                      <a:pt x="91" y="219"/>
                    </a:cubicBezTo>
                    <a:lnTo>
                      <a:pt x="91" y="220"/>
                    </a:lnTo>
                    <a:cubicBezTo>
                      <a:pt x="91" y="219"/>
                      <a:pt x="91" y="219"/>
                      <a:pt x="91" y="219"/>
                    </a:cubicBezTo>
                    <a:lnTo>
                      <a:pt x="91" y="220"/>
                    </a:lnTo>
                    <a:cubicBezTo>
                      <a:pt x="91" y="221"/>
                      <a:pt x="90" y="221"/>
                      <a:pt x="90" y="221"/>
                    </a:cubicBezTo>
                    <a:cubicBezTo>
                      <a:pt x="89" y="226"/>
                      <a:pt x="87" y="232"/>
                      <a:pt x="85" y="238"/>
                    </a:cubicBezTo>
                    <a:cubicBezTo>
                      <a:pt x="83" y="244"/>
                      <a:pt x="82" y="250"/>
                      <a:pt x="80" y="256"/>
                    </a:cubicBezTo>
                    <a:cubicBezTo>
                      <a:pt x="78" y="262"/>
                      <a:pt x="77" y="268"/>
                      <a:pt x="75" y="274"/>
                    </a:cubicBezTo>
                    <a:cubicBezTo>
                      <a:pt x="74" y="280"/>
                      <a:pt x="73" y="287"/>
                      <a:pt x="71" y="293"/>
                    </a:cubicBezTo>
                    <a:cubicBezTo>
                      <a:pt x="71" y="292"/>
                      <a:pt x="72" y="291"/>
                      <a:pt x="72" y="291"/>
                    </a:cubicBezTo>
                    <a:cubicBezTo>
                      <a:pt x="71" y="297"/>
                      <a:pt x="70" y="303"/>
                      <a:pt x="68" y="309"/>
                    </a:cubicBezTo>
                    <a:cubicBezTo>
                      <a:pt x="69" y="308"/>
                      <a:pt x="69" y="308"/>
                      <a:pt x="69" y="307"/>
                    </a:cubicBezTo>
                    <a:cubicBezTo>
                      <a:pt x="67" y="316"/>
                      <a:pt x="67" y="326"/>
                      <a:pt x="64" y="335"/>
                    </a:cubicBezTo>
                    <a:cubicBezTo>
                      <a:pt x="64" y="340"/>
                      <a:pt x="59" y="343"/>
                      <a:pt x="54" y="343"/>
                    </a:cubicBezTo>
                    <a:cubicBezTo>
                      <a:pt x="52" y="343"/>
                      <a:pt x="50" y="343"/>
                      <a:pt x="49" y="3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0" name="Google Shape;1860;p19"/>
              <p:cNvSpPr/>
              <p:nvPr/>
            </p:nvSpPr>
            <p:spPr>
              <a:xfrm>
                <a:off x="2665800" y="782280"/>
                <a:ext cx="40680" cy="7452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207" extrusionOk="0">
                    <a:moveTo>
                      <a:pt x="33" y="86"/>
                    </a:moveTo>
                    <a:cubicBezTo>
                      <a:pt x="34" y="86"/>
                      <a:pt x="34" y="86"/>
                      <a:pt x="35" y="86"/>
                    </a:cubicBezTo>
                    <a:cubicBezTo>
                      <a:pt x="36" y="85"/>
                      <a:pt x="37" y="85"/>
                      <a:pt x="38" y="85"/>
                    </a:cubicBezTo>
                    <a:cubicBezTo>
                      <a:pt x="39" y="84"/>
                      <a:pt x="41" y="83"/>
                      <a:pt x="43" y="82"/>
                    </a:cubicBezTo>
                    <a:cubicBezTo>
                      <a:pt x="45" y="82"/>
                      <a:pt x="46" y="80"/>
                      <a:pt x="48" y="79"/>
                    </a:cubicBezTo>
                    <a:cubicBezTo>
                      <a:pt x="50" y="77"/>
                      <a:pt x="53" y="76"/>
                      <a:pt x="56" y="73"/>
                    </a:cubicBezTo>
                    <a:cubicBezTo>
                      <a:pt x="59" y="70"/>
                      <a:pt x="63" y="66"/>
                      <a:pt x="66" y="63"/>
                    </a:cubicBezTo>
                    <a:cubicBezTo>
                      <a:pt x="71" y="57"/>
                      <a:pt x="75" y="51"/>
                      <a:pt x="79" y="45"/>
                    </a:cubicBezTo>
                    <a:cubicBezTo>
                      <a:pt x="81" y="42"/>
                      <a:pt x="82" y="39"/>
                      <a:pt x="85" y="36"/>
                    </a:cubicBezTo>
                    <a:cubicBezTo>
                      <a:pt x="86" y="34"/>
                      <a:pt x="87" y="34"/>
                      <a:pt x="88" y="33"/>
                    </a:cubicBezTo>
                    <a:cubicBezTo>
                      <a:pt x="88" y="33"/>
                      <a:pt x="87" y="33"/>
                      <a:pt x="85" y="33"/>
                    </a:cubicBezTo>
                    <a:cubicBezTo>
                      <a:pt x="81" y="31"/>
                      <a:pt x="76" y="31"/>
                      <a:pt x="71" y="31"/>
                    </a:cubicBezTo>
                    <a:cubicBezTo>
                      <a:pt x="68" y="31"/>
                      <a:pt x="64" y="31"/>
                      <a:pt x="61" y="31"/>
                    </a:cubicBezTo>
                    <a:cubicBezTo>
                      <a:pt x="59" y="31"/>
                      <a:pt x="57" y="31"/>
                      <a:pt x="55" y="32"/>
                    </a:cubicBezTo>
                    <a:cubicBezTo>
                      <a:pt x="54" y="32"/>
                      <a:pt x="52" y="33"/>
                      <a:pt x="51" y="33"/>
                    </a:cubicBezTo>
                    <a:cubicBezTo>
                      <a:pt x="50" y="34"/>
                      <a:pt x="48" y="34"/>
                      <a:pt x="47" y="35"/>
                    </a:cubicBezTo>
                    <a:cubicBezTo>
                      <a:pt x="45" y="35"/>
                      <a:pt x="44" y="37"/>
                      <a:pt x="42" y="38"/>
                    </a:cubicBezTo>
                    <a:cubicBezTo>
                      <a:pt x="40" y="39"/>
                      <a:pt x="39" y="40"/>
                      <a:pt x="37" y="42"/>
                    </a:cubicBezTo>
                    <a:cubicBezTo>
                      <a:pt x="36" y="43"/>
                      <a:pt x="34" y="45"/>
                      <a:pt x="33" y="46"/>
                    </a:cubicBezTo>
                    <a:cubicBezTo>
                      <a:pt x="32" y="48"/>
                      <a:pt x="30" y="49"/>
                      <a:pt x="29" y="52"/>
                    </a:cubicBezTo>
                    <a:cubicBezTo>
                      <a:pt x="28" y="54"/>
                      <a:pt x="27" y="56"/>
                      <a:pt x="25" y="58"/>
                    </a:cubicBezTo>
                    <a:cubicBezTo>
                      <a:pt x="24" y="60"/>
                      <a:pt x="24" y="62"/>
                      <a:pt x="23" y="63"/>
                    </a:cubicBezTo>
                    <a:cubicBezTo>
                      <a:pt x="22" y="65"/>
                      <a:pt x="22" y="67"/>
                      <a:pt x="22" y="69"/>
                    </a:cubicBezTo>
                    <a:cubicBezTo>
                      <a:pt x="22" y="70"/>
                      <a:pt x="21" y="72"/>
                      <a:pt x="21" y="73"/>
                    </a:cubicBezTo>
                    <a:cubicBezTo>
                      <a:pt x="21" y="74"/>
                      <a:pt x="21" y="75"/>
                      <a:pt x="21" y="76"/>
                    </a:cubicBezTo>
                    <a:cubicBezTo>
                      <a:pt x="22" y="77"/>
                      <a:pt x="22" y="78"/>
                      <a:pt x="22" y="79"/>
                    </a:cubicBezTo>
                    <a:cubicBezTo>
                      <a:pt x="22" y="80"/>
                      <a:pt x="22" y="80"/>
                      <a:pt x="22" y="80"/>
                    </a:cubicBezTo>
                    <a:cubicBezTo>
                      <a:pt x="22" y="81"/>
                      <a:pt x="23" y="82"/>
                      <a:pt x="23" y="82"/>
                    </a:cubicBezTo>
                    <a:lnTo>
                      <a:pt x="24" y="83"/>
                    </a:lnTo>
                    <a:lnTo>
                      <a:pt x="24" y="84"/>
                    </a:lnTo>
                    <a:cubicBezTo>
                      <a:pt x="24" y="83"/>
                      <a:pt x="24" y="83"/>
                      <a:pt x="24" y="83"/>
                    </a:cubicBezTo>
                    <a:cubicBezTo>
                      <a:pt x="24" y="84"/>
                      <a:pt x="24" y="84"/>
                      <a:pt x="25" y="84"/>
                    </a:cubicBezTo>
                    <a:cubicBezTo>
                      <a:pt x="25" y="85"/>
                      <a:pt x="26" y="85"/>
                      <a:pt x="26" y="85"/>
                    </a:cubicBezTo>
                    <a:cubicBezTo>
                      <a:pt x="27" y="85"/>
                      <a:pt x="27" y="86"/>
                      <a:pt x="27" y="86"/>
                    </a:cubicBezTo>
                    <a:cubicBezTo>
                      <a:pt x="28" y="86"/>
                      <a:pt x="29" y="86"/>
                      <a:pt x="29" y="86"/>
                    </a:cubicBezTo>
                    <a:cubicBezTo>
                      <a:pt x="29" y="86"/>
                      <a:pt x="30" y="86"/>
                      <a:pt x="31" y="86"/>
                    </a:cubicBezTo>
                    <a:cubicBezTo>
                      <a:pt x="31" y="86"/>
                      <a:pt x="32" y="86"/>
                      <a:pt x="33" y="86"/>
                    </a:cubicBezTo>
                    <a:moveTo>
                      <a:pt x="20" y="204"/>
                    </a:moveTo>
                    <a:cubicBezTo>
                      <a:pt x="17" y="203"/>
                      <a:pt x="15" y="201"/>
                      <a:pt x="14" y="199"/>
                    </a:cubicBezTo>
                    <a:cubicBezTo>
                      <a:pt x="10" y="194"/>
                      <a:pt x="11" y="187"/>
                      <a:pt x="15" y="183"/>
                    </a:cubicBezTo>
                    <a:cubicBezTo>
                      <a:pt x="19" y="181"/>
                      <a:pt x="24" y="181"/>
                      <a:pt x="28" y="183"/>
                    </a:cubicBezTo>
                    <a:cubicBezTo>
                      <a:pt x="29" y="182"/>
                      <a:pt x="31" y="181"/>
                      <a:pt x="33" y="179"/>
                    </a:cubicBezTo>
                    <a:cubicBezTo>
                      <a:pt x="36" y="177"/>
                      <a:pt x="39" y="175"/>
                      <a:pt x="41" y="173"/>
                    </a:cubicBezTo>
                    <a:lnTo>
                      <a:pt x="40" y="174"/>
                    </a:lnTo>
                    <a:cubicBezTo>
                      <a:pt x="43" y="171"/>
                      <a:pt x="46" y="168"/>
                      <a:pt x="48" y="165"/>
                    </a:cubicBezTo>
                    <a:cubicBezTo>
                      <a:pt x="50" y="163"/>
                      <a:pt x="52" y="161"/>
                      <a:pt x="54" y="158"/>
                    </a:cubicBezTo>
                    <a:cubicBezTo>
                      <a:pt x="56" y="155"/>
                      <a:pt x="57" y="153"/>
                      <a:pt x="59" y="150"/>
                    </a:cubicBezTo>
                    <a:cubicBezTo>
                      <a:pt x="60" y="146"/>
                      <a:pt x="61" y="142"/>
                      <a:pt x="63" y="138"/>
                    </a:cubicBezTo>
                    <a:cubicBezTo>
                      <a:pt x="68" y="122"/>
                      <a:pt x="71" y="106"/>
                      <a:pt x="74" y="90"/>
                    </a:cubicBezTo>
                    <a:cubicBezTo>
                      <a:pt x="75" y="88"/>
                      <a:pt x="75" y="85"/>
                      <a:pt x="76" y="83"/>
                    </a:cubicBezTo>
                    <a:cubicBezTo>
                      <a:pt x="71" y="87"/>
                      <a:pt x="67" y="91"/>
                      <a:pt x="62" y="95"/>
                    </a:cubicBezTo>
                    <a:cubicBezTo>
                      <a:pt x="57" y="99"/>
                      <a:pt x="50" y="103"/>
                      <a:pt x="44" y="105"/>
                    </a:cubicBezTo>
                    <a:cubicBezTo>
                      <a:pt x="41" y="106"/>
                      <a:pt x="38" y="107"/>
                      <a:pt x="34" y="107"/>
                    </a:cubicBezTo>
                    <a:cubicBezTo>
                      <a:pt x="31" y="107"/>
                      <a:pt x="27" y="107"/>
                      <a:pt x="24" y="107"/>
                    </a:cubicBezTo>
                    <a:cubicBezTo>
                      <a:pt x="17" y="105"/>
                      <a:pt x="11" y="102"/>
                      <a:pt x="8" y="97"/>
                    </a:cubicBezTo>
                    <a:cubicBezTo>
                      <a:pt x="6" y="94"/>
                      <a:pt x="4" y="92"/>
                      <a:pt x="3" y="89"/>
                    </a:cubicBezTo>
                    <a:cubicBezTo>
                      <a:pt x="1" y="86"/>
                      <a:pt x="1" y="83"/>
                      <a:pt x="1" y="80"/>
                    </a:cubicBezTo>
                    <a:cubicBezTo>
                      <a:pt x="0" y="73"/>
                      <a:pt x="0" y="66"/>
                      <a:pt x="2" y="60"/>
                    </a:cubicBezTo>
                    <a:cubicBezTo>
                      <a:pt x="6" y="46"/>
                      <a:pt x="14" y="34"/>
                      <a:pt x="25" y="24"/>
                    </a:cubicBezTo>
                    <a:cubicBezTo>
                      <a:pt x="30" y="19"/>
                      <a:pt x="36" y="16"/>
                      <a:pt x="43" y="13"/>
                    </a:cubicBezTo>
                    <a:cubicBezTo>
                      <a:pt x="50" y="11"/>
                      <a:pt x="56" y="10"/>
                      <a:pt x="63" y="9"/>
                    </a:cubicBezTo>
                    <a:cubicBezTo>
                      <a:pt x="70" y="9"/>
                      <a:pt x="77" y="9"/>
                      <a:pt x="83" y="10"/>
                    </a:cubicBezTo>
                    <a:cubicBezTo>
                      <a:pt x="85" y="10"/>
                      <a:pt x="87" y="11"/>
                      <a:pt x="89" y="11"/>
                    </a:cubicBezTo>
                    <a:cubicBezTo>
                      <a:pt x="89" y="5"/>
                      <a:pt x="96" y="0"/>
                      <a:pt x="102" y="1"/>
                    </a:cubicBezTo>
                    <a:cubicBezTo>
                      <a:pt x="109" y="3"/>
                      <a:pt x="112" y="10"/>
                      <a:pt x="110" y="16"/>
                    </a:cubicBezTo>
                    <a:cubicBezTo>
                      <a:pt x="110" y="19"/>
                      <a:pt x="110" y="22"/>
                      <a:pt x="109" y="24"/>
                    </a:cubicBezTo>
                    <a:cubicBezTo>
                      <a:pt x="109" y="27"/>
                      <a:pt x="108" y="29"/>
                      <a:pt x="105" y="30"/>
                    </a:cubicBezTo>
                    <a:cubicBezTo>
                      <a:pt x="103" y="32"/>
                      <a:pt x="101" y="33"/>
                      <a:pt x="99" y="33"/>
                    </a:cubicBezTo>
                    <a:cubicBezTo>
                      <a:pt x="101" y="34"/>
                      <a:pt x="103" y="37"/>
                      <a:pt x="104" y="39"/>
                    </a:cubicBezTo>
                    <a:cubicBezTo>
                      <a:pt x="104" y="41"/>
                      <a:pt x="105" y="42"/>
                      <a:pt x="105" y="44"/>
                    </a:cubicBezTo>
                    <a:cubicBezTo>
                      <a:pt x="105" y="45"/>
                      <a:pt x="105" y="47"/>
                      <a:pt x="105" y="49"/>
                    </a:cubicBezTo>
                    <a:cubicBezTo>
                      <a:pt x="104" y="51"/>
                      <a:pt x="103" y="53"/>
                      <a:pt x="103" y="55"/>
                    </a:cubicBezTo>
                    <a:cubicBezTo>
                      <a:pt x="102" y="59"/>
                      <a:pt x="102" y="62"/>
                      <a:pt x="101" y="65"/>
                    </a:cubicBezTo>
                    <a:cubicBezTo>
                      <a:pt x="100" y="70"/>
                      <a:pt x="99" y="75"/>
                      <a:pt x="98" y="80"/>
                    </a:cubicBezTo>
                    <a:cubicBezTo>
                      <a:pt x="95" y="91"/>
                      <a:pt x="93" y="103"/>
                      <a:pt x="91" y="114"/>
                    </a:cubicBezTo>
                    <a:cubicBezTo>
                      <a:pt x="87" y="132"/>
                      <a:pt x="82" y="150"/>
                      <a:pt x="74" y="166"/>
                    </a:cubicBezTo>
                    <a:cubicBezTo>
                      <a:pt x="67" y="178"/>
                      <a:pt x="57" y="188"/>
                      <a:pt x="46" y="197"/>
                    </a:cubicBezTo>
                    <a:cubicBezTo>
                      <a:pt x="43" y="199"/>
                      <a:pt x="40" y="200"/>
                      <a:pt x="38" y="202"/>
                    </a:cubicBezTo>
                    <a:cubicBezTo>
                      <a:pt x="35" y="204"/>
                      <a:pt x="32" y="204"/>
                      <a:pt x="29" y="205"/>
                    </a:cubicBezTo>
                    <a:cubicBezTo>
                      <a:pt x="28" y="206"/>
                      <a:pt x="27" y="206"/>
                      <a:pt x="26" y="206"/>
                    </a:cubicBezTo>
                    <a:cubicBezTo>
                      <a:pt x="24" y="206"/>
                      <a:pt x="22" y="205"/>
                      <a:pt x="20" y="20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1" name="Google Shape;1861;p19"/>
              <p:cNvSpPr/>
              <p:nvPr/>
            </p:nvSpPr>
            <p:spPr>
              <a:xfrm>
                <a:off x="2721960" y="807120"/>
                <a:ext cx="14400" cy="30600"/>
              </a:xfrm>
              <a:custGeom>
                <a:avLst/>
                <a:gdLst/>
                <a:ahLst/>
                <a:cxnLst/>
                <a:rect l="l" t="t" r="r" b="b"/>
                <a:pathLst>
                  <a:path w="40" h="85" extrusionOk="0">
                    <a:moveTo>
                      <a:pt x="16" y="77"/>
                    </a:moveTo>
                    <a:cubicBezTo>
                      <a:pt x="12" y="65"/>
                      <a:pt x="9" y="53"/>
                      <a:pt x="5" y="41"/>
                    </a:cubicBezTo>
                    <a:cubicBezTo>
                      <a:pt x="3" y="34"/>
                      <a:pt x="2" y="25"/>
                      <a:pt x="0" y="18"/>
                    </a:cubicBezTo>
                    <a:cubicBezTo>
                      <a:pt x="0" y="12"/>
                      <a:pt x="1" y="6"/>
                      <a:pt x="6" y="2"/>
                    </a:cubicBezTo>
                    <a:cubicBezTo>
                      <a:pt x="7" y="0"/>
                      <a:pt x="10" y="0"/>
                      <a:pt x="13" y="0"/>
                    </a:cubicBezTo>
                    <a:cubicBezTo>
                      <a:pt x="16" y="0"/>
                      <a:pt x="19" y="1"/>
                      <a:pt x="21" y="2"/>
                    </a:cubicBezTo>
                    <a:cubicBezTo>
                      <a:pt x="25" y="6"/>
                      <a:pt x="26" y="12"/>
                      <a:pt x="24" y="17"/>
                    </a:cubicBezTo>
                    <a:cubicBezTo>
                      <a:pt x="23" y="17"/>
                      <a:pt x="23" y="18"/>
                      <a:pt x="23" y="18"/>
                    </a:cubicBezTo>
                    <a:cubicBezTo>
                      <a:pt x="23" y="22"/>
                      <a:pt x="24" y="26"/>
                      <a:pt x="25" y="30"/>
                    </a:cubicBezTo>
                    <a:cubicBezTo>
                      <a:pt x="28" y="43"/>
                      <a:pt x="32" y="57"/>
                      <a:pt x="37" y="70"/>
                    </a:cubicBezTo>
                    <a:cubicBezTo>
                      <a:pt x="39" y="76"/>
                      <a:pt x="35" y="82"/>
                      <a:pt x="30" y="84"/>
                    </a:cubicBezTo>
                    <a:cubicBezTo>
                      <a:pt x="29" y="84"/>
                      <a:pt x="28" y="84"/>
                      <a:pt x="27" y="84"/>
                    </a:cubicBezTo>
                    <a:cubicBezTo>
                      <a:pt x="22" y="84"/>
                      <a:pt x="18" y="81"/>
                      <a:pt x="16" y="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2" name="Google Shape;1862;p19"/>
              <p:cNvSpPr/>
              <p:nvPr/>
            </p:nvSpPr>
            <p:spPr>
              <a:xfrm>
                <a:off x="2707560" y="809280"/>
                <a:ext cx="4284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135" extrusionOk="0">
                    <a:moveTo>
                      <a:pt x="7" y="132"/>
                    </a:moveTo>
                    <a:cubicBezTo>
                      <a:pt x="2" y="130"/>
                      <a:pt x="0" y="123"/>
                      <a:pt x="3" y="118"/>
                    </a:cubicBezTo>
                    <a:cubicBezTo>
                      <a:pt x="10" y="107"/>
                      <a:pt x="17" y="96"/>
                      <a:pt x="24" y="85"/>
                    </a:cubicBezTo>
                    <a:cubicBezTo>
                      <a:pt x="30" y="76"/>
                      <a:pt x="37" y="67"/>
                      <a:pt x="43" y="58"/>
                    </a:cubicBezTo>
                    <a:cubicBezTo>
                      <a:pt x="46" y="53"/>
                      <a:pt x="50" y="48"/>
                      <a:pt x="53" y="44"/>
                    </a:cubicBezTo>
                    <a:cubicBezTo>
                      <a:pt x="55" y="41"/>
                      <a:pt x="57" y="39"/>
                      <a:pt x="59" y="37"/>
                    </a:cubicBezTo>
                    <a:cubicBezTo>
                      <a:pt x="60" y="34"/>
                      <a:pt x="62" y="33"/>
                      <a:pt x="64" y="30"/>
                    </a:cubicBezTo>
                    <a:cubicBezTo>
                      <a:pt x="69" y="25"/>
                      <a:pt x="74" y="19"/>
                      <a:pt x="80" y="14"/>
                    </a:cubicBezTo>
                    <a:cubicBezTo>
                      <a:pt x="84" y="9"/>
                      <a:pt x="90" y="5"/>
                      <a:pt x="96" y="2"/>
                    </a:cubicBezTo>
                    <a:cubicBezTo>
                      <a:pt x="99" y="0"/>
                      <a:pt x="104" y="0"/>
                      <a:pt x="108" y="1"/>
                    </a:cubicBezTo>
                    <a:cubicBezTo>
                      <a:pt x="114" y="2"/>
                      <a:pt x="118" y="9"/>
                      <a:pt x="116" y="14"/>
                    </a:cubicBezTo>
                    <a:cubicBezTo>
                      <a:pt x="115" y="20"/>
                      <a:pt x="108" y="24"/>
                      <a:pt x="103" y="22"/>
                    </a:cubicBezTo>
                    <a:cubicBezTo>
                      <a:pt x="102" y="23"/>
                      <a:pt x="101" y="23"/>
                      <a:pt x="100" y="24"/>
                    </a:cubicBezTo>
                    <a:cubicBezTo>
                      <a:pt x="98" y="26"/>
                      <a:pt x="96" y="28"/>
                      <a:pt x="94" y="29"/>
                    </a:cubicBezTo>
                    <a:cubicBezTo>
                      <a:pt x="88" y="34"/>
                      <a:pt x="84" y="40"/>
                      <a:pt x="78" y="45"/>
                    </a:cubicBezTo>
                    <a:cubicBezTo>
                      <a:pt x="79" y="45"/>
                      <a:pt x="79" y="44"/>
                      <a:pt x="80" y="44"/>
                    </a:cubicBezTo>
                    <a:cubicBezTo>
                      <a:pt x="76" y="48"/>
                      <a:pt x="73" y="52"/>
                      <a:pt x="70" y="56"/>
                    </a:cubicBezTo>
                    <a:cubicBezTo>
                      <a:pt x="66" y="61"/>
                      <a:pt x="63" y="66"/>
                      <a:pt x="59" y="71"/>
                    </a:cubicBezTo>
                    <a:cubicBezTo>
                      <a:pt x="53" y="79"/>
                      <a:pt x="47" y="89"/>
                      <a:pt x="41" y="98"/>
                    </a:cubicBezTo>
                    <a:cubicBezTo>
                      <a:pt x="41" y="97"/>
                      <a:pt x="41" y="97"/>
                      <a:pt x="41" y="97"/>
                    </a:cubicBezTo>
                    <a:cubicBezTo>
                      <a:pt x="39" y="101"/>
                      <a:pt x="37" y="104"/>
                      <a:pt x="34" y="108"/>
                    </a:cubicBezTo>
                    <a:cubicBezTo>
                      <a:pt x="30" y="115"/>
                      <a:pt x="25" y="121"/>
                      <a:pt x="21" y="128"/>
                    </a:cubicBezTo>
                    <a:cubicBezTo>
                      <a:pt x="20" y="132"/>
                      <a:pt x="16" y="134"/>
                      <a:pt x="12" y="134"/>
                    </a:cubicBezTo>
                    <a:cubicBezTo>
                      <a:pt x="10" y="134"/>
                      <a:pt x="9" y="133"/>
                      <a:pt x="7" y="1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3" name="Google Shape;1863;p19"/>
              <p:cNvSpPr/>
              <p:nvPr/>
            </p:nvSpPr>
            <p:spPr>
              <a:xfrm>
                <a:off x="2751840" y="781920"/>
                <a:ext cx="17280" cy="35640"/>
              </a:xfrm>
              <a:custGeom>
                <a:avLst/>
                <a:gdLst/>
                <a:ahLst/>
                <a:cxnLst/>
                <a:rect l="l" t="t" r="r" b="b"/>
                <a:pathLst>
                  <a:path w="48" h="99" extrusionOk="0">
                    <a:moveTo>
                      <a:pt x="14" y="95"/>
                    </a:moveTo>
                    <a:cubicBezTo>
                      <a:pt x="12" y="94"/>
                      <a:pt x="10" y="92"/>
                      <a:pt x="9" y="90"/>
                    </a:cubicBezTo>
                    <a:cubicBezTo>
                      <a:pt x="7" y="87"/>
                      <a:pt x="6" y="84"/>
                      <a:pt x="5" y="81"/>
                    </a:cubicBezTo>
                    <a:cubicBezTo>
                      <a:pt x="4" y="75"/>
                      <a:pt x="6" y="69"/>
                      <a:pt x="9" y="64"/>
                    </a:cubicBezTo>
                    <a:cubicBezTo>
                      <a:pt x="11" y="59"/>
                      <a:pt x="14" y="54"/>
                      <a:pt x="17" y="49"/>
                    </a:cubicBezTo>
                    <a:cubicBezTo>
                      <a:pt x="18" y="46"/>
                      <a:pt x="19" y="43"/>
                      <a:pt x="21" y="40"/>
                    </a:cubicBezTo>
                    <a:cubicBezTo>
                      <a:pt x="20" y="40"/>
                      <a:pt x="19" y="39"/>
                      <a:pt x="19" y="39"/>
                    </a:cubicBezTo>
                    <a:cubicBezTo>
                      <a:pt x="17" y="39"/>
                      <a:pt x="15" y="38"/>
                      <a:pt x="14" y="37"/>
                    </a:cubicBezTo>
                    <a:cubicBezTo>
                      <a:pt x="11" y="35"/>
                      <a:pt x="8" y="34"/>
                      <a:pt x="6" y="32"/>
                    </a:cubicBezTo>
                    <a:cubicBezTo>
                      <a:pt x="3" y="30"/>
                      <a:pt x="1" y="26"/>
                      <a:pt x="0" y="22"/>
                    </a:cubicBezTo>
                    <a:cubicBezTo>
                      <a:pt x="0" y="18"/>
                      <a:pt x="1" y="14"/>
                      <a:pt x="4" y="11"/>
                    </a:cubicBezTo>
                    <a:cubicBezTo>
                      <a:pt x="8" y="4"/>
                      <a:pt x="17" y="0"/>
                      <a:pt x="25" y="1"/>
                    </a:cubicBezTo>
                    <a:cubicBezTo>
                      <a:pt x="35" y="2"/>
                      <a:pt x="42" y="10"/>
                      <a:pt x="44" y="19"/>
                    </a:cubicBezTo>
                    <a:cubicBezTo>
                      <a:pt x="47" y="28"/>
                      <a:pt x="44" y="39"/>
                      <a:pt x="40" y="49"/>
                    </a:cubicBezTo>
                    <a:cubicBezTo>
                      <a:pt x="37" y="57"/>
                      <a:pt x="33" y="65"/>
                      <a:pt x="29" y="73"/>
                    </a:cubicBezTo>
                    <a:cubicBezTo>
                      <a:pt x="28" y="74"/>
                      <a:pt x="28" y="76"/>
                      <a:pt x="28" y="77"/>
                    </a:cubicBezTo>
                    <a:lnTo>
                      <a:pt x="28" y="78"/>
                    </a:lnTo>
                    <a:cubicBezTo>
                      <a:pt x="28" y="80"/>
                      <a:pt x="29" y="80"/>
                      <a:pt x="29" y="81"/>
                    </a:cubicBezTo>
                    <a:cubicBezTo>
                      <a:pt x="33" y="85"/>
                      <a:pt x="33" y="91"/>
                      <a:pt x="29" y="95"/>
                    </a:cubicBezTo>
                    <a:cubicBezTo>
                      <a:pt x="27" y="97"/>
                      <a:pt x="24" y="98"/>
                      <a:pt x="21" y="98"/>
                    </a:cubicBezTo>
                    <a:cubicBezTo>
                      <a:pt x="18" y="98"/>
                      <a:pt x="15" y="97"/>
                      <a:pt x="14" y="9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4" name="Google Shape;1864;p19"/>
              <p:cNvSpPr/>
              <p:nvPr/>
            </p:nvSpPr>
            <p:spPr>
              <a:xfrm>
                <a:off x="2781360" y="815400"/>
                <a:ext cx="24840" cy="13680"/>
              </a:xfrm>
              <a:custGeom>
                <a:avLst/>
                <a:gdLst/>
                <a:ahLst/>
                <a:cxnLst/>
                <a:rect l="l" t="t" r="r" b="b"/>
                <a:pathLst>
                  <a:path w="69" h="38" extrusionOk="0">
                    <a:moveTo>
                      <a:pt x="31" y="34"/>
                    </a:moveTo>
                    <a:cubicBezTo>
                      <a:pt x="25" y="32"/>
                      <a:pt x="18" y="30"/>
                      <a:pt x="13" y="27"/>
                    </a:cubicBezTo>
                    <a:cubicBezTo>
                      <a:pt x="7" y="24"/>
                      <a:pt x="0" y="20"/>
                      <a:pt x="1" y="12"/>
                    </a:cubicBezTo>
                    <a:cubicBezTo>
                      <a:pt x="2" y="7"/>
                      <a:pt x="5" y="3"/>
                      <a:pt x="10" y="2"/>
                    </a:cubicBezTo>
                    <a:cubicBezTo>
                      <a:pt x="15" y="0"/>
                      <a:pt x="21" y="3"/>
                      <a:pt x="24" y="8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7" y="10"/>
                      <a:pt x="29" y="11"/>
                      <a:pt x="31" y="12"/>
                    </a:cubicBezTo>
                    <a:cubicBezTo>
                      <a:pt x="35" y="13"/>
                      <a:pt x="39" y="14"/>
                      <a:pt x="43" y="15"/>
                    </a:cubicBezTo>
                    <a:cubicBezTo>
                      <a:pt x="45" y="15"/>
                      <a:pt x="47" y="15"/>
                      <a:pt x="49" y="15"/>
                    </a:cubicBezTo>
                    <a:cubicBezTo>
                      <a:pt x="52" y="15"/>
                      <a:pt x="54" y="15"/>
                      <a:pt x="57" y="15"/>
                    </a:cubicBezTo>
                    <a:cubicBezTo>
                      <a:pt x="63" y="15"/>
                      <a:pt x="68" y="20"/>
                      <a:pt x="68" y="26"/>
                    </a:cubicBezTo>
                    <a:cubicBezTo>
                      <a:pt x="68" y="31"/>
                      <a:pt x="63" y="37"/>
                      <a:pt x="57" y="37"/>
                    </a:cubicBezTo>
                    <a:cubicBezTo>
                      <a:pt x="55" y="37"/>
                      <a:pt x="53" y="37"/>
                      <a:pt x="51" y="37"/>
                    </a:cubicBezTo>
                    <a:cubicBezTo>
                      <a:pt x="44" y="37"/>
                      <a:pt x="38" y="36"/>
                      <a:pt x="31" y="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5" name="Google Shape;1865;p19"/>
              <p:cNvSpPr/>
              <p:nvPr/>
            </p:nvSpPr>
            <p:spPr>
              <a:xfrm>
                <a:off x="2786760" y="793080"/>
                <a:ext cx="12600" cy="47160"/>
              </a:xfrm>
              <a:custGeom>
                <a:avLst/>
                <a:gdLst/>
                <a:ahLst/>
                <a:cxnLst/>
                <a:rect l="l" t="t" r="r" b="b"/>
                <a:pathLst>
                  <a:path w="35" h="131" extrusionOk="0">
                    <a:moveTo>
                      <a:pt x="3" y="120"/>
                    </a:moveTo>
                    <a:cubicBezTo>
                      <a:pt x="2" y="104"/>
                      <a:pt x="2" y="89"/>
                      <a:pt x="2" y="74"/>
                    </a:cubicBezTo>
                    <a:cubicBezTo>
                      <a:pt x="1" y="52"/>
                      <a:pt x="0" y="27"/>
                      <a:pt x="12" y="7"/>
                    </a:cubicBezTo>
                    <a:cubicBezTo>
                      <a:pt x="15" y="2"/>
                      <a:pt x="21" y="0"/>
                      <a:pt x="27" y="3"/>
                    </a:cubicBezTo>
                    <a:cubicBezTo>
                      <a:pt x="32" y="6"/>
                      <a:pt x="34" y="13"/>
                      <a:pt x="31" y="18"/>
                    </a:cubicBezTo>
                    <a:cubicBezTo>
                      <a:pt x="30" y="20"/>
                      <a:pt x="28" y="22"/>
                      <a:pt x="27" y="25"/>
                    </a:cubicBezTo>
                    <a:cubicBezTo>
                      <a:pt x="27" y="26"/>
                      <a:pt x="26" y="27"/>
                      <a:pt x="26" y="28"/>
                    </a:cubicBezTo>
                    <a:cubicBezTo>
                      <a:pt x="25" y="30"/>
                      <a:pt x="24" y="33"/>
                      <a:pt x="24" y="35"/>
                    </a:cubicBezTo>
                    <a:cubicBezTo>
                      <a:pt x="23" y="40"/>
                      <a:pt x="23" y="46"/>
                      <a:pt x="23" y="52"/>
                    </a:cubicBezTo>
                    <a:cubicBezTo>
                      <a:pt x="22" y="74"/>
                      <a:pt x="23" y="97"/>
                      <a:pt x="23" y="120"/>
                    </a:cubicBezTo>
                    <a:cubicBezTo>
                      <a:pt x="24" y="125"/>
                      <a:pt x="19" y="130"/>
                      <a:pt x="13" y="130"/>
                    </a:cubicBezTo>
                    <a:cubicBezTo>
                      <a:pt x="7" y="130"/>
                      <a:pt x="3" y="125"/>
                      <a:pt x="3" y="1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6" name="Google Shape;1866;p19"/>
              <p:cNvSpPr/>
              <p:nvPr/>
            </p:nvSpPr>
            <p:spPr>
              <a:xfrm>
                <a:off x="2837160" y="770760"/>
                <a:ext cx="48240" cy="7020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195" extrusionOk="0">
                    <a:moveTo>
                      <a:pt x="70" y="194"/>
                    </a:moveTo>
                    <a:cubicBezTo>
                      <a:pt x="65" y="193"/>
                      <a:pt x="61" y="187"/>
                      <a:pt x="62" y="181"/>
                    </a:cubicBezTo>
                    <a:cubicBezTo>
                      <a:pt x="68" y="159"/>
                      <a:pt x="75" y="137"/>
                      <a:pt x="81" y="115"/>
                    </a:cubicBezTo>
                    <a:cubicBezTo>
                      <a:pt x="80" y="116"/>
                      <a:pt x="79" y="118"/>
                      <a:pt x="77" y="119"/>
                    </a:cubicBezTo>
                    <a:cubicBezTo>
                      <a:pt x="72" y="124"/>
                      <a:pt x="66" y="128"/>
                      <a:pt x="60" y="132"/>
                    </a:cubicBezTo>
                    <a:cubicBezTo>
                      <a:pt x="54" y="136"/>
                      <a:pt x="47" y="138"/>
                      <a:pt x="39" y="140"/>
                    </a:cubicBezTo>
                    <a:cubicBezTo>
                      <a:pt x="33" y="141"/>
                      <a:pt x="26" y="140"/>
                      <a:pt x="19" y="138"/>
                    </a:cubicBezTo>
                    <a:cubicBezTo>
                      <a:pt x="13" y="136"/>
                      <a:pt x="8" y="130"/>
                      <a:pt x="5" y="125"/>
                    </a:cubicBezTo>
                    <a:cubicBezTo>
                      <a:pt x="2" y="120"/>
                      <a:pt x="1" y="113"/>
                      <a:pt x="1" y="107"/>
                    </a:cubicBezTo>
                    <a:cubicBezTo>
                      <a:pt x="0" y="98"/>
                      <a:pt x="1" y="91"/>
                      <a:pt x="3" y="83"/>
                    </a:cubicBezTo>
                    <a:cubicBezTo>
                      <a:pt x="5" y="72"/>
                      <a:pt x="7" y="61"/>
                      <a:pt x="11" y="49"/>
                    </a:cubicBezTo>
                    <a:cubicBezTo>
                      <a:pt x="13" y="43"/>
                      <a:pt x="16" y="36"/>
                      <a:pt x="18" y="30"/>
                    </a:cubicBezTo>
                    <a:cubicBezTo>
                      <a:pt x="20" y="22"/>
                      <a:pt x="23" y="14"/>
                      <a:pt x="27" y="8"/>
                    </a:cubicBezTo>
                    <a:cubicBezTo>
                      <a:pt x="31" y="3"/>
                      <a:pt x="37" y="0"/>
                      <a:pt x="42" y="3"/>
                    </a:cubicBezTo>
                    <a:cubicBezTo>
                      <a:pt x="45" y="5"/>
                      <a:pt x="47" y="7"/>
                      <a:pt x="48" y="10"/>
                    </a:cubicBezTo>
                    <a:cubicBezTo>
                      <a:pt x="48" y="13"/>
                      <a:pt x="48" y="17"/>
                      <a:pt x="46" y="20"/>
                    </a:cubicBezTo>
                    <a:cubicBezTo>
                      <a:pt x="45" y="21"/>
                      <a:pt x="44" y="23"/>
                      <a:pt x="43" y="25"/>
                    </a:cubicBezTo>
                    <a:cubicBezTo>
                      <a:pt x="40" y="31"/>
                      <a:pt x="38" y="37"/>
                      <a:pt x="35" y="43"/>
                    </a:cubicBezTo>
                    <a:cubicBezTo>
                      <a:pt x="34" y="48"/>
                      <a:pt x="32" y="54"/>
                      <a:pt x="30" y="59"/>
                    </a:cubicBezTo>
                    <a:cubicBezTo>
                      <a:pt x="28" y="63"/>
                      <a:pt x="27" y="68"/>
                      <a:pt x="26" y="73"/>
                    </a:cubicBezTo>
                    <a:cubicBezTo>
                      <a:pt x="25" y="77"/>
                      <a:pt x="24" y="81"/>
                      <a:pt x="23" y="86"/>
                    </a:cubicBezTo>
                    <a:cubicBezTo>
                      <a:pt x="23" y="90"/>
                      <a:pt x="22" y="95"/>
                      <a:pt x="21" y="101"/>
                    </a:cubicBezTo>
                    <a:cubicBezTo>
                      <a:pt x="21" y="103"/>
                      <a:pt x="21" y="105"/>
                      <a:pt x="21" y="108"/>
                    </a:cubicBezTo>
                    <a:cubicBezTo>
                      <a:pt x="22" y="109"/>
                      <a:pt x="22" y="109"/>
                      <a:pt x="22" y="111"/>
                    </a:cubicBezTo>
                    <a:cubicBezTo>
                      <a:pt x="23" y="112"/>
                      <a:pt x="23" y="112"/>
                      <a:pt x="23" y="114"/>
                    </a:cubicBezTo>
                    <a:lnTo>
                      <a:pt x="23" y="115"/>
                    </a:ln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6"/>
                      <a:pt x="24" y="116"/>
                      <a:pt x="25" y="116"/>
                    </a:cubicBezTo>
                    <a:cubicBezTo>
                      <a:pt x="25" y="117"/>
                      <a:pt x="26" y="117"/>
                      <a:pt x="26" y="118"/>
                    </a:cubicBezTo>
                    <a:lnTo>
                      <a:pt x="27" y="118"/>
                    </a:lnTo>
                    <a:lnTo>
                      <a:pt x="28" y="119"/>
                    </a:lnTo>
                    <a:cubicBezTo>
                      <a:pt x="29" y="119"/>
                      <a:pt x="29" y="119"/>
                      <a:pt x="30" y="119"/>
                    </a:cubicBezTo>
                    <a:lnTo>
                      <a:pt x="31" y="119"/>
                    </a:lnTo>
                    <a:cubicBezTo>
                      <a:pt x="33" y="119"/>
                      <a:pt x="34" y="119"/>
                      <a:pt x="35" y="119"/>
                    </a:cubicBezTo>
                    <a:lnTo>
                      <a:pt x="34" y="119"/>
                    </a:lnTo>
                    <a:cubicBezTo>
                      <a:pt x="35" y="119"/>
                      <a:pt x="36" y="119"/>
                      <a:pt x="37" y="119"/>
                    </a:cubicBezTo>
                    <a:cubicBezTo>
                      <a:pt x="39" y="118"/>
                      <a:pt x="41" y="118"/>
                      <a:pt x="42" y="117"/>
                    </a:cubicBezTo>
                    <a:cubicBezTo>
                      <a:pt x="44" y="116"/>
                      <a:pt x="46" y="115"/>
                      <a:pt x="48" y="115"/>
                    </a:cubicBezTo>
                    <a:cubicBezTo>
                      <a:pt x="51" y="113"/>
                      <a:pt x="54" y="111"/>
                      <a:pt x="56" y="109"/>
                    </a:cubicBezTo>
                    <a:cubicBezTo>
                      <a:pt x="61" y="107"/>
                      <a:pt x="64" y="103"/>
                      <a:pt x="68" y="100"/>
                    </a:cubicBezTo>
                    <a:cubicBezTo>
                      <a:pt x="73" y="95"/>
                      <a:pt x="79" y="89"/>
                      <a:pt x="84" y="83"/>
                    </a:cubicBezTo>
                    <a:cubicBezTo>
                      <a:pt x="83" y="83"/>
                      <a:pt x="83" y="84"/>
                      <a:pt x="83" y="84"/>
                    </a:cubicBezTo>
                    <a:cubicBezTo>
                      <a:pt x="89" y="77"/>
                      <a:pt x="95" y="69"/>
                      <a:pt x="100" y="61"/>
                    </a:cubicBezTo>
                    <a:cubicBezTo>
                      <a:pt x="101" y="58"/>
                      <a:pt x="103" y="54"/>
                      <a:pt x="105" y="51"/>
                    </a:cubicBezTo>
                    <a:cubicBezTo>
                      <a:pt x="106" y="48"/>
                      <a:pt x="108" y="45"/>
                      <a:pt x="109" y="42"/>
                    </a:cubicBezTo>
                    <a:cubicBezTo>
                      <a:pt x="111" y="39"/>
                      <a:pt x="113" y="37"/>
                      <a:pt x="116" y="35"/>
                    </a:cubicBezTo>
                    <a:cubicBezTo>
                      <a:pt x="123" y="31"/>
                      <a:pt x="133" y="38"/>
                      <a:pt x="131" y="47"/>
                    </a:cubicBezTo>
                    <a:cubicBezTo>
                      <a:pt x="130" y="49"/>
                      <a:pt x="129" y="52"/>
                      <a:pt x="128" y="55"/>
                    </a:cubicBezTo>
                    <a:cubicBezTo>
                      <a:pt x="126" y="58"/>
                      <a:pt x="125" y="61"/>
                      <a:pt x="123" y="64"/>
                    </a:cubicBezTo>
                    <a:cubicBezTo>
                      <a:pt x="122" y="66"/>
                      <a:pt x="120" y="67"/>
                      <a:pt x="119" y="69"/>
                    </a:cubicBezTo>
                    <a:cubicBezTo>
                      <a:pt x="113" y="84"/>
                      <a:pt x="108" y="100"/>
                      <a:pt x="103" y="115"/>
                    </a:cubicBezTo>
                    <a:cubicBezTo>
                      <a:pt x="100" y="126"/>
                      <a:pt x="97" y="137"/>
                      <a:pt x="94" y="148"/>
                    </a:cubicBezTo>
                    <a:cubicBezTo>
                      <a:pt x="90" y="161"/>
                      <a:pt x="87" y="173"/>
                      <a:pt x="84" y="186"/>
                    </a:cubicBezTo>
                    <a:cubicBezTo>
                      <a:pt x="82" y="191"/>
                      <a:pt x="78" y="194"/>
                      <a:pt x="73" y="194"/>
                    </a:cubicBezTo>
                    <a:cubicBezTo>
                      <a:pt x="72" y="194"/>
                      <a:pt x="71" y="194"/>
                      <a:pt x="70" y="1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7" name="Google Shape;1867;p19"/>
              <p:cNvSpPr/>
              <p:nvPr/>
            </p:nvSpPr>
            <p:spPr>
              <a:xfrm>
                <a:off x="2889000" y="784800"/>
                <a:ext cx="61200" cy="12564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349" extrusionOk="0">
                    <a:moveTo>
                      <a:pt x="43" y="327"/>
                    </a:moveTo>
                    <a:lnTo>
                      <a:pt x="44" y="327"/>
                    </a:lnTo>
                    <a:cubicBezTo>
                      <a:pt x="45" y="327"/>
                      <a:pt x="45" y="327"/>
                      <a:pt x="45" y="327"/>
                    </a:cubicBezTo>
                    <a:cubicBezTo>
                      <a:pt x="45" y="326"/>
                      <a:pt x="45" y="326"/>
                      <a:pt x="45" y="326"/>
                    </a:cubicBezTo>
                    <a:cubicBezTo>
                      <a:pt x="45" y="326"/>
                      <a:pt x="46" y="325"/>
                      <a:pt x="46" y="324"/>
                    </a:cubicBezTo>
                    <a:cubicBezTo>
                      <a:pt x="47" y="323"/>
                      <a:pt x="48" y="322"/>
                      <a:pt x="48" y="321"/>
                    </a:cubicBezTo>
                    <a:cubicBezTo>
                      <a:pt x="49" y="317"/>
                      <a:pt x="51" y="313"/>
                      <a:pt x="52" y="309"/>
                    </a:cubicBezTo>
                    <a:cubicBezTo>
                      <a:pt x="59" y="285"/>
                      <a:pt x="66" y="261"/>
                      <a:pt x="72" y="236"/>
                    </a:cubicBezTo>
                    <a:cubicBezTo>
                      <a:pt x="77" y="214"/>
                      <a:pt x="83" y="193"/>
                      <a:pt x="90" y="171"/>
                    </a:cubicBezTo>
                    <a:cubicBezTo>
                      <a:pt x="92" y="160"/>
                      <a:pt x="95" y="150"/>
                      <a:pt x="98" y="140"/>
                    </a:cubicBezTo>
                    <a:cubicBezTo>
                      <a:pt x="98" y="139"/>
                      <a:pt x="99" y="138"/>
                      <a:pt x="99" y="137"/>
                    </a:cubicBezTo>
                    <a:cubicBezTo>
                      <a:pt x="93" y="144"/>
                      <a:pt x="87" y="152"/>
                      <a:pt x="80" y="160"/>
                    </a:cubicBezTo>
                    <a:cubicBezTo>
                      <a:pt x="67" y="176"/>
                      <a:pt x="54" y="192"/>
                      <a:pt x="42" y="210"/>
                    </a:cubicBezTo>
                    <a:cubicBezTo>
                      <a:pt x="39" y="215"/>
                      <a:pt x="36" y="220"/>
                      <a:pt x="34" y="225"/>
                    </a:cubicBezTo>
                    <a:cubicBezTo>
                      <a:pt x="31" y="230"/>
                      <a:pt x="30" y="236"/>
                      <a:pt x="28" y="241"/>
                    </a:cubicBezTo>
                    <a:cubicBezTo>
                      <a:pt x="26" y="247"/>
                      <a:pt x="24" y="252"/>
                      <a:pt x="24" y="257"/>
                    </a:cubicBezTo>
                    <a:cubicBezTo>
                      <a:pt x="23" y="262"/>
                      <a:pt x="23" y="266"/>
                      <a:pt x="22" y="270"/>
                    </a:cubicBezTo>
                    <a:cubicBezTo>
                      <a:pt x="22" y="275"/>
                      <a:pt x="22" y="280"/>
                      <a:pt x="23" y="284"/>
                    </a:cubicBezTo>
                    <a:cubicBezTo>
                      <a:pt x="23" y="288"/>
                      <a:pt x="24" y="291"/>
                      <a:pt x="24" y="295"/>
                    </a:cubicBezTo>
                    <a:cubicBezTo>
                      <a:pt x="25" y="299"/>
                      <a:pt x="26" y="302"/>
                      <a:pt x="27" y="305"/>
                    </a:cubicBezTo>
                    <a:cubicBezTo>
                      <a:pt x="28" y="308"/>
                      <a:pt x="30" y="310"/>
                      <a:pt x="31" y="313"/>
                    </a:cubicBezTo>
                    <a:cubicBezTo>
                      <a:pt x="32" y="315"/>
                      <a:pt x="33" y="317"/>
                      <a:pt x="34" y="319"/>
                    </a:cubicBezTo>
                    <a:cubicBezTo>
                      <a:pt x="35" y="320"/>
                      <a:pt x="36" y="322"/>
                      <a:pt x="37" y="323"/>
                    </a:cubicBezTo>
                    <a:cubicBezTo>
                      <a:pt x="38" y="323"/>
                      <a:pt x="38" y="324"/>
                      <a:pt x="39" y="324"/>
                    </a:cubicBezTo>
                    <a:cubicBezTo>
                      <a:pt x="39" y="325"/>
                      <a:pt x="40" y="325"/>
                      <a:pt x="41" y="326"/>
                    </a:cubicBezTo>
                    <a:lnTo>
                      <a:pt x="42" y="326"/>
                    </a:lnTo>
                    <a:cubicBezTo>
                      <a:pt x="42" y="327"/>
                      <a:pt x="43" y="327"/>
                      <a:pt x="43" y="327"/>
                    </a:cubicBezTo>
                    <a:moveTo>
                      <a:pt x="25" y="341"/>
                    </a:moveTo>
                    <a:cubicBezTo>
                      <a:pt x="20" y="337"/>
                      <a:pt x="16" y="331"/>
                      <a:pt x="13" y="324"/>
                    </a:cubicBezTo>
                    <a:cubicBezTo>
                      <a:pt x="5" y="312"/>
                      <a:pt x="2" y="296"/>
                      <a:pt x="2" y="281"/>
                    </a:cubicBezTo>
                    <a:cubicBezTo>
                      <a:pt x="0" y="250"/>
                      <a:pt x="11" y="219"/>
                      <a:pt x="30" y="194"/>
                    </a:cubicBezTo>
                    <a:cubicBezTo>
                      <a:pt x="36" y="184"/>
                      <a:pt x="43" y="175"/>
                      <a:pt x="51" y="166"/>
                    </a:cubicBezTo>
                    <a:cubicBezTo>
                      <a:pt x="56" y="160"/>
                      <a:pt x="60" y="154"/>
                      <a:pt x="65" y="148"/>
                    </a:cubicBezTo>
                    <a:cubicBezTo>
                      <a:pt x="67" y="145"/>
                      <a:pt x="70" y="143"/>
                      <a:pt x="72" y="140"/>
                    </a:cubicBezTo>
                    <a:cubicBezTo>
                      <a:pt x="68" y="141"/>
                      <a:pt x="63" y="143"/>
                      <a:pt x="58" y="143"/>
                    </a:cubicBezTo>
                    <a:cubicBezTo>
                      <a:pt x="55" y="143"/>
                      <a:pt x="52" y="143"/>
                      <a:pt x="49" y="141"/>
                    </a:cubicBezTo>
                    <a:cubicBezTo>
                      <a:pt x="46" y="141"/>
                      <a:pt x="44" y="139"/>
                      <a:pt x="42" y="137"/>
                    </a:cubicBezTo>
                    <a:cubicBezTo>
                      <a:pt x="40" y="135"/>
                      <a:pt x="38" y="133"/>
                      <a:pt x="37" y="130"/>
                    </a:cubicBezTo>
                    <a:cubicBezTo>
                      <a:pt x="35" y="127"/>
                      <a:pt x="35" y="123"/>
                      <a:pt x="34" y="120"/>
                    </a:cubicBezTo>
                    <a:cubicBezTo>
                      <a:pt x="34" y="115"/>
                      <a:pt x="34" y="111"/>
                      <a:pt x="35" y="107"/>
                    </a:cubicBezTo>
                    <a:cubicBezTo>
                      <a:pt x="35" y="104"/>
                      <a:pt x="35" y="101"/>
                      <a:pt x="36" y="98"/>
                    </a:cubicBezTo>
                    <a:cubicBezTo>
                      <a:pt x="36" y="92"/>
                      <a:pt x="38" y="86"/>
                      <a:pt x="39" y="80"/>
                    </a:cubicBezTo>
                    <a:cubicBezTo>
                      <a:pt x="41" y="70"/>
                      <a:pt x="44" y="60"/>
                      <a:pt x="48" y="50"/>
                    </a:cubicBezTo>
                    <a:cubicBezTo>
                      <a:pt x="50" y="43"/>
                      <a:pt x="53" y="37"/>
                      <a:pt x="56" y="30"/>
                    </a:cubicBezTo>
                    <a:cubicBezTo>
                      <a:pt x="59" y="23"/>
                      <a:pt x="63" y="17"/>
                      <a:pt x="68" y="12"/>
                    </a:cubicBezTo>
                    <a:cubicBezTo>
                      <a:pt x="73" y="6"/>
                      <a:pt x="80" y="2"/>
                      <a:pt x="87" y="1"/>
                    </a:cubicBezTo>
                    <a:cubicBezTo>
                      <a:pt x="93" y="0"/>
                      <a:pt x="98" y="4"/>
                      <a:pt x="99" y="10"/>
                    </a:cubicBezTo>
                    <a:cubicBezTo>
                      <a:pt x="101" y="17"/>
                      <a:pt x="95" y="23"/>
                      <a:pt x="89" y="23"/>
                    </a:cubicBezTo>
                    <a:cubicBezTo>
                      <a:pt x="88" y="23"/>
                      <a:pt x="88" y="23"/>
                      <a:pt x="88" y="23"/>
                    </a:cubicBezTo>
                    <a:cubicBezTo>
                      <a:pt x="87" y="24"/>
                      <a:pt x="87" y="24"/>
                      <a:pt x="86" y="24"/>
                    </a:cubicBezTo>
                    <a:cubicBezTo>
                      <a:pt x="87" y="24"/>
                      <a:pt x="87" y="24"/>
                      <a:pt x="87" y="24"/>
                    </a:cubicBezTo>
                    <a:cubicBezTo>
                      <a:pt x="87" y="24"/>
                      <a:pt x="86" y="25"/>
                      <a:pt x="85" y="25"/>
                    </a:cubicBezTo>
                    <a:cubicBezTo>
                      <a:pt x="85" y="26"/>
                      <a:pt x="84" y="27"/>
                      <a:pt x="83" y="27"/>
                    </a:cubicBezTo>
                    <a:cubicBezTo>
                      <a:pt x="82" y="30"/>
                      <a:pt x="80" y="31"/>
                      <a:pt x="79" y="33"/>
                    </a:cubicBezTo>
                    <a:cubicBezTo>
                      <a:pt x="77" y="37"/>
                      <a:pt x="74" y="42"/>
                      <a:pt x="72" y="46"/>
                    </a:cubicBezTo>
                    <a:cubicBezTo>
                      <a:pt x="72" y="47"/>
                      <a:pt x="72" y="47"/>
                      <a:pt x="71" y="47"/>
                    </a:cubicBezTo>
                    <a:lnTo>
                      <a:pt x="72" y="47"/>
                    </a:lnTo>
                    <a:cubicBezTo>
                      <a:pt x="69" y="53"/>
                      <a:pt x="67" y="59"/>
                      <a:pt x="64" y="66"/>
                    </a:cubicBezTo>
                    <a:cubicBezTo>
                      <a:pt x="63" y="70"/>
                      <a:pt x="62" y="76"/>
                      <a:pt x="60" y="80"/>
                    </a:cubicBezTo>
                    <a:cubicBezTo>
                      <a:pt x="60" y="84"/>
                      <a:pt x="59" y="87"/>
                      <a:pt x="58" y="90"/>
                    </a:cubicBezTo>
                    <a:cubicBezTo>
                      <a:pt x="57" y="98"/>
                      <a:pt x="56" y="106"/>
                      <a:pt x="56" y="114"/>
                    </a:cubicBezTo>
                    <a:cubicBezTo>
                      <a:pt x="56" y="115"/>
                      <a:pt x="56" y="116"/>
                      <a:pt x="56" y="117"/>
                    </a:cubicBezTo>
                    <a:cubicBezTo>
                      <a:pt x="56" y="118"/>
                      <a:pt x="56" y="119"/>
                      <a:pt x="56" y="120"/>
                    </a:cubicBezTo>
                    <a:lnTo>
                      <a:pt x="56" y="121"/>
                    </a:lnTo>
                    <a:cubicBezTo>
                      <a:pt x="57" y="121"/>
                      <a:pt x="57" y="121"/>
                      <a:pt x="57" y="122"/>
                    </a:cubicBezTo>
                    <a:cubicBezTo>
                      <a:pt x="58" y="122"/>
                      <a:pt x="59" y="122"/>
                      <a:pt x="59" y="122"/>
                    </a:cubicBezTo>
                    <a:lnTo>
                      <a:pt x="60" y="122"/>
                    </a:lnTo>
                    <a:cubicBezTo>
                      <a:pt x="60" y="121"/>
                      <a:pt x="61" y="121"/>
                      <a:pt x="62" y="121"/>
                    </a:cubicBezTo>
                    <a:cubicBezTo>
                      <a:pt x="62" y="121"/>
                      <a:pt x="63" y="120"/>
                      <a:pt x="64" y="120"/>
                    </a:cubicBezTo>
                    <a:cubicBezTo>
                      <a:pt x="66" y="119"/>
                      <a:pt x="68" y="118"/>
                      <a:pt x="70" y="116"/>
                    </a:cubicBezTo>
                    <a:cubicBezTo>
                      <a:pt x="74" y="113"/>
                      <a:pt x="78" y="109"/>
                      <a:pt x="83" y="105"/>
                    </a:cubicBezTo>
                    <a:cubicBezTo>
                      <a:pt x="94" y="95"/>
                      <a:pt x="104" y="83"/>
                      <a:pt x="113" y="72"/>
                    </a:cubicBezTo>
                    <a:cubicBezTo>
                      <a:pt x="120" y="64"/>
                      <a:pt x="126" y="56"/>
                      <a:pt x="132" y="48"/>
                    </a:cubicBezTo>
                    <a:cubicBezTo>
                      <a:pt x="134" y="45"/>
                      <a:pt x="136" y="41"/>
                      <a:pt x="137" y="38"/>
                    </a:cubicBezTo>
                    <a:cubicBezTo>
                      <a:pt x="139" y="34"/>
                      <a:pt x="141" y="31"/>
                      <a:pt x="143" y="27"/>
                    </a:cubicBezTo>
                    <a:cubicBezTo>
                      <a:pt x="145" y="24"/>
                      <a:pt x="147" y="22"/>
                      <a:pt x="150" y="18"/>
                    </a:cubicBezTo>
                    <a:cubicBezTo>
                      <a:pt x="153" y="14"/>
                      <a:pt x="159" y="13"/>
                      <a:pt x="164" y="16"/>
                    </a:cubicBezTo>
                    <a:cubicBezTo>
                      <a:pt x="167" y="18"/>
                      <a:pt x="169" y="22"/>
                      <a:pt x="169" y="25"/>
                    </a:cubicBezTo>
                    <a:cubicBezTo>
                      <a:pt x="169" y="29"/>
                      <a:pt x="167" y="32"/>
                      <a:pt x="165" y="35"/>
                    </a:cubicBezTo>
                    <a:lnTo>
                      <a:pt x="166" y="34"/>
                    </a:lnTo>
                    <a:cubicBezTo>
                      <a:pt x="161" y="42"/>
                      <a:pt x="156" y="49"/>
                      <a:pt x="151" y="56"/>
                    </a:cubicBezTo>
                    <a:cubicBezTo>
                      <a:pt x="150" y="58"/>
                      <a:pt x="149" y="59"/>
                      <a:pt x="148" y="61"/>
                    </a:cubicBezTo>
                    <a:lnTo>
                      <a:pt x="148" y="60"/>
                    </a:lnTo>
                    <a:cubicBezTo>
                      <a:pt x="143" y="73"/>
                      <a:pt x="137" y="87"/>
                      <a:pt x="131" y="101"/>
                    </a:cubicBezTo>
                    <a:cubicBezTo>
                      <a:pt x="130" y="106"/>
                      <a:pt x="128" y="111"/>
                      <a:pt x="126" y="116"/>
                    </a:cubicBezTo>
                    <a:cubicBezTo>
                      <a:pt x="124" y="122"/>
                      <a:pt x="123" y="127"/>
                      <a:pt x="121" y="133"/>
                    </a:cubicBezTo>
                    <a:cubicBezTo>
                      <a:pt x="117" y="144"/>
                      <a:pt x="114" y="155"/>
                      <a:pt x="110" y="167"/>
                    </a:cubicBezTo>
                    <a:cubicBezTo>
                      <a:pt x="107" y="178"/>
                      <a:pt x="104" y="189"/>
                      <a:pt x="101" y="200"/>
                    </a:cubicBezTo>
                    <a:cubicBezTo>
                      <a:pt x="95" y="222"/>
                      <a:pt x="90" y="244"/>
                      <a:pt x="84" y="266"/>
                    </a:cubicBezTo>
                    <a:cubicBezTo>
                      <a:pt x="82" y="275"/>
                      <a:pt x="79" y="285"/>
                      <a:pt x="77" y="295"/>
                    </a:cubicBezTo>
                    <a:cubicBezTo>
                      <a:pt x="74" y="305"/>
                      <a:pt x="72" y="315"/>
                      <a:pt x="69" y="324"/>
                    </a:cubicBezTo>
                    <a:cubicBezTo>
                      <a:pt x="67" y="330"/>
                      <a:pt x="64" y="336"/>
                      <a:pt x="60" y="341"/>
                    </a:cubicBezTo>
                    <a:cubicBezTo>
                      <a:pt x="56" y="345"/>
                      <a:pt x="49" y="348"/>
                      <a:pt x="43" y="348"/>
                    </a:cubicBezTo>
                    <a:lnTo>
                      <a:pt x="42" y="348"/>
                    </a:lnTo>
                    <a:cubicBezTo>
                      <a:pt x="36" y="348"/>
                      <a:pt x="30" y="345"/>
                      <a:pt x="25" y="3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8" name="Google Shape;1868;p19"/>
              <p:cNvSpPr/>
              <p:nvPr/>
            </p:nvSpPr>
            <p:spPr>
              <a:xfrm>
                <a:off x="2965320" y="777240"/>
                <a:ext cx="41400" cy="3420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95" extrusionOk="0">
                    <a:moveTo>
                      <a:pt x="39" y="92"/>
                    </a:moveTo>
                    <a:cubicBezTo>
                      <a:pt x="34" y="89"/>
                      <a:pt x="31" y="83"/>
                      <a:pt x="31" y="77"/>
                    </a:cubicBezTo>
                    <a:cubicBezTo>
                      <a:pt x="31" y="72"/>
                      <a:pt x="32" y="66"/>
                      <a:pt x="34" y="61"/>
                    </a:cubicBezTo>
                    <a:cubicBezTo>
                      <a:pt x="35" y="59"/>
                      <a:pt x="35" y="56"/>
                      <a:pt x="35" y="54"/>
                    </a:cubicBezTo>
                    <a:cubicBezTo>
                      <a:pt x="36" y="49"/>
                      <a:pt x="36" y="45"/>
                      <a:pt x="37" y="41"/>
                    </a:cubicBezTo>
                    <a:cubicBezTo>
                      <a:pt x="37" y="39"/>
                      <a:pt x="37" y="37"/>
                      <a:pt x="36" y="34"/>
                    </a:cubicBezTo>
                    <a:cubicBezTo>
                      <a:pt x="35" y="35"/>
                      <a:pt x="34" y="35"/>
                      <a:pt x="33" y="35"/>
                    </a:cubicBezTo>
                    <a:cubicBezTo>
                      <a:pt x="30" y="36"/>
                      <a:pt x="27" y="36"/>
                      <a:pt x="24" y="36"/>
                    </a:cubicBezTo>
                    <a:cubicBezTo>
                      <a:pt x="18" y="36"/>
                      <a:pt x="13" y="35"/>
                      <a:pt x="8" y="32"/>
                    </a:cubicBezTo>
                    <a:cubicBezTo>
                      <a:pt x="3" y="29"/>
                      <a:pt x="0" y="22"/>
                      <a:pt x="2" y="15"/>
                    </a:cubicBezTo>
                    <a:cubicBezTo>
                      <a:pt x="4" y="12"/>
                      <a:pt x="6" y="9"/>
                      <a:pt x="8" y="7"/>
                    </a:cubicBezTo>
                    <a:cubicBezTo>
                      <a:pt x="11" y="5"/>
                      <a:pt x="15" y="3"/>
                      <a:pt x="19" y="2"/>
                    </a:cubicBezTo>
                    <a:cubicBezTo>
                      <a:pt x="25" y="0"/>
                      <a:pt x="33" y="0"/>
                      <a:pt x="40" y="3"/>
                    </a:cubicBezTo>
                    <a:cubicBezTo>
                      <a:pt x="47" y="6"/>
                      <a:pt x="53" y="12"/>
                      <a:pt x="56" y="20"/>
                    </a:cubicBezTo>
                    <a:cubicBezTo>
                      <a:pt x="59" y="28"/>
                      <a:pt x="59" y="37"/>
                      <a:pt x="58" y="45"/>
                    </a:cubicBezTo>
                    <a:cubicBezTo>
                      <a:pt x="58" y="50"/>
                      <a:pt x="57" y="54"/>
                      <a:pt x="56" y="58"/>
                    </a:cubicBezTo>
                    <a:cubicBezTo>
                      <a:pt x="56" y="60"/>
                      <a:pt x="56" y="62"/>
                      <a:pt x="55" y="65"/>
                    </a:cubicBezTo>
                    <a:cubicBezTo>
                      <a:pt x="55" y="67"/>
                      <a:pt x="54" y="70"/>
                      <a:pt x="53" y="72"/>
                    </a:cubicBezTo>
                    <a:cubicBezTo>
                      <a:pt x="54" y="72"/>
                      <a:pt x="55" y="72"/>
                      <a:pt x="56" y="72"/>
                    </a:cubicBezTo>
                    <a:lnTo>
                      <a:pt x="55" y="72"/>
                    </a:lnTo>
                    <a:cubicBezTo>
                      <a:pt x="59" y="71"/>
                      <a:pt x="62" y="70"/>
                      <a:pt x="65" y="69"/>
                    </a:cubicBezTo>
                    <a:cubicBezTo>
                      <a:pt x="77" y="65"/>
                      <a:pt x="87" y="59"/>
                      <a:pt x="98" y="54"/>
                    </a:cubicBezTo>
                    <a:cubicBezTo>
                      <a:pt x="103" y="52"/>
                      <a:pt x="110" y="55"/>
                      <a:pt x="112" y="59"/>
                    </a:cubicBezTo>
                    <a:cubicBezTo>
                      <a:pt x="114" y="65"/>
                      <a:pt x="112" y="70"/>
                      <a:pt x="106" y="73"/>
                    </a:cubicBezTo>
                    <a:cubicBezTo>
                      <a:pt x="101" y="76"/>
                      <a:pt x="95" y="79"/>
                      <a:pt x="89" y="82"/>
                    </a:cubicBezTo>
                    <a:cubicBezTo>
                      <a:pt x="87" y="83"/>
                      <a:pt x="84" y="84"/>
                      <a:pt x="81" y="86"/>
                    </a:cubicBezTo>
                    <a:cubicBezTo>
                      <a:pt x="77" y="87"/>
                      <a:pt x="74" y="89"/>
                      <a:pt x="70" y="90"/>
                    </a:cubicBezTo>
                    <a:cubicBezTo>
                      <a:pt x="66" y="91"/>
                      <a:pt x="62" y="93"/>
                      <a:pt x="58" y="94"/>
                    </a:cubicBezTo>
                    <a:cubicBezTo>
                      <a:pt x="56" y="94"/>
                      <a:pt x="53" y="94"/>
                      <a:pt x="50" y="94"/>
                    </a:cubicBezTo>
                    <a:cubicBezTo>
                      <a:pt x="46" y="94"/>
                      <a:pt x="43" y="94"/>
                      <a:pt x="39" y="9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>
  <p:cSld name="TITLE_AND_TWO_COLUMNS_1">
    <p:spTree>
      <p:nvGrpSpPr>
        <p:cNvPr id="1" name="Shape 20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06" name="Google Shape;2006;p22"/>
          <p:cNvSpPr/>
          <p:nvPr/>
        </p:nvSpPr>
        <p:spPr>
          <a:xfrm>
            <a:off x="-302011" y="-169892"/>
            <a:ext cx="9748023" cy="5483284"/>
          </a:xfrm>
          <a:custGeom>
            <a:avLst/>
            <a:gdLst/>
            <a:ahLst/>
            <a:cxnLst/>
            <a:rect l="l" t="t" r="r" b="b"/>
            <a:pathLst>
              <a:path w="24222" h="15750" extrusionOk="0">
                <a:moveTo>
                  <a:pt x="19" y="15749"/>
                </a:moveTo>
                <a:lnTo>
                  <a:pt x="19" y="15748"/>
                </a:lnTo>
                <a:lnTo>
                  <a:pt x="1079" y="15748"/>
                </a:lnTo>
                <a:lnTo>
                  <a:pt x="1079" y="15749"/>
                </a:lnTo>
                <a:lnTo>
                  <a:pt x="1147" y="15749"/>
                </a:lnTo>
                <a:lnTo>
                  <a:pt x="1147" y="15748"/>
                </a:lnTo>
                <a:lnTo>
                  <a:pt x="2046" y="15748"/>
                </a:lnTo>
                <a:lnTo>
                  <a:pt x="2046" y="15749"/>
                </a:lnTo>
                <a:lnTo>
                  <a:pt x="2115" y="15749"/>
                </a:lnTo>
                <a:lnTo>
                  <a:pt x="2115" y="15748"/>
                </a:lnTo>
                <a:lnTo>
                  <a:pt x="3174" y="15748"/>
                </a:lnTo>
                <a:lnTo>
                  <a:pt x="3174" y="15749"/>
                </a:lnTo>
                <a:lnTo>
                  <a:pt x="3244" y="15749"/>
                </a:lnTo>
                <a:lnTo>
                  <a:pt x="3244" y="15748"/>
                </a:lnTo>
                <a:lnTo>
                  <a:pt x="4143" y="15748"/>
                </a:lnTo>
                <a:lnTo>
                  <a:pt x="4143" y="15749"/>
                </a:lnTo>
                <a:lnTo>
                  <a:pt x="4211" y="15749"/>
                </a:lnTo>
                <a:lnTo>
                  <a:pt x="4211" y="15748"/>
                </a:lnTo>
                <a:lnTo>
                  <a:pt x="5271" y="15748"/>
                </a:lnTo>
                <a:lnTo>
                  <a:pt x="5271" y="15749"/>
                </a:lnTo>
                <a:lnTo>
                  <a:pt x="5339" y="15749"/>
                </a:lnTo>
                <a:lnTo>
                  <a:pt x="5339" y="15748"/>
                </a:lnTo>
                <a:lnTo>
                  <a:pt x="6238" y="15748"/>
                </a:lnTo>
                <a:lnTo>
                  <a:pt x="6238" y="15749"/>
                </a:lnTo>
                <a:lnTo>
                  <a:pt x="6308" y="15749"/>
                </a:lnTo>
                <a:lnTo>
                  <a:pt x="6308" y="15748"/>
                </a:lnTo>
                <a:lnTo>
                  <a:pt x="7366" y="15748"/>
                </a:lnTo>
                <a:lnTo>
                  <a:pt x="7366" y="15749"/>
                </a:lnTo>
                <a:lnTo>
                  <a:pt x="7436" y="15749"/>
                </a:lnTo>
                <a:lnTo>
                  <a:pt x="7436" y="15748"/>
                </a:lnTo>
                <a:lnTo>
                  <a:pt x="8335" y="15748"/>
                </a:lnTo>
                <a:lnTo>
                  <a:pt x="8335" y="15749"/>
                </a:lnTo>
                <a:lnTo>
                  <a:pt x="8403" y="15749"/>
                </a:lnTo>
                <a:lnTo>
                  <a:pt x="8403" y="15748"/>
                </a:lnTo>
                <a:lnTo>
                  <a:pt x="9463" y="15748"/>
                </a:lnTo>
                <a:lnTo>
                  <a:pt x="9463" y="15749"/>
                </a:lnTo>
                <a:lnTo>
                  <a:pt x="9531" y="15749"/>
                </a:lnTo>
                <a:lnTo>
                  <a:pt x="9531" y="15748"/>
                </a:lnTo>
                <a:lnTo>
                  <a:pt x="10430" y="15748"/>
                </a:lnTo>
                <a:lnTo>
                  <a:pt x="10430" y="15749"/>
                </a:lnTo>
                <a:lnTo>
                  <a:pt x="10500" y="15749"/>
                </a:lnTo>
                <a:lnTo>
                  <a:pt x="10500" y="15748"/>
                </a:lnTo>
                <a:lnTo>
                  <a:pt x="11559" y="15748"/>
                </a:lnTo>
                <a:lnTo>
                  <a:pt x="11559" y="15749"/>
                </a:lnTo>
                <a:lnTo>
                  <a:pt x="11628" y="15749"/>
                </a:lnTo>
                <a:lnTo>
                  <a:pt x="11628" y="15748"/>
                </a:lnTo>
                <a:lnTo>
                  <a:pt x="12526" y="15748"/>
                </a:lnTo>
                <a:lnTo>
                  <a:pt x="12526" y="15749"/>
                </a:lnTo>
                <a:lnTo>
                  <a:pt x="12594" y="15749"/>
                </a:lnTo>
                <a:lnTo>
                  <a:pt x="12594" y="15748"/>
                </a:lnTo>
                <a:lnTo>
                  <a:pt x="13654" y="15748"/>
                </a:lnTo>
                <a:lnTo>
                  <a:pt x="13654" y="15749"/>
                </a:lnTo>
                <a:lnTo>
                  <a:pt x="13722" y="15749"/>
                </a:lnTo>
                <a:lnTo>
                  <a:pt x="13722" y="15748"/>
                </a:lnTo>
                <a:lnTo>
                  <a:pt x="14622" y="15748"/>
                </a:lnTo>
                <a:lnTo>
                  <a:pt x="14622" y="15749"/>
                </a:lnTo>
                <a:lnTo>
                  <a:pt x="14691" y="15749"/>
                </a:lnTo>
                <a:lnTo>
                  <a:pt x="14691" y="15748"/>
                </a:lnTo>
                <a:lnTo>
                  <a:pt x="15750" y="15748"/>
                </a:lnTo>
                <a:lnTo>
                  <a:pt x="15750" y="15749"/>
                </a:lnTo>
                <a:lnTo>
                  <a:pt x="15819" y="15749"/>
                </a:lnTo>
                <a:lnTo>
                  <a:pt x="15819" y="15748"/>
                </a:lnTo>
                <a:lnTo>
                  <a:pt x="16718" y="15748"/>
                </a:lnTo>
                <a:lnTo>
                  <a:pt x="16718" y="15749"/>
                </a:lnTo>
                <a:lnTo>
                  <a:pt x="16786" y="15749"/>
                </a:lnTo>
                <a:lnTo>
                  <a:pt x="16786" y="15748"/>
                </a:lnTo>
                <a:lnTo>
                  <a:pt x="17846" y="15748"/>
                </a:lnTo>
                <a:lnTo>
                  <a:pt x="17846" y="15749"/>
                </a:lnTo>
                <a:lnTo>
                  <a:pt x="17914" y="15749"/>
                </a:lnTo>
                <a:lnTo>
                  <a:pt x="17914" y="15748"/>
                </a:lnTo>
                <a:lnTo>
                  <a:pt x="18814" y="15748"/>
                </a:lnTo>
                <a:lnTo>
                  <a:pt x="18814" y="15749"/>
                </a:lnTo>
                <a:lnTo>
                  <a:pt x="18883" y="15749"/>
                </a:lnTo>
                <a:lnTo>
                  <a:pt x="18883" y="15748"/>
                </a:lnTo>
                <a:lnTo>
                  <a:pt x="19942" y="15748"/>
                </a:lnTo>
                <a:lnTo>
                  <a:pt x="19942" y="15749"/>
                </a:lnTo>
                <a:lnTo>
                  <a:pt x="20011" y="15749"/>
                </a:lnTo>
                <a:lnTo>
                  <a:pt x="20011" y="15748"/>
                </a:lnTo>
                <a:lnTo>
                  <a:pt x="20910" y="15748"/>
                </a:lnTo>
                <a:lnTo>
                  <a:pt x="20910" y="15749"/>
                </a:lnTo>
                <a:lnTo>
                  <a:pt x="20978" y="15749"/>
                </a:lnTo>
                <a:lnTo>
                  <a:pt x="20978" y="15748"/>
                </a:lnTo>
                <a:lnTo>
                  <a:pt x="22038" y="15748"/>
                </a:lnTo>
                <a:lnTo>
                  <a:pt x="22038" y="15749"/>
                </a:lnTo>
                <a:lnTo>
                  <a:pt x="22106" y="15749"/>
                </a:lnTo>
                <a:lnTo>
                  <a:pt x="22106" y="15748"/>
                </a:lnTo>
                <a:lnTo>
                  <a:pt x="23006" y="15748"/>
                </a:lnTo>
                <a:lnTo>
                  <a:pt x="23006" y="15749"/>
                </a:lnTo>
                <a:lnTo>
                  <a:pt x="23075" y="15749"/>
                </a:lnTo>
                <a:lnTo>
                  <a:pt x="23075" y="15748"/>
                </a:lnTo>
                <a:lnTo>
                  <a:pt x="24134" y="15748"/>
                </a:lnTo>
                <a:lnTo>
                  <a:pt x="24134" y="15749"/>
                </a:lnTo>
                <a:lnTo>
                  <a:pt x="24203" y="15749"/>
                </a:lnTo>
                <a:lnTo>
                  <a:pt x="24203" y="15748"/>
                </a:lnTo>
                <a:lnTo>
                  <a:pt x="24221" y="15748"/>
                </a:lnTo>
                <a:lnTo>
                  <a:pt x="24221" y="15680"/>
                </a:lnTo>
                <a:lnTo>
                  <a:pt x="24203" y="15680"/>
                </a:lnTo>
                <a:lnTo>
                  <a:pt x="24203" y="14726"/>
                </a:lnTo>
                <a:lnTo>
                  <a:pt x="24221" y="14726"/>
                </a:lnTo>
                <a:lnTo>
                  <a:pt x="24221" y="14657"/>
                </a:lnTo>
                <a:lnTo>
                  <a:pt x="24203" y="14657"/>
                </a:lnTo>
                <a:lnTo>
                  <a:pt x="24203" y="13651"/>
                </a:lnTo>
                <a:lnTo>
                  <a:pt x="24221" y="13651"/>
                </a:lnTo>
                <a:lnTo>
                  <a:pt x="24221" y="13583"/>
                </a:lnTo>
                <a:lnTo>
                  <a:pt x="24203" y="13583"/>
                </a:lnTo>
                <a:lnTo>
                  <a:pt x="24203" y="12630"/>
                </a:lnTo>
                <a:lnTo>
                  <a:pt x="24221" y="12630"/>
                </a:lnTo>
                <a:lnTo>
                  <a:pt x="24221" y="12561"/>
                </a:lnTo>
                <a:lnTo>
                  <a:pt x="24203" y="12561"/>
                </a:lnTo>
                <a:lnTo>
                  <a:pt x="24203" y="11556"/>
                </a:lnTo>
                <a:lnTo>
                  <a:pt x="24221" y="11556"/>
                </a:lnTo>
                <a:lnTo>
                  <a:pt x="24221" y="11487"/>
                </a:lnTo>
                <a:lnTo>
                  <a:pt x="24203" y="11487"/>
                </a:lnTo>
                <a:lnTo>
                  <a:pt x="24203" y="10533"/>
                </a:lnTo>
                <a:lnTo>
                  <a:pt x="24221" y="10533"/>
                </a:lnTo>
                <a:lnTo>
                  <a:pt x="24221" y="10465"/>
                </a:lnTo>
                <a:lnTo>
                  <a:pt x="24203" y="10465"/>
                </a:lnTo>
                <a:lnTo>
                  <a:pt x="24203" y="9459"/>
                </a:lnTo>
                <a:lnTo>
                  <a:pt x="24221" y="9459"/>
                </a:lnTo>
                <a:lnTo>
                  <a:pt x="24221" y="9391"/>
                </a:lnTo>
                <a:lnTo>
                  <a:pt x="24203" y="9391"/>
                </a:lnTo>
                <a:lnTo>
                  <a:pt x="24203" y="8438"/>
                </a:lnTo>
                <a:lnTo>
                  <a:pt x="24221" y="8438"/>
                </a:lnTo>
                <a:lnTo>
                  <a:pt x="24221" y="8369"/>
                </a:lnTo>
                <a:lnTo>
                  <a:pt x="24203" y="8369"/>
                </a:lnTo>
                <a:lnTo>
                  <a:pt x="24203" y="7364"/>
                </a:lnTo>
                <a:lnTo>
                  <a:pt x="24221" y="7364"/>
                </a:lnTo>
                <a:lnTo>
                  <a:pt x="24221" y="7296"/>
                </a:lnTo>
                <a:lnTo>
                  <a:pt x="24203" y="7296"/>
                </a:lnTo>
                <a:lnTo>
                  <a:pt x="24203" y="6342"/>
                </a:lnTo>
                <a:lnTo>
                  <a:pt x="24221" y="6342"/>
                </a:lnTo>
                <a:lnTo>
                  <a:pt x="24221" y="6274"/>
                </a:lnTo>
                <a:lnTo>
                  <a:pt x="24203" y="6274"/>
                </a:lnTo>
                <a:lnTo>
                  <a:pt x="24203" y="5268"/>
                </a:lnTo>
                <a:lnTo>
                  <a:pt x="24221" y="5268"/>
                </a:lnTo>
                <a:lnTo>
                  <a:pt x="24221" y="5200"/>
                </a:lnTo>
                <a:lnTo>
                  <a:pt x="24203" y="5200"/>
                </a:lnTo>
                <a:lnTo>
                  <a:pt x="24203" y="4247"/>
                </a:lnTo>
                <a:lnTo>
                  <a:pt x="24221" y="4247"/>
                </a:lnTo>
                <a:lnTo>
                  <a:pt x="24221" y="4178"/>
                </a:lnTo>
                <a:lnTo>
                  <a:pt x="24203" y="4178"/>
                </a:lnTo>
                <a:lnTo>
                  <a:pt x="24203" y="3172"/>
                </a:lnTo>
                <a:lnTo>
                  <a:pt x="24221" y="3172"/>
                </a:lnTo>
                <a:lnTo>
                  <a:pt x="24221" y="3104"/>
                </a:lnTo>
                <a:lnTo>
                  <a:pt x="24203" y="3104"/>
                </a:lnTo>
                <a:lnTo>
                  <a:pt x="24203" y="2150"/>
                </a:lnTo>
                <a:lnTo>
                  <a:pt x="24221" y="2150"/>
                </a:lnTo>
                <a:lnTo>
                  <a:pt x="24221" y="2082"/>
                </a:lnTo>
                <a:lnTo>
                  <a:pt x="24203" y="2082"/>
                </a:lnTo>
                <a:lnTo>
                  <a:pt x="24203" y="1076"/>
                </a:lnTo>
                <a:lnTo>
                  <a:pt x="24221" y="1076"/>
                </a:lnTo>
                <a:lnTo>
                  <a:pt x="24221" y="1007"/>
                </a:lnTo>
                <a:lnTo>
                  <a:pt x="24203" y="1007"/>
                </a:lnTo>
                <a:lnTo>
                  <a:pt x="24203" y="55"/>
                </a:lnTo>
                <a:lnTo>
                  <a:pt x="24221" y="55"/>
                </a:lnTo>
                <a:lnTo>
                  <a:pt x="24221" y="0"/>
                </a:lnTo>
                <a:lnTo>
                  <a:pt x="0" y="0"/>
                </a:lnTo>
                <a:lnTo>
                  <a:pt x="0" y="15749"/>
                </a:lnTo>
                <a:lnTo>
                  <a:pt x="19" y="15749"/>
                </a:lnTo>
                <a:moveTo>
                  <a:pt x="23075" y="55"/>
                </a:moveTo>
                <a:lnTo>
                  <a:pt x="24134" y="55"/>
                </a:lnTo>
                <a:lnTo>
                  <a:pt x="24134" y="1007"/>
                </a:lnTo>
                <a:lnTo>
                  <a:pt x="23075" y="1007"/>
                </a:lnTo>
                <a:lnTo>
                  <a:pt x="23075" y="55"/>
                </a:lnTo>
                <a:moveTo>
                  <a:pt x="23075" y="1076"/>
                </a:moveTo>
                <a:lnTo>
                  <a:pt x="24134" y="1076"/>
                </a:lnTo>
                <a:lnTo>
                  <a:pt x="24134" y="2082"/>
                </a:lnTo>
                <a:lnTo>
                  <a:pt x="23075" y="2082"/>
                </a:lnTo>
                <a:lnTo>
                  <a:pt x="23075" y="1076"/>
                </a:lnTo>
                <a:moveTo>
                  <a:pt x="23075" y="2150"/>
                </a:moveTo>
                <a:lnTo>
                  <a:pt x="24134" y="2150"/>
                </a:lnTo>
                <a:lnTo>
                  <a:pt x="24134" y="3104"/>
                </a:lnTo>
                <a:lnTo>
                  <a:pt x="23075" y="3104"/>
                </a:lnTo>
                <a:lnTo>
                  <a:pt x="23075" y="2150"/>
                </a:lnTo>
                <a:moveTo>
                  <a:pt x="23075" y="3172"/>
                </a:moveTo>
                <a:lnTo>
                  <a:pt x="24134" y="3172"/>
                </a:lnTo>
                <a:lnTo>
                  <a:pt x="24134" y="4178"/>
                </a:lnTo>
                <a:lnTo>
                  <a:pt x="23075" y="4178"/>
                </a:lnTo>
                <a:lnTo>
                  <a:pt x="23075" y="3172"/>
                </a:lnTo>
                <a:moveTo>
                  <a:pt x="23075" y="4247"/>
                </a:moveTo>
                <a:lnTo>
                  <a:pt x="24134" y="4247"/>
                </a:lnTo>
                <a:lnTo>
                  <a:pt x="24134" y="5200"/>
                </a:lnTo>
                <a:lnTo>
                  <a:pt x="23075" y="5200"/>
                </a:lnTo>
                <a:lnTo>
                  <a:pt x="23075" y="4247"/>
                </a:lnTo>
                <a:moveTo>
                  <a:pt x="23075" y="5268"/>
                </a:moveTo>
                <a:lnTo>
                  <a:pt x="24134" y="5268"/>
                </a:lnTo>
                <a:lnTo>
                  <a:pt x="24134" y="6274"/>
                </a:lnTo>
                <a:lnTo>
                  <a:pt x="23075" y="6274"/>
                </a:lnTo>
                <a:lnTo>
                  <a:pt x="23075" y="5268"/>
                </a:lnTo>
                <a:moveTo>
                  <a:pt x="23075" y="6342"/>
                </a:moveTo>
                <a:lnTo>
                  <a:pt x="24134" y="6342"/>
                </a:lnTo>
                <a:lnTo>
                  <a:pt x="24134" y="7296"/>
                </a:lnTo>
                <a:lnTo>
                  <a:pt x="23075" y="7296"/>
                </a:lnTo>
                <a:lnTo>
                  <a:pt x="23075" y="6342"/>
                </a:lnTo>
                <a:moveTo>
                  <a:pt x="23075" y="7364"/>
                </a:moveTo>
                <a:lnTo>
                  <a:pt x="24134" y="7364"/>
                </a:lnTo>
                <a:lnTo>
                  <a:pt x="24134" y="8369"/>
                </a:lnTo>
                <a:lnTo>
                  <a:pt x="23075" y="8369"/>
                </a:lnTo>
                <a:lnTo>
                  <a:pt x="23075" y="7364"/>
                </a:lnTo>
                <a:moveTo>
                  <a:pt x="23075" y="8438"/>
                </a:moveTo>
                <a:lnTo>
                  <a:pt x="24134" y="8438"/>
                </a:lnTo>
                <a:lnTo>
                  <a:pt x="24134" y="9391"/>
                </a:lnTo>
                <a:lnTo>
                  <a:pt x="23075" y="9391"/>
                </a:lnTo>
                <a:lnTo>
                  <a:pt x="23075" y="8438"/>
                </a:lnTo>
                <a:moveTo>
                  <a:pt x="23075" y="9459"/>
                </a:moveTo>
                <a:lnTo>
                  <a:pt x="24134" y="9459"/>
                </a:lnTo>
                <a:lnTo>
                  <a:pt x="24134" y="10465"/>
                </a:lnTo>
                <a:lnTo>
                  <a:pt x="23075" y="10465"/>
                </a:lnTo>
                <a:lnTo>
                  <a:pt x="23075" y="9459"/>
                </a:lnTo>
                <a:moveTo>
                  <a:pt x="23075" y="10533"/>
                </a:moveTo>
                <a:lnTo>
                  <a:pt x="24134" y="10533"/>
                </a:lnTo>
                <a:lnTo>
                  <a:pt x="24134" y="11487"/>
                </a:lnTo>
                <a:lnTo>
                  <a:pt x="23075" y="11487"/>
                </a:lnTo>
                <a:lnTo>
                  <a:pt x="23075" y="10533"/>
                </a:lnTo>
                <a:moveTo>
                  <a:pt x="23075" y="11556"/>
                </a:moveTo>
                <a:lnTo>
                  <a:pt x="24134" y="11556"/>
                </a:lnTo>
                <a:lnTo>
                  <a:pt x="24134" y="12561"/>
                </a:lnTo>
                <a:lnTo>
                  <a:pt x="23075" y="12561"/>
                </a:lnTo>
                <a:lnTo>
                  <a:pt x="23075" y="11556"/>
                </a:lnTo>
                <a:moveTo>
                  <a:pt x="23075" y="12630"/>
                </a:moveTo>
                <a:lnTo>
                  <a:pt x="24134" y="12630"/>
                </a:lnTo>
                <a:lnTo>
                  <a:pt x="24134" y="13583"/>
                </a:lnTo>
                <a:lnTo>
                  <a:pt x="23075" y="13583"/>
                </a:lnTo>
                <a:lnTo>
                  <a:pt x="23075" y="12630"/>
                </a:lnTo>
                <a:moveTo>
                  <a:pt x="23075" y="13651"/>
                </a:moveTo>
                <a:lnTo>
                  <a:pt x="24134" y="13651"/>
                </a:lnTo>
                <a:lnTo>
                  <a:pt x="24134" y="14657"/>
                </a:lnTo>
                <a:lnTo>
                  <a:pt x="23075" y="14657"/>
                </a:lnTo>
                <a:lnTo>
                  <a:pt x="23075" y="13651"/>
                </a:lnTo>
                <a:moveTo>
                  <a:pt x="23075" y="14726"/>
                </a:moveTo>
                <a:lnTo>
                  <a:pt x="24134" y="14726"/>
                </a:lnTo>
                <a:lnTo>
                  <a:pt x="24134" y="15680"/>
                </a:lnTo>
                <a:lnTo>
                  <a:pt x="23075" y="15680"/>
                </a:lnTo>
                <a:lnTo>
                  <a:pt x="23075" y="14726"/>
                </a:lnTo>
                <a:moveTo>
                  <a:pt x="22106" y="55"/>
                </a:moveTo>
                <a:lnTo>
                  <a:pt x="23006" y="55"/>
                </a:lnTo>
                <a:lnTo>
                  <a:pt x="23006" y="1007"/>
                </a:lnTo>
                <a:lnTo>
                  <a:pt x="22106" y="1007"/>
                </a:lnTo>
                <a:lnTo>
                  <a:pt x="22106" y="55"/>
                </a:lnTo>
                <a:moveTo>
                  <a:pt x="22106" y="1076"/>
                </a:moveTo>
                <a:lnTo>
                  <a:pt x="23006" y="1076"/>
                </a:lnTo>
                <a:lnTo>
                  <a:pt x="23006" y="2082"/>
                </a:lnTo>
                <a:lnTo>
                  <a:pt x="22106" y="2082"/>
                </a:lnTo>
                <a:lnTo>
                  <a:pt x="22106" y="1076"/>
                </a:lnTo>
                <a:moveTo>
                  <a:pt x="22106" y="2150"/>
                </a:moveTo>
                <a:lnTo>
                  <a:pt x="23006" y="2150"/>
                </a:lnTo>
                <a:lnTo>
                  <a:pt x="23006" y="3104"/>
                </a:lnTo>
                <a:lnTo>
                  <a:pt x="22106" y="3104"/>
                </a:lnTo>
                <a:lnTo>
                  <a:pt x="22106" y="2150"/>
                </a:lnTo>
                <a:moveTo>
                  <a:pt x="22106" y="3172"/>
                </a:moveTo>
                <a:lnTo>
                  <a:pt x="23006" y="3172"/>
                </a:lnTo>
                <a:lnTo>
                  <a:pt x="23006" y="4178"/>
                </a:lnTo>
                <a:lnTo>
                  <a:pt x="22106" y="4178"/>
                </a:lnTo>
                <a:lnTo>
                  <a:pt x="22106" y="3172"/>
                </a:lnTo>
                <a:moveTo>
                  <a:pt x="22106" y="4247"/>
                </a:moveTo>
                <a:lnTo>
                  <a:pt x="23006" y="4247"/>
                </a:lnTo>
                <a:lnTo>
                  <a:pt x="23006" y="5200"/>
                </a:lnTo>
                <a:lnTo>
                  <a:pt x="22106" y="5200"/>
                </a:lnTo>
                <a:lnTo>
                  <a:pt x="22106" y="4247"/>
                </a:lnTo>
                <a:moveTo>
                  <a:pt x="22106" y="5268"/>
                </a:moveTo>
                <a:lnTo>
                  <a:pt x="23006" y="5268"/>
                </a:lnTo>
                <a:lnTo>
                  <a:pt x="23006" y="6274"/>
                </a:lnTo>
                <a:lnTo>
                  <a:pt x="22106" y="6274"/>
                </a:lnTo>
                <a:lnTo>
                  <a:pt x="22106" y="5268"/>
                </a:lnTo>
                <a:moveTo>
                  <a:pt x="22106" y="6342"/>
                </a:moveTo>
                <a:lnTo>
                  <a:pt x="23006" y="6342"/>
                </a:lnTo>
                <a:lnTo>
                  <a:pt x="23006" y="7296"/>
                </a:lnTo>
                <a:lnTo>
                  <a:pt x="22106" y="7296"/>
                </a:lnTo>
                <a:lnTo>
                  <a:pt x="22106" y="6342"/>
                </a:lnTo>
                <a:moveTo>
                  <a:pt x="22106" y="7364"/>
                </a:moveTo>
                <a:lnTo>
                  <a:pt x="23006" y="7364"/>
                </a:lnTo>
                <a:lnTo>
                  <a:pt x="23006" y="8369"/>
                </a:lnTo>
                <a:lnTo>
                  <a:pt x="22106" y="8369"/>
                </a:lnTo>
                <a:lnTo>
                  <a:pt x="22106" y="7364"/>
                </a:lnTo>
                <a:moveTo>
                  <a:pt x="22106" y="8438"/>
                </a:moveTo>
                <a:lnTo>
                  <a:pt x="23006" y="8438"/>
                </a:lnTo>
                <a:lnTo>
                  <a:pt x="23006" y="9391"/>
                </a:lnTo>
                <a:lnTo>
                  <a:pt x="22106" y="9391"/>
                </a:lnTo>
                <a:lnTo>
                  <a:pt x="22106" y="8438"/>
                </a:lnTo>
                <a:moveTo>
                  <a:pt x="22106" y="9459"/>
                </a:moveTo>
                <a:lnTo>
                  <a:pt x="23006" y="9459"/>
                </a:lnTo>
                <a:lnTo>
                  <a:pt x="23006" y="10465"/>
                </a:lnTo>
                <a:lnTo>
                  <a:pt x="22106" y="10465"/>
                </a:lnTo>
                <a:lnTo>
                  <a:pt x="22106" y="9459"/>
                </a:lnTo>
                <a:moveTo>
                  <a:pt x="22106" y="10533"/>
                </a:moveTo>
                <a:lnTo>
                  <a:pt x="23006" y="10533"/>
                </a:lnTo>
                <a:lnTo>
                  <a:pt x="23006" y="11487"/>
                </a:lnTo>
                <a:lnTo>
                  <a:pt x="22106" y="11487"/>
                </a:lnTo>
                <a:lnTo>
                  <a:pt x="22106" y="10533"/>
                </a:lnTo>
                <a:moveTo>
                  <a:pt x="22106" y="11556"/>
                </a:moveTo>
                <a:lnTo>
                  <a:pt x="23006" y="11556"/>
                </a:lnTo>
                <a:lnTo>
                  <a:pt x="23006" y="12561"/>
                </a:lnTo>
                <a:lnTo>
                  <a:pt x="22106" y="12561"/>
                </a:lnTo>
                <a:lnTo>
                  <a:pt x="22106" y="11556"/>
                </a:lnTo>
                <a:moveTo>
                  <a:pt x="22106" y="12630"/>
                </a:moveTo>
                <a:lnTo>
                  <a:pt x="23006" y="12630"/>
                </a:lnTo>
                <a:lnTo>
                  <a:pt x="23006" y="13583"/>
                </a:lnTo>
                <a:lnTo>
                  <a:pt x="22106" y="13583"/>
                </a:lnTo>
                <a:lnTo>
                  <a:pt x="22106" y="12630"/>
                </a:lnTo>
                <a:moveTo>
                  <a:pt x="22106" y="13651"/>
                </a:moveTo>
                <a:lnTo>
                  <a:pt x="23006" y="13651"/>
                </a:lnTo>
                <a:lnTo>
                  <a:pt x="23006" y="14657"/>
                </a:lnTo>
                <a:lnTo>
                  <a:pt x="22106" y="14657"/>
                </a:lnTo>
                <a:lnTo>
                  <a:pt x="22106" y="13651"/>
                </a:lnTo>
                <a:moveTo>
                  <a:pt x="22106" y="14726"/>
                </a:moveTo>
                <a:lnTo>
                  <a:pt x="23006" y="14726"/>
                </a:lnTo>
                <a:lnTo>
                  <a:pt x="23006" y="15680"/>
                </a:lnTo>
                <a:lnTo>
                  <a:pt x="22106" y="15680"/>
                </a:lnTo>
                <a:lnTo>
                  <a:pt x="22106" y="14726"/>
                </a:lnTo>
                <a:moveTo>
                  <a:pt x="20978" y="55"/>
                </a:moveTo>
                <a:lnTo>
                  <a:pt x="22038" y="55"/>
                </a:lnTo>
                <a:lnTo>
                  <a:pt x="22038" y="1007"/>
                </a:lnTo>
                <a:lnTo>
                  <a:pt x="20978" y="1007"/>
                </a:lnTo>
                <a:lnTo>
                  <a:pt x="20978" y="55"/>
                </a:lnTo>
                <a:moveTo>
                  <a:pt x="20978" y="1076"/>
                </a:moveTo>
                <a:lnTo>
                  <a:pt x="22038" y="1076"/>
                </a:lnTo>
                <a:lnTo>
                  <a:pt x="22038" y="2082"/>
                </a:lnTo>
                <a:lnTo>
                  <a:pt x="20978" y="2082"/>
                </a:lnTo>
                <a:lnTo>
                  <a:pt x="20978" y="1076"/>
                </a:lnTo>
                <a:moveTo>
                  <a:pt x="20978" y="2150"/>
                </a:moveTo>
                <a:lnTo>
                  <a:pt x="22038" y="2150"/>
                </a:lnTo>
                <a:lnTo>
                  <a:pt x="22038" y="3104"/>
                </a:lnTo>
                <a:lnTo>
                  <a:pt x="20978" y="3104"/>
                </a:lnTo>
                <a:lnTo>
                  <a:pt x="20978" y="2150"/>
                </a:lnTo>
                <a:moveTo>
                  <a:pt x="20978" y="3172"/>
                </a:moveTo>
                <a:lnTo>
                  <a:pt x="22038" y="3172"/>
                </a:lnTo>
                <a:lnTo>
                  <a:pt x="22038" y="4178"/>
                </a:lnTo>
                <a:lnTo>
                  <a:pt x="20978" y="4178"/>
                </a:lnTo>
                <a:lnTo>
                  <a:pt x="20978" y="3172"/>
                </a:lnTo>
                <a:moveTo>
                  <a:pt x="20978" y="4247"/>
                </a:moveTo>
                <a:lnTo>
                  <a:pt x="22038" y="4247"/>
                </a:lnTo>
                <a:lnTo>
                  <a:pt x="22038" y="5200"/>
                </a:lnTo>
                <a:lnTo>
                  <a:pt x="20978" y="5200"/>
                </a:lnTo>
                <a:lnTo>
                  <a:pt x="20978" y="4247"/>
                </a:lnTo>
                <a:moveTo>
                  <a:pt x="20978" y="5268"/>
                </a:moveTo>
                <a:lnTo>
                  <a:pt x="22038" y="5268"/>
                </a:lnTo>
                <a:lnTo>
                  <a:pt x="22038" y="6274"/>
                </a:lnTo>
                <a:lnTo>
                  <a:pt x="20978" y="6274"/>
                </a:lnTo>
                <a:lnTo>
                  <a:pt x="20978" y="5268"/>
                </a:lnTo>
                <a:moveTo>
                  <a:pt x="20978" y="6342"/>
                </a:moveTo>
                <a:lnTo>
                  <a:pt x="22038" y="6342"/>
                </a:lnTo>
                <a:lnTo>
                  <a:pt x="22038" y="7296"/>
                </a:lnTo>
                <a:lnTo>
                  <a:pt x="20978" y="7296"/>
                </a:lnTo>
                <a:lnTo>
                  <a:pt x="20978" y="6342"/>
                </a:lnTo>
                <a:moveTo>
                  <a:pt x="20978" y="7364"/>
                </a:moveTo>
                <a:lnTo>
                  <a:pt x="22038" y="7364"/>
                </a:lnTo>
                <a:lnTo>
                  <a:pt x="22038" y="8369"/>
                </a:lnTo>
                <a:lnTo>
                  <a:pt x="20978" y="8369"/>
                </a:lnTo>
                <a:lnTo>
                  <a:pt x="20978" y="7364"/>
                </a:lnTo>
                <a:moveTo>
                  <a:pt x="20978" y="8438"/>
                </a:moveTo>
                <a:lnTo>
                  <a:pt x="22038" y="8438"/>
                </a:lnTo>
                <a:lnTo>
                  <a:pt x="22038" y="9391"/>
                </a:lnTo>
                <a:lnTo>
                  <a:pt x="20978" y="9391"/>
                </a:lnTo>
                <a:lnTo>
                  <a:pt x="20978" y="8438"/>
                </a:lnTo>
                <a:moveTo>
                  <a:pt x="20978" y="9459"/>
                </a:moveTo>
                <a:lnTo>
                  <a:pt x="22038" y="9459"/>
                </a:lnTo>
                <a:lnTo>
                  <a:pt x="22038" y="10465"/>
                </a:lnTo>
                <a:lnTo>
                  <a:pt x="20978" y="10465"/>
                </a:lnTo>
                <a:lnTo>
                  <a:pt x="20978" y="9459"/>
                </a:lnTo>
                <a:moveTo>
                  <a:pt x="20978" y="10533"/>
                </a:moveTo>
                <a:lnTo>
                  <a:pt x="22038" y="10533"/>
                </a:lnTo>
                <a:lnTo>
                  <a:pt x="22038" y="11487"/>
                </a:lnTo>
                <a:lnTo>
                  <a:pt x="20978" y="11487"/>
                </a:lnTo>
                <a:lnTo>
                  <a:pt x="20978" y="10533"/>
                </a:lnTo>
                <a:moveTo>
                  <a:pt x="20978" y="11556"/>
                </a:moveTo>
                <a:lnTo>
                  <a:pt x="22038" y="11556"/>
                </a:lnTo>
                <a:lnTo>
                  <a:pt x="22038" y="12561"/>
                </a:lnTo>
                <a:lnTo>
                  <a:pt x="20978" y="12561"/>
                </a:lnTo>
                <a:lnTo>
                  <a:pt x="20978" y="11556"/>
                </a:lnTo>
                <a:moveTo>
                  <a:pt x="20978" y="12630"/>
                </a:moveTo>
                <a:lnTo>
                  <a:pt x="22038" y="12630"/>
                </a:lnTo>
                <a:lnTo>
                  <a:pt x="22038" y="13583"/>
                </a:lnTo>
                <a:lnTo>
                  <a:pt x="20978" y="13583"/>
                </a:lnTo>
                <a:lnTo>
                  <a:pt x="20978" y="12630"/>
                </a:lnTo>
                <a:moveTo>
                  <a:pt x="20978" y="13651"/>
                </a:moveTo>
                <a:lnTo>
                  <a:pt x="22038" y="13651"/>
                </a:lnTo>
                <a:lnTo>
                  <a:pt x="22038" y="14657"/>
                </a:lnTo>
                <a:lnTo>
                  <a:pt x="20978" y="14657"/>
                </a:lnTo>
                <a:lnTo>
                  <a:pt x="20978" y="13651"/>
                </a:lnTo>
                <a:moveTo>
                  <a:pt x="20978" y="14726"/>
                </a:moveTo>
                <a:lnTo>
                  <a:pt x="22038" y="14726"/>
                </a:lnTo>
                <a:lnTo>
                  <a:pt x="22038" y="15680"/>
                </a:lnTo>
                <a:lnTo>
                  <a:pt x="20978" y="15680"/>
                </a:lnTo>
                <a:lnTo>
                  <a:pt x="20978" y="14726"/>
                </a:lnTo>
                <a:moveTo>
                  <a:pt x="20011" y="55"/>
                </a:moveTo>
                <a:lnTo>
                  <a:pt x="20910" y="55"/>
                </a:lnTo>
                <a:lnTo>
                  <a:pt x="20910" y="1007"/>
                </a:lnTo>
                <a:lnTo>
                  <a:pt x="20011" y="1007"/>
                </a:lnTo>
                <a:lnTo>
                  <a:pt x="20011" y="55"/>
                </a:lnTo>
                <a:moveTo>
                  <a:pt x="20011" y="1076"/>
                </a:moveTo>
                <a:lnTo>
                  <a:pt x="20910" y="1076"/>
                </a:lnTo>
                <a:lnTo>
                  <a:pt x="20910" y="2082"/>
                </a:lnTo>
                <a:lnTo>
                  <a:pt x="20011" y="2082"/>
                </a:lnTo>
                <a:lnTo>
                  <a:pt x="20011" y="1076"/>
                </a:lnTo>
                <a:moveTo>
                  <a:pt x="20011" y="2150"/>
                </a:moveTo>
                <a:lnTo>
                  <a:pt x="20910" y="2150"/>
                </a:lnTo>
                <a:lnTo>
                  <a:pt x="20910" y="3104"/>
                </a:lnTo>
                <a:lnTo>
                  <a:pt x="20011" y="3104"/>
                </a:lnTo>
                <a:lnTo>
                  <a:pt x="20011" y="2150"/>
                </a:lnTo>
                <a:moveTo>
                  <a:pt x="20011" y="3172"/>
                </a:moveTo>
                <a:lnTo>
                  <a:pt x="20910" y="3172"/>
                </a:lnTo>
                <a:lnTo>
                  <a:pt x="20910" y="4178"/>
                </a:lnTo>
                <a:lnTo>
                  <a:pt x="20011" y="4178"/>
                </a:lnTo>
                <a:lnTo>
                  <a:pt x="20011" y="3172"/>
                </a:lnTo>
                <a:moveTo>
                  <a:pt x="20011" y="4247"/>
                </a:moveTo>
                <a:lnTo>
                  <a:pt x="20910" y="4247"/>
                </a:lnTo>
                <a:lnTo>
                  <a:pt x="20910" y="5200"/>
                </a:lnTo>
                <a:lnTo>
                  <a:pt x="20011" y="5200"/>
                </a:lnTo>
                <a:lnTo>
                  <a:pt x="20011" y="4247"/>
                </a:lnTo>
                <a:moveTo>
                  <a:pt x="20011" y="5268"/>
                </a:moveTo>
                <a:lnTo>
                  <a:pt x="20910" y="5268"/>
                </a:lnTo>
                <a:lnTo>
                  <a:pt x="20910" y="6274"/>
                </a:lnTo>
                <a:lnTo>
                  <a:pt x="20011" y="6274"/>
                </a:lnTo>
                <a:lnTo>
                  <a:pt x="20011" y="5268"/>
                </a:lnTo>
                <a:moveTo>
                  <a:pt x="20011" y="6342"/>
                </a:moveTo>
                <a:lnTo>
                  <a:pt x="20910" y="6342"/>
                </a:lnTo>
                <a:lnTo>
                  <a:pt x="20910" y="7296"/>
                </a:lnTo>
                <a:lnTo>
                  <a:pt x="20011" y="7296"/>
                </a:lnTo>
                <a:lnTo>
                  <a:pt x="20011" y="6342"/>
                </a:lnTo>
                <a:moveTo>
                  <a:pt x="20011" y="7364"/>
                </a:moveTo>
                <a:lnTo>
                  <a:pt x="20910" y="7364"/>
                </a:lnTo>
                <a:lnTo>
                  <a:pt x="20910" y="8369"/>
                </a:lnTo>
                <a:lnTo>
                  <a:pt x="20011" y="8369"/>
                </a:lnTo>
                <a:lnTo>
                  <a:pt x="20011" y="7364"/>
                </a:lnTo>
                <a:moveTo>
                  <a:pt x="20011" y="8438"/>
                </a:moveTo>
                <a:lnTo>
                  <a:pt x="20910" y="8438"/>
                </a:lnTo>
                <a:lnTo>
                  <a:pt x="20910" y="9391"/>
                </a:lnTo>
                <a:lnTo>
                  <a:pt x="20011" y="9391"/>
                </a:lnTo>
                <a:lnTo>
                  <a:pt x="20011" y="8438"/>
                </a:lnTo>
                <a:moveTo>
                  <a:pt x="20011" y="9459"/>
                </a:moveTo>
                <a:lnTo>
                  <a:pt x="20910" y="9459"/>
                </a:lnTo>
                <a:lnTo>
                  <a:pt x="20910" y="10465"/>
                </a:lnTo>
                <a:lnTo>
                  <a:pt x="20011" y="10465"/>
                </a:lnTo>
                <a:lnTo>
                  <a:pt x="20011" y="9459"/>
                </a:lnTo>
                <a:moveTo>
                  <a:pt x="20011" y="10533"/>
                </a:moveTo>
                <a:lnTo>
                  <a:pt x="20910" y="10533"/>
                </a:lnTo>
                <a:lnTo>
                  <a:pt x="20910" y="11487"/>
                </a:lnTo>
                <a:lnTo>
                  <a:pt x="20011" y="11487"/>
                </a:lnTo>
                <a:lnTo>
                  <a:pt x="20011" y="10533"/>
                </a:lnTo>
                <a:moveTo>
                  <a:pt x="20011" y="11556"/>
                </a:moveTo>
                <a:lnTo>
                  <a:pt x="20910" y="11556"/>
                </a:lnTo>
                <a:lnTo>
                  <a:pt x="20910" y="12561"/>
                </a:lnTo>
                <a:lnTo>
                  <a:pt x="20011" y="12561"/>
                </a:lnTo>
                <a:lnTo>
                  <a:pt x="20011" y="11556"/>
                </a:lnTo>
                <a:moveTo>
                  <a:pt x="20011" y="12630"/>
                </a:moveTo>
                <a:lnTo>
                  <a:pt x="20910" y="12630"/>
                </a:lnTo>
                <a:lnTo>
                  <a:pt x="20910" y="13583"/>
                </a:lnTo>
                <a:lnTo>
                  <a:pt x="20011" y="13583"/>
                </a:lnTo>
                <a:lnTo>
                  <a:pt x="20011" y="12630"/>
                </a:lnTo>
                <a:moveTo>
                  <a:pt x="20011" y="13651"/>
                </a:moveTo>
                <a:lnTo>
                  <a:pt x="20910" y="13651"/>
                </a:lnTo>
                <a:lnTo>
                  <a:pt x="20910" y="14657"/>
                </a:lnTo>
                <a:lnTo>
                  <a:pt x="20011" y="14657"/>
                </a:lnTo>
                <a:lnTo>
                  <a:pt x="20011" y="13651"/>
                </a:lnTo>
                <a:moveTo>
                  <a:pt x="20011" y="14726"/>
                </a:moveTo>
                <a:lnTo>
                  <a:pt x="20910" y="14726"/>
                </a:lnTo>
                <a:lnTo>
                  <a:pt x="20910" y="15680"/>
                </a:lnTo>
                <a:lnTo>
                  <a:pt x="20011" y="15680"/>
                </a:lnTo>
                <a:lnTo>
                  <a:pt x="20011" y="14726"/>
                </a:lnTo>
                <a:moveTo>
                  <a:pt x="18883" y="55"/>
                </a:moveTo>
                <a:lnTo>
                  <a:pt x="19942" y="55"/>
                </a:lnTo>
                <a:lnTo>
                  <a:pt x="19942" y="1007"/>
                </a:lnTo>
                <a:lnTo>
                  <a:pt x="18883" y="1007"/>
                </a:lnTo>
                <a:lnTo>
                  <a:pt x="18883" y="55"/>
                </a:lnTo>
                <a:moveTo>
                  <a:pt x="18883" y="1076"/>
                </a:moveTo>
                <a:lnTo>
                  <a:pt x="19942" y="1076"/>
                </a:lnTo>
                <a:lnTo>
                  <a:pt x="19942" y="2082"/>
                </a:lnTo>
                <a:lnTo>
                  <a:pt x="18883" y="2082"/>
                </a:lnTo>
                <a:lnTo>
                  <a:pt x="18883" y="1076"/>
                </a:lnTo>
                <a:moveTo>
                  <a:pt x="18883" y="2150"/>
                </a:moveTo>
                <a:lnTo>
                  <a:pt x="19942" y="2150"/>
                </a:lnTo>
                <a:lnTo>
                  <a:pt x="19942" y="3104"/>
                </a:lnTo>
                <a:lnTo>
                  <a:pt x="18883" y="3104"/>
                </a:lnTo>
                <a:lnTo>
                  <a:pt x="18883" y="2150"/>
                </a:lnTo>
                <a:moveTo>
                  <a:pt x="18883" y="3172"/>
                </a:moveTo>
                <a:lnTo>
                  <a:pt x="19942" y="3172"/>
                </a:lnTo>
                <a:lnTo>
                  <a:pt x="19942" y="4178"/>
                </a:lnTo>
                <a:lnTo>
                  <a:pt x="18883" y="4178"/>
                </a:lnTo>
                <a:lnTo>
                  <a:pt x="18883" y="3172"/>
                </a:lnTo>
                <a:moveTo>
                  <a:pt x="18883" y="4247"/>
                </a:moveTo>
                <a:lnTo>
                  <a:pt x="19942" y="4247"/>
                </a:lnTo>
                <a:lnTo>
                  <a:pt x="19942" y="5200"/>
                </a:lnTo>
                <a:lnTo>
                  <a:pt x="18883" y="5200"/>
                </a:lnTo>
                <a:lnTo>
                  <a:pt x="18883" y="4247"/>
                </a:lnTo>
                <a:moveTo>
                  <a:pt x="18883" y="5268"/>
                </a:moveTo>
                <a:lnTo>
                  <a:pt x="19942" y="5268"/>
                </a:lnTo>
                <a:lnTo>
                  <a:pt x="19942" y="6274"/>
                </a:lnTo>
                <a:lnTo>
                  <a:pt x="18883" y="6274"/>
                </a:lnTo>
                <a:lnTo>
                  <a:pt x="18883" y="5268"/>
                </a:lnTo>
                <a:moveTo>
                  <a:pt x="18883" y="6342"/>
                </a:moveTo>
                <a:lnTo>
                  <a:pt x="19942" y="6342"/>
                </a:lnTo>
                <a:lnTo>
                  <a:pt x="19942" y="7296"/>
                </a:lnTo>
                <a:lnTo>
                  <a:pt x="18883" y="7296"/>
                </a:lnTo>
                <a:lnTo>
                  <a:pt x="18883" y="6342"/>
                </a:lnTo>
                <a:moveTo>
                  <a:pt x="18883" y="7364"/>
                </a:moveTo>
                <a:lnTo>
                  <a:pt x="19942" y="7364"/>
                </a:lnTo>
                <a:lnTo>
                  <a:pt x="19942" y="8369"/>
                </a:lnTo>
                <a:lnTo>
                  <a:pt x="18883" y="8369"/>
                </a:lnTo>
                <a:lnTo>
                  <a:pt x="18883" y="7364"/>
                </a:lnTo>
                <a:moveTo>
                  <a:pt x="18883" y="8438"/>
                </a:moveTo>
                <a:lnTo>
                  <a:pt x="19942" y="8438"/>
                </a:lnTo>
                <a:lnTo>
                  <a:pt x="19942" y="9391"/>
                </a:lnTo>
                <a:lnTo>
                  <a:pt x="18883" y="9391"/>
                </a:lnTo>
                <a:lnTo>
                  <a:pt x="18883" y="8438"/>
                </a:lnTo>
                <a:moveTo>
                  <a:pt x="18883" y="9459"/>
                </a:moveTo>
                <a:lnTo>
                  <a:pt x="19942" y="9459"/>
                </a:lnTo>
                <a:lnTo>
                  <a:pt x="19942" y="10465"/>
                </a:lnTo>
                <a:lnTo>
                  <a:pt x="18883" y="10465"/>
                </a:lnTo>
                <a:lnTo>
                  <a:pt x="18883" y="9459"/>
                </a:lnTo>
                <a:moveTo>
                  <a:pt x="18883" y="10533"/>
                </a:moveTo>
                <a:lnTo>
                  <a:pt x="19942" y="10533"/>
                </a:lnTo>
                <a:lnTo>
                  <a:pt x="19942" y="11487"/>
                </a:lnTo>
                <a:lnTo>
                  <a:pt x="18883" y="11487"/>
                </a:lnTo>
                <a:lnTo>
                  <a:pt x="18883" y="10533"/>
                </a:lnTo>
                <a:moveTo>
                  <a:pt x="18883" y="11556"/>
                </a:moveTo>
                <a:lnTo>
                  <a:pt x="19942" y="11556"/>
                </a:lnTo>
                <a:lnTo>
                  <a:pt x="19942" y="12561"/>
                </a:lnTo>
                <a:lnTo>
                  <a:pt x="18883" y="12561"/>
                </a:lnTo>
                <a:lnTo>
                  <a:pt x="18883" y="11556"/>
                </a:lnTo>
                <a:moveTo>
                  <a:pt x="18883" y="12630"/>
                </a:moveTo>
                <a:lnTo>
                  <a:pt x="19942" y="12630"/>
                </a:lnTo>
                <a:lnTo>
                  <a:pt x="19942" y="13583"/>
                </a:lnTo>
                <a:lnTo>
                  <a:pt x="18883" y="13583"/>
                </a:lnTo>
                <a:lnTo>
                  <a:pt x="18883" y="12630"/>
                </a:lnTo>
                <a:moveTo>
                  <a:pt x="18883" y="13651"/>
                </a:moveTo>
                <a:lnTo>
                  <a:pt x="19942" y="13651"/>
                </a:lnTo>
                <a:lnTo>
                  <a:pt x="19942" y="14657"/>
                </a:lnTo>
                <a:lnTo>
                  <a:pt x="18883" y="14657"/>
                </a:lnTo>
                <a:lnTo>
                  <a:pt x="18883" y="13651"/>
                </a:lnTo>
                <a:moveTo>
                  <a:pt x="18883" y="14726"/>
                </a:moveTo>
                <a:lnTo>
                  <a:pt x="19942" y="14726"/>
                </a:lnTo>
                <a:lnTo>
                  <a:pt x="19942" y="15680"/>
                </a:lnTo>
                <a:lnTo>
                  <a:pt x="18883" y="15680"/>
                </a:lnTo>
                <a:lnTo>
                  <a:pt x="18883" y="14726"/>
                </a:lnTo>
                <a:moveTo>
                  <a:pt x="17914" y="55"/>
                </a:moveTo>
                <a:lnTo>
                  <a:pt x="18814" y="55"/>
                </a:lnTo>
                <a:lnTo>
                  <a:pt x="18814" y="1007"/>
                </a:lnTo>
                <a:lnTo>
                  <a:pt x="17914" y="1007"/>
                </a:lnTo>
                <a:lnTo>
                  <a:pt x="17914" y="55"/>
                </a:lnTo>
                <a:moveTo>
                  <a:pt x="17914" y="1076"/>
                </a:moveTo>
                <a:lnTo>
                  <a:pt x="18814" y="1076"/>
                </a:lnTo>
                <a:lnTo>
                  <a:pt x="18814" y="2082"/>
                </a:lnTo>
                <a:lnTo>
                  <a:pt x="17914" y="2082"/>
                </a:lnTo>
                <a:lnTo>
                  <a:pt x="17914" y="1076"/>
                </a:lnTo>
                <a:moveTo>
                  <a:pt x="17914" y="2150"/>
                </a:moveTo>
                <a:lnTo>
                  <a:pt x="18814" y="2150"/>
                </a:lnTo>
                <a:lnTo>
                  <a:pt x="18814" y="3104"/>
                </a:lnTo>
                <a:lnTo>
                  <a:pt x="17914" y="3104"/>
                </a:lnTo>
                <a:lnTo>
                  <a:pt x="17914" y="2150"/>
                </a:lnTo>
                <a:moveTo>
                  <a:pt x="17914" y="3172"/>
                </a:moveTo>
                <a:lnTo>
                  <a:pt x="18814" y="3172"/>
                </a:lnTo>
                <a:lnTo>
                  <a:pt x="18814" y="4178"/>
                </a:lnTo>
                <a:lnTo>
                  <a:pt x="17914" y="4178"/>
                </a:lnTo>
                <a:lnTo>
                  <a:pt x="17914" y="3172"/>
                </a:lnTo>
                <a:moveTo>
                  <a:pt x="17914" y="4247"/>
                </a:moveTo>
                <a:lnTo>
                  <a:pt x="18814" y="4247"/>
                </a:lnTo>
                <a:lnTo>
                  <a:pt x="18814" y="5200"/>
                </a:lnTo>
                <a:lnTo>
                  <a:pt x="17914" y="5200"/>
                </a:lnTo>
                <a:lnTo>
                  <a:pt x="17914" y="4247"/>
                </a:lnTo>
                <a:moveTo>
                  <a:pt x="17914" y="5268"/>
                </a:moveTo>
                <a:lnTo>
                  <a:pt x="18814" y="5268"/>
                </a:lnTo>
                <a:lnTo>
                  <a:pt x="18814" y="6274"/>
                </a:lnTo>
                <a:lnTo>
                  <a:pt x="17914" y="6274"/>
                </a:lnTo>
                <a:lnTo>
                  <a:pt x="17914" y="5268"/>
                </a:lnTo>
                <a:moveTo>
                  <a:pt x="17914" y="6342"/>
                </a:moveTo>
                <a:lnTo>
                  <a:pt x="18814" y="6342"/>
                </a:lnTo>
                <a:lnTo>
                  <a:pt x="18814" y="7296"/>
                </a:lnTo>
                <a:lnTo>
                  <a:pt x="17914" y="7296"/>
                </a:lnTo>
                <a:lnTo>
                  <a:pt x="17914" y="6342"/>
                </a:lnTo>
                <a:moveTo>
                  <a:pt x="17914" y="7364"/>
                </a:moveTo>
                <a:lnTo>
                  <a:pt x="18814" y="7364"/>
                </a:lnTo>
                <a:lnTo>
                  <a:pt x="18814" y="8369"/>
                </a:lnTo>
                <a:lnTo>
                  <a:pt x="17914" y="8369"/>
                </a:lnTo>
                <a:lnTo>
                  <a:pt x="17914" y="7364"/>
                </a:lnTo>
                <a:moveTo>
                  <a:pt x="17914" y="8438"/>
                </a:moveTo>
                <a:lnTo>
                  <a:pt x="18814" y="8438"/>
                </a:lnTo>
                <a:lnTo>
                  <a:pt x="18814" y="9391"/>
                </a:lnTo>
                <a:lnTo>
                  <a:pt x="17914" y="9391"/>
                </a:lnTo>
                <a:lnTo>
                  <a:pt x="17914" y="8438"/>
                </a:lnTo>
                <a:moveTo>
                  <a:pt x="17914" y="9459"/>
                </a:moveTo>
                <a:lnTo>
                  <a:pt x="18814" y="9459"/>
                </a:lnTo>
                <a:lnTo>
                  <a:pt x="18814" y="10465"/>
                </a:lnTo>
                <a:lnTo>
                  <a:pt x="17914" y="10465"/>
                </a:lnTo>
                <a:lnTo>
                  <a:pt x="17914" y="9459"/>
                </a:lnTo>
                <a:moveTo>
                  <a:pt x="17914" y="10533"/>
                </a:moveTo>
                <a:lnTo>
                  <a:pt x="18814" y="10533"/>
                </a:lnTo>
                <a:lnTo>
                  <a:pt x="18814" y="11487"/>
                </a:lnTo>
                <a:lnTo>
                  <a:pt x="17914" y="11487"/>
                </a:lnTo>
                <a:lnTo>
                  <a:pt x="17914" y="10533"/>
                </a:lnTo>
                <a:moveTo>
                  <a:pt x="17914" y="11556"/>
                </a:moveTo>
                <a:lnTo>
                  <a:pt x="18814" y="11556"/>
                </a:lnTo>
                <a:lnTo>
                  <a:pt x="18814" y="12561"/>
                </a:lnTo>
                <a:lnTo>
                  <a:pt x="17914" y="12561"/>
                </a:lnTo>
                <a:lnTo>
                  <a:pt x="17914" y="11556"/>
                </a:lnTo>
                <a:moveTo>
                  <a:pt x="17914" y="12630"/>
                </a:moveTo>
                <a:lnTo>
                  <a:pt x="18814" y="12630"/>
                </a:lnTo>
                <a:lnTo>
                  <a:pt x="18814" y="13583"/>
                </a:lnTo>
                <a:lnTo>
                  <a:pt x="17914" y="13583"/>
                </a:lnTo>
                <a:lnTo>
                  <a:pt x="17914" y="12630"/>
                </a:lnTo>
                <a:moveTo>
                  <a:pt x="17914" y="13651"/>
                </a:moveTo>
                <a:lnTo>
                  <a:pt x="18814" y="13651"/>
                </a:lnTo>
                <a:lnTo>
                  <a:pt x="18814" y="14657"/>
                </a:lnTo>
                <a:lnTo>
                  <a:pt x="17914" y="14657"/>
                </a:lnTo>
                <a:lnTo>
                  <a:pt x="17914" y="13651"/>
                </a:lnTo>
                <a:moveTo>
                  <a:pt x="17914" y="14726"/>
                </a:moveTo>
                <a:lnTo>
                  <a:pt x="18814" y="14726"/>
                </a:lnTo>
                <a:lnTo>
                  <a:pt x="18814" y="15680"/>
                </a:lnTo>
                <a:lnTo>
                  <a:pt x="17914" y="15680"/>
                </a:lnTo>
                <a:lnTo>
                  <a:pt x="17914" y="14726"/>
                </a:lnTo>
                <a:moveTo>
                  <a:pt x="16786" y="55"/>
                </a:moveTo>
                <a:lnTo>
                  <a:pt x="17846" y="55"/>
                </a:lnTo>
                <a:lnTo>
                  <a:pt x="17846" y="1007"/>
                </a:lnTo>
                <a:lnTo>
                  <a:pt x="16786" y="1007"/>
                </a:lnTo>
                <a:lnTo>
                  <a:pt x="16786" y="55"/>
                </a:lnTo>
                <a:moveTo>
                  <a:pt x="16786" y="1076"/>
                </a:moveTo>
                <a:lnTo>
                  <a:pt x="17846" y="1076"/>
                </a:lnTo>
                <a:lnTo>
                  <a:pt x="17846" y="2082"/>
                </a:lnTo>
                <a:lnTo>
                  <a:pt x="16786" y="2082"/>
                </a:lnTo>
                <a:lnTo>
                  <a:pt x="16786" y="1076"/>
                </a:lnTo>
                <a:moveTo>
                  <a:pt x="16786" y="2150"/>
                </a:moveTo>
                <a:lnTo>
                  <a:pt x="17846" y="2150"/>
                </a:lnTo>
                <a:lnTo>
                  <a:pt x="17846" y="3104"/>
                </a:lnTo>
                <a:lnTo>
                  <a:pt x="16786" y="3104"/>
                </a:lnTo>
                <a:lnTo>
                  <a:pt x="16786" y="2150"/>
                </a:lnTo>
                <a:moveTo>
                  <a:pt x="16786" y="3172"/>
                </a:moveTo>
                <a:lnTo>
                  <a:pt x="17846" y="3172"/>
                </a:lnTo>
                <a:lnTo>
                  <a:pt x="17846" y="4178"/>
                </a:lnTo>
                <a:lnTo>
                  <a:pt x="16786" y="4178"/>
                </a:lnTo>
                <a:lnTo>
                  <a:pt x="16786" y="3172"/>
                </a:lnTo>
                <a:moveTo>
                  <a:pt x="16786" y="4247"/>
                </a:moveTo>
                <a:lnTo>
                  <a:pt x="17846" y="4247"/>
                </a:lnTo>
                <a:lnTo>
                  <a:pt x="17846" y="5200"/>
                </a:lnTo>
                <a:lnTo>
                  <a:pt x="16786" y="5200"/>
                </a:lnTo>
                <a:lnTo>
                  <a:pt x="16786" y="4247"/>
                </a:lnTo>
                <a:moveTo>
                  <a:pt x="16786" y="5268"/>
                </a:moveTo>
                <a:lnTo>
                  <a:pt x="17846" y="5268"/>
                </a:lnTo>
                <a:lnTo>
                  <a:pt x="17846" y="6274"/>
                </a:lnTo>
                <a:lnTo>
                  <a:pt x="16786" y="6274"/>
                </a:lnTo>
                <a:lnTo>
                  <a:pt x="16786" y="5268"/>
                </a:lnTo>
                <a:moveTo>
                  <a:pt x="16786" y="6342"/>
                </a:moveTo>
                <a:lnTo>
                  <a:pt x="17846" y="6342"/>
                </a:lnTo>
                <a:lnTo>
                  <a:pt x="17846" y="7296"/>
                </a:lnTo>
                <a:lnTo>
                  <a:pt x="16786" y="7296"/>
                </a:lnTo>
                <a:lnTo>
                  <a:pt x="16786" y="6342"/>
                </a:lnTo>
                <a:moveTo>
                  <a:pt x="16786" y="7364"/>
                </a:moveTo>
                <a:lnTo>
                  <a:pt x="17846" y="7364"/>
                </a:lnTo>
                <a:lnTo>
                  <a:pt x="17846" y="8369"/>
                </a:lnTo>
                <a:lnTo>
                  <a:pt x="16786" y="8369"/>
                </a:lnTo>
                <a:lnTo>
                  <a:pt x="16786" y="7364"/>
                </a:lnTo>
                <a:moveTo>
                  <a:pt x="16786" y="8438"/>
                </a:moveTo>
                <a:lnTo>
                  <a:pt x="17846" y="8438"/>
                </a:lnTo>
                <a:lnTo>
                  <a:pt x="17846" y="9391"/>
                </a:lnTo>
                <a:lnTo>
                  <a:pt x="16786" y="9391"/>
                </a:lnTo>
                <a:lnTo>
                  <a:pt x="16786" y="8438"/>
                </a:lnTo>
                <a:moveTo>
                  <a:pt x="16786" y="9459"/>
                </a:moveTo>
                <a:lnTo>
                  <a:pt x="17846" y="9459"/>
                </a:lnTo>
                <a:lnTo>
                  <a:pt x="17846" y="10465"/>
                </a:lnTo>
                <a:lnTo>
                  <a:pt x="16786" y="10465"/>
                </a:lnTo>
                <a:lnTo>
                  <a:pt x="16786" y="9459"/>
                </a:lnTo>
                <a:moveTo>
                  <a:pt x="16786" y="10533"/>
                </a:moveTo>
                <a:lnTo>
                  <a:pt x="17846" y="10533"/>
                </a:lnTo>
                <a:lnTo>
                  <a:pt x="17846" y="11487"/>
                </a:lnTo>
                <a:lnTo>
                  <a:pt x="16786" y="11487"/>
                </a:lnTo>
                <a:lnTo>
                  <a:pt x="16786" y="10533"/>
                </a:lnTo>
                <a:moveTo>
                  <a:pt x="16786" y="11556"/>
                </a:moveTo>
                <a:lnTo>
                  <a:pt x="17846" y="11556"/>
                </a:lnTo>
                <a:lnTo>
                  <a:pt x="17846" y="12561"/>
                </a:lnTo>
                <a:lnTo>
                  <a:pt x="16786" y="12561"/>
                </a:lnTo>
                <a:lnTo>
                  <a:pt x="16786" y="11556"/>
                </a:lnTo>
                <a:moveTo>
                  <a:pt x="16786" y="12630"/>
                </a:moveTo>
                <a:lnTo>
                  <a:pt x="17846" y="12630"/>
                </a:lnTo>
                <a:lnTo>
                  <a:pt x="17846" y="13583"/>
                </a:lnTo>
                <a:lnTo>
                  <a:pt x="16786" y="13583"/>
                </a:lnTo>
                <a:lnTo>
                  <a:pt x="16786" y="12630"/>
                </a:lnTo>
                <a:moveTo>
                  <a:pt x="16786" y="13651"/>
                </a:moveTo>
                <a:lnTo>
                  <a:pt x="17846" y="13651"/>
                </a:lnTo>
                <a:lnTo>
                  <a:pt x="17846" y="14657"/>
                </a:lnTo>
                <a:lnTo>
                  <a:pt x="16786" y="14657"/>
                </a:lnTo>
                <a:lnTo>
                  <a:pt x="16786" y="13651"/>
                </a:lnTo>
                <a:moveTo>
                  <a:pt x="16786" y="14726"/>
                </a:moveTo>
                <a:lnTo>
                  <a:pt x="17846" y="14726"/>
                </a:lnTo>
                <a:lnTo>
                  <a:pt x="17846" y="15680"/>
                </a:lnTo>
                <a:lnTo>
                  <a:pt x="16786" y="15680"/>
                </a:lnTo>
                <a:lnTo>
                  <a:pt x="16786" y="14726"/>
                </a:lnTo>
                <a:moveTo>
                  <a:pt x="15819" y="55"/>
                </a:moveTo>
                <a:lnTo>
                  <a:pt x="16718" y="55"/>
                </a:lnTo>
                <a:lnTo>
                  <a:pt x="16718" y="1007"/>
                </a:lnTo>
                <a:lnTo>
                  <a:pt x="15819" y="1007"/>
                </a:lnTo>
                <a:lnTo>
                  <a:pt x="15819" y="55"/>
                </a:lnTo>
                <a:moveTo>
                  <a:pt x="15819" y="1076"/>
                </a:moveTo>
                <a:lnTo>
                  <a:pt x="16718" y="1076"/>
                </a:lnTo>
                <a:lnTo>
                  <a:pt x="16718" y="2082"/>
                </a:lnTo>
                <a:lnTo>
                  <a:pt x="15819" y="2082"/>
                </a:lnTo>
                <a:lnTo>
                  <a:pt x="15819" y="1076"/>
                </a:lnTo>
                <a:moveTo>
                  <a:pt x="15819" y="2150"/>
                </a:moveTo>
                <a:lnTo>
                  <a:pt x="16718" y="2150"/>
                </a:lnTo>
                <a:lnTo>
                  <a:pt x="16718" y="3104"/>
                </a:lnTo>
                <a:lnTo>
                  <a:pt x="15819" y="3104"/>
                </a:lnTo>
                <a:lnTo>
                  <a:pt x="15819" y="2150"/>
                </a:lnTo>
                <a:moveTo>
                  <a:pt x="15819" y="3172"/>
                </a:moveTo>
                <a:lnTo>
                  <a:pt x="16718" y="3172"/>
                </a:lnTo>
                <a:lnTo>
                  <a:pt x="16718" y="4178"/>
                </a:lnTo>
                <a:lnTo>
                  <a:pt x="15819" y="4178"/>
                </a:lnTo>
                <a:lnTo>
                  <a:pt x="15819" y="3172"/>
                </a:lnTo>
                <a:moveTo>
                  <a:pt x="15819" y="4247"/>
                </a:moveTo>
                <a:lnTo>
                  <a:pt x="16718" y="4247"/>
                </a:lnTo>
                <a:lnTo>
                  <a:pt x="16718" y="5200"/>
                </a:lnTo>
                <a:lnTo>
                  <a:pt x="15819" y="5200"/>
                </a:lnTo>
                <a:lnTo>
                  <a:pt x="15819" y="4247"/>
                </a:lnTo>
                <a:moveTo>
                  <a:pt x="15819" y="5268"/>
                </a:moveTo>
                <a:lnTo>
                  <a:pt x="16718" y="5268"/>
                </a:lnTo>
                <a:lnTo>
                  <a:pt x="16718" y="6274"/>
                </a:lnTo>
                <a:lnTo>
                  <a:pt x="15819" y="6274"/>
                </a:lnTo>
                <a:lnTo>
                  <a:pt x="15819" y="5268"/>
                </a:lnTo>
                <a:moveTo>
                  <a:pt x="15819" y="6342"/>
                </a:moveTo>
                <a:lnTo>
                  <a:pt x="16718" y="6342"/>
                </a:lnTo>
                <a:lnTo>
                  <a:pt x="16718" y="7296"/>
                </a:lnTo>
                <a:lnTo>
                  <a:pt x="15819" y="7296"/>
                </a:lnTo>
                <a:lnTo>
                  <a:pt x="15819" y="6342"/>
                </a:lnTo>
                <a:moveTo>
                  <a:pt x="15819" y="7364"/>
                </a:moveTo>
                <a:lnTo>
                  <a:pt x="16718" y="7364"/>
                </a:lnTo>
                <a:lnTo>
                  <a:pt x="16718" y="8369"/>
                </a:lnTo>
                <a:lnTo>
                  <a:pt x="15819" y="8369"/>
                </a:lnTo>
                <a:lnTo>
                  <a:pt x="15819" y="7364"/>
                </a:lnTo>
                <a:moveTo>
                  <a:pt x="15819" y="8438"/>
                </a:moveTo>
                <a:lnTo>
                  <a:pt x="16718" y="8438"/>
                </a:lnTo>
                <a:lnTo>
                  <a:pt x="16718" y="9391"/>
                </a:lnTo>
                <a:lnTo>
                  <a:pt x="15819" y="9391"/>
                </a:lnTo>
                <a:lnTo>
                  <a:pt x="15819" y="8438"/>
                </a:lnTo>
                <a:moveTo>
                  <a:pt x="15819" y="9459"/>
                </a:moveTo>
                <a:lnTo>
                  <a:pt x="16718" y="9459"/>
                </a:lnTo>
                <a:lnTo>
                  <a:pt x="16718" y="10465"/>
                </a:lnTo>
                <a:lnTo>
                  <a:pt x="15819" y="10465"/>
                </a:lnTo>
                <a:lnTo>
                  <a:pt x="15819" y="9459"/>
                </a:lnTo>
                <a:moveTo>
                  <a:pt x="15819" y="10533"/>
                </a:moveTo>
                <a:lnTo>
                  <a:pt x="16718" y="10533"/>
                </a:lnTo>
                <a:lnTo>
                  <a:pt x="16718" y="11487"/>
                </a:lnTo>
                <a:lnTo>
                  <a:pt x="15819" y="11487"/>
                </a:lnTo>
                <a:lnTo>
                  <a:pt x="15819" y="10533"/>
                </a:lnTo>
                <a:moveTo>
                  <a:pt x="15819" y="11556"/>
                </a:moveTo>
                <a:lnTo>
                  <a:pt x="16718" y="11556"/>
                </a:lnTo>
                <a:lnTo>
                  <a:pt x="16718" y="12561"/>
                </a:lnTo>
                <a:lnTo>
                  <a:pt x="15819" y="12561"/>
                </a:lnTo>
                <a:lnTo>
                  <a:pt x="15819" y="11556"/>
                </a:lnTo>
                <a:moveTo>
                  <a:pt x="15819" y="12630"/>
                </a:moveTo>
                <a:lnTo>
                  <a:pt x="16718" y="12630"/>
                </a:lnTo>
                <a:lnTo>
                  <a:pt x="16718" y="13583"/>
                </a:lnTo>
                <a:lnTo>
                  <a:pt x="15819" y="13583"/>
                </a:lnTo>
                <a:lnTo>
                  <a:pt x="15819" y="12630"/>
                </a:lnTo>
                <a:moveTo>
                  <a:pt x="15819" y="13651"/>
                </a:moveTo>
                <a:lnTo>
                  <a:pt x="16718" y="13651"/>
                </a:lnTo>
                <a:lnTo>
                  <a:pt x="16718" y="14657"/>
                </a:lnTo>
                <a:lnTo>
                  <a:pt x="15819" y="14657"/>
                </a:lnTo>
                <a:lnTo>
                  <a:pt x="15819" y="13651"/>
                </a:lnTo>
                <a:moveTo>
                  <a:pt x="15819" y="14726"/>
                </a:moveTo>
                <a:lnTo>
                  <a:pt x="16718" y="14726"/>
                </a:lnTo>
                <a:lnTo>
                  <a:pt x="16718" y="15680"/>
                </a:lnTo>
                <a:lnTo>
                  <a:pt x="15819" y="15680"/>
                </a:lnTo>
                <a:lnTo>
                  <a:pt x="15819" y="14726"/>
                </a:lnTo>
                <a:moveTo>
                  <a:pt x="14691" y="55"/>
                </a:moveTo>
                <a:lnTo>
                  <a:pt x="15750" y="55"/>
                </a:lnTo>
                <a:lnTo>
                  <a:pt x="15750" y="1007"/>
                </a:lnTo>
                <a:lnTo>
                  <a:pt x="14691" y="1007"/>
                </a:lnTo>
                <a:lnTo>
                  <a:pt x="14691" y="55"/>
                </a:lnTo>
                <a:moveTo>
                  <a:pt x="14691" y="1076"/>
                </a:moveTo>
                <a:lnTo>
                  <a:pt x="15750" y="1076"/>
                </a:lnTo>
                <a:lnTo>
                  <a:pt x="15750" y="2082"/>
                </a:lnTo>
                <a:lnTo>
                  <a:pt x="14691" y="2082"/>
                </a:lnTo>
                <a:lnTo>
                  <a:pt x="14691" y="1076"/>
                </a:lnTo>
                <a:moveTo>
                  <a:pt x="14691" y="2150"/>
                </a:moveTo>
                <a:lnTo>
                  <a:pt x="15750" y="2150"/>
                </a:lnTo>
                <a:lnTo>
                  <a:pt x="15750" y="3104"/>
                </a:lnTo>
                <a:lnTo>
                  <a:pt x="14691" y="3104"/>
                </a:lnTo>
                <a:lnTo>
                  <a:pt x="14691" y="2150"/>
                </a:lnTo>
                <a:moveTo>
                  <a:pt x="14691" y="3172"/>
                </a:moveTo>
                <a:lnTo>
                  <a:pt x="15750" y="3172"/>
                </a:lnTo>
                <a:lnTo>
                  <a:pt x="15750" y="4178"/>
                </a:lnTo>
                <a:lnTo>
                  <a:pt x="14691" y="4178"/>
                </a:lnTo>
                <a:lnTo>
                  <a:pt x="14691" y="3172"/>
                </a:lnTo>
                <a:moveTo>
                  <a:pt x="14691" y="4247"/>
                </a:moveTo>
                <a:lnTo>
                  <a:pt x="15750" y="4247"/>
                </a:lnTo>
                <a:lnTo>
                  <a:pt x="15750" y="5200"/>
                </a:lnTo>
                <a:lnTo>
                  <a:pt x="14691" y="5200"/>
                </a:lnTo>
                <a:lnTo>
                  <a:pt x="14691" y="4247"/>
                </a:lnTo>
                <a:moveTo>
                  <a:pt x="14691" y="5268"/>
                </a:moveTo>
                <a:lnTo>
                  <a:pt x="15750" y="5268"/>
                </a:lnTo>
                <a:lnTo>
                  <a:pt x="15750" y="6274"/>
                </a:lnTo>
                <a:lnTo>
                  <a:pt x="14691" y="6274"/>
                </a:lnTo>
                <a:lnTo>
                  <a:pt x="14691" y="5268"/>
                </a:lnTo>
                <a:moveTo>
                  <a:pt x="14691" y="6342"/>
                </a:moveTo>
                <a:lnTo>
                  <a:pt x="15750" y="6342"/>
                </a:lnTo>
                <a:lnTo>
                  <a:pt x="15750" y="7296"/>
                </a:lnTo>
                <a:lnTo>
                  <a:pt x="14691" y="7296"/>
                </a:lnTo>
                <a:lnTo>
                  <a:pt x="14691" y="6342"/>
                </a:lnTo>
                <a:moveTo>
                  <a:pt x="14691" y="7364"/>
                </a:moveTo>
                <a:lnTo>
                  <a:pt x="15750" y="7364"/>
                </a:lnTo>
                <a:lnTo>
                  <a:pt x="15750" y="8369"/>
                </a:lnTo>
                <a:lnTo>
                  <a:pt x="14691" y="8369"/>
                </a:lnTo>
                <a:lnTo>
                  <a:pt x="14691" y="7364"/>
                </a:lnTo>
                <a:moveTo>
                  <a:pt x="14691" y="8438"/>
                </a:moveTo>
                <a:lnTo>
                  <a:pt x="15750" y="8438"/>
                </a:lnTo>
                <a:lnTo>
                  <a:pt x="15750" y="9391"/>
                </a:lnTo>
                <a:lnTo>
                  <a:pt x="14691" y="9391"/>
                </a:lnTo>
                <a:lnTo>
                  <a:pt x="14691" y="8438"/>
                </a:lnTo>
                <a:moveTo>
                  <a:pt x="14691" y="9459"/>
                </a:moveTo>
                <a:lnTo>
                  <a:pt x="15750" y="9459"/>
                </a:lnTo>
                <a:lnTo>
                  <a:pt x="15750" y="10465"/>
                </a:lnTo>
                <a:lnTo>
                  <a:pt x="14691" y="10465"/>
                </a:lnTo>
                <a:lnTo>
                  <a:pt x="14691" y="9459"/>
                </a:lnTo>
                <a:moveTo>
                  <a:pt x="14691" y="10533"/>
                </a:moveTo>
                <a:lnTo>
                  <a:pt x="15750" y="10533"/>
                </a:lnTo>
                <a:lnTo>
                  <a:pt x="15750" y="11487"/>
                </a:lnTo>
                <a:lnTo>
                  <a:pt x="14691" y="11487"/>
                </a:lnTo>
                <a:lnTo>
                  <a:pt x="14691" y="10533"/>
                </a:lnTo>
                <a:moveTo>
                  <a:pt x="14691" y="11556"/>
                </a:moveTo>
                <a:lnTo>
                  <a:pt x="15750" y="11556"/>
                </a:lnTo>
                <a:lnTo>
                  <a:pt x="15750" y="12561"/>
                </a:lnTo>
                <a:lnTo>
                  <a:pt x="14691" y="12561"/>
                </a:lnTo>
                <a:lnTo>
                  <a:pt x="14691" y="11556"/>
                </a:lnTo>
                <a:moveTo>
                  <a:pt x="14691" y="12630"/>
                </a:moveTo>
                <a:lnTo>
                  <a:pt x="15750" y="12630"/>
                </a:lnTo>
                <a:lnTo>
                  <a:pt x="15750" y="13583"/>
                </a:lnTo>
                <a:lnTo>
                  <a:pt x="14691" y="13583"/>
                </a:lnTo>
                <a:lnTo>
                  <a:pt x="14691" y="12630"/>
                </a:lnTo>
                <a:moveTo>
                  <a:pt x="14691" y="13651"/>
                </a:moveTo>
                <a:lnTo>
                  <a:pt x="15750" y="13651"/>
                </a:lnTo>
                <a:lnTo>
                  <a:pt x="15750" y="14657"/>
                </a:lnTo>
                <a:lnTo>
                  <a:pt x="14691" y="14657"/>
                </a:lnTo>
                <a:lnTo>
                  <a:pt x="14691" y="13651"/>
                </a:lnTo>
                <a:moveTo>
                  <a:pt x="14691" y="14726"/>
                </a:moveTo>
                <a:lnTo>
                  <a:pt x="15750" y="14726"/>
                </a:lnTo>
                <a:lnTo>
                  <a:pt x="15750" y="15680"/>
                </a:lnTo>
                <a:lnTo>
                  <a:pt x="14691" y="15680"/>
                </a:lnTo>
                <a:lnTo>
                  <a:pt x="14691" y="14726"/>
                </a:lnTo>
                <a:moveTo>
                  <a:pt x="13722" y="55"/>
                </a:moveTo>
                <a:lnTo>
                  <a:pt x="14622" y="55"/>
                </a:lnTo>
                <a:lnTo>
                  <a:pt x="14622" y="1007"/>
                </a:lnTo>
                <a:lnTo>
                  <a:pt x="13722" y="1007"/>
                </a:lnTo>
                <a:lnTo>
                  <a:pt x="13722" y="55"/>
                </a:lnTo>
                <a:moveTo>
                  <a:pt x="13722" y="1076"/>
                </a:moveTo>
                <a:lnTo>
                  <a:pt x="14622" y="1076"/>
                </a:lnTo>
                <a:lnTo>
                  <a:pt x="14622" y="2082"/>
                </a:lnTo>
                <a:lnTo>
                  <a:pt x="13722" y="2082"/>
                </a:lnTo>
                <a:lnTo>
                  <a:pt x="13722" y="1076"/>
                </a:lnTo>
                <a:moveTo>
                  <a:pt x="13722" y="2150"/>
                </a:moveTo>
                <a:lnTo>
                  <a:pt x="14622" y="2150"/>
                </a:lnTo>
                <a:lnTo>
                  <a:pt x="14622" y="3104"/>
                </a:lnTo>
                <a:lnTo>
                  <a:pt x="13722" y="3104"/>
                </a:lnTo>
                <a:lnTo>
                  <a:pt x="13722" y="2150"/>
                </a:lnTo>
                <a:moveTo>
                  <a:pt x="13722" y="3172"/>
                </a:moveTo>
                <a:lnTo>
                  <a:pt x="14622" y="3172"/>
                </a:lnTo>
                <a:lnTo>
                  <a:pt x="14622" y="4178"/>
                </a:lnTo>
                <a:lnTo>
                  <a:pt x="13722" y="4178"/>
                </a:lnTo>
                <a:lnTo>
                  <a:pt x="13722" y="3172"/>
                </a:lnTo>
                <a:moveTo>
                  <a:pt x="13722" y="4247"/>
                </a:moveTo>
                <a:lnTo>
                  <a:pt x="14622" y="4247"/>
                </a:lnTo>
                <a:lnTo>
                  <a:pt x="14622" y="5200"/>
                </a:lnTo>
                <a:lnTo>
                  <a:pt x="13722" y="5200"/>
                </a:lnTo>
                <a:lnTo>
                  <a:pt x="13722" y="4247"/>
                </a:lnTo>
                <a:moveTo>
                  <a:pt x="13722" y="5268"/>
                </a:moveTo>
                <a:lnTo>
                  <a:pt x="14622" y="5268"/>
                </a:lnTo>
                <a:lnTo>
                  <a:pt x="14622" y="6274"/>
                </a:lnTo>
                <a:lnTo>
                  <a:pt x="13722" y="6274"/>
                </a:lnTo>
                <a:lnTo>
                  <a:pt x="13722" y="5268"/>
                </a:lnTo>
                <a:moveTo>
                  <a:pt x="13722" y="6342"/>
                </a:moveTo>
                <a:lnTo>
                  <a:pt x="14622" y="6342"/>
                </a:lnTo>
                <a:lnTo>
                  <a:pt x="14622" y="7296"/>
                </a:lnTo>
                <a:lnTo>
                  <a:pt x="13722" y="7296"/>
                </a:lnTo>
                <a:lnTo>
                  <a:pt x="13722" y="6342"/>
                </a:lnTo>
                <a:moveTo>
                  <a:pt x="13722" y="7364"/>
                </a:moveTo>
                <a:lnTo>
                  <a:pt x="14622" y="7364"/>
                </a:lnTo>
                <a:lnTo>
                  <a:pt x="14622" y="8369"/>
                </a:lnTo>
                <a:lnTo>
                  <a:pt x="13722" y="8369"/>
                </a:lnTo>
                <a:lnTo>
                  <a:pt x="13722" y="7364"/>
                </a:lnTo>
                <a:moveTo>
                  <a:pt x="13722" y="8438"/>
                </a:moveTo>
                <a:lnTo>
                  <a:pt x="14622" y="8438"/>
                </a:lnTo>
                <a:lnTo>
                  <a:pt x="14622" y="9391"/>
                </a:lnTo>
                <a:lnTo>
                  <a:pt x="13722" y="9391"/>
                </a:lnTo>
                <a:lnTo>
                  <a:pt x="13722" y="8438"/>
                </a:lnTo>
                <a:moveTo>
                  <a:pt x="13722" y="9459"/>
                </a:moveTo>
                <a:lnTo>
                  <a:pt x="14622" y="9459"/>
                </a:lnTo>
                <a:lnTo>
                  <a:pt x="14622" y="10465"/>
                </a:lnTo>
                <a:lnTo>
                  <a:pt x="13722" y="10465"/>
                </a:lnTo>
                <a:lnTo>
                  <a:pt x="13722" y="9459"/>
                </a:lnTo>
                <a:moveTo>
                  <a:pt x="13722" y="10533"/>
                </a:moveTo>
                <a:lnTo>
                  <a:pt x="14622" y="10533"/>
                </a:lnTo>
                <a:lnTo>
                  <a:pt x="14622" y="11487"/>
                </a:lnTo>
                <a:lnTo>
                  <a:pt x="13722" y="11487"/>
                </a:lnTo>
                <a:lnTo>
                  <a:pt x="13722" y="10533"/>
                </a:lnTo>
                <a:moveTo>
                  <a:pt x="13722" y="11556"/>
                </a:moveTo>
                <a:lnTo>
                  <a:pt x="14622" y="11556"/>
                </a:lnTo>
                <a:lnTo>
                  <a:pt x="14622" y="12561"/>
                </a:lnTo>
                <a:lnTo>
                  <a:pt x="13722" y="12561"/>
                </a:lnTo>
                <a:lnTo>
                  <a:pt x="13722" y="11556"/>
                </a:lnTo>
                <a:moveTo>
                  <a:pt x="13722" y="12630"/>
                </a:moveTo>
                <a:lnTo>
                  <a:pt x="14622" y="12630"/>
                </a:lnTo>
                <a:lnTo>
                  <a:pt x="14622" y="13583"/>
                </a:lnTo>
                <a:lnTo>
                  <a:pt x="13722" y="13583"/>
                </a:lnTo>
                <a:lnTo>
                  <a:pt x="13722" y="12630"/>
                </a:lnTo>
                <a:moveTo>
                  <a:pt x="13722" y="13651"/>
                </a:moveTo>
                <a:lnTo>
                  <a:pt x="14622" y="13651"/>
                </a:lnTo>
                <a:lnTo>
                  <a:pt x="14622" y="14657"/>
                </a:lnTo>
                <a:lnTo>
                  <a:pt x="13722" y="14657"/>
                </a:lnTo>
                <a:lnTo>
                  <a:pt x="13722" y="13651"/>
                </a:lnTo>
                <a:moveTo>
                  <a:pt x="13722" y="14726"/>
                </a:moveTo>
                <a:lnTo>
                  <a:pt x="14622" y="14726"/>
                </a:lnTo>
                <a:lnTo>
                  <a:pt x="14622" y="15680"/>
                </a:lnTo>
                <a:lnTo>
                  <a:pt x="13722" y="15680"/>
                </a:lnTo>
                <a:lnTo>
                  <a:pt x="13722" y="14726"/>
                </a:lnTo>
                <a:moveTo>
                  <a:pt x="12594" y="55"/>
                </a:moveTo>
                <a:lnTo>
                  <a:pt x="13654" y="55"/>
                </a:lnTo>
                <a:lnTo>
                  <a:pt x="13654" y="1007"/>
                </a:lnTo>
                <a:lnTo>
                  <a:pt x="12594" y="1007"/>
                </a:lnTo>
                <a:lnTo>
                  <a:pt x="12594" y="55"/>
                </a:lnTo>
                <a:moveTo>
                  <a:pt x="12594" y="1076"/>
                </a:moveTo>
                <a:lnTo>
                  <a:pt x="13654" y="1076"/>
                </a:lnTo>
                <a:lnTo>
                  <a:pt x="13654" y="2082"/>
                </a:lnTo>
                <a:lnTo>
                  <a:pt x="12594" y="2082"/>
                </a:lnTo>
                <a:lnTo>
                  <a:pt x="12594" y="1076"/>
                </a:lnTo>
                <a:moveTo>
                  <a:pt x="12594" y="2150"/>
                </a:moveTo>
                <a:lnTo>
                  <a:pt x="13654" y="2150"/>
                </a:lnTo>
                <a:lnTo>
                  <a:pt x="13654" y="3104"/>
                </a:lnTo>
                <a:lnTo>
                  <a:pt x="12594" y="3104"/>
                </a:lnTo>
                <a:lnTo>
                  <a:pt x="12594" y="2150"/>
                </a:lnTo>
                <a:moveTo>
                  <a:pt x="12594" y="3172"/>
                </a:moveTo>
                <a:lnTo>
                  <a:pt x="13654" y="3172"/>
                </a:lnTo>
                <a:lnTo>
                  <a:pt x="13654" y="4178"/>
                </a:lnTo>
                <a:lnTo>
                  <a:pt x="12594" y="4178"/>
                </a:lnTo>
                <a:lnTo>
                  <a:pt x="12594" y="3172"/>
                </a:lnTo>
                <a:moveTo>
                  <a:pt x="12594" y="4247"/>
                </a:moveTo>
                <a:lnTo>
                  <a:pt x="13654" y="4247"/>
                </a:lnTo>
                <a:lnTo>
                  <a:pt x="13654" y="5200"/>
                </a:lnTo>
                <a:lnTo>
                  <a:pt x="12594" y="5200"/>
                </a:lnTo>
                <a:lnTo>
                  <a:pt x="12594" y="4247"/>
                </a:lnTo>
                <a:moveTo>
                  <a:pt x="12594" y="5268"/>
                </a:moveTo>
                <a:lnTo>
                  <a:pt x="13654" y="5268"/>
                </a:lnTo>
                <a:lnTo>
                  <a:pt x="13654" y="6274"/>
                </a:lnTo>
                <a:lnTo>
                  <a:pt x="12594" y="6274"/>
                </a:lnTo>
                <a:lnTo>
                  <a:pt x="12594" y="5268"/>
                </a:lnTo>
                <a:moveTo>
                  <a:pt x="12594" y="6342"/>
                </a:moveTo>
                <a:lnTo>
                  <a:pt x="13654" y="6342"/>
                </a:lnTo>
                <a:lnTo>
                  <a:pt x="13654" y="7296"/>
                </a:lnTo>
                <a:lnTo>
                  <a:pt x="12594" y="7296"/>
                </a:lnTo>
                <a:lnTo>
                  <a:pt x="12594" y="6342"/>
                </a:lnTo>
                <a:moveTo>
                  <a:pt x="12594" y="7364"/>
                </a:moveTo>
                <a:lnTo>
                  <a:pt x="13654" y="7364"/>
                </a:lnTo>
                <a:lnTo>
                  <a:pt x="13654" y="8369"/>
                </a:lnTo>
                <a:lnTo>
                  <a:pt x="12594" y="8369"/>
                </a:lnTo>
                <a:lnTo>
                  <a:pt x="12594" y="7364"/>
                </a:lnTo>
                <a:moveTo>
                  <a:pt x="12594" y="8438"/>
                </a:moveTo>
                <a:lnTo>
                  <a:pt x="13654" y="8438"/>
                </a:lnTo>
                <a:lnTo>
                  <a:pt x="13654" y="9391"/>
                </a:lnTo>
                <a:lnTo>
                  <a:pt x="12594" y="9391"/>
                </a:lnTo>
                <a:lnTo>
                  <a:pt x="12594" y="8438"/>
                </a:lnTo>
                <a:moveTo>
                  <a:pt x="12594" y="9459"/>
                </a:moveTo>
                <a:lnTo>
                  <a:pt x="13654" y="9459"/>
                </a:lnTo>
                <a:lnTo>
                  <a:pt x="13654" y="10465"/>
                </a:lnTo>
                <a:lnTo>
                  <a:pt x="12594" y="10465"/>
                </a:lnTo>
                <a:lnTo>
                  <a:pt x="12594" y="9459"/>
                </a:lnTo>
                <a:moveTo>
                  <a:pt x="12594" y="10533"/>
                </a:moveTo>
                <a:lnTo>
                  <a:pt x="13654" y="10533"/>
                </a:lnTo>
                <a:lnTo>
                  <a:pt x="13654" y="11487"/>
                </a:lnTo>
                <a:lnTo>
                  <a:pt x="12594" y="11487"/>
                </a:lnTo>
                <a:lnTo>
                  <a:pt x="12594" y="10533"/>
                </a:lnTo>
                <a:moveTo>
                  <a:pt x="12594" y="11556"/>
                </a:moveTo>
                <a:lnTo>
                  <a:pt x="13654" y="11556"/>
                </a:lnTo>
                <a:lnTo>
                  <a:pt x="13654" y="12561"/>
                </a:lnTo>
                <a:lnTo>
                  <a:pt x="12594" y="12561"/>
                </a:lnTo>
                <a:lnTo>
                  <a:pt x="12594" y="11556"/>
                </a:lnTo>
                <a:moveTo>
                  <a:pt x="12594" y="12630"/>
                </a:moveTo>
                <a:lnTo>
                  <a:pt x="13654" y="12630"/>
                </a:lnTo>
                <a:lnTo>
                  <a:pt x="13654" y="13583"/>
                </a:lnTo>
                <a:lnTo>
                  <a:pt x="12594" y="13583"/>
                </a:lnTo>
                <a:lnTo>
                  <a:pt x="12594" y="12630"/>
                </a:lnTo>
                <a:moveTo>
                  <a:pt x="12594" y="13651"/>
                </a:moveTo>
                <a:lnTo>
                  <a:pt x="13654" y="13651"/>
                </a:lnTo>
                <a:lnTo>
                  <a:pt x="13654" y="14657"/>
                </a:lnTo>
                <a:lnTo>
                  <a:pt x="12594" y="14657"/>
                </a:lnTo>
                <a:lnTo>
                  <a:pt x="12594" y="13651"/>
                </a:lnTo>
                <a:moveTo>
                  <a:pt x="12594" y="14726"/>
                </a:moveTo>
                <a:lnTo>
                  <a:pt x="13654" y="14726"/>
                </a:lnTo>
                <a:lnTo>
                  <a:pt x="13654" y="15680"/>
                </a:lnTo>
                <a:lnTo>
                  <a:pt x="12594" y="15680"/>
                </a:lnTo>
                <a:lnTo>
                  <a:pt x="12594" y="14726"/>
                </a:lnTo>
                <a:moveTo>
                  <a:pt x="11628" y="55"/>
                </a:moveTo>
                <a:lnTo>
                  <a:pt x="12526" y="55"/>
                </a:lnTo>
                <a:lnTo>
                  <a:pt x="12526" y="1007"/>
                </a:lnTo>
                <a:lnTo>
                  <a:pt x="11628" y="1007"/>
                </a:lnTo>
                <a:lnTo>
                  <a:pt x="11628" y="55"/>
                </a:lnTo>
                <a:moveTo>
                  <a:pt x="11628" y="1076"/>
                </a:moveTo>
                <a:lnTo>
                  <a:pt x="12526" y="1076"/>
                </a:lnTo>
                <a:lnTo>
                  <a:pt x="12526" y="2082"/>
                </a:lnTo>
                <a:lnTo>
                  <a:pt x="11628" y="2082"/>
                </a:lnTo>
                <a:lnTo>
                  <a:pt x="11628" y="1076"/>
                </a:lnTo>
                <a:moveTo>
                  <a:pt x="11628" y="2150"/>
                </a:moveTo>
                <a:lnTo>
                  <a:pt x="12526" y="2150"/>
                </a:lnTo>
                <a:lnTo>
                  <a:pt x="12526" y="3104"/>
                </a:lnTo>
                <a:lnTo>
                  <a:pt x="11628" y="3104"/>
                </a:lnTo>
                <a:lnTo>
                  <a:pt x="11628" y="2150"/>
                </a:lnTo>
                <a:moveTo>
                  <a:pt x="11628" y="3172"/>
                </a:moveTo>
                <a:lnTo>
                  <a:pt x="12526" y="3172"/>
                </a:lnTo>
                <a:lnTo>
                  <a:pt x="12526" y="4178"/>
                </a:lnTo>
                <a:lnTo>
                  <a:pt x="11628" y="4178"/>
                </a:lnTo>
                <a:lnTo>
                  <a:pt x="11628" y="3172"/>
                </a:lnTo>
                <a:moveTo>
                  <a:pt x="11628" y="4247"/>
                </a:moveTo>
                <a:lnTo>
                  <a:pt x="12526" y="4247"/>
                </a:lnTo>
                <a:lnTo>
                  <a:pt x="12526" y="5200"/>
                </a:lnTo>
                <a:lnTo>
                  <a:pt x="11628" y="5200"/>
                </a:lnTo>
                <a:lnTo>
                  <a:pt x="11628" y="4247"/>
                </a:lnTo>
                <a:moveTo>
                  <a:pt x="11628" y="5268"/>
                </a:moveTo>
                <a:lnTo>
                  <a:pt x="12526" y="5268"/>
                </a:lnTo>
                <a:lnTo>
                  <a:pt x="12526" y="6274"/>
                </a:lnTo>
                <a:lnTo>
                  <a:pt x="11628" y="6274"/>
                </a:lnTo>
                <a:lnTo>
                  <a:pt x="11628" y="5268"/>
                </a:lnTo>
                <a:moveTo>
                  <a:pt x="11628" y="6342"/>
                </a:moveTo>
                <a:lnTo>
                  <a:pt x="12526" y="6342"/>
                </a:lnTo>
                <a:lnTo>
                  <a:pt x="12526" y="7296"/>
                </a:lnTo>
                <a:lnTo>
                  <a:pt x="11628" y="7296"/>
                </a:lnTo>
                <a:lnTo>
                  <a:pt x="11628" y="6342"/>
                </a:lnTo>
                <a:moveTo>
                  <a:pt x="11628" y="7364"/>
                </a:moveTo>
                <a:lnTo>
                  <a:pt x="12526" y="7364"/>
                </a:lnTo>
                <a:lnTo>
                  <a:pt x="12526" y="8369"/>
                </a:lnTo>
                <a:lnTo>
                  <a:pt x="11628" y="8369"/>
                </a:lnTo>
                <a:lnTo>
                  <a:pt x="11628" y="7364"/>
                </a:lnTo>
                <a:moveTo>
                  <a:pt x="11628" y="8438"/>
                </a:moveTo>
                <a:lnTo>
                  <a:pt x="12526" y="8438"/>
                </a:lnTo>
                <a:lnTo>
                  <a:pt x="12526" y="9391"/>
                </a:lnTo>
                <a:lnTo>
                  <a:pt x="11628" y="9391"/>
                </a:lnTo>
                <a:lnTo>
                  <a:pt x="11628" y="8438"/>
                </a:lnTo>
                <a:moveTo>
                  <a:pt x="11628" y="9459"/>
                </a:moveTo>
                <a:lnTo>
                  <a:pt x="12526" y="9459"/>
                </a:lnTo>
                <a:lnTo>
                  <a:pt x="12526" y="10465"/>
                </a:lnTo>
                <a:lnTo>
                  <a:pt x="11628" y="10465"/>
                </a:lnTo>
                <a:lnTo>
                  <a:pt x="11628" y="9459"/>
                </a:lnTo>
                <a:moveTo>
                  <a:pt x="11628" y="10533"/>
                </a:moveTo>
                <a:lnTo>
                  <a:pt x="12526" y="10533"/>
                </a:lnTo>
                <a:lnTo>
                  <a:pt x="12526" y="11487"/>
                </a:lnTo>
                <a:lnTo>
                  <a:pt x="11628" y="11487"/>
                </a:lnTo>
                <a:lnTo>
                  <a:pt x="11628" y="10533"/>
                </a:lnTo>
                <a:moveTo>
                  <a:pt x="11628" y="11556"/>
                </a:moveTo>
                <a:lnTo>
                  <a:pt x="12526" y="11556"/>
                </a:lnTo>
                <a:lnTo>
                  <a:pt x="12526" y="12561"/>
                </a:lnTo>
                <a:lnTo>
                  <a:pt x="11628" y="12561"/>
                </a:lnTo>
                <a:lnTo>
                  <a:pt x="11628" y="11556"/>
                </a:lnTo>
                <a:moveTo>
                  <a:pt x="11628" y="12630"/>
                </a:moveTo>
                <a:lnTo>
                  <a:pt x="12526" y="12630"/>
                </a:lnTo>
                <a:lnTo>
                  <a:pt x="12526" y="13583"/>
                </a:lnTo>
                <a:lnTo>
                  <a:pt x="11628" y="13583"/>
                </a:lnTo>
                <a:lnTo>
                  <a:pt x="11628" y="12630"/>
                </a:lnTo>
                <a:moveTo>
                  <a:pt x="11628" y="13651"/>
                </a:moveTo>
                <a:lnTo>
                  <a:pt x="12526" y="13651"/>
                </a:lnTo>
                <a:lnTo>
                  <a:pt x="12526" y="14657"/>
                </a:lnTo>
                <a:lnTo>
                  <a:pt x="11628" y="14657"/>
                </a:lnTo>
                <a:lnTo>
                  <a:pt x="11628" y="13651"/>
                </a:lnTo>
                <a:moveTo>
                  <a:pt x="11628" y="14726"/>
                </a:moveTo>
                <a:lnTo>
                  <a:pt x="12526" y="14726"/>
                </a:lnTo>
                <a:lnTo>
                  <a:pt x="12526" y="15680"/>
                </a:lnTo>
                <a:lnTo>
                  <a:pt x="11628" y="15680"/>
                </a:lnTo>
                <a:lnTo>
                  <a:pt x="11628" y="14726"/>
                </a:lnTo>
                <a:moveTo>
                  <a:pt x="10500" y="55"/>
                </a:moveTo>
                <a:lnTo>
                  <a:pt x="11559" y="55"/>
                </a:lnTo>
                <a:lnTo>
                  <a:pt x="11559" y="1007"/>
                </a:lnTo>
                <a:lnTo>
                  <a:pt x="10500" y="1007"/>
                </a:lnTo>
                <a:lnTo>
                  <a:pt x="10500" y="55"/>
                </a:lnTo>
                <a:moveTo>
                  <a:pt x="10500" y="1076"/>
                </a:moveTo>
                <a:lnTo>
                  <a:pt x="11559" y="1076"/>
                </a:lnTo>
                <a:lnTo>
                  <a:pt x="11559" y="2082"/>
                </a:lnTo>
                <a:lnTo>
                  <a:pt x="10500" y="2082"/>
                </a:lnTo>
                <a:lnTo>
                  <a:pt x="10500" y="1076"/>
                </a:lnTo>
                <a:moveTo>
                  <a:pt x="10500" y="2150"/>
                </a:moveTo>
                <a:lnTo>
                  <a:pt x="11559" y="2150"/>
                </a:lnTo>
                <a:lnTo>
                  <a:pt x="11559" y="3104"/>
                </a:lnTo>
                <a:lnTo>
                  <a:pt x="10500" y="3104"/>
                </a:lnTo>
                <a:lnTo>
                  <a:pt x="10500" y="2150"/>
                </a:lnTo>
                <a:moveTo>
                  <a:pt x="10500" y="3172"/>
                </a:moveTo>
                <a:lnTo>
                  <a:pt x="11559" y="3172"/>
                </a:lnTo>
                <a:lnTo>
                  <a:pt x="11559" y="4178"/>
                </a:lnTo>
                <a:lnTo>
                  <a:pt x="10500" y="4178"/>
                </a:lnTo>
                <a:lnTo>
                  <a:pt x="10500" y="3172"/>
                </a:lnTo>
                <a:moveTo>
                  <a:pt x="10500" y="4247"/>
                </a:moveTo>
                <a:lnTo>
                  <a:pt x="11559" y="4247"/>
                </a:lnTo>
                <a:lnTo>
                  <a:pt x="11559" y="5200"/>
                </a:lnTo>
                <a:lnTo>
                  <a:pt x="10500" y="5200"/>
                </a:lnTo>
                <a:lnTo>
                  <a:pt x="10500" y="4247"/>
                </a:lnTo>
                <a:moveTo>
                  <a:pt x="10500" y="5268"/>
                </a:moveTo>
                <a:lnTo>
                  <a:pt x="11559" y="5268"/>
                </a:lnTo>
                <a:lnTo>
                  <a:pt x="11559" y="6274"/>
                </a:lnTo>
                <a:lnTo>
                  <a:pt x="10500" y="6274"/>
                </a:lnTo>
                <a:lnTo>
                  <a:pt x="10500" y="5268"/>
                </a:lnTo>
                <a:moveTo>
                  <a:pt x="10500" y="6342"/>
                </a:moveTo>
                <a:lnTo>
                  <a:pt x="11559" y="6342"/>
                </a:lnTo>
                <a:lnTo>
                  <a:pt x="11559" y="7296"/>
                </a:lnTo>
                <a:lnTo>
                  <a:pt x="10500" y="7296"/>
                </a:lnTo>
                <a:lnTo>
                  <a:pt x="10500" y="6342"/>
                </a:lnTo>
                <a:moveTo>
                  <a:pt x="10500" y="7364"/>
                </a:moveTo>
                <a:lnTo>
                  <a:pt x="11559" y="7364"/>
                </a:lnTo>
                <a:lnTo>
                  <a:pt x="11559" y="8369"/>
                </a:lnTo>
                <a:lnTo>
                  <a:pt x="10500" y="8369"/>
                </a:lnTo>
                <a:lnTo>
                  <a:pt x="10500" y="7364"/>
                </a:lnTo>
                <a:moveTo>
                  <a:pt x="10500" y="8438"/>
                </a:moveTo>
                <a:lnTo>
                  <a:pt x="11559" y="8438"/>
                </a:lnTo>
                <a:lnTo>
                  <a:pt x="11559" y="9391"/>
                </a:lnTo>
                <a:lnTo>
                  <a:pt x="10500" y="9391"/>
                </a:lnTo>
                <a:lnTo>
                  <a:pt x="10500" y="8438"/>
                </a:lnTo>
                <a:moveTo>
                  <a:pt x="10500" y="9459"/>
                </a:moveTo>
                <a:lnTo>
                  <a:pt x="11559" y="9459"/>
                </a:lnTo>
                <a:lnTo>
                  <a:pt x="11559" y="10465"/>
                </a:lnTo>
                <a:lnTo>
                  <a:pt x="10500" y="10465"/>
                </a:lnTo>
                <a:lnTo>
                  <a:pt x="10500" y="9459"/>
                </a:lnTo>
                <a:moveTo>
                  <a:pt x="10500" y="10533"/>
                </a:moveTo>
                <a:lnTo>
                  <a:pt x="11559" y="10533"/>
                </a:lnTo>
                <a:lnTo>
                  <a:pt x="11559" y="11487"/>
                </a:lnTo>
                <a:lnTo>
                  <a:pt x="10500" y="11487"/>
                </a:lnTo>
                <a:lnTo>
                  <a:pt x="10500" y="10533"/>
                </a:lnTo>
                <a:moveTo>
                  <a:pt x="10500" y="11556"/>
                </a:moveTo>
                <a:lnTo>
                  <a:pt x="11559" y="11556"/>
                </a:lnTo>
                <a:lnTo>
                  <a:pt x="11559" y="12561"/>
                </a:lnTo>
                <a:lnTo>
                  <a:pt x="10500" y="12561"/>
                </a:lnTo>
                <a:lnTo>
                  <a:pt x="10500" y="11556"/>
                </a:lnTo>
                <a:moveTo>
                  <a:pt x="10500" y="12630"/>
                </a:moveTo>
                <a:lnTo>
                  <a:pt x="11559" y="12630"/>
                </a:lnTo>
                <a:lnTo>
                  <a:pt x="11559" y="13583"/>
                </a:lnTo>
                <a:lnTo>
                  <a:pt x="10500" y="13583"/>
                </a:lnTo>
                <a:lnTo>
                  <a:pt x="10500" y="12630"/>
                </a:lnTo>
                <a:moveTo>
                  <a:pt x="10500" y="13651"/>
                </a:moveTo>
                <a:lnTo>
                  <a:pt x="11559" y="13651"/>
                </a:lnTo>
                <a:lnTo>
                  <a:pt x="11559" y="14657"/>
                </a:lnTo>
                <a:lnTo>
                  <a:pt x="10500" y="14657"/>
                </a:lnTo>
                <a:lnTo>
                  <a:pt x="10500" y="13651"/>
                </a:lnTo>
                <a:moveTo>
                  <a:pt x="10500" y="14726"/>
                </a:moveTo>
                <a:lnTo>
                  <a:pt x="11559" y="14726"/>
                </a:lnTo>
                <a:lnTo>
                  <a:pt x="11559" y="15680"/>
                </a:lnTo>
                <a:lnTo>
                  <a:pt x="10500" y="15680"/>
                </a:lnTo>
                <a:lnTo>
                  <a:pt x="10500" y="14726"/>
                </a:lnTo>
                <a:moveTo>
                  <a:pt x="9531" y="55"/>
                </a:moveTo>
                <a:lnTo>
                  <a:pt x="10430" y="55"/>
                </a:lnTo>
                <a:lnTo>
                  <a:pt x="10430" y="1007"/>
                </a:lnTo>
                <a:lnTo>
                  <a:pt x="9531" y="1007"/>
                </a:lnTo>
                <a:lnTo>
                  <a:pt x="9531" y="55"/>
                </a:lnTo>
                <a:moveTo>
                  <a:pt x="9531" y="1076"/>
                </a:moveTo>
                <a:lnTo>
                  <a:pt x="10430" y="1076"/>
                </a:lnTo>
                <a:lnTo>
                  <a:pt x="10430" y="2082"/>
                </a:lnTo>
                <a:lnTo>
                  <a:pt x="9531" y="2082"/>
                </a:lnTo>
                <a:lnTo>
                  <a:pt x="9531" y="1076"/>
                </a:lnTo>
                <a:moveTo>
                  <a:pt x="9531" y="2150"/>
                </a:moveTo>
                <a:lnTo>
                  <a:pt x="10430" y="2150"/>
                </a:lnTo>
                <a:lnTo>
                  <a:pt x="10430" y="3104"/>
                </a:lnTo>
                <a:lnTo>
                  <a:pt x="9531" y="3104"/>
                </a:lnTo>
                <a:lnTo>
                  <a:pt x="9531" y="2150"/>
                </a:lnTo>
                <a:moveTo>
                  <a:pt x="9531" y="3172"/>
                </a:moveTo>
                <a:lnTo>
                  <a:pt x="10430" y="3172"/>
                </a:lnTo>
                <a:lnTo>
                  <a:pt x="10430" y="4178"/>
                </a:lnTo>
                <a:lnTo>
                  <a:pt x="9531" y="4178"/>
                </a:lnTo>
                <a:lnTo>
                  <a:pt x="9531" y="3172"/>
                </a:lnTo>
                <a:moveTo>
                  <a:pt x="9531" y="4247"/>
                </a:moveTo>
                <a:lnTo>
                  <a:pt x="10430" y="4247"/>
                </a:lnTo>
                <a:lnTo>
                  <a:pt x="10430" y="5200"/>
                </a:lnTo>
                <a:lnTo>
                  <a:pt x="9531" y="5200"/>
                </a:lnTo>
                <a:lnTo>
                  <a:pt x="9531" y="4247"/>
                </a:lnTo>
                <a:moveTo>
                  <a:pt x="9531" y="5268"/>
                </a:moveTo>
                <a:lnTo>
                  <a:pt x="10430" y="5268"/>
                </a:lnTo>
                <a:lnTo>
                  <a:pt x="10430" y="6274"/>
                </a:lnTo>
                <a:lnTo>
                  <a:pt x="9531" y="6274"/>
                </a:lnTo>
                <a:lnTo>
                  <a:pt x="9531" y="5268"/>
                </a:lnTo>
                <a:moveTo>
                  <a:pt x="9531" y="6342"/>
                </a:moveTo>
                <a:lnTo>
                  <a:pt x="10430" y="6342"/>
                </a:lnTo>
                <a:lnTo>
                  <a:pt x="10430" y="7296"/>
                </a:lnTo>
                <a:lnTo>
                  <a:pt x="9531" y="7296"/>
                </a:lnTo>
                <a:lnTo>
                  <a:pt x="9531" y="6342"/>
                </a:lnTo>
                <a:moveTo>
                  <a:pt x="9531" y="7364"/>
                </a:moveTo>
                <a:lnTo>
                  <a:pt x="10430" y="7364"/>
                </a:lnTo>
                <a:lnTo>
                  <a:pt x="10430" y="8369"/>
                </a:lnTo>
                <a:lnTo>
                  <a:pt x="9531" y="8369"/>
                </a:lnTo>
                <a:lnTo>
                  <a:pt x="9531" y="7364"/>
                </a:lnTo>
                <a:moveTo>
                  <a:pt x="9531" y="8438"/>
                </a:moveTo>
                <a:lnTo>
                  <a:pt x="10430" y="8438"/>
                </a:lnTo>
                <a:lnTo>
                  <a:pt x="10430" y="9391"/>
                </a:lnTo>
                <a:lnTo>
                  <a:pt x="9531" y="9391"/>
                </a:lnTo>
                <a:lnTo>
                  <a:pt x="9531" y="8438"/>
                </a:lnTo>
                <a:moveTo>
                  <a:pt x="9531" y="9459"/>
                </a:moveTo>
                <a:lnTo>
                  <a:pt x="10430" y="9459"/>
                </a:lnTo>
                <a:lnTo>
                  <a:pt x="10430" y="10465"/>
                </a:lnTo>
                <a:lnTo>
                  <a:pt x="9531" y="10465"/>
                </a:lnTo>
                <a:lnTo>
                  <a:pt x="9531" y="9459"/>
                </a:lnTo>
                <a:moveTo>
                  <a:pt x="9531" y="10533"/>
                </a:moveTo>
                <a:lnTo>
                  <a:pt x="10430" y="10533"/>
                </a:lnTo>
                <a:lnTo>
                  <a:pt x="10430" y="11487"/>
                </a:lnTo>
                <a:lnTo>
                  <a:pt x="9531" y="11487"/>
                </a:lnTo>
                <a:lnTo>
                  <a:pt x="9531" y="10533"/>
                </a:lnTo>
                <a:moveTo>
                  <a:pt x="9531" y="11556"/>
                </a:moveTo>
                <a:lnTo>
                  <a:pt x="10430" y="11556"/>
                </a:lnTo>
                <a:lnTo>
                  <a:pt x="10430" y="12561"/>
                </a:lnTo>
                <a:lnTo>
                  <a:pt x="9531" y="12561"/>
                </a:lnTo>
                <a:lnTo>
                  <a:pt x="9531" y="11556"/>
                </a:lnTo>
                <a:moveTo>
                  <a:pt x="9531" y="12630"/>
                </a:moveTo>
                <a:lnTo>
                  <a:pt x="10430" y="12630"/>
                </a:lnTo>
                <a:lnTo>
                  <a:pt x="10430" y="13583"/>
                </a:lnTo>
                <a:lnTo>
                  <a:pt x="9531" y="13583"/>
                </a:lnTo>
                <a:lnTo>
                  <a:pt x="9531" y="12630"/>
                </a:lnTo>
                <a:moveTo>
                  <a:pt x="9531" y="13651"/>
                </a:moveTo>
                <a:lnTo>
                  <a:pt x="10430" y="13651"/>
                </a:lnTo>
                <a:lnTo>
                  <a:pt x="10430" y="14657"/>
                </a:lnTo>
                <a:lnTo>
                  <a:pt x="9531" y="14657"/>
                </a:lnTo>
                <a:lnTo>
                  <a:pt x="9531" y="13651"/>
                </a:lnTo>
                <a:moveTo>
                  <a:pt x="9531" y="14726"/>
                </a:moveTo>
                <a:lnTo>
                  <a:pt x="10430" y="14726"/>
                </a:lnTo>
                <a:lnTo>
                  <a:pt x="10430" y="15680"/>
                </a:lnTo>
                <a:lnTo>
                  <a:pt x="9531" y="15680"/>
                </a:lnTo>
                <a:lnTo>
                  <a:pt x="9531" y="14726"/>
                </a:lnTo>
                <a:moveTo>
                  <a:pt x="8403" y="55"/>
                </a:moveTo>
                <a:lnTo>
                  <a:pt x="9463" y="55"/>
                </a:lnTo>
                <a:lnTo>
                  <a:pt x="9463" y="1007"/>
                </a:lnTo>
                <a:lnTo>
                  <a:pt x="8403" y="1007"/>
                </a:lnTo>
                <a:lnTo>
                  <a:pt x="8403" y="55"/>
                </a:lnTo>
                <a:moveTo>
                  <a:pt x="8403" y="1076"/>
                </a:moveTo>
                <a:lnTo>
                  <a:pt x="9463" y="1076"/>
                </a:lnTo>
                <a:lnTo>
                  <a:pt x="9463" y="2082"/>
                </a:lnTo>
                <a:lnTo>
                  <a:pt x="8403" y="2082"/>
                </a:lnTo>
                <a:lnTo>
                  <a:pt x="8403" y="1076"/>
                </a:lnTo>
                <a:moveTo>
                  <a:pt x="8403" y="2150"/>
                </a:moveTo>
                <a:lnTo>
                  <a:pt x="9463" y="2150"/>
                </a:lnTo>
                <a:lnTo>
                  <a:pt x="9463" y="3104"/>
                </a:lnTo>
                <a:lnTo>
                  <a:pt x="8403" y="3104"/>
                </a:lnTo>
                <a:lnTo>
                  <a:pt x="8403" y="2150"/>
                </a:lnTo>
                <a:moveTo>
                  <a:pt x="8403" y="3172"/>
                </a:moveTo>
                <a:lnTo>
                  <a:pt x="9463" y="3172"/>
                </a:lnTo>
                <a:lnTo>
                  <a:pt x="9463" y="4178"/>
                </a:lnTo>
                <a:lnTo>
                  <a:pt x="8403" y="4178"/>
                </a:lnTo>
                <a:lnTo>
                  <a:pt x="8403" y="3172"/>
                </a:lnTo>
                <a:moveTo>
                  <a:pt x="8403" y="4247"/>
                </a:moveTo>
                <a:lnTo>
                  <a:pt x="9463" y="4247"/>
                </a:lnTo>
                <a:lnTo>
                  <a:pt x="9463" y="5200"/>
                </a:lnTo>
                <a:lnTo>
                  <a:pt x="8403" y="5200"/>
                </a:lnTo>
                <a:lnTo>
                  <a:pt x="8403" y="4247"/>
                </a:lnTo>
                <a:moveTo>
                  <a:pt x="8403" y="5268"/>
                </a:moveTo>
                <a:lnTo>
                  <a:pt x="9463" y="5268"/>
                </a:lnTo>
                <a:lnTo>
                  <a:pt x="9463" y="6274"/>
                </a:lnTo>
                <a:lnTo>
                  <a:pt x="8403" y="6274"/>
                </a:lnTo>
                <a:lnTo>
                  <a:pt x="8403" y="5268"/>
                </a:lnTo>
                <a:moveTo>
                  <a:pt x="8403" y="6342"/>
                </a:moveTo>
                <a:lnTo>
                  <a:pt x="9463" y="6342"/>
                </a:lnTo>
                <a:lnTo>
                  <a:pt x="9463" y="7296"/>
                </a:lnTo>
                <a:lnTo>
                  <a:pt x="8403" y="7296"/>
                </a:lnTo>
                <a:lnTo>
                  <a:pt x="8403" y="6342"/>
                </a:lnTo>
                <a:moveTo>
                  <a:pt x="8403" y="7364"/>
                </a:moveTo>
                <a:lnTo>
                  <a:pt x="9463" y="7364"/>
                </a:lnTo>
                <a:lnTo>
                  <a:pt x="9463" y="8369"/>
                </a:lnTo>
                <a:lnTo>
                  <a:pt x="8403" y="8369"/>
                </a:lnTo>
                <a:lnTo>
                  <a:pt x="8403" y="7364"/>
                </a:lnTo>
                <a:moveTo>
                  <a:pt x="8403" y="8438"/>
                </a:moveTo>
                <a:lnTo>
                  <a:pt x="9463" y="8438"/>
                </a:lnTo>
                <a:lnTo>
                  <a:pt x="9463" y="9391"/>
                </a:lnTo>
                <a:lnTo>
                  <a:pt x="8403" y="9391"/>
                </a:lnTo>
                <a:lnTo>
                  <a:pt x="8403" y="8438"/>
                </a:lnTo>
                <a:moveTo>
                  <a:pt x="8403" y="9459"/>
                </a:moveTo>
                <a:lnTo>
                  <a:pt x="9463" y="9459"/>
                </a:lnTo>
                <a:lnTo>
                  <a:pt x="9463" y="10465"/>
                </a:lnTo>
                <a:lnTo>
                  <a:pt x="8403" y="10465"/>
                </a:lnTo>
                <a:lnTo>
                  <a:pt x="8403" y="9459"/>
                </a:lnTo>
                <a:moveTo>
                  <a:pt x="8403" y="10533"/>
                </a:moveTo>
                <a:lnTo>
                  <a:pt x="9463" y="10533"/>
                </a:lnTo>
                <a:lnTo>
                  <a:pt x="9463" y="11487"/>
                </a:lnTo>
                <a:lnTo>
                  <a:pt x="8403" y="11487"/>
                </a:lnTo>
                <a:lnTo>
                  <a:pt x="8403" y="10533"/>
                </a:lnTo>
                <a:moveTo>
                  <a:pt x="8403" y="11556"/>
                </a:moveTo>
                <a:lnTo>
                  <a:pt x="9463" y="11556"/>
                </a:lnTo>
                <a:lnTo>
                  <a:pt x="9463" y="12561"/>
                </a:lnTo>
                <a:lnTo>
                  <a:pt x="8403" y="12561"/>
                </a:lnTo>
                <a:lnTo>
                  <a:pt x="8403" y="11556"/>
                </a:lnTo>
                <a:moveTo>
                  <a:pt x="8403" y="12630"/>
                </a:moveTo>
                <a:lnTo>
                  <a:pt x="9463" y="12630"/>
                </a:lnTo>
                <a:lnTo>
                  <a:pt x="9463" y="13583"/>
                </a:lnTo>
                <a:lnTo>
                  <a:pt x="8403" y="13583"/>
                </a:lnTo>
                <a:lnTo>
                  <a:pt x="8403" y="12630"/>
                </a:lnTo>
                <a:moveTo>
                  <a:pt x="8403" y="13651"/>
                </a:moveTo>
                <a:lnTo>
                  <a:pt x="9463" y="13651"/>
                </a:lnTo>
                <a:lnTo>
                  <a:pt x="9463" y="14657"/>
                </a:lnTo>
                <a:lnTo>
                  <a:pt x="8403" y="14657"/>
                </a:lnTo>
                <a:lnTo>
                  <a:pt x="8403" y="13651"/>
                </a:lnTo>
                <a:moveTo>
                  <a:pt x="8403" y="14726"/>
                </a:moveTo>
                <a:lnTo>
                  <a:pt x="9463" y="14726"/>
                </a:lnTo>
                <a:lnTo>
                  <a:pt x="9463" y="15680"/>
                </a:lnTo>
                <a:lnTo>
                  <a:pt x="8403" y="15680"/>
                </a:lnTo>
                <a:lnTo>
                  <a:pt x="8403" y="14726"/>
                </a:lnTo>
                <a:moveTo>
                  <a:pt x="7436" y="55"/>
                </a:moveTo>
                <a:lnTo>
                  <a:pt x="8335" y="55"/>
                </a:lnTo>
                <a:lnTo>
                  <a:pt x="8335" y="1007"/>
                </a:lnTo>
                <a:lnTo>
                  <a:pt x="7436" y="1007"/>
                </a:lnTo>
                <a:lnTo>
                  <a:pt x="7436" y="55"/>
                </a:lnTo>
                <a:moveTo>
                  <a:pt x="7436" y="1076"/>
                </a:moveTo>
                <a:lnTo>
                  <a:pt x="8335" y="1076"/>
                </a:lnTo>
                <a:lnTo>
                  <a:pt x="8335" y="2082"/>
                </a:lnTo>
                <a:lnTo>
                  <a:pt x="7436" y="2082"/>
                </a:lnTo>
                <a:lnTo>
                  <a:pt x="7436" y="1076"/>
                </a:lnTo>
                <a:moveTo>
                  <a:pt x="7436" y="2150"/>
                </a:moveTo>
                <a:lnTo>
                  <a:pt x="8335" y="2150"/>
                </a:lnTo>
                <a:lnTo>
                  <a:pt x="8335" y="3104"/>
                </a:lnTo>
                <a:lnTo>
                  <a:pt x="7436" y="3104"/>
                </a:lnTo>
                <a:lnTo>
                  <a:pt x="7436" y="2150"/>
                </a:lnTo>
                <a:moveTo>
                  <a:pt x="7436" y="3172"/>
                </a:moveTo>
                <a:lnTo>
                  <a:pt x="8335" y="3172"/>
                </a:lnTo>
                <a:lnTo>
                  <a:pt x="8335" y="4178"/>
                </a:lnTo>
                <a:lnTo>
                  <a:pt x="7436" y="4178"/>
                </a:lnTo>
                <a:lnTo>
                  <a:pt x="7436" y="3172"/>
                </a:lnTo>
                <a:moveTo>
                  <a:pt x="7436" y="4247"/>
                </a:moveTo>
                <a:lnTo>
                  <a:pt x="8335" y="4247"/>
                </a:lnTo>
                <a:lnTo>
                  <a:pt x="8335" y="5200"/>
                </a:lnTo>
                <a:lnTo>
                  <a:pt x="7436" y="5200"/>
                </a:lnTo>
                <a:lnTo>
                  <a:pt x="7436" y="4247"/>
                </a:lnTo>
                <a:moveTo>
                  <a:pt x="7436" y="5268"/>
                </a:moveTo>
                <a:lnTo>
                  <a:pt x="8335" y="5268"/>
                </a:lnTo>
                <a:lnTo>
                  <a:pt x="8335" y="6274"/>
                </a:lnTo>
                <a:lnTo>
                  <a:pt x="7436" y="6274"/>
                </a:lnTo>
                <a:lnTo>
                  <a:pt x="7436" y="5268"/>
                </a:lnTo>
                <a:moveTo>
                  <a:pt x="7436" y="6342"/>
                </a:moveTo>
                <a:lnTo>
                  <a:pt x="8335" y="6342"/>
                </a:lnTo>
                <a:lnTo>
                  <a:pt x="8335" y="7296"/>
                </a:lnTo>
                <a:lnTo>
                  <a:pt x="7436" y="7296"/>
                </a:lnTo>
                <a:lnTo>
                  <a:pt x="7436" y="6342"/>
                </a:lnTo>
                <a:moveTo>
                  <a:pt x="7436" y="7364"/>
                </a:moveTo>
                <a:lnTo>
                  <a:pt x="8335" y="7364"/>
                </a:lnTo>
                <a:lnTo>
                  <a:pt x="8335" y="8369"/>
                </a:lnTo>
                <a:lnTo>
                  <a:pt x="7436" y="8369"/>
                </a:lnTo>
                <a:lnTo>
                  <a:pt x="7436" y="7364"/>
                </a:lnTo>
                <a:moveTo>
                  <a:pt x="7436" y="8438"/>
                </a:moveTo>
                <a:lnTo>
                  <a:pt x="8335" y="8438"/>
                </a:lnTo>
                <a:lnTo>
                  <a:pt x="8335" y="9391"/>
                </a:lnTo>
                <a:lnTo>
                  <a:pt x="7436" y="9391"/>
                </a:lnTo>
                <a:lnTo>
                  <a:pt x="7436" y="8438"/>
                </a:lnTo>
                <a:moveTo>
                  <a:pt x="7436" y="9459"/>
                </a:moveTo>
                <a:lnTo>
                  <a:pt x="8335" y="9459"/>
                </a:lnTo>
                <a:lnTo>
                  <a:pt x="8335" y="10465"/>
                </a:lnTo>
                <a:lnTo>
                  <a:pt x="7436" y="10465"/>
                </a:lnTo>
                <a:lnTo>
                  <a:pt x="7436" y="9459"/>
                </a:lnTo>
                <a:moveTo>
                  <a:pt x="7436" y="10533"/>
                </a:moveTo>
                <a:lnTo>
                  <a:pt x="8335" y="10533"/>
                </a:lnTo>
                <a:lnTo>
                  <a:pt x="8335" y="11487"/>
                </a:lnTo>
                <a:lnTo>
                  <a:pt x="7436" y="11487"/>
                </a:lnTo>
                <a:lnTo>
                  <a:pt x="7436" y="10533"/>
                </a:lnTo>
                <a:moveTo>
                  <a:pt x="7436" y="11556"/>
                </a:moveTo>
                <a:lnTo>
                  <a:pt x="8335" y="11556"/>
                </a:lnTo>
                <a:lnTo>
                  <a:pt x="8335" y="12561"/>
                </a:lnTo>
                <a:lnTo>
                  <a:pt x="7436" y="12561"/>
                </a:lnTo>
                <a:lnTo>
                  <a:pt x="7436" y="11556"/>
                </a:lnTo>
                <a:moveTo>
                  <a:pt x="7436" y="12630"/>
                </a:moveTo>
                <a:lnTo>
                  <a:pt x="8335" y="12630"/>
                </a:lnTo>
                <a:lnTo>
                  <a:pt x="8335" y="13583"/>
                </a:lnTo>
                <a:lnTo>
                  <a:pt x="7436" y="13583"/>
                </a:lnTo>
                <a:lnTo>
                  <a:pt x="7436" y="12630"/>
                </a:lnTo>
                <a:moveTo>
                  <a:pt x="7436" y="13651"/>
                </a:moveTo>
                <a:lnTo>
                  <a:pt x="8335" y="13651"/>
                </a:lnTo>
                <a:lnTo>
                  <a:pt x="8335" y="14657"/>
                </a:lnTo>
                <a:lnTo>
                  <a:pt x="7436" y="14657"/>
                </a:lnTo>
                <a:lnTo>
                  <a:pt x="7436" y="13651"/>
                </a:lnTo>
                <a:moveTo>
                  <a:pt x="7436" y="14726"/>
                </a:moveTo>
                <a:lnTo>
                  <a:pt x="8335" y="14726"/>
                </a:lnTo>
                <a:lnTo>
                  <a:pt x="8335" y="15680"/>
                </a:lnTo>
                <a:lnTo>
                  <a:pt x="7436" y="15680"/>
                </a:lnTo>
                <a:lnTo>
                  <a:pt x="7436" y="14726"/>
                </a:lnTo>
                <a:moveTo>
                  <a:pt x="6308" y="55"/>
                </a:moveTo>
                <a:lnTo>
                  <a:pt x="7366" y="55"/>
                </a:lnTo>
                <a:lnTo>
                  <a:pt x="7366" y="1007"/>
                </a:lnTo>
                <a:lnTo>
                  <a:pt x="6308" y="1007"/>
                </a:lnTo>
                <a:lnTo>
                  <a:pt x="6308" y="55"/>
                </a:lnTo>
                <a:moveTo>
                  <a:pt x="6308" y="1076"/>
                </a:moveTo>
                <a:lnTo>
                  <a:pt x="7366" y="1076"/>
                </a:lnTo>
                <a:lnTo>
                  <a:pt x="7366" y="2082"/>
                </a:lnTo>
                <a:lnTo>
                  <a:pt x="6308" y="2082"/>
                </a:lnTo>
                <a:lnTo>
                  <a:pt x="6308" y="1076"/>
                </a:lnTo>
                <a:moveTo>
                  <a:pt x="6308" y="2150"/>
                </a:moveTo>
                <a:lnTo>
                  <a:pt x="7366" y="2150"/>
                </a:lnTo>
                <a:lnTo>
                  <a:pt x="7366" y="3104"/>
                </a:lnTo>
                <a:lnTo>
                  <a:pt x="6308" y="3104"/>
                </a:lnTo>
                <a:lnTo>
                  <a:pt x="6308" y="2150"/>
                </a:lnTo>
                <a:moveTo>
                  <a:pt x="6308" y="3172"/>
                </a:moveTo>
                <a:lnTo>
                  <a:pt x="7366" y="3172"/>
                </a:lnTo>
                <a:lnTo>
                  <a:pt x="7366" y="4178"/>
                </a:lnTo>
                <a:lnTo>
                  <a:pt x="6308" y="4178"/>
                </a:lnTo>
                <a:lnTo>
                  <a:pt x="6308" y="3172"/>
                </a:lnTo>
                <a:moveTo>
                  <a:pt x="6308" y="4247"/>
                </a:moveTo>
                <a:lnTo>
                  <a:pt x="7366" y="4247"/>
                </a:lnTo>
                <a:lnTo>
                  <a:pt x="7366" y="5200"/>
                </a:lnTo>
                <a:lnTo>
                  <a:pt x="6308" y="5200"/>
                </a:lnTo>
                <a:lnTo>
                  <a:pt x="6308" y="4247"/>
                </a:lnTo>
                <a:moveTo>
                  <a:pt x="6308" y="5268"/>
                </a:moveTo>
                <a:lnTo>
                  <a:pt x="7366" y="5268"/>
                </a:lnTo>
                <a:lnTo>
                  <a:pt x="7366" y="6274"/>
                </a:lnTo>
                <a:lnTo>
                  <a:pt x="6308" y="6274"/>
                </a:lnTo>
                <a:lnTo>
                  <a:pt x="6308" y="5268"/>
                </a:lnTo>
                <a:moveTo>
                  <a:pt x="6308" y="6342"/>
                </a:moveTo>
                <a:lnTo>
                  <a:pt x="7366" y="6342"/>
                </a:lnTo>
                <a:lnTo>
                  <a:pt x="7366" y="7296"/>
                </a:lnTo>
                <a:lnTo>
                  <a:pt x="6308" y="7296"/>
                </a:lnTo>
                <a:lnTo>
                  <a:pt x="6308" y="6342"/>
                </a:lnTo>
                <a:moveTo>
                  <a:pt x="6308" y="7364"/>
                </a:moveTo>
                <a:lnTo>
                  <a:pt x="7366" y="7364"/>
                </a:lnTo>
                <a:lnTo>
                  <a:pt x="7366" y="8369"/>
                </a:lnTo>
                <a:lnTo>
                  <a:pt x="6308" y="8369"/>
                </a:lnTo>
                <a:lnTo>
                  <a:pt x="6308" y="7364"/>
                </a:lnTo>
                <a:moveTo>
                  <a:pt x="6308" y="8438"/>
                </a:moveTo>
                <a:lnTo>
                  <a:pt x="7366" y="8438"/>
                </a:lnTo>
                <a:lnTo>
                  <a:pt x="7366" y="9391"/>
                </a:lnTo>
                <a:lnTo>
                  <a:pt x="6308" y="9391"/>
                </a:lnTo>
                <a:lnTo>
                  <a:pt x="6308" y="8438"/>
                </a:lnTo>
                <a:moveTo>
                  <a:pt x="6308" y="9459"/>
                </a:moveTo>
                <a:lnTo>
                  <a:pt x="7366" y="9459"/>
                </a:lnTo>
                <a:lnTo>
                  <a:pt x="7366" y="10465"/>
                </a:lnTo>
                <a:lnTo>
                  <a:pt x="6308" y="10465"/>
                </a:lnTo>
                <a:lnTo>
                  <a:pt x="6308" y="9459"/>
                </a:lnTo>
                <a:moveTo>
                  <a:pt x="6308" y="10533"/>
                </a:moveTo>
                <a:lnTo>
                  <a:pt x="7366" y="10533"/>
                </a:lnTo>
                <a:lnTo>
                  <a:pt x="7366" y="11487"/>
                </a:lnTo>
                <a:lnTo>
                  <a:pt x="6308" y="11487"/>
                </a:lnTo>
                <a:lnTo>
                  <a:pt x="6308" y="10533"/>
                </a:lnTo>
                <a:moveTo>
                  <a:pt x="6308" y="11556"/>
                </a:moveTo>
                <a:lnTo>
                  <a:pt x="7366" y="11556"/>
                </a:lnTo>
                <a:lnTo>
                  <a:pt x="7366" y="12561"/>
                </a:lnTo>
                <a:lnTo>
                  <a:pt x="6308" y="12561"/>
                </a:lnTo>
                <a:lnTo>
                  <a:pt x="6308" y="11556"/>
                </a:lnTo>
                <a:moveTo>
                  <a:pt x="6308" y="12630"/>
                </a:moveTo>
                <a:lnTo>
                  <a:pt x="7366" y="12630"/>
                </a:lnTo>
                <a:lnTo>
                  <a:pt x="7366" y="13583"/>
                </a:lnTo>
                <a:lnTo>
                  <a:pt x="6308" y="13583"/>
                </a:lnTo>
                <a:lnTo>
                  <a:pt x="6308" y="12630"/>
                </a:lnTo>
                <a:moveTo>
                  <a:pt x="6308" y="13651"/>
                </a:moveTo>
                <a:lnTo>
                  <a:pt x="7366" y="13651"/>
                </a:lnTo>
                <a:lnTo>
                  <a:pt x="7366" y="14657"/>
                </a:lnTo>
                <a:lnTo>
                  <a:pt x="6308" y="14657"/>
                </a:lnTo>
                <a:lnTo>
                  <a:pt x="6308" y="13651"/>
                </a:lnTo>
                <a:moveTo>
                  <a:pt x="6308" y="14726"/>
                </a:moveTo>
                <a:lnTo>
                  <a:pt x="7366" y="14726"/>
                </a:lnTo>
                <a:lnTo>
                  <a:pt x="7366" y="15680"/>
                </a:lnTo>
                <a:lnTo>
                  <a:pt x="6308" y="15680"/>
                </a:lnTo>
                <a:lnTo>
                  <a:pt x="6308" y="14726"/>
                </a:lnTo>
                <a:moveTo>
                  <a:pt x="5339" y="55"/>
                </a:moveTo>
                <a:lnTo>
                  <a:pt x="6238" y="55"/>
                </a:lnTo>
                <a:lnTo>
                  <a:pt x="6238" y="1007"/>
                </a:lnTo>
                <a:lnTo>
                  <a:pt x="5339" y="1007"/>
                </a:lnTo>
                <a:lnTo>
                  <a:pt x="5339" y="55"/>
                </a:lnTo>
                <a:moveTo>
                  <a:pt x="5339" y="1076"/>
                </a:moveTo>
                <a:lnTo>
                  <a:pt x="6238" y="1076"/>
                </a:lnTo>
                <a:lnTo>
                  <a:pt x="6238" y="2082"/>
                </a:lnTo>
                <a:lnTo>
                  <a:pt x="5339" y="2082"/>
                </a:lnTo>
                <a:lnTo>
                  <a:pt x="5339" y="1076"/>
                </a:lnTo>
                <a:moveTo>
                  <a:pt x="5339" y="2150"/>
                </a:moveTo>
                <a:lnTo>
                  <a:pt x="6238" y="2150"/>
                </a:lnTo>
                <a:lnTo>
                  <a:pt x="6238" y="3104"/>
                </a:lnTo>
                <a:lnTo>
                  <a:pt x="5339" y="3104"/>
                </a:lnTo>
                <a:lnTo>
                  <a:pt x="5339" y="2150"/>
                </a:lnTo>
                <a:moveTo>
                  <a:pt x="5339" y="3172"/>
                </a:moveTo>
                <a:lnTo>
                  <a:pt x="6238" y="3172"/>
                </a:lnTo>
                <a:lnTo>
                  <a:pt x="6238" y="4178"/>
                </a:lnTo>
                <a:lnTo>
                  <a:pt x="5339" y="4178"/>
                </a:lnTo>
                <a:lnTo>
                  <a:pt x="5339" y="3172"/>
                </a:lnTo>
                <a:moveTo>
                  <a:pt x="5339" y="4247"/>
                </a:moveTo>
                <a:lnTo>
                  <a:pt x="6238" y="4247"/>
                </a:lnTo>
                <a:lnTo>
                  <a:pt x="6238" y="5200"/>
                </a:lnTo>
                <a:lnTo>
                  <a:pt x="5339" y="5200"/>
                </a:lnTo>
                <a:lnTo>
                  <a:pt x="5339" y="4247"/>
                </a:lnTo>
                <a:moveTo>
                  <a:pt x="5339" y="5268"/>
                </a:moveTo>
                <a:lnTo>
                  <a:pt x="6238" y="5268"/>
                </a:lnTo>
                <a:lnTo>
                  <a:pt x="6238" y="6274"/>
                </a:lnTo>
                <a:lnTo>
                  <a:pt x="5339" y="6274"/>
                </a:lnTo>
                <a:lnTo>
                  <a:pt x="5339" y="5268"/>
                </a:lnTo>
                <a:moveTo>
                  <a:pt x="5339" y="6342"/>
                </a:moveTo>
                <a:lnTo>
                  <a:pt x="6238" y="6342"/>
                </a:lnTo>
                <a:lnTo>
                  <a:pt x="6238" y="7296"/>
                </a:lnTo>
                <a:lnTo>
                  <a:pt x="5339" y="7296"/>
                </a:lnTo>
                <a:lnTo>
                  <a:pt x="5339" y="6342"/>
                </a:lnTo>
                <a:moveTo>
                  <a:pt x="5339" y="7364"/>
                </a:moveTo>
                <a:lnTo>
                  <a:pt x="6238" y="7364"/>
                </a:lnTo>
                <a:lnTo>
                  <a:pt x="6238" y="8369"/>
                </a:lnTo>
                <a:lnTo>
                  <a:pt x="5339" y="8369"/>
                </a:lnTo>
                <a:lnTo>
                  <a:pt x="5339" y="7364"/>
                </a:lnTo>
                <a:moveTo>
                  <a:pt x="5339" y="8438"/>
                </a:moveTo>
                <a:lnTo>
                  <a:pt x="6238" y="8438"/>
                </a:lnTo>
                <a:lnTo>
                  <a:pt x="6238" y="9391"/>
                </a:lnTo>
                <a:lnTo>
                  <a:pt x="5339" y="9391"/>
                </a:lnTo>
                <a:lnTo>
                  <a:pt x="5339" y="8438"/>
                </a:lnTo>
                <a:moveTo>
                  <a:pt x="5339" y="9459"/>
                </a:moveTo>
                <a:lnTo>
                  <a:pt x="6238" y="9459"/>
                </a:lnTo>
                <a:lnTo>
                  <a:pt x="6238" y="10465"/>
                </a:lnTo>
                <a:lnTo>
                  <a:pt x="5339" y="10465"/>
                </a:lnTo>
                <a:lnTo>
                  <a:pt x="5339" y="9459"/>
                </a:lnTo>
                <a:moveTo>
                  <a:pt x="5339" y="10533"/>
                </a:moveTo>
                <a:lnTo>
                  <a:pt x="6238" y="10533"/>
                </a:lnTo>
                <a:lnTo>
                  <a:pt x="6238" y="11487"/>
                </a:lnTo>
                <a:lnTo>
                  <a:pt x="5339" y="11487"/>
                </a:lnTo>
                <a:lnTo>
                  <a:pt x="5339" y="10533"/>
                </a:lnTo>
                <a:moveTo>
                  <a:pt x="5339" y="11556"/>
                </a:moveTo>
                <a:lnTo>
                  <a:pt x="6238" y="11556"/>
                </a:lnTo>
                <a:lnTo>
                  <a:pt x="6238" y="12561"/>
                </a:lnTo>
                <a:lnTo>
                  <a:pt x="5339" y="12561"/>
                </a:lnTo>
                <a:lnTo>
                  <a:pt x="5339" y="11556"/>
                </a:lnTo>
                <a:moveTo>
                  <a:pt x="5339" y="12630"/>
                </a:moveTo>
                <a:lnTo>
                  <a:pt x="6238" y="12630"/>
                </a:lnTo>
                <a:lnTo>
                  <a:pt x="6238" y="13583"/>
                </a:lnTo>
                <a:lnTo>
                  <a:pt x="5339" y="13583"/>
                </a:lnTo>
                <a:lnTo>
                  <a:pt x="5339" y="12630"/>
                </a:lnTo>
                <a:moveTo>
                  <a:pt x="5339" y="13651"/>
                </a:moveTo>
                <a:lnTo>
                  <a:pt x="6238" y="13651"/>
                </a:lnTo>
                <a:lnTo>
                  <a:pt x="6238" y="14657"/>
                </a:lnTo>
                <a:lnTo>
                  <a:pt x="5339" y="14657"/>
                </a:lnTo>
                <a:lnTo>
                  <a:pt x="5339" y="13651"/>
                </a:lnTo>
                <a:moveTo>
                  <a:pt x="5339" y="14726"/>
                </a:moveTo>
                <a:lnTo>
                  <a:pt x="6238" y="14726"/>
                </a:lnTo>
                <a:lnTo>
                  <a:pt x="6238" y="15680"/>
                </a:lnTo>
                <a:lnTo>
                  <a:pt x="5339" y="15680"/>
                </a:lnTo>
                <a:lnTo>
                  <a:pt x="5339" y="14726"/>
                </a:lnTo>
                <a:moveTo>
                  <a:pt x="4211" y="55"/>
                </a:moveTo>
                <a:lnTo>
                  <a:pt x="5271" y="55"/>
                </a:lnTo>
                <a:lnTo>
                  <a:pt x="5271" y="1007"/>
                </a:lnTo>
                <a:lnTo>
                  <a:pt x="4211" y="1007"/>
                </a:lnTo>
                <a:lnTo>
                  <a:pt x="4211" y="55"/>
                </a:lnTo>
                <a:moveTo>
                  <a:pt x="4211" y="1076"/>
                </a:moveTo>
                <a:lnTo>
                  <a:pt x="5271" y="1076"/>
                </a:lnTo>
                <a:lnTo>
                  <a:pt x="5271" y="2082"/>
                </a:lnTo>
                <a:lnTo>
                  <a:pt x="4211" y="2082"/>
                </a:lnTo>
                <a:lnTo>
                  <a:pt x="4211" y="1076"/>
                </a:lnTo>
                <a:moveTo>
                  <a:pt x="4211" y="2150"/>
                </a:moveTo>
                <a:lnTo>
                  <a:pt x="5271" y="2150"/>
                </a:lnTo>
                <a:lnTo>
                  <a:pt x="5271" y="3104"/>
                </a:lnTo>
                <a:lnTo>
                  <a:pt x="4211" y="3104"/>
                </a:lnTo>
                <a:lnTo>
                  <a:pt x="4211" y="2150"/>
                </a:lnTo>
                <a:moveTo>
                  <a:pt x="4211" y="3172"/>
                </a:moveTo>
                <a:lnTo>
                  <a:pt x="5271" y="3172"/>
                </a:lnTo>
                <a:lnTo>
                  <a:pt x="5271" y="4178"/>
                </a:lnTo>
                <a:lnTo>
                  <a:pt x="4211" y="4178"/>
                </a:lnTo>
                <a:lnTo>
                  <a:pt x="4211" y="3172"/>
                </a:lnTo>
                <a:moveTo>
                  <a:pt x="4211" y="4247"/>
                </a:moveTo>
                <a:lnTo>
                  <a:pt x="5271" y="4247"/>
                </a:lnTo>
                <a:lnTo>
                  <a:pt x="5271" y="5200"/>
                </a:lnTo>
                <a:lnTo>
                  <a:pt x="4211" y="5200"/>
                </a:lnTo>
                <a:lnTo>
                  <a:pt x="4211" y="4247"/>
                </a:lnTo>
                <a:moveTo>
                  <a:pt x="4211" y="5268"/>
                </a:moveTo>
                <a:lnTo>
                  <a:pt x="5271" y="5268"/>
                </a:lnTo>
                <a:lnTo>
                  <a:pt x="5271" y="6274"/>
                </a:lnTo>
                <a:lnTo>
                  <a:pt x="4211" y="6274"/>
                </a:lnTo>
                <a:lnTo>
                  <a:pt x="4211" y="5268"/>
                </a:lnTo>
                <a:moveTo>
                  <a:pt x="4211" y="6342"/>
                </a:moveTo>
                <a:lnTo>
                  <a:pt x="5271" y="6342"/>
                </a:lnTo>
                <a:lnTo>
                  <a:pt x="5271" y="7296"/>
                </a:lnTo>
                <a:lnTo>
                  <a:pt x="4211" y="7296"/>
                </a:lnTo>
                <a:lnTo>
                  <a:pt x="4211" y="6342"/>
                </a:lnTo>
                <a:moveTo>
                  <a:pt x="4211" y="7364"/>
                </a:moveTo>
                <a:lnTo>
                  <a:pt x="5271" y="7364"/>
                </a:lnTo>
                <a:lnTo>
                  <a:pt x="5271" y="8369"/>
                </a:lnTo>
                <a:lnTo>
                  <a:pt x="4211" y="8369"/>
                </a:lnTo>
                <a:lnTo>
                  <a:pt x="4211" y="7364"/>
                </a:lnTo>
                <a:moveTo>
                  <a:pt x="4211" y="8438"/>
                </a:moveTo>
                <a:lnTo>
                  <a:pt x="5271" y="8438"/>
                </a:lnTo>
                <a:lnTo>
                  <a:pt x="5271" y="9391"/>
                </a:lnTo>
                <a:lnTo>
                  <a:pt x="4211" y="9391"/>
                </a:lnTo>
                <a:lnTo>
                  <a:pt x="4211" y="8438"/>
                </a:lnTo>
                <a:moveTo>
                  <a:pt x="4211" y="9459"/>
                </a:moveTo>
                <a:lnTo>
                  <a:pt x="5271" y="9459"/>
                </a:lnTo>
                <a:lnTo>
                  <a:pt x="5271" y="10465"/>
                </a:lnTo>
                <a:lnTo>
                  <a:pt x="4211" y="10465"/>
                </a:lnTo>
                <a:lnTo>
                  <a:pt x="4211" y="9459"/>
                </a:lnTo>
                <a:moveTo>
                  <a:pt x="4211" y="10533"/>
                </a:moveTo>
                <a:lnTo>
                  <a:pt x="5271" y="10533"/>
                </a:lnTo>
                <a:lnTo>
                  <a:pt x="5271" y="11487"/>
                </a:lnTo>
                <a:lnTo>
                  <a:pt x="4211" y="11487"/>
                </a:lnTo>
                <a:lnTo>
                  <a:pt x="4211" y="10533"/>
                </a:lnTo>
                <a:moveTo>
                  <a:pt x="4211" y="11556"/>
                </a:moveTo>
                <a:lnTo>
                  <a:pt x="5271" y="11556"/>
                </a:lnTo>
                <a:lnTo>
                  <a:pt x="5271" y="12561"/>
                </a:lnTo>
                <a:lnTo>
                  <a:pt x="4211" y="12561"/>
                </a:lnTo>
                <a:lnTo>
                  <a:pt x="4211" y="11556"/>
                </a:lnTo>
                <a:moveTo>
                  <a:pt x="4211" y="12630"/>
                </a:moveTo>
                <a:lnTo>
                  <a:pt x="5271" y="12630"/>
                </a:lnTo>
                <a:lnTo>
                  <a:pt x="5271" y="13583"/>
                </a:lnTo>
                <a:lnTo>
                  <a:pt x="4211" y="13583"/>
                </a:lnTo>
                <a:lnTo>
                  <a:pt x="4211" y="12630"/>
                </a:lnTo>
                <a:moveTo>
                  <a:pt x="4211" y="13651"/>
                </a:moveTo>
                <a:lnTo>
                  <a:pt x="5271" y="13651"/>
                </a:lnTo>
                <a:lnTo>
                  <a:pt x="5271" y="14657"/>
                </a:lnTo>
                <a:lnTo>
                  <a:pt x="4211" y="14657"/>
                </a:lnTo>
                <a:lnTo>
                  <a:pt x="4211" y="13651"/>
                </a:lnTo>
                <a:moveTo>
                  <a:pt x="4211" y="14726"/>
                </a:moveTo>
                <a:lnTo>
                  <a:pt x="5271" y="14726"/>
                </a:lnTo>
                <a:lnTo>
                  <a:pt x="5271" y="15680"/>
                </a:lnTo>
                <a:lnTo>
                  <a:pt x="4211" y="15680"/>
                </a:lnTo>
                <a:lnTo>
                  <a:pt x="4211" y="14726"/>
                </a:lnTo>
                <a:moveTo>
                  <a:pt x="3244" y="55"/>
                </a:moveTo>
                <a:lnTo>
                  <a:pt x="4143" y="55"/>
                </a:lnTo>
                <a:lnTo>
                  <a:pt x="4143" y="1007"/>
                </a:lnTo>
                <a:lnTo>
                  <a:pt x="3244" y="1007"/>
                </a:lnTo>
                <a:lnTo>
                  <a:pt x="3244" y="55"/>
                </a:lnTo>
                <a:moveTo>
                  <a:pt x="3244" y="1076"/>
                </a:moveTo>
                <a:lnTo>
                  <a:pt x="4143" y="1076"/>
                </a:lnTo>
                <a:lnTo>
                  <a:pt x="4143" y="2082"/>
                </a:lnTo>
                <a:lnTo>
                  <a:pt x="3244" y="2082"/>
                </a:lnTo>
                <a:lnTo>
                  <a:pt x="3244" y="1076"/>
                </a:lnTo>
                <a:moveTo>
                  <a:pt x="3244" y="2150"/>
                </a:moveTo>
                <a:lnTo>
                  <a:pt x="4143" y="2150"/>
                </a:lnTo>
                <a:lnTo>
                  <a:pt x="4143" y="3104"/>
                </a:lnTo>
                <a:lnTo>
                  <a:pt x="3244" y="3104"/>
                </a:lnTo>
                <a:lnTo>
                  <a:pt x="3244" y="2150"/>
                </a:lnTo>
                <a:moveTo>
                  <a:pt x="3244" y="3172"/>
                </a:moveTo>
                <a:lnTo>
                  <a:pt x="4143" y="3172"/>
                </a:lnTo>
                <a:lnTo>
                  <a:pt x="4143" y="4178"/>
                </a:lnTo>
                <a:lnTo>
                  <a:pt x="3244" y="4178"/>
                </a:lnTo>
                <a:lnTo>
                  <a:pt x="3244" y="3172"/>
                </a:lnTo>
                <a:moveTo>
                  <a:pt x="3244" y="4247"/>
                </a:moveTo>
                <a:lnTo>
                  <a:pt x="4143" y="4247"/>
                </a:lnTo>
                <a:lnTo>
                  <a:pt x="4143" y="5200"/>
                </a:lnTo>
                <a:lnTo>
                  <a:pt x="3244" y="5200"/>
                </a:lnTo>
                <a:lnTo>
                  <a:pt x="3244" y="4247"/>
                </a:lnTo>
                <a:moveTo>
                  <a:pt x="3244" y="5268"/>
                </a:moveTo>
                <a:lnTo>
                  <a:pt x="4143" y="5268"/>
                </a:lnTo>
                <a:lnTo>
                  <a:pt x="4143" y="6274"/>
                </a:lnTo>
                <a:lnTo>
                  <a:pt x="3244" y="6274"/>
                </a:lnTo>
                <a:lnTo>
                  <a:pt x="3244" y="5268"/>
                </a:lnTo>
                <a:moveTo>
                  <a:pt x="3244" y="6342"/>
                </a:moveTo>
                <a:lnTo>
                  <a:pt x="4143" y="6342"/>
                </a:lnTo>
                <a:lnTo>
                  <a:pt x="4143" y="7296"/>
                </a:lnTo>
                <a:lnTo>
                  <a:pt x="3244" y="7296"/>
                </a:lnTo>
                <a:lnTo>
                  <a:pt x="3244" y="6342"/>
                </a:lnTo>
                <a:moveTo>
                  <a:pt x="3244" y="7364"/>
                </a:moveTo>
                <a:lnTo>
                  <a:pt x="4143" y="7364"/>
                </a:lnTo>
                <a:lnTo>
                  <a:pt x="4143" y="8369"/>
                </a:lnTo>
                <a:lnTo>
                  <a:pt x="3244" y="8369"/>
                </a:lnTo>
                <a:lnTo>
                  <a:pt x="3244" y="7364"/>
                </a:lnTo>
                <a:moveTo>
                  <a:pt x="3244" y="8438"/>
                </a:moveTo>
                <a:lnTo>
                  <a:pt x="4143" y="8438"/>
                </a:lnTo>
                <a:lnTo>
                  <a:pt x="4143" y="9391"/>
                </a:lnTo>
                <a:lnTo>
                  <a:pt x="3244" y="9391"/>
                </a:lnTo>
                <a:lnTo>
                  <a:pt x="3244" y="8438"/>
                </a:lnTo>
                <a:moveTo>
                  <a:pt x="3244" y="9459"/>
                </a:moveTo>
                <a:lnTo>
                  <a:pt x="4143" y="9459"/>
                </a:lnTo>
                <a:lnTo>
                  <a:pt x="4143" y="10465"/>
                </a:lnTo>
                <a:lnTo>
                  <a:pt x="3244" y="10465"/>
                </a:lnTo>
                <a:lnTo>
                  <a:pt x="3244" y="9459"/>
                </a:lnTo>
                <a:moveTo>
                  <a:pt x="3244" y="10533"/>
                </a:moveTo>
                <a:lnTo>
                  <a:pt x="4143" y="10533"/>
                </a:lnTo>
                <a:lnTo>
                  <a:pt x="4143" y="11487"/>
                </a:lnTo>
                <a:lnTo>
                  <a:pt x="3244" y="11487"/>
                </a:lnTo>
                <a:lnTo>
                  <a:pt x="3244" y="10533"/>
                </a:lnTo>
                <a:moveTo>
                  <a:pt x="3244" y="11556"/>
                </a:moveTo>
                <a:lnTo>
                  <a:pt x="4143" y="11556"/>
                </a:lnTo>
                <a:lnTo>
                  <a:pt x="4143" y="12561"/>
                </a:lnTo>
                <a:lnTo>
                  <a:pt x="3244" y="12561"/>
                </a:lnTo>
                <a:lnTo>
                  <a:pt x="3244" y="11556"/>
                </a:lnTo>
                <a:moveTo>
                  <a:pt x="3244" y="12630"/>
                </a:moveTo>
                <a:lnTo>
                  <a:pt x="4143" y="12630"/>
                </a:lnTo>
                <a:lnTo>
                  <a:pt x="4143" y="13583"/>
                </a:lnTo>
                <a:lnTo>
                  <a:pt x="3244" y="13583"/>
                </a:lnTo>
                <a:lnTo>
                  <a:pt x="3244" y="12630"/>
                </a:lnTo>
                <a:moveTo>
                  <a:pt x="3244" y="13651"/>
                </a:moveTo>
                <a:lnTo>
                  <a:pt x="4143" y="13651"/>
                </a:lnTo>
                <a:lnTo>
                  <a:pt x="4143" y="14657"/>
                </a:lnTo>
                <a:lnTo>
                  <a:pt x="3244" y="14657"/>
                </a:lnTo>
                <a:lnTo>
                  <a:pt x="3244" y="13651"/>
                </a:lnTo>
                <a:moveTo>
                  <a:pt x="3244" y="14726"/>
                </a:moveTo>
                <a:lnTo>
                  <a:pt x="4143" y="14726"/>
                </a:lnTo>
                <a:lnTo>
                  <a:pt x="4143" y="15680"/>
                </a:lnTo>
                <a:lnTo>
                  <a:pt x="3244" y="15680"/>
                </a:lnTo>
                <a:lnTo>
                  <a:pt x="3244" y="14726"/>
                </a:lnTo>
                <a:moveTo>
                  <a:pt x="2115" y="55"/>
                </a:moveTo>
                <a:lnTo>
                  <a:pt x="3174" y="55"/>
                </a:lnTo>
                <a:lnTo>
                  <a:pt x="3174" y="1007"/>
                </a:lnTo>
                <a:lnTo>
                  <a:pt x="2115" y="1007"/>
                </a:lnTo>
                <a:lnTo>
                  <a:pt x="2115" y="55"/>
                </a:lnTo>
                <a:moveTo>
                  <a:pt x="2115" y="1076"/>
                </a:moveTo>
                <a:lnTo>
                  <a:pt x="3174" y="1076"/>
                </a:lnTo>
                <a:lnTo>
                  <a:pt x="3174" y="2082"/>
                </a:lnTo>
                <a:lnTo>
                  <a:pt x="2115" y="2082"/>
                </a:lnTo>
                <a:lnTo>
                  <a:pt x="2115" y="1076"/>
                </a:lnTo>
                <a:moveTo>
                  <a:pt x="2115" y="2150"/>
                </a:moveTo>
                <a:lnTo>
                  <a:pt x="3174" y="2150"/>
                </a:lnTo>
                <a:lnTo>
                  <a:pt x="3174" y="3104"/>
                </a:lnTo>
                <a:lnTo>
                  <a:pt x="2115" y="3104"/>
                </a:lnTo>
                <a:lnTo>
                  <a:pt x="2115" y="2150"/>
                </a:lnTo>
                <a:moveTo>
                  <a:pt x="2115" y="3172"/>
                </a:moveTo>
                <a:lnTo>
                  <a:pt x="3174" y="3172"/>
                </a:lnTo>
                <a:lnTo>
                  <a:pt x="3174" y="4178"/>
                </a:lnTo>
                <a:lnTo>
                  <a:pt x="2115" y="4178"/>
                </a:lnTo>
                <a:lnTo>
                  <a:pt x="2115" y="3172"/>
                </a:lnTo>
                <a:moveTo>
                  <a:pt x="2115" y="4247"/>
                </a:moveTo>
                <a:lnTo>
                  <a:pt x="3174" y="4247"/>
                </a:lnTo>
                <a:lnTo>
                  <a:pt x="3174" y="5200"/>
                </a:lnTo>
                <a:lnTo>
                  <a:pt x="2115" y="5200"/>
                </a:lnTo>
                <a:lnTo>
                  <a:pt x="2115" y="4247"/>
                </a:lnTo>
                <a:moveTo>
                  <a:pt x="2115" y="5268"/>
                </a:moveTo>
                <a:lnTo>
                  <a:pt x="3174" y="5268"/>
                </a:lnTo>
                <a:lnTo>
                  <a:pt x="3174" y="6274"/>
                </a:lnTo>
                <a:lnTo>
                  <a:pt x="2115" y="6274"/>
                </a:lnTo>
                <a:lnTo>
                  <a:pt x="2115" y="5268"/>
                </a:lnTo>
                <a:moveTo>
                  <a:pt x="2115" y="6342"/>
                </a:moveTo>
                <a:lnTo>
                  <a:pt x="3174" y="6342"/>
                </a:lnTo>
                <a:lnTo>
                  <a:pt x="3174" y="7296"/>
                </a:lnTo>
                <a:lnTo>
                  <a:pt x="2115" y="7296"/>
                </a:lnTo>
                <a:lnTo>
                  <a:pt x="2115" y="6342"/>
                </a:lnTo>
                <a:moveTo>
                  <a:pt x="2115" y="7364"/>
                </a:moveTo>
                <a:lnTo>
                  <a:pt x="3174" y="7364"/>
                </a:lnTo>
                <a:lnTo>
                  <a:pt x="3174" y="8369"/>
                </a:lnTo>
                <a:lnTo>
                  <a:pt x="2115" y="8369"/>
                </a:lnTo>
                <a:lnTo>
                  <a:pt x="2115" y="7364"/>
                </a:lnTo>
                <a:moveTo>
                  <a:pt x="2115" y="8438"/>
                </a:moveTo>
                <a:lnTo>
                  <a:pt x="3174" y="8438"/>
                </a:lnTo>
                <a:lnTo>
                  <a:pt x="3174" y="9391"/>
                </a:lnTo>
                <a:lnTo>
                  <a:pt x="2115" y="9391"/>
                </a:lnTo>
                <a:lnTo>
                  <a:pt x="2115" y="8438"/>
                </a:lnTo>
                <a:moveTo>
                  <a:pt x="2115" y="9459"/>
                </a:moveTo>
                <a:lnTo>
                  <a:pt x="3174" y="9459"/>
                </a:lnTo>
                <a:lnTo>
                  <a:pt x="3174" y="10465"/>
                </a:lnTo>
                <a:lnTo>
                  <a:pt x="2115" y="10465"/>
                </a:lnTo>
                <a:lnTo>
                  <a:pt x="2115" y="9459"/>
                </a:lnTo>
                <a:moveTo>
                  <a:pt x="2115" y="10533"/>
                </a:moveTo>
                <a:lnTo>
                  <a:pt x="3174" y="10533"/>
                </a:lnTo>
                <a:lnTo>
                  <a:pt x="3174" y="11487"/>
                </a:lnTo>
                <a:lnTo>
                  <a:pt x="2115" y="11487"/>
                </a:lnTo>
                <a:lnTo>
                  <a:pt x="2115" y="10533"/>
                </a:lnTo>
                <a:moveTo>
                  <a:pt x="2115" y="11556"/>
                </a:moveTo>
                <a:lnTo>
                  <a:pt x="3174" y="11556"/>
                </a:lnTo>
                <a:lnTo>
                  <a:pt x="3174" y="12561"/>
                </a:lnTo>
                <a:lnTo>
                  <a:pt x="2115" y="12561"/>
                </a:lnTo>
                <a:lnTo>
                  <a:pt x="2115" y="11556"/>
                </a:lnTo>
                <a:moveTo>
                  <a:pt x="2115" y="12630"/>
                </a:moveTo>
                <a:lnTo>
                  <a:pt x="3174" y="12630"/>
                </a:lnTo>
                <a:lnTo>
                  <a:pt x="3174" y="13583"/>
                </a:lnTo>
                <a:lnTo>
                  <a:pt x="2115" y="13583"/>
                </a:lnTo>
                <a:lnTo>
                  <a:pt x="2115" y="12630"/>
                </a:lnTo>
                <a:moveTo>
                  <a:pt x="2115" y="13651"/>
                </a:moveTo>
                <a:lnTo>
                  <a:pt x="3174" y="13651"/>
                </a:lnTo>
                <a:lnTo>
                  <a:pt x="3174" y="14657"/>
                </a:lnTo>
                <a:lnTo>
                  <a:pt x="2115" y="14657"/>
                </a:lnTo>
                <a:lnTo>
                  <a:pt x="2115" y="13651"/>
                </a:lnTo>
                <a:moveTo>
                  <a:pt x="2115" y="14726"/>
                </a:moveTo>
                <a:lnTo>
                  <a:pt x="3174" y="14726"/>
                </a:lnTo>
                <a:lnTo>
                  <a:pt x="3174" y="15680"/>
                </a:lnTo>
                <a:lnTo>
                  <a:pt x="2115" y="15680"/>
                </a:lnTo>
                <a:lnTo>
                  <a:pt x="2115" y="14726"/>
                </a:lnTo>
                <a:moveTo>
                  <a:pt x="1147" y="55"/>
                </a:moveTo>
                <a:lnTo>
                  <a:pt x="2046" y="55"/>
                </a:lnTo>
                <a:lnTo>
                  <a:pt x="2046" y="1007"/>
                </a:lnTo>
                <a:lnTo>
                  <a:pt x="1147" y="1007"/>
                </a:lnTo>
                <a:lnTo>
                  <a:pt x="1147" y="55"/>
                </a:lnTo>
                <a:moveTo>
                  <a:pt x="1147" y="1076"/>
                </a:moveTo>
                <a:lnTo>
                  <a:pt x="2046" y="1076"/>
                </a:lnTo>
                <a:lnTo>
                  <a:pt x="2046" y="2082"/>
                </a:lnTo>
                <a:lnTo>
                  <a:pt x="1147" y="2082"/>
                </a:lnTo>
                <a:lnTo>
                  <a:pt x="1147" y="1076"/>
                </a:lnTo>
                <a:moveTo>
                  <a:pt x="1147" y="2150"/>
                </a:moveTo>
                <a:lnTo>
                  <a:pt x="2046" y="2150"/>
                </a:lnTo>
                <a:lnTo>
                  <a:pt x="2046" y="3104"/>
                </a:lnTo>
                <a:lnTo>
                  <a:pt x="1147" y="3104"/>
                </a:lnTo>
                <a:lnTo>
                  <a:pt x="1147" y="2150"/>
                </a:lnTo>
                <a:moveTo>
                  <a:pt x="1147" y="3172"/>
                </a:moveTo>
                <a:lnTo>
                  <a:pt x="2046" y="3172"/>
                </a:lnTo>
                <a:lnTo>
                  <a:pt x="2046" y="4178"/>
                </a:lnTo>
                <a:lnTo>
                  <a:pt x="1147" y="4178"/>
                </a:lnTo>
                <a:lnTo>
                  <a:pt x="1147" y="3172"/>
                </a:lnTo>
                <a:moveTo>
                  <a:pt x="1147" y="4247"/>
                </a:moveTo>
                <a:lnTo>
                  <a:pt x="2046" y="4247"/>
                </a:lnTo>
                <a:lnTo>
                  <a:pt x="2046" y="5200"/>
                </a:lnTo>
                <a:lnTo>
                  <a:pt x="1147" y="5200"/>
                </a:lnTo>
                <a:lnTo>
                  <a:pt x="1147" y="4247"/>
                </a:lnTo>
                <a:moveTo>
                  <a:pt x="1147" y="5268"/>
                </a:moveTo>
                <a:lnTo>
                  <a:pt x="2046" y="5268"/>
                </a:lnTo>
                <a:lnTo>
                  <a:pt x="2046" y="6274"/>
                </a:lnTo>
                <a:lnTo>
                  <a:pt x="1147" y="6274"/>
                </a:lnTo>
                <a:lnTo>
                  <a:pt x="1147" y="5268"/>
                </a:lnTo>
                <a:moveTo>
                  <a:pt x="1147" y="6342"/>
                </a:moveTo>
                <a:lnTo>
                  <a:pt x="2046" y="6342"/>
                </a:lnTo>
                <a:lnTo>
                  <a:pt x="2046" y="7296"/>
                </a:lnTo>
                <a:lnTo>
                  <a:pt x="1147" y="7296"/>
                </a:lnTo>
                <a:lnTo>
                  <a:pt x="1147" y="6342"/>
                </a:lnTo>
                <a:moveTo>
                  <a:pt x="1147" y="7364"/>
                </a:moveTo>
                <a:lnTo>
                  <a:pt x="2046" y="7364"/>
                </a:lnTo>
                <a:lnTo>
                  <a:pt x="2046" y="8369"/>
                </a:lnTo>
                <a:lnTo>
                  <a:pt x="1147" y="8369"/>
                </a:lnTo>
                <a:lnTo>
                  <a:pt x="1147" y="7364"/>
                </a:lnTo>
                <a:moveTo>
                  <a:pt x="1147" y="8438"/>
                </a:moveTo>
                <a:lnTo>
                  <a:pt x="2046" y="8438"/>
                </a:lnTo>
                <a:lnTo>
                  <a:pt x="2046" y="9391"/>
                </a:lnTo>
                <a:lnTo>
                  <a:pt x="1147" y="9391"/>
                </a:lnTo>
                <a:lnTo>
                  <a:pt x="1147" y="8438"/>
                </a:lnTo>
                <a:moveTo>
                  <a:pt x="1147" y="9459"/>
                </a:moveTo>
                <a:lnTo>
                  <a:pt x="2046" y="9459"/>
                </a:lnTo>
                <a:lnTo>
                  <a:pt x="2046" y="10465"/>
                </a:lnTo>
                <a:lnTo>
                  <a:pt x="1147" y="10465"/>
                </a:lnTo>
                <a:lnTo>
                  <a:pt x="1147" y="9459"/>
                </a:lnTo>
                <a:moveTo>
                  <a:pt x="1147" y="10533"/>
                </a:moveTo>
                <a:lnTo>
                  <a:pt x="2046" y="10533"/>
                </a:lnTo>
                <a:lnTo>
                  <a:pt x="2046" y="11487"/>
                </a:lnTo>
                <a:lnTo>
                  <a:pt x="1147" y="11487"/>
                </a:lnTo>
                <a:lnTo>
                  <a:pt x="1147" y="10533"/>
                </a:lnTo>
                <a:moveTo>
                  <a:pt x="1147" y="11556"/>
                </a:moveTo>
                <a:lnTo>
                  <a:pt x="2046" y="11556"/>
                </a:lnTo>
                <a:lnTo>
                  <a:pt x="2046" y="12561"/>
                </a:lnTo>
                <a:lnTo>
                  <a:pt x="1147" y="12561"/>
                </a:lnTo>
                <a:lnTo>
                  <a:pt x="1147" y="11556"/>
                </a:lnTo>
                <a:moveTo>
                  <a:pt x="1147" y="12630"/>
                </a:moveTo>
                <a:lnTo>
                  <a:pt x="2046" y="12630"/>
                </a:lnTo>
                <a:lnTo>
                  <a:pt x="2046" y="13583"/>
                </a:lnTo>
                <a:lnTo>
                  <a:pt x="1147" y="13583"/>
                </a:lnTo>
                <a:lnTo>
                  <a:pt x="1147" y="12630"/>
                </a:lnTo>
                <a:moveTo>
                  <a:pt x="1147" y="13651"/>
                </a:moveTo>
                <a:lnTo>
                  <a:pt x="2046" y="13651"/>
                </a:lnTo>
                <a:lnTo>
                  <a:pt x="2046" y="14657"/>
                </a:lnTo>
                <a:lnTo>
                  <a:pt x="1147" y="14657"/>
                </a:lnTo>
                <a:lnTo>
                  <a:pt x="1147" y="13651"/>
                </a:lnTo>
                <a:moveTo>
                  <a:pt x="1147" y="14726"/>
                </a:moveTo>
                <a:lnTo>
                  <a:pt x="2046" y="14726"/>
                </a:lnTo>
                <a:lnTo>
                  <a:pt x="2046" y="15680"/>
                </a:lnTo>
                <a:lnTo>
                  <a:pt x="1147" y="15680"/>
                </a:lnTo>
                <a:lnTo>
                  <a:pt x="1147" y="14726"/>
                </a:lnTo>
                <a:moveTo>
                  <a:pt x="19" y="55"/>
                </a:moveTo>
                <a:lnTo>
                  <a:pt x="1079" y="55"/>
                </a:lnTo>
                <a:lnTo>
                  <a:pt x="1079" y="1007"/>
                </a:lnTo>
                <a:lnTo>
                  <a:pt x="19" y="1007"/>
                </a:lnTo>
                <a:lnTo>
                  <a:pt x="19" y="55"/>
                </a:lnTo>
                <a:moveTo>
                  <a:pt x="19" y="1076"/>
                </a:moveTo>
                <a:lnTo>
                  <a:pt x="1079" y="1076"/>
                </a:lnTo>
                <a:lnTo>
                  <a:pt x="1079" y="2082"/>
                </a:lnTo>
                <a:lnTo>
                  <a:pt x="19" y="2082"/>
                </a:lnTo>
                <a:lnTo>
                  <a:pt x="19" y="1076"/>
                </a:lnTo>
                <a:moveTo>
                  <a:pt x="19" y="2150"/>
                </a:moveTo>
                <a:lnTo>
                  <a:pt x="1079" y="2150"/>
                </a:lnTo>
                <a:lnTo>
                  <a:pt x="1079" y="3104"/>
                </a:lnTo>
                <a:lnTo>
                  <a:pt x="19" y="3104"/>
                </a:lnTo>
                <a:lnTo>
                  <a:pt x="19" y="2150"/>
                </a:lnTo>
                <a:moveTo>
                  <a:pt x="19" y="3172"/>
                </a:moveTo>
                <a:lnTo>
                  <a:pt x="1079" y="3172"/>
                </a:lnTo>
                <a:lnTo>
                  <a:pt x="1079" y="4178"/>
                </a:lnTo>
                <a:lnTo>
                  <a:pt x="19" y="4178"/>
                </a:lnTo>
                <a:lnTo>
                  <a:pt x="19" y="3172"/>
                </a:lnTo>
                <a:moveTo>
                  <a:pt x="19" y="4247"/>
                </a:moveTo>
                <a:lnTo>
                  <a:pt x="1079" y="4247"/>
                </a:lnTo>
                <a:lnTo>
                  <a:pt x="1079" y="5200"/>
                </a:lnTo>
                <a:lnTo>
                  <a:pt x="19" y="5200"/>
                </a:lnTo>
                <a:lnTo>
                  <a:pt x="19" y="4247"/>
                </a:lnTo>
                <a:moveTo>
                  <a:pt x="19" y="5268"/>
                </a:moveTo>
                <a:lnTo>
                  <a:pt x="1079" y="5268"/>
                </a:lnTo>
                <a:lnTo>
                  <a:pt x="1079" y="6274"/>
                </a:lnTo>
                <a:lnTo>
                  <a:pt x="19" y="6274"/>
                </a:lnTo>
                <a:lnTo>
                  <a:pt x="19" y="5268"/>
                </a:lnTo>
                <a:moveTo>
                  <a:pt x="19" y="6342"/>
                </a:moveTo>
                <a:lnTo>
                  <a:pt x="1079" y="6342"/>
                </a:lnTo>
                <a:lnTo>
                  <a:pt x="1079" y="7296"/>
                </a:lnTo>
                <a:lnTo>
                  <a:pt x="19" y="7296"/>
                </a:lnTo>
                <a:lnTo>
                  <a:pt x="19" y="6342"/>
                </a:lnTo>
                <a:moveTo>
                  <a:pt x="19" y="7364"/>
                </a:moveTo>
                <a:lnTo>
                  <a:pt x="1079" y="7364"/>
                </a:lnTo>
                <a:lnTo>
                  <a:pt x="1079" y="8369"/>
                </a:lnTo>
                <a:lnTo>
                  <a:pt x="19" y="8369"/>
                </a:lnTo>
                <a:lnTo>
                  <a:pt x="19" y="7364"/>
                </a:lnTo>
                <a:moveTo>
                  <a:pt x="19" y="8438"/>
                </a:moveTo>
                <a:lnTo>
                  <a:pt x="1079" y="8438"/>
                </a:lnTo>
                <a:lnTo>
                  <a:pt x="1079" y="9391"/>
                </a:lnTo>
                <a:lnTo>
                  <a:pt x="19" y="9391"/>
                </a:lnTo>
                <a:lnTo>
                  <a:pt x="19" y="8438"/>
                </a:lnTo>
                <a:moveTo>
                  <a:pt x="19" y="9459"/>
                </a:moveTo>
                <a:lnTo>
                  <a:pt x="1079" y="9459"/>
                </a:lnTo>
                <a:lnTo>
                  <a:pt x="1079" y="10465"/>
                </a:lnTo>
                <a:lnTo>
                  <a:pt x="19" y="10465"/>
                </a:lnTo>
                <a:lnTo>
                  <a:pt x="19" y="9459"/>
                </a:lnTo>
                <a:moveTo>
                  <a:pt x="19" y="10533"/>
                </a:moveTo>
                <a:lnTo>
                  <a:pt x="1079" y="10533"/>
                </a:lnTo>
                <a:lnTo>
                  <a:pt x="1079" y="11487"/>
                </a:lnTo>
                <a:lnTo>
                  <a:pt x="19" y="11487"/>
                </a:lnTo>
                <a:lnTo>
                  <a:pt x="19" y="10533"/>
                </a:lnTo>
                <a:moveTo>
                  <a:pt x="19" y="11556"/>
                </a:moveTo>
                <a:lnTo>
                  <a:pt x="1079" y="11556"/>
                </a:lnTo>
                <a:lnTo>
                  <a:pt x="1079" y="12561"/>
                </a:lnTo>
                <a:lnTo>
                  <a:pt x="19" y="12561"/>
                </a:lnTo>
                <a:lnTo>
                  <a:pt x="19" y="11556"/>
                </a:lnTo>
                <a:moveTo>
                  <a:pt x="19" y="12630"/>
                </a:moveTo>
                <a:lnTo>
                  <a:pt x="1079" y="12630"/>
                </a:lnTo>
                <a:lnTo>
                  <a:pt x="1079" y="13583"/>
                </a:lnTo>
                <a:lnTo>
                  <a:pt x="19" y="13583"/>
                </a:lnTo>
                <a:lnTo>
                  <a:pt x="19" y="12630"/>
                </a:lnTo>
                <a:moveTo>
                  <a:pt x="19" y="13651"/>
                </a:moveTo>
                <a:lnTo>
                  <a:pt x="1079" y="13651"/>
                </a:lnTo>
                <a:lnTo>
                  <a:pt x="1079" y="14657"/>
                </a:lnTo>
                <a:lnTo>
                  <a:pt x="19" y="14657"/>
                </a:lnTo>
                <a:lnTo>
                  <a:pt x="19" y="13651"/>
                </a:lnTo>
                <a:moveTo>
                  <a:pt x="19" y="14726"/>
                </a:moveTo>
                <a:lnTo>
                  <a:pt x="1079" y="14726"/>
                </a:lnTo>
                <a:lnTo>
                  <a:pt x="1079" y="15680"/>
                </a:lnTo>
                <a:lnTo>
                  <a:pt x="19" y="15680"/>
                </a:lnTo>
                <a:lnTo>
                  <a:pt x="19" y="14726"/>
                </a:lnTo>
              </a:path>
            </a:pathLst>
          </a:custGeom>
          <a:solidFill>
            <a:schemeClr val="dk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2007" name="Google Shape;2007;p22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9pPr>
          </a:lstStyle>
          <a:p>
            <a:endParaRPr/>
          </a:p>
        </p:txBody>
      </p:sp>
      <p:sp>
        <p:nvSpPr>
          <p:cNvPr id="2008" name="Google Shape;2008;p22"/>
          <p:cNvSpPr txBox="1">
            <a:spLocks noGrp="1"/>
          </p:cNvSpPr>
          <p:nvPr>
            <p:ph type="subTitle" idx="1"/>
          </p:nvPr>
        </p:nvSpPr>
        <p:spPr>
          <a:xfrm>
            <a:off x="4977231" y="2944751"/>
            <a:ext cx="2640000" cy="1177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09" name="Google Shape;2009;p22"/>
          <p:cNvSpPr txBox="1">
            <a:spLocks noGrp="1"/>
          </p:cNvSpPr>
          <p:nvPr>
            <p:ph type="subTitle" idx="2"/>
          </p:nvPr>
        </p:nvSpPr>
        <p:spPr>
          <a:xfrm>
            <a:off x="1526756" y="2944751"/>
            <a:ext cx="2640000" cy="1177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10" name="Google Shape;2010;p22"/>
          <p:cNvSpPr txBox="1">
            <a:spLocks noGrp="1"/>
          </p:cNvSpPr>
          <p:nvPr>
            <p:ph type="subTitle" idx="3"/>
          </p:nvPr>
        </p:nvSpPr>
        <p:spPr>
          <a:xfrm>
            <a:off x="1526768" y="2638519"/>
            <a:ext cx="2640000" cy="409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000">
                <a:solidFill>
                  <a:schemeClr val="lt2"/>
                </a:solidFill>
                <a:latin typeface="Asap SemiBold"/>
                <a:ea typeface="Asap SemiBold"/>
                <a:cs typeface="Asap SemiBold"/>
                <a:sym typeface="Asap SemiBold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400" b="1">
                <a:latin typeface="Asap"/>
                <a:ea typeface="Asap"/>
                <a:cs typeface="Asap"/>
                <a:sym typeface="Asap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400" b="1">
                <a:latin typeface="Asap"/>
                <a:ea typeface="Asap"/>
                <a:cs typeface="Asap"/>
                <a:sym typeface="Asap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400" b="1">
                <a:latin typeface="Asap"/>
                <a:ea typeface="Asap"/>
                <a:cs typeface="Asap"/>
                <a:sym typeface="Asap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400" b="1">
                <a:latin typeface="Asap"/>
                <a:ea typeface="Asap"/>
                <a:cs typeface="Asap"/>
                <a:sym typeface="Asap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400" b="1">
                <a:latin typeface="Asap"/>
                <a:ea typeface="Asap"/>
                <a:cs typeface="Asap"/>
                <a:sym typeface="Asap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400" b="1">
                <a:latin typeface="Asap"/>
                <a:ea typeface="Asap"/>
                <a:cs typeface="Asap"/>
                <a:sym typeface="Asap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400" b="1">
                <a:latin typeface="Asap"/>
                <a:ea typeface="Asap"/>
                <a:cs typeface="Asap"/>
                <a:sym typeface="Asap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400" b="1">
                <a:latin typeface="Asap"/>
                <a:ea typeface="Asap"/>
                <a:cs typeface="Asap"/>
                <a:sym typeface="Asap"/>
              </a:defRPr>
            </a:lvl9pPr>
          </a:lstStyle>
          <a:p>
            <a:endParaRPr/>
          </a:p>
        </p:txBody>
      </p:sp>
      <p:sp>
        <p:nvSpPr>
          <p:cNvPr id="2011" name="Google Shape;2011;p22"/>
          <p:cNvSpPr txBox="1">
            <a:spLocks noGrp="1"/>
          </p:cNvSpPr>
          <p:nvPr>
            <p:ph type="subTitle" idx="4"/>
          </p:nvPr>
        </p:nvSpPr>
        <p:spPr>
          <a:xfrm>
            <a:off x="4977244" y="2638519"/>
            <a:ext cx="2640000" cy="409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000">
                <a:solidFill>
                  <a:schemeClr val="lt2"/>
                </a:solidFill>
                <a:latin typeface="Asap SemiBold"/>
                <a:ea typeface="Asap SemiBold"/>
                <a:cs typeface="Asap SemiBold"/>
                <a:sym typeface="Asap SemiBold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400" b="1">
                <a:latin typeface="Asap"/>
                <a:ea typeface="Asap"/>
                <a:cs typeface="Asap"/>
                <a:sym typeface="Asap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400" b="1">
                <a:latin typeface="Asap"/>
                <a:ea typeface="Asap"/>
                <a:cs typeface="Asap"/>
                <a:sym typeface="Asap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400" b="1">
                <a:latin typeface="Asap"/>
                <a:ea typeface="Asap"/>
                <a:cs typeface="Asap"/>
                <a:sym typeface="Asap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400" b="1">
                <a:latin typeface="Asap"/>
                <a:ea typeface="Asap"/>
                <a:cs typeface="Asap"/>
                <a:sym typeface="Asap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400" b="1">
                <a:latin typeface="Asap"/>
                <a:ea typeface="Asap"/>
                <a:cs typeface="Asap"/>
                <a:sym typeface="Asap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400" b="1">
                <a:latin typeface="Asap"/>
                <a:ea typeface="Asap"/>
                <a:cs typeface="Asap"/>
                <a:sym typeface="Asap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400" b="1">
                <a:latin typeface="Asap"/>
                <a:ea typeface="Asap"/>
                <a:cs typeface="Asap"/>
                <a:sym typeface="Asap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400" b="1">
                <a:latin typeface="Asap"/>
                <a:ea typeface="Asap"/>
                <a:cs typeface="Asap"/>
                <a:sym typeface="Asap"/>
              </a:defRPr>
            </a:lvl9pPr>
          </a:lstStyle>
          <a:p>
            <a:endParaRPr/>
          </a:p>
        </p:txBody>
      </p:sp>
      <p:grpSp>
        <p:nvGrpSpPr>
          <p:cNvPr id="2012" name="Google Shape;2012;p22"/>
          <p:cNvGrpSpPr/>
          <p:nvPr/>
        </p:nvGrpSpPr>
        <p:grpSpPr>
          <a:xfrm>
            <a:off x="-1587773" y="86112"/>
            <a:ext cx="12520085" cy="5642917"/>
            <a:chOff x="-1587773" y="86112"/>
            <a:chExt cx="12520085" cy="5642917"/>
          </a:xfrm>
        </p:grpSpPr>
        <p:grpSp>
          <p:nvGrpSpPr>
            <p:cNvPr id="2013" name="Google Shape;2013;p22"/>
            <p:cNvGrpSpPr/>
            <p:nvPr/>
          </p:nvGrpSpPr>
          <p:grpSpPr>
            <a:xfrm>
              <a:off x="8430780" y="86112"/>
              <a:ext cx="2501532" cy="631966"/>
              <a:chOff x="720" y="669960"/>
              <a:chExt cx="1162800" cy="293760"/>
            </a:xfrm>
          </p:grpSpPr>
          <p:sp>
            <p:nvSpPr>
              <p:cNvPr id="2014" name="Google Shape;2014;p22"/>
              <p:cNvSpPr/>
              <p:nvPr/>
            </p:nvSpPr>
            <p:spPr>
              <a:xfrm>
                <a:off x="720" y="703080"/>
                <a:ext cx="84960" cy="101520"/>
              </a:xfrm>
              <a:custGeom>
                <a:avLst/>
                <a:gdLst/>
                <a:ahLst/>
                <a:cxnLst/>
                <a:rect l="l" t="t" r="r" b="b"/>
                <a:pathLst>
                  <a:path w="236" h="282" extrusionOk="0">
                    <a:moveTo>
                      <a:pt x="109" y="276"/>
                    </a:moveTo>
                    <a:cubicBezTo>
                      <a:pt x="106" y="273"/>
                      <a:pt x="105" y="270"/>
                      <a:pt x="104" y="266"/>
                    </a:cubicBezTo>
                    <a:cubicBezTo>
                      <a:pt x="104" y="263"/>
                      <a:pt x="103" y="260"/>
                      <a:pt x="103" y="258"/>
                    </a:cubicBezTo>
                    <a:cubicBezTo>
                      <a:pt x="102" y="254"/>
                      <a:pt x="102" y="251"/>
                      <a:pt x="101" y="247"/>
                    </a:cubicBezTo>
                    <a:cubicBezTo>
                      <a:pt x="99" y="237"/>
                      <a:pt x="97" y="228"/>
                      <a:pt x="95" y="218"/>
                    </a:cubicBezTo>
                    <a:cubicBezTo>
                      <a:pt x="94" y="214"/>
                      <a:pt x="92" y="209"/>
                      <a:pt x="91" y="204"/>
                    </a:cubicBezTo>
                    <a:cubicBezTo>
                      <a:pt x="89" y="198"/>
                      <a:pt x="88" y="193"/>
                      <a:pt x="86" y="187"/>
                    </a:cubicBezTo>
                    <a:cubicBezTo>
                      <a:pt x="84" y="181"/>
                      <a:pt x="82" y="176"/>
                      <a:pt x="80" y="170"/>
                    </a:cubicBezTo>
                    <a:cubicBezTo>
                      <a:pt x="78" y="165"/>
                      <a:pt x="76" y="160"/>
                      <a:pt x="74" y="155"/>
                    </a:cubicBezTo>
                    <a:cubicBezTo>
                      <a:pt x="73" y="151"/>
                      <a:pt x="71" y="146"/>
                      <a:pt x="68" y="141"/>
                    </a:cubicBezTo>
                    <a:cubicBezTo>
                      <a:pt x="66" y="135"/>
                      <a:pt x="63" y="130"/>
                      <a:pt x="60" y="124"/>
                    </a:cubicBezTo>
                    <a:cubicBezTo>
                      <a:pt x="56" y="116"/>
                      <a:pt x="52" y="108"/>
                      <a:pt x="47" y="100"/>
                    </a:cubicBezTo>
                    <a:cubicBezTo>
                      <a:pt x="42" y="91"/>
                      <a:pt x="37" y="81"/>
                      <a:pt x="32" y="73"/>
                    </a:cubicBezTo>
                    <a:cubicBezTo>
                      <a:pt x="26" y="64"/>
                      <a:pt x="22" y="57"/>
                      <a:pt x="17" y="49"/>
                    </a:cubicBezTo>
                    <a:cubicBezTo>
                      <a:pt x="13" y="39"/>
                      <a:pt x="7" y="29"/>
                      <a:pt x="3" y="20"/>
                    </a:cubicBezTo>
                    <a:cubicBezTo>
                      <a:pt x="0" y="13"/>
                      <a:pt x="4" y="6"/>
                      <a:pt x="10" y="3"/>
                    </a:cubicBezTo>
                    <a:cubicBezTo>
                      <a:pt x="16" y="0"/>
                      <a:pt x="23" y="4"/>
                      <a:pt x="26" y="10"/>
                    </a:cubicBezTo>
                    <a:cubicBezTo>
                      <a:pt x="28" y="15"/>
                      <a:pt x="30" y="21"/>
                      <a:pt x="32" y="25"/>
                    </a:cubicBezTo>
                    <a:cubicBezTo>
                      <a:pt x="35" y="31"/>
                      <a:pt x="38" y="35"/>
                      <a:pt x="40" y="40"/>
                    </a:cubicBezTo>
                    <a:cubicBezTo>
                      <a:pt x="43" y="46"/>
                      <a:pt x="46" y="52"/>
                      <a:pt x="49" y="57"/>
                    </a:cubicBezTo>
                    <a:cubicBezTo>
                      <a:pt x="56" y="68"/>
                      <a:pt x="62" y="80"/>
                      <a:pt x="68" y="91"/>
                    </a:cubicBezTo>
                    <a:cubicBezTo>
                      <a:pt x="72" y="98"/>
                      <a:pt x="75" y="104"/>
                      <a:pt x="78" y="110"/>
                    </a:cubicBezTo>
                    <a:cubicBezTo>
                      <a:pt x="81" y="115"/>
                      <a:pt x="83" y="120"/>
                      <a:pt x="85" y="126"/>
                    </a:cubicBezTo>
                    <a:cubicBezTo>
                      <a:pt x="88" y="131"/>
                      <a:pt x="90" y="136"/>
                      <a:pt x="92" y="141"/>
                    </a:cubicBezTo>
                    <a:cubicBezTo>
                      <a:pt x="95" y="147"/>
                      <a:pt x="97" y="153"/>
                      <a:pt x="99" y="159"/>
                    </a:cubicBezTo>
                    <a:cubicBezTo>
                      <a:pt x="102" y="168"/>
                      <a:pt x="105" y="176"/>
                      <a:pt x="107" y="184"/>
                    </a:cubicBezTo>
                    <a:cubicBezTo>
                      <a:pt x="110" y="193"/>
                      <a:pt x="113" y="202"/>
                      <a:pt x="116" y="211"/>
                    </a:cubicBezTo>
                    <a:cubicBezTo>
                      <a:pt x="117" y="216"/>
                      <a:pt x="119" y="222"/>
                      <a:pt x="120" y="227"/>
                    </a:cubicBezTo>
                    <a:cubicBezTo>
                      <a:pt x="123" y="213"/>
                      <a:pt x="127" y="199"/>
                      <a:pt x="131" y="185"/>
                    </a:cubicBezTo>
                    <a:cubicBezTo>
                      <a:pt x="134" y="177"/>
                      <a:pt x="136" y="170"/>
                      <a:pt x="139" y="163"/>
                    </a:cubicBezTo>
                    <a:cubicBezTo>
                      <a:pt x="141" y="157"/>
                      <a:pt x="143" y="151"/>
                      <a:pt x="145" y="145"/>
                    </a:cubicBezTo>
                    <a:cubicBezTo>
                      <a:pt x="147" y="141"/>
                      <a:pt x="149" y="135"/>
                      <a:pt x="151" y="131"/>
                    </a:cubicBezTo>
                    <a:cubicBezTo>
                      <a:pt x="154" y="124"/>
                      <a:pt x="158" y="117"/>
                      <a:pt x="161" y="110"/>
                    </a:cubicBezTo>
                    <a:cubicBezTo>
                      <a:pt x="162" y="108"/>
                      <a:pt x="163" y="105"/>
                      <a:pt x="164" y="102"/>
                    </a:cubicBezTo>
                    <a:cubicBezTo>
                      <a:pt x="166" y="98"/>
                      <a:pt x="168" y="95"/>
                      <a:pt x="170" y="91"/>
                    </a:cubicBezTo>
                    <a:cubicBezTo>
                      <a:pt x="173" y="84"/>
                      <a:pt x="177" y="78"/>
                      <a:pt x="181" y="72"/>
                    </a:cubicBezTo>
                    <a:cubicBezTo>
                      <a:pt x="184" y="67"/>
                      <a:pt x="188" y="61"/>
                      <a:pt x="191" y="56"/>
                    </a:cubicBezTo>
                    <a:cubicBezTo>
                      <a:pt x="195" y="50"/>
                      <a:pt x="200" y="43"/>
                      <a:pt x="204" y="37"/>
                    </a:cubicBezTo>
                    <a:cubicBezTo>
                      <a:pt x="204" y="37"/>
                      <a:pt x="204" y="36"/>
                      <a:pt x="205" y="36"/>
                    </a:cubicBezTo>
                    <a:lnTo>
                      <a:pt x="205" y="35"/>
                    </a:lnTo>
                    <a:cubicBezTo>
                      <a:pt x="208" y="32"/>
                      <a:pt x="211" y="28"/>
                      <a:pt x="213" y="25"/>
                    </a:cubicBezTo>
                    <a:cubicBezTo>
                      <a:pt x="217" y="20"/>
                      <a:pt x="225" y="19"/>
                      <a:pt x="229" y="23"/>
                    </a:cubicBezTo>
                    <a:cubicBezTo>
                      <a:pt x="235" y="27"/>
                      <a:pt x="235" y="35"/>
                      <a:pt x="231" y="39"/>
                    </a:cubicBezTo>
                    <a:cubicBezTo>
                      <a:pt x="223" y="49"/>
                      <a:pt x="215" y="60"/>
                      <a:pt x="207" y="71"/>
                    </a:cubicBezTo>
                    <a:cubicBezTo>
                      <a:pt x="208" y="70"/>
                      <a:pt x="208" y="70"/>
                      <a:pt x="208" y="70"/>
                    </a:cubicBezTo>
                    <a:cubicBezTo>
                      <a:pt x="205" y="74"/>
                      <a:pt x="202" y="78"/>
                      <a:pt x="199" y="84"/>
                    </a:cubicBezTo>
                    <a:cubicBezTo>
                      <a:pt x="196" y="89"/>
                      <a:pt x="193" y="94"/>
                      <a:pt x="189" y="100"/>
                    </a:cubicBezTo>
                    <a:cubicBezTo>
                      <a:pt x="186" y="106"/>
                      <a:pt x="183" y="111"/>
                      <a:pt x="180" y="117"/>
                    </a:cubicBezTo>
                    <a:cubicBezTo>
                      <a:pt x="177" y="123"/>
                      <a:pt x="175" y="129"/>
                      <a:pt x="172" y="135"/>
                    </a:cubicBezTo>
                    <a:cubicBezTo>
                      <a:pt x="168" y="146"/>
                      <a:pt x="163" y="158"/>
                      <a:pt x="159" y="169"/>
                    </a:cubicBezTo>
                    <a:cubicBezTo>
                      <a:pt x="157" y="177"/>
                      <a:pt x="154" y="186"/>
                      <a:pt x="151" y="195"/>
                    </a:cubicBezTo>
                    <a:cubicBezTo>
                      <a:pt x="149" y="203"/>
                      <a:pt x="147" y="212"/>
                      <a:pt x="145" y="220"/>
                    </a:cubicBezTo>
                    <a:cubicBezTo>
                      <a:pt x="142" y="228"/>
                      <a:pt x="141" y="236"/>
                      <a:pt x="139" y="244"/>
                    </a:cubicBezTo>
                    <a:cubicBezTo>
                      <a:pt x="138" y="248"/>
                      <a:pt x="137" y="252"/>
                      <a:pt x="136" y="255"/>
                    </a:cubicBezTo>
                    <a:cubicBezTo>
                      <a:pt x="135" y="257"/>
                      <a:pt x="135" y="259"/>
                      <a:pt x="135" y="261"/>
                    </a:cubicBezTo>
                    <a:cubicBezTo>
                      <a:pt x="134" y="263"/>
                      <a:pt x="134" y="266"/>
                      <a:pt x="133" y="268"/>
                    </a:cubicBezTo>
                    <a:cubicBezTo>
                      <a:pt x="131" y="271"/>
                      <a:pt x="130" y="273"/>
                      <a:pt x="128" y="275"/>
                    </a:cubicBezTo>
                    <a:cubicBezTo>
                      <a:pt x="127" y="278"/>
                      <a:pt x="124" y="280"/>
                      <a:pt x="120" y="281"/>
                    </a:cubicBezTo>
                    <a:cubicBezTo>
                      <a:pt x="119" y="281"/>
                      <a:pt x="119" y="281"/>
                      <a:pt x="119" y="281"/>
                    </a:cubicBezTo>
                    <a:cubicBezTo>
                      <a:pt x="114" y="281"/>
                      <a:pt x="111" y="279"/>
                      <a:pt x="109" y="2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5" name="Google Shape;2015;p22"/>
              <p:cNvSpPr/>
              <p:nvPr/>
            </p:nvSpPr>
            <p:spPr>
              <a:xfrm>
                <a:off x="104400" y="728280"/>
                <a:ext cx="1008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28" h="28" extrusionOk="0">
                    <a:moveTo>
                      <a:pt x="0" y="13"/>
                    </a:moveTo>
                    <a:cubicBezTo>
                      <a:pt x="0" y="5"/>
                      <a:pt x="6" y="0"/>
                      <a:pt x="14" y="0"/>
                    </a:cubicBezTo>
                    <a:cubicBezTo>
                      <a:pt x="21" y="0"/>
                      <a:pt x="27" y="6"/>
                      <a:pt x="27" y="14"/>
                    </a:cubicBezTo>
                    <a:cubicBezTo>
                      <a:pt x="27" y="21"/>
                      <a:pt x="21" y="27"/>
                      <a:pt x="13" y="27"/>
                    </a:cubicBezTo>
                    <a:cubicBezTo>
                      <a:pt x="5" y="27"/>
                      <a:pt x="0" y="21"/>
                      <a:pt x="0" y="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6" name="Google Shape;2016;p22"/>
              <p:cNvSpPr/>
              <p:nvPr/>
            </p:nvSpPr>
            <p:spPr>
              <a:xfrm>
                <a:off x="101880" y="763200"/>
                <a:ext cx="1008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28" h="28" extrusionOk="0">
                    <a:moveTo>
                      <a:pt x="0" y="13"/>
                    </a:moveTo>
                    <a:cubicBezTo>
                      <a:pt x="0" y="6"/>
                      <a:pt x="6" y="0"/>
                      <a:pt x="14" y="0"/>
                    </a:cubicBezTo>
                    <a:cubicBezTo>
                      <a:pt x="21" y="0"/>
                      <a:pt x="27" y="6"/>
                      <a:pt x="27" y="13"/>
                    </a:cubicBezTo>
                    <a:cubicBezTo>
                      <a:pt x="27" y="21"/>
                      <a:pt x="21" y="27"/>
                      <a:pt x="13" y="27"/>
                    </a:cubicBezTo>
                    <a:cubicBezTo>
                      <a:pt x="6" y="27"/>
                      <a:pt x="0" y="21"/>
                      <a:pt x="0" y="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7" name="Google Shape;2017;p22"/>
              <p:cNvSpPr/>
              <p:nvPr/>
            </p:nvSpPr>
            <p:spPr>
              <a:xfrm>
                <a:off x="187200" y="725040"/>
                <a:ext cx="57600" cy="70920"/>
              </a:xfrm>
              <a:custGeom>
                <a:avLst/>
                <a:gdLst/>
                <a:ahLst/>
                <a:cxnLst/>
                <a:rect l="l" t="t" r="r" b="b"/>
                <a:pathLst>
                  <a:path w="160" h="197" extrusionOk="0">
                    <a:moveTo>
                      <a:pt x="22" y="196"/>
                    </a:moveTo>
                    <a:cubicBezTo>
                      <a:pt x="15" y="195"/>
                      <a:pt x="7" y="192"/>
                      <a:pt x="3" y="185"/>
                    </a:cubicBezTo>
                    <a:cubicBezTo>
                      <a:pt x="1" y="183"/>
                      <a:pt x="0" y="181"/>
                      <a:pt x="0" y="178"/>
                    </a:cubicBezTo>
                    <a:cubicBezTo>
                      <a:pt x="0" y="174"/>
                      <a:pt x="1" y="171"/>
                      <a:pt x="2" y="168"/>
                    </a:cubicBezTo>
                    <a:cubicBezTo>
                      <a:pt x="3" y="165"/>
                      <a:pt x="5" y="162"/>
                      <a:pt x="7" y="160"/>
                    </a:cubicBezTo>
                    <a:cubicBezTo>
                      <a:pt x="8" y="159"/>
                      <a:pt x="10" y="158"/>
                      <a:pt x="11" y="156"/>
                    </a:cubicBezTo>
                    <a:cubicBezTo>
                      <a:pt x="20" y="147"/>
                      <a:pt x="29" y="139"/>
                      <a:pt x="38" y="130"/>
                    </a:cubicBezTo>
                    <a:cubicBezTo>
                      <a:pt x="47" y="120"/>
                      <a:pt x="57" y="112"/>
                      <a:pt x="67" y="102"/>
                    </a:cubicBezTo>
                    <a:cubicBezTo>
                      <a:pt x="79" y="91"/>
                      <a:pt x="91" y="80"/>
                      <a:pt x="102" y="67"/>
                    </a:cubicBezTo>
                    <a:cubicBezTo>
                      <a:pt x="102" y="67"/>
                      <a:pt x="102" y="68"/>
                      <a:pt x="102" y="69"/>
                    </a:cubicBezTo>
                    <a:cubicBezTo>
                      <a:pt x="106" y="63"/>
                      <a:pt x="111" y="58"/>
                      <a:pt x="115" y="52"/>
                    </a:cubicBezTo>
                    <a:cubicBezTo>
                      <a:pt x="117" y="49"/>
                      <a:pt x="119" y="47"/>
                      <a:pt x="120" y="44"/>
                    </a:cubicBezTo>
                    <a:cubicBezTo>
                      <a:pt x="121" y="42"/>
                      <a:pt x="121" y="41"/>
                      <a:pt x="122" y="40"/>
                    </a:cubicBezTo>
                    <a:cubicBezTo>
                      <a:pt x="122" y="39"/>
                      <a:pt x="123" y="38"/>
                      <a:pt x="123" y="37"/>
                    </a:cubicBezTo>
                    <a:lnTo>
                      <a:pt x="123" y="36"/>
                    </a:lnTo>
                    <a:cubicBezTo>
                      <a:pt x="123" y="35"/>
                      <a:pt x="123" y="35"/>
                      <a:pt x="123" y="35"/>
                    </a:cubicBezTo>
                    <a:cubicBezTo>
                      <a:pt x="123" y="34"/>
                      <a:pt x="123" y="34"/>
                      <a:pt x="123" y="34"/>
                    </a:cubicBezTo>
                    <a:lnTo>
                      <a:pt x="123" y="33"/>
                    </a:lnTo>
                    <a:lnTo>
                      <a:pt x="122" y="33"/>
                    </a:lnTo>
                    <a:lnTo>
                      <a:pt x="121" y="33"/>
                    </a:lnTo>
                    <a:cubicBezTo>
                      <a:pt x="121" y="32"/>
                      <a:pt x="120" y="31"/>
                      <a:pt x="120" y="31"/>
                    </a:cubicBezTo>
                    <a:lnTo>
                      <a:pt x="121" y="31"/>
                    </a:lnTo>
                    <a:cubicBezTo>
                      <a:pt x="120" y="31"/>
                      <a:pt x="120" y="31"/>
                      <a:pt x="119" y="31"/>
                    </a:cubicBezTo>
                    <a:cubicBezTo>
                      <a:pt x="117" y="30"/>
                      <a:pt x="116" y="30"/>
                      <a:pt x="114" y="30"/>
                    </a:cubicBezTo>
                    <a:cubicBezTo>
                      <a:pt x="100" y="27"/>
                      <a:pt x="86" y="26"/>
                      <a:pt x="73" y="24"/>
                    </a:cubicBezTo>
                    <a:cubicBezTo>
                      <a:pt x="65" y="24"/>
                      <a:pt x="57" y="24"/>
                      <a:pt x="50" y="24"/>
                    </a:cubicBezTo>
                    <a:cubicBezTo>
                      <a:pt x="47" y="29"/>
                      <a:pt x="41" y="33"/>
                      <a:pt x="35" y="30"/>
                    </a:cubicBezTo>
                    <a:cubicBezTo>
                      <a:pt x="32" y="29"/>
                      <a:pt x="28" y="28"/>
                      <a:pt x="24" y="26"/>
                    </a:cubicBezTo>
                    <a:cubicBezTo>
                      <a:pt x="19" y="23"/>
                      <a:pt x="17" y="16"/>
                      <a:pt x="19" y="10"/>
                    </a:cubicBezTo>
                    <a:cubicBezTo>
                      <a:pt x="22" y="4"/>
                      <a:pt x="28" y="2"/>
                      <a:pt x="34" y="1"/>
                    </a:cubicBezTo>
                    <a:cubicBezTo>
                      <a:pt x="40" y="0"/>
                      <a:pt x="47" y="0"/>
                      <a:pt x="53" y="0"/>
                    </a:cubicBezTo>
                    <a:cubicBezTo>
                      <a:pt x="67" y="0"/>
                      <a:pt x="81" y="1"/>
                      <a:pt x="94" y="3"/>
                    </a:cubicBezTo>
                    <a:cubicBezTo>
                      <a:pt x="100" y="3"/>
                      <a:pt x="107" y="5"/>
                      <a:pt x="113" y="5"/>
                    </a:cubicBezTo>
                    <a:cubicBezTo>
                      <a:pt x="120" y="6"/>
                      <a:pt x="126" y="7"/>
                      <a:pt x="132" y="10"/>
                    </a:cubicBezTo>
                    <a:cubicBezTo>
                      <a:pt x="135" y="12"/>
                      <a:pt x="138" y="14"/>
                      <a:pt x="140" y="17"/>
                    </a:cubicBezTo>
                    <a:cubicBezTo>
                      <a:pt x="143" y="20"/>
                      <a:pt x="145" y="24"/>
                      <a:pt x="146" y="27"/>
                    </a:cubicBezTo>
                    <a:cubicBezTo>
                      <a:pt x="148" y="34"/>
                      <a:pt x="146" y="42"/>
                      <a:pt x="144" y="49"/>
                    </a:cubicBezTo>
                    <a:cubicBezTo>
                      <a:pt x="141" y="56"/>
                      <a:pt x="136" y="64"/>
                      <a:pt x="130" y="70"/>
                    </a:cubicBezTo>
                    <a:cubicBezTo>
                      <a:pt x="123" y="80"/>
                      <a:pt x="114" y="88"/>
                      <a:pt x="105" y="97"/>
                    </a:cubicBezTo>
                    <a:cubicBezTo>
                      <a:pt x="84" y="118"/>
                      <a:pt x="60" y="139"/>
                      <a:pt x="39" y="161"/>
                    </a:cubicBezTo>
                    <a:cubicBezTo>
                      <a:pt x="40" y="161"/>
                      <a:pt x="40" y="160"/>
                      <a:pt x="40" y="160"/>
                    </a:cubicBezTo>
                    <a:cubicBezTo>
                      <a:pt x="37" y="164"/>
                      <a:pt x="33" y="168"/>
                      <a:pt x="30" y="172"/>
                    </a:cubicBezTo>
                    <a:cubicBezTo>
                      <a:pt x="36" y="172"/>
                      <a:pt x="43" y="172"/>
                      <a:pt x="49" y="172"/>
                    </a:cubicBezTo>
                    <a:cubicBezTo>
                      <a:pt x="65" y="171"/>
                      <a:pt x="81" y="169"/>
                      <a:pt x="96" y="168"/>
                    </a:cubicBezTo>
                    <a:cubicBezTo>
                      <a:pt x="113" y="167"/>
                      <a:pt x="130" y="164"/>
                      <a:pt x="147" y="164"/>
                    </a:cubicBezTo>
                    <a:cubicBezTo>
                      <a:pt x="153" y="165"/>
                      <a:pt x="159" y="170"/>
                      <a:pt x="159" y="177"/>
                    </a:cubicBezTo>
                    <a:cubicBezTo>
                      <a:pt x="159" y="183"/>
                      <a:pt x="153" y="189"/>
                      <a:pt x="147" y="189"/>
                    </a:cubicBezTo>
                    <a:cubicBezTo>
                      <a:pt x="139" y="189"/>
                      <a:pt x="131" y="189"/>
                      <a:pt x="124" y="189"/>
                    </a:cubicBezTo>
                    <a:cubicBezTo>
                      <a:pt x="123" y="189"/>
                      <a:pt x="123" y="189"/>
                      <a:pt x="122" y="189"/>
                    </a:cubicBezTo>
                    <a:cubicBezTo>
                      <a:pt x="121" y="189"/>
                      <a:pt x="121" y="189"/>
                      <a:pt x="120" y="189"/>
                    </a:cubicBezTo>
                    <a:cubicBezTo>
                      <a:pt x="119" y="189"/>
                      <a:pt x="117" y="189"/>
                      <a:pt x="116" y="189"/>
                    </a:cubicBezTo>
                    <a:lnTo>
                      <a:pt x="117" y="189"/>
                    </a:lnTo>
                    <a:cubicBezTo>
                      <a:pt x="105" y="190"/>
                      <a:pt x="92" y="192"/>
                      <a:pt x="79" y="193"/>
                    </a:cubicBezTo>
                    <a:cubicBezTo>
                      <a:pt x="66" y="194"/>
                      <a:pt x="52" y="195"/>
                      <a:pt x="38" y="196"/>
                    </a:cubicBezTo>
                    <a:cubicBezTo>
                      <a:pt x="36" y="196"/>
                      <a:pt x="34" y="196"/>
                      <a:pt x="32" y="196"/>
                    </a:cubicBezTo>
                    <a:cubicBezTo>
                      <a:pt x="28" y="196"/>
                      <a:pt x="25" y="196"/>
                      <a:pt x="22" y="1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8" name="Google Shape;2018;p22"/>
              <p:cNvSpPr/>
              <p:nvPr/>
            </p:nvSpPr>
            <p:spPr>
              <a:xfrm>
                <a:off x="191880" y="747360"/>
                <a:ext cx="60120" cy="1548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43" extrusionOk="0">
                    <a:moveTo>
                      <a:pt x="1" y="36"/>
                    </a:moveTo>
                    <a:cubicBezTo>
                      <a:pt x="0" y="32"/>
                      <a:pt x="0" y="26"/>
                      <a:pt x="1" y="22"/>
                    </a:cubicBezTo>
                    <a:cubicBezTo>
                      <a:pt x="5" y="17"/>
                      <a:pt x="11" y="15"/>
                      <a:pt x="17" y="14"/>
                    </a:cubicBezTo>
                    <a:cubicBezTo>
                      <a:pt x="26" y="12"/>
                      <a:pt x="36" y="11"/>
                      <a:pt x="46" y="10"/>
                    </a:cubicBezTo>
                    <a:cubicBezTo>
                      <a:pt x="57" y="8"/>
                      <a:pt x="69" y="7"/>
                      <a:pt x="81" y="6"/>
                    </a:cubicBezTo>
                    <a:cubicBezTo>
                      <a:pt x="105" y="4"/>
                      <a:pt x="129" y="3"/>
                      <a:pt x="153" y="1"/>
                    </a:cubicBezTo>
                    <a:cubicBezTo>
                      <a:pt x="159" y="0"/>
                      <a:pt x="165" y="4"/>
                      <a:pt x="165" y="10"/>
                    </a:cubicBezTo>
                    <a:cubicBezTo>
                      <a:pt x="166" y="15"/>
                      <a:pt x="162" y="21"/>
                      <a:pt x="156" y="22"/>
                    </a:cubicBezTo>
                    <a:cubicBezTo>
                      <a:pt x="135" y="24"/>
                      <a:pt x="114" y="26"/>
                      <a:pt x="94" y="28"/>
                    </a:cubicBezTo>
                    <a:cubicBezTo>
                      <a:pt x="73" y="30"/>
                      <a:pt x="52" y="32"/>
                      <a:pt x="32" y="36"/>
                    </a:cubicBezTo>
                    <a:cubicBezTo>
                      <a:pt x="31" y="36"/>
                      <a:pt x="31" y="36"/>
                      <a:pt x="31" y="36"/>
                    </a:cubicBezTo>
                    <a:cubicBezTo>
                      <a:pt x="28" y="36"/>
                      <a:pt x="25" y="37"/>
                      <a:pt x="22" y="38"/>
                    </a:cubicBezTo>
                    <a:cubicBezTo>
                      <a:pt x="21" y="39"/>
                      <a:pt x="21" y="39"/>
                      <a:pt x="20" y="40"/>
                    </a:cubicBezTo>
                    <a:cubicBezTo>
                      <a:pt x="18" y="42"/>
                      <a:pt x="15" y="42"/>
                      <a:pt x="12" y="42"/>
                    </a:cubicBezTo>
                    <a:cubicBezTo>
                      <a:pt x="8" y="42"/>
                      <a:pt x="4" y="40"/>
                      <a:pt x="1" y="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9" name="Google Shape;2019;p22"/>
              <p:cNvSpPr/>
              <p:nvPr/>
            </p:nvSpPr>
            <p:spPr>
              <a:xfrm>
                <a:off x="271800" y="745200"/>
                <a:ext cx="29880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83" h="40" extrusionOk="0">
                    <a:moveTo>
                      <a:pt x="66" y="39"/>
                    </a:moveTo>
                    <a:cubicBezTo>
                      <a:pt x="56" y="37"/>
                      <a:pt x="45" y="34"/>
                      <a:pt x="35" y="31"/>
                    </a:cubicBezTo>
                    <a:cubicBezTo>
                      <a:pt x="30" y="30"/>
                      <a:pt x="26" y="29"/>
                      <a:pt x="20" y="28"/>
                    </a:cubicBezTo>
                    <a:cubicBezTo>
                      <a:pt x="18" y="27"/>
                      <a:pt x="16" y="26"/>
                      <a:pt x="13" y="25"/>
                    </a:cubicBezTo>
                    <a:cubicBezTo>
                      <a:pt x="10" y="24"/>
                      <a:pt x="6" y="23"/>
                      <a:pt x="5" y="19"/>
                    </a:cubicBezTo>
                    <a:cubicBezTo>
                      <a:pt x="0" y="12"/>
                      <a:pt x="5" y="3"/>
                      <a:pt x="12" y="1"/>
                    </a:cubicBezTo>
                    <a:cubicBezTo>
                      <a:pt x="16" y="0"/>
                      <a:pt x="19" y="0"/>
                      <a:pt x="22" y="2"/>
                    </a:cubicBezTo>
                    <a:lnTo>
                      <a:pt x="23" y="3"/>
                    </a:lnTo>
                    <a:cubicBezTo>
                      <a:pt x="40" y="9"/>
                      <a:pt x="56" y="13"/>
                      <a:pt x="73" y="17"/>
                    </a:cubicBezTo>
                    <a:cubicBezTo>
                      <a:pt x="79" y="18"/>
                      <a:pt x="82" y="25"/>
                      <a:pt x="81" y="31"/>
                    </a:cubicBezTo>
                    <a:cubicBezTo>
                      <a:pt x="80" y="34"/>
                      <a:pt x="78" y="37"/>
                      <a:pt x="75" y="38"/>
                    </a:cubicBezTo>
                    <a:cubicBezTo>
                      <a:pt x="73" y="39"/>
                      <a:pt x="72" y="39"/>
                      <a:pt x="70" y="39"/>
                    </a:cubicBezTo>
                    <a:cubicBezTo>
                      <a:pt x="69" y="39"/>
                      <a:pt x="68" y="39"/>
                      <a:pt x="66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0" name="Google Shape;2020;p22"/>
              <p:cNvSpPr/>
              <p:nvPr/>
            </p:nvSpPr>
            <p:spPr>
              <a:xfrm>
                <a:off x="274680" y="758880"/>
                <a:ext cx="44640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40" extrusionOk="0">
                    <a:moveTo>
                      <a:pt x="12" y="39"/>
                    </a:moveTo>
                    <a:cubicBezTo>
                      <a:pt x="5" y="38"/>
                      <a:pt x="0" y="32"/>
                      <a:pt x="1" y="24"/>
                    </a:cubicBezTo>
                    <a:cubicBezTo>
                      <a:pt x="2" y="17"/>
                      <a:pt x="10" y="12"/>
                      <a:pt x="17" y="14"/>
                    </a:cubicBezTo>
                    <a:cubicBezTo>
                      <a:pt x="17" y="14"/>
                      <a:pt x="18" y="14"/>
                      <a:pt x="19" y="15"/>
                    </a:cubicBezTo>
                    <a:cubicBezTo>
                      <a:pt x="20" y="15"/>
                      <a:pt x="21" y="15"/>
                      <a:pt x="22" y="15"/>
                    </a:cubicBezTo>
                    <a:cubicBezTo>
                      <a:pt x="39" y="14"/>
                      <a:pt x="55" y="11"/>
                      <a:pt x="71" y="8"/>
                    </a:cubicBezTo>
                    <a:cubicBezTo>
                      <a:pt x="84" y="6"/>
                      <a:pt x="98" y="3"/>
                      <a:pt x="110" y="1"/>
                    </a:cubicBezTo>
                    <a:cubicBezTo>
                      <a:pt x="116" y="0"/>
                      <a:pt x="121" y="4"/>
                      <a:pt x="122" y="9"/>
                    </a:cubicBezTo>
                    <a:cubicBezTo>
                      <a:pt x="123" y="14"/>
                      <a:pt x="120" y="20"/>
                      <a:pt x="114" y="22"/>
                    </a:cubicBezTo>
                    <a:cubicBezTo>
                      <a:pt x="100" y="25"/>
                      <a:pt x="85" y="28"/>
                      <a:pt x="70" y="31"/>
                    </a:cubicBezTo>
                    <a:cubicBezTo>
                      <a:pt x="60" y="33"/>
                      <a:pt x="49" y="35"/>
                      <a:pt x="39" y="37"/>
                    </a:cubicBezTo>
                    <a:cubicBezTo>
                      <a:pt x="32" y="38"/>
                      <a:pt x="25" y="39"/>
                      <a:pt x="18" y="39"/>
                    </a:cubicBezTo>
                    <a:cubicBezTo>
                      <a:pt x="17" y="39"/>
                      <a:pt x="15" y="39"/>
                      <a:pt x="12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1" name="Google Shape;2021;p22"/>
              <p:cNvSpPr/>
              <p:nvPr/>
            </p:nvSpPr>
            <p:spPr>
              <a:xfrm>
                <a:off x="342720" y="707760"/>
                <a:ext cx="34920" cy="81720"/>
              </a:xfrm>
              <a:custGeom>
                <a:avLst/>
                <a:gdLst/>
                <a:ahLst/>
                <a:cxnLst/>
                <a:rect l="l" t="t" r="r" b="b"/>
                <a:pathLst>
                  <a:path w="97" h="227" extrusionOk="0">
                    <a:moveTo>
                      <a:pt x="38" y="226"/>
                    </a:moveTo>
                    <a:cubicBezTo>
                      <a:pt x="32" y="226"/>
                      <a:pt x="27" y="220"/>
                      <a:pt x="26" y="214"/>
                    </a:cubicBezTo>
                    <a:cubicBezTo>
                      <a:pt x="26" y="206"/>
                      <a:pt x="29" y="198"/>
                      <a:pt x="31" y="191"/>
                    </a:cubicBezTo>
                    <a:cubicBezTo>
                      <a:pt x="32" y="185"/>
                      <a:pt x="33" y="180"/>
                      <a:pt x="34" y="174"/>
                    </a:cubicBezTo>
                    <a:cubicBezTo>
                      <a:pt x="38" y="158"/>
                      <a:pt x="41" y="142"/>
                      <a:pt x="44" y="127"/>
                    </a:cubicBezTo>
                    <a:cubicBezTo>
                      <a:pt x="46" y="114"/>
                      <a:pt x="48" y="100"/>
                      <a:pt x="51" y="87"/>
                    </a:cubicBezTo>
                    <a:cubicBezTo>
                      <a:pt x="48" y="92"/>
                      <a:pt x="45" y="96"/>
                      <a:pt x="42" y="101"/>
                    </a:cubicBezTo>
                    <a:cubicBezTo>
                      <a:pt x="39" y="104"/>
                      <a:pt x="36" y="108"/>
                      <a:pt x="33" y="112"/>
                    </a:cubicBezTo>
                    <a:cubicBezTo>
                      <a:pt x="29" y="117"/>
                      <a:pt x="25" y="122"/>
                      <a:pt x="20" y="125"/>
                    </a:cubicBezTo>
                    <a:cubicBezTo>
                      <a:pt x="16" y="129"/>
                      <a:pt x="10" y="129"/>
                      <a:pt x="6" y="126"/>
                    </a:cubicBezTo>
                    <a:cubicBezTo>
                      <a:pt x="2" y="124"/>
                      <a:pt x="0" y="120"/>
                      <a:pt x="1" y="115"/>
                    </a:cubicBezTo>
                    <a:cubicBezTo>
                      <a:pt x="1" y="111"/>
                      <a:pt x="3" y="107"/>
                      <a:pt x="7" y="104"/>
                    </a:cubicBezTo>
                    <a:cubicBezTo>
                      <a:pt x="9" y="103"/>
                      <a:pt x="10" y="101"/>
                      <a:pt x="12" y="99"/>
                    </a:cubicBezTo>
                    <a:cubicBezTo>
                      <a:pt x="15" y="96"/>
                      <a:pt x="17" y="93"/>
                      <a:pt x="20" y="90"/>
                    </a:cubicBezTo>
                    <a:cubicBezTo>
                      <a:pt x="23" y="86"/>
                      <a:pt x="26" y="82"/>
                      <a:pt x="29" y="79"/>
                    </a:cubicBezTo>
                    <a:cubicBezTo>
                      <a:pt x="35" y="70"/>
                      <a:pt x="41" y="61"/>
                      <a:pt x="47" y="52"/>
                    </a:cubicBezTo>
                    <a:cubicBezTo>
                      <a:pt x="52" y="43"/>
                      <a:pt x="57" y="34"/>
                      <a:pt x="62" y="25"/>
                    </a:cubicBezTo>
                    <a:cubicBezTo>
                      <a:pt x="64" y="22"/>
                      <a:pt x="65" y="19"/>
                      <a:pt x="67" y="15"/>
                    </a:cubicBezTo>
                    <a:cubicBezTo>
                      <a:pt x="68" y="13"/>
                      <a:pt x="69" y="11"/>
                      <a:pt x="70" y="9"/>
                    </a:cubicBezTo>
                    <a:cubicBezTo>
                      <a:pt x="72" y="5"/>
                      <a:pt x="75" y="3"/>
                      <a:pt x="79" y="2"/>
                    </a:cubicBezTo>
                    <a:cubicBezTo>
                      <a:pt x="87" y="0"/>
                      <a:pt x="96" y="8"/>
                      <a:pt x="93" y="17"/>
                    </a:cubicBezTo>
                    <a:cubicBezTo>
                      <a:pt x="89" y="28"/>
                      <a:pt x="86" y="39"/>
                      <a:pt x="83" y="50"/>
                    </a:cubicBezTo>
                    <a:cubicBezTo>
                      <a:pt x="80" y="61"/>
                      <a:pt x="77" y="73"/>
                      <a:pt x="75" y="84"/>
                    </a:cubicBezTo>
                    <a:cubicBezTo>
                      <a:pt x="70" y="106"/>
                      <a:pt x="66" y="127"/>
                      <a:pt x="62" y="149"/>
                    </a:cubicBezTo>
                    <a:cubicBezTo>
                      <a:pt x="60" y="159"/>
                      <a:pt x="58" y="168"/>
                      <a:pt x="57" y="178"/>
                    </a:cubicBezTo>
                    <a:cubicBezTo>
                      <a:pt x="55" y="184"/>
                      <a:pt x="54" y="189"/>
                      <a:pt x="54" y="195"/>
                    </a:cubicBezTo>
                    <a:cubicBezTo>
                      <a:pt x="52" y="201"/>
                      <a:pt x="51" y="206"/>
                      <a:pt x="51" y="212"/>
                    </a:cubicBezTo>
                    <a:cubicBezTo>
                      <a:pt x="51" y="212"/>
                      <a:pt x="51" y="213"/>
                      <a:pt x="51" y="214"/>
                    </a:cubicBezTo>
                    <a:cubicBezTo>
                      <a:pt x="51" y="221"/>
                      <a:pt x="45" y="226"/>
                      <a:pt x="38" y="2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2" name="Google Shape;2022;p22"/>
              <p:cNvSpPr/>
              <p:nvPr/>
            </p:nvSpPr>
            <p:spPr>
              <a:xfrm>
                <a:off x="386280" y="703800"/>
                <a:ext cx="55080" cy="7560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210" extrusionOk="0">
                    <a:moveTo>
                      <a:pt x="23" y="154"/>
                    </a:moveTo>
                    <a:cubicBezTo>
                      <a:pt x="23" y="156"/>
                      <a:pt x="23" y="158"/>
                      <a:pt x="23" y="160"/>
                    </a:cubicBezTo>
                    <a:cubicBezTo>
                      <a:pt x="24" y="150"/>
                      <a:pt x="25" y="141"/>
                      <a:pt x="26" y="132"/>
                    </a:cubicBezTo>
                    <a:cubicBezTo>
                      <a:pt x="28" y="126"/>
                      <a:pt x="28" y="121"/>
                      <a:pt x="29" y="115"/>
                    </a:cubicBezTo>
                    <a:cubicBezTo>
                      <a:pt x="28" y="117"/>
                      <a:pt x="28" y="119"/>
                      <a:pt x="27" y="121"/>
                    </a:cubicBezTo>
                    <a:cubicBezTo>
                      <a:pt x="25" y="129"/>
                      <a:pt x="25" y="136"/>
                      <a:pt x="23" y="143"/>
                    </a:cubicBezTo>
                    <a:cubicBezTo>
                      <a:pt x="23" y="147"/>
                      <a:pt x="23" y="150"/>
                      <a:pt x="23" y="154"/>
                    </a:cubicBezTo>
                    <a:moveTo>
                      <a:pt x="49" y="125"/>
                    </a:moveTo>
                    <a:cubicBezTo>
                      <a:pt x="49" y="131"/>
                      <a:pt x="47" y="138"/>
                      <a:pt x="47" y="145"/>
                    </a:cubicBezTo>
                    <a:cubicBezTo>
                      <a:pt x="45" y="157"/>
                      <a:pt x="44" y="169"/>
                      <a:pt x="42" y="182"/>
                    </a:cubicBezTo>
                    <a:cubicBezTo>
                      <a:pt x="42" y="182"/>
                      <a:pt x="42" y="183"/>
                      <a:pt x="42" y="184"/>
                    </a:cubicBezTo>
                    <a:cubicBezTo>
                      <a:pt x="42" y="184"/>
                      <a:pt x="43" y="184"/>
                      <a:pt x="44" y="183"/>
                    </a:cubicBezTo>
                    <a:cubicBezTo>
                      <a:pt x="46" y="182"/>
                      <a:pt x="47" y="182"/>
                      <a:pt x="49" y="181"/>
                    </a:cubicBezTo>
                    <a:cubicBezTo>
                      <a:pt x="51" y="179"/>
                      <a:pt x="53" y="177"/>
                      <a:pt x="56" y="175"/>
                    </a:cubicBezTo>
                    <a:cubicBezTo>
                      <a:pt x="61" y="171"/>
                      <a:pt x="65" y="166"/>
                      <a:pt x="71" y="161"/>
                    </a:cubicBezTo>
                    <a:cubicBezTo>
                      <a:pt x="78" y="152"/>
                      <a:pt x="85" y="143"/>
                      <a:pt x="92" y="134"/>
                    </a:cubicBezTo>
                    <a:cubicBezTo>
                      <a:pt x="96" y="128"/>
                      <a:pt x="100" y="122"/>
                      <a:pt x="104" y="117"/>
                    </a:cubicBezTo>
                    <a:cubicBezTo>
                      <a:pt x="106" y="114"/>
                      <a:pt x="107" y="111"/>
                      <a:pt x="109" y="108"/>
                    </a:cubicBezTo>
                    <a:cubicBezTo>
                      <a:pt x="111" y="104"/>
                      <a:pt x="113" y="101"/>
                      <a:pt x="114" y="98"/>
                    </a:cubicBezTo>
                    <a:cubicBezTo>
                      <a:pt x="118" y="90"/>
                      <a:pt x="122" y="83"/>
                      <a:pt x="125" y="75"/>
                    </a:cubicBezTo>
                    <a:cubicBezTo>
                      <a:pt x="126" y="71"/>
                      <a:pt x="127" y="68"/>
                      <a:pt x="128" y="64"/>
                    </a:cubicBezTo>
                    <a:cubicBezTo>
                      <a:pt x="128" y="61"/>
                      <a:pt x="129" y="58"/>
                      <a:pt x="129" y="55"/>
                    </a:cubicBezTo>
                    <a:cubicBezTo>
                      <a:pt x="129" y="53"/>
                      <a:pt x="130" y="51"/>
                      <a:pt x="129" y="49"/>
                    </a:cubicBezTo>
                    <a:cubicBezTo>
                      <a:pt x="129" y="47"/>
                      <a:pt x="129" y="45"/>
                      <a:pt x="128" y="44"/>
                    </a:cubicBezTo>
                    <a:cubicBezTo>
                      <a:pt x="128" y="43"/>
                      <a:pt x="128" y="43"/>
                      <a:pt x="128" y="41"/>
                    </a:cubicBezTo>
                    <a:cubicBezTo>
                      <a:pt x="127" y="40"/>
                      <a:pt x="127" y="38"/>
                      <a:pt x="126" y="37"/>
                    </a:cubicBezTo>
                    <a:cubicBezTo>
                      <a:pt x="125" y="36"/>
                      <a:pt x="125" y="34"/>
                      <a:pt x="124" y="33"/>
                    </a:cubicBezTo>
                    <a:cubicBezTo>
                      <a:pt x="123" y="32"/>
                      <a:pt x="123" y="31"/>
                      <a:pt x="122" y="30"/>
                    </a:cubicBezTo>
                    <a:cubicBezTo>
                      <a:pt x="122" y="30"/>
                      <a:pt x="121" y="30"/>
                      <a:pt x="121" y="29"/>
                    </a:cubicBezTo>
                    <a:cubicBezTo>
                      <a:pt x="121" y="29"/>
                      <a:pt x="120" y="29"/>
                      <a:pt x="120" y="28"/>
                    </a:cubicBezTo>
                    <a:cubicBezTo>
                      <a:pt x="119" y="27"/>
                      <a:pt x="118" y="27"/>
                      <a:pt x="118" y="27"/>
                    </a:cubicBezTo>
                    <a:cubicBezTo>
                      <a:pt x="117" y="27"/>
                      <a:pt x="117" y="27"/>
                      <a:pt x="117" y="26"/>
                    </a:cubicBezTo>
                    <a:lnTo>
                      <a:pt x="117" y="27"/>
                    </a:lnTo>
                    <a:lnTo>
                      <a:pt x="118" y="27"/>
                    </a:lnTo>
                    <a:lnTo>
                      <a:pt x="117" y="27"/>
                    </a:lnTo>
                    <a:cubicBezTo>
                      <a:pt x="117" y="26"/>
                      <a:pt x="117" y="26"/>
                      <a:pt x="117" y="26"/>
                    </a:cubicBezTo>
                    <a:lnTo>
                      <a:pt x="117" y="27"/>
                    </a:lnTo>
                    <a:cubicBezTo>
                      <a:pt x="117" y="26"/>
                      <a:pt x="116" y="26"/>
                      <a:pt x="116" y="26"/>
                    </a:cubicBezTo>
                    <a:cubicBezTo>
                      <a:pt x="114" y="26"/>
                      <a:pt x="114" y="26"/>
                      <a:pt x="113" y="26"/>
                    </a:cubicBezTo>
                    <a:cubicBezTo>
                      <a:pt x="112" y="26"/>
                      <a:pt x="111" y="26"/>
                      <a:pt x="110" y="26"/>
                    </a:cubicBezTo>
                    <a:cubicBezTo>
                      <a:pt x="109" y="26"/>
                      <a:pt x="108" y="26"/>
                      <a:pt x="107" y="26"/>
                    </a:cubicBezTo>
                    <a:cubicBezTo>
                      <a:pt x="106" y="26"/>
                      <a:pt x="104" y="27"/>
                      <a:pt x="103" y="27"/>
                    </a:cubicBezTo>
                    <a:cubicBezTo>
                      <a:pt x="101" y="28"/>
                      <a:pt x="99" y="29"/>
                      <a:pt x="96" y="30"/>
                    </a:cubicBezTo>
                    <a:cubicBezTo>
                      <a:pt x="94" y="31"/>
                      <a:pt x="92" y="32"/>
                      <a:pt x="90" y="33"/>
                    </a:cubicBezTo>
                    <a:cubicBezTo>
                      <a:pt x="87" y="36"/>
                      <a:pt x="84" y="37"/>
                      <a:pt x="81" y="40"/>
                    </a:cubicBezTo>
                    <a:cubicBezTo>
                      <a:pt x="79" y="41"/>
                      <a:pt x="77" y="43"/>
                      <a:pt x="75" y="45"/>
                    </a:cubicBezTo>
                    <a:cubicBezTo>
                      <a:pt x="72" y="49"/>
                      <a:pt x="68" y="54"/>
                      <a:pt x="65" y="58"/>
                    </a:cubicBezTo>
                    <a:cubicBezTo>
                      <a:pt x="64" y="59"/>
                      <a:pt x="63" y="61"/>
                      <a:pt x="62" y="63"/>
                    </a:cubicBezTo>
                    <a:cubicBezTo>
                      <a:pt x="61" y="65"/>
                      <a:pt x="60" y="67"/>
                      <a:pt x="60" y="69"/>
                    </a:cubicBezTo>
                    <a:cubicBezTo>
                      <a:pt x="57" y="76"/>
                      <a:pt x="56" y="83"/>
                      <a:pt x="54" y="89"/>
                    </a:cubicBezTo>
                    <a:lnTo>
                      <a:pt x="54" y="88"/>
                    </a:lnTo>
                    <a:cubicBezTo>
                      <a:pt x="52" y="100"/>
                      <a:pt x="51" y="112"/>
                      <a:pt x="49" y="125"/>
                    </a:cubicBezTo>
                    <a:moveTo>
                      <a:pt x="18" y="206"/>
                    </a:moveTo>
                    <a:cubicBezTo>
                      <a:pt x="4" y="199"/>
                      <a:pt x="1" y="182"/>
                      <a:pt x="0" y="168"/>
                    </a:cubicBezTo>
                    <a:cubicBezTo>
                      <a:pt x="0" y="161"/>
                      <a:pt x="0" y="154"/>
                      <a:pt x="0" y="147"/>
                    </a:cubicBezTo>
                    <a:cubicBezTo>
                      <a:pt x="1" y="135"/>
                      <a:pt x="3" y="123"/>
                      <a:pt x="5" y="111"/>
                    </a:cubicBezTo>
                    <a:cubicBezTo>
                      <a:pt x="8" y="100"/>
                      <a:pt x="12" y="89"/>
                      <a:pt x="18" y="78"/>
                    </a:cubicBezTo>
                    <a:cubicBezTo>
                      <a:pt x="23" y="68"/>
                      <a:pt x="30" y="58"/>
                      <a:pt x="39" y="51"/>
                    </a:cubicBezTo>
                    <a:cubicBezTo>
                      <a:pt x="41" y="49"/>
                      <a:pt x="43" y="48"/>
                      <a:pt x="46" y="47"/>
                    </a:cubicBezTo>
                    <a:cubicBezTo>
                      <a:pt x="47" y="45"/>
                      <a:pt x="49" y="43"/>
                      <a:pt x="50" y="41"/>
                    </a:cubicBezTo>
                    <a:cubicBezTo>
                      <a:pt x="53" y="37"/>
                      <a:pt x="56" y="34"/>
                      <a:pt x="58" y="31"/>
                    </a:cubicBezTo>
                    <a:cubicBezTo>
                      <a:pt x="64" y="25"/>
                      <a:pt x="70" y="19"/>
                      <a:pt x="77" y="15"/>
                    </a:cubicBezTo>
                    <a:cubicBezTo>
                      <a:pt x="89" y="6"/>
                      <a:pt x="105" y="0"/>
                      <a:pt x="120" y="4"/>
                    </a:cubicBezTo>
                    <a:cubicBezTo>
                      <a:pt x="128" y="5"/>
                      <a:pt x="134" y="9"/>
                      <a:pt x="139" y="15"/>
                    </a:cubicBezTo>
                    <a:cubicBezTo>
                      <a:pt x="144" y="20"/>
                      <a:pt x="148" y="28"/>
                      <a:pt x="150" y="35"/>
                    </a:cubicBezTo>
                    <a:cubicBezTo>
                      <a:pt x="152" y="42"/>
                      <a:pt x="152" y="50"/>
                      <a:pt x="151" y="57"/>
                    </a:cubicBezTo>
                    <a:cubicBezTo>
                      <a:pt x="151" y="66"/>
                      <a:pt x="148" y="75"/>
                      <a:pt x="145" y="83"/>
                    </a:cubicBezTo>
                    <a:cubicBezTo>
                      <a:pt x="141" y="94"/>
                      <a:pt x="135" y="105"/>
                      <a:pt x="130" y="115"/>
                    </a:cubicBezTo>
                    <a:cubicBezTo>
                      <a:pt x="127" y="121"/>
                      <a:pt x="124" y="126"/>
                      <a:pt x="121" y="131"/>
                    </a:cubicBezTo>
                    <a:cubicBezTo>
                      <a:pt x="117" y="137"/>
                      <a:pt x="113" y="143"/>
                      <a:pt x="109" y="148"/>
                    </a:cubicBezTo>
                    <a:cubicBezTo>
                      <a:pt x="105" y="154"/>
                      <a:pt x="100" y="160"/>
                      <a:pt x="96" y="165"/>
                    </a:cubicBezTo>
                    <a:cubicBezTo>
                      <a:pt x="92" y="171"/>
                      <a:pt x="86" y="177"/>
                      <a:pt x="81" y="182"/>
                    </a:cubicBezTo>
                    <a:cubicBezTo>
                      <a:pt x="75" y="189"/>
                      <a:pt x="68" y="195"/>
                      <a:pt x="61" y="199"/>
                    </a:cubicBezTo>
                    <a:cubicBezTo>
                      <a:pt x="54" y="205"/>
                      <a:pt x="43" y="209"/>
                      <a:pt x="33" y="209"/>
                    </a:cubicBezTo>
                    <a:cubicBezTo>
                      <a:pt x="28" y="209"/>
                      <a:pt x="23" y="209"/>
                      <a:pt x="18" y="20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3" name="Google Shape;2023;p22"/>
              <p:cNvSpPr/>
              <p:nvPr/>
            </p:nvSpPr>
            <p:spPr>
              <a:xfrm>
                <a:off x="461520" y="687600"/>
                <a:ext cx="39960" cy="115560"/>
              </a:xfrm>
              <a:custGeom>
                <a:avLst/>
                <a:gdLst/>
                <a:ahLst/>
                <a:cxnLst/>
                <a:rect l="l" t="t" r="r" b="b"/>
                <a:pathLst>
                  <a:path w="111" h="321" extrusionOk="0">
                    <a:moveTo>
                      <a:pt x="32" y="314"/>
                    </a:moveTo>
                    <a:cubicBezTo>
                      <a:pt x="28" y="307"/>
                      <a:pt x="24" y="301"/>
                      <a:pt x="21" y="294"/>
                    </a:cubicBezTo>
                    <a:cubicBezTo>
                      <a:pt x="17" y="286"/>
                      <a:pt x="13" y="277"/>
                      <a:pt x="10" y="269"/>
                    </a:cubicBezTo>
                    <a:cubicBezTo>
                      <a:pt x="4" y="252"/>
                      <a:pt x="2" y="235"/>
                      <a:pt x="1" y="218"/>
                    </a:cubicBezTo>
                    <a:cubicBezTo>
                      <a:pt x="0" y="200"/>
                      <a:pt x="0" y="181"/>
                      <a:pt x="3" y="164"/>
                    </a:cubicBezTo>
                    <a:cubicBezTo>
                      <a:pt x="5" y="146"/>
                      <a:pt x="10" y="129"/>
                      <a:pt x="16" y="112"/>
                    </a:cubicBezTo>
                    <a:cubicBezTo>
                      <a:pt x="22" y="96"/>
                      <a:pt x="30" y="80"/>
                      <a:pt x="38" y="65"/>
                    </a:cubicBezTo>
                    <a:cubicBezTo>
                      <a:pt x="48" y="49"/>
                      <a:pt x="59" y="33"/>
                      <a:pt x="72" y="19"/>
                    </a:cubicBezTo>
                    <a:cubicBezTo>
                      <a:pt x="77" y="14"/>
                      <a:pt x="82" y="9"/>
                      <a:pt x="87" y="4"/>
                    </a:cubicBezTo>
                    <a:cubicBezTo>
                      <a:pt x="92" y="0"/>
                      <a:pt x="100" y="0"/>
                      <a:pt x="105" y="4"/>
                    </a:cubicBezTo>
                    <a:cubicBezTo>
                      <a:pt x="110" y="10"/>
                      <a:pt x="109" y="19"/>
                      <a:pt x="103" y="23"/>
                    </a:cubicBezTo>
                    <a:cubicBezTo>
                      <a:pt x="102" y="24"/>
                      <a:pt x="101" y="25"/>
                      <a:pt x="99" y="26"/>
                    </a:cubicBezTo>
                    <a:cubicBezTo>
                      <a:pt x="93" y="32"/>
                      <a:pt x="87" y="38"/>
                      <a:pt x="81" y="44"/>
                    </a:cubicBezTo>
                    <a:lnTo>
                      <a:pt x="82" y="44"/>
                    </a:lnTo>
                    <a:cubicBezTo>
                      <a:pt x="77" y="50"/>
                      <a:pt x="72" y="56"/>
                      <a:pt x="67" y="62"/>
                    </a:cubicBezTo>
                    <a:cubicBezTo>
                      <a:pt x="60" y="72"/>
                      <a:pt x="54" y="83"/>
                      <a:pt x="48" y="95"/>
                    </a:cubicBezTo>
                    <a:cubicBezTo>
                      <a:pt x="43" y="105"/>
                      <a:pt x="38" y="116"/>
                      <a:pt x="34" y="127"/>
                    </a:cubicBezTo>
                    <a:cubicBezTo>
                      <a:pt x="31" y="136"/>
                      <a:pt x="28" y="145"/>
                      <a:pt x="26" y="155"/>
                    </a:cubicBezTo>
                    <a:cubicBezTo>
                      <a:pt x="24" y="164"/>
                      <a:pt x="23" y="173"/>
                      <a:pt x="22" y="182"/>
                    </a:cubicBezTo>
                    <a:cubicBezTo>
                      <a:pt x="21" y="192"/>
                      <a:pt x="21" y="203"/>
                      <a:pt x="22" y="213"/>
                    </a:cubicBezTo>
                    <a:cubicBezTo>
                      <a:pt x="22" y="214"/>
                      <a:pt x="22" y="214"/>
                      <a:pt x="22" y="215"/>
                    </a:cubicBezTo>
                    <a:lnTo>
                      <a:pt x="22" y="214"/>
                    </a:lnTo>
                    <a:cubicBezTo>
                      <a:pt x="23" y="224"/>
                      <a:pt x="24" y="233"/>
                      <a:pt x="25" y="243"/>
                    </a:cubicBezTo>
                    <a:cubicBezTo>
                      <a:pt x="26" y="248"/>
                      <a:pt x="27" y="252"/>
                      <a:pt x="29" y="257"/>
                    </a:cubicBezTo>
                    <a:cubicBezTo>
                      <a:pt x="32" y="266"/>
                      <a:pt x="36" y="275"/>
                      <a:pt x="41" y="284"/>
                    </a:cubicBezTo>
                    <a:cubicBezTo>
                      <a:pt x="40" y="283"/>
                      <a:pt x="40" y="283"/>
                      <a:pt x="40" y="283"/>
                    </a:cubicBezTo>
                    <a:cubicBezTo>
                      <a:pt x="43" y="290"/>
                      <a:pt x="47" y="297"/>
                      <a:pt x="51" y="304"/>
                    </a:cubicBezTo>
                    <a:cubicBezTo>
                      <a:pt x="54" y="309"/>
                      <a:pt x="52" y="315"/>
                      <a:pt x="46" y="318"/>
                    </a:cubicBezTo>
                    <a:cubicBezTo>
                      <a:pt x="45" y="319"/>
                      <a:pt x="43" y="320"/>
                      <a:pt x="41" y="320"/>
                    </a:cubicBezTo>
                    <a:cubicBezTo>
                      <a:pt x="38" y="320"/>
                      <a:pt x="34" y="318"/>
                      <a:pt x="32" y="3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4" name="Google Shape;2024;p22"/>
              <p:cNvSpPr/>
              <p:nvPr/>
            </p:nvSpPr>
            <p:spPr>
              <a:xfrm>
                <a:off x="502920" y="718560"/>
                <a:ext cx="29520" cy="51840"/>
              </a:xfrm>
              <a:custGeom>
                <a:avLst/>
                <a:gdLst/>
                <a:ahLst/>
                <a:cxnLst/>
                <a:rect l="l" t="t" r="r" b="b"/>
                <a:pathLst>
                  <a:path w="82" h="144" extrusionOk="0">
                    <a:moveTo>
                      <a:pt x="60" y="140"/>
                    </a:moveTo>
                    <a:cubicBezTo>
                      <a:pt x="53" y="132"/>
                      <a:pt x="46" y="123"/>
                      <a:pt x="39" y="114"/>
                    </a:cubicBezTo>
                    <a:cubicBezTo>
                      <a:pt x="34" y="106"/>
                      <a:pt x="29" y="98"/>
                      <a:pt x="24" y="90"/>
                    </a:cubicBezTo>
                    <a:cubicBezTo>
                      <a:pt x="19" y="83"/>
                      <a:pt x="15" y="75"/>
                      <a:pt x="11" y="67"/>
                    </a:cubicBezTo>
                    <a:cubicBezTo>
                      <a:pt x="5" y="56"/>
                      <a:pt x="1" y="45"/>
                      <a:pt x="0" y="32"/>
                    </a:cubicBezTo>
                    <a:cubicBezTo>
                      <a:pt x="0" y="27"/>
                      <a:pt x="0" y="21"/>
                      <a:pt x="2" y="16"/>
                    </a:cubicBezTo>
                    <a:cubicBezTo>
                      <a:pt x="3" y="13"/>
                      <a:pt x="4" y="10"/>
                      <a:pt x="6" y="8"/>
                    </a:cubicBezTo>
                    <a:cubicBezTo>
                      <a:pt x="9" y="2"/>
                      <a:pt x="17" y="0"/>
                      <a:pt x="23" y="3"/>
                    </a:cubicBezTo>
                    <a:cubicBezTo>
                      <a:pt x="29" y="7"/>
                      <a:pt x="31" y="15"/>
                      <a:pt x="27" y="21"/>
                    </a:cubicBezTo>
                    <a:cubicBezTo>
                      <a:pt x="26" y="22"/>
                      <a:pt x="26" y="23"/>
                      <a:pt x="25" y="25"/>
                    </a:cubicBezTo>
                    <a:lnTo>
                      <a:pt x="25" y="26"/>
                    </a:lnTo>
                    <a:cubicBezTo>
                      <a:pt x="25" y="28"/>
                      <a:pt x="25" y="30"/>
                      <a:pt x="25" y="32"/>
                    </a:cubicBezTo>
                    <a:cubicBezTo>
                      <a:pt x="25" y="34"/>
                      <a:pt x="25" y="36"/>
                      <a:pt x="25" y="38"/>
                    </a:cubicBezTo>
                    <a:cubicBezTo>
                      <a:pt x="26" y="41"/>
                      <a:pt x="26" y="44"/>
                      <a:pt x="27" y="46"/>
                    </a:cubicBezTo>
                    <a:cubicBezTo>
                      <a:pt x="29" y="50"/>
                      <a:pt x="30" y="53"/>
                      <a:pt x="32" y="56"/>
                    </a:cubicBezTo>
                    <a:cubicBezTo>
                      <a:pt x="35" y="63"/>
                      <a:pt x="39" y="70"/>
                      <a:pt x="42" y="76"/>
                    </a:cubicBezTo>
                    <a:cubicBezTo>
                      <a:pt x="46" y="82"/>
                      <a:pt x="49" y="88"/>
                      <a:pt x="53" y="94"/>
                    </a:cubicBezTo>
                    <a:cubicBezTo>
                      <a:pt x="57" y="100"/>
                      <a:pt x="61" y="106"/>
                      <a:pt x="67" y="112"/>
                    </a:cubicBezTo>
                    <a:cubicBezTo>
                      <a:pt x="70" y="116"/>
                      <a:pt x="73" y="120"/>
                      <a:pt x="76" y="123"/>
                    </a:cubicBezTo>
                    <a:cubicBezTo>
                      <a:pt x="81" y="128"/>
                      <a:pt x="81" y="136"/>
                      <a:pt x="76" y="140"/>
                    </a:cubicBezTo>
                    <a:cubicBezTo>
                      <a:pt x="74" y="142"/>
                      <a:pt x="71" y="143"/>
                      <a:pt x="68" y="143"/>
                    </a:cubicBezTo>
                    <a:cubicBezTo>
                      <a:pt x="65" y="143"/>
                      <a:pt x="62" y="142"/>
                      <a:pt x="60" y="1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5" name="Google Shape;2025;p22"/>
              <p:cNvSpPr/>
              <p:nvPr/>
            </p:nvSpPr>
            <p:spPr>
              <a:xfrm>
                <a:off x="501840" y="724680"/>
                <a:ext cx="57600" cy="55440"/>
              </a:xfrm>
              <a:custGeom>
                <a:avLst/>
                <a:gdLst/>
                <a:ahLst/>
                <a:cxnLst/>
                <a:rect l="l" t="t" r="r" b="b"/>
                <a:pathLst>
                  <a:path w="160" h="154" extrusionOk="0">
                    <a:moveTo>
                      <a:pt x="8" y="151"/>
                    </a:moveTo>
                    <a:cubicBezTo>
                      <a:pt x="2" y="148"/>
                      <a:pt x="0" y="140"/>
                      <a:pt x="4" y="135"/>
                    </a:cubicBezTo>
                    <a:cubicBezTo>
                      <a:pt x="11" y="124"/>
                      <a:pt x="18" y="113"/>
                      <a:pt x="26" y="103"/>
                    </a:cubicBezTo>
                    <a:cubicBezTo>
                      <a:pt x="33" y="93"/>
                      <a:pt x="40" y="83"/>
                      <a:pt x="47" y="74"/>
                    </a:cubicBezTo>
                    <a:cubicBezTo>
                      <a:pt x="55" y="64"/>
                      <a:pt x="63" y="54"/>
                      <a:pt x="71" y="44"/>
                    </a:cubicBezTo>
                    <a:cubicBezTo>
                      <a:pt x="82" y="32"/>
                      <a:pt x="93" y="21"/>
                      <a:pt x="106" y="12"/>
                    </a:cubicBezTo>
                    <a:cubicBezTo>
                      <a:pt x="113" y="8"/>
                      <a:pt x="119" y="4"/>
                      <a:pt x="126" y="3"/>
                    </a:cubicBezTo>
                    <a:cubicBezTo>
                      <a:pt x="133" y="1"/>
                      <a:pt x="140" y="0"/>
                      <a:pt x="147" y="1"/>
                    </a:cubicBezTo>
                    <a:cubicBezTo>
                      <a:pt x="154" y="2"/>
                      <a:pt x="159" y="8"/>
                      <a:pt x="158" y="15"/>
                    </a:cubicBezTo>
                    <a:cubicBezTo>
                      <a:pt x="157" y="22"/>
                      <a:pt x="151" y="27"/>
                      <a:pt x="144" y="26"/>
                    </a:cubicBezTo>
                    <a:cubicBezTo>
                      <a:pt x="142" y="26"/>
                      <a:pt x="141" y="25"/>
                      <a:pt x="139" y="25"/>
                    </a:cubicBezTo>
                    <a:cubicBezTo>
                      <a:pt x="138" y="25"/>
                      <a:pt x="138" y="25"/>
                      <a:pt x="137" y="25"/>
                    </a:cubicBezTo>
                    <a:cubicBezTo>
                      <a:pt x="135" y="25"/>
                      <a:pt x="133" y="26"/>
                      <a:pt x="131" y="26"/>
                    </a:cubicBezTo>
                    <a:lnTo>
                      <a:pt x="130" y="27"/>
                    </a:lnTo>
                    <a:cubicBezTo>
                      <a:pt x="128" y="27"/>
                      <a:pt x="127" y="27"/>
                      <a:pt x="126" y="28"/>
                    </a:cubicBezTo>
                    <a:cubicBezTo>
                      <a:pt x="125" y="28"/>
                      <a:pt x="124" y="29"/>
                      <a:pt x="122" y="30"/>
                    </a:cubicBezTo>
                    <a:cubicBezTo>
                      <a:pt x="117" y="34"/>
                      <a:pt x="113" y="37"/>
                      <a:pt x="108" y="41"/>
                    </a:cubicBezTo>
                    <a:cubicBezTo>
                      <a:pt x="101" y="47"/>
                      <a:pt x="94" y="53"/>
                      <a:pt x="88" y="60"/>
                    </a:cubicBezTo>
                    <a:cubicBezTo>
                      <a:pt x="81" y="68"/>
                      <a:pt x="74" y="75"/>
                      <a:pt x="68" y="83"/>
                    </a:cubicBezTo>
                    <a:cubicBezTo>
                      <a:pt x="61" y="92"/>
                      <a:pt x="55" y="101"/>
                      <a:pt x="49" y="109"/>
                    </a:cubicBezTo>
                    <a:cubicBezTo>
                      <a:pt x="40" y="121"/>
                      <a:pt x="32" y="134"/>
                      <a:pt x="24" y="147"/>
                    </a:cubicBezTo>
                    <a:cubicBezTo>
                      <a:pt x="22" y="151"/>
                      <a:pt x="18" y="153"/>
                      <a:pt x="14" y="153"/>
                    </a:cubicBezTo>
                    <a:cubicBezTo>
                      <a:pt x="11" y="153"/>
                      <a:pt x="10" y="152"/>
                      <a:pt x="8" y="1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6" name="Google Shape;2026;p22"/>
              <p:cNvSpPr/>
              <p:nvPr/>
            </p:nvSpPr>
            <p:spPr>
              <a:xfrm>
                <a:off x="563400" y="737640"/>
                <a:ext cx="43560" cy="1476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41" extrusionOk="0">
                    <a:moveTo>
                      <a:pt x="105" y="40"/>
                    </a:moveTo>
                    <a:cubicBezTo>
                      <a:pt x="89" y="38"/>
                      <a:pt x="73" y="37"/>
                      <a:pt x="56" y="34"/>
                    </a:cubicBezTo>
                    <a:cubicBezTo>
                      <a:pt x="49" y="33"/>
                      <a:pt x="42" y="32"/>
                      <a:pt x="34" y="31"/>
                    </a:cubicBezTo>
                    <a:cubicBezTo>
                      <a:pt x="27" y="29"/>
                      <a:pt x="19" y="28"/>
                      <a:pt x="12" y="27"/>
                    </a:cubicBezTo>
                    <a:cubicBezTo>
                      <a:pt x="5" y="25"/>
                      <a:pt x="0" y="20"/>
                      <a:pt x="0" y="14"/>
                    </a:cubicBezTo>
                    <a:cubicBezTo>
                      <a:pt x="0" y="7"/>
                      <a:pt x="7" y="0"/>
                      <a:pt x="15" y="2"/>
                    </a:cubicBezTo>
                    <a:cubicBezTo>
                      <a:pt x="21" y="3"/>
                      <a:pt x="27" y="4"/>
                      <a:pt x="33" y="6"/>
                    </a:cubicBezTo>
                    <a:cubicBezTo>
                      <a:pt x="58" y="10"/>
                      <a:pt x="83" y="14"/>
                      <a:pt x="109" y="16"/>
                    </a:cubicBezTo>
                    <a:cubicBezTo>
                      <a:pt x="115" y="17"/>
                      <a:pt x="120" y="24"/>
                      <a:pt x="119" y="30"/>
                    </a:cubicBezTo>
                    <a:cubicBezTo>
                      <a:pt x="118" y="36"/>
                      <a:pt x="112" y="40"/>
                      <a:pt x="107" y="40"/>
                    </a:cubicBezTo>
                    <a:cubicBezTo>
                      <a:pt x="106" y="40"/>
                      <a:pt x="106" y="40"/>
                      <a:pt x="105" y="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7" name="Google Shape;2027;p22"/>
              <p:cNvSpPr/>
              <p:nvPr/>
            </p:nvSpPr>
            <p:spPr>
              <a:xfrm>
                <a:off x="583560" y="721080"/>
                <a:ext cx="19080" cy="39240"/>
              </a:xfrm>
              <a:custGeom>
                <a:avLst/>
                <a:gdLst/>
                <a:ahLst/>
                <a:cxnLst/>
                <a:rect l="l" t="t" r="r" b="b"/>
                <a:pathLst>
                  <a:path w="53" h="109" extrusionOk="0">
                    <a:moveTo>
                      <a:pt x="12" y="108"/>
                    </a:moveTo>
                    <a:cubicBezTo>
                      <a:pt x="6" y="108"/>
                      <a:pt x="0" y="103"/>
                      <a:pt x="1" y="97"/>
                    </a:cubicBezTo>
                    <a:cubicBezTo>
                      <a:pt x="2" y="81"/>
                      <a:pt x="3" y="66"/>
                      <a:pt x="6" y="51"/>
                    </a:cubicBezTo>
                    <a:cubicBezTo>
                      <a:pt x="8" y="39"/>
                      <a:pt x="13" y="27"/>
                      <a:pt x="18" y="17"/>
                    </a:cubicBezTo>
                    <a:cubicBezTo>
                      <a:pt x="23" y="9"/>
                      <a:pt x="30" y="0"/>
                      <a:pt x="39" y="2"/>
                    </a:cubicBezTo>
                    <a:cubicBezTo>
                      <a:pt x="47" y="3"/>
                      <a:pt x="52" y="11"/>
                      <a:pt x="50" y="18"/>
                    </a:cubicBezTo>
                    <a:cubicBezTo>
                      <a:pt x="49" y="23"/>
                      <a:pt x="45" y="25"/>
                      <a:pt x="41" y="27"/>
                    </a:cubicBezTo>
                    <a:cubicBezTo>
                      <a:pt x="41" y="27"/>
                      <a:pt x="40" y="28"/>
                      <a:pt x="39" y="29"/>
                    </a:cubicBezTo>
                    <a:cubicBezTo>
                      <a:pt x="40" y="28"/>
                      <a:pt x="40" y="28"/>
                      <a:pt x="41" y="27"/>
                    </a:cubicBezTo>
                    <a:cubicBezTo>
                      <a:pt x="39" y="30"/>
                      <a:pt x="38" y="31"/>
                      <a:pt x="37" y="33"/>
                    </a:cubicBezTo>
                    <a:cubicBezTo>
                      <a:pt x="35" y="37"/>
                      <a:pt x="34" y="41"/>
                      <a:pt x="32" y="44"/>
                    </a:cubicBezTo>
                    <a:cubicBezTo>
                      <a:pt x="31" y="49"/>
                      <a:pt x="30" y="53"/>
                      <a:pt x="28" y="58"/>
                    </a:cubicBezTo>
                    <a:cubicBezTo>
                      <a:pt x="26" y="69"/>
                      <a:pt x="25" y="80"/>
                      <a:pt x="24" y="91"/>
                    </a:cubicBezTo>
                    <a:lnTo>
                      <a:pt x="24" y="90"/>
                    </a:lnTo>
                    <a:cubicBezTo>
                      <a:pt x="24" y="92"/>
                      <a:pt x="24" y="95"/>
                      <a:pt x="24" y="97"/>
                    </a:cubicBezTo>
                    <a:cubicBezTo>
                      <a:pt x="23" y="103"/>
                      <a:pt x="19" y="108"/>
                      <a:pt x="12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8" name="Google Shape;2028;p22"/>
              <p:cNvSpPr/>
              <p:nvPr/>
            </p:nvSpPr>
            <p:spPr>
              <a:xfrm>
                <a:off x="636120" y="708480"/>
                <a:ext cx="38160" cy="76320"/>
              </a:xfrm>
              <a:custGeom>
                <a:avLst/>
                <a:gdLst/>
                <a:ahLst/>
                <a:cxnLst/>
                <a:rect l="l" t="t" r="r" b="b"/>
                <a:pathLst>
                  <a:path w="106" h="212" extrusionOk="0">
                    <a:moveTo>
                      <a:pt x="16" y="202"/>
                    </a:moveTo>
                    <a:cubicBezTo>
                      <a:pt x="14" y="195"/>
                      <a:pt x="18" y="188"/>
                      <a:pt x="25" y="186"/>
                    </a:cubicBezTo>
                    <a:cubicBezTo>
                      <a:pt x="26" y="186"/>
                      <a:pt x="27" y="186"/>
                      <a:pt x="28" y="186"/>
                    </a:cubicBezTo>
                    <a:cubicBezTo>
                      <a:pt x="29" y="185"/>
                      <a:pt x="30" y="185"/>
                      <a:pt x="31" y="185"/>
                    </a:cubicBezTo>
                    <a:cubicBezTo>
                      <a:pt x="34" y="183"/>
                      <a:pt x="37" y="182"/>
                      <a:pt x="40" y="181"/>
                    </a:cubicBezTo>
                    <a:cubicBezTo>
                      <a:pt x="46" y="178"/>
                      <a:pt x="51" y="175"/>
                      <a:pt x="57" y="172"/>
                    </a:cubicBezTo>
                    <a:cubicBezTo>
                      <a:pt x="60" y="170"/>
                      <a:pt x="61" y="169"/>
                      <a:pt x="63" y="168"/>
                    </a:cubicBezTo>
                    <a:cubicBezTo>
                      <a:pt x="64" y="166"/>
                      <a:pt x="65" y="165"/>
                      <a:pt x="67" y="164"/>
                    </a:cubicBezTo>
                    <a:cubicBezTo>
                      <a:pt x="68" y="163"/>
                      <a:pt x="69" y="161"/>
                      <a:pt x="70" y="160"/>
                    </a:cubicBezTo>
                    <a:cubicBezTo>
                      <a:pt x="72" y="157"/>
                      <a:pt x="74" y="153"/>
                      <a:pt x="76" y="150"/>
                    </a:cubicBezTo>
                    <a:cubicBezTo>
                      <a:pt x="77" y="148"/>
                      <a:pt x="78" y="146"/>
                      <a:pt x="79" y="144"/>
                    </a:cubicBezTo>
                    <a:cubicBezTo>
                      <a:pt x="79" y="142"/>
                      <a:pt x="80" y="140"/>
                      <a:pt x="81" y="139"/>
                    </a:cubicBezTo>
                    <a:cubicBezTo>
                      <a:pt x="81" y="137"/>
                      <a:pt x="81" y="136"/>
                      <a:pt x="81" y="134"/>
                    </a:cubicBezTo>
                    <a:cubicBezTo>
                      <a:pt x="81" y="133"/>
                      <a:pt x="81" y="132"/>
                      <a:pt x="81" y="130"/>
                    </a:cubicBezTo>
                    <a:cubicBezTo>
                      <a:pt x="81" y="130"/>
                      <a:pt x="81" y="131"/>
                      <a:pt x="81" y="132"/>
                    </a:cubicBezTo>
                    <a:cubicBezTo>
                      <a:pt x="81" y="127"/>
                      <a:pt x="80" y="122"/>
                      <a:pt x="79" y="118"/>
                    </a:cubicBezTo>
                    <a:cubicBezTo>
                      <a:pt x="79" y="115"/>
                      <a:pt x="78" y="112"/>
                      <a:pt x="77" y="109"/>
                    </a:cubicBezTo>
                    <a:cubicBezTo>
                      <a:pt x="76" y="108"/>
                      <a:pt x="76" y="106"/>
                      <a:pt x="75" y="105"/>
                    </a:cubicBezTo>
                    <a:cubicBezTo>
                      <a:pt x="75" y="104"/>
                      <a:pt x="74" y="102"/>
                      <a:pt x="73" y="101"/>
                    </a:cubicBezTo>
                    <a:cubicBezTo>
                      <a:pt x="73" y="100"/>
                      <a:pt x="72" y="99"/>
                      <a:pt x="72" y="99"/>
                    </a:cubicBezTo>
                    <a:cubicBezTo>
                      <a:pt x="71" y="98"/>
                      <a:pt x="71" y="98"/>
                      <a:pt x="70" y="97"/>
                    </a:cubicBezTo>
                    <a:cubicBezTo>
                      <a:pt x="70" y="97"/>
                      <a:pt x="69" y="97"/>
                      <a:pt x="69" y="96"/>
                    </a:cubicBezTo>
                    <a:cubicBezTo>
                      <a:pt x="69" y="97"/>
                      <a:pt x="69" y="97"/>
                      <a:pt x="69" y="97"/>
                    </a:cubicBezTo>
                    <a:lnTo>
                      <a:pt x="70" y="97"/>
                    </a:lnTo>
                    <a:lnTo>
                      <a:pt x="69" y="97"/>
                    </a:lnTo>
                    <a:cubicBezTo>
                      <a:pt x="70" y="97"/>
                      <a:pt x="70" y="97"/>
                      <a:pt x="71" y="97"/>
                    </a:cubicBezTo>
                    <a:cubicBezTo>
                      <a:pt x="70" y="97"/>
                      <a:pt x="70" y="97"/>
                      <a:pt x="69" y="97"/>
                    </a:cubicBezTo>
                    <a:cubicBezTo>
                      <a:pt x="69" y="96"/>
                      <a:pt x="68" y="95"/>
                      <a:pt x="68" y="95"/>
                    </a:cubicBezTo>
                    <a:cubicBezTo>
                      <a:pt x="66" y="94"/>
                      <a:pt x="64" y="94"/>
                      <a:pt x="63" y="93"/>
                    </a:cubicBezTo>
                    <a:cubicBezTo>
                      <a:pt x="61" y="93"/>
                      <a:pt x="60" y="92"/>
                      <a:pt x="58" y="92"/>
                    </a:cubicBezTo>
                    <a:cubicBezTo>
                      <a:pt x="56" y="91"/>
                      <a:pt x="54" y="91"/>
                      <a:pt x="52" y="91"/>
                    </a:cubicBezTo>
                    <a:cubicBezTo>
                      <a:pt x="51" y="91"/>
                      <a:pt x="50" y="91"/>
                      <a:pt x="49" y="91"/>
                    </a:cubicBezTo>
                    <a:cubicBezTo>
                      <a:pt x="48" y="91"/>
                      <a:pt x="47" y="91"/>
                      <a:pt x="46" y="91"/>
                    </a:cubicBezTo>
                    <a:cubicBezTo>
                      <a:pt x="45" y="91"/>
                      <a:pt x="44" y="91"/>
                      <a:pt x="44" y="92"/>
                    </a:cubicBezTo>
                    <a:cubicBezTo>
                      <a:pt x="43" y="92"/>
                      <a:pt x="43" y="92"/>
                      <a:pt x="43" y="92"/>
                    </a:cubicBezTo>
                    <a:cubicBezTo>
                      <a:pt x="41" y="94"/>
                      <a:pt x="40" y="95"/>
                      <a:pt x="39" y="97"/>
                    </a:cubicBezTo>
                    <a:cubicBezTo>
                      <a:pt x="36" y="99"/>
                      <a:pt x="34" y="102"/>
                      <a:pt x="30" y="105"/>
                    </a:cubicBezTo>
                    <a:cubicBezTo>
                      <a:pt x="26" y="108"/>
                      <a:pt x="20" y="109"/>
                      <a:pt x="15" y="106"/>
                    </a:cubicBezTo>
                    <a:cubicBezTo>
                      <a:pt x="9" y="103"/>
                      <a:pt x="7" y="96"/>
                      <a:pt x="9" y="90"/>
                    </a:cubicBezTo>
                    <a:cubicBezTo>
                      <a:pt x="11" y="84"/>
                      <a:pt x="15" y="81"/>
                      <a:pt x="19" y="77"/>
                    </a:cubicBezTo>
                    <a:cubicBezTo>
                      <a:pt x="21" y="76"/>
                      <a:pt x="24" y="74"/>
                      <a:pt x="27" y="73"/>
                    </a:cubicBezTo>
                    <a:cubicBezTo>
                      <a:pt x="31" y="69"/>
                      <a:pt x="34" y="64"/>
                      <a:pt x="37" y="59"/>
                    </a:cubicBezTo>
                    <a:lnTo>
                      <a:pt x="37" y="60"/>
                    </a:lnTo>
                    <a:cubicBezTo>
                      <a:pt x="38" y="58"/>
                      <a:pt x="39" y="56"/>
                      <a:pt x="40" y="54"/>
                    </a:cubicBezTo>
                    <a:cubicBezTo>
                      <a:pt x="44" y="48"/>
                      <a:pt x="47" y="42"/>
                      <a:pt x="49" y="35"/>
                    </a:cubicBezTo>
                    <a:cubicBezTo>
                      <a:pt x="50" y="34"/>
                      <a:pt x="50" y="31"/>
                      <a:pt x="51" y="30"/>
                    </a:cubicBezTo>
                    <a:cubicBezTo>
                      <a:pt x="51" y="29"/>
                      <a:pt x="51" y="28"/>
                      <a:pt x="51" y="27"/>
                    </a:cubicBezTo>
                    <a:cubicBezTo>
                      <a:pt x="47" y="30"/>
                      <a:pt x="43" y="34"/>
                      <a:pt x="40" y="38"/>
                    </a:cubicBezTo>
                    <a:cubicBezTo>
                      <a:pt x="36" y="42"/>
                      <a:pt x="32" y="47"/>
                      <a:pt x="29" y="52"/>
                    </a:cubicBezTo>
                    <a:cubicBezTo>
                      <a:pt x="27" y="53"/>
                      <a:pt x="27" y="55"/>
                      <a:pt x="26" y="57"/>
                    </a:cubicBezTo>
                    <a:cubicBezTo>
                      <a:pt x="26" y="56"/>
                      <a:pt x="26" y="56"/>
                      <a:pt x="26" y="55"/>
                    </a:cubicBezTo>
                    <a:cubicBezTo>
                      <a:pt x="26" y="56"/>
                      <a:pt x="26" y="57"/>
                      <a:pt x="25" y="58"/>
                    </a:cubicBezTo>
                    <a:cubicBezTo>
                      <a:pt x="26" y="64"/>
                      <a:pt x="20" y="70"/>
                      <a:pt x="14" y="70"/>
                    </a:cubicBezTo>
                    <a:cubicBezTo>
                      <a:pt x="14" y="70"/>
                      <a:pt x="13" y="70"/>
                      <a:pt x="12" y="70"/>
                    </a:cubicBezTo>
                    <a:cubicBezTo>
                      <a:pt x="8" y="70"/>
                      <a:pt x="4" y="69"/>
                      <a:pt x="2" y="64"/>
                    </a:cubicBezTo>
                    <a:cubicBezTo>
                      <a:pt x="0" y="60"/>
                      <a:pt x="0" y="56"/>
                      <a:pt x="1" y="52"/>
                    </a:cubicBezTo>
                    <a:cubicBezTo>
                      <a:pt x="2" y="47"/>
                      <a:pt x="7" y="42"/>
                      <a:pt x="9" y="37"/>
                    </a:cubicBezTo>
                    <a:cubicBezTo>
                      <a:pt x="12" y="34"/>
                      <a:pt x="16" y="30"/>
                      <a:pt x="19" y="26"/>
                    </a:cubicBezTo>
                    <a:cubicBezTo>
                      <a:pt x="22" y="22"/>
                      <a:pt x="26" y="18"/>
                      <a:pt x="29" y="14"/>
                    </a:cubicBezTo>
                    <a:cubicBezTo>
                      <a:pt x="32" y="12"/>
                      <a:pt x="34" y="9"/>
                      <a:pt x="37" y="6"/>
                    </a:cubicBezTo>
                    <a:cubicBezTo>
                      <a:pt x="40" y="5"/>
                      <a:pt x="42" y="3"/>
                      <a:pt x="44" y="2"/>
                    </a:cubicBezTo>
                    <a:cubicBezTo>
                      <a:pt x="46" y="2"/>
                      <a:pt x="47" y="1"/>
                      <a:pt x="48" y="1"/>
                    </a:cubicBezTo>
                    <a:cubicBezTo>
                      <a:pt x="50" y="0"/>
                      <a:pt x="51" y="0"/>
                      <a:pt x="53" y="0"/>
                    </a:cubicBezTo>
                    <a:cubicBezTo>
                      <a:pt x="58" y="0"/>
                      <a:pt x="64" y="3"/>
                      <a:pt x="68" y="7"/>
                    </a:cubicBezTo>
                    <a:cubicBezTo>
                      <a:pt x="69" y="9"/>
                      <a:pt x="71" y="11"/>
                      <a:pt x="72" y="14"/>
                    </a:cubicBezTo>
                    <a:cubicBezTo>
                      <a:pt x="74" y="17"/>
                      <a:pt x="74" y="19"/>
                      <a:pt x="75" y="23"/>
                    </a:cubicBezTo>
                    <a:cubicBezTo>
                      <a:pt x="76" y="28"/>
                      <a:pt x="74" y="35"/>
                      <a:pt x="72" y="41"/>
                    </a:cubicBezTo>
                    <a:cubicBezTo>
                      <a:pt x="70" y="46"/>
                      <a:pt x="68" y="52"/>
                      <a:pt x="65" y="57"/>
                    </a:cubicBezTo>
                    <a:cubicBezTo>
                      <a:pt x="63" y="60"/>
                      <a:pt x="61" y="65"/>
                      <a:pt x="60" y="68"/>
                    </a:cubicBezTo>
                    <a:cubicBezTo>
                      <a:pt x="65" y="69"/>
                      <a:pt x="71" y="71"/>
                      <a:pt x="76" y="73"/>
                    </a:cubicBezTo>
                    <a:cubicBezTo>
                      <a:pt x="81" y="76"/>
                      <a:pt x="86" y="80"/>
                      <a:pt x="90" y="84"/>
                    </a:cubicBezTo>
                    <a:cubicBezTo>
                      <a:pt x="94" y="90"/>
                      <a:pt x="97" y="95"/>
                      <a:pt x="99" y="101"/>
                    </a:cubicBezTo>
                    <a:cubicBezTo>
                      <a:pt x="101" y="107"/>
                      <a:pt x="102" y="113"/>
                      <a:pt x="103" y="120"/>
                    </a:cubicBezTo>
                    <a:cubicBezTo>
                      <a:pt x="104" y="127"/>
                      <a:pt x="105" y="135"/>
                      <a:pt x="104" y="143"/>
                    </a:cubicBezTo>
                    <a:cubicBezTo>
                      <a:pt x="101" y="155"/>
                      <a:pt x="94" y="166"/>
                      <a:pt x="87" y="177"/>
                    </a:cubicBezTo>
                    <a:cubicBezTo>
                      <a:pt x="81" y="186"/>
                      <a:pt x="72" y="191"/>
                      <a:pt x="63" y="196"/>
                    </a:cubicBezTo>
                    <a:cubicBezTo>
                      <a:pt x="53" y="203"/>
                      <a:pt x="42" y="208"/>
                      <a:pt x="31" y="211"/>
                    </a:cubicBezTo>
                    <a:cubicBezTo>
                      <a:pt x="30" y="211"/>
                      <a:pt x="29" y="211"/>
                      <a:pt x="28" y="211"/>
                    </a:cubicBezTo>
                    <a:cubicBezTo>
                      <a:pt x="22" y="211"/>
                      <a:pt x="17" y="207"/>
                      <a:pt x="16" y="20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9" name="Google Shape;2029;p22"/>
              <p:cNvSpPr/>
              <p:nvPr/>
            </p:nvSpPr>
            <p:spPr>
              <a:xfrm>
                <a:off x="694440" y="717480"/>
                <a:ext cx="54720" cy="12348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343" extrusionOk="0">
                    <a:moveTo>
                      <a:pt x="52" y="319"/>
                    </a:moveTo>
                    <a:cubicBezTo>
                      <a:pt x="53" y="319"/>
                      <a:pt x="53" y="319"/>
                      <a:pt x="54" y="319"/>
                    </a:cubicBezTo>
                    <a:cubicBezTo>
                      <a:pt x="54" y="318"/>
                      <a:pt x="55" y="318"/>
                      <a:pt x="55" y="318"/>
                    </a:cubicBezTo>
                    <a:cubicBezTo>
                      <a:pt x="55" y="317"/>
                      <a:pt x="56" y="317"/>
                      <a:pt x="57" y="317"/>
                    </a:cubicBezTo>
                    <a:cubicBezTo>
                      <a:pt x="57" y="317"/>
                      <a:pt x="58" y="317"/>
                      <a:pt x="58" y="316"/>
                    </a:cubicBezTo>
                    <a:cubicBezTo>
                      <a:pt x="59" y="316"/>
                      <a:pt x="60" y="316"/>
                      <a:pt x="60" y="315"/>
                    </a:cubicBezTo>
                    <a:cubicBezTo>
                      <a:pt x="61" y="314"/>
                      <a:pt x="61" y="314"/>
                      <a:pt x="62" y="313"/>
                    </a:cubicBezTo>
                    <a:cubicBezTo>
                      <a:pt x="62" y="313"/>
                      <a:pt x="63" y="312"/>
                      <a:pt x="64" y="312"/>
                    </a:cubicBezTo>
                    <a:cubicBezTo>
                      <a:pt x="64" y="310"/>
                      <a:pt x="65" y="309"/>
                      <a:pt x="66" y="308"/>
                    </a:cubicBezTo>
                    <a:cubicBezTo>
                      <a:pt x="67" y="306"/>
                      <a:pt x="68" y="303"/>
                      <a:pt x="68" y="302"/>
                    </a:cubicBezTo>
                    <a:cubicBezTo>
                      <a:pt x="72" y="292"/>
                      <a:pt x="74" y="282"/>
                      <a:pt x="77" y="272"/>
                    </a:cubicBezTo>
                    <a:cubicBezTo>
                      <a:pt x="79" y="260"/>
                      <a:pt x="81" y="249"/>
                      <a:pt x="82" y="237"/>
                    </a:cubicBezTo>
                    <a:cubicBezTo>
                      <a:pt x="84" y="223"/>
                      <a:pt x="86" y="209"/>
                      <a:pt x="87" y="195"/>
                    </a:cubicBezTo>
                    <a:cubicBezTo>
                      <a:pt x="88" y="183"/>
                      <a:pt x="89" y="170"/>
                      <a:pt x="90" y="158"/>
                    </a:cubicBezTo>
                    <a:cubicBezTo>
                      <a:pt x="83" y="165"/>
                      <a:pt x="77" y="172"/>
                      <a:pt x="71" y="181"/>
                    </a:cubicBezTo>
                    <a:cubicBezTo>
                      <a:pt x="67" y="184"/>
                      <a:pt x="64" y="188"/>
                      <a:pt x="61" y="192"/>
                    </a:cubicBezTo>
                    <a:cubicBezTo>
                      <a:pt x="57" y="198"/>
                      <a:pt x="53" y="203"/>
                      <a:pt x="49" y="209"/>
                    </a:cubicBezTo>
                    <a:cubicBezTo>
                      <a:pt x="49" y="208"/>
                      <a:pt x="50" y="208"/>
                      <a:pt x="50" y="207"/>
                    </a:cubicBezTo>
                    <a:cubicBezTo>
                      <a:pt x="46" y="213"/>
                      <a:pt x="43" y="218"/>
                      <a:pt x="40" y="224"/>
                    </a:cubicBezTo>
                    <a:cubicBezTo>
                      <a:pt x="36" y="231"/>
                      <a:pt x="33" y="238"/>
                      <a:pt x="31" y="245"/>
                    </a:cubicBezTo>
                    <a:cubicBezTo>
                      <a:pt x="29" y="251"/>
                      <a:pt x="27" y="257"/>
                      <a:pt x="26" y="264"/>
                    </a:cubicBezTo>
                    <a:cubicBezTo>
                      <a:pt x="25" y="267"/>
                      <a:pt x="24" y="271"/>
                      <a:pt x="24" y="274"/>
                    </a:cubicBezTo>
                    <a:cubicBezTo>
                      <a:pt x="24" y="277"/>
                      <a:pt x="24" y="279"/>
                      <a:pt x="24" y="281"/>
                    </a:cubicBezTo>
                    <a:cubicBezTo>
                      <a:pt x="24" y="284"/>
                      <a:pt x="25" y="287"/>
                      <a:pt x="25" y="289"/>
                    </a:cubicBezTo>
                    <a:cubicBezTo>
                      <a:pt x="25" y="292"/>
                      <a:pt x="26" y="294"/>
                      <a:pt x="26" y="295"/>
                    </a:cubicBezTo>
                    <a:cubicBezTo>
                      <a:pt x="27" y="298"/>
                      <a:pt x="27" y="299"/>
                      <a:pt x="29" y="301"/>
                    </a:cubicBezTo>
                    <a:cubicBezTo>
                      <a:pt x="29" y="302"/>
                      <a:pt x="30" y="303"/>
                      <a:pt x="30" y="305"/>
                    </a:cubicBezTo>
                    <a:cubicBezTo>
                      <a:pt x="32" y="306"/>
                      <a:pt x="32" y="308"/>
                      <a:pt x="33" y="309"/>
                    </a:cubicBezTo>
                    <a:cubicBezTo>
                      <a:pt x="34" y="310"/>
                      <a:pt x="35" y="310"/>
                      <a:pt x="36" y="312"/>
                    </a:cubicBezTo>
                    <a:cubicBezTo>
                      <a:pt x="37" y="312"/>
                      <a:pt x="38" y="313"/>
                      <a:pt x="39" y="314"/>
                    </a:cubicBezTo>
                    <a:cubicBezTo>
                      <a:pt x="40" y="314"/>
                      <a:pt x="41" y="315"/>
                      <a:pt x="41" y="316"/>
                    </a:cubicBezTo>
                    <a:cubicBezTo>
                      <a:pt x="43" y="316"/>
                      <a:pt x="44" y="317"/>
                      <a:pt x="45" y="317"/>
                    </a:cubicBezTo>
                    <a:cubicBezTo>
                      <a:pt x="46" y="317"/>
                      <a:pt x="47" y="318"/>
                      <a:pt x="48" y="318"/>
                    </a:cubicBezTo>
                    <a:cubicBezTo>
                      <a:pt x="49" y="318"/>
                      <a:pt x="50" y="319"/>
                      <a:pt x="50" y="319"/>
                    </a:cubicBezTo>
                    <a:cubicBezTo>
                      <a:pt x="51" y="319"/>
                      <a:pt x="51" y="319"/>
                      <a:pt x="52" y="319"/>
                    </a:cubicBezTo>
                    <a:moveTo>
                      <a:pt x="34" y="338"/>
                    </a:moveTo>
                    <a:cubicBezTo>
                      <a:pt x="27" y="335"/>
                      <a:pt x="20" y="330"/>
                      <a:pt x="16" y="324"/>
                    </a:cubicBezTo>
                    <a:cubicBezTo>
                      <a:pt x="5" y="312"/>
                      <a:pt x="1" y="297"/>
                      <a:pt x="1" y="281"/>
                    </a:cubicBezTo>
                    <a:cubicBezTo>
                      <a:pt x="0" y="274"/>
                      <a:pt x="1" y="266"/>
                      <a:pt x="3" y="258"/>
                    </a:cubicBezTo>
                    <a:cubicBezTo>
                      <a:pt x="5" y="249"/>
                      <a:pt x="8" y="240"/>
                      <a:pt x="11" y="232"/>
                    </a:cubicBezTo>
                    <a:cubicBezTo>
                      <a:pt x="17" y="218"/>
                      <a:pt x="24" y="206"/>
                      <a:pt x="33" y="194"/>
                    </a:cubicBezTo>
                    <a:cubicBezTo>
                      <a:pt x="36" y="189"/>
                      <a:pt x="40" y="183"/>
                      <a:pt x="44" y="178"/>
                    </a:cubicBezTo>
                    <a:cubicBezTo>
                      <a:pt x="45" y="176"/>
                      <a:pt x="46" y="175"/>
                      <a:pt x="47" y="174"/>
                    </a:cubicBezTo>
                    <a:cubicBezTo>
                      <a:pt x="50" y="171"/>
                      <a:pt x="53" y="168"/>
                      <a:pt x="55" y="165"/>
                    </a:cubicBezTo>
                    <a:cubicBezTo>
                      <a:pt x="59" y="160"/>
                      <a:pt x="63" y="155"/>
                      <a:pt x="67" y="151"/>
                    </a:cubicBezTo>
                    <a:cubicBezTo>
                      <a:pt x="67" y="152"/>
                      <a:pt x="65" y="153"/>
                      <a:pt x="64" y="153"/>
                    </a:cubicBezTo>
                    <a:cubicBezTo>
                      <a:pt x="58" y="157"/>
                      <a:pt x="53" y="160"/>
                      <a:pt x="45" y="161"/>
                    </a:cubicBezTo>
                    <a:cubicBezTo>
                      <a:pt x="37" y="161"/>
                      <a:pt x="31" y="158"/>
                      <a:pt x="26" y="153"/>
                    </a:cubicBezTo>
                    <a:cubicBezTo>
                      <a:pt x="23" y="150"/>
                      <a:pt x="22" y="147"/>
                      <a:pt x="20" y="144"/>
                    </a:cubicBezTo>
                    <a:cubicBezTo>
                      <a:pt x="19" y="140"/>
                      <a:pt x="19" y="137"/>
                      <a:pt x="19" y="133"/>
                    </a:cubicBezTo>
                    <a:cubicBezTo>
                      <a:pt x="18" y="128"/>
                      <a:pt x="18" y="122"/>
                      <a:pt x="19" y="116"/>
                    </a:cubicBezTo>
                    <a:cubicBezTo>
                      <a:pt x="19" y="109"/>
                      <a:pt x="20" y="101"/>
                      <a:pt x="20" y="94"/>
                    </a:cubicBezTo>
                    <a:cubicBezTo>
                      <a:pt x="21" y="88"/>
                      <a:pt x="22" y="82"/>
                      <a:pt x="23" y="76"/>
                    </a:cubicBezTo>
                    <a:cubicBezTo>
                      <a:pt x="23" y="72"/>
                      <a:pt x="24" y="69"/>
                      <a:pt x="25" y="65"/>
                    </a:cubicBezTo>
                    <a:cubicBezTo>
                      <a:pt x="26" y="59"/>
                      <a:pt x="27" y="53"/>
                      <a:pt x="28" y="47"/>
                    </a:cubicBezTo>
                    <a:cubicBezTo>
                      <a:pt x="31" y="36"/>
                      <a:pt x="34" y="25"/>
                      <a:pt x="40" y="15"/>
                    </a:cubicBezTo>
                    <a:cubicBezTo>
                      <a:pt x="42" y="10"/>
                      <a:pt x="45" y="7"/>
                      <a:pt x="48" y="3"/>
                    </a:cubicBezTo>
                    <a:cubicBezTo>
                      <a:pt x="52" y="1"/>
                      <a:pt x="56" y="0"/>
                      <a:pt x="60" y="0"/>
                    </a:cubicBezTo>
                    <a:cubicBezTo>
                      <a:pt x="67" y="0"/>
                      <a:pt x="73" y="6"/>
                      <a:pt x="73" y="13"/>
                    </a:cubicBezTo>
                    <a:cubicBezTo>
                      <a:pt x="73" y="20"/>
                      <a:pt x="68" y="24"/>
                      <a:pt x="62" y="26"/>
                    </a:cubicBezTo>
                    <a:cubicBezTo>
                      <a:pt x="61" y="26"/>
                      <a:pt x="61" y="27"/>
                      <a:pt x="60" y="28"/>
                    </a:cubicBezTo>
                    <a:cubicBezTo>
                      <a:pt x="58" y="33"/>
                      <a:pt x="56" y="37"/>
                      <a:pt x="54" y="41"/>
                    </a:cubicBezTo>
                    <a:cubicBezTo>
                      <a:pt x="55" y="41"/>
                      <a:pt x="55" y="40"/>
                      <a:pt x="55" y="40"/>
                    </a:cubicBezTo>
                    <a:cubicBezTo>
                      <a:pt x="53" y="46"/>
                      <a:pt x="51" y="52"/>
                      <a:pt x="50" y="59"/>
                    </a:cubicBezTo>
                    <a:cubicBezTo>
                      <a:pt x="48" y="66"/>
                      <a:pt x="46" y="74"/>
                      <a:pt x="45" y="83"/>
                    </a:cubicBezTo>
                    <a:cubicBezTo>
                      <a:pt x="44" y="87"/>
                      <a:pt x="44" y="91"/>
                      <a:pt x="43" y="95"/>
                    </a:cubicBezTo>
                    <a:cubicBezTo>
                      <a:pt x="43" y="100"/>
                      <a:pt x="43" y="104"/>
                      <a:pt x="42" y="109"/>
                    </a:cubicBezTo>
                    <a:cubicBezTo>
                      <a:pt x="42" y="108"/>
                      <a:pt x="42" y="108"/>
                      <a:pt x="42" y="108"/>
                    </a:cubicBezTo>
                    <a:cubicBezTo>
                      <a:pt x="42" y="114"/>
                      <a:pt x="41" y="121"/>
                      <a:pt x="41" y="128"/>
                    </a:cubicBezTo>
                    <a:cubicBezTo>
                      <a:pt x="41" y="129"/>
                      <a:pt x="42" y="132"/>
                      <a:pt x="42" y="133"/>
                    </a:cubicBezTo>
                    <a:cubicBezTo>
                      <a:pt x="43" y="135"/>
                      <a:pt x="43" y="135"/>
                      <a:pt x="43" y="136"/>
                    </a:cubicBezTo>
                    <a:lnTo>
                      <a:pt x="43" y="135"/>
                    </a:lnTo>
                    <a:cubicBezTo>
                      <a:pt x="43" y="136"/>
                      <a:pt x="43" y="136"/>
                      <a:pt x="43" y="136"/>
                    </a:cubicBezTo>
                    <a:cubicBezTo>
                      <a:pt x="43" y="137"/>
                      <a:pt x="43" y="137"/>
                      <a:pt x="43" y="137"/>
                    </a:cubicBezTo>
                    <a:lnTo>
                      <a:pt x="44" y="137"/>
                    </a:lnTo>
                    <a:cubicBezTo>
                      <a:pt x="45" y="137"/>
                      <a:pt x="46" y="136"/>
                      <a:pt x="46" y="136"/>
                    </a:cubicBezTo>
                    <a:lnTo>
                      <a:pt x="46" y="137"/>
                    </a:lnTo>
                    <a:cubicBezTo>
                      <a:pt x="45" y="137"/>
                      <a:pt x="45" y="137"/>
                      <a:pt x="45" y="137"/>
                    </a:cubicBezTo>
                    <a:lnTo>
                      <a:pt x="46" y="137"/>
                    </a:lnTo>
                    <a:cubicBezTo>
                      <a:pt x="45" y="137"/>
                      <a:pt x="45" y="137"/>
                      <a:pt x="45" y="137"/>
                    </a:cubicBezTo>
                    <a:lnTo>
                      <a:pt x="46" y="137"/>
                    </a:lnTo>
                    <a:lnTo>
                      <a:pt x="46" y="136"/>
                    </a:lnTo>
                    <a:lnTo>
                      <a:pt x="46" y="137"/>
                    </a:lnTo>
                    <a:cubicBezTo>
                      <a:pt x="46" y="136"/>
                      <a:pt x="47" y="136"/>
                      <a:pt x="47" y="136"/>
                    </a:cubicBezTo>
                    <a:cubicBezTo>
                      <a:pt x="48" y="135"/>
                      <a:pt x="50" y="135"/>
                      <a:pt x="51" y="134"/>
                    </a:cubicBezTo>
                    <a:cubicBezTo>
                      <a:pt x="53" y="132"/>
                      <a:pt x="55" y="130"/>
                      <a:pt x="58" y="129"/>
                    </a:cubicBezTo>
                    <a:cubicBezTo>
                      <a:pt x="61" y="126"/>
                      <a:pt x="65" y="122"/>
                      <a:pt x="68" y="119"/>
                    </a:cubicBezTo>
                    <a:cubicBezTo>
                      <a:pt x="74" y="112"/>
                      <a:pt x="80" y="104"/>
                      <a:pt x="86" y="97"/>
                    </a:cubicBezTo>
                    <a:cubicBezTo>
                      <a:pt x="89" y="92"/>
                      <a:pt x="92" y="87"/>
                      <a:pt x="95" y="82"/>
                    </a:cubicBezTo>
                    <a:cubicBezTo>
                      <a:pt x="99" y="76"/>
                      <a:pt x="102" y="70"/>
                      <a:pt x="105" y="65"/>
                    </a:cubicBezTo>
                    <a:cubicBezTo>
                      <a:pt x="106" y="64"/>
                      <a:pt x="106" y="63"/>
                      <a:pt x="107" y="62"/>
                    </a:cubicBezTo>
                    <a:cubicBezTo>
                      <a:pt x="108" y="58"/>
                      <a:pt x="110" y="53"/>
                      <a:pt x="113" y="48"/>
                    </a:cubicBezTo>
                    <a:cubicBezTo>
                      <a:pt x="115" y="43"/>
                      <a:pt x="122" y="41"/>
                      <a:pt x="127" y="44"/>
                    </a:cubicBezTo>
                    <a:cubicBezTo>
                      <a:pt x="133" y="46"/>
                      <a:pt x="136" y="52"/>
                      <a:pt x="134" y="58"/>
                    </a:cubicBezTo>
                    <a:cubicBezTo>
                      <a:pt x="133" y="62"/>
                      <a:pt x="131" y="66"/>
                      <a:pt x="128" y="70"/>
                    </a:cubicBezTo>
                    <a:lnTo>
                      <a:pt x="128" y="71"/>
                    </a:lnTo>
                    <a:cubicBezTo>
                      <a:pt x="126" y="77"/>
                      <a:pt x="124" y="83"/>
                      <a:pt x="122" y="90"/>
                    </a:cubicBezTo>
                    <a:cubicBezTo>
                      <a:pt x="125" y="86"/>
                      <a:pt x="128" y="83"/>
                      <a:pt x="131" y="80"/>
                    </a:cubicBezTo>
                    <a:cubicBezTo>
                      <a:pt x="135" y="76"/>
                      <a:pt x="141" y="74"/>
                      <a:pt x="146" y="79"/>
                    </a:cubicBezTo>
                    <a:cubicBezTo>
                      <a:pt x="150" y="81"/>
                      <a:pt x="151" y="88"/>
                      <a:pt x="148" y="93"/>
                    </a:cubicBezTo>
                    <a:cubicBezTo>
                      <a:pt x="136" y="105"/>
                      <a:pt x="126" y="117"/>
                      <a:pt x="115" y="129"/>
                    </a:cubicBezTo>
                    <a:cubicBezTo>
                      <a:pt x="115" y="132"/>
                      <a:pt x="114" y="136"/>
                      <a:pt x="114" y="139"/>
                    </a:cubicBezTo>
                    <a:cubicBezTo>
                      <a:pt x="113" y="151"/>
                      <a:pt x="111" y="164"/>
                      <a:pt x="110" y="176"/>
                    </a:cubicBezTo>
                    <a:cubicBezTo>
                      <a:pt x="108" y="202"/>
                      <a:pt x="106" y="228"/>
                      <a:pt x="102" y="253"/>
                    </a:cubicBezTo>
                    <a:cubicBezTo>
                      <a:pt x="101" y="260"/>
                      <a:pt x="100" y="266"/>
                      <a:pt x="99" y="273"/>
                    </a:cubicBezTo>
                    <a:cubicBezTo>
                      <a:pt x="98" y="278"/>
                      <a:pt x="96" y="284"/>
                      <a:pt x="95" y="290"/>
                    </a:cubicBezTo>
                    <a:cubicBezTo>
                      <a:pt x="94" y="293"/>
                      <a:pt x="93" y="296"/>
                      <a:pt x="93" y="299"/>
                    </a:cubicBezTo>
                    <a:cubicBezTo>
                      <a:pt x="91" y="306"/>
                      <a:pt x="89" y="312"/>
                      <a:pt x="87" y="317"/>
                    </a:cubicBezTo>
                    <a:cubicBezTo>
                      <a:pt x="81" y="331"/>
                      <a:pt x="69" y="341"/>
                      <a:pt x="55" y="342"/>
                    </a:cubicBezTo>
                    <a:cubicBezTo>
                      <a:pt x="54" y="342"/>
                      <a:pt x="53" y="342"/>
                      <a:pt x="51" y="342"/>
                    </a:cubicBezTo>
                    <a:cubicBezTo>
                      <a:pt x="46" y="342"/>
                      <a:pt x="40" y="341"/>
                      <a:pt x="34" y="3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0" name="Google Shape;2030;p22"/>
              <p:cNvSpPr/>
              <p:nvPr/>
            </p:nvSpPr>
            <p:spPr>
              <a:xfrm>
                <a:off x="749880" y="669960"/>
                <a:ext cx="2628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73" h="350" extrusionOk="0">
                    <a:moveTo>
                      <a:pt x="23" y="347"/>
                    </a:moveTo>
                    <a:cubicBezTo>
                      <a:pt x="17" y="343"/>
                      <a:pt x="16" y="335"/>
                      <a:pt x="20" y="329"/>
                    </a:cubicBezTo>
                    <a:cubicBezTo>
                      <a:pt x="21" y="328"/>
                      <a:pt x="23" y="327"/>
                      <a:pt x="24" y="325"/>
                    </a:cubicBezTo>
                    <a:cubicBezTo>
                      <a:pt x="27" y="320"/>
                      <a:pt x="31" y="314"/>
                      <a:pt x="34" y="308"/>
                    </a:cubicBezTo>
                    <a:lnTo>
                      <a:pt x="34" y="309"/>
                    </a:lnTo>
                    <a:lnTo>
                      <a:pt x="34" y="308"/>
                    </a:lnTo>
                    <a:cubicBezTo>
                      <a:pt x="35" y="305"/>
                      <a:pt x="37" y="301"/>
                      <a:pt x="38" y="298"/>
                    </a:cubicBezTo>
                    <a:cubicBezTo>
                      <a:pt x="41" y="289"/>
                      <a:pt x="44" y="279"/>
                      <a:pt x="45" y="270"/>
                    </a:cubicBezTo>
                    <a:cubicBezTo>
                      <a:pt x="47" y="263"/>
                      <a:pt x="48" y="255"/>
                      <a:pt x="49" y="248"/>
                    </a:cubicBezTo>
                    <a:cubicBezTo>
                      <a:pt x="50" y="230"/>
                      <a:pt x="50" y="213"/>
                      <a:pt x="49" y="195"/>
                    </a:cubicBezTo>
                    <a:cubicBezTo>
                      <a:pt x="49" y="183"/>
                      <a:pt x="47" y="170"/>
                      <a:pt x="45" y="158"/>
                    </a:cubicBezTo>
                    <a:cubicBezTo>
                      <a:pt x="43" y="149"/>
                      <a:pt x="41" y="139"/>
                      <a:pt x="39" y="130"/>
                    </a:cubicBezTo>
                    <a:cubicBezTo>
                      <a:pt x="38" y="125"/>
                      <a:pt x="37" y="120"/>
                      <a:pt x="35" y="116"/>
                    </a:cubicBezTo>
                    <a:cubicBezTo>
                      <a:pt x="34" y="111"/>
                      <a:pt x="33" y="106"/>
                      <a:pt x="31" y="101"/>
                    </a:cubicBezTo>
                    <a:cubicBezTo>
                      <a:pt x="27" y="90"/>
                      <a:pt x="24" y="78"/>
                      <a:pt x="19" y="67"/>
                    </a:cubicBezTo>
                    <a:cubicBezTo>
                      <a:pt x="17" y="61"/>
                      <a:pt x="15" y="56"/>
                      <a:pt x="13" y="50"/>
                    </a:cubicBezTo>
                    <a:cubicBezTo>
                      <a:pt x="9" y="41"/>
                      <a:pt x="5" y="32"/>
                      <a:pt x="2" y="22"/>
                    </a:cubicBezTo>
                    <a:cubicBezTo>
                      <a:pt x="2" y="23"/>
                      <a:pt x="2" y="23"/>
                      <a:pt x="2" y="24"/>
                    </a:cubicBezTo>
                    <a:cubicBezTo>
                      <a:pt x="1" y="19"/>
                      <a:pt x="0" y="15"/>
                      <a:pt x="1" y="10"/>
                    </a:cubicBezTo>
                    <a:cubicBezTo>
                      <a:pt x="2" y="5"/>
                      <a:pt x="6" y="3"/>
                      <a:pt x="10" y="1"/>
                    </a:cubicBezTo>
                    <a:cubicBezTo>
                      <a:pt x="15" y="0"/>
                      <a:pt x="19" y="1"/>
                      <a:pt x="23" y="4"/>
                    </a:cubicBezTo>
                    <a:cubicBezTo>
                      <a:pt x="25" y="5"/>
                      <a:pt x="27" y="8"/>
                      <a:pt x="28" y="10"/>
                    </a:cubicBezTo>
                    <a:cubicBezTo>
                      <a:pt x="30" y="11"/>
                      <a:pt x="31" y="12"/>
                      <a:pt x="32" y="14"/>
                    </a:cubicBezTo>
                    <a:cubicBezTo>
                      <a:pt x="37" y="19"/>
                      <a:pt x="37" y="27"/>
                      <a:pt x="31" y="32"/>
                    </a:cubicBezTo>
                    <a:cubicBezTo>
                      <a:pt x="35" y="42"/>
                      <a:pt x="38" y="53"/>
                      <a:pt x="42" y="63"/>
                    </a:cubicBezTo>
                    <a:cubicBezTo>
                      <a:pt x="44" y="68"/>
                      <a:pt x="45" y="73"/>
                      <a:pt x="47" y="78"/>
                    </a:cubicBezTo>
                    <a:cubicBezTo>
                      <a:pt x="49" y="84"/>
                      <a:pt x="51" y="90"/>
                      <a:pt x="53" y="96"/>
                    </a:cubicBezTo>
                    <a:cubicBezTo>
                      <a:pt x="56" y="108"/>
                      <a:pt x="59" y="120"/>
                      <a:pt x="62" y="132"/>
                    </a:cubicBezTo>
                    <a:cubicBezTo>
                      <a:pt x="63" y="139"/>
                      <a:pt x="65" y="146"/>
                      <a:pt x="66" y="153"/>
                    </a:cubicBezTo>
                    <a:cubicBezTo>
                      <a:pt x="68" y="162"/>
                      <a:pt x="69" y="170"/>
                      <a:pt x="69" y="178"/>
                    </a:cubicBezTo>
                    <a:cubicBezTo>
                      <a:pt x="70" y="187"/>
                      <a:pt x="71" y="197"/>
                      <a:pt x="71" y="205"/>
                    </a:cubicBezTo>
                    <a:cubicBezTo>
                      <a:pt x="72" y="216"/>
                      <a:pt x="71" y="226"/>
                      <a:pt x="71" y="236"/>
                    </a:cubicBezTo>
                    <a:cubicBezTo>
                      <a:pt x="70" y="250"/>
                      <a:pt x="69" y="264"/>
                      <a:pt x="66" y="278"/>
                    </a:cubicBezTo>
                    <a:cubicBezTo>
                      <a:pt x="63" y="291"/>
                      <a:pt x="61" y="304"/>
                      <a:pt x="55" y="316"/>
                    </a:cubicBezTo>
                    <a:cubicBezTo>
                      <a:pt x="51" y="325"/>
                      <a:pt x="45" y="335"/>
                      <a:pt x="40" y="343"/>
                    </a:cubicBezTo>
                    <a:cubicBezTo>
                      <a:pt x="37" y="347"/>
                      <a:pt x="34" y="349"/>
                      <a:pt x="30" y="349"/>
                    </a:cubicBezTo>
                    <a:cubicBezTo>
                      <a:pt x="27" y="349"/>
                      <a:pt x="26" y="348"/>
                      <a:pt x="23" y="34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1" name="Google Shape;2031;p22"/>
              <p:cNvSpPr/>
              <p:nvPr/>
            </p:nvSpPr>
            <p:spPr>
              <a:xfrm>
                <a:off x="783720" y="761760"/>
                <a:ext cx="18000" cy="4824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4" extrusionOk="0">
                    <a:moveTo>
                      <a:pt x="10" y="133"/>
                    </a:moveTo>
                    <a:cubicBezTo>
                      <a:pt x="4" y="131"/>
                      <a:pt x="0" y="125"/>
                      <a:pt x="2" y="119"/>
                    </a:cubicBezTo>
                    <a:cubicBezTo>
                      <a:pt x="5" y="102"/>
                      <a:pt x="10" y="86"/>
                      <a:pt x="13" y="70"/>
                    </a:cubicBezTo>
                    <a:cubicBezTo>
                      <a:pt x="15" y="60"/>
                      <a:pt x="17" y="51"/>
                      <a:pt x="18" y="42"/>
                    </a:cubicBezTo>
                    <a:cubicBezTo>
                      <a:pt x="19" y="36"/>
                      <a:pt x="21" y="31"/>
                      <a:pt x="21" y="25"/>
                    </a:cubicBezTo>
                    <a:cubicBezTo>
                      <a:pt x="22" y="23"/>
                      <a:pt x="22" y="20"/>
                      <a:pt x="22" y="17"/>
                    </a:cubicBezTo>
                    <a:cubicBezTo>
                      <a:pt x="22" y="15"/>
                      <a:pt x="22" y="13"/>
                      <a:pt x="23" y="10"/>
                    </a:cubicBezTo>
                    <a:cubicBezTo>
                      <a:pt x="25" y="4"/>
                      <a:pt x="32" y="0"/>
                      <a:pt x="39" y="2"/>
                    </a:cubicBezTo>
                    <a:cubicBezTo>
                      <a:pt x="46" y="4"/>
                      <a:pt x="49" y="11"/>
                      <a:pt x="47" y="17"/>
                    </a:cubicBezTo>
                    <a:lnTo>
                      <a:pt x="47" y="18"/>
                    </a:lnTo>
                    <a:cubicBezTo>
                      <a:pt x="46" y="26"/>
                      <a:pt x="45" y="34"/>
                      <a:pt x="43" y="42"/>
                    </a:cubicBezTo>
                    <a:cubicBezTo>
                      <a:pt x="42" y="51"/>
                      <a:pt x="39" y="59"/>
                      <a:pt x="38" y="68"/>
                    </a:cubicBezTo>
                    <a:cubicBezTo>
                      <a:pt x="33" y="87"/>
                      <a:pt x="29" y="106"/>
                      <a:pt x="24" y="125"/>
                    </a:cubicBezTo>
                    <a:cubicBezTo>
                      <a:pt x="23" y="130"/>
                      <a:pt x="18" y="133"/>
                      <a:pt x="13" y="133"/>
                    </a:cubicBezTo>
                    <a:cubicBezTo>
                      <a:pt x="12" y="133"/>
                      <a:pt x="11" y="133"/>
                      <a:pt x="10" y="1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2" name="Google Shape;2032;p22"/>
              <p:cNvSpPr/>
              <p:nvPr/>
            </p:nvSpPr>
            <p:spPr>
              <a:xfrm>
                <a:off x="840960" y="730080"/>
                <a:ext cx="33120" cy="39240"/>
              </a:xfrm>
              <a:custGeom>
                <a:avLst/>
                <a:gdLst/>
                <a:ahLst/>
                <a:cxnLst/>
                <a:rect l="l" t="t" r="r" b="b"/>
                <a:pathLst>
                  <a:path w="92" h="109" extrusionOk="0">
                    <a:moveTo>
                      <a:pt x="67" y="102"/>
                    </a:moveTo>
                    <a:cubicBezTo>
                      <a:pt x="62" y="91"/>
                      <a:pt x="55" y="80"/>
                      <a:pt x="49" y="70"/>
                    </a:cubicBezTo>
                    <a:cubicBezTo>
                      <a:pt x="46" y="66"/>
                      <a:pt x="43" y="61"/>
                      <a:pt x="40" y="57"/>
                    </a:cubicBezTo>
                    <a:cubicBezTo>
                      <a:pt x="36" y="52"/>
                      <a:pt x="33" y="48"/>
                      <a:pt x="29" y="43"/>
                    </a:cubicBezTo>
                    <a:cubicBezTo>
                      <a:pt x="26" y="40"/>
                      <a:pt x="23" y="37"/>
                      <a:pt x="20" y="33"/>
                    </a:cubicBezTo>
                    <a:cubicBezTo>
                      <a:pt x="19" y="33"/>
                      <a:pt x="18" y="32"/>
                      <a:pt x="17" y="31"/>
                    </a:cubicBezTo>
                    <a:cubicBezTo>
                      <a:pt x="16" y="32"/>
                      <a:pt x="15" y="32"/>
                      <a:pt x="13" y="31"/>
                    </a:cubicBezTo>
                    <a:cubicBezTo>
                      <a:pt x="9" y="31"/>
                      <a:pt x="6" y="28"/>
                      <a:pt x="4" y="25"/>
                    </a:cubicBezTo>
                    <a:cubicBezTo>
                      <a:pt x="4" y="25"/>
                      <a:pt x="4" y="24"/>
                      <a:pt x="3" y="24"/>
                    </a:cubicBezTo>
                    <a:cubicBezTo>
                      <a:pt x="3" y="23"/>
                      <a:pt x="1" y="21"/>
                      <a:pt x="1" y="20"/>
                    </a:cubicBezTo>
                    <a:cubicBezTo>
                      <a:pt x="0" y="17"/>
                      <a:pt x="0" y="14"/>
                      <a:pt x="1" y="11"/>
                    </a:cubicBezTo>
                    <a:cubicBezTo>
                      <a:pt x="3" y="4"/>
                      <a:pt x="10" y="0"/>
                      <a:pt x="17" y="2"/>
                    </a:cubicBezTo>
                    <a:cubicBezTo>
                      <a:pt x="18" y="3"/>
                      <a:pt x="20" y="3"/>
                      <a:pt x="21" y="4"/>
                    </a:cubicBezTo>
                    <a:cubicBezTo>
                      <a:pt x="24" y="5"/>
                      <a:pt x="25" y="6"/>
                      <a:pt x="27" y="7"/>
                    </a:cubicBezTo>
                    <a:cubicBezTo>
                      <a:pt x="29" y="10"/>
                      <a:pt x="32" y="12"/>
                      <a:pt x="34" y="14"/>
                    </a:cubicBezTo>
                    <a:cubicBezTo>
                      <a:pt x="37" y="17"/>
                      <a:pt x="40" y="20"/>
                      <a:pt x="42" y="23"/>
                    </a:cubicBezTo>
                    <a:cubicBezTo>
                      <a:pt x="49" y="30"/>
                      <a:pt x="54" y="37"/>
                      <a:pt x="59" y="44"/>
                    </a:cubicBezTo>
                    <a:cubicBezTo>
                      <a:pt x="70" y="59"/>
                      <a:pt x="79" y="74"/>
                      <a:pt x="88" y="90"/>
                    </a:cubicBezTo>
                    <a:cubicBezTo>
                      <a:pt x="91" y="95"/>
                      <a:pt x="89" y="103"/>
                      <a:pt x="83" y="106"/>
                    </a:cubicBezTo>
                    <a:cubicBezTo>
                      <a:pt x="81" y="107"/>
                      <a:pt x="80" y="108"/>
                      <a:pt x="77" y="108"/>
                    </a:cubicBezTo>
                    <a:cubicBezTo>
                      <a:pt x="73" y="108"/>
                      <a:pt x="69" y="105"/>
                      <a:pt x="67" y="10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3" name="Google Shape;2033;p22"/>
              <p:cNvSpPr/>
              <p:nvPr/>
            </p:nvSpPr>
            <p:spPr>
              <a:xfrm>
                <a:off x="850680" y="720360"/>
                <a:ext cx="47160" cy="47880"/>
              </a:xfrm>
              <a:custGeom>
                <a:avLst/>
                <a:gdLst/>
                <a:ahLst/>
                <a:cxnLst/>
                <a:rect l="l" t="t" r="r" b="b"/>
                <a:pathLst>
                  <a:path w="131" h="133" extrusionOk="0">
                    <a:moveTo>
                      <a:pt x="6" y="129"/>
                    </a:moveTo>
                    <a:cubicBezTo>
                      <a:pt x="1" y="125"/>
                      <a:pt x="0" y="117"/>
                      <a:pt x="4" y="113"/>
                    </a:cubicBezTo>
                    <a:cubicBezTo>
                      <a:pt x="18" y="94"/>
                      <a:pt x="33" y="78"/>
                      <a:pt x="48" y="60"/>
                    </a:cubicBezTo>
                    <a:cubicBezTo>
                      <a:pt x="54" y="53"/>
                      <a:pt x="61" y="45"/>
                      <a:pt x="68" y="37"/>
                    </a:cubicBezTo>
                    <a:cubicBezTo>
                      <a:pt x="75" y="30"/>
                      <a:pt x="81" y="24"/>
                      <a:pt x="88" y="18"/>
                    </a:cubicBezTo>
                    <a:cubicBezTo>
                      <a:pt x="95" y="12"/>
                      <a:pt x="102" y="8"/>
                      <a:pt x="110" y="4"/>
                    </a:cubicBezTo>
                    <a:cubicBezTo>
                      <a:pt x="116" y="0"/>
                      <a:pt x="123" y="2"/>
                      <a:pt x="127" y="8"/>
                    </a:cubicBezTo>
                    <a:cubicBezTo>
                      <a:pt x="130" y="14"/>
                      <a:pt x="128" y="22"/>
                      <a:pt x="122" y="26"/>
                    </a:cubicBezTo>
                    <a:cubicBezTo>
                      <a:pt x="117" y="28"/>
                      <a:pt x="113" y="30"/>
                      <a:pt x="109" y="33"/>
                    </a:cubicBezTo>
                    <a:lnTo>
                      <a:pt x="110" y="32"/>
                    </a:lnTo>
                    <a:cubicBezTo>
                      <a:pt x="107" y="34"/>
                      <a:pt x="104" y="37"/>
                      <a:pt x="101" y="39"/>
                    </a:cubicBezTo>
                    <a:cubicBezTo>
                      <a:pt x="94" y="46"/>
                      <a:pt x="87" y="53"/>
                      <a:pt x="80" y="60"/>
                    </a:cubicBezTo>
                    <a:lnTo>
                      <a:pt x="81" y="59"/>
                    </a:lnTo>
                    <a:cubicBezTo>
                      <a:pt x="61" y="81"/>
                      <a:pt x="41" y="103"/>
                      <a:pt x="23" y="127"/>
                    </a:cubicBezTo>
                    <a:cubicBezTo>
                      <a:pt x="21" y="130"/>
                      <a:pt x="17" y="132"/>
                      <a:pt x="14" y="132"/>
                    </a:cubicBezTo>
                    <a:cubicBezTo>
                      <a:pt x="11" y="132"/>
                      <a:pt x="8" y="131"/>
                      <a:pt x="6" y="1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4" name="Google Shape;2034;p22"/>
              <p:cNvSpPr/>
              <p:nvPr/>
            </p:nvSpPr>
            <p:spPr>
              <a:xfrm>
                <a:off x="920520" y="738720"/>
                <a:ext cx="26280" cy="14040"/>
              </a:xfrm>
              <a:custGeom>
                <a:avLst/>
                <a:gdLst/>
                <a:ahLst/>
                <a:cxnLst/>
                <a:rect l="l" t="t" r="r" b="b"/>
                <a:pathLst>
                  <a:path w="73" h="39" extrusionOk="0">
                    <a:moveTo>
                      <a:pt x="12" y="37"/>
                    </a:moveTo>
                    <a:cubicBezTo>
                      <a:pt x="4" y="35"/>
                      <a:pt x="0" y="24"/>
                      <a:pt x="5" y="17"/>
                    </a:cubicBezTo>
                    <a:cubicBezTo>
                      <a:pt x="7" y="16"/>
                      <a:pt x="7" y="15"/>
                      <a:pt x="8" y="14"/>
                    </a:cubicBezTo>
                    <a:cubicBezTo>
                      <a:pt x="11" y="12"/>
                      <a:pt x="15" y="10"/>
                      <a:pt x="18" y="9"/>
                    </a:cubicBezTo>
                    <a:cubicBezTo>
                      <a:pt x="22" y="7"/>
                      <a:pt x="27" y="6"/>
                      <a:pt x="32" y="6"/>
                    </a:cubicBezTo>
                    <a:cubicBezTo>
                      <a:pt x="40" y="4"/>
                      <a:pt x="49" y="3"/>
                      <a:pt x="58" y="1"/>
                    </a:cubicBezTo>
                    <a:cubicBezTo>
                      <a:pt x="64" y="0"/>
                      <a:pt x="71" y="5"/>
                      <a:pt x="71" y="11"/>
                    </a:cubicBezTo>
                    <a:cubicBezTo>
                      <a:pt x="72" y="18"/>
                      <a:pt x="67" y="24"/>
                      <a:pt x="61" y="25"/>
                    </a:cubicBezTo>
                    <a:cubicBezTo>
                      <a:pt x="55" y="26"/>
                      <a:pt x="49" y="27"/>
                      <a:pt x="43" y="28"/>
                    </a:cubicBezTo>
                    <a:cubicBezTo>
                      <a:pt x="37" y="29"/>
                      <a:pt x="33" y="30"/>
                      <a:pt x="28" y="32"/>
                    </a:cubicBezTo>
                    <a:cubicBezTo>
                      <a:pt x="27" y="32"/>
                      <a:pt x="26" y="32"/>
                      <a:pt x="26" y="32"/>
                    </a:cubicBezTo>
                    <a:cubicBezTo>
                      <a:pt x="23" y="36"/>
                      <a:pt x="20" y="38"/>
                      <a:pt x="16" y="38"/>
                    </a:cubicBezTo>
                    <a:cubicBezTo>
                      <a:pt x="15" y="38"/>
                      <a:pt x="14" y="38"/>
                      <a:pt x="12" y="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5" name="Google Shape;2035;p22"/>
              <p:cNvSpPr/>
              <p:nvPr/>
            </p:nvSpPr>
            <p:spPr>
              <a:xfrm>
                <a:off x="927360" y="716400"/>
                <a:ext cx="18720" cy="42480"/>
              </a:xfrm>
              <a:custGeom>
                <a:avLst/>
                <a:gdLst/>
                <a:ahLst/>
                <a:cxnLst/>
                <a:rect l="l" t="t" r="r" b="b"/>
                <a:pathLst>
                  <a:path w="52" h="118" extrusionOk="0">
                    <a:moveTo>
                      <a:pt x="12" y="117"/>
                    </a:moveTo>
                    <a:cubicBezTo>
                      <a:pt x="6" y="117"/>
                      <a:pt x="0" y="112"/>
                      <a:pt x="0" y="105"/>
                    </a:cubicBezTo>
                    <a:cubicBezTo>
                      <a:pt x="1" y="97"/>
                      <a:pt x="2" y="88"/>
                      <a:pt x="3" y="79"/>
                    </a:cubicBezTo>
                    <a:cubicBezTo>
                      <a:pt x="5" y="71"/>
                      <a:pt x="6" y="63"/>
                      <a:pt x="9" y="55"/>
                    </a:cubicBezTo>
                    <a:cubicBezTo>
                      <a:pt x="11" y="47"/>
                      <a:pt x="13" y="40"/>
                      <a:pt x="16" y="31"/>
                    </a:cubicBezTo>
                    <a:cubicBezTo>
                      <a:pt x="17" y="28"/>
                      <a:pt x="18" y="24"/>
                      <a:pt x="20" y="20"/>
                    </a:cubicBezTo>
                    <a:cubicBezTo>
                      <a:pt x="22" y="14"/>
                      <a:pt x="25" y="7"/>
                      <a:pt x="31" y="3"/>
                    </a:cubicBezTo>
                    <a:cubicBezTo>
                      <a:pt x="38" y="0"/>
                      <a:pt x="46" y="3"/>
                      <a:pt x="49" y="10"/>
                    </a:cubicBezTo>
                    <a:cubicBezTo>
                      <a:pt x="51" y="15"/>
                      <a:pt x="49" y="22"/>
                      <a:pt x="45" y="24"/>
                    </a:cubicBezTo>
                    <a:cubicBezTo>
                      <a:pt x="45" y="25"/>
                      <a:pt x="45" y="26"/>
                      <a:pt x="44" y="26"/>
                    </a:cubicBezTo>
                    <a:cubicBezTo>
                      <a:pt x="42" y="30"/>
                      <a:pt x="41" y="34"/>
                      <a:pt x="38" y="39"/>
                    </a:cubicBezTo>
                    <a:cubicBezTo>
                      <a:pt x="37" y="44"/>
                      <a:pt x="35" y="50"/>
                      <a:pt x="34" y="55"/>
                    </a:cubicBezTo>
                    <a:cubicBezTo>
                      <a:pt x="32" y="61"/>
                      <a:pt x="30" y="67"/>
                      <a:pt x="28" y="73"/>
                    </a:cubicBezTo>
                    <a:cubicBezTo>
                      <a:pt x="27" y="84"/>
                      <a:pt x="25" y="96"/>
                      <a:pt x="24" y="107"/>
                    </a:cubicBezTo>
                    <a:cubicBezTo>
                      <a:pt x="23" y="113"/>
                      <a:pt x="18" y="117"/>
                      <a:pt x="12" y="1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6" name="Google Shape;2036;p22"/>
              <p:cNvSpPr/>
              <p:nvPr/>
            </p:nvSpPr>
            <p:spPr>
              <a:xfrm>
                <a:off x="975600" y="707760"/>
                <a:ext cx="61920" cy="119880"/>
              </a:xfrm>
              <a:custGeom>
                <a:avLst/>
                <a:gdLst/>
                <a:ahLst/>
                <a:cxnLst/>
                <a:rect l="l" t="t" r="r" b="b"/>
                <a:pathLst>
                  <a:path w="172" h="333" extrusionOk="0">
                    <a:moveTo>
                      <a:pt x="66" y="306"/>
                    </a:moveTo>
                    <a:cubicBezTo>
                      <a:pt x="66" y="305"/>
                      <a:pt x="66" y="305"/>
                      <a:pt x="66" y="305"/>
                    </a:cubicBezTo>
                    <a:cubicBezTo>
                      <a:pt x="70" y="295"/>
                      <a:pt x="71" y="285"/>
                      <a:pt x="74" y="275"/>
                    </a:cubicBezTo>
                    <a:lnTo>
                      <a:pt x="74" y="276"/>
                    </a:lnTo>
                    <a:cubicBezTo>
                      <a:pt x="76" y="263"/>
                      <a:pt x="78" y="251"/>
                      <a:pt x="81" y="239"/>
                    </a:cubicBezTo>
                    <a:cubicBezTo>
                      <a:pt x="83" y="226"/>
                      <a:pt x="85" y="214"/>
                      <a:pt x="87" y="202"/>
                    </a:cubicBezTo>
                    <a:cubicBezTo>
                      <a:pt x="88" y="195"/>
                      <a:pt x="89" y="188"/>
                      <a:pt x="90" y="181"/>
                    </a:cubicBezTo>
                    <a:cubicBezTo>
                      <a:pt x="84" y="187"/>
                      <a:pt x="78" y="193"/>
                      <a:pt x="73" y="199"/>
                    </a:cubicBezTo>
                    <a:cubicBezTo>
                      <a:pt x="67" y="205"/>
                      <a:pt x="63" y="210"/>
                      <a:pt x="59" y="216"/>
                    </a:cubicBezTo>
                    <a:cubicBezTo>
                      <a:pt x="56" y="220"/>
                      <a:pt x="53" y="225"/>
                      <a:pt x="51" y="230"/>
                    </a:cubicBezTo>
                    <a:lnTo>
                      <a:pt x="51" y="229"/>
                    </a:lnTo>
                    <a:cubicBezTo>
                      <a:pt x="50" y="231"/>
                      <a:pt x="49" y="233"/>
                      <a:pt x="48" y="236"/>
                    </a:cubicBezTo>
                    <a:cubicBezTo>
                      <a:pt x="47" y="238"/>
                      <a:pt x="46" y="241"/>
                      <a:pt x="45" y="244"/>
                    </a:cubicBezTo>
                    <a:cubicBezTo>
                      <a:pt x="45" y="248"/>
                      <a:pt x="44" y="252"/>
                      <a:pt x="44" y="255"/>
                    </a:cubicBezTo>
                    <a:cubicBezTo>
                      <a:pt x="44" y="258"/>
                      <a:pt x="44" y="261"/>
                      <a:pt x="44" y="264"/>
                    </a:cubicBezTo>
                    <a:cubicBezTo>
                      <a:pt x="44" y="266"/>
                      <a:pt x="44" y="269"/>
                      <a:pt x="45" y="271"/>
                    </a:cubicBezTo>
                    <a:cubicBezTo>
                      <a:pt x="45" y="273"/>
                      <a:pt x="45" y="275"/>
                      <a:pt x="46" y="277"/>
                    </a:cubicBezTo>
                    <a:cubicBezTo>
                      <a:pt x="47" y="280"/>
                      <a:pt x="48" y="283"/>
                      <a:pt x="49" y="286"/>
                    </a:cubicBezTo>
                    <a:cubicBezTo>
                      <a:pt x="51" y="288"/>
                      <a:pt x="52" y="290"/>
                      <a:pt x="53" y="293"/>
                    </a:cubicBezTo>
                    <a:cubicBezTo>
                      <a:pt x="55" y="294"/>
                      <a:pt x="56" y="297"/>
                      <a:pt x="58" y="298"/>
                    </a:cubicBezTo>
                    <a:cubicBezTo>
                      <a:pt x="59" y="300"/>
                      <a:pt x="60" y="301"/>
                      <a:pt x="62" y="303"/>
                    </a:cubicBezTo>
                    <a:cubicBezTo>
                      <a:pt x="63" y="304"/>
                      <a:pt x="63" y="304"/>
                      <a:pt x="64" y="304"/>
                    </a:cubicBezTo>
                    <a:cubicBezTo>
                      <a:pt x="64" y="305"/>
                      <a:pt x="65" y="305"/>
                      <a:pt x="66" y="306"/>
                    </a:cubicBezTo>
                    <a:moveTo>
                      <a:pt x="70" y="332"/>
                    </a:moveTo>
                    <a:cubicBezTo>
                      <a:pt x="62" y="332"/>
                      <a:pt x="55" y="328"/>
                      <a:pt x="49" y="323"/>
                    </a:cubicBezTo>
                    <a:cubicBezTo>
                      <a:pt x="43" y="319"/>
                      <a:pt x="38" y="312"/>
                      <a:pt x="34" y="307"/>
                    </a:cubicBezTo>
                    <a:cubicBezTo>
                      <a:pt x="30" y="300"/>
                      <a:pt x="26" y="293"/>
                      <a:pt x="24" y="285"/>
                    </a:cubicBezTo>
                    <a:cubicBezTo>
                      <a:pt x="18" y="269"/>
                      <a:pt x="20" y="252"/>
                      <a:pt x="24" y="237"/>
                    </a:cubicBezTo>
                    <a:cubicBezTo>
                      <a:pt x="28" y="220"/>
                      <a:pt x="38" y="207"/>
                      <a:pt x="48" y="194"/>
                    </a:cubicBezTo>
                    <a:cubicBezTo>
                      <a:pt x="56" y="184"/>
                      <a:pt x="67" y="174"/>
                      <a:pt x="77" y="164"/>
                    </a:cubicBezTo>
                    <a:cubicBezTo>
                      <a:pt x="83" y="159"/>
                      <a:pt x="88" y="154"/>
                      <a:pt x="94" y="149"/>
                    </a:cubicBezTo>
                    <a:cubicBezTo>
                      <a:pt x="95" y="148"/>
                      <a:pt x="96" y="147"/>
                      <a:pt x="97" y="146"/>
                    </a:cubicBezTo>
                    <a:cubicBezTo>
                      <a:pt x="98" y="141"/>
                      <a:pt x="99" y="134"/>
                      <a:pt x="101" y="128"/>
                    </a:cubicBezTo>
                    <a:cubicBezTo>
                      <a:pt x="102" y="125"/>
                      <a:pt x="103" y="121"/>
                      <a:pt x="104" y="117"/>
                    </a:cubicBezTo>
                    <a:cubicBezTo>
                      <a:pt x="105" y="113"/>
                      <a:pt x="106" y="108"/>
                      <a:pt x="108" y="104"/>
                    </a:cubicBezTo>
                    <a:cubicBezTo>
                      <a:pt x="101" y="113"/>
                      <a:pt x="93" y="121"/>
                      <a:pt x="84" y="128"/>
                    </a:cubicBezTo>
                    <a:cubicBezTo>
                      <a:pt x="78" y="134"/>
                      <a:pt x="73" y="139"/>
                      <a:pt x="66" y="143"/>
                    </a:cubicBezTo>
                    <a:cubicBezTo>
                      <a:pt x="59" y="147"/>
                      <a:pt x="52" y="149"/>
                      <a:pt x="44" y="149"/>
                    </a:cubicBezTo>
                    <a:cubicBezTo>
                      <a:pt x="38" y="150"/>
                      <a:pt x="31" y="149"/>
                      <a:pt x="25" y="146"/>
                    </a:cubicBezTo>
                    <a:cubicBezTo>
                      <a:pt x="18" y="142"/>
                      <a:pt x="14" y="135"/>
                      <a:pt x="11" y="128"/>
                    </a:cubicBezTo>
                    <a:cubicBezTo>
                      <a:pt x="7" y="122"/>
                      <a:pt x="5" y="114"/>
                      <a:pt x="4" y="107"/>
                    </a:cubicBezTo>
                    <a:cubicBezTo>
                      <a:pt x="3" y="101"/>
                      <a:pt x="2" y="96"/>
                      <a:pt x="2" y="90"/>
                    </a:cubicBezTo>
                    <a:cubicBezTo>
                      <a:pt x="1" y="86"/>
                      <a:pt x="1" y="83"/>
                      <a:pt x="0" y="79"/>
                    </a:cubicBezTo>
                    <a:cubicBezTo>
                      <a:pt x="0" y="76"/>
                      <a:pt x="0" y="72"/>
                      <a:pt x="0" y="69"/>
                    </a:cubicBezTo>
                    <a:cubicBezTo>
                      <a:pt x="0" y="56"/>
                      <a:pt x="0" y="43"/>
                      <a:pt x="3" y="30"/>
                    </a:cubicBezTo>
                    <a:cubicBezTo>
                      <a:pt x="4" y="23"/>
                      <a:pt x="7" y="15"/>
                      <a:pt x="10" y="8"/>
                    </a:cubicBezTo>
                    <a:cubicBezTo>
                      <a:pt x="12" y="6"/>
                      <a:pt x="14" y="4"/>
                      <a:pt x="16" y="3"/>
                    </a:cubicBezTo>
                    <a:cubicBezTo>
                      <a:pt x="18" y="2"/>
                      <a:pt x="20" y="1"/>
                      <a:pt x="23" y="1"/>
                    </a:cubicBezTo>
                    <a:cubicBezTo>
                      <a:pt x="22" y="1"/>
                      <a:pt x="22" y="1"/>
                      <a:pt x="21" y="1"/>
                    </a:cubicBezTo>
                    <a:cubicBezTo>
                      <a:pt x="30" y="0"/>
                      <a:pt x="37" y="9"/>
                      <a:pt x="35" y="17"/>
                    </a:cubicBezTo>
                    <a:cubicBezTo>
                      <a:pt x="34" y="20"/>
                      <a:pt x="32" y="22"/>
                      <a:pt x="30" y="24"/>
                    </a:cubicBezTo>
                    <a:lnTo>
                      <a:pt x="30" y="25"/>
                    </a:lnTo>
                    <a:cubicBezTo>
                      <a:pt x="30" y="25"/>
                      <a:pt x="29" y="26"/>
                      <a:pt x="28" y="27"/>
                    </a:cubicBezTo>
                    <a:cubicBezTo>
                      <a:pt x="28" y="30"/>
                      <a:pt x="27" y="33"/>
                      <a:pt x="26" y="35"/>
                    </a:cubicBezTo>
                    <a:cubicBezTo>
                      <a:pt x="27" y="35"/>
                      <a:pt x="27" y="34"/>
                      <a:pt x="27" y="34"/>
                    </a:cubicBezTo>
                    <a:cubicBezTo>
                      <a:pt x="25" y="41"/>
                      <a:pt x="24" y="48"/>
                      <a:pt x="24" y="55"/>
                    </a:cubicBezTo>
                    <a:cubicBezTo>
                      <a:pt x="23" y="62"/>
                      <a:pt x="23" y="70"/>
                      <a:pt x="23" y="77"/>
                    </a:cubicBezTo>
                    <a:cubicBezTo>
                      <a:pt x="24" y="85"/>
                      <a:pt x="24" y="93"/>
                      <a:pt x="26" y="100"/>
                    </a:cubicBezTo>
                    <a:cubicBezTo>
                      <a:pt x="27" y="104"/>
                      <a:pt x="28" y="107"/>
                      <a:pt x="28" y="111"/>
                    </a:cubicBezTo>
                    <a:cubicBezTo>
                      <a:pt x="30" y="113"/>
                      <a:pt x="30" y="114"/>
                      <a:pt x="31" y="116"/>
                    </a:cubicBezTo>
                    <a:cubicBezTo>
                      <a:pt x="31" y="118"/>
                      <a:pt x="32" y="119"/>
                      <a:pt x="33" y="120"/>
                    </a:cubicBezTo>
                    <a:cubicBezTo>
                      <a:pt x="34" y="122"/>
                      <a:pt x="35" y="123"/>
                      <a:pt x="36" y="124"/>
                    </a:cubicBezTo>
                    <a:cubicBezTo>
                      <a:pt x="36" y="125"/>
                      <a:pt x="37" y="125"/>
                      <a:pt x="37" y="125"/>
                    </a:cubicBezTo>
                    <a:lnTo>
                      <a:pt x="38" y="125"/>
                    </a:lnTo>
                    <a:cubicBezTo>
                      <a:pt x="37" y="125"/>
                      <a:pt x="37" y="125"/>
                      <a:pt x="37" y="125"/>
                    </a:cubicBezTo>
                    <a:cubicBezTo>
                      <a:pt x="38" y="125"/>
                      <a:pt x="38" y="125"/>
                      <a:pt x="38" y="126"/>
                    </a:cubicBezTo>
                    <a:cubicBezTo>
                      <a:pt x="38" y="125"/>
                      <a:pt x="38" y="125"/>
                      <a:pt x="38" y="125"/>
                    </a:cubicBezTo>
                    <a:lnTo>
                      <a:pt x="39" y="126"/>
                    </a:lnTo>
                    <a:lnTo>
                      <a:pt x="40" y="126"/>
                    </a:lnTo>
                    <a:cubicBezTo>
                      <a:pt x="41" y="126"/>
                      <a:pt x="42" y="126"/>
                      <a:pt x="42" y="126"/>
                    </a:cubicBezTo>
                    <a:cubicBezTo>
                      <a:pt x="45" y="126"/>
                      <a:pt x="46" y="125"/>
                      <a:pt x="48" y="125"/>
                    </a:cubicBezTo>
                    <a:cubicBezTo>
                      <a:pt x="49" y="125"/>
                      <a:pt x="50" y="125"/>
                      <a:pt x="51" y="125"/>
                    </a:cubicBezTo>
                    <a:cubicBezTo>
                      <a:pt x="51" y="124"/>
                      <a:pt x="52" y="124"/>
                      <a:pt x="52" y="124"/>
                    </a:cubicBezTo>
                    <a:cubicBezTo>
                      <a:pt x="54" y="123"/>
                      <a:pt x="56" y="122"/>
                      <a:pt x="58" y="121"/>
                    </a:cubicBezTo>
                    <a:cubicBezTo>
                      <a:pt x="61" y="119"/>
                      <a:pt x="64" y="117"/>
                      <a:pt x="67" y="114"/>
                    </a:cubicBezTo>
                    <a:cubicBezTo>
                      <a:pt x="73" y="109"/>
                      <a:pt x="78" y="104"/>
                      <a:pt x="83" y="99"/>
                    </a:cubicBezTo>
                    <a:cubicBezTo>
                      <a:pt x="88" y="92"/>
                      <a:pt x="94" y="86"/>
                      <a:pt x="99" y="79"/>
                    </a:cubicBezTo>
                    <a:cubicBezTo>
                      <a:pt x="105" y="72"/>
                      <a:pt x="110" y="64"/>
                      <a:pt x="116" y="57"/>
                    </a:cubicBezTo>
                    <a:cubicBezTo>
                      <a:pt x="122" y="47"/>
                      <a:pt x="129" y="37"/>
                      <a:pt x="134" y="27"/>
                    </a:cubicBezTo>
                    <a:cubicBezTo>
                      <a:pt x="134" y="26"/>
                      <a:pt x="135" y="26"/>
                      <a:pt x="135" y="25"/>
                    </a:cubicBezTo>
                    <a:cubicBezTo>
                      <a:pt x="138" y="19"/>
                      <a:pt x="144" y="16"/>
                      <a:pt x="151" y="19"/>
                    </a:cubicBezTo>
                    <a:cubicBezTo>
                      <a:pt x="154" y="20"/>
                      <a:pt x="156" y="23"/>
                      <a:pt x="157" y="25"/>
                    </a:cubicBezTo>
                    <a:cubicBezTo>
                      <a:pt x="158" y="29"/>
                      <a:pt x="158" y="33"/>
                      <a:pt x="156" y="36"/>
                    </a:cubicBezTo>
                    <a:cubicBezTo>
                      <a:pt x="152" y="44"/>
                      <a:pt x="149" y="52"/>
                      <a:pt x="146" y="60"/>
                    </a:cubicBezTo>
                    <a:cubicBezTo>
                      <a:pt x="141" y="74"/>
                      <a:pt x="136" y="89"/>
                      <a:pt x="131" y="103"/>
                    </a:cubicBezTo>
                    <a:cubicBezTo>
                      <a:pt x="129" y="108"/>
                      <a:pt x="127" y="114"/>
                      <a:pt x="126" y="120"/>
                    </a:cubicBezTo>
                    <a:cubicBezTo>
                      <a:pt x="134" y="112"/>
                      <a:pt x="143" y="104"/>
                      <a:pt x="152" y="96"/>
                    </a:cubicBezTo>
                    <a:cubicBezTo>
                      <a:pt x="157" y="93"/>
                      <a:pt x="163" y="93"/>
                      <a:pt x="167" y="97"/>
                    </a:cubicBezTo>
                    <a:cubicBezTo>
                      <a:pt x="171" y="101"/>
                      <a:pt x="171" y="107"/>
                      <a:pt x="166" y="111"/>
                    </a:cubicBezTo>
                    <a:cubicBezTo>
                      <a:pt x="151" y="125"/>
                      <a:pt x="136" y="139"/>
                      <a:pt x="120" y="154"/>
                    </a:cubicBezTo>
                    <a:cubicBezTo>
                      <a:pt x="119" y="155"/>
                      <a:pt x="118" y="156"/>
                      <a:pt x="117" y="157"/>
                    </a:cubicBezTo>
                    <a:cubicBezTo>
                      <a:pt x="116" y="161"/>
                      <a:pt x="115" y="165"/>
                      <a:pt x="114" y="169"/>
                    </a:cubicBezTo>
                    <a:lnTo>
                      <a:pt x="114" y="168"/>
                    </a:lnTo>
                    <a:cubicBezTo>
                      <a:pt x="109" y="192"/>
                      <a:pt x="106" y="216"/>
                      <a:pt x="102" y="240"/>
                    </a:cubicBezTo>
                    <a:cubicBezTo>
                      <a:pt x="100" y="253"/>
                      <a:pt x="98" y="266"/>
                      <a:pt x="96" y="279"/>
                    </a:cubicBezTo>
                    <a:cubicBezTo>
                      <a:pt x="95" y="284"/>
                      <a:pt x="94" y="290"/>
                      <a:pt x="93" y="296"/>
                    </a:cubicBezTo>
                    <a:cubicBezTo>
                      <a:pt x="91" y="305"/>
                      <a:pt x="90" y="315"/>
                      <a:pt x="85" y="323"/>
                    </a:cubicBezTo>
                    <a:cubicBezTo>
                      <a:pt x="82" y="328"/>
                      <a:pt x="76" y="332"/>
                      <a:pt x="70" y="3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7" name="Google Shape;2037;p22"/>
              <p:cNvSpPr/>
              <p:nvPr/>
            </p:nvSpPr>
            <p:spPr>
              <a:xfrm>
                <a:off x="1067040" y="726840"/>
                <a:ext cx="1548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43" h="28" extrusionOk="0">
                    <a:moveTo>
                      <a:pt x="13" y="26"/>
                    </a:moveTo>
                    <a:lnTo>
                      <a:pt x="12" y="26"/>
                    </a:lnTo>
                    <a:cubicBezTo>
                      <a:pt x="10" y="26"/>
                      <a:pt x="9" y="26"/>
                      <a:pt x="9" y="25"/>
                    </a:cubicBezTo>
                    <a:cubicBezTo>
                      <a:pt x="3" y="23"/>
                      <a:pt x="0" y="17"/>
                      <a:pt x="1" y="12"/>
                    </a:cubicBezTo>
                    <a:cubicBezTo>
                      <a:pt x="2" y="7"/>
                      <a:pt x="6" y="2"/>
                      <a:pt x="10" y="1"/>
                    </a:cubicBezTo>
                    <a:cubicBezTo>
                      <a:pt x="12" y="1"/>
                      <a:pt x="13" y="1"/>
                      <a:pt x="14" y="1"/>
                    </a:cubicBezTo>
                    <a:cubicBezTo>
                      <a:pt x="20" y="0"/>
                      <a:pt x="25" y="0"/>
                      <a:pt x="30" y="0"/>
                    </a:cubicBezTo>
                    <a:cubicBezTo>
                      <a:pt x="37" y="0"/>
                      <a:pt x="42" y="6"/>
                      <a:pt x="42" y="12"/>
                    </a:cubicBezTo>
                    <a:cubicBezTo>
                      <a:pt x="42" y="19"/>
                      <a:pt x="36" y="25"/>
                      <a:pt x="30" y="25"/>
                    </a:cubicBezTo>
                    <a:cubicBezTo>
                      <a:pt x="27" y="25"/>
                      <a:pt x="26" y="25"/>
                      <a:pt x="24" y="25"/>
                    </a:cubicBezTo>
                    <a:lnTo>
                      <a:pt x="25" y="25"/>
                    </a:lnTo>
                    <a:cubicBezTo>
                      <a:pt x="24" y="25"/>
                      <a:pt x="24" y="25"/>
                      <a:pt x="24" y="25"/>
                    </a:cubicBezTo>
                    <a:cubicBezTo>
                      <a:pt x="21" y="26"/>
                      <a:pt x="19" y="27"/>
                      <a:pt x="17" y="27"/>
                    </a:cubicBezTo>
                    <a:cubicBezTo>
                      <a:pt x="16" y="27"/>
                      <a:pt x="14" y="27"/>
                      <a:pt x="13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8" name="Google Shape;2038;p22"/>
              <p:cNvSpPr/>
              <p:nvPr/>
            </p:nvSpPr>
            <p:spPr>
              <a:xfrm>
                <a:off x="1059120" y="739080"/>
                <a:ext cx="13320" cy="12240"/>
              </a:xfrm>
              <a:custGeom>
                <a:avLst/>
                <a:gdLst/>
                <a:ahLst/>
                <a:cxnLst/>
                <a:rect l="l" t="t" r="r" b="b"/>
                <a:pathLst>
                  <a:path w="37" h="34" extrusionOk="0">
                    <a:moveTo>
                      <a:pt x="21" y="33"/>
                    </a:moveTo>
                    <a:cubicBezTo>
                      <a:pt x="17" y="33"/>
                      <a:pt x="12" y="32"/>
                      <a:pt x="8" y="30"/>
                    </a:cubicBezTo>
                    <a:cubicBezTo>
                      <a:pt x="4" y="27"/>
                      <a:pt x="1" y="24"/>
                      <a:pt x="1" y="19"/>
                    </a:cubicBezTo>
                    <a:cubicBezTo>
                      <a:pt x="0" y="14"/>
                      <a:pt x="2" y="10"/>
                      <a:pt x="6" y="7"/>
                    </a:cubicBezTo>
                    <a:cubicBezTo>
                      <a:pt x="7" y="5"/>
                      <a:pt x="9" y="4"/>
                      <a:pt x="11" y="3"/>
                    </a:cubicBezTo>
                    <a:cubicBezTo>
                      <a:pt x="14" y="1"/>
                      <a:pt x="17" y="0"/>
                      <a:pt x="21" y="1"/>
                    </a:cubicBezTo>
                    <a:cubicBezTo>
                      <a:pt x="24" y="1"/>
                      <a:pt x="27" y="3"/>
                      <a:pt x="29" y="5"/>
                    </a:cubicBezTo>
                    <a:cubicBezTo>
                      <a:pt x="30" y="8"/>
                      <a:pt x="31" y="10"/>
                      <a:pt x="31" y="12"/>
                    </a:cubicBezTo>
                    <a:cubicBezTo>
                      <a:pt x="34" y="14"/>
                      <a:pt x="36" y="19"/>
                      <a:pt x="35" y="23"/>
                    </a:cubicBezTo>
                    <a:cubicBezTo>
                      <a:pt x="34" y="29"/>
                      <a:pt x="29" y="33"/>
                      <a:pt x="22" y="33"/>
                    </a:cubicBezTo>
                    <a:lnTo>
                      <a:pt x="21" y="3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9" name="Google Shape;2039;p22"/>
              <p:cNvSpPr/>
              <p:nvPr/>
            </p:nvSpPr>
            <p:spPr>
              <a:xfrm>
                <a:off x="1120680" y="684720"/>
                <a:ext cx="42840" cy="9900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275" extrusionOk="0">
                    <a:moveTo>
                      <a:pt x="39" y="274"/>
                    </a:moveTo>
                    <a:cubicBezTo>
                      <a:pt x="33" y="273"/>
                      <a:pt x="28" y="267"/>
                      <a:pt x="29" y="260"/>
                    </a:cubicBezTo>
                    <a:cubicBezTo>
                      <a:pt x="31" y="246"/>
                      <a:pt x="33" y="233"/>
                      <a:pt x="36" y="220"/>
                    </a:cubicBezTo>
                    <a:cubicBezTo>
                      <a:pt x="38" y="207"/>
                      <a:pt x="40" y="193"/>
                      <a:pt x="43" y="181"/>
                    </a:cubicBezTo>
                    <a:cubicBezTo>
                      <a:pt x="46" y="164"/>
                      <a:pt x="50" y="148"/>
                      <a:pt x="54" y="132"/>
                    </a:cubicBezTo>
                    <a:cubicBezTo>
                      <a:pt x="50" y="137"/>
                      <a:pt x="46" y="142"/>
                      <a:pt x="43" y="147"/>
                    </a:cubicBezTo>
                    <a:cubicBezTo>
                      <a:pt x="39" y="152"/>
                      <a:pt x="36" y="157"/>
                      <a:pt x="32" y="162"/>
                    </a:cubicBezTo>
                    <a:cubicBezTo>
                      <a:pt x="32" y="161"/>
                      <a:pt x="32" y="161"/>
                      <a:pt x="33" y="161"/>
                    </a:cubicBezTo>
                    <a:cubicBezTo>
                      <a:pt x="32" y="161"/>
                      <a:pt x="32" y="163"/>
                      <a:pt x="31" y="164"/>
                    </a:cubicBezTo>
                    <a:cubicBezTo>
                      <a:pt x="31" y="163"/>
                      <a:pt x="31" y="163"/>
                      <a:pt x="31" y="163"/>
                    </a:cubicBezTo>
                    <a:cubicBezTo>
                      <a:pt x="30" y="164"/>
                      <a:pt x="30" y="164"/>
                      <a:pt x="30" y="164"/>
                    </a:cubicBezTo>
                    <a:lnTo>
                      <a:pt x="31" y="164"/>
                    </a:lnTo>
                    <a:cubicBezTo>
                      <a:pt x="29" y="167"/>
                      <a:pt x="26" y="171"/>
                      <a:pt x="23" y="174"/>
                    </a:cubicBezTo>
                    <a:cubicBezTo>
                      <a:pt x="20" y="179"/>
                      <a:pt x="11" y="180"/>
                      <a:pt x="6" y="176"/>
                    </a:cubicBezTo>
                    <a:cubicBezTo>
                      <a:pt x="1" y="171"/>
                      <a:pt x="0" y="164"/>
                      <a:pt x="4" y="158"/>
                    </a:cubicBezTo>
                    <a:cubicBezTo>
                      <a:pt x="12" y="148"/>
                      <a:pt x="20" y="138"/>
                      <a:pt x="28" y="128"/>
                    </a:cubicBezTo>
                    <a:cubicBezTo>
                      <a:pt x="36" y="117"/>
                      <a:pt x="44" y="107"/>
                      <a:pt x="52" y="96"/>
                    </a:cubicBezTo>
                    <a:cubicBezTo>
                      <a:pt x="51" y="97"/>
                      <a:pt x="51" y="97"/>
                      <a:pt x="51" y="97"/>
                    </a:cubicBezTo>
                    <a:cubicBezTo>
                      <a:pt x="55" y="91"/>
                      <a:pt x="60" y="85"/>
                      <a:pt x="64" y="78"/>
                    </a:cubicBezTo>
                    <a:cubicBezTo>
                      <a:pt x="67" y="72"/>
                      <a:pt x="70" y="66"/>
                      <a:pt x="74" y="61"/>
                    </a:cubicBezTo>
                    <a:cubicBezTo>
                      <a:pt x="74" y="59"/>
                      <a:pt x="74" y="59"/>
                      <a:pt x="74" y="58"/>
                    </a:cubicBezTo>
                    <a:cubicBezTo>
                      <a:pt x="76" y="51"/>
                      <a:pt x="79" y="43"/>
                      <a:pt x="82" y="35"/>
                    </a:cubicBezTo>
                    <a:cubicBezTo>
                      <a:pt x="83" y="31"/>
                      <a:pt x="85" y="27"/>
                      <a:pt x="86" y="24"/>
                    </a:cubicBezTo>
                    <a:cubicBezTo>
                      <a:pt x="89" y="17"/>
                      <a:pt x="91" y="11"/>
                      <a:pt x="95" y="5"/>
                    </a:cubicBezTo>
                    <a:cubicBezTo>
                      <a:pt x="99" y="1"/>
                      <a:pt x="104" y="0"/>
                      <a:pt x="110" y="2"/>
                    </a:cubicBezTo>
                    <a:cubicBezTo>
                      <a:pt x="114" y="4"/>
                      <a:pt x="117" y="8"/>
                      <a:pt x="117" y="12"/>
                    </a:cubicBezTo>
                    <a:cubicBezTo>
                      <a:pt x="118" y="20"/>
                      <a:pt x="114" y="28"/>
                      <a:pt x="111" y="35"/>
                    </a:cubicBezTo>
                    <a:cubicBezTo>
                      <a:pt x="109" y="40"/>
                      <a:pt x="106" y="45"/>
                      <a:pt x="104" y="51"/>
                    </a:cubicBezTo>
                    <a:cubicBezTo>
                      <a:pt x="100" y="58"/>
                      <a:pt x="97" y="65"/>
                      <a:pt x="93" y="72"/>
                    </a:cubicBezTo>
                    <a:cubicBezTo>
                      <a:pt x="92" y="76"/>
                      <a:pt x="90" y="81"/>
                      <a:pt x="89" y="85"/>
                    </a:cubicBezTo>
                    <a:cubicBezTo>
                      <a:pt x="86" y="93"/>
                      <a:pt x="84" y="101"/>
                      <a:pt x="82" y="109"/>
                    </a:cubicBezTo>
                    <a:cubicBezTo>
                      <a:pt x="79" y="118"/>
                      <a:pt x="77" y="126"/>
                      <a:pt x="75" y="135"/>
                    </a:cubicBezTo>
                    <a:cubicBezTo>
                      <a:pt x="73" y="143"/>
                      <a:pt x="71" y="152"/>
                      <a:pt x="69" y="160"/>
                    </a:cubicBezTo>
                    <a:cubicBezTo>
                      <a:pt x="66" y="177"/>
                      <a:pt x="62" y="193"/>
                      <a:pt x="60" y="210"/>
                    </a:cubicBezTo>
                    <a:cubicBezTo>
                      <a:pt x="57" y="228"/>
                      <a:pt x="55" y="246"/>
                      <a:pt x="53" y="264"/>
                    </a:cubicBezTo>
                    <a:cubicBezTo>
                      <a:pt x="53" y="270"/>
                      <a:pt x="47" y="274"/>
                      <a:pt x="41" y="274"/>
                    </a:cubicBezTo>
                    <a:cubicBezTo>
                      <a:pt x="40" y="274"/>
                      <a:pt x="40" y="274"/>
                      <a:pt x="39" y="2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0" name="Google Shape;2040;p22"/>
              <p:cNvSpPr/>
              <p:nvPr/>
            </p:nvSpPr>
            <p:spPr>
              <a:xfrm>
                <a:off x="1058040" y="743040"/>
                <a:ext cx="32040" cy="14760"/>
              </a:xfrm>
              <a:custGeom>
                <a:avLst/>
                <a:gdLst/>
                <a:ahLst/>
                <a:cxnLst/>
                <a:rect l="l" t="t" r="r" b="b"/>
                <a:pathLst>
                  <a:path w="89" h="41" extrusionOk="0">
                    <a:moveTo>
                      <a:pt x="9" y="38"/>
                    </a:moveTo>
                    <a:cubicBezTo>
                      <a:pt x="6" y="36"/>
                      <a:pt x="4" y="33"/>
                      <a:pt x="3" y="30"/>
                    </a:cubicBezTo>
                    <a:cubicBezTo>
                      <a:pt x="1" y="28"/>
                      <a:pt x="0" y="25"/>
                      <a:pt x="0" y="22"/>
                    </a:cubicBezTo>
                    <a:cubicBezTo>
                      <a:pt x="0" y="19"/>
                      <a:pt x="2" y="16"/>
                      <a:pt x="4" y="13"/>
                    </a:cubicBezTo>
                    <a:cubicBezTo>
                      <a:pt x="9" y="8"/>
                      <a:pt x="16" y="8"/>
                      <a:pt x="22" y="7"/>
                    </a:cubicBezTo>
                    <a:cubicBezTo>
                      <a:pt x="25" y="6"/>
                      <a:pt x="28" y="6"/>
                      <a:pt x="31" y="6"/>
                    </a:cubicBezTo>
                    <a:cubicBezTo>
                      <a:pt x="45" y="5"/>
                      <a:pt x="60" y="3"/>
                      <a:pt x="74" y="1"/>
                    </a:cubicBezTo>
                    <a:cubicBezTo>
                      <a:pt x="81" y="0"/>
                      <a:pt x="87" y="5"/>
                      <a:pt x="88" y="11"/>
                    </a:cubicBezTo>
                    <a:cubicBezTo>
                      <a:pt x="88" y="17"/>
                      <a:pt x="84" y="23"/>
                      <a:pt x="77" y="24"/>
                    </a:cubicBezTo>
                    <a:cubicBezTo>
                      <a:pt x="67" y="26"/>
                      <a:pt x="57" y="27"/>
                      <a:pt x="48" y="28"/>
                    </a:cubicBezTo>
                    <a:cubicBezTo>
                      <a:pt x="41" y="29"/>
                      <a:pt x="34" y="30"/>
                      <a:pt x="27" y="31"/>
                    </a:cubicBezTo>
                    <a:cubicBezTo>
                      <a:pt x="25" y="36"/>
                      <a:pt x="20" y="40"/>
                      <a:pt x="15" y="40"/>
                    </a:cubicBezTo>
                    <a:cubicBezTo>
                      <a:pt x="13" y="40"/>
                      <a:pt x="10" y="39"/>
                      <a:pt x="9" y="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1" name="Google Shape;2041;p22"/>
              <p:cNvSpPr/>
              <p:nvPr/>
            </p:nvSpPr>
            <p:spPr>
              <a:xfrm>
                <a:off x="1062720" y="727560"/>
                <a:ext cx="2196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61" h="27" extrusionOk="0">
                    <a:moveTo>
                      <a:pt x="10" y="24"/>
                    </a:moveTo>
                    <a:cubicBezTo>
                      <a:pt x="0" y="21"/>
                      <a:pt x="0" y="6"/>
                      <a:pt x="8" y="2"/>
                    </a:cubicBezTo>
                    <a:cubicBezTo>
                      <a:pt x="11" y="1"/>
                      <a:pt x="14" y="0"/>
                      <a:pt x="17" y="0"/>
                    </a:cubicBezTo>
                    <a:cubicBezTo>
                      <a:pt x="18" y="0"/>
                      <a:pt x="19" y="1"/>
                      <a:pt x="20" y="2"/>
                    </a:cubicBezTo>
                    <a:cubicBezTo>
                      <a:pt x="21" y="2"/>
                      <a:pt x="21" y="2"/>
                      <a:pt x="22" y="2"/>
                    </a:cubicBezTo>
                    <a:lnTo>
                      <a:pt x="21" y="2"/>
                    </a:lnTo>
                    <a:cubicBezTo>
                      <a:pt x="30" y="2"/>
                      <a:pt x="39" y="2"/>
                      <a:pt x="48" y="1"/>
                    </a:cubicBezTo>
                    <a:cubicBezTo>
                      <a:pt x="54" y="0"/>
                      <a:pt x="59" y="6"/>
                      <a:pt x="60" y="12"/>
                    </a:cubicBezTo>
                    <a:cubicBezTo>
                      <a:pt x="60" y="18"/>
                      <a:pt x="56" y="24"/>
                      <a:pt x="49" y="25"/>
                    </a:cubicBezTo>
                    <a:cubicBezTo>
                      <a:pt x="43" y="25"/>
                      <a:pt x="36" y="26"/>
                      <a:pt x="30" y="26"/>
                    </a:cubicBezTo>
                    <a:cubicBezTo>
                      <a:pt x="28" y="26"/>
                      <a:pt x="25" y="26"/>
                      <a:pt x="22" y="26"/>
                    </a:cubicBezTo>
                    <a:cubicBezTo>
                      <a:pt x="18" y="26"/>
                      <a:pt x="13" y="26"/>
                      <a:pt x="10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2" name="Google Shape;2042;p22"/>
              <p:cNvSpPr/>
              <p:nvPr/>
            </p:nvSpPr>
            <p:spPr>
              <a:xfrm>
                <a:off x="174600" y="844200"/>
                <a:ext cx="60480" cy="67680"/>
              </a:xfrm>
              <a:custGeom>
                <a:avLst/>
                <a:gdLst/>
                <a:ahLst/>
                <a:cxnLst/>
                <a:rect l="l" t="t" r="r" b="b"/>
                <a:pathLst>
                  <a:path w="168" h="188" extrusionOk="0">
                    <a:moveTo>
                      <a:pt x="145" y="183"/>
                    </a:moveTo>
                    <a:cubicBezTo>
                      <a:pt x="140" y="175"/>
                      <a:pt x="135" y="168"/>
                      <a:pt x="130" y="160"/>
                    </a:cubicBezTo>
                    <a:cubicBezTo>
                      <a:pt x="127" y="157"/>
                      <a:pt x="124" y="153"/>
                      <a:pt x="122" y="150"/>
                    </a:cubicBezTo>
                    <a:cubicBezTo>
                      <a:pt x="119" y="147"/>
                      <a:pt x="117" y="144"/>
                      <a:pt x="114" y="141"/>
                    </a:cubicBezTo>
                    <a:cubicBezTo>
                      <a:pt x="106" y="131"/>
                      <a:pt x="98" y="122"/>
                      <a:pt x="89" y="114"/>
                    </a:cubicBezTo>
                    <a:cubicBezTo>
                      <a:pt x="80" y="103"/>
                      <a:pt x="69" y="94"/>
                      <a:pt x="59" y="83"/>
                    </a:cubicBezTo>
                    <a:cubicBezTo>
                      <a:pt x="54" y="80"/>
                      <a:pt x="51" y="76"/>
                      <a:pt x="47" y="71"/>
                    </a:cubicBezTo>
                    <a:cubicBezTo>
                      <a:pt x="42" y="67"/>
                      <a:pt x="38" y="63"/>
                      <a:pt x="34" y="58"/>
                    </a:cubicBezTo>
                    <a:cubicBezTo>
                      <a:pt x="29" y="53"/>
                      <a:pt x="25" y="48"/>
                      <a:pt x="20" y="43"/>
                    </a:cubicBezTo>
                    <a:cubicBezTo>
                      <a:pt x="15" y="36"/>
                      <a:pt x="10" y="30"/>
                      <a:pt x="6" y="24"/>
                    </a:cubicBezTo>
                    <a:cubicBezTo>
                      <a:pt x="5" y="23"/>
                      <a:pt x="4" y="23"/>
                      <a:pt x="4" y="23"/>
                    </a:cubicBezTo>
                    <a:cubicBezTo>
                      <a:pt x="0" y="17"/>
                      <a:pt x="1" y="9"/>
                      <a:pt x="7" y="4"/>
                    </a:cubicBezTo>
                    <a:cubicBezTo>
                      <a:pt x="13" y="0"/>
                      <a:pt x="21" y="2"/>
                      <a:pt x="25" y="7"/>
                    </a:cubicBezTo>
                    <a:cubicBezTo>
                      <a:pt x="30" y="14"/>
                      <a:pt x="35" y="21"/>
                      <a:pt x="40" y="28"/>
                    </a:cubicBezTo>
                    <a:cubicBezTo>
                      <a:pt x="45" y="34"/>
                      <a:pt x="49" y="38"/>
                      <a:pt x="53" y="43"/>
                    </a:cubicBezTo>
                    <a:cubicBezTo>
                      <a:pt x="58" y="48"/>
                      <a:pt x="63" y="53"/>
                      <a:pt x="67" y="58"/>
                    </a:cubicBezTo>
                    <a:cubicBezTo>
                      <a:pt x="75" y="66"/>
                      <a:pt x="84" y="74"/>
                      <a:pt x="92" y="83"/>
                    </a:cubicBezTo>
                    <a:cubicBezTo>
                      <a:pt x="110" y="102"/>
                      <a:pt x="128" y="122"/>
                      <a:pt x="145" y="143"/>
                    </a:cubicBezTo>
                    <a:cubicBezTo>
                      <a:pt x="151" y="152"/>
                      <a:pt x="158" y="161"/>
                      <a:pt x="163" y="169"/>
                    </a:cubicBezTo>
                    <a:cubicBezTo>
                      <a:pt x="167" y="175"/>
                      <a:pt x="166" y="182"/>
                      <a:pt x="161" y="186"/>
                    </a:cubicBezTo>
                    <a:cubicBezTo>
                      <a:pt x="159" y="187"/>
                      <a:pt x="157" y="187"/>
                      <a:pt x="154" y="187"/>
                    </a:cubicBezTo>
                    <a:cubicBezTo>
                      <a:pt x="151" y="187"/>
                      <a:pt x="147" y="186"/>
                      <a:pt x="145" y="18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3" name="Google Shape;2043;p22"/>
              <p:cNvSpPr/>
              <p:nvPr/>
            </p:nvSpPr>
            <p:spPr>
              <a:xfrm>
                <a:off x="180000" y="840600"/>
                <a:ext cx="60480" cy="72720"/>
              </a:xfrm>
              <a:custGeom>
                <a:avLst/>
                <a:gdLst/>
                <a:ahLst/>
                <a:cxnLst/>
                <a:rect l="l" t="t" r="r" b="b"/>
                <a:pathLst>
                  <a:path w="168" h="202" extrusionOk="0">
                    <a:moveTo>
                      <a:pt x="6" y="199"/>
                    </a:moveTo>
                    <a:cubicBezTo>
                      <a:pt x="1" y="194"/>
                      <a:pt x="0" y="187"/>
                      <a:pt x="4" y="182"/>
                    </a:cubicBezTo>
                    <a:cubicBezTo>
                      <a:pt x="19" y="165"/>
                      <a:pt x="34" y="147"/>
                      <a:pt x="49" y="129"/>
                    </a:cubicBezTo>
                    <a:cubicBezTo>
                      <a:pt x="62" y="113"/>
                      <a:pt x="75" y="96"/>
                      <a:pt x="87" y="79"/>
                    </a:cubicBezTo>
                    <a:cubicBezTo>
                      <a:pt x="88" y="78"/>
                      <a:pt x="88" y="78"/>
                      <a:pt x="88" y="78"/>
                    </a:cubicBezTo>
                    <a:cubicBezTo>
                      <a:pt x="97" y="65"/>
                      <a:pt x="105" y="52"/>
                      <a:pt x="115" y="40"/>
                    </a:cubicBezTo>
                    <a:cubicBezTo>
                      <a:pt x="123" y="27"/>
                      <a:pt x="133" y="14"/>
                      <a:pt x="144" y="5"/>
                    </a:cubicBezTo>
                    <a:cubicBezTo>
                      <a:pt x="150" y="0"/>
                      <a:pt x="158" y="0"/>
                      <a:pt x="162" y="5"/>
                    </a:cubicBezTo>
                    <a:cubicBezTo>
                      <a:pt x="167" y="9"/>
                      <a:pt x="167" y="18"/>
                      <a:pt x="162" y="23"/>
                    </a:cubicBezTo>
                    <a:cubicBezTo>
                      <a:pt x="157" y="27"/>
                      <a:pt x="151" y="32"/>
                      <a:pt x="146" y="37"/>
                    </a:cubicBezTo>
                    <a:cubicBezTo>
                      <a:pt x="130" y="56"/>
                      <a:pt x="117" y="77"/>
                      <a:pt x="102" y="97"/>
                    </a:cubicBezTo>
                    <a:cubicBezTo>
                      <a:pt x="87" y="117"/>
                      <a:pt x="71" y="137"/>
                      <a:pt x="55" y="157"/>
                    </a:cubicBezTo>
                    <a:cubicBezTo>
                      <a:pt x="44" y="170"/>
                      <a:pt x="32" y="183"/>
                      <a:pt x="21" y="197"/>
                    </a:cubicBezTo>
                    <a:cubicBezTo>
                      <a:pt x="19" y="200"/>
                      <a:pt x="16" y="201"/>
                      <a:pt x="13" y="201"/>
                    </a:cubicBezTo>
                    <a:cubicBezTo>
                      <a:pt x="10" y="201"/>
                      <a:pt x="7" y="200"/>
                      <a:pt x="6" y="1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4" name="Google Shape;2044;p22"/>
              <p:cNvSpPr/>
              <p:nvPr/>
            </p:nvSpPr>
            <p:spPr>
              <a:xfrm>
                <a:off x="261360" y="866880"/>
                <a:ext cx="3348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93" h="35" extrusionOk="0">
                    <a:moveTo>
                      <a:pt x="80" y="34"/>
                    </a:moveTo>
                    <a:cubicBezTo>
                      <a:pt x="69" y="32"/>
                      <a:pt x="57" y="31"/>
                      <a:pt x="45" y="30"/>
                    </a:cubicBezTo>
                    <a:cubicBezTo>
                      <a:pt x="40" y="29"/>
                      <a:pt x="35" y="29"/>
                      <a:pt x="31" y="28"/>
                    </a:cubicBezTo>
                    <a:cubicBezTo>
                      <a:pt x="24" y="28"/>
                      <a:pt x="17" y="28"/>
                      <a:pt x="10" y="25"/>
                    </a:cubicBezTo>
                    <a:cubicBezTo>
                      <a:pt x="6" y="24"/>
                      <a:pt x="2" y="20"/>
                      <a:pt x="1" y="15"/>
                    </a:cubicBezTo>
                    <a:cubicBezTo>
                      <a:pt x="0" y="10"/>
                      <a:pt x="4" y="4"/>
                      <a:pt x="9" y="2"/>
                    </a:cubicBezTo>
                    <a:cubicBezTo>
                      <a:pt x="12" y="1"/>
                      <a:pt x="14" y="1"/>
                      <a:pt x="17" y="1"/>
                    </a:cubicBezTo>
                    <a:cubicBezTo>
                      <a:pt x="19" y="1"/>
                      <a:pt x="20" y="1"/>
                      <a:pt x="22" y="1"/>
                    </a:cubicBezTo>
                    <a:cubicBezTo>
                      <a:pt x="25" y="1"/>
                      <a:pt x="28" y="0"/>
                      <a:pt x="32" y="0"/>
                    </a:cubicBezTo>
                    <a:cubicBezTo>
                      <a:pt x="36" y="0"/>
                      <a:pt x="40" y="3"/>
                      <a:pt x="42" y="6"/>
                    </a:cubicBezTo>
                    <a:cubicBezTo>
                      <a:pt x="44" y="6"/>
                      <a:pt x="46" y="6"/>
                      <a:pt x="48" y="7"/>
                    </a:cubicBezTo>
                    <a:cubicBezTo>
                      <a:pt x="57" y="7"/>
                      <a:pt x="66" y="8"/>
                      <a:pt x="76" y="10"/>
                    </a:cubicBezTo>
                    <a:cubicBezTo>
                      <a:pt x="77" y="10"/>
                      <a:pt x="79" y="10"/>
                      <a:pt x="80" y="10"/>
                    </a:cubicBezTo>
                    <a:cubicBezTo>
                      <a:pt x="87" y="10"/>
                      <a:pt x="92" y="15"/>
                      <a:pt x="92" y="22"/>
                    </a:cubicBezTo>
                    <a:cubicBezTo>
                      <a:pt x="92" y="28"/>
                      <a:pt x="87" y="34"/>
                      <a:pt x="81" y="34"/>
                    </a:cubicBezTo>
                    <a:cubicBezTo>
                      <a:pt x="80" y="34"/>
                      <a:pt x="80" y="34"/>
                      <a:pt x="80" y="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5" name="Google Shape;2045;p22"/>
              <p:cNvSpPr/>
              <p:nvPr/>
            </p:nvSpPr>
            <p:spPr>
              <a:xfrm>
                <a:off x="260640" y="876960"/>
                <a:ext cx="52560" cy="18000"/>
              </a:xfrm>
              <a:custGeom>
                <a:avLst/>
                <a:gdLst/>
                <a:ahLst/>
                <a:cxnLst/>
                <a:rect l="l" t="t" r="r" b="b"/>
                <a:pathLst>
                  <a:path w="146" h="50" extrusionOk="0">
                    <a:moveTo>
                      <a:pt x="16" y="49"/>
                    </a:moveTo>
                    <a:cubicBezTo>
                      <a:pt x="12" y="48"/>
                      <a:pt x="8" y="46"/>
                      <a:pt x="4" y="43"/>
                    </a:cubicBezTo>
                    <a:cubicBezTo>
                      <a:pt x="1" y="40"/>
                      <a:pt x="0" y="35"/>
                      <a:pt x="1" y="31"/>
                    </a:cubicBezTo>
                    <a:cubicBezTo>
                      <a:pt x="2" y="29"/>
                      <a:pt x="2" y="27"/>
                      <a:pt x="4" y="25"/>
                    </a:cubicBezTo>
                    <a:cubicBezTo>
                      <a:pt x="5" y="24"/>
                      <a:pt x="7" y="22"/>
                      <a:pt x="8" y="21"/>
                    </a:cubicBezTo>
                    <a:cubicBezTo>
                      <a:pt x="14" y="17"/>
                      <a:pt x="21" y="19"/>
                      <a:pt x="25" y="24"/>
                    </a:cubicBezTo>
                    <a:lnTo>
                      <a:pt x="26" y="25"/>
                    </a:lnTo>
                    <a:cubicBezTo>
                      <a:pt x="27" y="25"/>
                      <a:pt x="28" y="24"/>
                      <a:pt x="29" y="24"/>
                    </a:cubicBezTo>
                    <a:cubicBezTo>
                      <a:pt x="29" y="24"/>
                      <a:pt x="28" y="24"/>
                      <a:pt x="28" y="25"/>
                    </a:cubicBezTo>
                    <a:cubicBezTo>
                      <a:pt x="38" y="24"/>
                      <a:pt x="49" y="22"/>
                      <a:pt x="60" y="20"/>
                    </a:cubicBezTo>
                    <a:cubicBezTo>
                      <a:pt x="65" y="19"/>
                      <a:pt x="71" y="18"/>
                      <a:pt x="76" y="17"/>
                    </a:cubicBezTo>
                    <a:cubicBezTo>
                      <a:pt x="82" y="15"/>
                      <a:pt x="88" y="13"/>
                      <a:pt x="93" y="12"/>
                    </a:cubicBezTo>
                    <a:cubicBezTo>
                      <a:pt x="106" y="8"/>
                      <a:pt x="117" y="5"/>
                      <a:pt x="130" y="1"/>
                    </a:cubicBezTo>
                    <a:cubicBezTo>
                      <a:pt x="135" y="0"/>
                      <a:pt x="141" y="4"/>
                      <a:pt x="143" y="10"/>
                    </a:cubicBezTo>
                    <a:cubicBezTo>
                      <a:pt x="145" y="15"/>
                      <a:pt x="141" y="21"/>
                      <a:pt x="135" y="23"/>
                    </a:cubicBezTo>
                    <a:cubicBezTo>
                      <a:pt x="125" y="26"/>
                      <a:pt x="114" y="29"/>
                      <a:pt x="104" y="32"/>
                    </a:cubicBezTo>
                    <a:cubicBezTo>
                      <a:pt x="97" y="35"/>
                      <a:pt x="89" y="37"/>
                      <a:pt x="82" y="39"/>
                    </a:cubicBezTo>
                    <a:cubicBezTo>
                      <a:pt x="72" y="41"/>
                      <a:pt x="63" y="43"/>
                      <a:pt x="54" y="45"/>
                    </a:cubicBezTo>
                    <a:cubicBezTo>
                      <a:pt x="47" y="46"/>
                      <a:pt x="40" y="47"/>
                      <a:pt x="33" y="48"/>
                    </a:cubicBezTo>
                    <a:cubicBezTo>
                      <a:pt x="29" y="49"/>
                      <a:pt x="26" y="49"/>
                      <a:pt x="23" y="49"/>
                    </a:cubicBezTo>
                    <a:cubicBezTo>
                      <a:pt x="21" y="49"/>
                      <a:pt x="19" y="49"/>
                      <a:pt x="16" y="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6" name="Google Shape;2046;p22"/>
              <p:cNvSpPr/>
              <p:nvPr/>
            </p:nvSpPr>
            <p:spPr>
              <a:xfrm>
                <a:off x="330480" y="833760"/>
                <a:ext cx="70200" cy="68400"/>
              </a:xfrm>
              <a:custGeom>
                <a:avLst/>
                <a:gdLst/>
                <a:ahLst/>
                <a:cxnLst/>
                <a:rect l="l" t="t" r="r" b="b"/>
                <a:pathLst>
                  <a:path w="195" h="190" extrusionOk="0">
                    <a:moveTo>
                      <a:pt x="53" y="166"/>
                    </a:moveTo>
                    <a:cubicBezTo>
                      <a:pt x="55" y="166"/>
                      <a:pt x="56" y="166"/>
                      <a:pt x="58" y="165"/>
                    </a:cubicBezTo>
                    <a:cubicBezTo>
                      <a:pt x="60" y="165"/>
                      <a:pt x="62" y="165"/>
                      <a:pt x="64" y="163"/>
                    </a:cubicBezTo>
                    <a:cubicBezTo>
                      <a:pt x="67" y="163"/>
                      <a:pt x="70" y="162"/>
                      <a:pt x="72" y="160"/>
                    </a:cubicBezTo>
                    <a:cubicBezTo>
                      <a:pt x="71" y="161"/>
                      <a:pt x="71" y="161"/>
                      <a:pt x="70" y="161"/>
                    </a:cubicBezTo>
                    <a:cubicBezTo>
                      <a:pt x="75" y="159"/>
                      <a:pt x="79" y="157"/>
                      <a:pt x="83" y="155"/>
                    </a:cubicBezTo>
                    <a:cubicBezTo>
                      <a:pt x="89" y="150"/>
                      <a:pt x="96" y="145"/>
                      <a:pt x="102" y="140"/>
                    </a:cubicBezTo>
                    <a:cubicBezTo>
                      <a:pt x="111" y="132"/>
                      <a:pt x="121" y="123"/>
                      <a:pt x="130" y="114"/>
                    </a:cubicBezTo>
                    <a:lnTo>
                      <a:pt x="129" y="114"/>
                    </a:lnTo>
                    <a:cubicBezTo>
                      <a:pt x="138" y="105"/>
                      <a:pt x="145" y="95"/>
                      <a:pt x="152" y="85"/>
                    </a:cubicBezTo>
                    <a:cubicBezTo>
                      <a:pt x="156" y="78"/>
                      <a:pt x="161" y="71"/>
                      <a:pt x="165" y="64"/>
                    </a:cubicBezTo>
                    <a:cubicBezTo>
                      <a:pt x="166" y="60"/>
                      <a:pt x="168" y="57"/>
                      <a:pt x="169" y="54"/>
                    </a:cubicBezTo>
                    <a:cubicBezTo>
                      <a:pt x="170" y="52"/>
                      <a:pt x="170" y="51"/>
                      <a:pt x="170" y="49"/>
                    </a:cubicBezTo>
                    <a:cubicBezTo>
                      <a:pt x="171" y="48"/>
                      <a:pt x="171" y="46"/>
                      <a:pt x="171" y="45"/>
                    </a:cubicBezTo>
                    <a:cubicBezTo>
                      <a:pt x="171" y="44"/>
                      <a:pt x="171" y="43"/>
                      <a:pt x="171" y="43"/>
                    </a:cubicBezTo>
                    <a:cubicBezTo>
                      <a:pt x="171" y="42"/>
                      <a:pt x="171" y="42"/>
                      <a:pt x="171" y="40"/>
                    </a:cubicBezTo>
                    <a:lnTo>
                      <a:pt x="171" y="41"/>
                    </a:lnTo>
                    <a:lnTo>
                      <a:pt x="171" y="40"/>
                    </a:lnTo>
                    <a:cubicBezTo>
                      <a:pt x="171" y="40"/>
                      <a:pt x="170" y="40"/>
                      <a:pt x="170" y="39"/>
                    </a:cubicBezTo>
                    <a:cubicBezTo>
                      <a:pt x="170" y="40"/>
                      <a:pt x="171" y="40"/>
                      <a:pt x="171" y="40"/>
                    </a:cubicBezTo>
                    <a:cubicBezTo>
                      <a:pt x="171" y="41"/>
                      <a:pt x="171" y="41"/>
                      <a:pt x="171" y="42"/>
                    </a:cubicBezTo>
                    <a:cubicBezTo>
                      <a:pt x="171" y="40"/>
                      <a:pt x="170" y="40"/>
                      <a:pt x="170" y="39"/>
                    </a:cubicBezTo>
                    <a:lnTo>
                      <a:pt x="170" y="38"/>
                    </a:lnTo>
                    <a:cubicBezTo>
                      <a:pt x="169" y="37"/>
                      <a:pt x="169" y="36"/>
                      <a:pt x="169" y="36"/>
                    </a:cubicBezTo>
                    <a:cubicBezTo>
                      <a:pt x="169" y="35"/>
                      <a:pt x="168" y="35"/>
                      <a:pt x="168" y="35"/>
                    </a:cubicBezTo>
                    <a:cubicBezTo>
                      <a:pt x="167" y="34"/>
                      <a:pt x="167" y="33"/>
                      <a:pt x="166" y="33"/>
                    </a:cubicBezTo>
                    <a:cubicBezTo>
                      <a:pt x="165" y="31"/>
                      <a:pt x="163" y="30"/>
                      <a:pt x="161" y="29"/>
                    </a:cubicBezTo>
                    <a:cubicBezTo>
                      <a:pt x="160" y="28"/>
                      <a:pt x="159" y="27"/>
                      <a:pt x="158" y="26"/>
                    </a:cubicBezTo>
                    <a:cubicBezTo>
                      <a:pt x="155" y="25"/>
                      <a:pt x="153" y="25"/>
                      <a:pt x="151" y="24"/>
                    </a:cubicBezTo>
                    <a:cubicBezTo>
                      <a:pt x="151" y="24"/>
                      <a:pt x="149" y="23"/>
                      <a:pt x="148" y="23"/>
                    </a:cubicBezTo>
                    <a:cubicBezTo>
                      <a:pt x="148" y="23"/>
                      <a:pt x="147" y="22"/>
                      <a:pt x="146" y="22"/>
                    </a:cubicBezTo>
                    <a:cubicBezTo>
                      <a:pt x="145" y="22"/>
                      <a:pt x="144" y="22"/>
                      <a:pt x="142" y="22"/>
                    </a:cubicBezTo>
                    <a:cubicBezTo>
                      <a:pt x="139" y="23"/>
                      <a:pt x="136" y="23"/>
                      <a:pt x="133" y="24"/>
                    </a:cubicBezTo>
                    <a:cubicBezTo>
                      <a:pt x="131" y="24"/>
                      <a:pt x="128" y="25"/>
                      <a:pt x="126" y="25"/>
                    </a:cubicBezTo>
                    <a:cubicBezTo>
                      <a:pt x="123" y="26"/>
                      <a:pt x="120" y="28"/>
                      <a:pt x="117" y="29"/>
                    </a:cubicBezTo>
                    <a:cubicBezTo>
                      <a:pt x="113" y="31"/>
                      <a:pt x="109" y="33"/>
                      <a:pt x="105" y="36"/>
                    </a:cubicBezTo>
                    <a:cubicBezTo>
                      <a:pt x="102" y="38"/>
                      <a:pt x="98" y="40"/>
                      <a:pt x="95" y="43"/>
                    </a:cubicBezTo>
                    <a:cubicBezTo>
                      <a:pt x="93" y="45"/>
                      <a:pt x="91" y="47"/>
                      <a:pt x="89" y="49"/>
                    </a:cubicBezTo>
                    <a:cubicBezTo>
                      <a:pt x="86" y="52"/>
                      <a:pt x="84" y="54"/>
                      <a:pt x="82" y="58"/>
                    </a:cubicBezTo>
                    <a:cubicBezTo>
                      <a:pt x="80" y="60"/>
                      <a:pt x="78" y="63"/>
                      <a:pt x="77" y="67"/>
                    </a:cubicBezTo>
                    <a:cubicBezTo>
                      <a:pt x="70" y="78"/>
                      <a:pt x="65" y="91"/>
                      <a:pt x="61" y="104"/>
                    </a:cubicBezTo>
                    <a:cubicBezTo>
                      <a:pt x="60" y="105"/>
                      <a:pt x="60" y="106"/>
                      <a:pt x="60" y="108"/>
                    </a:cubicBezTo>
                    <a:cubicBezTo>
                      <a:pt x="57" y="113"/>
                      <a:pt x="50" y="116"/>
                      <a:pt x="45" y="113"/>
                    </a:cubicBezTo>
                    <a:cubicBezTo>
                      <a:pt x="42" y="112"/>
                      <a:pt x="40" y="110"/>
                      <a:pt x="39" y="107"/>
                    </a:cubicBezTo>
                    <a:cubicBezTo>
                      <a:pt x="38" y="105"/>
                      <a:pt x="38" y="102"/>
                      <a:pt x="39" y="99"/>
                    </a:cubicBezTo>
                    <a:cubicBezTo>
                      <a:pt x="39" y="99"/>
                      <a:pt x="39" y="98"/>
                      <a:pt x="40" y="98"/>
                    </a:cubicBezTo>
                    <a:cubicBezTo>
                      <a:pt x="43" y="88"/>
                      <a:pt x="47" y="78"/>
                      <a:pt x="51" y="68"/>
                    </a:cubicBezTo>
                    <a:cubicBezTo>
                      <a:pt x="54" y="61"/>
                      <a:pt x="57" y="55"/>
                      <a:pt x="61" y="49"/>
                    </a:cubicBezTo>
                    <a:lnTo>
                      <a:pt x="60" y="49"/>
                    </a:lnTo>
                    <a:cubicBezTo>
                      <a:pt x="58" y="51"/>
                      <a:pt x="56" y="53"/>
                      <a:pt x="54" y="54"/>
                    </a:cubicBezTo>
                    <a:cubicBezTo>
                      <a:pt x="54" y="54"/>
                      <a:pt x="55" y="54"/>
                      <a:pt x="56" y="54"/>
                    </a:cubicBezTo>
                    <a:cubicBezTo>
                      <a:pt x="53" y="56"/>
                      <a:pt x="51" y="57"/>
                      <a:pt x="49" y="60"/>
                    </a:cubicBezTo>
                    <a:cubicBezTo>
                      <a:pt x="46" y="63"/>
                      <a:pt x="43" y="67"/>
                      <a:pt x="40" y="70"/>
                    </a:cubicBezTo>
                    <a:cubicBezTo>
                      <a:pt x="38" y="74"/>
                      <a:pt x="36" y="77"/>
                      <a:pt x="34" y="81"/>
                    </a:cubicBezTo>
                    <a:cubicBezTo>
                      <a:pt x="32" y="85"/>
                      <a:pt x="30" y="89"/>
                      <a:pt x="28" y="94"/>
                    </a:cubicBezTo>
                    <a:cubicBezTo>
                      <a:pt x="27" y="97"/>
                      <a:pt x="26" y="100"/>
                      <a:pt x="26" y="103"/>
                    </a:cubicBezTo>
                    <a:cubicBezTo>
                      <a:pt x="25" y="107"/>
                      <a:pt x="24" y="112"/>
                      <a:pt x="24" y="117"/>
                    </a:cubicBezTo>
                    <a:cubicBezTo>
                      <a:pt x="24" y="122"/>
                      <a:pt x="24" y="127"/>
                      <a:pt x="24" y="132"/>
                    </a:cubicBezTo>
                    <a:cubicBezTo>
                      <a:pt x="24" y="134"/>
                      <a:pt x="24" y="136"/>
                      <a:pt x="24" y="138"/>
                    </a:cubicBezTo>
                    <a:cubicBezTo>
                      <a:pt x="25" y="139"/>
                      <a:pt x="25" y="141"/>
                      <a:pt x="25" y="142"/>
                    </a:cubicBezTo>
                    <a:lnTo>
                      <a:pt x="26" y="143"/>
                    </a:lnTo>
                    <a:cubicBezTo>
                      <a:pt x="26" y="143"/>
                      <a:pt x="26" y="142"/>
                      <a:pt x="25" y="142"/>
                    </a:cubicBezTo>
                    <a:cubicBezTo>
                      <a:pt x="26" y="144"/>
                      <a:pt x="27" y="146"/>
                      <a:pt x="28" y="148"/>
                    </a:cubicBezTo>
                    <a:cubicBezTo>
                      <a:pt x="28" y="149"/>
                      <a:pt x="29" y="150"/>
                      <a:pt x="30" y="152"/>
                    </a:cubicBezTo>
                    <a:cubicBezTo>
                      <a:pt x="30" y="153"/>
                      <a:pt x="32" y="154"/>
                      <a:pt x="32" y="155"/>
                    </a:cubicBezTo>
                    <a:cubicBezTo>
                      <a:pt x="33" y="156"/>
                      <a:pt x="34" y="157"/>
                      <a:pt x="35" y="158"/>
                    </a:cubicBezTo>
                    <a:cubicBezTo>
                      <a:pt x="36" y="159"/>
                      <a:pt x="37" y="159"/>
                      <a:pt x="38" y="160"/>
                    </a:cubicBezTo>
                    <a:cubicBezTo>
                      <a:pt x="40" y="162"/>
                      <a:pt x="42" y="163"/>
                      <a:pt x="44" y="164"/>
                    </a:cubicBezTo>
                    <a:cubicBezTo>
                      <a:pt x="44" y="164"/>
                      <a:pt x="45" y="164"/>
                      <a:pt x="45" y="165"/>
                    </a:cubicBezTo>
                    <a:cubicBezTo>
                      <a:pt x="47" y="165"/>
                      <a:pt x="48" y="165"/>
                      <a:pt x="50" y="166"/>
                    </a:cubicBezTo>
                    <a:lnTo>
                      <a:pt x="51" y="166"/>
                    </a:lnTo>
                    <a:cubicBezTo>
                      <a:pt x="52" y="166"/>
                      <a:pt x="53" y="166"/>
                      <a:pt x="53" y="166"/>
                    </a:cubicBezTo>
                    <a:moveTo>
                      <a:pt x="37" y="186"/>
                    </a:moveTo>
                    <a:cubicBezTo>
                      <a:pt x="30" y="184"/>
                      <a:pt x="25" y="180"/>
                      <a:pt x="19" y="175"/>
                    </a:cubicBezTo>
                    <a:cubicBezTo>
                      <a:pt x="10" y="167"/>
                      <a:pt x="5" y="155"/>
                      <a:pt x="2" y="143"/>
                    </a:cubicBezTo>
                    <a:cubicBezTo>
                      <a:pt x="1" y="137"/>
                      <a:pt x="1" y="130"/>
                      <a:pt x="0" y="123"/>
                    </a:cubicBezTo>
                    <a:cubicBezTo>
                      <a:pt x="0" y="116"/>
                      <a:pt x="1" y="108"/>
                      <a:pt x="3" y="101"/>
                    </a:cubicBezTo>
                    <a:cubicBezTo>
                      <a:pt x="5" y="87"/>
                      <a:pt x="10" y="74"/>
                      <a:pt x="17" y="62"/>
                    </a:cubicBezTo>
                    <a:cubicBezTo>
                      <a:pt x="21" y="56"/>
                      <a:pt x="25" y="50"/>
                      <a:pt x="30" y="44"/>
                    </a:cubicBezTo>
                    <a:cubicBezTo>
                      <a:pt x="35" y="38"/>
                      <a:pt x="40" y="34"/>
                      <a:pt x="46" y="29"/>
                    </a:cubicBezTo>
                    <a:cubicBezTo>
                      <a:pt x="51" y="25"/>
                      <a:pt x="59" y="26"/>
                      <a:pt x="63" y="32"/>
                    </a:cubicBezTo>
                    <a:cubicBezTo>
                      <a:pt x="65" y="35"/>
                      <a:pt x="66" y="40"/>
                      <a:pt x="65" y="43"/>
                    </a:cubicBezTo>
                    <a:cubicBezTo>
                      <a:pt x="69" y="38"/>
                      <a:pt x="73" y="33"/>
                      <a:pt x="78" y="28"/>
                    </a:cubicBezTo>
                    <a:cubicBezTo>
                      <a:pt x="84" y="23"/>
                      <a:pt x="90" y="19"/>
                      <a:pt x="96" y="15"/>
                    </a:cubicBezTo>
                    <a:cubicBezTo>
                      <a:pt x="104" y="10"/>
                      <a:pt x="111" y="6"/>
                      <a:pt x="120" y="4"/>
                    </a:cubicBezTo>
                    <a:cubicBezTo>
                      <a:pt x="127" y="1"/>
                      <a:pt x="135" y="0"/>
                      <a:pt x="143" y="0"/>
                    </a:cubicBezTo>
                    <a:cubicBezTo>
                      <a:pt x="147" y="0"/>
                      <a:pt x="151" y="0"/>
                      <a:pt x="154" y="1"/>
                    </a:cubicBezTo>
                    <a:cubicBezTo>
                      <a:pt x="159" y="2"/>
                      <a:pt x="163" y="4"/>
                      <a:pt x="167" y="6"/>
                    </a:cubicBezTo>
                    <a:cubicBezTo>
                      <a:pt x="174" y="9"/>
                      <a:pt x="180" y="14"/>
                      <a:pt x="184" y="19"/>
                    </a:cubicBezTo>
                    <a:cubicBezTo>
                      <a:pt x="190" y="25"/>
                      <a:pt x="192" y="32"/>
                      <a:pt x="193" y="39"/>
                    </a:cubicBezTo>
                    <a:cubicBezTo>
                      <a:pt x="194" y="42"/>
                      <a:pt x="194" y="46"/>
                      <a:pt x="193" y="49"/>
                    </a:cubicBezTo>
                    <a:cubicBezTo>
                      <a:pt x="192" y="53"/>
                      <a:pt x="191" y="57"/>
                      <a:pt x="190" y="60"/>
                    </a:cubicBezTo>
                    <a:cubicBezTo>
                      <a:pt x="187" y="67"/>
                      <a:pt x="184" y="75"/>
                      <a:pt x="180" y="82"/>
                    </a:cubicBezTo>
                    <a:cubicBezTo>
                      <a:pt x="176" y="87"/>
                      <a:pt x="173" y="92"/>
                      <a:pt x="169" y="98"/>
                    </a:cubicBezTo>
                    <a:cubicBezTo>
                      <a:pt x="165" y="103"/>
                      <a:pt x="161" y="109"/>
                      <a:pt x="157" y="115"/>
                    </a:cubicBezTo>
                    <a:cubicBezTo>
                      <a:pt x="148" y="127"/>
                      <a:pt x="138" y="138"/>
                      <a:pt x="127" y="148"/>
                    </a:cubicBezTo>
                    <a:cubicBezTo>
                      <a:pt x="117" y="158"/>
                      <a:pt x="105" y="167"/>
                      <a:pt x="93" y="175"/>
                    </a:cubicBezTo>
                    <a:cubicBezTo>
                      <a:pt x="82" y="183"/>
                      <a:pt x="68" y="189"/>
                      <a:pt x="54" y="189"/>
                    </a:cubicBezTo>
                    <a:lnTo>
                      <a:pt x="53" y="189"/>
                    </a:lnTo>
                    <a:cubicBezTo>
                      <a:pt x="47" y="189"/>
                      <a:pt x="42" y="188"/>
                      <a:pt x="37" y="1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7" name="Google Shape;2047;p22"/>
              <p:cNvSpPr/>
              <p:nvPr/>
            </p:nvSpPr>
            <p:spPr>
              <a:xfrm>
                <a:off x="387000" y="889560"/>
                <a:ext cx="21240" cy="44640"/>
              </a:xfrm>
              <a:custGeom>
                <a:avLst/>
                <a:gdLst/>
                <a:ahLst/>
                <a:cxnLst/>
                <a:rect l="l" t="t" r="r" b="b"/>
                <a:pathLst>
                  <a:path w="59" h="124" extrusionOk="0">
                    <a:moveTo>
                      <a:pt x="8" y="121"/>
                    </a:moveTo>
                    <a:cubicBezTo>
                      <a:pt x="2" y="119"/>
                      <a:pt x="0" y="111"/>
                      <a:pt x="3" y="106"/>
                    </a:cubicBezTo>
                    <a:cubicBezTo>
                      <a:pt x="7" y="100"/>
                      <a:pt x="10" y="94"/>
                      <a:pt x="13" y="88"/>
                    </a:cubicBezTo>
                    <a:cubicBezTo>
                      <a:pt x="16" y="82"/>
                      <a:pt x="19" y="75"/>
                      <a:pt x="21" y="69"/>
                    </a:cubicBezTo>
                    <a:cubicBezTo>
                      <a:pt x="24" y="64"/>
                      <a:pt x="25" y="58"/>
                      <a:pt x="26" y="53"/>
                    </a:cubicBezTo>
                    <a:cubicBezTo>
                      <a:pt x="28" y="42"/>
                      <a:pt x="31" y="30"/>
                      <a:pt x="32" y="18"/>
                    </a:cubicBezTo>
                    <a:cubicBezTo>
                      <a:pt x="33" y="16"/>
                      <a:pt x="33" y="14"/>
                      <a:pt x="33" y="12"/>
                    </a:cubicBezTo>
                    <a:cubicBezTo>
                      <a:pt x="33" y="6"/>
                      <a:pt x="38" y="0"/>
                      <a:pt x="45" y="0"/>
                    </a:cubicBezTo>
                    <a:cubicBezTo>
                      <a:pt x="52" y="0"/>
                      <a:pt x="58" y="6"/>
                      <a:pt x="58" y="13"/>
                    </a:cubicBezTo>
                    <a:cubicBezTo>
                      <a:pt x="57" y="21"/>
                      <a:pt x="56" y="28"/>
                      <a:pt x="54" y="35"/>
                    </a:cubicBezTo>
                    <a:cubicBezTo>
                      <a:pt x="53" y="43"/>
                      <a:pt x="51" y="51"/>
                      <a:pt x="49" y="58"/>
                    </a:cubicBezTo>
                    <a:cubicBezTo>
                      <a:pt x="44" y="80"/>
                      <a:pt x="35" y="99"/>
                      <a:pt x="23" y="117"/>
                    </a:cubicBezTo>
                    <a:cubicBezTo>
                      <a:pt x="21" y="121"/>
                      <a:pt x="17" y="123"/>
                      <a:pt x="13" y="123"/>
                    </a:cubicBezTo>
                    <a:cubicBezTo>
                      <a:pt x="11" y="123"/>
                      <a:pt x="9" y="123"/>
                      <a:pt x="8" y="1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8" name="Google Shape;2048;p22"/>
              <p:cNvSpPr/>
              <p:nvPr/>
            </p:nvSpPr>
            <p:spPr>
              <a:xfrm>
                <a:off x="461520" y="828000"/>
                <a:ext cx="58680" cy="135720"/>
              </a:xfrm>
              <a:custGeom>
                <a:avLst/>
                <a:gdLst/>
                <a:ahLst/>
                <a:cxnLst/>
                <a:rect l="l" t="t" r="r" b="b"/>
                <a:pathLst>
                  <a:path w="163" h="377" extrusionOk="0">
                    <a:moveTo>
                      <a:pt x="59" y="352"/>
                    </a:moveTo>
                    <a:lnTo>
                      <a:pt x="60" y="352"/>
                    </a:lnTo>
                    <a:cubicBezTo>
                      <a:pt x="60" y="351"/>
                      <a:pt x="61" y="351"/>
                      <a:pt x="61" y="351"/>
                    </a:cubicBezTo>
                    <a:lnTo>
                      <a:pt x="60" y="351"/>
                    </a:lnTo>
                    <a:lnTo>
                      <a:pt x="61" y="351"/>
                    </a:lnTo>
                    <a:cubicBezTo>
                      <a:pt x="61" y="351"/>
                      <a:pt x="62" y="350"/>
                      <a:pt x="63" y="349"/>
                    </a:cubicBezTo>
                    <a:cubicBezTo>
                      <a:pt x="62" y="350"/>
                      <a:pt x="62" y="350"/>
                      <a:pt x="61" y="350"/>
                    </a:cubicBezTo>
                    <a:lnTo>
                      <a:pt x="62" y="350"/>
                    </a:lnTo>
                    <a:cubicBezTo>
                      <a:pt x="62" y="350"/>
                      <a:pt x="63" y="349"/>
                      <a:pt x="63" y="348"/>
                    </a:cubicBezTo>
                    <a:cubicBezTo>
                      <a:pt x="64" y="345"/>
                      <a:pt x="66" y="342"/>
                      <a:pt x="67" y="338"/>
                    </a:cubicBezTo>
                    <a:cubicBezTo>
                      <a:pt x="72" y="322"/>
                      <a:pt x="76" y="305"/>
                      <a:pt x="80" y="289"/>
                    </a:cubicBezTo>
                    <a:cubicBezTo>
                      <a:pt x="82" y="277"/>
                      <a:pt x="85" y="266"/>
                      <a:pt x="87" y="255"/>
                    </a:cubicBezTo>
                    <a:cubicBezTo>
                      <a:pt x="87" y="248"/>
                      <a:pt x="88" y="241"/>
                      <a:pt x="89" y="233"/>
                    </a:cubicBezTo>
                    <a:cubicBezTo>
                      <a:pt x="84" y="237"/>
                      <a:pt x="80" y="241"/>
                      <a:pt x="75" y="245"/>
                    </a:cubicBezTo>
                    <a:cubicBezTo>
                      <a:pt x="66" y="252"/>
                      <a:pt x="58" y="259"/>
                      <a:pt x="50" y="267"/>
                    </a:cubicBezTo>
                    <a:cubicBezTo>
                      <a:pt x="47" y="270"/>
                      <a:pt x="44" y="274"/>
                      <a:pt x="41" y="278"/>
                    </a:cubicBezTo>
                    <a:cubicBezTo>
                      <a:pt x="38" y="283"/>
                      <a:pt x="35" y="288"/>
                      <a:pt x="32" y="294"/>
                    </a:cubicBezTo>
                    <a:cubicBezTo>
                      <a:pt x="31" y="296"/>
                      <a:pt x="29" y="299"/>
                      <a:pt x="28" y="303"/>
                    </a:cubicBezTo>
                    <a:cubicBezTo>
                      <a:pt x="27" y="304"/>
                      <a:pt x="27" y="306"/>
                      <a:pt x="27" y="308"/>
                    </a:cubicBezTo>
                    <a:cubicBezTo>
                      <a:pt x="26" y="310"/>
                      <a:pt x="26" y="312"/>
                      <a:pt x="25" y="314"/>
                    </a:cubicBezTo>
                    <a:cubicBezTo>
                      <a:pt x="25" y="316"/>
                      <a:pt x="25" y="318"/>
                      <a:pt x="25" y="320"/>
                    </a:cubicBezTo>
                    <a:cubicBezTo>
                      <a:pt x="25" y="322"/>
                      <a:pt x="25" y="323"/>
                      <a:pt x="26" y="324"/>
                    </a:cubicBezTo>
                    <a:cubicBezTo>
                      <a:pt x="26" y="327"/>
                      <a:pt x="27" y="329"/>
                      <a:pt x="27" y="330"/>
                    </a:cubicBezTo>
                    <a:cubicBezTo>
                      <a:pt x="28" y="331"/>
                      <a:pt x="28" y="332"/>
                      <a:pt x="28" y="333"/>
                    </a:cubicBezTo>
                    <a:cubicBezTo>
                      <a:pt x="29" y="334"/>
                      <a:pt x="30" y="336"/>
                      <a:pt x="30" y="337"/>
                    </a:cubicBezTo>
                    <a:cubicBezTo>
                      <a:pt x="31" y="337"/>
                      <a:pt x="32" y="338"/>
                      <a:pt x="32" y="340"/>
                    </a:cubicBezTo>
                    <a:cubicBezTo>
                      <a:pt x="34" y="341"/>
                      <a:pt x="34" y="341"/>
                      <a:pt x="35" y="343"/>
                    </a:cubicBezTo>
                    <a:cubicBezTo>
                      <a:pt x="36" y="343"/>
                      <a:pt x="38" y="344"/>
                      <a:pt x="39" y="345"/>
                    </a:cubicBezTo>
                    <a:cubicBezTo>
                      <a:pt x="40" y="346"/>
                      <a:pt x="41" y="347"/>
                      <a:pt x="43" y="348"/>
                    </a:cubicBezTo>
                    <a:cubicBezTo>
                      <a:pt x="45" y="348"/>
                      <a:pt x="46" y="350"/>
                      <a:pt x="48" y="350"/>
                    </a:cubicBezTo>
                    <a:cubicBezTo>
                      <a:pt x="50" y="351"/>
                      <a:pt x="52" y="351"/>
                      <a:pt x="53" y="351"/>
                    </a:cubicBezTo>
                    <a:cubicBezTo>
                      <a:pt x="55" y="352"/>
                      <a:pt x="56" y="352"/>
                      <a:pt x="57" y="352"/>
                    </a:cubicBezTo>
                    <a:cubicBezTo>
                      <a:pt x="57" y="352"/>
                      <a:pt x="58" y="352"/>
                      <a:pt x="59" y="352"/>
                    </a:cubicBezTo>
                    <a:moveTo>
                      <a:pt x="36" y="371"/>
                    </a:moveTo>
                    <a:cubicBezTo>
                      <a:pt x="22" y="365"/>
                      <a:pt x="10" y="353"/>
                      <a:pt x="5" y="338"/>
                    </a:cubicBezTo>
                    <a:cubicBezTo>
                      <a:pt x="0" y="324"/>
                      <a:pt x="1" y="308"/>
                      <a:pt x="7" y="293"/>
                    </a:cubicBezTo>
                    <a:cubicBezTo>
                      <a:pt x="10" y="285"/>
                      <a:pt x="14" y="279"/>
                      <a:pt x="18" y="273"/>
                    </a:cubicBezTo>
                    <a:cubicBezTo>
                      <a:pt x="22" y="266"/>
                      <a:pt x="27" y="259"/>
                      <a:pt x="33" y="253"/>
                    </a:cubicBezTo>
                    <a:cubicBezTo>
                      <a:pt x="39" y="247"/>
                      <a:pt x="45" y="241"/>
                      <a:pt x="51" y="236"/>
                    </a:cubicBezTo>
                    <a:cubicBezTo>
                      <a:pt x="55" y="233"/>
                      <a:pt x="59" y="229"/>
                      <a:pt x="63" y="227"/>
                    </a:cubicBezTo>
                    <a:cubicBezTo>
                      <a:pt x="73" y="218"/>
                      <a:pt x="82" y="211"/>
                      <a:pt x="92" y="203"/>
                    </a:cubicBezTo>
                    <a:cubicBezTo>
                      <a:pt x="94" y="195"/>
                      <a:pt x="94" y="188"/>
                      <a:pt x="95" y="181"/>
                    </a:cubicBezTo>
                    <a:cubicBezTo>
                      <a:pt x="96" y="175"/>
                      <a:pt x="96" y="169"/>
                      <a:pt x="98" y="163"/>
                    </a:cubicBezTo>
                    <a:cubicBezTo>
                      <a:pt x="99" y="155"/>
                      <a:pt x="100" y="148"/>
                      <a:pt x="101" y="142"/>
                    </a:cubicBezTo>
                    <a:cubicBezTo>
                      <a:pt x="102" y="136"/>
                      <a:pt x="102" y="131"/>
                      <a:pt x="104" y="126"/>
                    </a:cubicBezTo>
                    <a:cubicBezTo>
                      <a:pt x="105" y="121"/>
                      <a:pt x="106" y="115"/>
                      <a:pt x="108" y="110"/>
                    </a:cubicBezTo>
                    <a:cubicBezTo>
                      <a:pt x="108" y="108"/>
                      <a:pt x="108" y="107"/>
                      <a:pt x="108" y="105"/>
                    </a:cubicBezTo>
                    <a:cubicBezTo>
                      <a:pt x="105" y="110"/>
                      <a:pt x="102" y="115"/>
                      <a:pt x="98" y="120"/>
                    </a:cubicBezTo>
                    <a:cubicBezTo>
                      <a:pt x="90" y="132"/>
                      <a:pt x="80" y="143"/>
                      <a:pt x="68" y="153"/>
                    </a:cubicBezTo>
                    <a:cubicBezTo>
                      <a:pt x="63" y="158"/>
                      <a:pt x="57" y="162"/>
                      <a:pt x="50" y="165"/>
                    </a:cubicBezTo>
                    <a:cubicBezTo>
                      <a:pt x="43" y="168"/>
                      <a:pt x="35" y="168"/>
                      <a:pt x="28" y="165"/>
                    </a:cubicBezTo>
                    <a:cubicBezTo>
                      <a:pt x="24" y="164"/>
                      <a:pt x="20" y="162"/>
                      <a:pt x="17" y="159"/>
                    </a:cubicBezTo>
                    <a:cubicBezTo>
                      <a:pt x="14" y="155"/>
                      <a:pt x="13" y="151"/>
                      <a:pt x="11" y="146"/>
                    </a:cubicBezTo>
                    <a:cubicBezTo>
                      <a:pt x="10" y="135"/>
                      <a:pt x="11" y="124"/>
                      <a:pt x="12" y="113"/>
                    </a:cubicBezTo>
                    <a:cubicBezTo>
                      <a:pt x="13" y="102"/>
                      <a:pt x="16" y="92"/>
                      <a:pt x="18" y="81"/>
                    </a:cubicBezTo>
                    <a:cubicBezTo>
                      <a:pt x="20" y="74"/>
                      <a:pt x="23" y="66"/>
                      <a:pt x="25" y="58"/>
                    </a:cubicBezTo>
                    <a:cubicBezTo>
                      <a:pt x="27" y="51"/>
                      <a:pt x="30" y="43"/>
                      <a:pt x="32" y="35"/>
                    </a:cubicBezTo>
                    <a:lnTo>
                      <a:pt x="32" y="34"/>
                    </a:lnTo>
                    <a:cubicBezTo>
                      <a:pt x="34" y="27"/>
                      <a:pt x="41" y="23"/>
                      <a:pt x="48" y="25"/>
                    </a:cubicBezTo>
                    <a:cubicBezTo>
                      <a:pt x="55" y="27"/>
                      <a:pt x="57" y="34"/>
                      <a:pt x="56" y="41"/>
                    </a:cubicBezTo>
                    <a:cubicBezTo>
                      <a:pt x="56" y="42"/>
                      <a:pt x="56" y="42"/>
                      <a:pt x="55" y="43"/>
                    </a:cubicBezTo>
                    <a:cubicBezTo>
                      <a:pt x="49" y="61"/>
                      <a:pt x="43" y="79"/>
                      <a:pt x="38" y="97"/>
                    </a:cubicBezTo>
                    <a:cubicBezTo>
                      <a:pt x="38" y="100"/>
                      <a:pt x="37" y="102"/>
                      <a:pt x="36" y="106"/>
                    </a:cubicBezTo>
                    <a:cubicBezTo>
                      <a:pt x="35" y="111"/>
                      <a:pt x="35" y="117"/>
                      <a:pt x="34" y="122"/>
                    </a:cubicBezTo>
                    <a:cubicBezTo>
                      <a:pt x="34" y="127"/>
                      <a:pt x="34" y="131"/>
                      <a:pt x="34" y="135"/>
                    </a:cubicBezTo>
                    <a:cubicBezTo>
                      <a:pt x="34" y="137"/>
                      <a:pt x="34" y="139"/>
                      <a:pt x="35" y="141"/>
                    </a:cubicBezTo>
                    <a:lnTo>
                      <a:pt x="35" y="142"/>
                    </a:lnTo>
                    <a:lnTo>
                      <a:pt x="35" y="143"/>
                    </a:lnTo>
                    <a:cubicBezTo>
                      <a:pt x="36" y="143"/>
                      <a:pt x="36" y="143"/>
                      <a:pt x="36" y="143"/>
                    </a:cubicBezTo>
                    <a:cubicBezTo>
                      <a:pt x="37" y="143"/>
                      <a:pt x="37" y="143"/>
                      <a:pt x="38" y="143"/>
                    </a:cubicBezTo>
                    <a:cubicBezTo>
                      <a:pt x="38" y="143"/>
                      <a:pt x="39" y="143"/>
                      <a:pt x="40" y="143"/>
                    </a:cubicBezTo>
                    <a:cubicBezTo>
                      <a:pt x="41" y="143"/>
                      <a:pt x="41" y="143"/>
                      <a:pt x="42" y="143"/>
                    </a:cubicBezTo>
                    <a:cubicBezTo>
                      <a:pt x="43" y="142"/>
                      <a:pt x="43" y="142"/>
                      <a:pt x="44" y="142"/>
                    </a:cubicBezTo>
                    <a:cubicBezTo>
                      <a:pt x="45" y="142"/>
                      <a:pt x="45" y="141"/>
                      <a:pt x="46" y="140"/>
                    </a:cubicBezTo>
                    <a:cubicBezTo>
                      <a:pt x="49" y="139"/>
                      <a:pt x="52" y="137"/>
                      <a:pt x="55" y="135"/>
                    </a:cubicBezTo>
                    <a:cubicBezTo>
                      <a:pt x="54" y="135"/>
                      <a:pt x="54" y="135"/>
                      <a:pt x="54" y="135"/>
                    </a:cubicBezTo>
                    <a:lnTo>
                      <a:pt x="55" y="135"/>
                    </a:lnTo>
                    <a:cubicBezTo>
                      <a:pt x="55" y="134"/>
                      <a:pt x="55" y="134"/>
                      <a:pt x="55" y="134"/>
                    </a:cubicBezTo>
                    <a:cubicBezTo>
                      <a:pt x="60" y="130"/>
                      <a:pt x="64" y="125"/>
                      <a:pt x="69" y="120"/>
                    </a:cubicBezTo>
                    <a:cubicBezTo>
                      <a:pt x="78" y="111"/>
                      <a:pt x="85" y="100"/>
                      <a:pt x="92" y="89"/>
                    </a:cubicBezTo>
                    <a:cubicBezTo>
                      <a:pt x="98" y="81"/>
                      <a:pt x="103" y="72"/>
                      <a:pt x="109" y="63"/>
                    </a:cubicBezTo>
                    <a:cubicBezTo>
                      <a:pt x="115" y="54"/>
                      <a:pt x="120" y="43"/>
                      <a:pt x="126" y="33"/>
                    </a:cubicBezTo>
                    <a:cubicBezTo>
                      <a:pt x="126" y="33"/>
                      <a:pt x="126" y="34"/>
                      <a:pt x="125" y="34"/>
                    </a:cubicBezTo>
                    <a:cubicBezTo>
                      <a:pt x="126" y="34"/>
                      <a:pt x="126" y="33"/>
                      <a:pt x="126" y="33"/>
                    </a:cubicBezTo>
                    <a:cubicBezTo>
                      <a:pt x="127" y="30"/>
                      <a:pt x="129" y="27"/>
                      <a:pt x="130" y="24"/>
                    </a:cubicBezTo>
                    <a:cubicBezTo>
                      <a:pt x="130" y="24"/>
                      <a:pt x="131" y="24"/>
                      <a:pt x="131" y="23"/>
                    </a:cubicBezTo>
                    <a:lnTo>
                      <a:pt x="131" y="22"/>
                    </a:lnTo>
                    <a:cubicBezTo>
                      <a:pt x="133" y="19"/>
                      <a:pt x="134" y="16"/>
                      <a:pt x="135" y="14"/>
                    </a:cubicBezTo>
                    <a:cubicBezTo>
                      <a:pt x="136" y="12"/>
                      <a:pt x="137" y="10"/>
                      <a:pt x="138" y="9"/>
                    </a:cubicBezTo>
                    <a:cubicBezTo>
                      <a:pt x="140" y="6"/>
                      <a:pt x="141" y="5"/>
                      <a:pt x="144" y="3"/>
                    </a:cubicBezTo>
                    <a:cubicBezTo>
                      <a:pt x="152" y="0"/>
                      <a:pt x="162" y="9"/>
                      <a:pt x="159" y="17"/>
                    </a:cubicBezTo>
                    <a:cubicBezTo>
                      <a:pt x="156" y="27"/>
                      <a:pt x="153" y="36"/>
                      <a:pt x="149" y="45"/>
                    </a:cubicBezTo>
                    <a:cubicBezTo>
                      <a:pt x="147" y="52"/>
                      <a:pt x="144" y="60"/>
                      <a:pt x="142" y="68"/>
                    </a:cubicBezTo>
                    <a:cubicBezTo>
                      <a:pt x="139" y="75"/>
                      <a:pt x="137" y="82"/>
                      <a:pt x="135" y="90"/>
                    </a:cubicBezTo>
                    <a:cubicBezTo>
                      <a:pt x="131" y="103"/>
                      <a:pt x="128" y="117"/>
                      <a:pt x="124" y="131"/>
                    </a:cubicBezTo>
                    <a:cubicBezTo>
                      <a:pt x="123" y="137"/>
                      <a:pt x="123" y="143"/>
                      <a:pt x="122" y="148"/>
                    </a:cubicBezTo>
                    <a:cubicBezTo>
                      <a:pt x="120" y="154"/>
                      <a:pt x="119" y="160"/>
                      <a:pt x="118" y="166"/>
                    </a:cubicBezTo>
                    <a:cubicBezTo>
                      <a:pt x="117" y="172"/>
                      <a:pt x="116" y="179"/>
                      <a:pt x="116" y="185"/>
                    </a:cubicBezTo>
                    <a:cubicBezTo>
                      <a:pt x="118" y="183"/>
                      <a:pt x="120" y="182"/>
                      <a:pt x="122" y="180"/>
                    </a:cubicBezTo>
                    <a:cubicBezTo>
                      <a:pt x="127" y="176"/>
                      <a:pt x="133" y="178"/>
                      <a:pt x="137" y="182"/>
                    </a:cubicBezTo>
                    <a:cubicBezTo>
                      <a:pt x="140" y="187"/>
                      <a:pt x="139" y="193"/>
                      <a:pt x="134" y="197"/>
                    </a:cubicBezTo>
                    <a:cubicBezTo>
                      <a:pt x="127" y="203"/>
                      <a:pt x="119" y="209"/>
                      <a:pt x="112" y="215"/>
                    </a:cubicBezTo>
                    <a:cubicBezTo>
                      <a:pt x="111" y="223"/>
                      <a:pt x="110" y="231"/>
                      <a:pt x="109" y="239"/>
                    </a:cubicBezTo>
                    <a:cubicBezTo>
                      <a:pt x="108" y="252"/>
                      <a:pt x="106" y="264"/>
                      <a:pt x="103" y="277"/>
                    </a:cubicBezTo>
                    <a:cubicBezTo>
                      <a:pt x="102" y="287"/>
                      <a:pt x="99" y="298"/>
                      <a:pt x="97" y="308"/>
                    </a:cubicBezTo>
                    <a:cubicBezTo>
                      <a:pt x="95" y="319"/>
                      <a:pt x="92" y="331"/>
                      <a:pt x="89" y="343"/>
                    </a:cubicBezTo>
                    <a:cubicBezTo>
                      <a:pt x="88" y="345"/>
                      <a:pt x="87" y="348"/>
                      <a:pt x="87" y="351"/>
                    </a:cubicBezTo>
                    <a:cubicBezTo>
                      <a:pt x="86" y="354"/>
                      <a:pt x="85" y="357"/>
                      <a:pt x="84" y="359"/>
                    </a:cubicBezTo>
                    <a:cubicBezTo>
                      <a:pt x="82" y="363"/>
                      <a:pt x="80" y="366"/>
                      <a:pt x="76" y="369"/>
                    </a:cubicBezTo>
                    <a:cubicBezTo>
                      <a:pt x="71" y="374"/>
                      <a:pt x="64" y="376"/>
                      <a:pt x="58" y="376"/>
                    </a:cubicBezTo>
                    <a:cubicBezTo>
                      <a:pt x="50" y="376"/>
                      <a:pt x="42" y="374"/>
                      <a:pt x="36" y="37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9" name="Google Shape;2049;p22"/>
              <p:cNvSpPr/>
              <p:nvPr/>
            </p:nvSpPr>
            <p:spPr>
              <a:xfrm>
                <a:off x="538920" y="858960"/>
                <a:ext cx="16920" cy="12240"/>
              </a:xfrm>
              <a:custGeom>
                <a:avLst/>
                <a:gdLst/>
                <a:ahLst/>
                <a:cxnLst/>
                <a:rect l="l" t="t" r="r" b="b"/>
                <a:pathLst>
                  <a:path w="47" h="34" extrusionOk="0">
                    <a:moveTo>
                      <a:pt x="9" y="32"/>
                    </a:moveTo>
                    <a:lnTo>
                      <a:pt x="10" y="32"/>
                    </a:lnTo>
                    <a:cubicBezTo>
                      <a:pt x="10" y="32"/>
                      <a:pt x="9" y="32"/>
                      <a:pt x="8" y="32"/>
                    </a:cubicBezTo>
                    <a:cubicBezTo>
                      <a:pt x="2" y="29"/>
                      <a:pt x="0" y="22"/>
                      <a:pt x="1" y="16"/>
                    </a:cubicBezTo>
                    <a:cubicBezTo>
                      <a:pt x="3" y="9"/>
                      <a:pt x="10" y="7"/>
                      <a:pt x="17" y="5"/>
                    </a:cubicBezTo>
                    <a:cubicBezTo>
                      <a:pt x="21" y="4"/>
                      <a:pt x="26" y="2"/>
                      <a:pt x="31" y="1"/>
                    </a:cubicBezTo>
                    <a:cubicBezTo>
                      <a:pt x="38" y="0"/>
                      <a:pt x="44" y="6"/>
                      <a:pt x="45" y="12"/>
                    </a:cubicBezTo>
                    <a:cubicBezTo>
                      <a:pt x="46" y="19"/>
                      <a:pt x="41" y="25"/>
                      <a:pt x="34" y="26"/>
                    </a:cubicBezTo>
                    <a:lnTo>
                      <a:pt x="33" y="26"/>
                    </a:lnTo>
                    <a:cubicBezTo>
                      <a:pt x="30" y="26"/>
                      <a:pt x="27" y="28"/>
                      <a:pt x="24" y="28"/>
                    </a:cubicBezTo>
                    <a:cubicBezTo>
                      <a:pt x="24" y="28"/>
                      <a:pt x="23" y="29"/>
                      <a:pt x="22" y="29"/>
                    </a:cubicBezTo>
                    <a:cubicBezTo>
                      <a:pt x="21" y="30"/>
                      <a:pt x="21" y="30"/>
                      <a:pt x="20" y="31"/>
                    </a:cubicBezTo>
                    <a:cubicBezTo>
                      <a:pt x="18" y="32"/>
                      <a:pt x="15" y="33"/>
                      <a:pt x="14" y="33"/>
                    </a:cubicBezTo>
                    <a:cubicBezTo>
                      <a:pt x="12" y="33"/>
                      <a:pt x="11" y="32"/>
                      <a:pt x="9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0" name="Google Shape;2050;p22"/>
              <p:cNvSpPr/>
              <p:nvPr/>
            </p:nvSpPr>
            <p:spPr>
              <a:xfrm>
                <a:off x="532080" y="874080"/>
                <a:ext cx="42840" cy="1548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43" extrusionOk="0">
                    <a:moveTo>
                      <a:pt x="10" y="40"/>
                    </a:moveTo>
                    <a:cubicBezTo>
                      <a:pt x="7" y="39"/>
                      <a:pt x="4" y="37"/>
                      <a:pt x="2" y="33"/>
                    </a:cubicBezTo>
                    <a:cubicBezTo>
                      <a:pt x="1" y="31"/>
                      <a:pt x="0" y="27"/>
                      <a:pt x="1" y="25"/>
                    </a:cubicBezTo>
                    <a:cubicBezTo>
                      <a:pt x="1" y="18"/>
                      <a:pt x="8" y="13"/>
                      <a:pt x="15" y="14"/>
                    </a:cubicBezTo>
                    <a:cubicBezTo>
                      <a:pt x="17" y="15"/>
                      <a:pt x="19" y="16"/>
                      <a:pt x="21" y="17"/>
                    </a:cubicBezTo>
                    <a:cubicBezTo>
                      <a:pt x="22" y="17"/>
                      <a:pt x="22" y="17"/>
                      <a:pt x="23" y="17"/>
                    </a:cubicBezTo>
                    <a:cubicBezTo>
                      <a:pt x="22" y="17"/>
                      <a:pt x="22" y="17"/>
                      <a:pt x="21" y="17"/>
                    </a:cubicBezTo>
                    <a:cubicBezTo>
                      <a:pt x="29" y="16"/>
                      <a:pt x="37" y="15"/>
                      <a:pt x="45" y="14"/>
                    </a:cubicBezTo>
                    <a:cubicBezTo>
                      <a:pt x="65" y="9"/>
                      <a:pt x="85" y="5"/>
                      <a:pt x="104" y="1"/>
                    </a:cubicBezTo>
                    <a:cubicBezTo>
                      <a:pt x="110" y="0"/>
                      <a:pt x="115" y="3"/>
                      <a:pt x="117" y="9"/>
                    </a:cubicBezTo>
                    <a:cubicBezTo>
                      <a:pt x="118" y="15"/>
                      <a:pt x="115" y="20"/>
                      <a:pt x="110" y="22"/>
                    </a:cubicBezTo>
                    <a:cubicBezTo>
                      <a:pt x="95" y="26"/>
                      <a:pt x="81" y="29"/>
                      <a:pt x="67" y="33"/>
                    </a:cubicBezTo>
                    <a:cubicBezTo>
                      <a:pt x="57" y="35"/>
                      <a:pt x="47" y="38"/>
                      <a:pt x="37" y="40"/>
                    </a:cubicBezTo>
                    <a:cubicBezTo>
                      <a:pt x="32" y="40"/>
                      <a:pt x="27" y="41"/>
                      <a:pt x="22" y="41"/>
                    </a:cubicBezTo>
                    <a:cubicBezTo>
                      <a:pt x="21" y="41"/>
                      <a:pt x="20" y="42"/>
                      <a:pt x="19" y="42"/>
                    </a:cubicBezTo>
                    <a:cubicBezTo>
                      <a:pt x="16" y="42"/>
                      <a:pt x="13" y="41"/>
                      <a:pt x="10" y="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1" name="Google Shape;2051;p22"/>
              <p:cNvSpPr/>
              <p:nvPr/>
            </p:nvSpPr>
            <p:spPr>
              <a:xfrm>
                <a:off x="607320" y="825840"/>
                <a:ext cx="55440" cy="72720"/>
              </a:xfrm>
              <a:custGeom>
                <a:avLst/>
                <a:gdLst/>
                <a:ahLst/>
                <a:cxnLst/>
                <a:rect l="l" t="t" r="r" b="b"/>
                <a:pathLst>
                  <a:path w="154" h="202" extrusionOk="0">
                    <a:moveTo>
                      <a:pt x="25" y="178"/>
                    </a:moveTo>
                    <a:lnTo>
                      <a:pt x="26" y="177"/>
                    </a:lnTo>
                    <a:cubicBezTo>
                      <a:pt x="28" y="177"/>
                      <a:pt x="29" y="177"/>
                      <a:pt x="30" y="177"/>
                    </a:cubicBezTo>
                    <a:cubicBezTo>
                      <a:pt x="31" y="176"/>
                      <a:pt x="32" y="175"/>
                      <a:pt x="33" y="175"/>
                    </a:cubicBezTo>
                    <a:cubicBezTo>
                      <a:pt x="36" y="174"/>
                      <a:pt x="38" y="173"/>
                      <a:pt x="39" y="171"/>
                    </a:cubicBezTo>
                    <a:cubicBezTo>
                      <a:pt x="44" y="168"/>
                      <a:pt x="49" y="166"/>
                      <a:pt x="53" y="162"/>
                    </a:cubicBezTo>
                    <a:cubicBezTo>
                      <a:pt x="62" y="154"/>
                      <a:pt x="71" y="145"/>
                      <a:pt x="79" y="136"/>
                    </a:cubicBezTo>
                    <a:cubicBezTo>
                      <a:pt x="79" y="137"/>
                      <a:pt x="78" y="137"/>
                      <a:pt x="78" y="138"/>
                    </a:cubicBezTo>
                    <a:cubicBezTo>
                      <a:pt x="84" y="131"/>
                      <a:pt x="89" y="125"/>
                      <a:pt x="94" y="119"/>
                    </a:cubicBezTo>
                    <a:cubicBezTo>
                      <a:pt x="96" y="117"/>
                      <a:pt x="98" y="114"/>
                      <a:pt x="100" y="111"/>
                    </a:cubicBezTo>
                    <a:cubicBezTo>
                      <a:pt x="102" y="108"/>
                      <a:pt x="105" y="104"/>
                      <a:pt x="107" y="101"/>
                    </a:cubicBezTo>
                    <a:cubicBezTo>
                      <a:pt x="112" y="94"/>
                      <a:pt x="116" y="87"/>
                      <a:pt x="120" y="79"/>
                    </a:cubicBezTo>
                    <a:lnTo>
                      <a:pt x="120" y="80"/>
                    </a:lnTo>
                    <a:cubicBezTo>
                      <a:pt x="122" y="76"/>
                      <a:pt x="124" y="72"/>
                      <a:pt x="125" y="69"/>
                    </a:cubicBezTo>
                    <a:cubicBezTo>
                      <a:pt x="126" y="67"/>
                      <a:pt x="127" y="64"/>
                      <a:pt x="127" y="61"/>
                    </a:cubicBezTo>
                    <a:cubicBezTo>
                      <a:pt x="128" y="59"/>
                      <a:pt x="128" y="56"/>
                      <a:pt x="128" y="54"/>
                    </a:cubicBezTo>
                    <a:cubicBezTo>
                      <a:pt x="128" y="52"/>
                      <a:pt x="128" y="50"/>
                      <a:pt x="128" y="49"/>
                    </a:cubicBezTo>
                    <a:cubicBezTo>
                      <a:pt x="128" y="47"/>
                      <a:pt x="128" y="46"/>
                      <a:pt x="128" y="44"/>
                    </a:cubicBezTo>
                    <a:cubicBezTo>
                      <a:pt x="127" y="43"/>
                      <a:pt x="127" y="42"/>
                      <a:pt x="127" y="41"/>
                    </a:cubicBezTo>
                    <a:cubicBezTo>
                      <a:pt x="127" y="40"/>
                      <a:pt x="126" y="39"/>
                      <a:pt x="126" y="39"/>
                    </a:cubicBezTo>
                    <a:cubicBezTo>
                      <a:pt x="126" y="37"/>
                      <a:pt x="125" y="37"/>
                      <a:pt x="124" y="36"/>
                    </a:cubicBezTo>
                    <a:cubicBezTo>
                      <a:pt x="124" y="35"/>
                      <a:pt x="123" y="34"/>
                      <a:pt x="123" y="33"/>
                    </a:cubicBezTo>
                    <a:cubicBezTo>
                      <a:pt x="122" y="33"/>
                      <a:pt x="121" y="32"/>
                      <a:pt x="120" y="30"/>
                    </a:cubicBezTo>
                    <a:cubicBezTo>
                      <a:pt x="119" y="30"/>
                      <a:pt x="119" y="29"/>
                      <a:pt x="118" y="29"/>
                    </a:cubicBezTo>
                    <a:cubicBezTo>
                      <a:pt x="117" y="28"/>
                      <a:pt x="116" y="27"/>
                      <a:pt x="115" y="27"/>
                    </a:cubicBezTo>
                    <a:cubicBezTo>
                      <a:pt x="114" y="27"/>
                      <a:pt x="114" y="26"/>
                      <a:pt x="113" y="26"/>
                    </a:cubicBezTo>
                    <a:cubicBezTo>
                      <a:pt x="112" y="26"/>
                      <a:pt x="111" y="26"/>
                      <a:pt x="110" y="25"/>
                    </a:cubicBezTo>
                    <a:cubicBezTo>
                      <a:pt x="109" y="25"/>
                      <a:pt x="108" y="25"/>
                      <a:pt x="107" y="25"/>
                    </a:cubicBezTo>
                    <a:cubicBezTo>
                      <a:pt x="106" y="25"/>
                      <a:pt x="105" y="25"/>
                      <a:pt x="104" y="25"/>
                    </a:cubicBezTo>
                    <a:cubicBezTo>
                      <a:pt x="102" y="25"/>
                      <a:pt x="101" y="25"/>
                      <a:pt x="99" y="26"/>
                    </a:cubicBezTo>
                    <a:cubicBezTo>
                      <a:pt x="98" y="26"/>
                      <a:pt x="96" y="26"/>
                      <a:pt x="95" y="27"/>
                    </a:cubicBezTo>
                    <a:cubicBezTo>
                      <a:pt x="93" y="27"/>
                      <a:pt x="91" y="28"/>
                      <a:pt x="89" y="29"/>
                    </a:cubicBezTo>
                    <a:cubicBezTo>
                      <a:pt x="87" y="30"/>
                      <a:pt x="85" y="31"/>
                      <a:pt x="83" y="33"/>
                    </a:cubicBezTo>
                    <a:cubicBezTo>
                      <a:pt x="81" y="34"/>
                      <a:pt x="80" y="35"/>
                      <a:pt x="78" y="36"/>
                    </a:cubicBezTo>
                    <a:cubicBezTo>
                      <a:pt x="75" y="39"/>
                      <a:pt x="73" y="41"/>
                      <a:pt x="71" y="43"/>
                    </a:cubicBezTo>
                    <a:cubicBezTo>
                      <a:pt x="68" y="46"/>
                      <a:pt x="66" y="48"/>
                      <a:pt x="64" y="51"/>
                    </a:cubicBezTo>
                    <a:cubicBezTo>
                      <a:pt x="61" y="55"/>
                      <a:pt x="59" y="60"/>
                      <a:pt x="57" y="64"/>
                    </a:cubicBezTo>
                    <a:cubicBezTo>
                      <a:pt x="54" y="68"/>
                      <a:pt x="53" y="72"/>
                      <a:pt x="51" y="76"/>
                    </a:cubicBezTo>
                    <a:cubicBezTo>
                      <a:pt x="50" y="81"/>
                      <a:pt x="48" y="85"/>
                      <a:pt x="47" y="90"/>
                    </a:cubicBezTo>
                    <a:cubicBezTo>
                      <a:pt x="45" y="96"/>
                      <a:pt x="39" y="99"/>
                      <a:pt x="33" y="97"/>
                    </a:cubicBezTo>
                    <a:cubicBezTo>
                      <a:pt x="32" y="97"/>
                      <a:pt x="32" y="97"/>
                      <a:pt x="31" y="96"/>
                    </a:cubicBezTo>
                    <a:cubicBezTo>
                      <a:pt x="30" y="101"/>
                      <a:pt x="29" y="105"/>
                      <a:pt x="28" y="110"/>
                    </a:cubicBezTo>
                    <a:cubicBezTo>
                      <a:pt x="26" y="119"/>
                      <a:pt x="25" y="128"/>
                      <a:pt x="24" y="137"/>
                    </a:cubicBezTo>
                    <a:cubicBezTo>
                      <a:pt x="23" y="146"/>
                      <a:pt x="22" y="156"/>
                      <a:pt x="23" y="164"/>
                    </a:cubicBezTo>
                    <a:cubicBezTo>
                      <a:pt x="24" y="168"/>
                      <a:pt x="24" y="172"/>
                      <a:pt x="24" y="175"/>
                    </a:cubicBezTo>
                    <a:lnTo>
                      <a:pt x="24" y="176"/>
                    </a:lnTo>
                    <a:cubicBezTo>
                      <a:pt x="25" y="177"/>
                      <a:pt x="25" y="177"/>
                      <a:pt x="25" y="178"/>
                    </a:cubicBezTo>
                    <a:moveTo>
                      <a:pt x="15" y="199"/>
                    </a:moveTo>
                    <a:cubicBezTo>
                      <a:pt x="9" y="196"/>
                      <a:pt x="5" y="191"/>
                      <a:pt x="3" y="185"/>
                    </a:cubicBezTo>
                    <a:cubicBezTo>
                      <a:pt x="0" y="178"/>
                      <a:pt x="0" y="170"/>
                      <a:pt x="0" y="163"/>
                    </a:cubicBezTo>
                    <a:cubicBezTo>
                      <a:pt x="0" y="160"/>
                      <a:pt x="0" y="156"/>
                      <a:pt x="0" y="153"/>
                    </a:cubicBezTo>
                    <a:cubicBezTo>
                      <a:pt x="0" y="148"/>
                      <a:pt x="0" y="142"/>
                      <a:pt x="1" y="136"/>
                    </a:cubicBezTo>
                    <a:cubicBezTo>
                      <a:pt x="1" y="120"/>
                      <a:pt x="4" y="103"/>
                      <a:pt x="8" y="87"/>
                    </a:cubicBezTo>
                    <a:cubicBezTo>
                      <a:pt x="11" y="81"/>
                      <a:pt x="13" y="74"/>
                      <a:pt x="15" y="67"/>
                    </a:cubicBezTo>
                    <a:cubicBezTo>
                      <a:pt x="17" y="63"/>
                      <a:pt x="18" y="60"/>
                      <a:pt x="20" y="56"/>
                    </a:cubicBezTo>
                    <a:cubicBezTo>
                      <a:pt x="21" y="53"/>
                      <a:pt x="23" y="51"/>
                      <a:pt x="25" y="49"/>
                    </a:cubicBezTo>
                    <a:cubicBezTo>
                      <a:pt x="29" y="46"/>
                      <a:pt x="35" y="46"/>
                      <a:pt x="39" y="48"/>
                    </a:cubicBezTo>
                    <a:cubicBezTo>
                      <a:pt x="47" y="35"/>
                      <a:pt x="56" y="23"/>
                      <a:pt x="68" y="15"/>
                    </a:cubicBezTo>
                    <a:cubicBezTo>
                      <a:pt x="81" y="6"/>
                      <a:pt x="97" y="0"/>
                      <a:pt x="112" y="2"/>
                    </a:cubicBezTo>
                    <a:cubicBezTo>
                      <a:pt x="127" y="5"/>
                      <a:pt x="141" y="15"/>
                      <a:pt x="147" y="29"/>
                    </a:cubicBezTo>
                    <a:cubicBezTo>
                      <a:pt x="153" y="45"/>
                      <a:pt x="151" y="61"/>
                      <a:pt x="145" y="77"/>
                    </a:cubicBezTo>
                    <a:cubicBezTo>
                      <a:pt x="142" y="85"/>
                      <a:pt x="138" y="92"/>
                      <a:pt x="134" y="99"/>
                    </a:cubicBezTo>
                    <a:cubicBezTo>
                      <a:pt x="131" y="104"/>
                      <a:pt x="127" y="110"/>
                      <a:pt x="124" y="115"/>
                    </a:cubicBezTo>
                    <a:cubicBezTo>
                      <a:pt x="120" y="121"/>
                      <a:pt x="116" y="127"/>
                      <a:pt x="112" y="132"/>
                    </a:cubicBezTo>
                    <a:cubicBezTo>
                      <a:pt x="110" y="135"/>
                      <a:pt x="108" y="136"/>
                      <a:pt x="106" y="139"/>
                    </a:cubicBezTo>
                    <a:cubicBezTo>
                      <a:pt x="103" y="142"/>
                      <a:pt x="100" y="146"/>
                      <a:pt x="98" y="149"/>
                    </a:cubicBezTo>
                    <a:cubicBezTo>
                      <a:pt x="90" y="159"/>
                      <a:pt x="81" y="167"/>
                      <a:pt x="73" y="175"/>
                    </a:cubicBezTo>
                    <a:cubicBezTo>
                      <a:pt x="67" y="181"/>
                      <a:pt x="60" y="186"/>
                      <a:pt x="53" y="191"/>
                    </a:cubicBezTo>
                    <a:cubicBezTo>
                      <a:pt x="47" y="195"/>
                      <a:pt x="40" y="198"/>
                      <a:pt x="33" y="200"/>
                    </a:cubicBezTo>
                    <a:cubicBezTo>
                      <a:pt x="31" y="201"/>
                      <a:pt x="28" y="201"/>
                      <a:pt x="25" y="201"/>
                    </a:cubicBezTo>
                    <a:cubicBezTo>
                      <a:pt x="22" y="201"/>
                      <a:pt x="18" y="201"/>
                      <a:pt x="15" y="1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2" name="Google Shape;2052;p22"/>
              <p:cNvSpPr/>
              <p:nvPr/>
            </p:nvSpPr>
            <p:spPr>
              <a:xfrm>
                <a:off x="659160" y="885600"/>
                <a:ext cx="21960" cy="55080"/>
              </a:xfrm>
              <a:custGeom>
                <a:avLst/>
                <a:gdLst/>
                <a:ahLst/>
                <a:cxnLst/>
                <a:rect l="l" t="t" r="r" b="b"/>
                <a:pathLst>
                  <a:path w="61" h="153" extrusionOk="0">
                    <a:moveTo>
                      <a:pt x="10" y="152"/>
                    </a:moveTo>
                    <a:cubicBezTo>
                      <a:pt x="4" y="150"/>
                      <a:pt x="0" y="143"/>
                      <a:pt x="2" y="137"/>
                    </a:cubicBezTo>
                    <a:cubicBezTo>
                      <a:pt x="7" y="123"/>
                      <a:pt x="12" y="107"/>
                      <a:pt x="16" y="92"/>
                    </a:cubicBezTo>
                    <a:cubicBezTo>
                      <a:pt x="19" y="79"/>
                      <a:pt x="22" y="65"/>
                      <a:pt x="26" y="52"/>
                    </a:cubicBezTo>
                    <a:cubicBezTo>
                      <a:pt x="27" y="45"/>
                      <a:pt x="28" y="38"/>
                      <a:pt x="29" y="32"/>
                    </a:cubicBezTo>
                    <a:cubicBezTo>
                      <a:pt x="30" y="24"/>
                      <a:pt x="32" y="17"/>
                      <a:pt x="33" y="10"/>
                    </a:cubicBezTo>
                    <a:cubicBezTo>
                      <a:pt x="35" y="4"/>
                      <a:pt x="42" y="0"/>
                      <a:pt x="49" y="1"/>
                    </a:cubicBezTo>
                    <a:cubicBezTo>
                      <a:pt x="56" y="3"/>
                      <a:pt x="60" y="11"/>
                      <a:pt x="57" y="18"/>
                    </a:cubicBezTo>
                    <a:cubicBezTo>
                      <a:pt x="56" y="22"/>
                      <a:pt x="56" y="25"/>
                      <a:pt x="54" y="29"/>
                    </a:cubicBezTo>
                    <a:cubicBezTo>
                      <a:pt x="51" y="48"/>
                      <a:pt x="47" y="67"/>
                      <a:pt x="42" y="85"/>
                    </a:cubicBezTo>
                    <a:cubicBezTo>
                      <a:pt x="40" y="94"/>
                      <a:pt x="37" y="103"/>
                      <a:pt x="34" y="113"/>
                    </a:cubicBezTo>
                    <a:cubicBezTo>
                      <a:pt x="31" y="123"/>
                      <a:pt x="28" y="134"/>
                      <a:pt x="24" y="143"/>
                    </a:cubicBezTo>
                    <a:cubicBezTo>
                      <a:pt x="23" y="149"/>
                      <a:pt x="18" y="152"/>
                      <a:pt x="13" y="152"/>
                    </a:cubicBezTo>
                    <a:cubicBezTo>
                      <a:pt x="12" y="152"/>
                      <a:pt x="11" y="152"/>
                      <a:pt x="10" y="1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3" name="Google Shape;2053;p22"/>
              <p:cNvSpPr/>
              <p:nvPr/>
            </p:nvSpPr>
            <p:spPr>
              <a:xfrm>
                <a:off x="738360" y="833760"/>
                <a:ext cx="46080" cy="68040"/>
              </a:xfrm>
              <a:custGeom>
                <a:avLst/>
                <a:gdLst/>
                <a:ahLst/>
                <a:cxnLst/>
                <a:rect l="l" t="t" r="r" b="b"/>
                <a:pathLst>
                  <a:path w="128" h="189" extrusionOk="0">
                    <a:moveTo>
                      <a:pt x="37" y="187"/>
                    </a:moveTo>
                    <a:cubicBezTo>
                      <a:pt x="29" y="187"/>
                      <a:pt x="21" y="184"/>
                      <a:pt x="14" y="180"/>
                    </a:cubicBezTo>
                    <a:cubicBezTo>
                      <a:pt x="9" y="176"/>
                      <a:pt x="3" y="170"/>
                      <a:pt x="2" y="163"/>
                    </a:cubicBezTo>
                    <a:cubicBezTo>
                      <a:pt x="0" y="156"/>
                      <a:pt x="1" y="149"/>
                      <a:pt x="5" y="144"/>
                    </a:cubicBezTo>
                    <a:cubicBezTo>
                      <a:pt x="6" y="140"/>
                      <a:pt x="9" y="137"/>
                      <a:pt x="11" y="134"/>
                    </a:cubicBezTo>
                    <a:cubicBezTo>
                      <a:pt x="27" y="112"/>
                      <a:pt x="45" y="93"/>
                      <a:pt x="62" y="73"/>
                    </a:cubicBezTo>
                    <a:cubicBezTo>
                      <a:pt x="66" y="68"/>
                      <a:pt x="70" y="64"/>
                      <a:pt x="74" y="59"/>
                    </a:cubicBezTo>
                    <a:cubicBezTo>
                      <a:pt x="81" y="51"/>
                      <a:pt x="88" y="43"/>
                      <a:pt x="94" y="34"/>
                    </a:cubicBezTo>
                    <a:lnTo>
                      <a:pt x="94" y="35"/>
                    </a:lnTo>
                    <a:cubicBezTo>
                      <a:pt x="94" y="35"/>
                      <a:pt x="94" y="34"/>
                      <a:pt x="95" y="33"/>
                    </a:cubicBezTo>
                    <a:cubicBezTo>
                      <a:pt x="96" y="32"/>
                      <a:pt x="97" y="30"/>
                      <a:pt x="98" y="28"/>
                    </a:cubicBezTo>
                    <a:cubicBezTo>
                      <a:pt x="97" y="28"/>
                      <a:pt x="95" y="29"/>
                      <a:pt x="93" y="29"/>
                    </a:cubicBezTo>
                    <a:lnTo>
                      <a:pt x="94" y="29"/>
                    </a:lnTo>
                    <a:cubicBezTo>
                      <a:pt x="86" y="32"/>
                      <a:pt x="77" y="35"/>
                      <a:pt x="69" y="38"/>
                    </a:cubicBezTo>
                    <a:cubicBezTo>
                      <a:pt x="62" y="40"/>
                      <a:pt x="55" y="42"/>
                      <a:pt x="49" y="45"/>
                    </a:cubicBezTo>
                    <a:cubicBezTo>
                      <a:pt x="46" y="51"/>
                      <a:pt x="39" y="54"/>
                      <a:pt x="34" y="53"/>
                    </a:cubicBezTo>
                    <a:cubicBezTo>
                      <a:pt x="32" y="52"/>
                      <a:pt x="31" y="52"/>
                      <a:pt x="30" y="52"/>
                    </a:cubicBezTo>
                    <a:cubicBezTo>
                      <a:pt x="27" y="50"/>
                      <a:pt x="24" y="48"/>
                      <a:pt x="23" y="45"/>
                    </a:cubicBezTo>
                    <a:cubicBezTo>
                      <a:pt x="20" y="41"/>
                      <a:pt x="21" y="36"/>
                      <a:pt x="23" y="32"/>
                    </a:cubicBezTo>
                    <a:cubicBezTo>
                      <a:pt x="24" y="30"/>
                      <a:pt x="27" y="28"/>
                      <a:pt x="30" y="26"/>
                    </a:cubicBezTo>
                    <a:cubicBezTo>
                      <a:pt x="32" y="25"/>
                      <a:pt x="35" y="24"/>
                      <a:pt x="38" y="22"/>
                    </a:cubicBezTo>
                    <a:cubicBezTo>
                      <a:pt x="42" y="21"/>
                      <a:pt x="45" y="20"/>
                      <a:pt x="48" y="19"/>
                    </a:cubicBezTo>
                    <a:cubicBezTo>
                      <a:pt x="54" y="17"/>
                      <a:pt x="61" y="15"/>
                      <a:pt x="67" y="12"/>
                    </a:cubicBezTo>
                    <a:cubicBezTo>
                      <a:pt x="79" y="8"/>
                      <a:pt x="91" y="4"/>
                      <a:pt x="103" y="1"/>
                    </a:cubicBezTo>
                    <a:cubicBezTo>
                      <a:pt x="109" y="0"/>
                      <a:pt x="116" y="1"/>
                      <a:pt x="120" y="4"/>
                    </a:cubicBezTo>
                    <a:cubicBezTo>
                      <a:pt x="123" y="7"/>
                      <a:pt x="125" y="9"/>
                      <a:pt x="126" y="12"/>
                    </a:cubicBezTo>
                    <a:cubicBezTo>
                      <a:pt x="127" y="15"/>
                      <a:pt x="127" y="19"/>
                      <a:pt x="126" y="24"/>
                    </a:cubicBezTo>
                    <a:cubicBezTo>
                      <a:pt x="125" y="31"/>
                      <a:pt x="121" y="38"/>
                      <a:pt x="117" y="44"/>
                    </a:cubicBezTo>
                    <a:cubicBezTo>
                      <a:pt x="113" y="50"/>
                      <a:pt x="108" y="56"/>
                      <a:pt x="103" y="61"/>
                    </a:cubicBezTo>
                    <a:cubicBezTo>
                      <a:pt x="94" y="71"/>
                      <a:pt x="86" y="82"/>
                      <a:pt x="77" y="91"/>
                    </a:cubicBezTo>
                    <a:cubicBezTo>
                      <a:pt x="69" y="99"/>
                      <a:pt x="62" y="107"/>
                      <a:pt x="55" y="116"/>
                    </a:cubicBezTo>
                    <a:cubicBezTo>
                      <a:pt x="47" y="125"/>
                      <a:pt x="40" y="134"/>
                      <a:pt x="33" y="143"/>
                    </a:cubicBezTo>
                    <a:cubicBezTo>
                      <a:pt x="30" y="146"/>
                      <a:pt x="28" y="151"/>
                      <a:pt x="26" y="155"/>
                    </a:cubicBezTo>
                    <a:cubicBezTo>
                      <a:pt x="26" y="156"/>
                      <a:pt x="26" y="156"/>
                      <a:pt x="25" y="156"/>
                    </a:cubicBezTo>
                    <a:cubicBezTo>
                      <a:pt x="26" y="156"/>
                      <a:pt x="26" y="157"/>
                      <a:pt x="26" y="157"/>
                    </a:cubicBezTo>
                    <a:lnTo>
                      <a:pt x="26" y="158"/>
                    </a:lnTo>
                    <a:cubicBezTo>
                      <a:pt x="26" y="158"/>
                      <a:pt x="27" y="158"/>
                      <a:pt x="27" y="159"/>
                    </a:cubicBezTo>
                    <a:cubicBezTo>
                      <a:pt x="27" y="159"/>
                      <a:pt x="28" y="159"/>
                      <a:pt x="28" y="160"/>
                    </a:cubicBezTo>
                    <a:cubicBezTo>
                      <a:pt x="28" y="159"/>
                      <a:pt x="27" y="159"/>
                      <a:pt x="27" y="159"/>
                    </a:cubicBezTo>
                    <a:cubicBezTo>
                      <a:pt x="28" y="159"/>
                      <a:pt x="28" y="159"/>
                      <a:pt x="28" y="160"/>
                    </a:cubicBezTo>
                    <a:cubicBezTo>
                      <a:pt x="29" y="160"/>
                      <a:pt x="30" y="160"/>
                      <a:pt x="30" y="161"/>
                    </a:cubicBezTo>
                    <a:cubicBezTo>
                      <a:pt x="31" y="161"/>
                      <a:pt x="31" y="162"/>
                      <a:pt x="32" y="162"/>
                    </a:cubicBezTo>
                    <a:cubicBezTo>
                      <a:pt x="34" y="162"/>
                      <a:pt x="35" y="163"/>
                      <a:pt x="37" y="163"/>
                    </a:cubicBezTo>
                    <a:cubicBezTo>
                      <a:pt x="38" y="163"/>
                      <a:pt x="38" y="163"/>
                      <a:pt x="39" y="163"/>
                    </a:cubicBezTo>
                    <a:cubicBezTo>
                      <a:pt x="43" y="163"/>
                      <a:pt x="46" y="163"/>
                      <a:pt x="50" y="163"/>
                    </a:cubicBezTo>
                    <a:cubicBezTo>
                      <a:pt x="56" y="163"/>
                      <a:pt x="61" y="163"/>
                      <a:pt x="66" y="162"/>
                    </a:cubicBezTo>
                    <a:cubicBezTo>
                      <a:pt x="75" y="160"/>
                      <a:pt x="83" y="158"/>
                      <a:pt x="91" y="155"/>
                    </a:cubicBezTo>
                    <a:cubicBezTo>
                      <a:pt x="92" y="155"/>
                      <a:pt x="93" y="155"/>
                      <a:pt x="93" y="155"/>
                    </a:cubicBezTo>
                    <a:lnTo>
                      <a:pt x="92" y="155"/>
                    </a:lnTo>
                    <a:cubicBezTo>
                      <a:pt x="93" y="155"/>
                      <a:pt x="95" y="154"/>
                      <a:pt x="96" y="153"/>
                    </a:cubicBezTo>
                    <a:cubicBezTo>
                      <a:pt x="102" y="151"/>
                      <a:pt x="109" y="153"/>
                      <a:pt x="112" y="160"/>
                    </a:cubicBezTo>
                    <a:cubicBezTo>
                      <a:pt x="113" y="163"/>
                      <a:pt x="113" y="166"/>
                      <a:pt x="111" y="169"/>
                    </a:cubicBezTo>
                    <a:cubicBezTo>
                      <a:pt x="110" y="173"/>
                      <a:pt x="107" y="175"/>
                      <a:pt x="104" y="176"/>
                    </a:cubicBezTo>
                    <a:cubicBezTo>
                      <a:pt x="96" y="179"/>
                      <a:pt x="89" y="180"/>
                      <a:pt x="82" y="183"/>
                    </a:cubicBezTo>
                    <a:cubicBezTo>
                      <a:pt x="76" y="184"/>
                      <a:pt x="69" y="186"/>
                      <a:pt x="63" y="186"/>
                    </a:cubicBezTo>
                    <a:cubicBezTo>
                      <a:pt x="56" y="187"/>
                      <a:pt x="51" y="188"/>
                      <a:pt x="45" y="188"/>
                    </a:cubicBezTo>
                    <a:cubicBezTo>
                      <a:pt x="42" y="188"/>
                      <a:pt x="39" y="188"/>
                      <a:pt x="37" y="1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4" name="Google Shape;2054;p22"/>
              <p:cNvSpPr/>
              <p:nvPr/>
            </p:nvSpPr>
            <p:spPr>
              <a:xfrm>
                <a:off x="736560" y="860040"/>
                <a:ext cx="59040" cy="19440"/>
              </a:xfrm>
              <a:custGeom>
                <a:avLst/>
                <a:gdLst/>
                <a:ahLst/>
                <a:cxnLst/>
                <a:rect l="l" t="t" r="r" b="b"/>
                <a:pathLst>
                  <a:path w="164" h="54" extrusionOk="0">
                    <a:moveTo>
                      <a:pt x="12" y="51"/>
                    </a:moveTo>
                    <a:cubicBezTo>
                      <a:pt x="5" y="48"/>
                      <a:pt x="0" y="40"/>
                      <a:pt x="3" y="33"/>
                    </a:cubicBezTo>
                    <a:cubicBezTo>
                      <a:pt x="4" y="29"/>
                      <a:pt x="7" y="25"/>
                      <a:pt x="11" y="22"/>
                    </a:cubicBezTo>
                    <a:cubicBezTo>
                      <a:pt x="16" y="19"/>
                      <a:pt x="22" y="16"/>
                      <a:pt x="28" y="15"/>
                    </a:cubicBezTo>
                    <a:cubicBezTo>
                      <a:pt x="47" y="7"/>
                      <a:pt x="68" y="4"/>
                      <a:pt x="88" y="2"/>
                    </a:cubicBezTo>
                    <a:cubicBezTo>
                      <a:pt x="110" y="0"/>
                      <a:pt x="131" y="1"/>
                      <a:pt x="152" y="1"/>
                    </a:cubicBezTo>
                    <a:cubicBezTo>
                      <a:pt x="159" y="1"/>
                      <a:pt x="163" y="6"/>
                      <a:pt x="163" y="12"/>
                    </a:cubicBezTo>
                    <a:cubicBezTo>
                      <a:pt x="163" y="18"/>
                      <a:pt x="158" y="23"/>
                      <a:pt x="152" y="23"/>
                    </a:cubicBezTo>
                    <a:cubicBezTo>
                      <a:pt x="134" y="23"/>
                      <a:pt x="116" y="23"/>
                      <a:pt x="98" y="25"/>
                    </a:cubicBezTo>
                    <a:cubicBezTo>
                      <a:pt x="88" y="26"/>
                      <a:pt x="77" y="27"/>
                      <a:pt x="67" y="29"/>
                    </a:cubicBezTo>
                    <a:lnTo>
                      <a:pt x="66" y="29"/>
                    </a:lnTo>
                    <a:lnTo>
                      <a:pt x="65" y="29"/>
                    </a:lnTo>
                    <a:lnTo>
                      <a:pt x="66" y="29"/>
                    </a:lnTo>
                    <a:cubicBezTo>
                      <a:pt x="58" y="30"/>
                      <a:pt x="50" y="32"/>
                      <a:pt x="43" y="34"/>
                    </a:cubicBezTo>
                    <a:cubicBezTo>
                      <a:pt x="39" y="36"/>
                      <a:pt x="35" y="38"/>
                      <a:pt x="30" y="40"/>
                    </a:cubicBezTo>
                    <a:cubicBezTo>
                      <a:pt x="30" y="41"/>
                      <a:pt x="30" y="42"/>
                      <a:pt x="29" y="43"/>
                    </a:cubicBezTo>
                    <a:cubicBezTo>
                      <a:pt x="28" y="49"/>
                      <a:pt x="22" y="53"/>
                      <a:pt x="17" y="53"/>
                    </a:cubicBezTo>
                    <a:cubicBezTo>
                      <a:pt x="15" y="53"/>
                      <a:pt x="14" y="52"/>
                      <a:pt x="12" y="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5" name="Google Shape;2055;p22"/>
              <p:cNvSpPr/>
              <p:nvPr/>
            </p:nvSpPr>
            <p:spPr>
              <a:xfrm>
                <a:off x="815760" y="851040"/>
                <a:ext cx="2412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67" h="31" extrusionOk="0">
                    <a:moveTo>
                      <a:pt x="13" y="30"/>
                    </a:moveTo>
                    <a:cubicBezTo>
                      <a:pt x="6" y="29"/>
                      <a:pt x="0" y="24"/>
                      <a:pt x="0" y="17"/>
                    </a:cubicBezTo>
                    <a:cubicBezTo>
                      <a:pt x="1" y="10"/>
                      <a:pt x="6" y="4"/>
                      <a:pt x="13" y="4"/>
                    </a:cubicBezTo>
                    <a:cubicBezTo>
                      <a:pt x="19" y="4"/>
                      <a:pt x="24" y="3"/>
                      <a:pt x="30" y="2"/>
                    </a:cubicBezTo>
                    <a:cubicBezTo>
                      <a:pt x="37" y="2"/>
                      <a:pt x="44" y="1"/>
                      <a:pt x="52" y="1"/>
                    </a:cubicBezTo>
                    <a:cubicBezTo>
                      <a:pt x="58" y="0"/>
                      <a:pt x="64" y="4"/>
                      <a:pt x="65" y="11"/>
                    </a:cubicBezTo>
                    <a:cubicBezTo>
                      <a:pt x="66" y="17"/>
                      <a:pt x="61" y="23"/>
                      <a:pt x="55" y="24"/>
                    </a:cubicBezTo>
                    <a:cubicBezTo>
                      <a:pt x="47" y="24"/>
                      <a:pt x="39" y="26"/>
                      <a:pt x="32" y="27"/>
                    </a:cubicBezTo>
                    <a:cubicBezTo>
                      <a:pt x="29" y="27"/>
                      <a:pt x="25" y="27"/>
                      <a:pt x="23" y="28"/>
                    </a:cubicBezTo>
                    <a:cubicBezTo>
                      <a:pt x="20" y="29"/>
                      <a:pt x="17" y="30"/>
                      <a:pt x="14" y="30"/>
                    </a:cubicBezTo>
                    <a:lnTo>
                      <a:pt x="13" y="3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6" name="Google Shape;2056;p22"/>
              <p:cNvSpPr/>
              <p:nvPr/>
            </p:nvSpPr>
            <p:spPr>
              <a:xfrm>
                <a:off x="808920" y="856440"/>
                <a:ext cx="70920" cy="27000"/>
              </a:xfrm>
              <a:custGeom>
                <a:avLst/>
                <a:gdLst/>
                <a:ahLst/>
                <a:cxnLst/>
                <a:rect l="l" t="t" r="r" b="b"/>
                <a:pathLst>
                  <a:path w="197" h="75" extrusionOk="0">
                    <a:moveTo>
                      <a:pt x="2" y="64"/>
                    </a:moveTo>
                    <a:cubicBezTo>
                      <a:pt x="0" y="57"/>
                      <a:pt x="5" y="51"/>
                      <a:pt x="11" y="49"/>
                    </a:cubicBezTo>
                    <a:lnTo>
                      <a:pt x="12" y="49"/>
                    </a:lnTo>
                    <a:cubicBezTo>
                      <a:pt x="11" y="49"/>
                      <a:pt x="11" y="49"/>
                      <a:pt x="11" y="49"/>
                    </a:cubicBezTo>
                    <a:cubicBezTo>
                      <a:pt x="11" y="49"/>
                      <a:pt x="12" y="49"/>
                      <a:pt x="13" y="49"/>
                    </a:cubicBezTo>
                    <a:cubicBezTo>
                      <a:pt x="17" y="47"/>
                      <a:pt x="22" y="44"/>
                      <a:pt x="28" y="43"/>
                    </a:cubicBezTo>
                    <a:cubicBezTo>
                      <a:pt x="34" y="40"/>
                      <a:pt x="41" y="37"/>
                      <a:pt x="47" y="35"/>
                    </a:cubicBezTo>
                    <a:cubicBezTo>
                      <a:pt x="52" y="33"/>
                      <a:pt x="57" y="32"/>
                      <a:pt x="63" y="29"/>
                    </a:cubicBezTo>
                    <a:cubicBezTo>
                      <a:pt x="69" y="28"/>
                      <a:pt x="74" y="26"/>
                      <a:pt x="80" y="24"/>
                    </a:cubicBezTo>
                    <a:cubicBezTo>
                      <a:pt x="87" y="22"/>
                      <a:pt x="94" y="20"/>
                      <a:pt x="101" y="18"/>
                    </a:cubicBezTo>
                    <a:cubicBezTo>
                      <a:pt x="107" y="16"/>
                      <a:pt x="114" y="15"/>
                      <a:pt x="120" y="14"/>
                    </a:cubicBezTo>
                    <a:cubicBezTo>
                      <a:pt x="132" y="11"/>
                      <a:pt x="143" y="8"/>
                      <a:pt x="155" y="6"/>
                    </a:cubicBezTo>
                    <a:cubicBezTo>
                      <a:pt x="163" y="4"/>
                      <a:pt x="172" y="2"/>
                      <a:pt x="182" y="0"/>
                    </a:cubicBezTo>
                    <a:cubicBezTo>
                      <a:pt x="187" y="0"/>
                      <a:pt x="193" y="2"/>
                      <a:pt x="194" y="8"/>
                    </a:cubicBezTo>
                    <a:cubicBezTo>
                      <a:pt x="196" y="13"/>
                      <a:pt x="192" y="19"/>
                      <a:pt x="187" y="21"/>
                    </a:cubicBezTo>
                    <a:cubicBezTo>
                      <a:pt x="168" y="25"/>
                      <a:pt x="150" y="29"/>
                      <a:pt x="131" y="33"/>
                    </a:cubicBezTo>
                    <a:cubicBezTo>
                      <a:pt x="123" y="36"/>
                      <a:pt x="115" y="38"/>
                      <a:pt x="106" y="40"/>
                    </a:cubicBezTo>
                    <a:cubicBezTo>
                      <a:pt x="99" y="42"/>
                      <a:pt x="92" y="44"/>
                      <a:pt x="84" y="47"/>
                    </a:cubicBezTo>
                    <a:cubicBezTo>
                      <a:pt x="73" y="51"/>
                      <a:pt x="62" y="54"/>
                      <a:pt x="50" y="59"/>
                    </a:cubicBezTo>
                    <a:cubicBezTo>
                      <a:pt x="45" y="61"/>
                      <a:pt x="39" y="64"/>
                      <a:pt x="34" y="66"/>
                    </a:cubicBezTo>
                    <a:cubicBezTo>
                      <a:pt x="29" y="68"/>
                      <a:pt x="24" y="71"/>
                      <a:pt x="19" y="73"/>
                    </a:cubicBezTo>
                    <a:cubicBezTo>
                      <a:pt x="17" y="74"/>
                      <a:pt x="16" y="74"/>
                      <a:pt x="14" y="74"/>
                    </a:cubicBezTo>
                    <a:cubicBezTo>
                      <a:pt x="9" y="74"/>
                      <a:pt x="4" y="70"/>
                      <a:pt x="2" y="6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7" name="Google Shape;2057;p22"/>
              <p:cNvSpPr/>
              <p:nvPr/>
            </p:nvSpPr>
            <p:spPr>
              <a:xfrm>
                <a:off x="853920" y="824760"/>
                <a:ext cx="91080" cy="70560"/>
              </a:xfrm>
              <a:custGeom>
                <a:avLst/>
                <a:gdLst/>
                <a:ahLst/>
                <a:cxnLst/>
                <a:rect l="l" t="t" r="r" b="b"/>
                <a:pathLst>
                  <a:path w="253" h="196" extrusionOk="0">
                    <a:moveTo>
                      <a:pt x="108" y="172"/>
                    </a:moveTo>
                    <a:cubicBezTo>
                      <a:pt x="109" y="171"/>
                      <a:pt x="109" y="171"/>
                      <a:pt x="109" y="171"/>
                    </a:cubicBezTo>
                    <a:cubicBezTo>
                      <a:pt x="111" y="171"/>
                      <a:pt x="112" y="171"/>
                      <a:pt x="113" y="171"/>
                    </a:cubicBezTo>
                    <a:cubicBezTo>
                      <a:pt x="115" y="170"/>
                      <a:pt x="118" y="169"/>
                      <a:pt x="120" y="168"/>
                    </a:cubicBezTo>
                    <a:cubicBezTo>
                      <a:pt x="124" y="166"/>
                      <a:pt x="128" y="163"/>
                      <a:pt x="132" y="161"/>
                    </a:cubicBezTo>
                    <a:lnTo>
                      <a:pt x="132" y="162"/>
                    </a:lnTo>
                    <a:cubicBezTo>
                      <a:pt x="132" y="161"/>
                      <a:pt x="132" y="161"/>
                      <a:pt x="133" y="160"/>
                    </a:cubicBezTo>
                    <a:cubicBezTo>
                      <a:pt x="144" y="153"/>
                      <a:pt x="156" y="145"/>
                      <a:pt x="167" y="135"/>
                    </a:cubicBezTo>
                    <a:cubicBezTo>
                      <a:pt x="173" y="131"/>
                      <a:pt x="179" y="126"/>
                      <a:pt x="185" y="121"/>
                    </a:cubicBezTo>
                    <a:cubicBezTo>
                      <a:pt x="193" y="114"/>
                      <a:pt x="201" y="106"/>
                      <a:pt x="209" y="98"/>
                    </a:cubicBezTo>
                    <a:cubicBezTo>
                      <a:pt x="213" y="95"/>
                      <a:pt x="215" y="90"/>
                      <a:pt x="218" y="87"/>
                    </a:cubicBezTo>
                    <a:cubicBezTo>
                      <a:pt x="221" y="84"/>
                      <a:pt x="222" y="80"/>
                      <a:pt x="225" y="77"/>
                    </a:cubicBezTo>
                    <a:cubicBezTo>
                      <a:pt x="226" y="74"/>
                      <a:pt x="227" y="72"/>
                      <a:pt x="228" y="70"/>
                    </a:cubicBezTo>
                    <a:cubicBezTo>
                      <a:pt x="228" y="68"/>
                      <a:pt x="228" y="67"/>
                      <a:pt x="229" y="65"/>
                    </a:cubicBezTo>
                    <a:cubicBezTo>
                      <a:pt x="229" y="65"/>
                      <a:pt x="229" y="64"/>
                      <a:pt x="229" y="63"/>
                    </a:cubicBezTo>
                    <a:cubicBezTo>
                      <a:pt x="229" y="61"/>
                      <a:pt x="229" y="60"/>
                      <a:pt x="229" y="58"/>
                    </a:cubicBezTo>
                    <a:cubicBezTo>
                      <a:pt x="229" y="57"/>
                      <a:pt x="229" y="56"/>
                      <a:pt x="229" y="55"/>
                    </a:cubicBezTo>
                    <a:cubicBezTo>
                      <a:pt x="229" y="56"/>
                      <a:pt x="229" y="56"/>
                      <a:pt x="229" y="57"/>
                    </a:cubicBezTo>
                    <a:cubicBezTo>
                      <a:pt x="229" y="56"/>
                      <a:pt x="229" y="54"/>
                      <a:pt x="228" y="53"/>
                    </a:cubicBezTo>
                    <a:cubicBezTo>
                      <a:pt x="228" y="53"/>
                      <a:pt x="228" y="52"/>
                      <a:pt x="228" y="51"/>
                    </a:cubicBezTo>
                    <a:cubicBezTo>
                      <a:pt x="227" y="50"/>
                      <a:pt x="227" y="49"/>
                      <a:pt x="226" y="48"/>
                    </a:cubicBezTo>
                    <a:cubicBezTo>
                      <a:pt x="225" y="47"/>
                      <a:pt x="224" y="46"/>
                      <a:pt x="223" y="44"/>
                    </a:cubicBezTo>
                    <a:cubicBezTo>
                      <a:pt x="222" y="43"/>
                      <a:pt x="220" y="42"/>
                      <a:pt x="219" y="40"/>
                    </a:cubicBezTo>
                    <a:cubicBezTo>
                      <a:pt x="217" y="39"/>
                      <a:pt x="215" y="37"/>
                      <a:pt x="214" y="36"/>
                    </a:cubicBezTo>
                    <a:cubicBezTo>
                      <a:pt x="211" y="34"/>
                      <a:pt x="208" y="33"/>
                      <a:pt x="206" y="31"/>
                    </a:cubicBezTo>
                    <a:cubicBezTo>
                      <a:pt x="204" y="30"/>
                      <a:pt x="202" y="29"/>
                      <a:pt x="200" y="29"/>
                    </a:cubicBezTo>
                    <a:cubicBezTo>
                      <a:pt x="197" y="28"/>
                      <a:pt x="193" y="26"/>
                      <a:pt x="190" y="26"/>
                    </a:cubicBezTo>
                    <a:cubicBezTo>
                      <a:pt x="187" y="25"/>
                      <a:pt x="183" y="25"/>
                      <a:pt x="180" y="24"/>
                    </a:cubicBezTo>
                    <a:cubicBezTo>
                      <a:pt x="176" y="24"/>
                      <a:pt x="172" y="24"/>
                      <a:pt x="169" y="24"/>
                    </a:cubicBezTo>
                    <a:cubicBezTo>
                      <a:pt x="168" y="24"/>
                      <a:pt x="168" y="24"/>
                      <a:pt x="168" y="24"/>
                    </a:cubicBezTo>
                    <a:cubicBezTo>
                      <a:pt x="161" y="25"/>
                      <a:pt x="154" y="25"/>
                      <a:pt x="147" y="27"/>
                    </a:cubicBezTo>
                    <a:cubicBezTo>
                      <a:pt x="137" y="28"/>
                      <a:pt x="129" y="30"/>
                      <a:pt x="120" y="33"/>
                    </a:cubicBezTo>
                    <a:cubicBezTo>
                      <a:pt x="115" y="35"/>
                      <a:pt x="109" y="37"/>
                      <a:pt x="104" y="40"/>
                    </a:cubicBezTo>
                    <a:cubicBezTo>
                      <a:pt x="102" y="41"/>
                      <a:pt x="100" y="42"/>
                      <a:pt x="98" y="43"/>
                    </a:cubicBezTo>
                    <a:cubicBezTo>
                      <a:pt x="98" y="44"/>
                      <a:pt x="97" y="44"/>
                      <a:pt x="97" y="46"/>
                    </a:cubicBezTo>
                    <a:cubicBezTo>
                      <a:pt x="95" y="47"/>
                      <a:pt x="95" y="48"/>
                      <a:pt x="94" y="49"/>
                    </a:cubicBezTo>
                    <a:cubicBezTo>
                      <a:pt x="93" y="52"/>
                      <a:pt x="92" y="54"/>
                      <a:pt x="91" y="57"/>
                    </a:cubicBezTo>
                    <a:cubicBezTo>
                      <a:pt x="89" y="62"/>
                      <a:pt x="88" y="67"/>
                      <a:pt x="87" y="71"/>
                    </a:cubicBezTo>
                    <a:lnTo>
                      <a:pt x="87" y="70"/>
                    </a:lnTo>
                    <a:cubicBezTo>
                      <a:pt x="86" y="76"/>
                      <a:pt x="85" y="82"/>
                      <a:pt x="84" y="89"/>
                    </a:cubicBezTo>
                    <a:cubicBezTo>
                      <a:pt x="84" y="97"/>
                      <a:pt x="84" y="105"/>
                      <a:pt x="84" y="113"/>
                    </a:cubicBezTo>
                    <a:cubicBezTo>
                      <a:pt x="84" y="114"/>
                      <a:pt x="84" y="114"/>
                      <a:pt x="84" y="114"/>
                    </a:cubicBezTo>
                    <a:cubicBezTo>
                      <a:pt x="85" y="121"/>
                      <a:pt x="86" y="129"/>
                      <a:pt x="87" y="136"/>
                    </a:cubicBezTo>
                    <a:cubicBezTo>
                      <a:pt x="88" y="143"/>
                      <a:pt x="90" y="149"/>
                      <a:pt x="92" y="156"/>
                    </a:cubicBezTo>
                    <a:cubicBezTo>
                      <a:pt x="93" y="158"/>
                      <a:pt x="93" y="159"/>
                      <a:pt x="94" y="161"/>
                    </a:cubicBezTo>
                    <a:cubicBezTo>
                      <a:pt x="94" y="162"/>
                      <a:pt x="95" y="163"/>
                      <a:pt x="96" y="164"/>
                    </a:cubicBezTo>
                    <a:cubicBezTo>
                      <a:pt x="96" y="165"/>
                      <a:pt x="97" y="166"/>
                      <a:pt x="97" y="166"/>
                    </a:cubicBezTo>
                    <a:cubicBezTo>
                      <a:pt x="98" y="167"/>
                      <a:pt x="98" y="168"/>
                      <a:pt x="99" y="169"/>
                    </a:cubicBezTo>
                    <a:cubicBezTo>
                      <a:pt x="100" y="169"/>
                      <a:pt x="101" y="170"/>
                      <a:pt x="101" y="170"/>
                    </a:cubicBezTo>
                    <a:cubicBezTo>
                      <a:pt x="102" y="170"/>
                      <a:pt x="102" y="171"/>
                      <a:pt x="102" y="171"/>
                    </a:cubicBezTo>
                    <a:lnTo>
                      <a:pt x="103" y="171"/>
                    </a:lnTo>
                    <a:cubicBezTo>
                      <a:pt x="104" y="171"/>
                      <a:pt x="104" y="171"/>
                      <a:pt x="105" y="171"/>
                    </a:cubicBezTo>
                    <a:lnTo>
                      <a:pt x="106" y="172"/>
                    </a:lnTo>
                    <a:lnTo>
                      <a:pt x="108" y="172"/>
                    </a:lnTo>
                    <a:moveTo>
                      <a:pt x="98" y="194"/>
                    </a:moveTo>
                    <a:cubicBezTo>
                      <a:pt x="95" y="193"/>
                      <a:pt x="92" y="192"/>
                      <a:pt x="89" y="190"/>
                    </a:cubicBezTo>
                    <a:cubicBezTo>
                      <a:pt x="86" y="188"/>
                      <a:pt x="84" y="186"/>
                      <a:pt x="81" y="184"/>
                    </a:cubicBezTo>
                    <a:cubicBezTo>
                      <a:pt x="77" y="178"/>
                      <a:pt x="73" y="173"/>
                      <a:pt x="71" y="166"/>
                    </a:cubicBezTo>
                    <a:cubicBezTo>
                      <a:pt x="70" y="163"/>
                      <a:pt x="69" y="159"/>
                      <a:pt x="68" y="155"/>
                    </a:cubicBezTo>
                    <a:cubicBezTo>
                      <a:pt x="67" y="151"/>
                      <a:pt x="66" y="147"/>
                      <a:pt x="65" y="142"/>
                    </a:cubicBezTo>
                    <a:cubicBezTo>
                      <a:pt x="62" y="126"/>
                      <a:pt x="60" y="110"/>
                      <a:pt x="61" y="93"/>
                    </a:cubicBezTo>
                    <a:cubicBezTo>
                      <a:pt x="61" y="84"/>
                      <a:pt x="62" y="74"/>
                      <a:pt x="64" y="65"/>
                    </a:cubicBezTo>
                    <a:cubicBezTo>
                      <a:pt x="60" y="68"/>
                      <a:pt x="55" y="71"/>
                      <a:pt x="51" y="74"/>
                    </a:cubicBezTo>
                    <a:cubicBezTo>
                      <a:pt x="40" y="82"/>
                      <a:pt x="30" y="90"/>
                      <a:pt x="19" y="97"/>
                    </a:cubicBezTo>
                    <a:cubicBezTo>
                      <a:pt x="14" y="101"/>
                      <a:pt x="7" y="100"/>
                      <a:pt x="4" y="95"/>
                    </a:cubicBezTo>
                    <a:cubicBezTo>
                      <a:pt x="0" y="90"/>
                      <a:pt x="2" y="84"/>
                      <a:pt x="6" y="81"/>
                    </a:cubicBezTo>
                    <a:cubicBezTo>
                      <a:pt x="18" y="72"/>
                      <a:pt x="30" y="63"/>
                      <a:pt x="42" y="54"/>
                    </a:cubicBezTo>
                    <a:cubicBezTo>
                      <a:pt x="49" y="50"/>
                      <a:pt x="55" y="45"/>
                      <a:pt x="62" y="40"/>
                    </a:cubicBezTo>
                    <a:cubicBezTo>
                      <a:pt x="66" y="37"/>
                      <a:pt x="70" y="35"/>
                      <a:pt x="74" y="32"/>
                    </a:cubicBezTo>
                    <a:cubicBezTo>
                      <a:pt x="75" y="32"/>
                      <a:pt x="76" y="30"/>
                      <a:pt x="77" y="30"/>
                    </a:cubicBezTo>
                    <a:cubicBezTo>
                      <a:pt x="79" y="29"/>
                      <a:pt x="79" y="28"/>
                      <a:pt x="80" y="27"/>
                    </a:cubicBezTo>
                    <a:cubicBezTo>
                      <a:pt x="83" y="23"/>
                      <a:pt x="88" y="19"/>
                      <a:pt x="93" y="18"/>
                    </a:cubicBezTo>
                    <a:cubicBezTo>
                      <a:pt x="94" y="18"/>
                      <a:pt x="95" y="18"/>
                      <a:pt x="97" y="19"/>
                    </a:cubicBezTo>
                    <a:cubicBezTo>
                      <a:pt x="112" y="12"/>
                      <a:pt x="129" y="7"/>
                      <a:pt x="145" y="4"/>
                    </a:cubicBezTo>
                    <a:cubicBezTo>
                      <a:pt x="162" y="1"/>
                      <a:pt x="179" y="0"/>
                      <a:pt x="196" y="4"/>
                    </a:cubicBezTo>
                    <a:cubicBezTo>
                      <a:pt x="211" y="7"/>
                      <a:pt x="226" y="15"/>
                      <a:pt x="238" y="26"/>
                    </a:cubicBezTo>
                    <a:cubicBezTo>
                      <a:pt x="243" y="32"/>
                      <a:pt x="246" y="38"/>
                      <a:pt x="249" y="44"/>
                    </a:cubicBezTo>
                    <a:cubicBezTo>
                      <a:pt x="252" y="52"/>
                      <a:pt x="252" y="60"/>
                      <a:pt x="251" y="68"/>
                    </a:cubicBezTo>
                    <a:cubicBezTo>
                      <a:pt x="250" y="74"/>
                      <a:pt x="247" y="81"/>
                      <a:pt x="244" y="87"/>
                    </a:cubicBezTo>
                    <a:cubicBezTo>
                      <a:pt x="241" y="94"/>
                      <a:pt x="236" y="100"/>
                      <a:pt x="231" y="106"/>
                    </a:cubicBezTo>
                    <a:cubicBezTo>
                      <a:pt x="226" y="112"/>
                      <a:pt x="221" y="117"/>
                      <a:pt x="215" y="123"/>
                    </a:cubicBezTo>
                    <a:cubicBezTo>
                      <a:pt x="210" y="127"/>
                      <a:pt x="205" y="132"/>
                      <a:pt x="200" y="137"/>
                    </a:cubicBezTo>
                    <a:cubicBezTo>
                      <a:pt x="187" y="148"/>
                      <a:pt x="174" y="159"/>
                      <a:pt x="161" y="169"/>
                    </a:cubicBezTo>
                    <a:cubicBezTo>
                      <a:pt x="154" y="174"/>
                      <a:pt x="147" y="178"/>
                      <a:pt x="140" y="183"/>
                    </a:cubicBezTo>
                    <a:cubicBezTo>
                      <a:pt x="134" y="187"/>
                      <a:pt x="127" y="191"/>
                      <a:pt x="119" y="193"/>
                    </a:cubicBezTo>
                    <a:cubicBezTo>
                      <a:pt x="115" y="195"/>
                      <a:pt x="111" y="195"/>
                      <a:pt x="106" y="195"/>
                    </a:cubicBezTo>
                    <a:cubicBezTo>
                      <a:pt x="104" y="195"/>
                      <a:pt x="101" y="195"/>
                      <a:pt x="98" y="1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058" name="Google Shape;2058;p22"/>
            <p:cNvGrpSpPr/>
            <p:nvPr/>
          </p:nvGrpSpPr>
          <p:grpSpPr>
            <a:xfrm>
              <a:off x="-1587773" y="3867208"/>
              <a:ext cx="2304042" cy="1861821"/>
              <a:chOff x="1245600" y="2050920"/>
              <a:chExt cx="1071000" cy="865440"/>
            </a:xfrm>
          </p:grpSpPr>
          <p:sp>
            <p:nvSpPr>
              <p:cNvPr id="2059" name="Google Shape;2059;p22"/>
              <p:cNvSpPr/>
              <p:nvPr/>
            </p:nvSpPr>
            <p:spPr>
              <a:xfrm>
                <a:off x="1258920" y="2534040"/>
                <a:ext cx="1041840" cy="21600"/>
              </a:xfrm>
              <a:custGeom>
                <a:avLst/>
                <a:gdLst/>
                <a:ahLst/>
                <a:cxnLst/>
                <a:rect l="l" t="t" r="r" b="b"/>
                <a:pathLst>
                  <a:path w="2894" h="60" extrusionOk="0">
                    <a:moveTo>
                      <a:pt x="2882" y="59"/>
                    </a:moveTo>
                    <a:cubicBezTo>
                      <a:pt x="2851" y="58"/>
                      <a:pt x="2821" y="58"/>
                      <a:pt x="2791" y="57"/>
                    </a:cubicBezTo>
                    <a:cubicBezTo>
                      <a:pt x="2761" y="56"/>
                      <a:pt x="2731" y="56"/>
                      <a:pt x="2701" y="55"/>
                    </a:cubicBezTo>
                    <a:cubicBezTo>
                      <a:pt x="2637" y="55"/>
                      <a:pt x="2573" y="54"/>
                      <a:pt x="2510" y="53"/>
                    </a:cubicBezTo>
                    <a:cubicBezTo>
                      <a:pt x="2388" y="51"/>
                      <a:pt x="2266" y="50"/>
                      <a:pt x="2143" y="48"/>
                    </a:cubicBezTo>
                    <a:cubicBezTo>
                      <a:pt x="2020" y="46"/>
                      <a:pt x="1896" y="44"/>
                      <a:pt x="1774" y="43"/>
                    </a:cubicBezTo>
                    <a:cubicBezTo>
                      <a:pt x="1648" y="41"/>
                      <a:pt x="1522" y="40"/>
                      <a:pt x="1397" y="38"/>
                    </a:cubicBezTo>
                    <a:cubicBezTo>
                      <a:pt x="1274" y="37"/>
                      <a:pt x="1152" y="35"/>
                      <a:pt x="1029" y="34"/>
                    </a:cubicBezTo>
                    <a:cubicBezTo>
                      <a:pt x="968" y="33"/>
                      <a:pt x="908" y="32"/>
                      <a:pt x="847" y="31"/>
                    </a:cubicBezTo>
                    <a:cubicBezTo>
                      <a:pt x="786" y="30"/>
                      <a:pt x="725" y="30"/>
                      <a:pt x="664" y="29"/>
                    </a:cubicBezTo>
                    <a:cubicBezTo>
                      <a:pt x="542" y="27"/>
                      <a:pt x="421" y="26"/>
                      <a:pt x="299" y="24"/>
                    </a:cubicBezTo>
                    <a:cubicBezTo>
                      <a:pt x="251" y="23"/>
                      <a:pt x="202" y="23"/>
                      <a:pt x="153" y="22"/>
                    </a:cubicBezTo>
                    <a:cubicBezTo>
                      <a:pt x="129" y="22"/>
                      <a:pt x="105" y="22"/>
                      <a:pt x="82" y="22"/>
                    </a:cubicBezTo>
                    <a:cubicBezTo>
                      <a:pt x="59" y="21"/>
                      <a:pt x="36" y="21"/>
                      <a:pt x="13" y="21"/>
                    </a:cubicBezTo>
                    <a:cubicBezTo>
                      <a:pt x="12" y="21"/>
                      <a:pt x="11" y="21"/>
                      <a:pt x="10" y="21"/>
                    </a:cubicBezTo>
                    <a:cubicBezTo>
                      <a:pt x="4" y="21"/>
                      <a:pt x="0" y="15"/>
                      <a:pt x="0" y="10"/>
                    </a:cubicBezTo>
                    <a:cubicBezTo>
                      <a:pt x="1" y="4"/>
                      <a:pt x="5" y="0"/>
                      <a:pt x="11" y="0"/>
                    </a:cubicBezTo>
                    <a:cubicBezTo>
                      <a:pt x="23" y="0"/>
                      <a:pt x="35" y="1"/>
                      <a:pt x="47" y="1"/>
                    </a:cubicBezTo>
                    <a:cubicBezTo>
                      <a:pt x="61" y="1"/>
                      <a:pt x="76" y="1"/>
                      <a:pt x="90" y="1"/>
                    </a:cubicBezTo>
                    <a:cubicBezTo>
                      <a:pt x="119" y="2"/>
                      <a:pt x="150" y="2"/>
                      <a:pt x="179" y="3"/>
                    </a:cubicBezTo>
                    <a:cubicBezTo>
                      <a:pt x="239" y="4"/>
                      <a:pt x="298" y="5"/>
                      <a:pt x="357" y="5"/>
                    </a:cubicBezTo>
                    <a:cubicBezTo>
                      <a:pt x="479" y="7"/>
                      <a:pt x="601" y="9"/>
                      <a:pt x="723" y="10"/>
                    </a:cubicBezTo>
                    <a:cubicBezTo>
                      <a:pt x="844" y="12"/>
                      <a:pt x="964" y="13"/>
                      <a:pt x="1084" y="15"/>
                    </a:cubicBezTo>
                    <a:cubicBezTo>
                      <a:pt x="1208" y="17"/>
                      <a:pt x="1331" y="19"/>
                      <a:pt x="1455" y="21"/>
                    </a:cubicBezTo>
                    <a:cubicBezTo>
                      <a:pt x="1579" y="23"/>
                      <a:pt x="1704" y="24"/>
                      <a:pt x="1828" y="26"/>
                    </a:cubicBezTo>
                    <a:cubicBezTo>
                      <a:pt x="1954" y="28"/>
                      <a:pt x="2079" y="30"/>
                      <a:pt x="2203" y="31"/>
                    </a:cubicBezTo>
                    <a:cubicBezTo>
                      <a:pt x="2326" y="33"/>
                      <a:pt x="2448" y="34"/>
                      <a:pt x="2569" y="36"/>
                    </a:cubicBezTo>
                    <a:cubicBezTo>
                      <a:pt x="2621" y="37"/>
                      <a:pt x="2671" y="37"/>
                      <a:pt x="2723" y="38"/>
                    </a:cubicBezTo>
                    <a:cubicBezTo>
                      <a:pt x="2771" y="38"/>
                      <a:pt x="2819" y="39"/>
                      <a:pt x="2868" y="39"/>
                    </a:cubicBezTo>
                    <a:lnTo>
                      <a:pt x="2867" y="39"/>
                    </a:lnTo>
                    <a:cubicBezTo>
                      <a:pt x="2872" y="39"/>
                      <a:pt x="2876" y="39"/>
                      <a:pt x="2881" y="39"/>
                    </a:cubicBezTo>
                    <a:cubicBezTo>
                      <a:pt x="2887" y="39"/>
                      <a:pt x="2892" y="43"/>
                      <a:pt x="2892" y="48"/>
                    </a:cubicBezTo>
                    <a:cubicBezTo>
                      <a:pt x="2893" y="54"/>
                      <a:pt x="2888" y="59"/>
                      <a:pt x="2882" y="5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0" name="Google Shape;2060;p22"/>
              <p:cNvSpPr/>
              <p:nvPr/>
            </p:nvSpPr>
            <p:spPr>
              <a:xfrm>
                <a:off x="2249280" y="2528280"/>
                <a:ext cx="67320" cy="43920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22" extrusionOk="0">
                    <a:moveTo>
                      <a:pt x="68" y="114"/>
                    </a:moveTo>
                    <a:cubicBezTo>
                      <a:pt x="67" y="109"/>
                      <a:pt x="70" y="103"/>
                      <a:pt x="75" y="101"/>
                    </a:cubicBezTo>
                    <a:cubicBezTo>
                      <a:pt x="89" y="96"/>
                      <a:pt x="103" y="92"/>
                      <a:pt x="117" y="88"/>
                    </a:cubicBezTo>
                    <a:cubicBezTo>
                      <a:pt x="124" y="86"/>
                      <a:pt x="131" y="84"/>
                      <a:pt x="139" y="81"/>
                    </a:cubicBezTo>
                    <a:cubicBezTo>
                      <a:pt x="144" y="80"/>
                      <a:pt x="149" y="78"/>
                      <a:pt x="155" y="77"/>
                    </a:cubicBezTo>
                    <a:cubicBezTo>
                      <a:pt x="137" y="70"/>
                      <a:pt x="119" y="63"/>
                      <a:pt x="102" y="57"/>
                    </a:cubicBezTo>
                    <a:cubicBezTo>
                      <a:pt x="79" y="49"/>
                      <a:pt x="58" y="42"/>
                      <a:pt x="36" y="33"/>
                    </a:cubicBezTo>
                    <a:cubicBezTo>
                      <a:pt x="31" y="31"/>
                      <a:pt x="25" y="29"/>
                      <a:pt x="19" y="26"/>
                    </a:cubicBezTo>
                    <a:cubicBezTo>
                      <a:pt x="16" y="25"/>
                      <a:pt x="12" y="24"/>
                      <a:pt x="10" y="22"/>
                    </a:cubicBezTo>
                    <a:cubicBezTo>
                      <a:pt x="5" y="19"/>
                      <a:pt x="0" y="17"/>
                      <a:pt x="0" y="11"/>
                    </a:cubicBezTo>
                    <a:cubicBezTo>
                      <a:pt x="0" y="5"/>
                      <a:pt x="4" y="0"/>
                      <a:pt x="10" y="0"/>
                    </a:cubicBezTo>
                    <a:cubicBezTo>
                      <a:pt x="12" y="0"/>
                      <a:pt x="15" y="1"/>
                      <a:pt x="17" y="3"/>
                    </a:cubicBezTo>
                    <a:lnTo>
                      <a:pt x="18" y="3"/>
                    </a:lnTo>
                    <a:cubicBezTo>
                      <a:pt x="21" y="5"/>
                      <a:pt x="25" y="7"/>
                      <a:pt x="28" y="8"/>
                    </a:cubicBezTo>
                    <a:cubicBezTo>
                      <a:pt x="32" y="10"/>
                      <a:pt x="36" y="11"/>
                      <a:pt x="39" y="13"/>
                    </a:cubicBezTo>
                    <a:cubicBezTo>
                      <a:pt x="60" y="21"/>
                      <a:pt x="81" y="29"/>
                      <a:pt x="102" y="36"/>
                    </a:cubicBezTo>
                    <a:cubicBezTo>
                      <a:pt x="122" y="44"/>
                      <a:pt x="142" y="51"/>
                      <a:pt x="163" y="58"/>
                    </a:cubicBezTo>
                    <a:cubicBezTo>
                      <a:pt x="168" y="60"/>
                      <a:pt x="173" y="61"/>
                      <a:pt x="178" y="64"/>
                    </a:cubicBezTo>
                    <a:cubicBezTo>
                      <a:pt x="182" y="66"/>
                      <a:pt x="185" y="70"/>
                      <a:pt x="185" y="75"/>
                    </a:cubicBezTo>
                    <a:cubicBezTo>
                      <a:pt x="186" y="80"/>
                      <a:pt x="183" y="84"/>
                      <a:pt x="180" y="87"/>
                    </a:cubicBezTo>
                    <a:cubicBezTo>
                      <a:pt x="176" y="91"/>
                      <a:pt x="170" y="93"/>
                      <a:pt x="164" y="95"/>
                    </a:cubicBezTo>
                    <a:cubicBezTo>
                      <a:pt x="162" y="96"/>
                      <a:pt x="159" y="96"/>
                      <a:pt x="156" y="98"/>
                    </a:cubicBezTo>
                    <a:cubicBezTo>
                      <a:pt x="152" y="99"/>
                      <a:pt x="146" y="100"/>
                      <a:pt x="142" y="102"/>
                    </a:cubicBezTo>
                    <a:cubicBezTo>
                      <a:pt x="121" y="107"/>
                      <a:pt x="101" y="113"/>
                      <a:pt x="82" y="120"/>
                    </a:cubicBezTo>
                    <a:cubicBezTo>
                      <a:pt x="81" y="121"/>
                      <a:pt x="79" y="121"/>
                      <a:pt x="78" y="121"/>
                    </a:cubicBezTo>
                    <a:cubicBezTo>
                      <a:pt x="74" y="121"/>
                      <a:pt x="70" y="118"/>
                      <a:pt x="68" y="1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1" name="Google Shape;2061;p22"/>
              <p:cNvSpPr/>
              <p:nvPr/>
            </p:nvSpPr>
            <p:spPr>
              <a:xfrm>
                <a:off x="1593720" y="2059920"/>
                <a:ext cx="19080" cy="856440"/>
              </a:xfrm>
              <a:custGeom>
                <a:avLst/>
                <a:gdLst/>
                <a:ahLst/>
                <a:cxnLst/>
                <a:rect l="l" t="t" r="r" b="b"/>
                <a:pathLst>
                  <a:path w="53" h="2379" extrusionOk="0">
                    <a:moveTo>
                      <a:pt x="30" y="2368"/>
                    </a:moveTo>
                    <a:cubicBezTo>
                      <a:pt x="30" y="2364"/>
                      <a:pt x="30" y="2360"/>
                      <a:pt x="30" y="2356"/>
                    </a:cubicBezTo>
                    <a:cubicBezTo>
                      <a:pt x="30" y="2357"/>
                      <a:pt x="30" y="2357"/>
                      <a:pt x="30" y="2358"/>
                    </a:cubicBezTo>
                    <a:cubicBezTo>
                      <a:pt x="30" y="2346"/>
                      <a:pt x="28" y="2335"/>
                      <a:pt x="27" y="2324"/>
                    </a:cubicBezTo>
                    <a:cubicBezTo>
                      <a:pt x="26" y="2313"/>
                      <a:pt x="25" y="2302"/>
                      <a:pt x="24" y="2290"/>
                    </a:cubicBezTo>
                    <a:cubicBezTo>
                      <a:pt x="24" y="2285"/>
                      <a:pt x="24" y="2279"/>
                      <a:pt x="24" y="2273"/>
                    </a:cubicBezTo>
                    <a:cubicBezTo>
                      <a:pt x="23" y="2267"/>
                      <a:pt x="23" y="2261"/>
                      <a:pt x="23" y="2256"/>
                    </a:cubicBezTo>
                    <a:cubicBezTo>
                      <a:pt x="23" y="2243"/>
                      <a:pt x="23" y="2232"/>
                      <a:pt x="22" y="2219"/>
                    </a:cubicBezTo>
                    <a:cubicBezTo>
                      <a:pt x="21" y="2194"/>
                      <a:pt x="20" y="2170"/>
                      <a:pt x="20" y="2145"/>
                    </a:cubicBezTo>
                    <a:cubicBezTo>
                      <a:pt x="20" y="2132"/>
                      <a:pt x="20" y="2119"/>
                      <a:pt x="20" y="2106"/>
                    </a:cubicBezTo>
                    <a:cubicBezTo>
                      <a:pt x="20" y="2093"/>
                      <a:pt x="20" y="2080"/>
                      <a:pt x="20" y="2067"/>
                    </a:cubicBezTo>
                    <a:cubicBezTo>
                      <a:pt x="20" y="2048"/>
                      <a:pt x="21" y="2029"/>
                      <a:pt x="21" y="2010"/>
                    </a:cubicBezTo>
                    <a:cubicBezTo>
                      <a:pt x="21" y="1992"/>
                      <a:pt x="21" y="1974"/>
                      <a:pt x="21" y="1956"/>
                    </a:cubicBezTo>
                    <a:cubicBezTo>
                      <a:pt x="21" y="1957"/>
                      <a:pt x="21" y="1957"/>
                      <a:pt x="21" y="1957"/>
                    </a:cubicBezTo>
                    <a:cubicBezTo>
                      <a:pt x="21" y="1949"/>
                      <a:pt x="21" y="1939"/>
                      <a:pt x="21" y="1930"/>
                    </a:cubicBezTo>
                    <a:cubicBezTo>
                      <a:pt x="20" y="1921"/>
                      <a:pt x="20" y="1911"/>
                      <a:pt x="20" y="1901"/>
                    </a:cubicBezTo>
                    <a:lnTo>
                      <a:pt x="20" y="1902"/>
                    </a:lnTo>
                    <a:cubicBezTo>
                      <a:pt x="20" y="1901"/>
                      <a:pt x="20" y="1900"/>
                      <a:pt x="20" y="1899"/>
                    </a:cubicBezTo>
                    <a:lnTo>
                      <a:pt x="20" y="1900"/>
                    </a:lnTo>
                    <a:cubicBezTo>
                      <a:pt x="20" y="1869"/>
                      <a:pt x="20" y="1838"/>
                      <a:pt x="20" y="1807"/>
                    </a:cubicBezTo>
                    <a:cubicBezTo>
                      <a:pt x="19" y="1777"/>
                      <a:pt x="20" y="1746"/>
                      <a:pt x="20" y="1716"/>
                    </a:cubicBezTo>
                    <a:cubicBezTo>
                      <a:pt x="19" y="1665"/>
                      <a:pt x="18" y="1613"/>
                      <a:pt x="18" y="1562"/>
                    </a:cubicBezTo>
                    <a:cubicBezTo>
                      <a:pt x="18" y="1551"/>
                      <a:pt x="18" y="1539"/>
                      <a:pt x="19" y="1527"/>
                    </a:cubicBezTo>
                    <a:cubicBezTo>
                      <a:pt x="19" y="1513"/>
                      <a:pt x="19" y="1499"/>
                      <a:pt x="19" y="1485"/>
                    </a:cubicBezTo>
                    <a:cubicBezTo>
                      <a:pt x="19" y="1460"/>
                      <a:pt x="20" y="1436"/>
                      <a:pt x="20" y="1412"/>
                    </a:cubicBezTo>
                    <a:cubicBezTo>
                      <a:pt x="20" y="1385"/>
                      <a:pt x="20" y="1358"/>
                      <a:pt x="20" y="1332"/>
                    </a:cubicBezTo>
                    <a:cubicBezTo>
                      <a:pt x="20" y="1307"/>
                      <a:pt x="21" y="1283"/>
                      <a:pt x="22" y="1259"/>
                    </a:cubicBezTo>
                    <a:cubicBezTo>
                      <a:pt x="23" y="1232"/>
                      <a:pt x="24" y="1206"/>
                      <a:pt x="24" y="1179"/>
                    </a:cubicBezTo>
                    <a:cubicBezTo>
                      <a:pt x="24" y="1155"/>
                      <a:pt x="24" y="1130"/>
                      <a:pt x="24" y="1105"/>
                    </a:cubicBezTo>
                    <a:cubicBezTo>
                      <a:pt x="24" y="1094"/>
                      <a:pt x="24" y="1082"/>
                      <a:pt x="24" y="1069"/>
                    </a:cubicBezTo>
                    <a:cubicBezTo>
                      <a:pt x="24" y="1070"/>
                      <a:pt x="24" y="1071"/>
                      <a:pt x="24" y="1071"/>
                    </a:cubicBezTo>
                    <a:cubicBezTo>
                      <a:pt x="24" y="1046"/>
                      <a:pt x="23" y="1022"/>
                      <a:pt x="22" y="997"/>
                    </a:cubicBezTo>
                    <a:cubicBezTo>
                      <a:pt x="21" y="970"/>
                      <a:pt x="20" y="942"/>
                      <a:pt x="19" y="915"/>
                    </a:cubicBezTo>
                    <a:cubicBezTo>
                      <a:pt x="18" y="891"/>
                      <a:pt x="18" y="867"/>
                      <a:pt x="17" y="843"/>
                    </a:cubicBezTo>
                    <a:cubicBezTo>
                      <a:pt x="17" y="817"/>
                      <a:pt x="16" y="790"/>
                      <a:pt x="16" y="764"/>
                    </a:cubicBezTo>
                    <a:cubicBezTo>
                      <a:pt x="13" y="712"/>
                      <a:pt x="10" y="661"/>
                      <a:pt x="7" y="609"/>
                    </a:cubicBezTo>
                    <a:cubicBezTo>
                      <a:pt x="5" y="584"/>
                      <a:pt x="3" y="558"/>
                      <a:pt x="2" y="533"/>
                    </a:cubicBezTo>
                    <a:cubicBezTo>
                      <a:pt x="2" y="521"/>
                      <a:pt x="1" y="509"/>
                      <a:pt x="0" y="497"/>
                    </a:cubicBezTo>
                    <a:cubicBezTo>
                      <a:pt x="0" y="484"/>
                      <a:pt x="0" y="472"/>
                      <a:pt x="0" y="459"/>
                    </a:cubicBezTo>
                    <a:cubicBezTo>
                      <a:pt x="0" y="434"/>
                      <a:pt x="1" y="409"/>
                      <a:pt x="2" y="384"/>
                    </a:cubicBezTo>
                    <a:cubicBezTo>
                      <a:pt x="3" y="360"/>
                      <a:pt x="3" y="335"/>
                      <a:pt x="5" y="311"/>
                    </a:cubicBezTo>
                    <a:cubicBezTo>
                      <a:pt x="6" y="285"/>
                      <a:pt x="7" y="260"/>
                      <a:pt x="9" y="234"/>
                    </a:cubicBezTo>
                    <a:cubicBezTo>
                      <a:pt x="9" y="209"/>
                      <a:pt x="10" y="183"/>
                      <a:pt x="10" y="158"/>
                    </a:cubicBezTo>
                    <a:cubicBezTo>
                      <a:pt x="10" y="145"/>
                      <a:pt x="10" y="132"/>
                      <a:pt x="10" y="119"/>
                    </a:cubicBezTo>
                    <a:cubicBezTo>
                      <a:pt x="10" y="120"/>
                      <a:pt x="10" y="120"/>
                      <a:pt x="10" y="120"/>
                    </a:cubicBezTo>
                    <a:cubicBezTo>
                      <a:pt x="10" y="119"/>
                      <a:pt x="10" y="117"/>
                      <a:pt x="10" y="116"/>
                    </a:cubicBezTo>
                    <a:lnTo>
                      <a:pt x="10" y="117"/>
                    </a:lnTo>
                    <a:cubicBezTo>
                      <a:pt x="10" y="112"/>
                      <a:pt x="10" y="106"/>
                      <a:pt x="10" y="100"/>
                    </a:cubicBezTo>
                    <a:cubicBezTo>
                      <a:pt x="10" y="101"/>
                      <a:pt x="10" y="102"/>
                      <a:pt x="10" y="102"/>
                    </a:cubicBezTo>
                    <a:cubicBezTo>
                      <a:pt x="10" y="88"/>
                      <a:pt x="10" y="73"/>
                      <a:pt x="10" y="59"/>
                    </a:cubicBezTo>
                    <a:cubicBezTo>
                      <a:pt x="10" y="43"/>
                      <a:pt x="11" y="26"/>
                      <a:pt x="12" y="10"/>
                    </a:cubicBezTo>
                    <a:cubicBezTo>
                      <a:pt x="12" y="4"/>
                      <a:pt x="17" y="0"/>
                      <a:pt x="23" y="0"/>
                    </a:cubicBezTo>
                    <a:cubicBezTo>
                      <a:pt x="28" y="0"/>
                      <a:pt x="33" y="5"/>
                      <a:pt x="32" y="11"/>
                    </a:cubicBezTo>
                    <a:cubicBezTo>
                      <a:pt x="32" y="26"/>
                      <a:pt x="31" y="42"/>
                      <a:pt x="31" y="57"/>
                    </a:cubicBezTo>
                    <a:cubicBezTo>
                      <a:pt x="30" y="71"/>
                      <a:pt x="30" y="86"/>
                      <a:pt x="30" y="100"/>
                    </a:cubicBezTo>
                    <a:cubicBezTo>
                      <a:pt x="30" y="125"/>
                      <a:pt x="30" y="150"/>
                      <a:pt x="29" y="175"/>
                    </a:cubicBezTo>
                    <a:cubicBezTo>
                      <a:pt x="29" y="187"/>
                      <a:pt x="28" y="198"/>
                      <a:pt x="28" y="209"/>
                    </a:cubicBezTo>
                    <a:cubicBezTo>
                      <a:pt x="27" y="222"/>
                      <a:pt x="27" y="235"/>
                      <a:pt x="27" y="248"/>
                    </a:cubicBezTo>
                    <a:cubicBezTo>
                      <a:pt x="25" y="274"/>
                      <a:pt x="24" y="299"/>
                      <a:pt x="23" y="325"/>
                    </a:cubicBezTo>
                    <a:cubicBezTo>
                      <a:pt x="20" y="375"/>
                      <a:pt x="19" y="426"/>
                      <a:pt x="19" y="476"/>
                    </a:cubicBezTo>
                    <a:cubicBezTo>
                      <a:pt x="19" y="475"/>
                      <a:pt x="19" y="475"/>
                      <a:pt x="19" y="475"/>
                    </a:cubicBezTo>
                    <a:cubicBezTo>
                      <a:pt x="19" y="486"/>
                      <a:pt x="19" y="497"/>
                      <a:pt x="20" y="509"/>
                    </a:cubicBezTo>
                    <a:cubicBezTo>
                      <a:pt x="20" y="522"/>
                      <a:pt x="21" y="536"/>
                      <a:pt x="22" y="549"/>
                    </a:cubicBezTo>
                    <a:cubicBezTo>
                      <a:pt x="23" y="575"/>
                      <a:pt x="25" y="602"/>
                      <a:pt x="27" y="628"/>
                    </a:cubicBezTo>
                    <a:cubicBezTo>
                      <a:pt x="28" y="653"/>
                      <a:pt x="30" y="679"/>
                      <a:pt x="31" y="704"/>
                    </a:cubicBezTo>
                    <a:cubicBezTo>
                      <a:pt x="32" y="728"/>
                      <a:pt x="33" y="752"/>
                      <a:pt x="34" y="776"/>
                    </a:cubicBezTo>
                    <a:cubicBezTo>
                      <a:pt x="35" y="801"/>
                      <a:pt x="35" y="827"/>
                      <a:pt x="35" y="853"/>
                    </a:cubicBezTo>
                    <a:cubicBezTo>
                      <a:pt x="36" y="879"/>
                      <a:pt x="36" y="906"/>
                      <a:pt x="37" y="934"/>
                    </a:cubicBezTo>
                    <a:cubicBezTo>
                      <a:pt x="38" y="957"/>
                      <a:pt x="39" y="981"/>
                      <a:pt x="40" y="1006"/>
                    </a:cubicBezTo>
                    <a:cubicBezTo>
                      <a:pt x="41" y="1032"/>
                      <a:pt x="42" y="1058"/>
                      <a:pt x="42" y="1085"/>
                    </a:cubicBezTo>
                    <a:cubicBezTo>
                      <a:pt x="42" y="1092"/>
                      <a:pt x="42" y="1099"/>
                      <a:pt x="42" y="1106"/>
                    </a:cubicBezTo>
                    <a:cubicBezTo>
                      <a:pt x="42" y="1105"/>
                      <a:pt x="42" y="1105"/>
                      <a:pt x="42" y="1105"/>
                    </a:cubicBezTo>
                    <a:cubicBezTo>
                      <a:pt x="42" y="1156"/>
                      <a:pt x="41" y="1207"/>
                      <a:pt x="40" y="1258"/>
                    </a:cubicBezTo>
                    <a:cubicBezTo>
                      <a:pt x="39" y="1282"/>
                      <a:pt x="38" y="1307"/>
                      <a:pt x="38" y="1332"/>
                    </a:cubicBezTo>
                    <a:cubicBezTo>
                      <a:pt x="38" y="1359"/>
                      <a:pt x="38" y="1386"/>
                      <a:pt x="38" y="1413"/>
                    </a:cubicBezTo>
                    <a:cubicBezTo>
                      <a:pt x="38" y="1443"/>
                      <a:pt x="38" y="1473"/>
                      <a:pt x="37" y="1503"/>
                    </a:cubicBezTo>
                    <a:cubicBezTo>
                      <a:pt x="37" y="1517"/>
                      <a:pt x="37" y="1531"/>
                      <a:pt x="37" y="1545"/>
                    </a:cubicBezTo>
                    <a:cubicBezTo>
                      <a:pt x="36" y="1560"/>
                      <a:pt x="36" y="1577"/>
                      <a:pt x="36" y="1593"/>
                    </a:cubicBezTo>
                    <a:cubicBezTo>
                      <a:pt x="36" y="1592"/>
                      <a:pt x="36" y="1592"/>
                      <a:pt x="36" y="1591"/>
                    </a:cubicBezTo>
                    <a:cubicBezTo>
                      <a:pt x="37" y="1633"/>
                      <a:pt x="37" y="1674"/>
                      <a:pt x="38" y="1715"/>
                    </a:cubicBezTo>
                    <a:cubicBezTo>
                      <a:pt x="38" y="1736"/>
                      <a:pt x="38" y="1757"/>
                      <a:pt x="38" y="1778"/>
                    </a:cubicBezTo>
                    <a:cubicBezTo>
                      <a:pt x="38" y="1798"/>
                      <a:pt x="38" y="1818"/>
                      <a:pt x="38" y="1838"/>
                    </a:cubicBezTo>
                    <a:lnTo>
                      <a:pt x="38" y="1837"/>
                    </a:lnTo>
                    <a:cubicBezTo>
                      <a:pt x="38" y="1868"/>
                      <a:pt x="39" y="1899"/>
                      <a:pt x="39" y="1930"/>
                    </a:cubicBezTo>
                    <a:cubicBezTo>
                      <a:pt x="39" y="1929"/>
                      <a:pt x="39" y="1929"/>
                      <a:pt x="39" y="1929"/>
                    </a:cubicBezTo>
                    <a:cubicBezTo>
                      <a:pt x="39" y="1938"/>
                      <a:pt x="39" y="1948"/>
                      <a:pt x="39" y="1958"/>
                    </a:cubicBezTo>
                    <a:cubicBezTo>
                      <a:pt x="39" y="1957"/>
                      <a:pt x="39" y="1957"/>
                      <a:pt x="39" y="1957"/>
                    </a:cubicBezTo>
                    <a:cubicBezTo>
                      <a:pt x="39" y="1958"/>
                      <a:pt x="39" y="1959"/>
                      <a:pt x="39" y="1960"/>
                    </a:cubicBezTo>
                    <a:cubicBezTo>
                      <a:pt x="39" y="1960"/>
                      <a:pt x="39" y="1959"/>
                      <a:pt x="39" y="1958"/>
                    </a:cubicBezTo>
                    <a:cubicBezTo>
                      <a:pt x="39" y="1965"/>
                      <a:pt x="39" y="1972"/>
                      <a:pt x="39" y="1979"/>
                    </a:cubicBezTo>
                    <a:cubicBezTo>
                      <a:pt x="39" y="1978"/>
                      <a:pt x="39" y="1978"/>
                      <a:pt x="39" y="1978"/>
                    </a:cubicBezTo>
                    <a:cubicBezTo>
                      <a:pt x="39" y="1979"/>
                      <a:pt x="39" y="1981"/>
                      <a:pt x="39" y="1983"/>
                    </a:cubicBezTo>
                    <a:lnTo>
                      <a:pt x="39" y="1982"/>
                    </a:lnTo>
                    <a:cubicBezTo>
                      <a:pt x="39" y="2014"/>
                      <a:pt x="39" y="2045"/>
                      <a:pt x="39" y="2077"/>
                    </a:cubicBezTo>
                    <a:cubicBezTo>
                      <a:pt x="39" y="2090"/>
                      <a:pt x="39" y="2104"/>
                      <a:pt x="39" y="2117"/>
                    </a:cubicBezTo>
                    <a:cubicBezTo>
                      <a:pt x="39" y="2116"/>
                      <a:pt x="39" y="2116"/>
                      <a:pt x="39" y="2116"/>
                    </a:cubicBezTo>
                    <a:cubicBezTo>
                      <a:pt x="39" y="2121"/>
                      <a:pt x="39" y="2126"/>
                      <a:pt x="39" y="2131"/>
                    </a:cubicBezTo>
                    <a:cubicBezTo>
                      <a:pt x="39" y="2131"/>
                      <a:pt x="39" y="2132"/>
                      <a:pt x="39" y="2133"/>
                    </a:cubicBezTo>
                    <a:cubicBezTo>
                      <a:pt x="39" y="2132"/>
                      <a:pt x="39" y="2132"/>
                      <a:pt x="39" y="2131"/>
                    </a:cubicBezTo>
                    <a:cubicBezTo>
                      <a:pt x="39" y="2152"/>
                      <a:pt x="41" y="2173"/>
                      <a:pt x="41" y="2194"/>
                    </a:cubicBezTo>
                    <a:cubicBezTo>
                      <a:pt x="42" y="2204"/>
                      <a:pt x="42" y="2215"/>
                      <a:pt x="43" y="2226"/>
                    </a:cubicBezTo>
                    <a:cubicBezTo>
                      <a:pt x="44" y="2236"/>
                      <a:pt x="44" y="2246"/>
                      <a:pt x="44" y="2256"/>
                    </a:cubicBezTo>
                    <a:cubicBezTo>
                      <a:pt x="44" y="2265"/>
                      <a:pt x="44" y="2275"/>
                      <a:pt x="45" y="2284"/>
                    </a:cubicBezTo>
                    <a:cubicBezTo>
                      <a:pt x="45" y="2293"/>
                      <a:pt x="46" y="2303"/>
                      <a:pt x="48" y="2313"/>
                    </a:cubicBezTo>
                    <a:cubicBezTo>
                      <a:pt x="49" y="2323"/>
                      <a:pt x="50" y="2332"/>
                      <a:pt x="51" y="2343"/>
                    </a:cubicBezTo>
                    <a:cubicBezTo>
                      <a:pt x="51" y="2351"/>
                      <a:pt x="52" y="2359"/>
                      <a:pt x="51" y="2368"/>
                    </a:cubicBezTo>
                    <a:cubicBezTo>
                      <a:pt x="51" y="2373"/>
                      <a:pt x="46" y="2377"/>
                      <a:pt x="41" y="2378"/>
                    </a:cubicBezTo>
                    <a:cubicBezTo>
                      <a:pt x="35" y="2378"/>
                      <a:pt x="30" y="2374"/>
                      <a:pt x="30" y="236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2" name="Google Shape;2062;p22"/>
              <p:cNvSpPr/>
              <p:nvPr/>
            </p:nvSpPr>
            <p:spPr>
              <a:xfrm>
                <a:off x="1582920" y="2050920"/>
                <a:ext cx="42120" cy="7524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209" extrusionOk="0">
                    <a:moveTo>
                      <a:pt x="100" y="206"/>
                    </a:moveTo>
                    <a:cubicBezTo>
                      <a:pt x="97" y="205"/>
                      <a:pt x="96" y="202"/>
                      <a:pt x="95" y="199"/>
                    </a:cubicBezTo>
                    <a:cubicBezTo>
                      <a:pt x="92" y="188"/>
                      <a:pt x="90" y="177"/>
                      <a:pt x="88" y="166"/>
                    </a:cubicBezTo>
                    <a:cubicBezTo>
                      <a:pt x="86" y="157"/>
                      <a:pt x="85" y="148"/>
                      <a:pt x="83" y="139"/>
                    </a:cubicBezTo>
                    <a:cubicBezTo>
                      <a:pt x="81" y="128"/>
                      <a:pt x="79" y="117"/>
                      <a:pt x="77" y="106"/>
                    </a:cubicBezTo>
                    <a:cubicBezTo>
                      <a:pt x="76" y="102"/>
                      <a:pt x="75" y="99"/>
                      <a:pt x="74" y="95"/>
                    </a:cubicBezTo>
                    <a:cubicBezTo>
                      <a:pt x="73" y="89"/>
                      <a:pt x="72" y="84"/>
                      <a:pt x="71" y="79"/>
                    </a:cubicBezTo>
                    <a:cubicBezTo>
                      <a:pt x="69" y="72"/>
                      <a:pt x="67" y="65"/>
                      <a:pt x="65" y="59"/>
                    </a:cubicBezTo>
                    <a:cubicBezTo>
                      <a:pt x="63" y="52"/>
                      <a:pt x="61" y="45"/>
                      <a:pt x="58" y="38"/>
                    </a:cubicBezTo>
                    <a:cubicBezTo>
                      <a:pt x="54" y="56"/>
                      <a:pt x="50" y="74"/>
                      <a:pt x="46" y="91"/>
                    </a:cubicBezTo>
                    <a:cubicBezTo>
                      <a:pt x="43" y="100"/>
                      <a:pt x="40" y="110"/>
                      <a:pt x="38" y="120"/>
                    </a:cubicBezTo>
                    <a:cubicBezTo>
                      <a:pt x="36" y="125"/>
                      <a:pt x="35" y="132"/>
                      <a:pt x="33" y="138"/>
                    </a:cubicBezTo>
                    <a:cubicBezTo>
                      <a:pt x="31" y="144"/>
                      <a:pt x="29" y="149"/>
                      <a:pt x="27" y="155"/>
                    </a:cubicBezTo>
                    <a:cubicBezTo>
                      <a:pt x="25" y="161"/>
                      <a:pt x="22" y="167"/>
                      <a:pt x="19" y="173"/>
                    </a:cubicBezTo>
                    <a:cubicBezTo>
                      <a:pt x="16" y="177"/>
                      <a:pt x="11" y="178"/>
                      <a:pt x="7" y="177"/>
                    </a:cubicBezTo>
                    <a:cubicBezTo>
                      <a:pt x="2" y="176"/>
                      <a:pt x="0" y="171"/>
                      <a:pt x="0" y="167"/>
                    </a:cubicBezTo>
                    <a:cubicBezTo>
                      <a:pt x="0" y="162"/>
                      <a:pt x="1" y="158"/>
                      <a:pt x="2" y="154"/>
                    </a:cubicBezTo>
                    <a:cubicBezTo>
                      <a:pt x="3" y="152"/>
                      <a:pt x="4" y="149"/>
                      <a:pt x="4" y="146"/>
                    </a:cubicBezTo>
                    <a:cubicBezTo>
                      <a:pt x="5" y="141"/>
                      <a:pt x="7" y="136"/>
                      <a:pt x="7" y="131"/>
                    </a:cubicBezTo>
                    <a:cubicBezTo>
                      <a:pt x="9" y="120"/>
                      <a:pt x="12" y="108"/>
                      <a:pt x="14" y="97"/>
                    </a:cubicBezTo>
                    <a:cubicBezTo>
                      <a:pt x="16" y="87"/>
                      <a:pt x="18" y="77"/>
                      <a:pt x="21" y="67"/>
                    </a:cubicBezTo>
                    <a:cubicBezTo>
                      <a:pt x="23" y="56"/>
                      <a:pt x="26" y="44"/>
                      <a:pt x="29" y="33"/>
                    </a:cubicBezTo>
                    <a:cubicBezTo>
                      <a:pt x="31" y="25"/>
                      <a:pt x="33" y="18"/>
                      <a:pt x="37" y="11"/>
                    </a:cubicBezTo>
                    <a:cubicBezTo>
                      <a:pt x="40" y="6"/>
                      <a:pt x="44" y="0"/>
                      <a:pt x="50" y="0"/>
                    </a:cubicBezTo>
                    <a:cubicBezTo>
                      <a:pt x="54" y="0"/>
                      <a:pt x="58" y="3"/>
                      <a:pt x="60" y="7"/>
                    </a:cubicBezTo>
                    <a:cubicBezTo>
                      <a:pt x="64" y="8"/>
                      <a:pt x="68" y="12"/>
                      <a:pt x="70" y="15"/>
                    </a:cubicBezTo>
                    <a:cubicBezTo>
                      <a:pt x="74" y="21"/>
                      <a:pt x="76" y="28"/>
                      <a:pt x="78" y="34"/>
                    </a:cubicBezTo>
                    <a:cubicBezTo>
                      <a:pt x="82" y="43"/>
                      <a:pt x="84" y="53"/>
                      <a:pt x="86" y="62"/>
                    </a:cubicBezTo>
                    <a:cubicBezTo>
                      <a:pt x="88" y="67"/>
                      <a:pt x="89" y="72"/>
                      <a:pt x="90" y="77"/>
                    </a:cubicBezTo>
                    <a:cubicBezTo>
                      <a:pt x="92" y="86"/>
                      <a:pt x="95" y="95"/>
                      <a:pt x="96" y="105"/>
                    </a:cubicBezTo>
                    <a:cubicBezTo>
                      <a:pt x="99" y="115"/>
                      <a:pt x="100" y="125"/>
                      <a:pt x="102" y="136"/>
                    </a:cubicBezTo>
                    <a:cubicBezTo>
                      <a:pt x="105" y="153"/>
                      <a:pt x="109" y="171"/>
                      <a:pt x="113" y="189"/>
                    </a:cubicBezTo>
                    <a:cubicBezTo>
                      <a:pt x="114" y="191"/>
                      <a:pt x="114" y="192"/>
                      <a:pt x="114" y="194"/>
                    </a:cubicBezTo>
                    <a:cubicBezTo>
                      <a:pt x="116" y="199"/>
                      <a:pt x="114" y="205"/>
                      <a:pt x="109" y="207"/>
                    </a:cubicBezTo>
                    <a:cubicBezTo>
                      <a:pt x="107" y="208"/>
                      <a:pt x="106" y="208"/>
                      <a:pt x="105" y="208"/>
                    </a:cubicBezTo>
                    <a:cubicBezTo>
                      <a:pt x="103" y="208"/>
                      <a:pt x="102" y="207"/>
                      <a:pt x="100" y="20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3" name="Google Shape;2063;p22"/>
              <p:cNvSpPr/>
              <p:nvPr/>
            </p:nvSpPr>
            <p:spPr>
              <a:xfrm>
                <a:off x="1249200" y="2260080"/>
                <a:ext cx="753840" cy="263520"/>
              </a:xfrm>
              <a:custGeom>
                <a:avLst/>
                <a:gdLst/>
                <a:ahLst/>
                <a:cxnLst/>
                <a:rect l="l" t="t" r="r" b="b"/>
                <a:pathLst>
                  <a:path w="2094" h="732" extrusionOk="0">
                    <a:moveTo>
                      <a:pt x="2074" y="728"/>
                    </a:moveTo>
                    <a:cubicBezTo>
                      <a:pt x="2062" y="716"/>
                      <a:pt x="2050" y="704"/>
                      <a:pt x="2038" y="691"/>
                    </a:cubicBezTo>
                    <a:cubicBezTo>
                      <a:pt x="2032" y="685"/>
                      <a:pt x="2026" y="679"/>
                      <a:pt x="2020" y="673"/>
                    </a:cubicBezTo>
                    <a:cubicBezTo>
                      <a:pt x="2014" y="666"/>
                      <a:pt x="2008" y="659"/>
                      <a:pt x="2002" y="653"/>
                    </a:cubicBezTo>
                    <a:cubicBezTo>
                      <a:pt x="1989" y="639"/>
                      <a:pt x="1974" y="627"/>
                      <a:pt x="1960" y="614"/>
                    </a:cubicBezTo>
                    <a:cubicBezTo>
                      <a:pt x="1953" y="608"/>
                      <a:pt x="1946" y="601"/>
                      <a:pt x="1940" y="595"/>
                    </a:cubicBezTo>
                    <a:cubicBezTo>
                      <a:pt x="1932" y="588"/>
                      <a:pt x="1925" y="580"/>
                      <a:pt x="1918" y="572"/>
                    </a:cubicBezTo>
                    <a:cubicBezTo>
                      <a:pt x="1906" y="558"/>
                      <a:pt x="1894" y="544"/>
                      <a:pt x="1881" y="530"/>
                    </a:cubicBezTo>
                    <a:cubicBezTo>
                      <a:pt x="1868" y="516"/>
                      <a:pt x="1854" y="502"/>
                      <a:pt x="1841" y="488"/>
                    </a:cubicBezTo>
                    <a:lnTo>
                      <a:pt x="1841" y="489"/>
                    </a:lnTo>
                    <a:cubicBezTo>
                      <a:pt x="1828" y="476"/>
                      <a:pt x="1815" y="463"/>
                      <a:pt x="1801" y="450"/>
                    </a:cubicBezTo>
                    <a:cubicBezTo>
                      <a:pt x="1786" y="436"/>
                      <a:pt x="1773" y="421"/>
                      <a:pt x="1759" y="406"/>
                    </a:cubicBezTo>
                    <a:cubicBezTo>
                      <a:pt x="1746" y="393"/>
                      <a:pt x="1732" y="379"/>
                      <a:pt x="1719" y="366"/>
                    </a:cubicBezTo>
                    <a:cubicBezTo>
                      <a:pt x="1706" y="352"/>
                      <a:pt x="1692" y="337"/>
                      <a:pt x="1679" y="323"/>
                    </a:cubicBezTo>
                    <a:cubicBezTo>
                      <a:pt x="1665" y="310"/>
                      <a:pt x="1651" y="297"/>
                      <a:pt x="1638" y="284"/>
                    </a:cubicBezTo>
                    <a:cubicBezTo>
                      <a:pt x="1625" y="272"/>
                      <a:pt x="1612" y="260"/>
                      <a:pt x="1598" y="248"/>
                    </a:cubicBezTo>
                    <a:cubicBezTo>
                      <a:pt x="1585" y="236"/>
                      <a:pt x="1572" y="223"/>
                      <a:pt x="1558" y="210"/>
                    </a:cubicBezTo>
                    <a:cubicBezTo>
                      <a:pt x="1552" y="204"/>
                      <a:pt x="1546" y="198"/>
                      <a:pt x="1539" y="192"/>
                    </a:cubicBezTo>
                    <a:cubicBezTo>
                      <a:pt x="1532" y="186"/>
                      <a:pt x="1525" y="180"/>
                      <a:pt x="1517" y="174"/>
                    </a:cubicBezTo>
                    <a:cubicBezTo>
                      <a:pt x="1511" y="169"/>
                      <a:pt x="1505" y="165"/>
                      <a:pt x="1498" y="160"/>
                    </a:cubicBezTo>
                    <a:cubicBezTo>
                      <a:pt x="1495" y="158"/>
                      <a:pt x="1491" y="155"/>
                      <a:pt x="1487" y="153"/>
                    </a:cubicBezTo>
                    <a:cubicBezTo>
                      <a:pt x="1484" y="151"/>
                      <a:pt x="1479" y="149"/>
                      <a:pt x="1476" y="146"/>
                    </a:cubicBezTo>
                    <a:cubicBezTo>
                      <a:pt x="1450" y="132"/>
                      <a:pt x="1424" y="119"/>
                      <a:pt x="1396" y="107"/>
                    </a:cubicBezTo>
                    <a:cubicBezTo>
                      <a:pt x="1386" y="103"/>
                      <a:pt x="1375" y="100"/>
                      <a:pt x="1365" y="96"/>
                    </a:cubicBezTo>
                    <a:cubicBezTo>
                      <a:pt x="1355" y="93"/>
                      <a:pt x="1345" y="89"/>
                      <a:pt x="1335" y="86"/>
                    </a:cubicBezTo>
                    <a:cubicBezTo>
                      <a:pt x="1314" y="79"/>
                      <a:pt x="1293" y="72"/>
                      <a:pt x="1271" y="67"/>
                    </a:cubicBezTo>
                    <a:cubicBezTo>
                      <a:pt x="1264" y="65"/>
                      <a:pt x="1256" y="63"/>
                      <a:pt x="1248" y="61"/>
                    </a:cubicBezTo>
                    <a:cubicBezTo>
                      <a:pt x="1239" y="60"/>
                      <a:pt x="1230" y="58"/>
                      <a:pt x="1220" y="56"/>
                    </a:cubicBezTo>
                    <a:cubicBezTo>
                      <a:pt x="1203" y="53"/>
                      <a:pt x="1186" y="50"/>
                      <a:pt x="1170" y="46"/>
                    </a:cubicBezTo>
                    <a:cubicBezTo>
                      <a:pt x="1137" y="40"/>
                      <a:pt x="1104" y="33"/>
                      <a:pt x="1072" y="29"/>
                    </a:cubicBezTo>
                    <a:cubicBezTo>
                      <a:pt x="1055" y="27"/>
                      <a:pt x="1039" y="25"/>
                      <a:pt x="1022" y="24"/>
                    </a:cubicBezTo>
                    <a:cubicBezTo>
                      <a:pt x="1006" y="23"/>
                      <a:pt x="990" y="22"/>
                      <a:pt x="974" y="21"/>
                    </a:cubicBezTo>
                    <a:cubicBezTo>
                      <a:pt x="964" y="22"/>
                      <a:pt x="956" y="22"/>
                      <a:pt x="946" y="22"/>
                    </a:cubicBezTo>
                    <a:cubicBezTo>
                      <a:pt x="937" y="23"/>
                      <a:pt x="928" y="24"/>
                      <a:pt x="919" y="26"/>
                    </a:cubicBezTo>
                    <a:cubicBezTo>
                      <a:pt x="899" y="29"/>
                      <a:pt x="879" y="33"/>
                      <a:pt x="860" y="38"/>
                    </a:cubicBezTo>
                    <a:cubicBezTo>
                      <a:pt x="840" y="43"/>
                      <a:pt x="820" y="48"/>
                      <a:pt x="800" y="53"/>
                    </a:cubicBezTo>
                    <a:cubicBezTo>
                      <a:pt x="801" y="53"/>
                      <a:pt x="801" y="53"/>
                      <a:pt x="801" y="53"/>
                    </a:cubicBezTo>
                    <a:cubicBezTo>
                      <a:pt x="795" y="54"/>
                      <a:pt x="790" y="56"/>
                      <a:pt x="784" y="57"/>
                    </a:cubicBezTo>
                    <a:lnTo>
                      <a:pt x="785" y="57"/>
                    </a:lnTo>
                    <a:cubicBezTo>
                      <a:pt x="772" y="61"/>
                      <a:pt x="759" y="65"/>
                      <a:pt x="746" y="69"/>
                    </a:cubicBezTo>
                    <a:cubicBezTo>
                      <a:pt x="734" y="74"/>
                      <a:pt x="723" y="78"/>
                      <a:pt x="711" y="82"/>
                    </a:cubicBezTo>
                    <a:cubicBezTo>
                      <a:pt x="700" y="86"/>
                      <a:pt x="690" y="91"/>
                      <a:pt x="680" y="96"/>
                    </a:cubicBezTo>
                    <a:cubicBezTo>
                      <a:pt x="671" y="100"/>
                      <a:pt x="661" y="104"/>
                      <a:pt x="652" y="109"/>
                    </a:cubicBezTo>
                    <a:cubicBezTo>
                      <a:pt x="632" y="117"/>
                      <a:pt x="611" y="126"/>
                      <a:pt x="591" y="135"/>
                    </a:cubicBezTo>
                    <a:cubicBezTo>
                      <a:pt x="572" y="144"/>
                      <a:pt x="553" y="152"/>
                      <a:pt x="534" y="160"/>
                    </a:cubicBezTo>
                    <a:cubicBezTo>
                      <a:pt x="514" y="170"/>
                      <a:pt x="494" y="178"/>
                      <a:pt x="474" y="189"/>
                    </a:cubicBezTo>
                    <a:cubicBezTo>
                      <a:pt x="472" y="190"/>
                      <a:pt x="470" y="191"/>
                      <a:pt x="469" y="192"/>
                    </a:cubicBezTo>
                    <a:cubicBezTo>
                      <a:pt x="469" y="191"/>
                      <a:pt x="470" y="191"/>
                      <a:pt x="470" y="191"/>
                    </a:cubicBezTo>
                    <a:cubicBezTo>
                      <a:pt x="452" y="202"/>
                      <a:pt x="434" y="213"/>
                      <a:pt x="417" y="225"/>
                    </a:cubicBezTo>
                    <a:cubicBezTo>
                      <a:pt x="408" y="230"/>
                      <a:pt x="399" y="237"/>
                      <a:pt x="390" y="243"/>
                    </a:cubicBezTo>
                    <a:cubicBezTo>
                      <a:pt x="381" y="248"/>
                      <a:pt x="372" y="254"/>
                      <a:pt x="363" y="260"/>
                    </a:cubicBezTo>
                    <a:cubicBezTo>
                      <a:pt x="346" y="271"/>
                      <a:pt x="329" y="283"/>
                      <a:pt x="311" y="293"/>
                    </a:cubicBezTo>
                    <a:cubicBezTo>
                      <a:pt x="291" y="304"/>
                      <a:pt x="272" y="315"/>
                      <a:pt x="253" y="326"/>
                    </a:cubicBezTo>
                    <a:cubicBezTo>
                      <a:pt x="241" y="333"/>
                      <a:pt x="229" y="340"/>
                      <a:pt x="217" y="349"/>
                    </a:cubicBezTo>
                    <a:cubicBezTo>
                      <a:pt x="205" y="357"/>
                      <a:pt x="192" y="366"/>
                      <a:pt x="181" y="375"/>
                    </a:cubicBezTo>
                    <a:cubicBezTo>
                      <a:pt x="158" y="392"/>
                      <a:pt x="137" y="410"/>
                      <a:pt x="114" y="427"/>
                    </a:cubicBezTo>
                    <a:cubicBezTo>
                      <a:pt x="91" y="445"/>
                      <a:pt x="68" y="461"/>
                      <a:pt x="44" y="478"/>
                    </a:cubicBezTo>
                    <a:cubicBezTo>
                      <a:pt x="38" y="483"/>
                      <a:pt x="32" y="488"/>
                      <a:pt x="26" y="493"/>
                    </a:cubicBezTo>
                    <a:cubicBezTo>
                      <a:pt x="25" y="495"/>
                      <a:pt x="23" y="497"/>
                      <a:pt x="22" y="498"/>
                    </a:cubicBezTo>
                    <a:cubicBezTo>
                      <a:pt x="22" y="498"/>
                      <a:pt x="22" y="497"/>
                      <a:pt x="23" y="497"/>
                    </a:cubicBezTo>
                    <a:cubicBezTo>
                      <a:pt x="22" y="498"/>
                      <a:pt x="22" y="498"/>
                      <a:pt x="22" y="498"/>
                    </a:cubicBezTo>
                    <a:lnTo>
                      <a:pt x="22" y="499"/>
                    </a:lnTo>
                    <a:cubicBezTo>
                      <a:pt x="22" y="500"/>
                      <a:pt x="22" y="500"/>
                      <a:pt x="21" y="501"/>
                    </a:cubicBezTo>
                    <a:cubicBezTo>
                      <a:pt x="21" y="507"/>
                      <a:pt x="15" y="511"/>
                      <a:pt x="9" y="509"/>
                    </a:cubicBezTo>
                    <a:cubicBezTo>
                      <a:pt x="4" y="508"/>
                      <a:pt x="0" y="503"/>
                      <a:pt x="1" y="497"/>
                    </a:cubicBezTo>
                    <a:cubicBezTo>
                      <a:pt x="1" y="497"/>
                      <a:pt x="1" y="496"/>
                      <a:pt x="1" y="495"/>
                    </a:cubicBezTo>
                    <a:cubicBezTo>
                      <a:pt x="1" y="494"/>
                      <a:pt x="2" y="493"/>
                      <a:pt x="2" y="491"/>
                    </a:cubicBezTo>
                    <a:cubicBezTo>
                      <a:pt x="3" y="489"/>
                      <a:pt x="4" y="487"/>
                      <a:pt x="5" y="486"/>
                    </a:cubicBezTo>
                    <a:cubicBezTo>
                      <a:pt x="7" y="483"/>
                      <a:pt x="9" y="481"/>
                      <a:pt x="11" y="479"/>
                    </a:cubicBezTo>
                    <a:cubicBezTo>
                      <a:pt x="13" y="477"/>
                      <a:pt x="15" y="475"/>
                      <a:pt x="18" y="473"/>
                    </a:cubicBezTo>
                    <a:cubicBezTo>
                      <a:pt x="22" y="469"/>
                      <a:pt x="27" y="466"/>
                      <a:pt x="32" y="462"/>
                    </a:cubicBezTo>
                    <a:cubicBezTo>
                      <a:pt x="36" y="459"/>
                      <a:pt x="41" y="455"/>
                      <a:pt x="46" y="452"/>
                    </a:cubicBezTo>
                    <a:cubicBezTo>
                      <a:pt x="51" y="449"/>
                      <a:pt x="56" y="445"/>
                      <a:pt x="60" y="442"/>
                    </a:cubicBezTo>
                    <a:cubicBezTo>
                      <a:pt x="78" y="430"/>
                      <a:pt x="95" y="417"/>
                      <a:pt x="113" y="404"/>
                    </a:cubicBezTo>
                    <a:cubicBezTo>
                      <a:pt x="126" y="393"/>
                      <a:pt x="139" y="383"/>
                      <a:pt x="153" y="373"/>
                    </a:cubicBezTo>
                    <a:cubicBezTo>
                      <a:pt x="167" y="361"/>
                      <a:pt x="182" y="350"/>
                      <a:pt x="197" y="339"/>
                    </a:cubicBezTo>
                    <a:cubicBezTo>
                      <a:pt x="212" y="329"/>
                      <a:pt x="228" y="318"/>
                      <a:pt x="244" y="309"/>
                    </a:cubicBezTo>
                    <a:cubicBezTo>
                      <a:pt x="260" y="300"/>
                      <a:pt x="276" y="292"/>
                      <a:pt x="291" y="282"/>
                    </a:cubicBezTo>
                    <a:cubicBezTo>
                      <a:pt x="328" y="260"/>
                      <a:pt x="363" y="236"/>
                      <a:pt x="399" y="212"/>
                    </a:cubicBezTo>
                    <a:cubicBezTo>
                      <a:pt x="408" y="206"/>
                      <a:pt x="417" y="200"/>
                      <a:pt x="427" y="194"/>
                    </a:cubicBezTo>
                    <a:cubicBezTo>
                      <a:pt x="435" y="188"/>
                      <a:pt x="444" y="183"/>
                      <a:pt x="453" y="177"/>
                    </a:cubicBezTo>
                    <a:cubicBezTo>
                      <a:pt x="462" y="172"/>
                      <a:pt x="471" y="167"/>
                      <a:pt x="481" y="162"/>
                    </a:cubicBezTo>
                    <a:cubicBezTo>
                      <a:pt x="492" y="157"/>
                      <a:pt x="502" y="152"/>
                      <a:pt x="513" y="148"/>
                    </a:cubicBezTo>
                    <a:cubicBezTo>
                      <a:pt x="533" y="139"/>
                      <a:pt x="552" y="130"/>
                      <a:pt x="572" y="121"/>
                    </a:cubicBezTo>
                    <a:cubicBezTo>
                      <a:pt x="591" y="113"/>
                      <a:pt x="611" y="104"/>
                      <a:pt x="630" y="96"/>
                    </a:cubicBezTo>
                    <a:cubicBezTo>
                      <a:pt x="640" y="92"/>
                      <a:pt x="650" y="87"/>
                      <a:pt x="660" y="83"/>
                    </a:cubicBezTo>
                    <a:cubicBezTo>
                      <a:pt x="670" y="78"/>
                      <a:pt x="680" y="73"/>
                      <a:pt x="691" y="68"/>
                    </a:cubicBezTo>
                    <a:cubicBezTo>
                      <a:pt x="700" y="64"/>
                      <a:pt x="710" y="60"/>
                      <a:pt x="721" y="57"/>
                    </a:cubicBezTo>
                    <a:cubicBezTo>
                      <a:pt x="731" y="53"/>
                      <a:pt x="741" y="49"/>
                      <a:pt x="752" y="46"/>
                    </a:cubicBezTo>
                    <a:cubicBezTo>
                      <a:pt x="763" y="42"/>
                      <a:pt x="776" y="39"/>
                      <a:pt x="788" y="35"/>
                    </a:cubicBezTo>
                    <a:cubicBezTo>
                      <a:pt x="787" y="36"/>
                      <a:pt x="787" y="36"/>
                      <a:pt x="787" y="36"/>
                    </a:cubicBezTo>
                    <a:cubicBezTo>
                      <a:pt x="807" y="30"/>
                      <a:pt x="828" y="25"/>
                      <a:pt x="848" y="20"/>
                    </a:cubicBezTo>
                    <a:cubicBezTo>
                      <a:pt x="858" y="17"/>
                      <a:pt x="869" y="15"/>
                      <a:pt x="879" y="12"/>
                    </a:cubicBezTo>
                    <a:cubicBezTo>
                      <a:pt x="890" y="10"/>
                      <a:pt x="900" y="8"/>
                      <a:pt x="910" y="6"/>
                    </a:cubicBezTo>
                    <a:cubicBezTo>
                      <a:pt x="931" y="3"/>
                      <a:pt x="953" y="0"/>
                      <a:pt x="975" y="1"/>
                    </a:cubicBezTo>
                    <a:cubicBezTo>
                      <a:pt x="996" y="1"/>
                      <a:pt x="1017" y="3"/>
                      <a:pt x="1038" y="5"/>
                    </a:cubicBezTo>
                    <a:cubicBezTo>
                      <a:pt x="1060" y="7"/>
                      <a:pt x="1082" y="10"/>
                      <a:pt x="1104" y="13"/>
                    </a:cubicBezTo>
                    <a:cubicBezTo>
                      <a:pt x="1126" y="17"/>
                      <a:pt x="1147" y="22"/>
                      <a:pt x="1170" y="26"/>
                    </a:cubicBezTo>
                    <a:cubicBezTo>
                      <a:pt x="1191" y="30"/>
                      <a:pt x="1211" y="34"/>
                      <a:pt x="1233" y="38"/>
                    </a:cubicBezTo>
                    <a:cubicBezTo>
                      <a:pt x="1244" y="40"/>
                      <a:pt x="1255" y="42"/>
                      <a:pt x="1266" y="45"/>
                    </a:cubicBezTo>
                    <a:cubicBezTo>
                      <a:pt x="1276" y="47"/>
                      <a:pt x="1287" y="50"/>
                      <a:pt x="1297" y="53"/>
                    </a:cubicBezTo>
                    <a:cubicBezTo>
                      <a:pt x="1317" y="59"/>
                      <a:pt x="1338" y="66"/>
                      <a:pt x="1359" y="72"/>
                    </a:cubicBezTo>
                    <a:cubicBezTo>
                      <a:pt x="1379" y="79"/>
                      <a:pt x="1400" y="86"/>
                      <a:pt x="1419" y="96"/>
                    </a:cubicBezTo>
                    <a:cubicBezTo>
                      <a:pt x="1440" y="105"/>
                      <a:pt x="1461" y="115"/>
                      <a:pt x="1481" y="126"/>
                    </a:cubicBezTo>
                    <a:cubicBezTo>
                      <a:pt x="1500" y="137"/>
                      <a:pt x="1519" y="149"/>
                      <a:pt x="1537" y="162"/>
                    </a:cubicBezTo>
                    <a:cubicBezTo>
                      <a:pt x="1553" y="175"/>
                      <a:pt x="1568" y="191"/>
                      <a:pt x="1583" y="205"/>
                    </a:cubicBezTo>
                    <a:cubicBezTo>
                      <a:pt x="1599" y="220"/>
                      <a:pt x="1614" y="234"/>
                      <a:pt x="1630" y="248"/>
                    </a:cubicBezTo>
                    <a:cubicBezTo>
                      <a:pt x="1647" y="264"/>
                      <a:pt x="1664" y="279"/>
                      <a:pt x="1679" y="295"/>
                    </a:cubicBezTo>
                    <a:cubicBezTo>
                      <a:pt x="1695" y="310"/>
                      <a:pt x="1709" y="325"/>
                      <a:pt x="1724" y="340"/>
                    </a:cubicBezTo>
                    <a:cubicBezTo>
                      <a:pt x="1737" y="354"/>
                      <a:pt x="1750" y="368"/>
                      <a:pt x="1764" y="381"/>
                    </a:cubicBezTo>
                    <a:cubicBezTo>
                      <a:pt x="1777" y="395"/>
                      <a:pt x="1789" y="408"/>
                      <a:pt x="1801" y="421"/>
                    </a:cubicBezTo>
                    <a:cubicBezTo>
                      <a:pt x="1814" y="434"/>
                      <a:pt x="1827" y="446"/>
                      <a:pt x="1840" y="458"/>
                    </a:cubicBezTo>
                    <a:cubicBezTo>
                      <a:pt x="1854" y="472"/>
                      <a:pt x="1868" y="486"/>
                      <a:pt x="1882" y="500"/>
                    </a:cubicBezTo>
                    <a:cubicBezTo>
                      <a:pt x="1895" y="514"/>
                      <a:pt x="1907" y="528"/>
                      <a:pt x="1920" y="541"/>
                    </a:cubicBezTo>
                    <a:cubicBezTo>
                      <a:pt x="1932" y="554"/>
                      <a:pt x="1943" y="568"/>
                      <a:pt x="1956" y="581"/>
                    </a:cubicBezTo>
                    <a:cubicBezTo>
                      <a:pt x="1975" y="600"/>
                      <a:pt x="1996" y="617"/>
                      <a:pt x="2015" y="635"/>
                    </a:cubicBezTo>
                    <a:cubicBezTo>
                      <a:pt x="2024" y="645"/>
                      <a:pt x="2034" y="655"/>
                      <a:pt x="2043" y="664"/>
                    </a:cubicBezTo>
                    <a:cubicBezTo>
                      <a:pt x="2052" y="674"/>
                      <a:pt x="2061" y="684"/>
                      <a:pt x="2070" y="694"/>
                    </a:cubicBezTo>
                    <a:cubicBezTo>
                      <a:pt x="2074" y="696"/>
                      <a:pt x="2077" y="699"/>
                      <a:pt x="2080" y="702"/>
                    </a:cubicBezTo>
                    <a:cubicBezTo>
                      <a:pt x="2083" y="705"/>
                      <a:pt x="2086" y="708"/>
                      <a:pt x="2089" y="712"/>
                    </a:cubicBezTo>
                    <a:cubicBezTo>
                      <a:pt x="2091" y="713"/>
                      <a:pt x="2092" y="716"/>
                      <a:pt x="2093" y="719"/>
                    </a:cubicBezTo>
                    <a:cubicBezTo>
                      <a:pt x="2093" y="722"/>
                      <a:pt x="2092" y="725"/>
                      <a:pt x="2090" y="727"/>
                    </a:cubicBezTo>
                    <a:cubicBezTo>
                      <a:pt x="2088" y="730"/>
                      <a:pt x="2085" y="731"/>
                      <a:pt x="2082" y="731"/>
                    </a:cubicBezTo>
                    <a:cubicBezTo>
                      <a:pt x="2079" y="731"/>
                      <a:pt x="2077" y="730"/>
                      <a:pt x="2074" y="7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4" name="Google Shape;2064;p22"/>
              <p:cNvSpPr/>
              <p:nvPr/>
            </p:nvSpPr>
            <p:spPr>
              <a:xfrm>
                <a:off x="1985040" y="2509200"/>
                <a:ext cx="199080" cy="149400"/>
              </a:xfrm>
              <a:custGeom>
                <a:avLst/>
                <a:gdLst/>
                <a:ahLst/>
                <a:cxnLst/>
                <a:rect l="l" t="t" r="r" b="b"/>
                <a:pathLst>
                  <a:path w="553" h="415" extrusionOk="0">
                    <a:moveTo>
                      <a:pt x="537" y="414"/>
                    </a:moveTo>
                    <a:cubicBezTo>
                      <a:pt x="516" y="407"/>
                      <a:pt x="495" y="399"/>
                      <a:pt x="475" y="390"/>
                    </a:cubicBezTo>
                    <a:cubicBezTo>
                      <a:pt x="456" y="381"/>
                      <a:pt x="436" y="372"/>
                      <a:pt x="416" y="363"/>
                    </a:cubicBezTo>
                    <a:cubicBezTo>
                      <a:pt x="406" y="360"/>
                      <a:pt x="397" y="356"/>
                      <a:pt x="387" y="352"/>
                    </a:cubicBezTo>
                    <a:cubicBezTo>
                      <a:pt x="376" y="348"/>
                      <a:pt x="366" y="345"/>
                      <a:pt x="355" y="340"/>
                    </a:cubicBezTo>
                    <a:cubicBezTo>
                      <a:pt x="345" y="336"/>
                      <a:pt x="334" y="332"/>
                      <a:pt x="324" y="327"/>
                    </a:cubicBezTo>
                    <a:cubicBezTo>
                      <a:pt x="314" y="322"/>
                      <a:pt x="304" y="316"/>
                      <a:pt x="294" y="310"/>
                    </a:cubicBezTo>
                    <a:cubicBezTo>
                      <a:pt x="287" y="305"/>
                      <a:pt x="280" y="301"/>
                      <a:pt x="273" y="296"/>
                    </a:cubicBezTo>
                    <a:cubicBezTo>
                      <a:pt x="268" y="292"/>
                      <a:pt x="262" y="288"/>
                      <a:pt x="257" y="284"/>
                    </a:cubicBezTo>
                    <a:cubicBezTo>
                      <a:pt x="258" y="284"/>
                      <a:pt x="258" y="285"/>
                      <a:pt x="258" y="285"/>
                    </a:cubicBezTo>
                    <a:cubicBezTo>
                      <a:pt x="240" y="271"/>
                      <a:pt x="222" y="256"/>
                      <a:pt x="205" y="241"/>
                    </a:cubicBezTo>
                    <a:cubicBezTo>
                      <a:pt x="197" y="233"/>
                      <a:pt x="189" y="226"/>
                      <a:pt x="182" y="218"/>
                    </a:cubicBezTo>
                    <a:cubicBezTo>
                      <a:pt x="175" y="209"/>
                      <a:pt x="168" y="201"/>
                      <a:pt x="161" y="193"/>
                    </a:cubicBezTo>
                    <a:cubicBezTo>
                      <a:pt x="153" y="183"/>
                      <a:pt x="146" y="174"/>
                      <a:pt x="137" y="165"/>
                    </a:cubicBezTo>
                    <a:lnTo>
                      <a:pt x="138" y="166"/>
                    </a:lnTo>
                    <a:cubicBezTo>
                      <a:pt x="135" y="163"/>
                      <a:pt x="132" y="159"/>
                      <a:pt x="128" y="156"/>
                    </a:cubicBezTo>
                    <a:cubicBezTo>
                      <a:pt x="112" y="141"/>
                      <a:pt x="96" y="126"/>
                      <a:pt x="79" y="110"/>
                    </a:cubicBezTo>
                    <a:cubicBezTo>
                      <a:pt x="72" y="103"/>
                      <a:pt x="64" y="96"/>
                      <a:pt x="57" y="88"/>
                    </a:cubicBezTo>
                    <a:cubicBezTo>
                      <a:pt x="50" y="79"/>
                      <a:pt x="42" y="71"/>
                      <a:pt x="35" y="62"/>
                    </a:cubicBezTo>
                    <a:cubicBezTo>
                      <a:pt x="29" y="55"/>
                      <a:pt x="24" y="47"/>
                      <a:pt x="19" y="40"/>
                    </a:cubicBezTo>
                    <a:cubicBezTo>
                      <a:pt x="16" y="37"/>
                      <a:pt x="14" y="33"/>
                      <a:pt x="12" y="31"/>
                    </a:cubicBezTo>
                    <a:cubicBezTo>
                      <a:pt x="10" y="27"/>
                      <a:pt x="8" y="24"/>
                      <a:pt x="6" y="21"/>
                    </a:cubicBezTo>
                    <a:cubicBezTo>
                      <a:pt x="6" y="21"/>
                      <a:pt x="5" y="21"/>
                      <a:pt x="5" y="20"/>
                    </a:cubicBezTo>
                    <a:cubicBezTo>
                      <a:pt x="5" y="19"/>
                      <a:pt x="4" y="19"/>
                      <a:pt x="4" y="18"/>
                    </a:cubicBezTo>
                    <a:cubicBezTo>
                      <a:pt x="0" y="14"/>
                      <a:pt x="2" y="7"/>
                      <a:pt x="6" y="3"/>
                    </a:cubicBezTo>
                    <a:cubicBezTo>
                      <a:pt x="11" y="0"/>
                      <a:pt x="17" y="1"/>
                      <a:pt x="20" y="5"/>
                    </a:cubicBezTo>
                    <a:cubicBezTo>
                      <a:pt x="21" y="6"/>
                      <a:pt x="22" y="7"/>
                      <a:pt x="23" y="8"/>
                    </a:cubicBezTo>
                    <a:cubicBezTo>
                      <a:pt x="24" y="10"/>
                      <a:pt x="25" y="12"/>
                      <a:pt x="26" y="14"/>
                    </a:cubicBezTo>
                    <a:cubicBezTo>
                      <a:pt x="27" y="17"/>
                      <a:pt x="30" y="19"/>
                      <a:pt x="31" y="22"/>
                    </a:cubicBezTo>
                    <a:cubicBezTo>
                      <a:pt x="36" y="29"/>
                      <a:pt x="40" y="35"/>
                      <a:pt x="45" y="41"/>
                    </a:cubicBezTo>
                    <a:cubicBezTo>
                      <a:pt x="51" y="49"/>
                      <a:pt x="57" y="57"/>
                      <a:pt x="64" y="65"/>
                    </a:cubicBezTo>
                    <a:cubicBezTo>
                      <a:pt x="70" y="72"/>
                      <a:pt x="76" y="79"/>
                      <a:pt x="83" y="86"/>
                    </a:cubicBezTo>
                    <a:lnTo>
                      <a:pt x="82" y="85"/>
                    </a:lnTo>
                    <a:cubicBezTo>
                      <a:pt x="87" y="90"/>
                      <a:pt x="92" y="95"/>
                      <a:pt x="97" y="100"/>
                    </a:cubicBezTo>
                    <a:cubicBezTo>
                      <a:pt x="102" y="105"/>
                      <a:pt x="107" y="109"/>
                      <a:pt x="112" y="114"/>
                    </a:cubicBezTo>
                    <a:cubicBezTo>
                      <a:pt x="122" y="123"/>
                      <a:pt x="133" y="132"/>
                      <a:pt x="143" y="142"/>
                    </a:cubicBezTo>
                    <a:cubicBezTo>
                      <a:pt x="142" y="142"/>
                      <a:pt x="142" y="142"/>
                      <a:pt x="142" y="141"/>
                    </a:cubicBezTo>
                    <a:cubicBezTo>
                      <a:pt x="143" y="143"/>
                      <a:pt x="145" y="144"/>
                      <a:pt x="146" y="145"/>
                    </a:cubicBezTo>
                    <a:lnTo>
                      <a:pt x="145" y="145"/>
                    </a:lnTo>
                    <a:cubicBezTo>
                      <a:pt x="147" y="146"/>
                      <a:pt x="149" y="149"/>
                      <a:pt x="151" y="151"/>
                    </a:cubicBezTo>
                    <a:lnTo>
                      <a:pt x="150" y="150"/>
                    </a:lnTo>
                    <a:cubicBezTo>
                      <a:pt x="161" y="160"/>
                      <a:pt x="170" y="172"/>
                      <a:pt x="179" y="183"/>
                    </a:cubicBezTo>
                    <a:cubicBezTo>
                      <a:pt x="184" y="188"/>
                      <a:pt x="188" y="194"/>
                      <a:pt x="193" y="199"/>
                    </a:cubicBezTo>
                    <a:cubicBezTo>
                      <a:pt x="198" y="205"/>
                      <a:pt x="203" y="211"/>
                      <a:pt x="209" y="216"/>
                    </a:cubicBezTo>
                    <a:cubicBezTo>
                      <a:pt x="217" y="224"/>
                      <a:pt x="225" y="231"/>
                      <a:pt x="234" y="239"/>
                    </a:cubicBezTo>
                    <a:cubicBezTo>
                      <a:pt x="242" y="245"/>
                      <a:pt x="249" y="252"/>
                      <a:pt x="258" y="259"/>
                    </a:cubicBezTo>
                    <a:cubicBezTo>
                      <a:pt x="259" y="259"/>
                      <a:pt x="259" y="260"/>
                      <a:pt x="260" y="261"/>
                    </a:cubicBezTo>
                    <a:cubicBezTo>
                      <a:pt x="260" y="261"/>
                      <a:pt x="261" y="261"/>
                      <a:pt x="262" y="262"/>
                    </a:cubicBezTo>
                    <a:lnTo>
                      <a:pt x="261" y="262"/>
                    </a:lnTo>
                    <a:cubicBezTo>
                      <a:pt x="263" y="263"/>
                      <a:pt x="265" y="264"/>
                      <a:pt x="266" y="265"/>
                    </a:cubicBezTo>
                    <a:cubicBezTo>
                      <a:pt x="266" y="265"/>
                      <a:pt x="267" y="266"/>
                      <a:pt x="268" y="267"/>
                    </a:cubicBezTo>
                    <a:lnTo>
                      <a:pt x="267" y="266"/>
                    </a:lnTo>
                    <a:cubicBezTo>
                      <a:pt x="268" y="267"/>
                      <a:pt x="268" y="267"/>
                      <a:pt x="268" y="267"/>
                    </a:cubicBezTo>
                    <a:cubicBezTo>
                      <a:pt x="268" y="267"/>
                      <a:pt x="269" y="267"/>
                      <a:pt x="269" y="268"/>
                    </a:cubicBezTo>
                    <a:lnTo>
                      <a:pt x="269" y="267"/>
                    </a:lnTo>
                    <a:cubicBezTo>
                      <a:pt x="269" y="268"/>
                      <a:pt x="269" y="268"/>
                      <a:pt x="269" y="268"/>
                    </a:cubicBezTo>
                    <a:cubicBezTo>
                      <a:pt x="276" y="273"/>
                      <a:pt x="283" y="278"/>
                      <a:pt x="290" y="283"/>
                    </a:cubicBezTo>
                    <a:cubicBezTo>
                      <a:pt x="297" y="288"/>
                      <a:pt x="305" y="293"/>
                      <a:pt x="312" y="297"/>
                    </a:cubicBezTo>
                    <a:cubicBezTo>
                      <a:pt x="318" y="300"/>
                      <a:pt x="323" y="304"/>
                      <a:pt x="330" y="307"/>
                    </a:cubicBezTo>
                    <a:cubicBezTo>
                      <a:pt x="332" y="308"/>
                      <a:pt x="334" y="310"/>
                      <a:pt x="337" y="311"/>
                    </a:cubicBezTo>
                    <a:cubicBezTo>
                      <a:pt x="341" y="313"/>
                      <a:pt x="344" y="315"/>
                      <a:pt x="348" y="316"/>
                    </a:cubicBezTo>
                    <a:lnTo>
                      <a:pt x="347" y="316"/>
                    </a:lnTo>
                    <a:cubicBezTo>
                      <a:pt x="357" y="320"/>
                      <a:pt x="368" y="324"/>
                      <a:pt x="378" y="328"/>
                    </a:cubicBezTo>
                    <a:cubicBezTo>
                      <a:pt x="388" y="332"/>
                      <a:pt x="399" y="335"/>
                      <a:pt x="409" y="339"/>
                    </a:cubicBezTo>
                    <a:cubicBezTo>
                      <a:pt x="420" y="343"/>
                      <a:pt x="430" y="347"/>
                      <a:pt x="441" y="352"/>
                    </a:cubicBezTo>
                    <a:cubicBezTo>
                      <a:pt x="450" y="357"/>
                      <a:pt x="460" y="361"/>
                      <a:pt x="470" y="366"/>
                    </a:cubicBezTo>
                    <a:cubicBezTo>
                      <a:pt x="480" y="370"/>
                      <a:pt x="489" y="374"/>
                      <a:pt x="498" y="378"/>
                    </a:cubicBezTo>
                    <a:cubicBezTo>
                      <a:pt x="505" y="381"/>
                      <a:pt x="513" y="384"/>
                      <a:pt x="520" y="386"/>
                    </a:cubicBezTo>
                    <a:cubicBezTo>
                      <a:pt x="528" y="390"/>
                      <a:pt x="536" y="392"/>
                      <a:pt x="544" y="395"/>
                    </a:cubicBezTo>
                    <a:cubicBezTo>
                      <a:pt x="549" y="397"/>
                      <a:pt x="552" y="403"/>
                      <a:pt x="550" y="408"/>
                    </a:cubicBezTo>
                    <a:cubicBezTo>
                      <a:pt x="548" y="412"/>
                      <a:pt x="544" y="414"/>
                      <a:pt x="540" y="414"/>
                    </a:cubicBezTo>
                    <a:cubicBezTo>
                      <a:pt x="539" y="414"/>
                      <a:pt x="538" y="414"/>
                      <a:pt x="537" y="4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5" name="Google Shape;2065;p22"/>
              <p:cNvSpPr/>
              <p:nvPr/>
            </p:nvSpPr>
            <p:spPr>
              <a:xfrm>
                <a:off x="1271880" y="2240640"/>
                <a:ext cx="846360" cy="544320"/>
              </a:xfrm>
              <a:custGeom>
                <a:avLst/>
                <a:gdLst/>
                <a:ahLst/>
                <a:cxnLst/>
                <a:rect l="l" t="t" r="r" b="b"/>
                <a:pathLst>
                  <a:path w="2351" h="1512" extrusionOk="0">
                    <a:moveTo>
                      <a:pt x="10" y="1511"/>
                    </a:moveTo>
                    <a:cubicBezTo>
                      <a:pt x="4" y="1511"/>
                      <a:pt x="0" y="1505"/>
                      <a:pt x="0" y="1500"/>
                    </a:cubicBezTo>
                    <a:cubicBezTo>
                      <a:pt x="1" y="1494"/>
                      <a:pt x="5" y="1490"/>
                      <a:pt x="11" y="1490"/>
                    </a:cubicBezTo>
                    <a:cubicBezTo>
                      <a:pt x="22" y="1491"/>
                      <a:pt x="33" y="1491"/>
                      <a:pt x="45" y="1491"/>
                    </a:cubicBezTo>
                    <a:cubicBezTo>
                      <a:pt x="50" y="1491"/>
                      <a:pt x="55" y="1491"/>
                      <a:pt x="60" y="1491"/>
                    </a:cubicBezTo>
                    <a:cubicBezTo>
                      <a:pt x="65" y="1491"/>
                      <a:pt x="70" y="1491"/>
                      <a:pt x="75" y="1490"/>
                    </a:cubicBezTo>
                    <a:cubicBezTo>
                      <a:pt x="79" y="1490"/>
                      <a:pt x="83" y="1490"/>
                      <a:pt x="87" y="1490"/>
                    </a:cubicBezTo>
                    <a:cubicBezTo>
                      <a:pt x="93" y="1489"/>
                      <a:pt x="98" y="1488"/>
                      <a:pt x="103" y="1488"/>
                    </a:cubicBezTo>
                    <a:lnTo>
                      <a:pt x="102" y="1488"/>
                    </a:lnTo>
                    <a:cubicBezTo>
                      <a:pt x="110" y="1487"/>
                      <a:pt x="119" y="1486"/>
                      <a:pt x="127" y="1484"/>
                    </a:cubicBezTo>
                    <a:lnTo>
                      <a:pt x="126" y="1484"/>
                    </a:lnTo>
                    <a:cubicBezTo>
                      <a:pt x="134" y="1483"/>
                      <a:pt x="141" y="1482"/>
                      <a:pt x="149" y="1481"/>
                    </a:cubicBezTo>
                    <a:cubicBezTo>
                      <a:pt x="154" y="1480"/>
                      <a:pt x="160" y="1479"/>
                      <a:pt x="167" y="1477"/>
                    </a:cubicBezTo>
                    <a:cubicBezTo>
                      <a:pt x="173" y="1476"/>
                      <a:pt x="179" y="1475"/>
                      <a:pt x="185" y="1473"/>
                    </a:cubicBezTo>
                    <a:cubicBezTo>
                      <a:pt x="192" y="1472"/>
                      <a:pt x="200" y="1470"/>
                      <a:pt x="208" y="1468"/>
                    </a:cubicBezTo>
                    <a:cubicBezTo>
                      <a:pt x="215" y="1466"/>
                      <a:pt x="222" y="1463"/>
                      <a:pt x="229" y="1462"/>
                    </a:cubicBezTo>
                    <a:cubicBezTo>
                      <a:pt x="241" y="1458"/>
                      <a:pt x="253" y="1454"/>
                      <a:pt x="264" y="1449"/>
                    </a:cubicBezTo>
                    <a:cubicBezTo>
                      <a:pt x="276" y="1444"/>
                      <a:pt x="287" y="1438"/>
                      <a:pt x="298" y="1432"/>
                    </a:cubicBezTo>
                    <a:cubicBezTo>
                      <a:pt x="310" y="1425"/>
                      <a:pt x="321" y="1417"/>
                      <a:pt x="332" y="1409"/>
                    </a:cubicBezTo>
                    <a:cubicBezTo>
                      <a:pt x="332" y="1410"/>
                      <a:pt x="331" y="1410"/>
                      <a:pt x="331" y="1410"/>
                    </a:cubicBezTo>
                    <a:cubicBezTo>
                      <a:pt x="338" y="1405"/>
                      <a:pt x="345" y="1399"/>
                      <a:pt x="352" y="1392"/>
                    </a:cubicBezTo>
                    <a:cubicBezTo>
                      <a:pt x="357" y="1388"/>
                      <a:pt x="361" y="1384"/>
                      <a:pt x="365" y="1380"/>
                    </a:cubicBezTo>
                    <a:cubicBezTo>
                      <a:pt x="365" y="1380"/>
                      <a:pt x="365" y="1381"/>
                      <a:pt x="364" y="1381"/>
                    </a:cubicBezTo>
                    <a:cubicBezTo>
                      <a:pt x="371" y="1375"/>
                      <a:pt x="377" y="1368"/>
                      <a:pt x="383" y="1362"/>
                    </a:cubicBezTo>
                    <a:cubicBezTo>
                      <a:pt x="390" y="1354"/>
                      <a:pt x="397" y="1347"/>
                      <a:pt x="404" y="1340"/>
                    </a:cubicBezTo>
                    <a:cubicBezTo>
                      <a:pt x="418" y="1325"/>
                      <a:pt x="432" y="1311"/>
                      <a:pt x="447" y="1297"/>
                    </a:cubicBezTo>
                    <a:cubicBezTo>
                      <a:pt x="454" y="1290"/>
                      <a:pt x="461" y="1283"/>
                      <a:pt x="468" y="1277"/>
                    </a:cubicBezTo>
                    <a:cubicBezTo>
                      <a:pt x="475" y="1270"/>
                      <a:pt x="484" y="1262"/>
                      <a:pt x="491" y="1255"/>
                    </a:cubicBezTo>
                    <a:cubicBezTo>
                      <a:pt x="506" y="1242"/>
                      <a:pt x="521" y="1228"/>
                      <a:pt x="536" y="1214"/>
                    </a:cubicBezTo>
                    <a:cubicBezTo>
                      <a:pt x="536" y="1215"/>
                      <a:pt x="535" y="1215"/>
                      <a:pt x="535" y="1215"/>
                    </a:cubicBezTo>
                    <a:cubicBezTo>
                      <a:pt x="552" y="1198"/>
                      <a:pt x="569" y="1180"/>
                      <a:pt x="586" y="1162"/>
                    </a:cubicBezTo>
                    <a:cubicBezTo>
                      <a:pt x="603" y="1144"/>
                      <a:pt x="619" y="1125"/>
                      <a:pt x="636" y="1106"/>
                    </a:cubicBezTo>
                    <a:cubicBezTo>
                      <a:pt x="646" y="1096"/>
                      <a:pt x="656" y="1085"/>
                      <a:pt x="665" y="1075"/>
                    </a:cubicBezTo>
                    <a:cubicBezTo>
                      <a:pt x="673" y="1066"/>
                      <a:pt x="681" y="1057"/>
                      <a:pt x="689" y="1049"/>
                    </a:cubicBezTo>
                    <a:cubicBezTo>
                      <a:pt x="697" y="1040"/>
                      <a:pt x="706" y="1032"/>
                      <a:pt x="714" y="1024"/>
                    </a:cubicBezTo>
                    <a:cubicBezTo>
                      <a:pt x="724" y="1015"/>
                      <a:pt x="734" y="1007"/>
                      <a:pt x="743" y="998"/>
                    </a:cubicBezTo>
                    <a:cubicBezTo>
                      <a:pt x="756" y="986"/>
                      <a:pt x="769" y="973"/>
                      <a:pt x="782" y="961"/>
                    </a:cubicBezTo>
                    <a:cubicBezTo>
                      <a:pt x="795" y="949"/>
                      <a:pt x="807" y="937"/>
                      <a:pt x="820" y="924"/>
                    </a:cubicBezTo>
                    <a:cubicBezTo>
                      <a:pt x="833" y="912"/>
                      <a:pt x="845" y="901"/>
                      <a:pt x="858" y="888"/>
                    </a:cubicBezTo>
                    <a:cubicBezTo>
                      <a:pt x="871" y="876"/>
                      <a:pt x="883" y="864"/>
                      <a:pt x="896" y="852"/>
                    </a:cubicBezTo>
                    <a:cubicBezTo>
                      <a:pt x="911" y="837"/>
                      <a:pt x="925" y="820"/>
                      <a:pt x="939" y="804"/>
                    </a:cubicBezTo>
                    <a:cubicBezTo>
                      <a:pt x="946" y="796"/>
                      <a:pt x="953" y="788"/>
                      <a:pt x="960" y="779"/>
                    </a:cubicBezTo>
                    <a:cubicBezTo>
                      <a:pt x="964" y="776"/>
                      <a:pt x="967" y="772"/>
                      <a:pt x="970" y="770"/>
                    </a:cubicBezTo>
                    <a:cubicBezTo>
                      <a:pt x="975" y="765"/>
                      <a:pt x="979" y="761"/>
                      <a:pt x="984" y="757"/>
                    </a:cubicBezTo>
                    <a:cubicBezTo>
                      <a:pt x="992" y="751"/>
                      <a:pt x="1000" y="745"/>
                      <a:pt x="1007" y="739"/>
                    </a:cubicBezTo>
                    <a:cubicBezTo>
                      <a:pt x="1017" y="732"/>
                      <a:pt x="1026" y="726"/>
                      <a:pt x="1035" y="719"/>
                    </a:cubicBezTo>
                    <a:cubicBezTo>
                      <a:pt x="1054" y="707"/>
                      <a:pt x="1072" y="694"/>
                      <a:pt x="1089" y="681"/>
                    </a:cubicBezTo>
                    <a:lnTo>
                      <a:pt x="1089" y="680"/>
                    </a:lnTo>
                    <a:cubicBezTo>
                      <a:pt x="1090" y="680"/>
                      <a:pt x="1090" y="680"/>
                      <a:pt x="1090" y="680"/>
                    </a:cubicBezTo>
                    <a:lnTo>
                      <a:pt x="1089" y="680"/>
                    </a:lnTo>
                    <a:cubicBezTo>
                      <a:pt x="1097" y="675"/>
                      <a:pt x="1105" y="668"/>
                      <a:pt x="1112" y="662"/>
                    </a:cubicBezTo>
                    <a:cubicBezTo>
                      <a:pt x="1120" y="655"/>
                      <a:pt x="1127" y="649"/>
                      <a:pt x="1134" y="642"/>
                    </a:cubicBezTo>
                    <a:cubicBezTo>
                      <a:pt x="1133" y="643"/>
                      <a:pt x="1133" y="643"/>
                      <a:pt x="1133" y="643"/>
                    </a:cubicBezTo>
                    <a:cubicBezTo>
                      <a:pt x="1137" y="639"/>
                      <a:pt x="1140" y="636"/>
                      <a:pt x="1144" y="633"/>
                    </a:cubicBezTo>
                    <a:cubicBezTo>
                      <a:pt x="1143" y="633"/>
                      <a:pt x="1143" y="633"/>
                      <a:pt x="1143" y="633"/>
                    </a:cubicBezTo>
                    <a:cubicBezTo>
                      <a:pt x="1151" y="624"/>
                      <a:pt x="1160" y="615"/>
                      <a:pt x="1167" y="606"/>
                    </a:cubicBezTo>
                    <a:cubicBezTo>
                      <a:pt x="1175" y="597"/>
                      <a:pt x="1182" y="588"/>
                      <a:pt x="1190" y="580"/>
                    </a:cubicBezTo>
                    <a:cubicBezTo>
                      <a:pt x="1206" y="562"/>
                      <a:pt x="1222" y="544"/>
                      <a:pt x="1239" y="527"/>
                    </a:cubicBezTo>
                    <a:cubicBezTo>
                      <a:pt x="1249" y="518"/>
                      <a:pt x="1257" y="510"/>
                      <a:pt x="1267" y="500"/>
                    </a:cubicBezTo>
                    <a:cubicBezTo>
                      <a:pt x="1275" y="492"/>
                      <a:pt x="1284" y="484"/>
                      <a:pt x="1293" y="476"/>
                    </a:cubicBezTo>
                    <a:cubicBezTo>
                      <a:pt x="1310" y="459"/>
                      <a:pt x="1328" y="443"/>
                      <a:pt x="1347" y="427"/>
                    </a:cubicBezTo>
                    <a:cubicBezTo>
                      <a:pt x="1356" y="419"/>
                      <a:pt x="1366" y="411"/>
                      <a:pt x="1376" y="403"/>
                    </a:cubicBezTo>
                    <a:cubicBezTo>
                      <a:pt x="1385" y="395"/>
                      <a:pt x="1394" y="387"/>
                      <a:pt x="1402" y="379"/>
                    </a:cubicBezTo>
                    <a:lnTo>
                      <a:pt x="1402" y="380"/>
                    </a:lnTo>
                    <a:cubicBezTo>
                      <a:pt x="1406" y="376"/>
                      <a:pt x="1410" y="372"/>
                      <a:pt x="1415" y="367"/>
                    </a:cubicBezTo>
                    <a:cubicBezTo>
                      <a:pt x="1416" y="365"/>
                      <a:pt x="1418" y="363"/>
                      <a:pt x="1420" y="361"/>
                    </a:cubicBezTo>
                    <a:cubicBezTo>
                      <a:pt x="1422" y="359"/>
                      <a:pt x="1423" y="357"/>
                      <a:pt x="1425" y="355"/>
                    </a:cubicBezTo>
                    <a:cubicBezTo>
                      <a:pt x="1434" y="345"/>
                      <a:pt x="1442" y="335"/>
                      <a:pt x="1450" y="326"/>
                    </a:cubicBezTo>
                    <a:cubicBezTo>
                      <a:pt x="1457" y="316"/>
                      <a:pt x="1465" y="307"/>
                      <a:pt x="1472" y="298"/>
                    </a:cubicBezTo>
                    <a:cubicBezTo>
                      <a:pt x="1480" y="288"/>
                      <a:pt x="1489" y="280"/>
                      <a:pt x="1498" y="271"/>
                    </a:cubicBezTo>
                    <a:cubicBezTo>
                      <a:pt x="1517" y="255"/>
                      <a:pt x="1536" y="240"/>
                      <a:pt x="1557" y="227"/>
                    </a:cubicBezTo>
                    <a:cubicBezTo>
                      <a:pt x="1577" y="214"/>
                      <a:pt x="1599" y="201"/>
                      <a:pt x="1620" y="188"/>
                    </a:cubicBezTo>
                    <a:cubicBezTo>
                      <a:pt x="1641" y="176"/>
                      <a:pt x="1662" y="163"/>
                      <a:pt x="1683" y="150"/>
                    </a:cubicBezTo>
                    <a:cubicBezTo>
                      <a:pt x="1694" y="143"/>
                      <a:pt x="1704" y="136"/>
                      <a:pt x="1715" y="129"/>
                    </a:cubicBezTo>
                    <a:cubicBezTo>
                      <a:pt x="1725" y="122"/>
                      <a:pt x="1735" y="115"/>
                      <a:pt x="1746" y="108"/>
                    </a:cubicBezTo>
                    <a:cubicBezTo>
                      <a:pt x="1751" y="104"/>
                      <a:pt x="1756" y="101"/>
                      <a:pt x="1761" y="97"/>
                    </a:cubicBezTo>
                    <a:cubicBezTo>
                      <a:pt x="1767" y="94"/>
                      <a:pt x="1773" y="90"/>
                      <a:pt x="1779" y="86"/>
                    </a:cubicBezTo>
                    <a:cubicBezTo>
                      <a:pt x="1790" y="80"/>
                      <a:pt x="1801" y="74"/>
                      <a:pt x="1812" y="68"/>
                    </a:cubicBezTo>
                    <a:cubicBezTo>
                      <a:pt x="1817" y="66"/>
                      <a:pt x="1823" y="63"/>
                      <a:pt x="1828" y="61"/>
                    </a:cubicBezTo>
                    <a:cubicBezTo>
                      <a:pt x="1834" y="58"/>
                      <a:pt x="1840" y="56"/>
                      <a:pt x="1846" y="54"/>
                    </a:cubicBezTo>
                    <a:cubicBezTo>
                      <a:pt x="1858" y="49"/>
                      <a:pt x="1869" y="46"/>
                      <a:pt x="1881" y="42"/>
                    </a:cubicBezTo>
                    <a:cubicBezTo>
                      <a:pt x="1893" y="40"/>
                      <a:pt x="1905" y="37"/>
                      <a:pt x="1917" y="34"/>
                    </a:cubicBezTo>
                    <a:cubicBezTo>
                      <a:pt x="1928" y="31"/>
                      <a:pt x="1940" y="29"/>
                      <a:pt x="1951" y="26"/>
                    </a:cubicBezTo>
                    <a:cubicBezTo>
                      <a:pt x="1976" y="21"/>
                      <a:pt x="2000" y="16"/>
                      <a:pt x="2025" y="12"/>
                    </a:cubicBezTo>
                    <a:cubicBezTo>
                      <a:pt x="2049" y="8"/>
                      <a:pt x="2074" y="5"/>
                      <a:pt x="2099" y="3"/>
                    </a:cubicBezTo>
                    <a:cubicBezTo>
                      <a:pt x="2104" y="3"/>
                      <a:pt x="2109" y="2"/>
                      <a:pt x="2115" y="2"/>
                    </a:cubicBezTo>
                    <a:cubicBezTo>
                      <a:pt x="2122" y="2"/>
                      <a:pt x="2130" y="1"/>
                      <a:pt x="2137" y="1"/>
                    </a:cubicBezTo>
                    <a:cubicBezTo>
                      <a:pt x="2144" y="0"/>
                      <a:pt x="2150" y="0"/>
                      <a:pt x="2157" y="0"/>
                    </a:cubicBezTo>
                    <a:cubicBezTo>
                      <a:pt x="2163" y="0"/>
                      <a:pt x="2169" y="0"/>
                      <a:pt x="2175" y="0"/>
                    </a:cubicBezTo>
                    <a:cubicBezTo>
                      <a:pt x="2190" y="0"/>
                      <a:pt x="2204" y="0"/>
                      <a:pt x="2219" y="0"/>
                    </a:cubicBezTo>
                    <a:cubicBezTo>
                      <a:pt x="2226" y="1"/>
                      <a:pt x="2234" y="1"/>
                      <a:pt x="2241" y="1"/>
                    </a:cubicBezTo>
                    <a:cubicBezTo>
                      <a:pt x="2250" y="2"/>
                      <a:pt x="2258" y="2"/>
                      <a:pt x="2267" y="3"/>
                    </a:cubicBezTo>
                    <a:cubicBezTo>
                      <a:pt x="2269" y="3"/>
                      <a:pt x="2272" y="4"/>
                      <a:pt x="2276" y="4"/>
                    </a:cubicBezTo>
                    <a:cubicBezTo>
                      <a:pt x="2279" y="5"/>
                      <a:pt x="2282" y="5"/>
                      <a:pt x="2285" y="5"/>
                    </a:cubicBezTo>
                    <a:cubicBezTo>
                      <a:pt x="2289" y="6"/>
                      <a:pt x="2294" y="7"/>
                      <a:pt x="2298" y="7"/>
                    </a:cubicBezTo>
                    <a:cubicBezTo>
                      <a:pt x="2302" y="8"/>
                      <a:pt x="2305" y="9"/>
                      <a:pt x="2308" y="10"/>
                    </a:cubicBezTo>
                    <a:cubicBezTo>
                      <a:pt x="2312" y="10"/>
                      <a:pt x="2315" y="12"/>
                      <a:pt x="2319" y="13"/>
                    </a:cubicBezTo>
                    <a:cubicBezTo>
                      <a:pt x="2321" y="13"/>
                      <a:pt x="2324" y="14"/>
                      <a:pt x="2326" y="15"/>
                    </a:cubicBezTo>
                    <a:cubicBezTo>
                      <a:pt x="2329" y="16"/>
                      <a:pt x="2332" y="17"/>
                      <a:pt x="2335" y="19"/>
                    </a:cubicBezTo>
                    <a:cubicBezTo>
                      <a:pt x="2336" y="19"/>
                      <a:pt x="2338" y="20"/>
                      <a:pt x="2339" y="21"/>
                    </a:cubicBezTo>
                    <a:cubicBezTo>
                      <a:pt x="2340" y="22"/>
                      <a:pt x="2341" y="23"/>
                      <a:pt x="2342" y="24"/>
                    </a:cubicBezTo>
                    <a:cubicBezTo>
                      <a:pt x="2345" y="26"/>
                      <a:pt x="2346" y="28"/>
                      <a:pt x="2348" y="30"/>
                    </a:cubicBezTo>
                    <a:cubicBezTo>
                      <a:pt x="2349" y="32"/>
                      <a:pt x="2350" y="35"/>
                      <a:pt x="2350" y="38"/>
                    </a:cubicBezTo>
                    <a:cubicBezTo>
                      <a:pt x="2349" y="44"/>
                      <a:pt x="2345" y="48"/>
                      <a:pt x="2339" y="48"/>
                    </a:cubicBezTo>
                    <a:cubicBezTo>
                      <a:pt x="2334" y="48"/>
                      <a:pt x="2329" y="44"/>
                      <a:pt x="2329" y="40"/>
                    </a:cubicBezTo>
                    <a:cubicBezTo>
                      <a:pt x="2329" y="40"/>
                      <a:pt x="2329" y="39"/>
                      <a:pt x="2328" y="39"/>
                    </a:cubicBezTo>
                    <a:cubicBezTo>
                      <a:pt x="2328" y="38"/>
                      <a:pt x="2328" y="38"/>
                      <a:pt x="2327" y="38"/>
                    </a:cubicBezTo>
                    <a:cubicBezTo>
                      <a:pt x="2327" y="37"/>
                      <a:pt x="2326" y="37"/>
                      <a:pt x="2325" y="37"/>
                    </a:cubicBezTo>
                    <a:cubicBezTo>
                      <a:pt x="2324" y="36"/>
                      <a:pt x="2324" y="36"/>
                      <a:pt x="2322" y="35"/>
                    </a:cubicBezTo>
                    <a:cubicBezTo>
                      <a:pt x="2317" y="33"/>
                      <a:pt x="2310" y="31"/>
                      <a:pt x="2304" y="30"/>
                    </a:cubicBezTo>
                    <a:cubicBezTo>
                      <a:pt x="2300" y="28"/>
                      <a:pt x="2297" y="28"/>
                      <a:pt x="2294" y="27"/>
                    </a:cubicBezTo>
                    <a:cubicBezTo>
                      <a:pt x="2289" y="26"/>
                      <a:pt x="2285" y="26"/>
                      <a:pt x="2280" y="25"/>
                    </a:cubicBezTo>
                    <a:lnTo>
                      <a:pt x="2281" y="25"/>
                    </a:lnTo>
                    <a:cubicBezTo>
                      <a:pt x="2276" y="24"/>
                      <a:pt x="2271" y="24"/>
                      <a:pt x="2266" y="23"/>
                    </a:cubicBezTo>
                    <a:cubicBezTo>
                      <a:pt x="2261" y="22"/>
                      <a:pt x="2255" y="22"/>
                      <a:pt x="2250" y="21"/>
                    </a:cubicBezTo>
                    <a:cubicBezTo>
                      <a:pt x="2245" y="21"/>
                      <a:pt x="2240" y="21"/>
                      <a:pt x="2235" y="21"/>
                    </a:cubicBezTo>
                    <a:cubicBezTo>
                      <a:pt x="2230" y="20"/>
                      <a:pt x="2224" y="20"/>
                      <a:pt x="2219" y="20"/>
                    </a:cubicBezTo>
                    <a:cubicBezTo>
                      <a:pt x="2200" y="20"/>
                      <a:pt x="2180" y="20"/>
                      <a:pt x="2160" y="20"/>
                    </a:cubicBezTo>
                    <a:cubicBezTo>
                      <a:pt x="2151" y="20"/>
                      <a:pt x="2142" y="20"/>
                      <a:pt x="2133" y="21"/>
                    </a:cubicBezTo>
                    <a:cubicBezTo>
                      <a:pt x="2127" y="21"/>
                      <a:pt x="2120" y="21"/>
                      <a:pt x="2114" y="21"/>
                    </a:cubicBezTo>
                    <a:cubicBezTo>
                      <a:pt x="2109" y="21"/>
                      <a:pt x="2103" y="22"/>
                      <a:pt x="2098" y="23"/>
                    </a:cubicBezTo>
                    <a:cubicBezTo>
                      <a:pt x="2087" y="23"/>
                      <a:pt x="2077" y="24"/>
                      <a:pt x="2066" y="26"/>
                    </a:cubicBezTo>
                    <a:cubicBezTo>
                      <a:pt x="2056" y="27"/>
                      <a:pt x="2047" y="28"/>
                      <a:pt x="2038" y="29"/>
                    </a:cubicBezTo>
                    <a:cubicBezTo>
                      <a:pt x="2025" y="31"/>
                      <a:pt x="2012" y="34"/>
                      <a:pt x="2000" y="36"/>
                    </a:cubicBezTo>
                    <a:cubicBezTo>
                      <a:pt x="1988" y="38"/>
                      <a:pt x="1976" y="41"/>
                      <a:pt x="1965" y="43"/>
                    </a:cubicBezTo>
                    <a:cubicBezTo>
                      <a:pt x="1940" y="48"/>
                      <a:pt x="1915" y="54"/>
                      <a:pt x="1890" y="60"/>
                    </a:cubicBezTo>
                    <a:cubicBezTo>
                      <a:pt x="1881" y="63"/>
                      <a:pt x="1873" y="65"/>
                      <a:pt x="1865" y="68"/>
                    </a:cubicBezTo>
                    <a:cubicBezTo>
                      <a:pt x="1856" y="70"/>
                      <a:pt x="1848" y="74"/>
                      <a:pt x="1840" y="77"/>
                    </a:cubicBezTo>
                    <a:cubicBezTo>
                      <a:pt x="1836" y="79"/>
                      <a:pt x="1832" y="81"/>
                      <a:pt x="1827" y="83"/>
                    </a:cubicBezTo>
                    <a:cubicBezTo>
                      <a:pt x="1823" y="84"/>
                      <a:pt x="1820" y="87"/>
                      <a:pt x="1816" y="88"/>
                    </a:cubicBezTo>
                    <a:cubicBezTo>
                      <a:pt x="1807" y="93"/>
                      <a:pt x="1799" y="98"/>
                      <a:pt x="1791" y="102"/>
                    </a:cubicBezTo>
                    <a:cubicBezTo>
                      <a:pt x="1786" y="105"/>
                      <a:pt x="1782" y="107"/>
                      <a:pt x="1778" y="110"/>
                    </a:cubicBezTo>
                    <a:cubicBezTo>
                      <a:pt x="1771" y="114"/>
                      <a:pt x="1765" y="118"/>
                      <a:pt x="1760" y="122"/>
                    </a:cubicBezTo>
                    <a:cubicBezTo>
                      <a:pt x="1749" y="129"/>
                      <a:pt x="1738" y="137"/>
                      <a:pt x="1728" y="144"/>
                    </a:cubicBezTo>
                    <a:cubicBezTo>
                      <a:pt x="1708" y="158"/>
                      <a:pt x="1687" y="171"/>
                      <a:pt x="1667" y="183"/>
                    </a:cubicBezTo>
                    <a:cubicBezTo>
                      <a:pt x="1646" y="196"/>
                      <a:pt x="1624" y="208"/>
                      <a:pt x="1604" y="221"/>
                    </a:cubicBezTo>
                    <a:cubicBezTo>
                      <a:pt x="1592" y="227"/>
                      <a:pt x="1582" y="233"/>
                      <a:pt x="1571" y="240"/>
                    </a:cubicBezTo>
                    <a:cubicBezTo>
                      <a:pt x="1560" y="247"/>
                      <a:pt x="1549" y="255"/>
                      <a:pt x="1539" y="263"/>
                    </a:cubicBezTo>
                    <a:cubicBezTo>
                      <a:pt x="1532" y="268"/>
                      <a:pt x="1527" y="273"/>
                      <a:pt x="1520" y="278"/>
                    </a:cubicBezTo>
                    <a:cubicBezTo>
                      <a:pt x="1515" y="282"/>
                      <a:pt x="1510" y="288"/>
                      <a:pt x="1504" y="292"/>
                    </a:cubicBezTo>
                    <a:cubicBezTo>
                      <a:pt x="1498" y="299"/>
                      <a:pt x="1492" y="306"/>
                      <a:pt x="1486" y="313"/>
                    </a:cubicBezTo>
                    <a:cubicBezTo>
                      <a:pt x="1480" y="320"/>
                      <a:pt x="1474" y="328"/>
                      <a:pt x="1468" y="335"/>
                    </a:cubicBezTo>
                    <a:cubicBezTo>
                      <a:pt x="1462" y="343"/>
                      <a:pt x="1456" y="351"/>
                      <a:pt x="1449" y="358"/>
                    </a:cubicBezTo>
                    <a:cubicBezTo>
                      <a:pt x="1446" y="362"/>
                      <a:pt x="1443" y="366"/>
                      <a:pt x="1439" y="370"/>
                    </a:cubicBezTo>
                    <a:cubicBezTo>
                      <a:pt x="1436" y="373"/>
                      <a:pt x="1433" y="377"/>
                      <a:pt x="1429" y="381"/>
                    </a:cubicBezTo>
                    <a:lnTo>
                      <a:pt x="1428" y="382"/>
                    </a:lnTo>
                    <a:cubicBezTo>
                      <a:pt x="1424" y="386"/>
                      <a:pt x="1420" y="390"/>
                      <a:pt x="1416" y="394"/>
                    </a:cubicBezTo>
                    <a:cubicBezTo>
                      <a:pt x="1413" y="397"/>
                      <a:pt x="1409" y="400"/>
                      <a:pt x="1407" y="403"/>
                    </a:cubicBezTo>
                    <a:cubicBezTo>
                      <a:pt x="1401" y="407"/>
                      <a:pt x="1397" y="412"/>
                      <a:pt x="1391" y="416"/>
                    </a:cubicBezTo>
                    <a:cubicBezTo>
                      <a:pt x="1379" y="426"/>
                      <a:pt x="1368" y="436"/>
                      <a:pt x="1355" y="446"/>
                    </a:cubicBezTo>
                    <a:cubicBezTo>
                      <a:pt x="1334" y="465"/>
                      <a:pt x="1313" y="484"/>
                      <a:pt x="1292" y="504"/>
                    </a:cubicBezTo>
                    <a:cubicBezTo>
                      <a:pt x="1291" y="506"/>
                      <a:pt x="1289" y="507"/>
                      <a:pt x="1288" y="509"/>
                    </a:cubicBezTo>
                    <a:cubicBezTo>
                      <a:pt x="1288" y="508"/>
                      <a:pt x="1289" y="508"/>
                      <a:pt x="1289" y="507"/>
                    </a:cubicBezTo>
                    <a:cubicBezTo>
                      <a:pt x="1288" y="509"/>
                      <a:pt x="1287" y="510"/>
                      <a:pt x="1285" y="511"/>
                    </a:cubicBezTo>
                    <a:lnTo>
                      <a:pt x="1286" y="510"/>
                    </a:lnTo>
                    <a:cubicBezTo>
                      <a:pt x="1275" y="521"/>
                      <a:pt x="1264" y="532"/>
                      <a:pt x="1252" y="543"/>
                    </a:cubicBezTo>
                    <a:cubicBezTo>
                      <a:pt x="1235" y="560"/>
                      <a:pt x="1220" y="577"/>
                      <a:pt x="1204" y="595"/>
                    </a:cubicBezTo>
                    <a:cubicBezTo>
                      <a:pt x="1196" y="603"/>
                      <a:pt x="1189" y="612"/>
                      <a:pt x="1181" y="622"/>
                    </a:cubicBezTo>
                    <a:cubicBezTo>
                      <a:pt x="1173" y="630"/>
                      <a:pt x="1166" y="639"/>
                      <a:pt x="1158" y="647"/>
                    </a:cubicBezTo>
                    <a:cubicBezTo>
                      <a:pt x="1140" y="665"/>
                      <a:pt x="1121" y="682"/>
                      <a:pt x="1101" y="697"/>
                    </a:cubicBezTo>
                    <a:cubicBezTo>
                      <a:pt x="1083" y="711"/>
                      <a:pt x="1063" y="725"/>
                      <a:pt x="1044" y="739"/>
                    </a:cubicBezTo>
                    <a:cubicBezTo>
                      <a:pt x="1030" y="749"/>
                      <a:pt x="1016" y="758"/>
                      <a:pt x="1002" y="769"/>
                    </a:cubicBezTo>
                    <a:cubicBezTo>
                      <a:pt x="999" y="772"/>
                      <a:pt x="996" y="774"/>
                      <a:pt x="993" y="777"/>
                    </a:cubicBezTo>
                    <a:cubicBezTo>
                      <a:pt x="989" y="779"/>
                      <a:pt x="986" y="783"/>
                      <a:pt x="982" y="786"/>
                    </a:cubicBezTo>
                    <a:cubicBezTo>
                      <a:pt x="974" y="795"/>
                      <a:pt x="966" y="803"/>
                      <a:pt x="959" y="812"/>
                    </a:cubicBezTo>
                    <a:cubicBezTo>
                      <a:pt x="951" y="821"/>
                      <a:pt x="943" y="830"/>
                      <a:pt x="936" y="838"/>
                    </a:cubicBezTo>
                    <a:cubicBezTo>
                      <a:pt x="928" y="848"/>
                      <a:pt x="919" y="857"/>
                      <a:pt x="911" y="866"/>
                    </a:cubicBezTo>
                    <a:cubicBezTo>
                      <a:pt x="903" y="874"/>
                      <a:pt x="894" y="882"/>
                      <a:pt x="886" y="890"/>
                    </a:cubicBezTo>
                    <a:cubicBezTo>
                      <a:pt x="869" y="907"/>
                      <a:pt x="851" y="923"/>
                      <a:pt x="833" y="940"/>
                    </a:cubicBezTo>
                    <a:cubicBezTo>
                      <a:pt x="816" y="957"/>
                      <a:pt x="798" y="973"/>
                      <a:pt x="780" y="990"/>
                    </a:cubicBezTo>
                    <a:cubicBezTo>
                      <a:pt x="768" y="1001"/>
                      <a:pt x="756" y="1012"/>
                      <a:pt x="744" y="1024"/>
                    </a:cubicBezTo>
                    <a:cubicBezTo>
                      <a:pt x="732" y="1034"/>
                      <a:pt x="722" y="1044"/>
                      <a:pt x="711" y="1054"/>
                    </a:cubicBezTo>
                    <a:cubicBezTo>
                      <a:pt x="702" y="1064"/>
                      <a:pt x="693" y="1074"/>
                      <a:pt x="684" y="1083"/>
                    </a:cubicBezTo>
                    <a:cubicBezTo>
                      <a:pt x="676" y="1091"/>
                      <a:pt x="668" y="1100"/>
                      <a:pt x="661" y="1109"/>
                    </a:cubicBezTo>
                    <a:cubicBezTo>
                      <a:pt x="643" y="1128"/>
                      <a:pt x="626" y="1146"/>
                      <a:pt x="610" y="1165"/>
                    </a:cubicBezTo>
                    <a:cubicBezTo>
                      <a:pt x="601" y="1174"/>
                      <a:pt x="592" y="1184"/>
                      <a:pt x="583" y="1194"/>
                    </a:cubicBezTo>
                    <a:cubicBezTo>
                      <a:pt x="575" y="1203"/>
                      <a:pt x="565" y="1212"/>
                      <a:pt x="556" y="1221"/>
                    </a:cubicBezTo>
                    <a:cubicBezTo>
                      <a:pt x="538" y="1239"/>
                      <a:pt x="520" y="1256"/>
                      <a:pt x="501" y="1273"/>
                    </a:cubicBezTo>
                    <a:cubicBezTo>
                      <a:pt x="492" y="1281"/>
                      <a:pt x="484" y="1289"/>
                      <a:pt x="475" y="1296"/>
                    </a:cubicBezTo>
                    <a:cubicBezTo>
                      <a:pt x="468" y="1303"/>
                      <a:pt x="460" y="1310"/>
                      <a:pt x="453" y="1317"/>
                    </a:cubicBezTo>
                    <a:lnTo>
                      <a:pt x="454" y="1317"/>
                    </a:lnTo>
                    <a:cubicBezTo>
                      <a:pt x="436" y="1335"/>
                      <a:pt x="418" y="1354"/>
                      <a:pt x="400" y="1373"/>
                    </a:cubicBezTo>
                    <a:cubicBezTo>
                      <a:pt x="376" y="1396"/>
                      <a:pt x="353" y="1419"/>
                      <a:pt x="325" y="1438"/>
                    </a:cubicBezTo>
                    <a:cubicBezTo>
                      <a:pt x="313" y="1446"/>
                      <a:pt x="300" y="1454"/>
                      <a:pt x="286" y="1460"/>
                    </a:cubicBezTo>
                    <a:cubicBezTo>
                      <a:pt x="272" y="1468"/>
                      <a:pt x="256" y="1473"/>
                      <a:pt x="240" y="1478"/>
                    </a:cubicBezTo>
                    <a:cubicBezTo>
                      <a:pt x="234" y="1480"/>
                      <a:pt x="227" y="1482"/>
                      <a:pt x="220" y="1484"/>
                    </a:cubicBezTo>
                    <a:cubicBezTo>
                      <a:pt x="215" y="1486"/>
                      <a:pt x="210" y="1487"/>
                      <a:pt x="205" y="1488"/>
                    </a:cubicBezTo>
                    <a:cubicBezTo>
                      <a:pt x="199" y="1490"/>
                      <a:pt x="192" y="1491"/>
                      <a:pt x="185" y="1493"/>
                    </a:cubicBezTo>
                    <a:cubicBezTo>
                      <a:pt x="178" y="1494"/>
                      <a:pt x="171" y="1495"/>
                      <a:pt x="164" y="1497"/>
                    </a:cubicBezTo>
                    <a:cubicBezTo>
                      <a:pt x="160" y="1498"/>
                      <a:pt x="155" y="1499"/>
                      <a:pt x="150" y="1500"/>
                    </a:cubicBezTo>
                    <a:cubicBezTo>
                      <a:pt x="143" y="1501"/>
                      <a:pt x="136" y="1502"/>
                      <a:pt x="130" y="1503"/>
                    </a:cubicBezTo>
                    <a:cubicBezTo>
                      <a:pt x="129" y="1503"/>
                      <a:pt x="128" y="1503"/>
                      <a:pt x="128" y="1504"/>
                    </a:cubicBezTo>
                    <a:cubicBezTo>
                      <a:pt x="119" y="1505"/>
                      <a:pt x="110" y="1506"/>
                      <a:pt x="100" y="1507"/>
                    </a:cubicBezTo>
                    <a:cubicBezTo>
                      <a:pt x="94" y="1508"/>
                      <a:pt x="88" y="1508"/>
                      <a:pt x="82" y="1509"/>
                    </a:cubicBezTo>
                    <a:cubicBezTo>
                      <a:pt x="78" y="1509"/>
                      <a:pt x="73" y="1510"/>
                      <a:pt x="68" y="1510"/>
                    </a:cubicBezTo>
                    <a:cubicBezTo>
                      <a:pt x="55" y="1511"/>
                      <a:pt x="43" y="1511"/>
                      <a:pt x="30" y="1511"/>
                    </a:cubicBezTo>
                    <a:cubicBezTo>
                      <a:pt x="23" y="1511"/>
                      <a:pt x="16" y="1511"/>
                      <a:pt x="10" y="15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6" name="Google Shape;2066;p22"/>
              <p:cNvSpPr/>
              <p:nvPr/>
            </p:nvSpPr>
            <p:spPr>
              <a:xfrm>
                <a:off x="1373400" y="2525760"/>
                <a:ext cx="14760" cy="29520"/>
              </a:xfrm>
              <a:custGeom>
                <a:avLst/>
                <a:gdLst/>
                <a:ahLst/>
                <a:cxnLst/>
                <a:rect l="l" t="t" r="r" b="b"/>
                <a:pathLst>
                  <a:path w="41" h="82" extrusionOk="0">
                    <a:moveTo>
                      <a:pt x="19" y="73"/>
                    </a:moveTo>
                    <a:cubicBezTo>
                      <a:pt x="17" y="65"/>
                      <a:pt x="15" y="55"/>
                      <a:pt x="13" y="46"/>
                    </a:cubicBezTo>
                    <a:cubicBezTo>
                      <a:pt x="11" y="40"/>
                      <a:pt x="9" y="34"/>
                      <a:pt x="7" y="27"/>
                    </a:cubicBezTo>
                    <a:cubicBezTo>
                      <a:pt x="6" y="25"/>
                      <a:pt x="5" y="24"/>
                      <a:pt x="5" y="23"/>
                    </a:cubicBezTo>
                    <a:cubicBezTo>
                      <a:pt x="4" y="21"/>
                      <a:pt x="3" y="20"/>
                      <a:pt x="2" y="18"/>
                    </a:cubicBezTo>
                    <a:cubicBezTo>
                      <a:pt x="2" y="18"/>
                      <a:pt x="3" y="19"/>
                      <a:pt x="4" y="20"/>
                    </a:cubicBezTo>
                    <a:cubicBezTo>
                      <a:pt x="1" y="17"/>
                      <a:pt x="0" y="11"/>
                      <a:pt x="2" y="7"/>
                    </a:cubicBezTo>
                    <a:cubicBezTo>
                      <a:pt x="6" y="2"/>
                      <a:pt x="13" y="0"/>
                      <a:pt x="18" y="4"/>
                    </a:cubicBezTo>
                    <a:cubicBezTo>
                      <a:pt x="20" y="6"/>
                      <a:pt x="22" y="9"/>
                      <a:pt x="23" y="13"/>
                    </a:cubicBezTo>
                    <a:cubicBezTo>
                      <a:pt x="24" y="15"/>
                      <a:pt x="25" y="17"/>
                      <a:pt x="26" y="20"/>
                    </a:cubicBezTo>
                    <a:cubicBezTo>
                      <a:pt x="27" y="24"/>
                      <a:pt x="29" y="29"/>
                      <a:pt x="30" y="34"/>
                    </a:cubicBezTo>
                    <a:cubicBezTo>
                      <a:pt x="30" y="33"/>
                      <a:pt x="30" y="33"/>
                      <a:pt x="30" y="32"/>
                    </a:cubicBezTo>
                    <a:cubicBezTo>
                      <a:pt x="30" y="35"/>
                      <a:pt x="32" y="38"/>
                      <a:pt x="32" y="40"/>
                    </a:cubicBezTo>
                    <a:lnTo>
                      <a:pt x="32" y="39"/>
                    </a:lnTo>
                    <a:cubicBezTo>
                      <a:pt x="34" y="49"/>
                      <a:pt x="37" y="59"/>
                      <a:pt x="39" y="69"/>
                    </a:cubicBezTo>
                    <a:cubicBezTo>
                      <a:pt x="40" y="75"/>
                      <a:pt x="36" y="80"/>
                      <a:pt x="31" y="81"/>
                    </a:cubicBezTo>
                    <a:cubicBezTo>
                      <a:pt x="30" y="81"/>
                      <a:pt x="29" y="81"/>
                      <a:pt x="29" y="81"/>
                    </a:cubicBezTo>
                    <a:cubicBezTo>
                      <a:pt x="24" y="81"/>
                      <a:pt x="20" y="78"/>
                      <a:pt x="19" y="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7" name="Google Shape;2067;p22"/>
              <p:cNvSpPr/>
              <p:nvPr/>
            </p:nvSpPr>
            <p:spPr>
              <a:xfrm>
                <a:off x="1527120" y="2281320"/>
                <a:ext cx="42480" cy="72360"/>
              </a:xfrm>
              <a:custGeom>
                <a:avLst/>
                <a:gdLst/>
                <a:ahLst/>
                <a:cxnLst/>
                <a:rect l="l" t="t" r="r" b="b"/>
                <a:pathLst>
                  <a:path w="118" h="201" extrusionOk="0">
                    <a:moveTo>
                      <a:pt x="61" y="198"/>
                    </a:moveTo>
                    <a:cubicBezTo>
                      <a:pt x="59" y="196"/>
                      <a:pt x="58" y="193"/>
                      <a:pt x="58" y="190"/>
                    </a:cubicBezTo>
                    <a:cubicBezTo>
                      <a:pt x="58" y="178"/>
                      <a:pt x="60" y="166"/>
                      <a:pt x="61" y="154"/>
                    </a:cubicBezTo>
                    <a:cubicBezTo>
                      <a:pt x="62" y="149"/>
                      <a:pt x="62" y="144"/>
                      <a:pt x="63" y="139"/>
                    </a:cubicBezTo>
                    <a:cubicBezTo>
                      <a:pt x="64" y="133"/>
                      <a:pt x="65" y="127"/>
                      <a:pt x="65" y="122"/>
                    </a:cubicBezTo>
                    <a:cubicBezTo>
                      <a:pt x="67" y="116"/>
                      <a:pt x="68" y="110"/>
                      <a:pt x="69" y="104"/>
                    </a:cubicBezTo>
                    <a:cubicBezTo>
                      <a:pt x="70" y="98"/>
                      <a:pt x="71" y="93"/>
                      <a:pt x="72" y="87"/>
                    </a:cubicBezTo>
                    <a:cubicBezTo>
                      <a:pt x="74" y="79"/>
                      <a:pt x="76" y="72"/>
                      <a:pt x="78" y="64"/>
                    </a:cubicBezTo>
                    <a:cubicBezTo>
                      <a:pt x="76" y="66"/>
                      <a:pt x="74" y="68"/>
                      <a:pt x="72" y="70"/>
                    </a:cubicBezTo>
                    <a:cubicBezTo>
                      <a:pt x="57" y="86"/>
                      <a:pt x="40" y="100"/>
                      <a:pt x="23" y="113"/>
                    </a:cubicBezTo>
                    <a:cubicBezTo>
                      <a:pt x="21" y="115"/>
                      <a:pt x="19" y="117"/>
                      <a:pt x="16" y="119"/>
                    </a:cubicBezTo>
                    <a:cubicBezTo>
                      <a:pt x="10" y="123"/>
                      <a:pt x="0" y="118"/>
                      <a:pt x="0" y="109"/>
                    </a:cubicBezTo>
                    <a:lnTo>
                      <a:pt x="1" y="108"/>
                    </a:lnTo>
                    <a:cubicBezTo>
                      <a:pt x="1" y="105"/>
                      <a:pt x="3" y="102"/>
                      <a:pt x="5" y="101"/>
                    </a:cubicBezTo>
                    <a:cubicBezTo>
                      <a:pt x="7" y="100"/>
                      <a:pt x="8" y="99"/>
                      <a:pt x="9" y="98"/>
                    </a:cubicBezTo>
                    <a:cubicBezTo>
                      <a:pt x="17" y="92"/>
                      <a:pt x="25" y="86"/>
                      <a:pt x="33" y="79"/>
                    </a:cubicBezTo>
                    <a:cubicBezTo>
                      <a:pt x="41" y="72"/>
                      <a:pt x="49" y="65"/>
                      <a:pt x="56" y="58"/>
                    </a:cubicBezTo>
                    <a:cubicBezTo>
                      <a:pt x="56" y="59"/>
                      <a:pt x="56" y="59"/>
                      <a:pt x="55" y="59"/>
                    </a:cubicBezTo>
                    <a:cubicBezTo>
                      <a:pt x="56" y="59"/>
                      <a:pt x="56" y="58"/>
                      <a:pt x="56" y="58"/>
                    </a:cubicBezTo>
                    <a:cubicBezTo>
                      <a:pt x="61" y="53"/>
                      <a:pt x="65" y="49"/>
                      <a:pt x="70" y="44"/>
                    </a:cubicBezTo>
                    <a:cubicBezTo>
                      <a:pt x="74" y="39"/>
                      <a:pt x="79" y="34"/>
                      <a:pt x="83" y="29"/>
                    </a:cubicBezTo>
                    <a:cubicBezTo>
                      <a:pt x="86" y="25"/>
                      <a:pt x="89" y="21"/>
                      <a:pt x="92" y="16"/>
                    </a:cubicBezTo>
                    <a:cubicBezTo>
                      <a:pt x="92" y="14"/>
                      <a:pt x="93" y="12"/>
                      <a:pt x="95" y="10"/>
                    </a:cubicBezTo>
                    <a:cubicBezTo>
                      <a:pt x="95" y="8"/>
                      <a:pt x="96" y="6"/>
                      <a:pt x="97" y="5"/>
                    </a:cubicBezTo>
                    <a:cubicBezTo>
                      <a:pt x="101" y="1"/>
                      <a:pt x="107" y="0"/>
                      <a:pt x="111" y="3"/>
                    </a:cubicBezTo>
                    <a:cubicBezTo>
                      <a:pt x="116" y="6"/>
                      <a:pt x="117" y="12"/>
                      <a:pt x="115" y="16"/>
                    </a:cubicBezTo>
                    <a:cubicBezTo>
                      <a:pt x="114" y="18"/>
                      <a:pt x="113" y="19"/>
                      <a:pt x="113" y="21"/>
                    </a:cubicBezTo>
                    <a:cubicBezTo>
                      <a:pt x="110" y="28"/>
                      <a:pt x="107" y="36"/>
                      <a:pt x="104" y="44"/>
                    </a:cubicBezTo>
                    <a:cubicBezTo>
                      <a:pt x="102" y="51"/>
                      <a:pt x="100" y="59"/>
                      <a:pt x="97" y="66"/>
                    </a:cubicBezTo>
                    <a:cubicBezTo>
                      <a:pt x="96" y="73"/>
                      <a:pt x="95" y="79"/>
                      <a:pt x="93" y="85"/>
                    </a:cubicBezTo>
                    <a:cubicBezTo>
                      <a:pt x="91" y="92"/>
                      <a:pt x="90" y="98"/>
                      <a:pt x="88" y="105"/>
                    </a:cubicBezTo>
                    <a:cubicBezTo>
                      <a:pt x="86" y="118"/>
                      <a:pt x="84" y="130"/>
                      <a:pt x="82" y="142"/>
                    </a:cubicBezTo>
                    <a:cubicBezTo>
                      <a:pt x="81" y="157"/>
                      <a:pt x="79" y="171"/>
                      <a:pt x="78" y="186"/>
                    </a:cubicBezTo>
                    <a:cubicBezTo>
                      <a:pt x="78" y="187"/>
                      <a:pt x="78" y="188"/>
                      <a:pt x="78" y="189"/>
                    </a:cubicBezTo>
                    <a:cubicBezTo>
                      <a:pt x="79" y="195"/>
                      <a:pt x="75" y="200"/>
                      <a:pt x="69" y="200"/>
                    </a:cubicBezTo>
                    <a:lnTo>
                      <a:pt x="68" y="200"/>
                    </a:lnTo>
                    <a:cubicBezTo>
                      <a:pt x="65" y="200"/>
                      <a:pt x="63" y="200"/>
                      <a:pt x="61" y="19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8" name="Google Shape;2068;p22"/>
              <p:cNvSpPr/>
              <p:nvPr/>
            </p:nvSpPr>
            <p:spPr>
              <a:xfrm>
                <a:off x="1552320" y="2587680"/>
                <a:ext cx="37080" cy="6480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80" extrusionOk="0">
                    <a:moveTo>
                      <a:pt x="30" y="159"/>
                    </a:moveTo>
                    <a:lnTo>
                      <a:pt x="31" y="159"/>
                    </a:lnTo>
                    <a:lnTo>
                      <a:pt x="32" y="158"/>
                    </a:lnTo>
                    <a:cubicBezTo>
                      <a:pt x="33" y="158"/>
                      <a:pt x="34" y="158"/>
                      <a:pt x="34" y="157"/>
                    </a:cubicBezTo>
                    <a:cubicBezTo>
                      <a:pt x="36" y="156"/>
                      <a:pt x="36" y="156"/>
                      <a:pt x="37" y="155"/>
                    </a:cubicBezTo>
                    <a:cubicBezTo>
                      <a:pt x="39" y="154"/>
                      <a:pt x="40" y="153"/>
                      <a:pt x="41" y="152"/>
                    </a:cubicBezTo>
                    <a:cubicBezTo>
                      <a:pt x="42" y="151"/>
                      <a:pt x="43" y="149"/>
                      <a:pt x="44" y="148"/>
                    </a:cubicBezTo>
                    <a:cubicBezTo>
                      <a:pt x="47" y="144"/>
                      <a:pt x="49" y="141"/>
                      <a:pt x="51" y="137"/>
                    </a:cubicBezTo>
                    <a:lnTo>
                      <a:pt x="51" y="138"/>
                    </a:lnTo>
                    <a:cubicBezTo>
                      <a:pt x="55" y="131"/>
                      <a:pt x="58" y="124"/>
                      <a:pt x="62" y="117"/>
                    </a:cubicBezTo>
                    <a:cubicBezTo>
                      <a:pt x="64" y="112"/>
                      <a:pt x="65" y="108"/>
                      <a:pt x="67" y="104"/>
                    </a:cubicBezTo>
                    <a:cubicBezTo>
                      <a:pt x="71" y="94"/>
                      <a:pt x="75" y="84"/>
                      <a:pt x="78" y="73"/>
                    </a:cubicBezTo>
                    <a:cubicBezTo>
                      <a:pt x="79" y="67"/>
                      <a:pt x="80" y="60"/>
                      <a:pt x="82" y="53"/>
                    </a:cubicBezTo>
                    <a:lnTo>
                      <a:pt x="82" y="54"/>
                    </a:lnTo>
                    <a:lnTo>
                      <a:pt x="82" y="53"/>
                    </a:lnTo>
                    <a:cubicBezTo>
                      <a:pt x="82" y="48"/>
                      <a:pt x="82" y="43"/>
                      <a:pt x="82" y="39"/>
                    </a:cubicBezTo>
                    <a:cubicBezTo>
                      <a:pt x="82" y="35"/>
                      <a:pt x="82" y="31"/>
                      <a:pt x="82" y="26"/>
                    </a:cubicBezTo>
                    <a:cubicBezTo>
                      <a:pt x="82" y="27"/>
                      <a:pt x="82" y="27"/>
                      <a:pt x="82" y="28"/>
                    </a:cubicBezTo>
                    <a:cubicBezTo>
                      <a:pt x="82" y="27"/>
                      <a:pt x="82" y="26"/>
                      <a:pt x="81" y="25"/>
                    </a:cubicBezTo>
                    <a:cubicBezTo>
                      <a:pt x="81" y="24"/>
                      <a:pt x="80" y="23"/>
                      <a:pt x="80" y="22"/>
                    </a:cubicBezTo>
                    <a:lnTo>
                      <a:pt x="79" y="21"/>
                    </a:lnTo>
                    <a:lnTo>
                      <a:pt x="78" y="21"/>
                    </a:lnTo>
                    <a:lnTo>
                      <a:pt x="77" y="21"/>
                    </a:lnTo>
                    <a:cubicBezTo>
                      <a:pt x="76" y="22"/>
                      <a:pt x="75" y="22"/>
                      <a:pt x="74" y="22"/>
                    </a:cubicBezTo>
                    <a:cubicBezTo>
                      <a:pt x="73" y="23"/>
                      <a:pt x="72" y="24"/>
                      <a:pt x="72" y="24"/>
                    </a:cubicBezTo>
                    <a:cubicBezTo>
                      <a:pt x="71" y="25"/>
                      <a:pt x="69" y="25"/>
                      <a:pt x="68" y="26"/>
                    </a:cubicBezTo>
                    <a:cubicBezTo>
                      <a:pt x="66" y="28"/>
                      <a:pt x="64" y="30"/>
                      <a:pt x="61" y="32"/>
                    </a:cubicBezTo>
                    <a:lnTo>
                      <a:pt x="62" y="32"/>
                    </a:lnTo>
                    <a:cubicBezTo>
                      <a:pt x="59" y="34"/>
                      <a:pt x="57" y="37"/>
                      <a:pt x="54" y="40"/>
                    </a:cubicBezTo>
                    <a:cubicBezTo>
                      <a:pt x="54" y="40"/>
                      <a:pt x="55" y="40"/>
                      <a:pt x="55" y="39"/>
                    </a:cubicBezTo>
                    <a:cubicBezTo>
                      <a:pt x="54" y="40"/>
                      <a:pt x="54" y="40"/>
                      <a:pt x="54" y="40"/>
                    </a:cubicBezTo>
                    <a:cubicBezTo>
                      <a:pt x="51" y="45"/>
                      <a:pt x="48" y="49"/>
                      <a:pt x="46" y="53"/>
                    </a:cubicBezTo>
                    <a:cubicBezTo>
                      <a:pt x="43" y="59"/>
                      <a:pt x="40" y="64"/>
                      <a:pt x="37" y="69"/>
                    </a:cubicBezTo>
                    <a:cubicBezTo>
                      <a:pt x="38" y="68"/>
                      <a:pt x="38" y="68"/>
                      <a:pt x="38" y="68"/>
                    </a:cubicBezTo>
                    <a:cubicBezTo>
                      <a:pt x="34" y="78"/>
                      <a:pt x="30" y="88"/>
                      <a:pt x="27" y="99"/>
                    </a:cubicBezTo>
                    <a:cubicBezTo>
                      <a:pt x="27" y="99"/>
                      <a:pt x="27" y="100"/>
                      <a:pt x="26" y="100"/>
                    </a:cubicBezTo>
                    <a:cubicBezTo>
                      <a:pt x="26" y="104"/>
                      <a:pt x="26" y="107"/>
                      <a:pt x="26" y="110"/>
                    </a:cubicBezTo>
                    <a:cubicBezTo>
                      <a:pt x="26" y="116"/>
                      <a:pt x="26" y="121"/>
                      <a:pt x="26" y="127"/>
                    </a:cubicBezTo>
                    <a:cubicBezTo>
                      <a:pt x="27" y="133"/>
                      <a:pt x="27" y="139"/>
                      <a:pt x="28" y="145"/>
                    </a:cubicBezTo>
                    <a:cubicBezTo>
                      <a:pt x="29" y="149"/>
                      <a:pt x="29" y="153"/>
                      <a:pt x="30" y="158"/>
                    </a:cubicBezTo>
                    <a:lnTo>
                      <a:pt x="30" y="159"/>
                    </a:lnTo>
                    <a:moveTo>
                      <a:pt x="22" y="179"/>
                    </a:moveTo>
                    <a:cubicBezTo>
                      <a:pt x="20" y="178"/>
                      <a:pt x="18" y="176"/>
                      <a:pt x="16" y="174"/>
                    </a:cubicBezTo>
                    <a:cubicBezTo>
                      <a:pt x="14" y="172"/>
                      <a:pt x="12" y="170"/>
                      <a:pt x="12" y="167"/>
                    </a:cubicBezTo>
                    <a:cubicBezTo>
                      <a:pt x="10" y="163"/>
                      <a:pt x="9" y="158"/>
                      <a:pt x="9" y="153"/>
                    </a:cubicBezTo>
                    <a:cubicBezTo>
                      <a:pt x="8" y="148"/>
                      <a:pt x="8" y="142"/>
                      <a:pt x="7" y="137"/>
                    </a:cubicBezTo>
                    <a:cubicBezTo>
                      <a:pt x="7" y="134"/>
                      <a:pt x="6" y="132"/>
                      <a:pt x="6" y="130"/>
                    </a:cubicBezTo>
                    <a:cubicBezTo>
                      <a:pt x="3" y="128"/>
                      <a:pt x="0" y="124"/>
                      <a:pt x="1" y="119"/>
                    </a:cubicBezTo>
                    <a:cubicBezTo>
                      <a:pt x="3" y="113"/>
                      <a:pt x="5" y="107"/>
                      <a:pt x="6" y="102"/>
                    </a:cubicBezTo>
                    <a:cubicBezTo>
                      <a:pt x="6" y="95"/>
                      <a:pt x="7" y="88"/>
                      <a:pt x="8" y="81"/>
                    </a:cubicBezTo>
                    <a:cubicBezTo>
                      <a:pt x="9" y="77"/>
                      <a:pt x="9" y="73"/>
                      <a:pt x="10" y="70"/>
                    </a:cubicBezTo>
                    <a:cubicBezTo>
                      <a:pt x="11" y="64"/>
                      <a:pt x="12" y="59"/>
                      <a:pt x="14" y="54"/>
                    </a:cubicBezTo>
                    <a:cubicBezTo>
                      <a:pt x="15" y="51"/>
                      <a:pt x="19" y="49"/>
                      <a:pt x="23" y="49"/>
                    </a:cubicBezTo>
                    <a:cubicBezTo>
                      <a:pt x="23" y="48"/>
                      <a:pt x="25" y="49"/>
                      <a:pt x="26" y="49"/>
                    </a:cubicBezTo>
                    <a:cubicBezTo>
                      <a:pt x="30" y="39"/>
                      <a:pt x="37" y="29"/>
                      <a:pt x="44" y="21"/>
                    </a:cubicBezTo>
                    <a:cubicBezTo>
                      <a:pt x="49" y="16"/>
                      <a:pt x="54" y="11"/>
                      <a:pt x="59" y="8"/>
                    </a:cubicBezTo>
                    <a:cubicBezTo>
                      <a:pt x="64" y="4"/>
                      <a:pt x="71" y="2"/>
                      <a:pt x="77" y="1"/>
                    </a:cubicBezTo>
                    <a:cubicBezTo>
                      <a:pt x="83" y="0"/>
                      <a:pt x="89" y="3"/>
                      <a:pt x="93" y="6"/>
                    </a:cubicBezTo>
                    <a:cubicBezTo>
                      <a:pt x="94" y="8"/>
                      <a:pt x="96" y="10"/>
                      <a:pt x="97" y="12"/>
                    </a:cubicBezTo>
                    <a:cubicBezTo>
                      <a:pt x="99" y="15"/>
                      <a:pt x="100" y="18"/>
                      <a:pt x="101" y="22"/>
                    </a:cubicBezTo>
                    <a:cubicBezTo>
                      <a:pt x="101" y="25"/>
                      <a:pt x="101" y="29"/>
                      <a:pt x="101" y="32"/>
                    </a:cubicBezTo>
                    <a:cubicBezTo>
                      <a:pt x="102" y="36"/>
                      <a:pt x="102" y="39"/>
                      <a:pt x="102" y="43"/>
                    </a:cubicBezTo>
                    <a:cubicBezTo>
                      <a:pt x="101" y="50"/>
                      <a:pt x="100" y="58"/>
                      <a:pt x="99" y="66"/>
                    </a:cubicBezTo>
                    <a:cubicBezTo>
                      <a:pt x="97" y="76"/>
                      <a:pt x="94" y="86"/>
                      <a:pt x="90" y="97"/>
                    </a:cubicBezTo>
                    <a:cubicBezTo>
                      <a:pt x="89" y="102"/>
                      <a:pt x="87" y="107"/>
                      <a:pt x="85" y="113"/>
                    </a:cubicBezTo>
                    <a:cubicBezTo>
                      <a:pt x="82" y="119"/>
                      <a:pt x="79" y="124"/>
                      <a:pt x="77" y="130"/>
                    </a:cubicBezTo>
                    <a:cubicBezTo>
                      <a:pt x="74" y="136"/>
                      <a:pt x="71" y="142"/>
                      <a:pt x="68" y="148"/>
                    </a:cubicBezTo>
                    <a:cubicBezTo>
                      <a:pt x="64" y="155"/>
                      <a:pt x="60" y="161"/>
                      <a:pt x="55" y="166"/>
                    </a:cubicBezTo>
                    <a:cubicBezTo>
                      <a:pt x="51" y="170"/>
                      <a:pt x="46" y="174"/>
                      <a:pt x="40" y="177"/>
                    </a:cubicBezTo>
                    <a:cubicBezTo>
                      <a:pt x="38" y="178"/>
                      <a:pt x="35" y="179"/>
                      <a:pt x="32" y="179"/>
                    </a:cubicBezTo>
                    <a:cubicBezTo>
                      <a:pt x="31" y="179"/>
                      <a:pt x="30" y="179"/>
                      <a:pt x="29" y="179"/>
                    </a:cubicBezTo>
                    <a:cubicBezTo>
                      <a:pt x="27" y="179"/>
                      <a:pt x="25" y="179"/>
                      <a:pt x="22" y="1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9" name="Google Shape;2069;p22"/>
              <p:cNvSpPr/>
              <p:nvPr/>
            </p:nvSpPr>
            <p:spPr>
              <a:xfrm>
                <a:off x="1780200" y="2581920"/>
                <a:ext cx="15840" cy="39240"/>
              </a:xfrm>
              <a:custGeom>
                <a:avLst/>
                <a:gdLst/>
                <a:ahLst/>
                <a:cxnLst/>
                <a:rect l="l" t="t" r="r" b="b"/>
                <a:pathLst>
                  <a:path w="44" h="109" extrusionOk="0">
                    <a:moveTo>
                      <a:pt x="10" y="108"/>
                    </a:moveTo>
                    <a:cubicBezTo>
                      <a:pt x="4" y="107"/>
                      <a:pt x="0" y="102"/>
                      <a:pt x="0" y="97"/>
                    </a:cubicBezTo>
                    <a:cubicBezTo>
                      <a:pt x="0" y="89"/>
                      <a:pt x="3" y="81"/>
                      <a:pt x="4" y="73"/>
                    </a:cubicBezTo>
                    <a:cubicBezTo>
                      <a:pt x="6" y="66"/>
                      <a:pt x="7" y="60"/>
                      <a:pt x="9" y="54"/>
                    </a:cubicBezTo>
                    <a:cubicBezTo>
                      <a:pt x="10" y="47"/>
                      <a:pt x="12" y="40"/>
                      <a:pt x="14" y="33"/>
                    </a:cubicBezTo>
                    <a:cubicBezTo>
                      <a:pt x="14" y="28"/>
                      <a:pt x="16" y="25"/>
                      <a:pt x="17" y="21"/>
                    </a:cubicBezTo>
                    <a:cubicBezTo>
                      <a:pt x="18" y="18"/>
                      <a:pt x="18" y="15"/>
                      <a:pt x="20" y="12"/>
                    </a:cubicBezTo>
                    <a:cubicBezTo>
                      <a:pt x="21" y="9"/>
                      <a:pt x="23" y="5"/>
                      <a:pt x="25" y="3"/>
                    </a:cubicBezTo>
                    <a:cubicBezTo>
                      <a:pt x="28" y="1"/>
                      <a:pt x="31" y="0"/>
                      <a:pt x="34" y="1"/>
                    </a:cubicBezTo>
                    <a:cubicBezTo>
                      <a:pt x="38" y="2"/>
                      <a:pt x="41" y="4"/>
                      <a:pt x="42" y="8"/>
                    </a:cubicBezTo>
                    <a:cubicBezTo>
                      <a:pt x="43" y="10"/>
                      <a:pt x="43" y="12"/>
                      <a:pt x="43" y="14"/>
                    </a:cubicBezTo>
                    <a:cubicBezTo>
                      <a:pt x="42" y="16"/>
                      <a:pt x="41" y="18"/>
                      <a:pt x="39" y="20"/>
                    </a:cubicBezTo>
                    <a:cubicBezTo>
                      <a:pt x="37" y="26"/>
                      <a:pt x="35" y="31"/>
                      <a:pt x="33" y="37"/>
                    </a:cubicBezTo>
                    <a:cubicBezTo>
                      <a:pt x="31" y="46"/>
                      <a:pt x="29" y="55"/>
                      <a:pt x="27" y="63"/>
                    </a:cubicBezTo>
                    <a:cubicBezTo>
                      <a:pt x="25" y="73"/>
                      <a:pt x="23" y="83"/>
                      <a:pt x="21" y="93"/>
                    </a:cubicBezTo>
                    <a:cubicBezTo>
                      <a:pt x="21" y="94"/>
                      <a:pt x="21" y="96"/>
                      <a:pt x="21" y="98"/>
                    </a:cubicBezTo>
                    <a:cubicBezTo>
                      <a:pt x="21" y="103"/>
                      <a:pt x="16" y="108"/>
                      <a:pt x="10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0" name="Google Shape;2070;p22"/>
              <p:cNvSpPr/>
              <p:nvPr/>
            </p:nvSpPr>
            <p:spPr>
              <a:xfrm>
                <a:off x="1797840" y="2578320"/>
                <a:ext cx="20160" cy="38520"/>
              </a:xfrm>
              <a:custGeom>
                <a:avLst/>
                <a:gdLst/>
                <a:ahLst/>
                <a:cxnLst/>
                <a:rect l="l" t="t" r="r" b="b"/>
                <a:pathLst>
                  <a:path w="56" h="107" extrusionOk="0">
                    <a:moveTo>
                      <a:pt x="8" y="105"/>
                    </a:moveTo>
                    <a:cubicBezTo>
                      <a:pt x="3" y="104"/>
                      <a:pt x="0" y="98"/>
                      <a:pt x="2" y="93"/>
                    </a:cubicBezTo>
                    <a:cubicBezTo>
                      <a:pt x="4" y="87"/>
                      <a:pt x="6" y="82"/>
                      <a:pt x="7" y="76"/>
                    </a:cubicBezTo>
                    <a:cubicBezTo>
                      <a:pt x="10" y="65"/>
                      <a:pt x="12" y="54"/>
                      <a:pt x="15" y="43"/>
                    </a:cubicBezTo>
                    <a:cubicBezTo>
                      <a:pt x="17" y="37"/>
                      <a:pt x="19" y="31"/>
                      <a:pt x="21" y="26"/>
                    </a:cubicBezTo>
                    <a:cubicBezTo>
                      <a:pt x="25" y="15"/>
                      <a:pt x="31" y="2"/>
                      <a:pt x="43" y="1"/>
                    </a:cubicBezTo>
                    <a:cubicBezTo>
                      <a:pt x="49" y="0"/>
                      <a:pt x="54" y="5"/>
                      <a:pt x="55" y="11"/>
                    </a:cubicBezTo>
                    <a:cubicBezTo>
                      <a:pt x="55" y="16"/>
                      <a:pt x="51" y="20"/>
                      <a:pt x="46" y="22"/>
                    </a:cubicBezTo>
                    <a:cubicBezTo>
                      <a:pt x="46" y="23"/>
                      <a:pt x="45" y="24"/>
                      <a:pt x="44" y="25"/>
                    </a:cubicBezTo>
                    <a:cubicBezTo>
                      <a:pt x="43" y="27"/>
                      <a:pt x="42" y="29"/>
                      <a:pt x="41" y="31"/>
                    </a:cubicBezTo>
                    <a:cubicBezTo>
                      <a:pt x="40" y="34"/>
                      <a:pt x="39" y="37"/>
                      <a:pt x="37" y="41"/>
                    </a:cubicBezTo>
                    <a:cubicBezTo>
                      <a:pt x="36" y="44"/>
                      <a:pt x="35" y="48"/>
                      <a:pt x="34" y="51"/>
                    </a:cubicBezTo>
                    <a:cubicBezTo>
                      <a:pt x="30" y="68"/>
                      <a:pt x="26" y="83"/>
                      <a:pt x="21" y="99"/>
                    </a:cubicBezTo>
                    <a:cubicBezTo>
                      <a:pt x="20" y="104"/>
                      <a:pt x="16" y="106"/>
                      <a:pt x="11" y="106"/>
                    </a:cubicBezTo>
                    <a:cubicBezTo>
                      <a:pt x="11" y="106"/>
                      <a:pt x="10" y="106"/>
                      <a:pt x="8" y="1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1" name="Google Shape;2071;p22"/>
              <p:cNvSpPr/>
              <p:nvPr/>
            </p:nvSpPr>
            <p:spPr>
              <a:xfrm>
                <a:off x="1758240" y="2566800"/>
                <a:ext cx="81720" cy="32040"/>
              </a:xfrm>
              <a:custGeom>
                <a:avLst/>
                <a:gdLst/>
                <a:ahLst/>
                <a:cxnLst/>
                <a:rect l="l" t="t" r="r" b="b"/>
                <a:pathLst>
                  <a:path w="227" h="89" extrusionOk="0">
                    <a:moveTo>
                      <a:pt x="25" y="86"/>
                    </a:moveTo>
                    <a:cubicBezTo>
                      <a:pt x="21" y="82"/>
                      <a:pt x="17" y="78"/>
                      <a:pt x="13" y="74"/>
                    </a:cubicBezTo>
                    <a:cubicBezTo>
                      <a:pt x="7" y="67"/>
                      <a:pt x="0" y="60"/>
                      <a:pt x="1" y="51"/>
                    </a:cubicBezTo>
                    <a:cubicBezTo>
                      <a:pt x="1" y="38"/>
                      <a:pt x="12" y="28"/>
                      <a:pt x="22" y="21"/>
                    </a:cubicBezTo>
                    <a:cubicBezTo>
                      <a:pt x="35" y="14"/>
                      <a:pt x="49" y="10"/>
                      <a:pt x="63" y="6"/>
                    </a:cubicBezTo>
                    <a:cubicBezTo>
                      <a:pt x="87" y="1"/>
                      <a:pt x="112" y="0"/>
                      <a:pt x="137" y="0"/>
                    </a:cubicBezTo>
                    <a:cubicBezTo>
                      <a:pt x="148" y="1"/>
                      <a:pt x="159" y="1"/>
                      <a:pt x="170" y="2"/>
                    </a:cubicBezTo>
                    <a:cubicBezTo>
                      <a:pt x="186" y="3"/>
                      <a:pt x="201" y="5"/>
                      <a:pt x="216" y="6"/>
                    </a:cubicBezTo>
                    <a:cubicBezTo>
                      <a:pt x="221" y="7"/>
                      <a:pt x="226" y="11"/>
                      <a:pt x="225" y="17"/>
                    </a:cubicBezTo>
                    <a:cubicBezTo>
                      <a:pt x="225" y="19"/>
                      <a:pt x="224" y="21"/>
                      <a:pt x="222" y="23"/>
                    </a:cubicBezTo>
                    <a:cubicBezTo>
                      <a:pt x="219" y="26"/>
                      <a:pt x="216" y="26"/>
                      <a:pt x="213" y="26"/>
                    </a:cubicBezTo>
                    <a:cubicBezTo>
                      <a:pt x="212" y="26"/>
                      <a:pt x="210" y="25"/>
                      <a:pt x="208" y="25"/>
                    </a:cubicBezTo>
                    <a:cubicBezTo>
                      <a:pt x="209" y="25"/>
                      <a:pt x="209" y="25"/>
                      <a:pt x="209" y="25"/>
                    </a:cubicBezTo>
                    <a:cubicBezTo>
                      <a:pt x="196" y="23"/>
                      <a:pt x="182" y="22"/>
                      <a:pt x="169" y="21"/>
                    </a:cubicBezTo>
                    <a:cubicBezTo>
                      <a:pt x="155" y="20"/>
                      <a:pt x="141" y="20"/>
                      <a:pt x="128" y="19"/>
                    </a:cubicBezTo>
                    <a:lnTo>
                      <a:pt x="129" y="19"/>
                    </a:lnTo>
                    <a:cubicBezTo>
                      <a:pt x="115" y="19"/>
                      <a:pt x="101" y="20"/>
                      <a:pt x="87" y="22"/>
                    </a:cubicBezTo>
                    <a:cubicBezTo>
                      <a:pt x="88" y="22"/>
                      <a:pt x="88" y="22"/>
                      <a:pt x="89" y="21"/>
                    </a:cubicBezTo>
                    <a:cubicBezTo>
                      <a:pt x="79" y="23"/>
                      <a:pt x="70" y="25"/>
                      <a:pt x="61" y="27"/>
                    </a:cubicBezTo>
                    <a:cubicBezTo>
                      <a:pt x="62" y="27"/>
                      <a:pt x="62" y="27"/>
                      <a:pt x="63" y="27"/>
                    </a:cubicBezTo>
                    <a:cubicBezTo>
                      <a:pt x="56" y="28"/>
                      <a:pt x="49" y="31"/>
                      <a:pt x="43" y="34"/>
                    </a:cubicBezTo>
                    <a:cubicBezTo>
                      <a:pt x="40" y="35"/>
                      <a:pt x="37" y="36"/>
                      <a:pt x="35" y="38"/>
                    </a:cubicBezTo>
                    <a:cubicBezTo>
                      <a:pt x="33" y="39"/>
                      <a:pt x="31" y="40"/>
                      <a:pt x="29" y="41"/>
                    </a:cubicBezTo>
                    <a:cubicBezTo>
                      <a:pt x="28" y="42"/>
                      <a:pt x="27" y="43"/>
                      <a:pt x="26" y="44"/>
                    </a:cubicBezTo>
                    <a:cubicBezTo>
                      <a:pt x="25" y="45"/>
                      <a:pt x="24" y="46"/>
                      <a:pt x="24" y="46"/>
                    </a:cubicBezTo>
                    <a:cubicBezTo>
                      <a:pt x="23" y="47"/>
                      <a:pt x="23" y="48"/>
                      <a:pt x="22" y="48"/>
                    </a:cubicBezTo>
                    <a:cubicBezTo>
                      <a:pt x="22" y="49"/>
                      <a:pt x="22" y="49"/>
                      <a:pt x="22" y="49"/>
                    </a:cubicBezTo>
                    <a:cubicBezTo>
                      <a:pt x="22" y="50"/>
                      <a:pt x="22" y="50"/>
                      <a:pt x="22" y="51"/>
                    </a:cubicBezTo>
                    <a:cubicBezTo>
                      <a:pt x="21" y="51"/>
                      <a:pt x="21" y="51"/>
                      <a:pt x="21" y="51"/>
                    </a:cubicBezTo>
                    <a:cubicBezTo>
                      <a:pt x="21" y="52"/>
                      <a:pt x="21" y="52"/>
                      <a:pt x="21" y="52"/>
                    </a:cubicBezTo>
                    <a:cubicBezTo>
                      <a:pt x="22" y="52"/>
                      <a:pt x="22" y="52"/>
                      <a:pt x="22" y="52"/>
                    </a:cubicBezTo>
                    <a:lnTo>
                      <a:pt x="22" y="53"/>
                    </a:lnTo>
                    <a:cubicBezTo>
                      <a:pt x="24" y="55"/>
                      <a:pt x="25" y="56"/>
                      <a:pt x="26" y="58"/>
                    </a:cubicBezTo>
                    <a:cubicBezTo>
                      <a:pt x="31" y="62"/>
                      <a:pt x="35" y="66"/>
                      <a:pt x="39" y="70"/>
                    </a:cubicBezTo>
                    <a:cubicBezTo>
                      <a:pt x="44" y="74"/>
                      <a:pt x="44" y="81"/>
                      <a:pt x="40" y="85"/>
                    </a:cubicBezTo>
                    <a:cubicBezTo>
                      <a:pt x="38" y="87"/>
                      <a:pt x="35" y="88"/>
                      <a:pt x="32" y="88"/>
                    </a:cubicBezTo>
                    <a:cubicBezTo>
                      <a:pt x="30" y="88"/>
                      <a:pt x="28" y="88"/>
                      <a:pt x="25" y="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2" name="Google Shape;2072;p22"/>
              <p:cNvSpPr/>
              <p:nvPr/>
            </p:nvSpPr>
            <p:spPr>
              <a:xfrm>
                <a:off x="1787760" y="2571120"/>
                <a:ext cx="62280" cy="91800"/>
              </a:xfrm>
              <a:custGeom>
                <a:avLst/>
                <a:gdLst/>
                <a:ahLst/>
                <a:cxnLst/>
                <a:rect l="l" t="t" r="r" b="b"/>
                <a:pathLst>
                  <a:path w="173" h="255" extrusionOk="0">
                    <a:moveTo>
                      <a:pt x="6" y="252"/>
                    </a:moveTo>
                    <a:cubicBezTo>
                      <a:pt x="1" y="249"/>
                      <a:pt x="0" y="243"/>
                      <a:pt x="3" y="238"/>
                    </a:cubicBezTo>
                    <a:cubicBezTo>
                      <a:pt x="14" y="223"/>
                      <a:pt x="25" y="207"/>
                      <a:pt x="36" y="191"/>
                    </a:cubicBezTo>
                    <a:cubicBezTo>
                      <a:pt x="41" y="184"/>
                      <a:pt x="45" y="177"/>
                      <a:pt x="49" y="170"/>
                    </a:cubicBezTo>
                    <a:cubicBezTo>
                      <a:pt x="55" y="161"/>
                      <a:pt x="60" y="154"/>
                      <a:pt x="64" y="146"/>
                    </a:cubicBezTo>
                    <a:cubicBezTo>
                      <a:pt x="70" y="136"/>
                      <a:pt x="75" y="127"/>
                      <a:pt x="80" y="118"/>
                    </a:cubicBezTo>
                    <a:lnTo>
                      <a:pt x="81" y="118"/>
                    </a:lnTo>
                    <a:lnTo>
                      <a:pt x="80" y="118"/>
                    </a:lnTo>
                    <a:cubicBezTo>
                      <a:pt x="85" y="109"/>
                      <a:pt x="91" y="100"/>
                      <a:pt x="95" y="92"/>
                    </a:cubicBezTo>
                    <a:cubicBezTo>
                      <a:pt x="100" y="82"/>
                      <a:pt x="105" y="73"/>
                      <a:pt x="110" y="64"/>
                    </a:cubicBezTo>
                    <a:cubicBezTo>
                      <a:pt x="116" y="53"/>
                      <a:pt x="121" y="43"/>
                      <a:pt x="127" y="32"/>
                    </a:cubicBezTo>
                    <a:cubicBezTo>
                      <a:pt x="131" y="24"/>
                      <a:pt x="136" y="16"/>
                      <a:pt x="142" y="8"/>
                    </a:cubicBezTo>
                    <a:cubicBezTo>
                      <a:pt x="145" y="4"/>
                      <a:pt x="150" y="0"/>
                      <a:pt x="155" y="0"/>
                    </a:cubicBezTo>
                    <a:cubicBezTo>
                      <a:pt x="158" y="0"/>
                      <a:pt x="160" y="0"/>
                      <a:pt x="162" y="2"/>
                    </a:cubicBezTo>
                    <a:cubicBezTo>
                      <a:pt x="165" y="3"/>
                      <a:pt x="166" y="5"/>
                      <a:pt x="168" y="8"/>
                    </a:cubicBezTo>
                    <a:cubicBezTo>
                      <a:pt x="169" y="11"/>
                      <a:pt x="171" y="14"/>
                      <a:pt x="171" y="17"/>
                    </a:cubicBezTo>
                    <a:cubicBezTo>
                      <a:pt x="172" y="23"/>
                      <a:pt x="166" y="28"/>
                      <a:pt x="161" y="29"/>
                    </a:cubicBezTo>
                    <a:cubicBezTo>
                      <a:pt x="159" y="29"/>
                      <a:pt x="156" y="28"/>
                      <a:pt x="154" y="26"/>
                    </a:cubicBezTo>
                    <a:cubicBezTo>
                      <a:pt x="152" y="29"/>
                      <a:pt x="150" y="33"/>
                      <a:pt x="148" y="36"/>
                    </a:cubicBezTo>
                    <a:cubicBezTo>
                      <a:pt x="148" y="35"/>
                      <a:pt x="148" y="35"/>
                      <a:pt x="149" y="34"/>
                    </a:cubicBezTo>
                    <a:cubicBezTo>
                      <a:pt x="144" y="44"/>
                      <a:pt x="138" y="53"/>
                      <a:pt x="133" y="62"/>
                    </a:cubicBezTo>
                    <a:cubicBezTo>
                      <a:pt x="127" y="72"/>
                      <a:pt x="122" y="83"/>
                      <a:pt x="116" y="93"/>
                    </a:cubicBezTo>
                    <a:cubicBezTo>
                      <a:pt x="106" y="113"/>
                      <a:pt x="94" y="132"/>
                      <a:pt x="83" y="150"/>
                    </a:cubicBezTo>
                    <a:cubicBezTo>
                      <a:pt x="73" y="167"/>
                      <a:pt x="63" y="184"/>
                      <a:pt x="52" y="200"/>
                    </a:cubicBezTo>
                    <a:cubicBezTo>
                      <a:pt x="41" y="216"/>
                      <a:pt x="30" y="233"/>
                      <a:pt x="20" y="249"/>
                    </a:cubicBezTo>
                    <a:cubicBezTo>
                      <a:pt x="17" y="252"/>
                      <a:pt x="14" y="254"/>
                      <a:pt x="11" y="254"/>
                    </a:cubicBezTo>
                    <a:cubicBezTo>
                      <a:pt x="9" y="254"/>
                      <a:pt x="7" y="254"/>
                      <a:pt x="6" y="2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3" name="Google Shape;2073;p22"/>
              <p:cNvSpPr/>
              <p:nvPr/>
            </p:nvSpPr>
            <p:spPr>
              <a:xfrm>
                <a:off x="1811160" y="2601000"/>
                <a:ext cx="40320" cy="7200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200" extrusionOk="0">
                    <a:moveTo>
                      <a:pt x="49" y="199"/>
                    </a:moveTo>
                    <a:cubicBezTo>
                      <a:pt x="43" y="197"/>
                      <a:pt x="39" y="192"/>
                      <a:pt x="40" y="186"/>
                    </a:cubicBezTo>
                    <a:cubicBezTo>
                      <a:pt x="43" y="175"/>
                      <a:pt x="47" y="164"/>
                      <a:pt x="50" y="153"/>
                    </a:cubicBezTo>
                    <a:cubicBezTo>
                      <a:pt x="53" y="144"/>
                      <a:pt x="56" y="135"/>
                      <a:pt x="58" y="125"/>
                    </a:cubicBezTo>
                    <a:cubicBezTo>
                      <a:pt x="60" y="121"/>
                      <a:pt x="62" y="116"/>
                      <a:pt x="64" y="111"/>
                    </a:cubicBezTo>
                    <a:cubicBezTo>
                      <a:pt x="63" y="111"/>
                      <a:pt x="63" y="112"/>
                      <a:pt x="62" y="112"/>
                    </a:cubicBezTo>
                    <a:lnTo>
                      <a:pt x="63" y="112"/>
                    </a:lnTo>
                    <a:cubicBezTo>
                      <a:pt x="56" y="117"/>
                      <a:pt x="49" y="122"/>
                      <a:pt x="43" y="128"/>
                    </a:cubicBezTo>
                    <a:cubicBezTo>
                      <a:pt x="39" y="130"/>
                      <a:pt x="35" y="133"/>
                      <a:pt x="32" y="136"/>
                    </a:cubicBezTo>
                    <a:cubicBezTo>
                      <a:pt x="28" y="139"/>
                      <a:pt x="25" y="142"/>
                      <a:pt x="21" y="144"/>
                    </a:cubicBezTo>
                    <a:cubicBezTo>
                      <a:pt x="17" y="146"/>
                      <a:pt x="13" y="147"/>
                      <a:pt x="9" y="146"/>
                    </a:cubicBezTo>
                    <a:cubicBezTo>
                      <a:pt x="6" y="145"/>
                      <a:pt x="4" y="144"/>
                      <a:pt x="2" y="142"/>
                    </a:cubicBezTo>
                    <a:cubicBezTo>
                      <a:pt x="1" y="139"/>
                      <a:pt x="0" y="135"/>
                      <a:pt x="1" y="132"/>
                    </a:cubicBezTo>
                    <a:cubicBezTo>
                      <a:pt x="4" y="126"/>
                      <a:pt x="8" y="119"/>
                      <a:pt x="11" y="112"/>
                    </a:cubicBezTo>
                    <a:cubicBezTo>
                      <a:pt x="14" y="108"/>
                      <a:pt x="16" y="103"/>
                      <a:pt x="18" y="98"/>
                    </a:cubicBezTo>
                    <a:cubicBezTo>
                      <a:pt x="23" y="88"/>
                      <a:pt x="28" y="78"/>
                      <a:pt x="32" y="68"/>
                    </a:cubicBezTo>
                    <a:cubicBezTo>
                      <a:pt x="36" y="59"/>
                      <a:pt x="40" y="51"/>
                      <a:pt x="44" y="42"/>
                    </a:cubicBezTo>
                    <a:cubicBezTo>
                      <a:pt x="46" y="37"/>
                      <a:pt x="49" y="33"/>
                      <a:pt x="51" y="28"/>
                    </a:cubicBezTo>
                    <a:cubicBezTo>
                      <a:pt x="54" y="20"/>
                      <a:pt x="58" y="12"/>
                      <a:pt x="62" y="5"/>
                    </a:cubicBezTo>
                    <a:cubicBezTo>
                      <a:pt x="64" y="2"/>
                      <a:pt x="69" y="0"/>
                      <a:pt x="73" y="1"/>
                    </a:cubicBezTo>
                    <a:cubicBezTo>
                      <a:pt x="77" y="2"/>
                      <a:pt x="81" y="5"/>
                      <a:pt x="81" y="10"/>
                    </a:cubicBezTo>
                    <a:cubicBezTo>
                      <a:pt x="81" y="12"/>
                      <a:pt x="81" y="14"/>
                      <a:pt x="81" y="16"/>
                    </a:cubicBezTo>
                    <a:cubicBezTo>
                      <a:pt x="80" y="19"/>
                      <a:pt x="78" y="21"/>
                      <a:pt x="76" y="23"/>
                    </a:cubicBezTo>
                    <a:cubicBezTo>
                      <a:pt x="74" y="28"/>
                      <a:pt x="71" y="33"/>
                      <a:pt x="69" y="38"/>
                    </a:cubicBezTo>
                    <a:cubicBezTo>
                      <a:pt x="67" y="42"/>
                      <a:pt x="64" y="47"/>
                      <a:pt x="62" y="52"/>
                    </a:cubicBezTo>
                    <a:cubicBezTo>
                      <a:pt x="57" y="61"/>
                      <a:pt x="54" y="69"/>
                      <a:pt x="50" y="77"/>
                    </a:cubicBezTo>
                    <a:cubicBezTo>
                      <a:pt x="45" y="87"/>
                      <a:pt x="40" y="96"/>
                      <a:pt x="36" y="106"/>
                    </a:cubicBezTo>
                    <a:cubicBezTo>
                      <a:pt x="35" y="107"/>
                      <a:pt x="35" y="108"/>
                      <a:pt x="34" y="109"/>
                    </a:cubicBezTo>
                    <a:cubicBezTo>
                      <a:pt x="42" y="103"/>
                      <a:pt x="50" y="97"/>
                      <a:pt x="58" y="90"/>
                    </a:cubicBezTo>
                    <a:cubicBezTo>
                      <a:pt x="64" y="86"/>
                      <a:pt x="70" y="81"/>
                      <a:pt x="75" y="76"/>
                    </a:cubicBezTo>
                    <a:lnTo>
                      <a:pt x="75" y="77"/>
                    </a:lnTo>
                    <a:cubicBezTo>
                      <a:pt x="77" y="75"/>
                      <a:pt x="79" y="73"/>
                      <a:pt x="81" y="70"/>
                    </a:cubicBezTo>
                    <a:cubicBezTo>
                      <a:pt x="82" y="68"/>
                      <a:pt x="84" y="65"/>
                      <a:pt x="85" y="62"/>
                    </a:cubicBezTo>
                    <a:cubicBezTo>
                      <a:pt x="87" y="58"/>
                      <a:pt x="89" y="54"/>
                      <a:pt x="92" y="52"/>
                    </a:cubicBezTo>
                    <a:cubicBezTo>
                      <a:pt x="94" y="51"/>
                      <a:pt x="96" y="49"/>
                      <a:pt x="98" y="49"/>
                    </a:cubicBezTo>
                    <a:cubicBezTo>
                      <a:pt x="100" y="49"/>
                      <a:pt x="102" y="49"/>
                      <a:pt x="103" y="50"/>
                    </a:cubicBezTo>
                    <a:cubicBezTo>
                      <a:pt x="109" y="52"/>
                      <a:pt x="111" y="59"/>
                      <a:pt x="109" y="65"/>
                    </a:cubicBezTo>
                    <a:cubicBezTo>
                      <a:pt x="107" y="69"/>
                      <a:pt x="105" y="72"/>
                      <a:pt x="103" y="75"/>
                    </a:cubicBezTo>
                    <a:cubicBezTo>
                      <a:pt x="101" y="77"/>
                      <a:pt x="99" y="80"/>
                      <a:pt x="98" y="82"/>
                    </a:cubicBezTo>
                    <a:cubicBezTo>
                      <a:pt x="98" y="82"/>
                      <a:pt x="97" y="82"/>
                      <a:pt x="97" y="83"/>
                    </a:cubicBezTo>
                    <a:cubicBezTo>
                      <a:pt x="93" y="90"/>
                      <a:pt x="91" y="97"/>
                      <a:pt x="87" y="104"/>
                    </a:cubicBezTo>
                    <a:cubicBezTo>
                      <a:pt x="85" y="110"/>
                      <a:pt x="83" y="115"/>
                      <a:pt x="81" y="121"/>
                    </a:cubicBezTo>
                    <a:cubicBezTo>
                      <a:pt x="78" y="126"/>
                      <a:pt x="77" y="132"/>
                      <a:pt x="75" y="137"/>
                    </a:cubicBezTo>
                    <a:cubicBezTo>
                      <a:pt x="71" y="148"/>
                      <a:pt x="68" y="159"/>
                      <a:pt x="65" y="170"/>
                    </a:cubicBezTo>
                    <a:cubicBezTo>
                      <a:pt x="64" y="177"/>
                      <a:pt x="62" y="183"/>
                      <a:pt x="60" y="190"/>
                    </a:cubicBezTo>
                    <a:cubicBezTo>
                      <a:pt x="60" y="195"/>
                      <a:pt x="55" y="199"/>
                      <a:pt x="50" y="199"/>
                    </a:cubicBezTo>
                    <a:lnTo>
                      <a:pt x="49" y="19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4" name="Google Shape;2074;p22"/>
              <p:cNvSpPr/>
              <p:nvPr/>
            </p:nvSpPr>
            <p:spPr>
              <a:xfrm>
                <a:off x="1983960" y="2579400"/>
                <a:ext cx="1224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34" h="77" extrusionOk="0">
                    <a:moveTo>
                      <a:pt x="1" y="66"/>
                    </a:moveTo>
                    <a:cubicBezTo>
                      <a:pt x="0" y="52"/>
                      <a:pt x="1" y="39"/>
                      <a:pt x="1" y="25"/>
                    </a:cubicBezTo>
                    <a:cubicBezTo>
                      <a:pt x="1" y="21"/>
                      <a:pt x="1" y="17"/>
                      <a:pt x="1" y="14"/>
                    </a:cubicBezTo>
                    <a:cubicBezTo>
                      <a:pt x="2" y="8"/>
                      <a:pt x="5" y="2"/>
                      <a:pt x="11" y="1"/>
                    </a:cubicBezTo>
                    <a:cubicBezTo>
                      <a:pt x="14" y="0"/>
                      <a:pt x="17" y="0"/>
                      <a:pt x="20" y="2"/>
                    </a:cubicBezTo>
                    <a:cubicBezTo>
                      <a:pt x="22" y="4"/>
                      <a:pt x="24" y="6"/>
                      <a:pt x="25" y="9"/>
                    </a:cubicBezTo>
                    <a:cubicBezTo>
                      <a:pt x="27" y="11"/>
                      <a:pt x="29" y="14"/>
                      <a:pt x="30" y="17"/>
                    </a:cubicBezTo>
                    <a:cubicBezTo>
                      <a:pt x="33" y="21"/>
                      <a:pt x="32" y="28"/>
                      <a:pt x="28" y="31"/>
                    </a:cubicBezTo>
                    <a:cubicBezTo>
                      <a:pt x="25" y="32"/>
                      <a:pt x="24" y="33"/>
                      <a:pt x="21" y="33"/>
                    </a:cubicBezTo>
                    <a:cubicBezTo>
                      <a:pt x="21" y="34"/>
                      <a:pt x="21" y="35"/>
                      <a:pt x="21" y="36"/>
                    </a:cubicBezTo>
                    <a:cubicBezTo>
                      <a:pt x="21" y="42"/>
                      <a:pt x="21" y="49"/>
                      <a:pt x="21" y="55"/>
                    </a:cubicBezTo>
                    <a:cubicBezTo>
                      <a:pt x="21" y="58"/>
                      <a:pt x="21" y="61"/>
                      <a:pt x="21" y="64"/>
                    </a:cubicBezTo>
                    <a:cubicBezTo>
                      <a:pt x="21" y="70"/>
                      <a:pt x="17" y="75"/>
                      <a:pt x="12" y="76"/>
                    </a:cubicBezTo>
                    <a:cubicBezTo>
                      <a:pt x="11" y="76"/>
                      <a:pt x="11" y="76"/>
                      <a:pt x="11" y="76"/>
                    </a:cubicBezTo>
                    <a:cubicBezTo>
                      <a:pt x="6" y="76"/>
                      <a:pt x="1" y="71"/>
                      <a:pt x="1" y="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5" name="Google Shape;2075;p22"/>
              <p:cNvSpPr/>
              <p:nvPr/>
            </p:nvSpPr>
            <p:spPr>
              <a:xfrm>
                <a:off x="1999440" y="2572920"/>
                <a:ext cx="16200" cy="25920"/>
              </a:xfrm>
              <a:custGeom>
                <a:avLst/>
                <a:gdLst/>
                <a:ahLst/>
                <a:cxnLst/>
                <a:rect l="l" t="t" r="r" b="b"/>
                <a:pathLst>
                  <a:path w="45" h="72" extrusionOk="0">
                    <a:moveTo>
                      <a:pt x="8" y="70"/>
                    </a:moveTo>
                    <a:cubicBezTo>
                      <a:pt x="3" y="68"/>
                      <a:pt x="0" y="63"/>
                      <a:pt x="2" y="57"/>
                    </a:cubicBezTo>
                    <a:cubicBezTo>
                      <a:pt x="5" y="47"/>
                      <a:pt x="8" y="38"/>
                      <a:pt x="12" y="28"/>
                    </a:cubicBezTo>
                    <a:cubicBezTo>
                      <a:pt x="14" y="24"/>
                      <a:pt x="16" y="20"/>
                      <a:pt x="18" y="16"/>
                    </a:cubicBezTo>
                    <a:cubicBezTo>
                      <a:pt x="19" y="13"/>
                      <a:pt x="21" y="10"/>
                      <a:pt x="22" y="7"/>
                    </a:cubicBezTo>
                    <a:cubicBezTo>
                      <a:pt x="23" y="4"/>
                      <a:pt x="25" y="3"/>
                      <a:pt x="26" y="1"/>
                    </a:cubicBezTo>
                    <a:cubicBezTo>
                      <a:pt x="29" y="0"/>
                      <a:pt x="31" y="0"/>
                      <a:pt x="33" y="0"/>
                    </a:cubicBezTo>
                    <a:cubicBezTo>
                      <a:pt x="38" y="0"/>
                      <a:pt x="42" y="4"/>
                      <a:pt x="43" y="9"/>
                    </a:cubicBezTo>
                    <a:lnTo>
                      <a:pt x="43" y="10"/>
                    </a:lnTo>
                    <a:cubicBezTo>
                      <a:pt x="44" y="14"/>
                      <a:pt x="42" y="18"/>
                      <a:pt x="39" y="20"/>
                    </a:cubicBezTo>
                    <a:cubicBezTo>
                      <a:pt x="36" y="25"/>
                      <a:pt x="34" y="31"/>
                      <a:pt x="32" y="36"/>
                    </a:cubicBezTo>
                    <a:cubicBezTo>
                      <a:pt x="28" y="45"/>
                      <a:pt x="24" y="54"/>
                      <a:pt x="21" y="64"/>
                    </a:cubicBezTo>
                    <a:cubicBezTo>
                      <a:pt x="19" y="68"/>
                      <a:pt x="15" y="71"/>
                      <a:pt x="11" y="71"/>
                    </a:cubicBezTo>
                    <a:cubicBezTo>
                      <a:pt x="10" y="71"/>
                      <a:pt x="9" y="70"/>
                      <a:pt x="8" y="7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6" name="Google Shape;2076;p22"/>
              <p:cNvSpPr/>
              <p:nvPr/>
            </p:nvSpPr>
            <p:spPr>
              <a:xfrm>
                <a:off x="1952280" y="2563920"/>
                <a:ext cx="66600" cy="24480"/>
              </a:xfrm>
              <a:custGeom>
                <a:avLst/>
                <a:gdLst/>
                <a:ahLst/>
                <a:cxnLst/>
                <a:rect l="l" t="t" r="r" b="b"/>
                <a:pathLst>
                  <a:path w="185" h="68" extrusionOk="0">
                    <a:moveTo>
                      <a:pt x="16" y="63"/>
                    </a:moveTo>
                    <a:cubicBezTo>
                      <a:pt x="11" y="58"/>
                      <a:pt x="7" y="53"/>
                      <a:pt x="3" y="47"/>
                    </a:cubicBezTo>
                    <a:cubicBezTo>
                      <a:pt x="0" y="42"/>
                      <a:pt x="0" y="36"/>
                      <a:pt x="3" y="31"/>
                    </a:cubicBezTo>
                    <a:cubicBezTo>
                      <a:pt x="5" y="25"/>
                      <a:pt x="11" y="22"/>
                      <a:pt x="16" y="20"/>
                    </a:cubicBezTo>
                    <a:cubicBezTo>
                      <a:pt x="23" y="16"/>
                      <a:pt x="30" y="14"/>
                      <a:pt x="36" y="12"/>
                    </a:cubicBezTo>
                    <a:cubicBezTo>
                      <a:pt x="41" y="11"/>
                      <a:pt x="45" y="10"/>
                      <a:pt x="50" y="9"/>
                    </a:cubicBezTo>
                    <a:cubicBezTo>
                      <a:pt x="53" y="8"/>
                      <a:pt x="57" y="7"/>
                      <a:pt x="60" y="7"/>
                    </a:cubicBezTo>
                    <a:cubicBezTo>
                      <a:pt x="63" y="6"/>
                      <a:pt x="65" y="6"/>
                      <a:pt x="67" y="5"/>
                    </a:cubicBezTo>
                    <a:cubicBezTo>
                      <a:pt x="73" y="4"/>
                      <a:pt x="79" y="3"/>
                      <a:pt x="85" y="2"/>
                    </a:cubicBezTo>
                    <a:cubicBezTo>
                      <a:pt x="91" y="1"/>
                      <a:pt x="97" y="1"/>
                      <a:pt x="102" y="1"/>
                    </a:cubicBezTo>
                    <a:cubicBezTo>
                      <a:pt x="113" y="0"/>
                      <a:pt x="124" y="0"/>
                      <a:pt x="135" y="0"/>
                    </a:cubicBezTo>
                    <a:cubicBezTo>
                      <a:pt x="149" y="1"/>
                      <a:pt x="162" y="3"/>
                      <a:pt x="175" y="4"/>
                    </a:cubicBezTo>
                    <a:cubicBezTo>
                      <a:pt x="180" y="4"/>
                      <a:pt x="184" y="8"/>
                      <a:pt x="184" y="14"/>
                    </a:cubicBezTo>
                    <a:cubicBezTo>
                      <a:pt x="184" y="19"/>
                      <a:pt x="179" y="24"/>
                      <a:pt x="174" y="23"/>
                    </a:cubicBezTo>
                    <a:cubicBezTo>
                      <a:pt x="164" y="22"/>
                      <a:pt x="155" y="21"/>
                      <a:pt x="146" y="21"/>
                    </a:cubicBezTo>
                    <a:cubicBezTo>
                      <a:pt x="139" y="20"/>
                      <a:pt x="131" y="20"/>
                      <a:pt x="124" y="20"/>
                    </a:cubicBezTo>
                    <a:cubicBezTo>
                      <a:pt x="121" y="20"/>
                      <a:pt x="118" y="20"/>
                      <a:pt x="116" y="20"/>
                    </a:cubicBezTo>
                    <a:cubicBezTo>
                      <a:pt x="113" y="20"/>
                      <a:pt x="110" y="20"/>
                      <a:pt x="107" y="20"/>
                    </a:cubicBezTo>
                    <a:cubicBezTo>
                      <a:pt x="101" y="20"/>
                      <a:pt x="95" y="21"/>
                      <a:pt x="89" y="21"/>
                    </a:cubicBezTo>
                    <a:cubicBezTo>
                      <a:pt x="86" y="22"/>
                      <a:pt x="83" y="22"/>
                      <a:pt x="79" y="23"/>
                    </a:cubicBezTo>
                    <a:cubicBezTo>
                      <a:pt x="76" y="24"/>
                      <a:pt x="74" y="24"/>
                      <a:pt x="71" y="25"/>
                    </a:cubicBezTo>
                    <a:cubicBezTo>
                      <a:pt x="63" y="26"/>
                      <a:pt x="54" y="28"/>
                      <a:pt x="46" y="31"/>
                    </a:cubicBezTo>
                    <a:cubicBezTo>
                      <a:pt x="46" y="30"/>
                      <a:pt x="46" y="30"/>
                      <a:pt x="47" y="30"/>
                    </a:cubicBezTo>
                    <a:cubicBezTo>
                      <a:pt x="41" y="32"/>
                      <a:pt x="36" y="34"/>
                      <a:pt x="30" y="36"/>
                    </a:cubicBezTo>
                    <a:cubicBezTo>
                      <a:pt x="28" y="36"/>
                      <a:pt x="26" y="38"/>
                      <a:pt x="25" y="39"/>
                    </a:cubicBezTo>
                    <a:cubicBezTo>
                      <a:pt x="24" y="39"/>
                      <a:pt x="23" y="39"/>
                      <a:pt x="23" y="39"/>
                    </a:cubicBezTo>
                    <a:cubicBezTo>
                      <a:pt x="26" y="43"/>
                      <a:pt x="29" y="46"/>
                      <a:pt x="32" y="49"/>
                    </a:cubicBezTo>
                    <a:cubicBezTo>
                      <a:pt x="36" y="53"/>
                      <a:pt x="35" y="60"/>
                      <a:pt x="30" y="64"/>
                    </a:cubicBezTo>
                    <a:cubicBezTo>
                      <a:pt x="29" y="66"/>
                      <a:pt x="26" y="67"/>
                      <a:pt x="23" y="67"/>
                    </a:cubicBezTo>
                    <a:cubicBezTo>
                      <a:pt x="21" y="67"/>
                      <a:pt x="18" y="66"/>
                      <a:pt x="16" y="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7" name="Google Shape;2077;p22"/>
              <p:cNvSpPr/>
              <p:nvPr/>
            </p:nvSpPr>
            <p:spPr>
              <a:xfrm>
                <a:off x="1984680" y="2578320"/>
                <a:ext cx="52560" cy="72360"/>
              </a:xfrm>
              <a:custGeom>
                <a:avLst/>
                <a:gdLst/>
                <a:ahLst/>
                <a:cxnLst/>
                <a:rect l="l" t="t" r="r" b="b"/>
                <a:pathLst>
                  <a:path w="146" h="201" extrusionOk="0">
                    <a:moveTo>
                      <a:pt x="7" y="199"/>
                    </a:moveTo>
                    <a:cubicBezTo>
                      <a:pt x="1" y="196"/>
                      <a:pt x="0" y="189"/>
                      <a:pt x="3" y="185"/>
                    </a:cubicBezTo>
                    <a:cubicBezTo>
                      <a:pt x="26" y="147"/>
                      <a:pt x="51" y="110"/>
                      <a:pt x="75" y="73"/>
                    </a:cubicBezTo>
                    <a:cubicBezTo>
                      <a:pt x="83" y="62"/>
                      <a:pt x="90" y="51"/>
                      <a:pt x="98" y="39"/>
                    </a:cubicBezTo>
                    <a:cubicBezTo>
                      <a:pt x="101" y="34"/>
                      <a:pt x="105" y="29"/>
                      <a:pt x="108" y="25"/>
                    </a:cubicBezTo>
                    <a:cubicBezTo>
                      <a:pt x="111" y="20"/>
                      <a:pt x="114" y="16"/>
                      <a:pt x="117" y="13"/>
                    </a:cubicBezTo>
                    <a:cubicBezTo>
                      <a:pt x="121" y="8"/>
                      <a:pt x="126" y="3"/>
                      <a:pt x="132" y="1"/>
                    </a:cubicBezTo>
                    <a:cubicBezTo>
                      <a:pt x="137" y="0"/>
                      <a:pt x="143" y="4"/>
                      <a:pt x="144" y="9"/>
                    </a:cubicBezTo>
                    <a:cubicBezTo>
                      <a:pt x="145" y="15"/>
                      <a:pt x="142" y="20"/>
                      <a:pt x="137" y="22"/>
                    </a:cubicBezTo>
                    <a:lnTo>
                      <a:pt x="136" y="22"/>
                    </a:lnTo>
                    <a:cubicBezTo>
                      <a:pt x="137" y="22"/>
                      <a:pt x="137" y="22"/>
                      <a:pt x="137" y="22"/>
                    </a:cubicBezTo>
                    <a:cubicBezTo>
                      <a:pt x="137" y="22"/>
                      <a:pt x="136" y="22"/>
                      <a:pt x="136" y="23"/>
                    </a:cubicBezTo>
                    <a:cubicBezTo>
                      <a:pt x="133" y="26"/>
                      <a:pt x="130" y="29"/>
                      <a:pt x="127" y="32"/>
                    </a:cubicBezTo>
                    <a:cubicBezTo>
                      <a:pt x="128" y="32"/>
                      <a:pt x="128" y="31"/>
                      <a:pt x="129" y="31"/>
                    </a:cubicBezTo>
                    <a:cubicBezTo>
                      <a:pt x="121" y="41"/>
                      <a:pt x="115" y="51"/>
                      <a:pt x="108" y="61"/>
                    </a:cubicBezTo>
                    <a:cubicBezTo>
                      <a:pt x="102" y="69"/>
                      <a:pt x="97" y="78"/>
                      <a:pt x="91" y="86"/>
                    </a:cubicBezTo>
                    <a:cubicBezTo>
                      <a:pt x="78" y="104"/>
                      <a:pt x="65" y="124"/>
                      <a:pt x="52" y="143"/>
                    </a:cubicBezTo>
                    <a:cubicBezTo>
                      <a:pt x="44" y="156"/>
                      <a:pt x="35" y="170"/>
                      <a:pt x="27" y="183"/>
                    </a:cubicBezTo>
                    <a:lnTo>
                      <a:pt x="27" y="182"/>
                    </a:lnTo>
                    <a:lnTo>
                      <a:pt x="27" y="183"/>
                    </a:lnTo>
                    <a:cubicBezTo>
                      <a:pt x="26" y="184"/>
                      <a:pt x="26" y="184"/>
                      <a:pt x="26" y="185"/>
                    </a:cubicBezTo>
                    <a:cubicBezTo>
                      <a:pt x="26" y="185"/>
                      <a:pt x="25" y="186"/>
                      <a:pt x="24" y="187"/>
                    </a:cubicBezTo>
                    <a:cubicBezTo>
                      <a:pt x="24" y="188"/>
                      <a:pt x="24" y="188"/>
                      <a:pt x="23" y="189"/>
                    </a:cubicBezTo>
                    <a:lnTo>
                      <a:pt x="23" y="190"/>
                    </a:lnTo>
                    <a:cubicBezTo>
                      <a:pt x="22" y="192"/>
                      <a:pt x="21" y="193"/>
                      <a:pt x="20" y="195"/>
                    </a:cubicBezTo>
                    <a:cubicBezTo>
                      <a:pt x="18" y="198"/>
                      <a:pt x="14" y="200"/>
                      <a:pt x="11" y="200"/>
                    </a:cubicBezTo>
                    <a:cubicBezTo>
                      <a:pt x="10" y="200"/>
                      <a:pt x="8" y="200"/>
                      <a:pt x="7" y="1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8" name="Google Shape;2078;p22"/>
              <p:cNvSpPr/>
              <p:nvPr/>
            </p:nvSpPr>
            <p:spPr>
              <a:xfrm>
                <a:off x="2004840" y="2602440"/>
                <a:ext cx="47880" cy="49680"/>
              </a:xfrm>
              <a:custGeom>
                <a:avLst/>
                <a:gdLst/>
                <a:ahLst/>
                <a:cxnLst/>
                <a:rect l="l" t="t" r="r" b="b"/>
                <a:pathLst>
                  <a:path w="133" h="138" extrusionOk="0">
                    <a:moveTo>
                      <a:pt x="45" y="137"/>
                    </a:moveTo>
                    <a:cubicBezTo>
                      <a:pt x="37" y="136"/>
                      <a:pt x="29" y="135"/>
                      <a:pt x="21" y="133"/>
                    </a:cubicBezTo>
                    <a:cubicBezTo>
                      <a:pt x="17" y="132"/>
                      <a:pt x="13" y="131"/>
                      <a:pt x="10" y="129"/>
                    </a:cubicBezTo>
                    <a:cubicBezTo>
                      <a:pt x="7" y="128"/>
                      <a:pt x="4" y="125"/>
                      <a:pt x="3" y="122"/>
                    </a:cubicBezTo>
                    <a:cubicBezTo>
                      <a:pt x="0" y="119"/>
                      <a:pt x="0" y="113"/>
                      <a:pt x="3" y="109"/>
                    </a:cubicBezTo>
                    <a:cubicBezTo>
                      <a:pt x="4" y="108"/>
                      <a:pt x="5" y="108"/>
                      <a:pt x="6" y="106"/>
                    </a:cubicBezTo>
                    <a:cubicBezTo>
                      <a:pt x="7" y="105"/>
                      <a:pt x="10" y="104"/>
                      <a:pt x="11" y="104"/>
                    </a:cubicBezTo>
                    <a:cubicBezTo>
                      <a:pt x="13" y="103"/>
                      <a:pt x="14" y="102"/>
                      <a:pt x="15" y="102"/>
                    </a:cubicBezTo>
                    <a:cubicBezTo>
                      <a:pt x="18" y="100"/>
                      <a:pt x="20" y="99"/>
                      <a:pt x="23" y="97"/>
                    </a:cubicBezTo>
                    <a:cubicBezTo>
                      <a:pt x="24" y="97"/>
                      <a:pt x="24" y="97"/>
                      <a:pt x="24" y="97"/>
                    </a:cubicBezTo>
                    <a:cubicBezTo>
                      <a:pt x="30" y="93"/>
                      <a:pt x="36" y="89"/>
                      <a:pt x="42" y="85"/>
                    </a:cubicBezTo>
                    <a:cubicBezTo>
                      <a:pt x="45" y="82"/>
                      <a:pt x="48" y="79"/>
                      <a:pt x="51" y="77"/>
                    </a:cubicBezTo>
                    <a:cubicBezTo>
                      <a:pt x="53" y="74"/>
                      <a:pt x="56" y="72"/>
                      <a:pt x="58" y="69"/>
                    </a:cubicBezTo>
                    <a:cubicBezTo>
                      <a:pt x="60" y="66"/>
                      <a:pt x="62" y="63"/>
                      <a:pt x="63" y="61"/>
                    </a:cubicBezTo>
                    <a:cubicBezTo>
                      <a:pt x="64" y="58"/>
                      <a:pt x="66" y="56"/>
                      <a:pt x="67" y="53"/>
                    </a:cubicBezTo>
                    <a:cubicBezTo>
                      <a:pt x="68" y="52"/>
                      <a:pt x="69" y="50"/>
                      <a:pt x="69" y="49"/>
                    </a:cubicBezTo>
                    <a:cubicBezTo>
                      <a:pt x="69" y="46"/>
                      <a:pt x="70" y="45"/>
                      <a:pt x="70" y="43"/>
                    </a:cubicBezTo>
                    <a:cubicBezTo>
                      <a:pt x="70" y="42"/>
                      <a:pt x="70" y="41"/>
                      <a:pt x="70" y="39"/>
                    </a:cubicBezTo>
                    <a:cubicBezTo>
                      <a:pt x="70" y="38"/>
                      <a:pt x="70" y="37"/>
                      <a:pt x="70" y="35"/>
                    </a:cubicBezTo>
                    <a:cubicBezTo>
                      <a:pt x="70" y="34"/>
                      <a:pt x="69" y="33"/>
                      <a:pt x="69" y="32"/>
                    </a:cubicBezTo>
                    <a:cubicBezTo>
                      <a:pt x="69" y="31"/>
                      <a:pt x="69" y="30"/>
                      <a:pt x="68" y="30"/>
                    </a:cubicBezTo>
                    <a:cubicBezTo>
                      <a:pt x="68" y="29"/>
                      <a:pt x="67" y="28"/>
                      <a:pt x="67" y="27"/>
                    </a:cubicBezTo>
                    <a:cubicBezTo>
                      <a:pt x="67" y="27"/>
                      <a:pt x="66" y="27"/>
                      <a:pt x="66" y="26"/>
                    </a:cubicBezTo>
                    <a:cubicBezTo>
                      <a:pt x="65" y="25"/>
                      <a:pt x="65" y="25"/>
                      <a:pt x="65" y="24"/>
                    </a:cubicBezTo>
                    <a:cubicBezTo>
                      <a:pt x="64" y="24"/>
                      <a:pt x="64" y="24"/>
                      <a:pt x="64" y="24"/>
                    </a:cubicBezTo>
                    <a:cubicBezTo>
                      <a:pt x="63" y="24"/>
                      <a:pt x="63" y="24"/>
                      <a:pt x="63" y="23"/>
                    </a:cubicBezTo>
                    <a:cubicBezTo>
                      <a:pt x="62" y="23"/>
                      <a:pt x="62" y="23"/>
                      <a:pt x="62" y="23"/>
                    </a:cubicBezTo>
                    <a:cubicBezTo>
                      <a:pt x="61" y="23"/>
                      <a:pt x="60" y="23"/>
                      <a:pt x="60" y="23"/>
                    </a:cubicBezTo>
                    <a:cubicBezTo>
                      <a:pt x="59" y="23"/>
                      <a:pt x="59" y="23"/>
                      <a:pt x="59" y="23"/>
                    </a:cubicBezTo>
                    <a:cubicBezTo>
                      <a:pt x="57" y="23"/>
                      <a:pt x="57" y="23"/>
                      <a:pt x="56" y="23"/>
                    </a:cubicBezTo>
                    <a:lnTo>
                      <a:pt x="55" y="23"/>
                    </a:lnTo>
                    <a:lnTo>
                      <a:pt x="56" y="23"/>
                    </a:lnTo>
                    <a:cubicBezTo>
                      <a:pt x="55" y="23"/>
                      <a:pt x="54" y="23"/>
                      <a:pt x="53" y="24"/>
                    </a:cubicBezTo>
                    <a:cubicBezTo>
                      <a:pt x="52" y="24"/>
                      <a:pt x="52" y="24"/>
                      <a:pt x="50" y="25"/>
                    </a:cubicBezTo>
                    <a:cubicBezTo>
                      <a:pt x="50" y="26"/>
                      <a:pt x="49" y="26"/>
                      <a:pt x="48" y="27"/>
                    </a:cubicBezTo>
                    <a:cubicBezTo>
                      <a:pt x="48" y="27"/>
                      <a:pt x="47" y="28"/>
                      <a:pt x="46" y="28"/>
                    </a:cubicBezTo>
                    <a:cubicBezTo>
                      <a:pt x="45" y="29"/>
                      <a:pt x="45" y="30"/>
                      <a:pt x="44" y="31"/>
                    </a:cubicBezTo>
                    <a:cubicBezTo>
                      <a:pt x="43" y="32"/>
                      <a:pt x="42" y="33"/>
                      <a:pt x="41" y="34"/>
                    </a:cubicBezTo>
                    <a:cubicBezTo>
                      <a:pt x="41" y="35"/>
                      <a:pt x="40" y="37"/>
                      <a:pt x="39" y="38"/>
                    </a:cubicBezTo>
                    <a:cubicBezTo>
                      <a:pt x="39" y="39"/>
                      <a:pt x="39" y="40"/>
                      <a:pt x="38" y="41"/>
                    </a:cubicBezTo>
                    <a:cubicBezTo>
                      <a:pt x="38" y="42"/>
                      <a:pt x="38" y="44"/>
                      <a:pt x="38" y="45"/>
                    </a:cubicBezTo>
                    <a:cubicBezTo>
                      <a:pt x="38" y="46"/>
                      <a:pt x="38" y="46"/>
                      <a:pt x="38" y="47"/>
                    </a:cubicBezTo>
                    <a:cubicBezTo>
                      <a:pt x="38" y="48"/>
                      <a:pt x="38" y="49"/>
                      <a:pt x="38" y="49"/>
                    </a:cubicBezTo>
                    <a:cubicBezTo>
                      <a:pt x="38" y="51"/>
                      <a:pt x="38" y="52"/>
                      <a:pt x="38" y="53"/>
                    </a:cubicBezTo>
                    <a:cubicBezTo>
                      <a:pt x="39" y="55"/>
                      <a:pt x="39" y="57"/>
                      <a:pt x="41" y="59"/>
                    </a:cubicBezTo>
                    <a:cubicBezTo>
                      <a:pt x="41" y="60"/>
                      <a:pt x="42" y="62"/>
                      <a:pt x="42" y="63"/>
                    </a:cubicBezTo>
                    <a:cubicBezTo>
                      <a:pt x="43" y="63"/>
                      <a:pt x="43" y="64"/>
                      <a:pt x="43" y="64"/>
                    </a:cubicBezTo>
                    <a:cubicBezTo>
                      <a:pt x="46" y="69"/>
                      <a:pt x="45" y="76"/>
                      <a:pt x="40" y="79"/>
                    </a:cubicBezTo>
                    <a:cubicBezTo>
                      <a:pt x="35" y="82"/>
                      <a:pt x="29" y="81"/>
                      <a:pt x="25" y="76"/>
                    </a:cubicBezTo>
                    <a:cubicBezTo>
                      <a:pt x="23" y="72"/>
                      <a:pt x="20" y="66"/>
                      <a:pt x="18" y="60"/>
                    </a:cubicBezTo>
                    <a:cubicBezTo>
                      <a:pt x="17" y="55"/>
                      <a:pt x="16" y="48"/>
                      <a:pt x="17" y="41"/>
                    </a:cubicBezTo>
                    <a:cubicBezTo>
                      <a:pt x="19" y="28"/>
                      <a:pt x="27" y="17"/>
                      <a:pt x="37" y="9"/>
                    </a:cubicBezTo>
                    <a:cubicBezTo>
                      <a:pt x="46" y="2"/>
                      <a:pt x="60" y="0"/>
                      <a:pt x="71" y="5"/>
                    </a:cubicBezTo>
                    <a:cubicBezTo>
                      <a:pt x="76" y="7"/>
                      <a:pt x="81" y="10"/>
                      <a:pt x="84" y="16"/>
                    </a:cubicBezTo>
                    <a:cubicBezTo>
                      <a:pt x="88" y="21"/>
                      <a:pt x="90" y="28"/>
                      <a:pt x="90" y="35"/>
                    </a:cubicBezTo>
                    <a:cubicBezTo>
                      <a:pt x="92" y="48"/>
                      <a:pt x="87" y="62"/>
                      <a:pt x="80" y="73"/>
                    </a:cubicBezTo>
                    <a:cubicBezTo>
                      <a:pt x="72" y="86"/>
                      <a:pt x="61" y="95"/>
                      <a:pt x="49" y="104"/>
                    </a:cubicBezTo>
                    <a:cubicBezTo>
                      <a:pt x="45" y="108"/>
                      <a:pt x="39" y="111"/>
                      <a:pt x="34" y="114"/>
                    </a:cubicBezTo>
                    <a:lnTo>
                      <a:pt x="34" y="115"/>
                    </a:lnTo>
                    <a:cubicBezTo>
                      <a:pt x="37" y="115"/>
                      <a:pt x="40" y="115"/>
                      <a:pt x="44" y="116"/>
                    </a:cubicBezTo>
                    <a:cubicBezTo>
                      <a:pt x="49" y="116"/>
                      <a:pt x="55" y="117"/>
                      <a:pt x="61" y="117"/>
                    </a:cubicBezTo>
                    <a:cubicBezTo>
                      <a:pt x="60" y="117"/>
                      <a:pt x="60" y="117"/>
                      <a:pt x="60" y="117"/>
                    </a:cubicBezTo>
                    <a:cubicBezTo>
                      <a:pt x="71" y="117"/>
                      <a:pt x="82" y="116"/>
                      <a:pt x="93" y="115"/>
                    </a:cubicBezTo>
                    <a:cubicBezTo>
                      <a:pt x="102" y="114"/>
                      <a:pt x="112" y="113"/>
                      <a:pt x="121" y="112"/>
                    </a:cubicBezTo>
                    <a:cubicBezTo>
                      <a:pt x="126" y="112"/>
                      <a:pt x="131" y="116"/>
                      <a:pt x="131" y="122"/>
                    </a:cubicBezTo>
                    <a:cubicBezTo>
                      <a:pt x="132" y="127"/>
                      <a:pt x="128" y="132"/>
                      <a:pt x="123" y="133"/>
                    </a:cubicBezTo>
                    <a:cubicBezTo>
                      <a:pt x="109" y="133"/>
                      <a:pt x="96" y="135"/>
                      <a:pt x="83" y="136"/>
                    </a:cubicBezTo>
                    <a:cubicBezTo>
                      <a:pt x="74" y="137"/>
                      <a:pt x="66" y="137"/>
                      <a:pt x="57" y="137"/>
                    </a:cubicBezTo>
                    <a:cubicBezTo>
                      <a:pt x="53" y="137"/>
                      <a:pt x="49" y="137"/>
                      <a:pt x="45" y="1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9" name="Google Shape;2079;p22"/>
              <p:cNvSpPr/>
              <p:nvPr/>
            </p:nvSpPr>
            <p:spPr>
              <a:xfrm>
                <a:off x="2224440" y="2587680"/>
                <a:ext cx="56160" cy="5544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54" extrusionOk="0">
                    <a:moveTo>
                      <a:pt x="138" y="152"/>
                    </a:moveTo>
                    <a:cubicBezTo>
                      <a:pt x="119" y="138"/>
                      <a:pt x="101" y="125"/>
                      <a:pt x="83" y="112"/>
                    </a:cubicBezTo>
                    <a:cubicBezTo>
                      <a:pt x="72" y="104"/>
                      <a:pt x="62" y="96"/>
                      <a:pt x="52" y="87"/>
                    </a:cubicBezTo>
                    <a:cubicBezTo>
                      <a:pt x="40" y="78"/>
                      <a:pt x="30" y="67"/>
                      <a:pt x="21" y="54"/>
                    </a:cubicBezTo>
                    <a:cubicBezTo>
                      <a:pt x="13" y="44"/>
                      <a:pt x="6" y="34"/>
                      <a:pt x="2" y="22"/>
                    </a:cubicBezTo>
                    <a:cubicBezTo>
                      <a:pt x="2" y="21"/>
                      <a:pt x="2" y="20"/>
                      <a:pt x="2" y="20"/>
                    </a:cubicBezTo>
                    <a:cubicBezTo>
                      <a:pt x="1" y="19"/>
                      <a:pt x="1" y="18"/>
                      <a:pt x="1" y="18"/>
                    </a:cubicBezTo>
                    <a:cubicBezTo>
                      <a:pt x="0" y="15"/>
                      <a:pt x="0" y="12"/>
                      <a:pt x="0" y="10"/>
                    </a:cubicBezTo>
                    <a:cubicBezTo>
                      <a:pt x="0" y="6"/>
                      <a:pt x="3" y="3"/>
                      <a:pt x="6" y="1"/>
                    </a:cubicBezTo>
                    <a:cubicBezTo>
                      <a:pt x="10" y="0"/>
                      <a:pt x="15" y="0"/>
                      <a:pt x="18" y="3"/>
                    </a:cubicBezTo>
                    <a:cubicBezTo>
                      <a:pt x="19" y="4"/>
                      <a:pt x="20" y="6"/>
                      <a:pt x="21" y="8"/>
                    </a:cubicBezTo>
                    <a:cubicBezTo>
                      <a:pt x="21" y="9"/>
                      <a:pt x="22" y="11"/>
                      <a:pt x="22" y="12"/>
                    </a:cubicBezTo>
                    <a:cubicBezTo>
                      <a:pt x="23" y="13"/>
                      <a:pt x="23" y="15"/>
                      <a:pt x="23" y="17"/>
                    </a:cubicBezTo>
                    <a:cubicBezTo>
                      <a:pt x="23" y="18"/>
                      <a:pt x="23" y="19"/>
                      <a:pt x="24" y="20"/>
                    </a:cubicBezTo>
                    <a:cubicBezTo>
                      <a:pt x="25" y="23"/>
                      <a:pt x="27" y="27"/>
                      <a:pt x="30" y="31"/>
                    </a:cubicBezTo>
                    <a:cubicBezTo>
                      <a:pt x="29" y="31"/>
                      <a:pt x="29" y="30"/>
                      <a:pt x="29" y="30"/>
                    </a:cubicBezTo>
                    <a:cubicBezTo>
                      <a:pt x="32" y="35"/>
                      <a:pt x="35" y="40"/>
                      <a:pt x="38" y="44"/>
                    </a:cubicBezTo>
                    <a:cubicBezTo>
                      <a:pt x="45" y="53"/>
                      <a:pt x="51" y="60"/>
                      <a:pt x="58" y="68"/>
                    </a:cubicBezTo>
                    <a:cubicBezTo>
                      <a:pt x="58" y="67"/>
                      <a:pt x="58" y="67"/>
                      <a:pt x="58" y="67"/>
                    </a:cubicBezTo>
                    <a:cubicBezTo>
                      <a:pt x="63" y="72"/>
                      <a:pt x="69" y="77"/>
                      <a:pt x="74" y="82"/>
                    </a:cubicBezTo>
                    <a:cubicBezTo>
                      <a:pt x="78" y="85"/>
                      <a:pt x="81" y="87"/>
                      <a:pt x="85" y="90"/>
                    </a:cubicBezTo>
                    <a:cubicBezTo>
                      <a:pt x="90" y="94"/>
                      <a:pt x="94" y="97"/>
                      <a:pt x="98" y="100"/>
                    </a:cubicBezTo>
                    <a:cubicBezTo>
                      <a:pt x="104" y="104"/>
                      <a:pt x="109" y="108"/>
                      <a:pt x="114" y="111"/>
                    </a:cubicBezTo>
                    <a:cubicBezTo>
                      <a:pt x="126" y="120"/>
                      <a:pt x="137" y="127"/>
                      <a:pt x="149" y="135"/>
                    </a:cubicBezTo>
                    <a:cubicBezTo>
                      <a:pt x="153" y="138"/>
                      <a:pt x="155" y="145"/>
                      <a:pt x="151" y="149"/>
                    </a:cubicBezTo>
                    <a:cubicBezTo>
                      <a:pt x="150" y="152"/>
                      <a:pt x="147" y="153"/>
                      <a:pt x="143" y="153"/>
                    </a:cubicBezTo>
                    <a:cubicBezTo>
                      <a:pt x="141" y="153"/>
                      <a:pt x="140" y="153"/>
                      <a:pt x="138" y="1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0" name="Google Shape;2080;p22"/>
              <p:cNvSpPr/>
              <p:nvPr/>
            </p:nvSpPr>
            <p:spPr>
              <a:xfrm>
                <a:off x="2231280" y="2596320"/>
                <a:ext cx="60120" cy="6156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171" extrusionOk="0">
                    <a:moveTo>
                      <a:pt x="7" y="169"/>
                    </a:moveTo>
                    <a:cubicBezTo>
                      <a:pt x="2" y="167"/>
                      <a:pt x="0" y="161"/>
                      <a:pt x="3" y="156"/>
                    </a:cubicBezTo>
                    <a:cubicBezTo>
                      <a:pt x="6" y="150"/>
                      <a:pt x="9" y="144"/>
                      <a:pt x="12" y="138"/>
                    </a:cubicBezTo>
                    <a:cubicBezTo>
                      <a:pt x="15" y="133"/>
                      <a:pt x="18" y="128"/>
                      <a:pt x="22" y="123"/>
                    </a:cubicBezTo>
                    <a:cubicBezTo>
                      <a:pt x="28" y="114"/>
                      <a:pt x="36" y="104"/>
                      <a:pt x="43" y="95"/>
                    </a:cubicBezTo>
                    <a:cubicBezTo>
                      <a:pt x="49" y="87"/>
                      <a:pt x="54" y="80"/>
                      <a:pt x="61" y="72"/>
                    </a:cubicBezTo>
                    <a:cubicBezTo>
                      <a:pt x="65" y="66"/>
                      <a:pt x="70" y="61"/>
                      <a:pt x="75" y="55"/>
                    </a:cubicBezTo>
                    <a:cubicBezTo>
                      <a:pt x="80" y="48"/>
                      <a:pt x="85" y="43"/>
                      <a:pt x="90" y="37"/>
                    </a:cubicBezTo>
                    <a:cubicBezTo>
                      <a:pt x="99" y="27"/>
                      <a:pt x="106" y="16"/>
                      <a:pt x="116" y="8"/>
                    </a:cubicBezTo>
                    <a:cubicBezTo>
                      <a:pt x="117" y="6"/>
                      <a:pt x="120" y="5"/>
                      <a:pt x="122" y="3"/>
                    </a:cubicBezTo>
                    <a:cubicBezTo>
                      <a:pt x="124" y="2"/>
                      <a:pt x="127" y="1"/>
                      <a:pt x="130" y="1"/>
                    </a:cubicBezTo>
                    <a:cubicBezTo>
                      <a:pt x="131" y="1"/>
                      <a:pt x="133" y="0"/>
                      <a:pt x="134" y="0"/>
                    </a:cubicBezTo>
                    <a:cubicBezTo>
                      <a:pt x="135" y="0"/>
                      <a:pt x="137" y="1"/>
                      <a:pt x="138" y="1"/>
                    </a:cubicBezTo>
                    <a:cubicBezTo>
                      <a:pt x="142" y="2"/>
                      <a:pt x="145" y="3"/>
                      <a:pt x="148" y="4"/>
                    </a:cubicBezTo>
                    <a:cubicBezTo>
                      <a:pt x="152" y="6"/>
                      <a:pt x="155" y="8"/>
                      <a:pt x="159" y="9"/>
                    </a:cubicBezTo>
                    <a:cubicBezTo>
                      <a:pt x="164" y="11"/>
                      <a:pt x="166" y="18"/>
                      <a:pt x="163" y="23"/>
                    </a:cubicBezTo>
                    <a:cubicBezTo>
                      <a:pt x="161" y="29"/>
                      <a:pt x="155" y="30"/>
                      <a:pt x="149" y="28"/>
                    </a:cubicBezTo>
                    <a:cubicBezTo>
                      <a:pt x="145" y="26"/>
                      <a:pt x="140" y="24"/>
                      <a:pt x="135" y="22"/>
                    </a:cubicBezTo>
                    <a:cubicBezTo>
                      <a:pt x="135" y="22"/>
                      <a:pt x="134" y="22"/>
                      <a:pt x="134" y="21"/>
                    </a:cubicBezTo>
                    <a:cubicBezTo>
                      <a:pt x="134" y="22"/>
                      <a:pt x="134" y="22"/>
                      <a:pt x="134" y="22"/>
                    </a:cubicBezTo>
                    <a:lnTo>
                      <a:pt x="134" y="21"/>
                    </a:lnTo>
                    <a:cubicBezTo>
                      <a:pt x="133" y="22"/>
                      <a:pt x="133" y="22"/>
                      <a:pt x="132" y="22"/>
                    </a:cubicBezTo>
                    <a:cubicBezTo>
                      <a:pt x="131" y="23"/>
                      <a:pt x="130" y="23"/>
                      <a:pt x="129" y="24"/>
                    </a:cubicBezTo>
                    <a:cubicBezTo>
                      <a:pt x="127" y="26"/>
                      <a:pt x="126" y="27"/>
                      <a:pt x="124" y="29"/>
                    </a:cubicBezTo>
                    <a:cubicBezTo>
                      <a:pt x="119" y="33"/>
                      <a:pt x="115" y="39"/>
                      <a:pt x="110" y="45"/>
                    </a:cubicBezTo>
                    <a:cubicBezTo>
                      <a:pt x="106" y="51"/>
                      <a:pt x="100" y="56"/>
                      <a:pt x="95" y="63"/>
                    </a:cubicBezTo>
                    <a:cubicBezTo>
                      <a:pt x="84" y="76"/>
                      <a:pt x="73" y="90"/>
                      <a:pt x="62" y="104"/>
                    </a:cubicBezTo>
                    <a:cubicBezTo>
                      <a:pt x="61" y="104"/>
                      <a:pt x="61" y="104"/>
                      <a:pt x="61" y="105"/>
                    </a:cubicBezTo>
                    <a:cubicBezTo>
                      <a:pt x="61" y="105"/>
                      <a:pt x="60" y="106"/>
                      <a:pt x="60" y="107"/>
                    </a:cubicBezTo>
                    <a:cubicBezTo>
                      <a:pt x="59" y="107"/>
                      <a:pt x="59" y="108"/>
                      <a:pt x="59" y="108"/>
                    </a:cubicBezTo>
                    <a:cubicBezTo>
                      <a:pt x="58" y="108"/>
                      <a:pt x="57" y="109"/>
                      <a:pt x="57" y="110"/>
                    </a:cubicBezTo>
                    <a:cubicBezTo>
                      <a:pt x="54" y="114"/>
                      <a:pt x="52" y="117"/>
                      <a:pt x="49" y="121"/>
                    </a:cubicBezTo>
                    <a:cubicBezTo>
                      <a:pt x="47" y="122"/>
                      <a:pt x="46" y="124"/>
                      <a:pt x="45" y="126"/>
                    </a:cubicBezTo>
                    <a:cubicBezTo>
                      <a:pt x="44" y="126"/>
                      <a:pt x="44" y="127"/>
                      <a:pt x="43" y="128"/>
                    </a:cubicBezTo>
                    <a:lnTo>
                      <a:pt x="44" y="127"/>
                    </a:lnTo>
                    <a:cubicBezTo>
                      <a:pt x="43" y="128"/>
                      <a:pt x="43" y="128"/>
                      <a:pt x="43" y="128"/>
                    </a:cubicBezTo>
                    <a:cubicBezTo>
                      <a:pt x="43" y="129"/>
                      <a:pt x="42" y="129"/>
                      <a:pt x="42" y="129"/>
                    </a:cubicBezTo>
                    <a:lnTo>
                      <a:pt x="43" y="129"/>
                    </a:lnTo>
                    <a:cubicBezTo>
                      <a:pt x="42" y="129"/>
                      <a:pt x="42" y="129"/>
                      <a:pt x="42" y="129"/>
                    </a:cubicBezTo>
                    <a:cubicBezTo>
                      <a:pt x="39" y="133"/>
                      <a:pt x="36" y="138"/>
                      <a:pt x="33" y="142"/>
                    </a:cubicBezTo>
                    <a:cubicBezTo>
                      <a:pt x="31" y="146"/>
                      <a:pt x="28" y="150"/>
                      <a:pt x="25" y="154"/>
                    </a:cubicBezTo>
                    <a:cubicBezTo>
                      <a:pt x="24" y="156"/>
                      <a:pt x="23" y="158"/>
                      <a:pt x="22" y="160"/>
                    </a:cubicBezTo>
                    <a:cubicBezTo>
                      <a:pt x="21" y="161"/>
                      <a:pt x="21" y="163"/>
                      <a:pt x="19" y="164"/>
                    </a:cubicBezTo>
                    <a:cubicBezTo>
                      <a:pt x="18" y="168"/>
                      <a:pt x="14" y="170"/>
                      <a:pt x="11" y="170"/>
                    </a:cubicBezTo>
                    <a:cubicBezTo>
                      <a:pt x="10" y="170"/>
                      <a:pt x="8" y="170"/>
                      <a:pt x="7" y="16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1" name="Google Shape;2081;p22"/>
              <p:cNvSpPr/>
              <p:nvPr/>
            </p:nvSpPr>
            <p:spPr>
              <a:xfrm>
                <a:off x="1954080" y="2389680"/>
                <a:ext cx="44640" cy="10116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281" extrusionOk="0">
                    <a:moveTo>
                      <a:pt x="38" y="275"/>
                    </a:moveTo>
                    <a:cubicBezTo>
                      <a:pt x="32" y="271"/>
                      <a:pt x="28" y="266"/>
                      <a:pt x="24" y="261"/>
                    </a:cubicBezTo>
                    <a:cubicBezTo>
                      <a:pt x="20" y="255"/>
                      <a:pt x="18" y="247"/>
                      <a:pt x="18" y="240"/>
                    </a:cubicBezTo>
                    <a:cubicBezTo>
                      <a:pt x="18" y="232"/>
                      <a:pt x="20" y="224"/>
                      <a:pt x="24" y="217"/>
                    </a:cubicBezTo>
                    <a:cubicBezTo>
                      <a:pt x="28" y="211"/>
                      <a:pt x="33" y="205"/>
                      <a:pt x="38" y="199"/>
                    </a:cubicBezTo>
                    <a:cubicBezTo>
                      <a:pt x="42" y="195"/>
                      <a:pt x="48" y="195"/>
                      <a:pt x="52" y="198"/>
                    </a:cubicBezTo>
                    <a:cubicBezTo>
                      <a:pt x="56" y="202"/>
                      <a:pt x="56" y="208"/>
                      <a:pt x="53" y="212"/>
                    </a:cubicBezTo>
                    <a:cubicBezTo>
                      <a:pt x="51" y="215"/>
                      <a:pt x="48" y="217"/>
                      <a:pt x="46" y="220"/>
                    </a:cubicBezTo>
                    <a:lnTo>
                      <a:pt x="47" y="219"/>
                    </a:lnTo>
                    <a:cubicBezTo>
                      <a:pt x="45" y="221"/>
                      <a:pt x="44" y="223"/>
                      <a:pt x="43" y="225"/>
                    </a:cubicBezTo>
                    <a:cubicBezTo>
                      <a:pt x="42" y="227"/>
                      <a:pt x="41" y="228"/>
                      <a:pt x="41" y="229"/>
                    </a:cubicBezTo>
                    <a:cubicBezTo>
                      <a:pt x="40" y="230"/>
                      <a:pt x="40" y="231"/>
                      <a:pt x="39" y="233"/>
                    </a:cubicBezTo>
                    <a:cubicBezTo>
                      <a:pt x="39" y="234"/>
                      <a:pt x="39" y="236"/>
                      <a:pt x="39" y="237"/>
                    </a:cubicBezTo>
                    <a:cubicBezTo>
                      <a:pt x="39" y="238"/>
                      <a:pt x="39" y="238"/>
                      <a:pt x="39" y="240"/>
                    </a:cubicBezTo>
                    <a:cubicBezTo>
                      <a:pt x="39" y="241"/>
                      <a:pt x="39" y="241"/>
                      <a:pt x="39" y="242"/>
                    </a:cubicBezTo>
                    <a:cubicBezTo>
                      <a:pt x="39" y="244"/>
                      <a:pt x="39" y="245"/>
                      <a:pt x="39" y="246"/>
                    </a:cubicBezTo>
                    <a:cubicBezTo>
                      <a:pt x="40" y="247"/>
                      <a:pt x="40" y="247"/>
                      <a:pt x="41" y="248"/>
                    </a:cubicBezTo>
                    <a:lnTo>
                      <a:pt x="40" y="248"/>
                    </a:lnTo>
                    <a:cubicBezTo>
                      <a:pt x="41" y="248"/>
                      <a:pt x="41" y="248"/>
                      <a:pt x="41" y="249"/>
                    </a:cubicBezTo>
                    <a:cubicBezTo>
                      <a:pt x="41" y="250"/>
                      <a:pt x="42" y="251"/>
                      <a:pt x="43" y="252"/>
                    </a:cubicBezTo>
                    <a:cubicBezTo>
                      <a:pt x="43" y="252"/>
                      <a:pt x="44" y="252"/>
                      <a:pt x="44" y="253"/>
                    </a:cubicBezTo>
                    <a:cubicBezTo>
                      <a:pt x="45" y="254"/>
                      <a:pt x="45" y="254"/>
                      <a:pt x="46" y="255"/>
                    </a:cubicBezTo>
                    <a:cubicBezTo>
                      <a:pt x="47" y="256"/>
                      <a:pt x="48" y="256"/>
                      <a:pt x="49" y="257"/>
                    </a:cubicBezTo>
                    <a:cubicBezTo>
                      <a:pt x="50" y="258"/>
                      <a:pt x="51" y="258"/>
                      <a:pt x="52" y="258"/>
                    </a:cubicBezTo>
                    <a:cubicBezTo>
                      <a:pt x="53" y="259"/>
                      <a:pt x="54" y="259"/>
                      <a:pt x="55" y="259"/>
                    </a:cubicBezTo>
                    <a:cubicBezTo>
                      <a:pt x="56" y="259"/>
                      <a:pt x="57" y="260"/>
                      <a:pt x="58" y="260"/>
                    </a:cubicBezTo>
                    <a:cubicBezTo>
                      <a:pt x="59" y="260"/>
                      <a:pt x="60" y="260"/>
                      <a:pt x="62" y="260"/>
                    </a:cubicBezTo>
                    <a:cubicBezTo>
                      <a:pt x="62" y="260"/>
                      <a:pt x="63" y="260"/>
                      <a:pt x="64" y="260"/>
                    </a:cubicBezTo>
                    <a:cubicBezTo>
                      <a:pt x="65" y="260"/>
                      <a:pt x="65" y="260"/>
                      <a:pt x="66" y="259"/>
                    </a:cubicBezTo>
                    <a:lnTo>
                      <a:pt x="67" y="259"/>
                    </a:lnTo>
                    <a:cubicBezTo>
                      <a:pt x="68" y="259"/>
                      <a:pt x="69" y="258"/>
                      <a:pt x="70" y="258"/>
                    </a:cubicBezTo>
                    <a:lnTo>
                      <a:pt x="69" y="258"/>
                    </a:lnTo>
                    <a:cubicBezTo>
                      <a:pt x="70" y="258"/>
                      <a:pt x="70" y="258"/>
                      <a:pt x="70" y="258"/>
                    </a:cubicBezTo>
                    <a:cubicBezTo>
                      <a:pt x="70" y="257"/>
                      <a:pt x="71" y="257"/>
                      <a:pt x="71" y="256"/>
                    </a:cubicBezTo>
                    <a:cubicBezTo>
                      <a:pt x="72" y="256"/>
                      <a:pt x="72" y="256"/>
                      <a:pt x="73" y="255"/>
                    </a:cubicBezTo>
                    <a:lnTo>
                      <a:pt x="73" y="254"/>
                    </a:lnTo>
                    <a:cubicBezTo>
                      <a:pt x="73" y="254"/>
                      <a:pt x="74" y="253"/>
                      <a:pt x="74" y="252"/>
                    </a:cubicBezTo>
                    <a:lnTo>
                      <a:pt x="74" y="251"/>
                    </a:lnTo>
                    <a:cubicBezTo>
                      <a:pt x="76" y="244"/>
                      <a:pt x="77" y="237"/>
                      <a:pt x="78" y="230"/>
                    </a:cubicBezTo>
                    <a:cubicBezTo>
                      <a:pt x="80" y="208"/>
                      <a:pt x="81" y="186"/>
                      <a:pt x="83" y="164"/>
                    </a:cubicBezTo>
                    <a:cubicBezTo>
                      <a:pt x="84" y="143"/>
                      <a:pt x="85" y="122"/>
                      <a:pt x="88" y="102"/>
                    </a:cubicBezTo>
                    <a:cubicBezTo>
                      <a:pt x="89" y="96"/>
                      <a:pt x="90" y="90"/>
                      <a:pt x="91" y="83"/>
                    </a:cubicBezTo>
                    <a:cubicBezTo>
                      <a:pt x="91" y="82"/>
                      <a:pt x="92" y="80"/>
                      <a:pt x="92" y="78"/>
                    </a:cubicBezTo>
                    <a:cubicBezTo>
                      <a:pt x="81" y="92"/>
                      <a:pt x="68" y="104"/>
                      <a:pt x="53" y="114"/>
                    </a:cubicBezTo>
                    <a:cubicBezTo>
                      <a:pt x="42" y="121"/>
                      <a:pt x="28" y="127"/>
                      <a:pt x="16" y="121"/>
                    </a:cubicBezTo>
                    <a:cubicBezTo>
                      <a:pt x="13" y="120"/>
                      <a:pt x="10" y="118"/>
                      <a:pt x="9" y="117"/>
                    </a:cubicBezTo>
                    <a:cubicBezTo>
                      <a:pt x="7" y="114"/>
                      <a:pt x="5" y="112"/>
                      <a:pt x="4" y="109"/>
                    </a:cubicBezTo>
                    <a:cubicBezTo>
                      <a:pt x="2" y="107"/>
                      <a:pt x="2" y="103"/>
                      <a:pt x="1" y="100"/>
                    </a:cubicBezTo>
                    <a:cubicBezTo>
                      <a:pt x="0" y="97"/>
                      <a:pt x="0" y="93"/>
                      <a:pt x="0" y="89"/>
                    </a:cubicBezTo>
                    <a:cubicBezTo>
                      <a:pt x="0" y="82"/>
                      <a:pt x="1" y="74"/>
                      <a:pt x="1" y="67"/>
                    </a:cubicBezTo>
                    <a:cubicBezTo>
                      <a:pt x="2" y="64"/>
                      <a:pt x="2" y="62"/>
                      <a:pt x="2" y="60"/>
                    </a:cubicBezTo>
                    <a:cubicBezTo>
                      <a:pt x="3" y="57"/>
                      <a:pt x="3" y="54"/>
                      <a:pt x="3" y="50"/>
                    </a:cubicBezTo>
                    <a:cubicBezTo>
                      <a:pt x="4" y="46"/>
                      <a:pt x="5" y="42"/>
                      <a:pt x="6" y="38"/>
                    </a:cubicBezTo>
                    <a:cubicBezTo>
                      <a:pt x="7" y="30"/>
                      <a:pt x="9" y="23"/>
                      <a:pt x="11" y="16"/>
                    </a:cubicBezTo>
                    <a:cubicBezTo>
                      <a:pt x="14" y="9"/>
                      <a:pt x="18" y="0"/>
                      <a:pt x="28" y="1"/>
                    </a:cubicBezTo>
                    <a:cubicBezTo>
                      <a:pt x="32" y="2"/>
                      <a:pt x="35" y="4"/>
                      <a:pt x="37" y="8"/>
                    </a:cubicBezTo>
                    <a:cubicBezTo>
                      <a:pt x="38" y="9"/>
                      <a:pt x="39" y="11"/>
                      <a:pt x="39" y="12"/>
                    </a:cubicBezTo>
                    <a:cubicBezTo>
                      <a:pt x="43" y="16"/>
                      <a:pt x="42" y="23"/>
                      <a:pt x="37" y="26"/>
                    </a:cubicBezTo>
                    <a:cubicBezTo>
                      <a:pt x="35" y="27"/>
                      <a:pt x="32" y="28"/>
                      <a:pt x="30" y="28"/>
                    </a:cubicBezTo>
                    <a:cubicBezTo>
                      <a:pt x="29" y="29"/>
                      <a:pt x="28" y="31"/>
                      <a:pt x="28" y="32"/>
                    </a:cubicBezTo>
                    <a:cubicBezTo>
                      <a:pt x="26" y="39"/>
                      <a:pt x="25" y="47"/>
                      <a:pt x="23" y="54"/>
                    </a:cubicBezTo>
                    <a:cubicBezTo>
                      <a:pt x="23" y="56"/>
                      <a:pt x="23" y="58"/>
                      <a:pt x="22" y="60"/>
                    </a:cubicBezTo>
                    <a:cubicBezTo>
                      <a:pt x="21" y="63"/>
                      <a:pt x="21" y="65"/>
                      <a:pt x="21" y="68"/>
                    </a:cubicBezTo>
                    <a:cubicBezTo>
                      <a:pt x="20" y="74"/>
                      <a:pt x="20" y="80"/>
                      <a:pt x="20" y="86"/>
                    </a:cubicBezTo>
                    <a:cubicBezTo>
                      <a:pt x="20" y="89"/>
                      <a:pt x="20" y="92"/>
                      <a:pt x="20" y="95"/>
                    </a:cubicBezTo>
                    <a:cubicBezTo>
                      <a:pt x="21" y="97"/>
                      <a:pt x="21" y="98"/>
                      <a:pt x="21" y="99"/>
                    </a:cubicBezTo>
                    <a:cubicBezTo>
                      <a:pt x="21" y="100"/>
                      <a:pt x="21" y="100"/>
                      <a:pt x="21" y="100"/>
                    </a:cubicBezTo>
                    <a:lnTo>
                      <a:pt x="21" y="99"/>
                    </a:lnTo>
                    <a:cubicBezTo>
                      <a:pt x="21" y="100"/>
                      <a:pt x="21" y="100"/>
                      <a:pt x="22" y="101"/>
                    </a:cubicBezTo>
                    <a:cubicBezTo>
                      <a:pt x="22" y="101"/>
                      <a:pt x="23" y="101"/>
                      <a:pt x="23" y="102"/>
                    </a:cubicBezTo>
                    <a:lnTo>
                      <a:pt x="23" y="103"/>
                    </a:lnTo>
                    <a:lnTo>
                      <a:pt x="24" y="103"/>
                    </a:lnTo>
                    <a:cubicBezTo>
                      <a:pt x="25" y="103"/>
                      <a:pt x="25" y="103"/>
                      <a:pt x="25" y="103"/>
                    </a:cubicBezTo>
                    <a:cubicBezTo>
                      <a:pt x="26" y="103"/>
                      <a:pt x="26" y="103"/>
                      <a:pt x="27" y="103"/>
                    </a:cubicBezTo>
                    <a:cubicBezTo>
                      <a:pt x="26" y="103"/>
                      <a:pt x="26" y="103"/>
                      <a:pt x="26" y="103"/>
                    </a:cubicBezTo>
                    <a:cubicBezTo>
                      <a:pt x="25" y="103"/>
                      <a:pt x="25" y="103"/>
                      <a:pt x="25" y="103"/>
                    </a:cubicBezTo>
                    <a:lnTo>
                      <a:pt x="26" y="103"/>
                    </a:lnTo>
                    <a:lnTo>
                      <a:pt x="27" y="103"/>
                    </a:lnTo>
                    <a:cubicBezTo>
                      <a:pt x="26" y="103"/>
                      <a:pt x="26" y="103"/>
                      <a:pt x="26" y="103"/>
                    </a:cubicBezTo>
                    <a:cubicBezTo>
                      <a:pt x="27" y="103"/>
                      <a:pt x="27" y="103"/>
                      <a:pt x="28" y="103"/>
                    </a:cubicBezTo>
                    <a:cubicBezTo>
                      <a:pt x="28" y="103"/>
                      <a:pt x="29" y="103"/>
                      <a:pt x="30" y="103"/>
                    </a:cubicBezTo>
                    <a:cubicBezTo>
                      <a:pt x="32" y="102"/>
                      <a:pt x="34" y="101"/>
                      <a:pt x="36" y="101"/>
                    </a:cubicBezTo>
                    <a:cubicBezTo>
                      <a:pt x="38" y="100"/>
                      <a:pt x="39" y="99"/>
                      <a:pt x="41" y="98"/>
                    </a:cubicBezTo>
                    <a:cubicBezTo>
                      <a:pt x="45" y="96"/>
                      <a:pt x="48" y="94"/>
                      <a:pt x="51" y="92"/>
                    </a:cubicBezTo>
                    <a:cubicBezTo>
                      <a:pt x="56" y="88"/>
                      <a:pt x="60" y="83"/>
                      <a:pt x="65" y="79"/>
                    </a:cubicBezTo>
                    <a:lnTo>
                      <a:pt x="65" y="80"/>
                    </a:lnTo>
                    <a:cubicBezTo>
                      <a:pt x="65" y="79"/>
                      <a:pt x="65" y="79"/>
                      <a:pt x="65" y="79"/>
                    </a:cubicBezTo>
                    <a:lnTo>
                      <a:pt x="66" y="79"/>
                    </a:lnTo>
                    <a:lnTo>
                      <a:pt x="65" y="79"/>
                    </a:lnTo>
                    <a:cubicBezTo>
                      <a:pt x="71" y="74"/>
                      <a:pt x="76" y="68"/>
                      <a:pt x="80" y="62"/>
                    </a:cubicBezTo>
                    <a:cubicBezTo>
                      <a:pt x="86" y="55"/>
                      <a:pt x="91" y="47"/>
                      <a:pt x="96" y="39"/>
                    </a:cubicBezTo>
                    <a:cubicBezTo>
                      <a:pt x="99" y="33"/>
                      <a:pt x="102" y="28"/>
                      <a:pt x="104" y="23"/>
                    </a:cubicBezTo>
                    <a:cubicBezTo>
                      <a:pt x="106" y="19"/>
                      <a:pt x="111" y="17"/>
                      <a:pt x="115" y="18"/>
                    </a:cubicBezTo>
                    <a:cubicBezTo>
                      <a:pt x="119" y="19"/>
                      <a:pt x="123" y="22"/>
                      <a:pt x="123" y="27"/>
                    </a:cubicBezTo>
                    <a:cubicBezTo>
                      <a:pt x="123" y="29"/>
                      <a:pt x="123" y="32"/>
                      <a:pt x="123" y="34"/>
                    </a:cubicBezTo>
                    <a:cubicBezTo>
                      <a:pt x="122" y="37"/>
                      <a:pt x="122" y="40"/>
                      <a:pt x="120" y="43"/>
                    </a:cubicBezTo>
                    <a:cubicBezTo>
                      <a:pt x="120" y="43"/>
                      <a:pt x="121" y="43"/>
                      <a:pt x="121" y="42"/>
                    </a:cubicBezTo>
                    <a:cubicBezTo>
                      <a:pt x="117" y="54"/>
                      <a:pt x="115" y="67"/>
                      <a:pt x="112" y="79"/>
                    </a:cubicBezTo>
                    <a:cubicBezTo>
                      <a:pt x="109" y="90"/>
                      <a:pt x="108" y="101"/>
                      <a:pt x="106" y="113"/>
                    </a:cubicBezTo>
                    <a:cubicBezTo>
                      <a:pt x="105" y="122"/>
                      <a:pt x="104" y="132"/>
                      <a:pt x="102" y="142"/>
                    </a:cubicBezTo>
                    <a:cubicBezTo>
                      <a:pt x="102" y="155"/>
                      <a:pt x="101" y="166"/>
                      <a:pt x="101" y="178"/>
                    </a:cubicBezTo>
                    <a:cubicBezTo>
                      <a:pt x="99" y="200"/>
                      <a:pt x="98" y="221"/>
                      <a:pt x="96" y="242"/>
                    </a:cubicBezTo>
                    <a:cubicBezTo>
                      <a:pt x="95" y="249"/>
                      <a:pt x="94" y="255"/>
                      <a:pt x="92" y="261"/>
                    </a:cubicBezTo>
                    <a:cubicBezTo>
                      <a:pt x="89" y="268"/>
                      <a:pt x="85" y="273"/>
                      <a:pt x="79" y="276"/>
                    </a:cubicBezTo>
                    <a:cubicBezTo>
                      <a:pt x="73" y="279"/>
                      <a:pt x="67" y="280"/>
                      <a:pt x="61" y="280"/>
                    </a:cubicBezTo>
                    <a:cubicBezTo>
                      <a:pt x="53" y="280"/>
                      <a:pt x="45" y="279"/>
                      <a:pt x="38" y="27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2" name="Google Shape;2082;p22"/>
              <p:cNvSpPr/>
              <p:nvPr/>
            </p:nvSpPr>
            <p:spPr>
              <a:xfrm>
                <a:off x="2021400" y="2410560"/>
                <a:ext cx="2448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68" h="25" extrusionOk="0">
                    <a:moveTo>
                      <a:pt x="13" y="23"/>
                    </a:moveTo>
                    <a:cubicBezTo>
                      <a:pt x="9" y="21"/>
                      <a:pt x="4" y="20"/>
                      <a:pt x="2" y="15"/>
                    </a:cubicBezTo>
                    <a:cubicBezTo>
                      <a:pt x="1" y="11"/>
                      <a:pt x="0" y="9"/>
                      <a:pt x="2" y="6"/>
                    </a:cubicBezTo>
                    <a:cubicBezTo>
                      <a:pt x="4" y="2"/>
                      <a:pt x="7" y="0"/>
                      <a:pt x="11" y="0"/>
                    </a:cubicBezTo>
                    <a:cubicBezTo>
                      <a:pt x="16" y="0"/>
                      <a:pt x="21" y="0"/>
                      <a:pt x="26" y="0"/>
                    </a:cubicBezTo>
                    <a:cubicBezTo>
                      <a:pt x="29" y="1"/>
                      <a:pt x="32" y="1"/>
                      <a:pt x="35" y="1"/>
                    </a:cubicBezTo>
                    <a:cubicBezTo>
                      <a:pt x="42" y="2"/>
                      <a:pt x="50" y="2"/>
                      <a:pt x="58" y="2"/>
                    </a:cubicBezTo>
                    <a:cubicBezTo>
                      <a:pt x="63" y="2"/>
                      <a:pt x="67" y="7"/>
                      <a:pt x="67" y="13"/>
                    </a:cubicBezTo>
                    <a:cubicBezTo>
                      <a:pt x="67" y="18"/>
                      <a:pt x="62" y="23"/>
                      <a:pt x="56" y="23"/>
                    </a:cubicBezTo>
                    <a:cubicBezTo>
                      <a:pt x="49" y="22"/>
                      <a:pt x="42" y="22"/>
                      <a:pt x="35" y="21"/>
                    </a:cubicBezTo>
                    <a:cubicBezTo>
                      <a:pt x="32" y="21"/>
                      <a:pt x="29" y="21"/>
                      <a:pt x="25" y="21"/>
                    </a:cubicBezTo>
                    <a:cubicBezTo>
                      <a:pt x="23" y="23"/>
                      <a:pt x="21" y="24"/>
                      <a:pt x="18" y="24"/>
                    </a:cubicBezTo>
                    <a:cubicBezTo>
                      <a:pt x="16" y="24"/>
                      <a:pt x="15" y="24"/>
                      <a:pt x="13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3" name="Google Shape;2083;p22"/>
              <p:cNvSpPr/>
              <p:nvPr/>
            </p:nvSpPr>
            <p:spPr>
              <a:xfrm>
                <a:off x="2016360" y="2422080"/>
                <a:ext cx="5184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144" h="33" extrusionOk="0">
                    <a:moveTo>
                      <a:pt x="10" y="29"/>
                    </a:moveTo>
                    <a:cubicBezTo>
                      <a:pt x="6" y="27"/>
                      <a:pt x="2" y="24"/>
                      <a:pt x="0" y="19"/>
                    </a:cubicBezTo>
                    <a:cubicBezTo>
                      <a:pt x="0" y="17"/>
                      <a:pt x="0" y="13"/>
                      <a:pt x="2" y="11"/>
                    </a:cubicBezTo>
                    <a:cubicBezTo>
                      <a:pt x="2" y="9"/>
                      <a:pt x="4" y="7"/>
                      <a:pt x="6" y="6"/>
                    </a:cubicBezTo>
                    <a:cubicBezTo>
                      <a:pt x="10" y="3"/>
                      <a:pt x="17" y="5"/>
                      <a:pt x="21" y="9"/>
                    </a:cubicBezTo>
                    <a:cubicBezTo>
                      <a:pt x="21" y="10"/>
                      <a:pt x="21" y="10"/>
                      <a:pt x="21" y="11"/>
                    </a:cubicBezTo>
                    <a:cubicBezTo>
                      <a:pt x="22" y="11"/>
                      <a:pt x="23" y="11"/>
                      <a:pt x="23" y="11"/>
                    </a:cubicBezTo>
                    <a:cubicBezTo>
                      <a:pt x="25" y="11"/>
                      <a:pt x="27" y="11"/>
                      <a:pt x="29" y="11"/>
                    </a:cubicBezTo>
                    <a:cubicBezTo>
                      <a:pt x="39" y="11"/>
                      <a:pt x="49" y="10"/>
                      <a:pt x="59" y="9"/>
                    </a:cubicBezTo>
                    <a:cubicBezTo>
                      <a:pt x="65" y="9"/>
                      <a:pt x="70" y="8"/>
                      <a:pt x="76" y="7"/>
                    </a:cubicBezTo>
                    <a:cubicBezTo>
                      <a:pt x="84" y="6"/>
                      <a:pt x="91" y="5"/>
                      <a:pt x="99" y="5"/>
                    </a:cubicBezTo>
                    <a:cubicBezTo>
                      <a:pt x="110" y="3"/>
                      <a:pt x="121" y="2"/>
                      <a:pt x="132" y="0"/>
                    </a:cubicBezTo>
                    <a:cubicBezTo>
                      <a:pt x="136" y="0"/>
                      <a:pt x="140" y="3"/>
                      <a:pt x="141" y="7"/>
                    </a:cubicBezTo>
                    <a:cubicBezTo>
                      <a:pt x="143" y="12"/>
                      <a:pt x="139" y="17"/>
                      <a:pt x="134" y="18"/>
                    </a:cubicBezTo>
                    <a:cubicBezTo>
                      <a:pt x="123" y="20"/>
                      <a:pt x="113" y="21"/>
                      <a:pt x="102" y="23"/>
                    </a:cubicBezTo>
                    <a:cubicBezTo>
                      <a:pt x="95" y="24"/>
                      <a:pt x="87" y="25"/>
                      <a:pt x="79" y="27"/>
                    </a:cubicBezTo>
                    <a:lnTo>
                      <a:pt x="80" y="26"/>
                    </a:lnTo>
                    <a:cubicBezTo>
                      <a:pt x="70" y="28"/>
                      <a:pt x="60" y="29"/>
                      <a:pt x="49" y="30"/>
                    </a:cubicBezTo>
                    <a:cubicBezTo>
                      <a:pt x="42" y="31"/>
                      <a:pt x="35" y="32"/>
                      <a:pt x="28" y="32"/>
                    </a:cubicBezTo>
                    <a:lnTo>
                      <a:pt x="27" y="32"/>
                    </a:lnTo>
                    <a:cubicBezTo>
                      <a:pt x="21" y="32"/>
                      <a:pt x="16" y="31"/>
                      <a:pt x="10" y="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4" name="Google Shape;2084;p22"/>
              <p:cNvSpPr/>
              <p:nvPr/>
            </p:nvSpPr>
            <p:spPr>
              <a:xfrm>
                <a:off x="2073240" y="2391120"/>
                <a:ext cx="93960" cy="57960"/>
              </a:xfrm>
              <a:custGeom>
                <a:avLst/>
                <a:gdLst/>
                <a:ahLst/>
                <a:cxnLst/>
                <a:rect l="l" t="t" r="r" b="b"/>
                <a:pathLst>
                  <a:path w="261" h="161" extrusionOk="0">
                    <a:moveTo>
                      <a:pt x="171" y="134"/>
                    </a:moveTo>
                    <a:cubicBezTo>
                      <a:pt x="172" y="134"/>
                      <a:pt x="174" y="134"/>
                      <a:pt x="176" y="133"/>
                    </a:cubicBezTo>
                    <a:cubicBezTo>
                      <a:pt x="178" y="133"/>
                      <a:pt x="181" y="133"/>
                      <a:pt x="183" y="132"/>
                    </a:cubicBezTo>
                    <a:cubicBezTo>
                      <a:pt x="186" y="131"/>
                      <a:pt x="189" y="130"/>
                      <a:pt x="192" y="129"/>
                    </a:cubicBezTo>
                    <a:cubicBezTo>
                      <a:pt x="196" y="127"/>
                      <a:pt x="200" y="125"/>
                      <a:pt x="204" y="123"/>
                    </a:cubicBezTo>
                    <a:cubicBezTo>
                      <a:pt x="207" y="121"/>
                      <a:pt x="211" y="119"/>
                      <a:pt x="214" y="117"/>
                    </a:cubicBezTo>
                    <a:cubicBezTo>
                      <a:pt x="217" y="114"/>
                      <a:pt x="220" y="111"/>
                      <a:pt x="224" y="108"/>
                    </a:cubicBezTo>
                    <a:cubicBezTo>
                      <a:pt x="226" y="105"/>
                      <a:pt x="229" y="102"/>
                      <a:pt x="231" y="99"/>
                    </a:cubicBezTo>
                    <a:cubicBezTo>
                      <a:pt x="232" y="97"/>
                      <a:pt x="234" y="95"/>
                      <a:pt x="235" y="94"/>
                    </a:cubicBezTo>
                    <a:cubicBezTo>
                      <a:pt x="236" y="92"/>
                      <a:pt x="236" y="91"/>
                      <a:pt x="237" y="90"/>
                    </a:cubicBezTo>
                    <a:cubicBezTo>
                      <a:pt x="237" y="88"/>
                      <a:pt x="237" y="87"/>
                      <a:pt x="238" y="86"/>
                    </a:cubicBezTo>
                    <a:cubicBezTo>
                      <a:pt x="238" y="85"/>
                      <a:pt x="239" y="84"/>
                      <a:pt x="239" y="82"/>
                    </a:cubicBezTo>
                    <a:cubicBezTo>
                      <a:pt x="239" y="81"/>
                      <a:pt x="239" y="80"/>
                      <a:pt x="239" y="78"/>
                    </a:cubicBezTo>
                    <a:cubicBezTo>
                      <a:pt x="239" y="76"/>
                      <a:pt x="239" y="74"/>
                      <a:pt x="239" y="73"/>
                    </a:cubicBezTo>
                    <a:cubicBezTo>
                      <a:pt x="239" y="71"/>
                      <a:pt x="238" y="70"/>
                      <a:pt x="237" y="68"/>
                    </a:cubicBezTo>
                    <a:cubicBezTo>
                      <a:pt x="237" y="66"/>
                      <a:pt x="236" y="64"/>
                      <a:pt x="236" y="62"/>
                    </a:cubicBezTo>
                    <a:cubicBezTo>
                      <a:pt x="235" y="60"/>
                      <a:pt x="233" y="57"/>
                      <a:pt x="232" y="56"/>
                    </a:cubicBezTo>
                    <a:cubicBezTo>
                      <a:pt x="231" y="53"/>
                      <a:pt x="230" y="52"/>
                      <a:pt x="228" y="49"/>
                    </a:cubicBezTo>
                    <a:cubicBezTo>
                      <a:pt x="228" y="50"/>
                      <a:pt x="229" y="50"/>
                      <a:pt x="229" y="50"/>
                    </a:cubicBezTo>
                    <a:cubicBezTo>
                      <a:pt x="228" y="50"/>
                      <a:pt x="228" y="49"/>
                      <a:pt x="228" y="49"/>
                    </a:cubicBezTo>
                    <a:cubicBezTo>
                      <a:pt x="226" y="47"/>
                      <a:pt x="225" y="45"/>
                      <a:pt x="223" y="43"/>
                    </a:cubicBezTo>
                    <a:cubicBezTo>
                      <a:pt x="219" y="40"/>
                      <a:pt x="217" y="37"/>
                      <a:pt x="213" y="35"/>
                    </a:cubicBezTo>
                    <a:cubicBezTo>
                      <a:pt x="210" y="32"/>
                      <a:pt x="207" y="30"/>
                      <a:pt x="204" y="28"/>
                    </a:cubicBezTo>
                    <a:cubicBezTo>
                      <a:pt x="200" y="27"/>
                      <a:pt x="197" y="25"/>
                      <a:pt x="194" y="23"/>
                    </a:cubicBezTo>
                    <a:cubicBezTo>
                      <a:pt x="193" y="22"/>
                      <a:pt x="191" y="22"/>
                      <a:pt x="190" y="22"/>
                    </a:cubicBezTo>
                    <a:cubicBezTo>
                      <a:pt x="189" y="21"/>
                      <a:pt x="187" y="21"/>
                      <a:pt x="186" y="21"/>
                    </a:cubicBezTo>
                    <a:cubicBezTo>
                      <a:pt x="185" y="21"/>
                      <a:pt x="184" y="21"/>
                      <a:pt x="183" y="21"/>
                    </a:cubicBezTo>
                    <a:cubicBezTo>
                      <a:pt x="182" y="21"/>
                      <a:pt x="180" y="21"/>
                      <a:pt x="179" y="21"/>
                    </a:cubicBezTo>
                    <a:cubicBezTo>
                      <a:pt x="177" y="21"/>
                      <a:pt x="177" y="21"/>
                      <a:pt x="176" y="21"/>
                    </a:cubicBezTo>
                    <a:lnTo>
                      <a:pt x="177" y="21"/>
                    </a:lnTo>
                    <a:cubicBezTo>
                      <a:pt x="176" y="21"/>
                      <a:pt x="175" y="22"/>
                      <a:pt x="175" y="22"/>
                    </a:cubicBezTo>
                    <a:cubicBezTo>
                      <a:pt x="173" y="22"/>
                      <a:pt x="173" y="23"/>
                      <a:pt x="172" y="23"/>
                    </a:cubicBezTo>
                    <a:cubicBezTo>
                      <a:pt x="170" y="24"/>
                      <a:pt x="169" y="25"/>
                      <a:pt x="168" y="26"/>
                    </a:cubicBezTo>
                    <a:cubicBezTo>
                      <a:pt x="167" y="27"/>
                      <a:pt x="166" y="28"/>
                      <a:pt x="165" y="28"/>
                    </a:cubicBezTo>
                    <a:cubicBezTo>
                      <a:pt x="165" y="29"/>
                      <a:pt x="163" y="30"/>
                      <a:pt x="163" y="31"/>
                    </a:cubicBezTo>
                    <a:cubicBezTo>
                      <a:pt x="162" y="32"/>
                      <a:pt x="162" y="33"/>
                      <a:pt x="161" y="34"/>
                    </a:cubicBezTo>
                    <a:cubicBezTo>
                      <a:pt x="160" y="35"/>
                      <a:pt x="159" y="37"/>
                      <a:pt x="159" y="38"/>
                    </a:cubicBezTo>
                    <a:cubicBezTo>
                      <a:pt x="158" y="40"/>
                      <a:pt x="158" y="41"/>
                      <a:pt x="157" y="43"/>
                    </a:cubicBezTo>
                    <a:cubicBezTo>
                      <a:pt x="155" y="50"/>
                      <a:pt x="154" y="58"/>
                      <a:pt x="152" y="66"/>
                    </a:cubicBezTo>
                    <a:cubicBezTo>
                      <a:pt x="152" y="69"/>
                      <a:pt x="150" y="71"/>
                      <a:pt x="147" y="73"/>
                    </a:cubicBezTo>
                    <a:cubicBezTo>
                      <a:pt x="147" y="75"/>
                      <a:pt x="147" y="77"/>
                      <a:pt x="146" y="78"/>
                    </a:cubicBezTo>
                    <a:cubicBezTo>
                      <a:pt x="144" y="83"/>
                      <a:pt x="143" y="85"/>
                      <a:pt x="140" y="89"/>
                    </a:cubicBezTo>
                    <a:cubicBezTo>
                      <a:pt x="139" y="91"/>
                      <a:pt x="138" y="94"/>
                      <a:pt x="137" y="96"/>
                    </a:cubicBezTo>
                    <a:cubicBezTo>
                      <a:pt x="137" y="98"/>
                      <a:pt x="137" y="99"/>
                      <a:pt x="137" y="101"/>
                    </a:cubicBezTo>
                    <a:cubicBezTo>
                      <a:pt x="137" y="103"/>
                      <a:pt x="136" y="105"/>
                      <a:pt x="136" y="106"/>
                    </a:cubicBezTo>
                    <a:cubicBezTo>
                      <a:pt x="136" y="108"/>
                      <a:pt x="136" y="108"/>
                      <a:pt x="137" y="109"/>
                    </a:cubicBezTo>
                    <a:cubicBezTo>
                      <a:pt x="137" y="110"/>
                      <a:pt x="137" y="112"/>
                      <a:pt x="137" y="113"/>
                    </a:cubicBezTo>
                    <a:cubicBezTo>
                      <a:pt x="138" y="114"/>
                      <a:pt x="138" y="115"/>
                      <a:pt x="138" y="115"/>
                    </a:cubicBezTo>
                    <a:cubicBezTo>
                      <a:pt x="138" y="116"/>
                      <a:pt x="139" y="117"/>
                      <a:pt x="140" y="119"/>
                    </a:cubicBezTo>
                    <a:cubicBezTo>
                      <a:pt x="140" y="119"/>
                      <a:pt x="141" y="120"/>
                      <a:pt x="142" y="122"/>
                    </a:cubicBezTo>
                    <a:cubicBezTo>
                      <a:pt x="142" y="122"/>
                      <a:pt x="143" y="122"/>
                      <a:pt x="143" y="123"/>
                    </a:cubicBezTo>
                    <a:cubicBezTo>
                      <a:pt x="144" y="124"/>
                      <a:pt x="145" y="124"/>
                      <a:pt x="146" y="126"/>
                    </a:cubicBezTo>
                    <a:cubicBezTo>
                      <a:pt x="147" y="126"/>
                      <a:pt x="148" y="127"/>
                      <a:pt x="150" y="128"/>
                    </a:cubicBezTo>
                    <a:cubicBezTo>
                      <a:pt x="152" y="129"/>
                      <a:pt x="154" y="130"/>
                      <a:pt x="155" y="131"/>
                    </a:cubicBezTo>
                    <a:cubicBezTo>
                      <a:pt x="156" y="131"/>
                      <a:pt x="158" y="132"/>
                      <a:pt x="159" y="132"/>
                    </a:cubicBezTo>
                    <a:cubicBezTo>
                      <a:pt x="161" y="133"/>
                      <a:pt x="163" y="133"/>
                      <a:pt x="165" y="133"/>
                    </a:cubicBezTo>
                    <a:cubicBezTo>
                      <a:pt x="167" y="134"/>
                      <a:pt x="169" y="134"/>
                      <a:pt x="171" y="134"/>
                    </a:cubicBezTo>
                    <a:moveTo>
                      <a:pt x="23" y="156"/>
                    </a:moveTo>
                    <a:cubicBezTo>
                      <a:pt x="18" y="154"/>
                      <a:pt x="13" y="150"/>
                      <a:pt x="10" y="144"/>
                    </a:cubicBezTo>
                    <a:cubicBezTo>
                      <a:pt x="8" y="142"/>
                      <a:pt x="7" y="140"/>
                      <a:pt x="6" y="137"/>
                    </a:cubicBezTo>
                    <a:cubicBezTo>
                      <a:pt x="5" y="133"/>
                      <a:pt x="4" y="129"/>
                      <a:pt x="3" y="126"/>
                    </a:cubicBezTo>
                    <a:cubicBezTo>
                      <a:pt x="1" y="119"/>
                      <a:pt x="0" y="112"/>
                      <a:pt x="0" y="105"/>
                    </a:cubicBezTo>
                    <a:cubicBezTo>
                      <a:pt x="0" y="98"/>
                      <a:pt x="2" y="90"/>
                      <a:pt x="4" y="83"/>
                    </a:cubicBezTo>
                    <a:cubicBezTo>
                      <a:pt x="7" y="76"/>
                      <a:pt x="10" y="69"/>
                      <a:pt x="12" y="63"/>
                    </a:cubicBezTo>
                    <a:cubicBezTo>
                      <a:pt x="15" y="56"/>
                      <a:pt x="18" y="49"/>
                      <a:pt x="22" y="42"/>
                    </a:cubicBezTo>
                    <a:cubicBezTo>
                      <a:pt x="26" y="36"/>
                      <a:pt x="29" y="31"/>
                      <a:pt x="34" y="27"/>
                    </a:cubicBezTo>
                    <a:cubicBezTo>
                      <a:pt x="38" y="22"/>
                      <a:pt x="42" y="18"/>
                      <a:pt x="48" y="14"/>
                    </a:cubicBezTo>
                    <a:cubicBezTo>
                      <a:pt x="56" y="7"/>
                      <a:pt x="67" y="2"/>
                      <a:pt x="79" y="3"/>
                    </a:cubicBezTo>
                    <a:cubicBezTo>
                      <a:pt x="85" y="3"/>
                      <a:pt x="90" y="6"/>
                      <a:pt x="94" y="10"/>
                    </a:cubicBezTo>
                    <a:cubicBezTo>
                      <a:pt x="97" y="14"/>
                      <a:pt x="99" y="19"/>
                      <a:pt x="99" y="24"/>
                    </a:cubicBezTo>
                    <a:cubicBezTo>
                      <a:pt x="99" y="28"/>
                      <a:pt x="98" y="32"/>
                      <a:pt x="98" y="35"/>
                    </a:cubicBezTo>
                    <a:cubicBezTo>
                      <a:pt x="98" y="36"/>
                      <a:pt x="99" y="37"/>
                      <a:pt x="99" y="38"/>
                    </a:cubicBezTo>
                    <a:cubicBezTo>
                      <a:pt x="102" y="43"/>
                      <a:pt x="100" y="50"/>
                      <a:pt x="95" y="52"/>
                    </a:cubicBezTo>
                    <a:cubicBezTo>
                      <a:pt x="94" y="52"/>
                      <a:pt x="94" y="53"/>
                      <a:pt x="94" y="53"/>
                    </a:cubicBezTo>
                    <a:cubicBezTo>
                      <a:pt x="91" y="54"/>
                      <a:pt x="89" y="56"/>
                      <a:pt x="87" y="56"/>
                    </a:cubicBezTo>
                    <a:cubicBezTo>
                      <a:pt x="82" y="57"/>
                      <a:pt x="78" y="55"/>
                      <a:pt x="76" y="52"/>
                    </a:cubicBezTo>
                    <a:cubicBezTo>
                      <a:pt x="76" y="50"/>
                      <a:pt x="75" y="49"/>
                      <a:pt x="74" y="49"/>
                    </a:cubicBezTo>
                    <a:cubicBezTo>
                      <a:pt x="74" y="47"/>
                      <a:pt x="74" y="45"/>
                      <a:pt x="74" y="43"/>
                    </a:cubicBezTo>
                    <a:cubicBezTo>
                      <a:pt x="74" y="41"/>
                      <a:pt x="74" y="39"/>
                      <a:pt x="75" y="37"/>
                    </a:cubicBezTo>
                    <a:cubicBezTo>
                      <a:pt x="76" y="35"/>
                      <a:pt x="77" y="32"/>
                      <a:pt x="78" y="29"/>
                    </a:cubicBezTo>
                    <a:cubicBezTo>
                      <a:pt x="78" y="28"/>
                      <a:pt x="78" y="27"/>
                      <a:pt x="78" y="25"/>
                    </a:cubicBezTo>
                    <a:cubicBezTo>
                      <a:pt x="78" y="24"/>
                      <a:pt x="78" y="24"/>
                      <a:pt x="78" y="24"/>
                    </a:cubicBezTo>
                    <a:cubicBezTo>
                      <a:pt x="77" y="24"/>
                      <a:pt x="77" y="23"/>
                      <a:pt x="77" y="23"/>
                    </a:cubicBezTo>
                    <a:lnTo>
                      <a:pt x="76" y="23"/>
                    </a:lnTo>
                    <a:cubicBezTo>
                      <a:pt x="76" y="23"/>
                      <a:pt x="75" y="23"/>
                      <a:pt x="74" y="23"/>
                    </a:cubicBezTo>
                    <a:cubicBezTo>
                      <a:pt x="74" y="24"/>
                      <a:pt x="74" y="24"/>
                      <a:pt x="73" y="24"/>
                    </a:cubicBezTo>
                    <a:cubicBezTo>
                      <a:pt x="72" y="24"/>
                      <a:pt x="71" y="24"/>
                      <a:pt x="70" y="25"/>
                    </a:cubicBezTo>
                    <a:cubicBezTo>
                      <a:pt x="68" y="25"/>
                      <a:pt x="66" y="27"/>
                      <a:pt x="64" y="28"/>
                    </a:cubicBezTo>
                    <a:cubicBezTo>
                      <a:pt x="62" y="29"/>
                      <a:pt x="59" y="31"/>
                      <a:pt x="57" y="32"/>
                    </a:cubicBezTo>
                    <a:lnTo>
                      <a:pt x="58" y="32"/>
                    </a:lnTo>
                    <a:cubicBezTo>
                      <a:pt x="55" y="34"/>
                      <a:pt x="52" y="36"/>
                      <a:pt x="49" y="39"/>
                    </a:cubicBezTo>
                    <a:cubicBezTo>
                      <a:pt x="48" y="41"/>
                      <a:pt x="46" y="43"/>
                      <a:pt x="44" y="45"/>
                    </a:cubicBezTo>
                    <a:cubicBezTo>
                      <a:pt x="42" y="48"/>
                      <a:pt x="40" y="51"/>
                      <a:pt x="38" y="54"/>
                    </a:cubicBezTo>
                    <a:cubicBezTo>
                      <a:pt x="35" y="60"/>
                      <a:pt x="32" y="67"/>
                      <a:pt x="29" y="73"/>
                    </a:cubicBezTo>
                    <a:lnTo>
                      <a:pt x="29" y="72"/>
                    </a:lnTo>
                    <a:cubicBezTo>
                      <a:pt x="27" y="78"/>
                      <a:pt x="24" y="85"/>
                      <a:pt x="22" y="92"/>
                    </a:cubicBezTo>
                    <a:cubicBezTo>
                      <a:pt x="21" y="95"/>
                      <a:pt x="21" y="98"/>
                      <a:pt x="20" y="101"/>
                    </a:cubicBezTo>
                    <a:cubicBezTo>
                      <a:pt x="20" y="103"/>
                      <a:pt x="20" y="105"/>
                      <a:pt x="20" y="108"/>
                    </a:cubicBezTo>
                    <a:cubicBezTo>
                      <a:pt x="20" y="109"/>
                      <a:pt x="20" y="112"/>
                      <a:pt x="20" y="113"/>
                    </a:cubicBezTo>
                    <a:cubicBezTo>
                      <a:pt x="21" y="116"/>
                      <a:pt x="21" y="119"/>
                      <a:pt x="22" y="122"/>
                    </a:cubicBezTo>
                    <a:cubicBezTo>
                      <a:pt x="23" y="126"/>
                      <a:pt x="24" y="129"/>
                      <a:pt x="25" y="131"/>
                    </a:cubicBezTo>
                    <a:cubicBezTo>
                      <a:pt x="25" y="132"/>
                      <a:pt x="26" y="133"/>
                      <a:pt x="26" y="133"/>
                    </a:cubicBezTo>
                    <a:cubicBezTo>
                      <a:pt x="27" y="133"/>
                      <a:pt x="27" y="134"/>
                      <a:pt x="27" y="134"/>
                    </a:cubicBezTo>
                    <a:cubicBezTo>
                      <a:pt x="27" y="134"/>
                      <a:pt x="28" y="135"/>
                      <a:pt x="28" y="136"/>
                    </a:cubicBezTo>
                    <a:cubicBezTo>
                      <a:pt x="28" y="136"/>
                      <a:pt x="29" y="137"/>
                      <a:pt x="30" y="137"/>
                    </a:cubicBezTo>
                    <a:cubicBezTo>
                      <a:pt x="29" y="137"/>
                      <a:pt x="29" y="137"/>
                      <a:pt x="29" y="136"/>
                    </a:cubicBezTo>
                    <a:cubicBezTo>
                      <a:pt x="29" y="137"/>
                      <a:pt x="30" y="137"/>
                      <a:pt x="31" y="137"/>
                    </a:cubicBezTo>
                    <a:cubicBezTo>
                      <a:pt x="31" y="138"/>
                      <a:pt x="32" y="138"/>
                      <a:pt x="33" y="138"/>
                    </a:cubicBezTo>
                    <a:cubicBezTo>
                      <a:pt x="34" y="139"/>
                      <a:pt x="34" y="139"/>
                      <a:pt x="35" y="139"/>
                    </a:cubicBezTo>
                    <a:cubicBezTo>
                      <a:pt x="36" y="140"/>
                      <a:pt x="37" y="140"/>
                      <a:pt x="38" y="140"/>
                    </a:cubicBezTo>
                    <a:cubicBezTo>
                      <a:pt x="40" y="140"/>
                      <a:pt x="41" y="140"/>
                      <a:pt x="43" y="140"/>
                    </a:cubicBezTo>
                    <a:cubicBezTo>
                      <a:pt x="44" y="140"/>
                      <a:pt x="45" y="140"/>
                      <a:pt x="47" y="140"/>
                    </a:cubicBezTo>
                    <a:cubicBezTo>
                      <a:pt x="48" y="140"/>
                      <a:pt x="50" y="139"/>
                      <a:pt x="52" y="139"/>
                    </a:cubicBezTo>
                    <a:cubicBezTo>
                      <a:pt x="54" y="138"/>
                      <a:pt x="57" y="137"/>
                      <a:pt x="60" y="136"/>
                    </a:cubicBezTo>
                    <a:cubicBezTo>
                      <a:pt x="63" y="134"/>
                      <a:pt x="67" y="133"/>
                      <a:pt x="70" y="131"/>
                    </a:cubicBezTo>
                    <a:cubicBezTo>
                      <a:pt x="75" y="128"/>
                      <a:pt x="79" y="125"/>
                      <a:pt x="84" y="122"/>
                    </a:cubicBezTo>
                    <a:cubicBezTo>
                      <a:pt x="83" y="122"/>
                      <a:pt x="83" y="122"/>
                      <a:pt x="83" y="122"/>
                    </a:cubicBezTo>
                    <a:cubicBezTo>
                      <a:pt x="88" y="118"/>
                      <a:pt x="93" y="113"/>
                      <a:pt x="98" y="109"/>
                    </a:cubicBezTo>
                    <a:cubicBezTo>
                      <a:pt x="105" y="101"/>
                      <a:pt x="112" y="94"/>
                      <a:pt x="118" y="85"/>
                    </a:cubicBezTo>
                    <a:lnTo>
                      <a:pt x="118" y="86"/>
                    </a:lnTo>
                    <a:cubicBezTo>
                      <a:pt x="119" y="84"/>
                      <a:pt x="120" y="83"/>
                      <a:pt x="121" y="81"/>
                    </a:cubicBezTo>
                    <a:cubicBezTo>
                      <a:pt x="122" y="78"/>
                      <a:pt x="123" y="76"/>
                      <a:pt x="124" y="73"/>
                    </a:cubicBezTo>
                    <a:cubicBezTo>
                      <a:pt x="126" y="69"/>
                      <a:pt x="129" y="66"/>
                      <a:pt x="133" y="64"/>
                    </a:cubicBezTo>
                    <a:cubicBezTo>
                      <a:pt x="134" y="64"/>
                      <a:pt x="134" y="64"/>
                      <a:pt x="134" y="64"/>
                    </a:cubicBezTo>
                    <a:cubicBezTo>
                      <a:pt x="134" y="63"/>
                      <a:pt x="134" y="63"/>
                      <a:pt x="134" y="62"/>
                    </a:cubicBezTo>
                    <a:cubicBezTo>
                      <a:pt x="135" y="55"/>
                      <a:pt x="136" y="48"/>
                      <a:pt x="138" y="42"/>
                    </a:cubicBezTo>
                    <a:cubicBezTo>
                      <a:pt x="138" y="38"/>
                      <a:pt x="140" y="35"/>
                      <a:pt x="141" y="31"/>
                    </a:cubicBezTo>
                    <a:cubicBezTo>
                      <a:pt x="142" y="28"/>
                      <a:pt x="144" y="25"/>
                      <a:pt x="145" y="22"/>
                    </a:cubicBezTo>
                    <a:cubicBezTo>
                      <a:pt x="149" y="16"/>
                      <a:pt x="154" y="12"/>
                      <a:pt x="159" y="9"/>
                    </a:cubicBezTo>
                    <a:cubicBezTo>
                      <a:pt x="165" y="4"/>
                      <a:pt x="172" y="2"/>
                      <a:pt x="179" y="1"/>
                    </a:cubicBezTo>
                    <a:cubicBezTo>
                      <a:pt x="185" y="0"/>
                      <a:pt x="191" y="2"/>
                      <a:pt x="197" y="3"/>
                    </a:cubicBezTo>
                    <a:cubicBezTo>
                      <a:pt x="201" y="4"/>
                      <a:pt x="204" y="6"/>
                      <a:pt x="207" y="7"/>
                    </a:cubicBezTo>
                    <a:cubicBezTo>
                      <a:pt x="210" y="10"/>
                      <a:pt x="214" y="11"/>
                      <a:pt x="217" y="14"/>
                    </a:cubicBezTo>
                    <a:cubicBezTo>
                      <a:pt x="229" y="21"/>
                      <a:pt x="239" y="31"/>
                      <a:pt x="247" y="42"/>
                    </a:cubicBezTo>
                    <a:cubicBezTo>
                      <a:pt x="251" y="48"/>
                      <a:pt x="254" y="54"/>
                      <a:pt x="256" y="60"/>
                    </a:cubicBezTo>
                    <a:cubicBezTo>
                      <a:pt x="258" y="67"/>
                      <a:pt x="260" y="75"/>
                      <a:pt x="259" y="83"/>
                    </a:cubicBezTo>
                    <a:cubicBezTo>
                      <a:pt x="258" y="89"/>
                      <a:pt x="256" y="95"/>
                      <a:pt x="253" y="101"/>
                    </a:cubicBezTo>
                    <a:cubicBezTo>
                      <a:pt x="252" y="104"/>
                      <a:pt x="250" y="107"/>
                      <a:pt x="248" y="110"/>
                    </a:cubicBezTo>
                    <a:cubicBezTo>
                      <a:pt x="246" y="113"/>
                      <a:pt x="243" y="116"/>
                      <a:pt x="240" y="119"/>
                    </a:cubicBezTo>
                    <a:cubicBezTo>
                      <a:pt x="236" y="124"/>
                      <a:pt x="230" y="129"/>
                      <a:pt x="225" y="133"/>
                    </a:cubicBezTo>
                    <a:cubicBezTo>
                      <a:pt x="219" y="137"/>
                      <a:pt x="212" y="141"/>
                      <a:pt x="205" y="144"/>
                    </a:cubicBezTo>
                    <a:cubicBezTo>
                      <a:pt x="193" y="151"/>
                      <a:pt x="179" y="155"/>
                      <a:pt x="164" y="154"/>
                    </a:cubicBezTo>
                    <a:cubicBezTo>
                      <a:pt x="154" y="152"/>
                      <a:pt x="144" y="149"/>
                      <a:pt x="135" y="143"/>
                    </a:cubicBezTo>
                    <a:cubicBezTo>
                      <a:pt x="127" y="137"/>
                      <a:pt x="121" y="129"/>
                      <a:pt x="118" y="119"/>
                    </a:cubicBezTo>
                    <a:lnTo>
                      <a:pt x="117" y="117"/>
                    </a:lnTo>
                    <a:cubicBezTo>
                      <a:pt x="102" y="133"/>
                      <a:pt x="85" y="147"/>
                      <a:pt x="64" y="156"/>
                    </a:cubicBezTo>
                    <a:cubicBezTo>
                      <a:pt x="57" y="158"/>
                      <a:pt x="50" y="160"/>
                      <a:pt x="43" y="160"/>
                    </a:cubicBezTo>
                    <a:lnTo>
                      <a:pt x="42" y="160"/>
                    </a:lnTo>
                    <a:cubicBezTo>
                      <a:pt x="35" y="160"/>
                      <a:pt x="29" y="159"/>
                      <a:pt x="23" y="15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5" name="Google Shape;2085;p22"/>
              <p:cNvSpPr/>
              <p:nvPr/>
            </p:nvSpPr>
            <p:spPr>
              <a:xfrm>
                <a:off x="2163240" y="2389680"/>
                <a:ext cx="40680" cy="5580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55" extrusionOk="0">
                    <a:moveTo>
                      <a:pt x="13" y="154"/>
                    </a:moveTo>
                    <a:cubicBezTo>
                      <a:pt x="11" y="154"/>
                      <a:pt x="10" y="154"/>
                      <a:pt x="9" y="154"/>
                    </a:cubicBezTo>
                    <a:cubicBezTo>
                      <a:pt x="3" y="153"/>
                      <a:pt x="0" y="147"/>
                      <a:pt x="1" y="142"/>
                    </a:cubicBezTo>
                    <a:lnTo>
                      <a:pt x="1" y="141"/>
                    </a:lnTo>
                    <a:cubicBezTo>
                      <a:pt x="1" y="137"/>
                      <a:pt x="5" y="134"/>
                      <a:pt x="9" y="133"/>
                    </a:cubicBezTo>
                    <a:cubicBezTo>
                      <a:pt x="11" y="133"/>
                      <a:pt x="14" y="133"/>
                      <a:pt x="17" y="133"/>
                    </a:cubicBezTo>
                    <a:cubicBezTo>
                      <a:pt x="19" y="133"/>
                      <a:pt x="20" y="133"/>
                      <a:pt x="21" y="133"/>
                    </a:cubicBezTo>
                    <a:cubicBezTo>
                      <a:pt x="28" y="133"/>
                      <a:pt x="35" y="133"/>
                      <a:pt x="42" y="132"/>
                    </a:cubicBezTo>
                    <a:cubicBezTo>
                      <a:pt x="44" y="132"/>
                      <a:pt x="46" y="131"/>
                      <a:pt x="48" y="131"/>
                    </a:cubicBezTo>
                    <a:cubicBezTo>
                      <a:pt x="51" y="130"/>
                      <a:pt x="53" y="129"/>
                      <a:pt x="56" y="128"/>
                    </a:cubicBezTo>
                    <a:cubicBezTo>
                      <a:pt x="58" y="127"/>
                      <a:pt x="60" y="126"/>
                      <a:pt x="61" y="125"/>
                    </a:cubicBezTo>
                    <a:lnTo>
                      <a:pt x="61" y="126"/>
                    </a:lnTo>
                    <a:cubicBezTo>
                      <a:pt x="61" y="125"/>
                      <a:pt x="62" y="125"/>
                      <a:pt x="63" y="124"/>
                    </a:cubicBezTo>
                    <a:lnTo>
                      <a:pt x="63" y="123"/>
                    </a:lnTo>
                    <a:cubicBezTo>
                      <a:pt x="64" y="123"/>
                      <a:pt x="64" y="123"/>
                      <a:pt x="64" y="123"/>
                    </a:cubicBezTo>
                    <a:cubicBezTo>
                      <a:pt x="63" y="122"/>
                      <a:pt x="63" y="121"/>
                      <a:pt x="63" y="121"/>
                    </a:cubicBezTo>
                    <a:cubicBezTo>
                      <a:pt x="60" y="118"/>
                      <a:pt x="57" y="115"/>
                      <a:pt x="54" y="112"/>
                    </a:cubicBezTo>
                    <a:cubicBezTo>
                      <a:pt x="53" y="111"/>
                      <a:pt x="53" y="111"/>
                      <a:pt x="53" y="110"/>
                    </a:cubicBezTo>
                    <a:cubicBezTo>
                      <a:pt x="52" y="109"/>
                      <a:pt x="51" y="109"/>
                      <a:pt x="50" y="108"/>
                    </a:cubicBezTo>
                    <a:cubicBezTo>
                      <a:pt x="44" y="102"/>
                      <a:pt x="38" y="95"/>
                      <a:pt x="31" y="88"/>
                    </a:cubicBezTo>
                    <a:cubicBezTo>
                      <a:pt x="25" y="81"/>
                      <a:pt x="20" y="73"/>
                      <a:pt x="17" y="64"/>
                    </a:cubicBezTo>
                    <a:cubicBezTo>
                      <a:pt x="13" y="55"/>
                      <a:pt x="13" y="43"/>
                      <a:pt x="17" y="34"/>
                    </a:cubicBezTo>
                    <a:cubicBezTo>
                      <a:pt x="18" y="31"/>
                      <a:pt x="21" y="27"/>
                      <a:pt x="23" y="24"/>
                    </a:cubicBezTo>
                    <a:cubicBezTo>
                      <a:pt x="27" y="20"/>
                      <a:pt x="30" y="17"/>
                      <a:pt x="34" y="13"/>
                    </a:cubicBezTo>
                    <a:cubicBezTo>
                      <a:pt x="37" y="11"/>
                      <a:pt x="41" y="8"/>
                      <a:pt x="45" y="7"/>
                    </a:cubicBezTo>
                    <a:cubicBezTo>
                      <a:pt x="49" y="5"/>
                      <a:pt x="54" y="3"/>
                      <a:pt x="59" y="3"/>
                    </a:cubicBezTo>
                    <a:cubicBezTo>
                      <a:pt x="68" y="0"/>
                      <a:pt x="78" y="0"/>
                      <a:pt x="87" y="4"/>
                    </a:cubicBezTo>
                    <a:cubicBezTo>
                      <a:pt x="91" y="6"/>
                      <a:pt x="95" y="8"/>
                      <a:pt x="98" y="11"/>
                    </a:cubicBezTo>
                    <a:cubicBezTo>
                      <a:pt x="101" y="14"/>
                      <a:pt x="102" y="17"/>
                      <a:pt x="104" y="20"/>
                    </a:cubicBezTo>
                    <a:cubicBezTo>
                      <a:pt x="108" y="21"/>
                      <a:pt x="110" y="24"/>
                      <a:pt x="111" y="27"/>
                    </a:cubicBezTo>
                    <a:cubicBezTo>
                      <a:pt x="112" y="33"/>
                      <a:pt x="108" y="39"/>
                      <a:pt x="102" y="40"/>
                    </a:cubicBezTo>
                    <a:cubicBezTo>
                      <a:pt x="99" y="40"/>
                      <a:pt x="96" y="40"/>
                      <a:pt x="94" y="39"/>
                    </a:cubicBezTo>
                    <a:cubicBezTo>
                      <a:pt x="89" y="36"/>
                      <a:pt x="87" y="33"/>
                      <a:pt x="85" y="29"/>
                    </a:cubicBezTo>
                    <a:cubicBezTo>
                      <a:pt x="85" y="28"/>
                      <a:pt x="84" y="28"/>
                      <a:pt x="84" y="27"/>
                    </a:cubicBezTo>
                    <a:cubicBezTo>
                      <a:pt x="84" y="26"/>
                      <a:pt x="83" y="26"/>
                      <a:pt x="83" y="26"/>
                    </a:cubicBezTo>
                    <a:cubicBezTo>
                      <a:pt x="82" y="25"/>
                      <a:pt x="81" y="25"/>
                      <a:pt x="81" y="24"/>
                    </a:cubicBezTo>
                    <a:cubicBezTo>
                      <a:pt x="81" y="24"/>
                      <a:pt x="81" y="25"/>
                      <a:pt x="82" y="25"/>
                    </a:cubicBezTo>
                    <a:cubicBezTo>
                      <a:pt x="81" y="25"/>
                      <a:pt x="81" y="24"/>
                      <a:pt x="80" y="24"/>
                    </a:cubicBezTo>
                    <a:cubicBezTo>
                      <a:pt x="79" y="23"/>
                      <a:pt x="78" y="23"/>
                      <a:pt x="77" y="22"/>
                    </a:cubicBezTo>
                    <a:cubicBezTo>
                      <a:pt x="78" y="22"/>
                      <a:pt x="78" y="23"/>
                      <a:pt x="78" y="23"/>
                    </a:cubicBezTo>
                    <a:cubicBezTo>
                      <a:pt x="78" y="23"/>
                      <a:pt x="77" y="22"/>
                      <a:pt x="76" y="22"/>
                    </a:cubicBezTo>
                    <a:cubicBezTo>
                      <a:pt x="75" y="22"/>
                      <a:pt x="75" y="22"/>
                      <a:pt x="74" y="22"/>
                    </a:cubicBezTo>
                    <a:cubicBezTo>
                      <a:pt x="73" y="22"/>
                      <a:pt x="73" y="22"/>
                      <a:pt x="72" y="22"/>
                    </a:cubicBezTo>
                    <a:cubicBezTo>
                      <a:pt x="70" y="22"/>
                      <a:pt x="67" y="22"/>
                      <a:pt x="66" y="22"/>
                    </a:cubicBezTo>
                    <a:cubicBezTo>
                      <a:pt x="63" y="22"/>
                      <a:pt x="60" y="23"/>
                      <a:pt x="58" y="24"/>
                    </a:cubicBezTo>
                    <a:cubicBezTo>
                      <a:pt x="56" y="24"/>
                      <a:pt x="54" y="25"/>
                      <a:pt x="52" y="26"/>
                    </a:cubicBezTo>
                    <a:cubicBezTo>
                      <a:pt x="50" y="26"/>
                      <a:pt x="50" y="26"/>
                      <a:pt x="49" y="27"/>
                    </a:cubicBezTo>
                    <a:cubicBezTo>
                      <a:pt x="49" y="27"/>
                      <a:pt x="50" y="27"/>
                      <a:pt x="50" y="26"/>
                    </a:cubicBezTo>
                    <a:cubicBezTo>
                      <a:pt x="49" y="27"/>
                      <a:pt x="49" y="28"/>
                      <a:pt x="48" y="28"/>
                    </a:cubicBezTo>
                    <a:cubicBezTo>
                      <a:pt x="46" y="29"/>
                      <a:pt x="45" y="31"/>
                      <a:pt x="43" y="32"/>
                    </a:cubicBezTo>
                    <a:cubicBezTo>
                      <a:pt x="42" y="33"/>
                      <a:pt x="39" y="36"/>
                      <a:pt x="38" y="38"/>
                    </a:cubicBezTo>
                    <a:cubicBezTo>
                      <a:pt x="37" y="39"/>
                      <a:pt x="36" y="40"/>
                      <a:pt x="36" y="41"/>
                    </a:cubicBezTo>
                    <a:lnTo>
                      <a:pt x="35" y="42"/>
                    </a:lnTo>
                    <a:cubicBezTo>
                      <a:pt x="35" y="42"/>
                      <a:pt x="35" y="43"/>
                      <a:pt x="35" y="44"/>
                    </a:cubicBezTo>
                    <a:cubicBezTo>
                      <a:pt x="35" y="45"/>
                      <a:pt x="34" y="45"/>
                      <a:pt x="34" y="46"/>
                    </a:cubicBezTo>
                    <a:cubicBezTo>
                      <a:pt x="34" y="47"/>
                      <a:pt x="34" y="48"/>
                      <a:pt x="34" y="49"/>
                    </a:cubicBezTo>
                    <a:cubicBezTo>
                      <a:pt x="34" y="50"/>
                      <a:pt x="34" y="50"/>
                      <a:pt x="34" y="51"/>
                    </a:cubicBezTo>
                    <a:cubicBezTo>
                      <a:pt x="34" y="52"/>
                      <a:pt x="35" y="54"/>
                      <a:pt x="35" y="55"/>
                    </a:cubicBezTo>
                    <a:cubicBezTo>
                      <a:pt x="35" y="56"/>
                      <a:pt x="36" y="57"/>
                      <a:pt x="36" y="59"/>
                    </a:cubicBezTo>
                    <a:cubicBezTo>
                      <a:pt x="37" y="60"/>
                      <a:pt x="38" y="62"/>
                      <a:pt x="39" y="64"/>
                    </a:cubicBezTo>
                    <a:cubicBezTo>
                      <a:pt x="41" y="66"/>
                      <a:pt x="42" y="69"/>
                      <a:pt x="44" y="71"/>
                    </a:cubicBezTo>
                    <a:cubicBezTo>
                      <a:pt x="50" y="79"/>
                      <a:pt x="57" y="86"/>
                      <a:pt x="63" y="92"/>
                    </a:cubicBezTo>
                    <a:cubicBezTo>
                      <a:pt x="68" y="98"/>
                      <a:pt x="74" y="103"/>
                      <a:pt x="78" y="108"/>
                    </a:cubicBezTo>
                    <a:cubicBezTo>
                      <a:pt x="81" y="110"/>
                      <a:pt x="82" y="113"/>
                      <a:pt x="84" y="117"/>
                    </a:cubicBezTo>
                    <a:cubicBezTo>
                      <a:pt x="85" y="120"/>
                      <a:pt x="85" y="124"/>
                      <a:pt x="84" y="127"/>
                    </a:cubicBezTo>
                    <a:cubicBezTo>
                      <a:pt x="84" y="131"/>
                      <a:pt x="81" y="135"/>
                      <a:pt x="78" y="138"/>
                    </a:cubicBezTo>
                    <a:cubicBezTo>
                      <a:pt x="76" y="141"/>
                      <a:pt x="73" y="142"/>
                      <a:pt x="69" y="145"/>
                    </a:cubicBezTo>
                    <a:cubicBezTo>
                      <a:pt x="58" y="151"/>
                      <a:pt x="45" y="153"/>
                      <a:pt x="32" y="154"/>
                    </a:cubicBezTo>
                    <a:cubicBezTo>
                      <a:pt x="28" y="154"/>
                      <a:pt x="23" y="154"/>
                      <a:pt x="18" y="154"/>
                    </a:cubicBezTo>
                    <a:cubicBezTo>
                      <a:pt x="17" y="154"/>
                      <a:pt x="15" y="154"/>
                      <a:pt x="13" y="1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6" name="Google Shape;2086;p22"/>
              <p:cNvSpPr/>
              <p:nvPr/>
            </p:nvSpPr>
            <p:spPr>
              <a:xfrm>
                <a:off x="2226600" y="2398680"/>
                <a:ext cx="24480" cy="50400"/>
              </a:xfrm>
              <a:custGeom>
                <a:avLst/>
                <a:gdLst/>
                <a:ahLst/>
                <a:cxnLst/>
                <a:rect l="l" t="t" r="r" b="b"/>
                <a:pathLst>
                  <a:path w="68" h="140" extrusionOk="0">
                    <a:moveTo>
                      <a:pt x="46" y="134"/>
                    </a:moveTo>
                    <a:cubicBezTo>
                      <a:pt x="42" y="126"/>
                      <a:pt x="39" y="117"/>
                      <a:pt x="35" y="109"/>
                    </a:cubicBezTo>
                    <a:cubicBezTo>
                      <a:pt x="31" y="103"/>
                      <a:pt x="28" y="96"/>
                      <a:pt x="25" y="89"/>
                    </a:cubicBezTo>
                    <a:cubicBezTo>
                      <a:pt x="21" y="82"/>
                      <a:pt x="17" y="74"/>
                      <a:pt x="13" y="65"/>
                    </a:cubicBezTo>
                    <a:cubicBezTo>
                      <a:pt x="9" y="56"/>
                      <a:pt x="6" y="46"/>
                      <a:pt x="3" y="35"/>
                    </a:cubicBezTo>
                    <a:cubicBezTo>
                      <a:pt x="1" y="30"/>
                      <a:pt x="1" y="24"/>
                      <a:pt x="0" y="19"/>
                    </a:cubicBezTo>
                    <a:cubicBezTo>
                      <a:pt x="0" y="16"/>
                      <a:pt x="0" y="15"/>
                      <a:pt x="0" y="12"/>
                    </a:cubicBezTo>
                    <a:cubicBezTo>
                      <a:pt x="1" y="10"/>
                      <a:pt x="1" y="8"/>
                      <a:pt x="3" y="5"/>
                    </a:cubicBezTo>
                    <a:cubicBezTo>
                      <a:pt x="4" y="2"/>
                      <a:pt x="8" y="0"/>
                      <a:pt x="13" y="0"/>
                    </a:cubicBezTo>
                    <a:cubicBezTo>
                      <a:pt x="17" y="0"/>
                      <a:pt x="21" y="4"/>
                      <a:pt x="22" y="8"/>
                    </a:cubicBezTo>
                    <a:cubicBezTo>
                      <a:pt x="23" y="11"/>
                      <a:pt x="23" y="14"/>
                      <a:pt x="22" y="16"/>
                    </a:cubicBezTo>
                    <a:cubicBezTo>
                      <a:pt x="22" y="17"/>
                      <a:pt x="22" y="18"/>
                      <a:pt x="21" y="19"/>
                    </a:cubicBezTo>
                    <a:cubicBezTo>
                      <a:pt x="21" y="21"/>
                      <a:pt x="22" y="22"/>
                      <a:pt x="22" y="24"/>
                    </a:cubicBezTo>
                    <a:cubicBezTo>
                      <a:pt x="22" y="29"/>
                      <a:pt x="24" y="34"/>
                      <a:pt x="25" y="39"/>
                    </a:cubicBezTo>
                    <a:cubicBezTo>
                      <a:pt x="26" y="44"/>
                      <a:pt x="28" y="50"/>
                      <a:pt x="31" y="55"/>
                    </a:cubicBezTo>
                    <a:cubicBezTo>
                      <a:pt x="35" y="67"/>
                      <a:pt x="41" y="79"/>
                      <a:pt x="47" y="90"/>
                    </a:cubicBezTo>
                    <a:cubicBezTo>
                      <a:pt x="53" y="102"/>
                      <a:pt x="59" y="114"/>
                      <a:pt x="65" y="125"/>
                    </a:cubicBezTo>
                    <a:cubicBezTo>
                      <a:pt x="67" y="130"/>
                      <a:pt x="65" y="136"/>
                      <a:pt x="60" y="139"/>
                    </a:cubicBezTo>
                    <a:cubicBezTo>
                      <a:pt x="59" y="139"/>
                      <a:pt x="57" y="139"/>
                      <a:pt x="56" y="139"/>
                    </a:cubicBezTo>
                    <a:cubicBezTo>
                      <a:pt x="52" y="139"/>
                      <a:pt x="49" y="138"/>
                      <a:pt x="46" y="1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7" name="Google Shape;2087;p22"/>
              <p:cNvSpPr/>
              <p:nvPr/>
            </p:nvSpPr>
            <p:spPr>
              <a:xfrm>
                <a:off x="2215800" y="2394720"/>
                <a:ext cx="55080" cy="5292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47" extrusionOk="0">
                    <a:moveTo>
                      <a:pt x="5" y="145"/>
                    </a:moveTo>
                    <a:cubicBezTo>
                      <a:pt x="1" y="142"/>
                      <a:pt x="0" y="136"/>
                      <a:pt x="3" y="131"/>
                    </a:cubicBezTo>
                    <a:cubicBezTo>
                      <a:pt x="10" y="121"/>
                      <a:pt x="17" y="111"/>
                      <a:pt x="25" y="101"/>
                    </a:cubicBezTo>
                    <a:cubicBezTo>
                      <a:pt x="31" y="93"/>
                      <a:pt x="37" y="85"/>
                      <a:pt x="43" y="76"/>
                    </a:cubicBezTo>
                    <a:cubicBezTo>
                      <a:pt x="48" y="72"/>
                      <a:pt x="52" y="67"/>
                      <a:pt x="56" y="61"/>
                    </a:cubicBezTo>
                    <a:cubicBezTo>
                      <a:pt x="57" y="60"/>
                      <a:pt x="58" y="58"/>
                      <a:pt x="59" y="57"/>
                    </a:cubicBezTo>
                    <a:cubicBezTo>
                      <a:pt x="62" y="54"/>
                      <a:pt x="65" y="51"/>
                      <a:pt x="68" y="48"/>
                    </a:cubicBezTo>
                    <a:cubicBezTo>
                      <a:pt x="71" y="44"/>
                      <a:pt x="75" y="41"/>
                      <a:pt x="79" y="37"/>
                    </a:cubicBezTo>
                    <a:cubicBezTo>
                      <a:pt x="86" y="31"/>
                      <a:pt x="92" y="25"/>
                      <a:pt x="100" y="18"/>
                    </a:cubicBezTo>
                    <a:cubicBezTo>
                      <a:pt x="106" y="13"/>
                      <a:pt x="113" y="8"/>
                      <a:pt x="121" y="4"/>
                    </a:cubicBezTo>
                    <a:cubicBezTo>
                      <a:pt x="124" y="2"/>
                      <a:pt x="128" y="1"/>
                      <a:pt x="131" y="1"/>
                    </a:cubicBezTo>
                    <a:cubicBezTo>
                      <a:pt x="135" y="0"/>
                      <a:pt x="139" y="0"/>
                      <a:pt x="143" y="0"/>
                    </a:cubicBezTo>
                    <a:cubicBezTo>
                      <a:pt x="149" y="1"/>
                      <a:pt x="152" y="7"/>
                      <a:pt x="151" y="12"/>
                    </a:cubicBezTo>
                    <a:cubicBezTo>
                      <a:pt x="150" y="18"/>
                      <a:pt x="144" y="22"/>
                      <a:pt x="139" y="21"/>
                    </a:cubicBezTo>
                    <a:lnTo>
                      <a:pt x="138" y="21"/>
                    </a:lnTo>
                    <a:cubicBezTo>
                      <a:pt x="137" y="21"/>
                      <a:pt x="137" y="21"/>
                      <a:pt x="136" y="21"/>
                    </a:cubicBezTo>
                    <a:cubicBezTo>
                      <a:pt x="135" y="21"/>
                      <a:pt x="135" y="22"/>
                      <a:pt x="133" y="22"/>
                    </a:cubicBezTo>
                    <a:cubicBezTo>
                      <a:pt x="132" y="22"/>
                      <a:pt x="132" y="22"/>
                      <a:pt x="130" y="23"/>
                    </a:cubicBezTo>
                    <a:cubicBezTo>
                      <a:pt x="129" y="23"/>
                      <a:pt x="127" y="25"/>
                      <a:pt x="125" y="25"/>
                    </a:cubicBezTo>
                    <a:cubicBezTo>
                      <a:pt x="121" y="27"/>
                      <a:pt x="118" y="30"/>
                      <a:pt x="114" y="33"/>
                    </a:cubicBezTo>
                    <a:cubicBezTo>
                      <a:pt x="104" y="41"/>
                      <a:pt x="94" y="50"/>
                      <a:pt x="84" y="60"/>
                    </a:cubicBezTo>
                    <a:cubicBezTo>
                      <a:pt x="82" y="62"/>
                      <a:pt x="80" y="64"/>
                      <a:pt x="77" y="67"/>
                    </a:cubicBezTo>
                    <a:cubicBezTo>
                      <a:pt x="75" y="69"/>
                      <a:pt x="73" y="71"/>
                      <a:pt x="71" y="74"/>
                    </a:cubicBezTo>
                    <a:cubicBezTo>
                      <a:pt x="66" y="80"/>
                      <a:pt x="61" y="86"/>
                      <a:pt x="56" y="92"/>
                    </a:cubicBezTo>
                    <a:lnTo>
                      <a:pt x="56" y="91"/>
                    </a:lnTo>
                    <a:cubicBezTo>
                      <a:pt x="50" y="99"/>
                      <a:pt x="44" y="107"/>
                      <a:pt x="38" y="115"/>
                    </a:cubicBezTo>
                    <a:cubicBezTo>
                      <a:pt x="31" y="124"/>
                      <a:pt x="25" y="133"/>
                      <a:pt x="19" y="142"/>
                    </a:cubicBezTo>
                    <a:cubicBezTo>
                      <a:pt x="17" y="145"/>
                      <a:pt x="14" y="146"/>
                      <a:pt x="11" y="146"/>
                    </a:cubicBezTo>
                    <a:cubicBezTo>
                      <a:pt x="9" y="146"/>
                      <a:pt x="7" y="146"/>
                      <a:pt x="5" y="1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8" name="Google Shape;2088;p22"/>
              <p:cNvSpPr/>
              <p:nvPr/>
            </p:nvSpPr>
            <p:spPr>
              <a:xfrm>
                <a:off x="1986840" y="2156040"/>
                <a:ext cx="45000" cy="8460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235" extrusionOk="0">
                    <a:moveTo>
                      <a:pt x="24" y="231"/>
                    </a:moveTo>
                    <a:cubicBezTo>
                      <a:pt x="18" y="227"/>
                      <a:pt x="12" y="223"/>
                      <a:pt x="7" y="218"/>
                    </a:cubicBezTo>
                    <a:cubicBezTo>
                      <a:pt x="3" y="212"/>
                      <a:pt x="0" y="205"/>
                      <a:pt x="1" y="198"/>
                    </a:cubicBezTo>
                    <a:cubicBezTo>
                      <a:pt x="1" y="190"/>
                      <a:pt x="3" y="183"/>
                      <a:pt x="7" y="177"/>
                    </a:cubicBezTo>
                    <a:cubicBezTo>
                      <a:pt x="11" y="170"/>
                      <a:pt x="16" y="163"/>
                      <a:pt x="21" y="157"/>
                    </a:cubicBezTo>
                    <a:cubicBezTo>
                      <a:pt x="24" y="153"/>
                      <a:pt x="30" y="152"/>
                      <a:pt x="34" y="155"/>
                    </a:cubicBezTo>
                    <a:cubicBezTo>
                      <a:pt x="38" y="158"/>
                      <a:pt x="40" y="165"/>
                      <a:pt x="36" y="169"/>
                    </a:cubicBezTo>
                    <a:cubicBezTo>
                      <a:pt x="32" y="174"/>
                      <a:pt x="28" y="180"/>
                      <a:pt x="25" y="187"/>
                    </a:cubicBezTo>
                    <a:lnTo>
                      <a:pt x="25" y="186"/>
                    </a:lnTo>
                    <a:cubicBezTo>
                      <a:pt x="25" y="187"/>
                      <a:pt x="24" y="189"/>
                      <a:pt x="23" y="191"/>
                    </a:cubicBezTo>
                    <a:cubicBezTo>
                      <a:pt x="22" y="191"/>
                      <a:pt x="22" y="193"/>
                      <a:pt x="22" y="193"/>
                    </a:cubicBezTo>
                    <a:cubicBezTo>
                      <a:pt x="22" y="194"/>
                      <a:pt x="21" y="195"/>
                      <a:pt x="21" y="197"/>
                    </a:cubicBezTo>
                    <a:lnTo>
                      <a:pt x="21" y="198"/>
                    </a:lnTo>
                    <a:cubicBezTo>
                      <a:pt x="21" y="199"/>
                      <a:pt x="21" y="200"/>
                      <a:pt x="21" y="200"/>
                    </a:cubicBezTo>
                    <a:cubicBezTo>
                      <a:pt x="21" y="200"/>
                      <a:pt x="21" y="201"/>
                      <a:pt x="22" y="201"/>
                    </a:cubicBezTo>
                    <a:cubicBezTo>
                      <a:pt x="22" y="202"/>
                      <a:pt x="22" y="202"/>
                      <a:pt x="22" y="202"/>
                    </a:cubicBezTo>
                    <a:cubicBezTo>
                      <a:pt x="22" y="203"/>
                      <a:pt x="22" y="204"/>
                      <a:pt x="23" y="204"/>
                    </a:cubicBezTo>
                    <a:cubicBezTo>
                      <a:pt x="23" y="205"/>
                      <a:pt x="24" y="205"/>
                      <a:pt x="24" y="205"/>
                    </a:cubicBezTo>
                    <a:cubicBezTo>
                      <a:pt x="24" y="206"/>
                      <a:pt x="25" y="207"/>
                      <a:pt x="26" y="208"/>
                    </a:cubicBezTo>
                    <a:cubicBezTo>
                      <a:pt x="28" y="209"/>
                      <a:pt x="29" y="210"/>
                      <a:pt x="30" y="211"/>
                    </a:cubicBezTo>
                    <a:cubicBezTo>
                      <a:pt x="31" y="211"/>
                      <a:pt x="32" y="212"/>
                      <a:pt x="33" y="212"/>
                    </a:cubicBezTo>
                    <a:cubicBezTo>
                      <a:pt x="34" y="212"/>
                      <a:pt x="35" y="213"/>
                      <a:pt x="36" y="213"/>
                    </a:cubicBezTo>
                    <a:cubicBezTo>
                      <a:pt x="36" y="214"/>
                      <a:pt x="38" y="214"/>
                      <a:pt x="38" y="214"/>
                    </a:cubicBezTo>
                    <a:cubicBezTo>
                      <a:pt x="39" y="214"/>
                      <a:pt x="40" y="214"/>
                      <a:pt x="40" y="214"/>
                    </a:cubicBezTo>
                    <a:cubicBezTo>
                      <a:pt x="41" y="214"/>
                      <a:pt x="42" y="214"/>
                      <a:pt x="42" y="214"/>
                    </a:cubicBezTo>
                    <a:cubicBezTo>
                      <a:pt x="43" y="214"/>
                      <a:pt x="45" y="213"/>
                      <a:pt x="46" y="213"/>
                    </a:cubicBezTo>
                    <a:cubicBezTo>
                      <a:pt x="47" y="212"/>
                      <a:pt x="48" y="212"/>
                      <a:pt x="49" y="212"/>
                    </a:cubicBezTo>
                    <a:cubicBezTo>
                      <a:pt x="50" y="211"/>
                      <a:pt x="51" y="211"/>
                      <a:pt x="52" y="211"/>
                    </a:cubicBezTo>
                    <a:cubicBezTo>
                      <a:pt x="53" y="210"/>
                      <a:pt x="54" y="209"/>
                      <a:pt x="54" y="208"/>
                    </a:cubicBezTo>
                    <a:cubicBezTo>
                      <a:pt x="56" y="208"/>
                      <a:pt x="57" y="207"/>
                      <a:pt x="58" y="206"/>
                    </a:cubicBezTo>
                    <a:cubicBezTo>
                      <a:pt x="59" y="205"/>
                      <a:pt x="60" y="204"/>
                      <a:pt x="61" y="203"/>
                    </a:cubicBezTo>
                    <a:cubicBezTo>
                      <a:pt x="61" y="201"/>
                      <a:pt x="63" y="200"/>
                      <a:pt x="64" y="198"/>
                    </a:cubicBezTo>
                    <a:cubicBezTo>
                      <a:pt x="64" y="197"/>
                      <a:pt x="66" y="195"/>
                      <a:pt x="66" y="193"/>
                    </a:cubicBezTo>
                    <a:cubicBezTo>
                      <a:pt x="67" y="190"/>
                      <a:pt x="68" y="187"/>
                      <a:pt x="70" y="183"/>
                    </a:cubicBezTo>
                    <a:lnTo>
                      <a:pt x="69" y="184"/>
                    </a:lnTo>
                    <a:cubicBezTo>
                      <a:pt x="73" y="172"/>
                      <a:pt x="75" y="159"/>
                      <a:pt x="77" y="147"/>
                    </a:cubicBezTo>
                    <a:cubicBezTo>
                      <a:pt x="80" y="136"/>
                      <a:pt x="82" y="125"/>
                      <a:pt x="85" y="114"/>
                    </a:cubicBezTo>
                    <a:cubicBezTo>
                      <a:pt x="87" y="107"/>
                      <a:pt x="88" y="99"/>
                      <a:pt x="90" y="92"/>
                    </a:cubicBezTo>
                    <a:cubicBezTo>
                      <a:pt x="84" y="100"/>
                      <a:pt x="77" y="108"/>
                      <a:pt x="68" y="114"/>
                    </a:cubicBezTo>
                    <a:cubicBezTo>
                      <a:pt x="63" y="119"/>
                      <a:pt x="57" y="122"/>
                      <a:pt x="51" y="125"/>
                    </a:cubicBezTo>
                    <a:cubicBezTo>
                      <a:pt x="48" y="126"/>
                      <a:pt x="45" y="127"/>
                      <a:pt x="42" y="127"/>
                    </a:cubicBezTo>
                    <a:cubicBezTo>
                      <a:pt x="38" y="127"/>
                      <a:pt x="34" y="127"/>
                      <a:pt x="31" y="126"/>
                    </a:cubicBezTo>
                    <a:cubicBezTo>
                      <a:pt x="25" y="123"/>
                      <a:pt x="22" y="119"/>
                      <a:pt x="20" y="114"/>
                    </a:cubicBezTo>
                    <a:cubicBezTo>
                      <a:pt x="18" y="112"/>
                      <a:pt x="17" y="109"/>
                      <a:pt x="17" y="106"/>
                    </a:cubicBezTo>
                    <a:cubicBezTo>
                      <a:pt x="16" y="102"/>
                      <a:pt x="15" y="99"/>
                      <a:pt x="15" y="95"/>
                    </a:cubicBezTo>
                    <a:cubicBezTo>
                      <a:pt x="14" y="80"/>
                      <a:pt x="16" y="65"/>
                      <a:pt x="19" y="50"/>
                    </a:cubicBezTo>
                    <a:cubicBezTo>
                      <a:pt x="21" y="43"/>
                      <a:pt x="22" y="36"/>
                      <a:pt x="25" y="29"/>
                    </a:cubicBezTo>
                    <a:cubicBezTo>
                      <a:pt x="26" y="23"/>
                      <a:pt x="29" y="16"/>
                      <a:pt x="32" y="10"/>
                    </a:cubicBezTo>
                    <a:cubicBezTo>
                      <a:pt x="35" y="5"/>
                      <a:pt x="39" y="1"/>
                      <a:pt x="45" y="1"/>
                    </a:cubicBezTo>
                    <a:cubicBezTo>
                      <a:pt x="50" y="0"/>
                      <a:pt x="56" y="3"/>
                      <a:pt x="57" y="8"/>
                    </a:cubicBezTo>
                    <a:cubicBezTo>
                      <a:pt x="60" y="14"/>
                      <a:pt x="56" y="19"/>
                      <a:pt x="51" y="22"/>
                    </a:cubicBezTo>
                    <a:cubicBezTo>
                      <a:pt x="50" y="22"/>
                      <a:pt x="50" y="22"/>
                      <a:pt x="50" y="22"/>
                    </a:cubicBezTo>
                    <a:cubicBezTo>
                      <a:pt x="49" y="24"/>
                      <a:pt x="47" y="26"/>
                      <a:pt x="46" y="28"/>
                    </a:cubicBezTo>
                    <a:cubicBezTo>
                      <a:pt x="44" y="35"/>
                      <a:pt x="42" y="41"/>
                      <a:pt x="40" y="47"/>
                    </a:cubicBezTo>
                    <a:cubicBezTo>
                      <a:pt x="38" y="54"/>
                      <a:pt x="36" y="63"/>
                      <a:pt x="36" y="71"/>
                    </a:cubicBezTo>
                    <a:cubicBezTo>
                      <a:pt x="35" y="77"/>
                      <a:pt x="35" y="82"/>
                      <a:pt x="35" y="88"/>
                    </a:cubicBezTo>
                    <a:cubicBezTo>
                      <a:pt x="35" y="91"/>
                      <a:pt x="35" y="95"/>
                      <a:pt x="35" y="98"/>
                    </a:cubicBezTo>
                    <a:cubicBezTo>
                      <a:pt x="36" y="100"/>
                      <a:pt x="36" y="102"/>
                      <a:pt x="36" y="103"/>
                    </a:cubicBezTo>
                    <a:lnTo>
                      <a:pt x="36" y="102"/>
                    </a:lnTo>
                    <a:cubicBezTo>
                      <a:pt x="36" y="103"/>
                      <a:pt x="36" y="104"/>
                      <a:pt x="37" y="105"/>
                    </a:cubicBezTo>
                    <a:lnTo>
                      <a:pt x="36" y="105"/>
                    </a:lnTo>
                    <a:lnTo>
                      <a:pt x="37" y="105"/>
                    </a:lnTo>
                    <a:lnTo>
                      <a:pt x="37" y="106"/>
                    </a:lnTo>
                    <a:cubicBezTo>
                      <a:pt x="37" y="105"/>
                      <a:pt x="37" y="105"/>
                      <a:pt x="37" y="105"/>
                    </a:cubicBezTo>
                    <a:lnTo>
                      <a:pt x="36" y="105"/>
                    </a:lnTo>
                    <a:cubicBezTo>
                      <a:pt x="37" y="105"/>
                      <a:pt x="37" y="105"/>
                      <a:pt x="37" y="105"/>
                    </a:cubicBezTo>
                    <a:cubicBezTo>
                      <a:pt x="38" y="106"/>
                      <a:pt x="38" y="106"/>
                      <a:pt x="38" y="106"/>
                    </a:cubicBezTo>
                    <a:lnTo>
                      <a:pt x="39" y="106"/>
                    </a:lnTo>
                    <a:lnTo>
                      <a:pt x="39" y="107"/>
                    </a:lnTo>
                    <a:lnTo>
                      <a:pt x="38" y="107"/>
                    </a:lnTo>
                    <a:cubicBezTo>
                      <a:pt x="39" y="107"/>
                      <a:pt x="40" y="107"/>
                      <a:pt x="41" y="106"/>
                    </a:cubicBezTo>
                    <a:lnTo>
                      <a:pt x="40" y="107"/>
                    </a:lnTo>
                    <a:cubicBezTo>
                      <a:pt x="40" y="106"/>
                      <a:pt x="41" y="106"/>
                      <a:pt x="42" y="106"/>
                    </a:cubicBezTo>
                    <a:cubicBezTo>
                      <a:pt x="43" y="106"/>
                      <a:pt x="45" y="106"/>
                      <a:pt x="46" y="105"/>
                    </a:cubicBezTo>
                    <a:cubicBezTo>
                      <a:pt x="47" y="105"/>
                      <a:pt x="48" y="104"/>
                      <a:pt x="49" y="103"/>
                    </a:cubicBezTo>
                    <a:cubicBezTo>
                      <a:pt x="52" y="102"/>
                      <a:pt x="54" y="100"/>
                      <a:pt x="57" y="98"/>
                    </a:cubicBezTo>
                    <a:cubicBezTo>
                      <a:pt x="60" y="95"/>
                      <a:pt x="63" y="93"/>
                      <a:pt x="66" y="90"/>
                    </a:cubicBezTo>
                    <a:cubicBezTo>
                      <a:pt x="70" y="85"/>
                      <a:pt x="74" y="81"/>
                      <a:pt x="78" y="76"/>
                    </a:cubicBezTo>
                    <a:cubicBezTo>
                      <a:pt x="85" y="67"/>
                      <a:pt x="91" y="57"/>
                      <a:pt x="97" y="47"/>
                    </a:cubicBezTo>
                    <a:cubicBezTo>
                      <a:pt x="98" y="46"/>
                      <a:pt x="99" y="45"/>
                      <a:pt x="99" y="43"/>
                    </a:cubicBezTo>
                    <a:cubicBezTo>
                      <a:pt x="102" y="40"/>
                      <a:pt x="103" y="37"/>
                      <a:pt x="105" y="34"/>
                    </a:cubicBezTo>
                    <a:cubicBezTo>
                      <a:pt x="108" y="31"/>
                      <a:pt x="112" y="29"/>
                      <a:pt x="116" y="29"/>
                    </a:cubicBezTo>
                    <a:cubicBezTo>
                      <a:pt x="120" y="31"/>
                      <a:pt x="124" y="34"/>
                      <a:pt x="124" y="39"/>
                    </a:cubicBezTo>
                    <a:cubicBezTo>
                      <a:pt x="124" y="41"/>
                      <a:pt x="124" y="43"/>
                      <a:pt x="124" y="45"/>
                    </a:cubicBezTo>
                    <a:cubicBezTo>
                      <a:pt x="123" y="47"/>
                      <a:pt x="123" y="49"/>
                      <a:pt x="123" y="51"/>
                    </a:cubicBezTo>
                    <a:cubicBezTo>
                      <a:pt x="121" y="53"/>
                      <a:pt x="121" y="56"/>
                      <a:pt x="120" y="58"/>
                    </a:cubicBezTo>
                    <a:cubicBezTo>
                      <a:pt x="119" y="62"/>
                      <a:pt x="117" y="67"/>
                      <a:pt x="116" y="71"/>
                    </a:cubicBezTo>
                    <a:cubicBezTo>
                      <a:pt x="114" y="78"/>
                      <a:pt x="112" y="85"/>
                      <a:pt x="110" y="91"/>
                    </a:cubicBezTo>
                    <a:lnTo>
                      <a:pt x="111" y="90"/>
                    </a:lnTo>
                    <a:cubicBezTo>
                      <a:pt x="105" y="111"/>
                      <a:pt x="100" y="132"/>
                      <a:pt x="96" y="153"/>
                    </a:cubicBezTo>
                    <a:cubicBezTo>
                      <a:pt x="95" y="158"/>
                      <a:pt x="94" y="164"/>
                      <a:pt x="92" y="169"/>
                    </a:cubicBezTo>
                    <a:cubicBezTo>
                      <a:pt x="91" y="179"/>
                      <a:pt x="89" y="187"/>
                      <a:pt x="86" y="196"/>
                    </a:cubicBezTo>
                    <a:cubicBezTo>
                      <a:pt x="82" y="209"/>
                      <a:pt x="74" y="220"/>
                      <a:pt x="62" y="227"/>
                    </a:cubicBezTo>
                    <a:cubicBezTo>
                      <a:pt x="55" y="232"/>
                      <a:pt x="47" y="234"/>
                      <a:pt x="40" y="234"/>
                    </a:cubicBezTo>
                    <a:cubicBezTo>
                      <a:pt x="35" y="234"/>
                      <a:pt x="29" y="233"/>
                      <a:pt x="24" y="2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9" name="Google Shape;2089;p22"/>
              <p:cNvSpPr/>
              <p:nvPr/>
            </p:nvSpPr>
            <p:spPr>
              <a:xfrm>
                <a:off x="2059560" y="2174400"/>
                <a:ext cx="1800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50" h="28" extrusionOk="0">
                    <a:moveTo>
                      <a:pt x="7" y="25"/>
                    </a:moveTo>
                    <a:cubicBezTo>
                      <a:pt x="4" y="21"/>
                      <a:pt x="0" y="18"/>
                      <a:pt x="0" y="13"/>
                    </a:cubicBezTo>
                    <a:cubicBezTo>
                      <a:pt x="1" y="7"/>
                      <a:pt x="5" y="2"/>
                      <a:pt x="10" y="1"/>
                    </a:cubicBezTo>
                    <a:cubicBezTo>
                      <a:pt x="16" y="0"/>
                      <a:pt x="21" y="0"/>
                      <a:pt x="27" y="1"/>
                    </a:cubicBezTo>
                    <a:cubicBezTo>
                      <a:pt x="31" y="2"/>
                      <a:pt x="36" y="2"/>
                      <a:pt x="40" y="3"/>
                    </a:cubicBezTo>
                    <a:cubicBezTo>
                      <a:pt x="46" y="3"/>
                      <a:pt x="49" y="10"/>
                      <a:pt x="48" y="15"/>
                    </a:cubicBezTo>
                    <a:cubicBezTo>
                      <a:pt x="47" y="21"/>
                      <a:pt x="42" y="24"/>
                      <a:pt x="37" y="23"/>
                    </a:cubicBezTo>
                    <a:cubicBezTo>
                      <a:pt x="35" y="23"/>
                      <a:pt x="34" y="23"/>
                      <a:pt x="33" y="23"/>
                    </a:cubicBezTo>
                    <a:cubicBezTo>
                      <a:pt x="30" y="22"/>
                      <a:pt x="27" y="22"/>
                      <a:pt x="24" y="21"/>
                    </a:cubicBezTo>
                    <a:cubicBezTo>
                      <a:pt x="24" y="23"/>
                      <a:pt x="23" y="23"/>
                      <a:pt x="23" y="24"/>
                    </a:cubicBezTo>
                    <a:cubicBezTo>
                      <a:pt x="20" y="26"/>
                      <a:pt x="17" y="27"/>
                      <a:pt x="14" y="27"/>
                    </a:cubicBezTo>
                    <a:cubicBezTo>
                      <a:pt x="12" y="27"/>
                      <a:pt x="9" y="27"/>
                      <a:pt x="7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0" name="Google Shape;2090;p22"/>
              <p:cNvSpPr/>
              <p:nvPr/>
            </p:nvSpPr>
            <p:spPr>
              <a:xfrm>
                <a:off x="2041200" y="2187000"/>
                <a:ext cx="3924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33" extrusionOk="0">
                    <a:moveTo>
                      <a:pt x="11" y="32"/>
                    </a:moveTo>
                    <a:cubicBezTo>
                      <a:pt x="6" y="32"/>
                      <a:pt x="3" y="28"/>
                      <a:pt x="1" y="24"/>
                    </a:cubicBezTo>
                    <a:cubicBezTo>
                      <a:pt x="0" y="19"/>
                      <a:pt x="3" y="14"/>
                      <a:pt x="7" y="12"/>
                    </a:cubicBezTo>
                    <a:cubicBezTo>
                      <a:pt x="9" y="11"/>
                      <a:pt x="12" y="10"/>
                      <a:pt x="14" y="10"/>
                    </a:cubicBezTo>
                    <a:cubicBezTo>
                      <a:pt x="17" y="8"/>
                      <a:pt x="21" y="9"/>
                      <a:pt x="23" y="11"/>
                    </a:cubicBezTo>
                    <a:cubicBezTo>
                      <a:pt x="25" y="11"/>
                      <a:pt x="26" y="11"/>
                      <a:pt x="28" y="11"/>
                    </a:cubicBezTo>
                    <a:cubicBezTo>
                      <a:pt x="31" y="10"/>
                      <a:pt x="35" y="10"/>
                      <a:pt x="39" y="9"/>
                    </a:cubicBezTo>
                    <a:cubicBezTo>
                      <a:pt x="38" y="9"/>
                      <a:pt x="37" y="9"/>
                      <a:pt x="37" y="9"/>
                    </a:cubicBezTo>
                    <a:cubicBezTo>
                      <a:pt x="46" y="8"/>
                      <a:pt x="55" y="6"/>
                      <a:pt x="64" y="5"/>
                    </a:cubicBezTo>
                    <a:cubicBezTo>
                      <a:pt x="75" y="3"/>
                      <a:pt x="86" y="2"/>
                      <a:pt x="97" y="0"/>
                    </a:cubicBezTo>
                    <a:cubicBezTo>
                      <a:pt x="102" y="0"/>
                      <a:pt x="106" y="4"/>
                      <a:pt x="107" y="8"/>
                    </a:cubicBezTo>
                    <a:cubicBezTo>
                      <a:pt x="108" y="13"/>
                      <a:pt x="105" y="18"/>
                      <a:pt x="100" y="19"/>
                    </a:cubicBezTo>
                    <a:cubicBezTo>
                      <a:pt x="99" y="20"/>
                      <a:pt x="97" y="20"/>
                      <a:pt x="96" y="20"/>
                    </a:cubicBezTo>
                    <a:lnTo>
                      <a:pt x="97" y="20"/>
                    </a:lnTo>
                    <a:cubicBezTo>
                      <a:pt x="83" y="21"/>
                      <a:pt x="69" y="24"/>
                      <a:pt x="56" y="27"/>
                    </a:cubicBezTo>
                    <a:cubicBezTo>
                      <a:pt x="50" y="27"/>
                      <a:pt x="44" y="28"/>
                      <a:pt x="38" y="29"/>
                    </a:cubicBezTo>
                    <a:cubicBezTo>
                      <a:pt x="35" y="30"/>
                      <a:pt x="31" y="31"/>
                      <a:pt x="28" y="31"/>
                    </a:cubicBezTo>
                    <a:cubicBezTo>
                      <a:pt x="23" y="32"/>
                      <a:pt x="19" y="32"/>
                      <a:pt x="15" y="32"/>
                    </a:cubicBezTo>
                    <a:cubicBezTo>
                      <a:pt x="14" y="32"/>
                      <a:pt x="12" y="32"/>
                      <a:pt x="11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1" name="Google Shape;2091;p22"/>
              <p:cNvSpPr/>
              <p:nvPr/>
            </p:nvSpPr>
            <p:spPr>
              <a:xfrm>
                <a:off x="2097000" y="2158920"/>
                <a:ext cx="61920" cy="76320"/>
              </a:xfrm>
              <a:custGeom>
                <a:avLst/>
                <a:gdLst/>
                <a:ahLst/>
                <a:cxnLst/>
                <a:rect l="l" t="t" r="r" b="b"/>
                <a:pathLst>
                  <a:path w="172" h="212" extrusionOk="0">
                    <a:moveTo>
                      <a:pt x="38" y="190"/>
                    </a:moveTo>
                    <a:cubicBezTo>
                      <a:pt x="40" y="190"/>
                      <a:pt x="42" y="190"/>
                      <a:pt x="44" y="190"/>
                    </a:cubicBezTo>
                    <a:cubicBezTo>
                      <a:pt x="45" y="190"/>
                      <a:pt x="47" y="189"/>
                      <a:pt x="48" y="189"/>
                    </a:cubicBezTo>
                    <a:cubicBezTo>
                      <a:pt x="50" y="189"/>
                      <a:pt x="51" y="188"/>
                      <a:pt x="53" y="187"/>
                    </a:cubicBezTo>
                    <a:cubicBezTo>
                      <a:pt x="54" y="187"/>
                      <a:pt x="56" y="186"/>
                      <a:pt x="57" y="186"/>
                    </a:cubicBezTo>
                    <a:cubicBezTo>
                      <a:pt x="57" y="185"/>
                      <a:pt x="58" y="185"/>
                      <a:pt x="58" y="185"/>
                    </a:cubicBezTo>
                    <a:cubicBezTo>
                      <a:pt x="60" y="183"/>
                      <a:pt x="60" y="183"/>
                      <a:pt x="61" y="182"/>
                    </a:cubicBezTo>
                    <a:cubicBezTo>
                      <a:pt x="63" y="181"/>
                      <a:pt x="63" y="180"/>
                      <a:pt x="64" y="179"/>
                    </a:cubicBezTo>
                    <a:cubicBezTo>
                      <a:pt x="65" y="178"/>
                      <a:pt x="65" y="177"/>
                      <a:pt x="67" y="175"/>
                    </a:cubicBezTo>
                    <a:cubicBezTo>
                      <a:pt x="67" y="174"/>
                      <a:pt x="68" y="172"/>
                      <a:pt x="69" y="171"/>
                    </a:cubicBezTo>
                    <a:cubicBezTo>
                      <a:pt x="70" y="169"/>
                      <a:pt x="70" y="167"/>
                      <a:pt x="71" y="165"/>
                    </a:cubicBezTo>
                    <a:cubicBezTo>
                      <a:pt x="71" y="162"/>
                      <a:pt x="72" y="159"/>
                      <a:pt x="72" y="157"/>
                    </a:cubicBezTo>
                    <a:cubicBezTo>
                      <a:pt x="72" y="152"/>
                      <a:pt x="72" y="148"/>
                      <a:pt x="72" y="144"/>
                    </a:cubicBezTo>
                    <a:cubicBezTo>
                      <a:pt x="62" y="150"/>
                      <a:pt x="51" y="157"/>
                      <a:pt x="41" y="164"/>
                    </a:cubicBezTo>
                    <a:cubicBezTo>
                      <a:pt x="39" y="165"/>
                      <a:pt x="36" y="167"/>
                      <a:pt x="34" y="169"/>
                    </a:cubicBezTo>
                    <a:cubicBezTo>
                      <a:pt x="32" y="170"/>
                      <a:pt x="30" y="172"/>
                      <a:pt x="28" y="173"/>
                    </a:cubicBezTo>
                    <a:cubicBezTo>
                      <a:pt x="26" y="175"/>
                      <a:pt x="25" y="177"/>
                      <a:pt x="23" y="179"/>
                    </a:cubicBezTo>
                    <a:cubicBezTo>
                      <a:pt x="23" y="179"/>
                      <a:pt x="22" y="180"/>
                      <a:pt x="22" y="181"/>
                    </a:cubicBezTo>
                    <a:cubicBezTo>
                      <a:pt x="22" y="182"/>
                      <a:pt x="22" y="182"/>
                      <a:pt x="21" y="182"/>
                    </a:cubicBezTo>
                    <a:lnTo>
                      <a:pt x="21" y="183"/>
                    </a:lnTo>
                    <a:cubicBezTo>
                      <a:pt x="21" y="183"/>
                      <a:pt x="21" y="184"/>
                      <a:pt x="21" y="185"/>
                    </a:cubicBezTo>
                    <a:lnTo>
                      <a:pt x="21" y="186"/>
                    </a:lnTo>
                    <a:cubicBezTo>
                      <a:pt x="22" y="186"/>
                      <a:pt x="22" y="186"/>
                      <a:pt x="22" y="186"/>
                    </a:cubicBezTo>
                    <a:cubicBezTo>
                      <a:pt x="22" y="187"/>
                      <a:pt x="22" y="187"/>
                      <a:pt x="23" y="187"/>
                    </a:cubicBezTo>
                    <a:lnTo>
                      <a:pt x="24" y="188"/>
                    </a:lnTo>
                    <a:cubicBezTo>
                      <a:pt x="25" y="189"/>
                      <a:pt x="26" y="189"/>
                      <a:pt x="28" y="189"/>
                    </a:cubicBezTo>
                    <a:cubicBezTo>
                      <a:pt x="29" y="190"/>
                      <a:pt x="31" y="190"/>
                      <a:pt x="33" y="190"/>
                    </a:cubicBezTo>
                    <a:cubicBezTo>
                      <a:pt x="35" y="190"/>
                      <a:pt x="36" y="190"/>
                      <a:pt x="38" y="190"/>
                    </a:cubicBezTo>
                    <a:moveTo>
                      <a:pt x="28" y="210"/>
                    </a:moveTo>
                    <a:cubicBezTo>
                      <a:pt x="25" y="210"/>
                      <a:pt x="21" y="209"/>
                      <a:pt x="18" y="208"/>
                    </a:cubicBezTo>
                    <a:cubicBezTo>
                      <a:pt x="15" y="207"/>
                      <a:pt x="12" y="205"/>
                      <a:pt x="10" y="203"/>
                    </a:cubicBezTo>
                    <a:cubicBezTo>
                      <a:pt x="5" y="199"/>
                      <a:pt x="1" y="194"/>
                      <a:pt x="1" y="188"/>
                    </a:cubicBezTo>
                    <a:cubicBezTo>
                      <a:pt x="0" y="185"/>
                      <a:pt x="0" y="182"/>
                      <a:pt x="1" y="179"/>
                    </a:cubicBezTo>
                    <a:cubicBezTo>
                      <a:pt x="1" y="175"/>
                      <a:pt x="3" y="172"/>
                      <a:pt x="5" y="169"/>
                    </a:cubicBezTo>
                    <a:cubicBezTo>
                      <a:pt x="7" y="166"/>
                      <a:pt x="9" y="164"/>
                      <a:pt x="11" y="162"/>
                    </a:cubicBezTo>
                    <a:cubicBezTo>
                      <a:pt x="13" y="159"/>
                      <a:pt x="15" y="157"/>
                      <a:pt x="18" y="155"/>
                    </a:cubicBezTo>
                    <a:cubicBezTo>
                      <a:pt x="23" y="151"/>
                      <a:pt x="30" y="147"/>
                      <a:pt x="36" y="143"/>
                    </a:cubicBezTo>
                    <a:cubicBezTo>
                      <a:pt x="40" y="140"/>
                      <a:pt x="44" y="138"/>
                      <a:pt x="48" y="136"/>
                    </a:cubicBezTo>
                    <a:cubicBezTo>
                      <a:pt x="47" y="136"/>
                      <a:pt x="47" y="136"/>
                      <a:pt x="47" y="137"/>
                    </a:cubicBezTo>
                    <a:cubicBezTo>
                      <a:pt x="48" y="136"/>
                      <a:pt x="50" y="135"/>
                      <a:pt x="51" y="134"/>
                    </a:cubicBezTo>
                    <a:cubicBezTo>
                      <a:pt x="50" y="134"/>
                      <a:pt x="50" y="134"/>
                      <a:pt x="50" y="135"/>
                    </a:cubicBezTo>
                    <a:cubicBezTo>
                      <a:pt x="57" y="131"/>
                      <a:pt x="64" y="127"/>
                      <a:pt x="71" y="123"/>
                    </a:cubicBezTo>
                    <a:cubicBezTo>
                      <a:pt x="71" y="122"/>
                      <a:pt x="72" y="122"/>
                      <a:pt x="72" y="122"/>
                    </a:cubicBezTo>
                    <a:cubicBezTo>
                      <a:pt x="72" y="120"/>
                      <a:pt x="72" y="119"/>
                      <a:pt x="72" y="118"/>
                    </a:cubicBezTo>
                    <a:cubicBezTo>
                      <a:pt x="72" y="112"/>
                      <a:pt x="71" y="105"/>
                      <a:pt x="71" y="99"/>
                    </a:cubicBezTo>
                    <a:cubicBezTo>
                      <a:pt x="71" y="86"/>
                      <a:pt x="71" y="73"/>
                      <a:pt x="74" y="60"/>
                    </a:cubicBezTo>
                    <a:cubicBezTo>
                      <a:pt x="73" y="60"/>
                      <a:pt x="72" y="61"/>
                      <a:pt x="72" y="62"/>
                    </a:cubicBezTo>
                    <a:cubicBezTo>
                      <a:pt x="66" y="68"/>
                      <a:pt x="60" y="74"/>
                      <a:pt x="54" y="80"/>
                    </a:cubicBezTo>
                    <a:cubicBezTo>
                      <a:pt x="46" y="88"/>
                      <a:pt x="37" y="96"/>
                      <a:pt x="30" y="105"/>
                    </a:cubicBezTo>
                    <a:cubicBezTo>
                      <a:pt x="28" y="108"/>
                      <a:pt x="25" y="112"/>
                      <a:pt x="23" y="115"/>
                    </a:cubicBezTo>
                    <a:cubicBezTo>
                      <a:pt x="23" y="116"/>
                      <a:pt x="23" y="116"/>
                      <a:pt x="22" y="117"/>
                    </a:cubicBezTo>
                    <a:cubicBezTo>
                      <a:pt x="19" y="122"/>
                      <a:pt x="14" y="125"/>
                      <a:pt x="8" y="122"/>
                    </a:cubicBezTo>
                    <a:cubicBezTo>
                      <a:pt x="5" y="120"/>
                      <a:pt x="4" y="118"/>
                      <a:pt x="3" y="116"/>
                    </a:cubicBezTo>
                    <a:cubicBezTo>
                      <a:pt x="2" y="112"/>
                      <a:pt x="3" y="109"/>
                      <a:pt x="4" y="106"/>
                    </a:cubicBezTo>
                    <a:cubicBezTo>
                      <a:pt x="10" y="96"/>
                      <a:pt x="18" y="87"/>
                      <a:pt x="27" y="78"/>
                    </a:cubicBezTo>
                    <a:cubicBezTo>
                      <a:pt x="26" y="78"/>
                      <a:pt x="26" y="79"/>
                      <a:pt x="26" y="79"/>
                    </a:cubicBezTo>
                    <a:cubicBezTo>
                      <a:pt x="27" y="78"/>
                      <a:pt x="28" y="77"/>
                      <a:pt x="29" y="76"/>
                    </a:cubicBezTo>
                    <a:cubicBezTo>
                      <a:pt x="29" y="77"/>
                      <a:pt x="28" y="77"/>
                      <a:pt x="28" y="77"/>
                    </a:cubicBezTo>
                    <a:cubicBezTo>
                      <a:pt x="29" y="77"/>
                      <a:pt x="29" y="76"/>
                      <a:pt x="30" y="75"/>
                    </a:cubicBezTo>
                    <a:cubicBezTo>
                      <a:pt x="30" y="75"/>
                      <a:pt x="30" y="76"/>
                      <a:pt x="29" y="76"/>
                    </a:cubicBezTo>
                    <a:cubicBezTo>
                      <a:pt x="31" y="74"/>
                      <a:pt x="32" y="73"/>
                      <a:pt x="34" y="71"/>
                    </a:cubicBezTo>
                    <a:cubicBezTo>
                      <a:pt x="33" y="71"/>
                      <a:pt x="33" y="72"/>
                      <a:pt x="33" y="72"/>
                    </a:cubicBezTo>
                    <a:cubicBezTo>
                      <a:pt x="34" y="71"/>
                      <a:pt x="35" y="71"/>
                      <a:pt x="35" y="70"/>
                    </a:cubicBezTo>
                    <a:cubicBezTo>
                      <a:pt x="35" y="70"/>
                      <a:pt x="35" y="71"/>
                      <a:pt x="34" y="71"/>
                    </a:cubicBezTo>
                    <a:cubicBezTo>
                      <a:pt x="38" y="67"/>
                      <a:pt x="42" y="63"/>
                      <a:pt x="46" y="59"/>
                    </a:cubicBezTo>
                    <a:cubicBezTo>
                      <a:pt x="60" y="46"/>
                      <a:pt x="73" y="32"/>
                      <a:pt x="85" y="17"/>
                    </a:cubicBezTo>
                    <a:cubicBezTo>
                      <a:pt x="86" y="15"/>
                      <a:pt x="88" y="13"/>
                      <a:pt x="89" y="11"/>
                    </a:cubicBezTo>
                    <a:cubicBezTo>
                      <a:pt x="90" y="10"/>
                      <a:pt x="90" y="9"/>
                      <a:pt x="91" y="8"/>
                    </a:cubicBezTo>
                    <a:cubicBezTo>
                      <a:pt x="93" y="3"/>
                      <a:pt x="100" y="0"/>
                      <a:pt x="104" y="3"/>
                    </a:cubicBezTo>
                    <a:cubicBezTo>
                      <a:pt x="110" y="6"/>
                      <a:pt x="112" y="12"/>
                      <a:pt x="109" y="17"/>
                    </a:cubicBezTo>
                    <a:cubicBezTo>
                      <a:pt x="109" y="18"/>
                      <a:pt x="109" y="18"/>
                      <a:pt x="108" y="20"/>
                    </a:cubicBezTo>
                    <a:cubicBezTo>
                      <a:pt x="106" y="23"/>
                      <a:pt x="105" y="26"/>
                      <a:pt x="103" y="29"/>
                    </a:cubicBezTo>
                    <a:cubicBezTo>
                      <a:pt x="100" y="37"/>
                      <a:pt x="97" y="45"/>
                      <a:pt x="95" y="53"/>
                    </a:cubicBezTo>
                    <a:cubicBezTo>
                      <a:pt x="94" y="59"/>
                      <a:pt x="93" y="65"/>
                      <a:pt x="92" y="70"/>
                    </a:cubicBezTo>
                    <a:lnTo>
                      <a:pt x="92" y="69"/>
                    </a:lnTo>
                    <a:cubicBezTo>
                      <a:pt x="91" y="77"/>
                      <a:pt x="90" y="86"/>
                      <a:pt x="90" y="94"/>
                    </a:cubicBezTo>
                    <a:cubicBezTo>
                      <a:pt x="90" y="99"/>
                      <a:pt x="90" y="105"/>
                      <a:pt x="91" y="111"/>
                    </a:cubicBezTo>
                    <a:cubicBezTo>
                      <a:pt x="94" y="108"/>
                      <a:pt x="97" y="106"/>
                      <a:pt x="100" y="105"/>
                    </a:cubicBezTo>
                    <a:cubicBezTo>
                      <a:pt x="109" y="99"/>
                      <a:pt x="117" y="92"/>
                      <a:pt x="126" y="86"/>
                    </a:cubicBezTo>
                    <a:cubicBezTo>
                      <a:pt x="132" y="81"/>
                      <a:pt x="138" y="76"/>
                      <a:pt x="144" y="71"/>
                    </a:cubicBezTo>
                    <a:cubicBezTo>
                      <a:pt x="146" y="68"/>
                      <a:pt x="149" y="64"/>
                      <a:pt x="153" y="62"/>
                    </a:cubicBezTo>
                    <a:cubicBezTo>
                      <a:pt x="156" y="60"/>
                      <a:pt x="160" y="60"/>
                      <a:pt x="163" y="62"/>
                    </a:cubicBezTo>
                    <a:cubicBezTo>
                      <a:pt x="167" y="64"/>
                      <a:pt x="169" y="67"/>
                      <a:pt x="170" y="71"/>
                    </a:cubicBezTo>
                    <a:cubicBezTo>
                      <a:pt x="171" y="75"/>
                      <a:pt x="170" y="79"/>
                      <a:pt x="170" y="83"/>
                    </a:cubicBezTo>
                    <a:cubicBezTo>
                      <a:pt x="170" y="86"/>
                      <a:pt x="169" y="89"/>
                      <a:pt x="169" y="92"/>
                    </a:cubicBezTo>
                    <a:cubicBezTo>
                      <a:pt x="169" y="95"/>
                      <a:pt x="168" y="99"/>
                      <a:pt x="168" y="103"/>
                    </a:cubicBezTo>
                    <a:cubicBezTo>
                      <a:pt x="166" y="117"/>
                      <a:pt x="165" y="132"/>
                      <a:pt x="165" y="145"/>
                    </a:cubicBezTo>
                    <a:cubicBezTo>
                      <a:pt x="166" y="151"/>
                      <a:pt x="166" y="157"/>
                      <a:pt x="166" y="162"/>
                    </a:cubicBezTo>
                    <a:cubicBezTo>
                      <a:pt x="166" y="168"/>
                      <a:pt x="162" y="173"/>
                      <a:pt x="156" y="173"/>
                    </a:cubicBezTo>
                    <a:cubicBezTo>
                      <a:pt x="151" y="174"/>
                      <a:pt x="145" y="169"/>
                      <a:pt x="145" y="164"/>
                    </a:cubicBezTo>
                    <a:cubicBezTo>
                      <a:pt x="144" y="157"/>
                      <a:pt x="145" y="150"/>
                      <a:pt x="145" y="143"/>
                    </a:cubicBezTo>
                    <a:cubicBezTo>
                      <a:pt x="145" y="137"/>
                      <a:pt x="145" y="130"/>
                      <a:pt x="146" y="124"/>
                    </a:cubicBezTo>
                    <a:cubicBezTo>
                      <a:pt x="146" y="117"/>
                      <a:pt x="147" y="109"/>
                      <a:pt x="148" y="102"/>
                    </a:cubicBezTo>
                    <a:cubicBezTo>
                      <a:pt x="148" y="99"/>
                      <a:pt x="148" y="96"/>
                      <a:pt x="149" y="92"/>
                    </a:cubicBezTo>
                    <a:cubicBezTo>
                      <a:pt x="145" y="96"/>
                      <a:pt x="141" y="99"/>
                      <a:pt x="137" y="102"/>
                    </a:cubicBezTo>
                    <a:cubicBezTo>
                      <a:pt x="129" y="108"/>
                      <a:pt x="120" y="114"/>
                      <a:pt x="111" y="120"/>
                    </a:cubicBezTo>
                    <a:cubicBezTo>
                      <a:pt x="105" y="124"/>
                      <a:pt x="99" y="128"/>
                      <a:pt x="92" y="132"/>
                    </a:cubicBezTo>
                    <a:cubicBezTo>
                      <a:pt x="92" y="138"/>
                      <a:pt x="92" y="143"/>
                      <a:pt x="92" y="149"/>
                    </a:cubicBezTo>
                    <a:cubicBezTo>
                      <a:pt x="92" y="156"/>
                      <a:pt x="92" y="162"/>
                      <a:pt x="90" y="169"/>
                    </a:cubicBezTo>
                    <a:cubicBezTo>
                      <a:pt x="88" y="176"/>
                      <a:pt x="85" y="183"/>
                      <a:pt x="81" y="189"/>
                    </a:cubicBezTo>
                    <a:cubicBezTo>
                      <a:pt x="74" y="201"/>
                      <a:pt x="61" y="207"/>
                      <a:pt x="48" y="210"/>
                    </a:cubicBezTo>
                    <a:cubicBezTo>
                      <a:pt x="44" y="211"/>
                      <a:pt x="41" y="211"/>
                      <a:pt x="37" y="211"/>
                    </a:cubicBezTo>
                    <a:cubicBezTo>
                      <a:pt x="35" y="211"/>
                      <a:pt x="31" y="211"/>
                      <a:pt x="28" y="2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2" name="Google Shape;2092;p22"/>
              <p:cNvSpPr/>
              <p:nvPr/>
            </p:nvSpPr>
            <p:spPr>
              <a:xfrm>
                <a:off x="2165400" y="2153520"/>
                <a:ext cx="12240" cy="18360"/>
              </a:xfrm>
              <a:custGeom>
                <a:avLst/>
                <a:gdLst/>
                <a:ahLst/>
                <a:cxnLst/>
                <a:rect l="l" t="t" r="r" b="b"/>
                <a:pathLst>
                  <a:path w="34" h="51" extrusionOk="0">
                    <a:moveTo>
                      <a:pt x="10" y="50"/>
                    </a:moveTo>
                    <a:cubicBezTo>
                      <a:pt x="5" y="50"/>
                      <a:pt x="0" y="44"/>
                      <a:pt x="0" y="39"/>
                    </a:cubicBezTo>
                    <a:cubicBezTo>
                      <a:pt x="1" y="32"/>
                      <a:pt x="2" y="26"/>
                      <a:pt x="4" y="20"/>
                    </a:cubicBezTo>
                    <a:cubicBezTo>
                      <a:pt x="4" y="16"/>
                      <a:pt x="5" y="13"/>
                      <a:pt x="7" y="10"/>
                    </a:cubicBezTo>
                    <a:cubicBezTo>
                      <a:pt x="8" y="8"/>
                      <a:pt x="9" y="5"/>
                      <a:pt x="11" y="4"/>
                    </a:cubicBezTo>
                    <a:cubicBezTo>
                      <a:pt x="15" y="0"/>
                      <a:pt x="18" y="0"/>
                      <a:pt x="23" y="0"/>
                    </a:cubicBezTo>
                    <a:cubicBezTo>
                      <a:pt x="29" y="1"/>
                      <a:pt x="33" y="6"/>
                      <a:pt x="33" y="12"/>
                    </a:cubicBezTo>
                    <a:cubicBezTo>
                      <a:pt x="32" y="16"/>
                      <a:pt x="29" y="19"/>
                      <a:pt x="26" y="21"/>
                    </a:cubicBezTo>
                    <a:cubicBezTo>
                      <a:pt x="25" y="22"/>
                      <a:pt x="25" y="24"/>
                      <a:pt x="24" y="25"/>
                    </a:cubicBezTo>
                    <a:cubicBezTo>
                      <a:pt x="23" y="29"/>
                      <a:pt x="22" y="33"/>
                      <a:pt x="21" y="37"/>
                    </a:cubicBezTo>
                    <a:cubicBezTo>
                      <a:pt x="21" y="39"/>
                      <a:pt x="21" y="39"/>
                      <a:pt x="21" y="40"/>
                    </a:cubicBezTo>
                    <a:cubicBezTo>
                      <a:pt x="21" y="43"/>
                      <a:pt x="20" y="46"/>
                      <a:pt x="18" y="47"/>
                    </a:cubicBezTo>
                    <a:cubicBezTo>
                      <a:pt x="16" y="49"/>
                      <a:pt x="13" y="50"/>
                      <a:pt x="11" y="50"/>
                    </a:cubicBezTo>
                    <a:lnTo>
                      <a:pt x="10" y="5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3" name="Google Shape;2093;p22"/>
              <p:cNvSpPr/>
              <p:nvPr/>
            </p:nvSpPr>
            <p:spPr>
              <a:xfrm>
                <a:off x="2177280" y="2168280"/>
                <a:ext cx="41040" cy="6228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73" extrusionOk="0">
                    <a:moveTo>
                      <a:pt x="8" y="171"/>
                    </a:moveTo>
                    <a:cubicBezTo>
                      <a:pt x="7" y="170"/>
                      <a:pt x="5" y="169"/>
                      <a:pt x="3" y="168"/>
                    </a:cubicBezTo>
                    <a:cubicBezTo>
                      <a:pt x="2" y="165"/>
                      <a:pt x="1" y="162"/>
                      <a:pt x="0" y="160"/>
                    </a:cubicBezTo>
                    <a:cubicBezTo>
                      <a:pt x="0" y="157"/>
                      <a:pt x="0" y="153"/>
                      <a:pt x="0" y="150"/>
                    </a:cubicBezTo>
                    <a:cubicBezTo>
                      <a:pt x="0" y="147"/>
                      <a:pt x="1" y="143"/>
                      <a:pt x="2" y="139"/>
                    </a:cubicBezTo>
                    <a:cubicBezTo>
                      <a:pt x="3" y="134"/>
                      <a:pt x="4" y="128"/>
                      <a:pt x="7" y="123"/>
                    </a:cubicBezTo>
                    <a:cubicBezTo>
                      <a:pt x="7" y="112"/>
                      <a:pt x="8" y="101"/>
                      <a:pt x="9" y="90"/>
                    </a:cubicBezTo>
                    <a:cubicBezTo>
                      <a:pt x="10" y="79"/>
                      <a:pt x="10" y="68"/>
                      <a:pt x="12" y="57"/>
                    </a:cubicBezTo>
                    <a:cubicBezTo>
                      <a:pt x="13" y="46"/>
                      <a:pt x="15" y="35"/>
                      <a:pt x="17" y="24"/>
                    </a:cubicBezTo>
                    <a:cubicBezTo>
                      <a:pt x="17" y="23"/>
                      <a:pt x="17" y="21"/>
                      <a:pt x="18" y="20"/>
                    </a:cubicBezTo>
                    <a:cubicBezTo>
                      <a:pt x="18" y="17"/>
                      <a:pt x="18" y="14"/>
                      <a:pt x="18" y="10"/>
                    </a:cubicBezTo>
                    <a:cubicBezTo>
                      <a:pt x="19" y="5"/>
                      <a:pt x="24" y="0"/>
                      <a:pt x="29" y="0"/>
                    </a:cubicBezTo>
                    <a:cubicBezTo>
                      <a:pt x="35" y="1"/>
                      <a:pt x="40" y="6"/>
                      <a:pt x="39" y="12"/>
                    </a:cubicBezTo>
                    <a:cubicBezTo>
                      <a:pt x="39" y="17"/>
                      <a:pt x="39" y="22"/>
                      <a:pt x="38" y="27"/>
                    </a:cubicBezTo>
                    <a:cubicBezTo>
                      <a:pt x="37" y="33"/>
                      <a:pt x="36" y="38"/>
                      <a:pt x="35" y="43"/>
                    </a:cubicBezTo>
                    <a:cubicBezTo>
                      <a:pt x="33" y="52"/>
                      <a:pt x="32" y="62"/>
                      <a:pt x="31" y="72"/>
                    </a:cubicBezTo>
                    <a:cubicBezTo>
                      <a:pt x="30" y="76"/>
                      <a:pt x="29" y="81"/>
                      <a:pt x="29" y="86"/>
                    </a:cubicBezTo>
                    <a:cubicBezTo>
                      <a:pt x="30" y="84"/>
                      <a:pt x="31" y="83"/>
                      <a:pt x="32" y="82"/>
                    </a:cubicBezTo>
                    <a:cubicBezTo>
                      <a:pt x="36" y="77"/>
                      <a:pt x="41" y="71"/>
                      <a:pt x="46" y="66"/>
                    </a:cubicBezTo>
                    <a:cubicBezTo>
                      <a:pt x="49" y="62"/>
                      <a:pt x="53" y="58"/>
                      <a:pt x="57" y="54"/>
                    </a:cubicBezTo>
                    <a:cubicBezTo>
                      <a:pt x="64" y="46"/>
                      <a:pt x="72" y="38"/>
                      <a:pt x="80" y="31"/>
                    </a:cubicBezTo>
                    <a:cubicBezTo>
                      <a:pt x="81" y="29"/>
                      <a:pt x="83" y="28"/>
                      <a:pt x="85" y="27"/>
                    </a:cubicBezTo>
                    <a:cubicBezTo>
                      <a:pt x="87" y="25"/>
                      <a:pt x="89" y="24"/>
                      <a:pt x="92" y="23"/>
                    </a:cubicBezTo>
                    <a:cubicBezTo>
                      <a:pt x="98" y="22"/>
                      <a:pt x="102" y="25"/>
                      <a:pt x="106" y="29"/>
                    </a:cubicBezTo>
                    <a:cubicBezTo>
                      <a:pt x="110" y="34"/>
                      <a:pt x="112" y="41"/>
                      <a:pt x="112" y="47"/>
                    </a:cubicBezTo>
                    <a:cubicBezTo>
                      <a:pt x="113" y="52"/>
                      <a:pt x="113" y="58"/>
                      <a:pt x="113" y="64"/>
                    </a:cubicBezTo>
                    <a:cubicBezTo>
                      <a:pt x="113" y="63"/>
                      <a:pt x="113" y="63"/>
                      <a:pt x="113" y="62"/>
                    </a:cubicBezTo>
                    <a:cubicBezTo>
                      <a:pt x="113" y="66"/>
                      <a:pt x="113" y="70"/>
                      <a:pt x="113" y="74"/>
                    </a:cubicBezTo>
                    <a:lnTo>
                      <a:pt x="113" y="73"/>
                    </a:lnTo>
                    <a:cubicBezTo>
                      <a:pt x="113" y="81"/>
                      <a:pt x="113" y="90"/>
                      <a:pt x="113" y="98"/>
                    </a:cubicBezTo>
                    <a:cubicBezTo>
                      <a:pt x="112" y="107"/>
                      <a:pt x="112" y="116"/>
                      <a:pt x="110" y="125"/>
                    </a:cubicBezTo>
                    <a:cubicBezTo>
                      <a:pt x="109" y="130"/>
                      <a:pt x="103" y="134"/>
                      <a:pt x="98" y="133"/>
                    </a:cubicBezTo>
                    <a:cubicBezTo>
                      <a:pt x="92" y="132"/>
                      <a:pt x="88" y="126"/>
                      <a:pt x="89" y="120"/>
                    </a:cubicBezTo>
                    <a:cubicBezTo>
                      <a:pt x="89" y="117"/>
                      <a:pt x="90" y="113"/>
                      <a:pt x="91" y="110"/>
                    </a:cubicBezTo>
                    <a:cubicBezTo>
                      <a:pt x="92" y="98"/>
                      <a:pt x="93" y="87"/>
                      <a:pt x="93" y="74"/>
                    </a:cubicBezTo>
                    <a:cubicBezTo>
                      <a:pt x="93" y="67"/>
                      <a:pt x="93" y="59"/>
                      <a:pt x="92" y="51"/>
                    </a:cubicBezTo>
                    <a:cubicBezTo>
                      <a:pt x="92" y="49"/>
                      <a:pt x="92" y="48"/>
                      <a:pt x="91" y="47"/>
                    </a:cubicBezTo>
                    <a:cubicBezTo>
                      <a:pt x="87" y="51"/>
                      <a:pt x="83" y="55"/>
                      <a:pt x="79" y="59"/>
                    </a:cubicBezTo>
                    <a:cubicBezTo>
                      <a:pt x="79" y="58"/>
                      <a:pt x="80" y="58"/>
                      <a:pt x="80" y="58"/>
                    </a:cubicBezTo>
                    <a:cubicBezTo>
                      <a:pt x="69" y="69"/>
                      <a:pt x="58" y="80"/>
                      <a:pt x="49" y="93"/>
                    </a:cubicBezTo>
                    <a:cubicBezTo>
                      <a:pt x="43" y="100"/>
                      <a:pt x="38" y="107"/>
                      <a:pt x="34" y="115"/>
                    </a:cubicBezTo>
                    <a:lnTo>
                      <a:pt x="34" y="114"/>
                    </a:lnTo>
                    <a:cubicBezTo>
                      <a:pt x="31" y="119"/>
                      <a:pt x="29" y="123"/>
                      <a:pt x="27" y="129"/>
                    </a:cubicBezTo>
                    <a:cubicBezTo>
                      <a:pt x="26" y="132"/>
                      <a:pt x="26" y="136"/>
                      <a:pt x="26" y="139"/>
                    </a:cubicBezTo>
                    <a:cubicBezTo>
                      <a:pt x="25" y="143"/>
                      <a:pt x="25" y="146"/>
                      <a:pt x="25" y="150"/>
                    </a:cubicBezTo>
                    <a:cubicBezTo>
                      <a:pt x="25" y="152"/>
                      <a:pt x="25" y="154"/>
                      <a:pt x="25" y="156"/>
                    </a:cubicBezTo>
                    <a:cubicBezTo>
                      <a:pt x="25" y="157"/>
                      <a:pt x="25" y="159"/>
                      <a:pt x="24" y="160"/>
                    </a:cubicBezTo>
                    <a:cubicBezTo>
                      <a:pt x="24" y="162"/>
                      <a:pt x="24" y="164"/>
                      <a:pt x="22" y="166"/>
                    </a:cubicBezTo>
                    <a:cubicBezTo>
                      <a:pt x="21" y="170"/>
                      <a:pt x="17" y="172"/>
                      <a:pt x="13" y="172"/>
                    </a:cubicBezTo>
                    <a:cubicBezTo>
                      <a:pt x="11" y="172"/>
                      <a:pt x="10" y="172"/>
                      <a:pt x="8" y="17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4" name="Google Shape;2094;p22"/>
              <p:cNvSpPr/>
              <p:nvPr/>
            </p:nvSpPr>
            <p:spPr>
              <a:xfrm>
                <a:off x="2238480" y="2162520"/>
                <a:ext cx="32760" cy="61560"/>
              </a:xfrm>
              <a:custGeom>
                <a:avLst/>
                <a:gdLst/>
                <a:ahLst/>
                <a:cxnLst/>
                <a:rect l="l" t="t" r="r" b="b"/>
                <a:pathLst>
                  <a:path w="91" h="171" extrusionOk="0">
                    <a:moveTo>
                      <a:pt x="70" y="166"/>
                    </a:moveTo>
                    <a:cubicBezTo>
                      <a:pt x="63" y="155"/>
                      <a:pt x="56" y="144"/>
                      <a:pt x="50" y="133"/>
                    </a:cubicBezTo>
                    <a:cubicBezTo>
                      <a:pt x="44" y="123"/>
                      <a:pt x="38" y="113"/>
                      <a:pt x="33" y="103"/>
                    </a:cubicBezTo>
                    <a:cubicBezTo>
                      <a:pt x="31" y="97"/>
                      <a:pt x="28" y="92"/>
                      <a:pt x="26" y="88"/>
                    </a:cubicBezTo>
                    <a:cubicBezTo>
                      <a:pt x="23" y="82"/>
                      <a:pt x="21" y="78"/>
                      <a:pt x="19" y="73"/>
                    </a:cubicBezTo>
                    <a:cubicBezTo>
                      <a:pt x="13" y="59"/>
                      <a:pt x="7" y="45"/>
                      <a:pt x="3" y="31"/>
                    </a:cubicBezTo>
                    <a:cubicBezTo>
                      <a:pt x="2" y="26"/>
                      <a:pt x="1" y="22"/>
                      <a:pt x="1" y="17"/>
                    </a:cubicBezTo>
                    <a:cubicBezTo>
                      <a:pt x="0" y="12"/>
                      <a:pt x="2" y="8"/>
                      <a:pt x="5" y="5"/>
                    </a:cubicBezTo>
                    <a:cubicBezTo>
                      <a:pt x="9" y="1"/>
                      <a:pt x="15" y="0"/>
                      <a:pt x="20" y="4"/>
                    </a:cubicBezTo>
                    <a:cubicBezTo>
                      <a:pt x="21" y="5"/>
                      <a:pt x="21" y="6"/>
                      <a:pt x="22" y="7"/>
                    </a:cubicBezTo>
                    <a:cubicBezTo>
                      <a:pt x="26" y="11"/>
                      <a:pt x="26" y="16"/>
                      <a:pt x="23" y="21"/>
                    </a:cubicBezTo>
                    <a:cubicBezTo>
                      <a:pt x="23" y="23"/>
                      <a:pt x="24" y="26"/>
                      <a:pt x="24" y="29"/>
                    </a:cubicBezTo>
                    <a:cubicBezTo>
                      <a:pt x="27" y="39"/>
                      <a:pt x="31" y="49"/>
                      <a:pt x="35" y="58"/>
                    </a:cubicBezTo>
                    <a:cubicBezTo>
                      <a:pt x="38" y="64"/>
                      <a:pt x="40" y="69"/>
                      <a:pt x="42" y="75"/>
                    </a:cubicBezTo>
                    <a:cubicBezTo>
                      <a:pt x="45" y="81"/>
                      <a:pt x="48" y="86"/>
                      <a:pt x="50" y="92"/>
                    </a:cubicBezTo>
                    <a:cubicBezTo>
                      <a:pt x="55" y="102"/>
                      <a:pt x="61" y="112"/>
                      <a:pt x="66" y="122"/>
                    </a:cubicBezTo>
                    <a:cubicBezTo>
                      <a:pt x="73" y="133"/>
                      <a:pt x="79" y="144"/>
                      <a:pt x="87" y="155"/>
                    </a:cubicBezTo>
                    <a:cubicBezTo>
                      <a:pt x="90" y="159"/>
                      <a:pt x="88" y="165"/>
                      <a:pt x="84" y="169"/>
                    </a:cubicBezTo>
                    <a:cubicBezTo>
                      <a:pt x="82" y="169"/>
                      <a:pt x="80" y="170"/>
                      <a:pt x="79" y="170"/>
                    </a:cubicBezTo>
                    <a:cubicBezTo>
                      <a:pt x="75" y="170"/>
                      <a:pt x="72" y="169"/>
                      <a:pt x="70" y="1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5" name="Google Shape;2095;p22"/>
              <p:cNvSpPr/>
              <p:nvPr/>
            </p:nvSpPr>
            <p:spPr>
              <a:xfrm>
                <a:off x="2226960" y="2174040"/>
                <a:ext cx="64080" cy="60480"/>
              </a:xfrm>
              <a:custGeom>
                <a:avLst/>
                <a:gdLst/>
                <a:ahLst/>
                <a:cxnLst/>
                <a:rect l="l" t="t" r="r" b="b"/>
                <a:pathLst>
                  <a:path w="178" h="168" extrusionOk="0">
                    <a:moveTo>
                      <a:pt x="7" y="166"/>
                    </a:moveTo>
                    <a:cubicBezTo>
                      <a:pt x="3" y="164"/>
                      <a:pt x="0" y="158"/>
                      <a:pt x="3" y="153"/>
                    </a:cubicBezTo>
                    <a:cubicBezTo>
                      <a:pt x="9" y="143"/>
                      <a:pt x="15" y="132"/>
                      <a:pt x="21" y="122"/>
                    </a:cubicBezTo>
                    <a:cubicBezTo>
                      <a:pt x="30" y="109"/>
                      <a:pt x="38" y="94"/>
                      <a:pt x="48" y="81"/>
                    </a:cubicBezTo>
                    <a:cubicBezTo>
                      <a:pt x="56" y="68"/>
                      <a:pt x="66" y="57"/>
                      <a:pt x="76" y="45"/>
                    </a:cubicBezTo>
                    <a:cubicBezTo>
                      <a:pt x="86" y="35"/>
                      <a:pt x="97" y="25"/>
                      <a:pt x="109" y="16"/>
                    </a:cubicBezTo>
                    <a:cubicBezTo>
                      <a:pt x="120" y="8"/>
                      <a:pt x="133" y="0"/>
                      <a:pt x="148" y="1"/>
                    </a:cubicBezTo>
                    <a:cubicBezTo>
                      <a:pt x="155" y="1"/>
                      <a:pt x="162" y="5"/>
                      <a:pt x="169" y="8"/>
                    </a:cubicBezTo>
                    <a:cubicBezTo>
                      <a:pt x="175" y="11"/>
                      <a:pt x="177" y="18"/>
                      <a:pt x="175" y="23"/>
                    </a:cubicBezTo>
                    <a:cubicBezTo>
                      <a:pt x="172" y="28"/>
                      <a:pt x="165" y="30"/>
                      <a:pt x="160" y="28"/>
                    </a:cubicBezTo>
                    <a:cubicBezTo>
                      <a:pt x="157" y="26"/>
                      <a:pt x="154" y="25"/>
                      <a:pt x="151" y="23"/>
                    </a:cubicBezTo>
                    <a:cubicBezTo>
                      <a:pt x="150" y="23"/>
                      <a:pt x="150" y="23"/>
                      <a:pt x="150" y="22"/>
                    </a:cubicBezTo>
                    <a:cubicBezTo>
                      <a:pt x="148" y="22"/>
                      <a:pt x="147" y="22"/>
                      <a:pt x="146" y="22"/>
                    </a:cubicBezTo>
                    <a:lnTo>
                      <a:pt x="145" y="22"/>
                    </a:lnTo>
                    <a:cubicBezTo>
                      <a:pt x="144" y="22"/>
                      <a:pt x="144" y="22"/>
                      <a:pt x="144" y="22"/>
                    </a:cubicBezTo>
                    <a:cubicBezTo>
                      <a:pt x="143" y="22"/>
                      <a:pt x="141" y="22"/>
                      <a:pt x="140" y="23"/>
                    </a:cubicBezTo>
                    <a:cubicBezTo>
                      <a:pt x="138" y="24"/>
                      <a:pt x="136" y="24"/>
                      <a:pt x="133" y="25"/>
                    </a:cubicBezTo>
                    <a:cubicBezTo>
                      <a:pt x="134" y="25"/>
                      <a:pt x="134" y="25"/>
                      <a:pt x="134" y="25"/>
                    </a:cubicBezTo>
                    <a:cubicBezTo>
                      <a:pt x="133" y="25"/>
                      <a:pt x="130" y="26"/>
                      <a:pt x="129" y="28"/>
                    </a:cubicBezTo>
                    <a:lnTo>
                      <a:pt x="129" y="27"/>
                    </a:lnTo>
                    <a:cubicBezTo>
                      <a:pt x="129" y="28"/>
                      <a:pt x="129" y="28"/>
                      <a:pt x="129" y="28"/>
                    </a:cubicBezTo>
                    <a:cubicBezTo>
                      <a:pt x="128" y="28"/>
                      <a:pt x="128" y="28"/>
                      <a:pt x="128" y="28"/>
                    </a:cubicBezTo>
                    <a:lnTo>
                      <a:pt x="129" y="28"/>
                    </a:lnTo>
                    <a:cubicBezTo>
                      <a:pt x="123" y="30"/>
                      <a:pt x="119" y="34"/>
                      <a:pt x="114" y="37"/>
                    </a:cubicBezTo>
                    <a:cubicBezTo>
                      <a:pt x="115" y="37"/>
                      <a:pt x="115" y="37"/>
                      <a:pt x="115" y="36"/>
                    </a:cubicBezTo>
                    <a:cubicBezTo>
                      <a:pt x="108" y="42"/>
                      <a:pt x="102" y="47"/>
                      <a:pt x="96" y="54"/>
                    </a:cubicBezTo>
                    <a:cubicBezTo>
                      <a:pt x="96" y="53"/>
                      <a:pt x="96" y="53"/>
                      <a:pt x="96" y="53"/>
                    </a:cubicBezTo>
                    <a:cubicBezTo>
                      <a:pt x="87" y="63"/>
                      <a:pt x="79" y="72"/>
                      <a:pt x="71" y="82"/>
                    </a:cubicBezTo>
                    <a:lnTo>
                      <a:pt x="72" y="81"/>
                    </a:lnTo>
                    <a:cubicBezTo>
                      <a:pt x="59" y="97"/>
                      <a:pt x="49" y="114"/>
                      <a:pt x="38" y="131"/>
                    </a:cubicBezTo>
                    <a:cubicBezTo>
                      <a:pt x="32" y="142"/>
                      <a:pt x="25" y="152"/>
                      <a:pt x="19" y="163"/>
                    </a:cubicBezTo>
                    <a:cubicBezTo>
                      <a:pt x="17" y="165"/>
                      <a:pt x="14" y="167"/>
                      <a:pt x="12" y="167"/>
                    </a:cubicBezTo>
                    <a:cubicBezTo>
                      <a:pt x="10" y="167"/>
                      <a:pt x="9" y="166"/>
                      <a:pt x="7" y="1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6" name="Google Shape;2096;p22"/>
              <p:cNvSpPr/>
              <p:nvPr/>
            </p:nvSpPr>
            <p:spPr>
              <a:xfrm>
                <a:off x="1631160" y="2267640"/>
                <a:ext cx="14400" cy="227880"/>
              </a:xfrm>
              <a:custGeom>
                <a:avLst/>
                <a:gdLst/>
                <a:ahLst/>
                <a:cxnLst/>
                <a:rect l="l" t="t" r="r" b="b"/>
                <a:pathLst>
                  <a:path w="40" h="633" extrusionOk="0">
                    <a:moveTo>
                      <a:pt x="28" y="632"/>
                    </a:moveTo>
                    <a:cubicBezTo>
                      <a:pt x="23" y="631"/>
                      <a:pt x="18" y="627"/>
                      <a:pt x="19" y="621"/>
                    </a:cubicBezTo>
                    <a:cubicBezTo>
                      <a:pt x="20" y="610"/>
                      <a:pt x="21" y="598"/>
                      <a:pt x="20" y="586"/>
                    </a:cubicBezTo>
                    <a:cubicBezTo>
                      <a:pt x="20" y="587"/>
                      <a:pt x="20" y="587"/>
                      <a:pt x="20" y="587"/>
                    </a:cubicBezTo>
                    <a:cubicBezTo>
                      <a:pt x="20" y="582"/>
                      <a:pt x="20" y="577"/>
                      <a:pt x="20" y="572"/>
                    </a:cubicBezTo>
                    <a:cubicBezTo>
                      <a:pt x="20" y="572"/>
                      <a:pt x="20" y="573"/>
                      <a:pt x="20" y="574"/>
                    </a:cubicBezTo>
                    <a:cubicBezTo>
                      <a:pt x="19" y="552"/>
                      <a:pt x="19" y="530"/>
                      <a:pt x="18" y="509"/>
                    </a:cubicBezTo>
                    <a:cubicBezTo>
                      <a:pt x="17" y="490"/>
                      <a:pt x="16" y="470"/>
                      <a:pt x="16" y="451"/>
                    </a:cubicBezTo>
                    <a:cubicBezTo>
                      <a:pt x="15" y="410"/>
                      <a:pt x="15" y="369"/>
                      <a:pt x="15" y="328"/>
                    </a:cubicBezTo>
                    <a:cubicBezTo>
                      <a:pt x="15" y="316"/>
                      <a:pt x="15" y="304"/>
                      <a:pt x="15" y="291"/>
                    </a:cubicBezTo>
                    <a:cubicBezTo>
                      <a:pt x="15" y="270"/>
                      <a:pt x="14" y="248"/>
                      <a:pt x="14" y="227"/>
                    </a:cubicBezTo>
                    <a:cubicBezTo>
                      <a:pt x="13" y="208"/>
                      <a:pt x="12" y="188"/>
                      <a:pt x="11" y="169"/>
                    </a:cubicBezTo>
                    <a:cubicBezTo>
                      <a:pt x="10" y="148"/>
                      <a:pt x="9" y="127"/>
                      <a:pt x="7" y="106"/>
                    </a:cubicBezTo>
                    <a:cubicBezTo>
                      <a:pt x="7" y="95"/>
                      <a:pt x="5" y="84"/>
                      <a:pt x="5" y="73"/>
                    </a:cubicBezTo>
                    <a:cubicBezTo>
                      <a:pt x="4" y="61"/>
                      <a:pt x="2" y="50"/>
                      <a:pt x="1" y="39"/>
                    </a:cubicBezTo>
                    <a:cubicBezTo>
                      <a:pt x="0" y="32"/>
                      <a:pt x="0" y="25"/>
                      <a:pt x="0" y="19"/>
                    </a:cubicBezTo>
                    <a:cubicBezTo>
                      <a:pt x="1" y="14"/>
                      <a:pt x="2" y="8"/>
                      <a:pt x="6" y="4"/>
                    </a:cubicBezTo>
                    <a:cubicBezTo>
                      <a:pt x="11" y="0"/>
                      <a:pt x="18" y="1"/>
                      <a:pt x="22" y="6"/>
                    </a:cubicBezTo>
                    <a:cubicBezTo>
                      <a:pt x="24" y="10"/>
                      <a:pt x="23" y="14"/>
                      <a:pt x="22" y="18"/>
                    </a:cubicBezTo>
                    <a:cubicBezTo>
                      <a:pt x="21" y="18"/>
                      <a:pt x="21" y="18"/>
                      <a:pt x="21" y="19"/>
                    </a:cubicBezTo>
                    <a:cubicBezTo>
                      <a:pt x="21" y="22"/>
                      <a:pt x="21" y="24"/>
                      <a:pt x="21" y="26"/>
                    </a:cubicBezTo>
                    <a:cubicBezTo>
                      <a:pt x="21" y="38"/>
                      <a:pt x="22" y="50"/>
                      <a:pt x="23" y="63"/>
                    </a:cubicBezTo>
                    <a:cubicBezTo>
                      <a:pt x="24" y="74"/>
                      <a:pt x="25" y="85"/>
                      <a:pt x="26" y="96"/>
                    </a:cubicBezTo>
                    <a:cubicBezTo>
                      <a:pt x="27" y="117"/>
                      <a:pt x="28" y="138"/>
                      <a:pt x="29" y="159"/>
                    </a:cubicBezTo>
                    <a:cubicBezTo>
                      <a:pt x="30" y="178"/>
                      <a:pt x="31" y="198"/>
                      <a:pt x="32" y="217"/>
                    </a:cubicBezTo>
                    <a:cubicBezTo>
                      <a:pt x="32" y="241"/>
                      <a:pt x="32" y="264"/>
                      <a:pt x="32" y="288"/>
                    </a:cubicBezTo>
                    <a:cubicBezTo>
                      <a:pt x="33" y="304"/>
                      <a:pt x="32" y="320"/>
                      <a:pt x="32" y="336"/>
                    </a:cubicBezTo>
                    <a:cubicBezTo>
                      <a:pt x="32" y="355"/>
                      <a:pt x="32" y="374"/>
                      <a:pt x="32" y="393"/>
                    </a:cubicBezTo>
                    <a:cubicBezTo>
                      <a:pt x="32" y="413"/>
                      <a:pt x="33" y="433"/>
                      <a:pt x="33" y="453"/>
                    </a:cubicBezTo>
                    <a:cubicBezTo>
                      <a:pt x="34" y="475"/>
                      <a:pt x="35" y="497"/>
                      <a:pt x="36" y="518"/>
                    </a:cubicBezTo>
                    <a:cubicBezTo>
                      <a:pt x="37" y="536"/>
                      <a:pt x="37" y="554"/>
                      <a:pt x="38" y="571"/>
                    </a:cubicBezTo>
                    <a:cubicBezTo>
                      <a:pt x="39" y="579"/>
                      <a:pt x="39" y="587"/>
                      <a:pt x="39" y="596"/>
                    </a:cubicBezTo>
                    <a:cubicBezTo>
                      <a:pt x="39" y="604"/>
                      <a:pt x="39" y="614"/>
                      <a:pt x="39" y="622"/>
                    </a:cubicBezTo>
                    <a:cubicBezTo>
                      <a:pt x="39" y="628"/>
                      <a:pt x="34" y="632"/>
                      <a:pt x="29" y="632"/>
                    </a:cubicBezTo>
                    <a:lnTo>
                      <a:pt x="28" y="63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7" name="Google Shape;2097;p22"/>
              <p:cNvSpPr/>
              <p:nvPr/>
            </p:nvSpPr>
            <p:spPr>
              <a:xfrm>
                <a:off x="1623600" y="2268360"/>
                <a:ext cx="30240" cy="32400"/>
              </a:xfrm>
              <a:custGeom>
                <a:avLst/>
                <a:gdLst/>
                <a:ahLst/>
                <a:cxnLst/>
                <a:rect l="l" t="t" r="r" b="b"/>
                <a:pathLst>
                  <a:path w="84" h="90" extrusionOk="0">
                    <a:moveTo>
                      <a:pt x="10" y="89"/>
                    </a:moveTo>
                    <a:cubicBezTo>
                      <a:pt x="5" y="88"/>
                      <a:pt x="1" y="86"/>
                      <a:pt x="0" y="81"/>
                    </a:cubicBezTo>
                    <a:cubicBezTo>
                      <a:pt x="0" y="79"/>
                      <a:pt x="0" y="77"/>
                      <a:pt x="0" y="76"/>
                    </a:cubicBezTo>
                    <a:cubicBezTo>
                      <a:pt x="0" y="75"/>
                      <a:pt x="1" y="73"/>
                      <a:pt x="1" y="72"/>
                    </a:cubicBezTo>
                    <a:cubicBezTo>
                      <a:pt x="4" y="60"/>
                      <a:pt x="7" y="48"/>
                      <a:pt x="10" y="36"/>
                    </a:cubicBezTo>
                    <a:cubicBezTo>
                      <a:pt x="11" y="32"/>
                      <a:pt x="12" y="28"/>
                      <a:pt x="14" y="23"/>
                    </a:cubicBezTo>
                    <a:cubicBezTo>
                      <a:pt x="16" y="17"/>
                      <a:pt x="19" y="10"/>
                      <a:pt x="24" y="6"/>
                    </a:cubicBezTo>
                    <a:cubicBezTo>
                      <a:pt x="25" y="5"/>
                      <a:pt x="27" y="4"/>
                      <a:pt x="29" y="3"/>
                    </a:cubicBezTo>
                    <a:cubicBezTo>
                      <a:pt x="31" y="2"/>
                      <a:pt x="33" y="2"/>
                      <a:pt x="35" y="1"/>
                    </a:cubicBezTo>
                    <a:cubicBezTo>
                      <a:pt x="40" y="0"/>
                      <a:pt x="46" y="3"/>
                      <a:pt x="50" y="6"/>
                    </a:cubicBezTo>
                    <a:cubicBezTo>
                      <a:pt x="54" y="10"/>
                      <a:pt x="58" y="15"/>
                      <a:pt x="61" y="20"/>
                    </a:cubicBezTo>
                    <a:cubicBezTo>
                      <a:pt x="65" y="24"/>
                      <a:pt x="68" y="30"/>
                      <a:pt x="71" y="35"/>
                    </a:cubicBezTo>
                    <a:cubicBezTo>
                      <a:pt x="74" y="40"/>
                      <a:pt x="78" y="46"/>
                      <a:pt x="81" y="51"/>
                    </a:cubicBezTo>
                    <a:cubicBezTo>
                      <a:pt x="83" y="56"/>
                      <a:pt x="81" y="62"/>
                      <a:pt x="76" y="65"/>
                    </a:cubicBezTo>
                    <a:cubicBezTo>
                      <a:pt x="71" y="68"/>
                      <a:pt x="65" y="65"/>
                      <a:pt x="62" y="60"/>
                    </a:cubicBezTo>
                    <a:cubicBezTo>
                      <a:pt x="60" y="56"/>
                      <a:pt x="57" y="51"/>
                      <a:pt x="54" y="47"/>
                    </a:cubicBezTo>
                    <a:lnTo>
                      <a:pt x="54" y="46"/>
                    </a:lnTo>
                    <a:lnTo>
                      <a:pt x="54" y="47"/>
                    </a:lnTo>
                    <a:cubicBezTo>
                      <a:pt x="50" y="40"/>
                      <a:pt x="47" y="34"/>
                      <a:pt x="43" y="28"/>
                    </a:cubicBezTo>
                    <a:cubicBezTo>
                      <a:pt x="42" y="28"/>
                      <a:pt x="42" y="27"/>
                      <a:pt x="42" y="27"/>
                    </a:cubicBezTo>
                    <a:cubicBezTo>
                      <a:pt x="41" y="27"/>
                      <a:pt x="40" y="27"/>
                      <a:pt x="40" y="28"/>
                    </a:cubicBezTo>
                    <a:cubicBezTo>
                      <a:pt x="39" y="28"/>
                      <a:pt x="39" y="28"/>
                      <a:pt x="38" y="28"/>
                    </a:cubicBezTo>
                    <a:cubicBezTo>
                      <a:pt x="32" y="46"/>
                      <a:pt x="26" y="64"/>
                      <a:pt x="20" y="82"/>
                    </a:cubicBezTo>
                    <a:cubicBezTo>
                      <a:pt x="18" y="86"/>
                      <a:pt x="15" y="89"/>
                      <a:pt x="10" y="8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8" name="Google Shape;2098;p22"/>
              <p:cNvSpPr/>
              <p:nvPr/>
            </p:nvSpPr>
            <p:spPr>
              <a:xfrm>
                <a:off x="1681920" y="2270520"/>
                <a:ext cx="12240" cy="195120"/>
              </a:xfrm>
              <a:custGeom>
                <a:avLst/>
                <a:gdLst/>
                <a:ahLst/>
                <a:cxnLst/>
                <a:rect l="l" t="t" r="r" b="b"/>
                <a:pathLst>
                  <a:path w="34" h="542" extrusionOk="0">
                    <a:moveTo>
                      <a:pt x="21" y="541"/>
                    </a:moveTo>
                    <a:cubicBezTo>
                      <a:pt x="16" y="541"/>
                      <a:pt x="11" y="536"/>
                      <a:pt x="12" y="531"/>
                    </a:cubicBezTo>
                    <a:cubicBezTo>
                      <a:pt x="14" y="509"/>
                      <a:pt x="15" y="487"/>
                      <a:pt x="15" y="465"/>
                    </a:cubicBezTo>
                    <a:cubicBezTo>
                      <a:pt x="15" y="444"/>
                      <a:pt x="15" y="423"/>
                      <a:pt x="15" y="402"/>
                    </a:cubicBezTo>
                    <a:cubicBezTo>
                      <a:pt x="15" y="401"/>
                      <a:pt x="15" y="400"/>
                      <a:pt x="15" y="400"/>
                    </a:cubicBezTo>
                    <a:lnTo>
                      <a:pt x="15" y="401"/>
                    </a:lnTo>
                    <a:cubicBezTo>
                      <a:pt x="15" y="400"/>
                      <a:pt x="15" y="400"/>
                      <a:pt x="15" y="399"/>
                    </a:cubicBezTo>
                    <a:cubicBezTo>
                      <a:pt x="15" y="400"/>
                      <a:pt x="15" y="400"/>
                      <a:pt x="15" y="400"/>
                    </a:cubicBezTo>
                    <a:lnTo>
                      <a:pt x="15" y="399"/>
                    </a:lnTo>
                    <a:cubicBezTo>
                      <a:pt x="15" y="397"/>
                      <a:pt x="15" y="395"/>
                      <a:pt x="15" y="393"/>
                    </a:cubicBezTo>
                    <a:cubicBezTo>
                      <a:pt x="15" y="394"/>
                      <a:pt x="15" y="394"/>
                      <a:pt x="15" y="395"/>
                    </a:cubicBezTo>
                    <a:cubicBezTo>
                      <a:pt x="15" y="394"/>
                      <a:pt x="15" y="394"/>
                      <a:pt x="15" y="393"/>
                    </a:cubicBezTo>
                    <a:lnTo>
                      <a:pt x="15" y="392"/>
                    </a:lnTo>
                    <a:cubicBezTo>
                      <a:pt x="15" y="392"/>
                      <a:pt x="15" y="391"/>
                      <a:pt x="15" y="390"/>
                    </a:cubicBezTo>
                    <a:lnTo>
                      <a:pt x="15" y="391"/>
                    </a:lnTo>
                    <a:cubicBezTo>
                      <a:pt x="15" y="390"/>
                      <a:pt x="15" y="389"/>
                      <a:pt x="15" y="389"/>
                    </a:cubicBezTo>
                    <a:cubicBezTo>
                      <a:pt x="15" y="388"/>
                      <a:pt x="15" y="386"/>
                      <a:pt x="15" y="385"/>
                    </a:cubicBezTo>
                    <a:lnTo>
                      <a:pt x="15" y="384"/>
                    </a:lnTo>
                    <a:cubicBezTo>
                      <a:pt x="15" y="383"/>
                      <a:pt x="15" y="382"/>
                      <a:pt x="15" y="381"/>
                    </a:cubicBezTo>
                    <a:cubicBezTo>
                      <a:pt x="15" y="361"/>
                      <a:pt x="15" y="342"/>
                      <a:pt x="15" y="323"/>
                    </a:cubicBezTo>
                    <a:cubicBezTo>
                      <a:pt x="14" y="310"/>
                      <a:pt x="14" y="297"/>
                      <a:pt x="14" y="285"/>
                    </a:cubicBezTo>
                    <a:cubicBezTo>
                      <a:pt x="13" y="275"/>
                      <a:pt x="13" y="264"/>
                      <a:pt x="12" y="254"/>
                    </a:cubicBezTo>
                    <a:cubicBezTo>
                      <a:pt x="10" y="212"/>
                      <a:pt x="7" y="170"/>
                      <a:pt x="4" y="128"/>
                    </a:cubicBezTo>
                    <a:cubicBezTo>
                      <a:pt x="3" y="117"/>
                      <a:pt x="3" y="107"/>
                      <a:pt x="2" y="97"/>
                    </a:cubicBezTo>
                    <a:cubicBezTo>
                      <a:pt x="1" y="88"/>
                      <a:pt x="1" y="79"/>
                      <a:pt x="1" y="70"/>
                    </a:cubicBezTo>
                    <a:cubicBezTo>
                      <a:pt x="1" y="59"/>
                      <a:pt x="0" y="47"/>
                      <a:pt x="1" y="36"/>
                    </a:cubicBezTo>
                    <a:cubicBezTo>
                      <a:pt x="1" y="32"/>
                      <a:pt x="2" y="26"/>
                      <a:pt x="3" y="22"/>
                    </a:cubicBezTo>
                    <a:cubicBezTo>
                      <a:pt x="4" y="18"/>
                      <a:pt x="4" y="15"/>
                      <a:pt x="5" y="11"/>
                    </a:cubicBezTo>
                    <a:cubicBezTo>
                      <a:pt x="6" y="6"/>
                      <a:pt x="9" y="1"/>
                      <a:pt x="15" y="0"/>
                    </a:cubicBezTo>
                    <a:cubicBezTo>
                      <a:pt x="16" y="0"/>
                      <a:pt x="18" y="0"/>
                      <a:pt x="19" y="0"/>
                    </a:cubicBezTo>
                    <a:cubicBezTo>
                      <a:pt x="25" y="1"/>
                      <a:pt x="28" y="7"/>
                      <a:pt x="27" y="12"/>
                    </a:cubicBezTo>
                    <a:cubicBezTo>
                      <a:pt x="27" y="14"/>
                      <a:pt x="26" y="15"/>
                      <a:pt x="25" y="17"/>
                    </a:cubicBezTo>
                    <a:lnTo>
                      <a:pt x="25" y="18"/>
                    </a:lnTo>
                    <a:cubicBezTo>
                      <a:pt x="23" y="24"/>
                      <a:pt x="22" y="30"/>
                      <a:pt x="21" y="36"/>
                    </a:cubicBezTo>
                    <a:cubicBezTo>
                      <a:pt x="21" y="39"/>
                      <a:pt x="21" y="42"/>
                      <a:pt x="21" y="45"/>
                    </a:cubicBezTo>
                    <a:cubicBezTo>
                      <a:pt x="20" y="48"/>
                      <a:pt x="21" y="51"/>
                      <a:pt x="20" y="55"/>
                    </a:cubicBezTo>
                    <a:cubicBezTo>
                      <a:pt x="20" y="60"/>
                      <a:pt x="20" y="66"/>
                      <a:pt x="20" y="72"/>
                    </a:cubicBezTo>
                    <a:cubicBezTo>
                      <a:pt x="20" y="71"/>
                      <a:pt x="20" y="71"/>
                      <a:pt x="20" y="71"/>
                    </a:cubicBezTo>
                    <a:lnTo>
                      <a:pt x="20" y="72"/>
                    </a:lnTo>
                    <a:cubicBezTo>
                      <a:pt x="21" y="114"/>
                      <a:pt x="24" y="156"/>
                      <a:pt x="27" y="198"/>
                    </a:cubicBezTo>
                    <a:cubicBezTo>
                      <a:pt x="28" y="217"/>
                      <a:pt x="29" y="237"/>
                      <a:pt x="30" y="258"/>
                    </a:cubicBezTo>
                    <a:cubicBezTo>
                      <a:pt x="30" y="267"/>
                      <a:pt x="31" y="276"/>
                      <a:pt x="31" y="286"/>
                    </a:cubicBezTo>
                    <a:cubicBezTo>
                      <a:pt x="31" y="298"/>
                      <a:pt x="32" y="311"/>
                      <a:pt x="32" y="324"/>
                    </a:cubicBezTo>
                    <a:cubicBezTo>
                      <a:pt x="32" y="335"/>
                      <a:pt x="32" y="347"/>
                      <a:pt x="32" y="358"/>
                    </a:cubicBezTo>
                    <a:lnTo>
                      <a:pt x="32" y="357"/>
                    </a:lnTo>
                    <a:cubicBezTo>
                      <a:pt x="32" y="365"/>
                      <a:pt x="32" y="373"/>
                      <a:pt x="32" y="381"/>
                    </a:cubicBezTo>
                    <a:lnTo>
                      <a:pt x="32" y="380"/>
                    </a:lnTo>
                    <a:cubicBezTo>
                      <a:pt x="32" y="381"/>
                      <a:pt x="32" y="381"/>
                      <a:pt x="32" y="382"/>
                    </a:cubicBezTo>
                    <a:lnTo>
                      <a:pt x="32" y="381"/>
                    </a:lnTo>
                    <a:cubicBezTo>
                      <a:pt x="32" y="382"/>
                      <a:pt x="32" y="384"/>
                      <a:pt x="32" y="385"/>
                    </a:cubicBezTo>
                    <a:cubicBezTo>
                      <a:pt x="32" y="385"/>
                      <a:pt x="32" y="386"/>
                      <a:pt x="32" y="388"/>
                    </a:cubicBezTo>
                    <a:lnTo>
                      <a:pt x="32" y="389"/>
                    </a:lnTo>
                    <a:cubicBezTo>
                      <a:pt x="32" y="390"/>
                      <a:pt x="32" y="391"/>
                      <a:pt x="32" y="392"/>
                    </a:cubicBezTo>
                    <a:cubicBezTo>
                      <a:pt x="32" y="391"/>
                      <a:pt x="32" y="391"/>
                      <a:pt x="32" y="391"/>
                    </a:cubicBezTo>
                    <a:lnTo>
                      <a:pt x="32" y="392"/>
                    </a:lnTo>
                    <a:cubicBezTo>
                      <a:pt x="32" y="395"/>
                      <a:pt x="32" y="398"/>
                      <a:pt x="32" y="401"/>
                    </a:cubicBezTo>
                    <a:cubicBezTo>
                      <a:pt x="32" y="400"/>
                      <a:pt x="32" y="400"/>
                      <a:pt x="32" y="400"/>
                    </a:cubicBezTo>
                    <a:cubicBezTo>
                      <a:pt x="33" y="412"/>
                      <a:pt x="33" y="424"/>
                      <a:pt x="32" y="437"/>
                    </a:cubicBezTo>
                    <a:cubicBezTo>
                      <a:pt x="33" y="452"/>
                      <a:pt x="32" y="467"/>
                      <a:pt x="32" y="481"/>
                    </a:cubicBezTo>
                    <a:cubicBezTo>
                      <a:pt x="32" y="498"/>
                      <a:pt x="32" y="515"/>
                      <a:pt x="32" y="532"/>
                    </a:cubicBezTo>
                    <a:cubicBezTo>
                      <a:pt x="31" y="537"/>
                      <a:pt x="27" y="541"/>
                      <a:pt x="22" y="541"/>
                    </a:cubicBezTo>
                    <a:cubicBezTo>
                      <a:pt x="21" y="541"/>
                      <a:pt x="21" y="541"/>
                      <a:pt x="21" y="5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9" name="Google Shape;2099;p22"/>
              <p:cNvSpPr/>
              <p:nvPr/>
            </p:nvSpPr>
            <p:spPr>
              <a:xfrm>
                <a:off x="1667160" y="2273040"/>
                <a:ext cx="36720" cy="34560"/>
              </a:xfrm>
              <a:custGeom>
                <a:avLst/>
                <a:gdLst/>
                <a:ahLst/>
                <a:cxnLst/>
                <a:rect l="l" t="t" r="r" b="b"/>
                <a:pathLst>
                  <a:path w="102" h="96" extrusionOk="0">
                    <a:moveTo>
                      <a:pt x="79" y="86"/>
                    </a:moveTo>
                    <a:cubicBezTo>
                      <a:pt x="78" y="80"/>
                      <a:pt x="76" y="74"/>
                      <a:pt x="74" y="68"/>
                    </a:cubicBezTo>
                    <a:cubicBezTo>
                      <a:pt x="74" y="65"/>
                      <a:pt x="73" y="62"/>
                      <a:pt x="71" y="59"/>
                    </a:cubicBezTo>
                    <a:cubicBezTo>
                      <a:pt x="70" y="56"/>
                      <a:pt x="69" y="53"/>
                      <a:pt x="67" y="50"/>
                    </a:cubicBezTo>
                    <a:cubicBezTo>
                      <a:pt x="65" y="47"/>
                      <a:pt x="63" y="45"/>
                      <a:pt x="62" y="42"/>
                    </a:cubicBezTo>
                    <a:cubicBezTo>
                      <a:pt x="60" y="40"/>
                      <a:pt x="59" y="39"/>
                      <a:pt x="57" y="37"/>
                    </a:cubicBezTo>
                    <a:cubicBezTo>
                      <a:pt x="56" y="36"/>
                      <a:pt x="55" y="35"/>
                      <a:pt x="53" y="34"/>
                    </a:cubicBezTo>
                    <a:cubicBezTo>
                      <a:pt x="52" y="33"/>
                      <a:pt x="51" y="32"/>
                      <a:pt x="50" y="32"/>
                    </a:cubicBezTo>
                    <a:cubicBezTo>
                      <a:pt x="50" y="32"/>
                      <a:pt x="49" y="32"/>
                      <a:pt x="49" y="31"/>
                    </a:cubicBezTo>
                    <a:lnTo>
                      <a:pt x="48" y="31"/>
                    </a:lnTo>
                    <a:lnTo>
                      <a:pt x="47" y="31"/>
                    </a:lnTo>
                    <a:cubicBezTo>
                      <a:pt x="46" y="31"/>
                      <a:pt x="46" y="32"/>
                      <a:pt x="45" y="32"/>
                    </a:cubicBezTo>
                    <a:cubicBezTo>
                      <a:pt x="43" y="35"/>
                      <a:pt x="42" y="38"/>
                      <a:pt x="39" y="41"/>
                    </a:cubicBezTo>
                    <a:cubicBezTo>
                      <a:pt x="34" y="50"/>
                      <a:pt x="30" y="60"/>
                      <a:pt x="25" y="69"/>
                    </a:cubicBezTo>
                    <a:cubicBezTo>
                      <a:pt x="24" y="75"/>
                      <a:pt x="22" y="81"/>
                      <a:pt x="20" y="86"/>
                    </a:cubicBezTo>
                    <a:cubicBezTo>
                      <a:pt x="16" y="95"/>
                      <a:pt x="2" y="93"/>
                      <a:pt x="0" y="83"/>
                    </a:cubicBezTo>
                    <a:cubicBezTo>
                      <a:pt x="0" y="81"/>
                      <a:pt x="0" y="79"/>
                      <a:pt x="1" y="77"/>
                    </a:cubicBezTo>
                    <a:cubicBezTo>
                      <a:pt x="2" y="75"/>
                      <a:pt x="2" y="73"/>
                      <a:pt x="3" y="71"/>
                    </a:cubicBezTo>
                    <a:cubicBezTo>
                      <a:pt x="4" y="69"/>
                      <a:pt x="5" y="67"/>
                      <a:pt x="6" y="64"/>
                    </a:cubicBezTo>
                    <a:lnTo>
                      <a:pt x="6" y="65"/>
                    </a:lnTo>
                    <a:cubicBezTo>
                      <a:pt x="6" y="63"/>
                      <a:pt x="7" y="62"/>
                      <a:pt x="7" y="61"/>
                    </a:cubicBezTo>
                    <a:cubicBezTo>
                      <a:pt x="10" y="54"/>
                      <a:pt x="12" y="47"/>
                      <a:pt x="14" y="40"/>
                    </a:cubicBezTo>
                    <a:cubicBezTo>
                      <a:pt x="17" y="33"/>
                      <a:pt x="19" y="27"/>
                      <a:pt x="21" y="20"/>
                    </a:cubicBezTo>
                    <a:cubicBezTo>
                      <a:pt x="22" y="18"/>
                      <a:pt x="23" y="16"/>
                      <a:pt x="23" y="14"/>
                    </a:cubicBezTo>
                    <a:cubicBezTo>
                      <a:pt x="25" y="11"/>
                      <a:pt x="26" y="7"/>
                      <a:pt x="28" y="5"/>
                    </a:cubicBezTo>
                    <a:cubicBezTo>
                      <a:pt x="31" y="3"/>
                      <a:pt x="34" y="1"/>
                      <a:pt x="37" y="0"/>
                    </a:cubicBezTo>
                    <a:cubicBezTo>
                      <a:pt x="38" y="0"/>
                      <a:pt x="39" y="1"/>
                      <a:pt x="41" y="1"/>
                    </a:cubicBezTo>
                    <a:cubicBezTo>
                      <a:pt x="45" y="1"/>
                      <a:pt x="48" y="5"/>
                      <a:pt x="49" y="10"/>
                    </a:cubicBezTo>
                    <a:cubicBezTo>
                      <a:pt x="53" y="10"/>
                      <a:pt x="57" y="12"/>
                      <a:pt x="60" y="14"/>
                    </a:cubicBezTo>
                    <a:cubicBezTo>
                      <a:pt x="70" y="19"/>
                      <a:pt x="77" y="29"/>
                      <a:pt x="83" y="38"/>
                    </a:cubicBezTo>
                    <a:cubicBezTo>
                      <a:pt x="88" y="46"/>
                      <a:pt x="92" y="56"/>
                      <a:pt x="95" y="65"/>
                    </a:cubicBezTo>
                    <a:cubicBezTo>
                      <a:pt x="96" y="71"/>
                      <a:pt x="98" y="76"/>
                      <a:pt x="99" y="82"/>
                    </a:cubicBezTo>
                    <a:cubicBezTo>
                      <a:pt x="101" y="88"/>
                      <a:pt x="96" y="93"/>
                      <a:pt x="91" y="95"/>
                    </a:cubicBezTo>
                    <a:cubicBezTo>
                      <a:pt x="91" y="95"/>
                      <a:pt x="90" y="95"/>
                      <a:pt x="89" y="95"/>
                    </a:cubicBezTo>
                    <a:cubicBezTo>
                      <a:pt x="84" y="95"/>
                      <a:pt x="80" y="91"/>
                      <a:pt x="79" y="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0" name="Google Shape;2100;p22"/>
              <p:cNvSpPr/>
              <p:nvPr/>
            </p:nvSpPr>
            <p:spPr>
              <a:xfrm>
                <a:off x="1729080" y="2281320"/>
                <a:ext cx="10440" cy="140400"/>
              </a:xfrm>
              <a:custGeom>
                <a:avLst/>
                <a:gdLst/>
                <a:ahLst/>
                <a:cxnLst/>
                <a:rect l="l" t="t" r="r" b="b"/>
                <a:pathLst>
                  <a:path w="29" h="390" extrusionOk="0">
                    <a:moveTo>
                      <a:pt x="14" y="389"/>
                    </a:moveTo>
                    <a:cubicBezTo>
                      <a:pt x="9" y="389"/>
                      <a:pt x="5" y="385"/>
                      <a:pt x="5" y="379"/>
                    </a:cubicBezTo>
                    <a:cubicBezTo>
                      <a:pt x="6" y="366"/>
                      <a:pt x="6" y="353"/>
                      <a:pt x="7" y="340"/>
                    </a:cubicBezTo>
                    <a:cubicBezTo>
                      <a:pt x="6" y="297"/>
                      <a:pt x="4" y="254"/>
                      <a:pt x="1" y="210"/>
                    </a:cubicBezTo>
                    <a:cubicBezTo>
                      <a:pt x="1" y="205"/>
                      <a:pt x="1" y="198"/>
                      <a:pt x="1" y="192"/>
                    </a:cubicBezTo>
                    <a:cubicBezTo>
                      <a:pt x="1" y="184"/>
                      <a:pt x="0" y="175"/>
                      <a:pt x="0" y="167"/>
                    </a:cubicBezTo>
                    <a:cubicBezTo>
                      <a:pt x="0" y="168"/>
                      <a:pt x="0" y="168"/>
                      <a:pt x="0" y="168"/>
                    </a:cubicBezTo>
                    <a:cubicBezTo>
                      <a:pt x="0" y="147"/>
                      <a:pt x="0" y="126"/>
                      <a:pt x="0" y="105"/>
                    </a:cubicBezTo>
                    <a:cubicBezTo>
                      <a:pt x="1" y="83"/>
                      <a:pt x="1" y="61"/>
                      <a:pt x="3" y="39"/>
                    </a:cubicBezTo>
                    <a:cubicBezTo>
                      <a:pt x="3" y="36"/>
                      <a:pt x="3" y="32"/>
                      <a:pt x="3" y="29"/>
                    </a:cubicBezTo>
                    <a:cubicBezTo>
                      <a:pt x="3" y="25"/>
                      <a:pt x="4" y="22"/>
                      <a:pt x="4" y="18"/>
                    </a:cubicBezTo>
                    <a:cubicBezTo>
                      <a:pt x="5" y="15"/>
                      <a:pt x="5" y="11"/>
                      <a:pt x="7" y="7"/>
                    </a:cubicBezTo>
                    <a:cubicBezTo>
                      <a:pt x="10" y="1"/>
                      <a:pt x="18" y="0"/>
                      <a:pt x="23" y="4"/>
                    </a:cubicBezTo>
                    <a:cubicBezTo>
                      <a:pt x="24" y="4"/>
                      <a:pt x="24" y="5"/>
                      <a:pt x="24" y="5"/>
                    </a:cubicBezTo>
                    <a:cubicBezTo>
                      <a:pt x="27" y="9"/>
                      <a:pt x="28" y="13"/>
                      <a:pt x="25" y="17"/>
                    </a:cubicBezTo>
                    <a:cubicBezTo>
                      <a:pt x="25" y="20"/>
                      <a:pt x="25" y="22"/>
                      <a:pt x="24" y="25"/>
                    </a:cubicBezTo>
                    <a:cubicBezTo>
                      <a:pt x="22" y="37"/>
                      <a:pt x="22" y="48"/>
                      <a:pt x="21" y="60"/>
                    </a:cubicBezTo>
                    <a:cubicBezTo>
                      <a:pt x="21" y="71"/>
                      <a:pt x="21" y="83"/>
                      <a:pt x="20" y="94"/>
                    </a:cubicBezTo>
                    <a:cubicBezTo>
                      <a:pt x="19" y="105"/>
                      <a:pt x="19" y="115"/>
                      <a:pt x="19" y="126"/>
                    </a:cubicBezTo>
                    <a:cubicBezTo>
                      <a:pt x="19" y="138"/>
                      <a:pt x="19" y="148"/>
                      <a:pt x="19" y="159"/>
                    </a:cubicBezTo>
                    <a:cubicBezTo>
                      <a:pt x="19" y="162"/>
                      <a:pt x="19" y="165"/>
                      <a:pt x="19" y="168"/>
                    </a:cubicBezTo>
                    <a:lnTo>
                      <a:pt x="19" y="167"/>
                    </a:lnTo>
                    <a:cubicBezTo>
                      <a:pt x="19" y="189"/>
                      <a:pt x="19" y="210"/>
                      <a:pt x="21" y="231"/>
                    </a:cubicBezTo>
                    <a:cubicBezTo>
                      <a:pt x="22" y="252"/>
                      <a:pt x="23" y="273"/>
                      <a:pt x="24" y="294"/>
                    </a:cubicBezTo>
                    <a:cubicBezTo>
                      <a:pt x="24" y="310"/>
                      <a:pt x="25" y="325"/>
                      <a:pt x="25" y="341"/>
                    </a:cubicBezTo>
                    <a:cubicBezTo>
                      <a:pt x="25" y="340"/>
                      <a:pt x="25" y="340"/>
                      <a:pt x="25" y="340"/>
                    </a:cubicBezTo>
                    <a:cubicBezTo>
                      <a:pt x="25" y="353"/>
                      <a:pt x="25" y="367"/>
                      <a:pt x="25" y="380"/>
                    </a:cubicBezTo>
                    <a:cubicBezTo>
                      <a:pt x="25" y="385"/>
                      <a:pt x="20" y="389"/>
                      <a:pt x="15" y="389"/>
                    </a:cubicBezTo>
                    <a:lnTo>
                      <a:pt x="14" y="38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1" name="Google Shape;2101;p22"/>
              <p:cNvSpPr/>
              <p:nvPr/>
            </p:nvSpPr>
            <p:spPr>
              <a:xfrm>
                <a:off x="1712520" y="2286000"/>
                <a:ext cx="31680" cy="41040"/>
              </a:xfrm>
              <a:custGeom>
                <a:avLst/>
                <a:gdLst/>
                <a:ahLst/>
                <a:cxnLst/>
                <a:rect l="l" t="t" r="r" b="b"/>
                <a:pathLst>
                  <a:path w="88" h="114" extrusionOk="0">
                    <a:moveTo>
                      <a:pt x="8" y="112"/>
                    </a:moveTo>
                    <a:cubicBezTo>
                      <a:pt x="6" y="111"/>
                      <a:pt x="4" y="110"/>
                      <a:pt x="3" y="109"/>
                    </a:cubicBezTo>
                    <a:cubicBezTo>
                      <a:pt x="1" y="107"/>
                      <a:pt x="0" y="104"/>
                      <a:pt x="0" y="101"/>
                    </a:cubicBezTo>
                    <a:cubicBezTo>
                      <a:pt x="0" y="99"/>
                      <a:pt x="1" y="96"/>
                      <a:pt x="1" y="93"/>
                    </a:cubicBezTo>
                    <a:cubicBezTo>
                      <a:pt x="2" y="89"/>
                      <a:pt x="3" y="87"/>
                      <a:pt x="4" y="83"/>
                    </a:cubicBezTo>
                    <a:cubicBezTo>
                      <a:pt x="7" y="74"/>
                      <a:pt x="10" y="66"/>
                      <a:pt x="14" y="58"/>
                    </a:cubicBezTo>
                    <a:cubicBezTo>
                      <a:pt x="17" y="51"/>
                      <a:pt x="21" y="44"/>
                      <a:pt x="25" y="37"/>
                    </a:cubicBezTo>
                    <a:cubicBezTo>
                      <a:pt x="25" y="35"/>
                      <a:pt x="26" y="33"/>
                      <a:pt x="27" y="31"/>
                    </a:cubicBezTo>
                    <a:cubicBezTo>
                      <a:pt x="29" y="27"/>
                      <a:pt x="30" y="22"/>
                      <a:pt x="32" y="18"/>
                    </a:cubicBezTo>
                    <a:cubicBezTo>
                      <a:pt x="34" y="13"/>
                      <a:pt x="38" y="6"/>
                      <a:pt x="45" y="6"/>
                    </a:cubicBezTo>
                    <a:cubicBezTo>
                      <a:pt x="46" y="4"/>
                      <a:pt x="47" y="3"/>
                      <a:pt x="49" y="3"/>
                    </a:cubicBezTo>
                    <a:cubicBezTo>
                      <a:pt x="51" y="1"/>
                      <a:pt x="54" y="0"/>
                      <a:pt x="56" y="0"/>
                    </a:cubicBezTo>
                    <a:cubicBezTo>
                      <a:pt x="59" y="0"/>
                      <a:pt x="61" y="1"/>
                      <a:pt x="64" y="3"/>
                    </a:cubicBezTo>
                    <a:cubicBezTo>
                      <a:pt x="68" y="6"/>
                      <a:pt x="71" y="13"/>
                      <a:pt x="73" y="18"/>
                    </a:cubicBezTo>
                    <a:cubicBezTo>
                      <a:pt x="74" y="22"/>
                      <a:pt x="75" y="26"/>
                      <a:pt x="75" y="30"/>
                    </a:cubicBezTo>
                    <a:cubicBezTo>
                      <a:pt x="76" y="33"/>
                      <a:pt x="77" y="35"/>
                      <a:pt x="77" y="38"/>
                    </a:cubicBezTo>
                    <a:cubicBezTo>
                      <a:pt x="77" y="41"/>
                      <a:pt x="78" y="45"/>
                      <a:pt x="78" y="48"/>
                    </a:cubicBezTo>
                    <a:cubicBezTo>
                      <a:pt x="78" y="47"/>
                      <a:pt x="78" y="47"/>
                      <a:pt x="78" y="47"/>
                    </a:cubicBezTo>
                    <a:lnTo>
                      <a:pt x="78" y="48"/>
                    </a:lnTo>
                    <a:cubicBezTo>
                      <a:pt x="78" y="49"/>
                      <a:pt x="78" y="50"/>
                      <a:pt x="79" y="52"/>
                    </a:cubicBezTo>
                    <a:cubicBezTo>
                      <a:pt x="79" y="53"/>
                      <a:pt x="79" y="54"/>
                      <a:pt x="79" y="56"/>
                    </a:cubicBezTo>
                    <a:cubicBezTo>
                      <a:pt x="81" y="63"/>
                      <a:pt x="82" y="71"/>
                      <a:pt x="84" y="80"/>
                    </a:cubicBezTo>
                    <a:cubicBezTo>
                      <a:pt x="84" y="81"/>
                      <a:pt x="85" y="83"/>
                      <a:pt x="85" y="85"/>
                    </a:cubicBezTo>
                    <a:cubicBezTo>
                      <a:pt x="87" y="90"/>
                      <a:pt x="84" y="96"/>
                      <a:pt x="79" y="98"/>
                    </a:cubicBezTo>
                    <a:cubicBezTo>
                      <a:pt x="74" y="100"/>
                      <a:pt x="68" y="97"/>
                      <a:pt x="66" y="91"/>
                    </a:cubicBezTo>
                    <a:cubicBezTo>
                      <a:pt x="63" y="82"/>
                      <a:pt x="61" y="73"/>
                      <a:pt x="60" y="64"/>
                    </a:cubicBezTo>
                    <a:lnTo>
                      <a:pt x="60" y="63"/>
                    </a:lnTo>
                    <a:cubicBezTo>
                      <a:pt x="60" y="62"/>
                      <a:pt x="60" y="61"/>
                      <a:pt x="60" y="60"/>
                    </a:cubicBezTo>
                    <a:lnTo>
                      <a:pt x="60" y="61"/>
                    </a:lnTo>
                    <a:cubicBezTo>
                      <a:pt x="60" y="60"/>
                      <a:pt x="60" y="59"/>
                      <a:pt x="60" y="58"/>
                    </a:cubicBezTo>
                    <a:lnTo>
                      <a:pt x="60" y="59"/>
                    </a:lnTo>
                    <a:cubicBezTo>
                      <a:pt x="60" y="59"/>
                      <a:pt x="60" y="58"/>
                      <a:pt x="59" y="57"/>
                    </a:cubicBezTo>
                    <a:cubicBezTo>
                      <a:pt x="58" y="52"/>
                      <a:pt x="58" y="47"/>
                      <a:pt x="57" y="42"/>
                    </a:cubicBezTo>
                    <a:cubicBezTo>
                      <a:pt x="56" y="37"/>
                      <a:pt x="56" y="32"/>
                      <a:pt x="54" y="27"/>
                    </a:cubicBezTo>
                    <a:cubicBezTo>
                      <a:pt x="51" y="32"/>
                      <a:pt x="48" y="37"/>
                      <a:pt x="44" y="42"/>
                    </a:cubicBezTo>
                    <a:cubicBezTo>
                      <a:pt x="42" y="50"/>
                      <a:pt x="40" y="57"/>
                      <a:pt x="37" y="65"/>
                    </a:cubicBezTo>
                    <a:cubicBezTo>
                      <a:pt x="35" y="71"/>
                      <a:pt x="33" y="78"/>
                      <a:pt x="31" y="84"/>
                    </a:cubicBezTo>
                    <a:cubicBezTo>
                      <a:pt x="30" y="87"/>
                      <a:pt x="29" y="91"/>
                      <a:pt x="28" y="94"/>
                    </a:cubicBezTo>
                    <a:cubicBezTo>
                      <a:pt x="27" y="95"/>
                      <a:pt x="26" y="97"/>
                      <a:pt x="26" y="99"/>
                    </a:cubicBezTo>
                    <a:cubicBezTo>
                      <a:pt x="25" y="100"/>
                      <a:pt x="25" y="102"/>
                      <a:pt x="24" y="103"/>
                    </a:cubicBezTo>
                    <a:cubicBezTo>
                      <a:pt x="23" y="105"/>
                      <a:pt x="22" y="107"/>
                      <a:pt x="21" y="109"/>
                    </a:cubicBezTo>
                    <a:cubicBezTo>
                      <a:pt x="19" y="112"/>
                      <a:pt x="15" y="113"/>
                      <a:pt x="12" y="113"/>
                    </a:cubicBezTo>
                    <a:cubicBezTo>
                      <a:pt x="11" y="113"/>
                      <a:pt x="9" y="113"/>
                      <a:pt x="8" y="1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2" name="Google Shape;2102;p22"/>
              <p:cNvSpPr/>
              <p:nvPr/>
            </p:nvSpPr>
            <p:spPr>
              <a:xfrm>
                <a:off x="1775160" y="2295720"/>
                <a:ext cx="15120" cy="77040"/>
              </a:xfrm>
              <a:custGeom>
                <a:avLst/>
                <a:gdLst/>
                <a:ahLst/>
                <a:cxnLst/>
                <a:rect l="l" t="t" r="r" b="b"/>
                <a:pathLst>
                  <a:path w="42" h="214" extrusionOk="0">
                    <a:moveTo>
                      <a:pt x="29" y="213"/>
                    </a:moveTo>
                    <a:cubicBezTo>
                      <a:pt x="22" y="213"/>
                      <a:pt x="19" y="207"/>
                      <a:pt x="19" y="201"/>
                    </a:cubicBezTo>
                    <a:cubicBezTo>
                      <a:pt x="20" y="199"/>
                      <a:pt x="20" y="197"/>
                      <a:pt x="20" y="195"/>
                    </a:cubicBezTo>
                    <a:cubicBezTo>
                      <a:pt x="21" y="188"/>
                      <a:pt x="21" y="181"/>
                      <a:pt x="21" y="174"/>
                    </a:cubicBezTo>
                    <a:cubicBezTo>
                      <a:pt x="21" y="167"/>
                      <a:pt x="20" y="159"/>
                      <a:pt x="20" y="152"/>
                    </a:cubicBezTo>
                    <a:cubicBezTo>
                      <a:pt x="19" y="144"/>
                      <a:pt x="19" y="135"/>
                      <a:pt x="18" y="127"/>
                    </a:cubicBezTo>
                    <a:lnTo>
                      <a:pt x="18" y="128"/>
                    </a:lnTo>
                    <a:cubicBezTo>
                      <a:pt x="17" y="122"/>
                      <a:pt x="16" y="116"/>
                      <a:pt x="15" y="109"/>
                    </a:cubicBezTo>
                    <a:lnTo>
                      <a:pt x="16" y="109"/>
                    </a:lnTo>
                    <a:cubicBezTo>
                      <a:pt x="13" y="93"/>
                      <a:pt x="10" y="78"/>
                      <a:pt x="6" y="62"/>
                    </a:cubicBezTo>
                    <a:cubicBezTo>
                      <a:pt x="5" y="54"/>
                      <a:pt x="3" y="45"/>
                      <a:pt x="2" y="36"/>
                    </a:cubicBezTo>
                    <a:cubicBezTo>
                      <a:pt x="1" y="29"/>
                      <a:pt x="0" y="22"/>
                      <a:pt x="1" y="14"/>
                    </a:cubicBezTo>
                    <a:cubicBezTo>
                      <a:pt x="1" y="10"/>
                      <a:pt x="2" y="6"/>
                      <a:pt x="5" y="3"/>
                    </a:cubicBezTo>
                    <a:cubicBezTo>
                      <a:pt x="8" y="1"/>
                      <a:pt x="12" y="0"/>
                      <a:pt x="15" y="1"/>
                    </a:cubicBezTo>
                    <a:cubicBezTo>
                      <a:pt x="20" y="2"/>
                      <a:pt x="24" y="7"/>
                      <a:pt x="23" y="13"/>
                    </a:cubicBezTo>
                    <a:cubicBezTo>
                      <a:pt x="23" y="14"/>
                      <a:pt x="22" y="15"/>
                      <a:pt x="22" y="17"/>
                    </a:cubicBezTo>
                    <a:cubicBezTo>
                      <a:pt x="21" y="19"/>
                      <a:pt x="21" y="21"/>
                      <a:pt x="21" y="24"/>
                    </a:cubicBezTo>
                    <a:cubicBezTo>
                      <a:pt x="22" y="28"/>
                      <a:pt x="22" y="32"/>
                      <a:pt x="22" y="36"/>
                    </a:cubicBezTo>
                    <a:cubicBezTo>
                      <a:pt x="26" y="58"/>
                      <a:pt x="30" y="80"/>
                      <a:pt x="34" y="102"/>
                    </a:cubicBezTo>
                    <a:cubicBezTo>
                      <a:pt x="37" y="123"/>
                      <a:pt x="39" y="145"/>
                      <a:pt x="40" y="166"/>
                    </a:cubicBezTo>
                    <a:cubicBezTo>
                      <a:pt x="41" y="179"/>
                      <a:pt x="41" y="191"/>
                      <a:pt x="40" y="204"/>
                    </a:cubicBezTo>
                    <a:cubicBezTo>
                      <a:pt x="39" y="209"/>
                      <a:pt x="35" y="213"/>
                      <a:pt x="29" y="2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3" name="Google Shape;2103;p22"/>
              <p:cNvSpPr/>
              <p:nvPr/>
            </p:nvSpPr>
            <p:spPr>
              <a:xfrm>
                <a:off x="1759680" y="2304720"/>
                <a:ext cx="36720" cy="35280"/>
              </a:xfrm>
              <a:custGeom>
                <a:avLst/>
                <a:gdLst/>
                <a:ahLst/>
                <a:cxnLst/>
                <a:rect l="l" t="t" r="r" b="b"/>
                <a:pathLst>
                  <a:path w="102" h="98" extrusionOk="0">
                    <a:moveTo>
                      <a:pt x="81" y="88"/>
                    </a:moveTo>
                    <a:cubicBezTo>
                      <a:pt x="80" y="82"/>
                      <a:pt x="80" y="77"/>
                      <a:pt x="79" y="72"/>
                    </a:cubicBezTo>
                    <a:cubicBezTo>
                      <a:pt x="78" y="66"/>
                      <a:pt x="77" y="60"/>
                      <a:pt x="75" y="55"/>
                    </a:cubicBezTo>
                    <a:lnTo>
                      <a:pt x="75" y="56"/>
                    </a:lnTo>
                    <a:cubicBezTo>
                      <a:pt x="74" y="51"/>
                      <a:pt x="73" y="47"/>
                      <a:pt x="71" y="42"/>
                    </a:cubicBezTo>
                    <a:cubicBezTo>
                      <a:pt x="70" y="40"/>
                      <a:pt x="68" y="37"/>
                      <a:pt x="67" y="35"/>
                    </a:cubicBezTo>
                    <a:cubicBezTo>
                      <a:pt x="66" y="33"/>
                      <a:pt x="65" y="30"/>
                      <a:pt x="63" y="29"/>
                    </a:cubicBezTo>
                    <a:cubicBezTo>
                      <a:pt x="63" y="28"/>
                      <a:pt x="61" y="27"/>
                      <a:pt x="61" y="26"/>
                    </a:cubicBezTo>
                    <a:cubicBezTo>
                      <a:pt x="60" y="26"/>
                      <a:pt x="60" y="25"/>
                      <a:pt x="60" y="25"/>
                    </a:cubicBezTo>
                    <a:cubicBezTo>
                      <a:pt x="57" y="27"/>
                      <a:pt x="53" y="28"/>
                      <a:pt x="50" y="27"/>
                    </a:cubicBezTo>
                    <a:cubicBezTo>
                      <a:pt x="49" y="27"/>
                      <a:pt x="49" y="27"/>
                      <a:pt x="49" y="28"/>
                    </a:cubicBezTo>
                    <a:cubicBezTo>
                      <a:pt x="48" y="29"/>
                      <a:pt x="47" y="30"/>
                      <a:pt x="46" y="31"/>
                    </a:cubicBezTo>
                    <a:cubicBezTo>
                      <a:pt x="44" y="34"/>
                      <a:pt x="42" y="37"/>
                      <a:pt x="40" y="40"/>
                    </a:cubicBezTo>
                    <a:cubicBezTo>
                      <a:pt x="36" y="46"/>
                      <a:pt x="33" y="53"/>
                      <a:pt x="30" y="60"/>
                    </a:cubicBezTo>
                    <a:cubicBezTo>
                      <a:pt x="27" y="65"/>
                      <a:pt x="25" y="71"/>
                      <a:pt x="22" y="77"/>
                    </a:cubicBezTo>
                    <a:cubicBezTo>
                      <a:pt x="19" y="82"/>
                      <a:pt x="14" y="84"/>
                      <a:pt x="9" y="82"/>
                    </a:cubicBezTo>
                    <a:cubicBezTo>
                      <a:pt x="4" y="81"/>
                      <a:pt x="0" y="74"/>
                      <a:pt x="3" y="69"/>
                    </a:cubicBezTo>
                    <a:cubicBezTo>
                      <a:pt x="4" y="65"/>
                      <a:pt x="5" y="61"/>
                      <a:pt x="7" y="58"/>
                    </a:cubicBezTo>
                    <a:cubicBezTo>
                      <a:pt x="8" y="55"/>
                      <a:pt x="9" y="53"/>
                      <a:pt x="10" y="51"/>
                    </a:cubicBezTo>
                    <a:cubicBezTo>
                      <a:pt x="12" y="47"/>
                      <a:pt x="14" y="43"/>
                      <a:pt x="16" y="39"/>
                    </a:cubicBezTo>
                    <a:cubicBezTo>
                      <a:pt x="18" y="35"/>
                      <a:pt x="20" y="30"/>
                      <a:pt x="22" y="26"/>
                    </a:cubicBezTo>
                    <a:cubicBezTo>
                      <a:pt x="24" y="23"/>
                      <a:pt x="25" y="21"/>
                      <a:pt x="27" y="18"/>
                    </a:cubicBezTo>
                    <a:cubicBezTo>
                      <a:pt x="29" y="14"/>
                      <a:pt x="33" y="8"/>
                      <a:pt x="38" y="5"/>
                    </a:cubicBezTo>
                    <a:cubicBezTo>
                      <a:pt x="42" y="2"/>
                      <a:pt x="47" y="0"/>
                      <a:pt x="52" y="0"/>
                    </a:cubicBezTo>
                    <a:cubicBezTo>
                      <a:pt x="57" y="1"/>
                      <a:pt x="63" y="2"/>
                      <a:pt x="67" y="5"/>
                    </a:cubicBezTo>
                    <a:cubicBezTo>
                      <a:pt x="77" y="12"/>
                      <a:pt x="84" y="21"/>
                      <a:pt x="88" y="32"/>
                    </a:cubicBezTo>
                    <a:cubicBezTo>
                      <a:pt x="96" y="49"/>
                      <a:pt x="99" y="68"/>
                      <a:pt x="101" y="86"/>
                    </a:cubicBezTo>
                    <a:cubicBezTo>
                      <a:pt x="101" y="92"/>
                      <a:pt x="96" y="96"/>
                      <a:pt x="91" y="97"/>
                    </a:cubicBezTo>
                    <a:cubicBezTo>
                      <a:pt x="85" y="97"/>
                      <a:pt x="81" y="93"/>
                      <a:pt x="81" y="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4" name="Google Shape;2104;p22"/>
              <p:cNvSpPr/>
              <p:nvPr/>
            </p:nvSpPr>
            <p:spPr>
              <a:xfrm>
                <a:off x="1514520" y="2087640"/>
                <a:ext cx="71640" cy="149400"/>
              </a:xfrm>
              <a:custGeom>
                <a:avLst/>
                <a:gdLst/>
                <a:ahLst/>
                <a:cxnLst/>
                <a:rect l="l" t="t" r="r" b="b"/>
                <a:pathLst>
                  <a:path w="199" h="415" extrusionOk="0">
                    <a:moveTo>
                      <a:pt x="81" y="395"/>
                    </a:moveTo>
                    <a:cubicBezTo>
                      <a:pt x="81" y="395"/>
                      <a:pt x="82" y="395"/>
                      <a:pt x="83" y="395"/>
                    </a:cubicBezTo>
                    <a:cubicBezTo>
                      <a:pt x="84" y="395"/>
                      <a:pt x="85" y="395"/>
                      <a:pt x="86" y="395"/>
                    </a:cubicBezTo>
                    <a:cubicBezTo>
                      <a:pt x="86" y="395"/>
                      <a:pt x="88" y="394"/>
                      <a:pt x="88" y="393"/>
                    </a:cubicBezTo>
                    <a:cubicBezTo>
                      <a:pt x="89" y="393"/>
                      <a:pt x="89" y="393"/>
                      <a:pt x="89" y="393"/>
                    </a:cubicBezTo>
                    <a:cubicBezTo>
                      <a:pt x="90" y="393"/>
                      <a:pt x="91" y="392"/>
                      <a:pt x="92" y="392"/>
                    </a:cubicBezTo>
                    <a:cubicBezTo>
                      <a:pt x="92" y="391"/>
                      <a:pt x="93" y="391"/>
                      <a:pt x="93" y="390"/>
                    </a:cubicBezTo>
                    <a:lnTo>
                      <a:pt x="94" y="389"/>
                    </a:lnTo>
                    <a:cubicBezTo>
                      <a:pt x="96" y="386"/>
                      <a:pt x="97" y="384"/>
                      <a:pt x="99" y="382"/>
                    </a:cubicBezTo>
                    <a:cubicBezTo>
                      <a:pt x="100" y="379"/>
                      <a:pt x="102" y="376"/>
                      <a:pt x="103" y="373"/>
                    </a:cubicBezTo>
                    <a:cubicBezTo>
                      <a:pt x="105" y="368"/>
                      <a:pt x="107" y="364"/>
                      <a:pt x="108" y="360"/>
                    </a:cubicBezTo>
                    <a:cubicBezTo>
                      <a:pt x="109" y="356"/>
                      <a:pt x="110" y="351"/>
                      <a:pt x="110" y="347"/>
                    </a:cubicBezTo>
                    <a:cubicBezTo>
                      <a:pt x="112" y="333"/>
                      <a:pt x="112" y="320"/>
                      <a:pt x="112" y="307"/>
                    </a:cubicBezTo>
                    <a:cubicBezTo>
                      <a:pt x="111" y="302"/>
                      <a:pt x="111" y="297"/>
                      <a:pt x="111" y="292"/>
                    </a:cubicBezTo>
                    <a:cubicBezTo>
                      <a:pt x="111" y="289"/>
                      <a:pt x="111" y="285"/>
                      <a:pt x="110" y="282"/>
                    </a:cubicBezTo>
                    <a:cubicBezTo>
                      <a:pt x="110" y="280"/>
                      <a:pt x="110" y="279"/>
                      <a:pt x="110" y="277"/>
                    </a:cubicBezTo>
                    <a:cubicBezTo>
                      <a:pt x="109" y="268"/>
                      <a:pt x="107" y="257"/>
                      <a:pt x="106" y="247"/>
                    </a:cubicBezTo>
                    <a:lnTo>
                      <a:pt x="106" y="246"/>
                    </a:lnTo>
                    <a:lnTo>
                      <a:pt x="106" y="247"/>
                    </a:lnTo>
                    <a:cubicBezTo>
                      <a:pt x="104" y="236"/>
                      <a:pt x="103" y="226"/>
                      <a:pt x="101" y="216"/>
                    </a:cubicBezTo>
                    <a:cubicBezTo>
                      <a:pt x="100" y="208"/>
                      <a:pt x="98" y="199"/>
                      <a:pt x="97" y="191"/>
                    </a:cubicBezTo>
                    <a:cubicBezTo>
                      <a:pt x="96" y="193"/>
                      <a:pt x="95" y="195"/>
                      <a:pt x="93" y="198"/>
                    </a:cubicBezTo>
                    <a:cubicBezTo>
                      <a:pt x="90" y="205"/>
                      <a:pt x="86" y="213"/>
                      <a:pt x="83" y="221"/>
                    </a:cubicBezTo>
                    <a:cubicBezTo>
                      <a:pt x="75" y="241"/>
                      <a:pt x="67" y="261"/>
                      <a:pt x="62" y="282"/>
                    </a:cubicBezTo>
                    <a:cubicBezTo>
                      <a:pt x="59" y="293"/>
                      <a:pt x="56" y="304"/>
                      <a:pt x="55" y="315"/>
                    </a:cubicBezTo>
                    <a:cubicBezTo>
                      <a:pt x="54" y="320"/>
                      <a:pt x="54" y="326"/>
                      <a:pt x="54" y="332"/>
                    </a:cubicBezTo>
                    <a:cubicBezTo>
                      <a:pt x="54" y="339"/>
                      <a:pt x="54" y="347"/>
                      <a:pt x="56" y="355"/>
                    </a:cubicBezTo>
                    <a:lnTo>
                      <a:pt x="56" y="354"/>
                    </a:lnTo>
                    <a:cubicBezTo>
                      <a:pt x="56" y="358"/>
                      <a:pt x="57" y="363"/>
                      <a:pt x="58" y="367"/>
                    </a:cubicBezTo>
                    <a:cubicBezTo>
                      <a:pt x="59" y="371"/>
                      <a:pt x="61" y="375"/>
                      <a:pt x="63" y="379"/>
                    </a:cubicBezTo>
                    <a:cubicBezTo>
                      <a:pt x="63" y="381"/>
                      <a:pt x="64" y="383"/>
                      <a:pt x="65" y="385"/>
                    </a:cubicBezTo>
                    <a:cubicBezTo>
                      <a:pt x="66" y="386"/>
                      <a:pt x="67" y="387"/>
                      <a:pt x="67" y="388"/>
                    </a:cubicBezTo>
                    <a:cubicBezTo>
                      <a:pt x="68" y="388"/>
                      <a:pt x="68" y="389"/>
                      <a:pt x="69" y="390"/>
                    </a:cubicBezTo>
                    <a:cubicBezTo>
                      <a:pt x="70" y="391"/>
                      <a:pt x="70" y="391"/>
                      <a:pt x="71" y="391"/>
                    </a:cubicBezTo>
                    <a:cubicBezTo>
                      <a:pt x="71" y="392"/>
                      <a:pt x="72" y="392"/>
                      <a:pt x="72" y="393"/>
                    </a:cubicBezTo>
                    <a:cubicBezTo>
                      <a:pt x="74" y="393"/>
                      <a:pt x="75" y="394"/>
                      <a:pt x="76" y="395"/>
                    </a:cubicBezTo>
                    <a:cubicBezTo>
                      <a:pt x="77" y="395"/>
                      <a:pt x="77" y="395"/>
                      <a:pt x="78" y="395"/>
                    </a:cubicBezTo>
                    <a:cubicBezTo>
                      <a:pt x="78" y="395"/>
                      <a:pt x="79" y="395"/>
                      <a:pt x="80" y="395"/>
                    </a:cubicBezTo>
                    <a:lnTo>
                      <a:pt x="81" y="395"/>
                    </a:lnTo>
                    <a:moveTo>
                      <a:pt x="78" y="414"/>
                    </a:moveTo>
                    <a:cubicBezTo>
                      <a:pt x="73" y="414"/>
                      <a:pt x="68" y="412"/>
                      <a:pt x="63" y="409"/>
                    </a:cubicBezTo>
                    <a:cubicBezTo>
                      <a:pt x="58" y="406"/>
                      <a:pt x="54" y="403"/>
                      <a:pt x="50" y="398"/>
                    </a:cubicBezTo>
                    <a:cubicBezTo>
                      <a:pt x="47" y="393"/>
                      <a:pt x="45" y="388"/>
                      <a:pt x="43" y="383"/>
                    </a:cubicBezTo>
                    <a:cubicBezTo>
                      <a:pt x="41" y="377"/>
                      <a:pt x="39" y="371"/>
                      <a:pt x="38" y="364"/>
                    </a:cubicBezTo>
                    <a:cubicBezTo>
                      <a:pt x="37" y="358"/>
                      <a:pt x="36" y="352"/>
                      <a:pt x="36" y="346"/>
                    </a:cubicBezTo>
                    <a:cubicBezTo>
                      <a:pt x="35" y="339"/>
                      <a:pt x="35" y="332"/>
                      <a:pt x="36" y="325"/>
                    </a:cubicBezTo>
                    <a:cubicBezTo>
                      <a:pt x="36" y="311"/>
                      <a:pt x="39" y="297"/>
                      <a:pt x="43" y="284"/>
                    </a:cubicBezTo>
                    <a:cubicBezTo>
                      <a:pt x="46" y="270"/>
                      <a:pt x="50" y="258"/>
                      <a:pt x="55" y="245"/>
                    </a:cubicBezTo>
                    <a:cubicBezTo>
                      <a:pt x="60" y="232"/>
                      <a:pt x="65" y="219"/>
                      <a:pt x="71" y="207"/>
                    </a:cubicBezTo>
                    <a:cubicBezTo>
                      <a:pt x="77" y="194"/>
                      <a:pt x="84" y="183"/>
                      <a:pt x="91" y="171"/>
                    </a:cubicBezTo>
                    <a:cubicBezTo>
                      <a:pt x="92" y="169"/>
                      <a:pt x="93" y="167"/>
                      <a:pt x="93" y="165"/>
                    </a:cubicBezTo>
                    <a:cubicBezTo>
                      <a:pt x="93" y="163"/>
                      <a:pt x="93" y="162"/>
                      <a:pt x="93" y="161"/>
                    </a:cubicBezTo>
                    <a:cubicBezTo>
                      <a:pt x="92" y="150"/>
                      <a:pt x="91" y="140"/>
                      <a:pt x="90" y="129"/>
                    </a:cubicBezTo>
                    <a:cubicBezTo>
                      <a:pt x="90" y="127"/>
                      <a:pt x="90" y="124"/>
                      <a:pt x="89" y="121"/>
                    </a:cubicBezTo>
                    <a:cubicBezTo>
                      <a:pt x="89" y="116"/>
                      <a:pt x="89" y="111"/>
                      <a:pt x="88" y="106"/>
                    </a:cubicBezTo>
                    <a:cubicBezTo>
                      <a:pt x="88" y="107"/>
                      <a:pt x="88" y="109"/>
                      <a:pt x="87" y="110"/>
                    </a:cubicBezTo>
                    <a:cubicBezTo>
                      <a:pt x="83" y="123"/>
                      <a:pt x="78" y="135"/>
                      <a:pt x="71" y="146"/>
                    </a:cubicBezTo>
                    <a:cubicBezTo>
                      <a:pt x="68" y="151"/>
                      <a:pt x="64" y="155"/>
                      <a:pt x="59" y="159"/>
                    </a:cubicBezTo>
                    <a:cubicBezTo>
                      <a:pt x="55" y="162"/>
                      <a:pt x="49" y="162"/>
                      <a:pt x="43" y="160"/>
                    </a:cubicBezTo>
                    <a:cubicBezTo>
                      <a:pt x="38" y="159"/>
                      <a:pt x="35" y="155"/>
                      <a:pt x="32" y="150"/>
                    </a:cubicBezTo>
                    <a:cubicBezTo>
                      <a:pt x="30" y="146"/>
                      <a:pt x="30" y="142"/>
                      <a:pt x="29" y="138"/>
                    </a:cubicBezTo>
                    <a:cubicBezTo>
                      <a:pt x="25" y="121"/>
                      <a:pt x="22" y="104"/>
                      <a:pt x="19" y="86"/>
                    </a:cubicBezTo>
                    <a:cubicBezTo>
                      <a:pt x="18" y="74"/>
                      <a:pt x="16" y="60"/>
                      <a:pt x="14" y="47"/>
                    </a:cubicBezTo>
                    <a:cubicBezTo>
                      <a:pt x="13" y="48"/>
                      <a:pt x="11" y="49"/>
                      <a:pt x="9" y="48"/>
                    </a:cubicBezTo>
                    <a:cubicBezTo>
                      <a:pt x="4" y="47"/>
                      <a:pt x="0" y="41"/>
                      <a:pt x="1" y="36"/>
                    </a:cubicBezTo>
                    <a:cubicBezTo>
                      <a:pt x="1" y="32"/>
                      <a:pt x="3" y="29"/>
                      <a:pt x="3" y="25"/>
                    </a:cubicBezTo>
                    <a:cubicBezTo>
                      <a:pt x="4" y="21"/>
                      <a:pt x="5" y="16"/>
                      <a:pt x="5" y="12"/>
                    </a:cubicBezTo>
                    <a:cubicBezTo>
                      <a:pt x="6" y="9"/>
                      <a:pt x="7" y="8"/>
                      <a:pt x="8" y="6"/>
                    </a:cubicBezTo>
                    <a:cubicBezTo>
                      <a:pt x="9" y="4"/>
                      <a:pt x="10" y="3"/>
                      <a:pt x="12" y="2"/>
                    </a:cubicBezTo>
                    <a:cubicBezTo>
                      <a:pt x="16" y="0"/>
                      <a:pt x="21" y="1"/>
                      <a:pt x="25" y="4"/>
                    </a:cubicBezTo>
                    <a:cubicBezTo>
                      <a:pt x="28" y="7"/>
                      <a:pt x="29" y="10"/>
                      <a:pt x="30" y="14"/>
                    </a:cubicBezTo>
                    <a:cubicBezTo>
                      <a:pt x="30" y="16"/>
                      <a:pt x="30" y="19"/>
                      <a:pt x="31" y="21"/>
                    </a:cubicBezTo>
                    <a:cubicBezTo>
                      <a:pt x="32" y="24"/>
                      <a:pt x="32" y="28"/>
                      <a:pt x="32" y="30"/>
                    </a:cubicBezTo>
                    <a:cubicBezTo>
                      <a:pt x="35" y="47"/>
                      <a:pt x="36" y="65"/>
                      <a:pt x="39" y="82"/>
                    </a:cubicBezTo>
                    <a:cubicBezTo>
                      <a:pt x="39" y="81"/>
                      <a:pt x="38" y="81"/>
                      <a:pt x="38" y="81"/>
                    </a:cubicBezTo>
                    <a:cubicBezTo>
                      <a:pt x="39" y="88"/>
                      <a:pt x="40" y="95"/>
                      <a:pt x="41" y="102"/>
                    </a:cubicBezTo>
                    <a:lnTo>
                      <a:pt x="41" y="101"/>
                    </a:lnTo>
                    <a:cubicBezTo>
                      <a:pt x="42" y="104"/>
                      <a:pt x="42" y="107"/>
                      <a:pt x="43" y="110"/>
                    </a:cubicBezTo>
                    <a:cubicBezTo>
                      <a:pt x="43" y="113"/>
                      <a:pt x="43" y="115"/>
                      <a:pt x="44" y="117"/>
                    </a:cubicBezTo>
                    <a:cubicBezTo>
                      <a:pt x="45" y="121"/>
                      <a:pt x="46" y="125"/>
                      <a:pt x="46" y="128"/>
                    </a:cubicBezTo>
                    <a:cubicBezTo>
                      <a:pt x="47" y="131"/>
                      <a:pt x="48" y="134"/>
                      <a:pt x="49" y="136"/>
                    </a:cubicBezTo>
                    <a:cubicBezTo>
                      <a:pt x="49" y="137"/>
                      <a:pt x="49" y="139"/>
                      <a:pt x="50" y="140"/>
                    </a:cubicBezTo>
                    <a:cubicBezTo>
                      <a:pt x="51" y="139"/>
                      <a:pt x="51" y="138"/>
                      <a:pt x="53" y="137"/>
                    </a:cubicBezTo>
                    <a:cubicBezTo>
                      <a:pt x="54" y="135"/>
                      <a:pt x="55" y="134"/>
                      <a:pt x="56" y="132"/>
                    </a:cubicBezTo>
                    <a:lnTo>
                      <a:pt x="56" y="131"/>
                    </a:lnTo>
                    <a:cubicBezTo>
                      <a:pt x="56" y="132"/>
                      <a:pt x="56" y="132"/>
                      <a:pt x="56" y="132"/>
                    </a:cubicBezTo>
                    <a:cubicBezTo>
                      <a:pt x="58" y="127"/>
                      <a:pt x="61" y="122"/>
                      <a:pt x="64" y="117"/>
                    </a:cubicBezTo>
                    <a:cubicBezTo>
                      <a:pt x="63" y="117"/>
                      <a:pt x="63" y="118"/>
                      <a:pt x="63" y="118"/>
                    </a:cubicBezTo>
                    <a:cubicBezTo>
                      <a:pt x="69" y="103"/>
                      <a:pt x="74" y="88"/>
                      <a:pt x="78" y="72"/>
                    </a:cubicBezTo>
                    <a:cubicBezTo>
                      <a:pt x="82" y="58"/>
                      <a:pt x="85" y="43"/>
                      <a:pt x="87" y="29"/>
                    </a:cubicBezTo>
                    <a:cubicBezTo>
                      <a:pt x="88" y="28"/>
                      <a:pt x="88" y="27"/>
                      <a:pt x="88" y="26"/>
                    </a:cubicBezTo>
                    <a:cubicBezTo>
                      <a:pt x="88" y="23"/>
                      <a:pt x="89" y="21"/>
                      <a:pt x="91" y="19"/>
                    </a:cubicBezTo>
                    <a:cubicBezTo>
                      <a:pt x="93" y="17"/>
                      <a:pt x="96" y="16"/>
                      <a:pt x="99" y="16"/>
                    </a:cubicBezTo>
                    <a:cubicBezTo>
                      <a:pt x="104" y="16"/>
                      <a:pt x="109" y="22"/>
                      <a:pt x="108" y="27"/>
                    </a:cubicBezTo>
                    <a:cubicBezTo>
                      <a:pt x="107" y="50"/>
                      <a:pt x="107" y="73"/>
                      <a:pt x="107" y="96"/>
                    </a:cubicBezTo>
                    <a:cubicBezTo>
                      <a:pt x="107" y="104"/>
                      <a:pt x="107" y="112"/>
                      <a:pt x="108" y="120"/>
                    </a:cubicBezTo>
                    <a:cubicBezTo>
                      <a:pt x="108" y="127"/>
                      <a:pt x="109" y="132"/>
                      <a:pt x="109" y="138"/>
                    </a:cubicBezTo>
                    <a:cubicBezTo>
                      <a:pt x="109" y="139"/>
                      <a:pt x="109" y="139"/>
                      <a:pt x="109" y="140"/>
                    </a:cubicBezTo>
                    <a:cubicBezTo>
                      <a:pt x="113" y="134"/>
                      <a:pt x="116" y="129"/>
                      <a:pt x="120" y="123"/>
                    </a:cubicBezTo>
                    <a:cubicBezTo>
                      <a:pt x="127" y="113"/>
                      <a:pt x="134" y="103"/>
                      <a:pt x="140" y="92"/>
                    </a:cubicBezTo>
                    <a:cubicBezTo>
                      <a:pt x="155" y="69"/>
                      <a:pt x="170" y="47"/>
                      <a:pt x="184" y="24"/>
                    </a:cubicBezTo>
                    <a:cubicBezTo>
                      <a:pt x="187" y="21"/>
                      <a:pt x="191" y="20"/>
                      <a:pt x="194" y="22"/>
                    </a:cubicBezTo>
                    <a:cubicBezTo>
                      <a:pt x="198" y="25"/>
                      <a:pt x="198" y="29"/>
                      <a:pt x="197" y="32"/>
                    </a:cubicBezTo>
                    <a:cubicBezTo>
                      <a:pt x="181" y="56"/>
                      <a:pt x="166" y="80"/>
                      <a:pt x="151" y="104"/>
                    </a:cubicBezTo>
                    <a:cubicBezTo>
                      <a:pt x="137" y="125"/>
                      <a:pt x="124" y="145"/>
                      <a:pt x="111" y="166"/>
                    </a:cubicBezTo>
                    <a:cubicBezTo>
                      <a:pt x="112" y="171"/>
                      <a:pt x="113" y="177"/>
                      <a:pt x="113" y="183"/>
                    </a:cubicBezTo>
                    <a:lnTo>
                      <a:pt x="113" y="184"/>
                    </a:lnTo>
                    <a:lnTo>
                      <a:pt x="113" y="183"/>
                    </a:lnTo>
                    <a:cubicBezTo>
                      <a:pt x="116" y="203"/>
                      <a:pt x="120" y="223"/>
                      <a:pt x="123" y="243"/>
                    </a:cubicBezTo>
                    <a:cubicBezTo>
                      <a:pt x="124" y="253"/>
                      <a:pt x="125" y="263"/>
                      <a:pt x="127" y="273"/>
                    </a:cubicBezTo>
                    <a:cubicBezTo>
                      <a:pt x="127" y="276"/>
                      <a:pt x="128" y="279"/>
                      <a:pt x="128" y="283"/>
                    </a:cubicBezTo>
                    <a:cubicBezTo>
                      <a:pt x="128" y="289"/>
                      <a:pt x="128" y="296"/>
                      <a:pt x="129" y="303"/>
                    </a:cubicBezTo>
                    <a:cubicBezTo>
                      <a:pt x="130" y="312"/>
                      <a:pt x="129" y="321"/>
                      <a:pt x="129" y="330"/>
                    </a:cubicBezTo>
                    <a:cubicBezTo>
                      <a:pt x="129" y="342"/>
                      <a:pt x="128" y="355"/>
                      <a:pt x="125" y="367"/>
                    </a:cubicBezTo>
                    <a:cubicBezTo>
                      <a:pt x="123" y="373"/>
                      <a:pt x="121" y="379"/>
                      <a:pt x="118" y="385"/>
                    </a:cubicBezTo>
                    <a:cubicBezTo>
                      <a:pt x="117" y="388"/>
                      <a:pt x="116" y="391"/>
                      <a:pt x="114" y="393"/>
                    </a:cubicBezTo>
                    <a:cubicBezTo>
                      <a:pt x="112" y="396"/>
                      <a:pt x="110" y="399"/>
                      <a:pt x="109" y="401"/>
                    </a:cubicBezTo>
                    <a:cubicBezTo>
                      <a:pt x="102" y="410"/>
                      <a:pt x="91" y="414"/>
                      <a:pt x="80" y="414"/>
                    </a:cubicBezTo>
                    <a:cubicBezTo>
                      <a:pt x="79" y="414"/>
                      <a:pt x="79" y="414"/>
                      <a:pt x="78" y="4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5" name="Google Shape;2105;p22"/>
              <p:cNvSpPr/>
              <p:nvPr/>
            </p:nvSpPr>
            <p:spPr>
              <a:xfrm>
                <a:off x="1271160" y="2242080"/>
                <a:ext cx="851760" cy="552600"/>
              </a:xfrm>
              <a:custGeom>
                <a:avLst/>
                <a:gdLst/>
                <a:ahLst/>
                <a:cxnLst/>
                <a:rect l="l" t="t" r="r" b="b"/>
                <a:pathLst>
                  <a:path w="2366" h="1535" extrusionOk="0">
                    <a:moveTo>
                      <a:pt x="16" y="1532"/>
                    </a:moveTo>
                    <a:cubicBezTo>
                      <a:pt x="7" y="1530"/>
                      <a:pt x="0" y="1522"/>
                      <a:pt x="0" y="1512"/>
                    </a:cubicBezTo>
                    <a:cubicBezTo>
                      <a:pt x="0" y="1503"/>
                      <a:pt x="9" y="1493"/>
                      <a:pt x="20" y="1494"/>
                    </a:cubicBezTo>
                    <a:cubicBezTo>
                      <a:pt x="25" y="1494"/>
                      <a:pt x="30" y="1495"/>
                      <a:pt x="35" y="1496"/>
                    </a:cubicBezTo>
                    <a:cubicBezTo>
                      <a:pt x="41" y="1496"/>
                      <a:pt x="47" y="1496"/>
                      <a:pt x="53" y="1496"/>
                    </a:cubicBezTo>
                    <a:cubicBezTo>
                      <a:pt x="73" y="1494"/>
                      <a:pt x="92" y="1492"/>
                      <a:pt x="111" y="1489"/>
                    </a:cubicBezTo>
                    <a:cubicBezTo>
                      <a:pt x="110" y="1489"/>
                      <a:pt x="110" y="1489"/>
                      <a:pt x="110" y="1490"/>
                    </a:cubicBezTo>
                    <a:cubicBezTo>
                      <a:pt x="126" y="1487"/>
                      <a:pt x="141" y="1484"/>
                      <a:pt x="156" y="1480"/>
                    </a:cubicBezTo>
                    <a:cubicBezTo>
                      <a:pt x="171" y="1477"/>
                      <a:pt x="186" y="1473"/>
                      <a:pt x="200" y="1469"/>
                    </a:cubicBezTo>
                    <a:cubicBezTo>
                      <a:pt x="205" y="1468"/>
                      <a:pt x="209" y="1466"/>
                      <a:pt x="214" y="1464"/>
                    </a:cubicBezTo>
                    <a:cubicBezTo>
                      <a:pt x="232" y="1455"/>
                      <a:pt x="250" y="1445"/>
                      <a:pt x="267" y="1434"/>
                    </a:cubicBezTo>
                    <a:cubicBezTo>
                      <a:pt x="267" y="1434"/>
                      <a:pt x="266" y="1434"/>
                      <a:pt x="266" y="1435"/>
                    </a:cubicBezTo>
                    <a:cubicBezTo>
                      <a:pt x="293" y="1418"/>
                      <a:pt x="321" y="1401"/>
                      <a:pt x="348" y="1383"/>
                    </a:cubicBezTo>
                    <a:cubicBezTo>
                      <a:pt x="375" y="1364"/>
                      <a:pt x="401" y="1345"/>
                      <a:pt x="427" y="1325"/>
                    </a:cubicBezTo>
                    <a:cubicBezTo>
                      <a:pt x="455" y="1302"/>
                      <a:pt x="483" y="1278"/>
                      <a:pt x="511" y="1254"/>
                    </a:cubicBezTo>
                    <a:cubicBezTo>
                      <a:pt x="538" y="1231"/>
                      <a:pt x="565" y="1207"/>
                      <a:pt x="590" y="1180"/>
                    </a:cubicBezTo>
                    <a:cubicBezTo>
                      <a:pt x="606" y="1163"/>
                      <a:pt x="622" y="1145"/>
                      <a:pt x="637" y="1126"/>
                    </a:cubicBezTo>
                    <a:cubicBezTo>
                      <a:pt x="653" y="1108"/>
                      <a:pt x="668" y="1090"/>
                      <a:pt x="684" y="1073"/>
                    </a:cubicBezTo>
                    <a:cubicBezTo>
                      <a:pt x="701" y="1054"/>
                      <a:pt x="718" y="1036"/>
                      <a:pt x="733" y="1017"/>
                    </a:cubicBezTo>
                    <a:cubicBezTo>
                      <a:pt x="748" y="999"/>
                      <a:pt x="763" y="980"/>
                      <a:pt x="778" y="961"/>
                    </a:cubicBezTo>
                    <a:cubicBezTo>
                      <a:pt x="793" y="942"/>
                      <a:pt x="808" y="923"/>
                      <a:pt x="823" y="904"/>
                    </a:cubicBezTo>
                    <a:cubicBezTo>
                      <a:pt x="839" y="884"/>
                      <a:pt x="857" y="866"/>
                      <a:pt x="874" y="848"/>
                    </a:cubicBezTo>
                    <a:cubicBezTo>
                      <a:pt x="891" y="831"/>
                      <a:pt x="908" y="814"/>
                      <a:pt x="925" y="797"/>
                    </a:cubicBezTo>
                    <a:cubicBezTo>
                      <a:pt x="942" y="779"/>
                      <a:pt x="961" y="761"/>
                      <a:pt x="979" y="745"/>
                    </a:cubicBezTo>
                    <a:cubicBezTo>
                      <a:pt x="1004" y="722"/>
                      <a:pt x="1030" y="701"/>
                      <a:pt x="1057" y="679"/>
                    </a:cubicBezTo>
                    <a:cubicBezTo>
                      <a:pt x="1070" y="668"/>
                      <a:pt x="1084" y="657"/>
                      <a:pt x="1097" y="646"/>
                    </a:cubicBezTo>
                    <a:cubicBezTo>
                      <a:pt x="1110" y="636"/>
                      <a:pt x="1123" y="626"/>
                      <a:pt x="1136" y="616"/>
                    </a:cubicBezTo>
                    <a:cubicBezTo>
                      <a:pt x="1157" y="599"/>
                      <a:pt x="1178" y="581"/>
                      <a:pt x="1199" y="562"/>
                    </a:cubicBezTo>
                    <a:cubicBezTo>
                      <a:pt x="1219" y="544"/>
                      <a:pt x="1238" y="526"/>
                      <a:pt x="1257" y="506"/>
                    </a:cubicBezTo>
                    <a:cubicBezTo>
                      <a:pt x="1256" y="507"/>
                      <a:pt x="1256" y="507"/>
                      <a:pt x="1255" y="508"/>
                    </a:cubicBezTo>
                    <a:cubicBezTo>
                      <a:pt x="1258" y="506"/>
                      <a:pt x="1260" y="503"/>
                      <a:pt x="1262" y="501"/>
                    </a:cubicBezTo>
                    <a:lnTo>
                      <a:pt x="1262" y="502"/>
                    </a:lnTo>
                    <a:cubicBezTo>
                      <a:pt x="1262" y="501"/>
                      <a:pt x="1263" y="500"/>
                      <a:pt x="1263" y="499"/>
                    </a:cubicBezTo>
                    <a:cubicBezTo>
                      <a:pt x="1264" y="499"/>
                      <a:pt x="1264" y="499"/>
                      <a:pt x="1265" y="499"/>
                    </a:cubicBezTo>
                    <a:cubicBezTo>
                      <a:pt x="1265" y="498"/>
                      <a:pt x="1265" y="498"/>
                      <a:pt x="1266" y="497"/>
                    </a:cubicBezTo>
                    <a:cubicBezTo>
                      <a:pt x="1267" y="496"/>
                      <a:pt x="1268" y="496"/>
                      <a:pt x="1268" y="495"/>
                    </a:cubicBezTo>
                    <a:lnTo>
                      <a:pt x="1268" y="496"/>
                    </a:lnTo>
                    <a:cubicBezTo>
                      <a:pt x="1294" y="467"/>
                      <a:pt x="1322" y="440"/>
                      <a:pt x="1350" y="411"/>
                    </a:cubicBezTo>
                    <a:cubicBezTo>
                      <a:pt x="1349" y="412"/>
                      <a:pt x="1349" y="412"/>
                      <a:pt x="1348" y="413"/>
                    </a:cubicBezTo>
                    <a:cubicBezTo>
                      <a:pt x="1350" y="411"/>
                      <a:pt x="1353" y="408"/>
                      <a:pt x="1355" y="405"/>
                    </a:cubicBezTo>
                    <a:cubicBezTo>
                      <a:pt x="1357" y="404"/>
                      <a:pt x="1359" y="401"/>
                      <a:pt x="1361" y="400"/>
                    </a:cubicBezTo>
                    <a:cubicBezTo>
                      <a:pt x="1361" y="399"/>
                      <a:pt x="1362" y="398"/>
                      <a:pt x="1363" y="398"/>
                    </a:cubicBezTo>
                    <a:cubicBezTo>
                      <a:pt x="1375" y="384"/>
                      <a:pt x="1388" y="372"/>
                      <a:pt x="1402" y="360"/>
                    </a:cubicBezTo>
                    <a:cubicBezTo>
                      <a:pt x="1417" y="348"/>
                      <a:pt x="1431" y="336"/>
                      <a:pt x="1446" y="323"/>
                    </a:cubicBezTo>
                    <a:cubicBezTo>
                      <a:pt x="1460" y="312"/>
                      <a:pt x="1473" y="299"/>
                      <a:pt x="1487" y="287"/>
                    </a:cubicBezTo>
                    <a:cubicBezTo>
                      <a:pt x="1502" y="275"/>
                      <a:pt x="1516" y="263"/>
                      <a:pt x="1532" y="252"/>
                    </a:cubicBezTo>
                    <a:cubicBezTo>
                      <a:pt x="1550" y="236"/>
                      <a:pt x="1569" y="220"/>
                      <a:pt x="1589" y="206"/>
                    </a:cubicBezTo>
                    <a:cubicBezTo>
                      <a:pt x="1609" y="192"/>
                      <a:pt x="1629" y="179"/>
                      <a:pt x="1650" y="165"/>
                    </a:cubicBezTo>
                    <a:cubicBezTo>
                      <a:pt x="1670" y="151"/>
                      <a:pt x="1690" y="137"/>
                      <a:pt x="1711" y="125"/>
                    </a:cubicBezTo>
                    <a:cubicBezTo>
                      <a:pt x="1721" y="119"/>
                      <a:pt x="1731" y="113"/>
                      <a:pt x="1742" y="108"/>
                    </a:cubicBezTo>
                    <a:cubicBezTo>
                      <a:pt x="1752" y="102"/>
                      <a:pt x="1762" y="96"/>
                      <a:pt x="1773" y="91"/>
                    </a:cubicBezTo>
                    <a:cubicBezTo>
                      <a:pt x="1792" y="81"/>
                      <a:pt x="1812" y="70"/>
                      <a:pt x="1832" y="63"/>
                    </a:cubicBezTo>
                    <a:cubicBezTo>
                      <a:pt x="1853" y="55"/>
                      <a:pt x="1875" y="49"/>
                      <a:pt x="1896" y="43"/>
                    </a:cubicBezTo>
                    <a:cubicBezTo>
                      <a:pt x="1916" y="37"/>
                      <a:pt x="1936" y="31"/>
                      <a:pt x="1957" y="28"/>
                    </a:cubicBezTo>
                    <a:cubicBezTo>
                      <a:pt x="1968" y="26"/>
                      <a:pt x="1980" y="24"/>
                      <a:pt x="1992" y="23"/>
                    </a:cubicBezTo>
                    <a:cubicBezTo>
                      <a:pt x="2002" y="22"/>
                      <a:pt x="2013" y="22"/>
                      <a:pt x="2024" y="22"/>
                    </a:cubicBezTo>
                    <a:lnTo>
                      <a:pt x="2023" y="22"/>
                    </a:lnTo>
                    <a:cubicBezTo>
                      <a:pt x="2039" y="21"/>
                      <a:pt x="2055" y="20"/>
                      <a:pt x="2072" y="18"/>
                    </a:cubicBezTo>
                    <a:cubicBezTo>
                      <a:pt x="2088" y="16"/>
                      <a:pt x="2105" y="14"/>
                      <a:pt x="2122" y="11"/>
                    </a:cubicBezTo>
                    <a:cubicBezTo>
                      <a:pt x="2142" y="8"/>
                      <a:pt x="2161" y="4"/>
                      <a:pt x="2181" y="2"/>
                    </a:cubicBezTo>
                    <a:cubicBezTo>
                      <a:pt x="2202" y="0"/>
                      <a:pt x="2222" y="0"/>
                      <a:pt x="2242" y="1"/>
                    </a:cubicBezTo>
                    <a:cubicBezTo>
                      <a:pt x="2262" y="1"/>
                      <a:pt x="2281" y="2"/>
                      <a:pt x="2301" y="4"/>
                    </a:cubicBezTo>
                    <a:cubicBezTo>
                      <a:pt x="2310" y="5"/>
                      <a:pt x="2321" y="6"/>
                      <a:pt x="2331" y="9"/>
                    </a:cubicBezTo>
                    <a:cubicBezTo>
                      <a:pt x="2338" y="10"/>
                      <a:pt x="2345" y="13"/>
                      <a:pt x="2352" y="16"/>
                    </a:cubicBezTo>
                    <a:cubicBezTo>
                      <a:pt x="2361" y="20"/>
                      <a:pt x="2365" y="30"/>
                      <a:pt x="2361" y="40"/>
                    </a:cubicBezTo>
                    <a:cubicBezTo>
                      <a:pt x="2357" y="48"/>
                      <a:pt x="2347" y="52"/>
                      <a:pt x="2338" y="48"/>
                    </a:cubicBezTo>
                    <a:cubicBezTo>
                      <a:pt x="2336" y="47"/>
                      <a:pt x="2333" y="46"/>
                      <a:pt x="2331" y="45"/>
                    </a:cubicBezTo>
                    <a:cubicBezTo>
                      <a:pt x="2329" y="44"/>
                      <a:pt x="2326" y="44"/>
                      <a:pt x="2324" y="43"/>
                    </a:cubicBezTo>
                    <a:cubicBezTo>
                      <a:pt x="2313" y="41"/>
                      <a:pt x="2304" y="40"/>
                      <a:pt x="2293" y="38"/>
                    </a:cubicBezTo>
                    <a:cubicBezTo>
                      <a:pt x="2291" y="38"/>
                      <a:pt x="2288" y="38"/>
                      <a:pt x="2285" y="38"/>
                    </a:cubicBezTo>
                    <a:cubicBezTo>
                      <a:pt x="2286" y="38"/>
                      <a:pt x="2286" y="38"/>
                      <a:pt x="2286" y="38"/>
                    </a:cubicBezTo>
                    <a:cubicBezTo>
                      <a:pt x="2285" y="38"/>
                      <a:pt x="2285" y="38"/>
                      <a:pt x="2284" y="38"/>
                    </a:cubicBezTo>
                    <a:cubicBezTo>
                      <a:pt x="2271" y="37"/>
                      <a:pt x="2259" y="36"/>
                      <a:pt x="2246" y="36"/>
                    </a:cubicBezTo>
                    <a:cubicBezTo>
                      <a:pt x="2233" y="35"/>
                      <a:pt x="2220" y="35"/>
                      <a:pt x="2206" y="35"/>
                    </a:cubicBezTo>
                    <a:cubicBezTo>
                      <a:pt x="2199" y="36"/>
                      <a:pt x="2192" y="36"/>
                      <a:pt x="2185" y="37"/>
                    </a:cubicBezTo>
                    <a:cubicBezTo>
                      <a:pt x="2177" y="37"/>
                      <a:pt x="2169" y="38"/>
                      <a:pt x="2161" y="40"/>
                    </a:cubicBezTo>
                    <a:cubicBezTo>
                      <a:pt x="2145" y="43"/>
                      <a:pt x="2129" y="45"/>
                      <a:pt x="2112" y="48"/>
                    </a:cubicBezTo>
                    <a:cubicBezTo>
                      <a:pt x="2095" y="51"/>
                      <a:pt x="2077" y="53"/>
                      <a:pt x="2059" y="55"/>
                    </a:cubicBezTo>
                    <a:cubicBezTo>
                      <a:pt x="2044" y="57"/>
                      <a:pt x="2028" y="58"/>
                      <a:pt x="2012" y="58"/>
                    </a:cubicBezTo>
                    <a:cubicBezTo>
                      <a:pt x="1995" y="59"/>
                      <a:pt x="1978" y="61"/>
                      <a:pt x="1962" y="64"/>
                    </a:cubicBezTo>
                    <a:cubicBezTo>
                      <a:pt x="1939" y="69"/>
                      <a:pt x="1917" y="74"/>
                      <a:pt x="1894" y="81"/>
                    </a:cubicBezTo>
                    <a:cubicBezTo>
                      <a:pt x="1872" y="88"/>
                      <a:pt x="1851" y="95"/>
                      <a:pt x="1830" y="104"/>
                    </a:cubicBezTo>
                    <a:cubicBezTo>
                      <a:pt x="1790" y="122"/>
                      <a:pt x="1753" y="143"/>
                      <a:pt x="1716" y="165"/>
                    </a:cubicBezTo>
                    <a:cubicBezTo>
                      <a:pt x="1694" y="179"/>
                      <a:pt x="1673" y="194"/>
                      <a:pt x="1652" y="209"/>
                    </a:cubicBezTo>
                    <a:cubicBezTo>
                      <a:pt x="1631" y="222"/>
                      <a:pt x="1611" y="236"/>
                      <a:pt x="1591" y="252"/>
                    </a:cubicBezTo>
                    <a:cubicBezTo>
                      <a:pt x="1573" y="266"/>
                      <a:pt x="1555" y="281"/>
                      <a:pt x="1537" y="295"/>
                    </a:cubicBezTo>
                    <a:cubicBezTo>
                      <a:pt x="1511" y="316"/>
                      <a:pt x="1486" y="338"/>
                      <a:pt x="1460" y="360"/>
                    </a:cubicBezTo>
                    <a:cubicBezTo>
                      <a:pt x="1447" y="372"/>
                      <a:pt x="1433" y="383"/>
                      <a:pt x="1420" y="395"/>
                    </a:cubicBezTo>
                    <a:cubicBezTo>
                      <a:pt x="1407" y="407"/>
                      <a:pt x="1395" y="419"/>
                      <a:pt x="1382" y="432"/>
                    </a:cubicBezTo>
                    <a:lnTo>
                      <a:pt x="1383" y="432"/>
                    </a:lnTo>
                    <a:cubicBezTo>
                      <a:pt x="1355" y="460"/>
                      <a:pt x="1326" y="488"/>
                      <a:pt x="1298" y="517"/>
                    </a:cubicBezTo>
                    <a:cubicBezTo>
                      <a:pt x="1299" y="517"/>
                      <a:pt x="1300" y="516"/>
                      <a:pt x="1300" y="516"/>
                    </a:cubicBezTo>
                    <a:cubicBezTo>
                      <a:pt x="1286" y="531"/>
                      <a:pt x="1272" y="546"/>
                      <a:pt x="1256" y="561"/>
                    </a:cubicBezTo>
                    <a:cubicBezTo>
                      <a:pt x="1242" y="575"/>
                      <a:pt x="1227" y="588"/>
                      <a:pt x="1212" y="602"/>
                    </a:cubicBezTo>
                    <a:cubicBezTo>
                      <a:pt x="1180" y="629"/>
                      <a:pt x="1148" y="655"/>
                      <a:pt x="1115" y="681"/>
                    </a:cubicBezTo>
                    <a:cubicBezTo>
                      <a:pt x="1116" y="680"/>
                      <a:pt x="1116" y="680"/>
                      <a:pt x="1117" y="680"/>
                    </a:cubicBezTo>
                    <a:cubicBezTo>
                      <a:pt x="1104" y="690"/>
                      <a:pt x="1092" y="699"/>
                      <a:pt x="1080" y="709"/>
                    </a:cubicBezTo>
                    <a:cubicBezTo>
                      <a:pt x="1081" y="709"/>
                      <a:pt x="1081" y="708"/>
                      <a:pt x="1082" y="708"/>
                    </a:cubicBezTo>
                    <a:cubicBezTo>
                      <a:pt x="1046" y="736"/>
                      <a:pt x="1010" y="766"/>
                      <a:pt x="977" y="799"/>
                    </a:cubicBezTo>
                    <a:cubicBezTo>
                      <a:pt x="962" y="814"/>
                      <a:pt x="947" y="829"/>
                      <a:pt x="931" y="845"/>
                    </a:cubicBezTo>
                    <a:cubicBezTo>
                      <a:pt x="916" y="861"/>
                      <a:pt x="899" y="877"/>
                      <a:pt x="883" y="893"/>
                    </a:cubicBezTo>
                    <a:lnTo>
                      <a:pt x="884" y="893"/>
                    </a:lnTo>
                    <a:cubicBezTo>
                      <a:pt x="867" y="910"/>
                      <a:pt x="852" y="928"/>
                      <a:pt x="838" y="946"/>
                    </a:cubicBezTo>
                    <a:cubicBezTo>
                      <a:pt x="822" y="966"/>
                      <a:pt x="807" y="985"/>
                      <a:pt x="792" y="1005"/>
                    </a:cubicBezTo>
                    <a:cubicBezTo>
                      <a:pt x="777" y="1023"/>
                      <a:pt x="762" y="1041"/>
                      <a:pt x="747" y="1059"/>
                    </a:cubicBezTo>
                    <a:cubicBezTo>
                      <a:pt x="732" y="1077"/>
                      <a:pt x="716" y="1095"/>
                      <a:pt x="700" y="1112"/>
                    </a:cubicBezTo>
                    <a:cubicBezTo>
                      <a:pt x="684" y="1130"/>
                      <a:pt x="669" y="1148"/>
                      <a:pt x="653" y="1167"/>
                    </a:cubicBezTo>
                    <a:cubicBezTo>
                      <a:pt x="637" y="1186"/>
                      <a:pt x="620" y="1205"/>
                      <a:pt x="602" y="1223"/>
                    </a:cubicBezTo>
                    <a:cubicBezTo>
                      <a:pt x="584" y="1240"/>
                      <a:pt x="565" y="1257"/>
                      <a:pt x="547" y="1272"/>
                    </a:cubicBezTo>
                    <a:cubicBezTo>
                      <a:pt x="529" y="1289"/>
                      <a:pt x="510" y="1305"/>
                      <a:pt x="491" y="1321"/>
                    </a:cubicBezTo>
                    <a:cubicBezTo>
                      <a:pt x="472" y="1336"/>
                      <a:pt x="454" y="1352"/>
                      <a:pt x="434" y="1367"/>
                    </a:cubicBezTo>
                    <a:cubicBezTo>
                      <a:pt x="415" y="1382"/>
                      <a:pt x="394" y="1396"/>
                      <a:pt x="374" y="1410"/>
                    </a:cubicBezTo>
                    <a:cubicBezTo>
                      <a:pt x="334" y="1437"/>
                      <a:pt x="292" y="1463"/>
                      <a:pt x="251" y="1488"/>
                    </a:cubicBezTo>
                    <a:cubicBezTo>
                      <a:pt x="243" y="1493"/>
                      <a:pt x="236" y="1497"/>
                      <a:pt x="227" y="1501"/>
                    </a:cubicBezTo>
                    <a:cubicBezTo>
                      <a:pt x="218" y="1504"/>
                      <a:pt x="208" y="1507"/>
                      <a:pt x="197" y="1510"/>
                    </a:cubicBezTo>
                    <a:cubicBezTo>
                      <a:pt x="176" y="1514"/>
                      <a:pt x="155" y="1519"/>
                      <a:pt x="134" y="1522"/>
                    </a:cubicBezTo>
                    <a:cubicBezTo>
                      <a:pt x="115" y="1526"/>
                      <a:pt x="96" y="1529"/>
                      <a:pt x="76" y="1531"/>
                    </a:cubicBezTo>
                    <a:cubicBezTo>
                      <a:pt x="64" y="1533"/>
                      <a:pt x="53" y="1534"/>
                      <a:pt x="41" y="1534"/>
                    </a:cubicBezTo>
                    <a:cubicBezTo>
                      <a:pt x="33" y="1534"/>
                      <a:pt x="24" y="1533"/>
                      <a:pt x="16" y="15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6" name="Google Shape;2106;p22"/>
              <p:cNvSpPr/>
              <p:nvPr/>
            </p:nvSpPr>
            <p:spPr>
              <a:xfrm>
                <a:off x="1245600" y="2265840"/>
                <a:ext cx="944640" cy="396000"/>
              </a:xfrm>
              <a:custGeom>
                <a:avLst/>
                <a:gdLst/>
                <a:ahLst/>
                <a:cxnLst/>
                <a:rect l="l" t="t" r="r" b="b"/>
                <a:pathLst>
                  <a:path w="2624" h="1100" extrusionOk="0">
                    <a:moveTo>
                      <a:pt x="2596" y="1098"/>
                    </a:moveTo>
                    <a:cubicBezTo>
                      <a:pt x="2586" y="1096"/>
                      <a:pt x="2577" y="1093"/>
                      <a:pt x="2568" y="1090"/>
                    </a:cubicBezTo>
                    <a:cubicBezTo>
                      <a:pt x="2556" y="1085"/>
                      <a:pt x="2545" y="1081"/>
                      <a:pt x="2534" y="1075"/>
                    </a:cubicBezTo>
                    <a:cubicBezTo>
                      <a:pt x="2522" y="1071"/>
                      <a:pt x="2511" y="1065"/>
                      <a:pt x="2500" y="1060"/>
                    </a:cubicBezTo>
                    <a:cubicBezTo>
                      <a:pt x="2488" y="1054"/>
                      <a:pt x="2475" y="1048"/>
                      <a:pt x="2464" y="1041"/>
                    </a:cubicBezTo>
                    <a:cubicBezTo>
                      <a:pt x="2453" y="1035"/>
                      <a:pt x="2443" y="1028"/>
                      <a:pt x="2432" y="1020"/>
                    </a:cubicBezTo>
                    <a:cubicBezTo>
                      <a:pt x="2388" y="990"/>
                      <a:pt x="2343" y="961"/>
                      <a:pt x="2298" y="931"/>
                    </a:cubicBezTo>
                    <a:cubicBezTo>
                      <a:pt x="2276" y="917"/>
                      <a:pt x="2255" y="902"/>
                      <a:pt x="2234" y="886"/>
                    </a:cubicBezTo>
                    <a:cubicBezTo>
                      <a:pt x="2224" y="878"/>
                      <a:pt x="2216" y="870"/>
                      <a:pt x="2208" y="861"/>
                    </a:cubicBezTo>
                    <a:cubicBezTo>
                      <a:pt x="2199" y="852"/>
                      <a:pt x="2191" y="842"/>
                      <a:pt x="2182" y="833"/>
                    </a:cubicBezTo>
                    <a:cubicBezTo>
                      <a:pt x="2164" y="814"/>
                      <a:pt x="2146" y="796"/>
                      <a:pt x="2128" y="777"/>
                    </a:cubicBezTo>
                    <a:cubicBezTo>
                      <a:pt x="2111" y="760"/>
                      <a:pt x="2094" y="741"/>
                      <a:pt x="2076" y="725"/>
                    </a:cubicBezTo>
                    <a:cubicBezTo>
                      <a:pt x="2068" y="716"/>
                      <a:pt x="2060" y="708"/>
                      <a:pt x="2052" y="700"/>
                    </a:cubicBezTo>
                    <a:cubicBezTo>
                      <a:pt x="2033" y="682"/>
                      <a:pt x="2012" y="665"/>
                      <a:pt x="1993" y="647"/>
                    </a:cubicBezTo>
                    <a:cubicBezTo>
                      <a:pt x="1974" y="628"/>
                      <a:pt x="1955" y="610"/>
                      <a:pt x="1938" y="591"/>
                    </a:cubicBezTo>
                    <a:cubicBezTo>
                      <a:pt x="1920" y="572"/>
                      <a:pt x="1904" y="552"/>
                      <a:pt x="1886" y="532"/>
                    </a:cubicBezTo>
                    <a:cubicBezTo>
                      <a:pt x="1870" y="514"/>
                      <a:pt x="1851" y="497"/>
                      <a:pt x="1833" y="479"/>
                    </a:cubicBezTo>
                    <a:cubicBezTo>
                      <a:pt x="1821" y="467"/>
                      <a:pt x="1810" y="454"/>
                      <a:pt x="1797" y="441"/>
                    </a:cubicBezTo>
                    <a:cubicBezTo>
                      <a:pt x="1785" y="429"/>
                      <a:pt x="1772" y="416"/>
                      <a:pt x="1760" y="404"/>
                    </a:cubicBezTo>
                    <a:cubicBezTo>
                      <a:pt x="1748" y="391"/>
                      <a:pt x="1737" y="378"/>
                      <a:pt x="1726" y="364"/>
                    </a:cubicBezTo>
                    <a:cubicBezTo>
                      <a:pt x="1716" y="351"/>
                      <a:pt x="1706" y="338"/>
                      <a:pt x="1696" y="325"/>
                    </a:cubicBezTo>
                    <a:cubicBezTo>
                      <a:pt x="1695" y="324"/>
                      <a:pt x="1695" y="324"/>
                      <a:pt x="1695" y="324"/>
                    </a:cubicBezTo>
                    <a:lnTo>
                      <a:pt x="1696" y="325"/>
                    </a:lnTo>
                    <a:cubicBezTo>
                      <a:pt x="1677" y="302"/>
                      <a:pt x="1657" y="279"/>
                      <a:pt x="1635" y="257"/>
                    </a:cubicBezTo>
                    <a:cubicBezTo>
                      <a:pt x="1623" y="246"/>
                      <a:pt x="1610" y="235"/>
                      <a:pt x="1597" y="225"/>
                    </a:cubicBezTo>
                    <a:cubicBezTo>
                      <a:pt x="1581" y="214"/>
                      <a:pt x="1565" y="204"/>
                      <a:pt x="1548" y="196"/>
                    </a:cubicBezTo>
                    <a:cubicBezTo>
                      <a:pt x="1534" y="187"/>
                      <a:pt x="1519" y="180"/>
                      <a:pt x="1504" y="172"/>
                    </a:cubicBezTo>
                    <a:cubicBezTo>
                      <a:pt x="1488" y="164"/>
                      <a:pt x="1473" y="156"/>
                      <a:pt x="1458" y="149"/>
                    </a:cubicBezTo>
                    <a:cubicBezTo>
                      <a:pt x="1426" y="134"/>
                      <a:pt x="1394" y="121"/>
                      <a:pt x="1361" y="108"/>
                    </a:cubicBezTo>
                    <a:cubicBezTo>
                      <a:pt x="1362" y="108"/>
                      <a:pt x="1363" y="109"/>
                      <a:pt x="1364" y="109"/>
                    </a:cubicBezTo>
                    <a:cubicBezTo>
                      <a:pt x="1342" y="101"/>
                      <a:pt x="1319" y="94"/>
                      <a:pt x="1297" y="86"/>
                    </a:cubicBezTo>
                    <a:cubicBezTo>
                      <a:pt x="1275" y="79"/>
                      <a:pt x="1252" y="71"/>
                      <a:pt x="1228" y="66"/>
                    </a:cubicBezTo>
                    <a:cubicBezTo>
                      <a:pt x="1229" y="66"/>
                      <a:pt x="1230" y="66"/>
                      <a:pt x="1231" y="66"/>
                    </a:cubicBezTo>
                    <a:cubicBezTo>
                      <a:pt x="1204" y="60"/>
                      <a:pt x="1176" y="56"/>
                      <a:pt x="1149" y="52"/>
                    </a:cubicBezTo>
                    <a:cubicBezTo>
                      <a:pt x="1121" y="47"/>
                      <a:pt x="1092" y="44"/>
                      <a:pt x="1064" y="40"/>
                    </a:cubicBezTo>
                    <a:cubicBezTo>
                      <a:pt x="1038" y="38"/>
                      <a:pt x="1010" y="36"/>
                      <a:pt x="983" y="37"/>
                    </a:cubicBezTo>
                    <a:cubicBezTo>
                      <a:pt x="963" y="38"/>
                      <a:pt x="943" y="40"/>
                      <a:pt x="922" y="43"/>
                    </a:cubicBezTo>
                    <a:cubicBezTo>
                      <a:pt x="897" y="48"/>
                      <a:pt x="871" y="53"/>
                      <a:pt x="845" y="59"/>
                    </a:cubicBezTo>
                    <a:cubicBezTo>
                      <a:pt x="832" y="62"/>
                      <a:pt x="819" y="64"/>
                      <a:pt x="806" y="68"/>
                    </a:cubicBezTo>
                    <a:cubicBezTo>
                      <a:pt x="795" y="71"/>
                      <a:pt x="782" y="74"/>
                      <a:pt x="771" y="78"/>
                    </a:cubicBezTo>
                    <a:cubicBezTo>
                      <a:pt x="758" y="81"/>
                      <a:pt x="746" y="85"/>
                      <a:pt x="733" y="88"/>
                    </a:cubicBezTo>
                    <a:cubicBezTo>
                      <a:pt x="720" y="92"/>
                      <a:pt x="707" y="95"/>
                      <a:pt x="693" y="98"/>
                    </a:cubicBezTo>
                    <a:cubicBezTo>
                      <a:pt x="668" y="103"/>
                      <a:pt x="642" y="109"/>
                      <a:pt x="617" y="115"/>
                    </a:cubicBezTo>
                    <a:cubicBezTo>
                      <a:pt x="613" y="116"/>
                      <a:pt x="609" y="118"/>
                      <a:pt x="605" y="119"/>
                    </a:cubicBezTo>
                    <a:cubicBezTo>
                      <a:pt x="590" y="124"/>
                      <a:pt x="575" y="130"/>
                      <a:pt x="561" y="136"/>
                    </a:cubicBezTo>
                    <a:cubicBezTo>
                      <a:pt x="543" y="144"/>
                      <a:pt x="526" y="153"/>
                      <a:pt x="509" y="162"/>
                    </a:cubicBezTo>
                    <a:cubicBezTo>
                      <a:pt x="490" y="172"/>
                      <a:pt x="472" y="182"/>
                      <a:pt x="454" y="193"/>
                    </a:cubicBezTo>
                    <a:cubicBezTo>
                      <a:pt x="439" y="202"/>
                      <a:pt x="425" y="212"/>
                      <a:pt x="409" y="222"/>
                    </a:cubicBezTo>
                    <a:cubicBezTo>
                      <a:pt x="394" y="232"/>
                      <a:pt x="377" y="241"/>
                      <a:pt x="361" y="249"/>
                    </a:cubicBezTo>
                    <a:cubicBezTo>
                      <a:pt x="344" y="257"/>
                      <a:pt x="326" y="265"/>
                      <a:pt x="309" y="274"/>
                    </a:cubicBezTo>
                    <a:cubicBezTo>
                      <a:pt x="292" y="282"/>
                      <a:pt x="275" y="292"/>
                      <a:pt x="259" y="302"/>
                    </a:cubicBezTo>
                    <a:cubicBezTo>
                      <a:pt x="240" y="314"/>
                      <a:pt x="221" y="326"/>
                      <a:pt x="203" y="339"/>
                    </a:cubicBezTo>
                    <a:cubicBezTo>
                      <a:pt x="183" y="352"/>
                      <a:pt x="165" y="367"/>
                      <a:pt x="146" y="381"/>
                    </a:cubicBezTo>
                    <a:cubicBezTo>
                      <a:pt x="129" y="395"/>
                      <a:pt x="111" y="409"/>
                      <a:pt x="94" y="423"/>
                    </a:cubicBezTo>
                    <a:cubicBezTo>
                      <a:pt x="85" y="429"/>
                      <a:pt x="76" y="436"/>
                      <a:pt x="67" y="442"/>
                    </a:cubicBezTo>
                    <a:cubicBezTo>
                      <a:pt x="58" y="448"/>
                      <a:pt x="49" y="454"/>
                      <a:pt x="41" y="461"/>
                    </a:cubicBezTo>
                    <a:cubicBezTo>
                      <a:pt x="39" y="462"/>
                      <a:pt x="38" y="464"/>
                      <a:pt x="36" y="465"/>
                    </a:cubicBezTo>
                    <a:cubicBezTo>
                      <a:pt x="32" y="473"/>
                      <a:pt x="21" y="476"/>
                      <a:pt x="13" y="473"/>
                    </a:cubicBezTo>
                    <a:cubicBezTo>
                      <a:pt x="5" y="469"/>
                      <a:pt x="0" y="458"/>
                      <a:pt x="4" y="450"/>
                    </a:cubicBezTo>
                    <a:cubicBezTo>
                      <a:pt x="7" y="444"/>
                      <a:pt x="12" y="440"/>
                      <a:pt x="17" y="436"/>
                    </a:cubicBezTo>
                    <a:cubicBezTo>
                      <a:pt x="21" y="432"/>
                      <a:pt x="24" y="429"/>
                      <a:pt x="28" y="426"/>
                    </a:cubicBezTo>
                    <a:cubicBezTo>
                      <a:pt x="37" y="420"/>
                      <a:pt x="45" y="415"/>
                      <a:pt x="54" y="409"/>
                    </a:cubicBezTo>
                    <a:cubicBezTo>
                      <a:pt x="70" y="397"/>
                      <a:pt x="86" y="384"/>
                      <a:pt x="102" y="372"/>
                    </a:cubicBezTo>
                    <a:cubicBezTo>
                      <a:pt x="144" y="338"/>
                      <a:pt x="187" y="306"/>
                      <a:pt x="232" y="277"/>
                    </a:cubicBezTo>
                    <a:cubicBezTo>
                      <a:pt x="255" y="263"/>
                      <a:pt x="278" y="249"/>
                      <a:pt x="302" y="238"/>
                    </a:cubicBezTo>
                    <a:cubicBezTo>
                      <a:pt x="326" y="226"/>
                      <a:pt x="351" y="215"/>
                      <a:pt x="374" y="202"/>
                    </a:cubicBezTo>
                    <a:cubicBezTo>
                      <a:pt x="377" y="200"/>
                      <a:pt x="381" y="197"/>
                      <a:pt x="386" y="195"/>
                    </a:cubicBezTo>
                    <a:cubicBezTo>
                      <a:pt x="397" y="188"/>
                      <a:pt x="408" y="180"/>
                      <a:pt x="418" y="173"/>
                    </a:cubicBezTo>
                    <a:cubicBezTo>
                      <a:pt x="429" y="166"/>
                      <a:pt x="440" y="159"/>
                      <a:pt x="451" y="152"/>
                    </a:cubicBezTo>
                    <a:cubicBezTo>
                      <a:pt x="473" y="140"/>
                      <a:pt x="496" y="129"/>
                      <a:pt x="518" y="117"/>
                    </a:cubicBezTo>
                    <a:cubicBezTo>
                      <a:pt x="541" y="105"/>
                      <a:pt x="563" y="94"/>
                      <a:pt x="587" y="87"/>
                    </a:cubicBezTo>
                    <a:cubicBezTo>
                      <a:pt x="612" y="79"/>
                      <a:pt x="638" y="73"/>
                      <a:pt x="663" y="67"/>
                    </a:cubicBezTo>
                    <a:cubicBezTo>
                      <a:pt x="685" y="63"/>
                      <a:pt x="707" y="58"/>
                      <a:pt x="728" y="52"/>
                    </a:cubicBezTo>
                    <a:cubicBezTo>
                      <a:pt x="749" y="46"/>
                      <a:pt x="769" y="41"/>
                      <a:pt x="789" y="35"/>
                    </a:cubicBezTo>
                    <a:cubicBezTo>
                      <a:pt x="810" y="29"/>
                      <a:pt x="831" y="24"/>
                      <a:pt x="852" y="20"/>
                    </a:cubicBezTo>
                    <a:cubicBezTo>
                      <a:pt x="873" y="15"/>
                      <a:pt x="894" y="10"/>
                      <a:pt x="916" y="7"/>
                    </a:cubicBezTo>
                    <a:cubicBezTo>
                      <a:pt x="915" y="7"/>
                      <a:pt x="915" y="7"/>
                      <a:pt x="915" y="7"/>
                    </a:cubicBezTo>
                    <a:cubicBezTo>
                      <a:pt x="942" y="2"/>
                      <a:pt x="969" y="1"/>
                      <a:pt x="996" y="0"/>
                    </a:cubicBezTo>
                    <a:cubicBezTo>
                      <a:pt x="1010" y="0"/>
                      <a:pt x="1022" y="1"/>
                      <a:pt x="1035" y="2"/>
                    </a:cubicBezTo>
                    <a:cubicBezTo>
                      <a:pt x="1048" y="2"/>
                      <a:pt x="1061" y="3"/>
                      <a:pt x="1075" y="4"/>
                    </a:cubicBezTo>
                    <a:cubicBezTo>
                      <a:pt x="1102" y="7"/>
                      <a:pt x="1128" y="11"/>
                      <a:pt x="1155" y="15"/>
                    </a:cubicBezTo>
                    <a:cubicBezTo>
                      <a:pt x="1180" y="19"/>
                      <a:pt x="1207" y="23"/>
                      <a:pt x="1232" y="28"/>
                    </a:cubicBezTo>
                    <a:cubicBezTo>
                      <a:pt x="1257" y="33"/>
                      <a:pt x="1282" y="41"/>
                      <a:pt x="1306" y="49"/>
                    </a:cubicBezTo>
                    <a:cubicBezTo>
                      <a:pt x="1331" y="57"/>
                      <a:pt x="1356" y="66"/>
                      <a:pt x="1381" y="75"/>
                    </a:cubicBezTo>
                    <a:cubicBezTo>
                      <a:pt x="1405" y="84"/>
                      <a:pt x="1428" y="94"/>
                      <a:pt x="1452" y="105"/>
                    </a:cubicBezTo>
                    <a:cubicBezTo>
                      <a:pt x="1476" y="115"/>
                      <a:pt x="1499" y="126"/>
                      <a:pt x="1522" y="138"/>
                    </a:cubicBezTo>
                    <a:cubicBezTo>
                      <a:pt x="1545" y="151"/>
                      <a:pt x="1568" y="162"/>
                      <a:pt x="1591" y="175"/>
                    </a:cubicBezTo>
                    <a:cubicBezTo>
                      <a:pt x="1613" y="188"/>
                      <a:pt x="1634" y="204"/>
                      <a:pt x="1653" y="222"/>
                    </a:cubicBezTo>
                    <a:cubicBezTo>
                      <a:pt x="1692" y="258"/>
                      <a:pt x="1725" y="300"/>
                      <a:pt x="1758" y="342"/>
                    </a:cubicBezTo>
                    <a:cubicBezTo>
                      <a:pt x="1762" y="347"/>
                      <a:pt x="1765" y="352"/>
                      <a:pt x="1769" y="356"/>
                    </a:cubicBezTo>
                    <a:cubicBezTo>
                      <a:pt x="1786" y="376"/>
                      <a:pt x="1805" y="395"/>
                      <a:pt x="1823" y="413"/>
                    </a:cubicBezTo>
                    <a:cubicBezTo>
                      <a:pt x="1842" y="432"/>
                      <a:pt x="1859" y="451"/>
                      <a:pt x="1878" y="469"/>
                    </a:cubicBezTo>
                    <a:cubicBezTo>
                      <a:pt x="1896" y="486"/>
                      <a:pt x="1913" y="504"/>
                      <a:pt x="1930" y="523"/>
                    </a:cubicBezTo>
                    <a:cubicBezTo>
                      <a:pt x="1946" y="542"/>
                      <a:pt x="1962" y="562"/>
                      <a:pt x="1980" y="580"/>
                    </a:cubicBezTo>
                    <a:cubicBezTo>
                      <a:pt x="1990" y="591"/>
                      <a:pt x="2000" y="600"/>
                      <a:pt x="2010" y="610"/>
                    </a:cubicBezTo>
                    <a:cubicBezTo>
                      <a:pt x="2029" y="628"/>
                      <a:pt x="2050" y="646"/>
                      <a:pt x="2069" y="664"/>
                    </a:cubicBezTo>
                    <a:cubicBezTo>
                      <a:pt x="2088" y="681"/>
                      <a:pt x="2106" y="700"/>
                      <a:pt x="2124" y="718"/>
                    </a:cubicBezTo>
                    <a:cubicBezTo>
                      <a:pt x="2142" y="736"/>
                      <a:pt x="2160" y="754"/>
                      <a:pt x="2177" y="772"/>
                    </a:cubicBezTo>
                    <a:cubicBezTo>
                      <a:pt x="2195" y="791"/>
                      <a:pt x="2213" y="809"/>
                      <a:pt x="2231" y="828"/>
                    </a:cubicBezTo>
                    <a:cubicBezTo>
                      <a:pt x="2237" y="834"/>
                      <a:pt x="2243" y="841"/>
                      <a:pt x="2249" y="848"/>
                    </a:cubicBezTo>
                    <a:cubicBezTo>
                      <a:pt x="2260" y="858"/>
                      <a:pt x="2273" y="867"/>
                      <a:pt x="2284" y="875"/>
                    </a:cubicBezTo>
                    <a:lnTo>
                      <a:pt x="2283" y="874"/>
                    </a:lnTo>
                    <a:cubicBezTo>
                      <a:pt x="2319" y="900"/>
                      <a:pt x="2357" y="924"/>
                      <a:pt x="2394" y="949"/>
                    </a:cubicBezTo>
                    <a:cubicBezTo>
                      <a:pt x="2411" y="961"/>
                      <a:pt x="2429" y="972"/>
                      <a:pt x="2446" y="984"/>
                    </a:cubicBezTo>
                    <a:cubicBezTo>
                      <a:pt x="2464" y="995"/>
                      <a:pt x="2481" y="1007"/>
                      <a:pt x="2499" y="1017"/>
                    </a:cubicBezTo>
                    <a:cubicBezTo>
                      <a:pt x="2526" y="1031"/>
                      <a:pt x="2554" y="1042"/>
                      <a:pt x="2582" y="1053"/>
                    </a:cubicBezTo>
                    <a:cubicBezTo>
                      <a:pt x="2590" y="1056"/>
                      <a:pt x="2598" y="1058"/>
                      <a:pt x="2607" y="1061"/>
                    </a:cubicBezTo>
                    <a:cubicBezTo>
                      <a:pt x="2617" y="1063"/>
                      <a:pt x="2623" y="1075"/>
                      <a:pt x="2620" y="1085"/>
                    </a:cubicBezTo>
                    <a:cubicBezTo>
                      <a:pt x="2617" y="1094"/>
                      <a:pt x="2609" y="1099"/>
                      <a:pt x="2601" y="1099"/>
                    </a:cubicBezTo>
                    <a:cubicBezTo>
                      <a:pt x="2599" y="1099"/>
                      <a:pt x="2597" y="1099"/>
                      <a:pt x="2596" y="109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CUSTOM_7">
    <p:spTree>
      <p:nvGrpSpPr>
        <p:cNvPr id="1" name="Shape 24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35" name="Google Shape;2435;p27"/>
          <p:cNvSpPr/>
          <p:nvPr/>
        </p:nvSpPr>
        <p:spPr>
          <a:xfrm>
            <a:off x="-302011" y="-169892"/>
            <a:ext cx="9748023" cy="5483284"/>
          </a:xfrm>
          <a:custGeom>
            <a:avLst/>
            <a:gdLst/>
            <a:ahLst/>
            <a:cxnLst/>
            <a:rect l="l" t="t" r="r" b="b"/>
            <a:pathLst>
              <a:path w="24222" h="15750" extrusionOk="0">
                <a:moveTo>
                  <a:pt x="19" y="15749"/>
                </a:moveTo>
                <a:lnTo>
                  <a:pt x="19" y="15748"/>
                </a:lnTo>
                <a:lnTo>
                  <a:pt x="1079" y="15748"/>
                </a:lnTo>
                <a:lnTo>
                  <a:pt x="1079" y="15749"/>
                </a:lnTo>
                <a:lnTo>
                  <a:pt x="1147" y="15749"/>
                </a:lnTo>
                <a:lnTo>
                  <a:pt x="1147" y="15748"/>
                </a:lnTo>
                <a:lnTo>
                  <a:pt x="2046" y="15748"/>
                </a:lnTo>
                <a:lnTo>
                  <a:pt x="2046" y="15749"/>
                </a:lnTo>
                <a:lnTo>
                  <a:pt x="2115" y="15749"/>
                </a:lnTo>
                <a:lnTo>
                  <a:pt x="2115" y="15748"/>
                </a:lnTo>
                <a:lnTo>
                  <a:pt x="3174" y="15748"/>
                </a:lnTo>
                <a:lnTo>
                  <a:pt x="3174" y="15749"/>
                </a:lnTo>
                <a:lnTo>
                  <a:pt x="3244" y="15749"/>
                </a:lnTo>
                <a:lnTo>
                  <a:pt x="3244" y="15748"/>
                </a:lnTo>
                <a:lnTo>
                  <a:pt x="4143" y="15748"/>
                </a:lnTo>
                <a:lnTo>
                  <a:pt x="4143" y="15749"/>
                </a:lnTo>
                <a:lnTo>
                  <a:pt x="4211" y="15749"/>
                </a:lnTo>
                <a:lnTo>
                  <a:pt x="4211" y="15748"/>
                </a:lnTo>
                <a:lnTo>
                  <a:pt x="5271" y="15748"/>
                </a:lnTo>
                <a:lnTo>
                  <a:pt x="5271" y="15749"/>
                </a:lnTo>
                <a:lnTo>
                  <a:pt x="5339" y="15749"/>
                </a:lnTo>
                <a:lnTo>
                  <a:pt x="5339" y="15748"/>
                </a:lnTo>
                <a:lnTo>
                  <a:pt x="6238" y="15748"/>
                </a:lnTo>
                <a:lnTo>
                  <a:pt x="6238" y="15749"/>
                </a:lnTo>
                <a:lnTo>
                  <a:pt x="6308" y="15749"/>
                </a:lnTo>
                <a:lnTo>
                  <a:pt x="6308" y="15748"/>
                </a:lnTo>
                <a:lnTo>
                  <a:pt x="7366" y="15748"/>
                </a:lnTo>
                <a:lnTo>
                  <a:pt x="7366" y="15749"/>
                </a:lnTo>
                <a:lnTo>
                  <a:pt x="7436" y="15749"/>
                </a:lnTo>
                <a:lnTo>
                  <a:pt x="7436" y="15748"/>
                </a:lnTo>
                <a:lnTo>
                  <a:pt x="8335" y="15748"/>
                </a:lnTo>
                <a:lnTo>
                  <a:pt x="8335" y="15749"/>
                </a:lnTo>
                <a:lnTo>
                  <a:pt x="8403" y="15749"/>
                </a:lnTo>
                <a:lnTo>
                  <a:pt x="8403" y="15748"/>
                </a:lnTo>
                <a:lnTo>
                  <a:pt x="9463" y="15748"/>
                </a:lnTo>
                <a:lnTo>
                  <a:pt x="9463" y="15749"/>
                </a:lnTo>
                <a:lnTo>
                  <a:pt x="9531" y="15749"/>
                </a:lnTo>
                <a:lnTo>
                  <a:pt x="9531" y="15748"/>
                </a:lnTo>
                <a:lnTo>
                  <a:pt x="10430" y="15748"/>
                </a:lnTo>
                <a:lnTo>
                  <a:pt x="10430" y="15749"/>
                </a:lnTo>
                <a:lnTo>
                  <a:pt x="10500" y="15749"/>
                </a:lnTo>
                <a:lnTo>
                  <a:pt x="10500" y="15748"/>
                </a:lnTo>
                <a:lnTo>
                  <a:pt x="11559" y="15748"/>
                </a:lnTo>
                <a:lnTo>
                  <a:pt x="11559" y="15749"/>
                </a:lnTo>
                <a:lnTo>
                  <a:pt x="11628" y="15749"/>
                </a:lnTo>
                <a:lnTo>
                  <a:pt x="11628" y="15748"/>
                </a:lnTo>
                <a:lnTo>
                  <a:pt x="12526" y="15748"/>
                </a:lnTo>
                <a:lnTo>
                  <a:pt x="12526" y="15749"/>
                </a:lnTo>
                <a:lnTo>
                  <a:pt x="12594" y="15749"/>
                </a:lnTo>
                <a:lnTo>
                  <a:pt x="12594" y="15748"/>
                </a:lnTo>
                <a:lnTo>
                  <a:pt x="13654" y="15748"/>
                </a:lnTo>
                <a:lnTo>
                  <a:pt x="13654" y="15749"/>
                </a:lnTo>
                <a:lnTo>
                  <a:pt x="13722" y="15749"/>
                </a:lnTo>
                <a:lnTo>
                  <a:pt x="13722" y="15748"/>
                </a:lnTo>
                <a:lnTo>
                  <a:pt x="14622" y="15748"/>
                </a:lnTo>
                <a:lnTo>
                  <a:pt x="14622" y="15749"/>
                </a:lnTo>
                <a:lnTo>
                  <a:pt x="14691" y="15749"/>
                </a:lnTo>
                <a:lnTo>
                  <a:pt x="14691" y="15748"/>
                </a:lnTo>
                <a:lnTo>
                  <a:pt x="15750" y="15748"/>
                </a:lnTo>
                <a:lnTo>
                  <a:pt x="15750" y="15749"/>
                </a:lnTo>
                <a:lnTo>
                  <a:pt x="15819" y="15749"/>
                </a:lnTo>
                <a:lnTo>
                  <a:pt x="15819" y="15748"/>
                </a:lnTo>
                <a:lnTo>
                  <a:pt x="16718" y="15748"/>
                </a:lnTo>
                <a:lnTo>
                  <a:pt x="16718" y="15749"/>
                </a:lnTo>
                <a:lnTo>
                  <a:pt x="16786" y="15749"/>
                </a:lnTo>
                <a:lnTo>
                  <a:pt x="16786" y="15748"/>
                </a:lnTo>
                <a:lnTo>
                  <a:pt x="17846" y="15748"/>
                </a:lnTo>
                <a:lnTo>
                  <a:pt x="17846" y="15749"/>
                </a:lnTo>
                <a:lnTo>
                  <a:pt x="17914" y="15749"/>
                </a:lnTo>
                <a:lnTo>
                  <a:pt x="17914" y="15748"/>
                </a:lnTo>
                <a:lnTo>
                  <a:pt x="18814" y="15748"/>
                </a:lnTo>
                <a:lnTo>
                  <a:pt x="18814" y="15749"/>
                </a:lnTo>
                <a:lnTo>
                  <a:pt x="18883" y="15749"/>
                </a:lnTo>
                <a:lnTo>
                  <a:pt x="18883" y="15748"/>
                </a:lnTo>
                <a:lnTo>
                  <a:pt x="19942" y="15748"/>
                </a:lnTo>
                <a:lnTo>
                  <a:pt x="19942" y="15749"/>
                </a:lnTo>
                <a:lnTo>
                  <a:pt x="20011" y="15749"/>
                </a:lnTo>
                <a:lnTo>
                  <a:pt x="20011" y="15748"/>
                </a:lnTo>
                <a:lnTo>
                  <a:pt x="20910" y="15748"/>
                </a:lnTo>
                <a:lnTo>
                  <a:pt x="20910" y="15749"/>
                </a:lnTo>
                <a:lnTo>
                  <a:pt x="20978" y="15749"/>
                </a:lnTo>
                <a:lnTo>
                  <a:pt x="20978" y="15748"/>
                </a:lnTo>
                <a:lnTo>
                  <a:pt x="22038" y="15748"/>
                </a:lnTo>
                <a:lnTo>
                  <a:pt x="22038" y="15749"/>
                </a:lnTo>
                <a:lnTo>
                  <a:pt x="22106" y="15749"/>
                </a:lnTo>
                <a:lnTo>
                  <a:pt x="22106" y="15748"/>
                </a:lnTo>
                <a:lnTo>
                  <a:pt x="23006" y="15748"/>
                </a:lnTo>
                <a:lnTo>
                  <a:pt x="23006" y="15749"/>
                </a:lnTo>
                <a:lnTo>
                  <a:pt x="23075" y="15749"/>
                </a:lnTo>
                <a:lnTo>
                  <a:pt x="23075" y="15748"/>
                </a:lnTo>
                <a:lnTo>
                  <a:pt x="24134" y="15748"/>
                </a:lnTo>
                <a:lnTo>
                  <a:pt x="24134" y="15749"/>
                </a:lnTo>
                <a:lnTo>
                  <a:pt x="24203" y="15749"/>
                </a:lnTo>
                <a:lnTo>
                  <a:pt x="24203" y="15748"/>
                </a:lnTo>
                <a:lnTo>
                  <a:pt x="24221" y="15748"/>
                </a:lnTo>
                <a:lnTo>
                  <a:pt x="24221" y="15680"/>
                </a:lnTo>
                <a:lnTo>
                  <a:pt x="24203" y="15680"/>
                </a:lnTo>
                <a:lnTo>
                  <a:pt x="24203" y="14726"/>
                </a:lnTo>
                <a:lnTo>
                  <a:pt x="24221" y="14726"/>
                </a:lnTo>
                <a:lnTo>
                  <a:pt x="24221" y="14657"/>
                </a:lnTo>
                <a:lnTo>
                  <a:pt x="24203" y="14657"/>
                </a:lnTo>
                <a:lnTo>
                  <a:pt x="24203" y="13651"/>
                </a:lnTo>
                <a:lnTo>
                  <a:pt x="24221" y="13651"/>
                </a:lnTo>
                <a:lnTo>
                  <a:pt x="24221" y="13583"/>
                </a:lnTo>
                <a:lnTo>
                  <a:pt x="24203" y="13583"/>
                </a:lnTo>
                <a:lnTo>
                  <a:pt x="24203" y="12630"/>
                </a:lnTo>
                <a:lnTo>
                  <a:pt x="24221" y="12630"/>
                </a:lnTo>
                <a:lnTo>
                  <a:pt x="24221" y="12561"/>
                </a:lnTo>
                <a:lnTo>
                  <a:pt x="24203" y="12561"/>
                </a:lnTo>
                <a:lnTo>
                  <a:pt x="24203" y="11556"/>
                </a:lnTo>
                <a:lnTo>
                  <a:pt x="24221" y="11556"/>
                </a:lnTo>
                <a:lnTo>
                  <a:pt x="24221" y="11487"/>
                </a:lnTo>
                <a:lnTo>
                  <a:pt x="24203" y="11487"/>
                </a:lnTo>
                <a:lnTo>
                  <a:pt x="24203" y="10533"/>
                </a:lnTo>
                <a:lnTo>
                  <a:pt x="24221" y="10533"/>
                </a:lnTo>
                <a:lnTo>
                  <a:pt x="24221" y="10465"/>
                </a:lnTo>
                <a:lnTo>
                  <a:pt x="24203" y="10465"/>
                </a:lnTo>
                <a:lnTo>
                  <a:pt x="24203" y="9459"/>
                </a:lnTo>
                <a:lnTo>
                  <a:pt x="24221" y="9459"/>
                </a:lnTo>
                <a:lnTo>
                  <a:pt x="24221" y="9391"/>
                </a:lnTo>
                <a:lnTo>
                  <a:pt x="24203" y="9391"/>
                </a:lnTo>
                <a:lnTo>
                  <a:pt x="24203" y="8438"/>
                </a:lnTo>
                <a:lnTo>
                  <a:pt x="24221" y="8438"/>
                </a:lnTo>
                <a:lnTo>
                  <a:pt x="24221" y="8369"/>
                </a:lnTo>
                <a:lnTo>
                  <a:pt x="24203" y="8369"/>
                </a:lnTo>
                <a:lnTo>
                  <a:pt x="24203" y="7364"/>
                </a:lnTo>
                <a:lnTo>
                  <a:pt x="24221" y="7364"/>
                </a:lnTo>
                <a:lnTo>
                  <a:pt x="24221" y="7296"/>
                </a:lnTo>
                <a:lnTo>
                  <a:pt x="24203" y="7296"/>
                </a:lnTo>
                <a:lnTo>
                  <a:pt x="24203" y="6342"/>
                </a:lnTo>
                <a:lnTo>
                  <a:pt x="24221" y="6342"/>
                </a:lnTo>
                <a:lnTo>
                  <a:pt x="24221" y="6274"/>
                </a:lnTo>
                <a:lnTo>
                  <a:pt x="24203" y="6274"/>
                </a:lnTo>
                <a:lnTo>
                  <a:pt x="24203" y="5268"/>
                </a:lnTo>
                <a:lnTo>
                  <a:pt x="24221" y="5268"/>
                </a:lnTo>
                <a:lnTo>
                  <a:pt x="24221" y="5200"/>
                </a:lnTo>
                <a:lnTo>
                  <a:pt x="24203" y="5200"/>
                </a:lnTo>
                <a:lnTo>
                  <a:pt x="24203" y="4247"/>
                </a:lnTo>
                <a:lnTo>
                  <a:pt x="24221" y="4247"/>
                </a:lnTo>
                <a:lnTo>
                  <a:pt x="24221" y="4178"/>
                </a:lnTo>
                <a:lnTo>
                  <a:pt x="24203" y="4178"/>
                </a:lnTo>
                <a:lnTo>
                  <a:pt x="24203" y="3172"/>
                </a:lnTo>
                <a:lnTo>
                  <a:pt x="24221" y="3172"/>
                </a:lnTo>
                <a:lnTo>
                  <a:pt x="24221" y="3104"/>
                </a:lnTo>
                <a:lnTo>
                  <a:pt x="24203" y="3104"/>
                </a:lnTo>
                <a:lnTo>
                  <a:pt x="24203" y="2150"/>
                </a:lnTo>
                <a:lnTo>
                  <a:pt x="24221" y="2150"/>
                </a:lnTo>
                <a:lnTo>
                  <a:pt x="24221" y="2082"/>
                </a:lnTo>
                <a:lnTo>
                  <a:pt x="24203" y="2082"/>
                </a:lnTo>
                <a:lnTo>
                  <a:pt x="24203" y="1076"/>
                </a:lnTo>
                <a:lnTo>
                  <a:pt x="24221" y="1076"/>
                </a:lnTo>
                <a:lnTo>
                  <a:pt x="24221" y="1007"/>
                </a:lnTo>
                <a:lnTo>
                  <a:pt x="24203" y="1007"/>
                </a:lnTo>
                <a:lnTo>
                  <a:pt x="24203" y="55"/>
                </a:lnTo>
                <a:lnTo>
                  <a:pt x="24221" y="55"/>
                </a:lnTo>
                <a:lnTo>
                  <a:pt x="24221" y="0"/>
                </a:lnTo>
                <a:lnTo>
                  <a:pt x="0" y="0"/>
                </a:lnTo>
                <a:lnTo>
                  <a:pt x="0" y="15749"/>
                </a:lnTo>
                <a:lnTo>
                  <a:pt x="19" y="15749"/>
                </a:lnTo>
                <a:moveTo>
                  <a:pt x="23075" y="55"/>
                </a:moveTo>
                <a:lnTo>
                  <a:pt x="24134" y="55"/>
                </a:lnTo>
                <a:lnTo>
                  <a:pt x="24134" y="1007"/>
                </a:lnTo>
                <a:lnTo>
                  <a:pt x="23075" y="1007"/>
                </a:lnTo>
                <a:lnTo>
                  <a:pt x="23075" y="55"/>
                </a:lnTo>
                <a:moveTo>
                  <a:pt x="23075" y="1076"/>
                </a:moveTo>
                <a:lnTo>
                  <a:pt x="24134" y="1076"/>
                </a:lnTo>
                <a:lnTo>
                  <a:pt x="24134" y="2082"/>
                </a:lnTo>
                <a:lnTo>
                  <a:pt x="23075" y="2082"/>
                </a:lnTo>
                <a:lnTo>
                  <a:pt x="23075" y="1076"/>
                </a:lnTo>
                <a:moveTo>
                  <a:pt x="23075" y="2150"/>
                </a:moveTo>
                <a:lnTo>
                  <a:pt x="24134" y="2150"/>
                </a:lnTo>
                <a:lnTo>
                  <a:pt x="24134" y="3104"/>
                </a:lnTo>
                <a:lnTo>
                  <a:pt x="23075" y="3104"/>
                </a:lnTo>
                <a:lnTo>
                  <a:pt x="23075" y="2150"/>
                </a:lnTo>
                <a:moveTo>
                  <a:pt x="23075" y="3172"/>
                </a:moveTo>
                <a:lnTo>
                  <a:pt x="24134" y="3172"/>
                </a:lnTo>
                <a:lnTo>
                  <a:pt x="24134" y="4178"/>
                </a:lnTo>
                <a:lnTo>
                  <a:pt x="23075" y="4178"/>
                </a:lnTo>
                <a:lnTo>
                  <a:pt x="23075" y="3172"/>
                </a:lnTo>
                <a:moveTo>
                  <a:pt x="23075" y="4247"/>
                </a:moveTo>
                <a:lnTo>
                  <a:pt x="24134" y="4247"/>
                </a:lnTo>
                <a:lnTo>
                  <a:pt x="24134" y="5200"/>
                </a:lnTo>
                <a:lnTo>
                  <a:pt x="23075" y="5200"/>
                </a:lnTo>
                <a:lnTo>
                  <a:pt x="23075" y="4247"/>
                </a:lnTo>
                <a:moveTo>
                  <a:pt x="23075" y="5268"/>
                </a:moveTo>
                <a:lnTo>
                  <a:pt x="24134" y="5268"/>
                </a:lnTo>
                <a:lnTo>
                  <a:pt x="24134" y="6274"/>
                </a:lnTo>
                <a:lnTo>
                  <a:pt x="23075" y="6274"/>
                </a:lnTo>
                <a:lnTo>
                  <a:pt x="23075" y="5268"/>
                </a:lnTo>
                <a:moveTo>
                  <a:pt x="23075" y="6342"/>
                </a:moveTo>
                <a:lnTo>
                  <a:pt x="24134" y="6342"/>
                </a:lnTo>
                <a:lnTo>
                  <a:pt x="24134" y="7296"/>
                </a:lnTo>
                <a:lnTo>
                  <a:pt x="23075" y="7296"/>
                </a:lnTo>
                <a:lnTo>
                  <a:pt x="23075" y="6342"/>
                </a:lnTo>
                <a:moveTo>
                  <a:pt x="23075" y="7364"/>
                </a:moveTo>
                <a:lnTo>
                  <a:pt x="24134" y="7364"/>
                </a:lnTo>
                <a:lnTo>
                  <a:pt x="24134" y="8369"/>
                </a:lnTo>
                <a:lnTo>
                  <a:pt x="23075" y="8369"/>
                </a:lnTo>
                <a:lnTo>
                  <a:pt x="23075" y="7364"/>
                </a:lnTo>
                <a:moveTo>
                  <a:pt x="23075" y="8438"/>
                </a:moveTo>
                <a:lnTo>
                  <a:pt x="24134" y="8438"/>
                </a:lnTo>
                <a:lnTo>
                  <a:pt x="24134" y="9391"/>
                </a:lnTo>
                <a:lnTo>
                  <a:pt x="23075" y="9391"/>
                </a:lnTo>
                <a:lnTo>
                  <a:pt x="23075" y="8438"/>
                </a:lnTo>
                <a:moveTo>
                  <a:pt x="23075" y="9459"/>
                </a:moveTo>
                <a:lnTo>
                  <a:pt x="24134" y="9459"/>
                </a:lnTo>
                <a:lnTo>
                  <a:pt x="24134" y="10465"/>
                </a:lnTo>
                <a:lnTo>
                  <a:pt x="23075" y="10465"/>
                </a:lnTo>
                <a:lnTo>
                  <a:pt x="23075" y="9459"/>
                </a:lnTo>
                <a:moveTo>
                  <a:pt x="23075" y="10533"/>
                </a:moveTo>
                <a:lnTo>
                  <a:pt x="24134" y="10533"/>
                </a:lnTo>
                <a:lnTo>
                  <a:pt x="24134" y="11487"/>
                </a:lnTo>
                <a:lnTo>
                  <a:pt x="23075" y="11487"/>
                </a:lnTo>
                <a:lnTo>
                  <a:pt x="23075" y="10533"/>
                </a:lnTo>
                <a:moveTo>
                  <a:pt x="23075" y="11556"/>
                </a:moveTo>
                <a:lnTo>
                  <a:pt x="24134" y="11556"/>
                </a:lnTo>
                <a:lnTo>
                  <a:pt x="24134" y="12561"/>
                </a:lnTo>
                <a:lnTo>
                  <a:pt x="23075" y="12561"/>
                </a:lnTo>
                <a:lnTo>
                  <a:pt x="23075" y="11556"/>
                </a:lnTo>
                <a:moveTo>
                  <a:pt x="23075" y="12630"/>
                </a:moveTo>
                <a:lnTo>
                  <a:pt x="24134" y="12630"/>
                </a:lnTo>
                <a:lnTo>
                  <a:pt x="24134" y="13583"/>
                </a:lnTo>
                <a:lnTo>
                  <a:pt x="23075" y="13583"/>
                </a:lnTo>
                <a:lnTo>
                  <a:pt x="23075" y="12630"/>
                </a:lnTo>
                <a:moveTo>
                  <a:pt x="23075" y="13651"/>
                </a:moveTo>
                <a:lnTo>
                  <a:pt x="24134" y="13651"/>
                </a:lnTo>
                <a:lnTo>
                  <a:pt x="24134" y="14657"/>
                </a:lnTo>
                <a:lnTo>
                  <a:pt x="23075" y="14657"/>
                </a:lnTo>
                <a:lnTo>
                  <a:pt x="23075" y="13651"/>
                </a:lnTo>
                <a:moveTo>
                  <a:pt x="23075" y="14726"/>
                </a:moveTo>
                <a:lnTo>
                  <a:pt x="24134" y="14726"/>
                </a:lnTo>
                <a:lnTo>
                  <a:pt x="24134" y="15680"/>
                </a:lnTo>
                <a:lnTo>
                  <a:pt x="23075" y="15680"/>
                </a:lnTo>
                <a:lnTo>
                  <a:pt x="23075" y="14726"/>
                </a:lnTo>
                <a:moveTo>
                  <a:pt x="22106" y="55"/>
                </a:moveTo>
                <a:lnTo>
                  <a:pt x="23006" y="55"/>
                </a:lnTo>
                <a:lnTo>
                  <a:pt x="23006" y="1007"/>
                </a:lnTo>
                <a:lnTo>
                  <a:pt x="22106" y="1007"/>
                </a:lnTo>
                <a:lnTo>
                  <a:pt x="22106" y="55"/>
                </a:lnTo>
                <a:moveTo>
                  <a:pt x="22106" y="1076"/>
                </a:moveTo>
                <a:lnTo>
                  <a:pt x="23006" y="1076"/>
                </a:lnTo>
                <a:lnTo>
                  <a:pt x="23006" y="2082"/>
                </a:lnTo>
                <a:lnTo>
                  <a:pt x="22106" y="2082"/>
                </a:lnTo>
                <a:lnTo>
                  <a:pt x="22106" y="1076"/>
                </a:lnTo>
                <a:moveTo>
                  <a:pt x="22106" y="2150"/>
                </a:moveTo>
                <a:lnTo>
                  <a:pt x="23006" y="2150"/>
                </a:lnTo>
                <a:lnTo>
                  <a:pt x="23006" y="3104"/>
                </a:lnTo>
                <a:lnTo>
                  <a:pt x="22106" y="3104"/>
                </a:lnTo>
                <a:lnTo>
                  <a:pt x="22106" y="2150"/>
                </a:lnTo>
                <a:moveTo>
                  <a:pt x="22106" y="3172"/>
                </a:moveTo>
                <a:lnTo>
                  <a:pt x="23006" y="3172"/>
                </a:lnTo>
                <a:lnTo>
                  <a:pt x="23006" y="4178"/>
                </a:lnTo>
                <a:lnTo>
                  <a:pt x="22106" y="4178"/>
                </a:lnTo>
                <a:lnTo>
                  <a:pt x="22106" y="3172"/>
                </a:lnTo>
                <a:moveTo>
                  <a:pt x="22106" y="4247"/>
                </a:moveTo>
                <a:lnTo>
                  <a:pt x="23006" y="4247"/>
                </a:lnTo>
                <a:lnTo>
                  <a:pt x="23006" y="5200"/>
                </a:lnTo>
                <a:lnTo>
                  <a:pt x="22106" y="5200"/>
                </a:lnTo>
                <a:lnTo>
                  <a:pt x="22106" y="4247"/>
                </a:lnTo>
                <a:moveTo>
                  <a:pt x="22106" y="5268"/>
                </a:moveTo>
                <a:lnTo>
                  <a:pt x="23006" y="5268"/>
                </a:lnTo>
                <a:lnTo>
                  <a:pt x="23006" y="6274"/>
                </a:lnTo>
                <a:lnTo>
                  <a:pt x="22106" y="6274"/>
                </a:lnTo>
                <a:lnTo>
                  <a:pt x="22106" y="5268"/>
                </a:lnTo>
                <a:moveTo>
                  <a:pt x="22106" y="6342"/>
                </a:moveTo>
                <a:lnTo>
                  <a:pt x="23006" y="6342"/>
                </a:lnTo>
                <a:lnTo>
                  <a:pt x="23006" y="7296"/>
                </a:lnTo>
                <a:lnTo>
                  <a:pt x="22106" y="7296"/>
                </a:lnTo>
                <a:lnTo>
                  <a:pt x="22106" y="6342"/>
                </a:lnTo>
                <a:moveTo>
                  <a:pt x="22106" y="7364"/>
                </a:moveTo>
                <a:lnTo>
                  <a:pt x="23006" y="7364"/>
                </a:lnTo>
                <a:lnTo>
                  <a:pt x="23006" y="8369"/>
                </a:lnTo>
                <a:lnTo>
                  <a:pt x="22106" y="8369"/>
                </a:lnTo>
                <a:lnTo>
                  <a:pt x="22106" y="7364"/>
                </a:lnTo>
                <a:moveTo>
                  <a:pt x="22106" y="8438"/>
                </a:moveTo>
                <a:lnTo>
                  <a:pt x="23006" y="8438"/>
                </a:lnTo>
                <a:lnTo>
                  <a:pt x="23006" y="9391"/>
                </a:lnTo>
                <a:lnTo>
                  <a:pt x="22106" y="9391"/>
                </a:lnTo>
                <a:lnTo>
                  <a:pt x="22106" y="8438"/>
                </a:lnTo>
                <a:moveTo>
                  <a:pt x="22106" y="9459"/>
                </a:moveTo>
                <a:lnTo>
                  <a:pt x="23006" y="9459"/>
                </a:lnTo>
                <a:lnTo>
                  <a:pt x="23006" y="10465"/>
                </a:lnTo>
                <a:lnTo>
                  <a:pt x="22106" y="10465"/>
                </a:lnTo>
                <a:lnTo>
                  <a:pt x="22106" y="9459"/>
                </a:lnTo>
                <a:moveTo>
                  <a:pt x="22106" y="10533"/>
                </a:moveTo>
                <a:lnTo>
                  <a:pt x="23006" y="10533"/>
                </a:lnTo>
                <a:lnTo>
                  <a:pt x="23006" y="11487"/>
                </a:lnTo>
                <a:lnTo>
                  <a:pt x="22106" y="11487"/>
                </a:lnTo>
                <a:lnTo>
                  <a:pt x="22106" y="10533"/>
                </a:lnTo>
                <a:moveTo>
                  <a:pt x="22106" y="11556"/>
                </a:moveTo>
                <a:lnTo>
                  <a:pt x="23006" y="11556"/>
                </a:lnTo>
                <a:lnTo>
                  <a:pt x="23006" y="12561"/>
                </a:lnTo>
                <a:lnTo>
                  <a:pt x="22106" y="12561"/>
                </a:lnTo>
                <a:lnTo>
                  <a:pt x="22106" y="11556"/>
                </a:lnTo>
                <a:moveTo>
                  <a:pt x="22106" y="12630"/>
                </a:moveTo>
                <a:lnTo>
                  <a:pt x="23006" y="12630"/>
                </a:lnTo>
                <a:lnTo>
                  <a:pt x="23006" y="13583"/>
                </a:lnTo>
                <a:lnTo>
                  <a:pt x="22106" y="13583"/>
                </a:lnTo>
                <a:lnTo>
                  <a:pt x="22106" y="12630"/>
                </a:lnTo>
                <a:moveTo>
                  <a:pt x="22106" y="13651"/>
                </a:moveTo>
                <a:lnTo>
                  <a:pt x="23006" y="13651"/>
                </a:lnTo>
                <a:lnTo>
                  <a:pt x="23006" y="14657"/>
                </a:lnTo>
                <a:lnTo>
                  <a:pt x="22106" y="14657"/>
                </a:lnTo>
                <a:lnTo>
                  <a:pt x="22106" y="13651"/>
                </a:lnTo>
                <a:moveTo>
                  <a:pt x="22106" y="14726"/>
                </a:moveTo>
                <a:lnTo>
                  <a:pt x="23006" y="14726"/>
                </a:lnTo>
                <a:lnTo>
                  <a:pt x="23006" y="15680"/>
                </a:lnTo>
                <a:lnTo>
                  <a:pt x="22106" y="15680"/>
                </a:lnTo>
                <a:lnTo>
                  <a:pt x="22106" y="14726"/>
                </a:lnTo>
                <a:moveTo>
                  <a:pt x="20978" y="55"/>
                </a:moveTo>
                <a:lnTo>
                  <a:pt x="22038" y="55"/>
                </a:lnTo>
                <a:lnTo>
                  <a:pt x="22038" y="1007"/>
                </a:lnTo>
                <a:lnTo>
                  <a:pt x="20978" y="1007"/>
                </a:lnTo>
                <a:lnTo>
                  <a:pt x="20978" y="55"/>
                </a:lnTo>
                <a:moveTo>
                  <a:pt x="20978" y="1076"/>
                </a:moveTo>
                <a:lnTo>
                  <a:pt x="22038" y="1076"/>
                </a:lnTo>
                <a:lnTo>
                  <a:pt x="22038" y="2082"/>
                </a:lnTo>
                <a:lnTo>
                  <a:pt x="20978" y="2082"/>
                </a:lnTo>
                <a:lnTo>
                  <a:pt x="20978" y="1076"/>
                </a:lnTo>
                <a:moveTo>
                  <a:pt x="20978" y="2150"/>
                </a:moveTo>
                <a:lnTo>
                  <a:pt x="22038" y="2150"/>
                </a:lnTo>
                <a:lnTo>
                  <a:pt x="22038" y="3104"/>
                </a:lnTo>
                <a:lnTo>
                  <a:pt x="20978" y="3104"/>
                </a:lnTo>
                <a:lnTo>
                  <a:pt x="20978" y="2150"/>
                </a:lnTo>
                <a:moveTo>
                  <a:pt x="20978" y="3172"/>
                </a:moveTo>
                <a:lnTo>
                  <a:pt x="22038" y="3172"/>
                </a:lnTo>
                <a:lnTo>
                  <a:pt x="22038" y="4178"/>
                </a:lnTo>
                <a:lnTo>
                  <a:pt x="20978" y="4178"/>
                </a:lnTo>
                <a:lnTo>
                  <a:pt x="20978" y="3172"/>
                </a:lnTo>
                <a:moveTo>
                  <a:pt x="20978" y="4247"/>
                </a:moveTo>
                <a:lnTo>
                  <a:pt x="22038" y="4247"/>
                </a:lnTo>
                <a:lnTo>
                  <a:pt x="22038" y="5200"/>
                </a:lnTo>
                <a:lnTo>
                  <a:pt x="20978" y="5200"/>
                </a:lnTo>
                <a:lnTo>
                  <a:pt x="20978" y="4247"/>
                </a:lnTo>
                <a:moveTo>
                  <a:pt x="20978" y="5268"/>
                </a:moveTo>
                <a:lnTo>
                  <a:pt x="22038" y="5268"/>
                </a:lnTo>
                <a:lnTo>
                  <a:pt x="22038" y="6274"/>
                </a:lnTo>
                <a:lnTo>
                  <a:pt x="20978" y="6274"/>
                </a:lnTo>
                <a:lnTo>
                  <a:pt x="20978" y="5268"/>
                </a:lnTo>
                <a:moveTo>
                  <a:pt x="20978" y="6342"/>
                </a:moveTo>
                <a:lnTo>
                  <a:pt x="22038" y="6342"/>
                </a:lnTo>
                <a:lnTo>
                  <a:pt x="22038" y="7296"/>
                </a:lnTo>
                <a:lnTo>
                  <a:pt x="20978" y="7296"/>
                </a:lnTo>
                <a:lnTo>
                  <a:pt x="20978" y="6342"/>
                </a:lnTo>
                <a:moveTo>
                  <a:pt x="20978" y="7364"/>
                </a:moveTo>
                <a:lnTo>
                  <a:pt x="22038" y="7364"/>
                </a:lnTo>
                <a:lnTo>
                  <a:pt x="22038" y="8369"/>
                </a:lnTo>
                <a:lnTo>
                  <a:pt x="20978" y="8369"/>
                </a:lnTo>
                <a:lnTo>
                  <a:pt x="20978" y="7364"/>
                </a:lnTo>
                <a:moveTo>
                  <a:pt x="20978" y="8438"/>
                </a:moveTo>
                <a:lnTo>
                  <a:pt x="22038" y="8438"/>
                </a:lnTo>
                <a:lnTo>
                  <a:pt x="22038" y="9391"/>
                </a:lnTo>
                <a:lnTo>
                  <a:pt x="20978" y="9391"/>
                </a:lnTo>
                <a:lnTo>
                  <a:pt x="20978" y="8438"/>
                </a:lnTo>
                <a:moveTo>
                  <a:pt x="20978" y="9459"/>
                </a:moveTo>
                <a:lnTo>
                  <a:pt x="22038" y="9459"/>
                </a:lnTo>
                <a:lnTo>
                  <a:pt x="22038" y="10465"/>
                </a:lnTo>
                <a:lnTo>
                  <a:pt x="20978" y="10465"/>
                </a:lnTo>
                <a:lnTo>
                  <a:pt x="20978" y="9459"/>
                </a:lnTo>
                <a:moveTo>
                  <a:pt x="20978" y="10533"/>
                </a:moveTo>
                <a:lnTo>
                  <a:pt x="22038" y="10533"/>
                </a:lnTo>
                <a:lnTo>
                  <a:pt x="22038" y="11487"/>
                </a:lnTo>
                <a:lnTo>
                  <a:pt x="20978" y="11487"/>
                </a:lnTo>
                <a:lnTo>
                  <a:pt x="20978" y="10533"/>
                </a:lnTo>
                <a:moveTo>
                  <a:pt x="20978" y="11556"/>
                </a:moveTo>
                <a:lnTo>
                  <a:pt x="22038" y="11556"/>
                </a:lnTo>
                <a:lnTo>
                  <a:pt x="22038" y="12561"/>
                </a:lnTo>
                <a:lnTo>
                  <a:pt x="20978" y="12561"/>
                </a:lnTo>
                <a:lnTo>
                  <a:pt x="20978" y="11556"/>
                </a:lnTo>
                <a:moveTo>
                  <a:pt x="20978" y="12630"/>
                </a:moveTo>
                <a:lnTo>
                  <a:pt x="22038" y="12630"/>
                </a:lnTo>
                <a:lnTo>
                  <a:pt x="22038" y="13583"/>
                </a:lnTo>
                <a:lnTo>
                  <a:pt x="20978" y="13583"/>
                </a:lnTo>
                <a:lnTo>
                  <a:pt x="20978" y="12630"/>
                </a:lnTo>
                <a:moveTo>
                  <a:pt x="20978" y="13651"/>
                </a:moveTo>
                <a:lnTo>
                  <a:pt x="22038" y="13651"/>
                </a:lnTo>
                <a:lnTo>
                  <a:pt x="22038" y="14657"/>
                </a:lnTo>
                <a:lnTo>
                  <a:pt x="20978" y="14657"/>
                </a:lnTo>
                <a:lnTo>
                  <a:pt x="20978" y="13651"/>
                </a:lnTo>
                <a:moveTo>
                  <a:pt x="20978" y="14726"/>
                </a:moveTo>
                <a:lnTo>
                  <a:pt x="22038" y="14726"/>
                </a:lnTo>
                <a:lnTo>
                  <a:pt x="22038" y="15680"/>
                </a:lnTo>
                <a:lnTo>
                  <a:pt x="20978" y="15680"/>
                </a:lnTo>
                <a:lnTo>
                  <a:pt x="20978" y="14726"/>
                </a:lnTo>
                <a:moveTo>
                  <a:pt x="20011" y="55"/>
                </a:moveTo>
                <a:lnTo>
                  <a:pt x="20910" y="55"/>
                </a:lnTo>
                <a:lnTo>
                  <a:pt x="20910" y="1007"/>
                </a:lnTo>
                <a:lnTo>
                  <a:pt x="20011" y="1007"/>
                </a:lnTo>
                <a:lnTo>
                  <a:pt x="20011" y="55"/>
                </a:lnTo>
                <a:moveTo>
                  <a:pt x="20011" y="1076"/>
                </a:moveTo>
                <a:lnTo>
                  <a:pt x="20910" y="1076"/>
                </a:lnTo>
                <a:lnTo>
                  <a:pt x="20910" y="2082"/>
                </a:lnTo>
                <a:lnTo>
                  <a:pt x="20011" y="2082"/>
                </a:lnTo>
                <a:lnTo>
                  <a:pt x="20011" y="1076"/>
                </a:lnTo>
                <a:moveTo>
                  <a:pt x="20011" y="2150"/>
                </a:moveTo>
                <a:lnTo>
                  <a:pt x="20910" y="2150"/>
                </a:lnTo>
                <a:lnTo>
                  <a:pt x="20910" y="3104"/>
                </a:lnTo>
                <a:lnTo>
                  <a:pt x="20011" y="3104"/>
                </a:lnTo>
                <a:lnTo>
                  <a:pt x="20011" y="2150"/>
                </a:lnTo>
                <a:moveTo>
                  <a:pt x="20011" y="3172"/>
                </a:moveTo>
                <a:lnTo>
                  <a:pt x="20910" y="3172"/>
                </a:lnTo>
                <a:lnTo>
                  <a:pt x="20910" y="4178"/>
                </a:lnTo>
                <a:lnTo>
                  <a:pt x="20011" y="4178"/>
                </a:lnTo>
                <a:lnTo>
                  <a:pt x="20011" y="3172"/>
                </a:lnTo>
                <a:moveTo>
                  <a:pt x="20011" y="4247"/>
                </a:moveTo>
                <a:lnTo>
                  <a:pt x="20910" y="4247"/>
                </a:lnTo>
                <a:lnTo>
                  <a:pt x="20910" y="5200"/>
                </a:lnTo>
                <a:lnTo>
                  <a:pt x="20011" y="5200"/>
                </a:lnTo>
                <a:lnTo>
                  <a:pt x="20011" y="4247"/>
                </a:lnTo>
                <a:moveTo>
                  <a:pt x="20011" y="5268"/>
                </a:moveTo>
                <a:lnTo>
                  <a:pt x="20910" y="5268"/>
                </a:lnTo>
                <a:lnTo>
                  <a:pt x="20910" y="6274"/>
                </a:lnTo>
                <a:lnTo>
                  <a:pt x="20011" y="6274"/>
                </a:lnTo>
                <a:lnTo>
                  <a:pt x="20011" y="5268"/>
                </a:lnTo>
                <a:moveTo>
                  <a:pt x="20011" y="6342"/>
                </a:moveTo>
                <a:lnTo>
                  <a:pt x="20910" y="6342"/>
                </a:lnTo>
                <a:lnTo>
                  <a:pt x="20910" y="7296"/>
                </a:lnTo>
                <a:lnTo>
                  <a:pt x="20011" y="7296"/>
                </a:lnTo>
                <a:lnTo>
                  <a:pt x="20011" y="6342"/>
                </a:lnTo>
                <a:moveTo>
                  <a:pt x="20011" y="7364"/>
                </a:moveTo>
                <a:lnTo>
                  <a:pt x="20910" y="7364"/>
                </a:lnTo>
                <a:lnTo>
                  <a:pt x="20910" y="8369"/>
                </a:lnTo>
                <a:lnTo>
                  <a:pt x="20011" y="8369"/>
                </a:lnTo>
                <a:lnTo>
                  <a:pt x="20011" y="7364"/>
                </a:lnTo>
                <a:moveTo>
                  <a:pt x="20011" y="8438"/>
                </a:moveTo>
                <a:lnTo>
                  <a:pt x="20910" y="8438"/>
                </a:lnTo>
                <a:lnTo>
                  <a:pt x="20910" y="9391"/>
                </a:lnTo>
                <a:lnTo>
                  <a:pt x="20011" y="9391"/>
                </a:lnTo>
                <a:lnTo>
                  <a:pt x="20011" y="8438"/>
                </a:lnTo>
                <a:moveTo>
                  <a:pt x="20011" y="9459"/>
                </a:moveTo>
                <a:lnTo>
                  <a:pt x="20910" y="9459"/>
                </a:lnTo>
                <a:lnTo>
                  <a:pt x="20910" y="10465"/>
                </a:lnTo>
                <a:lnTo>
                  <a:pt x="20011" y="10465"/>
                </a:lnTo>
                <a:lnTo>
                  <a:pt x="20011" y="9459"/>
                </a:lnTo>
                <a:moveTo>
                  <a:pt x="20011" y="10533"/>
                </a:moveTo>
                <a:lnTo>
                  <a:pt x="20910" y="10533"/>
                </a:lnTo>
                <a:lnTo>
                  <a:pt x="20910" y="11487"/>
                </a:lnTo>
                <a:lnTo>
                  <a:pt x="20011" y="11487"/>
                </a:lnTo>
                <a:lnTo>
                  <a:pt x="20011" y="10533"/>
                </a:lnTo>
                <a:moveTo>
                  <a:pt x="20011" y="11556"/>
                </a:moveTo>
                <a:lnTo>
                  <a:pt x="20910" y="11556"/>
                </a:lnTo>
                <a:lnTo>
                  <a:pt x="20910" y="12561"/>
                </a:lnTo>
                <a:lnTo>
                  <a:pt x="20011" y="12561"/>
                </a:lnTo>
                <a:lnTo>
                  <a:pt x="20011" y="11556"/>
                </a:lnTo>
                <a:moveTo>
                  <a:pt x="20011" y="12630"/>
                </a:moveTo>
                <a:lnTo>
                  <a:pt x="20910" y="12630"/>
                </a:lnTo>
                <a:lnTo>
                  <a:pt x="20910" y="13583"/>
                </a:lnTo>
                <a:lnTo>
                  <a:pt x="20011" y="13583"/>
                </a:lnTo>
                <a:lnTo>
                  <a:pt x="20011" y="12630"/>
                </a:lnTo>
                <a:moveTo>
                  <a:pt x="20011" y="13651"/>
                </a:moveTo>
                <a:lnTo>
                  <a:pt x="20910" y="13651"/>
                </a:lnTo>
                <a:lnTo>
                  <a:pt x="20910" y="14657"/>
                </a:lnTo>
                <a:lnTo>
                  <a:pt x="20011" y="14657"/>
                </a:lnTo>
                <a:lnTo>
                  <a:pt x="20011" y="13651"/>
                </a:lnTo>
                <a:moveTo>
                  <a:pt x="20011" y="14726"/>
                </a:moveTo>
                <a:lnTo>
                  <a:pt x="20910" y="14726"/>
                </a:lnTo>
                <a:lnTo>
                  <a:pt x="20910" y="15680"/>
                </a:lnTo>
                <a:lnTo>
                  <a:pt x="20011" y="15680"/>
                </a:lnTo>
                <a:lnTo>
                  <a:pt x="20011" y="14726"/>
                </a:lnTo>
                <a:moveTo>
                  <a:pt x="18883" y="55"/>
                </a:moveTo>
                <a:lnTo>
                  <a:pt x="19942" y="55"/>
                </a:lnTo>
                <a:lnTo>
                  <a:pt x="19942" y="1007"/>
                </a:lnTo>
                <a:lnTo>
                  <a:pt x="18883" y="1007"/>
                </a:lnTo>
                <a:lnTo>
                  <a:pt x="18883" y="55"/>
                </a:lnTo>
                <a:moveTo>
                  <a:pt x="18883" y="1076"/>
                </a:moveTo>
                <a:lnTo>
                  <a:pt x="19942" y="1076"/>
                </a:lnTo>
                <a:lnTo>
                  <a:pt x="19942" y="2082"/>
                </a:lnTo>
                <a:lnTo>
                  <a:pt x="18883" y="2082"/>
                </a:lnTo>
                <a:lnTo>
                  <a:pt x="18883" y="1076"/>
                </a:lnTo>
                <a:moveTo>
                  <a:pt x="18883" y="2150"/>
                </a:moveTo>
                <a:lnTo>
                  <a:pt x="19942" y="2150"/>
                </a:lnTo>
                <a:lnTo>
                  <a:pt x="19942" y="3104"/>
                </a:lnTo>
                <a:lnTo>
                  <a:pt x="18883" y="3104"/>
                </a:lnTo>
                <a:lnTo>
                  <a:pt x="18883" y="2150"/>
                </a:lnTo>
                <a:moveTo>
                  <a:pt x="18883" y="3172"/>
                </a:moveTo>
                <a:lnTo>
                  <a:pt x="19942" y="3172"/>
                </a:lnTo>
                <a:lnTo>
                  <a:pt x="19942" y="4178"/>
                </a:lnTo>
                <a:lnTo>
                  <a:pt x="18883" y="4178"/>
                </a:lnTo>
                <a:lnTo>
                  <a:pt x="18883" y="3172"/>
                </a:lnTo>
                <a:moveTo>
                  <a:pt x="18883" y="4247"/>
                </a:moveTo>
                <a:lnTo>
                  <a:pt x="19942" y="4247"/>
                </a:lnTo>
                <a:lnTo>
                  <a:pt x="19942" y="5200"/>
                </a:lnTo>
                <a:lnTo>
                  <a:pt x="18883" y="5200"/>
                </a:lnTo>
                <a:lnTo>
                  <a:pt x="18883" y="4247"/>
                </a:lnTo>
                <a:moveTo>
                  <a:pt x="18883" y="5268"/>
                </a:moveTo>
                <a:lnTo>
                  <a:pt x="19942" y="5268"/>
                </a:lnTo>
                <a:lnTo>
                  <a:pt x="19942" y="6274"/>
                </a:lnTo>
                <a:lnTo>
                  <a:pt x="18883" y="6274"/>
                </a:lnTo>
                <a:lnTo>
                  <a:pt x="18883" y="5268"/>
                </a:lnTo>
                <a:moveTo>
                  <a:pt x="18883" y="6342"/>
                </a:moveTo>
                <a:lnTo>
                  <a:pt x="19942" y="6342"/>
                </a:lnTo>
                <a:lnTo>
                  <a:pt x="19942" y="7296"/>
                </a:lnTo>
                <a:lnTo>
                  <a:pt x="18883" y="7296"/>
                </a:lnTo>
                <a:lnTo>
                  <a:pt x="18883" y="6342"/>
                </a:lnTo>
                <a:moveTo>
                  <a:pt x="18883" y="7364"/>
                </a:moveTo>
                <a:lnTo>
                  <a:pt x="19942" y="7364"/>
                </a:lnTo>
                <a:lnTo>
                  <a:pt x="19942" y="8369"/>
                </a:lnTo>
                <a:lnTo>
                  <a:pt x="18883" y="8369"/>
                </a:lnTo>
                <a:lnTo>
                  <a:pt x="18883" y="7364"/>
                </a:lnTo>
                <a:moveTo>
                  <a:pt x="18883" y="8438"/>
                </a:moveTo>
                <a:lnTo>
                  <a:pt x="19942" y="8438"/>
                </a:lnTo>
                <a:lnTo>
                  <a:pt x="19942" y="9391"/>
                </a:lnTo>
                <a:lnTo>
                  <a:pt x="18883" y="9391"/>
                </a:lnTo>
                <a:lnTo>
                  <a:pt x="18883" y="8438"/>
                </a:lnTo>
                <a:moveTo>
                  <a:pt x="18883" y="9459"/>
                </a:moveTo>
                <a:lnTo>
                  <a:pt x="19942" y="9459"/>
                </a:lnTo>
                <a:lnTo>
                  <a:pt x="19942" y="10465"/>
                </a:lnTo>
                <a:lnTo>
                  <a:pt x="18883" y="10465"/>
                </a:lnTo>
                <a:lnTo>
                  <a:pt x="18883" y="9459"/>
                </a:lnTo>
                <a:moveTo>
                  <a:pt x="18883" y="10533"/>
                </a:moveTo>
                <a:lnTo>
                  <a:pt x="19942" y="10533"/>
                </a:lnTo>
                <a:lnTo>
                  <a:pt x="19942" y="11487"/>
                </a:lnTo>
                <a:lnTo>
                  <a:pt x="18883" y="11487"/>
                </a:lnTo>
                <a:lnTo>
                  <a:pt x="18883" y="10533"/>
                </a:lnTo>
                <a:moveTo>
                  <a:pt x="18883" y="11556"/>
                </a:moveTo>
                <a:lnTo>
                  <a:pt x="19942" y="11556"/>
                </a:lnTo>
                <a:lnTo>
                  <a:pt x="19942" y="12561"/>
                </a:lnTo>
                <a:lnTo>
                  <a:pt x="18883" y="12561"/>
                </a:lnTo>
                <a:lnTo>
                  <a:pt x="18883" y="11556"/>
                </a:lnTo>
                <a:moveTo>
                  <a:pt x="18883" y="12630"/>
                </a:moveTo>
                <a:lnTo>
                  <a:pt x="19942" y="12630"/>
                </a:lnTo>
                <a:lnTo>
                  <a:pt x="19942" y="13583"/>
                </a:lnTo>
                <a:lnTo>
                  <a:pt x="18883" y="13583"/>
                </a:lnTo>
                <a:lnTo>
                  <a:pt x="18883" y="12630"/>
                </a:lnTo>
                <a:moveTo>
                  <a:pt x="18883" y="13651"/>
                </a:moveTo>
                <a:lnTo>
                  <a:pt x="19942" y="13651"/>
                </a:lnTo>
                <a:lnTo>
                  <a:pt x="19942" y="14657"/>
                </a:lnTo>
                <a:lnTo>
                  <a:pt x="18883" y="14657"/>
                </a:lnTo>
                <a:lnTo>
                  <a:pt x="18883" y="13651"/>
                </a:lnTo>
                <a:moveTo>
                  <a:pt x="18883" y="14726"/>
                </a:moveTo>
                <a:lnTo>
                  <a:pt x="19942" y="14726"/>
                </a:lnTo>
                <a:lnTo>
                  <a:pt x="19942" y="15680"/>
                </a:lnTo>
                <a:lnTo>
                  <a:pt x="18883" y="15680"/>
                </a:lnTo>
                <a:lnTo>
                  <a:pt x="18883" y="14726"/>
                </a:lnTo>
                <a:moveTo>
                  <a:pt x="17914" y="55"/>
                </a:moveTo>
                <a:lnTo>
                  <a:pt x="18814" y="55"/>
                </a:lnTo>
                <a:lnTo>
                  <a:pt x="18814" y="1007"/>
                </a:lnTo>
                <a:lnTo>
                  <a:pt x="17914" y="1007"/>
                </a:lnTo>
                <a:lnTo>
                  <a:pt x="17914" y="55"/>
                </a:lnTo>
                <a:moveTo>
                  <a:pt x="17914" y="1076"/>
                </a:moveTo>
                <a:lnTo>
                  <a:pt x="18814" y="1076"/>
                </a:lnTo>
                <a:lnTo>
                  <a:pt x="18814" y="2082"/>
                </a:lnTo>
                <a:lnTo>
                  <a:pt x="17914" y="2082"/>
                </a:lnTo>
                <a:lnTo>
                  <a:pt x="17914" y="1076"/>
                </a:lnTo>
                <a:moveTo>
                  <a:pt x="17914" y="2150"/>
                </a:moveTo>
                <a:lnTo>
                  <a:pt x="18814" y="2150"/>
                </a:lnTo>
                <a:lnTo>
                  <a:pt x="18814" y="3104"/>
                </a:lnTo>
                <a:lnTo>
                  <a:pt x="17914" y="3104"/>
                </a:lnTo>
                <a:lnTo>
                  <a:pt x="17914" y="2150"/>
                </a:lnTo>
                <a:moveTo>
                  <a:pt x="17914" y="3172"/>
                </a:moveTo>
                <a:lnTo>
                  <a:pt x="18814" y="3172"/>
                </a:lnTo>
                <a:lnTo>
                  <a:pt x="18814" y="4178"/>
                </a:lnTo>
                <a:lnTo>
                  <a:pt x="17914" y="4178"/>
                </a:lnTo>
                <a:lnTo>
                  <a:pt x="17914" y="3172"/>
                </a:lnTo>
                <a:moveTo>
                  <a:pt x="17914" y="4247"/>
                </a:moveTo>
                <a:lnTo>
                  <a:pt x="18814" y="4247"/>
                </a:lnTo>
                <a:lnTo>
                  <a:pt x="18814" y="5200"/>
                </a:lnTo>
                <a:lnTo>
                  <a:pt x="17914" y="5200"/>
                </a:lnTo>
                <a:lnTo>
                  <a:pt x="17914" y="4247"/>
                </a:lnTo>
                <a:moveTo>
                  <a:pt x="17914" y="5268"/>
                </a:moveTo>
                <a:lnTo>
                  <a:pt x="18814" y="5268"/>
                </a:lnTo>
                <a:lnTo>
                  <a:pt x="18814" y="6274"/>
                </a:lnTo>
                <a:lnTo>
                  <a:pt x="17914" y="6274"/>
                </a:lnTo>
                <a:lnTo>
                  <a:pt x="17914" y="5268"/>
                </a:lnTo>
                <a:moveTo>
                  <a:pt x="17914" y="6342"/>
                </a:moveTo>
                <a:lnTo>
                  <a:pt x="18814" y="6342"/>
                </a:lnTo>
                <a:lnTo>
                  <a:pt x="18814" y="7296"/>
                </a:lnTo>
                <a:lnTo>
                  <a:pt x="17914" y="7296"/>
                </a:lnTo>
                <a:lnTo>
                  <a:pt x="17914" y="6342"/>
                </a:lnTo>
                <a:moveTo>
                  <a:pt x="17914" y="7364"/>
                </a:moveTo>
                <a:lnTo>
                  <a:pt x="18814" y="7364"/>
                </a:lnTo>
                <a:lnTo>
                  <a:pt x="18814" y="8369"/>
                </a:lnTo>
                <a:lnTo>
                  <a:pt x="17914" y="8369"/>
                </a:lnTo>
                <a:lnTo>
                  <a:pt x="17914" y="7364"/>
                </a:lnTo>
                <a:moveTo>
                  <a:pt x="17914" y="8438"/>
                </a:moveTo>
                <a:lnTo>
                  <a:pt x="18814" y="8438"/>
                </a:lnTo>
                <a:lnTo>
                  <a:pt x="18814" y="9391"/>
                </a:lnTo>
                <a:lnTo>
                  <a:pt x="17914" y="9391"/>
                </a:lnTo>
                <a:lnTo>
                  <a:pt x="17914" y="8438"/>
                </a:lnTo>
                <a:moveTo>
                  <a:pt x="17914" y="9459"/>
                </a:moveTo>
                <a:lnTo>
                  <a:pt x="18814" y="9459"/>
                </a:lnTo>
                <a:lnTo>
                  <a:pt x="18814" y="10465"/>
                </a:lnTo>
                <a:lnTo>
                  <a:pt x="17914" y="10465"/>
                </a:lnTo>
                <a:lnTo>
                  <a:pt x="17914" y="9459"/>
                </a:lnTo>
                <a:moveTo>
                  <a:pt x="17914" y="10533"/>
                </a:moveTo>
                <a:lnTo>
                  <a:pt x="18814" y="10533"/>
                </a:lnTo>
                <a:lnTo>
                  <a:pt x="18814" y="11487"/>
                </a:lnTo>
                <a:lnTo>
                  <a:pt x="17914" y="11487"/>
                </a:lnTo>
                <a:lnTo>
                  <a:pt x="17914" y="10533"/>
                </a:lnTo>
                <a:moveTo>
                  <a:pt x="17914" y="11556"/>
                </a:moveTo>
                <a:lnTo>
                  <a:pt x="18814" y="11556"/>
                </a:lnTo>
                <a:lnTo>
                  <a:pt x="18814" y="12561"/>
                </a:lnTo>
                <a:lnTo>
                  <a:pt x="17914" y="12561"/>
                </a:lnTo>
                <a:lnTo>
                  <a:pt x="17914" y="11556"/>
                </a:lnTo>
                <a:moveTo>
                  <a:pt x="17914" y="12630"/>
                </a:moveTo>
                <a:lnTo>
                  <a:pt x="18814" y="12630"/>
                </a:lnTo>
                <a:lnTo>
                  <a:pt x="18814" y="13583"/>
                </a:lnTo>
                <a:lnTo>
                  <a:pt x="17914" y="13583"/>
                </a:lnTo>
                <a:lnTo>
                  <a:pt x="17914" y="12630"/>
                </a:lnTo>
                <a:moveTo>
                  <a:pt x="17914" y="13651"/>
                </a:moveTo>
                <a:lnTo>
                  <a:pt x="18814" y="13651"/>
                </a:lnTo>
                <a:lnTo>
                  <a:pt x="18814" y="14657"/>
                </a:lnTo>
                <a:lnTo>
                  <a:pt x="17914" y="14657"/>
                </a:lnTo>
                <a:lnTo>
                  <a:pt x="17914" y="13651"/>
                </a:lnTo>
                <a:moveTo>
                  <a:pt x="17914" y="14726"/>
                </a:moveTo>
                <a:lnTo>
                  <a:pt x="18814" y="14726"/>
                </a:lnTo>
                <a:lnTo>
                  <a:pt x="18814" y="15680"/>
                </a:lnTo>
                <a:lnTo>
                  <a:pt x="17914" y="15680"/>
                </a:lnTo>
                <a:lnTo>
                  <a:pt x="17914" y="14726"/>
                </a:lnTo>
                <a:moveTo>
                  <a:pt x="16786" y="55"/>
                </a:moveTo>
                <a:lnTo>
                  <a:pt x="17846" y="55"/>
                </a:lnTo>
                <a:lnTo>
                  <a:pt x="17846" y="1007"/>
                </a:lnTo>
                <a:lnTo>
                  <a:pt x="16786" y="1007"/>
                </a:lnTo>
                <a:lnTo>
                  <a:pt x="16786" y="55"/>
                </a:lnTo>
                <a:moveTo>
                  <a:pt x="16786" y="1076"/>
                </a:moveTo>
                <a:lnTo>
                  <a:pt x="17846" y="1076"/>
                </a:lnTo>
                <a:lnTo>
                  <a:pt x="17846" y="2082"/>
                </a:lnTo>
                <a:lnTo>
                  <a:pt x="16786" y="2082"/>
                </a:lnTo>
                <a:lnTo>
                  <a:pt x="16786" y="1076"/>
                </a:lnTo>
                <a:moveTo>
                  <a:pt x="16786" y="2150"/>
                </a:moveTo>
                <a:lnTo>
                  <a:pt x="17846" y="2150"/>
                </a:lnTo>
                <a:lnTo>
                  <a:pt x="17846" y="3104"/>
                </a:lnTo>
                <a:lnTo>
                  <a:pt x="16786" y="3104"/>
                </a:lnTo>
                <a:lnTo>
                  <a:pt x="16786" y="2150"/>
                </a:lnTo>
                <a:moveTo>
                  <a:pt x="16786" y="3172"/>
                </a:moveTo>
                <a:lnTo>
                  <a:pt x="17846" y="3172"/>
                </a:lnTo>
                <a:lnTo>
                  <a:pt x="17846" y="4178"/>
                </a:lnTo>
                <a:lnTo>
                  <a:pt x="16786" y="4178"/>
                </a:lnTo>
                <a:lnTo>
                  <a:pt x="16786" y="3172"/>
                </a:lnTo>
                <a:moveTo>
                  <a:pt x="16786" y="4247"/>
                </a:moveTo>
                <a:lnTo>
                  <a:pt x="17846" y="4247"/>
                </a:lnTo>
                <a:lnTo>
                  <a:pt x="17846" y="5200"/>
                </a:lnTo>
                <a:lnTo>
                  <a:pt x="16786" y="5200"/>
                </a:lnTo>
                <a:lnTo>
                  <a:pt x="16786" y="4247"/>
                </a:lnTo>
                <a:moveTo>
                  <a:pt x="16786" y="5268"/>
                </a:moveTo>
                <a:lnTo>
                  <a:pt x="17846" y="5268"/>
                </a:lnTo>
                <a:lnTo>
                  <a:pt x="17846" y="6274"/>
                </a:lnTo>
                <a:lnTo>
                  <a:pt x="16786" y="6274"/>
                </a:lnTo>
                <a:lnTo>
                  <a:pt x="16786" y="5268"/>
                </a:lnTo>
                <a:moveTo>
                  <a:pt x="16786" y="6342"/>
                </a:moveTo>
                <a:lnTo>
                  <a:pt x="17846" y="6342"/>
                </a:lnTo>
                <a:lnTo>
                  <a:pt x="17846" y="7296"/>
                </a:lnTo>
                <a:lnTo>
                  <a:pt x="16786" y="7296"/>
                </a:lnTo>
                <a:lnTo>
                  <a:pt x="16786" y="6342"/>
                </a:lnTo>
                <a:moveTo>
                  <a:pt x="16786" y="7364"/>
                </a:moveTo>
                <a:lnTo>
                  <a:pt x="17846" y="7364"/>
                </a:lnTo>
                <a:lnTo>
                  <a:pt x="17846" y="8369"/>
                </a:lnTo>
                <a:lnTo>
                  <a:pt x="16786" y="8369"/>
                </a:lnTo>
                <a:lnTo>
                  <a:pt x="16786" y="7364"/>
                </a:lnTo>
                <a:moveTo>
                  <a:pt x="16786" y="8438"/>
                </a:moveTo>
                <a:lnTo>
                  <a:pt x="17846" y="8438"/>
                </a:lnTo>
                <a:lnTo>
                  <a:pt x="17846" y="9391"/>
                </a:lnTo>
                <a:lnTo>
                  <a:pt x="16786" y="9391"/>
                </a:lnTo>
                <a:lnTo>
                  <a:pt x="16786" y="8438"/>
                </a:lnTo>
                <a:moveTo>
                  <a:pt x="16786" y="9459"/>
                </a:moveTo>
                <a:lnTo>
                  <a:pt x="17846" y="9459"/>
                </a:lnTo>
                <a:lnTo>
                  <a:pt x="17846" y="10465"/>
                </a:lnTo>
                <a:lnTo>
                  <a:pt x="16786" y="10465"/>
                </a:lnTo>
                <a:lnTo>
                  <a:pt x="16786" y="9459"/>
                </a:lnTo>
                <a:moveTo>
                  <a:pt x="16786" y="10533"/>
                </a:moveTo>
                <a:lnTo>
                  <a:pt x="17846" y="10533"/>
                </a:lnTo>
                <a:lnTo>
                  <a:pt x="17846" y="11487"/>
                </a:lnTo>
                <a:lnTo>
                  <a:pt x="16786" y="11487"/>
                </a:lnTo>
                <a:lnTo>
                  <a:pt x="16786" y="10533"/>
                </a:lnTo>
                <a:moveTo>
                  <a:pt x="16786" y="11556"/>
                </a:moveTo>
                <a:lnTo>
                  <a:pt x="17846" y="11556"/>
                </a:lnTo>
                <a:lnTo>
                  <a:pt x="17846" y="12561"/>
                </a:lnTo>
                <a:lnTo>
                  <a:pt x="16786" y="12561"/>
                </a:lnTo>
                <a:lnTo>
                  <a:pt x="16786" y="11556"/>
                </a:lnTo>
                <a:moveTo>
                  <a:pt x="16786" y="12630"/>
                </a:moveTo>
                <a:lnTo>
                  <a:pt x="17846" y="12630"/>
                </a:lnTo>
                <a:lnTo>
                  <a:pt x="17846" y="13583"/>
                </a:lnTo>
                <a:lnTo>
                  <a:pt x="16786" y="13583"/>
                </a:lnTo>
                <a:lnTo>
                  <a:pt x="16786" y="12630"/>
                </a:lnTo>
                <a:moveTo>
                  <a:pt x="16786" y="13651"/>
                </a:moveTo>
                <a:lnTo>
                  <a:pt x="17846" y="13651"/>
                </a:lnTo>
                <a:lnTo>
                  <a:pt x="17846" y="14657"/>
                </a:lnTo>
                <a:lnTo>
                  <a:pt x="16786" y="14657"/>
                </a:lnTo>
                <a:lnTo>
                  <a:pt x="16786" y="13651"/>
                </a:lnTo>
                <a:moveTo>
                  <a:pt x="16786" y="14726"/>
                </a:moveTo>
                <a:lnTo>
                  <a:pt x="17846" y="14726"/>
                </a:lnTo>
                <a:lnTo>
                  <a:pt x="17846" y="15680"/>
                </a:lnTo>
                <a:lnTo>
                  <a:pt x="16786" y="15680"/>
                </a:lnTo>
                <a:lnTo>
                  <a:pt x="16786" y="14726"/>
                </a:lnTo>
                <a:moveTo>
                  <a:pt x="15819" y="55"/>
                </a:moveTo>
                <a:lnTo>
                  <a:pt x="16718" y="55"/>
                </a:lnTo>
                <a:lnTo>
                  <a:pt x="16718" y="1007"/>
                </a:lnTo>
                <a:lnTo>
                  <a:pt x="15819" y="1007"/>
                </a:lnTo>
                <a:lnTo>
                  <a:pt x="15819" y="55"/>
                </a:lnTo>
                <a:moveTo>
                  <a:pt x="15819" y="1076"/>
                </a:moveTo>
                <a:lnTo>
                  <a:pt x="16718" y="1076"/>
                </a:lnTo>
                <a:lnTo>
                  <a:pt x="16718" y="2082"/>
                </a:lnTo>
                <a:lnTo>
                  <a:pt x="15819" y="2082"/>
                </a:lnTo>
                <a:lnTo>
                  <a:pt x="15819" y="1076"/>
                </a:lnTo>
                <a:moveTo>
                  <a:pt x="15819" y="2150"/>
                </a:moveTo>
                <a:lnTo>
                  <a:pt x="16718" y="2150"/>
                </a:lnTo>
                <a:lnTo>
                  <a:pt x="16718" y="3104"/>
                </a:lnTo>
                <a:lnTo>
                  <a:pt x="15819" y="3104"/>
                </a:lnTo>
                <a:lnTo>
                  <a:pt x="15819" y="2150"/>
                </a:lnTo>
                <a:moveTo>
                  <a:pt x="15819" y="3172"/>
                </a:moveTo>
                <a:lnTo>
                  <a:pt x="16718" y="3172"/>
                </a:lnTo>
                <a:lnTo>
                  <a:pt x="16718" y="4178"/>
                </a:lnTo>
                <a:lnTo>
                  <a:pt x="15819" y="4178"/>
                </a:lnTo>
                <a:lnTo>
                  <a:pt x="15819" y="3172"/>
                </a:lnTo>
                <a:moveTo>
                  <a:pt x="15819" y="4247"/>
                </a:moveTo>
                <a:lnTo>
                  <a:pt x="16718" y="4247"/>
                </a:lnTo>
                <a:lnTo>
                  <a:pt x="16718" y="5200"/>
                </a:lnTo>
                <a:lnTo>
                  <a:pt x="15819" y="5200"/>
                </a:lnTo>
                <a:lnTo>
                  <a:pt x="15819" y="4247"/>
                </a:lnTo>
                <a:moveTo>
                  <a:pt x="15819" y="5268"/>
                </a:moveTo>
                <a:lnTo>
                  <a:pt x="16718" y="5268"/>
                </a:lnTo>
                <a:lnTo>
                  <a:pt x="16718" y="6274"/>
                </a:lnTo>
                <a:lnTo>
                  <a:pt x="15819" y="6274"/>
                </a:lnTo>
                <a:lnTo>
                  <a:pt x="15819" y="5268"/>
                </a:lnTo>
                <a:moveTo>
                  <a:pt x="15819" y="6342"/>
                </a:moveTo>
                <a:lnTo>
                  <a:pt x="16718" y="6342"/>
                </a:lnTo>
                <a:lnTo>
                  <a:pt x="16718" y="7296"/>
                </a:lnTo>
                <a:lnTo>
                  <a:pt x="15819" y="7296"/>
                </a:lnTo>
                <a:lnTo>
                  <a:pt x="15819" y="6342"/>
                </a:lnTo>
                <a:moveTo>
                  <a:pt x="15819" y="7364"/>
                </a:moveTo>
                <a:lnTo>
                  <a:pt x="16718" y="7364"/>
                </a:lnTo>
                <a:lnTo>
                  <a:pt x="16718" y="8369"/>
                </a:lnTo>
                <a:lnTo>
                  <a:pt x="15819" y="8369"/>
                </a:lnTo>
                <a:lnTo>
                  <a:pt x="15819" y="7364"/>
                </a:lnTo>
                <a:moveTo>
                  <a:pt x="15819" y="8438"/>
                </a:moveTo>
                <a:lnTo>
                  <a:pt x="16718" y="8438"/>
                </a:lnTo>
                <a:lnTo>
                  <a:pt x="16718" y="9391"/>
                </a:lnTo>
                <a:lnTo>
                  <a:pt x="15819" y="9391"/>
                </a:lnTo>
                <a:lnTo>
                  <a:pt x="15819" y="8438"/>
                </a:lnTo>
                <a:moveTo>
                  <a:pt x="15819" y="9459"/>
                </a:moveTo>
                <a:lnTo>
                  <a:pt x="16718" y="9459"/>
                </a:lnTo>
                <a:lnTo>
                  <a:pt x="16718" y="10465"/>
                </a:lnTo>
                <a:lnTo>
                  <a:pt x="15819" y="10465"/>
                </a:lnTo>
                <a:lnTo>
                  <a:pt x="15819" y="9459"/>
                </a:lnTo>
                <a:moveTo>
                  <a:pt x="15819" y="10533"/>
                </a:moveTo>
                <a:lnTo>
                  <a:pt x="16718" y="10533"/>
                </a:lnTo>
                <a:lnTo>
                  <a:pt x="16718" y="11487"/>
                </a:lnTo>
                <a:lnTo>
                  <a:pt x="15819" y="11487"/>
                </a:lnTo>
                <a:lnTo>
                  <a:pt x="15819" y="10533"/>
                </a:lnTo>
                <a:moveTo>
                  <a:pt x="15819" y="11556"/>
                </a:moveTo>
                <a:lnTo>
                  <a:pt x="16718" y="11556"/>
                </a:lnTo>
                <a:lnTo>
                  <a:pt x="16718" y="12561"/>
                </a:lnTo>
                <a:lnTo>
                  <a:pt x="15819" y="12561"/>
                </a:lnTo>
                <a:lnTo>
                  <a:pt x="15819" y="11556"/>
                </a:lnTo>
                <a:moveTo>
                  <a:pt x="15819" y="12630"/>
                </a:moveTo>
                <a:lnTo>
                  <a:pt x="16718" y="12630"/>
                </a:lnTo>
                <a:lnTo>
                  <a:pt x="16718" y="13583"/>
                </a:lnTo>
                <a:lnTo>
                  <a:pt x="15819" y="13583"/>
                </a:lnTo>
                <a:lnTo>
                  <a:pt x="15819" y="12630"/>
                </a:lnTo>
                <a:moveTo>
                  <a:pt x="15819" y="13651"/>
                </a:moveTo>
                <a:lnTo>
                  <a:pt x="16718" y="13651"/>
                </a:lnTo>
                <a:lnTo>
                  <a:pt x="16718" y="14657"/>
                </a:lnTo>
                <a:lnTo>
                  <a:pt x="15819" y="14657"/>
                </a:lnTo>
                <a:lnTo>
                  <a:pt x="15819" y="13651"/>
                </a:lnTo>
                <a:moveTo>
                  <a:pt x="15819" y="14726"/>
                </a:moveTo>
                <a:lnTo>
                  <a:pt x="16718" y="14726"/>
                </a:lnTo>
                <a:lnTo>
                  <a:pt x="16718" y="15680"/>
                </a:lnTo>
                <a:lnTo>
                  <a:pt x="15819" y="15680"/>
                </a:lnTo>
                <a:lnTo>
                  <a:pt x="15819" y="14726"/>
                </a:lnTo>
                <a:moveTo>
                  <a:pt x="14691" y="55"/>
                </a:moveTo>
                <a:lnTo>
                  <a:pt x="15750" y="55"/>
                </a:lnTo>
                <a:lnTo>
                  <a:pt x="15750" y="1007"/>
                </a:lnTo>
                <a:lnTo>
                  <a:pt x="14691" y="1007"/>
                </a:lnTo>
                <a:lnTo>
                  <a:pt x="14691" y="55"/>
                </a:lnTo>
                <a:moveTo>
                  <a:pt x="14691" y="1076"/>
                </a:moveTo>
                <a:lnTo>
                  <a:pt x="15750" y="1076"/>
                </a:lnTo>
                <a:lnTo>
                  <a:pt x="15750" y="2082"/>
                </a:lnTo>
                <a:lnTo>
                  <a:pt x="14691" y="2082"/>
                </a:lnTo>
                <a:lnTo>
                  <a:pt x="14691" y="1076"/>
                </a:lnTo>
                <a:moveTo>
                  <a:pt x="14691" y="2150"/>
                </a:moveTo>
                <a:lnTo>
                  <a:pt x="15750" y="2150"/>
                </a:lnTo>
                <a:lnTo>
                  <a:pt x="15750" y="3104"/>
                </a:lnTo>
                <a:lnTo>
                  <a:pt x="14691" y="3104"/>
                </a:lnTo>
                <a:lnTo>
                  <a:pt x="14691" y="2150"/>
                </a:lnTo>
                <a:moveTo>
                  <a:pt x="14691" y="3172"/>
                </a:moveTo>
                <a:lnTo>
                  <a:pt x="15750" y="3172"/>
                </a:lnTo>
                <a:lnTo>
                  <a:pt x="15750" y="4178"/>
                </a:lnTo>
                <a:lnTo>
                  <a:pt x="14691" y="4178"/>
                </a:lnTo>
                <a:lnTo>
                  <a:pt x="14691" y="3172"/>
                </a:lnTo>
                <a:moveTo>
                  <a:pt x="14691" y="4247"/>
                </a:moveTo>
                <a:lnTo>
                  <a:pt x="15750" y="4247"/>
                </a:lnTo>
                <a:lnTo>
                  <a:pt x="15750" y="5200"/>
                </a:lnTo>
                <a:lnTo>
                  <a:pt x="14691" y="5200"/>
                </a:lnTo>
                <a:lnTo>
                  <a:pt x="14691" y="4247"/>
                </a:lnTo>
                <a:moveTo>
                  <a:pt x="14691" y="5268"/>
                </a:moveTo>
                <a:lnTo>
                  <a:pt x="15750" y="5268"/>
                </a:lnTo>
                <a:lnTo>
                  <a:pt x="15750" y="6274"/>
                </a:lnTo>
                <a:lnTo>
                  <a:pt x="14691" y="6274"/>
                </a:lnTo>
                <a:lnTo>
                  <a:pt x="14691" y="5268"/>
                </a:lnTo>
                <a:moveTo>
                  <a:pt x="14691" y="6342"/>
                </a:moveTo>
                <a:lnTo>
                  <a:pt x="15750" y="6342"/>
                </a:lnTo>
                <a:lnTo>
                  <a:pt x="15750" y="7296"/>
                </a:lnTo>
                <a:lnTo>
                  <a:pt x="14691" y="7296"/>
                </a:lnTo>
                <a:lnTo>
                  <a:pt x="14691" y="6342"/>
                </a:lnTo>
                <a:moveTo>
                  <a:pt x="14691" y="7364"/>
                </a:moveTo>
                <a:lnTo>
                  <a:pt x="15750" y="7364"/>
                </a:lnTo>
                <a:lnTo>
                  <a:pt x="15750" y="8369"/>
                </a:lnTo>
                <a:lnTo>
                  <a:pt x="14691" y="8369"/>
                </a:lnTo>
                <a:lnTo>
                  <a:pt x="14691" y="7364"/>
                </a:lnTo>
                <a:moveTo>
                  <a:pt x="14691" y="8438"/>
                </a:moveTo>
                <a:lnTo>
                  <a:pt x="15750" y="8438"/>
                </a:lnTo>
                <a:lnTo>
                  <a:pt x="15750" y="9391"/>
                </a:lnTo>
                <a:lnTo>
                  <a:pt x="14691" y="9391"/>
                </a:lnTo>
                <a:lnTo>
                  <a:pt x="14691" y="8438"/>
                </a:lnTo>
                <a:moveTo>
                  <a:pt x="14691" y="9459"/>
                </a:moveTo>
                <a:lnTo>
                  <a:pt x="15750" y="9459"/>
                </a:lnTo>
                <a:lnTo>
                  <a:pt x="15750" y="10465"/>
                </a:lnTo>
                <a:lnTo>
                  <a:pt x="14691" y="10465"/>
                </a:lnTo>
                <a:lnTo>
                  <a:pt x="14691" y="9459"/>
                </a:lnTo>
                <a:moveTo>
                  <a:pt x="14691" y="10533"/>
                </a:moveTo>
                <a:lnTo>
                  <a:pt x="15750" y="10533"/>
                </a:lnTo>
                <a:lnTo>
                  <a:pt x="15750" y="11487"/>
                </a:lnTo>
                <a:lnTo>
                  <a:pt x="14691" y="11487"/>
                </a:lnTo>
                <a:lnTo>
                  <a:pt x="14691" y="10533"/>
                </a:lnTo>
                <a:moveTo>
                  <a:pt x="14691" y="11556"/>
                </a:moveTo>
                <a:lnTo>
                  <a:pt x="15750" y="11556"/>
                </a:lnTo>
                <a:lnTo>
                  <a:pt x="15750" y="12561"/>
                </a:lnTo>
                <a:lnTo>
                  <a:pt x="14691" y="12561"/>
                </a:lnTo>
                <a:lnTo>
                  <a:pt x="14691" y="11556"/>
                </a:lnTo>
                <a:moveTo>
                  <a:pt x="14691" y="12630"/>
                </a:moveTo>
                <a:lnTo>
                  <a:pt x="15750" y="12630"/>
                </a:lnTo>
                <a:lnTo>
                  <a:pt x="15750" y="13583"/>
                </a:lnTo>
                <a:lnTo>
                  <a:pt x="14691" y="13583"/>
                </a:lnTo>
                <a:lnTo>
                  <a:pt x="14691" y="12630"/>
                </a:lnTo>
                <a:moveTo>
                  <a:pt x="14691" y="13651"/>
                </a:moveTo>
                <a:lnTo>
                  <a:pt x="15750" y="13651"/>
                </a:lnTo>
                <a:lnTo>
                  <a:pt x="15750" y="14657"/>
                </a:lnTo>
                <a:lnTo>
                  <a:pt x="14691" y="14657"/>
                </a:lnTo>
                <a:lnTo>
                  <a:pt x="14691" y="13651"/>
                </a:lnTo>
                <a:moveTo>
                  <a:pt x="14691" y="14726"/>
                </a:moveTo>
                <a:lnTo>
                  <a:pt x="15750" y="14726"/>
                </a:lnTo>
                <a:lnTo>
                  <a:pt x="15750" y="15680"/>
                </a:lnTo>
                <a:lnTo>
                  <a:pt x="14691" y="15680"/>
                </a:lnTo>
                <a:lnTo>
                  <a:pt x="14691" y="14726"/>
                </a:lnTo>
                <a:moveTo>
                  <a:pt x="13722" y="55"/>
                </a:moveTo>
                <a:lnTo>
                  <a:pt x="14622" y="55"/>
                </a:lnTo>
                <a:lnTo>
                  <a:pt x="14622" y="1007"/>
                </a:lnTo>
                <a:lnTo>
                  <a:pt x="13722" y="1007"/>
                </a:lnTo>
                <a:lnTo>
                  <a:pt x="13722" y="55"/>
                </a:lnTo>
                <a:moveTo>
                  <a:pt x="13722" y="1076"/>
                </a:moveTo>
                <a:lnTo>
                  <a:pt x="14622" y="1076"/>
                </a:lnTo>
                <a:lnTo>
                  <a:pt x="14622" y="2082"/>
                </a:lnTo>
                <a:lnTo>
                  <a:pt x="13722" y="2082"/>
                </a:lnTo>
                <a:lnTo>
                  <a:pt x="13722" y="1076"/>
                </a:lnTo>
                <a:moveTo>
                  <a:pt x="13722" y="2150"/>
                </a:moveTo>
                <a:lnTo>
                  <a:pt x="14622" y="2150"/>
                </a:lnTo>
                <a:lnTo>
                  <a:pt x="14622" y="3104"/>
                </a:lnTo>
                <a:lnTo>
                  <a:pt x="13722" y="3104"/>
                </a:lnTo>
                <a:lnTo>
                  <a:pt x="13722" y="2150"/>
                </a:lnTo>
                <a:moveTo>
                  <a:pt x="13722" y="3172"/>
                </a:moveTo>
                <a:lnTo>
                  <a:pt x="14622" y="3172"/>
                </a:lnTo>
                <a:lnTo>
                  <a:pt x="14622" y="4178"/>
                </a:lnTo>
                <a:lnTo>
                  <a:pt x="13722" y="4178"/>
                </a:lnTo>
                <a:lnTo>
                  <a:pt x="13722" y="3172"/>
                </a:lnTo>
                <a:moveTo>
                  <a:pt x="13722" y="4247"/>
                </a:moveTo>
                <a:lnTo>
                  <a:pt x="14622" y="4247"/>
                </a:lnTo>
                <a:lnTo>
                  <a:pt x="14622" y="5200"/>
                </a:lnTo>
                <a:lnTo>
                  <a:pt x="13722" y="5200"/>
                </a:lnTo>
                <a:lnTo>
                  <a:pt x="13722" y="4247"/>
                </a:lnTo>
                <a:moveTo>
                  <a:pt x="13722" y="5268"/>
                </a:moveTo>
                <a:lnTo>
                  <a:pt x="14622" y="5268"/>
                </a:lnTo>
                <a:lnTo>
                  <a:pt x="14622" y="6274"/>
                </a:lnTo>
                <a:lnTo>
                  <a:pt x="13722" y="6274"/>
                </a:lnTo>
                <a:lnTo>
                  <a:pt x="13722" y="5268"/>
                </a:lnTo>
                <a:moveTo>
                  <a:pt x="13722" y="6342"/>
                </a:moveTo>
                <a:lnTo>
                  <a:pt x="14622" y="6342"/>
                </a:lnTo>
                <a:lnTo>
                  <a:pt x="14622" y="7296"/>
                </a:lnTo>
                <a:lnTo>
                  <a:pt x="13722" y="7296"/>
                </a:lnTo>
                <a:lnTo>
                  <a:pt x="13722" y="6342"/>
                </a:lnTo>
                <a:moveTo>
                  <a:pt x="13722" y="7364"/>
                </a:moveTo>
                <a:lnTo>
                  <a:pt x="14622" y="7364"/>
                </a:lnTo>
                <a:lnTo>
                  <a:pt x="14622" y="8369"/>
                </a:lnTo>
                <a:lnTo>
                  <a:pt x="13722" y="8369"/>
                </a:lnTo>
                <a:lnTo>
                  <a:pt x="13722" y="7364"/>
                </a:lnTo>
                <a:moveTo>
                  <a:pt x="13722" y="8438"/>
                </a:moveTo>
                <a:lnTo>
                  <a:pt x="14622" y="8438"/>
                </a:lnTo>
                <a:lnTo>
                  <a:pt x="14622" y="9391"/>
                </a:lnTo>
                <a:lnTo>
                  <a:pt x="13722" y="9391"/>
                </a:lnTo>
                <a:lnTo>
                  <a:pt x="13722" y="8438"/>
                </a:lnTo>
                <a:moveTo>
                  <a:pt x="13722" y="9459"/>
                </a:moveTo>
                <a:lnTo>
                  <a:pt x="14622" y="9459"/>
                </a:lnTo>
                <a:lnTo>
                  <a:pt x="14622" y="10465"/>
                </a:lnTo>
                <a:lnTo>
                  <a:pt x="13722" y="10465"/>
                </a:lnTo>
                <a:lnTo>
                  <a:pt x="13722" y="9459"/>
                </a:lnTo>
                <a:moveTo>
                  <a:pt x="13722" y="10533"/>
                </a:moveTo>
                <a:lnTo>
                  <a:pt x="14622" y="10533"/>
                </a:lnTo>
                <a:lnTo>
                  <a:pt x="14622" y="11487"/>
                </a:lnTo>
                <a:lnTo>
                  <a:pt x="13722" y="11487"/>
                </a:lnTo>
                <a:lnTo>
                  <a:pt x="13722" y="10533"/>
                </a:lnTo>
                <a:moveTo>
                  <a:pt x="13722" y="11556"/>
                </a:moveTo>
                <a:lnTo>
                  <a:pt x="14622" y="11556"/>
                </a:lnTo>
                <a:lnTo>
                  <a:pt x="14622" y="12561"/>
                </a:lnTo>
                <a:lnTo>
                  <a:pt x="13722" y="12561"/>
                </a:lnTo>
                <a:lnTo>
                  <a:pt x="13722" y="11556"/>
                </a:lnTo>
                <a:moveTo>
                  <a:pt x="13722" y="12630"/>
                </a:moveTo>
                <a:lnTo>
                  <a:pt x="14622" y="12630"/>
                </a:lnTo>
                <a:lnTo>
                  <a:pt x="14622" y="13583"/>
                </a:lnTo>
                <a:lnTo>
                  <a:pt x="13722" y="13583"/>
                </a:lnTo>
                <a:lnTo>
                  <a:pt x="13722" y="12630"/>
                </a:lnTo>
                <a:moveTo>
                  <a:pt x="13722" y="13651"/>
                </a:moveTo>
                <a:lnTo>
                  <a:pt x="14622" y="13651"/>
                </a:lnTo>
                <a:lnTo>
                  <a:pt x="14622" y="14657"/>
                </a:lnTo>
                <a:lnTo>
                  <a:pt x="13722" y="14657"/>
                </a:lnTo>
                <a:lnTo>
                  <a:pt x="13722" y="13651"/>
                </a:lnTo>
                <a:moveTo>
                  <a:pt x="13722" y="14726"/>
                </a:moveTo>
                <a:lnTo>
                  <a:pt x="14622" y="14726"/>
                </a:lnTo>
                <a:lnTo>
                  <a:pt x="14622" y="15680"/>
                </a:lnTo>
                <a:lnTo>
                  <a:pt x="13722" y="15680"/>
                </a:lnTo>
                <a:lnTo>
                  <a:pt x="13722" y="14726"/>
                </a:lnTo>
                <a:moveTo>
                  <a:pt x="12594" y="55"/>
                </a:moveTo>
                <a:lnTo>
                  <a:pt x="13654" y="55"/>
                </a:lnTo>
                <a:lnTo>
                  <a:pt x="13654" y="1007"/>
                </a:lnTo>
                <a:lnTo>
                  <a:pt x="12594" y="1007"/>
                </a:lnTo>
                <a:lnTo>
                  <a:pt x="12594" y="55"/>
                </a:lnTo>
                <a:moveTo>
                  <a:pt x="12594" y="1076"/>
                </a:moveTo>
                <a:lnTo>
                  <a:pt x="13654" y="1076"/>
                </a:lnTo>
                <a:lnTo>
                  <a:pt x="13654" y="2082"/>
                </a:lnTo>
                <a:lnTo>
                  <a:pt x="12594" y="2082"/>
                </a:lnTo>
                <a:lnTo>
                  <a:pt x="12594" y="1076"/>
                </a:lnTo>
                <a:moveTo>
                  <a:pt x="12594" y="2150"/>
                </a:moveTo>
                <a:lnTo>
                  <a:pt x="13654" y="2150"/>
                </a:lnTo>
                <a:lnTo>
                  <a:pt x="13654" y="3104"/>
                </a:lnTo>
                <a:lnTo>
                  <a:pt x="12594" y="3104"/>
                </a:lnTo>
                <a:lnTo>
                  <a:pt x="12594" y="2150"/>
                </a:lnTo>
                <a:moveTo>
                  <a:pt x="12594" y="3172"/>
                </a:moveTo>
                <a:lnTo>
                  <a:pt x="13654" y="3172"/>
                </a:lnTo>
                <a:lnTo>
                  <a:pt x="13654" y="4178"/>
                </a:lnTo>
                <a:lnTo>
                  <a:pt x="12594" y="4178"/>
                </a:lnTo>
                <a:lnTo>
                  <a:pt x="12594" y="3172"/>
                </a:lnTo>
                <a:moveTo>
                  <a:pt x="12594" y="4247"/>
                </a:moveTo>
                <a:lnTo>
                  <a:pt x="13654" y="4247"/>
                </a:lnTo>
                <a:lnTo>
                  <a:pt x="13654" y="5200"/>
                </a:lnTo>
                <a:lnTo>
                  <a:pt x="12594" y="5200"/>
                </a:lnTo>
                <a:lnTo>
                  <a:pt x="12594" y="4247"/>
                </a:lnTo>
                <a:moveTo>
                  <a:pt x="12594" y="5268"/>
                </a:moveTo>
                <a:lnTo>
                  <a:pt x="13654" y="5268"/>
                </a:lnTo>
                <a:lnTo>
                  <a:pt x="13654" y="6274"/>
                </a:lnTo>
                <a:lnTo>
                  <a:pt x="12594" y="6274"/>
                </a:lnTo>
                <a:lnTo>
                  <a:pt x="12594" y="5268"/>
                </a:lnTo>
                <a:moveTo>
                  <a:pt x="12594" y="6342"/>
                </a:moveTo>
                <a:lnTo>
                  <a:pt x="13654" y="6342"/>
                </a:lnTo>
                <a:lnTo>
                  <a:pt x="13654" y="7296"/>
                </a:lnTo>
                <a:lnTo>
                  <a:pt x="12594" y="7296"/>
                </a:lnTo>
                <a:lnTo>
                  <a:pt x="12594" y="6342"/>
                </a:lnTo>
                <a:moveTo>
                  <a:pt x="12594" y="7364"/>
                </a:moveTo>
                <a:lnTo>
                  <a:pt x="13654" y="7364"/>
                </a:lnTo>
                <a:lnTo>
                  <a:pt x="13654" y="8369"/>
                </a:lnTo>
                <a:lnTo>
                  <a:pt x="12594" y="8369"/>
                </a:lnTo>
                <a:lnTo>
                  <a:pt x="12594" y="7364"/>
                </a:lnTo>
                <a:moveTo>
                  <a:pt x="12594" y="8438"/>
                </a:moveTo>
                <a:lnTo>
                  <a:pt x="13654" y="8438"/>
                </a:lnTo>
                <a:lnTo>
                  <a:pt x="13654" y="9391"/>
                </a:lnTo>
                <a:lnTo>
                  <a:pt x="12594" y="9391"/>
                </a:lnTo>
                <a:lnTo>
                  <a:pt x="12594" y="8438"/>
                </a:lnTo>
                <a:moveTo>
                  <a:pt x="12594" y="9459"/>
                </a:moveTo>
                <a:lnTo>
                  <a:pt x="13654" y="9459"/>
                </a:lnTo>
                <a:lnTo>
                  <a:pt x="13654" y="10465"/>
                </a:lnTo>
                <a:lnTo>
                  <a:pt x="12594" y="10465"/>
                </a:lnTo>
                <a:lnTo>
                  <a:pt x="12594" y="9459"/>
                </a:lnTo>
                <a:moveTo>
                  <a:pt x="12594" y="10533"/>
                </a:moveTo>
                <a:lnTo>
                  <a:pt x="13654" y="10533"/>
                </a:lnTo>
                <a:lnTo>
                  <a:pt x="13654" y="11487"/>
                </a:lnTo>
                <a:lnTo>
                  <a:pt x="12594" y="11487"/>
                </a:lnTo>
                <a:lnTo>
                  <a:pt x="12594" y="10533"/>
                </a:lnTo>
                <a:moveTo>
                  <a:pt x="12594" y="11556"/>
                </a:moveTo>
                <a:lnTo>
                  <a:pt x="13654" y="11556"/>
                </a:lnTo>
                <a:lnTo>
                  <a:pt x="13654" y="12561"/>
                </a:lnTo>
                <a:lnTo>
                  <a:pt x="12594" y="12561"/>
                </a:lnTo>
                <a:lnTo>
                  <a:pt x="12594" y="11556"/>
                </a:lnTo>
                <a:moveTo>
                  <a:pt x="12594" y="12630"/>
                </a:moveTo>
                <a:lnTo>
                  <a:pt x="13654" y="12630"/>
                </a:lnTo>
                <a:lnTo>
                  <a:pt x="13654" y="13583"/>
                </a:lnTo>
                <a:lnTo>
                  <a:pt x="12594" y="13583"/>
                </a:lnTo>
                <a:lnTo>
                  <a:pt x="12594" y="12630"/>
                </a:lnTo>
                <a:moveTo>
                  <a:pt x="12594" y="13651"/>
                </a:moveTo>
                <a:lnTo>
                  <a:pt x="13654" y="13651"/>
                </a:lnTo>
                <a:lnTo>
                  <a:pt x="13654" y="14657"/>
                </a:lnTo>
                <a:lnTo>
                  <a:pt x="12594" y="14657"/>
                </a:lnTo>
                <a:lnTo>
                  <a:pt x="12594" y="13651"/>
                </a:lnTo>
                <a:moveTo>
                  <a:pt x="12594" y="14726"/>
                </a:moveTo>
                <a:lnTo>
                  <a:pt x="13654" y="14726"/>
                </a:lnTo>
                <a:lnTo>
                  <a:pt x="13654" y="15680"/>
                </a:lnTo>
                <a:lnTo>
                  <a:pt x="12594" y="15680"/>
                </a:lnTo>
                <a:lnTo>
                  <a:pt x="12594" y="14726"/>
                </a:lnTo>
                <a:moveTo>
                  <a:pt x="11628" y="55"/>
                </a:moveTo>
                <a:lnTo>
                  <a:pt x="12526" y="55"/>
                </a:lnTo>
                <a:lnTo>
                  <a:pt x="12526" y="1007"/>
                </a:lnTo>
                <a:lnTo>
                  <a:pt x="11628" y="1007"/>
                </a:lnTo>
                <a:lnTo>
                  <a:pt x="11628" y="55"/>
                </a:lnTo>
                <a:moveTo>
                  <a:pt x="11628" y="1076"/>
                </a:moveTo>
                <a:lnTo>
                  <a:pt x="12526" y="1076"/>
                </a:lnTo>
                <a:lnTo>
                  <a:pt x="12526" y="2082"/>
                </a:lnTo>
                <a:lnTo>
                  <a:pt x="11628" y="2082"/>
                </a:lnTo>
                <a:lnTo>
                  <a:pt x="11628" y="1076"/>
                </a:lnTo>
                <a:moveTo>
                  <a:pt x="11628" y="2150"/>
                </a:moveTo>
                <a:lnTo>
                  <a:pt x="12526" y="2150"/>
                </a:lnTo>
                <a:lnTo>
                  <a:pt x="12526" y="3104"/>
                </a:lnTo>
                <a:lnTo>
                  <a:pt x="11628" y="3104"/>
                </a:lnTo>
                <a:lnTo>
                  <a:pt x="11628" y="2150"/>
                </a:lnTo>
                <a:moveTo>
                  <a:pt x="11628" y="3172"/>
                </a:moveTo>
                <a:lnTo>
                  <a:pt x="12526" y="3172"/>
                </a:lnTo>
                <a:lnTo>
                  <a:pt x="12526" y="4178"/>
                </a:lnTo>
                <a:lnTo>
                  <a:pt x="11628" y="4178"/>
                </a:lnTo>
                <a:lnTo>
                  <a:pt x="11628" y="3172"/>
                </a:lnTo>
                <a:moveTo>
                  <a:pt x="11628" y="4247"/>
                </a:moveTo>
                <a:lnTo>
                  <a:pt x="12526" y="4247"/>
                </a:lnTo>
                <a:lnTo>
                  <a:pt x="12526" y="5200"/>
                </a:lnTo>
                <a:lnTo>
                  <a:pt x="11628" y="5200"/>
                </a:lnTo>
                <a:lnTo>
                  <a:pt x="11628" y="4247"/>
                </a:lnTo>
                <a:moveTo>
                  <a:pt x="11628" y="5268"/>
                </a:moveTo>
                <a:lnTo>
                  <a:pt x="12526" y="5268"/>
                </a:lnTo>
                <a:lnTo>
                  <a:pt x="12526" y="6274"/>
                </a:lnTo>
                <a:lnTo>
                  <a:pt x="11628" y="6274"/>
                </a:lnTo>
                <a:lnTo>
                  <a:pt x="11628" y="5268"/>
                </a:lnTo>
                <a:moveTo>
                  <a:pt x="11628" y="6342"/>
                </a:moveTo>
                <a:lnTo>
                  <a:pt x="12526" y="6342"/>
                </a:lnTo>
                <a:lnTo>
                  <a:pt x="12526" y="7296"/>
                </a:lnTo>
                <a:lnTo>
                  <a:pt x="11628" y="7296"/>
                </a:lnTo>
                <a:lnTo>
                  <a:pt x="11628" y="6342"/>
                </a:lnTo>
                <a:moveTo>
                  <a:pt x="11628" y="7364"/>
                </a:moveTo>
                <a:lnTo>
                  <a:pt x="12526" y="7364"/>
                </a:lnTo>
                <a:lnTo>
                  <a:pt x="12526" y="8369"/>
                </a:lnTo>
                <a:lnTo>
                  <a:pt x="11628" y="8369"/>
                </a:lnTo>
                <a:lnTo>
                  <a:pt x="11628" y="7364"/>
                </a:lnTo>
                <a:moveTo>
                  <a:pt x="11628" y="8438"/>
                </a:moveTo>
                <a:lnTo>
                  <a:pt x="12526" y="8438"/>
                </a:lnTo>
                <a:lnTo>
                  <a:pt x="12526" y="9391"/>
                </a:lnTo>
                <a:lnTo>
                  <a:pt x="11628" y="9391"/>
                </a:lnTo>
                <a:lnTo>
                  <a:pt x="11628" y="8438"/>
                </a:lnTo>
                <a:moveTo>
                  <a:pt x="11628" y="9459"/>
                </a:moveTo>
                <a:lnTo>
                  <a:pt x="12526" y="9459"/>
                </a:lnTo>
                <a:lnTo>
                  <a:pt x="12526" y="10465"/>
                </a:lnTo>
                <a:lnTo>
                  <a:pt x="11628" y="10465"/>
                </a:lnTo>
                <a:lnTo>
                  <a:pt x="11628" y="9459"/>
                </a:lnTo>
                <a:moveTo>
                  <a:pt x="11628" y="10533"/>
                </a:moveTo>
                <a:lnTo>
                  <a:pt x="12526" y="10533"/>
                </a:lnTo>
                <a:lnTo>
                  <a:pt x="12526" y="11487"/>
                </a:lnTo>
                <a:lnTo>
                  <a:pt x="11628" y="11487"/>
                </a:lnTo>
                <a:lnTo>
                  <a:pt x="11628" y="10533"/>
                </a:lnTo>
                <a:moveTo>
                  <a:pt x="11628" y="11556"/>
                </a:moveTo>
                <a:lnTo>
                  <a:pt x="12526" y="11556"/>
                </a:lnTo>
                <a:lnTo>
                  <a:pt x="12526" y="12561"/>
                </a:lnTo>
                <a:lnTo>
                  <a:pt x="11628" y="12561"/>
                </a:lnTo>
                <a:lnTo>
                  <a:pt x="11628" y="11556"/>
                </a:lnTo>
                <a:moveTo>
                  <a:pt x="11628" y="12630"/>
                </a:moveTo>
                <a:lnTo>
                  <a:pt x="12526" y="12630"/>
                </a:lnTo>
                <a:lnTo>
                  <a:pt x="12526" y="13583"/>
                </a:lnTo>
                <a:lnTo>
                  <a:pt x="11628" y="13583"/>
                </a:lnTo>
                <a:lnTo>
                  <a:pt x="11628" y="12630"/>
                </a:lnTo>
                <a:moveTo>
                  <a:pt x="11628" y="13651"/>
                </a:moveTo>
                <a:lnTo>
                  <a:pt x="12526" y="13651"/>
                </a:lnTo>
                <a:lnTo>
                  <a:pt x="12526" y="14657"/>
                </a:lnTo>
                <a:lnTo>
                  <a:pt x="11628" y="14657"/>
                </a:lnTo>
                <a:lnTo>
                  <a:pt x="11628" y="13651"/>
                </a:lnTo>
                <a:moveTo>
                  <a:pt x="11628" y="14726"/>
                </a:moveTo>
                <a:lnTo>
                  <a:pt x="12526" y="14726"/>
                </a:lnTo>
                <a:lnTo>
                  <a:pt x="12526" y="15680"/>
                </a:lnTo>
                <a:lnTo>
                  <a:pt x="11628" y="15680"/>
                </a:lnTo>
                <a:lnTo>
                  <a:pt x="11628" y="14726"/>
                </a:lnTo>
                <a:moveTo>
                  <a:pt x="10500" y="55"/>
                </a:moveTo>
                <a:lnTo>
                  <a:pt x="11559" y="55"/>
                </a:lnTo>
                <a:lnTo>
                  <a:pt x="11559" y="1007"/>
                </a:lnTo>
                <a:lnTo>
                  <a:pt x="10500" y="1007"/>
                </a:lnTo>
                <a:lnTo>
                  <a:pt x="10500" y="55"/>
                </a:lnTo>
                <a:moveTo>
                  <a:pt x="10500" y="1076"/>
                </a:moveTo>
                <a:lnTo>
                  <a:pt x="11559" y="1076"/>
                </a:lnTo>
                <a:lnTo>
                  <a:pt x="11559" y="2082"/>
                </a:lnTo>
                <a:lnTo>
                  <a:pt x="10500" y="2082"/>
                </a:lnTo>
                <a:lnTo>
                  <a:pt x="10500" y="1076"/>
                </a:lnTo>
                <a:moveTo>
                  <a:pt x="10500" y="2150"/>
                </a:moveTo>
                <a:lnTo>
                  <a:pt x="11559" y="2150"/>
                </a:lnTo>
                <a:lnTo>
                  <a:pt x="11559" y="3104"/>
                </a:lnTo>
                <a:lnTo>
                  <a:pt x="10500" y="3104"/>
                </a:lnTo>
                <a:lnTo>
                  <a:pt x="10500" y="2150"/>
                </a:lnTo>
                <a:moveTo>
                  <a:pt x="10500" y="3172"/>
                </a:moveTo>
                <a:lnTo>
                  <a:pt x="11559" y="3172"/>
                </a:lnTo>
                <a:lnTo>
                  <a:pt x="11559" y="4178"/>
                </a:lnTo>
                <a:lnTo>
                  <a:pt x="10500" y="4178"/>
                </a:lnTo>
                <a:lnTo>
                  <a:pt x="10500" y="3172"/>
                </a:lnTo>
                <a:moveTo>
                  <a:pt x="10500" y="4247"/>
                </a:moveTo>
                <a:lnTo>
                  <a:pt x="11559" y="4247"/>
                </a:lnTo>
                <a:lnTo>
                  <a:pt x="11559" y="5200"/>
                </a:lnTo>
                <a:lnTo>
                  <a:pt x="10500" y="5200"/>
                </a:lnTo>
                <a:lnTo>
                  <a:pt x="10500" y="4247"/>
                </a:lnTo>
                <a:moveTo>
                  <a:pt x="10500" y="5268"/>
                </a:moveTo>
                <a:lnTo>
                  <a:pt x="11559" y="5268"/>
                </a:lnTo>
                <a:lnTo>
                  <a:pt x="11559" y="6274"/>
                </a:lnTo>
                <a:lnTo>
                  <a:pt x="10500" y="6274"/>
                </a:lnTo>
                <a:lnTo>
                  <a:pt x="10500" y="5268"/>
                </a:lnTo>
                <a:moveTo>
                  <a:pt x="10500" y="6342"/>
                </a:moveTo>
                <a:lnTo>
                  <a:pt x="11559" y="6342"/>
                </a:lnTo>
                <a:lnTo>
                  <a:pt x="11559" y="7296"/>
                </a:lnTo>
                <a:lnTo>
                  <a:pt x="10500" y="7296"/>
                </a:lnTo>
                <a:lnTo>
                  <a:pt x="10500" y="6342"/>
                </a:lnTo>
                <a:moveTo>
                  <a:pt x="10500" y="7364"/>
                </a:moveTo>
                <a:lnTo>
                  <a:pt x="11559" y="7364"/>
                </a:lnTo>
                <a:lnTo>
                  <a:pt x="11559" y="8369"/>
                </a:lnTo>
                <a:lnTo>
                  <a:pt x="10500" y="8369"/>
                </a:lnTo>
                <a:lnTo>
                  <a:pt x="10500" y="7364"/>
                </a:lnTo>
                <a:moveTo>
                  <a:pt x="10500" y="8438"/>
                </a:moveTo>
                <a:lnTo>
                  <a:pt x="11559" y="8438"/>
                </a:lnTo>
                <a:lnTo>
                  <a:pt x="11559" y="9391"/>
                </a:lnTo>
                <a:lnTo>
                  <a:pt x="10500" y="9391"/>
                </a:lnTo>
                <a:lnTo>
                  <a:pt x="10500" y="8438"/>
                </a:lnTo>
                <a:moveTo>
                  <a:pt x="10500" y="9459"/>
                </a:moveTo>
                <a:lnTo>
                  <a:pt x="11559" y="9459"/>
                </a:lnTo>
                <a:lnTo>
                  <a:pt x="11559" y="10465"/>
                </a:lnTo>
                <a:lnTo>
                  <a:pt x="10500" y="10465"/>
                </a:lnTo>
                <a:lnTo>
                  <a:pt x="10500" y="9459"/>
                </a:lnTo>
                <a:moveTo>
                  <a:pt x="10500" y="10533"/>
                </a:moveTo>
                <a:lnTo>
                  <a:pt x="11559" y="10533"/>
                </a:lnTo>
                <a:lnTo>
                  <a:pt x="11559" y="11487"/>
                </a:lnTo>
                <a:lnTo>
                  <a:pt x="10500" y="11487"/>
                </a:lnTo>
                <a:lnTo>
                  <a:pt x="10500" y="10533"/>
                </a:lnTo>
                <a:moveTo>
                  <a:pt x="10500" y="11556"/>
                </a:moveTo>
                <a:lnTo>
                  <a:pt x="11559" y="11556"/>
                </a:lnTo>
                <a:lnTo>
                  <a:pt x="11559" y="12561"/>
                </a:lnTo>
                <a:lnTo>
                  <a:pt x="10500" y="12561"/>
                </a:lnTo>
                <a:lnTo>
                  <a:pt x="10500" y="11556"/>
                </a:lnTo>
                <a:moveTo>
                  <a:pt x="10500" y="12630"/>
                </a:moveTo>
                <a:lnTo>
                  <a:pt x="11559" y="12630"/>
                </a:lnTo>
                <a:lnTo>
                  <a:pt x="11559" y="13583"/>
                </a:lnTo>
                <a:lnTo>
                  <a:pt x="10500" y="13583"/>
                </a:lnTo>
                <a:lnTo>
                  <a:pt x="10500" y="12630"/>
                </a:lnTo>
                <a:moveTo>
                  <a:pt x="10500" y="13651"/>
                </a:moveTo>
                <a:lnTo>
                  <a:pt x="11559" y="13651"/>
                </a:lnTo>
                <a:lnTo>
                  <a:pt x="11559" y="14657"/>
                </a:lnTo>
                <a:lnTo>
                  <a:pt x="10500" y="14657"/>
                </a:lnTo>
                <a:lnTo>
                  <a:pt x="10500" y="13651"/>
                </a:lnTo>
                <a:moveTo>
                  <a:pt x="10500" y="14726"/>
                </a:moveTo>
                <a:lnTo>
                  <a:pt x="11559" y="14726"/>
                </a:lnTo>
                <a:lnTo>
                  <a:pt x="11559" y="15680"/>
                </a:lnTo>
                <a:lnTo>
                  <a:pt x="10500" y="15680"/>
                </a:lnTo>
                <a:lnTo>
                  <a:pt x="10500" y="14726"/>
                </a:lnTo>
                <a:moveTo>
                  <a:pt x="9531" y="55"/>
                </a:moveTo>
                <a:lnTo>
                  <a:pt x="10430" y="55"/>
                </a:lnTo>
                <a:lnTo>
                  <a:pt x="10430" y="1007"/>
                </a:lnTo>
                <a:lnTo>
                  <a:pt x="9531" y="1007"/>
                </a:lnTo>
                <a:lnTo>
                  <a:pt x="9531" y="55"/>
                </a:lnTo>
                <a:moveTo>
                  <a:pt x="9531" y="1076"/>
                </a:moveTo>
                <a:lnTo>
                  <a:pt x="10430" y="1076"/>
                </a:lnTo>
                <a:lnTo>
                  <a:pt x="10430" y="2082"/>
                </a:lnTo>
                <a:lnTo>
                  <a:pt x="9531" y="2082"/>
                </a:lnTo>
                <a:lnTo>
                  <a:pt x="9531" y="1076"/>
                </a:lnTo>
                <a:moveTo>
                  <a:pt x="9531" y="2150"/>
                </a:moveTo>
                <a:lnTo>
                  <a:pt x="10430" y="2150"/>
                </a:lnTo>
                <a:lnTo>
                  <a:pt x="10430" y="3104"/>
                </a:lnTo>
                <a:lnTo>
                  <a:pt x="9531" y="3104"/>
                </a:lnTo>
                <a:lnTo>
                  <a:pt x="9531" y="2150"/>
                </a:lnTo>
                <a:moveTo>
                  <a:pt x="9531" y="3172"/>
                </a:moveTo>
                <a:lnTo>
                  <a:pt x="10430" y="3172"/>
                </a:lnTo>
                <a:lnTo>
                  <a:pt x="10430" y="4178"/>
                </a:lnTo>
                <a:lnTo>
                  <a:pt x="9531" y="4178"/>
                </a:lnTo>
                <a:lnTo>
                  <a:pt x="9531" y="3172"/>
                </a:lnTo>
                <a:moveTo>
                  <a:pt x="9531" y="4247"/>
                </a:moveTo>
                <a:lnTo>
                  <a:pt x="10430" y="4247"/>
                </a:lnTo>
                <a:lnTo>
                  <a:pt x="10430" y="5200"/>
                </a:lnTo>
                <a:lnTo>
                  <a:pt x="9531" y="5200"/>
                </a:lnTo>
                <a:lnTo>
                  <a:pt x="9531" y="4247"/>
                </a:lnTo>
                <a:moveTo>
                  <a:pt x="9531" y="5268"/>
                </a:moveTo>
                <a:lnTo>
                  <a:pt x="10430" y="5268"/>
                </a:lnTo>
                <a:lnTo>
                  <a:pt x="10430" y="6274"/>
                </a:lnTo>
                <a:lnTo>
                  <a:pt x="9531" y="6274"/>
                </a:lnTo>
                <a:lnTo>
                  <a:pt x="9531" y="5268"/>
                </a:lnTo>
                <a:moveTo>
                  <a:pt x="9531" y="6342"/>
                </a:moveTo>
                <a:lnTo>
                  <a:pt x="10430" y="6342"/>
                </a:lnTo>
                <a:lnTo>
                  <a:pt x="10430" y="7296"/>
                </a:lnTo>
                <a:lnTo>
                  <a:pt x="9531" y="7296"/>
                </a:lnTo>
                <a:lnTo>
                  <a:pt x="9531" y="6342"/>
                </a:lnTo>
                <a:moveTo>
                  <a:pt x="9531" y="7364"/>
                </a:moveTo>
                <a:lnTo>
                  <a:pt x="10430" y="7364"/>
                </a:lnTo>
                <a:lnTo>
                  <a:pt x="10430" y="8369"/>
                </a:lnTo>
                <a:lnTo>
                  <a:pt x="9531" y="8369"/>
                </a:lnTo>
                <a:lnTo>
                  <a:pt x="9531" y="7364"/>
                </a:lnTo>
                <a:moveTo>
                  <a:pt x="9531" y="8438"/>
                </a:moveTo>
                <a:lnTo>
                  <a:pt x="10430" y="8438"/>
                </a:lnTo>
                <a:lnTo>
                  <a:pt x="10430" y="9391"/>
                </a:lnTo>
                <a:lnTo>
                  <a:pt x="9531" y="9391"/>
                </a:lnTo>
                <a:lnTo>
                  <a:pt x="9531" y="8438"/>
                </a:lnTo>
                <a:moveTo>
                  <a:pt x="9531" y="9459"/>
                </a:moveTo>
                <a:lnTo>
                  <a:pt x="10430" y="9459"/>
                </a:lnTo>
                <a:lnTo>
                  <a:pt x="10430" y="10465"/>
                </a:lnTo>
                <a:lnTo>
                  <a:pt x="9531" y="10465"/>
                </a:lnTo>
                <a:lnTo>
                  <a:pt x="9531" y="9459"/>
                </a:lnTo>
                <a:moveTo>
                  <a:pt x="9531" y="10533"/>
                </a:moveTo>
                <a:lnTo>
                  <a:pt x="10430" y="10533"/>
                </a:lnTo>
                <a:lnTo>
                  <a:pt x="10430" y="11487"/>
                </a:lnTo>
                <a:lnTo>
                  <a:pt x="9531" y="11487"/>
                </a:lnTo>
                <a:lnTo>
                  <a:pt x="9531" y="10533"/>
                </a:lnTo>
                <a:moveTo>
                  <a:pt x="9531" y="11556"/>
                </a:moveTo>
                <a:lnTo>
                  <a:pt x="10430" y="11556"/>
                </a:lnTo>
                <a:lnTo>
                  <a:pt x="10430" y="12561"/>
                </a:lnTo>
                <a:lnTo>
                  <a:pt x="9531" y="12561"/>
                </a:lnTo>
                <a:lnTo>
                  <a:pt x="9531" y="11556"/>
                </a:lnTo>
                <a:moveTo>
                  <a:pt x="9531" y="12630"/>
                </a:moveTo>
                <a:lnTo>
                  <a:pt x="10430" y="12630"/>
                </a:lnTo>
                <a:lnTo>
                  <a:pt x="10430" y="13583"/>
                </a:lnTo>
                <a:lnTo>
                  <a:pt x="9531" y="13583"/>
                </a:lnTo>
                <a:lnTo>
                  <a:pt x="9531" y="12630"/>
                </a:lnTo>
                <a:moveTo>
                  <a:pt x="9531" y="13651"/>
                </a:moveTo>
                <a:lnTo>
                  <a:pt x="10430" y="13651"/>
                </a:lnTo>
                <a:lnTo>
                  <a:pt x="10430" y="14657"/>
                </a:lnTo>
                <a:lnTo>
                  <a:pt x="9531" y="14657"/>
                </a:lnTo>
                <a:lnTo>
                  <a:pt x="9531" y="13651"/>
                </a:lnTo>
                <a:moveTo>
                  <a:pt x="9531" y="14726"/>
                </a:moveTo>
                <a:lnTo>
                  <a:pt x="10430" y="14726"/>
                </a:lnTo>
                <a:lnTo>
                  <a:pt x="10430" y="15680"/>
                </a:lnTo>
                <a:lnTo>
                  <a:pt x="9531" y="15680"/>
                </a:lnTo>
                <a:lnTo>
                  <a:pt x="9531" y="14726"/>
                </a:lnTo>
                <a:moveTo>
                  <a:pt x="8403" y="55"/>
                </a:moveTo>
                <a:lnTo>
                  <a:pt x="9463" y="55"/>
                </a:lnTo>
                <a:lnTo>
                  <a:pt x="9463" y="1007"/>
                </a:lnTo>
                <a:lnTo>
                  <a:pt x="8403" y="1007"/>
                </a:lnTo>
                <a:lnTo>
                  <a:pt x="8403" y="55"/>
                </a:lnTo>
                <a:moveTo>
                  <a:pt x="8403" y="1076"/>
                </a:moveTo>
                <a:lnTo>
                  <a:pt x="9463" y="1076"/>
                </a:lnTo>
                <a:lnTo>
                  <a:pt x="9463" y="2082"/>
                </a:lnTo>
                <a:lnTo>
                  <a:pt x="8403" y="2082"/>
                </a:lnTo>
                <a:lnTo>
                  <a:pt x="8403" y="1076"/>
                </a:lnTo>
                <a:moveTo>
                  <a:pt x="8403" y="2150"/>
                </a:moveTo>
                <a:lnTo>
                  <a:pt x="9463" y="2150"/>
                </a:lnTo>
                <a:lnTo>
                  <a:pt x="9463" y="3104"/>
                </a:lnTo>
                <a:lnTo>
                  <a:pt x="8403" y="3104"/>
                </a:lnTo>
                <a:lnTo>
                  <a:pt x="8403" y="2150"/>
                </a:lnTo>
                <a:moveTo>
                  <a:pt x="8403" y="3172"/>
                </a:moveTo>
                <a:lnTo>
                  <a:pt x="9463" y="3172"/>
                </a:lnTo>
                <a:lnTo>
                  <a:pt x="9463" y="4178"/>
                </a:lnTo>
                <a:lnTo>
                  <a:pt x="8403" y="4178"/>
                </a:lnTo>
                <a:lnTo>
                  <a:pt x="8403" y="3172"/>
                </a:lnTo>
                <a:moveTo>
                  <a:pt x="8403" y="4247"/>
                </a:moveTo>
                <a:lnTo>
                  <a:pt x="9463" y="4247"/>
                </a:lnTo>
                <a:lnTo>
                  <a:pt x="9463" y="5200"/>
                </a:lnTo>
                <a:lnTo>
                  <a:pt x="8403" y="5200"/>
                </a:lnTo>
                <a:lnTo>
                  <a:pt x="8403" y="4247"/>
                </a:lnTo>
                <a:moveTo>
                  <a:pt x="8403" y="5268"/>
                </a:moveTo>
                <a:lnTo>
                  <a:pt x="9463" y="5268"/>
                </a:lnTo>
                <a:lnTo>
                  <a:pt x="9463" y="6274"/>
                </a:lnTo>
                <a:lnTo>
                  <a:pt x="8403" y="6274"/>
                </a:lnTo>
                <a:lnTo>
                  <a:pt x="8403" y="5268"/>
                </a:lnTo>
                <a:moveTo>
                  <a:pt x="8403" y="6342"/>
                </a:moveTo>
                <a:lnTo>
                  <a:pt x="9463" y="6342"/>
                </a:lnTo>
                <a:lnTo>
                  <a:pt x="9463" y="7296"/>
                </a:lnTo>
                <a:lnTo>
                  <a:pt x="8403" y="7296"/>
                </a:lnTo>
                <a:lnTo>
                  <a:pt x="8403" y="6342"/>
                </a:lnTo>
                <a:moveTo>
                  <a:pt x="8403" y="7364"/>
                </a:moveTo>
                <a:lnTo>
                  <a:pt x="9463" y="7364"/>
                </a:lnTo>
                <a:lnTo>
                  <a:pt x="9463" y="8369"/>
                </a:lnTo>
                <a:lnTo>
                  <a:pt x="8403" y="8369"/>
                </a:lnTo>
                <a:lnTo>
                  <a:pt x="8403" y="7364"/>
                </a:lnTo>
                <a:moveTo>
                  <a:pt x="8403" y="8438"/>
                </a:moveTo>
                <a:lnTo>
                  <a:pt x="9463" y="8438"/>
                </a:lnTo>
                <a:lnTo>
                  <a:pt x="9463" y="9391"/>
                </a:lnTo>
                <a:lnTo>
                  <a:pt x="8403" y="9391"/>
                </a:lnTo>
                <a:lnTo>
                  <a:pt x="8403" y="8438"/>
                </a:lnTo>
                <a:moveTo>
                  <a:pt x="8403" y="9459"/>
                </a:moveTo>
                <a:lnTo>
                  <a:pt x="9463" y="9459"/>
                </a:lnTo>
                <a:lnTo>
                  <a:pt x="9463" y="10465"/>
                </a:lnTo>
                <a:lnTo>
                  <a:pt x="8403" y="10465"/>
                </a:lnTo>
                <a:lnTo>
                  <a:pt x="8403" y="9459"/>
                </a:lnTo>
                <a:moveTo>
                  <a:pt x="8403" y="10533"/>
                </a:moveTo>
                <a:lnTo>
                  <a:pt x="9463" y="10533"/>
                </a:lnTo>
                <a:lnTo>
                  <a:pt x="9463" y="11487"/>
                </a:lnTo>
                <a:lnTo>
                  <a:pt x="8403" y="11487"/>
                </a:lnTo>
                <a:lnTo>
                  <a:pt x="8403" y="10533"/>
                </a:lnTo>
                <a:moveTo>
                  <a:pt x="8403" y="11556"/>
                </a:moveTo>
                <a:lnTo>
                  <a:pt x="9463" y="11556"/>
                </a:lnTo>
                <a:lnTo>
                  <a:pt x="9463" y="12561"/>
                </a:lnTo>
                <a:lnTo>
                  <a:pt x="8403" y="12561"/>
                </a:lnTo>
                <a:lnTo>
                  <a:pt x="8403" y="11556"/>
                </a:lnTo>
                <a:moveTo>
                  <a:pt x="8403" y="12630"/>
                </a:moveTo>
                <a:lnTo>
                  <a:pt x="9463" y="12630"/>
                </a:lnTo>
                <a:lnTo>
                  <a:pt x="9463" y="13583"/>
                </a:lnTo>
                <a:lnTo>
                  <a:pt x="8403" y="13583"/>
                </a:lnTo>
                <a:lnTo>
                  <a:pt x="8403" y="12630"/>
                </a:lnTo>
                <a:moveTo>
                  <a:pt x="8403" y="13651"/>
                </a:moveTo>
                <a:lnTo>
                  <a:pt x="9463" y="13651"/>
                </a:lnTo>
                <a:lnTo>
                  <a:pt x="9463" y="14657"/>
                </a:lnTo>
                <a:lnTo>
                  <a:pt x="8403" y="14657"/>
                </a:lnTo>
                <a:lnTo>
                  <a:pt x="8403" y="13651"/>
                </a:lnTo>
                <a:moveTo>
                  <a:pt x="8403" y="14726"/>
                </a:moveTo>
                <a:lnTo>
                  <a:pt x="9463" y="14726"/>
                </a:lnTo>
                <a:lnTo>
                  <a:pt x="9463" y="15680"/>
                </a:lnTo>
                <a:lnTo>
                  <a:pt x="8403" y="15680"/>
                </a:lnTo>
                <a:lnTo>
                  <a:pt x="8403" y="14726"/>
                </a:lnTo>
                <a:moveTo>
                  <a:pt x="7436" y="55"/>
                </a:moveTo>
                <a:lnTo>
                  <a:pt x="8335" y="55"/>
                </a:lnTo>
                <a:lnTo>
                  <a:pt x="8335" y="1007"/>
                </a:lnTo>
                <a:lnTo>
                  <a:pt x="7436" y="1007"/>
                </a:lnTo>
                <a:lnTo>
                  <a:pt x="7436" y="55"/>
                </a:lnTo>
                <a:moveTo>
                  <a:pt x="7436" y="1076"/>
                </a:moveTo>
                <a:lnTo>
                  <a:pt x="8335" y="1076"/>
                </a:lnTo>
                <a:lnTo>
                  <a:pt x="8335" y="2082"/>
                </a:lnTo>
                <a:lnTo>
                  <a:pt x="7436" y="2082"/>
                </a:lnTo>
                <a:lnTo>
                  <a:pt x="7436" y="1076"/>
                </a:lnTo>
                <a:moveTo>
                  <a:pt x="7436" y="2150"/>
                </a:moveTo>
                <a:lnTo>
                  <a:pt x="8335" y="2150"/>
                </a:lnTo>
                <a:lnTo>
                  <a:pt x="8335" y="3104"/>
                </a:lnTo>
                <a:lnTo>
                  <a:pt x="7436" y="3104"/>
                </a:lnTo>
                <a:lnTo>
                  <a:pt x="7436" y="2150"/>
                </a:lnTo>
                <a:moveTo>
                  <a:pt x="7436" y="3172"/>
                </a:moveTo>
                <a:lnTo>
                  <a:pt x="8335" y="3172"/>
                </a:lnTo>
                <a:lnTo>
                  <a:pt x="8335" y="4178"/>
                </a:lnTo>
                <a:lnTo>
                  <a:pt x="7436" y="4178"/>
                </a:lnTo>
                <a:lnTo>
                  <a:pt x="7436" y="3172"/>
                </a:lnTo>
                <a:moveTo>
                  <a:pt x="7436" y="4247"/>
                </a:moveTo>
                <a:lnTo>
                  <a:pt x="8335" y="4247"/>
                </a:lnTo>
                <a:lnTo>
                  <a:pt x="8335" y="5200"/>
                </a:lnTo>
                <a:lnTo>
                  <a:pt x="7436" y="5200"/>
                </a:lnTo>
                <a:lnTo>
                  <a:pt x="7436" y="4247"/>
                </a:lnTo>
                <a:moveTo>
                  <a:pt x="7436" y="5268"/>
                </a:moveTo>
                <a:lnTo>
                  <a:pt x="8335" y="5268"/>
                </a:lnTo>
                <a:lnTo>
                  <a:pt x="8335" y="6274"/>
                </a:lnTo>
                <a:lnTo>
                  <a:pt x="7436" y="6274"/>
                </a:lnTo>
                <a:lnTo>
                  <a:pt x="7436" y="5268"/>
                </a:lnTo>
                <a:moveTo>
                  <a:pt x="7436" y="6342"/>
                </a:moveTo>
                <a:lnTo>
                  <a:pt x="8335" y="6342"/>
                </a:lnTo>
                <a:lnTo>
                  <a:pt x="8335" y="7296"/>
                </a:lnTo>
                <a:lnTo>
                  <a:pt x="7436" y="7296"/>
                </a:lnTo>
                <a:lnTo>
                  <a:pt x="7436" y="6342"/>
                </a:lnTo>
                <a:moveTo>
                  <a:pt x="7436" y="7364"/>
                </a:moveTo>
                <a:lnTo>
                  <a:pt x="8335" y="7364"/>
                </a:lnTo>
                <a:lnTo>
                  <a:pt x="8335" y="8369"/>
                </a:lnTo>
                <a:lnTo>
                  <a:pt x="7436" y="8369"/>
                </a:lnTo>
                <a:lnTo>
                  <a:pt x="7436" y="7364"/>
                </a:lnTo>
                <a:moveTo>
                  <a:pt x="7436" y="8438"/>
                </a:moveTo>
                <a:lnTo>
                  <a:pt x="8335" y="8438"/>
                </a:lnTo>
                <a:lnTo>
                  <a:pt x="8335" y="9391"/>
                </a:lnTo>
                <a:lnTo>
                  <a:pt x="7436" y="9391"/>
                </a:lnTo>
                <a:lnTo>
                  <a:pt x="7436" y="8438"/>
                </a:lnTo>
                <a:moveTo>
                  <a:pt x="7436" y="9459"/>
                </a:moveTo>
                <a:lnTo>
                  <a:pt x="8335" y="9459"/>
                </a:lnTo>
                <a:lnTo>
                  <a:pt x="8335" y="10465"/>
                </a:lnTo>
                <a:lnTo>
                  <a:pt x="7436" y="10465"/>
                </a:lnTo>
                <a:lnTo>
                  <a:pt x="7436" y="9459"/>
                </a:lnTo>
                <a:moveTo>
                  <a:pt x="7436" y="10533"/>
                </a:moveTo>
                <a:lnTo>
                  <a:pt x="8335" y="10533"/>
                </a:lnTo>
                <a:lnTo>
                  <a:pt x="8335" y="11487"/>
                </a:lnTo>
                <a:lnTo>
                  <a:pt x="7436" y="11487"/>
                </a:lnTo>
                <a:lnTo>
                  <a:pt x="7436" y="10533"/>
                </a:lnTo>
                <a:moveTo>
                  <a:pt x="7436" y="11556"/>
                </a:moveTo>
                <a:lnTo>
                  <a:pt x="8335" y="11556"/>
                </a:lnTo>
                <a:lnTo>
                  <a:pt x="8335" y="12561"/>
                </a:lnTo>
                <a:lnTo>
                  <a:pt x="7436" y="12561"/>
                </a:lnTo>
                <a:lnTo>
                  <a:pt x="7436" y="11556"/>
                </a:lnTo>
                <a:moveTo>
                  <a:pt x="7436" y="12630"/>
                </a:moveTo>
                <a:lnTo>
                  <a:pt x="8335" y="12630"/>
                </a:lnTo>
                <a:lnTo>
                  <a:pt x="8335" y="13583"/>
                </a:lnTo>
                <a:lnTo>
                  <a:pt x="7436" y="13583"/>
                </a:lnTo>
                <a:lnTo>
                  <a:pt x="7436" y="12630"/>
                </a:lnTo>
                <a:moveTo>
                  <a:pt x="7436" y="13651"/>
                </a:moveTo>
                <a:lnTo>
                  <a:pt x="8335" y="13651"/>
                </a:lnTo>
                <a:lnTo>
                  <a:pt x="8335" y="14657"/>
                </a:lnTo>
                <a:lnTo>
                  <a:pt x="7436" y="14657"/>
                </a:lnTo>
                <a:lnTo>
                  <a:pt x="7436" y="13651"/>
                </a:lnTo>
                <a:moveTo>
                  <a:pt x="7436" y="14726"/>
                </a:moveTo>
                <a:lnTo>
                  <a:pt x="8335" y="14726"/>
                </a:lnTo>
                <a:lnTo>
                  <a:pt x="8335" y="15680"/>
                </a:lnTo>
                <a:lnTo>
                  <a:pt x="7436" y="15680"/>
                </a:lnTo>
                <a:lnTo>
                  <a:pt x="7436" y="14726"/>
                </a:lnTo>
                <a:moveTo>
                  <a:pt x="6308" y="55"/>
                </a:moveTo>
                <a:lnTo>
                  <a:pt x="7366" y="55"/>
                </a:lnTo>
                <a:lnTo>
                  <a:pt x="7366" y="1007"/>
                </a:lnTo>
                <a:lnTo>
                  <a:pt x="6308" y="1007"/>
                </a:lnTo>
                <a:lnTo>
                  <a:pt x="6308" y="55"/>
                </a:lnTo>
                <a:moveTo>
                  <a:pt x="6308" y="1076"/>
                </a:moveTo>
                <a:lnTo>
                  <a:pt x="7366" y="1076"/>
                </a:lnTo>
                <a:lnTo>
                  <a:pt x="7366" y="2082"/>
                </a:lnTo>
                <a:lnTo>
                  <a:pt x="6308" y="2082"/>
                </a:lnTo>
                <a:lnTo>
                  <a:pt x="6308" y="1076"/>
                </a:lnTo>
                <a:moveTo>
                  <a:pt x="6308" y="2150"/>
                </a:moveTo>
                <a:lnTo>
                  <a:pt x="7366" y="2150"/>
                </a:lnTo>
                <a:lnTo>
                  <a:pt x="7366" y="3104"/>
                </a:lnTo>
                <a:lnTo>
                  <a:pt x="6308" y="3104"/>
                </a:lnTo>
                <a:lnTo>
                  <a:pt x="6308" y="2150"/>
                </a:lnTo>
                <a:moveTo>
                  <a:pt x="6308" y="3172"/>
                </a:moveTo>
                <a:lnTo>
                  <a:pt x="7366" y="3172"/>
                </a:lnTo>
                <a:lnTo>
                  <a:pt x="7366" y="4178"/>
                </a:lnTo>
                <a:lnTo>
                  <a:pt x="6308" y="4178"/>
                </a:lnTo>
                <a:lnTo>
                  <a:pt x="6308" y="3172"/>
                </a:lnTo>
                <a:moveTo>
                  <a:pt x="6308" y="4247"/>
                </a:moveTo>
                <a:lnTo>
                  <a:pt x="7366" y="4247"/>
                </a:lnTo>
                <a:lnTo>
                  <a:pt x="7366" y="5200"/>
                </a:lnTo>
                <a:lnTo>
                  <a:pt x="6308" y="5200"/>
                </a:lnTo>
                <a:lnTo>
                  <a:pt x="6308" y="4247"/>
                </a:lnTo>
                <a:moveTo>
                  <a:pt x="6308" y="5268"/>
                </a:moveTo>
                <a:lnTo>
                  <a:pt x="7366" y="5268"/>
                </a:lnTo>
                <a:lnTo>
                  <a:pt x="7366" y="6274"/>
                </a:lnTo>
                <a:lnTo>
                  <a:pt x="6308" y="6274"/>
                </a:lnTo>
                <a:lnTo>
                  <a:pt x="6308" y="5268"/>
                </a:lnTo>
                <a:moveTo>
                  <a:pt x="6308" y="6342"/>
                </a:moveTo>
                <a:lnTo>
                  <a:pt x="7366" y="6342"/>
                </a:lnTo>
                <a:lnTo>
                  <a:pt x="7366" y="7296"/>
                </a:lnTo>
                <a:lnTo>
                  <a:pt x="6308" y="7296"/>
                </a:lnTo>
                <a:lnTo>
                  <a:pt x="6308" y="6342"/>
                </a:lnTo>
                <a:moveTo>
                  <a:pt x="6308" y="7364"/>
                </a:moveTo>
                <a:lnTo>
                  <a:pt x="7366" y="7364"/>
                </a:lnTo>
                <a:lnTo>
                  <a:pt x="7366" y="8369"/>
                </a:lnTo>
                <a:lnTo>
                  <a:pt x="6308" y="8369"/>
                </a:lnTo>
                <a:lnTo>
                  <a:pt x="6308" y="7364"/>
                </a:lnTo>
                <a:moveTo>
                  <a:pt x="6308" y="8438"/>
                </a:moveTo>
                <a:lnTo>
                  <a:pt x="7366" y="8438"/>
                </a:lnTo>
                <a:lnTo>
                  <a:pt x="7366" y="9391"/>
                </a:lnTo>
                <a:lnTo>
                  <a:pt x="6308" y="9391"/>
                </a:lnTo>
                <a:lnTo>
                  <a:pt x="6308" y="8438"/>
                </a:lnTo>
                <a:moveTo>
                  <a:pt x="6308" y="9459"/>
                </a:moveTo>
                <a:lnTo>
                  <a:pt x="7366" y="9459"/>
                </a:lnTo>
                <a:lnTo>
                  <a:pt x="7366" y="10465"/>
                </a:lnTo>
                <a:lnTo>
                  <a:pt x="6308" y="10465"/>
                </a:lnTo>
                <a:lnTo>
                  <a:pt x="6308" y="9459"/>
                </a:lnTo>
                <a:moveTo>
                  <a:pt x="6308" y="10533"/>
                </a:moveTo>
                <a:lnTo>
                  <a:pt x="7366" y="10533"/>
                </a:lnTo>
                <a:lnTo>
                  <a:pt x="7366" y="11487"/>
                </a:lnTo>
                <a:lnTo>
                  <a:pt x="6308" y="11487"/>
                </a:lnTo>
                <a:lnTo>
                  <a:pt x="6308" y="10533"/>
                </a:lnTo>
                <a:moveTo>
                  <a:pt x="6308" y="11556"/>
                </a:moveTo>
                <a:lnTo>
                  <a:pt x="7366" y="11556"/>
                </a:lnTo>
                <a:lnTo>
                  <a:pt x="7366" y="12561"/>
                </a:lnTo>
                <a:lnTo>
                  <a:pt x="6308" y="12561"/>
                </a:lnTo>
                <a:lnTo>
                  <a:pt x="6308" y="11556"/>
                </a:lnTo>
                <a:moveTo>
                  <a:pt x="6308" y="12630"/>
                </a:moveTo>
                <a:lnTo>
                  <a:pt x="7366" y="12630"/>
                </a:lnTo>
                <a:lnTo>
                  <a:pt x="7366" y="13583"/>
                </a:lnTo>
                <a:lnTo>
                  <a:pt x="6308" y="13583"/>
                </a:lnTo>
                <a:lnTo>
                  <a:pt x="6308" y="12630"/>
                </a:lnTo>
                <a:moveTo>
                  <a:pt x="6308" y="13651"/>
                </a:moveTo>
                <a:lnTo>
                  <a:pt x="7366" y="13651"/>
                </a:lnTo>
                <a:lnTo>
                  <a:pt x="7366" y="14657"/>
                </a:lnTo>
                <a:lnTo>
                  <a:pt x="6308" y="14657"/>
                </a:lnTo>
                <a:lnTo>
                  <a:pt x="6308" y="13651"/>
                </a:lnTo>
                <a:moveTo>
                  <a:pt x="6308" y="14726"/>
                </a:moveTo>
                <a:lnTo>
                  <a:pt x="7366" y="14726"/>
                </a:lnTo>
                <a:lnTo>
                  <a:pt x="7366" y="15680"/>
                </a:lnTo>
                <a:lnTo>
                  <a:pt x="6308" y="15680"/>
                </a:lnTo>
                <a:lnTo>
                  <a:pt x="6308" y="14726"/>
                </a:lnTo>
                <a:moveTo>
                  <a:pt x="5339" y="55"/>
                </a:moveTo>
                <a:lnTo>
                  <a:pt x="6238" y="55"/>
                </a:lnTo>
                <a:lnTo>
                  <a:pt x="6238" y="1007"/>
                </a:lnTo>
                <a:lnTo>
                  <a:pt x="5339" y="1007"/>
                </a:lnTo>
                <a:lnTo>
                  <a:pt x="5339" y="55"/>
                </a:lnTo>
                <a:moveTo>
                  <a:pt x="5339" y="1076"/>
                </a:moveTo>
                <a:lnTo>
                  <a:pt x="6238" y="1076"/>
                </a:lnTo>
                <a:lnTo>
                  <a:pt x="6238" y="2082"/>
                </a:lnTo>
                <a:lnTo>
                  <a:pt x="5339" y="2082"/>
                </a:lnTo>
                <a:lnTo>
                  <a:pt x="5339" y="1076"/>
                </a:lnTo>
                <a:moveTo>
                  <a:pt x="5339" y="2150"/>
                </a:moveTo>
                <a:lnTo>
                  <a:pt x="6238" y="2150"/>
                </a:lnTo>
                <a:lnTo>
                  <a:pt x="6238" y="3104"/>
                </a:lnTo>
                <a:lnTo>
                  <a:pt x="5339" y="3104"/>
                </a:lnTo>
                <a:lnTo>
                  <a:pt x="5339" y="2150"/>
                </a:lnTo>
                <a:moveTo>
                  <a:pt x="5339" y="3172"/>
                </a:moveTo>
                <a:lnTo>
                  <a:pt x="6238" y="3172"/>
                </a:lnTo>
                <a:lnTo>
                  <a:pt x="6238" y="4178"/>
                </a:lnTo>
                <a:lnTo>
                  <a:pt x="5339" y="4178"/>
                </a:lnTo>
                <a:lnTo>
                  <a:pt x="5339" y="3172"/>
                </a:lnTo>
                <a:moveTo>
                  <a:pt x="5339" y="4247"/>
                </a:moveTo>
                <a:lnTo>
                  <a:pt x="6238" y="4247"/>
                </a:lnTo>
                <a:lnTo>
                  <a:pt x="6238" y="5200"/>
                </a:lnTo>
                <a:lnTo>
                  <a:pt x="5339" y="5200"/>
                </a:lnTo>
                <a:lnTo>
                  <a:pt x="5339" y="4247"/>
                </a:lnTo>
                <a:moveTo>
                  <a:pt x="5339" y="5268"/>
                </a:moveTo>
                <a:lnTo>
                  <a:pt x="6238" y="5268"/>
                </a:lnTo>
                <a:lnTo>
                  <a:pt x="6238" y="6274"/>
                </a:lnTo>
                <a:lnTo>
                  <a:pt x="5339" y="6274"/>
                </a:lnTo>
                <a:lnTo>
                  <a:pt x="5339" y="5268"/>
                </a:lnTo>
                <a:moveTo>
                  <a:pt x="5339" y="6342"/>
                </a:moveTo>
                <a:lnTo>
                  <a:pt x="6238" y="6342"/>
                </a:lnTo>
                <a:lnTo>
                  <a:pt x="6238" y="7296"/>
                </a:lnTo>
                <a:lnTo>
                  <a:pt x="5339" y="7296"/>
                </a:lnTo>
                <a:lnTo>
                  <a:pt x="5339" y="6342"/>
                </a:lnTo>
                <a:moveTo>
                  <a:pt x="5339" y="7364"/>
                </a:moveTo>
                <a:lnTo>
                  <a:pt x="6238" y="7364"/>
                </a:lnTo>
                <a:lnTo>
                  <a:pt x="6238" y="8369"/>
                </a:lnTo>
                <a:lnTo>
                  <a:pt x="5339" y="8369"/>
                </a:lnTo>
                <a:lnTo>
                  <a:pt x="5339" y="7364"/>
                </a:lnTo>
                <a:moveTo>
                  <a:pt x="5339" y="8438"/>
                </a:moveTo>
                <a:lnTo>
                  <a:pt x="6238" y="8438"/>
                </a:lnTo>
                <a:lnTo>
                  <a:pt x="6238" y="9391"/>
                </a:lnTo>
                <a:lnTo>
                  <a:pt x="5339" y="9391"/>
                </a:lnTo>
                <a:lnTo>
                  <a:pt x="5339" y="8438"/>
                </a:lnTo>
                <a:moveTo>
                  <a:pt x="5339" y="9459"/>
                </a:moveTo>
                <a:lnTo>
                  <a:pt x="6238" y="9459"/>
                </a:lnTo>
                <a:lnTo>
                  <a:pt x="6238" y="10465"/>
                </a:lnTo>
                <a:lnTo>
                  <a:pt x="5339" y="10465"/>
                </a:lnTo>
                <a:lnTo>
                  <a:pt x="5339" y="9459"/>
                </a:lnTo>
                <a:moveTo>
                  <a:pt x="5339" y="10533"/>
                </a:moveTo>
                <a:lnTo>
                  <a:pt x="6238" y="10533"/>
                </a:lnTo>
                <a:lnTo>
                  <a:pt x="6238" y="11487"/>
                </a:lnTo>
                <a:lnTo>
                  <a:pt x="5339" y="11487"/>
                </a:lnTo>
                <a:lnTo>
                  <a:pt x="5339" y="10533"/>
                </a:lnTo>
                <a:moveTo>
                  <a:pt x="5339" y="11556"/>
                </a:moveTo>
                <a:lnTo>
                  <a:pt x="6238" y="11556"/>
                </a:lnTo>
                <a:lnTo>
                  <a:pt x="6238" y="12561"/>
                </a:lnTo>
                <a:lnTo>
                  <a:pt x="5339" y="12561"/>
                </a:lnTo>
                <a:lnTo>
                  <a:pt x="5339" y="11556"/>
                </a:lnTo>
                <a:moveTo>
                  <a:pt x="5339" y="12630"/>
                </a:moveTo>
                <a:lnTo>
                  <a:pt x="6238" y="12630"/>
                </a:lnTo>
                <a:lnTo>
                  <a:pt x="6238" y="13583"/>
                </a:lnTo>
                <a:lnTo>
                  <a:pt x="5339" y="13583"/>
                </a:lnTo>
                <a:lnTo>
                  <a:pt x="5339" y="12630"/>
                </a:lnTo>
                <a:moveTo>
                  <a:pt x="5339" y="13651"/>
                </a:moveTo>
                <a:lnTo>
                  <a:pt x="6238" y="13651"/>
                </a:lnTo>
                <a:lnTo>
                  <a:pt x="6238" y="14657"/>
                </a:lnTo>
                <a:lnTo>
                  <a:pt x="5339" y="14657"/>
                </a:lnTo>
                <a:lnTo>
                  <a:pt x="5339" y="13651"/>
                </a:lnTo>
                <a:moveTo>
                  <a:pt x="5339" y="14726"/>
                </a:moveTo>
                <a:lnTo>
                  <a:pt x="6238" y="14726"/>
                </a:lnTo>
                <a:lnTo>
                  <a:pt x="6238" y="15680"/>
                </a:lnTo>
                <a:lnTo>
                  <a:pt x="5339" y="15680"/>
                </a:lnTo>
                <a:lnTo>
                  <a:pt x="5339" y="14726"/>
                </a:lnTo>
                <a:moveTo>
                  <a:pt x="4211" y="55"/>
                </a:moveTo>
                <a:lnTo>
                  <a:pt x="5271" y="55"/>
                </a:lnTo>
                <a:lnTo>
                  <a:pt x="5271" y="1007"/>
                </a:lnTo>
                <a:lnTo>
                  <a:pt x="4211" y="1007"/>
                </a:lnTo>
                <a:lnTo>
                  <a:pt x="4211" y="55"/>
                </a:lnTo>
                <a:moveTo>
                  <a:pt x="4211" y="1076"/>
                </a:moveTo>
                <a:lnTo>
                  <a:pt x="5271" y="1076"/>
                </a:lnTo>
                <a:lnTo>
                  <a:pt x="5271" y="2082"/>
                </a:lnTo>
                <a:lnTo>
                  <a:pt x="4211" y="2082"/>
                </a:lnTo>
                <a:lnTo>
                  <a:pt x="4211" y="1076"/>
                </a:lnTo>
                <a:moveTo>
                  <a:pt x="4211" y="2150"/>
                </a:moveTo>
                <a:lnTo>
                  <a:pt x="5271" y="2150"/>
                </a:lnTo>
                <a:lnTo>
                  <a:pt x="5271" y="3104"/>
                </a:lnTo>
                <a:lnTo>
                  <a:pt x="4211" y="3104"/>
                </a:lnTo>
                <a:lnTo>
                  <a:pt x="4211" y="2150"/>
                </a:lnTo>
                <a:moveTo>
                  <a:pt x="4211" y="3172"/>
                </a:moveTo>
                <a:lnTo>
                  <a:pt x="5271" y="3172"/>
                </a:lnTo>
                <a:lnTo>
                  <a:pt x="5271" y="4178"/>
                </a:lnTo>
                <a:lnTo>
                  <a:pt x="4211" y="4178"/>
                </a:lnTo>
                <a:lnTo>
                  <a:pt x="4211" y="3172"/>
                </a:lnTo>
                <a:moveTo>
                  <a:pt x="4211" y="4247"/>
                </a:moveTo>
                <a:lnTo>
                  <a:pt x="5271" y="4247"/>
                </a:lnTo>
                <a:lnTo>
                  <a:pt x="5271" y="5200"/>
                </a:lnTo>
                <a:lnTo>
                  <a:pt x="4211" y="5200"/>
                </a:lnTo>
                <a:lnTo>
                  <a:pt x="4211" y="4247"/>
                </a:lnTo>
                <a:moveTo>
                  <a:pt x="4211" y="5268"/>
                </a:moveTo>
                <a:lnTo>
                  <a:pt x="5271" y="5268"/>
                </a:lnTo>
                <a:lnTo>
                  <a:pt x="5271" y="6274"/>
                </a:lnTo>
                <a:lnTo>
                  <a:pt x="4211" y="6274"/>
                </a:lnTo>
                <a:lnTo>
                  <a:pt x="4211" y="5268"/>
                </a:lnTo>
                <a:moveTo>
                  <a:pt x="4211" y="6342"/>
                </a:moveTo>
                <a:lnTo>
                  <a:pt x="5271" y="6342"/>
                </a:lnTo>
                <a:lnTo>
                  <a:pt x="5271" y="7296"/>
                </a:lnTo>
                <a:lnTo>
                  <a:pt x="4211" y="7296"/>
                </a:lnTo>
                <a:lnTo>
                  <a:pt x="4211" y="6342"/>
                </a:lnTo>
                <a:moveTo>
                  <a:pt x="4211" y="7364"/>
                </a:moveTo>
                <a:lnTo>
                  <a:pt x="5271" y="7364"/>
                </a:lnTo>
                <a:lnTo>
                  <a:pt x="5271" y="8369"/>
                </a:lnTo>
                <a:lnTo>
                  <a:pt x="4211" y="8369"/>
                </a:lnTo>
                <a:lnTo>
                  <a:pt x="4211" y="7364"/>
                </a:lnTo>
                <a:moveTo>
                  <a:pt x="4211" y="8438"/>
                </a:moveTo>
                <a:lnTo>
                  <a:pt x="5271" y="8438"/>
                </a:lnTo>
                <a:lnTo>
                  <a:pt x="5271" y="9391"/>
                </a:lnTo>
                <a:lnTo>
                  <a:pt x="4211" y="9391"/>
                </a:lnTo>
                <a:lnTo>
                  <a:pt x="4211" y="8438"/>
                </a:lnTo>
                <a:moveTo>
                  <a:pt x="4211" y="9459"/>
                </a:moveTo>
                <a:lnTo>
                  <a:pt x="5271" y="9459"/>
                </a:lnTo>
                <a:lnTo>
                  <a:pt x="5271" y="10465"/>
                </a:lnTo>
                <a:lnTo>
                  <a:pt x="4211" y="10465"/>
                </a:lnTo>
                <a:lnTo>
                  <a:pt x="4211" y="9459"/>
                </a:lnTo>
                <a:moveTo>
                  <a:pt x="4211" y="10533"/>
                </a:moveTo>
                <a:lnTo>
                  <a:pt x="5271" y="10533"/>
                </a:lnTo>
                <a:lnTo>
                  <a:pt x="5271" y="11487"/>
                </a:lnTo>
                <a:lnTo>
                  <a:pt x="4211" y="11487"/>
                </a:lnTo>
                <a:lnTo>
                  <a:pt x="4211" y="10533"/>
                </a:lnTo>
                <a:moveTo>
                  <a:pt x="4211" y="11556"/>
                </a:moveTo>
                <a:lnTo>
                  <a:pt x="5271" y="11556"/>
                </a:lnTo>
                <a:lnTo>
                  <a:pt x="5271" y="12561"/>
                </a:lnTo>
                <a:lnTo>
                  <a:pt x="4211" y="12561"/>
                </a:lnTo>
                <a:lnTo>
                  <a:pt x="4211" y="11556"/>
                </a:lnTo>
                <a:moveTo>
                  <a:pt x="4211" y="12630"/>
                </a:moveTo>
                <a:lnTo>
                  <a:pt x="5271" y="12630"/>
                </a:lnTo>
                <a:lnTo>
                  <a:pt x="5271" y="13583"/>
                </a:lnTo>
                <a:lnTo>
                  <a:pt x="4211" y="13583"/>
                </a:lnTo>
                <a:lnTo>
                  <a:pt x="4211" y="12630"/>
                </a:lnTo>
                <a:moveTo>
                  <a:pt x="4211" y="13651"/>
                </a:moveTo>
                <a:lnTo>
                  <a:pt x="5271" y="13651"/>
                </a:lnTo>
                <a:lnTo>
                  <a:pt x="5271" y="14657"/>
                </a:lnTo>
                <a:lnTo>
                  <a:pt x="4211" y="14657"/>
                </a:lnTo>
                <a:lnTo>
                  <a:pt x="4211" y="13651"/>
                </a:lnTo>
                <a:moveTo>
                  <a:pt x="4211" y="14726"/>
                </a:moveTo>
                <a:lnTo>
                  <a:pt x="5271" y="14726"/>
                </a:lnTo>
                <a:lnTo>
                  <a:pt x="5271" y="15680"/>
                </a:lnTo>
                <a:lnTo>
                  <a:pt x="4211" y="15680"/>
                </a:lnTo>
                <a:lnTo>
                  <a:pt x="4211" y="14726"/>
                </a:lnTo>
                <a:moveTo>
                  <a:pt x="3244" y="55"/>
                </a:moveTo>
                <a:lnTo>
                  <a:pt x="4143" y="55"/>
                </a:lnTo>
                <a:lnTo>
                  <a:pt x="4143" y="1007"/>
                </a:lnTo>
                <a:lnTo>
                  <a:pt x="3244" y="1007"/>
                </a:lnTo>
                <a:lnTo>
                  <a:pt x="3244" y="55"/>
                </a:lnTo>
                <a:moveTo>
                  <a:pt x="3244" y="1076"/>
                </a:moveTo>
                <a:lnTo>
                  <a:pt x="4143" y="1076"/>
                </a:lnTo>
                <a:lnTo>
                  <a:pt x="4143" y="2082"/>
                </a:lnTo>
                <a:lnTo>
                  <a:pt x="3244" y="2082"/>
                </a:lnTo>
                <a:lnTo>
                  <a:pt x="3244" y="1076"/>
                </a:lnTo>
                <a:moveTo>
                  <a:pt x="3244" y="2150"/>
                </a:moveTo>
                <a:lnTo>
                  <a:pt x="4143" y="2150"/>
                </a:lnTo>
                <a:lnTo>
                  <a:pt x="4143" y="3104"/>
                </a:lnTo>
                <a:lnTo>
                  <a:pt x="3244" y="3104"/>
                </a:lnTo>
                <a:lnTo>
                  <a:pt x="3244" y="2150"/>
                </a:lnTo>
                <a:moveTo>
                  <a:pt x="3244" y="3172"/>
                </a:moveTo>
                <a:lnTo>
                  <a:pt x="4143" y="3172"/>
                </a:lnTo>
                <a:lnTo>
                  <a:pt x="4143" y="4178"/>
                </a:lnTo>
                <a:lnTo>
                  <a:pt x="3244" y="4178"/>
                </a:lnTo>
                <a:lnTo>
                  <a:pt x="3244" y="3172"/>
                </a:lnTo>
                <a:moveTo>
                  <a:pt x="3244" y="4247"/>
                </a:moveTo>
                <a:lnTo>
                  <a:pt x="4143" y="4247"/>
                </a:lnTo>
                <a:lnTo>
                  <a:pt x="4143" y="5200"/>
                </a:lnTo>
                <a:lnTo>
                  <a:pt x="3244" y="5200"/>
                </a:lnTo>
                <a:lnTo>
                  <a:pt x="3244" y="4247"/>
                </a:lnTo>
                <a:moveTo>
                  <a:pt x="3244" y="5268"/>
                </a:moveTo>
                <a:lnTo>
                  <a:pt x="4143" y="5268"/>
                </a:lnTo>
                <a:lnTo>
                  <a:pt x="4143" y="6274"/>
                </a:lnTo>
                <a:lnTo>
                  <a:pt x="3244" y="6274"/>
                </a:lnTo>
                <a:lnTo>
                  <a:pt x="3244" y="5268"/>
                </a:lnTo>
                <a:moveTo>
                  <a:pt x="3244" y="6342"/>
                </a:moveTo>
                <a:lnTo>
                  <a:pt x="4143" y="6342"/>
                </a:lnTo>
                <a:lnTo>
                  <a:pt x="4143" y="7296"/>
                </a:lnTo>
                <a:lnTo>
                  <a:pt x="3244" y="7296"/>
                </a:lnTo>
                <a:lnTo>
                  <a:pt x="3244" y="6342"/>
                </a:lnTo>
                <a:moveTo>
                  <a:pt x="3244" y="7364"/>
                </a:moveTo>
                <a:lnTo>
                  <a:pt x="4143" y="7364"/>
                </a:lnTo>
                <a:lnTo>
                  <a:pt x="4143" y="8369"/>
                </a:lnTo>
                <a:lnTo>
                  <a:pt x="3244" y="8369"/>
                </a:lnTo>
                <a:lnTo>
                  <a:pt x="3244" y="7364"/>
                </a:lnTo>
                <a:moveTo>
                  <a:pt x="3244" y="8438"/>
                </a:moveTo>
                <a:lnTo>
                  <a:pt x="4143" y="8438"/>
                </a:lnTo>
                <a:lnTo>
                  <a:pt x="4143" y="9391"/>
                </a:lnTo>
                <a:lnTo>
                  <a:pt x="3244" y="9391"/>
                </a:lnTo>
                <a:lnTo>
                  <a:pt x="3244" y="8438"/>
                </a:lnTo>
                <a:moveTo>
                  <a:pt x="3244" y="9459"/>
                </a:moveTo>
                <a:lnTo>
                  <a:pt x="4143" y="9459"/>
                </a:lnTo>
                <a:lnTo>
                  <a:pt x="4143" y="10465"/>
                </a:lnTo>
                <a:lnTo>
                  <a:pt x="3244" y="10465"/>
                </a:lnTo>
                <a:lnTo>
                  <a:pt x="3244" y="9459"/>
                </a:lnTo>
                <a:moveTo>
                  <a:pt x="3244" y="10533"/>
                </a:moveTo>
                <a:lnTo>
                  <a:pt x="4143" y="10533"/>
                </a:lnTo>
                <a:lnTo>
                  <a:pt x="4143" y="11487"/>
                </a:lnTo>
                <a:lnTo>
                  <a:pt x="3244" y="11487"/>
                </a:lnTo>
                <a:lnTo>
                  <a:pt x="3244" y="10533"/>
                </a:lnTo>
                <a:moveTo>
                  <a:pt x="3244" y="11556"/>
                </a:moveTo>
                <a:lnTo>
                  <a:pt x="4143" y="11556"/>
                </a:lnTo>
                <a:lnTo>
                  <a:pt x="4143" y="12561"/>
                </a:lnTo>
                <a:lnTo>
                  <a:pt x="3244" y="12561"/>
                </a:lnTo>
                <a:lnTo>
                  <a:pt x="3244" y="11556"/>
                </a:lnTo>
                <a:moveTo>
                  <a:pt x="3244" y="12630"/>
                </a:moveTo>
                <a:lnTo>
                  <a:pt x="4143" y="12630"/>
                </a:lnTo>
                <a:lnTo>
                  <a:pt x="4143" y="13583"/>
                </a:lnTo>
                <a:lnTo>
                  <a:pt x="3244" y="13583"/>
                </a:lnTo>
                <a:lnTo>
                  <a:pt x="3244" y="12630"/>
                </a:lnTo>
                <a:moveTo>
                  <a:pt x="3244" y="13651"/>
                </a:moveTo>
                <a:lnTo>
                  <a:pt x="4143" y="13651"/>
                </a:lnTo>
                <a:lnTo>
                  <a:pt x="4143" y="14657"/>
                </a:lnTo>
                <a:lnTo>
                  <a:pt x="3244" y="14657"/>
                </a:lnTo>
                <a:lnTo>
                  <a:pt x="3244" y="13651"/>
                </a:lnTo>
                <a:moveTo>
                  <a:pt x="3244" y="14726"/>
                </a:moveTo>
                <a:lnTo>
                  <a:pt x="4143" y="14726"/>
                </a:lnTo>
                <a:lnTo>
                  <a:pt x="4143" y="15680"/>
                </a:lnTo>
                <a:lnTo>
                  <a:pt x="3244" y="15680"/>
                </a:lnTo>
                <a:lnTo>
                  <a:pt x="3244" y="14726"/>
                </a:lnTo>
                <a:moveTo>
                  <a:pt x="2115" y="55"/>
                </a:moveTo>
                <a:lnTo>
                  <a:pt x="3174" y="55"/>
                </a:lnTo>
                <a:lnTo>
                  <a:pt x="3174" y="1007"/>
                </a:lnTo>
                <a:lnTo>
                  <a:pt x="2115" y="1007"/>
                </a:lnTo>
                <a:lnTo>
                  <a:pt x="2115" y="55"/>
                </a:lnTo>
                <a:moveTo>
                  <a:pt x="2115" y="1076"/>
                </a:moveTo>
                <a:lnTo>
                  <a:pt x="3174" y="1076"/>
                </a:lnTo>
                <a:lnTo>
                  <a:pt x="3174" y="2082"/>
                </a:lnTo>
                <a:lnTo>
                  <a:pt x="2115" y="2082"/>
                </a:lnTo>
                <a:lnTo>
                  <a:pt x="2115" y="1076"/>
                </a:lnTo>
                <a:moveTo>
                  <a:pt x="2115" y="2150"/>
                </a:moveTo>
                <a:lnTo>
                  <a:pt x="3174" y="2150"/>
                </a:lnTo>
                <a:lnTo>
                  <a:pt x="3174" y="3104"/>
                </a:lnTo>
                <a:lnTo>
                  <a:pt x="2115" y="3104"/>
                </a:lnTo>
                <a:lnTo>
                  <a:pt x="2115" y="2150"/>
                </a:lnTo>
                <a:moveTo>
                  <a:pt x="2115" y="3172"/>
                </a:moveTo>
                <a:lnTo>
                  <a:pt x="3174" y="3172"/>
                </a:lnTo>
                <a:lnTo>
                  <a:pt x="3174" y="4178"/>
                </a:lnTo>
                <a:lnTo>
                  <a:pt x="2115" y="4178"/>
                </a:lnTo>
                <a:lnTo>
                  <a:pt x="2115" y="3172"/>
                </a:lnTo>
                <a:moveTo>
                  <a:pt x="2115" y="4247"/>
                </a:moveTo>
                <a:lnTo>
                  <a:pt x="3174" y="4247"/>
                </a:lnTo>
                <a:lnTo>
                  <a:pt x="3174" y="5200"/>
                </a:lnTo>
                <a:lnTo>
                  <a:pt x="2115" y="5200"/>
                </a:lnTo>
                <a:lnTo>
                  <a:pt x="2115" y="4247"/>
                </a:lnTo>
                <a:moveTo>
                  <a:pt x="2115" y="5268"/>
                </a:moveTo>
                <a:lnTo>
                  <a:pt x="3174" y="5268"/>
                </a:lnTo>
                <a:lnTo>
                  <a:pt x="3174" y="6274"/>
                </a:lnTo>
                <a:lnTo>
                  <a:pt x="2115" y="6274"/>
                </a:lnTo>
                <a:lnTo>
                  <a:pt x="2115" y="5268"/>
                </a:lnTo>
                <a:moveTo>
                  <a:pt x="2115" y="6342"/>
                </a:moveTo>
                <a:lnTo>
                  <a:pt x="3174" y="6342"/>
                </a:lnTo>
                <a:lnTo>
                  <a:pt x="3174" y="7296"/>
                </a:lnTo>
                <a:lnTo>
                  <a:pt x="2115" y="7296"/>
                </a:lnTo>
                <a:lnTo>
                  <a:pt x="2115" y="6342"/>
                </a:lnTo>
                <a:moveTo>
                  <a:pt x="2115" y="7364"/>
                </a:moveTo>
                <a:lnTo>
                  <a:pt x="3174" y="7364"/>
                </a:lnTo>
                <a:lnTo>
                  <a:pt x="3174" y="8369"/>
                </a:lnTo>
                <a:lnTo>
                  <a:pt x="2115" y="8369"/>
                </a:lnTo>
                <a:lnTo>
                  <a:pt x="2115" y="7364"/>
                </a:lnTo>
                <a:moveTo>
                  <a:pt x="2115" y="8438"/>
                </a:moveTo>
                <a:lnTo>
                  <a:pt x="3174" y="8438"/>
                </a:lnTo>
                <a:lnTo>
                  <a:pt x="3174" y="9391"/>
                </a:lnTo>
                <a:lnTo>
                  <a:pt x="2115" y="9391"/>
                </a:lnTo>
                <a:lnTo>
                  <a:pt x="2115" y="8438"/>
                </a:lnTo>
                <a:moveTo>
                  <a:pt x="2115" y="9459"/>
                </a:moveTo>
                <a:lnTo>
                  <a:pt x="3174" y="9459"/>
                </a:lnTo>
                <a:lnTo>
                  <a:pt x="3174" y="10465"/>
                </a:lnTo>
                <a:lnTo>
                  <a:pt x="2115" y="10465"/>
                </a:lnTo>
                <a:lnTo>
                  <a:pt x="2115" y="9459"/>
                </a:lnTo>
                <a:moveTo>
                  <a:pt x="2115" y="10533"/>
                </a:moveTo>
                <a:lnTo>
                  <a:pt x="3174" y="10533"/>
                </a:lnTo>
                <a:lnTo>
                  <a:pt x="3174" y="11487"/>
                </a:lnTo>
                <a:lnTo>
                  <a:pt x="2115" y="11487"/>
                </a:lnTo>
                <a:lnTo>
                  <a:pt x="2115" y="10533"/>
                </a:lnTo>
                <a:moveTo>
                  <a:pt x="2115" y="11556"/>
                </a:moveTo>
                <a:lnTo>
                  <a:pt x="3174" y="11556"/>
                </a:lnTo>
                <a:lnTo>
                  <a:pt x="3174" y="12561"/>
                </a:lnTo>
                <a:lnTo>
                  <a:pt x="2115" y="12561"/>
                </a:lnTo>
                <a:lnTo>
                  <a:pt x="2115" y="11556"/>
                </a:lnTo>
                <a:moveTo>
                  <a:pt x="2115" y="12630"/>
                </a:moveTo>
                <a:lnTo>
                  <a:pt x="3174" y="12630"/>
                </a:lnTo>
                <a:lnTo>
                  <a:pt x="3174" y="13583"/>
                </a:lnTo>
                <a:lnTo>
                  <a:pt x="2115" y="13583"/>
                </a:lnTo>
                <a:lnTo>
                  <a:pt x="2115" y="12630"/>
                </a:lnTo>
                <a:moveTo>
                  <a:pt x="2115" y="13651"/>
                </a:moveTo>
                <a:lnTo>
                  <a:pt x="3174" y="13651"/>
                </a:lnTo>
                <a:lnTo>
                  <a:pt x="3174" y="14657"/>
                </a:lnTo>
                <a:lnTo>
                  <a:pt x="2115" y="14657"/>
                </a:lnTo>
                <a:lnTo>
                  <a:pt x="2115" y="13651"/>
                </a:lnTo>
                <a:moveTo>
                  <a:pt x="2115" y="14726"/>
                </a:moveTo>
                <a:lnTo>
                  <a:pt x="3174" y="14726"/>
                </a:lnTo>
                <a:lnTo>
                  <a:pt x="3174" y="15680"/>
                </a:lnTo>
                <a:lnTo>
                  <a:pt x="2115" y="15680"/>
                </a:lnTo>
                <a:lnTo>
                  <a:pt x="2115" y="14726"/>
                </a:lnTo>
                <a:moveTo>
                  <a:pt x="1147" y="55"/>
                </a:moveTo>
                <a:lnTo>
                  <a:pt x="2046" y="55"/>
                </a:lnTo>
                <a:lnTo>
                  <a:pt x="2046" y="1007"/>
                </a:lnTo>
                <a:lnTo>
                  <a:pt x="1147" y="1007"/>
                </a:lnTo>
                <a:lnTo>
                  <a:pt x="1147" y="55"/>
                </a:lnTo>
                <a:moveTo>
                  <a:pt x="1147" y="1076"/>
                </a:moveTo>
                <a:lnTo>
                  <a:pt x="2046" y="1076"/>
                </a:lnTo>
                <a:lnTo>
                  <a:pt x="2046" y="2082"/>
                </a:lnTo>
                <a:lnTo>
                  <a:pt x="1147" y="2082"/>
                </a:lnTo>
                <a:lnTo>
                  <a:pt x="1147" y="1076"/>
                </a:lnTo>
                <a:moveTo>
                  <a:pt x="1147" y="2150"/>
                </a:moveTo>
                <a:lnTo>
                  <a:pt x="2046" y="2150"/>
                </a:lnTo>
                <a:lnTo>
                  <a:pt x="2046" y="3104"/>
                </a:lnTo>
                <a:lnTo>
                  <a:pt x="1147" y="3104"/>
                </a:lnTo>
                <a:lnTo>
                  <a:pt x="1147" y="2150"/>
                </a:lnTo>
                <a:moveTo>
                  <a:pt x="1147" y="3172"/>
                </a:moveTo>
                <a:lnTo>
                  <a:pt x="2046" y="3172"/>
                </a:lnTo>
                <a:lnTo>
                  <a:pt x="2046" y="4178"/>
                </a:lnTo>
                <a:lnTo>
                  <a:pt x="1147" y="4178"/>
                </a:lnTo>
                <a:lnTo>
                  <a:pt x="1147" y="3172"/>
                </a:lnTo>
                <a:moveTo>
                  <a:pt x="1147" y="4247"/>
                </a:moveTo>
                <a:lnTo>
                  <a:pt x="2046" y="4247"/>
                </a:lnTo>
                <a:lnTo>
                  <a:pt x="2046" y="5200"/>
                </a:lnTo>
                <a:lnTo>
                  <a:pt x="1147" y="5200"/>
                </a:lnTo>
                <a:lnTo>
                  <a:pt x="1147" y="4247"/>
                </a:lnTo>
                <a:moveTo>
                  <a:pt x="1147" y="5268"/>
                </a:moveTo>
                <a:lnTo>
                  <a:pt x="2046" y="5268"/>
                </a:lnTo>
                <a:lnTo>
                  <a:pt x="2046" y="6274"/>
                </a:lnTo>
                <a:lnTo>
                  <a:pt x="1147" y="6274"/>
                </a:lnTo>
                <a:lnTo>
                  <a:pt x="1147" y="5268"/>
                </a:lnTo>
                <a:moveTo>
                  <a:pt x="1147" y="6342"/>
                </a:moveTo>
                <a:lnTo>
                  <a:pt x="2046" y="6342"/>
                </a:lnTo>
                <a:lnTo>
                  <a:pt x="2046" y="7296"/>
                </a:lnTo>
                <a:lnTo>
                  <a:pt x="1147" y="7296"/>
                </a:lnTo>
                <a:lnTo>
                  <a:pt x="1147" y="6342"/>
                </a:lnTo>
                <a:moveTo>
                  <a:pt x="1147" y="7364"/>
                </a:moveTo>
                <a:lnTo>
                  <a:pt x="2046" y="7364"/>
                </a:lnTo>
                <a:lnTo>
                  <a:pt x="2046" y="8369"/>
                </a:lnTo>
                <a:lnTo>
                  <a:pt x="1147" y="8369"/>
                </a:lnTo>
                <a:lnTo>
                  <a:pt x="1147" y="7364"/>
                </a:lnTo>
                <a:moveTo>
                  <a:pt x="1147" y="8438"/>
                </a:moveTo>
                <a:lnTo>
                  <a:pt x="2046" y="8438"/>
                </a:lnTo>
                <a:lnTo>
                  <a:pt x="2046" y="9391"/>
                </a:lnTo>
                <a:lnTo>
                  <a:pt x="1147" y="9391"/>
                </a:lnTo>
                <a:lnTo>
                  <a:pt x="1147" y="8438"/>
                </a:lnTo>
                <a:moveTo>
                  <a:pt x="1147" y="9459"/>
                </a:moveTo>
                <a:lnTo>
                  <a:pt x="2046" y="9459"/>
                </a:lnTo>
                <a:lnTo>
                  <a:pt x="2046" y="10465"/>
                </a:lnTo>
                <a:lnTo>
                  <a:pt x="1147" y="10465"/>
                </a:lnTo>
                <a:lnTo>
                  <a:pt x="1147" y="9459"/>
                </a:lnTo>
                <a:moveTo>
                  <a:pt x="1147" y="10533"/>
                </a:moveTo>
                <a:lnTo>
                  <a:pt x="2046" y="10533"/>
                </a:lnTo>
                <a:lnTo>
                  <a:pt x="2046" y="11487"/>
                </a:lnTo>
                <a:lnTo>
                  <a:pt x="1147" y="11487"/>
                </a:lnTo>
                <a:lnTo>
                  <a:pt x="1147" y="10533"/>
                </a:lnTo>
                <a:moveTo>
                  <a:pt x="1147" y="11556"/>
                </a:moveTo>
                <a:lnTo>
                  <a:pt x="2046" y="11556"/>
                </a:lnTo>
                <a:lnTo>
                  <a:pt x="2046" y="12561"/>
                </a:lnTo>
                <a:lnTo>
                  <a:pt x="1147" y="12561"/>
                </a:lnTo>
                <a:lnTo>
                  <a:pt x="1147" y="11556"/>
                </a:lnTo>
                <a:moveTo>
                  <a:pt x="1147" y="12630"/>
                </a:moveTo>
                <a:lnTo>
                  <a:pt x="2046" y="12630"/>
                </a:lnTo>
                <a:lnTo>
                  <a:pt x="2046" y="13583"/>
                </a:lnTo>
                <a:lnTo>
                  <a:pt x="1147" y="13583"/>
                </a:lnTo>
                <a:lnTo>
                  <a:pt x="1147" y="12630"/>
                </a:lnTo>
                <a:moveTo>
                  <a:pt x="1147" y="13651"/>
                </a:moveTo>
                <a:lnTo>
                  <a:pt x="2046" y="13651"/>
                </a:lnTo>
                <a:lnTo>
                  <a:pt x="2046" y="14657"/>
                </a:lnTo>
                <a:lnTo>
                  <a:pt x="1147" y="14657"/>
                </a:lnTo>
                <a:lnTo>
                  <a:pt x="1147" y="13651"/>
                </a:lnTo>
                <a:moveTo>
                  <a:pt x="1147" y="14726"/>
                </a:moveTo>
                <a:lnTo>
                  <a:pt x="2046" y="14726"/>
                </a:lnTo>
                <a:lnTo>
                  <a:pt x="2046" y="15680"/>
                </a:lnTo>
                <a:lnTo>
                  <a:pt x="1147" y="15680"/>
                </a:lnTo>
                <a:lnTo>
                  <a:pt x="1147" y="14726"/>
                </a:lnTo>
                <a:moveTo>
                  <a:pt x="19" y="55"/>
                </a:moveTo>
                <a:lnTo>
                  <a:pt x="1079" y="55"/>
                </a:lnTo>
                <a:lnTo>
                  <a:pt x="1079" y="1007"/>
                </a:lnTo>
                <a:lnTo>
                  <a:pt x="19" y="1007"/>
                </a:lnTo>
                <a:lnTo>
                  <a:pt x="19" y="55"/>
                </a:lnTo>
                <a:moveTo>
                  <a:pt x="19" y="1076"/>
                </a:moveTo>
                <a:lnTo>
                  <a:pt x="1079" y="1076"/>
                </a:lnTo>
                <a:lnTo>
                  <a:pt x="1079" y="2082"/>
                </a:lnTo>
                <a:lnTo>
                  <a:pt x="19" y="2082"/>
                </a:lnTo>
                <a:lnTo>
                  <a:pt x="19" y="1076"/>
                </a:lnTo>
                <a:moveTo>
                  <a:pt x="19" y="2150"/>
                </a:moveTo>
                <a:lnTo>
                  <a:pt x="1079" y="2150"/>
                </a:lnTo>
                <a:lnTo>
                  <a:pt x="1079" y="3104"/>
                </a:lnTo>
                <a:lnTo>
                  <a:pt x="19" y="3104"/>
                </a:lnTo>
                <a:lnTo>
                  <a:pt x="19" y="2150"/>
                </a:lnTo>
                <a:moveTo>
                  <a:pt x="19" y="3172"/>
                </a:moveTo>
                <a:lnTo>
                  <a:pt x="1079" y="3172"/>
                </a:lnTo>
                <a:lnTo>
                  <a:pt x="1079" y="4178"/>
                </a:lnTo>
                <a:lnTo>
                  <a:pt x="19" y="4178"/>
                </a:lnTo>
                <a:lnTo>
                  <a:pt x="19" y="3172"/>
                </a:lnTo>
                <a:moveTo>
                  <a:pt x="19" y="4247"/>
                </a:moveTo>
                <a:lnTo>
                  <a:pt x="1079" y="4247"/>
                </a:lnTo>
                <a:lnTo>
                  <a:pt x="1079" y="5200"/>
                </a:lnTo>
                <a:lnTo>
                  <a:pt x="19" y="5200"/>
                </a:lnTo>
                <a:lnTo>
                  <a:pt x="19" y="4247"/>
                </a:lnTo>
                <a:moveTo>
                  <a:pt x="19" y="5268"/>
                </a:moveTo>
                <a:lnTo>
                  <a:pt x="1079" y="5268"/>
                </a:lnTo>
                <a:lnTo>
                  <a:pt x="1079" y="6274"/>
                </a:lnTo>
                <a:lnTo>
                  <a:pt x="19" y="6274"/>
                </a:lnTo>
                <a:lnTo>
                  <a:pt x="19" y="5268"/>
                </a:lnTo>
                <a:moveTo>
                  <a:pt x="19" y="6342"/>
                </a:moveTo>
                <a:lnTo>
                  <a:pt x="1079" y="6342"/>
                </a:lnTo>
                <a:lnTo>
                  <a:pt x="1079" y="7296"/>
                </a:lnTo>
                <a:lnTo>
                  <a:pt x="19" y="7296"/>
                </a:lnTo>
                <a:lnTo>
                  <a:pt x="19" y="6342"/>
                </a:lnTo>
                <a:moveTo>
                  <a:pt x="19" y="7364"/>
                </a:moveTo>
                <a:lnTo>
                  <a:pt x="1079" y="7364"/>
                </a:lnTo>
                <a:lnTo>
                  <a:pt x="1079" y="8369"/>
                </a:lnTo>
                <a:lnTo>
                  <a:pt x="19" y="8369"/>
                </a:lnTo>
                <a:lnTo>
                  <a:pt x="19" y="7364"/>
                </a:lnTo>
                <a:moveTo>
                  <a:pt x="19" y="8438"/>
                </a:moveTo>
                <a:lnTo>
                  <a:pt x="1079" y="8438"/>
                </a:lnTo>
                <a:lnTo>
                  <a:pt x="1079" y="9391"/>
                </a:lnTo>
                <a:lnTo>
                  <a:pt x="19" y="9391"/>
                </a:lnTo>
                <a:lnTo>
                  <a:pt x="19" y="8438"/>
                </a:lnTo>
                <a:moveTo>
                  <a:pt x="19" y="9459"/>
                </a:moveTo>
                <a:lnTo>
                  <a:pt x="1079" y="9459"/>
                </a:lnTo>
                <a:lnTo>
                  <a:pt x="1079" y="10465"/>
                </a:lnTo>
                <a:lnTo>
                  <a:pt x="19" y="10465"/>
                </a:lnTo>
                <a:lnTo>
                  <a:pt x="19" y="9459"/>
                </a:lnTo>
                <a:moveTo>
                  <a:pt x="19" y="10533"/>
                </a:moveTo>
                <a:lnTo>
                  <a:pt x="1079" y="10533"/>
                </a:lnTo>
                <a:lnTo>
                  <a:pt x="1079" y="11487"/>
                </a:lnTo>
                <a:lnTo>
                  <a:pt x="19" y="11487"/>
                </a:lnTo>
                <a:lnTo>
                  <a:pt x="19" y="10533"/>
                </a:lnTo>
                <a:moveTo>
                  <a:pt x="19" y="11556"/>
                </a:moveTo>
                <a:lnTo>
                  <a:pt x="1079" y="11556"/>
                </a:lnTo>
                <a:lnTo>
                  <a:pt x="1079" y="12561"/>
                </a:lnTo>
                <a:lnTo>
                  <a:pt x="19" y="12561"/>
                </a:lnTo>
                <a:lnTo>
                  <a:pt x="19" y="11556"/>
                </a:lnTo>
                <a:moveTo>
                  <a:pt x="19" y="12630"/>
                </a:moveTo>
                <a:lnTo>
                  <a:pt x="1079" y="12630"/>
                </a:lnTo>
                <a:lnTo>
                  <a:pt x="1079" y="13583"/>
                </a:lnTo>
                <a:lnTo>
                  <a:pt x="19" y="13583"/>
                </a:lnTo>
                <a:lnTo>
                  <a:pt x="19" y="12630"/>
                </a:lnTo>
                <a:moveTo>
                  <a:pt x="19" y="13651"/>
                </a:moveTo>
                <a:lnTo>
                  <a:pt x="1079" y="13651"/>
                </a:lnTo>
                <a:lnTo>
                  <a:pt x="1079" y="14657"/>
                </a:lnTo>
                <a:lnTo>
                  <a:pt x="19" y="14657"/>
                </a:lnTo>
                <a:lnTo>
                  <a:pt x="19" y="13651"/>
                </a:lnTo>
                <a:moveTo>
                  <a:pt x="19" y="14726"/>
                </a:moveTo>
                <a:lnTo>
                  <a:pt x="1079" y="14726"/>
                </a:lnTo>
                <a:lnTo>
                  <a:pt x="1079" y="15680"/>
                </a:lnTo>
                <a:lnTo>
                  <a:pt x="19" y="15680"/>
                </a:lnTo>
                <a:lnTo>
                  <a:pt x="19" y="14726"/>
                </a:lnTo>
              </a:path>
            </a:pathLst>
          </a:custGeom>
          <a:solidFill>
            <a:schemeClr val="dk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2436" name="Google Shape;2436;p27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9pPr>
          </a:lstStyle>
          <a:p>
            <a:endParaRPr/>
          </a:p>
        </p:txBody>
      </p:sp>
      <p:sp>
        <p:nvSpPr>
          <p:cNvPr id="2437" name="Google Shape;2437;p27"/>
          <p:cNvSpPr txBox="1">
            <a:spLocks noGrp="1"/>
          </p:cNvSpPr>
          <p:nvPr>
            <p:ph type="subTitle" idx="1"/>
          </p:nvPr>
        </p:nvSpPr>
        <p:spPr>
          <a:xfrm>
            <a:off x="1214700" y="1940938"/>
            <a:ext cx="1984200" cy="814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38" name="Google Shape;2438;p27"/>
          <p:cNvSpPr txBox="1">
            <a:spLocks noGrp="1"/>
          </p:cNvSpPr>
          <p:nvPr>
            <p:ph type="subTitle" idx="2"/>
          </p:nvPr>
        </p:nvSpPr>
        <p:spPr>
          <a:xfrm>
            <a:off x="3579900" y="1940938"/>
            <a:ext cx="1984200" cy="814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39" name="Google Shape;2439;p27"/>
          <p:cNvSpPr txBox="1">
            <a:spLocks noGrp="1"/>
          </p:cNvSpPr>
          <p:nvPr>
            <p:ph type="subTitle" idx="3"/>
          </p:nvPr>
        </p:nvSpPr>
        <p:spPr>
          <a:xfrm>
            <a:off x="1214700" y="3577266"/>
            <a:ext cx="1984200" cy="814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40" name="Google Shape;2440;p27"/>
          <p:cNvSpPr txBox="1">
            <a:spLocks noGrp="1"/>
          </p:cNvSpPr>
          <p:nvPr>
            <p:ph type="subTitle" idx="4"/>
          </p:nvPr>
        </p:nvSpPr>
        <p:spPr>
          <a:xfrm>
            <a:off x="3579900" y="3577263"/>
            <a:ext cx="1984200" cy="814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41" name="Google Shape;2441;p27"/>
          <p:cNvSpPr txBox="1">
            <a:spLocks noGrp="1"/>
          </p:cNvSpPr>
          <p:nvPr>
            <p:ph type="subTitle" idx="5"/>
          </p:nvPr>
        </p:nvSpPr>
        <p:spPr>
          <a:xfrm>
            <a:off x="5945100" y="1940938"/>
            <a:ext cx="1984200" cy="814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42" name="Google Shape;2442;p27"/>
          <p:cNvSpPr txBox="1">
            <a:spLocks noGrp="1"/>
          </p:cNvSpPr>
          <p:nvPr>
            <p:ph type="subTitle" idx="6"/>
          </p:nvPr>
        </p:nvSpPr>
        <p:spPr>
          <a:xfrm>
            <a:off x="5945100" y="3577263"/>
            <a:ext cx="1984200" cy="814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43" name="Google Shape;2443;p27"/>
          <p:cNvSpPr txBox="1">
            <a:spLocks noGrp="1"/>
          </p:cNvSpPr>
          <p:nvPr>
            <p:ph type="subTitle" idx="7"/>
          </p:nvPr>
        </p:nvSpPr>
        <p:spPr>
          <a:xfrm>
            <a:off x="1214702" y="1666139"/>
            <a:ext cx="1984200" cy="427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000">
                <a:solidFill>
                  <a:schemeClr val="lt2"/>
                </a:solidFill>
                <a:latin typeface="Asap SemiBold"/>
                <a:ea typeface="Asap SemiBold"/>
                <a:cs typeface="Asap SemiBold"/>
                <a:sym typeface="Asap SemiBold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400" b="1">
                <a:latin typeface="Asap"/>
                <a:ea typeface="Asap"/>
                <a:cs typeface="Asap"/>
                <a:sym typeface="Asap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400" b="1">
                <a:latin typeface="Asap"/>
                <a:ea typeface="Asap"/>
                <a:cs typeface="Asap"/>
                <a:sym typeface="Asap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400" b="1">
                <a:latin typeface="Asap"/>
                <a:ea typeface="Asap"/>
                <a:cs typeface="Asap"/>
                <a:sym typeface="Asap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400" b="1">
                <a:latin typeface="Asap"/>
                <a:ea typeface="Asap"/>
                <a:cs typeface="Asap"/>
                <a:sym typeface="Asap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400" b="1">
                <a:latin typeface="Asap"/>
                <a:ea typeface="Asap"/>
                <a:cs typeface="Asap"/>
                <a:sym typeface="Asap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400" b="1">
                <a:latin typeface="Asap"/>
                <a:ea typeface="Asap"/>
                <a:cs typeface="Asap"/>
                <a:sym typeface="Asap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400" b="1">
                <a:latin typeface="Asap"/>
                <a:ea typeface="Asap"/>
                <a:cs typeface="Asap"/>
                <a:sym typeface="Asap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400" b="1">
                <a:latin typeface="Asap"/>
                <a:ea typeface="Asap"/>
                <a:cs typeface="Asap"/>
                <a:sym typeface="Asap"/>
              </a:defRPr>
            </a:lvl9pPr>
          </a:lstStyle>
          <a:p>
            <a:endParaRPr/>
          </a:p>
        </p:txBody>
      </p:sp>
      <p:sp>
        <p:nvSpPr>
          <p:cNvPr id="2444" name="Google Shape;2444;p27"/>
          <p:cNvSpPr txBox="1">
            <a:spLocks noGrp="1"/>
          </p:cNvSpPr>
          <p:nvPr>
            <p:ph type="subTitle" idx="8"/>
          </p:nvPr>
        </p:nvSpPr>
        <p:spPr>
          <a:xfrm>
            <a:off x="3579900" y="1666139"/>
            <a:ext cx="1984200" cy="427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000">
                <a:solidFill>
                  <a:schemeClr val="lt2"/>
                </a:solidFill>
                <a:latin typeface="Asap SemiBold"/>
                <a:ea typeface="Asap SemiBold"/>
                <a:cs typeface="Asap SemiBold"/>
                <a:sym typeface="Asap SemiBold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400" b="1">
                <a:latin typeface="Asap"/>
                <a:ea typeface="Asap"/>
                <a:cs typeface="Asap"/>
                <a:sym typeface="Asap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400" b="1">
                <a:latin typeface="Asap"/>
                <a:ea typeface="Asap"/>
                <a:cs typeface="Asap"/>
                <a:sym typeface="Asap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400" b="1">
                <a:latin typeface="Asap"/>
                <a:ea typeface="Asap"/>
                <a:cs typeface="Asap"/>
                <a:sym typeface="Asap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400" b="1">
                <a:latin typeface="Asap"/>
                <a:ea typeface="Asap"/>
                <a:cs typeface="Asap"/>
                <a:sym typeface="Asap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400" b="1">
                <a:latin typeface="Asap"/>
                <a:ea typeface="Asap"/>
                <a:cs typeface="Asap"/>
                <a:sym typeface="Asap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400" b="1">
                <a:latin typeface="Asap"/>
                <a:ea typeface="Asap"/>
                <a:cs typeface="Asap"/>
                <a:sym typeface="Asap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400" b="1">
                <a:latin typeface="Asap"/>
                <a:ea typeface="Asap"/>
                <a:cs typeface="Asap"/>
                <a:sym typeface="Asap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400" b="1">
                <a:latin typeface="Asap"/>
                <a:ea typeface="Asap"/>
                <a:cs typeface="Asap"/>
                <a:sym typeface="Asap"/>
              </a:defRPr>
            </a:lvl9pPr>
          </a:lstStyle>
          <a:p>
            <a:endParaRPr/>
          </a:p>
        </p:txBody>
      </p:sp>
      <p:sp>
        <p:nvSpPr>
          <p:cNvPr id="2445" name="Google Shape;2445;p27"/>
          <p:cNvSpPr txBox="1">
            <a:spLocks noGrp="1"/>
          </p:cNvSpPr>
          <p:nvPr>
            <p:ph type="subTitle" idx="9"/>
          </p:nvPr>
        </p:nvSpPr>
        <p:spPr>
          <a:xfrm>
            <a:off x="5945098" y="1666139"/>
            <a:ext cx="1984200" cy="427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000">
                <a:solidFill>
                  <a:schemeClr val="lt2"/>
                </a:solidFill>
                <a:latin typeface="Asap SemiBold"/>
                <a:ea typeface="Asap SemiBold"/>
                <a:cs typeface="Asap SemiBold"/>
                <a:sym typeface="Asap SemiBold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400" b="1">
                <a:latin typeface="Asap"/>
                <a:ea typeface="Asap"/>
                <a:cs typeface="Asap"/>
                <a:sym typeface="Asap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400" b="1">
                <a:latin typeface="Asap"/>
                <a:ea typeface="Asap"/>
                <a:cs typeface="Asap"/>
                <a:sym typeface="Asap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400" b="1">
                <a:latin typeface="Asap"/>
                <a:ea typeface="Asap"/>
                <a:cs typeface="Asap"/>
                <a:sym typeface="Asap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400" b="1">
                <a:latin typeface="Asap"/>
                <a:ea typeface="Asap"/>
                <a:cs typeface="Asap"/>
                <a:sym typeface="Asap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400" b="1">
                <a:latin typeface="Asap"/>
                <a:ea typeface="Asap"/>
                <a:cs typeface="Asap"/>
                <a:sym typeface="Asap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400" b="1">
                <a:latin typeface="Asap"/>
                <a:ea typeface="Asap"/>
                <a:cs typeface="Asap"/>
                <a:sym typeface="Asap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400" b="1">
                <a:latin typeface="Asap"/>
                <a:ea typeface="Asap"/>
                <a:cs typeface="Asap"/>
                <a:sym typeface="Asap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400" b="1">
                <a:latin typeface="Asap"/>
                <a:ea typeface="Asap"/>
                <a:cs typeface="Asap"/>
                <a:sym typeface="Asap"/>
              </a:defRPr>
            </a:lvl9pPr>
          </a:lstStyle>
          <a:p>
            <a:endParaRPr/>
          </a:p>
        </p:txBody>
      </p:sp>
      <p:sp>
        <p:nvSpPr>
          <p:cNvPr id="2446" name="Google Shape;2446;p27"/>
          <p:cNvSpPr txBox="1">
            <a:spLocks noGrp="1"/>
          </p:cNvSpPr>
          <p:nvPr>
            <p:ph type="subTitle" idx="13"/>
          </p:nvPr>
        </p:nvSpPr>
        <p:spPr>
          <a:xfrm>
            <a:off x="1214702" y="3302437"/>
            <a:ext cx="1984200" cy="427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000">
                <a:solidFill>
                  <a:schemeClr val="lt2"/>
                </a:solidFill>
                <a:latin typeface="Asap SemiBold"/>
                <a:ea typeface="Asap SemiBold"/>
                <a:cs typeface="Asap SemiBold"/>
                <a:sym typeface="Asap SemiBold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400" b="1">
                <a:latin typeface="Asap"/>
                <a:ea typeface="Asap"/>
                <a:cs typeface="Asap"/>
                <a:sym typeface="Asap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400" b="1">
                <a:latin typeface="Asap"/>
                <a:ea typeface="Asap"/>
                <a:cs typeface="Asap"/>
                <a:sym typeface="Asap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400" b="1">
                <a:latin typeface="Asap"/>
                <a:ea typeface="Asap"/>
                <a:cs typeface="Asap"/>
                <a:sym typeface="Asap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400" b="1">
                <a:latin typeface="Asap"/>
                <a:ea typeface="Asap"/>
                <a:cs typeface="Asap"/>
                <a:sym typeface="Asap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400" b="1">
                <a:latin typeface="Asap"/>
                <a:ea typeface="Asap"/>
                <a:cs typeface="Asap"/>
                <a:sym typeface="Asap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400" b="1">
                <a:latin typeface="Asap"/>
                <a:ea typeface="Asap"/>
                <a:cs typeface="Asap"/>
                <a:sym typeface="Asap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400" b="1">
                <a:latin typeface="Asap"/>
                <a:ea typeface="Asap"/>
                <a:cs typeface="Asap"/>
                <a:sym typeface="Asap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400" b="1">
                <a:latin typeface="Asap"/>
                <a:ea typeface="Asap"/>
                <a:cs typeface="Asap"/>
                <a:sym typeface="Asap"/>
              </a:defRPr>
            </a:lvl9pPr>
          </a:lstStyle>
          <a:p>
            <a:endParaRPr/>
          </a:p>
        </p:txBody>
      </p:sp>
      <p:sp>
        <p:nvSpPr>
          <p:cNvPr id="2447" name="Google Shape;2447;p27"/>
          <p:cNvSpPr txBox="1">
            <a:spLocks noGrp="1"/>
          </p:cNvSpPr>
          <p:nvPr>
            <p:ph type="subTitle" idx="14"/>
          </p:nvPr>
        </p:nvSpPr>
        <p:spPr>
          <a:xfrm>
            <a:off x="3579900" y="3302437"/>
            <a:ext cx="1984200" cy="427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000">
                <a:solidFill>
                  <a:schemeClr val="lt2"/>
                </a:solidFill>
                <a:latin typeface="Asap SemiBold"/>
                <a:ea typeface="Asap SemiBold"/>
                <a:cs typeface="Asap SemiBold"/>
                <a:sym typeface="Asap SemiBold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400" b="1">
                <a:latin typeface="Asap"/>
                <a:ea typeface="Asap"/>
                <a:cs typeface="Asap"/>
                <a:sym typeface="Asap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400" b="1">
                <a:latin typeface="Asap"/>
                <a:ea typeface="Asap"/>
                <a:cs typeface="Asap"/>
                <a:sym typeface="Asap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400" b="1">
                <a:latin typeface="Asap"/>
                <a:ea typeface="Asap"/>
                <a:cs typeface="Asap"/>
                <a:sym typeface="Asap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400" b="1">
                <a:latin typeface="Asap"/>
                <a:ea typeface="Asap"/>
                <a:cs typeface="Asap"/>
                <a:sym typeface="Asap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400" b="1">
                <a:latin typeface="Asap"/>
                <a:ea typeface="Asap"/>
                <a:cs typeface="Asap"/>
                <a:sym typeface="Asap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400" b="1">
                <a:latin typeface="Asap"/>
                <a:ea typeface="Asap"/>
                <a:cs typeface="Asap"/>
                <a:sym typeface="Asap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400" b="1">
                <a:latin typeface="Asap"/>
                <a:ea typeface="Asap"/>
                <a:cs typeface="Asap"/>
                <a:sym typeface="Asap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400" b="1">
                <a:latin typeface="Asap"/>
                <a:ea typeface="Asap"/>
                <a:cs typeface="Asap"/>
                <a:sym typeface="Asap"/>
              </a:defRPr>
            </a:lvl9pPr>
          </a:lstStyle>
          <a:p>
            <a:endParaRPr/>
          </a:p>
        </p:txBody>
      </p:sp>
      <p:sp>
        <p:nvSpPr>
          <p:cNvPr id="2448" name="Google Shape;2448;p27"/>
          <p:cNvSpPr txBox="1">
            <a:spLocks noGrp="1"/>
          </p:cNvSpPr>
          <p:nvPr>
            <p:ph type="subTitle" idx="15"/>
          </p:nvPr>
        </p:nvSpPr>
        <p:spPr>
          <a:xfrm>
            <a:off x="5945098" y="3302437"/>
            <a:ext cx="1984200" cy="427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000">
                <a:solidFill>
                  <a:schemeClr val="lt2"/>
                </a:solidFill>
                <a:latin typeface="Asap SemiBold"/>
                <a:ea typeface="Asap SemiBold"/>
                <a:cs typeface="Asap SemiBold"/>
                <a:sym typeface="Asap SemiBold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400" b="1">
                <a:latin typeface="Asap"/>
                <a:ea typeface="Asap"/>
                <a:cs typeface="Asap"/>
                <a:sym typeface="Asap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400" b="1">
                <a:latin typeface="Asap"/>
                <a:ea typeface="Asap"/>
                <a:cs typeface="Asap"/>
                <a:sym typeface="Asap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400" b="1">
                <a:latin typeface="Asap"/>
                <a:ea typeface="Asap"/>
                <a:cs typeface="Asap"/>
                <a:sym typeface="Asap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400" b="1">
                <a:latin typeface="Asap"/>
                <a:ea typeface="Asap"/>
                <a:cs typeface="Asap"/>
                <a:sym typeface="Asap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400" b="1">
                <a:latin typeface="Asap"/>
                <a:ea typeface="Asap"/>
                <a:cs typeface="Asap"/>
                <a:sym typeface="Asap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400" b="1">
                <a:latin typeface="Asap"/>
                <a:ea typeface="Asap"/>
                <a:cs typeface="Asap"/>
                <a:sym typeface="Asap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400" b="1">
                <a:latin typeface="Asap"/>
                <a:ea typeface="Asap"/>
                <a:cs typeface="Asap"/>
                <a:sym typeface="Asap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Asap"/>
              <a:buNone/>
              <a:defRPr sz="2400" b="1">
                <a:latin typeface="Asap"/>
                <a:ea typeface="Asap"/>
                <a:cs typeface="Asap"/>
                <a:sym typeface="Asap"/>
              </a:defRPr>
            </a:lvl9pPr>
          </a:lstStyle>
          <a:p>
            <a:endParaRPr/>
          </a:p>
        </p:txBody>
      </p:sp>
      <p:grpSp>
        <p:nvGrpSpPr>
          <p:cNvPr id="2449" name="Google Shape;2449;p27"/>
          <p:cNvGrpSpPr/>
          <p:nvPr/>
        </p:nvGrpSpPr>
        <p:grpSpPr>
          <a:xfrm>
            <a:off x="-1858863" y="-970321"/>
            <a:ext cx="11214832" cy="6519945"/>
            <a:chOff x="-1858863" y="-970321"/>
            <a:chExt cx="11214832" cy="6519945"/>
          </a:xfrm>
        </p:grpSpPr>
        <p:grpSp>
          <p:nvGrpSpPr>
            <p:cNvPr id="2450" name="Google Shape;2450;p27"/>
            <p:cNvGrpSpPr/>
            <p:nvPr/>
          </p:nvGrpSpPr>
          <p:grpSpPr>
            <a:xfrm>
              <a:off x="-1858863" y="-970321"/>
              <a:ext cx="3149761" cy="2128238"/>
              <a:chOff x="3131640" y="4042440"/>
              <a:chExt cx="1464120" cy="989280"/>
            </a:xfrm>
          </p:grpSpPr>
          <p:sp>
            <p:nvSpPr>
              <p:cNvPr id="2451" name="Google Shape;2451;p27"/>
              <p:cNvSpPr/>
              <p:nvPr/>
            </p:nvSpPr>
            <p:spPr>
              <a:xfrm>
                <a:off x="3785040" y="4059720"/>
                <a:ext cx="13320" cy="820440"/>
              </a:xfrm>
              <a:custGeom>
                <a:avLst/>
                <a:gdLst/>
                <a:ahLst/>
                <a:cxnLst/>
                <a:rect l="l" t="t" r="r" b="b"/>
                <a:pathLst>
                  <a:path w="37" h="2279" extrusionOk="0">
                    <a:moveTo>
                      <a:pt x="0" y="2268"/>
                    </a:moveTo>
                    <a:cubicBezTo>
                      <a:pt x="0" y="2260"/>
                      <a:pt x="1" y="2251"/>
                      <a:pt x="1" y="2243"/>
                    </a:cubicBezTo>
                    <a:cubicBezTo>
                      <a:pt x="1" y="2232"/>
                      <a:pt x="1" y="2220"/>
                      <a:pt x="1" y="2208"/>
                    </a:cubicBezTo>
                    <a:cubicBezTo>
                      <a:pt x="1" y="2184"/>
                      <a:pt x="2" y="2160"/>
                      <a:pt x="2" y="2136"/>
                    </a:cubicBezTo>
                    <a:cubicBezTo>
                      <a:pt x="3" y="2087"/>
                      <a:pt x="3" y="2038"/>
                      <a:pt x="3" y="1990"/>
                    </a:cubicBezTo>
                    <a:cubicBezTo>
                      <a:pt x="4" y="1897"/>
                      <a:pt x="4" y="1803"/>
                      <a:pt x="6" y="1710"/>
                    </a:cubicBezTo>
                    <a:cubicBezTo>
                      <a:pt x="6" y="1614"/>
                      <a:pt x="6" y="1518"/>
                      <a:pt x="7" y="1422"/>
                    </a:cubicBezTo>
                    <a:cubicBezTo>
                      <a:pt x="8" y="1375"/>
                      <a:pt x="8" y="1327"/>
                      <a:pt x="8" y="1280"/>
                    </a:cubicBezTo>
                    <a:cubicBezTo>
                      <a:pt x="8" y="1232"/>
                      <a:pt x="9" y="1183"/>
                      <a:pt x="10" y="1135"/>
                    </a:cubicBezTo>
                    <a:cubicBezTo>
                      <a:pt x="10" y="1037"/>
                      <a:pt x="11" y="940"/>
                      <a:pt x="12" y="842"/>
                    </a:cubicBezTo>
                    <a:cubicBezTo>
                      <a:pt x="13" y="745"/>
                      <a:pt x="13" y="648"/>
                      <a:pt x="14" y="551"/>
                    </a:cubicBezTo>
                    <a:cubicBezTo>
                      <a:pt x="14" y="456"/>
                      <a:pt x="15" y="361"/>
                      <a:pt x="15" y="266"/>
                    </a:cubicBezTo>
                    <a:cubicBezTo>
                      <a:pt x="15" y="221"/>
                      <a:pt x="16" y="177"/>
                      <a:pt x="16" y="132"/>
                    </a:cubicBezTo>
                    <a:cubicBezTo>
                      <a:pt x="16" y="111"/>
                      <a:pt x="16" y="90"/>
                      <a:pt x="16" y="69"/>
                    </a:cubicBezTo>
                    <a:cubicBezTo>
                      <a:pt x="17" y="50"/>
                      <a:pt x="17" y="30"/>
                      <a:pt x="17" y="10"/>
                    </a:cubicBezTo>
                    <a:cubicBezTo>
                      <a:pt x="17" y="4"/>
                      <a:pt x="21" y="0"/>
                      <a:pt x="26" y="0"/>
                    </a:cubicBezTo>
                    <a:cubicBezTo>
                      <a:pt x="31" y="0"/>
                      <a:pt x="36" y="4"/>
                      <a:pt x="36" y="10"/>
                    </a:cubicBezTo>
                    <a:cubicBezTo>
                      <a:pt x="35" y="31"/>
                      <a:pt x="35" y="52"/>
                      <a:pt x="35" y="73"/>
                    </a:cubicBezTo>
                    <a:cubicBezTo>
                      <a:pt x="35" y="96"/>
                      <a:pt x="34" y="120"/>
                      <a:pt x="34" y="142"/>
                    </a:cubicBezTo>
                    <a:cubicBezTo>
                      <a:pt x="34" y="189"/>
                      <a:pt x="34" y="236"/>
                      <a:pt x="33" y="283"/>
                    </a:cubicBezTo>
                    <a:cubicBezTo>
                      <a:pt x="32" y="378"/>
                      <a:pt x="31" y="474"/>
                      <a:pt x="31" y="569"/>
                    </a:cubicBezTo>
                    <a:cubicBezTo>
                      <a:pt x="29" y="668"/>
                      <a:pt x="29" y="766"/>
                      <a:pt x="28" y="864"/>
                    </a:cubicBezTo>
                    <a:cubicBezTo>
                      <a:pt x="28" y="959"/>
                      <a:pt x="27" y="1055"/>
                      <a:pt x="27" y="1150"/>
                    </a:cubicBezTo>
                    <a:cubicBezTo>
                      <a:pt x="26" y="1246"/>
                      <a:pt x="25" y="1341"/>
                      <a:pt x="25" y="1437"/>
                    </a:cubicBezTo>
                    <a:cubicBezTo>
                      <a:pt x="24" y="1534"/>
                      <a:pt x="23" y="1630"/>
                      <a:pt x="22" y="1727"/>
                    </a:cubicBezTo>
                    <a:cubicBezTo>
                      <a:pt x="22" y="1821"/>
                      <a:pt x="21" y="1915"/>
                      <a:pt x="21" y="2009"/>
                    </a:cubicBezTo>
                    <a:cubicBezTo>
                      <a:pt x="20" y="2053"/>
                      <a:pt x="20" y="2098"/>
                      <a:pt x="20" y="2142"/>
                    </a:cubicBezTo>
                    <a:cubicBezTo>
                      <a:pt x="20" y="2166"/>
                      <a:pt x="20" y="2190"/>
                      <a:pt x="20" y="2213"/>
                    </a:cubicBezTo>
                    <a:cubicBezTo>
                      <a:pt x="20" y="2224"/>
                      <a:pt x="20" y="2234"/>
                      <a:pt x="20" y="2245"/>
                    </a:cubicBezTo>
                    <a:cubicBezTo>
                      <a:pt x="20" y="2250"/>
                      <a:pt x="20" y="2254"/>
                      <a:pt x="20" y="2259"/>
                    </a:cubicBezTo>
                    <a:cubicBezTo>
                      <a:pt x="20" y="2262"/>
                      <a:pt x="20" y="2265"/>
                      <a:pt x="20" y="2268"/>
                    </a:cubicBezTo>
                    <a:cubicBezTo>
                      <a:pt x="20" y="2273"/>
                      <a:pt x="15" y="2278"/>
                      <a:pt x="10" y="2278"/>
                    </a:cubicBezTo>
                    <a:cubicBezTo>
                      <a:pt x="5" y="2278"/>
                      <a:pt x="0" y="2273"/>
                      <a:pt x="0" y="226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2" name="Google Shape;2452;p27"/>
              <p:cNvSpPr/>
              <p:nvPr/>
            </p:nvSpPr>
            <p:spPr>
              <a:xfrm>
                <a:off x="3775320" y="4042440"/>
                <a:ext cx="31320" cy="82080"/>
              </a:xfrm>
              <a:custGeom>
                <a:avLst/>
                <a:gdLst/>
                <a:ahLst/>
                <a:cxnLst/>
                <a:rect l="l" t="t" r="r" b="b"/>
                <a:pathLst>
                  <a:path w="87" h="228" extrusionOk="0">
                    <a:moveTo>
                      <a:pt x="3" y="222"/>
                    </a:moveTo>
                    <a:cubicBezTo>
                      <a:pt x="2" y="220"/>
                      <a:pt x="0" y="218"/>
                      <a:pt x="0" y="215"/>
                    </a:cubicBezTo>
                    <a:cubicBezTo>
                      <a:pt x="0" y="212"/>
                      <a:pt x="0" y="209"/>
                      <a:pt x="0" y="206"/>
                    </a:cubicBezTo>
                    <a:cubicBezTo>
                      <a:pt x="0" y="200"/>
                      <a:pt x="2" y="193"/>
                      <a:pt x="3" y="186"/>
                    </a:cubicBezTo>
                    <a:cubicBezTo>
                      <a:pt x="4" y="180"/>
                      <a:pt x="5" y="175"/>
                      <a:pt x="6" y="169"/>
                    </a:cubicBezTo>
                    <a:cubicBezTo>
                      <a:pt x="9" y="161"/>
                      <a:pt x="11" y="151"/>
                      <a:pt x="14" y="142"/>
                    </a:cubicBezTo>
                    <a:cubicBezTo>
                      <a:pt x="19" y="123"/>
                      <a:pt x="26" y="105"/>
                      <a:pt x="32" y="85"/>
                    </a:cubicBezTo>
                    <a:cubicBezTo>
                      <a:pt x="36" y="73"/>
                      <a:pt x="40" y="60"/>
                      <a:pt x="43" y="48"/>
                    </a:cubicBezTo>
                    <a:cubicBezTo>
                      <a:pt x="45" y="38"/>
                      <a:pt x="46" y="28"/>
                      <a:pt x="47" y="17"/>
                    </a:cubicBezTo>
                    <a:cubicBezTo>
                      <a:pt x="47" y="18"/>
                      <a:pt x="47" y="18"/>
                      <a:pt x="47" y="18"/>
                    </a:cubicBezTo>
                    <a:cubicBezTo>
                      <a:pt x="47" y="16"/>
                      <a:pt x="47" y="13"/>
                      <a:pt x="47" y="11"/>
                    </a:cubicBezTo>
                    <a:cubicBezTo>
                      <a:pt x="47" y="6"/>
                      <a:pt x="51" y="0"/>
                      <a:pt x="56" y="0"/>
                    </a:cubicBezTo>
                    <a:cubicBezTo>
                      <a:pt x="63" y="0"/>
                      <a:pt x="67" y="6"/>
                      <a:pt x="66" y="11"/>
                    </a:cubicBezTo>
                    <a:cubicBezTo>
                      <a:pt x="66" y="16"/>
                      <a:pt x="65" y="20"/>
                      <a:pt x="65" y="25"/>
                    </a:cubicBezTo>
                    <a:cubicBezTo>
                      <a:pt x="65" y="25"/>
                      <a:pt x="65" y="26"/>
                      <a:pt x="66" y="27"/>
                    </a:cubicBezTo>
                    <a:cubicBezTo>
                      <a:pt x="67" y="30"/>
                      <a:pt x="67" y="35"/>
                      <a:pt x="67" y="39"/>
                    </a:cubicBezTo>
                    <a:cubicBezTo>
                      <a:pt x="69" y="58"/>
                      <a:pt x="72" y="77"/>
                      <a:pt x="74" y="96"/>
                    </a:cubicBezTo>
                    <a:cubicBezTo>
                      <a:pt x="77" y="116"/>
                      <a:pt x="79" y="135"/>
                      <a:pt x="82" y="154"/>
                    </a:cubicBezTo>
                    <a:cubicBezTo>
                      <a:pt x="83" y="162"/>
                      <a:pt x="84" y="170"/>
                      <a:pt x="85" y="177"/>
                    </a:cubicBezTo>
                    <a:cubicBezTo>
                      <a:pt x="86" y="183"/>
                      <a:pt x="82" y="187"/>
                      <a:pt x="77" y="188"/>
                    </a:cubicBezTo>
                    <a:cubicBezTo>
                      <a:pt x="72" y="188"/>
                      <a:pt x="67" y="185"/>
                      <a:pt x="66" y="180"/>
                    </a:cubicBezTo>
                    <a:cubicBezTo>
                      <a:pt x="65" y="159"/>
                      <a:pt x="62" y="138"/>
                      <a:pt x="59" y="117"/>
                    </a:cubicBezTo>
                    <a:cubicBezTo>
                      <a:pt x="58" y="107"/>
                      <a:pt x="56" y="96"/>
                      <a:pt x="54" y="86"/>
                    </a:cubicBezTo>
                    <a:cubicBezTo>
                      <a:pt x="52" y="99"/>
                      <a:pt x="49" y="112"/>
                      <a:pt x="46" y="124"/>
                    </a:cubicBezTo>
                    <a:cubicBezTo>
                      <a:pt x="42" y="141"/>
                      <a:pt x="38" y="158"/>
                      <a:pt x="34" y="175"/>
                    </a:cubicBezTo>
                    <a:cubicBezTo>
                      <a:pt x="32" y="182"/>
                      <a:pt x="30" y="189"/>
                      <a:pt x="28" y="197"/>
                    </a:cubicBezTo>
                    <a:cubicBezTo>
                      <a:pt x="27" y="201"/>
                      <a:pt x="26" y="204"/>
                      <a:pt x="25" y="208"/>
                    </a:cubicBezTo>
                    <a:cubicBezTo>
                      <a:pt x="24" y="210"/>
                      <a:pt x="24" y="212"/>
                      <a:pt x="23" y="214"/>
                    </a:cubicBezTo>
                    <a:cubicBezTo>
                      <a:pt x="23" y="216"/>
                      <a:pt x="22" y="218"/>
                      <a:pt x="21" y="219"/>
                    </a:cubicBezTo>
                    <a:cubicBezTo>
                      <a:pt x="20" y="222"/>
                      <a:pt x="19" y="223"/>
                      <a:pt x="17" y="225"/>
                    </a:cubicBezTo>
                    <a:cubicBezTo>
                      <a:pt x="15" y="226"/>
                      <a:pt x="13" y="227"/>
                      <a:pt x="11" y="227"/>
                    </a:cubicBezTo>
                    <a:cubicBezTo>
                      <a:pt x="8" y="227"/>
                      <a:pt x="5" y="225"/>
                      <a:pt x="3" y="2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3" name="Google Shape;2453;p27"/>
              <p:cNvSpPr/>
              <p:nvPr/>
            </p:nvSpPr>
            <p:spPr>
              <a:xfrm>
                <a:off x="3210840" y="4638600"/>
                <a:ext cx="130536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3626" h="35" extrusionOk="0">
                    <a:moveTo>
                      <a:pt x="1" y="25"/>
                    </a:moveTo>
                    <a:cubicBezTo>
                      <a:pt x="0" y="20"/>
                      <a:pt x="4" y="15"/>
                      <a:pt x="9" y="15"/>
                    </a:cubicBezTo>
                    <a:cubicBezTo>
                      <a:pt x="11" y="15"/>
                      <a:pt x="13" y="15"/>
                      <a:pt x="15" y="15"/>
                    </a:cubicBezTo>
                    <a:cubicBezTo>
                      <a:pt x="14" y="15"/>
                      <a:pt x="14" y="15"/>
                      <a:pt x="13" y="15"/>
                    </a:cubicBezTo>
                    <a:cubicBezTo>
                      <a:pt x="88" y="16"/>
                      <a:pt x="162" y="15"/>
                      <a:pt x="237" y="15"/>
                    </a:cubicBezTo>
                    <a:cubicBezTo>
                      <a:pt x="313" y="15"/>
                      <a:pt x="389" y="15"/>
                      <a:pt x="464" y="15"/>
                    </a:cubicBezTo>
                    <a:cubicBezTo>
                      <a:pt x="503" y="15"/>
                      <a:pt x="541" y="15"/>
                      <a:pt x="580" y="14"/>
                    </a:cubicBezTo>
                    <a:cubicBezTo>
                      <a:pt x="618" y="14"/>
                      <a:pt x="655" y="13"/>
                      <a:pt x="694" y="13"/>
                    </a:cubicBezTo>
                    <a:cubicBezTo>
                      <a:pt x="767" y="13"/>
                      <a:pt x="841" y="12"/>
                      <a:pt x="915" y="12"/>
                    </a:cubicBezTo>
                    <a:cubicBezTo>
                      <a:pt x="1067" y="12"/>
                      <a:pt x="1219" y="11"/>
                      <a:pt x="1371" y="11"/>
                    </a:cubicBezTo>
                    <a:cubicBezTo>
                      <a:pt x="1409" y="11"/>
                      <a:pt x="1447" y="10"/>
                      <a:pt x="1485" y="10"/>
                    </a:cubicBezTo>
                    <a:cubicBezTo>
                      <a:pt x="1522" y="10"/>
                      <a:pt x="1559" y="9"/>
                      <a:pt x="1597" y="9"/>
                    </a:cubicBezTo>
                    <a:cubicBezTo>
                      <a:pt x="1673" y="9"/>
                      <a:pt x="1750" y="9"/>
                      <a:pt x="1827" y="8"/>
                    </a:cubicBezTo>
                    <a:cubicBezTo>
                      <a:pt x="1982" y="8"/>
                      <a:pt x="2137" y="8"/>
                      <a:pt x="2292" y="7"/>
                    </a:cubicBezTo>
                    <a:cubicBezTo>
                      <a:pt x="2331" y="7"/>
                      <a:pt x="2370" y="7"/>
                      <a:pt x="2409" y="7"/>
                    </a:cubicBezTo>
                    <a:cubicBezTo>
                      <a:pt x="2448" y="7"/>
                      <a:pt x="2486" y="7"/>
                      <a:pt x="2525" y="6"/>
                    </a:cubicBezTo>
                    <a:cubicBezTo>
                      <a:pt x="2600" y="6"/>
                      <a:pt x="2675" y="5"/>
                      <a:pt x="2751" y="5"/>
                    </a:cubicBezTo>
                    <a:cubicBezTo>
                      <a:pt x="2827" y="5"/>
                      <a:pt x="2903" y="5"/>
                      <a:pt x="2980" y="5"/>
                    </a:cubicBezTo>
                    <a:cubicBezTo>
                      <a:pt x="3020" y="4"/>
                      <a:pt x="3059" y="4"/>
                      <a:pt x="3100" y="4"/>
                    </a:cubicBezTo>
                    <a:cubicBezTo>
                      <a:pt x="3138" y="4"/>
                      <a:pt x="3175" y="4"/>
                      <a:pt x="3213" y="4"/>
                    </a:cubicBezTo>
                    <a:cubicBezTo>
                      <a:pt x="3284" y="3"/>
                      <a:pt x="3354" y="2"/>
                      <a:pt x="3425" y="2"/>
                    </a:cubicBezTo>
                    <a:cubicBezTo>
                      <a:pt x="3458" y="2"/>
                      <a:pt x="3492" y="1"/>
                      <a:pt x="3525" y="1"/>
                    </a:cubicBezTo>
                    <a:cubicBezTo>
                      <a:pt x="3541" y="1"/>
                      <a:pt x="3556" y="0"/>
                      <a:pt x="3572" y="0"/>
                    </a:cubicBezTo>
                    <a:cubicBezTo>
                      <a:pt x="3586" y="0"/>
                      <a:pt x="3600" y="0"/>
                      <a:pt x="3614" y="0"/>
                    </a:cubicBezTo>
                    <a:cubicBezTo>
                      <a:pt x="3619" y="0"/>
                      <a:pt x="3624" y="3"/>
                      <a:pt x="3624" y="9"/>
                    </a:cubicBezTo>
                    <a:cubicBezTo>
                      <a:pt x="3625" y="13"/>
                      <a:pt x="3621" y="19"/>
                      <a:pt x="3615" y="19"/>
                    </a:cubicBezTo>
                    <a:cubicBezTo>
                      <a:pt x="3600" y="19"/>
                      <a:pt x="3584" y="19"/>
                      <a:pt x="3569" y="19"/>
                    </a:cubicBezTo>
                    <a:lnTo>
                      <a:pt x="3570" y="19"/>
                    </a:lnTo>
                    <a:cubicBezTo>
                      <a:pt x="3534" y="18"/>
                      <a:pt x="3498" y="18"/>
                      <a:pt x="3463" y="18"/>
                    </a:cubicBezTo>
                    <a:cubicBezTo>
                      <a:pt x="3426" y="18"/>
                      <a:pt x="3389" y="18"/>
                      <a:pt x="3353" y="18"/>
                    </a:cubicBezTo>
                    <a:cubicBezTo>
                      <a:pt x="3314" y="18"/>
                      <a:pt x="3274" y="18"/>
                      <a:pt x="3234" y="18"/>
                    </a:cubicBezTo>
                    <a:cubicBezTo>
                      <a:pt x="3198" y="18"/>
                      <a:pt x="3161" y="19"/>
                      <a:pt x="3125" y="19"/>
                    </a:cubicBezTo>
                    <a:cubicBezTo>
                      <a:pt x="2971" y="19"/>
                      <a:pt x="2817" y="20"/>
                      <a:pt x="2664" y="20"/>
                    </a:cubicBezTo>
                    <a:cubicBezTo>
                      <a:pt x="2588" y="21"/>
                      <a:pt x="2512" y="22"/>
                      <a:pt x="2437" y="22"/>
                    </a:cubicBezTo>
                    <a:cubicBezTo>
                      <a:pt x="2397" y="22"/>
                      <a:pt x="2358" y="22"/>
                      <a:pt x="2318" y="22"/>
                    </a:cubicBezTo>
                    <a:cubicBezTo>
                      <a:pt x="2280" y="23"/>
                      <a:pt x="2243" y="23"/>
                      <a:pt x="2205" y="23"/>
                    </a:cubicBezTo>
                    <a:cubicBezTo>
                      <a:pt x="2050" y="24"/>
                      <a:pt x="1894" y="25"/>
                      <a:pt x="1738" y="26"/>
                    </a:cubicBezTo>
                    <a:cubicBezTo>
                      <a:pt x="1587" y="26"/>
                      <a:pt x="1434" y="26"/>
                      <a:pt x="1282" y="27"/>
                    </a:cubicBezTo>
                    <a:cubicBezTo>
                      <a:pt x="1207" y="28"/>
                      <a:pt x="1131" y="28"/>
                      <a:pt x="1056" y="29"/>
                    </a:cubicBezTo>
                    <a:cubicBezTo>
                      <a:pt x="979" y="29"/>
                      <a:pt x="902" y="29"/>
                      <a:pt x="826" y="30"/>
                    </a:cubicBezTo>
                    <a:cubicBezTo>
                      <a:pt x="752" y="30"/>
                      <a:pt x="678" y="30"/>
                      <a:pt x="604" y="30"/>
                    </a:cubicBezTo>
                    <a:cubicBezTo>
                      <a:pt x="527" y="30"/>
                      <a:pt x="450" y="31"/>
                      <a:pt x="373" y="32"/>
                    </a:cubicBezTo>
                    <a:cubicBezTo>
                      <a:pt x="312" y="32"/>
                      <a:pt x="251" y="32"/>
                      <a:pt x="189" y="33"/>
                    </a:cubicBezTo>
                    <a:cubicBezTo>
                      <a:pt x="158" y="33"/>
                      <a:pt x="127" y="33"/>
                      <a:pt x="96" y="33"/>
                    </a:cubicBezTo>
                    <a:cubicBezTo>
                      <a:pt x="80" y="33"/>
                      <a:pt x="65" y="33"/>
                      <a:pt x="49" y="34"/>
                    </a:cubicBezTo>
                    <a:cubicBezTo>
                      <a:pt x="36" y="34"/>
                      <a:pt x="23" y="34"/>
                      <a:pt x="10" y="34"/>
                    </a:cubicBezTo>
                    <a:cubicBezTo>
                      <a:pt x="5" y="34"/>
                      <a:pt x="1" y="30"/>
                      <a:pt x="1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4" name="Google Shape;2454;p27"/>
              <p:cNvSpPr/>
              <p:nvPr/>
            </p:nvSpPr>
            <p:spPr>
              <a:xfrm>
                <a:off x="4468320" y="4629600"/>
                <a:ext cx="67320" cy="29160"/>
              </a:xfrm>
              <a:custGeom>
                <a:avLst/>
                <a:gdLst/>
                <a:ahLst/>
                <a:cxnLst/>
                <a:rect l="l" t="t" r="r" b="b"/>
                <a:pathLst>
                  <a:path w="187" h="81" extrusionOk="0">
                    <a:moveTo>
                      <a:pt x="49" y="75"/>
                    </a:moveTo>
                    <a:cubicBezTo>
                      <a:pt x="47" y="71"/>
                      <a:pt x="49" y="64"/>
                      <a:pt x="54" y="62"/>
                    </a:cubicBezTo>
                    <a:cubicBezTo>
                      <a:pt x="63" y="58"/>
                      <a:pt x="74" y="55"/>
                      <a:pt x="84" y="53"/>
                    </a:cubicBezTo>
                    <a:cubicBezTo>
                      <a:pt x="94" y="50"/>
                      <a:pt x="104" y="48"/>
                      <a:pt x="115" y="46"/>
                    </a:cubicBezTo>
                    <a:cubicBezTo>
                      <a:pt x="118" y="45"/>
                      <a:pt x="121" y="44"/>
                      <a:pt x="123" y="44"/>
                    </a:cubicBezTo>
                    <a:cubicBezTo>
                      <a:pt x="121" y="43"/>
                      <a:pt x="118" y="43"/>
                      <a:pt x="115" y="42"/>
                    </a:cubicBezTo>
                    <a:cubicBezTo>
                      <a:pt x="96" y="38"/>
                      <a:pt x="77" y="35"/>
                      <a:pt x="59" y="31"/>
                    </a:cubicBezTo>
                    <a:cubicBezTo>
                      <a:pt x="50" y="29"/>
                      <a:pt x="41" y="27"/>
                      <a:pt x="33" y="25"/>
                    </a:cubicBezTo>
                    <a:cubicBezTo>
                      <a:pt x="27" y="23"/>
                      <a:pt x="20" y="22"/>
                      <a:pt x="14" y="20"/>
                    </a:cubicBezTo>
                    <a:cubicBezTo>
                      <a:pt x="12" y="20"/>
                      <a:pt x="10" y="20"/>
                      <a:pt x="9" y="19"/>
                    </a:cubicBezTo>
                    <a:cubicBezTo>
                      <a:pt x="8" y="18"/>
                      <a:pt x="7" y="18"/>
                      <a:pt x="6" y="18"/>
                    </a:cubicBezTo>
                    <a:cubicBezTo>
                      <a:pt x="3" y="16"/>
                      <a:pt x="0" y="11"/>
                      <a:pt x="2" y="7"/>
                    </a:cubicBezTo>
                    <a:cubicBezTo>
                      <a:pt x="3" y="2"/>
                      <a:pt x="7" y="0"/>
                      <a:pt x="12" y="0"/>
                    </a:cubicBezTo>
                    <a:cubicBezTo>
                      <a:pt x="14" y="0"/>
                      <a:pt x="17" y="1"/>
                      <a:pt x="20" y="2"/>
                    </a:cubicBezTo>
                    <a:cubicBezTo>
                      <a:pt x="23" y="3"/>
                      <a:pt x="25" y="4"/>
                      <a:pt x="27" y="5"/>
                    </a:cubicBezTo>
                    <a:cubicBezTo>
                      <a:pt x="65" y="15"/>
                      <a:pt x="104" y="23"/>
                      <a:pt x="143" y="29"/>
                    </a:cubicBezTo>
                    <a:cubicBezTo>
                      <a:pt x="146" y="30"/>
                      <a:pt x="148" y="30"/>
                      <a:pt x="151" y="31"/>
                    </a:cubicBezTo>
                    <a:cubicBezTo>
                      <a:pt x="153" y="31"/>
                      <a:pt x="155" y="32"/>
                      <a:pt x="157" y="32"/>
                    </a:cubicBezTo>
                    <a:cubicBezTo>
                      <a:pt x="162" y="32"/>
                      <a:pt x="168" y="33"/>
                      <a:pt x="173" y="34"/>
                    </a:cubicBezTo>
                    <a:cubicBezTo>
                      <a:pt x="174" y="34"/>
                      <a:pt x="175" y="34"/>
                      <a:pt x="176" y="34"/>
                    </a:cubicBezTo>
                    <a:cubicBezTo>
                      <a:pt x="182" y="35"/>
                      <a:pt x="186" y="42"/>
                      <a:pt x="183" y="47"/>
                    </a:cubicBezTo>
                    <a:cubicBezTo>
                      <a:pt x="182" y="49"/>
                      <a:pt x="181" y="50"/>
                      <a:pt x="180" y="51"/>
                    </a:cubicBezTo>
                    <a:cubicBezTo>
                      <a:pt x="178" y="52"/>
                      <a:pt x="176" y="52"/>
                      <a:pt x="174" y="53"/>
                    </a:cubicBezTo>
                    <a:cubicBezTo>
                      <a:pt x="161" y="55"/>
                      <a:pt x="150" y="57"/>
                      <a:pt x="137" y="59"/>
                    </a:cubicBezTo>
                    <a:cubicBezTo>
                      <a:pt x="125" y="62"/>
                      <a:pt x="112" y="64"/>
                      <a:pt x="100" y="68"/>
                    </a:cubicBezTo>
                    <a:cubicBezTo>
                      <a:pt x="98" y="68"/>
                      <a:pt x="95" y="69"/>
                      <a:pt x="93" y="69"/>
                    </a:cubicBezTo>
                    <a:cubicBezTo>
                      <a:pt x="84" y="72"/>
                      <a:pt x="76" y="74"/>
                      <a:pt x="68" y="77"/>
                    </a:cubicBezTo>
                    <a:cubicBezTo>
                      <a:pt x="66" y="78"/>
                      <a:pt x="64" y="79"/>
                      <a:pt x="62" y="79"/>
                    </a:cubicBezTo>
                    <a:cubicBezTo>
                      <a:pt x="61" y="80"/>
                      <a:pt x="59" y="80"/>
                      <a:pt x="58" y="80"/>
                    </a:cubicBezTo>
                    <a:cubicBezTo>
                      <a:pt x="54" y="80"/>
                      <a:pt x="51" y="78"/>
                      <a:pt x="49" y="7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5" name="Google Shape;2455;p27"/>
              <p:cNvSpPr/>
              <p:nvPr/>
            </p:nvSpPr>
            <p:spPr>
              <a:xfrm>
                <a:off x="4497840" y="4677120"/>
                <a:ext cx="21600" cy="41760"/>
              </a:xfrm>
              <a:custGeom>
                <a:avLst/>
                <a:gdLst/>
                <a:ahLst/>
                <a:cxnLst/>
                <a:rect l="l" t="t" r="r" b="b"/>
                <a:pathLst>
                  <a:path w="60" h="116" extrusionOk="0">
                    <a:moveTo>
                      <a:pt x="40" y="109"/>
                    </a:moveTo>
                    <a:cubicBezTo>
                      <a:pt x="38" y="103"/>
                      <a:pt x="35" y="97"/>
                      <a:pt x="33" y="91"/>
                    </a:cubicBezTo>
                    <a:cubicBezTo>
                      <a:pt x="31" y="86"/>
                      <a:pt x="29" y="81"/>
                      <a:pt x="28" y="75"/>
                    </a:cubicBezTo>
                    <a:cubicBezTo>
                      <a:pt x="24" y="64"/>
                      <a:pt x="21" y="53"/>
                      <a:pt x="17" y="43"/>
                    </a:cubicBezTo>
                    <a:cubicBezTo>
                      <a:pt x="16" y="40"/>
                      <a:pt x="15" y="37"/>
                      <a:pt x="14" y="35"/>
                    </a:cubicBezTo>
                    <a:cubicBezTo>
                      <a:pt x="13" y="32"/>
                      <a:pt x="11" y="29"/>
                      <a:pt x="10" y="26"/>
                    </a:cubicBezTo>
                    <a:cubicBezTo>
                      <a:pt x="9" y="24"/>
                      <a:pt x="8" y="22"/>
                      <a:pt x="6" y="20"/>
                    </a:cubicBezTo>
                    <a:lnTo>
                      <a:pt x="5" y="20"/>
                    </a:lnTo>
                    <a:lnTo>
                      <a:pt x="6" y="20"/>
                    </a:lnTo>
                    <a:cubicBezTo>
                      <a:pt x="5" y="20"/>
                      <a:pt x="5" y="20"/>
                      <a:pt x="5" y="20"/>
                    </a:cubicBezTo>
                    <a:cubicBezTo>
                      <a:pt x="2" y="17"/>
                      <a:pt x="0" y="11"/>
                      <a:pt x="3" y="7"/>
                    </a:cubicBezTo>
                    <a:cubicBezTo>
                      <a:pt x="5" y="2"/>
                      <a:pt x="12" y="0"/>
                      <a:pt x="17" y="4"/>
                    </a:cubicBezTo>
                    <a:cubicBezTo>
                      <a:pt x="19" y="6"/>
                      <a:pt x="21" y="8"/>
                      <a:pt x="23" y="11"/>
                    </a:cubicBezTo>
                    <a:cubicBezTo>
                      <a:pt x="25" y="14"/>
                      <a:pt x="26" y="17"/>
                      <a:pt x="28" y="21"/>
                    </a:cubicBezTo>
                    <a:cubicBezTo>
                      <a:pt x="31" y="26"/>
                      <a:pt x="32" y="31"/>
                      <a:pt x="34" y="36"/>
                    </a:cubicBezTo>
                    <a:cubicBezTo>
                      <a:pt x="36" y="42"/>
                      <a:pt x="38" y="47"/>
                      <a:pt x="40" y="53"/>
                    </a:cubicBezTo>
                    <a:cubicBezTo>
                      <a:pt x="43" y="66"/>
                      <a:pt x="47" y="79"/>
                      <a:pt x="52" y="92"/>
                    </a:cubicBezTo>
                    <a:cubicBezTo>
                      <a:pt x="54" y="95"/>
                      <a:pt x="55" y="98"/>
                      <a:pt x="57" y="102"/>
                    </a:cubicBezTo>
                    <a:cubicBezTo>
                      <a:pt x="59" y="106"/>
                      <a:pt x="57" y="112"/>
                      <a:pt x="53" y="113"/>
                    </a:cubicBezTo>
                    <a:cubicBezTo>
                      <a:pt x="52" y="114"/>
                      <a:pt x="50" y="115"/>
                      <a:pt x="49" y="115"/>
                    </a:cubicBezTo>
                    <a:cubicBezTo>
                      <a:pt x="46" y="115"/>
                      <a:pt x="42" y="112"/>
                      <a:pt x="40" y="10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6" name="Google Shape;2456;p27"/>
              <p:cNvSpPr/>
              <p:nvPr/>
            </p:nvSpPr>
            <p:spPr>
              <a:xfrm>
                <a:off x="4483800" y="4678200"/>
                <a:ext cx="6300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175" h="167" extrusionOk="0">
                    <a:moveTo>
                      <a:pt x="3" y="163"/>
                    </a:moveTo>
                    <a:cubicBezTo>
                      <a:pt x="0" y="160"/>
                      <a:pt x="0" y="155"/>
                      <a:pt x="3" y="151"/>
                    </a:cubicBezTo>
                    <a:cubicBezTo>
                      <a:pt x="29" y="121"/>
                      <a:pt x="54" y="91"/>
                      <a:pt x="81" y="61"/>
                    </a:cubicBezTo>
                    <a:cubicBezTo>
                      <a:pt x="84" y="58"/>
                      <a:pt x="86" y="55"/>
                      <a:pt x="89" y="52"/>
                    </a:cubicBezTo>
                    <a:cubicBezTo>
                      <a:pt x="93" y="48"/>
                      <a:pt x="97" y="43"/>
                      <a:pt x="101" y="40"/>
                    </a:cubicBezTo>
                    <a:lnTo>
                      <a:pt x="100" y="40"/>
                    </a:lnTo>
                    <a:cubicBezTo>
                      <a:pt x="103" y="38"/>
                      <a:pt x="107" y="34"/>
                      <a:pt x="110" y="31"/>
                    </a:cubicBezTo>
                    <a:cubicBezTo>
                      <a:pt x="113" y="28"/>
                      <a:pt x="116" y="26"/>
                      <a:pt x="119" y="23"/>
                    </a:cubicBezTo>
                    <a:cubicBezTo>
                      <a:pt x="124" y="18"/>
                      <a:pt x="130" y="14"/>
                      <a:pt x="136" y="10"/>
                    </a:cubicBezTo>
                    <a:cubicBezTo>
                      <a:pt x="144" y="5"/>
                      <a:pt x="153" y="2"/>
                      <a:pt x="163" y="1"/>
                    </a:cubicBezTo>
                    <a:cubicBezTo>
                      <a:pt x="169" y="0"/>
                      <a:pt x="173" y="5"/>
                      <a:pt x="173" y="10"/>
                    </a:cubicBezTo>
                    <a:cubicBezTo>
                      <a:pt x="174" y="15"/>
                      <a:pt x="170" y="19"/>
                      <a:pt x="165" y="20"/>
                    </a:cubicBezTo>
                    <a:cubicBezTo>
                      <a:pt x="163" y="20"/>
                      <a:pt x="162" y="20"/>
                      <a:pt x="161" y="20"/>
                    </a:cubicBezTo>
                    <a:cubicBezTo>
                      <a:pt x="159" y="21"/>
                      <a:pt x="158" y="21"/>
                      <a:pt x="156" y="21"/>
                    </a:cubicBezTo>
                    <a:cubicBezTo>
                      <a:pt x="155" y="22"/>
                      <a:pt x="153" y="22"/>
                      <a:pt x="152" y="22"/>
                    </a:cubicBezTo>
                    <a:cubicBezTo>
                      <a:pt x="150" y="24"/>
                      <a:pt x="148" y="24"/>
                      <a:pt x="146" y="25"/>
                    </a:cubicBezTo>
                    <a:cubicBezTo>
                      <a:pt x="144" y="26"/>
                      <a:pt x="141" y="29"/>
                      <a:pt x="138" y="31"/>
                    </a:cubicBezTo>
                    <a:cubicBezTo>
                      <a:pt x="129" y="37"/>
                      <a:pt x="121" y="44"/>
                      <a:pt x="113" y="52"/>
                    </a:cubicBezTo>
                    <a:cubicBezTo>
                      <a:pt x="99" y="66"/>
                      <a:pt x="85" y="81"/>
                      <a:pt x="72" y="96"/>
                    </a:cubicBezTo>
                    <a:cubicBezTo>
                      <a:pt x="60" y="110"/>
                      <a:pt x="47" y="124"/>
                      <a:pt x="36" y="139"/>
                    </a:cubicBezTo>
                    <a:cubicBezTo>
                      <a:pt x="29" y="146"/>
                      <a:pt x="22" y="155"/>
                      <a:pt x="15" y="163"/>
                    </a:cubicBezTo>
                    <a:cubicBezTo>
                      <a:pt x="14" y="165"/>
                      <a:pt x="12" y="166"/>
                      <a:pt x="9" y="166"/>
                    </a:cubicBezTo>
                    <a:cubicBezTo>
                      <a:pt x="7" y="166"/>
                      <a:pt x="5" y="165"/>
                      <a:pt x="3" y="1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7" name="Google Shape;2457;p27"/>
              <p:cNvSpPr/>
              <p:nvPr/>
            </p:nvSpPr>
            <p:spPr>
              <a:xfrm>
                <a:off x="3702960" y="4066920"/>
                <a:ext cx="54360" cy="137160"/>
              </a:xfrm>
              <a:custGeom>
                <a:avLst/>
                <a:gdLst/>
                <a:ahLst/>
                <a:cxnLst/>
                <a:rect l="l" t="t" r="r" b="b"/>
                <a:pathLst>
                  <a:path w="151" h="381" extrusionOk="0">
                    <a:moveTo>
                      <a:pt x="48" y="380"/>
                    </a:moveTo>
                    <a:cubicBezTo>
                      <a:pt x="42" y="378"/>
                      <a:pt x="37" y="375"/>
                      <a:pt x="32" y="371"/>
                    </a:cubicBezTo>
                    <a:cubicBezTo>
                      <a:pt x="28" y="368"/>
                      <a:pt x="24" y="363"/>
                      <a:pt x="21" y="358"/>
                    </a:cubicBezTo>
                    <a:cubicBezTo>
                      <a:pt x="17" y="353"/>
                      <a:pt x="14" y="347"/>
                      <a:pt x="11" y="341"/>
                    </a:cubicBezTo>
                    <a:cubicBezTo>
                      <a:pt x="6" y="330"/>
                      <a:pt x="3" y="317"/>
                      <a:pt x="1" y="304"/>
                    </a:cubicBezTo>
                    <a:cubicBezTo>
                      <a:pt x="0" y="298"/>
                      <a:pt x="0" y="292"/>
                      <a:pt x="0" y="285"/>
                    </a:cubicBezTo>
                    <a:cubicBezTo>
                      <a:pt x="1" y="279"/>
                      <a:pt x="2" y="273"/>
                      <a:pt x="4" y="266"/>
                    </a:cubicBezTo>
                    <a:cubicBezTo>
                      <a:pt x="6" y="257"/>
                      <a:pt x="9" y="249"/>
                      <a:pt x="12" y="241"/>
                    </a:cubicBezTo>
                    <a:cubicBezTo>
                      <a:pt x="14" y="230"/>
                      <a:pt x="18" y="220"/>
                      <a:pt x="21" y="210"/>
                    </a:cubicBezTo>
                    <a:cubicBezTo>
                      <a:pt x="23" y="206"/>
                      <a:pt x="28" y="203"/>
                      <a:pt x="33" y="205"/>
                    </a:cubicBezTo>
                    <a:cubicBezTo>
                      <a:pt x="37" y="206"/>
                      <a:pt x="39" y="211"/>
                      <a:pt x="37" y="215"/>
                    </a:cubicBezTo>
                    <a:cubicBezTo>
                      <a:pt x="34" y="223"/>
                      <a:pt x="32" y="231"/>
                      <a:pt x="30" y="238"/>
                    </a:cubicBezTo>
                    <a:cubicBezTo>
                      <a:pt x="27" y="246"/>
                      <a:pt x="24" y="255"/>
                      <a:pt x="22" y="263"/>
                    </a:cubicBezTo>
                    <a:lnTo>
                      <a:pt x="21" y="264"/>
                    </a:lnTo>
                    <a:cubicBezTo>
                      <a:pt x="20" y="270"/>
                      <a:pt x="19" y="275"/>
                      <a:pt x="18" y="281"/>
                    </a:cubicBezTo>
                    <a:cubicBezTo>
                      <a:pt x="17" y="284"/>
                      <a:pt x="17" y="287"/>
                      <a:pt x="17" y="289"/>
                    </a:cubicBezTo>
                    <a:cubicBezTo>
                      <a:pt x="17" y="294"/>
                      <a:pt x="18" y="299"/>
                      <a:pt x="19" y="303"/>
                    </a:cubicBezTo>
                    <a:cubicBezTo>
                      <a:pt x="19" y="302"/>
                      <a:pt x="18" y="302"/>
                      <a:pt x="18" y="302"/>
                    </a:cubicBezTo>
                    <a:cubicBezTo>
                      <a:pt x="19" y="308"/>
                      <a:pt x="20" y="313"/>
                      <a:pt x="21" y="318"/>
                    </a:cubicBezTo>
                    <a:cubicBezTo>
                      <a:pt x="21" y="317"/>
                      <a:pt x="21" y="317"/>
                      <a:pt x="21" y="317"/>
                    </a:cubicBezTo>
                    <a:cubicBezTo>
                      <a:pt x="22" y="321"/>
                      <a:pt x="23" y="324"/>
                      <a:pt x="24" y="328"/>
                    </a:cubicBezTo>
                    <a:cubicBezTo>
                      <a:pt x="26" y="332"/>
                      <a:pt x="27" y="335"/>
                      <a:pt x="29" y="339"/>
                    </a:cubicBezTo>
                    <a:cubicBezTo>
                      <a:pt x="31" y="342"/>
                      <a:pt x="33" y="345"/>
                      <a:pt x="35" y="348"/>
                    </a:cubicBezTo>
                    <a:cubicBezTo>
                      <a:pt x="37" y="350"/>
                      <a:pt x="38" y="352"/>
                      <a:pt x="41" y="354"/>
                    </a:cubicBezTo>
                    <a:cubicBezTo>
                      <a:pt x="41" y="355"/>
                      <a:pt x="42" y="356"/>
                      <a:pt x="44" y="358"/>
                    </a:cubicBezTo>
                    <a:cubicBezTo>
                      <a:pt x="45" y="359"/>
                      <a:pt x="47" y="359"/>
                      <a:pt x="48" y="361"/>
                    </a:cubicBezTo>
                    <a:lnTo>
                      <a:pt x="49" y="361"/>
                    </a:lnTo>
                    <a:cubicBezTo>
                      <a:pt x="50" y="362"/>
                      <a:pt x="51" y="362"/>
                      <a:pt x="51" y="362"/>
                    </a:cubicBezTo>
                    <a:lnTo>
                      <a:pt x="52" y="362"/>
                    </a:lnTo>
                    <a:lnTo>
                      <a:pt x="51" y="362"/>
                    </a:lnTo>
                    <a:cubicBezTo>
                      <a:pt x="52" y="362"/>
                      <a:pt x="52" y="362"/>
                      <a:pt x="52" y="362"/>
                    </a:cubicBezTo>
                    <a:cubicBezTo>
                      <a:pt x="53" y="362"/>
                      <a:pt x="53" y="362"/>
                      <a:pt x="53" y="362"/>
                    </a:cubicBezTo>
                    <a:cubicBezTo>
                      <a:pt x="53" y="361"/>
                      <a:pt x="53" y="361"/>
                      <a:pt x="53" y="361"/>
                    </a:cubicBezTo>
                    <a:cubicBezTo>
                      <a:pt x="53" y="362"/>
                      <a:pt x="53" y="362"/>
                      <a:pt x="53" y="362"/>
                    </a:cubicBezTo>
                    <a:lnTo>
                      <a:pt x="53" y="361"/>
                    </a:lnTo>
                    <a:cubicBezTo>
                      <a:pt x="54" y="361"/>
                      <a:pt x="54" y="361"/>
                      <a:pt x="54" y="360"/>
                    </a:cubicBezTo>
                    <a:cubicBezTo>
                      <a:pt x="55" y="359"/>
                      <a:pt x="56" y="357"/>
                      <a:pt x="56" y="356"/>
                    </a:cubicBezTo>
                    <a:cubicBezTo>
                      <a:pt x="62" y="344"/>
                      <a:pt x="65" y="332"/>
                      <a:pt x="69" y="319"/>
                    </a:cubicBezTo>
                    <a:cubicBezTo>
                      <a:pt x="69" y="320"/>
                      <a:pt x="69" y="320"/>
                      <a:pt x="69" y="320"/>
                    </a:cubicBezTo>
                    <a:cubicBezTo>
                      <a:pt x="73" y="303"/>
                      <a:pt x="77" y="286"/>
                      <a:pt x="80" y="268"/>
                    </a:cubicBezTo>
                    <a:cubicBezTo>
                      <a:pt x="83" y="250"/>
                      <a:pt x="87" y="232"/>
                      <a:pt x="90" y="214"/>
                    </a:cubicBezTo>
                    <a:cubicBezTo>
                      <a:pt x="93" y="193"/>
                      <a:pt x="96" y="173"/>
                      <a:pt x="99" y="153"/>
                    </a:cubicBezTo>
                    <a:cubicBezTo>
                      <a:pt x="100" y="148"/>
                      <a:pt x="100" y="144"/>
                      <a:pt x="101" y="140"/>
                    </a:cubicBezTo>
                    <a:cubicBezTo>
                      <a:pt x="98" y="143"/>
                      <a:pt x="94" y="145"/>
                      <a:pt x="91" y="148"/>
                    </a:cubicBezTo>
                    <a:cubicBezTo>
                      <a:pt x="88" y="149"/>
                      <a:pt x="86" y="150"/>
                      <a:pt x="84" y="151"/>
                    </a:cubicBezTo>
                    <a:cubicBezTo>
                      <a:pt x="81" y="153"/>
                      <a:pt x="79" y="153"/>
                      <a:pt x="77" y="153"/>
                    </a:cubicBezTo>
                    <a:cubicBezTo>
                      <a:pt x="71" y="154"/>
                      <a:pt x="66" y="151"/>
                      <a:pt x="61" y="147"/>
                    </a:cubicBezTo>
                    <a:cubicBezTo>
                      <a:pt x="55" y="141"/>
                      <a:pt x="53" y="132"/>
                      <a:pt x="53" y="123"/>
                    </a:cubicBezTo>
                    <a:cubicBezTo>
                      <a:pt x="52" y="119"/>
                      <a:pt x="53" y="113"/>
                      <a:pt x="53" y="109"/>
                    </a:cubicBezTo>
                    <a:cubicBezTo>
                      <a:pt x="53" y="100"/>
                      <a:pt x="55" y="90"/>
                      <a:pt x="56" y="81"/>
                    </a:cubicBezTo>
                    <a:cubicBezTo>
                      <a:pt x="58" y="69"/>
                      <a:pt x="61" y="56"/>
                      <a:pt x="65" y="44"/>
                    </a:cubicBezTo>
                    <a:cubicBezTo>
                      <a:pt x="67" y="37"/>
                      <a:pt x="70" y="30"/>
                      <a:pt x="73" y="24"/>
                    </a:cubicBezTo>
                    <a:cubicBezTo>
                      <a:pt x="75" y="18"/>
                      <a:pt x="78" y="12"/>
                      <a:pt x="80" y="7"/>
                    </a:cubicBezTo>
                    <a:cubicBezTo>
                      <a:pt x="83" y="2"/>
                      <a:pt x="89" y="0"/>
                      <a:pt x="93" y="3"/>
                    </a:cubicBezTo>
                    <a:cubicBezTo>
                      <a:pt x="98" y="5"/>
                      <a:pt x="100" y="11"/>
                      <a:pt x="98" y="16"/>
                    </a:cubicBezTo>
                    <a:cubicBezTo>
                      <a:pt x="94" y="21"/>
                      <a:pt x="92" y="27"/>
                      <a:pt x="89" y="32"/>
                    </a:cubicBezTo>
                    <a:cubicBezTo>
                      <a:pt x="86" y="41"/>
                      <a:pt x="81" y="49"/>
                      <a:pt x="79" y="59"/>
                    </a:cubicBezTo>
                    <a:cubicBezTo>
                      <a:pt x="78" y="62"/>
                      <a:pt x="77" y="65"/>
                      <a:pt x="76" y="67"/>
                    </a:cubicBezTo>
                    <a:cubicBezTo>
                      <a:pt x="75" y="73"/>
                      <a:pt x="74" y="79"/>
                      <a:pt x="73" y="85"/>
                    </a:cubicBezTo>
                    <a:cubicBezTo>
                      <a:pt x="72" y="90"/>
                      <a:pt x="72" y="95"/>
                      <a:pt x="71" y="100"/>
                    </a:cubicBezTo>
                    <a:cubicBezTo>
                      <a:pt x="70" y="105"/>
                      <a:pt x="70" y="109"/>
                      <a:pt x="70" y="114"/>
                    </a:cubicBezTo>
                    <a:cubicBezTo>
                      <a:pt x="70" y="118"/>
                      <a:pt x="70" y="123"/>
                      <a:pt x="70" y="127"/>
                    </a:cubicBezTo>
                    <a:cubicBezTo>
                      <a:pt x="71" y="127"/>
                      <a:pt x="71" y="129"/>
                      <a:pt x="71" y="129"/>
                    </a:cubicBezTo>
                    <a:cubicBezTo>
                      <a:pt x="71" y="130"/>
                      <a:pt x="72" y="130"/>
                      <a:pt x="72" y="130"/>
                    </a:cubicBezTo>
                    <a:lnTo>
                      <a:pt x="71" y="130"/>
                    </a:lnTo>
                    <a:cubicBezTo>
                      <a:pt x="72" y="130"/>
                      <a:pt x="72" y="131"/>
                      <a:pt x="72" y="132"/>
                    </a:cubicBezTo>
                    <a:lnTo>
                      <a:pt x="73" y="133"/>
                    </a:lnTo>
                    <a:cubicBezTo>
                      <a:pt x="73" y="133"/>
                      <a:pt x="73" y="134"/>
                      <a:pt x="74" y="134"/>
                    </a:cubicBezTo>
                    <a:lnTo>
                      <a:pt x="74" y="135"/>
                    </a:lnTo>
                    <a:cubicBezTo>
                      <a:pt x="75" y="135"/>
                      <a:pt x="75" y="135"/>
                      <a:pt x="75" y="135"/>
                    </a:cubicBezTo>
                    <a:lnTo>
                      <a:pt x="76" y="135"/>
                    </a:lnTo>
                    <a:lnTo>
                      <a:pt x="77" y="135"/>
                    </a:lnTo>
                    <a:cubicBezTo>
                      <a:pt x="78" y="134"/>
                      <a:pt x="79" y="134"/>
                      <a:pt x="79" y="134"/>
                    </a:cubicBezTo>
                    <a:cubicBezTo>
                      <a:pt x="80" y="133"/>
                      <a:pt x="82" y="132"/>
                      <a:pt x="83" y="132"/>
                    </a:cubicBezTo>
                    <a:cubicBezTo>
                      <a:pt x="86" y="129"/>
                      <a:pt x="89" y="127"/>
                      <a:pt x="92" y="124"/>
                    </a:cubicBezTo>
                    <a:cubicBezTo>
                      <a:pt x="95" y="120"/>
                      <a:pt x="99" y="117"/>
                      <a:pt x="102" y="113"/>
                    </a:cubicBezTo>
                    <a:cubicBezTo>
                      <a:pt x="104" y="112"/>
                      <a:pt x="105" y="109"/>
                      <a:pt x="107" y="108"/>
                    </a:cubicBezTo>
                    <a:cubicBezTo>
                      <a:pt x="107" y="104"/>
                      <a:pt x="108" y="100"/>
                      <a:pt x="109" y="95"/>
                    </a:cubicBezTo>
                    <a:cubicBezTo>
                      <a:pt x="109" y="91"/>
                      <a:pt x="111" y="87"/>
                      <a:pt x="112" y="83"/>
                    </a:cubicBezTo>
                    <a:cubicBezTo>
                      <a:pt x="114" y="74"/>
                      <a:pt x="116" y="66"/>
                      <a:pt x="119" y="58"/>
                    </a:cubicBezTo>
                    <a:cubicBezTo>
                      <a:pt x="121" y="52"/>
                      <a:pt x="123" y="47"/>
                      <a:pt x="126" y="42"/>
                    </a:cubicBezTo>
                    <a:cubicBezTo>
                      <a:pt x="129" y="38"/>
                      <a:pt x="132" y="34"/>
                      <a:pt x="138" y="34"/>
                    </a:cubicBezTo>
                    <a:cubicBezTo>
                      <a:pt x="143" y="34"/>
                      <a:pt x="147" y="37"/>
                      <a:pt x="148" y="42"/>
                    </a:cubicBezTo>
                    <a:cubicBezTo>
                      <a:pt x="150" y="46"/>
                      <a:pt x="150" y="52"/>
                      <a:pt x="148" y="56"/>
                    </a:cubicBezTo>
                    <a:cubicBezTo>
                      <a:pt x="147" y="64"/>
                      <a:pt x="145" y="71"/>
                      <a:pt x="142" y="78"/>
                    </a:cubicBezTo>
                    <a:cubicBezTo>
                      <a:pt x="139" y="86"/>
                      <a:pt x="136" y="93"/>
                      <a:pt x="132" y="100"/>
                    </a:cubicBezTo>
                    <a:lnTo>
                      <a:pt x="132" y="99"/>
                    </a:lnTo>
                    <a:cubicBezTo>
                      <a:pt x="129" y="104"/>
                      <a:pt x="127" y="108"/>
                      <a:pt x="124" y="112"/>
                    </a:cubicBezTo>
                    <a:cubicBezTo>
                      <a:pt x="123" y="113"/>
                      <a:pt x="122" y="114"/>
                      <a:pt x="122" y="115"/>
                    </a:cubicBezTo>
                    <a:cubicBezTo>
                      <a:pt x="121" y="118"/>
                      <a:pt x="121" y="120"/>
                      <a:pt x="120" y="122"/>
                    </a:cubicBezTo>
                    <a:cubicBezTo>
                      <a:pt x="119" y="127"/>
                      <a:pt x="119" y="131"/>
                      <a:pt x="118" y="136"/>
                    </a:cubicBezTo>
                    <a:cubicBezTo>
                      <a:pt x="115" y="154"/>
                      <a:pt x="112" y="173"/>
                      <a:pt x="109" y="192"/>
                    </a:cubicBezTo>
                    <a:cubicBezTo>
                      <a:pt x="105" y="211"/>
                      <a:pt x="102" y="231"/>
                      <a:pt x="98" y="251"/>
                    </a:cubicBezTo>
                    <a:cubicBezTo>
                      <a:pt x="97" y="259"/>
                      <a:pt x="96" y="267"/>
                      <a:pt x="94" y="274"/>
                    </a:cubicBezTo>
                    <a:cubicBezTo>
                      <a:pt x="93" y="284"/>
                      <a:pt x="91" y="293"/>
                      <a:pt x="89" y="302"/>
                    </a:cubicBezTo>
                    <a:cubicBezTo>
                      <a:pt x="87" y="312"/>
                      <a:pt x="85" y="322"/>
                      <a:pt x="83" y="331"/>
                    </a:cubicBezTo>
                    <a:cubicBezTo>
                      <a:pt x="80" y="340"/>
                      <a:pt x="77" y="349"/>
                      <a:pt x="74" y="358"/>
                    </a:cubicBezTo>
                    <a:cubicBezTo>
                      <a:pt x="72" y="365"/>
                      <a:pt x="69" y="373"/>
                      <a:pt x="63" y="377"/>
                    </a:cubicBezTo>
                    <a:cubicBezTo>
                      <a:pt x="60" y="379"/>
                      <a:pt x="59" y="379"/>
                      <a:pt x="56" y="380"/>
                    </a:cubicBezTo>
                    <a:cubicBezTo>
                      <a:pt x="55" y="380"/>
                      <a:pt x="53" y="380"/>
                      <a:pt x="52" y="380"/>
                    </a:cubicBezTo>
                    <a:cubicBezTo>
                      <a:pt x="51" y="380"/>
                      <a:pt x="49" y="380"/>
                      <a:pt x="48" y="3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8" name="Google Shape;2458;p27"/>
              <p:cNvSpPr/>
              <p:nvPr/>
            </p:nvSpPr>
            <p:spPr>
              <a:xfrm>
                <a:off x="3736440" y="4669920"/>
                <a:ext cx="35280" cy="61200"/>
              </a:xfrm>
              <a:custGeom>
                <a:avLst/>
                <a:gdLst/>
                <a:ahLst/>
                <a:cxnLst/>
                <a:rect l="l" t="t" r="r" b="b"/>
                <a:pathLst>
                  <a:path w="98" h="170" extrusionOk="0">
                    <a:moveTo>
                      <a:pt x="40" y="151"/>
                    </a:moveTo>
                    <a:cubicBezTo>
                      <a:pt x="41" y="151"/>
                      <a:pt x="41" y="151"/>
                      <a:pt x="41" y="151"/>
                    </a:cubicBezTo>
                    <a:cubicBezTo>
                      <a:pt x="43" y="150"/>
                      <a:pt x="43" y="149"/>
                      <a:pt x="44" y="149"/>
                    </a:cubicBezTo>
                    <a:cubicBezTo>
                      <a:pt x="45" y="148"/>
                      <a:pt x="46" y="147"/>
                      <a:pt x="47" y="147"/>
                    </a:cubicBezTo>
                    <a:cubicBezTo>
                      <a:pt x="49" y="144"/>
                      <a:pt x="51" y="142"/>
                      <a:pt x="53" y="140"/>
                    </a:cubicBezTo>
                    <a:cubicBezTo>
                      <a:pt x="57" y="136"/>
                      <a:pt x="60" y="131"/>
                      <a:pt x="62" y="126"/>
                    </a:cubicBezTo>
                    <a:cubicBezTo>
                      <a:pt x="65" y="122"/>
                      <a:pt x="68" y="117"/>
                      <a:pt x="70" y="112"/>
                    </a:cubicBezTo>
                    <a:cubicBezTo>
                      <a:pt x="70" y="112"/>
                      <a:pt x="69" y="112"/>
                      <a:pt x="69" y="113"/>
                    </a:cubicBezTo>
                    <a:cubicBezTo>
                      <a:pt x="72" y="108"/>
                      <a:pt x="74" y="102"/>
                      <a:pt x="75" y="96"/>
                    </a:cubicBezTo>
                    <a:cubicBezTo>
                      <a:pt x="76" y="92"/>
                      <a:pt x="78" y="87"/>
                      <a:pt x="78" y="82"/>
                    </a:cubicBezTo>
                    <a:cubicBezTo>
                      <a:pt x="79" y="77"/>
                      <a:pt x="79" y="71"/>
                      <a:pt x="80" y="66"/>
                    </a:cubicBezTo>
                    <a:cubicBezTo>
                      <a:pt x="80" y="60"/>
                      <a:pt x="79" y="54"/>
                      <a:pt x="78" y="48"/>
                    </a:cubicBezTo>
                    <a:cubicBezTo>
                      <a:pt x="79" y="48"/>
                      <a:pt x="79" y="48"/>
                      <a:pt x="79" y="49"/>
                    </a:cubicBezTo>
                    <a:cubicBezTo>
                      <a:pt x="78" y="43"/>
                      <a:pt x="77" y="37"/>
                      <a:pt x="75" y="32"/>
                    </a:cubicBezTo>
                    <a:lnTo>
                      <a:pt x="76" y="32"/>
                    </a:lnTo>
                    <a:lnTo>
                      <a:pt x="75" y="32"/>
                    </a:lnTo>
                    <a:cubicBezTo>
                      <a:pt x="75" y="31"/>
                      <a:pt x="75" y="31"/>
                      <a:pt x="75" y="31"/>
                    </a:cubicBezTo>
                    <a:lnTo>
                      <a:pt x="75" y="32"/>
                    </a:lnTo>
                    <a:cubicBezTo>
                      <a:pt x="75" y="29"/>
                      <a:pt x="74" y="27"/>
                      <a:pt x="74" y="25"/>
                    </a:cubicBezTo>
                    <a:cubicBezTo>
                      <a:pt x="73" y="24"/>
                      <a:pt x="72" y="23"/>
                      <a:pt x="72" y="22"/>
                    </a:cubicBezTo>
                    <a:lnTo>
                      <a:pt x="72" y="21"/>
                    </a:lnTo>
                    <a:cubicBezTo>
                      <a:pt x="71" y="21"/>
                      <a:pt x="71" y="21"/>
                      <a:pt x="71" y="20"/>
                    </a:cubicBezTo>
                    <a:cubicBezTo>
                      <a:pt x="70" y="20"/>
                      <a:pt x="70" y="20"/>
                      <a:pt x="69" y="19"/>
                    </a:cubicBezTo>
                    <a:lnTo>
                      <a:pt x="68" y="18"/>
                    </a:lnTo>
                    <a:lnTo>
                      <a:pt x="67" y="18"/>
                    </a:lnTo>
                    <a:cubicBezTo>
                      <a:pt x="67" y="18"/>
                      <a:pt x="66" y="18"/>
                      <a:pt x="65" y="18"/>
                    </a:cubicBezTo>
                    <a:cubicBezTo>
                      <a:pt x="65" y="18"/>
                      <a:pt x="64" y="18"/>
                      <a:pt x="64" y="19"/>
                    </a:cubicBezTo>
                    <a:cubicBezTo>
                      <a:pt x="63" y="19"/>
                      <a:pt x="63" y="19"/>
                      <a:pt x="62" y="19"/>
                    </a:cubicBezTo>
                    <a:cubicBezTo>
                      <a:pt x="62" y="19"/>
                      <a:pt x="62" y="20"/>
                      <a:pt x="61" y="20"/>
                    </a:cubicBezTo>
                    <a:cubicBezTo>
                      <a:pt x="60" y="20"/>
                      <a:pt x="59" y="21"/>
                      <a:pt x="58" y="22"/>
                    </a:cubicBezTo>
                    <a:cubicBezTo>
                      <a:pt x="55" y="24"/>
                      <a:pt x="53" y="25"/>
                      <a:pt x="51" y="28"/>
                    </a:cubicBezTo>
                    <a:cubicBezTo>
                      <a:pt x="49" y="29"/>
                      <a:pt x="47" y="32"/>
                      <a:pt x="46" y="34"/>
                    </a:cubicBezTo>
                    <a:cubicBezTo>
                      <a:pt x="43" y="36"/>
                      <a:pt x="41" y="39"/>
                      <a:pt x="40" y="42"/>
                    </a:cubicBezTo>
                    <a:lnTo>
                      <a:pt x="39" y="42"/>
                    </a:lnTo>
                    <a:cubicBezTo>
                      <a:pt x="39" y="46"/>
                      <a:pt x="38" y="49"/>
                      <a:pt x="38" y="52"/>
                    </a:cubicBezTo>
                    <a:cubicBezTo>
                      <a:pt x="37" y="59"/>
                      <a:pt x="36" y="67"/>
                      <a:pt x="35" y="75"/>
                    </a:cubicBezTo>
                    <a:cubicBezTo>
                      <a:pt x="34" y="84"/>
                      <a:pt x="34" y="92"/>
                      <a:pt x="34" y="101"/>
                    </a:cubicBezTo>
                    <a:cubicBezTo>
                      <a:pt x="34" y="105"/>
                      <a:pt x="34" y="109"/>
                      <a:pt x="34" y="114"/>
                    </a:cubicBezTo>
                    <a:cubicBezTo>
                      <a:pt x="34" y="118"/>
                      <a:pt x="35" y="122"/>
                      <a:pt x="35" y="126"/>
                    </a:cubicBezTo>
                    <a:cubicBezTo>
                      <a:pt x="36" y="133"/>
                      <a:pt x="37" y="139"/>
                      <a:pt x="39" y="145"/>
                    </a:cubicBezTo>
                    <a:cubicBezTo>
                      <a:pt x="39" y="147"/>
                      <a:pt x="39" y="148"/>
                      <a:pt x="39" y="149"/>
                    </a:cubicBezTo>
                    <a:cubicBezTo>
                      <a:pt x="40" y="149"/>
                      <a:pt x="40" y="149"/>
                      <a:pt x="40" y="150"/>
                    </a:cubicBezTo>
                    <a:lnTo>
                      <a:pt x="40" y="151"/>
                    </a:lnTo>
                    <a:moveTo>
                      <a:pt x="29" y="165"/>
                    </a:moveTo>
                    <a:cubicBezTo>
                      <a:pt x="27" y="163"/>
                      <a:pt x="26" y="162"/>
                      <a:pt x="25" y="159"/>
                    </a:cubicBezTo>
                    <a:cubicBezTo>
                      <a:pt x="23" y="158"/>
                      <a:pt x="22" y="155"/>
                      <a:pt x="22" y="152"/>
                    </a:cubicBezTo>
                    <a:cubicBezTo>
                      <a:pt x="21" y="148"/>
                      <a:pt x="20" y="145"/>
                      <a:pt x="19" y="141"/>
                    </a:cubicBezTo>
                    <a:cubicBezTo>
                      <a:pt x="19" y="137"/>
                      <a:pt x="18" y="132"/>
                      <a:pt x="18" y="127"/>
                    </a:cubicBezTo>
                    <a:lnTo>
                      <a:pt x="18" y="126"/>
                    </a:lnTo>
                    <a:cubicBezTo>
                      <a:pt x="17" y="129"/>
                      <a:pt x="17" y="131"/>
                      <a:pt x="16" y="134"/>
                    </a:cubicBezTo>
                    <a:cubicBezTo>
                      <a:pt x="16" y="138"/>
                      <a:pt x="12" y="141"/>
                      <a:pt x="8" y="141"/>
                    </a:cubicBezTo>
                    <a:cubicBezTo>
                      <a:pt x="4" y="140"/>
                      <a:pt x="0" y="136"/>
                      <a:pt x="0" y="131"/>
                    </a:cubicBezTo>
                    <a:cubicBezTo>
                      <a:pt x="2" y="122"/>
                      <a:pt x="4" y="111"/>
                      <a:pt x="5" y="101"/>
                    </a:cubicBezTo>
                    <a:cubicBezTo>
                      <a:pt x="7" y="94"/>
                      <a:pt x="8" y="88"/>
                      <a:pt x="9" y="81"/>
                    </a:cubicBezTo>
                    <a:cubicBezTo>
                      <a:pt x="12" y="68"/>
                      <a:pt x="15" y="55"/>
                      <a:pt x="20" y="42"/>
                    </a:cubicBezTo>
                    <a:cubicBezTo>
                      <a:pt x="21" y="37"/>
                      <a:pt x="22" y="33"/>
                      <a:pt x="22" y="28"/>
                    </a:cubicBezTo>
                    <a:cubicBezTo>
                      <a:pt x="23" y="23"/>
                      <a:pt x="29" y="20"/>
                      <a:pt x="33" y="21"/>
                    </a:cubicBezTo>
                    <a:cubicBezTo>
                      <a:pt x="36" y="18"/>
                      <a:pt x="39" y="15"/>
                      <a:pt x="41" y="13"/>
                    </a:cubicBezTo>
                    <a:cubicBezTo>
                      <a:pt x="46" y="8"/>
                      <a:pt x="50" y="5"/>
                      <a:pt x="55" y="3"/>
                    </a:cubicBezTo>
                    <a:cubicBezTo>
                      <a:pt x="61" y="0"/>
                      <a:pt x="67" y="0"/>
                      <a:pt x="72" y="1"/>
                    </a:cubicBezTo>
                    <a:cubicBezTo>
                      <a:pt x="76" y="2"/>
                      <a:pt x="81" y="6"/>
                      <a:pt x="84" y="9"/>
                    </a:cubicBezTo>
                    <a:cubicBezTo>
                      <a:pt x="88" y="13"/>
                      <a:pt x="90" y="19"/>
                      <a:pt x="91" y="24"/>
                    </a:cubicBezTo>
                    <a:cubicBezTo>
                      <a:pt x="93" y="30"/>
                      <a:pt x="94" y="36"/>
                      <a:pt x="95" y="42"/>
                    </a:cubicBezTo>
                    <a:cubicBezTo>
                      <a:pt x="96" y="49"/>
                      <a:pt x="97" y="57"/>
                      <a:pt x="97" y="64"/>
                    </a:cubicBezTo>
                    <a:cubicBezTo>
                      <a:pt x="97" y="88"/>
                      <a:pt x="90" y="112"/>
                      <a:pt x="78" y="134"/>
                    </a:cubicBezTo>
                    <a:cubicBezTo>
                      <a:pt x="72" y="144"/>
                      <a:pt x="65" y="154"/>
                      <a:pt x="57" y="162"/>
                    </a:cubicBezTo>
                    <a:cubicBezTo>
                      <a:pt x="53" y="165"/>
                      <a:pt x="48" y="168"/>
                      <a:pt x="43" y="169"/>
                    </a:cubicBezTo>
                    <a:cubicBezTo>
                      <a:pt x="42" y="169"/>
                      <a:pt x="41" y="169"/>
                      <a:pt x="40" y="169"/>
                    </a:cubicBezTo>
                    <a:cubicBezTo>
                      <a:pt x="36" y="169"/>
                      <a:pt x="32" y="168"/>
                      <a:pt x="29" y="1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9" name="Google Shape;2459;p27"/>
              <p:cNvSpPr/>
              <p:nvPr/>
            </p:nvSpPr>
            <p:spPr>
              <a:xfrm>
                <a:off x="3295800" y="4114440"/>
                <a:ext cx="43920" cy="7200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200" extrusionOk="0">
                    <a:moveTo>
                      <a:pt x="14" y="199"/>
                    </a:moveTo>
                    <a:cubicBezTo>
                      <a:pt x="7" y="196"/>
                      <a:pt x="3" y="190"/>
                      <a:pt x="1" y="183"/>
                    </a:cubicBezTo>
                    <a:cubicBezTo>
                      <a:pt x="0" y="180"/>
                      <a:pt x="1" y="176"/>
                      <a:pt x="2" y="173"/>
                    </a:cubicBezTo>
                    <a:cubicBezTo>
                      <a:pt x="3" y="168"/>
                      <a:pt x="5" y="164"/>
                      <a:pt x="7" y="160"/>
                    </a:cubicBezTo>
                    <a:cubicBezTo>
                      <a:pt x="9" y="155"/>
                      <a:pt x="11" y="150"/>
                      <a:pt x="14" y="145"/>
                    </a:cubicBezTo>
                    <a:cubicBezTo>
                      <a:pt x="16" y="141"/>
                      <a:pt x="21" y="139"/>
                      <a:pt x="25" y="141"/>
                    </a:cubicBezTo>
                    <a:cubicBezTo>
                      <a:pt x="29" y="143"/>
                      <a:pt x="32" y="149"/>
                      <a:pt x="30" y="153"/>
                    </a:cubicBezTo>
                    <a:cubicBezTo>
                      <a:pt x="27" y="158"/>
                      <a:pt x="24" y="164"/>
                      <a:pt x="22" y="170"/>
                    </a:cubicBezTo>
                    <a:cubicBezTo>
                      <a:pt x="21" y="171"/>
                      <a:pt x="21" y="174"/>
                      <a:pt x="19" y="176"/>
                    </a:cubicBezTo>
                    <a:cubicBezTo>
                      <a:pt x="19" y="177"/>
                      <a:pt x="19" y="178"/>
                      <a:pt x="19" y="178"/>
                    </a:cubicBezTo>
                    <a:lnTo>
                      <a:pt x="19" y="179"/>
                    </a:lnTo>
                    <a:lnTo>
                      <a:pt x="19" y="180"/>
                    </a:lnTo>
                    <a:lnTo>
                      <a:pt x="20" y="180"/>
                    </a:lnTo>
                    <a:lnTo>
                      <a:pt x="20" y="181"/>
                    </a:lnTo>
                    <a:lnTo>
                      <a:pt x="21" y="181"/>
                    </a:lnTo>
                    <a:cubicBezTo>
                      <a:pt x="22" y="181"/>
                      <a:pt x="23" y="180"/>
                      <a:pt x="24" y="180"/>
                    </a:cubicBezTo>
                    <a:cubicBezTo>
                      <a:pt x="25" y="180"/>
                      <a:pt x="26" y="180"/>
                      <a:pt x="27" y="180"/>
                    </a:cubicBezTo>
                    <a:cubicBezTo>
                      <a:pt x="29" y="179"/>
                      <a:pt x="30" y="178"/>
                      <a:pt x="32" y="178"/>
                    </a:cubicBezTo>
                    <a:cubicBezTo>
                      <a:pt x="34" y="177"/>
                      <a:pt x="37" y="175"/>
                      <a:pt x="39" y="174"/>
                    </a:cubicBezTo>
                    <a:cubicBezTo>
                      <a:pt x="41" y="172"/>
                      <a:pt x="44" y="170"/>
                      <a:pt x="46" y="169"/>
                    </a:cubicBezTo>
                    <a:cubicBezTo>
                      <a:pt x="48" y="167"/>
                      <a:pt x="50" y="166"/>
                      <a:pt x="51" y="164"/>
                    </a:cubicBezTo>
                    <a:cubicBezTo>
                      <a:pt x="53" y="163"/>
                      <a:pt x="54" y="162"/>
                      <a:pt x="54" y="160"/>
                    </a:cubicBezTo>
                    <a:cubicBezTo>
                      <a:pt x="57" y="157"/>
                      <a:pt x="58" y="155"/>
                      <a:pt x="60" y="152"/>
                    </a:cubicBezTo>
                    <a:cubicBezTo>
                      <a:pt x="61" y="149"/>
                      <a:pt x="64" y="145"/>
                      <a:pt x="65" y="141"/>
                    </a:cubicBezTo>
                    <a:cubicBezTo>
                      <a:pt x="67" y="136"/>
                      <a:pt x="68" y="132"/>
                      <a:pt x="69" y="128"/>
                    </a:cubicBezTo>
                    <a:cubicBezTo>
                      <a:pt x="71" y="123"/>
                      <a:pt x="72" y="118"/>
                      <a:pt x="74" y="113"/>
                    </a:cubicBezTo>
                    <a:cubicBezTo>
                      <a:pt x="76" y="103"/>
                      <a:pt x="79" y="94"/>
                      <a:pt x="82" y="85"/>
                    </a:cubicBezTo>
                    <a:cubicBezTo>
                      <a:pt x="82" y="82"/>
                      <a:pt x="83" y="80"/>
                      <a:pt x="84" y="77"/>
                    </a:cubicBezTo>
                    <a:cubicBezTo>
                      <a:pt x="83" y="79"/>
                      <a:pt x="82" y="81"/>
                      <a:pt x="80" y="83"/>
                    </a:cubicBezTo>
                    <a:cubicBezTo>
                      <a:pt x="76" y="90"/>
                      <a:pt x="71" y="96"/>
                      <a:pt x="66" y="103"/>
                    </a:cubicBezTo>
                    <a:cubicBezTo>
                      <a:pt x="67" y="102"/>
                      <a:pt x="67" y="102"/>
                      <a:pt x="67" y="102"/>
                    </a:cubicBezTo>
                    <a:cubicBezTo>
                      <a:pt x="63" y="107"/>
                      <a:pt x="59" y="111"/>
                      <a:pt x="55" y="116"/>
                    </a:cubicBezTo>
                    <a:cubicBezTo>
                      <a:pt x="50" y="121"/>
                      <a:pt x="46" y="125"/>
                      <a:pt x="40" y="129"/>
                    </a:cubicBezTo>
                    <a:cubicBezTo>
                      <a:pt x="36" y="133"/>
                      <a:pt x="30" y="135"/>
                      <a:pt x="25" y="136"/>
                    </a:cubicBezTo>
                    <a:cubicBezTo>
                      <a:pt x="22" y="136"/>
                      <a:pt x="19" y="137"/>
                      <a:pt x="17" y="136"/>
                    </a:cubicBezTo>
                    <a:cubicBezTo>
                      <a:pt x="14" y="135"/>
                      <a:pt x="11" y="134"/>
                      <a:pt x="9" y="132"/>
                    </a:cubicBezTo>
                    <a:cubicBezTo>
                      <a:pt x="5" y="129"/>
                      <a:pt x="3" y="123"/>
                      <a:pt x="3" y="118"/>
                    </a:cubicBezTo>
                    <a:cubicBezTo>
                      <a:pt x="2" y="114"/>
                      <a:pt x="2" y="110"/>
                      <a:pt x="3" y="106"/>
                    </a:cubicBezTo>
                    <a:cubicBezTo>
                      <a:pt x="4" y="101"/>
                      <a:pt x="4" y="96"/>
                      <a:pt x="4" y="92"/>
                    </a:cubicBezTo>
                    <a:cubicBezTo>
                      <a:pt x="5" y="86"/>
                      <a:pt x="6" y="81"/>
                      <a:pt x="7" y="76"/>
                    </a:cubicBezTo>
                    <a:cubicBezTo>
                      <a:pt x="8" y="71"/>
                      <a:pt x="9" y="66"/>
                      <a:pt x="10" y="61"/>
                    </a:cubicBezTo>
                    <a:cubicBezTo>
                      <a:pt x="12" y="51"/>
                      <a:pt x="15" y="42"/>
                      <a:pt x="18" y="32"/>
                    </a:cubicBezTo>
                    <a:cubicBezTo>
                      <a:pt x="20" y="24"/>
                      <a:pt x="22" y="16"/>
                      <a:pt x="25" y="8"/>
                    </a:cubicBezTo>
                    <a:cubicBezTo>
                      <a:pt x="26" y="2"/>
                      <a:pt x="32" y="0"/>
                      <a:pt x="37" y="1"/>
                    </a:cubicBezTo>
                    <a:cubicBezTo>
                      <a:pt x="41" y="2"/>
                      <a:pt x="44" y="8"/>
                      <a:pt x="43" y="13"/>
                    </a:cubicBezTo>
                    <a:cubicBezTo>
                      <a:pt x="40" y="21"/>
                      <a:pt x="38" y="29"/>
                      <a:pt x="35" y="37"/>
                    </a:cubicBezTo>
                    <a:cubicBezTo>
                      <a:pt x="33" y="43"/>
                      <a:pt x="32" y="47"/>
                      <a:pt x="30" y="52"/>
                    </a:cubicBezTo>
                    <a:cubicBezTo>
                      <a:pt x="29" y="56"/>
                      <a:pt x="28" y="60"/>
                      <a:pt x="28" y="64"/>
                    </a:cubicBezTo>
                    <a:cubicBezTo>
                      <a:pt x="26" y="69"/>
                      <a:pt x="25" y="75"/>
                      <a:pt x="24" y="79"/>
                    </a:cubicBezTo>
                    <a:cubicBezTo>
                      <a:pt x="23" y="85"/>
                      <a:pt x="22" y="90"/>
                      <a:pt x="22" y="96"/>
                    </a:cubicBezTo>
                    <a:cubicBezTo>
                      <a:pt x="21" y="102"/>
                      <a:pt x="21" y="107"/>
                      <a:pt x="21" y="114"/>
                    </a:cubicBezTo>
                    <a:cubicBezTo>
                      <a:pt x="21" y="115"/>
                      <a:pt x="21" y="116"/>
                      <a:pt x="21" y="117"/>
                    </a:cubicBezTo>
                    <a:lnTo>
                      <a:pt x="21" y="118"/>
                    </a:lnTo>
                    <a:cubicBezTo>
                      <a:pt x="22" y="118"/>
                      <a:pt x="22" y="118"/>
                      <a:pt x="22" y="118"/>
                    </a:cubicBezTo>
                    <a:cubicBezTo>
                      <a:pt x="23" y="118"/>
                      <a:pt x="23" y="118"/>
                      <a:pt x="23" y="118"/>
                    </a:cubicBezTo>
                    <a:cubicBezTo>
                      <a:pt x="24" y="118"/>
                      <a:pt x="25" y="117"/>
                      <a:pt x="26" y="117"/>
                    </a:cubicBezTo>
                    <a:cubicBezTo>
                      <a:pt x="26" y="117"/>
                      <a:pt x="27" y="117"/>
                      <a:pt x="28" y="116"/>
                    </a:cubicBezTo>
                    <a:cubicBezTo>
                      <a:pt x="30" y="115"/>
                      <a:pt x="32" y="113"/>
                      <a:pt x="33" y="112"/>
                    </a:cubicBezTo>
                    <a:lnTo>
                      <a:pt x="33" y="113"/>
                    </a:lnTo>
                    <a:cubicBezTo>
                      <a:pt x="36" y="110"/>
                      <a:pt x="40" y="106"/>
                      <a:pt x="43" y="103"/>
                    </a:cubicBezTo>
                    <a:cubicBezTo>
                      <a:pt x="50" y="95"/>
                      <a:pt x="57" y="86"/>
                      <a:pt x="63" y="78"/>
                    </a:cubicBezTo>
                    <a:cubicBezTo>
                      <a:pt x="74" y="62"/>
                      <a:pt x="83" y="48"/>
                      <a:pt x="92" y="32"/>
                    </a:cubicBezTo>
                    <a:cubicBezTo>
                      <a:pt x="93" y="30"/>
                      <a:pt x="95" y="28"/>
                      <a:pt x="96" y="25"/>
                    </a:cubicBezTo>
                    <a:cubicBezTo>
                      <a:pt x="96" y="26"/>
                      <a:pt x="95" y="26"/>
                      <a:pt x="95" y="26"/>
                    </a:cubicBezTo>
                    <a:lnTo>
                      <a:pt x="96" y="26"/>
                    </a:lnTo>
                    <a:lnTo>
                      <a:pt x="95" y="26"/>
                    </a:lnTo>
                    <a:cubicBezTo>
                      <a:pt x="96" y="26"/>
                      <a:pt x="96" y="26"/>
                      <a:pt x="96" y="26"/>
                    </a:cubicBezTo>
                    <a:cubicBezTo>
                      <a:pt x="96" y="25"/>
                      <a:pt x="96" y="25"/>
                      <a:pt x="96" y="25"/>
                    </a:cubicBezTo>
                    <a:lnTo>
                      <a:pt x="96" y="26"/>
                    </a:lnTo>
                    <a:cubicBezTo>
                      <a:pt x="98" y="21"/>
                      <a:pt x="100" y="15"/>
                      <a:pt x="103" y="11"/>
                    </a:cubicBezTo>
                    <a:cubicBezTo>
                      <a:pt x="106" y="7"/>
                      <a:pt x="110" y="5"/>
                      <a:pt x="114" y="7"/>
                    </a:cubicBezTo>
                    <a:cubicBezTo>
                      <a:pt x="118" y="8"/>
                      <a:pt x="121" y="12"/>
                      <a:pt x="120" y="17"/>
                    </a:cubicBezTo>
                    <a:cubicBezTo>
                      <a:pt x="120" y="21"/>
                      <a:pt x="118" y="24"/>
                      <a:pt x="118" y="27"/>
                    </a:cubicBezTo>
                    <a:cubicBezTo>
                      <a:pt x="117" y="30"/>
                      <a:pt x="115" y="34"/>
                      <a:pt x="114" y="37"/>
                    </a:cubicBezTo>
                    <a:cubicBezTo>
                      <a:pt x="113" y="42"/>
                      <a:pt x="112" y="46"/>
                      <a:pt x="110" y="51"/>
                    </a:cubicBezTo>
                    <a:cubicBezTo>
                      <a:pt x="108" y="60"/>
                      <a:pt x="105" y="68"/>
                      <a:pt x="102" y="78"/>
                    </a:cubicBezTo>
                    <a:cubicBezTo>
                      <a:pt x="96" y="97"/>
                      <a:pt x="91" y="117"/>
                      <a:pt x="86" y="136"/>
                    </a:cubicBezTo>
                    <a:cubicBezTo>
                      <a:pt x="85" y="139"/>
                      <a:pt x="83" y="142"/>
                      <a:pt x="82" y="145"/>
                    </a:cubicBezTo>
                    <a:cubicBezTo>
                      <a:pt x="80" y="152"/>
                      <a:pt x="77" y="158"/>
                      <a:pt x="74" y="164"/>
                    </a:cubicBezTo>
                    <a:cubicBezTo>
                      <a:pt x="69" y="171"/>
                      <a:pt x="64" y="178"/>
                      <a:pt x="57" y="184"/>
                    </a:cubicBezTo>
                    <a:cubicBezTo>
                      <a:pt x="50" y="189"/>
                      <a:pt x="43" y="193"/>
                      <a:pt x="36" y="196"/>
                    </a:cubicBezTo>
                    <a:cubicBezTo>
                      <a:pt x="32" y="198"/>
                      <a:pt x="29" y="198"/>
                      <a:pt x="25" y="199"/>
                    </a:cubicBezTo>
                    <a:cubicBezTo>
                      <a:pt x="23" y="199"/>
                      <a:pt x="22" y="199"/>
                      <a:pt x="20" y="199"/>
                    </a:cubicBezTo>
                    <a:cubicBezTo>
                      <a:pt x="18" y="199"/>
                      <a:pt x="16" y="199"/>
                      <a:pt x="14" y="1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0" name="Google Shape;2460;p27"/>
              <p:cNvSpPr/>
              <p:nvPr/>
            </p:nvSpPr>
            <p:spPr>
              <a:xfrm>
                <a:off x="3350520" y="4104360"/>
                <a:ext cx="21240" cy="25200"/>
              </a:xfrm>
              <a:custGeom>
                <a:avLst/>
                <a:gdLst/>
                <a:ahLst/>
                <a:cxnLst/>
                <a:rect l="l" t="t" r="r" b="b"/>
                <a:pathLst>
                  <a:path w="59" h="70" extrusionOk="0">
                    <a:moveTo>
                      <a:pt x="22" y="69"/>
                    </a:moveTo>
                    <a:cubicBezTo>
                      <a:pt x="19" y="69"/>
                      <a:pt x="16" y="68"/>
                      <a:pt x="13" y="66"/>
                    </a:cubicBezTo>
                    <a:cubicBezTo>
                      <a:pt x="12" y="65"/>
                      <a:pt x="11" y="64"/>
                      <a:pt x="10" y="63"/>
                    </a:cubicBezTo>
                    <a:cubicBezTo>
                      <a:pt x="9" y="61"/>
                      <a:pt x="9" y="60"/>
                      <a:pt x="9" y="58"/>
                    </a:cubicBezTo>
                    <a:cubicBezTo>
                      <a:pt x="8" y="53"/>
                      <a:pt x="12" y="48"/>
                      <a:pt x="14" y="43"/>
                    </a:cubicBezTo>
                    <a:cubicBezTo>
                      <a:pt x="15" y="43"/>
                      <a:pt x="15" y="42"/>
                      <a:pt x="15" y="42"/>
                    </a:cubicBezTo>
                    <a:cubicBezTo>
                      <a:pt x="9" y="42"/>
                      <a:pt x="4" y="40"/>
                      <a:pt x="2" y="35"/>
                    </a:cubicBezTo>
                    <a:cubicBezTo>
                      <a:pt x="0" y="28"/>
                      <a:pt x="1" y="22"/>
                      <a:pt x="4" y="16"/>
                    </a:cubicBezTo>
                    <a:cubicBezTo>
                      <a:pt x="6" y="11"/>
                      <a:pt x="10" y="5"/>
                      <a:pt x="15" y="3"/>
                    </a:cubicBezTo>
                    <a:cubicBezTo>
                      <a:pt x="18" y="1"/>
                      <a:pt x="21" y="0"/>
                      <a:pt x="24" y="0"/>
                    </a:cubicBezTo>
                    <a:cubicBezTo>
                      <a:pt x="27" y="0"/>
                      <a:pt x="30" y="2"/>
                      <a:pt x="33" y="4"/>
                    </a:cubicBezTo>
                    <a:cubicBezTo>
                      <a:pt x="35" y="5"/>
                      <a:pt x="37" y="8"/>
                      <a:pt x="37" y="11"/>
                    </a:cubicBezTo>
                    <a:cubicBezTo>
                      <a:pt x="38" y="14"/>
                      <a:pt x="39" y="17"/>
                      <a:pt x="39" y="21"/>
                    </a:cubicBezTo>
                    <a:cubicBezTo>
                      <a:pt x="39" y="27"/>
                      <a:pt x="38" y="33"/>
                      <a:pt x="36" y="39"/>
                    </a:cubicBezTo>
                    <a:cubicBezTo>
                      <a:pt x="35" y="42"/>
                      <a:pt x="34" y="45"/>
                      <a:pt x="33" y="48"/>
                    </a:cubicBezTo>
                    <a:cubicBezTo>
                      <a:pt x="33" y="49"/>
                      <a:pt x="32" y="49"/>
                      <a:pt x="32" y="50"/>
                    </a:cubicBezTo>
                    <a:cubicBezTo>
                      <a:pt x="37" y="49"/>
                      <a:pt x="43" y="48"/>
                      <a:pt x="48" y="47"/>
                    </a:cubicBezTo>
                    <a:cubicBezTo>
                      <a:pt x="52" y="47"/>
                      <a:pt x="57" y="50"/>
                      <a:pt x="57" y="54"/>
                    </a:cubicBezTo>
                    <a:cubicBezTo>
                      <a:pt x="58" y="58"/>
                      <a:pt x="55" y="64"/>
                      <a:pt x="51" y="65"/>
                    </a:cubicBezTo>
                    <a:cubicBezTo>
                      <a:pt x="47" y="66"/>
                      <a:pt x="42" y="67"/>
                      <a:pt x="38" y="67"/>
                    </a:cubicBezTo>
                    <a:cubicBezTo>
                      <a:pt x="33" y="68"/>
                      <a:pt x="28" y="69"/>
                      <a:pt x="23" y="69"/>
                    </a:cubicBezTo>
                    <a:lnTo>
                      <a:pt x="22" y="6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1" name="Google Shape;2461;p27"/>
              <p:cNvSpPr/>
              <p:nvPr/>
            </p:nvSpPr>
            <p:spPr>
              <a:xfrm>
                <a:off x="3370320" y="4136760"/>
                <a:ext cx="25200" cy="9360"/>
              </a:xfrm>
              <a:custGeom>
                <a:avLst/>
                <a:gdLst/>
                <a:ahLst/>
                <a:cxnLst/>
                <a:rect l="l" t="t" r="r" b="b"/>
                <a:pathLst>
                  <a:path w="70" h="26" extrusionOk="0">
                    <a:moveTo>
                      <a:pt x="17" y="25"/>
                    </a:moveTo>
                    <a:cubicBezTo>
                      <a:pt x="13" y="25"/>
                      <a:pt x="8" y="24"/>
                      <a:pt x="4" y="21"/>
                    </a:cubicBezTo>
                    <a:cubicBezTo>
                      <a:pt x="2" y="19"/>
                      <a:pt x="0" y="15"/>
                      <a:pt x="0" y="12"/>
                    </a:cubicBezTo>
                    <a:cubicBezTo>
                      <a:pt x="1" y="9"/>
                      <a:pt x="3" y="6"/>
                      <a:pt x="5" y="5"/>
                    </a:cubicBezTo>
                    <a:cubicBezTo>
                      <a:pt x="9" y="2"/>
                      <a:pt x="14" y="3"/>
                      <a:pt x="17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21" y="6"/>
                      <a:pt x="23" y="6"/>
                      <a:pt x="25" y="6"/>
                    </a:cubicBezTo>
                    <a:lnTo>
                      <a:pt x="26" y="6"/>
                    </a:lnTo>
                    <a:lnTo>
                      <a:pt x="25" y="6"/>
                    </a:lnTo>
                    <a:cubicBezTo>
                      <a:pt x="31" y="6"/>
                      <a:pt x="35" y="5"/>
                      <a:pt x="40" y="5"/>
                    </a:cubicBezTo>
                    <a:cubicBezTo>
                      <a:pt x="45" y="3"/>
                      <a:pt x="51" y="2"/>
                      <a:pt x="56" y="1"/>
                    </a:cubicBezTo>
                    <a:cubicBezTo>
                      <a:pt x="61" y="0"/>
                      <a:pt x="66" y="3"/>
                      <a:pt x="67" y="8"/>
                    </a:cubicBezTo>
                    <a:cubicBezTo>
                      <a:pt x="69" y="13"/>
                      <a:pt x="66" y="19"/>
                      <a:pt x="60" y="19"/>
                    </a:cubicBezTo>
                    <a:cubicBezTo>
                      <a:pt x="51" y="21"/>
                      <a:pt x="42" y="23"/>
                      <a:pt x="32" y="24"/>
                    </a:cubicBezTo>
                    <a:cubicBezTo>
                      <a:pt x="28" y="25"/>
                      <a:pt x="25" y="25"/>
                      <a:pt x="21" y="25"/>
                    </a:cubicBezTo>
                    <a:cubicBezTo>
                      <a:pt x="20" y="25"/>
                      <a:pt x="18" y="25"/>
                      <a:pt x="17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2" name="Google Shape;2462;p27"/>
              <p:cNvSpPr/>
              <p:nvPr/>
            </p:nvSpPr>
            <p:spPr>
              <a:xfrm>
                <a:off x="3366000" y="4146120"/>
                <a:ext cx="41400" cy="1368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38" extrusionOk="0">
                    <a:moveTo>
                      <a:pt x="7" y="35"/>
                    </a:moveTo>
                    <a:cubicBezTo>
                      <a:pt x="2" y="33"/>
                      <a:pt x="0" y="27"/>
                      <a:pt x="2" y="22"/>
                    </a:cubicBezTo>
                    <a:cubicBezTo>
                      <a:pt x="3" y="21"/>
                      <a:pt x="5" y="18"/>
                      <a:pt x="8" y="18"/>
                    </a:cubicBezTo>
                    <a:cubicBezTo>
                      <a:pt x="10" y="16"/>
                      <a:pt x="13" y="17"/>
                      <a:pt x="15" y="18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8" y="18"/>
                      <a:pt x="20" y="18"/>
                      <a:pt x="22" y="18"/>
                    </a:cubicBezTo>
                    <a:cubicBezTo>
                      <a:pt x="27" y="18"/>
                      <a:pt x="32" y="17"/>
                      <a:pt x="36" y="16"/>
                    </a:cubicBezTo>
                    <a:cubicBezTo>
                      <a:pt x="41" y="16"/>
                      <a:pt x="46" y="15"/>
                      <a:pt x="50" y="14"/>
                    </a:cubicBezTo>
                    <a:cubicBezTo>
                      <a:pt x="56" y="13"/>
                      <a:pt x="62" y="11"/>
                      <a:pt x="68" y="10"/>
                    </a:cubicBezTo>
                    <a:cubicBezTo>
                      <a:pt x="79" y="7"/>
                      <a:pt x="92" y="4"/>
                      <a:pt x="103" y="1"/>
                    </a:cubicBezTo>
                    <a:cubicBezTo>
                      <a:pt x="107" y="0"/>
                      <a:pt x="111" y="2"/>
                      <a:pt x="113" y="6"/>
                    </a:cubicBezTo>
                    <a:cubicBezTo>
                      <a:pt x="114" y="10"/>
                      <a:pt x="113" y="15"/>
                      <a:pt x="108" y="16"/>
                    </a:cubicBezTo>
                    <a:cubicBezTo>
                      <a:pt x="93" y="21"/>
                      <a:pt x="79" y="26"/>
                      <a:pt x="64" y="29"/>
                    </a:cubicBezTo>
                    <a:cubicBezTo>
                      <a:pt x="56" y="31"/>
                      <a:pt x="49" y="33"/>
                      <a:pt x="41" y="34"/>
                    </a:cubicBezTo>
                    <a:cubicBezTo>
                      <a:pt x="37" y="35"/>
                      <a:pt x="33" y="36"/>
                      <a:pt x="30" y="36"/>
                    </a:cubicBezTo>
                    <a:cubicBezTo>
                      <a:pt x="27" y="36"/>
                      <a:pt x="23" y="37"/>
                      <a:pt x="21" y="37"/>
                    </a:cubicBezTo>
                    <a:cubicBezTo>
                      <a:pt x="19" y="37"/>
                      <a:pt x="18" y="37"/>
                      <a:pt x="18" y="37"/>
                    </a:cubicBezTo>
                    <a:cubicBezTo>
                      <a:pt x="14" y="37"/>
                      <a:pt x="10" y="37"/>
                      <a:pt x="7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3" name="Google Shape;2463;p27"/>
              <p:cNvSpPr/>
              <p:nvPr/>
            </p:nvSpPr>
            <p:spPr>
              <a:xfrm>
                <a:off x="3435120" y="4105080"/>
                <a:ext cx="71280" cy="57960"/>
              </a:xfrm>
              <a:custGeom>
                <a:avLst/>
                <a:gdLst/>
                <a:ahLst/>
                <a:cxnLst/>
                <a:rect l="l" t="t" r="r" b="b"/>
                <a:pathLst>
                  <a:path w="198" h="161" extrusionOk="0">
                    <a:moveTo>
                      <a:pt x="28" y="160"/>
                    </a:moveTo>
                    <a:cubicBezTo>
                      <a:pt x="22" y="159"/>
                      <a:pt x="18" y="158"/>
                      <a:pt x="13" y="154"/>
                    </a:cubicBezTo>
                    <a:cubicBezTo>
                      <a:pt x="8" y="150"/>
                      <a:pt x="5" y="144"/>
                      <a:pt x="4" y="139"/>
                    </a:cubicBezTo>
                    <a:cubicBezTo>
                      <a:pt x="0" y="126"/>
                      <a:pt x="0" y="112"/>
                      <a:pt x="2" y="99"/>
                    </a:cubicBezTo>
                    <a:cubicBezTo>
                      <a:pt x="3" y="95"/>
                      <a:pt x="4" y="90"/>
                      <a:pt x="5" y="86"/>
                    </a:cubicBezTo>
                    <a:cubicBezTo>
                      <a:pt x="6" y="80"/>
                      <a:pt x="8" y="74"/>
                      <a:pt x="11" y="69"/>
                    </a:cubicBezTo>
                    <a:cubicBezTo>
                      <a:pt x="13" y="60"/>
                      <a:pt x="17" y="53"/>
                      <a:pt x="21" y="46"/>
                    </a:cubicBezTo>
                    <a:cubicBezTo>
                      <a:pt x="25" y="38"/>
                      <a:pt x="30" y="30"/>
                      <a:pt x="36" y="24"/>
                    </a:cubicBezTo>
                    <a:cubicBezTo>
                      <a:pt x="41" y="18"/>
                      <a:pt x="47" y="13"/>
                      <a:pt x="54" y="9"/>
                    </a:cubicBezTo>
                    <a:cubicBezTo>
                      <a:pt x="61" y="6"/>
                      <a:pt x="69" y="4"/>
                      <a:pt x="77" y="7"/>
                    </a:cubicBezTo>
                    <a:cubicBezTo>
                      <a:pt x="80" y="8"/>
                      <a:pt x="82" y="10"/>
                      <a:pt x="85" y="12"/>
                    </a:cubicBezTo>
                    <a:cubicBezTo>
                      <a:pt x="85" y="11"/>
                      <a:pt x="85" y="9"/>
                      <a:pt x="86" y="8"/>
                    </a:cubicBezTo>
                    <a:cubicBezTo>
                      <a:pt x="87" y="3"/>
                      <a:pt x="93" y="0"/>
                      <a:pt x="97" y="2"/>
                    </a:cubicBezTo>
                    <a:cubicBezTo>
                      <a:pt x="103" y="3"/>
                      <a:pt x="105" y="8"/>
                      <a:pt x="104" y="14"/>
                    </a:cubicBezTo>
                    <a:cubicBezTo>
                      <a:pt x="103" y="19"/>
                      <a:pt x="101" y="24"/>
                      <a:pt x="99" y="29"/>
                    </a:cubicBezTo>
                    <a:cubicBezTo>
                      <a:pt x="98" y="31"/>
                      <a:pt x="98" y="34"/>
                      <a:pt x="97" y="36"/>
                    </a:cubicBezTo>
                    <a:cubicBezTo>
                      <a:pt x="97" y="38"/>
                      <a:pt x="96" y="39"/>
                      <a:pt x="96" y="41"/>
                    </a:cubicBezTo>
                    <a:cubicBezTo>
                      <a:pt x="94" y="43"/>
                      <a:pt x="93" y="45"/>
                      <a:pt x="91" y="46"/>
                    </a:cubicBezTo>
                    <a:cubicBezTo>
                      <a:pt x="88" y="48"/>
                      <a:pt x="84" y="48"/>
                      <a:pt x="81" y="46"/>
                    </a:cubicBezTo>
                    <a:cubicBezTo>
                      <a:pt x="78" y="45"/>
                      <a:pt x="77" y="41"/>
                      <a:pt x="77" y="38"/>
                    </a:cubicBezTo>
                    <a:cubicBezTo>
                      <a:pt x="77" y="37"/>
                      <a:pt x="77" y="36"/>
                      <a:pt x="77" y="35"/>
                    </a:cubicBezTo>
                    <a:lnTo>
                      <a:pt x="77" y="34"/>
                    </a:lnTo>
                    <a:cubicBezTo>
                      <a:pt x="76" y="34"/>
                      <a:pt x="76" y="33"/>
                      <a:pt x="76" y="32"/>
                    </a:cubicBezTo>
                    <a:cubicBezTo>
                      <a:pt x="76" y="31"/>
                      <a:pt x="76" y="31"/>
                      <a:pt x="75" y="30"/>
                    </a:cubicBezTo>
                    <a:cubicBezTo>
                      <a:pt x="75" y="29"/>
                      <a:pt x="75" y="28"/>
                      <a:pt x="74" y="27"/>
                    </a:cubicBezTo>
                    <a:lnTo>
                      <a:pt x="73" y="27"/>
                    </a:lnTo>
                    <a:cubicBezTo>
                      <a:pt x="73" y="27"/>
                      <a:pt x="73" y="26"/>
                      <a:pt x="72" y="26"/>
                    </a:cubicBezTo>
                    <a:cubicBezTo>
                      <a:pt x="72" y="25"/>
                      <a:pt x="72" y="25"/>
                      <a:pt x="71" y="25"/>
                    </a:cubicBezTo>
                    <a:lnTo>
                      <a:pt x="72" y="25"/>
                    </a:lnTo>
                    <a:lnTo>
                      <a:pt x="71" y="25"/>
                    </a:lnTo>
                    <a:lnTo>
                      <a:pt x="71" y="24"/>
                    </a:lnTo>
                    <a:cubicBezTo>
                      <a:pt x="70" y="24"/>
                      <a:pt x="70" y="24"/>
                      <a:pt x="69" y="24"/>
                    </a:cubicBezTo>
                    <a:lnTo>
                      <a:pt x="68" y="24"/>
                    </a:lnTo>
                    <a:cubicBezTo>
                      <a:pt x="67" y="24"/>
                      <a:pt x="66" y="24"/>
                      <a:pt x="66" y="24"/>
                    </a:cubicBezTo>
                    <a:cubicBezTo>
                      <a:pt x="65" y="24"/>
                      <a:pt x="64" y="25"/>
                      <a:pt x="63" y="25"/>
                    </a:cubicBezTo>
                    <a:lnTo>
                      <a:pt x="64" y="25"/>
                    </a:lnTo>
                    <a:cubicBezTo>
                      <a:pt x="63" y="25"/>
                      <a:pt x="62" y="25"/>
                      <a:pt x="62" y="25"/>
                    </a:cubicBezTo>
                    <a:cubicBezTo>
                      <a:pt x="61" y="26"/>
                      <a:pt x="60" y="27"/>
                      <a:pt x="59" y="27"/>
                    </a:cubicBezTo>
                    <a:cubicBezTo>
                      <a:pt x="58" y="28"/>
                      <a:pt x="57" y="29"/>
                      <a:pt x="55" y="29"/>
                    </a:cubicBezTo>
                    <a:cubicBezTo>
                      <a:pt x="54" y="31"/>
                      <a:pt x="52" y="32"/>
                      <a:pt x="50" y="34"/>
                    </a:cubicBezTo>
                    <a:cubicBezTo>
                      <a:pt x="48" y="36"/>
                      <a:pt x="47" y="39"/>
                      <a:pt x="44" y="41"/>
                    </a:cubicBezTo>
                    <a:cubicBezTo>
                      <a:pt x="45" y="41"/>
                      <a:pt x="45" y="41"/>
                      <a:pt x="45" y="40"/>
                    </a:cubicBezTo>
                    <a:cubicBezTo>
                      <a:pt x="41" y="46"/>
                      <a:pt x="38" y="52"/>
                      <a:pt x="34" y="57"/>
                    </a:cubicBezTo>
                    <a:cubicBezTo>
                      <a:pt x="31" y="63"/>
                      <a:pt x="29" y="67"/>
                      <a:pt x="27" y="73"/>
                    </a:cubicBezTo>
                    <a:cubicBezTo>
                      <a:pt x="24" y="81"/>
                      <a:pt x="22" y="89"/>
                      <a:pt x="20" y="98"/>
                    </a:cubicBezTo>
                    <a:cubicBezTo>
                      <a:pt x="19" y="102"/>
                      <a:pt x="19" y="105"/>
                      <a:pt x="18" y="109"/>
                    </a:cubicBezTo>
                    <a:cubicBezTo>
                      <a:pt x="18" y="112"/>
                      <a:pt x="18" y="115"/>
                      <a:pt x="18" y="117"/>
                    </a:cubicBezTo>
                    <a:cubicBezTo>
                      <a:pt x="18" y="120"/>
                      <a:pt x="19" y="123"/>
                      <a:pt x="19" y="126"/>
                    </a:cubicBezTo>
                    <a:lnTo>
                      <a:pt x="19" y="127"/>
                    </a:lnTo>
                    <a:cubicBezTo>
                      <a:pt x="19" y="126"/>
                      <a:pt x="19" y="126"/>
                      <a:pt x="19" y="126"/>
                    </a:cubicBezTo>
                    <a:cubicBezTo>
                      <a:pt x="19" y="128"/>
                      <a:pt x="20" y="130"/>
                      <a:pt x="20" y="133"/>
                    </a:cubicBezTo>
                    <a:cubicBezTo>
                      <a:pt x="21" y="134"/>
                      <a:pt x="22" y="135"/>
                      <a:pt x="22" y="136"/>
                    </a:cubicBezTo>
                    <a:cubicBezTo>
                      <a:pt x="22" y="137"/>
                      <a:pt x="23" y="137"/>
                      <a:pt x="23" y="138"/>
                    </a:cubicBezTo>
                    <a:cubicBezTo>
                      <a:pt x="23" y="137"/>
                      <a:pt x="23" y="137"/>
                      <a:pt x="22" y="137"/>
                    </a:cubicBezTo>
                    <a:cubicBezTo>
                      <a:pt x="23" y="137"/>
                      <a:pt x="23" y="138"/>
                      <a:pt x="23" y="138"/>
                    </a:cubicBezTo>
                    <a:cubicBezTo>
                      <a:pt x="24" y="139"/>
                      <a:pt x="24" y="140"/>
                      <a:pt x="25" y="140"/>
                    </a:cubicBezTo>
                    <a:lnTo>
                      <a:pt x="24" y="140"/>
                    </a:lnTo>
                    <a:cubicBezTo>
                      <a:pt x="25" y="140"/>
                      <a:pt x="25" y="140"/>
                      <a:pt x="25" y="140"/>
                    </a:cubicBezTo>
                    <a:cubicBezTo>
                      <a:pt x="26" y="141"/>
                      <a:pt x="26" y="141"/>
                      <a:pt x="26" y="141"/>
                    </a:cubicBezTo>
                    <a:lnTo>
                      <a:pt x="27" y="141"/>
                    </a:lnTo>
                    <a:cubicBezTo>
                      <a:pt x="28" y="141"/>
                      <a:pt x="29" y="141"/>
                      <a:pt x="29" y="141"/>
                    </a:cubicBezTo>
                    <a:cubicBezTo>
                      <a:pt x="30" y="142"/>
                      <a:pt x="30" y="142"/>
                      <a:pt x="31" y="142"/>
                    </a:cubicBezTo>
                    <a:cubicBezTo>
                      <a:pt x="31" y="142"/>
                      <a:pt x="31" y="141"/>
                      <a:pt x="32" y="141"/>
                    </a:cubicBezTo>
                    <a:cubicBezTo>
                      <a:pt x="33" y="141"/>
                      <a:pt x="34" y="141"/>
                      <a:pt x="35" y="141"/>
                    </a:cubicBezTo>
                    <a:cubicBezTo>
                      <a:pt x="37" y="140"/>
                      <a:pt x="39" y="140"/>
                      <a:pt x="41" y="138"/>
                    </a:cubicBezTo>
                    <a:cubicBezTo>
                      <a:pt x="43" y="137"/>
                      <a:pt x="45" y="137"/>
                      <a:pt x="47" y="136"/>
                    </a:cubicBezTo>
                    <a:cubicBezTo>
                      <a:pt x="49" y="134"/>
                      <a:pt x="51" y="133"/>
                      <a:pt x="52" y="131"/>
                    </a:cubicBezTo>
                    <a:cubicBezTo>
                      <a:pt x="57" y="128"/>
                      <a:pt x="61" y="124"/>
                      <a:pt x="64" y="120"/>
                    </a:cubicBezTo>
                    <a:cubicBezTo>
                      <a:pt x="67" y="117"/>
                      <a:pt x="69" y="115"/>
                      <a:pt x="72" y="112"/>
                    </a:cubicBezTo>
                    <a:cubicBezTo>
                      <a:pt x="75" y="108"/>
                      <a:pt x="78" y="105"/>
                      <a:pt x="80" y="101"/>
                    </a:cubicBezTo>
                    <a:lnTo>
                      <a:pt x="80" y="102"/>
                    </a:lnTo>
                    <a:cubicBezTo>
                      <a:pt x="82" y="98"/>
                      <a:pt x="85" y="95"/>
                      <a:pt x="86" y="92"/>
                    </a:cubicBezTo>
                    <a:cubicBezTo>
                      <a:pt x="89" y="87"/>
                      <a:pt x="92" y="81"/>
                      <a:pt x="94" y="75"/>
                    </a:cubicBezTo>
                    <a:cubicBezTo>
                      <a:pt x="94" y="74"/>
                      <a:pt x="95" y="73"/>
                      <a:pt x="95" y="72"/>
                    </a:cubicBezTo>
                    <a:cubicBezTo>
                      <a:pt x="96" y="71"/>
                      <a:pt x="96" y="71"/>
                      <a:pt x="96" y="70"/>
                    </a:cubicBezTo>
                    <a:cubicBezTo>
                      <a:pt x="97" y="65"/>
                      <a:pt x="103" y="62"/>
                      <a:pt x="108" y="64"/>
                    </a:cubicBezTo>
                    <a:cubicBezTo>
                      <a:pt x="112" y="65"/>
                      <a:pt x="116" y="71"/>
                      <a:pt x="114" y="76"/>
                    </a:cubicBezTo>
                    <a:lnTo>
                      <a:pt x="114" y="77"/>
                    </a:lnTo>
                    <a:cubicBezTo>
                      <a:pt x="113" y="78"/>
                      <a:pt x="112" y="80"/>
                      <a:pt x="112" y="81"/>
                    </a:cubicBezTo>
                    <a:cubicBezTo>
                      <a:pt x="112" y="83"/>
                      <a:pt x="111" y="85"/>
                      <a:pt x="111" y="88"/>
                    </a:cubicBezTo>
                    <a:cubicBezTo>
                      <a:pt x="111" y="90"/>
                      <a:pt x="111" y="92"/>
                      <a:pt x="111" y="95"/>
                    </a:cubicBezTo>
                    <a:cubicBezTo>
                      <a:pt x="111" y="96"/>
                      <a:pt x="111" y="98"/>
                      <a:pt x="111" y="100"/>
                    </a:cubicBezTo>
                    <a:cubicBezTo>
                      <a:pt x="112" y="101"/>
                      <a:pt x="112" y="102"/>
                      <a:pt x="112" y="103"/>
                    </a:cubicBezTo>
                    <a:cubicBezTo>
                      <a:pt x="112" y="103"/>
                      <a:pt x="112" y="105"/>
                      <a:pt x="113" y="105"/>
                    </a:cubicBezTo>
                    <a:cubicBezTo>
                      <a:pt x="113" y="106"/>
                      <a:pt x="114" y="106"/>
                      <a:pt x="114" y="108"/>
                    </a:cubicBezTo>
                    <a:cubicBezTo>
                      <a:pt x="114" y="108"/>
                      <a:pt x="115" y="108"/>
                      <a:pt x="115" y="109"/>
                    </a:cubicBezTo>
                    <a:cubicBezTo>
                      <a:pt x="115" y="109"/>
                      <a:pt x="116" y="109"/>
                      <a:pt x="116" y="110"/>
                    </a:cubicBezTo>
                    <a:lnTo>
                      <a:pt x="116" y="109"/>
                    </a:lnTo>
                    <a:cubicBezTo>
                      <a:pt x="116" y="110"/>
                      <a:pt x="117" y="110"/>
                      <a:pt x="117" y="110"/>
                    </a:cubicBezTo>
                    <a:lnTo>
                      <a:pt x="116" y="110"/>
                    </a:lnTo>
                    <a:cubicBezTo>
                      <a:pt x="117" y="110"/>
                      <a:pt x="117" y="110"/>
                      <a:pt x="117" y="110"/>
                    </a:cubicBezTo>
                    <a:cubicBezTo>
                      <a:pt x="117" y="110"/>
                      <a:pt x="118" y="110"/>
                      <a:pt x="118" y="111"/>
                    </a:cubicBezTo>
                    <a:lnTo>
                      <a:pt x="119" y="111"/>
                    </a:lnTo>
                    <a:cubicBezTo>
                      <a:pt x="119" y="111"/>
                      <a:pt x="120" y="111"/>
                      <a:pt x="120" y="112"/>
                    </a:cubicBezTo>
                    <a:cubicBezTo>
                      <a:pt x="121" y="112"/>
                      <a:pt x="121" y="112"/>
                      <a:pt x="121" y="112"/>
                    </a:cubicBezTo>
                    <a:cubicBezTo>
                      <a:pt x="122" y="111"/>
                      <a:pt x="122" y="111"/>
                      <a:pt x="122" y="111"/>
                    </a:cubicBezTo>
                    <a:cubicBezTo>
                      <a:pt x="124" y="111"/>
                      <a:pt x="125" y="111"/>
                      <a:pt x="126" y="110"/>
                    </a:cubicBezTo>
                    <a:cubicBezTo>
                      <a:pt x="127" y="110"/>
                      <a:pt x="128" y="110"/>
                      <a:pt x="129" y="109"/>
                    </a:cubicBezTo>
                    <a:cubicBezTo>
                      <a:pt x="131" y="109"/>
                      <a:pt x="132" y="108"/>
                      <a:pt x="133" y="108"/>
                    </a:cubicBezTo>
                    <a:cubicBezTo>
                      <a:pt x="134" y="106"/>
                      <a:pt x="136" y="105"/>
                      <a:pt x="138" y="104"/>
                    </a:cubicBezTo>
                    <a:cubicBezTo>
                      <a:pt x="140" y="102"/>
                      <a:pt x="143" y="99"/>
                      <a:pt x="145" y="96"/>
                    </a:cubicBezTo>
                    <a:cubicBezTo>
                      <a:pt x="149" y="93"/>
                      <a:pt x="152" y="89"/>
                      <a:pt x="156" y="84"/>
                    </a:cubicBezTo>
                    <a:cubicBezTo>
                      <a:pt x="161" y="76"/>
                      <a:pt x="167" y="67"/>
                      <a:pt x="172" y="57"/>
                    </a:cubicBezTo>
                    <a:cubicBezTo>
                      <a:pt x="174" y="55"/>
                      <a:pt x="175" y="52"/>
                      <a:pt x="176" y="50"/>
                    </a:cubicBezTo>
                    <a:cubicBezTo>
                      <a:pt x="177" y="48"/>
                      <a:pt x="177" y="47"/>
                      <a:pt x="177" y="46"/>
                    </a:cubicBezTo>
                    <a:cubicBezTo>
                      <a:pt x="177" y="45"/>
                      <a:pt x="178" y="43"/>
                      <a:pt x="178" y="42"/>
                    </a:cubicBezTo>
                    <a:cubicBezTo>
                      <a:pt x="178" y="41"/>
                      <a:pt x="178" y="41"/>
                      <a:pt x="178" y="40"/>
                    </a:cubicBezTo>
                    <a:lnTo>
                      <a:pt x="178" y="41"/>
                    </a:lnTo>
                    <a:cubicBezTo>
                      <a:pt x="178" y="40"/>
                      <a:pt x="178" y="39"/>
                      <a:pt x="178" y="38"/>
                    </a:cubicBezTo>
                    <a:cubicBezTo>
                      <a:pt x="178" y="38"/>
                      <a:pt x="177" y="37"/>
                      <a:pt x="177" y="36"/>
                    </a:cubicBezTo>
                    <a:cubicBezTo>
                      <a:pt x="177" y="35"/>
                      <a:pt x="176" y="34"/>
                      <a:pt x="175" y="32"/>
                    </a:cubicBezTo>
                    <a:cubicBezTo>
                      <a:pt x="175" y="31"/>
                      <a:pt x="175" y="31"/>
                      <a:pt x="175" y="31"/>
                    </a:cubicBezTo>
                    <a:cubicBezTo>
                      <a:pt x="174" y="29"/>
                      <a:pt x="174" y="29"/>
                      <a:pt x="173" y="28"/>
                    </a:cubicBezTo>
                    <a:cubicBezTo>
                      <a:pt x="172" y="28"/>
                      <a:pt x="172" y="28"/>
                      <a:pt x="172" y="27"/>
                    </a:cubicBezTo>
                    <a:cubicBezTo>
                      <a:pt x="171" y="27"/>
                      <a:pt x="171" y="27"/>
                      <a:pt x="170" y="27"/>
                    </a:cubicBezTo>
                    <a:cubicBezTo>
                      <a:pt x="170" y="26"/>
                      <a:pt x="170" y="26"/>
                      <a:pt x="169" y="26"/>
                    </a:cubicBezTo>
                    <a:cubicBezTo>
                      <a:pt x="168" y="25"/>
                      <a:pt x="167" y="25"/>
                      <a:pt x="166" y="25"/>
                    </a:cubicBezTo>
                    <a:cubicBezTo>
                      <a:pt x="165" y="25"/>
                      <a:pt x="164" y="24"/>
                      <a:pt x="163" y="24"/>
                    </a:cubicBezTo>
                    <a:cubicBezTo>
                      <a:pt x="162" y="24"/>
                      <a:pt x="161" y="24"/>
                      <a:pt x="160" y="24"/>
                    </a:cubicBezTo>
                    <a:cubicBezTo>
                      <a:pt x="159" y="24"/>
                      <a:pt x="158" y="24"/>
                      <a:pt x="157" y="25"/>
                    </a:cubicBezTo>
                    <a:cubicBezTo>
                      <a:pt x="156" y="25"/>
                      <a:pt x="154" y="25"/>
                      <a:pt x="153" y="25"/>
                    </a:cubicBezTo>
                    <a:cubicBezTo>
                      <a:pt x="153" y="26"/>
                      <a:pt x="152" y="26"/>
                      <a:pt x="150" y="27"/>
                    </a:cubicBezTo>
                    <a:cubicBezTo>
                      <a:pt x="148" y="28"/>
                      <a:pt x="146" y="29"/>
                      <a:pt x="145" y="30"/>
                    </a:cubicBezTo>
                    <a:cubicBezTo>
                      <a:pt x="142" y="31"/>
                      <a:pt x="140" y="33"/>
                      <a:pt x="138" y="34"/>
                    </a:cubicBezTo>
                    <a:cubicBezTo>
                      <a:pt x="138" y="35"/>
                      <a:pt x="136" y="36"/>
                      <a:pt x="136" y="36"/>
                    </a:cubicBezTo>
                    <a:cubicBezTo>
                      <a:pt x="135" y="38"/>
                      <a:pt x="135" y="38"/>
                      <a:pt x="133" y="39"/>
                    </a:cubicBezTo>
                    <a:cubicBezTo>
                      <a:pt x="131" y="43"/>
                      <a:pt x="125" y="43"/>
                      <a:pt x="121" y="41"/>
                    </a:cubicBezTo>
                    <a:cubicBezTo>
                      <a:pt x="117" y="37"/>
                      <a:pt x="117" y="31"/>
                      <a:pt x="119" y="28"/>
                    </a:cubicBezTo>
                    <a:cubicBezTo>
                      <a:pt x="121" y="25"/>
                      <a:pt x="123" y="24"/>
                      <a:pt x="125" y="22"/>
                    </a:cubicBezTo>
                    <a:cubicBezTo>
                      <a:pt x="127" y="20"/>
                      <a:pt x="129" y="18"/>
                      <a:pt x="132" y="16"/>
                    </a:cubicBezTo>
                    <a:cubicBezTo>
                      <a:pt x="137" y="13"/>
                      <a:pt x="143" y="10"/>
                      <a:pt x="149" y="7"/>
                    </a:cubicBezTo>
                    <a:cubicBezTo>
                      <a:pt x="160" y="4"/>
                      <a:pt x="173" y="5"/>
                      <a:pt x="183" y="13"/>
                    </a:cubicBezTo>
                    <a:cubicBezTo>
                      <a:pt x="187" y="15"/>
                      <a:pt x="191" y="20"/>
                      <a:pt x="193" y="25"/>
                    </a:cubicBezTo>
                    <a:cubicBezTo>
                      <a:pt x="195" y="31"/>
                      <a:pt x="197" y="37"/>
                      <a:pt x="196" y="43"/>
                    </a:cubicBezTo>
                    <a:cubicBezTo>
                      <a:pt x="195" y="53"/>
                      <a:pt x="191" y="62"/>
                      <a:pt x="185" y="71"/>
                    </a:cubicBezTo>
                    <a:cubicBezTo>
                      <a:pt x="183" y="75"/>
                      <a:pt x="181" y="79"/>
                      <a:pt x="178" y="83"/>
                    </a:cubicBezTo>
                    <a:cubicBezTo>
                      <a:pt x="172" y="92"/>
                      <a:pt x="167" y="100"/>
                      <a:pt x="160" y="108"/>
                    </a:cubicBezTo>
                    <a:cubicBezTo>
                      <a:pt x="155" y="113"/>
                      <a:pt x="151" y="117"/>
                      <a:pt x="146" y="121"/>
                    </a:cubicBezTo>
                    <a:cubicBezTo>
                      <a:pt x="140" y="125"/>
                      <a:pt x="134" y="127"/>
                      <a:pt x="128" y="129"/>
                    </a:cubicBezTo>
                    <a:cubicBezTo>
                      <a:pt x="122" y="130"/>
                      <a:pt x="116" y="130"/>
                      <a:pt x="111" y="128"/>
                    </a:cubicBezTo>
                    <a:cubicBezTo>
                      <a:pt x="105" y="126"/>
                      <a:pt x="101" y="122"/>
                      <a:pt x="98" y="116"/>
                    </a:cubicBezTo>
                    <a:cubicBezTo>
                      <a:pt x="97" y="115"/>
                      <a:pt x="96" y="112"/>
                      <a:pt x="95" y="110"/>
                    </a:cubicBezTo>
                    <a:cubicBezTo>
                      <a:pt x="91" y="116"/>
                      <a:pt x="87" y="122"/>
                      <a:pt x="82" y="127"/>
                    </a:cubicBezTo>
                    <a:cubicBezTo>
                      <a:pt x="76" y="134"/>
                      <a:pt x="69" y="141"/>
                      <a:pt x="62" y="147"/>
                    </a:cubicBezTo>
                    <a:cubicBezTo>
                      <a:pt x="58" y="150"/>
                      <a:pt x="52" y="154"/>
                      <a:pt x="47" y="156"/>
                    </a:cubicBezTo>
                    <a:cubicBezTo>
                      <a:pt x="41" y="158"/>
                      <a:pt x="36" y="160"/>
                      <a:pt x="30" y="160"/>
                    </a:cubicBezTo>
                    <a:cubicBezTo>
                      <a:pt x="29" y="160"/>
                      <a:pt x="29" y="160"/>
                      <a:pt x="28" y="1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4" name="Google Shape;2464;p27"/>
              <p:cNvSpPr/>
              <p:nvPr/>
            </p:nvSpPr>
            <p:spPr>
              <a:xfrm>
                <a:off x="3502440" y="4104720"/>
                <a:ext cx="33480" cy="53280"/>
              </a:xfrm>
              <a:custGeom>
                <a:avLst/>
                <a:gdLst/>
                <a:ahLst/>
                <a:cxnLst/>
                <a:rect l="l" t="t" r="r" b="b"/>
                <a:pathLst>
                  <a:path w="93" h="148" extrusionOk="0">
                    <a:moveTo>
                      <a:pt x="0" y="138"/>
                    </a:moveTo>
                    <a:cubicBezTo>
                      <a:pt x="0" y="133"/>
                      <a:pt x="4" y="128"/>
                      <a:pt x="9" y="128"/>
                    </a:cubicBezTo>
                    <a:cubicBezTo>
                      <a:pt x="14" y="127"/>
                      <a:pt x="21" y="127"/>
                      <a:pt x="27" y="126"/>
                    </a:cubicBezTo>
                    <a:cubicBezTo>
                      <a:pt x="32" y="125"/>
                      <a:pt x="37" y="124"/>
                      <a:pt x="42" y="123"/>
                    </a:cubicBezTo>
                    <a:cubicBezTo>
                      <a:pt x="44" y="122"/>
                      <a:pt x="46" y="122"/>
                      <a:pt x="48" y="120"/>
                    </a:cubicBezTo>
                    <a:cubicBezTo>
                      <a:pt x="49" y="120"/>
                      <a:pt x="49" y="120"/>
                      <a:pt x="50" y="120"/>
                    </a:cubicBezTo>
                    <a:cubicBezTo>
                      <a:pt x="50" y="119"/>
                      <a:pt x="51" y="119"/>
                      <a:pt x="51" y="119"/>
                    </a:cubicBezTo>
                    <a:cubicBezTo>
                      <a:pt x="51" y="119"/>
                      <a:pt x="51" y="118"/>
                      <a:pt x="50" y="118"/>
                    </a:cubicBezTo>
                    <a:cubicBezTo>
                      <a:pt x="51" y="118"/>
                      <a:pt x="51" y="119"/>
                      <a:pt x="51" y="119"/>
                    </a:cubicBezTo>
                    <a:cubicBezTo>
                      <a:pt x="47" y="115"/>
                      <a:pt x="44" y="112"/>
                      <a:pt x="39" y="108"/>
                    </a:cubicBezTo>
                    <a:cubicBezTo>
                      <a:pt x="40" y="108"/>
                      <a:pt x="40" y="109"/>
                      <a:pt x="41" y="109"/>
                    </a:cubicBezTo>
                    <a:cubicBezTo>
                      <a:pt x="35" y="103"/>
                      <a:pt x="29" y="97"/>
                      <a:pt x="23" y="91"/>
                    </a:cubicBezTo>
                    <a:cubicBezTo>
                      <a:pt x="20" y="88"/>
                      <a:pt x="17" y="84"/>
                      <a:pt x="14" y="80"/>
                    </a:cubicBezTo>
                    <a:cubicBezTo>
                      <a:pt x="12" y="76"/>
                      <a:pt x="10" y="71"/>
                      <a:pt x="9" y="67"/>
                    </a:cubicBezTo>
                    <a:cubicBezTo>
                      <a:pt x="7" y="58"/>
                      <a:pt x="7" y="48"/>
                      <a:pt x="10" y="39"/>
                    </a:cubicBezTo>
                    <a:cubicBezTo>
                      <a:pt x="13" y="31"/>
                      <a:pt x="19" y="24"/>
                      <a:pt x="25" y="18"/>
                    </a:cubicBezTo>
                    <a:cubicBezTo>
                      <a:pt x="33" y="11"/>
                      <a:pt x="42" y="7"/>
                      <a:pt x="51" y="4"/>
                    </a:cubicBezTo>
                    <a:cubicBezTo>
                      <a:pt x="55" y="3"/>
                      <a:pt x="59" y="2"/>
                      <a:pt x="64" y="1"/>
                    </a:cubicBezTo>
                    <a:cubicBezTo>
                      <a:pt x="69" y="0"/>
                      <a:pt x="74" y="1"/>
                      <a:pt x="79" y="3"/>
                    </a:cubicBezTo>
                    <a:cubicBezTo>
                      <a:pt x="86" y="4"/>
                      <a:pt x="92" y="10"/>
                      <a:pt x="92" y="17"/>
                    </a:cubicBezTo>
                    <a:cubicBezTo>
                      <a:pt x="92" y="18"/>
                      <a:pt x="92" y="20"/>
                      <a:pt x="92" y="21"/>
                    </a:cubicBezTo>
                    <a:cubicBezTo>
                      <a:pt x="92" y="23"/>
                      <a:pt x="91" y="25"/>
                      <a:pt x="90" y="26"/>
                    </a:cubicBezTo>
                    <a:cubicBezTo>
                      <a:pt x="87" y="28"/>
                      <a:pt x="84" y="29"/>
                      <a:pt x="80" y="28"/>
                    </a:cubicBezTo>
                    <a:cubicBezTo>
                      <a:pt x="77" y="27"/>
                      <a:pt x="75" y="24"/>
                      <a:pt x="74" y="21"/>
                    </a:cubicBezTo>
                    <a:lnTo>
                      <a:pt x="73" y="21"/>
                    </a:lnTo>
                    <a:lnTo>
                      <a:pt x="72" y="21"/>
                    </a:lnTo>
                    <a:cubicBezTo>
                      <a:pt x="71" y="20"/>
                      <a:pt x="70" y="20"/>
                      <a:pt x="69" y="20"/>
                    </a:cubicBezTo>
                    <a:cubicBezTo>
                      <a:pt x="68" y="20"/>
                      <a:pt x="67" y="20"/>
                      <a:pt x="66" y="20"/>
                    </a:cubicBezTo>
                    <a:lnTo>
                      <a:pt x="67" y="20"/>
                    </a:lnTo>
                    <a:cubicBezTo>
                      <a:pt x="66" y="20"/>
                      <a:pt x="65" y="20"/>
                      <a:pt x="63" y="20"/>
                    </a:cubicBezTo>
                    <a:cubicBezTo>
                      <a:pt x="61" y="21"/>
                      <a:pt x="59" y="21"/>
                      <a:pt x="56" y="22"/>
                    </a:cubicBezTo>
                    <a:cubicBezTo>
                      <a:pt x="53" y="23"/>
                      <a:pt x="51" y="24"/>
                      <a:pt x="48" y="25"/>
                    </a:cubicBezTo>
                    <a:cubicBezTo>
                      <a:pt x="46" y="26"/>
                      <a:pt x="44" y="27"/>
                      <a:pt x="42" y="28"/>
                    </a:cubicBezTo>
                    <a:cubicBezTo>
                      <a:pt x="41" y="29"/>
                      <a:pt x="40" y="30"/>
                      <a:pt x="38" y="31"/>
                    </a:cubicBezTo>
                    <a:cubicBezTo>
                      <a:pt x="38" y="32"/>
                      <a:pt x="37" y="33"/>
                      <a:pt x="35" y="34"/>
                    </a:cubicBezTo>
                    <a:cubicBezTo>
                      <a:pt x="34" y="35"/>
                      <a:pt x="33" y="36"/>
                      <a:pt x="32" y="38"/>
                    </a:cubicBezTo>
                    <a:cubicBezTo>
                      <a:pt x="31" y="39"/>
                      <a:pt x="30" y="41"/>
                      <a:pt x="30" y="42"/>
                    </a:cubicBezTo>
                    <a:cubicBezTo>
                      <a:pt x="29" y="43"/>
                      <a:pt x="28" y="44"/>
                      <a:pt x="28" y="45"/>
                    </a:cubicBezTo>
                    <a:cubicBezTo>
                      <a:pt x="28" y="46"/>
                      <a:pt x="27" y="48"/>
                      <a:pt x="27" y="49"/>
                    </a:cubicBezTo>
                    <a:cubicBezTo>
                      <a:pt x="27" y="50"/>
                      <a:pt x="27" y="50"/>
                      <a:pt x="27" y="52"/>
                    </a:cubicBezTo>
                    <a:cubicBezTo>
                      <a:pt x="26" y="53"/>
                      <a:pt x="26" y="54"/>
                      <a:pt x="26" y="55"/>
                    </a:cubicBezTo>
                    <a:cubicBezTo>
                      <a:pt x="27" y="57"/>
                      <a:pt x="27" y="59"/>
                      <a:pt x="27" y="60"/>
                    </a:cubicBezTo>
                    <a:cubicBezTo>
                      <a:pt x="27" y="62"/>
                      <a:pt x="27" y="63"/>
                      <a:pt x="28" y="64"/>
                    </a:cubicBezTo>
                    <a:cubicBezTo>
                      <a:pt x="28" y="65"/>
                      <a:pt x="28" y="66"/>
                      <a:pt x="29" y="68"/>
                    </a:cubicBezTo>
                    <a:cubicBezTo>
                      <a:pt x="30" y="69"/>
                      <a:pt x="30" y="70"/>
                      <a:pt x="31" y="71"/>
                    </a:cubicBezTo>
                    <a:cubicBezTo>
                      <a:pt x="32" y="73"/>
                      <a:pt x="34" y="74"/>
                      <a:pt x="35" y="77"/>
                    </a:cubicBezTo>
                    <a:cubicBezTo>
                      <a:pt x="41" y="83"/>
                      <a:pt x="46" y="89"/>
                      <a:pt x="53" y="95"/>
                    </a:cubicBezTo>
                    <a:cubicBezTo>
                      <a:pt x="55" y="97"/>
                      <a:pt x="58" y="99"/>
                      <a:pt x="61" y="102"/>
                    </a:cubicBezTo>
                    <a:cubicBezTo>
                      <a:pt x="63" y="105"/>
                      <a:pt x="66" y="107"/>
                      <a:pt x="69" y="110"/>
                    </a:cubicBezTo>
                    <a:cubicBezTo>
                      <a:pt x="69" y="112"/>
                      <a:pt x="70" y="114"/>
                      <a:pt x="70" y="116"/>
                    </a:cubicBezTo>
                    <a:cubicBezTo>
                      <a:pt x="71" y="119"/>
                      <a:pt x="70" y="122"/>
                      <a:pt x="70" y="124"/>
                    </a:cubicBezTo>
                    <a:cubicBezTo>
                      <a:pt x="69" y="129"/>
                      <a:pt x="65" y="132"/>
                      <a:pt x="61" y="135"/>
                    </a:cubicBezTo>
                    <a:cubicBezTo>
                      <a:pt x="58" y="137"/>
                      <a:pt x="53" y="139"/>
                      <a:pt x="48" y="140"/>
                    </a:cubicBezTo>
                    <a:cubicBezTo>
                      <a:pt x="42" y="142"/>
                      <a:pt x="35" y="143"/>
                      <a:pt x="29" y="144"/>
                    </a:cubicBezTo>
                    <a:cubicBezTo>
                      <a:pt x="30" y="144"/>
                      <a:pt x="30" y="144"/>
                      <a:pt x="30" y="144"/>
                    </a:cubicBezTo>
                    <a:cubicBezTo>
                      <a:pt x="24" y="145"/>
                      <a:pt x="17" y="146"/>
                      <a:pt x="11" y="147"/>
                    </a:cubicBezTo>
                    <a:cubicBezTo>
                      <a:pt x="10" y="147"/>
                      <a:pt x="10" y="147"/>
                      <a:pt x="10" y="147"/>
                    </a:cubicBezTo>
                    <a:cubicBezTo>
                      <a:pt x="5" y="147"/>
                      <a:pt x="1" y="143"/>
                      <a:pt x="0" y="1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5" name="Google Shape;2465;p27"/>
              <p:cNvSpPr/>
              <p:nvPr/>
            </p:nvSpPr>
            <p:spPr>
              <a:xfrm>
                <a:off x="3543120" y="4102200"/>
                <a:ext cx="45360" cy="5868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163" extrusionOk="0">
                    <a:moveTo>
                      <a:pt x="20" y="140"/>
                    </a:moveTo>
                    <a:cubicBezTo>
                      <a:pt x="20" y="138"/>
                      <a:pt x="21" y="137"/>
                      <a:pt x="23" y="137"/>
                    </a:cubicBezTo>
                    <a:cubicBezTo>
                      <a:pt x="26" y="133"/>
                      <a:pt x="29" y="129"/>
                      <a:pt x="32" y="125"/>
                    </a:cubicBezTo>
                    <a:cubicBezTo>
                      <a:pt x="31" y="126"/>
                      <a:pt x="31" y="126"/>
                      <a:pt x="31" y="126"/>
                    </a:cubicBezTo>
                    <a:cubicBezTo>
                      <a:pt x="30" y="126"/>
                      <a:pt x="28" y="127"/>
                      <a:pt x="27" y="127"/>
                    </a:cubicBezTo>
                    <a:cubicBezTo>
                      <a:pt x="27" y="128"/>
                      <a:pt x="26" y="129"/>
                      <a:pt x="26" y="129"/>
                    </a:cubicBezTo>
                    <a:cubicBezTo>
                      <a:pt x="25" y="129"/>
                      <a:pt x="24" y="130"/>
                      <a:pt x="24" y="130"/>
                    </a:cubicBezTo>
                    <a:cubicBezTo>
                      <a:pt x="23" y="131"/>
                      <a:pt x="23" y="131"/>
                      <a:pt x="23" y="131"/>
                    </a:cubicBezTo>
                    <a:cubicBezTo>
                      <a:pt x="23" y="132"/>
                      <a:pt x="22" y="133"/>
                      <a:pt x="21" y="134"/>
                    </a:cubicBezTo>
                    <a:cubicBezTo>
                      <a:pt x="21" y="135"/>
                      <a:pt x="21" y="136"/>
                      <a:pt x="20" y="137"/>
                    </a:cubicBezTo>
                    <a:lnTo>
                      <a:pt x="20" y="138"/>
                    </a:lnTo>
                    <a:cubicBezTo>
                      <a:pt x="20" y="139"/>
                      <a:pt x="20" y="139"/>
                      <a:pt x="20" y="140"/>
                    </a:cubicBezTo>
                    <a:moveTo>
                      <a:pt x="10" y="161"/>
                    </a:moveTo>
                    <a:cubicBezTo>
                      <a:pt x="6" y="159"/>
                      <a:pt x="2" y="155"/>
                      <a:pt x="1" y="150"/>
                    </a:cubicBezTo>
                    <a:cubicBezTo>
                      <a:pt x="0" y="144"/>
                      <a:pt x="0" y="138"/>
                      <a:pt x="2" y="133"/>
                    </a:cubicBezTo>
                    <a:cubicBezTo>
                      <a:pt x="4" y="127"/>
                      <a:pt x="7" y="122"/>
                      <a:pt x="10" y="117"/>
                    </a:cubicBezTo>
                    <a:cubicBezTo>
                      <a:pt x="15" y="113"/>
                      <a:pt x="21" y="110"/>
                      <a:pt x="27" y="108"/>
                    </a:cubicBezTo>
                    <a:cubicBezTo>
                      <a:pt x="33" y="106"/>
                      <a:pt x="38" y="105"/>
                      <a:pt x="45" y="105"/>
                    </a:cubicBezTo>
                    <a:cubicBezTo>
                      <a:pt x="45" y="105"/>
                      <a:pt x="46" y="105"/>
                      <a:pt x="47" y="105"/>
                    </a:cubicBezTo>
                    <a:cubicBezTo>
                      <a:pt x="47" y="104"/>
                      <a:pt x="47" y="103"/>
                      <a:pt x="47" y="103"/>
                    </a:cubicBezTo>
                    <a:cubicBezTo>
                      <a:pt x="50" y="99"/>
                      <a:pt x="52" y="94"/>
                      <a:pt x="55" y="89"/>
                    </a:cubicBezTo>
                    <a:cubicBezTo>
                      <a:pt x="58" y="85"/>
                      <a:pt x="60" y="80"/>
                      <a:pt x="62" y="75"/>
                    </a:cubicBezTo>
                    <a:cubicBezTo>
                      <a:pt x="63" y="72"/>
                      <a:pt x="65" y="70"/>
                      <a:pt x="66" y="67"/>
                    </a:cubicBezTo>
                    <a:cubicBezTo>
                      <a:pt x="66" y="66"/>
                      <a:pt x="66" y="66"/>
                      <a:pt x="66" y="65"/>
                    </a:cubicBezTo>
                    <a:cubicBezTo>
                      <a:pt x="65" y="65"/>
                      <a:pt x="64" y="66"/>
                      <a:pt x="63" y="65"/>
                    </a:cubicBezTo>
                    <a:cubicBezTo>
                      <a:pt x="58" y="64"/>
                      <a:pt x="54" y="60"/>
                      <a:pt x="54" y="55"/>
                    </a:cubicBezTo>
                    <a:cubicBezTo>
                      <a:pt x="54" y="49"/>
                      <a:pt x="56" y="43"/>
                      <a:pt x="59" y="38"/>
                    </a:cubicBezTo>
                    <a:cubicBezTo>
                      <a:pt x="59" y="35"/>
                      <a:pt x="60" y="33"/>
                      <a:pt x="61" y="31"/>
                    </a:cubicBezTo>
                    <a:cubicBezTo>
                      <a:pt x="63" y="27"/>
                      <a:pt x="65" y="22"/>
                      <a:pt x="67" y="17"/>
                    </a:cubicBezTo>
                    <a:cubicBezTo>
                      <a:pt x="69" y="14"/>
                      <a:pt x="71" y="10"/>
                      <a:pt x="74" y="7"/>
                    </a:cubicBezTo>
                    <a:cubicBezTo>
                      <a:pt x="76" y="4"/>
                      <a:pt x="77" y="3"/>
                      <a:pt x="79" y="2"/>
                    </a:cubicBezTo>
                    <a:cubicBezTo>
                      <a:pt x="81" y="0"/>
                      <a:pt x="84" y="0"/>
                      <a:pt x="87" y="0"/>
                    </a:cubicBezTo>
                    <a:cubicBezTo>
                      <a:pt x="91" y="2"/>
                      <a:pt x="95" y="5"/>
                      <a:pt x="96" y="10"/>
                    </a:cubicBezTo>
                    <a:cubicBezTo>
                      <a:pt x="98" y="16"/>
                      <a:pt x="97" y="22"/>
                      <a:pt x="95" y="29"/>
                    </a:cubicBezTo>
                    <a:cubicBezTo>
                      <a:pt x="94" y="35"/>
                      <a:pt x="93" y="41"/>
                      <a:pt x="91" y="48"/>
                    </a:cubicBezTo>
                    <a:cubicBezTo>
                      <a:pt x="90" y="54"/>
                      <a:pt x="87" y="60"/>
                      <a:pt x="85" y="66"/>
                    </a:cubicBezTo>
                    <a:cubicBezTo>
                      <a:pt x="83" y="71"/>
                      <a:pt x="80" y="76"/>
                      <a:pt x="79" y="81"/>
                    </a:cubicBezTo>
                    <a:cubicBezTo>
                      <a:pt x="76" y="86"/>
                      <a:pt x="74" y="91"/>
                      <a:pt x="72" y="95"/>
                    </a:cubicBezTo>
                    <a:cubicBezTo>
                      <a:pt x="70" y="99"/>
                      <a:pt x="67" y="103"/>
                      <a:pt x="66" y="106"/>
                    </a:cubicBezTo>
                    <a:cubicBezTo>
                      <a:pt x="76" y="109"/>
                      <a:pt x="85" y="113"/>
                      <a:pt x="94" y="118"/>
                    </a:cubicBezTo>
                    <a:cubicBezTo>
                      <a:pt x="101" y="122"/>
                      <a:pt x="107" y="126"/>
                      <a:pt x="114" y="129"/>
                    </a:cubicBezTo>
                    <a:cubicBezTo>
                      <a:pt x="115" y="130"/>
                      <a:pt x="117" y="131"/>
                      <a:pt x="118" y="131"/>
                    </a:cubicBezTo>
                    <a:cubicBezTo>
                      <a:pt x="123" y="133"/>
                      <a:pt x="125" y="139"/>
                      <a:pt x="123" y="144"/>
                    </a:cubicBezTo>
                    <a:cubicBezTo>
                      <a:pt x="121" y="148"/>
                      <a:pt x="115" y="151"/>
                      <a:pt x="111" y="148"/>
                    </a:cubicBezTo>
                    <a:cubicBezTo>
                      <a:pt x="101" y="144"/>
                      <a:pt x="93" y="138"/>
                      <a:pt x="84" y="133"/>
                    </a:cubicBezTo>
                    <a:cubicBezTo>
                      <a:pt x="79" y="131"/>
                      <a:pt x="73" y="128"/>
                      <a:pt x="68" y="126"/>
                    </a:cubicBezTo>
                    <a:cubicBezTo>
                      <a:pt x="69" y="126"/>
                      <a:pt x="69" y="126"/>
                      <a:pt x="69" y="126"/>
                    </a:cubicBezTo>
                    <a:lnTo>
                      <a:pt x="68" y="126"/>
                    </a:lnTo>
                    <a:lnTo>
                      <a:pt x="67" y="126"/>
                    </a:lnTo>
                    <a:lnTo>
                      <a:pt x="68" y="126"/>
                    </a:lnTo>
                    <a:cubicBezTo>
                      <a:pt x="65" y="125"/>
                      <a:pt x="63" y="124"/>
                      <a:pt x="60" y="123"/>
                    </a:cubicBezTo>
                    <a:cubicBezTo>
                      <a:pt x="58" y="123"/>
                      <a:pt x="57" y="123"/>
                      <a:pt x="56" y="123"/>
                    </a:cubicBezTo>
                    <a:cubicBezTo>
                      <a:pt x="55" y="123"/>
                      <a:pt x="55" y="123"/>
                      <a:pt x="55" y="123"/>
                    </a:cubicBezTo>
                    <a:cubicBezTo>
                      <a:pt x="50" y="131"/>
                      <a:pt x="44" y="138"/>
                      <a:pt x="38" y="146"/>
                    </a:cubicBezTo>
                    <a:cubicBezTo>
                      <a:pt x="35" y="151"/>
                      <a:pt x="30" y="155"/>
                      <a:pt x="26" y="159"/>
                    </a:cubicBezTo>
                    <a:cubicBezTo>
                      <a:pt x="23" y="161"/>
                      <a:pt x="19" y="162"/>
                      <a:pt x="15" y="162"/>
                    </a:cubicBezTo>
                    <a:cubicBezTo>
                      <a:pt x="13" y="162"/>
                      <a:pt x="12" y="162"/>
                      <a:pt x="10" y="16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6" name="Google Shape;2466;p27"/>
              <p:cNvSpPr/>
              <p:nvPr/>
            </p:nvSpPr>
            <p:spPr>
              <a:xfrm>
                <a:off x="3600720" y="4115880"/>
                <a:ext cx="1548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43" h="77" extrusionOk="0">
                    <a:moveTo>
                      <a:pt x="22" y="70"/>
                    </a:moveTo>
                    <a:cubicBezTo>
                      <a:pt x="18" y="59"/>
                      <a:pt x="14" y="49"/>
                      <a:pt x="9" y="39"/>
                    </a:cubicBezTo>
                    <a:cubicBezTo>
                      <a:pt x="5" y="31"/>
                      <a:pt x="2" y="23"/>
                      <a:pt x="1" y="15"/>
                    </a:cubicBezTo>
                    <a:cubicBezTo>
                      <a:pt x="0" y="12"/>
                      <a:pt x="0" y="10"/>
                      <a:pt x="1" y="8"/>
                    </a:cubicBezTo>
                    <a:cubicBezTo>
                      <a:pt x="1" y="5"/>
                      <a:pt x="3" y="3"/>
                      <a:pt x="5" y="1"/>
                    </a:cubicBezTo>
                    <a:cubicBezTo>
                      <a:pt x="8" y="0"/>
                      <a:pt x="11" y="0"/>
                      <a:pt x="14" y="0"/>
                    </a:cubicBezTo>
                    <a:cubicBezTo>
                      <a:pt x="15" y="0"/>
                      <a:pt x="16" y="1"/>
                      <a:pt x="17" y="1"/>
                    </a:cubicBezTo>
                    <a:cubicBezTo>
                      <a:pt x="22" y="3"/>
                      <a:pt x="25" y="8"/>
                      <a:pt x="23" y="13"/>
                    </a:cubicBezTo>
                    <a:cubicBezTo>
                      <a:pt x="23" y="15"/>
                      <a:pt x="22" y="16"/>
                      <a:pt x="21" y="17"/>
                    </a:cubicBezTo>
                    <a:cubicBezTo>
                      <a:pt x="23" y="25"/>
                      <a:pt x="27" y="33"/>
                      <a:pt x="30" y="41"/>
                    </a:cubicBezTo>
                    <a:cubicBezTo>
                      <a:pt x="33" y="48"/>
                      <a:pt x="37" y="56"/>
                      <a:pt x="40" y="63"/>
                    </a:cubicBezTo>
                    <a:cubicBezTo>
                      <a:pt x="42" y="68"/>
                      <a:pt x="39" y="74"/>
                      <a:pt x="35" y="75"/>
                    </a:cubicBezTo>
                    <a:cubicBezTo>
                      <a:pt x="33" y="76"/>
                      <a:pt x="32" y="76"/>
                      <a:pt x="32" y="76"/>
                    </a:cubicBezTo>
                    <a:cubicBezTo>
                      <a:pt x="28" y="76"/>
                      <a:pt x="24" y="74"/>
                      <a:pt x="22" y="7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7" name="Google Shape;2467;p27"/>
              <p:cNvSpPr/>
              <p:nvPr/>
            </p:nvSpPr>
            <p:spPr>
              <a:xfrm>
                <a:off x="3592800" y="4117320"/>
                <a:ext cx="38520" cy="38520"/>
              </a:xfrm>
              <a:custGeom>
                <a:avLst/>
                <a:gdLst/>
                <a:ahLst/>
                <a:cxnLst/>
                <a:rect l="l" t="t" r="r" b="b"/>
                <a:pathLst>
                  <a:path w="107" h="107" extrusionOk="0">
                    <a:moveTo>
                      <a:pt x="5" y="103"/>
                    </a:moveTo>
                    <a:cubicBezTo>
                      <a:pt x="1" y="100"/>
                      <a:pt x="0" y="94"/>
                      <a:pt x="3" y="90"/>
                    </a:cubicBezTo>
                    <a:cubicBezTo>
                      <a:pt x="15" y="77"/>
                      <a:pt x="26" y="63"/>
                      <a:pt x="38" y="49"/>
                    </a:cubicBezTo>
                    <a:cubicBezTo>
                      <a:pt x="44" y="42"/>
                      <a:pt x="50" y="35"/>
                      <a:pt x="57" y="28"/>
                    </a:cubicBezTo>
                    <a:cubicBezTo>
                      <a:pt x="63" y="20"/>
                      <a:pt x="71" y="12"/>
                      <a:pt x="79" y="6"/>
                    </a:cubicBezTo>
                    <a:cubicBezTo>
                      <a:pt x="83" y="3"/>
                      <a:pt x="88" y="0"/>
                      <a:pt x="93" y="0"/>
                    </a:cubicBezTo>
                    <a:cubicBezTo>
                      <a:pt x="97" y="0"/>
                      <a:pt x="100" y="2"/>
                      <a:pt x="103" y="5"/>
                    </a:cubicBezTo>
                    <a:cubicBezTo>
                      <a:pt x="106" y="8"/>
                      <a:pt x="106" y="15"/>
                      <a:pt x="103" y="18"/>
                    </a:cubicBezTo>
                    <a:cubicBezTo>
                      <a:pt x="99" y="21"/>
                      <a:pt x="95" y="21"/>
                      <a:pt x="92" y="20"/>
                    </a:cubicBezTo>
                    <a:cubicBezTo>
                      <a:pt x="91" y="20"/>
                      <a:pt x="91" y="20"/>
                      <a:pt x="91" y="20"/>
                    </a:cubicBezTo>
                    <a:cubicBezTo>
                      <a:pt x="90" y="21"/>
                      <a:pt x="89" y="22"/>
                      <a:pt x="87" y="23"/>
                    </a:cubicBezTo>
                    <a:cubicBezTo>
                      <a:pt x="83" y="27"/>
                      <a:pt x="79" y="31"/>
                      <a:pt x="75" y="35"/>
                    </a:cubicBezTo>
                    <a:cubicBezTo>
                      <a:pt x="75" y="35"/>
                      <a:pt x="75" y="34"/>
                      <a:pt x="76" y="34"/>
                    </a:cubicBezTo>
                    <a:cubicBezTo>
                      <a:pt x="65" y="45"/>
                      <a:pt x="55" y="57"/>
                      <a:pt x="45" y="68"/>
                    </a:cubicBezTo>
                    <a:cubicBezTo>
                      <a:pt x="36" y="80"/>
                      <a:pt x="27" y="91"/>
                      <a:pt x="17" y="102"/>
                    </a:cubicBezTo>
                    <a:cubicBezTo>
                      <a:pt x="16" y="105"/>
                      <a:pt x="13" y="106"/>
                      <a:pt x="10" y="106"/>
                    </a:cubicBezTo>
                    <a:cubicBezTo>
                      <a:pt x="8" y="106"/>
                      <a:pt x="6" y="105"/>
                      <a:pt x="5" y="10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8" name="Google Shape;2468;p27"/>
              <p:cNvSpPr/>
              <p:nvPr/>
            </p:nvSpPr>
            <p:spPr>
              <a:xfrm>
                <a:off x="3634560" y="4098240"/>
                <a:ext cx="55080" cy="3456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96" extrusionOk="0">
                    <a:moveTo>
                      <a:pt x="24" y="20"/>
                    </a:moveTo>
                    <a:lnTo>
                      <a:pt x="23" y="20"/>
                    </a:lnTo>
                    <a:lnTo>
                      <a:pt x="22" y="20"/>
                    </a:lnTo>
                    <a:cubicBezTo>
                      <a:pt x="22" y="20"/>
                      <a:pt x="23" y="20"/>
                      <a:pt x="24" y="20"/>
                    </a:cubicBezTo>
                    <a:moveTo>
                      <a:pt x="31" y="94"/>
                    </a:moveTo>
                    <a:cubicBezTo>
                      <a:pt x="30" y="94"/>
                      <a:pt x="30" y="94"/>
                      <a:pt x="29" y="93"/>
                    </a:cubicBezTo>
                    <a:cubicBezTo>
                      <a:pt x="27" y="92"/>
                      <a:pt x="27" y="92"/>
                      <a:pt x="26" y="91"/>
                    </a:cubicBezTo>
                    <a:cubicBezTo>
                      <a:pt x="24" y="89"/>
                      <a:pt x="22" y="87"/>
                      <a:pt x="22" y="85"/>
                    </a:cubicBezTo>
                    <a:cubicBezTo>
                      <a:pt x="20" y="81"/>
                      <a:pt x="22" y="77"/>
                      <a:pt x="23" y="72"/>
                    </a:cubicBezTo>
                    <a:cubicBezTo>
                      <a:pt x="25" y="64"/>
                      <a:pt x="26" y="56"/>
                      <a:pt x="26" y="48"/>
                    </a:cubicBezTo>
                    <a:cubicBezTo>
                      <a:pt x="27" y="45"/>
                      <a:pt x="27" y="42"/>
                      <a:pt x="27" y="39"/>
                    </a:cubicBezTo>
                    <a:cubicBezTo>
                      <a:pt x="25" y="40"/>
                      <a:pt x="23" y="39"/>
                      <a:pt x="20" y="39"/>
                    </a:cubicBezTo>
                    <a:lnTo>
                      <a:pt x="19" y="38"/>
                    </a:lnTo>
                    <a:cubicBezTo>
                      <a:pt x="15" y="38"/>
                      <a:pt x="11" y="37"/>
                      <a:pt x="7" y="35"/>
                    </a:cubicBezTo>
                    <a:cubicBezTo>
                      <a:pt x="0" y="29"/>
                      <a:pt x="0" y="21"/>
                      <a:pt x="2" y="14"/>
                    </a:cubicBezTo>
                    <a:cubicBezTo>
                      <a:pt x="4" y="10"/>
                      <a:pt x="6" y="7"/>
                      <a:pt x="9" y="4"/>
                    </a:cubicBezTo>
                    <a:cubicBezTo>
                      <a:pt x="13" y="2"/>
                      <a:pt x="17" y="1"/>
                      <a:pt x="21" y="0"/>
                    </a:cubicBezTo>
                    <a:cubicBezTo>
                      <a:pt x="29" y="0"/>
                      <a:pt x="37" y="4"/>
                      <a:pt x="41" y="11"/>
                    </a:cubicBezTo>
                    <a:cubicBezTo>
                      <a:pt x="46" y="20"/>
                      <a:pt x="46" y="29"/>
                      <a:pt x="46" y="39"/>
                    </a:cubicBezTo>
                    <a:cubicBezTo>
                      <a:pt x="46" y="45"/>
                      <a:pt x="45" y="52"/>
                      <a:pt x="44" y="58"/>
                    </a:cubicBezTo>
                    <a:cubicBezTo>
                      <a:pt x="44" y="61"/>
                      <a:pt x="43" y="64"/>
                      <a:pt x="43" y="68"/>
                    </a:cubicBezTo>
                    <a:cubicBezTo>
                      <a:pt x="42" y="70"/>
                      <a:pt x="42" y="73"/>
                      <a:pt x="41" y="75"/>
                    </a:cubicBezTo>
                    <a:cubicBezTo>
                      <a:pt x="44" y="74"/>
                      <a:pt x="47" y="74"/>
                      <a:pt x="49" y="73"/>
                    </a:cubicBezTo>
                    <a:cubicBezTo>
                      <a:pt x="60" y="70"/>
                      <a:pt x="70" y="65"/>
                      <a:pt x="81" y="61"/>
                    </a:cubicBezTo>
                    <a:cubicBezTo>
                      <a:pt x="86" y="59"/>
                      <a:pt x="92" y="56"/>
                      <a:pt x="98" y="53"/>
                    </a:cubicBezTo>
                    <a:cubicBezTo>
                      <a:pt x="112" y="47"/>
                      <a:pt x="126" y="42"/>
                      <a:pt x="140" y="36"/>
                    </a:cubicBezTo>
                    <a:cubicBezTo>
                      <a:pt x="144" y="34"/>
                      <a:pt x="149" y="36"/>
                      <a:pt x="150" y="40"/>
                    </a:cubicBezTo>
                    <a:cubicBezTo>
                      <a:pt x="152" y="45"/>
                      <a:pt x="150" y="49"/>
                      <a:pt x="146" y="51"/>
                    </a:cubicBezTo>
                    <a:cubicBezTo>
                      <a:pt x="129" y="59"/>
                      <a:pt x="113" y="66"/>
                      <a:pt x="97" y="73"/>
                    </a:cubicBezTo>
                    <a:cubicBezTo>
                      <a:pt x="86" y="78"/>
                      <a:pt x="74" y="83"/>
                      <a:pt x="63" y="88"/>
                    </a:cubicBezTo>
                    <a:cubicBezTo>
                      <a:pt x="58" y="89"/>
                      <a:pt x="53" y="92"/>
                      <a:pt x="47" y="93"/>
                    </a:cubicBezTo>
                    <a:cubicBezTo>
                      <a:pt x="44" y="94"/>
                      <a:pt x="41" y="94"/>
                      <a:pt x="39" y="94"/>
                    </a:cubicBezTo>
                    <a:cubicBezTo>
                      <a:pt x="38" y="95"/>
                      <a:pt x="37" y="95"/>
                      <a:pt x="36" y="95"/>
                    </a:cubicBezTo>
                    <a:cubicBezTo>
                      <a:pt x="34" y="95"/>
                      <a:pt x="33" y="94"/>
                      <a:pt x="31" y="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9" name="Google Shape;2469;p27"/>
              <p:cNvSpPr/>
              <p:nvPr/>
            </p:nvSpPr>
            <p:spPr>
              <a:xfrm>
                <a:off x="3516480" y="4921560"/>
                <a:ext cx="59040" cy="110160"/>
              </a:xfrm>
              <a:custGeom>
                <a:avLst/>
                <a:gdLst/>
                <a:ahLst/>
                <a:cxnLst/>
                <a:rect l="l" t="t" r="r" b="b"/>
                <a:pathLst>
                  <a:path w="164" h="306" extrusionOk="0">
                    <a:moveTo>
                      <a:pt x="28" y="304"/>
                    </a:moveTo>
                    <a:cubicBezTo>
                      <a:pt x="24" y="302"/>
                      <a:pt x="20" y="300"/>
                      <a:pt x="17" y="298"/>
                    </a:cubicBezTo>
                    <a:cubicBezTo>
                      <a:pt x="5" y="285"/>
                      <a:pt x="0" y="266"/>
                      <a:pt x="0" y="248"/>
                    </a:cubicBezTo>
                    <a:cubicBezTo>
                      <a:pt x="0" y="240"/>
                      <a:pt x="2" y="231"/>
                      <a:pt x="6" y="222"/>
                    </a:cubicBezTo>
                    <a:cubicBezTo>
                      <a:pt x="10" y="214"/>
                      <a:pt x="15" y="206"/>
                      <a:pt x="20" y="199"/>
                    </a:cubicBezTo>
                    <a:cubicBezTo>
                      <a:pt x="26" y="191"/>
                      <a:pt x="33" y="184"/>
                      <a:pt x="39" y="177"/>
                    </a:cubicBezTo>
                    <a:cubicBezTo>
                      <a:pt x="42" y="174"/>
                      <a:pt x="47" y="173"/>
                      <a:pt x="51" y="176"/>
                    </a:cubicBezTo>
                    <a:cubicBezTo>
                      <a:pt x="54" y="179"/>
                      <a:pt x="55" y="184"/>
                      <a:pt x="52" y="188"/>
                    </a:cubicBezTo>
                    <a:cubicBezTo>
                      <a:pt x="45" y="195"/>
                      <a:pt x="39" y="203"/>
                      <a:pt x="33" y="210"/>
                    </a:cubicBezTo>
                    <a:cubicBezTo>
                      <a:pt x="31" y="214"/>
                      <a:pt x="28" y="218"/>
                      <a:pt x="26" y="222"/>
                    </a:cubicBezTo>
                    <a:cubicBezTo>
                      <a:pt x="24" y="225"/>
                      <a:pt x="23" y="228"/>
                      <a:pt x="22" y="231"/>
                    </a:cubicBezTo>
                    <a:cubicBezTo>
                      <a:pt x="21" y="234"/>
                      <a:pt x="20" y="237"/>
                      <a:pt x="19" y="240"/>
                    </a:cubicBezTo>
                    <a:cubicBezTo>
                      <a:pt x="19" y="242"/>
                      <a:pt x="18" y="244"/>
                      <a:pt x="18" y="246"/>
                    </a:cubicBezTo>
                    <a:cubicBezTo>
                      <a:pt x="18" y="248"/>
                      <a:pt x="18" y="250"/>
                      <a:pt x="18" y="252"/>
                    </a:cubicBezTo>
                    <a:cubicBezTo>
                      <a:pt x="18" y="255"/>
                      <a:pt x="18" y="257"/>
                      <a:pt x="19" y="260"/>
                    </a:cubicBezTo>
                    <a:cubicBezTo>
                      <a:pt x="19" y="263"/>
                      <a:pt x="20" y="265"/>
                      <a:pt x="20" y="267"/>
                    </a:cubicBezTo>
                    <a:cubicBezTo>
                      <a:pt x="21" y="269"/>
                      <a:pt x="21" y="272"/>
                      <a:pt x="23" y="273"/>
                    </a:cubicBezTo>
                    <a:cubicBezTo>
                      <a:pt x="23" y="274"/>
                      <a:pt x="24" y="276"/>
                      <a:pt x="25" y="278"/>
                    </a:cubicBezTo>
                    <a:cubicBezTo>
                      <a:pt x="26" y="279"/>
                      <a:pt x="27" y="280"/>
                      <a:pt x="27" y="281"/>
                    </a:cubicBezTo>
                    <a:cubicBezTo>
                      <a:pt x="28" y="282"/>
                      <a:pt x="29" y="283"/>
                      <a:pt x="30" y="284"/>
                    </a:cubicBezTo>
                    <a:cubicBezTo>
                      <a:pt x="30" y="284"/>
                      <a:pt x="31" y="285"/>
                      <a:pt x="32" y="286"/>
                    </a:cubicBezTo>
                    <a:lnTo>
                      <a:pt x="33" y="286"/>
                    </a:lnTo>
                    <a:cubicBezTo>
                      <a:pt x="33" y="287"/>
                      <a:pt x="34" y="287"/>
                      <a:pt x="34" y="287"/>
                    </a:cubicBezTo>
                    <a:lnTo>
                      <a:pt x="35" y="287"/>
                    </a:lnTo>
                    <a:lnTo>
                      <a:pt x="36" y="287"/>
                    </a:lnTo>
                    <a:lnTo>
                      <a:pt x="37" y="287"/>
                    </a:lnTo>
                    <a:cubicBezTo>
                      <a:pt x="38" y="287"/>
                      <a:pt x="40" y="287"/>
                      <a:pt x="41" y="286"/>
                    </a:cubicBezTo>
                    <a:cubicBezTo>
                      <a:pt x="41" y="286"/>
                      <a:pt x="42" y="286"/>
                      <a:pt x="43" y="286"/>
                    </a:cubicBezTo>
                    <a:cubicBezTo>
                      <a:pt x="44" y="285"/>
                      <a:pt x="45" y="284"/>
                      <a:pt x="45" y="284"/>
                    </a:cubicBezTo>
                    <a:cubicBezTo>
                      <a:pt x="46" y="284"/>
                      <a:pt x="47" y="284"/>
                      <a:pt x="47" y="283"/>
                    </a:cubicBezTo>
                    <a:cubicBezTo>
                      <a:pt x="47" y="283"/>
                      <a:pt x="48" y="283"/>
                      <a:pt x="48" y="282"/>
                    </a:cubicBezTo>
                    <a:cubicBezTo>
                      <a:pt x="49" y="280"/>
                      <a:pt x="51" y="279"/>
                      <a:pt x="53" y="276"/>
                    </a:cubicBezTo>
                    <a:lnTo>
                      <a:pt x="52" y="277"/>
                    </a:lnTo>
                    <a:cubicBezTo>
                      <a:pt x="53" y="277"/>
                      <a:pt x="53" y="276"/>
                      <a:pt x="53" y="276"/>
                    </a:cubicBezTo>
                    <a:cubicBezTo>
                      <a:pt x="56" y="272"/>
                      <a:pt x="58" y="268"/>
                      <a:pt x="60" y="264"/>
                    </a:cubicBezTo>
                    <a:cubicBezTo>
                      <a:pt x="64" y="258"/>
                      <a:pt x="66" y="252"/>
                      <a:pt x="69" y="246"/>
                    </a:cubicBezTo>
                    <a:lnTo>
                      <a:pt x="69" y="247"/>
                    </a:lnTo>
                    <a:cubicBezTo>
                      <a:pt x="70" y="242"/>
                      <a:pt x="72" y="238"/>
                      <a:pt x="74" y="234"/>
                    </a:cubicBezTo>
                    <a:cubicBezTo>
                      <a:pt x="75" y="229"/>
                      <a:pt x="77" y="224"/>
                      <a:pt x="78" y="220"/>
                    </a:cubicBezTo>
                    <a:cubicBezTo>
                      <a:pt x="81" y="210"/>
                      <a:pt x="83" y="201"/>
                      <a:pt x="86" y="192"/>
                    </a:cubicBezTo>
                    <a:cubicBezTo>
                      <a:pt x="92" y="173"/>
                      <a:pt x="97" y="154"/>
                      <a:pt x="103" y="135"/>
                    </a:cubicBezTo>
                    <a:cubicBezTo>
                      <a:pt x="108" y="117"/>
                      <a:pt x="114" y="99"/>
                      <a:pt x="120" y="81"/>
                    </a:cubicBezTo>
                    <a:cubicBezTo>
                      <a:pt x="121" y="78"/>
                      <a:pt x="122" y="76"/>
                      <a:pt x="123" y="73"/>
                    </a:cubicBezTo>
                    <a:cubicBezTo>
                      <a:pt x="121" y="75"/>
                      <a:pt x="120" y="76"/>
                      <a:pt x="119" y="78"/>
                    </a:cubicBezTo>
                    <a:cubicBezTo>
                      <a:pt x="116" y="80"/>
                      <a:pt x="115" y="82"/>
                      <a:pt x="113" y="84"/>
                    </a:cubicBezTo>
                    <a:cubicBezTo>
                      <a:pt x="109" y="89"/>
                      <a:pt x="105" y="93"/>
                      <a:pt x="101" y="97"/>
                    </a:cubicBezTo>
                    <a:cubicBezTo>
                      <a:pt x="96" y="101"/>
                      <a:pt x="91" y="106"/>
                      <a:pt x="86" y="110"/>
                    </a:cubicBezTo>
                    <a:cubicBezTo>
                      <a:pt x="76" y="117"/>
                      <a:pt x="65" y="124"/>
                      <a:pt x="53" y="122"/>
                    </a:cubicBezTo>
                    <a:cubicBezTo>
                      <a:pt x="48" y="121"/>
                      <a:pt x="44" y="117"/>
                      <a:pt x="41" y="112"/>
                    </a:cubicBezTo>
                    <a:cubicBezTo>
                      <a:pt x="38" y="107"/>
                      <a:pt x="37" y="101"/>
                      <a:pt x="38" y="96"/>
                    </a:cubicBezTo>
                    <a:cubicBezTo>
                      <a:pt x="38" y="80"/>
                      <a:pt x="41" y="66"/>
                      <a:pt x="43" y="51"/>
                    </a:cubicBezTo>
                    <a:cubicBezTo>
                      <a:pt x="44" y="43"/>
                      <a:pt x="47" y="36"/>
                      <a:pt x="48" y="29"/>
                    </a:cubicBezTo>
                    <a:cubicBezTo>
                      <a:pt x="50" y="22"/>
                      <a:pt x="52" y="16"/>
                      <a:pt x="53" y="9"/>
                    </a:cubicBezTo>
                    <a:lnTo>
                      <a:pt x="53" y="8"/>
                    </a:lnTo>
                    <a:cubicBezTo>
                      <a:pt x="55" y="2"/>
                      <a:pt x="60" y="0"/>
                      <a:pt x="66" y="1"/>
                    </a:cubicBezTo>
                    <a:cubicBezTo>
                      <a:pt x="70" y="3"/>
                      <a:pt x="74" y="8"/>
                      <a:pt x="72" y="13"/>
                    </a:cubicBezTo>
                    <a:lnTo>
                      <a:pt x="72" y="14"/>
                    </a:lnTo>
                    <a:cubicBezTo>
                      <a:pt x="72" y="13"/>
                      <a:pt x="72" y="13"/>
                      <a:pt x="72" y="13"/>
                    </a:cubicBezTo>
                    <a:cubicBezTo>
                      <a:pt x="72" y="14"/>
                      <a:pt x="72" y="15"/>
                      <a:pt x="72" y="15"/>
                    </a:cubicBezTo>
                    <a:cubicBezTo>
                      <a:pt x="69" y="23"/>
                      <a:pt x="66" y="32"/>
                      <a:pt x="63" y="41"/>
                    </a:cubicBezTo>
                    <a:cubicBezTo>
                      <a:pt x="63" y="41"/>
                      <a:pt x="63" y="40"/>
                      <a:pt x="64" y="40"/>
                    </a:cubicBezTo>
                    <a:cubicBezTo>
                      <a:pt x="63" y="40"/>
                      <a:pt x="63" y="41"/>
                      <a:pt x="63" y="41"/>
                    </a:cubicBezTo>
                    <a:cubicBezTo>
                      <a:pt x="63" y="45"/>
                      <a:pt x="62" y="49"/>
                      <a:pt x="61" y="52"/>
                    </a:cubicBezTo>
                    <a:cubicBezTo>
                      <a:pt x="60" y="57"/>
                      <a:pt x="59" y="61"/>
                      <a:pt x="59" y="64"/>
                    </a:cubicBezTo>
                    <a:cubicBezTo>
                      <a:pt x="58" y="71"/>
                      <a:pt x="56" y="78"/>
                      <a:pt x="56" y="85"/>
                    </a:cubicBezTo>
                    <a:cubicBezTo>
                      <a:pt x="56" y="89"/>
                      <a:pt x="55" y="93"/>
                      <a:pt x="56" y="97"/>
                    </a:cubicBezTo>
                    <a:cubicBezTo>
                      <a:pt x="56" y="99"/>
                      <a:pt x="56" y="100"/>
                      <a:pt x="56" y="101"/>
                    </a:cubicBezTo>
                    <a:lnTo>
                      <a:pt x="56" y="102"/>
                    </a:lnTo>
                    <a:lnTo>
                      <a:pt x="56" y="103"/>
                    </a:lnTo>
                    <a:lnTo>
                      <a:pt x="57" y="103"/>
                    </a:lnTo>
                    <a:lnTo>
                      <a:pt x="58" y="104"/>
                    </a:lnTo>
                    <a:lnTo>
                      <a:pt x="59" y="104"/>
                    </a:lnTo>
                    <a:cubicBezTo>
                      <a:pt x="59" y="104"/>
                      <a:pt x="60" y="103"/>
                      <a:pt x="62" y="103"/>
                    </a:cubicBezTo>
                    <a:cubicBezTo>
                      <a:pt x="63" y="103"/>
                      <a:pt x="64" y="102"/>
                      <a:pt x="65" y="102"/>
                    </a:cubicBezTo>
                    <a:cubicBezTo>
                      <a:pt x="66" y="101"/>
                      <a:pt x="67" y="100"/>
                      <a:pt x="69" y="99"/>
                    </a:cubicBezTo>
                    <a:cubicBezTo>
                      <a:pt x="73" y="97"/>
                      <a:pt x="76" y="95"/>
                      <a:pt x="79" y="92"/>
                    </a:cubicBezTo>
                    <a:cubicBezTo>
                      <a:pt x="87" y="86"/>
                      <a:pt x="94" y="79"/>
                      <a:pt x="101" y="72"/>
                    </a:cubicBezTo>
                    <a:cubicBezTo>
                      <a:pt x="100" y="73"/>
                      <a:pt x="100" y="73"/>
                      <a:pt x="100" y="73"/>
                    </a:cubicBezTo>
                    <a:cubicBezTo>
                      <a:pt x="103" y="69"/>
                      <a:pt x="106" y="66"/>
                      <a:pt x="109" y="62"/>
                    </a:cubicBezTo>
                    <a:cubicBezTo>
                      <a:pt x="111" y="61"/>
                      <a:pt x="112" y="59"/>
                      <a:pt x="113" y="58"/>
                    </a:cubicBezTo>
                    <a:cubicBezTo>
                      <a:pt x="115" y="55"/>
                      <a:pt x="116" y="54"/>
                      <a:pt x="118" y="51"/>
                    </a:cubicBezTo>
                    <a:cubicBezTo>
                      <a:pt x="122" y="45"/>
                      <a:pt x="127" y="39"/>
                      <a:pt x="131" y="33"/>
                    </a:cubicBezTo>
                    <a:cubicBezTo>
                      <a:pt x="133" y="30"/>
                      <a:pt x="134" y="27"/>
                      <a:pt x="136" y="25"/>
                    </a:cubicBezTo>
                    <a:cubicBezTo>
                      <a:pt x="137" y="22"/>
                      <a:pt x="139" y="20"/>
                      <a:pt x="140" y="19"/>
                    </a:cubicBezTo>
                    <a:cubicBezTo>
                      <a:pt x="140" y="18"/>
                      <a:pt x="141" y="16"/>
                      <a:pt x="142" y="15"/>
                    </a:cubicBezTo>
                    <a:cubicBezTo>
                      <a:pt x="143" y="13"/>
                      <a:pt x="145" y="11"/>
                      <a:pt x="147" y="9"/>
                    </a:cubicBezTo>
                    <a:cubicBezTo>
                      <a:pt x="150" y="7"/>
                      <a:pt x="154" y="6"/>
                      <a:pt x="158" y="8"/>
                    </a:cubicBezTo>
                    <a:cubicBezTo>
                      <a:pt x="161" y="11"/>
                      <a:pt x="163" y="15"/>
                      <a:pt x="162" y="19"/>
                    </a:cubicBezTo>
                    <a:cubicBezTo>
                      <a:pt x="160" y="26"/>
                      <a:pt x="157" y="32"/>
                      <a:pt x="154" y="39"/>
                    </a:cubicBezTo>
                    <a:cubicBezTo>
                      <a:pt x="151" y="45"/>
                      <a:pt x="148" y="52"/>
                      <a:pt x="146" y="59"/>
                    </a:cubicBezTo>
                    <a:lnTo>
                      <a:pt x="146" y="58"/>
                    </a:lnTo>
                    <a:cubicBezTo>
                      <a:pt x="143" y="66"/>
                      <a:pt x="140" y="75"/>
                      <a:pt x="137" y="84"/>
                    </a:cubicBezTo>
                    <a:cubicBezTo>
                      <a:pt x="134" y="93"/>
                      <a:pt x="130" y="102"/>
                      <a:pt x="127" y="111"/>
                    </a:cubicBezTo>
                    <a:cubicBezTo>
                      <a:pt x="122" y="129"/>
                      <a:pt x="116" y="147"/>
                      <a:pt x="111" y="166"/>
                    </a:cubicBezTo>
                    <a:cubicBezTo>
                      <a:pt x="105" y="185"/>
                      <a:pt x="100" y="205"/>
                      <a:pt x="94" y="224"/>
                    </a:cubicBezTo>
                    <a:cubicBezTo>
                      <a:pt x="93" y="228"/>
                      <a:pt x="91" y="233"/>
                      <a:pt x="90" y="238"/>
                    </a:cubicBezTo>
                    <a:cubicBezTo>
                      <a:pt x="88" y="242"/>
                      <a:pt x="87" y="247"/>
                      <a:pt x="85" y="251"/>
                    </a:cubicBezTo>
                    <a:cubicBezTo>
                      <a:pt x="84" y="256"/>
                      <a:pt x="81" y="260"/>
                      <a:pt x="80" y="265"/>
                    </a:cubicBezTo>
                    <a:cubicBezTo>
                      <a:pt x="77" y="270"/>
                      <a:pt x="74" y="274"/>
                      <a:pt x="72" y="280"/>
                    </a:cubicBezTo>
                    <a:cubicBezTo>
                      <a:pt x="69" y="285"/>
                      <a:pt x="65" y="290"/>
                      <a:pt x="60" y="295"/>
                    </a:cubicBezTo>
                    <a:cubicBezTo>
                      <a:pt x="55" y="301"/>
                      <a:pt x="48" y="304"/>
                      <a:pt x="40" y="305"/>
                    </a:cubicBezTo>
                    <a:cubicBezTo>
                      <a:pt x="38" y="305"/>
                      <a:pt x="37" y="305"/>
                      <a:pt x="36" y="305"/>
                    </a:cubicBezTo>
                    <a:cubicBezTo>
                      <a:pt x="33" y="305"/>
                      <a:pt x="31" y="305"/>
                      <a:pt x="28" y="30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0" name="Google Shape;2470;p27"/>
              <p:cNvSpPr/>
              <p:nvPr/>
            </p:nvSpPr>
            <p:spPr>
              <a:xfrm>
                <a:off x="3611520" y="4934880"/>
                <a:ext cx="23760" cy="8280"/>
              </a:xfrm>
              <a:custGeom>
                <a:avLst/>
                <a:gdLst/>
                <a:ahLst/>
                <a:cxnLst/>
                <a:rect l="l" t="t" r="r" b="b"/>
                <a:pathLst>
                  <a:path w="66" h="23" extrusionOk="0">
                    <a:moveTo>
                      <a:pt x="13" y="22"/>
                    </a:moveTo>
                    <a:cubicBezTo>
                      <a:pt x="11" y="22"/>
                      <a:pt x="10" y="22"/>
                      <a:pt x="8" y="21"/>
                    </a:cubicBezTo>
                    <a:cubicBezTo>
                      <a:pt x="3" y="21"/>
                      <a:pt x="0" y="17"/>
                      <a:pt x="0" y="12"/>
                    </a:cubicBezTo>
                    <a:cubicBezTo>
                      <a:pt x="0" y="7"/>
                      <a:pt x="5" y="2"/>
                      <a:pt x="10" y="3"/>
                    </a:cubicBezTo>
                    <a:cubicBezTo>
                      <a:pt x="11" y="3"/>
                      <a:pt x="13" y="3"/>
                      <a:pt x="14" y="3"/>
                    </a:cubicBezTo>
                    <a:cubicBezTo>
                      <a:pt x="28" y="2"/>
                      <a:pt x="41" y="1"/>
                      <a:pt x="54" y="0"/>
                    </a:cubicBezTo>
                    <a:cubicBezTo>
                      <a:pt x="59" y="0"/>
                      <a:pt x="63" y="3"/>
                      <a:pt x="64" y="8"/>
                    </a:cubicBezTo>
                    <a:cubicBezTo>
                      <a:pt x="65" y="13"/>
                      <a:pt x="61" y="18"/>
                      <a:pt x="56" y="18"/>
                    </a:cubicBezTo>
                    <a:cubicBezTo>
                      <a:pt x="48" y="19"/>
                      <a:pt x="39" y="20"/>
                      <a:pt x="31" y="20"/>
                    </a:cubicBezTo>
                    <a:cubicBezTo>
                      <a:pt x="27" y="20"/>
                      <a:pt x="23" y="21"/>
                      <a:pt x="19" y="21"/>
                    </a:cubicBezTo>
                    <a:cubicBezTo>
                      <a:pt x="18" y="22"/>
                      <a:pt x="16" y="22"/>
                      <a:pt x="14" y="22"/>
                    </a:cubicBezTo>
                    <a:lnTo>
                      <a:pt x="13" y="2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1" name="Google Shape;2471;p27"/>
              <p:cNvSpPr/>
              <p:nvPr/>
            </p:nvSpPr>
            <p:spPr>
              <a:xfrm>
                <a:off x="3599640" y="4946400"/>
                <a:ext cx="4500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36" extrusionOk="0">
                    <a:moveTo>
                      <a:pt x="8" y="35"/>
                    </a:moveTo>
                    <a:cubicBezTo>
                      <a:pt x="3" y="34"/>
                      <a:pt x="0" y="31"/>
                      <a:pt x="0" y="25"/>
                    </a:cubicBezTo>
                    <a:cubicBezTo>
                      <a:pt x="0" y="25"/>
                      <a:pt x="0" y="24"/>
                      <a:pt x="0" y="23"/>
                    </a:cubicBezTo>
                    <a:cubicBezTo>
                      <a:pt x="0" y="24"/>
                      <a:pt x="0" y="24"/>
                      <a:pt x="0" y="24"/>
                    </a:cubicBezTo>
                    <a:lnTo>
                      <a:pt x="0" y="23"/>
                    </a:lnTo>
                    <a:cubicBezTo>
                      <a:pt x="1" y="17"/>
                      <a:pt x="7" y="15"/>
                      <a:pt x="12" y="16"/>
                    </a:cubicBezTo>
                    <a:lnTo>
                      <a:pt x="13" y="16"/>
                    </a:lnTo>
                    <a:cubicBezTo>
                      <a:pt x="23" y="16"/>
                      <a:pt x="32" y="14"/>
                      <a:pt x="42" y="12"/>
                    </a:cubicBezTo>
                    <a:cubicBezTo>
                      <a:pt x="50" y="11"/>
                      <a:pt x="57" y="10"/>
                      <a:pt x="64" y="9"/>
                    </a:cubicBezTo>
                    <a:cubicBezTo>
                      <a:pt x="81" y="6"/>
                      <a:pt x="98" y="3"/>
                      <a:pt x="114" y="1"/>
                    </a:cubicBezTo>
                    <a:cubicBezTo>
                      <a:pt x="118" y="0"/>
                      <a:pt x="122" y="3"/>
                      <a:pt x="123" y="7"/>
                    </a:cubicBezTo>
                    <a:cubicBezTo>
                      <a:pt x="124" y="11"/>
                      <a:pt x="121" y="16"/>
                      <a:pt x="117" y="17"/>
                    </a:cubicBezTo>
                    <a:cubicBezTo>
                      <a:pt x="100" y="20"/>
                      <a:pt x="82" y="23"/>
                      <a:pt x="65" y="26"/>
                    </a:cubicBezTo>
                    <a:cubicBezTo>
                      <a:pt x="58" y="27"/>
                      <a:pt x="51" y="29"/>
                      <a:pt x="44" y="30"/>
                    </a:cubicBezTo>
                    <a:cubicBezTo>
                      <a:pt x="40" y="31"/>
                      <a:pt x="35" y="32"/>
                      <a:pt x="31" y="32"/>
                    </a:cubicBezTo>
                    <a:cubicBezTo>
                      <a:pt x="28" y="33"/>
                      <a:pt x="26" y="34"/>
                      <a:pt x="24" y="34"/>
                    </a:cubicBezTo>
                    <a:cubicBezTo>
                      <a:pt x="21" y="34"/>
                      <a:pt x="19" y="35"/>
                      <a:pt x="16" y="35"/>
                    </a:cubicBezTo>
                    <a:cubicBezTo>
                      <a:pt x="14" y="35"/>
                      <a:pt x="12" y="35"/>
                      <a:pt x="11" y="35"/>
                    </a:cubicBezTo>
                    <a:cubicBezTo>
                      <a:pt x="10" y="35"/>
                      <a:pt x="9" y="35"/>
                      <a:pt x="8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2" name="Google Shape;2472;p27"/>
              <p:cNvSpPr/>
              <p:nvPr/>
            </p:nvSpPr>
            <p:spPr>
              <a:xfrm>
                <a:off x="3648240" y="4906440"/>
                <a:ext cx="48960" cy="74880"/>
              </a:xfrm>
              <a:custGeom>
                <a:avLst/>
                <a:gdLst/>
                <a:ahLst/>
                <a:cxnLst/>
                <a:rect l="l" t="t" r="r" b="b"/>
                <a:pathLst>
                  <a:path w="136" h="208" extrusionOk="0">
                    <a:moveTo>
                      <a:pt x="22" y="181"/>
                    </a:moveTo>
                    <a:cubicBezTo>
                      <a:pt x="26" y="177"/>
                      <a:pt x="30" y="173"/>
                      <a:pt x="33" y="169"/>
                    </a:cubicBezTo>
                    <a:lnTo>
                      <a:pt x="33" y="170"/>
                    </a:lnTo>
                    <a:cubicBezTo>
                      <a:pt x="40" y="161"/>
                      <a:pt x="48" y="153"/>
                      <a:pt x="55" y="144"/>
                    </a:cubicBezTo>
                    <a:cubicBezTo>
                      <a:pt x="55" y="143"/>
                      <a:pt x="56" y="143"/>
                      <a:pt x="56" y="142"/>
                    </a:cubicBezTo>
                    <a:lnTo>
                      <a:pt x="55" y="142"/>
                    </a:lnTo>
                    <a:cubicBezTo>
                      <a:pt x="55" y="142"/>
                      <a:pt x="55" y="141"/>
                      <a:pt x="54" y="141"/>
                    </a:cubicBezTo>
                    <a:cubicBezTo>
                      <a:pt x="54" y="141"/>
                      <a:pt x="53" y="141"/>
                      <a:pt x="52" y="141"/>
                    </a:cubicBezTo>
                    <a:cubicBezTo>
                      <a:pt x="52" y="141"/>
                      <a:pt x="51" y="141"/>
                      <a:pt x="51" y="142"/>
                    </a:cubicBezTo>
                    <a:cubicBezTo>
                      <a:pt x="50" y="142"/>
                      <a:pt x="50" y="142"/>
                      <a:pt x="49" y="142"/>
                    </a:cubicBezTo>
                    <a:lnTo>
                      <a:pt x="50" y="142"/>
                    </a:lnTo>
                    <a:lnTo>
                      <a:pt x="49" y="142"/>
                    </a:lnTo>
                    <a:lnTo>
                      <a:pt x="48" y="142"/>
                    </a:lnTo>
                    <a:cubicBezTo>
                      <a:pt x="49" y="142"/>
                      <a:pt x="49" y="142"/>
                      <a:pt x="49" y="142"/>
                    </a:cubicBezTo>
                    <a:cubicBezTo>
                      <a:pt x="48" y="142"/>
                      <a:pt x="48" y="143"/>
                      <a:pt x="47" y="143"/>
                    </a:cubicBezTo>
                    <a:cubicBezTo>
                      <a:pt x="46" y="143"/>
                      <a:pt x="45" y="144"/>
                      <a:pt x="44" y="145"/>
                    </a:cubicBezTo>
                    <a:cubicBezTo>
                      <a:pt x="43" y="146"/>
                      <a:pt x="43" y="146"/>
                      <a:pt x="42" y="148"/>
                    </a:cubicBezTo>
                    <a:cubicBezTo>
                      <a:pt x="40" y="149"/>
                      <a:pt x="38" y="152"/>
                      <a:pt x="36" y="154"/>
                    </a:cubicBezTo>
                    <a:cubicBezTo>
                      <a:pt x="33" y="159"/>
                      <a:pt x="30" y="163"/>
                      <a:pt x="27" y="168"/>
                    </a:cubicBezTo>
                    <a:cubicBezTo>
                      <a:pt x="26" y="171"/>
                      <a:pt x="24" y="175"/>
                      <a:pt x="23" y="178"/>
                    </a:cubicBezTo>
                    <a:cubicBezTo>
                      <a:pt x="22" y="180"/>
                      <a:pt x="22" y="180"/>
                      <a:pt x="22" y="181"/>
                    </a:cubicBezTo>
                    <a:moveTo>
                      <a:pt x="9" y="206"/>
                    </a:moveTo>
                    <a:cubicBezTo>
                      <a:pt x="8" y="206"/>
                      <a:pt x="6" y="205"/>
                      <a:pt x="5" y="204"/>
                    </a:cubicBezTo>
                    <a:cubicBezTo>
                      <a:pt x="2" y="202"/>
                      <a:pt x="1" y="198"/>
                      <a:pt x="1" y="195"/>
                    </a:cubicBezTo>
                    <a:cubicBezTo>
                      <a:pt x="0" y="191"/>
                      <a:pt x="1" y="187"/>
                      <a:pt x="2" y="183"/>
                    </a:cubicBezTo>
                    <a:cubicBezTo>
                      <a:pt x="3" y="179"/>
                      <a:pt x="4" y="174"/>
                      <a:pt x="6" y="170"/>
                    </a:cubicBezTo>
                    <a:cubicBezTo>
                      <a:pt x="9" y="162"/>
                      <a:pt x="14" y="154"/>
                      <a:pt x="19" y="148"/>
                    </a:cubicBezTo>
                    <a:cubicBezTo>
                      <a:pt x="23" y="141"/>
                      <a:pt x="28" y="134"/>
                      <a:pt x="34" y="129"/>
                    </a:cubicBezTo>
                    <a:cubicBezTo>
                      <a:pt x="41" y="125"/>
                      <a:pt x="49" y="122"/>
                      <a:pt x="57" y="123"/>
                    </a:cubicBezTo>
                    <a:cubicBezTo>
                      <a:pt x="61" y="124"/>
                      <a:pt x="65" y="125"/>
                      <a:pt x="68" y="127"/>
                    </a:cubicBezTo>
                    <a:cubicBezTo>
                      <a:pt x="71" y="123"/>
                      <a:pt x="74" y="119"/>
                      <a:pt x="77" y="115"/>
                    </a:cubicBezTo>
                    <a:lnTo>
                      <a:pt x="76" y="116"/>
                    </a:lnTo>
                    <a:cubicBezTo>
                      <a:pt x="79" y="111"/>
                      <a:pt x="83" y="107"/>
                      <a:pt x="86" y="103"/>
                    </a:cubicBezTo>
                    <a:cubicBezTo>
                      <a:pt x="91" y="95"/>
                      <a:pt x="96" y="87"/>
                      <a:pt x="100" y="79"/>
                    </a:cubicBezTo>
                    <a:cubicBezTo>
                      <a:pt x="103" y="72"/>
                      <a:pt x="107" y="66"/>
                      <a:pt x="109" y="59"/>
                    </a:cubicBezTo>
                    <a:lnTo>
                      <a:pt x="109" y="60"/>
                    </a:lnTo>
                    <a:cubicBezTo>
                      <a:pt x="111" y="54"/>
                      <a:pt x="113" y="47"/>
                      <a:pt x="114" y="42"/>
                    </a:cubicBezTo>
                    <a:cubicBezTo>
                      <a:pt x="114" y="41"/>
                      <a:pt x="115" y="41"/>
                      <a:pt x="115" y="41"/>
                    </a:cubicBezTo>
                    <a:cubicBezTo>
                      <a:pt x="115" y="41"/>
                      <a:pt x="114" y="41"/>
                      <a:pt x="114" y="42"/>
                    </a:cubicBezTo>
                    <a:cubicBezTo>
                      <a:pt x="115" y="38"/>
                      <a:pt x="116" y="35"/>
                      <a:pt x="116" y="31"/>
                    </a:cubicBezTo>
                    <a:cubicBezTo>
                      <a:pt x="117" y="28"/>
                      <a:pt x="117" y="25"/>
                      <a:pt x="117" y="22"/>
                    </a:cubicBezTo>
                    <a:lnTo>
                      <a:pt x="117" y="21"/>
                    </a:lnTo>
                    <a:cubicBezTo>
                      <a:pt x="117" y="21"/>
                      <a:pt x="117" y="20"/>
                      <a:pt x="116" y="20"/>
                    </a:cubicBezTo>
                    <a:cubicBezTo>
                      <a:pt x="116" y="19"/>
                      <a:pt x="116" y="19"/>
                      <a:pt x="116" y="19"/>
                    </a:cubicBezTo>
                    <a:lnTo>
                      <a:pt x="115" y="19"/>
                    </a:lnTo>
                    <a:cubicBezTo>
                      <a:pt x="114" y="20"/>
                      <a:pt x="114" y="21"/>
                      <a:pt x="112" y="22"/>
                    </a:cubicBezTo>
                    <a:cubicBezTo>
                      <a:pt x="110" y="25"/>
                      <a:pt x="107" y="29"/>
                      <a:pt x="104" y="33"/>
                    </a:cubicBezTo>
                    <a:cubicBezTo>
                      <a:pt x="101" y="36"/>
                      <a:pt x="100" y="38"/>
                      <a:pt x="98" y="42"/>
                    </a:cubicBezTo>
                    <a:lnTo>
                      <a:pt x="98" y="41"/>
                    </a:lnTo>
                    <a:cubicBezTo>
                      <a:pt x="97" y="44"/>
                      <a:pt x="95" y="47"/>
                      <a:pt x="94" y="50"/>
                    </a:cubicBezTo>
                    <a:cubicBezTo>
                      <a:pt x="93" y="52"/>
                      <a:pt x="93" y="54"/>
                      <a:pt x="93" y="55"/>
                    </a:cubicBezTo>
                    <a:cubicBezTo>
                      <a:pt x="96" y="58"/>
                      <a:pt x="97" y="62"/>
                      <a:pt x="96" y="67"/>
                    </a:cubicBezTo>
                    <a:cubicBezTo>
                      <a:pt x="94" y="71"/>
                      <a:pt x="89" y="74"/>
                      <a:pt x="84" y="73"/>
                    </a:cubicBezTo>
                    <a:cubicBezTo>
                      <a:pt x="80" y="72"/>
                      <a:pt x="77" y="70"/>
                      <a:pt x="75" y="66"/>
                    </a:cubicBezTo>
                    <a:cubicBezTo>
                      <a:pt x="72" y="61"/>
                      <a:pt x="73" y="55"/>
                      <a:pt x="75" y="50"/>
                    </a:cubicBezTo>
                    <a:cubicBezTo>
                      <a:pt x="76" y="44"/>
                      <a:pt x="79" y="38"/>
                      <a:pt x="82" y="33"/>
                    </a:cubicBezTo>
                    <a:cubicBezTo>
                      <a:pt x="84" y="28"/>
                      <a:pt x="87" y="24"/>
                      <a:pt x="91" y="19"/>
                    </a:cubicBezTo>
                    <a:cubicBezTo>
                      <a:pt x="92" y="18"/>
                      <a:pt x="93" y="16"/>
                      <a:pt x="95" y="14"/>
                    </a:cubicBezTo>
                    <a:cubicBezTo>
                      <a:pt x="96" y="13"/>
                      <a:pt x="97" y="12"/>
                      <a:pt x="97" y="11"/>
                    </a:cubicBezTo>
                    <a:cubicBezTo>
                      <a:pt x="100" y="8"/>
                      <a:pt x="102" y="5"/>
                      <a:pt x="105" y="4"/>
                    </a:cubicBezTo>
                    <a:cubicBezTo>
                      <a:pt x="106" y="2"/>
                      <a:pt x="107" y="2"/>
                      <a:pt x="108" y="1"/>
                    </a:cubicBezTo>
                    <a:cubicBezTo>
                      <a:pt x="110" y="1"/>
                      <a:pt x="111" y="0"/>
                      <a:pt x="112" y="0"/>
                    </a:cubicBezTo>
                    <a:cubicBezTo>
                      <a:pt x="114" y="0"/>
                      <a:pt x="117" y="0"/>
                      <a:pt x="119" y="0"/>
                    </a:cubicBezTo>
                    <a:cubicBezTo>
                      <a:pt x="125" y="1"/>
                      <a:pt x="129" y="5"/>
                      <a:pt x="132" y="10"/>
                    </a:cubicBezTo>
                    <a:cubicBezTo>
                      <a:pt x="133" y="12"/>
                      <a:pt x="133" y="14"/>
                      <a:pt x="134" y="17"/>
                    </a:cubicBezTo>
                    <a:cubicBezTo>
                      <a:pt x="135" y="20"/>
                      <a:pt x="135" y="22"/>
                      <a:pt x="135" y="25"/>
                    </a:cubicBezTo>
                    <a:cubicBezTo>
                      <a:pt x="134" y="32"/>
                      <a:pt x="133" y="39"/>
                      <a:pt x="132" y="46"/>
                    </a:cubicBezTo>
                    <a:cubicBezTo>
                      <a:pt x="128" y="59"/>
                      <a:pt x="123" y="71"/>
                      <a:pt x="117" y="83"/>
                    </a:cubicBezTo>
                    <a:cubicBezTo>
                      <a:pt x="112" y="92"/>
                      <a:pt x="108" y="100"/>
                      <a:pt x="103" y="108"/>
                    </a:cubicBezTo>
                    <a:cubicBezTo>
                      <a:pt x="98" y="113"/>
                      <a:pt x="95" y="118"/>
                      <a:pt x="91" y="124"/>
                    </a:cubicBezTo>
                    <a:cubicBezTo>
                      <a:pt x="88" y="128"/>
                      <a:pt x="85" y="133"/>
                      <a:pt x="82" y="138"/>
                    </a:cubicBezTo>
                    <a:cubicBezTo>
                      <a:pt x="84" y="141"/>
                      <a:pt x="87" y="144"/>
                      <a:pt x="90" y="147"/>
                    </a:cubicBezTo>
                    <a:cubicBezTo>
                      <a:pt x="93" y="150"/>
                      <a:pt x="93" y="156"/>
                      <a:pt x="90" y="160"/>
                    </a:cubicBezTo>
                    <a:cubicBezTo>
                      <a:pt x="86" y="163"/>
                      <a:pt x="80" y="163"/>
                      <a:pt x="77" y="159"/>
                    </a:cubicBezTo>
                    <a:cubicBezTo>
                      <a:pt x="75" y="157"/>
                      <a:pt x="72" y="154"/>
                      <a:pt x="70" y="152"/>
                    </a:cubicBezTo>
                    <a:cubicBezTo>
                      <a:pt x="68" y="154"/>
                      <a:pt x="66" y="157"/>
                      <a:pt x="64" y="160"/>
                    </a:cubicBezTo>
                    <a:cubicBezTo>
                      <a:pt x="59" y="166"/>
                      <a:pt x="54" y="172"/>
                      <a:pt x="48" y="178"/>
                    </a:cubicBezTo>
                    <a:cubicBezTo>
                      <a:pt x="44" y="184"/>
                      <a:pt x="38" y="189"/>
                      <a:pt x="33" y="195"/>
                    </a:cubicBezTo>
                    <a:cubicBezTo>
                      <a:pt x="34" y="195"/>
                      <a:pt x="34" y="194"/>
                      <a:pt x="34" y="194"/>
                    </a:cubicBezTo>
                    <a:cubicBezTo>
                      <a:pt x="33" y="195"/>
                      <a:pt x="33" y="196"/>
                      <a:pt x="32" y="196"/>
                    </a:cubicBezTo>
                    <a:cubicBezTo>
                      <a:pt x="32" y="196"/>
                      <a:pt x="33" y="196"/>
                      <a:pt x="33" y="195"/>
                    </a:cubicBezTo>
                    <a:cubicBezTo>
                      <a:pt x="32" y="196"/>
                      <a:pt x="31" y="197"/>
                      <a:pt x="30" y="198"/>
                    </a:cubicBezTo>
                    <a:cubicBezTo>
                      <a:pt x="31" y="198"/>
                      <a:pt x="31" y="198"/>
                      <a:pt x="31" y="198"/>
                    </a:cubicBezTo>
                    <a:cubicBezTo>
                      <a:pt x="30" y="198"/>
                      <a:pt x="30" y="198"/>
                      <a:pt x="30" y="198"/>
                    </a:cubicBezTo>
                    <a:cubicBezTo>
                      <a:pt x="26" y="202"/>
                      <a:pt x="20" y="207"/>
                      <a:pt x="14" y="207"/>
                    </a:cubicBezTo>
                    <a:cubicBezTo>
                      <a:pt x="12" y="207"/>
                      <a:pt x="11" y="207"/>
                      <a:pt x="9" y="20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3" name="Google Shape;2473;p27"/>
              <p:cNvSpPr/>
              <p:nvPr/>
            </p:nvSpPr>
            <p:spPr>
              <a:xfrm>
                <a:off x="3714840" y="4921200"/>
                <a:ext cx="6336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176" h="120" extrusionOk="0">
                    <a:moveTo>
                      <a:pt x="26" y="119"/>
                    </a:moveTo>
                    <a:cubicBezTo>
                      <a:pt x="20" y="119"/>
                      <a:pt x="14" y="118"/>
                      <a:pt x="9" y="113"/>
                    </a:cubicBezTo>
                    <a:cubicBezTo>
                      <a:pt x="7" y="112"/>
                      <a:pt x="5" y="110"/>
                      <a:pt x="4" y="108"/>
                    </a:cubicBezTo>
                    <a:cubicBezTo>
                      <a:pt x="2" y="105"/>
                      <a:pt x="2" y="103"/>
                      <a:pt x="1" y="100"/>
                    </a:cubicBezTo>
                    <a:cubicBezTo>
                      <a:pt x="1" y="97"/>
                      <a:pt x="0" y="94"/>
                      <a:pt x="0" y="91"/>
                    </a:cubicBezTo>
                    <a:cubicBezTo>
                      <a:pt x="0" y="87"/>
                      <a:pt x="0" y="84"/>
                      <a:pt x="1" y="80"/>
                    </a:cubicBezTo>
                    <a:cubicBezTo>
                      <a:pt x="2" y="66"/>
                      <a:pt x="7" y="53"/>
                      <a:pt x="14" y="41"/>
                    </a:cubicBezTo>
                    <a:cubicBezTo>
                      <a:pt x="16" y="36"/>
                      <a:pt x="20" y="31"/>
                      <a:pt x="24" y="26"/>
                    </a:cubicBezTo>
                    <a:cubicBezTo>
                      <a:pt x="28" y="20"/>
                      <a:pt x="33" y="16"/>
                      <a:pt x="38" y="12"/>
                    </a:cubicBezTo>
                    <a:cubicBezTo>
                      <a:pt x="42" y="9"/>
                      <a:pt x="47" y="7"/>
                      <a:pt x="51" y="6"/>
                    </a:cubicBezTo>
                    <a:cubicBezTo>
                      <a:pt x="56" y="5"/>
                      <a:pt x="61" y="5"/>
                      <a:pt x="65" y="6"/>
                    </a:cubicBezTo>
                    <a:cubicBezTo>
                      <a:pt x="71" y="8"/>
                      <a:pt x="75" y="12"/>
                      <a:pt x="78" y="16"/>
                    </a:cubicBezTo>
                    <a:cubicBezTo>
                      <a:pt x="82" y="19"/>
                      <a:pt x="83" y="23"/>
                      <a:pt x="81" y="27"/>
                    </a:cubicBezTo>
                    <a:cubicBezTo>
                      <a:pt x="81" y="28"/>
                      <a:pt x="80" y="30"/>
                      <a:pt x="79" y="31"/>
                    </a:cubicBezTo>
                    <a:cubicBezTo>
                      <a:pt x="74" y="37"/>
                      <a:pt x="64" y="35"/>
                      <a:pt x="62" y="27"/>
                    </a:cubicBezTo>
                    <a:lnTo>
                      <a:pt x="62" y="26"/>
                    </a:lnTo>
                    <a:lnTo>
                      <a:pt x="61" y="26"/>
                    </a:lnTo>
                    <a:lnTo>
                      <a:pt x="62" y="26"/>
                    </a:lnTo>
                    <a:cubicBezTo>
                      <a:pt x="61" y="25"/>
                      <a:pt x="61" y="25"/>
                      <a:pt x="60" y="25"/>
                    </a:cubicBezTo>
                    <a:cubicBezTo>
                      <a:pt x="60" y="24"/>
                      <a:pt x="58" y="24"/>
                      <a:pt x="58" y="24"/>
                    </a:cubicBezTo>
                    <a:cubicBezTo>
                      <a:pt x="57" y="24"/>
                      <a:pt x="57" y="24"/>
                      <a:pt x="57" y="24"/>
                    </a:cubicBezTo>
                    <a:lnTo>
                      <a:pt x="58" y="24"/>
                    </a:lnTo>
                    <a:cubicBezTo>
                      <a:pt x="57" y="24"/>
                      <a:pt x="57" y="24"/>
                      <a:pt x="57" y="24"/>
                    </a:cubicBezTo>
                    <a:lnTo>
                      <a:pt x="56" y="24"/>
                    </a:lnTo>
                    <a:cubicBezTo>
                      <a:pt x="55" y="24"/>
                      <a:pt x="54" y="24"/>
                      <a:pt x="54" y="24"/>
                    </a:cubicBezTo>
                    <a:lnTo>
                      <a:pt x="53" y="24"/>
                    </a:lnTo>
                    <a:cubicBezTo>
                      <a:pt x="53" y="24"/>
                      <a:pt x="52" y="24"/>
                      <a:pt x="51" y="25"/>
                    </a:cubicBezTo>
                    <a:lnTo>
                      <a:pt x="50" y="26"/>
                    </a:lnTo>
                    <a:cubicBezTo>
                      <a:pt x="48" y="27"/>
                      <a:pt x="47" y="27"/>
                      <a:pt x="47" y="28"/>
                    </a:cubicBezTo>
                    <a:cubicBezTo>
                      <a:pt x="45" y="29"/>
                      <a:pt x="44" y="30"/>
                      <a:pt x="43" y="31"/>
                    </a:cubicBezTo>
                    <a:lnTo>
                      <a:pt x="43" y="32"/>
                    </a:lnTo>
                    <a:lnTo>
                      <a:pt x="42" y="32"/>
                    </a:lnTo>
                    <a:cubicBezTo>
                      <a:pt x="43" y="32"/>
                      <a:pt x="43" y="32"/>
                      <a:pt x="43" y="32"/>
                    </a:cubicBezTo>
                    <a:cubicBezTo>
                      <a:pt x="40" y="34"/>
                      <a:pt x="38" y="37"/>
                      <a:pt x="36" y="40"/>
                    </a:cubicBezTo>
                    <a:cubicBezTo>
                      <a:pt x="33" y="45"/>
                      <a:pt x="30" y="49"/>
                      <a:pt x="27" y="54"/>
                    </a:cubicBezTo>
                    <a:cubicBezTo>
                      <a:pt x="25" y="57"/>
                      <a:pt x="24" y="60"/>
                      <a:pt x="23" y="64"/>
                    </a:cubicBezTo>
                    <a:cubicBezTo>
                      <a:pt x="22" y="67"/>
                      <a:pt x="20" y="70"/>
                      <a:pt x="20" y="73"/>
                    </a:cubicBezTo>
                    <a:cubicBezTo>
                      <a:pt x="19" y="76"/>
                      <a:pt x="19" y="79"/>
                      <a:pt x="19" y="82"/>
                    </a:cubicBezTo>
                    <a:cubicBezTo>
                      <a:pt x="18" y="84"/>
                      <a:pt x="18" y="86"/>
                      <a:pt x="18" y="88"/>
                    </a:cubicBezTo>
                    <a:cubicBezTo>
                      <a:pt x="19" y="91"/>
                      <a:pt x="19" y="94"/>
                      <a:pt x="19" y="97"/>
                    </a:cubicBezTo>
                    <a:cubicBezTo>
                      <a:pt x="19" y="98"/>
                      <a:pt x="20" y="98"/>
                      <a:pt x="20" y="98"/>
                    </a:cubicBezTo>
                    <a:cubicBezTo>
                      <a:pt x="20" y="99"/>
                      <a:pt x="20" y="99"/>
                      <a:pt x="20" y="99"/>
                    </a:cubicBezTo>
                    <a:lnTo>
                      <a:pt x="21" y="100"/>
                    </a:lnTo>
                    <a:cubicBezTo>
                      <a:pt x="20" y="100"/>
                      <a:pt x="20" y="99"/>
                      <a:pt x="20" y="99"/>
                    </a:cubicBezTo>
                    <a:cubicBezTo>
                      <a:pt x="21" y="100"/>
                      <a:pt x="21" y="100"/>
                      <a:pt x="21" y="100"/>
                    </a:cubicBezTo>
                    <a:cubicBezTo>
                      <a:pt x="22" y="100"/>
                      <a:pt x="22" y="100"/>
                      <a:pt x="22" y="100"/>
                    </a:cubicBezTo>
                    <a:lnTo>
                      <a:pt x="23" y="100"/>
                    </a:lnTo>
                    <a:cubicBezTo>
                      <a:pt x="24" y="101"/>
                      <a:pt x="25" y="101"/>
                      <a:pt x="25" y="101"/>
                    </a:cubicBezTo>
                    <a:cubicBezTo>
                      <a:pt x="26" y="101"/>
                      <a:pt x="27" y="101"/>
                      <a:pt x="28" y="101"/>
                    </a:cubicBezTo>
                    <a:cubicBezTo>
                      <a:pt x="27" y="101"/>
                      <a:pt x="27" y="101"/>
                      <a:pt x="27" y="101"/>
                    </a:cubicBezTo>
                    <a:cubicBezTo>
                      <a:pt x="28" y="101"/>
                      <a:pt x="29" y="100"/>
                      <a:pt x="30" y="100"/>
                    </a:cubicBezTo>
                    <a:cubicBezTo>
                      <a:pt x="31" y="100"/>
                      <a:pt x="32" y="100"/>
                      <a:pt x="33" y="100"/>
                    </a:cubicBezTo>
                    <a:cubicBezTo>
                      <a:pt x="36" y="99"/>
                      <a:pt x="38" y="98"/>
                      <a:pt x="40" y="97"/>
                    </a:cubicBezTo>
                    <a:cubicBezTo>
                      <a:pt x="44" y="95"/>
                      <a:pt x="48" y="93"/>
                      <a:pt x="53" y="90"/>
                    </a:cubicBezTo>
                    <a:cubicBezTo>
                      <a:pt x="58" y="87"/>
                      <a:pt x="64" y="83"/>
                      <a:pt x="69" y="78"/>
                    </a:cubicBezTo>
                    <a:cubicBezTo>
                      <a:pt x="72" y="76"/>
                      <a:pt x="75" y="73"/>
                      <a:pt x="77" y="71"/>
                    </a:cubicBezTo>
                    <a:lnTo>
                      <a:pt x="78" y="71"/>
                    </a:lnTo>
                    <a:cubicBezTo>
                      <a:pt x="78" y="70"/>
                      <a:pt x="78" y="69"/>
                      <a:pt x="79" y="68"/>
                    </a:cubicBezTo>
                    <a:cubicBezTo>
                      <a:pt x="81" y="65"/>
                      <a:pt x="83" y="60"/>
                      <a:pt x="87" y="59"/>
                    </a:cubicBezTo>
                    <a:cubicBezTo>
                      <a:pt x="91" y="57"/>
                      <a:pt x="96" y="59"/>
                      <a:pt x="99" y="62"/>
                    </a:cubicBezTo>
                    <a:cubicBezTo>
                      <a:pt x="104" y="69"/>
                      <a:pt x="97" y="77"/>
                      <a:pt x="93" y="82"/>
                    </a:cubicBezTo>
                    <a:cubicBezTo>
                      <a:pt x="93" y="83"/>
                      <a:pt x="93" y="83"/>
                      <a:pt x="93" y="83"/>
                    </a:cubicBezTo>
                    <a:cubicBezTo>
                      <a:pt x="92" y="84"/>
                      <a:pt x="92" y="86"/>
                      <a:pt x="91" y="87"/>
                    </a:cubicBezTo>
                    <a:cubicBezTo>
                      <a:pt x="91" y="88"/>
                      <a:pt x="91" y="89"/>
                      <a:pt x="90" y="90"/>
                    </a:cubicBezTo>
                    <a:cubicBezTo>
                      <a:pt x="90" y="91"/>
                      <a:pt x="90" y="93"/>
                      <a:pt x="90" y="94"/>
                    </a:cubicBezTo>
                    <a:lnTo>
                      <a:pt x="91" y="95"/>
                    </a:lnTo>
                    <a:lnTo>
                      <a:pt x="90" y="94"/>
                    </a:lnTo>
                    <a:cubicBezTo>
                      <a:pt x="90" y="95"/>
                      <a:pt x="91" y="95"/>
                      <a:pt x="91" y="96"/>
                    </a:cubicBezTo>
                    <a:cubicBezTo>
                      <a:pt x="92" y="97"/>
                      <a:pt x="92" y="97"/>
                      <a:pt x="92" y="97"/>
                    </a:cubicBezTo>
                    <a:cubicBezTo>
                      <a:pt x="92" y="98"/>
                      <a:pt x="93" y="98"/>
                      <a:pt x="93" y="99"/>
                    </a:cubicBezTo>
                    <a:lnTo>
                      <a:pt x="93" y="98"/>
                    </a:lnTo>
                    <a:lnTo>
                      <a:pt x="93" y="99"/>
                    </a:lnTo>
                    <a:cubicBezTo>
                      <a:pt x="94" y="99"/>
                      <a:pt x="94" y="99"/>
                      <a:pt x="95" y="99"/>
                    </a:cubicBezTo>
                    <a:cubicBezTo>
                      <a:pt x="96" y="99"/>
                      <a:pt x="96" y="99"/>
                      <a:pt x="96" y="99"/>
                    </a:cubicBezTo>
                    <a:lnTo>
                      <a:pt x="95" y="99"/>
                    </a:lnTo>
                    <a:lnTo>
                      <a:pt x="94" y="99"/>
                    </a:lnTo>
                    <a:cubicBezTo>
                      <a:pt x="95" y="99"/>
                      <a:pt x="96" y="99"/>
                      <a:pt x="96" y="99"/>
                    </a:cubicBezTo>
                    <a:cubicBezTo>
                      <a:pt x="97" y="99"/>
                      <a:pt x="98" y="98"/>
                      <a:pt x="99" y="98"/>
                    </a:cubicBezTo>
                    <a:cubicBezTo>
                      <a:pt x="100" y="98"/>
                      <a:pt x="100" y="98"/>
                      <a:pt x="101" y="97"/>
                    </a:cubicBezTo>
                    <a:cubicBezTo>
                      <a:pt x="103" y="97"/>
                      <a:pt x="104" y="96"/>
                      <a:pt x="106" y="95"/>
                    </a:cubicBezTo>
                    <a:cubicBezTo>
                      <a:pt x="108" y="93"/>
                      <a:pt x="111" y="91"/>
                      <a:pt x="113" y="90"/>
                    </a:cubicBezTo>
                    <a:cubicBezTo>
                      <a:pt x="117" y="86"/>
                      <a:pt x="121" y="83"/>
                      <a:pt x="124" y="79"/>
                    </a:cubicBezTo>
                    <a:cubicBezTo>
                      <a:pt x="131" y="73"/>
                      <a:pt x="136" y="66"/>
                      <a:pt x="142" y="59"/>
                    </a:cubicBezTo>
                    <a:cubicBezTo>
                      <a:pt x="143" y="56"/>
                      <a:pt x="145" y="54"/>
                      <a:pt x="147" y="52"/>
                    </a:cubicBezTo>
                    <a:cubicBezTo>
                      <a:pt x="149" y="48"/>
                      <a:pt x="150" y="45"/>
                      <a:pt x="152" y="42"/>
                    </a:cubicBezTo>
                    <a:cubicBezTo>
                      <a:pt x="153" y="40"/>
                      <a:pt x="155" y="38"/>
                      <a:pt x="155" y="35"/>
                    </a:cubicBezTo>
                    <a:cubicBezTo>
                      <a:pt x="156" y="35"/>
                      <a:pt x="156" y="35"/>
                      <a:pt x="156" y="34"/>
                    </a:cubicBezTo>
                    <a:cubicBezTo>
                      <a:pt x="156" y="35"/>
                      <a:pt x="156" y="35"/>
                      <a:pt x="156" y="35"/>
                    </a:cubicBezTo>
                    <a:cubicBezTo>
                      <a:pt x="156" y="34"/>
                      <a:pt x="156" y="34"/>
                      <a:pt x="156" y="34"/>
                    </a:cubicBezTo>
                    <a:cubicBezTo>
                      <a:pt x="156" y="33"/>
                      <a:pt x="156" y="33"/>
                      <a:pt x="156" y="33"/>
                    </a:cubicBezTo>
                    <a:cubicBezTo>
                      <a:pt x="156" y="32"/>
                      <a:pt x="156" y="32"/>
                      <a:pt x="156" y="31"/>
                    </a:cubicBezTo>
                    <a:cubicBezTo>
                      <a:pt x="155" y="30"/>
                      <a:pt x="155" y="30"/>
                      <a:pt x="155" y="30"/>
                    </a:cubicBezTo>
                    <a:cubicBezTo>
                      <a:pt x="155" y="30"/>
                      <a:pt x="155" y="29"/>
                      <a:pt x="155" y="28"/>
                    </a:cubicBezTo>
                    <a:lnTo>
                      <a:pt x="154" y="28"/>
                    </a:lnTo>
                    <a:cubicBezTo>
                      <a:pt x="153" y="27"/>
                      <a:pt x="152" y="26"/>
                      <a:pt x="151" y="25"/>
                    </a:cubicBezTo>
                    <a:cubicBezTo>
                      <a:pt x="150" y="24"/>
                      <a:pt x="149" y="23"/>
                      <a:pt x="149" y="23"/>
                    </a:cubicBezTo>
                    <a:cubicBezTo>
                      <a:pt x="148" y="22"/>
                      <a:pt x="147" y="21"/>
                      <a:pt x="146" y="21"/>
                    </a:cubicBezTo>
                    <a:cubicBezTo>
                      <a:pt x="145" y="21"/>
                      <a:pt x="145" y="20"/>
                      <a:pt x="144" y="20"/>
                    </a:cubicBezTo>
                    <a:cubicBezTo>
                      <a:pt x="143" y="20"/>
                      <a:pt x="143" y="20"/>
                      <a:pt x="143" y="20"/>
                    </a:cubicBezTo>
                    <a:cubicBezTo>
                      <a:pt x="142" y="20"/>
                      <a:pt x="141" y="19"/>
                      <a:pt x="139" y="19"/>
                    </a:cubicBezTo>
                    <a:cubicBezTo>
                      <a:pt x="138" y="19"/>
                      <a:pt x="138" y="19"/>
                      <a:pt x="137" y="19"/>
                    </a:cubicBezTo>
                    <a:cubicBezTo>
                      <a:pt x="136" y="19"/>
                      <a:pt x="135" y="19"/>
                      <a:pt x="134" y="20"/>
                    </a:cubicBezTo>
                    <a:cubicBezTo>
                      <a:pt x="131" y="20"/>
                      <a:pt x="129" y="20"/>
                      <a:pt x="127" y="21"/>
                    </a:cubicBezTo>
                    <a:cubicBezTo>
                      <a:pt x="125" y="21"/>
                      <a:pt x="123" y="23"/>
                      <a:pt x="121" y="23"/>
                    </a:cubicBezTo>
                    <a:cubicBezTo>
                      <a:pt x="120" y="24"/>
                      <a:pt x="118" y="24"/>
                      <a:pt x="117" y="26"/>
                    </a:cubicBezTo>
                    <a:cubicBezTo>
                      <a:pt x="115" y="26"/>
                      <a:pt x="115" y="27"/>
                      <a:pt x="114" y="28"/>
                    </a:cubicBezTo>
                    <a:cubicBezTo>
                      <a:pt x="112" y="29"/>
                      <a:pt x="111" y="31"/>
                      <a:pt x="109" y="32"/>
                    </a:cubicBezTo>
                    <a:cubicBezTo>
                      <a:pt x="107" y="34"/>
                      <a:pt x="105" y="37"/>
                      <a:pt x="103" y="39"/>
                    </a:cubicBezTo>
                    <a:cubicBezTo>
                      <a:pt x="100" y="44"/>
                      <a:pt x="97" y="48"/>
                      <a:pt x="94" y="53"/>
                    </a:cubicBezTo>
                    <a:cubicBezTo>
                      <a:pt x="92" y="57"/>
                      <a:pt x="86" y="58"/>
                      <a:pt x="82" y="56"/>
                    </a:cubicBezTo>
                    <a:cubicBezTo>
                      <a:pt x="78" y="53"/>
                      <a:pt x="77" y="48"/>
                      <a:pt x="79" y="44"/>
                    </a:cubicBezTo>
                    <a:cubicBezTo>
                      <a:pt x="85" y="35"/>
                      <a:pt x="90" y="26"/>
                      <a:pt x="97" y="18"/>
                    </a:cubicBezTo>
                    <a:cubicBezTo>
                      <a:pt x="102" y="14"/>
                      <a:pt x="107" y="10"/>
                      <a:pt x="113" y="7"/>
                    </a:cubicBezTo>
                    <a:cubicBezTo>
                      <a:pt x="119" y="4"/>
                      <a:pt x="126" y="2"/>
                      <a:pt x="133" y="1"/>
                    </a:cubicBezTo>
                    <a:cubicBezTo>
                      <a:pt x="139" y="0"/>
                      <a:pt x="146" y="1"/>
                      <a:pt x="151" y="3"/>
                    </a:cubicBezTo>
                    <a:cubicBezTo>
                      <a:pt x="157" y="6"/>
                      <a:pt x="163" y="9"/>
                      <a:pt x="167" y="14"/>
                    </a:cubicBezTo>
                    <a:cubicBezTo>
                      <a:pt x="171" y="19"/>
                      <a:pt x="173" y="24"/>
                      <a:pt x="174" y="30"/>
                    </a:cubicBezTo>
                    <a:cubicBezTo>
                      <a:pt x="175" y="35"/>
                      <a:pt x="173" y="41"/>
                      <a:pt x="170" y="46"/>
                    </a:cubicBezTo>
                    <a:cubicBezTo>
                      <a:pt x="168" y="51"/>
                      <a:pt x="166" y="54"/>
                      <a:pt x="164" y="58"/>
                    </a:cubicBezTo>
                    <a:cubicBezTo>
                      <a:pt x="162" y="62"/>
                      <a:pt x="159" y="66"/>
                      <a:pt x="156" y="70"/>
                    </a:cubicBezTo>
                    <a:cubicBezTo>
                      <a:pt x="148" y="80"/>
                      <a:pt x="140" y="89"/>
                      <a:pt x="131" y="97"/>
                    </a:cubicBezTo>
                    <a:cubicBezTo>
                      <a:pt x="123" y="105"/>
                      <a:pt x="114" y="113"/>
                      <a:pt x="103" y="116"/>
                    </a:cubicBezTo>
                    <a:cubicBezTo>
                      <a:pt x="99" y="118"/>
                      <a:pt x="93" y="119"/>
                      <a:pt x="88" y="117"/>
                    </a:cubicBezTo>
                    <a:cubicBezTo>
                      <a:pt x="83" y="116"/>
                      <a:pt x="79" y="112"/>
                      <a:pt x="76" y="108"/>
                    </a:cubicBezTo>
                    <a:cubicBezTo>
                      <a:pt x="74" y="105"/>
                      <a:pt x="73" y="102"/>
                      <a:pt x="72" y="99"/>
                    </a:cubicBezTo>
                    <a:cubicBezTo>
                      <a:pt x="72" y="100"/>
                      <a:pt x="71" y="100"/>
                      <a:pt x="71" y="100"/>
                    </a:cubicBezTo>
                    <a:cubicBezTo>
                      <a:pt x="62" y="106"/>
                      <a:pt x="54" y="111"/>
                      <a:pt x="44" y="115"/>
                    </a:cubicBezTo>
                    <a:cubicBezTo>
                      <a:pt x="39" y="118"/>
                      <a:pt x="33" y="119"/>
                      <a:pt x="27" y="119"/>
                    </a:cubicBezTo>
                    <a:cubicBezTo>
                      <a:pt x="26" y="119"/>
                      <a:pt x="26" y="119"/>
                      <a:pt x="26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4" name="Google Shape;2474;p27"/>
              <p:cNvSpPr/>
              <p:nvPr/>
            </p:nvSpPr>
            <p:spPr>
              <a:xfrm>
                <a:off x="3775680" y="4917240"/>
                <a:ext cx="27000" cy="50040"/>
              </a:xfrm>
              <a:custGeom>
                <a:avLst/>
                <a:gdLst/>
                <a:ahLst/>
                <a:cxnLst/>
                <a:rect l="l" t="t" r="r" b="b"/>
                <a:pathLst>
                  <a:path w="75" h="139" extrusionOk="0">
                    <a:moveTo>
                      <a:pt x="12" y="131"/>
                    </a:moveTo>
                    <a:cubicBezTo>
                      <a:pt x="11" y="126"/>
                      <a:pt x="14" y="121"/>
                      <a:pt x="19" y="120"/>
                    </a:cubicBezTo>
                    <a:cubicBezTo>
                      <a:pt x="25" y="118"/>
                      <a:pt x="32" y="116"/>
                      <a:pt x="38" y="115"/>
                    </a:cubicBezTo>
                    <a:cubicBezTo>
                      <a:pt x="38" y="115"/>
                      <a:pt x="39" y="115"/>
                      <a:pt x="39" y="114"/>
                    </a:cubicBezTo>
                    <a:cubicBezTo>
                      <a:pt x="39" y="114"/>
                      <a:pt x="39" y="115"/>
                      <a:pt x="38" y="115"/>
                    </a:cubicBezTo>
                    <a:cubicBezTo>
                      <a:pt x="41" y="113"/>
                      <a:pt x="44" y="112"/>
                      <a:pt x="48" y="111"/>
                    </a:cubicBezTo>
                    <a:cubicBezTo>
                      <a:pt x="49" y="110"/>
                      <a:pt x="50" y="109"/>
                      <a:pt x="51" y="109"/>
                    </a:cubicBezTo>
                    <a:cubicBezTo>
                      <a:pt x="52" y="108"/>
                      <a:pt x="53" y="108"/>
                      <a:pt x="53" y="108"/>
                    </a:cubicBezTo>
                    <a:lnTo>
                      <a:pt x="52" y="108"/>
                    </a:lnTo>
                    <a:cubicBezTo>
                      <a:pt x="53" y="108"/>
                      <a:pt x="54" y="107"/>
                      <a:pt x="54" y="106"/>
                    </a:cubicBezTo>
                    <a:cubicBezTo>
                      <a:pt x="55" y="106"/>
                      <a:pt x="55" y="106"/>
                      <a:pt x="55" y="106"/>
                    </a:cubicBezTo>
                    <a:cubicBezTo>
                      <a:pt x="55" y="106"/>
                      <a:pt x="54" y="106"/>
                      <a:pt x="54" y="105"/>
                    </a:cubicBezTo>
                    <a:cubicBezTo>
                      <a:pt x="54" y="106"/>
                      <a:pt x="55" y="106"/>
                      <a:pt x="55" y="106"/>
                    </a:cubicBezTo>
                    <a:cubicBezTo>
                      <a:pt x="55" y="106"/>
                      <a:pt x="54" y="106"/>
                      <a:pt x="54" y="105"/>
                    </a:cubicBezTo>
                    <a:cubicBezTo>
                      <a:pt x="50" y="101"/>
                      <a:pt x="46" y="98"/>
                      <a:pt x="42" y="95"/>
                    </a:cubicBezTo>
                    <a:lnTo>
                      <a:pt x="43" y="95"/>
                    </a:lnTo>
                    <a:cubicBezTo>
                      <a:pt x="36" y="91"/>
                      <a:pt x="29" y="85"/>
                      <a:pt x="22" y="80"/>
                    </a:cubicBezTo>
                    <a:cubicBezTo>
                      <a:pt x="15" y="74"/>
                      <a:pt x="7" y="67"/>
                      <a:pt x="4" y="58"/>
                    </a:cubicBezTo>
                    <a:cubicBezTo>
                      <a:pt x="0" y="48"/>
                      <a:pt x="0" y="38"/>
                      <a:pt x="4" y="28"/>
                    </a:cubicBezTo>
                    <a:cubicBezTo>
                      <a:pt x="5" y="24"/>
                      <a:pt x="9" y="20"/>
                      <a:pt x="12" y="16"/>
                    </a:cubicBezTo>
                    <a:cubicBezTo>
                      <a:pt x="15" y="13"/>
                      <a:pt x="19" y="10"/>
                      <a:pt x="23" y="8"/>
                    </a:cubicBezTo>
                    <a:cubicBezTo>
                      <a:pt x="32" y="2"/>
                      <a:pt x="43" y="0"/>
                      <a:pt x="54" y="2"/>
                    </a:cubicBezTo>
                    <a:cubicBezTo>
                      <a:pt x="58" y="3"/>
                      <a:pt x="62" y="5"/>
                      <a:pt x="65" y="8"/>
                    </a:cubicBezTo>
                    <a:cubicBezTo>
                      <a:pt x="66" y="9"/>
                      <a:pt x="68" y="11"/>
                      <a:pt x="68" y="13"/>
                    </a:cubicBezTo>
                    <a:cubicBezTo>
                      <a:pt x="69" y="15"/>
                      <a:pt x="69" y="17"/>
                      <a:pt x="69" y="19"/>
                    </a:cubicBezTo>
                    <a:cubicBezTo>
                      <a:pt x="69" y="21"/>
                      <a:pt x="68" y="23"/>
                      <a:pt x="68" y="25"/>
                    </a:cubicBezTo>
                    <a:cubicBezTo>
                      <a:pt x="67" y="27"/>
                      <a:pt x="67" y="29"/>
                      <a:pt x="66" y="31"/>
                    </a:cubicBezTo>
                    <a:cubicBezTo>
                      <a:pt x="66" y="37"/>
                      <a:pt x="60" y="41"/>
                      <a:pt x="55" y="41"/>
                    </a:cubicBezTo>
                    <a:cubicBezTo>
                      <a:pt x="49" y="39"/>
                      <a:pt x="46" y="34"/>
                      <a:pt x="47" y="28"/>
                    </a:cubicBezTo>
                    <a:cubicBezTo>
                      <a:pt x="47" y="27"/>
                      <a:pt x="47" y="26"/>
                      <a:pt x="48" y="25"/>
                    </a:cubicBezTo>
                    <a:cubicBezTo>
                      <a:pt x="48" y="24"/>
                      <a:pt x="48" y="23"/>
                      <a:pt x="48" y="21"/>
                    </a:cubicBezTo>
                    <a:lnTo>
                      <a:pt x="47" y="21"/>
                    </a:lnTo>
                    <a:cubicBezTo>
                      <a:pt x="46" y="21"/>
                      <a:pt x="44" y="21"/>
                      <a:pt x="43" y="21"/>
                    </a:cubicBezTo>
                    <a:cubicBezTo>
                      <a:pt x="42" y="21"/>
                      <a:pt x="41" y="21"/>
                      <a:pt x="41" y="21"/>
                    </a:cubicBezTo>
                    <a:cubicBezTo>
                      <a:pt x="40" y="21"/>
                      <a:pt x="39" y="21"/>
                      <a:pt x="38" y="21"/>
                    </a:cubicBezTo>
                    <a:cubicBezTo>
                      <a:pt x="37" y="22"/>
                      <a:pt x="36" y="23"/>
                      <a:pt x="35" y="23"/>
                    </a:cubicBezTo>
                    <a:cubicBezTo>
                      <a:pt x="34" y="23"/>
                      <a:pt x="33" y="24"/>
                      <a:pt x="32" y="25"/>
                    </a:cubicBezTo>
                    <a:cubicBezTo>
                      <a:pt x="30" y="25"/>
                      <a:pt x="29" y="26"/>
                      <a:pt x="28" y="27"/>
                    </a:cubicBezTo>
                    <a:cubicBezTo>
                      <a:pt x="27" y="28"/>
                      <a:pt x="26" y="30"/>
                      <a:pt x="25" y="31"/>
                    </a:cubicBezTo>
                    <a:cubicBezTo>
                      <a:pt x="24" y="31"/>
                      <a:pt x="23" y="31"/>
                      <a:pt x="23" y="32"/>
                    </a:cubicBezTo>
                    <a:cubicBezTo>
                      <a:pt x="22" y="33"/>
                      <a:pt x="22" y="34"/>
                      <a:pt x="22" y="35"/>
                    </a:cubicBezTo>
                    <a:cubicBezTo>
                      <a:pt x="21" y="35"/>
                      <a:pt x="21" y="35"/>
                      <a:pt x="20" y="36"/>
                    </a:cubicBezTo>
                    <a:cubicBezTo>
                      <a:pt x="20" y="37"/>
                      <a:pt x="20" y="37"/>
                      <a:pt x="20" y="38"/>
                    </a:cubicBezTo>
                    <a:cubicBezTo>
                      <a:pt x="20" y="39"/>
                      <a:pt x="20" y="40"/>
                      <a:pt x="20" y="41"/>
                    </a:cubicBezTo>
                    <a:cubicBezTo>
                      <a:pt x="19" y="42"/>
                      <a:pt x="19" y="43"/>
                      <a:pt x="19" y="44"/>
                    </a:cubicBezTo>
                    <a:cubicBezTo>
                      <a:pt x="20" y="45"/>
                      <a:pt x="20" y="47"/>
                      <a:pt x="20" y="49"/>
                    </a:cubicBezTo>
                    <a:lnTo>
                      <a:pt x="20" y="48"/>
                    </a:lnTo>
                    <a:cubicBezTo>
                      <a:pt x="20" y="49"/>
                      <a:pt x="20" y="49"/>
                      <a:pt x="20" y="50"/>
                    </a:cubicBezTo>
                    <a:cubicBezTo>
                      <a:pt x="20" y="51"/>
                      <a:pt x="21" y="52"/>
                      <a:pt x="22" y="53"/>
                    </a:cubicBezTo>
                    <a:lnTo>
                      <a:pt x="21" y="52"/>
                    </a:lnTo>
                    <a:cubicBezTo>
                      <a:pt x="22" y="53"/>
                      <a:pt x="22" y="53"/>
                      <a:pt x="22" y="54"/>
                    </a:cubicBezTo>
                    <a:cubicBezTo>
                      <a:pt x="23" y="55"/>
                      <a:pt x="23" y="56"/>
                      <a:pt x="24" y="56"/>
                    </a:cubicBezTo>
                    <a:lnTo>
                      <a:pt x="23" y="56"/>
                    </a:lnTo>
                    <a:cubicBezTo>
                      <a:pt x="25" y="57"/>
                      <a:pt x="26" y="59"/>
                      <a:pt x="27" y="60"/>
                    </a:cubicBezTo>
                    <a:cubicBezTo>
                      <a:pt x="33" y="65"/>
                      <a:pt x="38" y="69"/>
                      <a:pt x="43" y="73"/>
                    </a:cubicBezTo>
                    <a:cubicBezTo>
                      <a:pt x="47" y="76"/>
                      <a:pt x="51" y="79"/>
                      <a:pt x="55" y="82"/>
                    </a:cubicBezTo>
                    <a:cubicBezTo>
                      <a:pt x="56" y="83"/>
                      <a:pt x="57" y="83"/>
                      <a:pt x="58" y="84"/>
                    </a:cubicBezTo>
                    <a:lnTo>
                      <a:pt x="57" y="83"/>
                    </a:lnTo>
                    <a:cubicBezTo>
                      <a:pt x="62" y="87"/>
                      <a:pt x="66" y="90"/>
                      <a:pt x="69" y="94"/>
                    </a:cubicBezTo>
                    <a:cubicBezTo>
                      <a:pt x="72" y="98"/>
                      <a:pt x="74" y="102"/>
                      <a:pt x="74" y="107"/>
                    </a:cubicBezTo>
                    <a:cubicBezTo>
                      <a:pt x="74" y="112"/>
                      <a:pt x="71" y="117"/>
                      <a:pt x="67" y="120"/>
                    </a:cubicBezTo>
                    <a:cubicBezTo>
                      <a:pt x="64" y="124"/>
                      <a:pt x="59" y="126"/>
                      <a:pt x="54" y="128"/>
                    </a:cubicBezTo>
                    <a:cubicBezTo>
                      <a:pt x="50" y="130"/>
                      <a:pt x="46" y="131"/>
                      <a:pt x="41" y="133"/>
                    </a:cubicBezTo>
                    <a:cubicBezTo>
                      <a:pt x="36" y="134"/>
                      <a:pt x="29" y="136"/>
                      <a:pt x="23" y="138"/>
                    </a:cubicBezTo>
                    <a:cubicBezTo>
                      <a:pt x="23" y="138"/>
                      <a:pt x="22" y="138"/>
                      <a:pt x="21" y="138"/>
                    </a:cubicBezTo>
                    <a:cubicBezTo>
                      <a:pt x="17" y="138"/>
                      <a:pt x="13" y="135"/>
                      <a:pt x="12" y="1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5" name="Google Shape;2475;p27"/>
              <p:cNvSpPr/>
              <p:nvPr/>
            </p:nvSpPr>
            <p:spPr>
              <a:xfrm>
                <a:off x="3816720" y="4888800"/>
                <a:ext cx="34200" cy="91080"/>
              </a:xfrm>
              <a:custGeom>
                <a:avLst/>
                <a:gdLst/>
                <a:ahLst/>
                <a:cxnLst/>
                <a:rect l="l" t="t" r="r" b="b"/>
                <a:pathLst>
                  <a:path w="95" h="253" extrusionOk="0">
                    <a:moveTo>
                      <a:pt x="27" y="250"/>
                    </a:moveTo>
                    <a:cubicBezTo>
                      <a:pt x="23" y="246"/>
                      <a:pt x="18" y="242"/>
                      <a:pt x="15" y="237"/>
                    </a:cubicBezTo>
                    <a:cubicBezTo>
                      <a:pt x="11" y="233"/>
                      <a:pt x="8" y="227"/>
                      <a:pt x="6" y="222"/>
                    </a:cubicBezTo>
                    <a:cubicBezTo>
                      <a:pt x="0" y="210"/>
                      <a:pt x="0" y="197"/>
                      <a:pt x="1" y="184"/>
                    </a:cubicBezTo>
                    <a:cubicBezTo>
                      <a:pt x="2" y="174"/>
                      <a:pt x="3" y="163"/>
                      <a:pt x="4" y="153"/>
                    </a:cubicBezTo>
                    <a:cubicBezTo>
                      <a:pt x="6" y="148"/>
                      <a:pt x="6" y="143"/>
                      <a:pt x="7" y="138"/>
                    </a:cubicBezTo>
                    <a:cubicBezTo>
                      <a:pt x="8" y="133"/>
                      <a:pt x="10" y="127"/>
                      <a:pt x="11" y="121"/>
                    </a:cubicBezTo>
                    <a:cubicBezTo>
                      <a:pt x="13" y="112"/>
                      <a:pt x="16" y="103"/>
                      <a:pt x="18" y="93"/>
                    </a:cubicBezTo>
                    <a:cubicBezTo>
                      <a:pt x="18" y="90"/>
                      <a:pt x="20" y="86"/>
                      <a:pt x="21" y="84"/>
                    </a:cubicBezTo>
                    <a:cubicBezTo>
                      <a:pt x="22" y="80"/>
                      <a:pt x="23" y="76"/>
                      <a:pt x="24" y="72"/>
                    </a:cubicBezTo>
                    <a:cubicBezTo>
                      <a:pt x="24" y="73"/>
                      <a:pt x="24" y="73"/>
                      <a:pt x="24" y="73"/>
                    </a:cubicBezTo>
                    <a:cubicBezTo>
                      <a:pt x="25" y="72"/>
                      <a:pt x="25" y="70"/>
                      <a:pt x="26" y="69"/>
                    </a:cubicBezTo>
                    <a:cubicBezTo>
                      <a:pt x="25" y="69"/>
                      <a:pt x="25" y="70"/>
                      <a:pt x="25" y="70"/>
                    </a:cubicBezTo>
                    <a:cubicBezTo>
                      <a:pt x="26" y="69"/>
                      <a:pt x="26" y="68"/>
                      <a:pt x="27" y="67"/>
                    </a:cubicBezTo>
                    <a:lnTo>
                      <a:pt x="26" y="67"/>
                    </a:lnTo>
                    <a:cubicBezTo>
                      <a:pt x="27" y="67"/>
                      <a:pt x="27" y="65"/>
                      <a:pt x="27" y="65"/>
                    </a:cubicBezTo>
                    <a:lnTo>
                      <a:pt x="27" y="66"/>
                    </a:lnTo>
                    <a:cubicBezTo>
                      <a:pt x="27" y="65"/>
                      <a:pt x="27" y="64"/>
                      <a:pt x="28" y="64"/>
                    </a:cubicBezTo>
                    <a:cubicBezTo>
                      <a:pt x="28" y="63"/>
                      <a:pt x="28" y="62"/>
                      <a:pt x="29" y="61"/>
                    </a:cubicBezTo>
                    <a:cubicBezTo>
                      <a:pt x="28" y="61"/>
                      <a:pt x="28" y="61"/>
                      <a:pt x="28" y="62"/>
                    </a:cubicBezTo>
                    <a:cubicBezTo>
                      <a:pt x="30" y="60"/>
                      <a:pt x="30" y="57"/>
                      <a:pt x="31" y="55"/>
                    </a:cubicBezTo>
                    <a:cubicBezTo>
                      <a:pt x="32" y="53"/>
                      <a:pt x="33" y="50"/>
                      <a:pt x="34" y="49"/>
                    </a:cubicBezTo>
                    <a:cubicBezTo>
                      <a:pt x="37" y="42"/>
                      <a:pt x="40" y="36"/>
                      <a:pt x="44" y="30"/>
                    </a:cubicBezTo>
                    <a:cubicBezTo>
                      <a:pt x="46" y="24"/>
                      <a:pt x="50" y="19"/>
                      <a:pt x="54" y="14"/>
                    </a:cubicBezTo>
                    <a:cubicBezTo>
                      <a:pt x="58" y="10"/>
                      <a:pt x="63" y="6"/>
                      <a:pt x="68" y="4"/>
                    </a:cubicBezTo>
                    <a:cubicBezTo>
                      <a:pt x="73" y="1"/>
                      <a:pt x="79" y="0"/>
                      <a:pt x="84" y="3"/>
                    </a:cubicBezTo>
                    <a:cubicBezTo>
                      <a:pt x="85" y="3"/>
                      <a:pt x="86" y="4"/>
                      <a:pt x="87" y="4"/>
                    </a:cubicBezTo>
                    <a:cubicBezTo>
                      <a:pt x="88" y="5"/>
                      <a:pt x="90" y="7"/>
                      <a:pt x="91" y="8"/>
                    </a:cubicBezTo>
                    <a:cubicBezTo>
                      <a:pt x="91" y="10"/>
                      <a:pt x="92" y="11"/>
                      <a:pt x="92" y="12"/>
                    </a:cubicBezTo>
                    <a:cubicBezTo>
                      <a:pt x="94" y="18"/>
                      <a:pt x="91" y="23"/>
                      <a:pt x="85" y="24"/>
                    </a:cubicBezTo>
                    <a:cubicBezTo>
                      <a:pt x="82" y="25"/>
                      <a:pt x="78" y="24"/>
                      <a:pt x="76" y="21"/>
                    </a:cubicBezTo>
                    <a:cubicBezTo>
                      <a:pt x="74" y="21"/>
                      <a:pt x="74" y="22"/>
                      <a:pt x="73" y="22"/>
                    </a:cubicBezTo>
                    <a:cubicBezTo>
                      <a:pt x="71" y="23"/>
                      <a:pt x="71" y="24"/>
                      <a:pt x="70" y="24"/>
                    </a:cubicBezTo>
                    <a:cubicBezTo>
                      <a:pt x="69" y="25"/>
                      <a:pt x="69" y="25"/>
                      <a:pt x="68" y="26"/>
                    </a:cubicBezTo>
                    <a:cubicBezTo>
                      <a:pt x="67" y="28"/>
                      <a:pt x="66" y="29"/>
                      <a:pt x="64" y="30"/>
                    </a:cubicBezTo>
                    <a:cubicBezTo>
                      <a:pt x="65" y="30"/>
                      <a:pt x="65" y="29"/>
                      <a:pt x="65" y="29"/>
                    </a:cubicBezTo>
                    <a:cubicBezTo>
                      <a:pt x="62" y="34"/>
                      <a:pt x="59" y="39"/>
                      <a:pt x="56" y="44"/>
                    </a:cubicBezTo>
                    <a:cubicBezTo>
                      <a:pt x="54" y="47"/>
                      <a:pt x="52" y="50"/>
                      <a:pt x="51" y="54"/>
                    </a:cubicBezTo>
                    <a:cubicBezTo>
                      <a:pt x="49" y="56"/>
                      <a:pt x="48" y="59"/>
                      <a:pt x="47" y="62"/>
                    </a:cubicBezTo>
                    <a:cubicBezTo>
                      <a:pt x="44" y="68"/>
                      <a:pt x="42" y="74"/>
                      <a:pt x="39" y="80"/>
                    </a:cubicBezTo>
                    <a:lnTo>
                      <a:pt x="39" y="79"/>
                    </a:lnTo>
                    <a:cubicBezTo>
                      <a:pt x="38" y="83"/>
                      <a:pt x="37" y="86"/>
                      <a:pt x="36" y="90"/>
                    </a:cubicBezTo>
                    <a:cubicBezTo>
                      <a:pt x="35" y="93"/>
                      <a:pt x="34" y="95"/>
                      <a:pt x="34" y="98"/>
                    </a:cubicBezTo>
                    <a:cubicBezTo>
                      <a:pt x="32" y="105"/>
                      <a:pt x="30" y="112"/>
                      <a:pt x="28" y="119"/>
                    </a:cubicBezTo>
                    <a:cubicBezTo>
                      <a:pt x="26" y="128"/>
                      <a:pt x="24" y="138"/>
                      <a:pt x="22" y="148"/>
                    </a:cubicBezTo>
                    <a:cubicBezTo>
                      <a:pt x="21" y="151"/>
                      <a:pt x="21" y="155"/>
                      <a:pt x="20" y="158"/>
                    </a:cubicBezTo>
                    <a:cubicBezTo>
                      <a:pt x="20" y="160"/>
                      <a:pt x="20" y="162"/>
                      <a:pt x="20" y="163"/>
                    </a:cubicBezTo>
                    <a:cubicBezTo>
                      <a:pt x="19" y="169"/>
                      <a:pt x="18" y="175"/>
                      <a:pt x="18" y="181"/>
                    </a:cubicBezTo>
                    <a:cubicBezTo>
                      <a:pt x="18" y="180"/>
                      <a:pt x="18" y="180"/>
                      <a:pt x="18" y="180"/>
                    </a:cubicBezTo>
                    <a:cubicBezTo>
                      <a:pt x="17" y="186"/>
                      <a:pt x="17" y="192"/>
                      <a:pt x="18" y="199"/>
                    </a:cubicBezTo>
                    <a:cubicBezTo>
                      <a:pt x="18" y="198"/>
                      <a:pt x="18" y="198"/>
                      <a:pt x="18" y="198"/>
                    </a:cubicBezTo>
                    <a:cubicBezTo>
                      <a:pt x="18" y="200"/>
                      <a:pt x="18" y="202"/>
                      <a:pt x="18" y="205"/>
                    </a:cubicBezTo>
                    <a:cubicBezTo>
                      <a:pt x="18" y="206"/>
                      <a:pt x="19" y="208"/>
                      <a:pt x="20" y="210"/>
                    </a:cubicBezTo>
                    <a:cubicBezTo>
                      <a:pt x="20" y="212"/>
                      <a:pt x="21" y="214"/>
                      <a:pt x="22" y="216"/>
                    </a:cubicBezTo>
                    <a:cubicBezTo>
                      <a:pt x="23" y="218"/>
                      <a:pt x="24" y="220"/>
                      <a:pt x="25" y="222"/>
                    </a:cubicBezTo>
                    <a:cubicBezTo>
                      <a:pt x="27" y="224"/>
                      <a:pt x="28" y="226"/>
                      <a:pt x="30" y="228"/>
                    </a:cubicBezTo>
                    <a:cubicBezTo>
                      <a:pt x="31" y="230"/>
                      <a:pt x="33" y="232"/>
                      <a:pt x="35" y="234"/>
                    </a:cubicBezTo>
                    <a:cubicBezTo>
                      <a:pt x="36" y="234"/>
                      <a:pt x="37" y="236"/>
                      <a:pt x="38" y="236"/>
                    </a:cubicBezTo>
                    <a:cubicBezTo>
                      <a:pt x="41" y="240"/>
                      <a:pt x="42" y="245"/>
                      <a:pt x="39" y="248"/>
                    </a:cubicBezTo>
                    <a:cubicBezTo>
                      <a:pt x="37" y="251"/>
                      <a:pt x="35" y="252"/>
                      <a:pt x="32" y="252"/>
                    </a:cubicBezTo>
                    <a:cubicBezTo>
                      <a:pt x="30" y="252"/>
                      <a:pt x="28" y="251"/>
                      <a:pt x="27" y="2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6" name="Google Shape;2476;p27"/>
              <p:cNvSpPr/>
              <p:nvPr/>
            </p:nvSpPr>
            <p:spPr>
              <a:xfrm>
                <a:off x="3840120" y="4910400"/>
                <a:ext cx="33120" cy="55800"/>
              </a:xfrm>
              <a:custGeom>
                <a:avLst/>
                <a:gdLst/>
                <a:ahLst/>
                <a:cxnLst/>
                <a:rect l="l" t="t" r="r" b="b"/>
                <a:pathLst>
                  <a:path w="92" h="155" extrusionOk="0">
                    <a:moveTo>
                      <a:pt x="68" y="53"/>
                    </a:moveTo>
                    <a:cubicBezTo>
                      <a:pt x="69" y="51"/>
                      <a:pt x="69" y="49"/>
                      <a:pt x="70" y="47"/>
                    </a:cubicBezTo>
                    <a:cubicBezTo>
                      <a:pt x="70" y="43"/>
                      <a:pt x="71" y="39"/>
                      <a:pt x="72" y="36"/>
                    </a:cubicBezTo>
                    <a:cubicBezTo>
                      <a:pt x="72" y="32"/>
                      <a:pt x="72" y="28"/>
                      <a:pt x="72" y="23"/>
                    </a:cubicBezTo>
                    <a:cubicBezTo>
                      <a:pt x="72" y="24"/>
                      <a:pt x="72" y="25"/>
                      <a:pt x="71" y="25"/>
                    </a:cubicBezTo>
                    <a:cubicBezTo>
                      <a:pt x="70" y="27"/>
                      <a:pt x="70" y="29"/>
                      <a:pt x="69" y="31"/>
                    </a:cubicBezTo>
                    <a:cubicBezTo>
                      <a:pt x="69" y="34"/>
                      <a:pt x="68" y="36"/>
                      <a:pt x="68" y="39"/>
                    </a:cubicBezTo>
                    <a:cubicBezTo>
                      <a:pt x="68" y="42"/>
                      <a:pt x="67" y="44"/>
                      <a:pt x="67" y="47"/>
                    </a:cubicBezTo>
                    <a:cubicBezTo>
                      <a:pt x="67" y="49"/>
                      <a:pt x="68" y="51"/>
                      <a:pt x="68" y="53"/>
                    </a:cubicBezTo>
                    <a:moveTo>
                      <a:pt x="20" y="134"/>
                    </a:moveTo>
                    <a:lnTo>
                      <a:pt x="21" y="134"/>
                    </a:lnTo>
                    <a:cubicBezTo>
                      <a:pt x="22" y="134"/>
                      <a:pt x="22" y="134"/>
                      <a:pt x="23" y="133"/>
                    </a:cubicBezTo>
                    <a:cubicBezTo>
                      <a:pt x="24" y="132"/>
                      <a:pt x="25" y="131"/>
                      <a:pt x="26" y="130"/>
                    </a:cubicBezTo>
                    <a:cubicBezTo>
                      <a:pt x="27" y="128"/>
                      <a:pt x="28" y="128"/>
                      <a:pt x="28" y="127"/>
                    </a:cubicBezTo>
                    <a:lnTo>
                      <a:pt x="27" y="127"/>
                    </a:lnTo>
                    <a:lnTo>
                      <a:pt x="26" y="127"/>
                    </a:lnTo>
                    <a:cubicBezTo>
                      <a:pt x="25" y="127"/>
                      <a:pt x="25" y="127"/>
                      <a:pt x="24" y="127"/>
                    </a:cubicBezTo>
                    <a:lnTo>
                      <a:pt x="24" y="128"/>
                    </a:lnTo>
                    <a:cubicBezTo>
                      <a:pt x="23" y="128"/>
                      <a:pt x="23" y="128"/>
                      <a:pt x="23" y="128"/>
                    </a:cubicBezTo>
                    <a:lnTo>
                      <a:pt x="22" y="129"/>
                    </a:lnTo>
                    <a:cubicBezTo>
                      <a:pt x="21" y="130"/>
                      <a:pt x="21" y="130"/>
                      <a:pt x="21" y="130"/>
                    </a:cubicBezTo>
                    <a:lnTo>
                      <a:pt x="21" y="131"/>
                    </a:lnTo>
                    <a:cubicBezTo>
                      <a:pt x="21" y="130"/>
                      <a:pt x="21" y="130"/>
                      <a:pt x="21" y="130"/>
                    </a:cubicBezTo>
                    <a:cubicBezTo>
                      <a:pt x="21" y="131"/>
                      <a:pt x="21" y="131"/>
                      <a:pt x="20" y="131"/>
                    </a:cubicBezTo>
                    <a:cubicBezTo>
                      <a:pt x="20" y="132"/>
                      <a:pt x="20" y="132"/>
                      <a:pt x="20" y="132"/>
                    </a:cubicBezTo>
                    <a:cubicBezTo>
                      <a:pt x="20" y="132"/>
                      <a:pt x="20" y="133"/>
                      <a:pt x="20" y="134"/>
                    </a:cubicBezTo>
                    <a:moveTo>
                      <a:pt x="14" y="153"/>
                    </a:moveTo>
                    <a:cubicBezTo>
                      <a:pt x="10" y="152"/>
                      <a:pt x="7" y="150"/>
                      <a:pt x="5" y="146"/>
                    </a:cubicBezTo>
                    <a:cubicBezTo>
                      <a:pt x="0" y="139"/>
                      <a:pt x="0" y="129"/>
                      <a:pt x="4" y="122"/>
                    </a:cubicBezTo>
                    <a:cubicBezTo>
                      <a:pt x="9" y="114"/>
                      <a:pt x="17" y="109"/>
                      <a:pt x="27" y="108"/>
                    </a:cubicBezTo>
                    <a:cubicBezTo>
                      <a:pt x="31" y="108"/>
                      <a:pt x="36" y="109"/>
                      <a:pt x="40" y="110"/>
                    </a:cubicBezTo>
                    <a:lnTo>
                      <a:pt x="41" y="110"/>
                    </a:lnTo>
                    <a:cubicBezTo>
                      <a:pt x="44" y="104"/>
                      <a:pt x="47" y="99"/>
                      <a:pt x="50" y="93"/>
                    </a:cubicBezTo>
                    <a:cubicBezTo>
                      <a:pt x="50" y="93"/>
                      <a:pt x="50" y="94"/>
                      <a:pt x="49" y="95"/>
                    </a:cubicBezTo>
                    <a:cubicBezTo>
                      <a:pt x="55" y="85"/>
                      <a:pt x="59" y="76"/>
                      <a:pt x="63" y="67"/>
                    </a:cubicBezTo>
                    <a:cubicBezTo>
                      <a:pt x="62" y="67"/>
                      <a:pt x="61" y="67"/>
                      <a:pt x="59" y="67"/>
                    </a:cubicBezTo>
                    <a:cubicBezTo>
                      <a:pt x="54" y="68"/>
                      <a:pt x="49" y="63"/>
                      <a:pt x="49" y="58"/>
                    </a:cubicBezTo>
                    <a:cubicBezTo>
                      <a:pt x="49" y="53"/>
                      <a:pt x="49" y="48"/>
                      <a:pt x="49" y="43"/>
                    </a:cubicBezTo>
                    <a:cubicBezTo>
                      <a:pt x="49" y="38"/>
                      <a:pt x="50" y="32"/>
                      <a:pt x="51" y="27"/>
                    </a:cubicBezTo>
                    <a:cubicBezTo>
                      <a:pt x="52" y="24"/>
                      <a:pt x="53" y="21"/>
                      <a:pt x="54" y="18"/>
                    </a:cubicBezTo>
                    <a:cubicBezTo>
                      <a:pt x="56" y="12"/>
                      <a:pt x="59" y="7"/>
                      <a:pt x="63" y="3"/>
                    </a:cubicBezTo>
                    <a:cubicBezTo>
                      <a:pt x="66" y="1"/>
                      <a:pt x="68" y="1"/>
                      <a:pt x="70" y="0"/>
                    </a:cubicBezTo>
                    <a:cubicBezTo>
                      <a:pt x="73" y="0"/>
                      <a:pt x="76" y="0"/>
                      <a:pt x="79" y="1"/>
                    </a:cubicBezTo>
                    <a:cubicBezTo>
                      <a:pt x="84" y="3"/>
                      <a:pt x="87" y="7"/>
                      <a:pt x="89" y="12"/>
                    </a:cubicBezTo>
                    <a:cubicBezTo>
                      <a:pt x="91" y="17"/>
                      <a:pt x="91" y="23"/>
                      <a:pt x="90" y="29"/>
                    </a:cubicBezTo>
                    <a:cubicBezTo>
                      <a:pt x="90" y="36"/>
                      <a:pt x="89" y="43"/>
                      <a:pt x="87" y="50"/>
                    </a:cubicBezTo>
                    <a:cubicBezTo>
                      <a:pt x="85" y="60"/>
                      <a:pt x="81" y="69"/>
                      <a:pt x="77" y="79"/>
                    </a:cubicBezTo>
                    <a:cubicBezTo>
                      <a:pt x="75" y="83"/>
                      <a:pt x="73" y="88"/>
                      <a:pt x="70" y="92"/>
                    </a:cubicBezTo>
                    <a:cubicBezTo>
                      <a:pt x="68" y="97"/>
                      <a:pt x="66" y="102"/>
                      <a:pt x="63" y="106"/>
                    </a:cubicBezTo>
                    <a:cubicBezTo>
                      <a:pt x="61" y="110"/>
                      <a:pt x="59" y="114"/>
                      <a:pt x="56" y="118"/>
                    </a:cubicBezTo>
                    <a:cubicBezTo>
                      <a:pt x="59" y="120"/>
                      <a:pt x="61" y="121"/>
                      <a:pt x="63" y="122"/>
                    </a:cubicBezTo>
                    <a:cubicBezTo>
                      <a:pt x="70" y="127"/>
                      <a:pt x="78" y="131"/>
                      <a:pt x="86" y="135"/>
                    </a:cubicBezTo>
                    <a:cubicBezTo>
                      <a:pt x="90" y="138"/>
                      <a:pt x="91" y="143"/>
                      <a:pt x="88" y="148"/>
                    </a:cubicBezTo>
                    <a:cubicBezTo>
                      <a:pt x="87" y="149"/>
                      <a:pt x="85" y="151"/>
                      <a:pt x="83" y="152"/>
                    </a:cubicBezTo>
                    <a:cubicBezTo>
                      <a:pt x="80" y="152"/>
                      <a:pt x="78" y="152"/>
                      <a:pt x="76" y="150"/>
                    </a:cubicBezTo>
                    <a:cubicBezTo>
                      <a:pt x="70" y="147"/>
                      <a:pt x="64" y="144"/>
                      <a:pt x="58" y="141"/>
                    </a:cubicBezTo>
                    <a:cubicBezTo>
                      <a:pt x="55" y="139"/>
                      <a:pt x="53" y="138"/>
                      <a:pt x="51" y="136"/>
                    </a:cubicBezTo>
                    <a:cubicBezTo>
                      <a:pt x="49" y="135"/>
                      <a:pt x="48" y="134"/>
                      <a:pt x="47" y="134"/>
                    </a:cubicBezTo>
                    <a:cubicBezTo>
                      <a:pt x="46" y="134"/>
                      <a:pt x="45" y="135"/>
                      <a:pt x="45" y="135"/>
                    </a:cubicBezTo>
                    <a:cubicBezTo>
                      <a:pt x="45" y="136"/>
                      <a:pt x="45" y="136"/>
                      <a:pt x="44" y="137"/>
                    </a:cubicBezTo>
                    <a:lnTo>
                      <a:pt x="45" y="136"/>
                    </a:lnTo>
                    <a:cubicBezTo>
                      <a:pt x="44" y="137"/>
                      <a:pt x="44" y="138"/>
                      <a:pt x="43" y="138"/>
                    </a:cubicBezTo>
                    <a:cubicBezTo>
                      <a:pt x="44" y="138"/>
                      <a:pt x="44" y="138"/>
                      <a:pt x="44" y="138"/>
                    </a:cubicBezTo>
                    <a:cubicBezTo>
                      <a:pt x="41" y="141"/>
                      <a:pt x="39" y="143"/>
                      <a:pt x="37" y="146"/>
                    </a:cubicBezTo>
                    <a:cubicBezTo>
                      <a:pt x="34" y="149"/>
                      <a:pt x="30" y="151"/>
                      <a:pt x="27" y="153"/>
                    </a:cubicBezTo>
                    <a:cubicBezTo>
                      <a:pt x="24" y="153"/>
                      <a:pt x="22" y="154"/>
                      <a:pt x="20" y="154"/>
                    </a:cubicBezTo>
                    <a:cubicBezTo>
                      <a:pt x="18" y="154"/>
                      <a:pt x="16" y="154"/>
                      <a:pt x="14" y="15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7" name="Google Shape;2477;p27"/>
              <p:cNvSpPr/>
              <p:nvPr/>
            </p:nvSpPr>
            <p:spPr>
              <a:xfrm>
                <a:off x="3904560" y="4920840"/>
                <a:ext cx="22680" cy="42120"/>
              </a:xfrm>
              <a:custGeom>
                <a:avLst/>
                <a:gdLst/>
                <a:ahLst/>
                <a:cxnLst/>
                <a:rect l="l" t="t" r="r" b="b"/>
                <a:pathLst>
                  <a:path w="63" h="117" extrusionOk="0">
                    <a:moveTo>
                      <a:pt x="43" y="112"/>
                    </a:moveTo>
                    <a:cubicBezTo>
                      <a:pt x="35" y="97"/>
                      <a:pt x="26" y="82"/>
                      <a:pt x="18" y="67"/>
                    </a:cubicBezTo>
                    <a:cubicBezTo>
                      <a:pt x="14" y="59"/>
                      <a:pt x="11" y="51"/>
                      <a:pt x="8" y="43"/>
                    </a:cubicBezTo>
                    <a:cubicBezTo>
                      <a:pt x="6" y="39"/>
                      <a:pt x="4" y="35"/>
                      <a:pt x="3" y="31"/>
                    </a:cubicBezTo>
                    <a:cubicBezTo>
                      <a:pt x="2" y="26"/>
                      <a:pt x="1" y="21"/>
                      <a:pt x="0" y="16"/>
                    </a:cubicBezTo>
                    <a:cubicBezTo>
                      <a:pt x="0" y="14"/>
                      <a:pt x="0" y="11"/>
                      <a:pt x="1" y="10"/>
                    </a:cubicBezTo>
                    <a:cubicBezTo>
                      <a:pt x="2" y="7"/>
                      <a:pt x="2" y="6"/>
                      <a:pt x="3" y="4"/>
                    </a:cubicBezTo>
                    <a:cubicBezTo>
                      <a:pt x="6" y="1"/>
                      <a:pt x="10" y="0"/>
                      <a:pt x="13" y="1"/>
                    </a:cubicBezTo>
                    <a:lnTo>
                      <a:pt x="14" y="1"/>
                    </a:lnTo>
                    <a:lnTo>
                      <a:pt x="13" y="1"/>
                    </a:lnTo>
                    <a:cubicBezTo>
                      <a:pt x="18" y="2"/>
                      <a:pt x="21" y="7"/>
                      <a:pt x="21" y="11"/>
                    </a:cubicBezTo>
                    <a:cubicBezTo>
                      <a:pt x="21" y="13"/>
                      <a:pt x="20" y="14"/>
                      <a:pt x="19" y="15"/>
                    </a:cubicBezTo>
                    <a:cubicBezTo>
                      <a:pt x="20" y="17"/>
                      <a:pt x="20" y="18"/>
                      <a:pt x="20" y="20"/>
                    </a:cubicBezTo>
                    <a:cubicBezTo>
                      <a:pt x="20" y="23"/>
                      <a:pt x="21" y="27"/>
                      <a:pt x="23" y="29"/>
                    </a:cubicBezTo>
                    <a:cubicBezTo>
                      <a:pt x="24" y="36"/>
                      <a:pt x="27" y="42"/>
                      <a:pt x="30" y="48"/>
                    </a:cubicBezTo>
                    <a:cubicBezTo>
                      <a:pt x="29" y="47"/>
                      <a:pt x="29" y="47"/>
                      <a:pt x="29" y="47"/>
                    </a:cubicBezTo>
                    <a:cubicBezTo>
                      <a:pt x="31" y="51"/>
                      <a:pt x="32" y="55"/>
                      <a:pt x="35" y="59"/>
                    </a:cubicBezTo>
                    <a:cubicBezTo>
                      <a:pt x="37" y="64"/>
                      <a:pt x="40" y="70"/>
                      <a:pt x="42" y="74"/>
                    </a:cubicBezTo>
                    <a:cubicBezTo>
                      <a:pt x="48" y="84"/>
                      <a:pt x="53" y="94"/>
                      <a:pt x="59" y="103"/>
                    </a:cubicBezTo>
                    <a:cubicBezTo>
                      <a:pt x="62" y="107"/>
                      <a:pt x="60" y="113"/>
                      <a:pt x="56" y="115"/>
                    </a:cubicBezTo>
                    <a:cubicBezTo>
                      <a:pt x="55" y="116"/>
                      <a:pt x="53" y="116"/>
                      <a:pt x="52" y="116"/>
                    </a:cubicBezTo>
                    <a:cubicBezTo>
                      <a:pt x="48" y="116"/>
                      <a:pt x="45" y="114"/>
                      <a:pt x="43" y="1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8" name="Google Shape;2478;p27"/>
              <p:cNvSpPr/>
              <p:nvPr/>
            </p:nvSpPr>
            <p:spPr>
              <a:xfrm>
                <a:off x="3902040" y="4926960"/>
                <a:ext cx="38160" cy="51120"/>
              </a:xfrm>
              <a:custGeom>
                <a:avLst/>
                <a:gdLst/>
                <a:ahLst/>
                <a:cxnLst/>
                <a:rect l="l" t="t" r="r" b="b"/>
                <a:pathLst>
                  <a:path w="106" h="142" extrusionOk="0">
                    <a:moveTo>
                      <a:pt x="6" y="140"/>
                    </a:moveTo>
                    <a:cubicBezTo>
                      <a:pt x="2" y="138"/>
                      <a:pt x="0" y="133"/>
                      <a:pt x="2" y="129"/>
                    </a:cubicBezTo>
                    <a:cubicBezTo>
                      <a:pt x="6" y="119"/>
                      <a:pt x="10" y="109"/>
                      <a:pt x="15" y="99"/>
                    </a:cubicBezTo>
                    <a:cubicBezTo>
                      <a:pt x="18" y="90"/>
                      <a:pt x="23" y="82"/>
                      <a:pt x="28" y="74"/>
                    </a:cubicBezTo>
                    <a:cubicBezTo>
                      <a:pt x="34" y="65"/>
                      <a:pt x="39" y="57"/>
                      <a:pt x="44" y="49"/>
                    </a:cubicBezTo>
                    <a:cubicBezTo>
                      <a:pt x="48" y="44"/>
                      <a:pt x="50" y="40"/>
                      <a:pt x="54" y="35"/>
                    </a:cubicBezTo>
                    <a:cubicBezTo>
                      <a:pt x="57" y="30"/>
                      <a:pt x="60" y="26"/>
                      <a:pt x="64" y="22"/>
                    </a:cubicBezTo>
                    <a:cubicBezTo>
                      <a:pt x="65" y="20"/>
                      <a:pt x="67" y="18"/>
                      <a:pt x="69" y="16"/>
                    </a:cubicBezTo>
                    <a:cubicBezTo>
                      <a:pt x="72" y="13"/>
                      <a:pt x="75" y="10"/>
                      <a:pt x="78" y="7"/>
                    </a:cubicBezTo>
                    <a:cubicBezTo>
                      <a:pt x="82" y="4"/>
                      <a:pt x="85" y="1"/>
                      <a:pt x="89" y="1"/>
                    </a:cubicBezTo>
                    <a:cubicBezTo>
                      <a:pt x="92" y="0"/>
                      <a:pt x="94" y="0"/>
                      <a:pt x="97" y="1"/>
                    </a:cubicBezTo>
                    <a:cubicBezTo>
                      <a:pt x="102" y="3"/>
                      <a:pt x="105" y="8"/>
                      <a:pt x="103" y="13"/>
                    </a:cubicBezTo>
                    <a:cubicBezTo>
                      <a:pt x="102" y="18"/>
                      <a:pt x="97" y="21"/>
                      <a:pt x="92" y="20"/>
                    </a:cubicBezTo>
                    <a:cubicBezTo>
                      <a:pt x="91" y="21"/>
                      <a:pt x="91" y="21"/>
                      <a:pt x="90" y="22"/>
                    </a:cubicBezTo>
                    <a:cubicBezTo>
                      <a:pt x="87" y="24"/>
                      <a:pt x="84" y="27"/>
                      <a:pt x="81" y="30"/>
                    </a:cubicBezTo>
                    <a:cubicBezTo>
                      <a:pt x="77" y="35"/>
                      <a:pt x="73" y="40"/>
                      <a:pt x="69" y="45"/>
                    </a:cubicBezTo>
                    <a:lnTo>
                      <a:pt x="69" y="44"/>
                    </a:lnTo>
                    <a:cubicBezTo>
                      <a:pt x="66" y="49"/>
                      <a:pt x="62" y="54"/>
                      <a:pt x="59" y="58"/>
                    </a:cubicBezTo>
                    <a:cubicBezTo>
                      <a:pt x="56" y="63"/>
                      <a:pt x="53" y="67"/>
                      <a:pt x="50" y="71"/>
                    </a:cubicBezTo>
                    <a:cubicBezTo>
                      <a:pt x="45" y="79"/>
                      <a:pt x="40" y="87"/>
                      <a:pt x="35" y="95"/>
                    </a:cubicBezTo>
                    <a:cubicBezTo>
                      <a:pt x="34" y="99"/>
                      <a:pt x="32" y="102"/>
                      <a:pt x="31" y="105"/>
                    </a:cubicBezTo>
                    <a:cubicBezTo>
                      <a:pt x="29" y="108"/>
                      <a:pt x="28" y="111"/>
                      <a:pt x="26" y="114"/>
                    </a:cubicBezTo>
                    <a:cubicBezTo>
                      <a:pt x="23" y="121"/>
                      <a:pt x="20" y="129"/>
                      <a:pt x="17" y="136"/>
                    </a:cubicBezTo>
                    <a:cubicBezTo>
                      <a:pt x="16" y="139"/>
                      <a:pt x="13" y="141"/>
                      <a:pt x="9" y="141"/>
                    </a:cubicBezTo>
                    <a:cubicBezTo>
                      <a:pt x="8" y="141"/>
                      <a:pt x="7" y="141"/>
                      <a:pt x="6" y="1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9" name="Google Shape;2479;p27"/>
              <p:cNvSpPr/>
              <p:nvPr/>
            </p:nvSpPr>
            <p:spPr>
              <a:xfrm>
                <a:off x="3948120" y="4943520"/>
                <a:ext cx="50040" cy="13320"/>
              </a:xfrm>
              <a:custGeom>
                <a:avLst/>
                <a:gdLst/>
                <a:ahLst/>
                <a:cxnLst/>
                <a:rect l="l" t="t" r="r" b="b"/>
                <a:pathLst>
                  <a:path w="139" h="37" extrusionOk="0">
                    <a:moveTo>
                      <a:pt x="6" y="35"/>
                    </a:moveTo>
                    <a:cubicBezTo>
                      <a:pt x="4" y="33"/>
                      <a:pt x="1" y="31"/>
                      <a:pt x="1" y="28"/>
                    </a:cubicBezTo>
                    <a:cubicBezTo>
                      <a:pt x="0" y="24"/>
                      <a:pt x="2" y="19"/>
                      <a:pt x="5" y="18"/>
                    </a:cubicBezTo>
                    <a:cubicBezTo>
                      <a:pt x="10" y="15"/>
                      <a:pt x="15" y="14"/>
                      <a:pt x="21" y="13"/>
                    </a:cubicBezTo>
                    <a:cubicBezTo>
                      <a:pt x="23" y="12"/>
                      <a:pt x="26" y="12"/>
                      <a:pt x="28" y="11"/>
                    </a:cubicBezTo>
                    <a:cubicBezTo>
                      <a:pt x="33" y="11"/>
                      <a:pt x="37" y="10"/>
                      <a:pt x="42" y="9"/>
                    </a:cubicBezTo>
                    <a:cubicBezTo>
                      <a:pt x="51" y="8"/>
                      <a:pt x="61" y="7"/>
                      <a:pt x="69" y="5"/>
                    </a:cubicBezTo>
                    <a:cubicBezTo>
                      <a:pt x="89" y="4"/>
                      <a:pt x="109" y="1"/>
                      <a:pt x="128" y="0"/>
                    </a:cubicBezTo>
                    <a:cubicBezTo>
                      <a:pt x="132" y="0"/>
                      <a:pt x="136" y="3"/>
                      <a:pt x="137" y="7"/>
                    </a:cubicBezTo>
                    <a:cubicBezTo>
                      <a:pt x="138" y="12"/>
                      <a:pt x="134" y="16"/>
                      <a:pt x="130" y="17"/>
                    </a:cubicBezTo>
                    <a:cubicBezTo>
                      <a:pt x="117" y="18"/>
                      <a:pt x="104" y="19"/>
                      <a:pt x="91" y="21"/>
                    </a:cubicBezTo>
                    <a:cubicBezTo>
                      <a:pt x="85" y="21"/>
                      <a:pt x="78" y="22"/>
                      <a:pt x="71" y="23"/>
                    </a:cubicBezTo>
                    <a:cubicBezTo>
                      <a:pt x="65" y="24"/>
                      <a:pt x="60" y="25"/>
                      <a:pt x="54" y="25"/>
                    </a:cubicBezTo>
                    <a:cubicBezTo>
                      <a:pt x="42" y="28"/>
                      <a:pt x="30" y="29"/>
                      <a:pt x="19" y="33"/>
                    </a:cubicBezTo>
                    <a:cubicBezTo>
                      <a:pt x="18" y="33"/>
                      <a:pt x="16" y="33"/>
                      <a:pt x="15" y="34"/>
                    </a:cubicBezTo>
                    <a:cubicBezTo>
                      <a:pt x="14" y="35"/>
                      <a:pt x="12" y="36"/>
                      <a:pt x="10" y="36"/>
                    </a:cubicBezTo>
                    <a:cubicBezTo>
                      <a:pt x="9" y="36"/>
                      <a:pt x="7" y="35"/>
                      <a:pt x="6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0" name="Google Shape;2480;p27"/>
              <p:cNvSpPr/>
              <p:nvPr/>
            </p:nvSpPr>
            <p:spPr>
              <a:xfrm>
                <a:off x="4006800" y="4908960"/>
                <a:ext cx="24480" cy="67680"/>
              </a:xfrm>
              <a:custGeom>
                <a:avLst/>
                <a:gdLst/>
                <a:ahLst/>
                <a:cxnLst/>
                <a:rect l="l" t="t" r="r" b="b"/>
                <a:pathLst>
                  <a:path w="68" h="188" extrusionOk="0">
                    <a:moveTo>
                      <a:pt x="7" y="186"/>
                    </a:moveTo>
                    <a:cubicBezTo>
                      <a:pt x="3" y="184"/>
                      <a:pt x="0" y="179"/>
                      <a:pt x="1" y="174"/>
                    </a:cubicBezTo>
                    <a:cubicBezTo>
                      <a:pt x="7" y="155"/>
                      <a:pt x="13" y="135"/>
                      <a:pt x="18" y="115"/>
                    </a:cubicBezTo>
                    <a:cubicBezTo>
                      <a:pt x="24" y="97"/>
                      <a:pt x="28" y="78"/>
                      <a:pt x="33" y="60"/>
                    </a:cubicBezTo>
                    <a:cubicBezTo>
                      <a:pt x="35" y="50"/>
                      <a:pt x="38" y="41"/>
                      <a:pt x="40" y="32"/>
                    </a:cubicBezTo>
                    <a:cubicBezTo>
                      <a:pt x="42" y="24"/>
                      <a:pt x="45" y="16"/>
                      <a:pt x="46" y="9"/>
                    </a:cubicBezTo>
                    <a:cubicBezTo>
                      <a:pt x="47" y="3"/>
                      <a:pt x="53" y="0"/>
                      <a:pt x="59" y="1"/>
                    </a:cubicBezTo>
                    <a:cubicBezTo>
                      <a:pt x="64" y="2"/>
                      <a:pt x="67" y="9"/>
                      <a:pt x="65" y="14"/>
                    </a:cubicBezTo>
                    <a:cubicBezTo>
                      <a:pt x="59" y="32"/>
                      <a:pt x="54" y="51"/>
                      <a:pt x="49" y="69"/>
                    </a:cubicBezTo>
                    <a:cubicBezTo>
                      <a:pt x="43" y="89"/>
                      <a:pt x="39" y="108"/>
                      <a:pt x="34" y="127"/>
                    </a:cubicBezTo>
                    <a:cubicBezTo>
                      <a:pt x="28" y="145"/>
                      <a:pt x="24" y="162"/>
                      <a:pt x="19" y="180"/>
                    </a:cubicBezTo>
                    <a:cubicBezTo>
                      <a:pt x="18" y="184"/>
                      <a:pt x="14" y="187"/>
                      <a:pt x="10" y="187"/>
                    </a:cubicBezTo>
                    <a:cubicBezTo>
                      <a:pt x="9" y="187"/>
                      <a:pt x="8" y="186"/>
                      <a:pt x="7" y="1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1" name="Google Shape;2481;p27"/>
              <p:cNvSpPr/>
              <p:nvPr/>
            </p:nvSpPr>
            <p:spPr>
              <a:xfrm>
                <a:off x="4023360" y="4921920"/>
                <a:ext cx="18360" cy="47880"/>
              </a:xfrm>
              <a:custGeom>
                <a:avLst/>
                <a:gdLst/>
                <a:ahLst/>
                <a:cxnLst/>
                <a:rect l="l" t="t" r="r" b="b"/>
                <a:pathLst>
                  <a:path w="51" h="133" extrusionOk="0">
                    <a:moveTo>
                      <a:pt x="8" y="132"/>
                    </a:moveTo>
                    <a:cubicBezTo>
                      <a:pt x="5" y="131"/>
                      <a:pt x="4" y="130"/>
                      <a:pt x="2" y="128"/>
                    </a:cubicBezTo>
                    <a:cubicBezTo>
                      <a:pt x="0" y="125"/>
                      <a:pt x="0" y="123"/>
                      <a:pt x="1" y="120"/>
                    </a:cubicBezTo>
                    <a:cubicBezTo>
                      <a:pt x="1" y="119"/>
                      <a:pt x="1" y="118"/>
                      <a:pt x="1" y="117"/>
                    </a:cubicBezTo>
                    <a:lnTo>
                      <a:pt x="1" y="116"/>
                    </a:lnTo>
                    <a:lnTo>
                      <a:pt x="2" y="116"/>
                    </a:lnTo>
                    <a:lnTo>
                      <a:pt x="1" y="116"/>
                    </a:lnTo>
                    <a:cubicBezTo>
                      <a:pt x="5" y="99"/>
                      <a:pt x="9" y="82"/>
                      <a:pt x="12" y="65"/>
                    </a:cubicBezTo>
                    <a:cubicBezTo>
                      <a:pt x="14" y="57"/>
                      <a:pt x="16" y="50"/>
                      <a:pt x="18" y="42"/>
                    </a:cubicBezTo>
                    <a:cubicBezTo>
                      <a:pt x="19" y="36"/>
                      <a:pt x="21" y="30"/>
                      <a:pt x="22" y="24"/>
                    </a:cubicBezTo>
                    <a:cubicBezTo>
                      <a:pt x="24" y="18"/>
                      <a:pt x="26" y="14"/>
                      <a:pt x="29" y="9"/>
                    </a:cubicBezTo>
                    <a:cubicBezTo>
                      <a:pt x="30" y="6"/>
                      <a:pt x="32" y="4"/>
                      <a:pt x="35" y="2"/>
                    </a:cubicBezTo>
                    <a:lnTo>
                      <a:pt x="36" y="1"/>
                    </a:lnTo>
                    <a:cubicBezTo>
                      <a:pt x="41" y="0"/>
                      <a:pt x="47" y="3"/>
                      <a:pt x="49" y="8"/>
                    </a:cubicBezTo>
                    <a:cubicBezTo>
                      <a:pt x="50" y="12"/>
                      <a:pt x="48" y="17"/>
                      <a:pt x="45" y="18"/>
                    </a:cubicBezTo>
                    <a:cubicBezTo>
                      <a:pt x="44" y="19"/>
                      <a:pt x="44" y="20"/>
                      <a:pt x="43" y="21"/>
                    </a:cubicBezTo>
                    <a:cubicBezTo>
                      <a:pt x="43" y="23"/>
                      <a:pt x="42" y="25"/>
                      <a:pt x="41" y="26"/>
                    </a:cubicBezTo>
                    <a:cubicBezTo>
                      <a:pt x="38" y="35"/>
                      <a:pt x="36" y="43"/>
                      <a:pt x="34" y="51"/>
                    </a:cubicBezTo>
                    <a:cubicBezTo>
                      <a:pt x="28" y="75"/>
                      <a:pt x="23" y="100"/>
                      <a:pt x="19" y="124"/>
                    </a:cubicBezTo>
                    <a:cubicBezTo>
                      <a:pt x="18" y="128"/>
                      <a:pt x="14" y="132"/>
                      <a:pt x="9" y="132"/>
                    </a:cubicBezTo>
                    <a:lnTo>
                      <a:pt x="8" y="13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2" name="Google Shape;2482;p27"/>
              <p:cNvSpPr/>
              <p:nvPr/>
            </p:nvSpPr>
            <p:spPr>
              <a:xfrm>
                <a:off x="3996360" y="4901760"/>
                <a:ext cx="82800" cy="24120"/>
              </a:xfrm>
              <a:custGeom>
                <a:avLst/>
                <a:gdLst/>
                <a:ahLst/>
                <a:cxnLst/>
                <a:rect l="l" t="t" r="r" b="b"/>
                <a:pathLst>
                  <a:path w="230" h="67" extrusionOk="0">
                    <a:moveTo>
                      <a:pt x="9" y="65"/>
                    </a:moveTo>
                    <a:cubicBezTo>
                      <a:pt x="6" y="63"/>
                      <a:pt x="2" y="60"/>
                      <a:pt x="1" y="57"/>
                    </a:cubicBezTo>
                    <a:cubicBezTo>
                      <a:pt x="0" y="52"/>
                      <a:pt x="1" y="46"/>
                      <a:pt x="4" y="42"/>
                    </a:cubicBezTo>
                    <a:cubicBezTo>
                      <a:pt x="12" y="32"/>
                      <a:pt x="23" y="28"/>
                      <a:pt x="35" y="24"/>
                    </a:cubicBezTo>
                    <a:cubicBezTo>
                      <a:pt x="43" y="20"/>
                      <a:pt x="53" y="18"/>
                      <a:pt x="62" y="16"/>
                    </a:cubicBezTo>
                    <a:cubicBezTo>
                      <a:pt x="68" y="15"/>
                      <a:pt x="75" y="14"/>
                      <a:pt x="81" y="12"/>
                    </a:cubicBezTo>
                    <a:cubicBezTo>
                      <a:pt x="85" y="11"/>
                      <a:pt x="89" y="11"/>
                      <a:pt x="92" y="10"/>
                    </a:cubicBezTo>
                    <a:cubicBezTo>
                      <a:pt x="96" y="10"/>
                      <a:pt x="99" y="9"/>
                      <a:pt x="102" y="9"/>
                    </a:cubicBezTo>
                    <a:cubicBezTo>
                      <a:pt x="104" y="8"/>
                      <a:pt x="106" y="8"/>
                      <a:pt x="107" y="8"/>
                    </a:cubicBezTo>
                    <a:cubicBezTo>
                      <a:pt x="112" y="8"/>
                      <a:pt x="118" y="7"/>
                      <a:pt x="123" y="7"/>
                    </a:cubicBezTo>
                    <a:cubicBezTo>
                      <a:pt x="128" y="6"/>
                      <a:pt x="132" y="6"/>
                      <a:pt x="137" y="6"/>
                    </a:cubicBezTo>
                    <a:cubicBezTo>
                      <a:pt x="164" y="4"/>
                      <a:pt x="192" y="1"/>
                      <a:pt x="220" y="0"/>
                    </a:cubicBezTo>
                    <a:cubicBezTo>
                      <a:pt x="224" y="0"/>
                      <a:pt x="228" y="3"/>
                      <a:pt x="229" y="7"/>
                    </a:cubicBezTo>
                    <a:cubicBezTo>
                      <a:pt x="229" y="11"/>
                      <a:pt x="226" y="16"/>
                      <a:pt x="222" y="16"/>
                    </a:cubicBezTo>
                    <a:cubicBezTo>
                      <a:pt x="200" y="17"/>
                      <a:pt x="178" y="19"/>
                      <a:pt x="157" y="21"/>
                    </a:cubicBezTo>
                    <a:cubicBezTo>
                      <a:pt x="148" y="21"/>
                      <a:pt x="138" y="22"/>
                      <a:pt x="128" y="23"/>
                    </a:cubicBezTo>
                    <a:cubicBezTo>
                      <a:pt x="122" y="24"/>
                      <a:pt x="116" y="24"/>
                      <a:pt x="110" y="25"/>
                    </a:cubicBezTo>
                    <a:cubicBezTo>
                      <a:pt x="106" y="25"/>
                      <a:pt x="101" y="27"/>
                      <a:pt x="97" y="27"/>
                    </a:cubicBezTo>
                    <a:cubicBezTo>
                      <a:pt x="93" y="28"/>
                      <a:pt x="90" y="28"/>
                      <a:pt x="87" y="29"/>
                    </a:cubicBezTo>
                    <a:cubicBezTo>
                      <a:pt x="82" y="30"/>
                      <a:pt x="77" y="31"/>
                      <a:pt x="72" y="32"/>
                    </a:cubicBezTo>
                    <a:cubicBezTo>
                      <a:pt x="69" y="32"/>
                      <a:pt x="67" y="33"/>
                      <a:pt x="64" y="34"/>
                    </a:cubicBezTo>
                    <a:cubicBezTo>
                      <a:pt x="59" y="35"/>
                      <a:pt x="54" y="36"/>
                      <a:pt x="49" y="38"/>
                    </a:cubicBezTo>
                    <a:cubicBezTo>
                      <a:pt x="50" y="38"/>
                      <a:pt x="50" y="38"/>
                      <a:pt x="50" y="37"/>
                    </a:cubicBezTo>
                    <a:cubicBezTo>
                      <a:pt x="44" y="39"/>
                      <a:pt x="39" y="41"/>
                      <a:pt x="33" y="43"/>
                    </a:cubicBezTo>
                    <a:cubicBezTo>
                      <a:pt x="30" y="45"/>
                      <a:pt x="28" y="46"/>
                      <a:pt x="26" y="48"/>
                    </a:cubicBezTo>
                    <a:cubicBezTo>
                      <a:pt x="25" y="48"/>
                      <a:pt x="24" y="49"/>
                      <a:pt x="23" y="49"/>
                    </a:cubicBezTo>
                    <a:cubicBezTo>
                      <a:pt x="22" y="50"/>
                      <a:pt x="22" y="50"/>
                      <a:pt x="21" y="51"/>
                    </a:cubicBezTo>
                    <a:cubicBezTo>
                      <a:pt x="23" y="53"/>
                      <a:pt x="23" y="56"/>
                      <a:pt x="22" y="59"/>
                    </a:cubicBezTo>
                    <a:cubicBezTo>
                      <a:pt x="21" y="63"/>
                      <a:pt x="17" y="66"/>
                      <a:pt x="13" y="66"/>
                    </a:cubicBezTo>
                    <a:cubicBezTo>
                      <a:pt x="12" y="66"/>
                      <a:pt x="10" y="66"/>
                      <a:pt x="9" y="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3" name="Google Shape;2483;p27"/>
              <p:cNvSpPr/>
              <p:nvPr/>
            </p:nvSpPr>
            <p:spPr>
              <a:xfrm>
                <a:off x="4047840" y="4898880"/>
                <a:ext cx="47160" cy="102960"/>
              </a:xfrm>
              <a:custGeom>
                <a:avLst/>
                <a:gdLst/>
                <a:ahLst/>
                <a:cxnLst/>
                <a:rect l="l" t="t" r="r" b="b"/>
                <a:pathLst>
                  <a:path w="131" h="286" extrusionOk="0">
                    <a:moveTo>
                      <a:pt x="7" y="284"/>
                    </a:moveTo>
                    <a:cubicBezTo>
                      <a:pt x="2" y="283"/>
                      <a:pt x="0" y="277"/>
                      <a:pt x="2" y="272"/>
                    </a:cubicBezTo>
                    <a:cubicBezTo>
                      <a:pt x="10" y="253"/>
                      <a:pt x="18" y="234"/>
                      <a:pt x="25" y="215"/>
                    </a:cubicBezTo>
                    <a:cubicBezTo>
                      <a:pt x="32" y="198"/>
                      <a:pt x="39" y="182"/>
                      <a:pt x="46" y="166"/>
                    </a:cubicBezTo>
                    <a:cubicBezTo>
                      <a:pt x="62" y="128"/>
                      <a:pt x="76" y="92"/>
                      <a:pt x="92" y="54"/>
                    </a:cubicBezTo>
                    <a:cubicBezTo>
                      <a:pt x="96" y="43"/>
                      <a:pt x="101" y="31"/>
                      <a:pt x="106" y="19"/>
                    </a:cubicBezTo>
                    <a:lnTo>
                      <a:pt x="105" y="20"/>
                    </a:lnTo>
                    <a:cubicBezTo>
                      <a:pt x="107" y="16"/>
                      <a:pt x="108" y="12"/>
                      <a:pt x="109" y="8"/>
                    </a:cubicBezTo>
                    <a:cubicBezTo>
                      <a:pt x="111" y="3"/>
                      <a:pt x="116" y="0"/>
                      <a:pt x="122" y="1"/>
                    </a:cubicBezTo>
                    <a:cubicBezTo>
                      <a:pt x="126" y="3"/>
                      <a:pt x="130" y="8"/>
                      <a:pt x="128" y="13"/>
                    </a:cubicBezTo>
                    <a:cubicBezTo>
                      <a:pt x="124" y="22"/>
                      <a:pt x="121" y="31"/>
                      <a:pt x="117" y="40"/>
                    </a:cubicBezTo>
                    <a:cubicBezTo>
                      <a:pt x="113" y="49"/>
                      <a:pt x="110" y="57"/>
                      <a:pt x="106" y="66"/>
                    </a:cubicBezTo>
                    <a:cubicBezTo>
                      <a:pt x="98" y="83"/>
                      <a:pt x="91" y="101"/>
                      <a:pt x="83" y="118"/>
                    </a:cubicBezTo>
                    <a:cubicBezTo>
                      <a:pt x="68" y="154"/>
                      <a:pt x="53" y="189"/>
                      <a:pt x="39" y="226"/>
                    </a:cubicBezTo>
                    <a:cubicBezTo>
                      <a:pt x="35" y="234"/>
                      <a:pt x="32" y="242"/>
                      <a:pt x="29" y="250"/>
                    </a:cubicBezTo>
                    <a:lnTo>
                      <a:pt x="29" y="249"/>
                    </a:lnTo>
                    <a:cubicBezTo>
                      <a:pt x="26" y="259"/>
                      <a:pt x="22" y="269"/>
                      <a:pt x="19" y="278"/>
                    </a:cubicBezTo>
                    <a:cubicBezTo>
                      <a:pt x="17" y="282"/>
                      <a:pt x="14" y="285"/>
                      <a:pt x="10" y="285"/>
                    </a:cubicBezTo>
                    <a:cubicBezTo>
                      <a:pt x="9" y="285"/>
                      <a:pt x="8" y="284"/>
                      <a:pt x="7" y="28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4" name="Google Shape;2484;p27"/>
              <p:cNvSpPr/>
              <p:nvPr/>
            </p:nvSpPr>
            <p:spPr>
              <a:xfrm>
                <a:off x="4077000" y="4926240"/>
                <a:ext cx="29520" cy="51840"/>
              </a:xfrm>
              <a:custGeom>
                <a:avLst/>
                <a:gdLst/>
                <a:ahLst/>
                <a:cxnLst/>
                <a:rect l="l" t="t" r="r" b="b"/>
                <a:pathLst>
                  <a:path w="82" h="144" extrusionOk="0">
                    <a:moveTo>
                      <a:pt x="24" y="138"/>
                    </a:moveTo>
                    <a:cubicBezTo>
                      <a:pt x="21" y="133"/>
                      <a:pt x="23" y="127"/>
                      <a:pt x="28" y="125"/>
                    </a:cubicBezTo>
                    <a:cubicBezTo>
                      <a:pt x="28" y="125"/>
                      <a:pt x="29" y="124"/>
                      <a:pt x="30" y="123"/>
                    </a:cubicBezTo>
                    <a:cubicBezTo>
                      <a:pt x="35" y="120"/>
                      <a:pt x="39" y="117"/>
                      <a:pt x="43" y="114"/>
                    </a:cubicBezTo>
                    <a:cubicBezTo>
                      <a:pt x="45" y="112"/>
                      <a:pt x="47" y="111"/>
                      <a:pt x="49" y="109"/>
                    </a:cubicBezTo>
                    <a:cubicBezTo>
                      <a:pt x="50" y="107"/>
                      <a:pt x="52" y="105"/>
                      <a:pt x="53" y="103"/>
                    </a:cubicBezTo>
                    <a:cubicBezTo>
                      <a:pt x="55" y="101"/>
                      <a:pt x="56" y="99"/>
                      <a:pt x="57" y="98"/>
                    </a:cubicBezTo>
                    <a:cubicBezTo>
                      <a:pt x="57" y="97"/>
                      <a:pt x="58" y="95"/>
                      <a:pt x="59" y="94"/>
                    </a:cubicBezTo>
                    <a:lnTo>
                      <a:pt x="59" y="93"/>
                    </a:lnTo>
                    <a:cubicBezTo>
                      <a:pt x="59" y="92"/>
                      <a:pt x="59" y="91"/>
                      <a:pt x="59" y="90"/>
                    </a:cubicBezTo>
                    <a:cubicBezTo>
                      <a:pt x="59" y="90"/>
                      <a:pt x="59" y="89"/>
                      <a:pt x="59" y="88"/>
                    </a:cubicBezTo>
                    <a:lnTo>
                      <a:pt x="59" y="89"/>
                    </a:lnTo>
                    <a:cubicBezTo>
                      <a:pt x="59" y="90"/>
                      <a:pt x="59" y="90"/>
                      <a:pt x="59" y="90"/>
                    </a:cubicBezTo>
                    <a:lnTo>
                      <a:pt x="59" y="89"/>
                    </a:lnTo>
                    <a:lnTo>
                      <a:pt x="59" y="88"/>
                    </a:lnTo>
                    <a:cubicBezTo>
                      <a:pt x="59" y="89"/>
                      <a:pt x="59" y="89"/>
                      <a:pt x="59" y="89"/>
                    </a:cubicBezTo>
                    <a:cubicBezTo>
                      <a:pt x="59" y="88"/>
                      <a:pt x="59" y="87"/>
                      <a:pt x="59" y="87"/>
                    </a:cubicBezTo>
                    <a:cubicBezTo>
                      <a:pt x="59" y="86"/>
                      <a:pt x="59" y="86"/>
                      <a:pt x="59" y="85"/>
                    </a:cubicBezTo>
                    <a:lnTo>
                      <a:pt x="59" y="84"/>
                    </a:lnTo>
                    <a:cubicBezTo>
                      <a:pt x="58" y="84"/>
                      <a:pt x="58" y="83"/>
                      <a:pt x="58" y="83"/>
                    </a:cubicBezTo>
                    <a:cubicBezTo>
                      <a:pt x="57" y="83"/>
                      <a:pt x="57" y="82"/>
                      <a:pt x="57" y="81"/>
                    </a:cubicBezTo>
                    <a:cubicBezTo>
                      <a:pt x="56" y="81"/>
                      <a:pt x="56" y="81"/>
                      <a:pt x="56" y="80"/>
                    </a:cubicBezTo>
                    <a:lnTo>
                      <a:pt x="55" y="80"/>
                    </a:lnTo>
                    <a:lnTo>
                      <a:pt x="55" y="79"/>
                    </a:lnTo>
                    <a:cubicBezTo>
                      <a:pt x="53" y="79"/>
                      <a:pt x="53" y="78"/>
                      <a:pt x="52" y="77"/>
                    </a:cubicBezTo>
                    <a:cubicBezTo>
                      <a:pt x="51" y="77"/>
                      <a:pt x="50" y="77"/>
                      <a:pt x="49" y="77"/>
                    </a:cubicBezTo>
                    <a:cubicBezTo>
                      <a:pt x="48" y="76"/>
                      <a:pt x="47" y="76"/>
                      <a:pt x="46" y="76"/>
                    </a:cubicBezTo>
                    <a:cubicBezTo>
                      <a:pt x="44" y="75"/>
                      <a:pt x="43" y="75"/>
                      <a:pt x="42" y="75"/>
                    </a:cubicBezTo>
                    <a:cubicBezTo>
                      <a:pt x="39" y="74"/>
                      <a:pt x="35" y="75"/>
                      <a:pt x="32" y="74"/>
                    </a:cubicBezTo>
                    <a:cubicBezTo>
                      <a:pt x="28" y="73"/>
                      <a:pt x="25" y="69"/>
                      <a:pt x="25" y="63"/>
                    </a:cubicBezTo>
                    <a:cubicBezTo>
                      <a:pt x="25" y="60"/>
                      <a:pt x="27" y="56"/>
                      <a:pt x="29" y="53"/>
                    </a:cubicBezTo>
                    <a:cubicBezTo>
                      <a:pt x="31" y="52"/>
                      <a:pt x="31" y="50"/>
                      <a:pt x="32" y="48"/>
                    </a:cubicBezTo>
                    <a:cubicBezTo>
                      <a:pt x="34" y="45"/>
                      <a:pt x="36" y="41"/>
                      <a:pt x="38" y="38"/>
                    </a:cubicBezTo>
                    <a:cubicBezTo>
                      <a:pt x="38" y="37"/>
                      <a:pt x="38" y="36"/>
                      <a:pt x="38" y="35"/>
                    </a:cubicBezTo>
                    <a:cubicBezTo>
                      <a:pt x="39" y="34"/>
                      <a:pt x="39" y="32"/>
                      <a:pt x="39" y="31"/>
                    </a:cubicBezTo>
                    <a:cubicBezTo>
                      <a:pt x="39" y="30"/>
                      <a:pt x="39" y="29"/>
                      <a:pt x="39" y="27"/>
                    </a:cubicBezTo>
                    <a:lnTo>
                      <a:pt x="39" y="26"/>
                    </a:lnTo>
                    <a:cubicBezTo>
                      <a:pt x="39" y="25"/>
                      <a:pt x="39" y="25"/>
                      <a:pt x="39" y="25"/>
                    </a:cubicBezTo>
                    <a:cubicBezTo>
                      <a:pt x="39" y="24"/>
                      <a:pt x="38" y="24"/>
                      <a:pt x="38" y="24"/>
                    </a:cubicBezTo>
                    <a:lnTo>
                      <a:pt x="39" y="24"/>
                    </a:lnTo>
                    <a:lnTo>
                      <a:pt x="38" y="24"/>
                    </a:lnTo>
                    <a:lnTo>
                      <a:pt x="39" y="24"/>
                    </a:lnTo>
                    <a:cubicBezTo>
                      <a:pt x="39" y="25"/>
                      <a:pt x="39" y="25"/>
                      <a:pt x="39" y="25"/>
                    </a:cubicBezTo>
                    <a:lnTo>
                      <a:pt x="38" y="24"/>
                    </a:lnTo>
                    <a:lnTo>
                      <a:pt x="38" y="23"/>
                    </a:lnTo>
                    <a:cubicBezTo>
                      <a:pt x="38" y="23"/>
                      <a:pt x="37" y="22"/>
                      <a:pt x="36" y="21"/>
                    </a:cubicBezTo>
                    <a:lnTo>
                      <a:pt x="37" y="22"/>
                    </a:lnTo>
                    <a:cubicBezTo>
                      <a:pt x="36" y="22"/>
                      <a:pt x="36" y="21"/>
                      <a:pt x="36" y="21"/>
                    </a:cubicBezTo>
                    <a:cubicBezTo>
                      <a:pt x="35" y="21"/>
                      <a:pt x="35" y="21"/>
                      <a:pt x="35" y="20"/>
                    </a:cubicBezTo>
                    <a:lnTo>
                      <a:pt x="34" y="20"/>
                    </a:lnTo>
                    <a:cubicBezTo>
                      <a:pt x="33" y="20"/>
                      <a:pt x="33" y="20"/>
                      <a:pt x="33" y="20"/>
                    </a:cubicBezTo>
                    <a:cubicBezTo>
                      <a:pt x="32" y="21"/>
                      <a:pt x="31" y="21"/>
                      <a:pt x="30" y="21"/>
                    </a:cubicBezTo>
                    <a:cubicBezTo>
                      <a:pt x="29" y="22"/>
                      <a:pt x="28" y="22"/>
                      <a:pt x="27" y="23"/>
                    </a:cubicBezTo>
                    <a:lnTo>
                      <a:pt x="26" y="24"/>
                    </a:lnTo>
                    <a:cubicBezTo>
                      <a:pt x="25" y="24"/>
                      <a:pt x="24" y="25"/>
                      <a:pt x="23" y="26"/>
                    </a:cubicBezTo>
                    <a:cubicBezTo>
                      <a:pt x="23" y="27"/>
                      <a:pt x="22" y="27"/>
                      <a:pt x="22" y="27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1" y="28"/>
                      <a:pt x="21" y="28"/>
                      <a:pt x="21" y="29"/>
                    </a:cubicBezTo>
                    <a:cubicBezTo>
                      <a:pt x="21" y="30"/>
                      <a:pt x="21" y="30"/>
                      <a:pt x="21" y="30"/>
                    </a:cubicBezTo>
                    <a:lnTo>
                      <a:pt x="21" y="31"/>
                    </a:lnTo>
                    <a:cubicBezTo>
                      <a:pt x="20" y="36"/>
                      <a:pt x="14" y="39"/>
                      <a:pt x="9" y="38"/>
                    </a:cubicBezTo>
                    <a:cubicBezTo>
                      <a:pt x="4" y="36"/>
                      <a:pt x="0" y="30"/>
                      <a:pt x="3" y="25"/>
                    </a:cubicBezTo>
                    <a:lnTo>
                      <a:pt x="3" y="24"/>
                    </a:lnTo>
                    <a:cubicBezTo>
                      <a:pt x="3" y="23"/>
                      <a:pt x="4" y="21"/>
                      <a:pt x="4" y="20"/>
                    </a:cubicBezTo>
                    <a:cubicBezTo>
                      <a:pt x="6" y="17"/>
                      <a:pt x="8" y="15"/>
                      <a:pt x="10" y="13"/>
                    </a:cubicBezTo>
                    <a:cubicBezTo>
                      <a:pt x="14" y="8"/>
                      <a:pt x="20" y="5"/>
                      <a:pt x="25" y="3"/>
                    </a:cubicBezTo>
                    <a:cubicBezTo>
                      <a:pt x="31" y="0"/>
                      <a:pt x="38" y="0"/>
                      <a:pt x="43" y="3"/>
                    </a:cubicBezTo>
                    <a:cubicBezTo>
                      <a:pt x="49" y="6"/>
                      <a:pt x="53" y="12"/>
                      <a:pt x="56" y="17"/>
                    </a:cubicBezTo>
                    <a:cubicBezTo>
                      <a:pt x="58" y="24"/>
                      <a:pt x="58" y="30"/>
                      <a:pt x="57" y="37"/>
                    </a:cubicBezTo>
                    <a:cubicBezTo>
                      <a:pt x="56" y="42"/>
                      <a:pt x="53" y="47"/>
                      <a:pt x="51" y="52"/>
                    </a:cubicBezTo>
                    <a:cubicBezTo>
                      <a:pt x="50" y="54"/>
                      <a:pt x="50" y="56"/>
                      <a:pt x="49" y="57"/>
                    </a:cubicBezTo>
                    <a:cubicBezTo>
                      <a:pt x="49" y="58"/>
                      <a:pt x="50" y="58"/>
                      <a:pt x="50" y="58"/>
                    </a:cubicBezTo>
                    <a:cubicBezTo>
                      <a:pt x="57" y="59"/>
                      <a:pt x="63" y="62"/>
                      <a:pt x="68" y="66"/>
                    </a:cubicBezTo>
                    <a:cubicBezTo>
                      <a:pt x="78" y="75"/>
                      <a:pt x="81" y="90"/>
                      <a:pt x="75" y="102"/>
                    </a:cubicBezTo>
                    <a:cubicBezTo>
                      <a:pt x="73" y="108"/>
                      <a:pt x="69" y="114"/>
                      <a:pt x="64" y="119"/>
                    </a:cubicBezTo>
                    <a:cubicBezTo>
                      <a:pt x="61" y="123"/>
                      <a:pt x="57" y="127"/>
                      <a:pt x="52" y="130"/>
                    </a:cubicBezTo>
                    <a:cubicBezTo>
                      <a:pt x="48" y="134"/>
                      <a:pt x="42" y="139"/>
                      <a:pt x="36" y="142"/>
                    </a:cubicBezTo>
                    <a:cubicBezTo>
                      <a:pt x="35" y="143"/>
                      <a:pt x="34" y="143"/>
                      <a:pt x="32" y="143"/>
                    </a:cubicBezTo>
                    <a:cubicBezTo>
                      <a:pt x="29" y="143"/>
                      <a:pt x="25" y="141"/>
                      <a:pt x="24" y="1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5" name="Google Shape;2485;p27"/>
              <p:cNvSpPr/>
              <p:nvPr/>
            </p:nvSpPr>
            <p:spPr>
              <a:xfrm>
                <a:off x="4115160" y="4883040"/>
                <a:ext cx="22680" cy="127800"/>
              </a:xfrm>
              <a:custGeom>
                <a:avLst/>
                <a:gdLst/>
                <a:ahLst/>
                <a:cxnLst/>
                <a:rect l="l" t="t" r="r" b="b"/>
                <a:pathLst>
                  <a:path w="63" h="355" extrusionOk="0">
                    <a:moveTo>
                      <a:pt x="4" y="352"/>
                    </a:moveTo>
                    <a:cubicBezTo>
                      <a:pt x="0" y="349"/>
                      <a:pt x="0" y="343"/>
                      <a:pt x="3" y="339"/>
                    </a:cubicBezTo>
                    <a:cubicBezTo>
                      <a:pt x="4" y="338"/>
                      <a:pt x="5" y="337"/>
                      <a:pt x="6" y="335"/>
                    </a:cubicBezTo>
                    <a:cubicBezTo>
                      <a:pt x="6" y="334"/>
                      <a:pt x="7" y="334"/>
                      <a:pt x="7" y="333"/>
                    </a:cubicBezTo>
                    <a:lnTo>
                      <a:pt x="8" y="333"/>
                    </a:lnTo>
                    <a:cubicBezTo>
                      <a:pt x="8" y="332"/>
                      <a:pt x="8" y="332"/>
                      <a:pt x="8" y="332"/>
                    </a:cubicBezTo>
                    <a:cubicBezTo>
                      <a:pt x="8" y="332"/>
                      <a:pt x="9" y="332"/>
                      <a:pt x="9" y="331"/>
                    </a:cubicBezTo>
                    <a:cubicBezTo>
                      <a:pt x="13" y="324"/>
                      <a:pt x="17" y="318"/>
                      <a:pt x="21" y="311"/>
                    </a:cubicBezTo>
                    <a:cubicBezTo>
                      <a:pt x="24" y="306"/>
                      <a:pt x="26" y="300"/>
                      <a:pt x="28" y="295"/>
                    </a:cubicBezTo>
                    <a:cubicBezTo>
                      <a:pt x="31" y="289"/>
                      <a:pt x="32" y="283"/>
                      <a:pt x="34" y="277"/>
                    </a:cubicBezTo>
                    <a:cubicBezTo>
                      <a:pt x="35" y="271"/>
                      <a:pt x="36" y="266"/>
                      <a:pt x="37" y="260"/>
                    </a:cubicBezTo>
                    <a:cubicBezTo>
                      <a:pt x="38" y="256"/>
                      <a:pt x="39" y="250"/>
                      <a:pt x="40" y="246"/>
                    </a:cubicBezTo>
                    <a:cubicBezTo>
                      <a:pt x="41" y="242"/>
                      <a:pt x="41" y="238"/>
                      <a:pt x="42" y="233"/>
                    </a:cubicBezTo>
                    <a:cubicBezTo>
                      <a:pt x="42" y="228"/>
                      <a:pt x="43" y="222"/>
                      <a:pt x="44" y="217"/>
                    </a:cubicBezTo>
                    <a:cubicBezTo>
                      <a:pt x="44" y="213"/>
                      <a:pt x="44" y="208"/>
                      <a:pt x="44" y="205"/>
                    </a:cubicBezTo>
                    <a:cubicBezTo>
                      <a:pt x="44" y="201"/>
                      <a:pt x="45" y="197"/>
                      <a:pt x="45" y="192"/>
                    </a:cubicBezTo>
                    <a:cubicBezTo>
                      <a:pt x="45" y="183"/>
                      <a:pt x="45" y="175"/>
                      <a:pt x="45" y="166"/>
                    </a:cubicBezTo>
                    <a:cubicBezTo>
                      <a:pt x="45" y="161"/>
                      <a:pt x="44" y="157"/>
                      <a:pt x="44" y="151"/>
                    </a:cubicBezTo>
                    <a:cubicBezTo>
                      <a:pt x="44" y="148"/>
                      <a:pt x="44" y="144"/>
                      <a:pt x="44" y="140"/>
                    </a:cubicBezTo>
                    <a:cubicBezTo>
                      <a:pt x="42" y="130"/>
                      <a:pt x="42" y="120"/>
                      <a:pt x="41" y="110"/>
                    </a:cubicBezTo>
                    <a:cubicBezTo>
                      <a:pt x="38" y="90"/>
                      <a:pt x="35" y="70"/>
                      <a:pt x="33" y="49"/>
                    </a:cubicBezTo>
                    <a:cubicBezTo>
                      <a:pt x="33" y="45"/>
                      <a:pt x="32" y="40"/>
                      <a:pt x="31" y="35"/>
                    </a:cubicBezTo>
                    <a:cubicBezTo>
                      <a:pt x="31" y="30"/>
                      <a:pt x="31" y="24"/>
                      <a:pt x="31" y="17"/>
                    </a:cubicBezTo>
                    <a:cubicBezTo>
                      <a:pt x="31" y="13"/>
                      <a:pt x="33" y="9"/>
                      <a:pt x="35" y="5"/>
                    </a:cubicBezTo>
                    <a:cubicBezTo>
                      <a:pt x="38" y="2"/>
                      <a:pt x="41" y="0"/>
                      <a:pt x="46" y="0"/>
                    </a:cubicBezTo>
                    <a:cubicBezTo>
                      <a:pt x="51" y="0"/>
                      <a:pt x="56" y="3"/>
                      <a:pt x="56" y="9"/>
                    </a:cubicBezTo>
                    <a:cubicBezTo>
                      <a:pt x="56" y="13"/>
                      <a:pt x="54" y="17"/>
                      <a:pt x="50" y="19"/>
                    </a:cubicBezTo>
                    <a:cubicBezTo>
                      <a:pt x="50" y="20"/>
                      <a:pt x="50" y="20"/>
                      <a:pt x="50" y="21"/>
                    </a:cubicBezTo>
                    <a:cubicBezTo>
                      <a:pt x="49" y="25"/>
                      <a:pt x="49" y="29"/>
                      <a:pt x="50" y="33"/>
                    </a:cubicBezTo>
                    <a:cubicBezTo>
                      <a:pt x="51" y="45"/>
                      <a:pt x="52" y="57"/>
                      <a:pt x="53" y="69"/>
                    </a:cubicBezTo>
                    <a:cubicBezTo>
                      <a:pt x="54" y="79"/>
                      <a:pt x="55" y="89"/>
                      <a:pt x="56" y="99"/>
                    </a:cubicBezTo>
                    <a:cubicBezTo>
                      <a:pt x="58" y="109"/>
                      <a:pt x="59" y="120"/>
                      <a:pt x="59" y="130"/>
                    </a:cubicBezTo>
                    <a:cubicBezTo>
                      <a:pt x="61" y="141"/>
                      <a:pt x="61" y="151"/>
                      <a:pt x="61" y="161"/>
                    </a:cubicBezTo>
                    <a:cubicBezTo>
                      <a:pt x="62" y="172"/>
                      <a:pt x="62" y="182"/>
                      <a:pt x="61" y="192"/>
                    </a:cubicBezTo>
                    <a:cubicBezTo>
                      <a:pt x="61" y="196"/>
                      <a:pt x="61" y="200"/>
                      <a:pt x="61" y="204"/>
                    </a:cubicBezTo>
                    <a:cubicBezTo>
                      <a:pt x="61" y="209"/>
                      <a:pt x="61" y="214"/>
                      <a:pt x="60" y="219"/>
                    </a:cubicBezTo>
                    <a:cubicBezTo>
                      <a:pt x="59" y="229"/>
                      <a:pt x="58" y="238"/>
                      <a:pt x="56" y="248"/>
                    </a:cubicBezTo>
                    <a:cubicBezTo>
                      <a:pt x="56" y="253"/>
                      <a:pt x="55" y="258"/>
                      <a:pt x="54" y="263"/>
                    </a:cubicBezTo>
                    <a:cubicBezTo>
                      <a:pt x="53" y="268"/>
                      <a:pt x="52" y="274"/>
                      <a:pt x="51" y="280"/>
                    </a:cubicBezTo>
                    <a:cubicBezTo>
                      <a:pt x="49" y="284"/>
                      <a:pt x="48" y="288"/>
                      <a:pt x="47" y="292"/>
                    </a:cubicBezTo>
                    <a:cubicBezTo>
                      <a:pt x="45" y="298"/>
                      <a:pt x="44" y="303"/>
                      <a:pt x="41" y="309"/>
                    </a:cubicBezTo>
                    <a:cubicBezTo>
                      <a:pt x="38" y="315"/>
                      <a:pt x="35" y="321"/>
                      <a:pt x="32" y="327"/>
                    </a:cubicBezTo>
                    <a:cubicBezTo>
                      <a:pt x="28" y="335"/>
                      <a:pt x="23" y="344"/>
                      <a:pt x="17" y="351"/>
                    </a:cubicBezTo>
                    <a:cubicBezTo>
                      <a:pt x="16" y="353"/>
                      <a:pt x="13" y="354"/>
                      <a:pt x="10" y="354"/>
                    </a:cubicBezTo>
                    <a:cubicBezTo>
                      <a:pt x="8" y="354"/>
                      <a:pt x="6" y="354"/>
                      <a:pt x="4" y="3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6" name="Google Shape;2486;p27"/>
              <p:cNvSpPr/>
              <p:nvPr/>
            </p:nvSpPr>
            <p:spPr>
              <a:xfrm>
                <a:off x="4160880" y="4941000"/>
                <a:ext cx="2736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76" h="28" extrusionOk="0">
                    <a:moveTo>
                      <a:pt x="17" y="26"/>
                    </a:moveTo>
                    <a:cubicBezTo>
                      <a:pt x="11" y="25"/>
                      <a:pt x="4" y="24"/>
                      <a:pt x="2" y="18"/>
                    </a:cubicBezTo>
                    <a:cubicBezTo>
                      <a:pt x="0" y="12"/>
                      <a:pt x="3" y="7"/>
                      <a:pt x="7" y="5"/>
                    </a:cubicBezTo>
                    <a:cubicBezTo>
                      <a:pt x="9" y="5"/>
                      <a:pt x="10" y="4"/>
                      <a:pt x="12" y="4"/>
                    </a:cubicBezTo>
                    <a:cubicBezTo>
                      <a:pt x="15" y="4"/>
                      <a:pt x="17" y="5"/>
                      <a:pt x="19" y="7"/>
                    </a:cubicBezTo>
                    <a:cubicBezTo>
                      <a:pt x="21" y="8"/>
                      <a:pt x="24" y="8"/>
                      <a:pt x="27" y="8"/>
                    </a:cubicBezTo>
                    <a:lnTo>
                      <a:pt x="28" y="8"/>
                    </a:lnTo>
                    <a:lnTo>
                      <a:pt x="27" y="8"/>
                    </a:lnTo>
                    <a:cubicBezTo>
                      <a:pt x="29" y="8"/>
                      <a:pt x="31" y="9"/>
                      <a:pt x="33" y="8"/>
                    </a:cubicBezTo>
                    <a:cubicBezTo>
                      <a:pt x="35" y="8"/>
                      <a:pt x="37" y="8"/>
                      <a:pt x="39" y="8"/>
                    </a:cubicBezTo>
                    <a:cubicBezTo>
                      <a:pt x="43" y="7"/>
                      <a:pt x="47" y="6"/>
                      <a:pt x="51" y="5"/>
                    </a:cubicBezTo>
                    <a:cubicBezTo>
                      <a:pt x="55" y="4"/>
                      <a:pt x="58" y="3"/>
                      <a:pt x="62" y="1"/>
                    </a:cubicBezTo>
                    <a:cubicBezTo>
                      <a:pt x="66" y="0"/>
                      <a:pt x="71" y="2"/>
                      <a:pt x="73" y="7"/>
                    </a:cubicBezTo>
                    <a:cubicBezTo>
                      <a:pt x="75" y="11"/>
                      <a:pt x="73" y="17"/>
                      <a:pt x="68" y="18"/>
                    </a:cubicBezTo>
                    <a:cubicBezTo>
                      <a:pt x="59" y="22"/>
                      <a:pt x="50" y="25"/>
                      <a:pt x="41" y="26"/>
                    </a:cubicBezTo>
                    <a:cubicBezTo>
                      <a:pt x="38" y="27"/>
                      <a:pt x="34" y="27"/>
                      <a:pt x="31" y="27"/>
                    </a:cubicBezTo>
                    <a:cubicBezTo>
                      <a:pt x="27" y="27"/>
                      <a:pt x="22" y="27"/>
                      <a:pt x="17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7" name="Google Shape;2487;p27"/>
              <p:cNvSpPr/>
              <p:nvPr/>
            </p:nvSpPr>
            <p:spPr>
              <a:xfrm>
                <a:off x="4172040" y="4919400"/>
                <a:ext cx="11880" cy="45000"/>
              </a:xfrm>
              <a:custGeom>
                <a:avLst/>
                <a:gdLst/>
                <a:ahLst/>
                <a:cxnLst/>
                <a:rect l="l" t="t" r="r" b="b"/>
                <a:pathLst>
                  <a:path w="33" h="125" extrusionOk="0">
                    <a:moveTo>
                      <a:pt x="9" y="124"/>
                    </a:moveTo>
                    <a:cubicBezTo>
                      <a:pt x="4" y="124"/>
                      <a:pt x="0" y="120"/>
                      <a:pt x="0" y="115"/>
                    </a:cubicBezTo>
                    <a:cubicBezTo>
                      <a:pt x="0" y="106"/>
                      <a:pt x="0" y="96"/>
                      <a:pt x="0" y="87"/>
                    </a:cubicBezTo>
                    <a:cubicBezTo>
                      <a:pt x="0" y="78"/>
                      <a:pt x="1" y="69"/>
                      <a:pt x="1" y="60"/>
                    </a:cubicBezTo>
                    <a:cubicBezTo>
                      <a:pt x="3" y="42"/>
                      <a:pt x="5" y="24"/>
                      <a:pt x="12" y="7"/>
                    </a:cubicBezTo>
                    <a:cubicBezTo>
                      <a:pt x="14" y="3"/>
                      <a:pt x="18" y="0"/>
                      <a:pt x="24" y="1"/>
                    </a:cubicBezTo>
                    <a:cubicBezTo>
                      <a:pt x="29" y="3"/>
                      <a:pt x="32" y="9"/>
                      <a:pt x="29" y="14"/>
                    </a:cubicBezTo>
                    <a:cubicBezTo>
                      <a:pt x="29" y="15"/>
                      <a:pt x="29" y="15"/>
                      <a:pt x="29" y="16"/>
                    </a:cubicBezTo>
                    <a:cubicBezTo>
                      <a:pt x="28" y="20"/>
                      <a:pt x="26" y="24"/>
                      <a:pt x="25" y="28"/>
                    </a:cubicBezTo>
                    <a:cubicBezTo>
                      <a:pt x="25" y="31"/>
                      <a:pt x="24" y="33"/>
                      <a:pt x="23" y="36"/>
                    </a:cubicBezTo>
                    <a:cubicBezTo>
                      <a:pt x="22" y="39"/>
                      <a:pt x="22" y="42"/>
                      <a:pt x="22" y="46"/>
                    </a:cubicBezTo>
                    <a:cubicBezTo>
                      <a:pt x="21" y="51"/>
                      <a:pt x="20" y="57"/>
                      <a:pt x="19" y="63"/>
                    </a:cubicBezTo>
                    <a:cubicBezTo>
                      <a:pt x="19" y="71"/>
                      <a:pt x="18" y="79"/>
                      <a:pt x="18" y="88"/>
                    </a:cubicBezTo>
                    <a:cubicBezTo>
                      <a:pt x="18" y="97"/>
                      <a:pt x="18" y="106"/>
                      <a:pt x="18" y="116"/>
                    </a:cubicBezTo>
                    <a:cubicBezTo>
                      <a:pt x="18" y="120"/>
                      <a:pt x="14" y="124"/>
                      <a:pt x="9" y="1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8" name="Google Shape;2488;p27"/>
              <p:cNvSpPr/>
              <p:nvPr/>
            </p:nvSpPr>
            <p:spPr>
              <a:xfrm>
                <a:off x="4203720" y="4896720"/>
                <a:ext cx="30240" cy="78480"/>
              </a:xfrm>
              <a:custGeom>
                <a:avLst/>
                <a:gdLst/>
                <a:ahLst/>
                <a:cxnLst/>
                <a:rect l="l" t="t" r="r" b="b"/>
                <a:pathLst>
                  <a:path w="84" h="218" extrusionOk="0">
                    <a:moveTo>
                      <a:pt x="21" y="217"/>
                    </a:moveTo>
                    <a:cubicBezTo>
                      <a:pt x="19" y="217"/>
                      <a:pt x="16" y="216"/>
                      <a:pt x="14" y="214"/>
                    </a:cubicBezTo>
                    <a:cubicBezTo>
                      <a:pt x="13" y="212"/>
                      <a:pt x="12" y="209"/>
                      <a:pt x="12" y="206"/>
                    </a:cubicBezTo>
                    <a:cubicBezTo>
                      <a:pt x="14" y="191"/>
                      <a:pt x="16" y="176"/>
                      <a:pt x="18" y="162"/>
                    </a:cubicBezTo>
                    <a:cubicBezTo>
                      <a:pt x="19" y="154"/>
                      <a:pt x="20" y="147"/>
                      <a:pt x="22" y="139"/>
                    </a:cubicBezTo>
                    <a:cubicBezTo>
                      <a:pt x="23" y="133"/>
                      <a:pt x="24" y="126"/>
                      <a:pt x="26" y="119"/>
                    </a:cubicBezTo>
                    <a:cubicBezTo>
                      <a:pt x="25" y="120"/>
                      <a:pt x="25" y="120"/>
                      <a:pt x="25" y="120"/>
                    </a:cubicBezTo>
                    <a:cubicBezTo>
                      <a:pt x="25" y="119"/>
                      <a:pt x="26" y="119"/>
                      <a:pt x="26" y="118"/>
                    </a:cubicBezTo>
                    <a:cubicBezTo>
                      <a:pt x="26" y="118"/>
                      <a:pt x="26" y="117"/>
                      <a:pt x="27" y="117"/>
                    </a:cubicBezTo>
                    <a:lnTo>
                      <a:pt x="26" y="117"/>
                    </a:lnTo>
                    <a:cubicBezTo>
                      <a:pt x="27" y="117"/>
                      <a:pt x="27" y="117"/>
                      <a:pt x="27" y="117"/>
                    </a:cubicBezTo>
                    <a:cubicBezTo>
                      <a:pt x="27" y="116"/>
                      <a:pt x="27" y="116"/>
                      <a:pt x="27" y="116"/>
                    </a:cubicBezTo>
                    <a:cubicBezTo>
                      <a:pt x="27" y="114"/>
                      <a:pt x="27" y="112"/>
                      <a:pt x="28" y="110"/>
                    </a:cubicBezTo>
                    <a:cubicBezTo>
                      <a:pt x="28" y="111"/>
                      <a:pt x="28" y="111"/>
                      <a:pt x="28" y="111"/>
                    </a:cubicBezTo>
                    <a:lnTo>
                      <a:pt x="28" y="110"/>
                    </a:lnTo>
                    <a:cubicBezTo>
                      <a:pt x="27" y="112"/>
                      <a:pt x="26" y="113"/>
                      <a:pt x="25" y="114"/>
                    </a:cubicBezTo>
                    <a:cubicBezTo>
                      <a:pt x="25" y="115"/>
                      <a:pt x="24" y="117"/>
                      <a:pt x="23" y="119"/>
                    </a:cubicBezTo>
                    <a:cubicBezTo>
                      <a:pt x="22" y="120"/>
                      <a:pt x="21" y="121"/>
                      <a:pt x="21" y="122"/>
                    </a:cubicBezTo>
                    <a:cubicBezTo>
                      <a:pt x="21" y="121"/>
                      <a:pt x="21" y="121"/>
                      <a:pt x="21" y="121"/>
                    </a:cubicBezTo>
                    <a:cubicBezTo>
                      <a:pt x="21" y="122"/>
                      <a:pt x="21" y="123"/>
                      <a:pt x="20" y="124"/>
                    </a:cubicBezTo>
                    <a:cubicBezTo>
                      <a:pt x="18" y="128"/>
                      <a:pt x="12" y="131"/>
                      <a:pt x="7" y="128"/>
                    </a:cubicBezTo>
                    <a:cubicBezTo>
                      <a:pt x="3" y="126"/>
                      <a:pt x="0" y="120"/>
                      <a:pt x="3" y="116"/>
                    </a:cubicBezTo>
                    <a:cubicBezTo>
                      <a:pt x="6" y="109"/>
                      <a:pt x="10" y="103"/>
                      <a:pt x="14" y="97"/>
                    </a:cubicBezTo>
                    <a:lnTo>
                      <a:pt x="14" y="98"/>
                    </a:lnTo>
                    <a:cubicBezTo>
                      <a:pt x="16" y="95"/>
                      <a:pt x="17" y="93"/>
                      <a:pt x="19" y="91"/>
                    </a:cubicBezTo>
                    <a:cubicBezTo>
                      <a:pt x="19" y="91"/>
                      <a:pt x="18" y="91"/>
                      <a:pt x="18" y="92"/>
                    </a:cubicBezTo>
                    <a:cubicBezTo>
                      <a:pt x="27" y="80"/>
                      <a:pt x="36" y="67"/>
                      <a:pt x="43" y="54"/>
                    </a:cubicBezTo>
                    <a:cubicBezTo>
                      <a:pt x="45" y="48"/>
                      <a:pt x="48" y="41"/>
                      <a:pt x="50" y="35"/>
                    </a:cubicBezTo>
                    <a:cubicBezTo>
                      <a:pt x="51" y="31"/>
                      <a:pt x="53" y="27"/>
                      <a:pt x="54" y="24"/>
                    </a:cubicBezTo>
                    <a:cubicBezTo>
                      <a:pt x="55" y="21"/>
                      <a:pt x="56" y="18"/>
                      <a:pt x="57" y="16"/>
                    </a:cubicBezTo>
                    <a:cubicBezTo>
                      <a:pt x="58" y="14"/>
                      <a:pt x="59" y="11"/>
                      <a:pt x="60" y="9"/>
                    </a:cubicBezTo>
                    <a:cubicBezTo>
                      <a:pt x="62" y="7"/>
                      <a:pt x="63" y="6"/>
                      <a:pt x="64" y="4"/>
                    </a:cubicBezTo>
                    <a:cubicBezTo>
                      <a:pt x="67" y="0"/>
                      <a:pt x="72" y="0"/>
                      <a:pt x="76" y="2"/>
                    </a:cubicBezTo>
                    <a:cubicBezTo>
                      <a:pt x="78" y="2"/>
                      <a:pt x="80" y="3"/>
                      <a:pt x="81" y="5"/>
                    </a:cubicBezTo>
                    <a:cubicBezTo>
                      <a:pt x="83" y="7"/>
                      <a:pt x="83" y="10"/>
                      <a:pt x="83" y="12"/>
                    </a:cubicBezTo>
                    <a:cubicBezTo>
                      <a:pt x="83" y="15"/>
                      <a:pt x="81" y="18"/>
                      <a:pt x="81" y="20"/>
                    </a:cubicBezTo>
                    <a:cubicBezTo>
                      <a:pt x="80" y="21"/>
                      <a:pt x="80" y="22"/>
                      <a:pt x="79" y="24"/>
                    </a:cubicBezTo>
                    <a:cubicBezTo>
                      <a:pt x="77" y="28"/>
                      <a:pt x="75" y="33"/>
                      <a:pt x="73" y="38"/>
                    </a:cubicBezTo>
                    <a:cubicBezTo>
                      <a:pt x="69" y="46"/>
                      <a:pt x="64" y="55"/>
                      <a:pt x="59" y="63"/>
                    </a:cubicBezTo>
                    <a:cubicBezTo>
                      <a:pt x="59" y="64"/>
                      <a:pt x="59" y="64"/>
                      <a:pt x="58" y="66"/>
                    </a:cubicBezTo>
                    <a:cubicBezTo>
                      <a:pt x="57" y="70"/>
                      <a:pt x="55" y="74"/>
                      <a:pt x="54" y="79"/>
                    </a:cubicBezTo>
                    <a:cubicBezTo>
                      <a:pt x="53" y="82"/>
                      <a:pt x="52" y="86"/>
                      <a:pt x="51" y="89"/>
                    </a:cubicBezTo>
                    <a:cubicBezTo>
                      <a:pt x="50" y="95"/>
                      <a:pt x="48" y="99"/>
                      <a:pt x="47" y="105"/>
                    </a:cubicBezTo>
                    <a:lnTo>
                      <a:pt x="47" y="104"/>
                    </a:lnTo>
                    <a:cubicBezTo>
                      <a:pt x="46" y="109"/>
                      <a:pt x="45" y="114"/>
                      <a:pt x="43" y="120"/>
                    </a:cubicBezTo>
                    <a:lnTo>
                      <a:pt x="43" y="119"/>
                    </a:lnTo>
                    <a:cubicBezTo>
                      <a:pt x="43" y="120"/>
                      <a:pt x="43" y="121"/>
                      <a:pt x="43" y="123"/>
                    </a:cubicBezTo>
                    <a:lnTo>
                      <a:pt x="42" y="123"/>
                    </a:lnTo>
                    <a:lnTo>
                      <a:pt x="43" y="123"/>
                    </a:lnTo>
                    <a:cubicBezTo>
                      <a:pt x="42" y="123"/>
                      <a:pt x="42" y="123"/>
                      <a:pt x="42" y="123"/>
                    </a:cubicBezTo>
                    <a:lnTo>
                      <a:pt x="42" y="124"/>
                    </a:lnTo>
                    <a:lnTo>
                      <a:pt x="42" y="123"/>
                    </a:lnTo>
                    <a:cubicBezTo>
                      <a:pt x="42" y="124"/>
                      <a:pt x="42" y="124"/>
                      <a:pt x="42" y="124"/>
                    </a:cubicBezTo>
                    <a:lnTo>
                      <a:pt x="42" y="123"/>
                    </a:lnTo>
                    <a:cubicBezTo>
                      <a:pt x="40" y="135"/>
                      <a:pt x="38" y="147"/>
                      <a:pt x="37" y="159"/>
                    </a:cubicBezTo>
                    <a:cubicBezTo>
                      <a:pt x="35" y="172"/>
                      <a:pt x="33" y="184"/>
                      <a:pt x="32" y="197"/>
                    </a:cubicBezTo>
                    <a:lnTo>
                      <a:pt x="32" y="198"/>
                    </a:lnTo>
                    <a:cubicBezTo>
                      <a:pt x="32" y="201"/>
                      <a:pt x="31" y="204"/>
                      <a:pt x="31" y="208"/>
                    </a:cubicBezTo>
                    <a:cubicBezTo>
                      <a:pt x="31" y="213"/>
                      <a:pt x="27" y="217"/>
                      <a:pt x="21" y="2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9" name="Google Shape;2489;p27"/>
              <p:cNvSpPr/>
              <p:nvPr/>
            </p:nvSpPr>
            <p:spPr>
              <a:xfrm>
                <a:off x="3567600" y="4994640"/>
                <a:ext cx="77076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2141" h="33" extrusionOk="0">
                    <a:moveTo>
                      <a:pt x="10" y="32"/>
                    </a:moveTo>
                    <a:lnTo>
                      <a:pt x="9" y="32"/>
                    </a:lnTo>
                    <a:cubicBezTo>
                      <a:pt x="4" y="32"/>
                      <a:pt x="0" y="28"/>
                      <a:pt x="0" y="23"/>
                    </a:cubicBezTo>
                    <a:cubicBezTo>
                      <a:pt x="0" y="18"/>
                      <a:pt x="5" y="14"/>
                      <a:pt x="10" y="14"/>
                    </a:cubicBezTo>
                    <a:cubicBezTo>
                      <a:pt x="18" y="14"/>
                      <a:pt x="26" y="14"/>
                      <a:pt x="34" y="14"/>
                    </a:cubicBezTo>
                    <a:cubicBezTo>
                      <a:pt x="46" y="14"/>
                      <a:pt x="56" y="14"/>
                      <a:pt x="67" y="14"/>
                    </a:cubicBezTo>
                    <a:cubicBezTo>
                      <a:pt x="90" y="14"/>
                      <a:pt x="113" y="14"/>
                      <a:pt x="136" y="14"/>
                    </a:cubicBezTo>
                    <a:cubicBezTo>
                      <a:pt x="180" y="13"/>
                      <a:pt x="224" y="13"/>
                      <a:pt x="268" y="13"/>
                    </a:cubicBezTo>
                    <a:cubicBezTo>
                      <a:pt x="357" y="13"/>
                      <a:pt x="446" y="11"/>
                      <a:pt x="534" y="11"/>
                    </a:cubicBezTo>
                    <a:cubicBezTo>
                      <a:pt x="579" y="11"/>
                      <a:pt x="624" y="11"/>
                      <a:pt x="668" y="10"/>
                    </a:cubicBezTo>
                    <a:cubicBezTo>
                      <a:pt x="713" y="10"/>
                      <a:pt x="759" y="10"/>
                      <a:pt x="804" y="10"/>
                    </a:cubicBezTo>
                    <a:cubicBezTo>
                      <a:pt x="894" y="10"/>
                      <a:pt x="985" y="9"/>
                      <a:pt x="1075" y="8"/>
                    </a:cubicBezTo>
                    <a:cubicBezTo>
                      <a:pt x="1166" y="8"/>
                      <a:pt x="1256" y="7"/>
                      <a:pt x="1347" y="6"/>
                    </a:cubicBezTo>
                    <a:cubicBezTo>
                      <a:pt x="1436" y="6"/>
                      <a:pt x="1527" y="6"/>
                      <a:pt x="1617" y="5"/>
                    </a:cubicBezTo>
                    <a:cubicBezTo>
                      <a:pt x="1662" y="4"/>
                      <a:pt x="1708" y="4"/>
                      <a:pt x="1753" y="4"/>
                    </a:cubicBezTo>
                    <a:cubicBezTo>
                      <a:pt x="1799" y="3"/>
                      <a:pt x="1845" y="3"/>
                      <a:pt x="1890" y="3"/>
                    </a:cubicBezTo>
                    <a:cubicBezTo>
                      <a:pt x="1933" y="2"/>
                      <a:pt x="1977" y="2"/>
                      <a:pt x="2020" y="2"/>
                    </a:cubicBezTo>
                    <a:cubicBezTo>
                      <a:pt x="2030" y="1"/>
                      <a:pt x="2040" y="1"/>
                      <a:pt x="2050" y="0"/>
                    </a:cubicBezTo>
                    <a:cubicBezTo>
                      <a:pt x="2059" y="0"/>
                      <a:pt x="2068" y="0"/>
                      <a:pt x="2077" y="0"/>
                    </a:cubicBezTo>
                    <a:cubicBezTo>
                      <a:pt x="2095" y="0"/>
                      <a:pt x="2112" y="0"/>
                      <a:pt x="2130" y="0"/>
                    </a:cubicBezTo>
                    <a:cubicBezTo>
                      <a:pt x="2136" y="0"/>
                      <a:pt x="2140" y="5"/>
                      <a:pt x="2140" y="10"/>
                    </a:cubicBezTo>
                    <a:cubicBezTo>
                      <a:pt x="2140" y="16"/>
                      <a:pt x="2135" y="20"/>
                      <a:pt x="2130" y="20"/>
                    </a:cubicBezTo>
                    <a:cubicBezTo>
                      <a:pt x="2112" y="20"/>
                      <a:pt x="2094" y="20"/>
                      <a:pt x="2076" y="20"/>
                    </a:cubicBezTo>
                    <a:cubicBezTo>
                      <a:pt x="2067" y="20"/>
                      <a:pt x="2058" y="20"/>
                      <a:pt x="2049" y="20"/>
                    </a:cubicBezTo>
                    <a:cubicBezTo>
                      <a:pt x="2039" y="20"/>
                      <a:pt x="2029" y="20"/>
                      <a:pt x="2019" y="20"/>
                    </a:cubicBezTo>
                    <a:cubicBezTo>
                      <a:pt x="1975" y="20"/>
                      <a:pt x="1930" y="20"/>
                      <a:pt x="1886" y="20"/>
                    </a:cubicBezTo>
                    <a:cubicBezTo>
                      <a:pt x="1841" y="20"/>
                      <a:pt x="1795" y="20"/>
                      <a:pt x="1750" y="21"/>
                    </a:cubicBezTo>
                    <a:cubicBezTo>
                      <a:pt x="1705" y="21"/>
                      <a:pt x="1659" y="21"/>
                      <a:pt x="1614" y="21"/>
                    </a:cubicBezTo>
                    <a:cubicBezTo>
                      <a:pt x="1524" y="22"/>
                      <a:pt x="1433" y="23"/>
                      <a:pt x="1342" y="23"/>
                    </a:cubicBezTo>
                    <a:cubicBezTo>
                      <a:pt x="1297" y="23"/>
                      <a:pt x="1252" y="24"/>
                      <a:pt x="1207" y="24"/>
                    </a:cubicBezTo>
                    <a:cubicBezTo>
                      <a:pt x="1162" y="24"/>
                      <a:pt x="1118" y="24"/>
                      <a:pt x="1073" y="25"/>
                    </a:cubicBezTo>
                    <a:cubicBezTo>
                      <a:pt x="983" y="25"/>
                      <a:pt x="893" y="26"/>
                      <a:pt x="803" y="27"/>
                    </a:cubicBezTo>
                    <a:cubicBezTo>
                      <a:pt x="757" y="27"/>
                      <a:pt x="712" y="27"/>
                      <a:pt x="667" y="28"/>
                    </a:cubicBezTo>
                    <a:cubicBezTo>
                      <a:pt x="622" y="28"/>
                      <a:pt x="578" y="28"/>
                      <a:pt x="533" y="28"/>
                    </a:cubicBezTo>
                    <a:cubicBezTo>
                      <a:pt x="489" y="29"/>
                      <a:pt x="444" y="29"/>
                      <a:pt x="400" y="30"/>
                    </a:cubicBezTo>
                    <a:cubicBezTo>
                      <a:pt x="354" y="30"/>
                      <a:pt x="309" y="30"/>
                      <a:pt x="263" y="30"/>
                    </a:cubicBezTo>
                    <a:cubicBezTo>
                      <a:pt x="221" y="31"/>
                      <a:pt x="179" y="31"/>
                      <a:pt x="137" y="31"/>
                    </a:cubicBezTo>
                    <a:cubicBezTo>
                      <a:pt x="114" y="31"/>
                      <a:pt x="92" y="31"/>
                      <a:pt x="69" y="32"/>
                    </a:cubicBezTo>
                    <a:cubicBezTo>
                      <a:pt x="50" y="32"/>
                      <a:pt x="30" y="32"/>
                      <a:pt x="10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0" name="Google Shape;2490;p27"/>
              <p:cNvSpPr/>
              <p:nvPr/>
            </p:nvSpPr>
            <p:spPr>
              <a:xfrm>
                <a:off x="4120200" y="4723200"/>
                <a:ext cx="215640" cy="274320"/>
              </a:xfrm>
              <a:custGeom>
                <a:avLst/>
                <a:gdLst/>
                <a:ahLst/>
                <a:cxnLst/>
                <a:rect l="l" t="t" r="r" b="b"/>
                <a:pathLst>
                  <a:path w="599" h="762" extrusionOk="0">
                    <a:moveTo>
                      <a:pt x="579" y="758"/>
                    </a:moveTo>
                    <a:cubicBezTo>
                      <a:pt x="569" y="744"/>
                      <a:pt x="558" y="729"/>
                      <a:pt x="547" y="715"/>
                    </a:cubicBezTo>
                    <a:cubicBezTo>
                      <a:pt x="541" y="708"/>
                      <a:pt x="536" y="701"/>
                      <a:pt x="531" y="694"/>
                    </a:cubicBezTo>
                    <a:cubicBezTo>
                      <a:pt x="525" y="686"/>
                      <a:pt x="519" y="679"/>
                      <a:pt x="513" y="672"/>
                    </a:cubicBezTo>
                    <a:cubicBezTo>
                      <a:pt x="501" y="656"/>
                      <a:pt x="489" y="641"/>
                      <a:pt x="477" y="625"/>
                    </a:cubicBezTo>
                    <a:cubicBezTo>
                      <a:pt x="465" y="610"/>
                      <a:pt x="453" y="594"/>
                      <a:pt x="441" y="579"/>
                    </a:cubicBezTo>
                    <a:cubicBezTo>
                      <a:pt x="418" y="549"/>
                      <a:pt x="395" y="519"/>
                      <a:pt x="371" y="489"/>
                    </a:cubicBezTo>
                    <a:cubicBezTo>
                      <a:pt x="347" y="458"/>
                      <a:pt x="323" y="427"/>
                      <a:pt x="299" y="396"/>
                    </a:cubicBezTo>
                    <a:cubicBezTo>
                      <a:pt x="275" y="365"/>
                      <a:pt x="251" y="333"/>
                      <a:pt x="226" y="302"/>
                    </a:cubicBezTo>
                    <a:cubicBezTo>
                      <a:pt x="202" y="270"/>
                      <a:pt x="177" y="239"/>
                      <a:pt x="152" y="207"/>
                    </a:cubicBezTo>
                    <a:cubicBezTo>
                      <a:pt x="128" y="176"/>
                      <a:pt x="105" y="145"/>
                      <a:pt x="80" y="115"/>
                    </a:cubicBezTo>
                    <a:cubicBezTo>
                      <a:pt x="56" y="84"/>
                      <a:pt x="32" y="53"/>
                      <a:pt x="7" y="23"/>
                    </a:cubicBezTo>
                    <a:cubicBezTo>
                      <a:pt x="6" y="21"/>
                      <a:pt x="4" y="19"/>
                      <a:pt x="3" y="17"/>
                    </a:cubicBezTo>
                    <a:cubicBezTo>
                      <a:pt x="0" y="13"/>
                      <a:pt x="1" y="7"/>
                      <a:pt x="4" y="4"/>
                    </a:cubicBezTo>
                    <a:cubicBezTo>
                      <a:pt x="9" y="0"/>
                      <a:pt x="15" y="2"/>
                      <a:pt x="18" y="6"/>
                    </a:cubicBezTo>
                    <a:cubicBezTo>
                      <a:pt x="24" y="13"/>
                      <a:pt x="29" y="21"/>
                      <a:pt x="35" y="28"/>
                    </a:cubicBezTo>
                    <a:cubicBezTo>
                      <a:pt x="42" y="37"/>
                      <a:pt x="48" y="45"/>
                      <a:pt x="54" y="52"/>
                    </a:cubicBezTo>
                    <a:cubicBezTo>
                      <a:pt x="66" y="68"/>
                      <a:pt x="78" y="84"/>
                      <a:pt x="90" y="100"/>
                    </a:cubicBezTo>
                    <a:cubicBezTo>
                      <a:pt x="114" y="131"/>
                      <a:pt x="138" y="162"/>
                      <a:pt x="162" y="193"/>
                    </a:cubicBezTo>
                    <a:cubicBezTo>
                      <a:pt x="186" y="223"/>
                      <a:pt x="209" y="253"/>
                      <a:pt x="233" y="284"/>
                    </a:cubicBezTo>
                    <a:cubicBezTo>
                      <a:pt x="257" y="315"/>
                      <a:pt x="282" y="345"/>
                      <a:pt x="306" y="376"/>
                    </a:cubicBezTo>
                    <a:cubicBezTo>
                      <a:pt x="330" y="408"/>
                      <a:pt x="355" y="439"/>
                      <a:pt x="379" y="470"/>
                    </a:cubicBezTo>
                    <a:cubicBezTo>
                      <a:pt x="404" y="501"/>
                      <a:pt x="427" y="531"/>
                      <a:pt x="451" y="562"/>
                    </a:cubicBezTo>
                    <a:cubicBezTo>
                      <a:pt x="475" y="592"/>
                      <a:pt x="498" y="623"/>
                      <a:pt x="522" y="654"/>
                    </a:cubicBezTo>
                    <a:cubicBezTo>
                      <a:pt x="545" y="682"/>
                      <a:pt x="567" y="711"/>
                      <a:pt x="590" y="739"/>
                    </a:cubicBezTo>
                    <a:cubicBezTo>
                      <a:pt x="592" y="741"/>
                      <a:pt x="593" y="743"/>
                      <a:pt x="595" y="746"/>
                    </a:cubicBezTo>
                    <a:cubicBezTo>
                      <a:pt x="598" y="750"/>
                      <a:pt x="598" y="756"/>
                      <a:pt x="593" y="760"/>
                    </a:cubicBezTo>
                    <a:cubicBezTo>
                      <a:pt x="592" y="761"/>
                      <a:pt x="589" y="761"/>
                      <a:pt x="588" y="761"/>
                    </a:cubicBezTo>
                    <a:cubicBezTo>
                      <a:pt x="585" y="761"/>
                      <a:pt x="582" y="760"/>
                      <a:pt x="579" y="75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1" name="Google Shape;2491;p27"/>
              <p:cNvSpPr/>
              <p:nvPr/>
            </p:nvSpPr>
            <p:spPr>
              <a:xfrm>
                <a:off x="3292560" y="4186080"/>
                <a:ext cx="335520" cy="15480"/>
              </a:xfrm>
              <a:custGeom>
                <a:avLst/>
                <a:gdLst/>
                <a:ahLst/>
                <a:cxnLst/>
                <a:rect l="l" t="t" r="r" b="b"/>
                <a:pathLst>
                  <a:path w="932" h="43" extrusionOk="0">
                    <a:moveTo>
                      <a:pt x="0" y="32"/>
                    </a:moveTo>
                    <a:cubicBezTo>
                      <a:pt x="0" y="27"/>
                      <a:pt x="4" y="23"/>
                      <a:pt x="10" y="23"/>
                    </a:cubicBezTo>
                    <a:cubicBezTo>
                      <a:pt x="10" y="23"/>
                      <a:pt x="11" y="23"/>
                      <a:pt x="12" y="23"/>
                    </a:cubicBezTo>
                    <a:cubicBezTo>
                      <a:pt x="24" y="23"/>
                      <a:pt x="36" y="23"/>
                      <a:pt x="48" y="22"/>
                    </a:cubicBezTo>
                    <a:cubicBezTo>
                      <a:pt x="60" y="22"/>
                      <a:pt x="72" y="21"/>
                      <a:pt x="84" y="21"/>
                    </a:cubicBezTo>
                    <a:lnTo>
                      <a:pt x="83" y="21"/>
                    </a:lnTo>
                    <a:cubicBezTo>
                      <a:pt x="92" y="21"/>
                      <a:pt x="102" y="21"/>
                      <a:pt x="112" y="21"/>
                    </a:cubicBezTo>
                    <a:lnTo>
                      <a:pt x="113" y="21"/>
                    </a:lnTo>
                    <a:cubicBezTo>
                      <a:pt x="119" y="21"/>
                      <a:pt x="125" y="20"/>
                      <a:pt x="130" y="20"/>
                    </a:cubicBezTo>
                    <a:lnTo>
                      <a:pt x="131" y="20"/>
                    </a:lnTo>
                    <a:cubicBezTo>
                      <a:pt x="137" y="20"/>
                      <a:pt x="142" y="20"/>
                      <a:pt x="147" y="20"/>
                    </a:cubicBezTo>
                    <a:lnTo>
                      <a:pt x="148" y="20"/>
                    </a:lnTo>
                    <a:cubicBezTo>
                      <a:pt x="163" y="20"/>
                      <a:pt x="177" y="20"/>
                      <a:pt x="192" y="19"/>
                    </a:cubicBezTo>
                    <a:cubicBezTo>
                      <a:pt x="191" y="19"/>
                      <a:pt x="191" y="19"/>
                      <a:pt x="191" y="19"/>
                    </a:cubicBezTo>
                    <a:cubicBezTo>
                      <a:pt x="199" y="19"/>
                      <a:pt x="208" y="18"/>
                      <a:pt x="217" y="18"/>
                    </a:cubicBezTo>
                    <a:cubicBezTo>
                      <a:pt x="216" y="18"/>
                      <a:pt x="216" y="18"/>
                      <a:pt x="216" y="18"/>
                    </a:cubicBezTo>
                    <a:cubicBezTo>
                      <a:pt x="216" y="18"/>
                      <a:pt x="217" y="18"/>
                      <a:pt x="218" y="18"/>
                    </a:cubicBezTo>
                    <a:cubicBezTo>
                      <a:pt x="222" y="18"/>
                      <a:pt x="227" y="18"/>
                      <a:pt x="232" y="18"/>
                    </a:cubicBezTo>
                    <a:cubicBezTo>
                      <a:pt x="233" y="18"/>
                      <a:pt x="233" y="18"/>
                      <a:pt x="233" y="18"/>
                    </a:cubicBezTo>
                    <a:cubicBezTo>
                      <a:pt x="239" y="18"/>
                      <a:pt x="243" y="18"/>
                      <a:pt x="248" y="18"/>
                    </a:cubicBezTo>
                    <a:cubicBezTo>
                      <a:pt x="250" y="18"/>
                      <a:pt x="251" y="18"/>
                      <a:pt x="253" y="18"/>
                    </a:cubicBezTo>
                    <a:lnTo>
                      <a:pt x="254" y="18"/>
                    </a:lnTo>
                    <a:cubicBezTo>
                      <a:pt x="255" y="17"/>
                      <a:pt x="255" y="17"/>
                      <a:pt x="256" y="17"/>
                    </a:cubicBezTo>
                    <a:cubicBezTo>
                      <a:pt x="257" y="17"/>
                      <a:pt x="257" y="17"/>
                      <a:pt x="257" y="17"/>
                    </a:cubicBezTo>
                    <a:cubicBezTo>
                      <a:pt x="257" y="17"/>
                      <a:pt x="258" y="17"/>
                      <a:pt x="259" y="17"/>
                    </a:cubicBezTo>
                    <a:cubicBezTo>
                      <a:pt x="260" y="17"/>
                      <a:pt x="261" y="17"/>
                      <a:pt x="262" y="17"/>
                    </a:cubicBezTo>
                    <a:cubicBezTo>
                      <a:pt x="263" y="17"/>
                      <a:pt x="264" y="17"/>
                      <a:pt x="265" y="17"/>
                    </a:cubicBezTo>
                    <a:cubicBezTo>
                      <a:pt x="265" y="17"/>
                      <a:pt x="266" y="17"/>
                      <a:pt x="267" y="17"/>
                    </a:cubicBezTo>
                    <a:cubicBezTo>
                      <a:pt x="268" y="17"/>
                      <a:pt x="268" y="17"/>
                      <a:pt x="268" y="17"/>
                    </a:cubicBezTo>
                    <a:cubicBezTo>
                      <a:pt x="271" y="17"/>
                      <a:pt x="273" y="17"/>
                      <a:pt x="275" y="17"/>
                    </a:cubicBezTo>
                    <a:lnTo>
                      <a:pt x="276" y="17"/>
                    </a:lnTo>
                    <a:cubicBezTo>
                      <a:pt x="277" y="17"/>
                      <a:pt x="278" y="17"/>
                      <a:pt x="279" y="17"/>
                    </a:cubicBezTo>
                    <a:lnTo>
                      <a:pt x="280" y="17"/>
                    </a:lnTo>
                    <a:lnTo>
                      <a:pt x="281" y="17"/>
                    </a:lnTo>
                    <a:lnTo>
                      <a:pt x="280" y="17"/>
                    </a:lnTo>
                    <a:cubicBezTo>
                      <a:pt x="281" y="17"/>
                      <a:pt x="281" y="17"/>
                      <a:pt x="281" y="17"/>
                    </a:cubicBezTo>
                    <a:cubicBezTo>
                      <a:pt x="282" y="17"/>
                      <a:pt x="282" y="17"/>
                      <a:pt x="282" y="17"/>
                    </a:cubicBezTo>
                    <a:lnTo>
                      <a:pt x="281" y="17"/>
                    </a:lnTo>
                    <a:lnTo>
                      <a:pt x="282" y="17"/>
                    </a:lnTo>
                    <a:lnTo>
                      <a:pt x="283" y="17"/>
                    </a:lnTo>
                    <a:lnTo>
                      <a:pt x="284" y="17"/>
                    </a:lnTo>
                    <a:cubicBezTo>
                      <a:pt x="285" y="17"/>
                      <a:pt x="286" y="17"/>
                      <a:pt x="286" y="17"/>
                    </a:cubicBezTo>
                    <a:lnTo>
                      <a:pt x="285" y="17"/>
                    </a:lnTo>
                    <a:cubicBezTo>
                      <a:pt x="286" y="17"/>
                      <a:pt x="287" y="17"/>
                      <a:pt x="288" y="17"/>
                    </a:cubicBezTo>
                    <a:cubicBezTo>
                      <a:pt x="289" y="17"/>
                      <a:pt x="289" y="17"/>
                      <a:pt x="290" y="17"/>
                    </a:cubicBezTo>
                    <a:lnTo>
                      <a:pt x="292" y="17"/>
                    </a:lnTo>
                    <a:lnTo>
                      <a:pt x="293" y="17"/>
                    </a:lnTo>
                    <a:lnTo>
                      <a:pt x="292" y="17"/>
                    </a:lnTo>
                    <a:cubicBezTo>
                      <a:pt x="293" y="17"/>
                      <a:pt x="294" y="17"/>
                      <a:pt x="296" y="17"/>
                    </a:cubicBezTo>
                    <a:lnTo>
                      <a:pt x="295" y="17"/>
                    </a:lnTo>
                    <a:lnTo>
                      <a:pt x="296" y="17"/>
                    </a:lnTo>
                    <a:cubicBezTo>
                      <a:pt x="297" y="17"/>
                      <a:pt x="297" y="17"/>
                      <a:pt x="297" y="17"/>
                    </a:cubicBezTo>
                    <a:lnTo>
                      <a:pt x="298" y="17"/>
                    </a:lnTo>
                    <a:lnTo>
                      <a:pt x="299" y="17"/>
                    </a:lnTo>
                    <a:lnTo>
                      <a:pt x="298" y="17"/>
                    </a:lnTo>
                    <a:cubicBezTo>
                      <a:pt x="299" y="16"/>
                      <a:pt x="299" y="16"/>
                      <a:pt x="299" y="16"/>
                    </a:cubicBezTo>
                    <a:lnTo>
                      <a:pt x="300" y="16"/>
                    </a:lnTo>
                    <a:lnTo>
                      <a:pt x="301" y="16"/>
                    </a:lnTo>
                    <a:lnTo>
                      <a:pt x="300" y="16"/>
                    </a:lnTo>
                    <a:cubicBezTo>
                      <a:pt x="301" y="16"/>
                      <a:pt x="302" y="16"/>
                      <a:pt x="303" y="16"/>
                    </a:cubicBezTo>
                    <a:lnTo>
                      <a:pt x="304" y="16"/>
                    </a:lnTo>
                    <a:cubicBezTo>
                      <a:pt x="304" y="16"/>
                      <a:pt x="305" y="16"/>
                      <a:pt x="306" y="16"/>
                    </a:cubicBezTo>
                    <a:cubicBezTo>
                      <a:pt x="306" y="16"/>
                      <a:pt x="307" y="16"/>
                      <a:pt x="308" y="16"/>
                    </a:cubicBezTo>
                    <a:lnTo>
                      <a:pt x="307" y="16"/>
                    </a:lnTo>
                    <a:cubicBezTo>
                      <a:pt x="308" y="16"/>
                      <a:pt x="308" y="16"/>
                      <a:pt x="308" y="16"/>
                    </a:cubicBezTo>
                    <a:cubicBezTo>
                      <a:pt x="309" y="16"/>
                      <a:pt x="310" y="16"/>
                      <a:pt x="310" y="16"/>
                    </a:cubicBezTo>
                    <a:cubicBezTo>
                      <a:pt x="311" y="16"/>
                      <a:pt x="311" y="16"/>
                      <a:pt x="312" y="16"/>
                    </a:cubicBezTo>
                    <a:cubicBezTo>
                      <a:pt x="313" y="16"/>
                      <a:pt x="313" y="16"/>
                      <a:pt x="313" y="16"/>
                    </a:cubicBezTo>
                    <a:cubicBezTo>
                      <a:pt x="317" y="16"/>
                      <a:pt x="320" y="16"/>
                      <a:pt x="324" y="16"/>
                    </a:cubicBezTo>
                    <a:lnTo>
                      <a:pt x="325" y="16"/>
                    </a:lnTo>
                    <a:lnTo>
                      <a:pt x="326" y="16"/>
                    </a:lnTo>
                    <a:lnTo>
                      <a:pt x="325" y="16"/>
                    </a:lnTo>
                    <a:cubicBezTo>
                      <a:pt x="326" y="16"/>
                      <a:pt x="326" y="16"/>
                      <a:pt x="326" y="16"/>
                    </a:cubicBezTo>
                    <a:cubicBezTo>
                      <a:pt x="327" y="16"/>
                      <a:pt x="327" y="16"/>
                      <a:pt x="327" y="16"/>
                    </a:cubicBezTo>
                    <a:lnTo>
                      <a:pt x="326" y="16"/>
                    </a:lnTo>
                    <a:cubicBezTo>
                      <a:pt x="327" y="16"/>
                      <a:pt x="327" y="16"/>
                      <a:pt x="328" y="16"/>
                    </a:cubicBezTo>
                    <a:lnTo>
                      <a:pt x="329" y="16"/>
                    </a:lnTo>
                    <a:lnTo>
                      <a:pt x="330" y="16"/>
                    </a:lnTo>
                    <a:lnTo>
                      <a:pt x="331" y="16"/>
                    </a:lnTo>
                    <a:lnTo>
                      <a:pt x="332" y="16"/>
                    </a:lnTo>
                    <a:cubicBezTo>
                      <a:pt x="333" y="16"/>
                      <a:pt x="334" y="16"/>
                      <a:pt x="334" y="16"/>
                    </a:cubicBezTo>
                    <a:lnTo>
                      <a:pt x="335" y="16"/>
                    </a:lnTo>
                    <a:cubicBezTo>
                      <a:pt x="336" y="16"/>
                      <a:pt x="336" y="16"/>
                      <a:pt x="336" y="16"/>
                    </a:cubicBezTo>
                    <a:lnTo>
                      <a:pt x="337" y="16"/>
                    </a:lnTo>
                    <a:lnTo>
                      <a:pt x="338" y="16"/>
                    </a:lnTo>
                    <a:lnTo>
                      <a:pt x="339" y="16"/>
                    </a:lnTo>
                    <a:lnTo>
                      <a:pt x="338" y="16"/>
                    </a:lnTo>
                    <a:cubicBezTo>
                      <a:pt x="339" y="16"/>
                      <a:pt x="339" y="16"/>
                      <a:pt x="339" y="16"/>
                    </a:cubicBezTo>
                    <a:lnTo>
                      <a:pt x="340" y="16"/>
                    </a:lnTo>
                    <a:lnTo>
                      <a:pt x="339" y="16"/>
                    </a:lnTo>
                    <a:cubicBezTo>
                      <a:pt x="343" y="15"/>
                      <a:pt x="346" y="15"/>
                      <a:pt x="350" y="15"/>
                    </a:cubicBezTo>
                    <a:lnTo>
                      <a:pt x="351" y="15"/>
                    </a:lnTo>
                    <a:lnTo>
                      <a:pt x="352" y="15"/>
                    </a:lnTo>
                    <a:cubicBezTo>
                      <a:pt x="356" y="15"/>
                      <a:pt x="359" y="15"/>
                      <a:pt x="363" y="15"/>
                    </a:cubicBezTo>
                    <a:cubicBezTo>
                      <a:pt x="364" y="15"/>
                      <a:pt x="365" y="15"/>
                      <a:pt x="366" y="15"/>
                    </a:cubicBezTo>
                    <a:cubicBezTo>
                      <a:pt x="366" y="15"/>
                      <a:pt x="366" y="14"/>
                      <a:pt x="367" y="14"/>
                    </a:cubicBezTo>
                    <a:lnTo>
                      <a:pt x="366" y="14"/>
                    </a:lnTo>
                    <a:lnTo>
                      <a:pt x="367" y="14"/>
                    </a:lnTo>
                    <a:cubicBezTo>
                      <a:pt x="370" y="14"/>
                      <a:pt x="371" y="14"/>
                      <a:pt x="374" y="14"/>
                    </a:cubicBezTo>
                    <a:cubicBezTo>
                      <a:pt x="376" y="14"/>
                      <a:pt x="378" y="14"/>
                      <a:pt x="380" y="14"/>
                    </a:cubicBezTo>
                    <a:cubicBezTo>
                      <a:pt x="381" y="14"/>
                      <a:pt x="381" y="14"/>
                      <a:pt x="381" y="14"/>
                    </a:cubicBezTo>
                    <a:lnTo>
                      <a:pt x="382" y="14"/>
                    </a:lnTo>
                    <a:lnTo>
                      <a:pt x="381" y="14"/>
                    </a:lnTo>
                    <a:lnTo>
                      <a:pt x="382" y="14"/>
                    </a:lnTo>
                    <a:lnTo>
                      <a:pt x="383" y="14"/>
                    </a:lnTo>
                    <a:cubicBezTo>
                      <a:pt x="382" y="14"/>
                      <a:pt x="382" y="14"/>
                      <a:pt x="382" y="14"/>
                    </a:cubicBezTo>
                    <a:cubicBezTo>
                      <a:pt x="384" y="14"/>
                      <a:pt x="385" y="14"/>
                      <a:pt x="387" y="14"/>
                    </a:cubicBezTo>
                    <a:lnTo>
                      <a:pt x="388" y="14"/>
                    </a:lnTo>
                    <a:cubicBezTo>
                      <a:pt x="388" y="14"/>
                      <a:pt x="389" y="14"/>
                      <a:pt x="390" y="14"/>
                    </a:cubicBezTo>
                    <a:lnTo>
                      <a:pt x="389" y="14"/>
                    </a:lnTo>
                    <a:cubicBezTo>
                      <a:pt x="390" y="14"/>
                      <a:pt x="390" y="14"/>
                      <a:pt x="391" y="14"/>
                    </a:cubicBezTo>
                    <a:cubicBezTo>
                      <a:pt x="392" y="14"/>
                      <a:pt x="394" y="14"/>
                      <a:pt x="395" y="14"/>
                    </a:cubicBezTo>
                    <a:cubicBezTo>
                      <a:pt x="396" y="14"/>
                      <a:pt x="396" y="14"/>
                      <a:pt x="396" y="14"/>
                    </a:cubicBezTo>
                    <a:lnTo>
                      <a:pt x="397" y="14"/>
                    </a:lnTo>
                    <a:lnTo>
                      <a:pt x="398" y="14"/>
                    </a:lnTo>
                    <a:cubicBezTo>
                      <a:pt x="397" y="14"/>
                      <a:pt x="397" y="14"/>
                      <a:pt x="397" y="14"/>
                    </a:cubicBezTo>
                    <a:cubicBezTo>
                      <a:pt x="398" y="14"/>
                      <a:pt x="398" y="14"/>
                      <a:pt x="399" y="14"/>
                    </a:cubicBezTo>
                    <a:cubicBezTo>
                      <a:pt x="398" y="14"/>
                      <a:pt x="398" y="14"/>
                      <a:pt x="398" y="14"/>
                    </a:cubicBezTo>
                    <a:lnTo>
                      <a:pt x="399" y="14"/>
                    </a:lnTo>
                    <a:cubicBezTo>
                      <a:pt x="403" y="14"/>
                      <a:pt x="406" y="14"/>
                      <a:pt x="410" y="14"/>
                    </a:cubicBezTo>
                    <a:lnTo>
                      <a:pt x="411" y="14"/>
                    </a:lnTo>
                    <a:lnTo>
                      <a:pt x="410" y="14"/>
                    </a:lnTo>
                    <a:cubicBezTo>
                      <a:pt x="411" y="14"/>
                      <a:pt x="411" y="14"/>
                      <a:pt x="412" y="13"/>
                    </a:cubicBezTo>
                    <a:cubicBezTo>
                      <a:pt x="411" y="14"/>
                      <a:pt x="411" y="14"/>
                      <a:pt x="411" y="14"/>
                    </a:cubicBezTo>
                    <a:lnTo>
                      <a:pt x="412" y="13"/>
                    </a:lnTo>
                    <a:lnTo>
                      <a:pt x="413" y="13"/>
                    </a:lnTo>
                    <a:lnTo>
                      <a:pt x="412" y="13"/>
                    </a:lnTo>
                    <a:lnTo>
                      <a:pt x="413" y="13"/>
                    </a:lnTo>
                    <a:cubicBezTo>
                      <a:pt x="415" y="13"/>
                      <a:pt x="417" y="13"/>
                      <a:pt x="419" y="13"/>
                    </a:cubicBezTo>
                    <a:lnTo>
                      <a:pt x="418" y="13"/>
                    </a:lnTo>
                    <a:cubicBezTo>
                      <a:pt x="419" y="13"/>
                      <a:pt x="420" y="13"/>
                      <a:pt x="420" y="13"/>
                    </a:cubicBezTo>
                    <a:lnTo>
                      <a:pt x="419" y="13"/>
                    </a:lnTo>
                    <a:cubicBezTo>
                      <a:pt x="421" y="13"/>
                      <a:pt x="424" y="13"/>
                      <a:pt x="426" y="13"/>
                    </a:cubicBezTo>
                    <a:cubicBezTo>
                      <a:pt x="427" y="13"/>
                      <a:pt x="427" y="13"/>
                      <a:pt x="427" y="13"/>
                    </a:cubicBezTo>
                    <a:lnTo>
                      <a:pt x="428" y="13"/>
                    </a:lnTo>
                    <a:lnTo>
                      <a:pt x="429" y="13"/>
                    </a:lnTo>
                    <a:lnTo>
                      <a:pt x="430" y="13"/>
                    </a:lnTo>
                    <a:cubicBezTo>
                      <a:pt x="431" y="13"/>
                      <a:pt x="432" y="13"/>
                      <a:pt x="433" y="13"/>
                    </a:cubicBezTo>
                    <a:lnTo>
                      <a:pt x="434" y="13"/>
                    </a:lnTo>
                    <a:cubicBezTo>
                      <a:pt x="435" y="13"/>
                      <a:pt x="435" y="13"/>
                      <a:pt x="436" y="13"/>
                    </a:cubicBezTo>
                    <a:cubicBezTo>
                      <a:pt x="435" y="13"/>
                      <a:pt x="435" y="13"/>
                      <a:pt x="435" y="13"/>
                    </a:cubicBezTo>
                    <a:cubicBezTo>
                      <a:pt x="435" y="13"/>
                      <a:pt x="436" y="13"/>
                      <a:pt x="437" y="13"/>
                    </a:cubicBezTo>
                    <a:cubicBezTo>
                      <a:pt x="438" y="13"/>
                      <a:pt x="441" y="13"/>
                      <a:pt x="442" y="13"/>
                    </a:cubicBezTo>
                    <a:lnTo>
                      <a:pt x="443" y="13"/>
                    </a:lnTo>
                    <a:lnTo>
                      <a:pt x="444" y="13"/>
                    </a:lnTo>
                    <a:lnTo>
                      <a:pt x="443" y="13"/>
                    </a:lnTo>
                    <a:cubicBezTo>
                      <a:pt x="444" y="13"/>
                      <a:pt x="444" y="13"/>
                      <a:pt x="444" y="13"/>
                    </a:cubicBezTo>
                    <a:lnTo>
                      <a:pt x="445" y="13"/>
                    </a:lnTo>
                    <a:cubicBezTo>
                      <a:pt x="445" y="13"/>
                      <a:pt x="446" y="13"/>
                      <a:pt x="447" y="13"/>
                    </a:cubicBezTo>
                    <a:cubicBezTo>
                      <a:pt x="448" y="13"/>
                      <a:pt x="449" y="13"/>
                      <a:pt x="450" y="13"/>
                    </a:cubicBezTo>
                    <a:lnTo>
                      <a:pt x="449" y="13"/>
                    </a:lnTo>
                    <a:cubicBezTo>
                      <a:pt x="450" y="13"/>
                      <a:pt x="451" y="13"/>
                      <a:pt x="451" y="13"/>
                    </a:cubicBezTo>
                    <a:cubicBezTo>
                      <a:pt x="452" y="13"/>
                      <a:pt x="455" y="13"/>
                      <a:pt x="456" y="12"/>
                    </a:cubicBezTo>
                    <a:lnTo>
                      <a:pt x="457" y="12"/>
                    </a:lnTo>
                    <a:lnTo>
                      <a:pt x="456" y="12"/>
                    </a:lnTo>
                    <a:cubicBezTo>
                      <a:pt x="458" y="12"/>
                      <a:pt x="458" y="12"/>
                      <a:pt x="459" y="12"/>
                    </a:cubicBezTo>
                    <a:cubicBezTo>
                      <a:pt x="461" y="12"/>
                      <a:pt x="462" y="12"/>
                      <a:pt x="463" y="12"/>
                    </a:cubicBezTo>
                    <a:lnTo>
                      <a:pt x="465" y="12"/>
                    </a:lnTo>
                    <a:lnTo>
                      <a:pt x="466" y="12"/>
                    </a:lnTo>
                    <a:cubicBezTo>
                      <a:pt x="466" y="12"/>
                      <a:pt x="467" y="12"/>
                      <a:pt x="468" y="12"/>
                    </a:cubicBezTo>
                    <a:cubicBezTo>
                      <a:pt x="467" y="12"/>
                      <a:pt x="467" y="12"/>
                      <a:pt x="466" y="12"/>
                    </a:cubicBezTo>
                    <a:cubicBezTo>
                      <a:pt x="468" y="12"/>
                      <a:pt x="470" y="12"/>
                      <a:pt x="472" y="12"/>
                    </a:cubicBezTo>
                    <a:lnTo>
                      <a:pt x="471" y="12"/>
                    </a:lnTo>
                    <a:cubicBezTo>
                      <a:pt x="472" y="12"/>
                      <a:pt x="472" y="12"/>
                      <a:pt x="473" y="12"/>
                    </a:cubicBezTo>
                    <a:lnTo>
                      <a:pt x="472" y="12"/>
                    </a:lnTo>
                    <a:cubicBezTo>
                      <a:pt x="473" y="12"/>
                      <a:pt x="473" y="12"/>
                      <a:pt x="473" y="12"/>
                    </a:cubicBezTo>
                    <a:cubicBezTo>
                      <a:pt x="473" y="12"/>
                      <a:pt x="474" y="12"/>
                      <a:pt x="475" y="12"/>
                    </a:cubicBezTo>
                    <a:cubicBezTo>
                      <a:pt x="477" y="12"/>
                      <a:pt x="480" y="11"/>
                      <a:pt x="483" y="11"/>
                    </a:cubicBezTo>
                    <a:cubicBezTo>
                      <a:pt x="484" y="11"/>
                      <a:pt x="484" y="11"/>
                      <a:pt x="485" y="11"/>
                    </a:cubicBezTo>
                    <a:cubicBezTo>
                      <a:pt x="486" y="11"/>
                      <a:pt x="486" y="11"/>
                      <a:pt x="486" y="11"/>
                    </a:cubicBezTo>
                    <a:lnTo>
                      <a:pt x="487" y="11"/>
                    </a:lnTo>
                    <a:lnTo>
                      <a:pt x="488" y="11"/>
                    </a:lnTo>
                    <a:lnTo>
                      <a:pt x="489" y="11"/>
                    </a:lnTo>
                    <a:cubicBezTo>
                      <a:pt x="491" y="11"/>
                      <a:pt x="494" y="11"/>
                      <a:pt x="496" y="11"/>
                    </a:cubicBezTo>
                    <a:lnTo>
                      <a:pt x="497" y="11"/>
                    </a:lnTo>
                    <a:cubicBezTo>
                      <a:pt x="498" y="11"/>
                      <a:pt x="499" y="11"/>
                      <a:pt x="500" y="11"/>
                    </a:cubicBezTo>
                    <a:lnTo>
                      <a:pt x="501" y="11"/>
                    </a:lnTo>
                    <a:lnTo>
                      <a:pt x="502" y="11"/>
                    </a:lnTo>
                    <a:lnTo>
                      <a:pt x="503" y="11"/>
                    </a:lnTo>
                    <a:cubicBezTo>
                      <a:pt x="502" y="11"/>
                      <a:pt x="502" y="11"/>
                      <a:pt x="502" y="11"/>
                    </a:cubicBezTo>
                    <a:cubicBezTo>
                      <a:pt x="504" y="11"/>
                      <a:pt x="505" y="11"/>
                      <a:pt x="507" y="11"/>
                    </a:cubicBezTo>
                    <a:cubicBezTo>
                      <a:pt x="507" y="11"/>
                      <a:pt x="506" y="11"/>
                      <a:pt x="505" y="11"/>
                    </a:cubicBezTo>
                    <a:cubicBezTo>
                      <a:pt x="506" y="11"/>
                      <a:pt x="507" y="11"/>
                      <a:pt x="508" y="11"/>
                    </a:cubicBezTo>
                    <a:cubicBezTo>
                      <a:pt x="507" y="11"/>
                      <a:pt x="507" y="11"/>
                      <a:pt x="507" y="11"/>
                    </a:cubicBezTo>
                    <a:cubicBezTo>
                      <a:pt x="508" y="11"/>
                      <a:pt x="508" y="11"/>
                      <a:pt x="508" y="11"/>
                    </a:cubicBezTo>
                    <a:lnTo>
                      <a:pt x="509" y="11"/>
                    </a:lnTo>
                    <a:lnTo>
                      <a:pt x="510" y="11"/>
                    </a:lnTo>
                    <a:cubicBezTo>
                      <a:pt x="511" y="11"/>
                      <a:pt x="512" y="11"/>
                      <a:pt x="513" y="11"/>
                    </a:cubicBezTo>
                    <a:lnTo>
                      <a:pt x="514" y="11"/>
                    </a:lnTo>
                    <a:lnTo>
                      <a:pt x="515" y="11"/>
                    </a:lnTo>
                    <a:lnTo>
                      <a:pt x="514" y="11"/>
                    </a:lnTo>
                    <a:cubicBezTo>
                      <a:pt x="515" y="11"/>
                      <a:pt x="515" y="11"/>
                      <a:pt x="515" y="11"/>
                    </a:cubicBezTo>
                    <a:cubicBezTo>
                      <a:pt x="516" y="11"/>
                      <a:pt x="516" y="11"/>
                      <a:pt x="517" y="11"/>
                    </a:cubicBezTo>
                    <a:cubicBezTo>
                      <a:pt x="518" y="11"/>
                      <a:pt x="518" y="11"/>
                      <a:pt x="519" y="11"/>
                    </a:cubicBezTo>
                    <a:lnTo>
                      <a:pt x="520" y="11"/>
                    </a:lnTo>
                    <a:cubicBezTo>
                      <a:pt x="519" y="11"/>
                      <a:pt x="519" y="11"/>
                      <a:pt x="519" y="11"/>
                    </a:cubicBezTo>
                    <a:cubicBezTo>
                      <a:pt x="520" y="11"/>
                      <a:pt x="521" y="11"/>
                      <a:pt x="521" y="11"/>
                    </a:cubicBezTo>
                    <a:cubicBezTo>
                      <a:pt x="522" y="11"/>
                      <a:pt x="523" y="10"/>
                      <a:pt x="523" y="10"/>
                    </a:cubicBezTo>
                    <a:lnTo>
                      <a:pt x="524" y="10"/>
                    </a:lnTo>
                    <a:lnTo>
                      <a:pt x="523" y="10"/>
                    </a:lnTo>
                    <a:cubicBezTo>
                      <a:pt x="524" y="10"/>
                      <a:pt x="525" y="10"/>
                      <a:pt x="526" y="10"/>
                    </a:cubicBezTo>
                    <a:lnTo>
                      <a:pt x="527" y="10"/>
                    </a:lnTo>
                    <a:lnTo>
                      <a:pt x="526" y="10"/>
                    </a:lnTo>
                    <a:cubicBezTo>
                      <a:pt x="527" y="10"/>
                      <a:pt x="527" y="10"/>
                      <a:pt x="528" y="10"/>
                    </a:cubicBezTo>
                    <a:lnTo>
                      <a:pt x="529" y="10"/>
                    </a:lnTo>
                    <a:cubicBezTo>
                      <a:pt x="530" y="10"/>
                      <a:pt x="530" y="10"/>
                      <a:pt x="530" y="10"/>
                    </a:cubicBezTo>
                    <a:cubicBezTo>
                      <a:pt x="532" y="10"/>
                      <a:pt x="532" y="10"/>
                      <a:pt x="533" y="10"/>
                    </a:cubicBezTo>
                    <a:lnTo>
                      <a:pt x="534" y="10"/>
                    </a:lnTo>
                    <a:lnTo>
                      <a:pt x="533" y="10"/>
                    </a:lnTo>
                    <a:cubicBezTo>
                      <a:pt x="535" y="10"/>
                      <a:pt x="536" y="10"/>
                      <a:pt x="537" y="10"/>
                    </a:cubicBezTo>
                    <a:lnTo>
                      <a:pt x="538" y="10"/>
                    </a:lnTo>
                    <a:cubicBezTo>
                      <a:pt x="537" y="10"/>
                      <a:pt x="537" y="10"/>
                      <a:pt x="537" y="10"/>
                    </a:cubicBezTo>
                    <a:cubicBezTo>
                      <a:pt x="538" y="10"/>
                      <a:pt x="538" y="10"/>
                      <a:pt x="538" y="10"/>
                    </a:cubicBezTo>
                    <a:cubicBezTo>
                      <a:pt x="539" y="10"/>
                      <a:pt x="539" y="10"/>
                      <a:pt x="539" y="10"/>
                    </a:cubicBezTo>
                    <a:lnTo>
                      <a:pt x="540" y="10"/>
                    </a:lnTo>
                    <a:cubicBezTo>
                      <a:pt x="540" y="10"/>
                      <a:pt x="541" y="10"/>
                      <a:pt x="542" y="10"/>
                    </a:cubicBezTo>
                    <a:cubicBezTo>
                      <a:pt x="541" y="10"/>
                      <a:pt x="541" y="10"/>
                      <a:pt x="541" y="10"/>
                    </a:cubicBezTo>
                    <a:lnTo>
                      <a:pt x="540" y="10"/>
                    </a:lnTo>
                    <a:cubicBezTo>
                      <a:pt x="541" y="10"/>
                      <a:pt x="542" y="10"/>
                      <a:pt x="542" y="10"/>
                    </a:cubicBezTo>
                    <a:cubicBezTo>
                      <a:pt x="546" y="10"/>
                      <a:pt x="550" y="10"/>
                      <a:pt x="554" y="10"/>
                    </a:cubicBezTo>
                    <a:lnTo>
                      <a:pt x="555" y="10"/>
                    </a:lnTo>
                    <a:lnTo>
                      <a:pt x="554" y="10"/>
                    </a:lnTo>
                    <a:cubicBezTo>
                      <a:pt x="558" y="10"/>
                      <a:pt x="563" y="10"/>
                      <a:pt x="567" y="10"/>
                    </a:cubicBezTo>
                    <a:cubicBezTo>
                      <a:pt x="568" y="9"/>
                      <a:pt x="568" y="9"/>
                      <a:pt x="569" y="9"/>
                    </a:cubicBezTo>
                    <a:cubicBezTo>
                      <a:pt x="574" y="9"/>
                      <a:pt x="578" y="9"/>
                      <a:pt x="582" y="9"/>
                    </a:cubicBezTo>
                    <a:cubicBezTo>
                      <a:pt x="586" y="9"/>
                      <a:pt x="589" y="9"/>
                      <a:pt x="593" y="9"/>
                    </a:cubicBezTo>
                    <a:lnTo>
                      <a:pt x="594" y="9"/>
                    </a:lnTo>
                    <a:lnTo>
                      <a:pt x="593" y="9"/>
                    </a:lnTo>
                    <a:cubicBezTo>
                      <a:pt x="597" y="9"/>
                      <a:pt x="601" y="9"/>
                      <a:pt x="604" y="9"/>
                    </a:cubicBezTo>
                    <a:lnTo>
                      <a:pt x="605" y="9"/>
                    </a:lnTo>
                    <a:cubicBezTo>
                      <a:pt x="604" y="9"/>
                      <a:pt x="604" y="9"/>
                      <a:pt x="604" y="9"/>
                    </a:cubicBezTo>
                    <a:cubicBezTo>
                      <a:pt x="605" y="9"/>
                      <a:pt x="605" y="9"/>
                      <a:pt x="605" y="9"/>
                    </a:cubicBezTo>
                    <a:cubicBezTo>
                      <a:pt x="608" y="9"/>
                      <a:pt x="612" y="9"/>
                      <a:pt x="615" y="9"/>
                    </a:cubicBezTo>
                    <a:lnTo>
                      <a:pt x="616" y="9"/>
                    </a:lnTo>
                    <a:lnTo>
                      <a:pt x="617" y="9"/>
                    </a:lnTo>
                    <a:cubicBezTo>
                      <a:pt x="620" y="8"/>
                      <a:pt x="624" y="8"/>
                      <a:pt x="628" y="8"/>
                    </a:cubicBezTo>
                    <a:cubicBezTo>
                      <a:pt x="631" y="8"/>
                      <a:pt x="635" y="8"/>
                      <a:pt x="638" y="8"/>
                    </a:cubicBezTo>
                    <a:lnTo>
                      <a:pt x="639" y="8"/>
                    </a:lnTo>
                    <a:cubicBezTo>
                      <a:pt x="641" y="8"/>
                      <a:pt x="642" y="7"/>
                      <a:pt x="645" y="7"/>
                    </a:cubicBezTo>
                    <a:cubicBezTo>
                      <a:pt x="646" y="7"/>
                      <a:pt x="646" y="7"/>
                      <a:pt x="647" y="7"/>
                    </a:cubicBezTo>
                    <a:cubicBezTo>
                      <a:pt x="648" y="7"/>
                      <a:pt x="648" y="7"/>
                      <a:pt x="648" y="7"/>
                    </a:cubicBezTo>
                    <a:cubicBezTo>
                      <a:pt x="649" y="7"/>
                      <a:pt x="649" y="7"/>
                      <a:pt x="649" y="7"/>
                    </a:cubicBezTo>
                    <a:cubicBezTo>
                      <a:pt x="650" y="7"/>
                      <a:pt x="650" y="7"/>
                      <a:pt x="650" y="7"/>
                    </a:cubicBezTo>
                    <a:lnTo>
                      <a:pt x="651" y="7"/>
                    </a:lnTo>
                    <a:lnTo>
                      <a:pt x="652" y="7"/>
                    </a:lnTo>
                    <a:cubicBezTo>
                      <a:pt x="653" y="7"/>
                      <a:pt x="655" y="7"/>
                      <a:pt x="656" y="7"/>
                    </a:cubicBezTo>
                    <a:cubicBezTo>
                      <a:pt x="657" y="7"/>
                      <a:pt x="657" y="7"/>
                      <a:pt x="657" y="7"/>
                    </a:cubicBezTo>
                    <a:cubicBezTo>
                      <a:pt x="658" y="7"/>
                      <a:pt x="659" y="7"/>
                      <a:pt x="659" y="7"/>
                    </a:cubicBezTo>
                    <a:lnTo>
                      <a:pt x="660" y="7"/>
                    </a:lnTo>
                    <a:lnTo>
                      <a:pt x="661" y="7"/>
                    </a:lnTo>
                    <a:cubicBezTo>
                      <a:pt x="664" y="7"/>
                      <a:pt x="667" y="7"/>
                      <a:pt x="670" y="7"/>
                    </a:cubicBezTo>
                    <a:cubicBezTo>
                      <a:pt x="674" y="7"/>
                      <a:pt x="677" y="7"/>
                      <a:pt x="681" y="7"/>
                    </a:cubicBezTo>
                    <a:cubicBezTo>
                      <a:pt x="691" y="6"/>
                      <a:pt x="702" y="6"/>
                      <a:pt x="712" y="6"/>
                    </a:cubicBezTo>
                    <a:cubicBezTo>
                      <a:pt x="714" y="6"/>
                      <a:pt x="717" y="6"/>
                      <a:pt x="719" y="6"/>
                    </a:cubicBezTo>
                    <a:cubicBezTo>
                      <a:pt x="721" y="6"/>
                      <a:pt x="723" y="6"/>
                      <a:pt x="724" y="6"/>
                    </a:cubicBezTo>
                    <a:cubicBezTo>
                      <a:pt x="726" y="6"/>
                      <a:pt x="728" y="5"/>
                      <a:pt x="730" y="5"/>
                    </a:cubicBezTo>
                    <a:lnTo>
                      <a:pt x="731" y="5"/>
                    </a:lnTo>
                    <a:cubicBezTo>
                      <a:pt x="730" y="5"/>
                      <a:pt x="730" y="5"/>
                      <a:pt x="730" y="5"/>
                    </a:cubicBezTo>
                    <a:lnTo>
                      <a:pt x="731" y="5"/>
                    </a:lnTo>
                    <a:lnTo>
                      <a:pt x="732" y="5"/>
                    </a:lnTo>
                    <a:cubicBezTo>
                      <a:pt x="734" y="5"/>
                      <a:pt x="736" y="5"/>
                      <a:pt x="738" y="5"/>
                    </a:cubicBezTo>
                    <a:cubicBezTo>
                      <a:pt x="739" y="5"/>
                      <a:pt x="739" y="5"/>
                      <a:pt x="740" y="5"/>
                    </a:cubicBezTo>
                    <a:lnTo>
                      <a:pt x="739" y="5"/>
                    </a:lnTo>
                    <a:cubicBezTo>
                      <a:pt x="740" y="5"/>
                      <a:pt x="740" y="5"/>
                      <a:pt x="740" y="5"/>
                    </a:cubicBezTo>
                    <a:lnTo>
                      <a:pt x="741" y="5"/>
                    </a:lnTo>
                    <a:lnTo>
                      <a:pt x="742" y="5"/>
                    </a:lnTo>
                    <a:lnTo>
                      <a:pt x="743" y="5"/>
                    </a:lnTo>
                    <a:cubicBezTo>
                      <a:pt x="743" y="5"/>
                      <a:pt x="744" y="5"/>
                      <a:pt x="745" y="5"/>
                    </a:cubicBezTo>
                    <a:lnTo>
                      <a:pt x="746" y="5"/>
                    </a:lnTo>
                    <a:lnTo>
                      <a:pt x="747" y="5"/>
                    </a:lnTo>
                    <a:lnTo>
                      <a:pt x="748" y="5"/>
                    </a:lnTo>
                    <a:lnTo>
                      <a:pt x="749" y="4"/>
                    </a:lnTo>
                    <a:lnTo>
                      <a:pt x="748" y="4"/>
                    </a:lnTo>
                    <a:cubicBezTo>
                      <a:pt x="749" y="4"/>
                      <a:pt x="749" y="4"/>
                      <a:pt x="749" y="4"/>
                    </a:cubicBezTo>
                    <a:cubicBezTo>
                      <a:pt x="751" y="4"/>
                      <a:pt x="751" y="4"/>
                      <a:pt x="752" y="4"/>
                    </a:cubicBezTo>
                    <a:lnTo>
                      <a:pt x="753" y="4"/>
                    </a:lnTo>
                    <a:cubicBezTo>
                      <a:pt x="754" y="4"/>
                      <a:pt x="754" y="4"/>
                      <a:pt x="754" y="4"/>
                    </a:cubicBezTo>
                    <a:cubicBezTo>
                      <a:pt x="757" y="4"/>
                      <a:pt x="761" y="4"/>
                      <a:pt x="763" y="4"/>
                    </a:cubicBezTo>
                    <a:cubicBezTo>
                      <a:pt x="767" y="4"/>
                      <a:pt x="770" y="4"/>
                      <a:pt x="774" y="4"/>
                    </a:cubicBezTo>
                    <a:lnTo>
                      <a:pt x="773" y="4"/>
                    </a:lnTo>
                    <a:cubicBezTo>
                      <a:pt x="777" y="4"/>
                      <a:pt x="781" y="4"/>
                      <a:pt x="785" y="4"/>
                    </a:cubicBezTo>
                    <a:cubicBezTo>
                      <a:pt x="784" y="4"/>
                      <a:pt x="784" y="4"/>
                      <a:pt x="784" y="4"/>
                    </a:cubicBezTo>
                    <a:cubicBezTo>
                      <a:pt x="787" y="4"/>
                      <a:pt x="791" y="4"/>
                      <a:pt x="795" y="4"/>
                    </a:cubicBezTo>
                    <a:cubicBezTo>
                      <a:pt x="796" y="4"/>
                      <a:pt x="796" y="4"/>
                      <a:pt x="796" y="3"/>
                    </a:cubicBezTo>
                    <a:cubicBezTo>
                      <a:pt x="803" y="3"/>
                      <a:pt x="810" y="3"/>
                      <a:pt x="816" y="3"/>
                    </a:cubicBezTo>
                    <a:lnTo>
                      <a:pt x="815" y="3"/>
                    </a:lnTo>
                    <a:cubicBezTo>
                      <a:pt x="818" y="3"/>
                      <a:pt x="821" y="3"/>
                      <a:pt x="824" y="3"/>
                    </a:cubicBezTo>
                    <a:lnTo>
                      <a:pt x="825" y="3"/>
                    </a:lnTo>
                    <a:lnTo>
                      <a:pt x="826" y="3"/>
                    </a:lnTo>
                    <a:cubicBezTo>
                      <a:pt x="828" y="3"/>
                      <a:pt x="830" y="3"/>
                      <a:pt x="833" y="3"/>
                    </a:cubicBezTo>
                    <a:cubicBezTo>
                      <a:pt x="834" y="3"/>
                      <a:pt x="834" y="3"/>
                      <a:pt x="835" y="3"/>
                    </a:cubicBezTo>
                    <a:cubicBezTo>
                      <a:pt x="834" y="3"/>
                      <a:pt x="834" y="3"/>
                      <a:pt x="834" y="3"/>
                    </a:cubicBezTo>
                    <a:lnTo>
                      <a:pt x="835" y="3"/>
                    </a:lnTo>
                    <a:cubicBezTo>
                      <a:pt x="837" y="3"/>
                      <a:pt x="839" y="3"/>
                      <a:pt x="840" y="3"/>
                    </a:cubicBezTo>
                    <a:lnTo>
                      <a:pt x="839" y="3"/>
                    </a:lnTo>
                    <a:cubicBezTo>
                      <a:pt x="840" y="3"/>
                      <a:pt x="840" y="3"/>
                      <a:pt x="841" y="3"/>
                    </a:cubicBezTo>
                    <a:cubicBezTo>
                      <a:pt x="844" y="2"/>
                      <a:pt x="846" y="2"/>
                      <a:pt x="849" y="2"/>
                    </a:cubicBezTo>
                    <a:lnTo>
                      <a:pt x="850" y="2"/>
                    </a:lnTo>
                    <a:cubicBezTo>
                      <a:pt x="852" y="2"/>
                      <a:pt x="854" y="2"/>
                      <a:pt x="856" y="2"/>
                    </a:cubicBezTo>
                    <a:cubicBezTo>
                      <a:pt x="858" y="2"/>
                      <a:pt x="861" y="2"/>
                      <a:pt x="863" y="2"/>
                    </a:cubicBezTo>
                    <a:cubicBezTo>
                      <a:pt x="864" y="2"/>
                      <a:pt x="864" y="2"/>
                      <a:pt x="864" y="2"/>
                    </a:cubicBezTo>
                    <a:cubicBezTo>
                      <a:pt x="883" y="1"/>
                      <a:pt x="902" y="0"/>
                      <a:pt x="920" y="0"/>
                    </a:cubicBezTo>
                    <a:cubicBezTo>
                      <a:pt x="925" y="0"/>
                      <a:pt x="931" y="3"/>
                      <a:pt x="931" y="9"/>
                    </a:cubicBezTo>
                    <a:cubicBezTo>
                      <a:pt x="931" y="15"/>
                      <a:pt x="927" y="20"/>
                      <a:pt x="921" y="20"/>
                    </a:cubicBezTo>
                    <a:cubicBezTo>
                      <a:pt x="882" y="20"/>
                      <a:pt x="844" y="21"/>
                      <a:pt x="805" y="22"/>
                    </a:cubicBezTo>
                    <a:cubicBezTo>
                      <a:pt x="803" y="22"/>
                      <a:pt x="801" y="22"/>
                      <a:pt x="798" y="22"/>
                    </a:cubicBezTo>
                    <a:lnTo>
                      <a:pt x="797" y="22"/>
                    </a:lnTo>
                    <a:cubicBezTo>
                      <a:pt x="798" y="22"/>
                      <a:pt x="798" y="22"/>
                      <a:pt x="798" y="22"/>
                    </a:cubicBezTo>
                    <a:cubicBezTo>
                      <a:pt x="797" y="22"/>
                      <a:pt x="797" y="22"/>
                      <a:pt x="797" y="22"/>
                    </a:cubicBezTo>
                    <a:cubicBezTo>
                      <a:pt x="793" y="22"/>
                      <a:pt x="789" y="22"/>
                      <a:pt x="785" y="23"/>
                    </a:cubicBezTo>
                    <a:cubicBezTo>
                      <a:pt x="782" y="23"/>
                      <a:pt x="778" y="23"/>
                      <a:pt x="775" y="23"/>
                    </a:cubicBezTo>
                    <a:lnTo>
                      <a:pt x="774" y="23"/>
                    </a:lnTo>
                    <a:lnTo>
                      <a:pt x="773" y="23"/>
                    </a:lnTo>
                    <a:cubicBezTo>
                      <a:pt x="765" y="23"/>
                      <a:pt x="755" y="23"/>
                      <a:pt x="747" y="23"/>
                    </a:cubicBezTo>
                    <a:cubicBezTo>
                      <a:pt x="745" y="23"/>
                      <a:pt x="743" y="23"/>
                      <a:pt x="741" y="23"/>
                    </a:cubicBezTo>
                    <a:lnTo>
                      <a:pt x="740" y="23"/>
                    </a:lnTo>
                    <a:cubicBezTo>
                      <a:pt x="735" y="24"/>
                      <a:pt x="731" y="24"/>
                      <a:pt x="726" y="24"/>
                    </a:cubicBezTo>
                    <a:lnTo>
                      <a:pt x="725" y="24"/>
                    </a:lnTo>
                    <a:cubicBezTo>
                      <a:pt x="723" y="24"/>
                      <a:pt x="721" y="24"/>
                      <a:pt x="719" y="24"/>
                    </a:cubicBezTo>
                    <a:cubicBezTo>
                      <a:pt x="710" y="24"/>
                      <a:pt x="701" y="24"/>
                      <a:pt x="692" y="24"/>
                    </a:cubicBezTo>
                    <a:cubicBezTo>
                      <a:pt x="693" y="24"/>
                      <a:pt x="693" y="24"/>
                      <a:pt x="693" y="24"/>
                    </a:cubicBezTo>
                    <a:cubicBezTo>
                      <a:pt x="689" y="24"/>
                      <a:pt x="686" y="24"/>
                      <a:pt x="682" y="25"/>
                    </a:cubicBezTo>
                    <a:cubicBezTo>
                      <a:pt x="678" y="25"/>
                      <a:pt x="674" y="25"/>
                      <a:pt x="671" y="25"/>
                    </a:cubicBezTo>
                    <a:lnTo>
                      <a:pt x="672" y="25"/>
                    </a:lnTo>
                    <a:cubicBezTo>
                      <a:pt x="669" y="25"/>
                      <a:pt x="664" y="25"/>
                      <a:pt x="661" y="25"/>
                    </a:cubicBezTo>
                    <a:lnTo>
                      <a:pt x="660" y="25"/>
                    </a:lnTo>
                    <a:cubicBezTo>
                      <a:pt x="653" y="25"/>
                      <a:pt x="646" y="25"/>
                      <a:pt x="639" y="25"/>
                    </a:cubicBezTo>
                    <a:lnTo>
                      <a:pt x="638" y="25"/>
                    </a:lnTo>
                    <a:lnTo>
                      <a:pt x="639" y="25"/>
                    </a:lnTo>
                    <a:cubicBezTo>
                      <a:pt x="635" y="25"/>
                      <a:pt x="632" y="26"/>
                      <a:pt x="628" y="26"/>
                    </a:cubicBezTo>
                    <a:lnTo>
                      <a:pt x="629" y="26"/>
                    </a:lnTo>
                    <a:cubicBezTo>
                      <a:pt x="628" y="26"/>
                      <a:pt x="627" y="26"/>
                      <a:pt x="625" y="26"/>
                    </a:cubicBezTo>
                    <a:cubicBezTo>
                      <a:pt x="626" y="26"/>
                      <a:pt x="626" y="26"/>
                      <a:pt x="627" y="26"/>
                    </a:cubicBezTo>
                    <a:cubicBezTo>
                      <a:pt x="626" y="26"/>
                      <a:pt x="625" y="26"/>
                      <a:pt x="624" y="26"/>
                    </a:cubicBezTo>
                    <a:lnTo>
                      <a:pt x="622" y="26"/>
                    </a:lnTo>
                    <a:lnTo>
                      <a:pt x="621" y="26"/>
                    </a:lnTo>
                    <a:lnTo>
                      <a:pt x="620" y="26"/>
                    </a:lnTo>
                    <a:cubicBezTo>
                      <a:pt x="619" y="26"/>
                      <a:pt x="618" y="26"/>
                      <a:pt x="618" y="26"/>
                    </a:cubicBezTo>
                    <a:lnTo>
                      <a:pt x="617" y="26"/>
                    </a:lnTo>
                    <a:lnTo>
                      <a:pt x="616" y="26"/>
                    </a:lnTo>
                    <a:cubicBezTo>
                      <a:pt x="615" y="26"/>
                      <a:pt x="615" y="26"/>
                      <a:pt x="614" y="26"/>
                    </a:cubicBezTo>
                    <a:lnTo>
                      <a:pt x="613" y="26"/>
                    </a:lnTo>
                    <a:lnTo>
                      <a:pt x="612" y="26"/>
                    </a:lnTo>
                    <a:lnTo>
                      <a:pt x="611" y="26"/>
                    </a:lnTo>
                    <a:cubicBezTo>
                      <a:pt x="610" y="26"/>
                      <a:pt x="610" y="27"/>
                      <a:pt x="609" y="27"/>
                    </a:cubicBezTo>
                    <a:cubicBezTo>
                      <a:pt x="610" y="27"/>
                      <a:pt x="610" y="26"/>
                      <a:pt x="610" y="26"/>
                    </a:cubicBezTo>
                    <a:cubicBezTo>
                      <a:pt x="610" y="27"/>
                      <a:pt x="609" y="27"/>
                      <a:pt x="608" y="27"/>
                    </a:cubicBezTo>
                    <a:lnTo>
                      <a:pt x="607" y="27"/>
                    </a:lnTo>
                    <a:lnTo>
                      <a:pt x="608" y="27"/>
                    </a:lnTo>
                    <a:cubicBezTo>
                      <a:pt x="607" y="27"/>
                      <a:pt x="607" y="27"/>
                      <a:pt x="606" y="27"/>
                    </a:cubicBezTo>
                    <a:lnTo>
                      <a:pt x="605" y="27"/>
                    </a:lnTo>
                    <a:lnTo>
                      <a:pt x="604" y="27"/>
                    </a:lnTo>
                    <a:cubicBezTo>
                      <a:pt x="603" y="27"/>
                      <a:pt x="602" y="27"/>
                      <a:pt x="601" y="27"/>
                    </a:cubicBezTo>
                    <a:lnTo>
                      <a:pt x="602" y="27"/>
                    </a:lnTo>
                    <a:cubicBezTo>
                      <a:pt x="600" y="27"/>
                      <a:pt x="598" y="27"/>
                      <a:pt x="596" y="27"/>
                    </a:cubicBezTo>
                    <a:cubicBezTo>
                      <a:pt x="595" y="27"/>
                      <a:pt x="594" y="27"/>
                      <a:pt x="593" y="27"/>
                    </a:cubicBezTo>
                    <a:cubicBezTo>
                      <a:pt x="593" y="27"/>
                      <a:pt x="594" y="27"/>
                      <a:pt x="595" y="27"/>
                    </a:cubicBezTo>
                    <a:cubicBezTo>
                      <a:pt x="590" y="27"/>
                      <a:pt x="587" y="27"/>
                      <a:pt x="583" y="27"/>
                    </a:cubicBezTo>
                    <a:lnTo>
                      <a:pt x="582" y="27"/>
                    </a:lnTo>
                    <a:cubicBezTo>
                      <a:pt x="582" y="27"/>
                      <a:pt x="581" y="27"/>
                      <a:pt x="579" y="27"/>
                    </a:cubicBezTo>
                    <a:lnTo>
                      <a:pt x="578" y="27"/>
                    </a:lnTo>
                    <a:lnTo>
                      <a:pt x="579" y="27"/>
                    </a:lnTo>
                    <a:cubicBezTo>
                      <a:pt x="576" y="27"/>
                      <a:pt x="574" y="27"/>
                      <a:pt x="572" y="27"/>
                    </a:cubicBezTo>
                    <a:lnTo>
                      <a:pt x="571" y="27"/>
                    </a:lnTo>
                    <a:lnTo>
                      <a:pt x="570" y="27"/>
                    </a:lnTo>
                    <a:cubicBezTo>
                      <a:pt x="569" y="27"/>
                      <a:pt x="569" y="27"/>
                      <a:pt x="569" y="27"/>
                    </a:cubicBezTo>
                    <a:cubicBezTo>
                      <a:pt x="560" y="28"/>
                      <a:pt x="551" y="28"/>
                      <a:pt x="542" y="28"/>
                    </a:cubicBezTo>
                    <a:cubicBezTo>
                      <a:pt x="537" y="28"/>
                      <a:pt x="533" y="28"/>
                      <a:pt x="528" y="28"/>
                    </a:cubicBezTo>
                    <a:cubicBezTo>
                      <a:pt x="529" y="28"/>
                      <a:pt x="529" y="28"/>
                      <a:pt x="529" y="28"/>
                    </a:cubicBezTo>
                    <a:lnTo>
                      <a:pt x="528" y="28"/>
                    </a:lnTo>
                    <a:cubicBezTo>
                      <a:pt x="523" y="28"/>
                      <a:pt x="519" y="28"/>
                      <a:pt x="515" y="28"/>
                    </a:cubicBezTo>
                    <a:cubicBezTo>
                      <a:pt x="510" y="29"/>
                      <a:pt x="505" y="29"/>
                      <a:pt x="501" y="29"/>
                    </a:cubicBezTo>
                    <a:lnTo>
                      <a:pt x="500" y="29"/>
                    </a:lnTo>
                    <a:cubicBezTo>
                      <a:pt x="471" y="30"/>
                      <a:pt x="442" y="30"/>
                      <a:pt x="412" y="31"/>
                    </a:cubicBezTo>
                    <a:lnTo>
                      <a:pt x="413" y="31"/>
                    </a:lnTo>
                    <a:cubicBezTo>
                      <a:pt x="408" y="31"/>
                      <a:pt x="403" y="31"/>
                      <a:pt x="398" y="31"/>
                    </a:cubicBezTo>
                    <a:lnTo>
                      <a:pt x="397" y="31"/>
                    </a:lnTo>
                    <a:cubicBezTo>
                      <a:pt x="392" y="31"/>
                      <a:pt x="388" y="32"/>
                      <a:pt x="382" y="32"/>
                    </a:cubicBezTo>
                    <a:lnTo>
                      <a:pt x="383" y="32"/>
                    </a:lnTo>
                    <a:cubicBezTo>
                      <a:pt x="382" y="32"/>
                      <a:pt x="382" y="32"/>
                      <a:pt x="382" y="32"/>
                    </a:cubicBezTo>
                    <a:lnTo>
                      <a:pt x="381" y="32"/>
                    </a:lnTo>
                    <a:cubicBezTo>
                      <a:pt x="380" y="32"/>
                      <a:pt x="378" y="32"/>
                      <a:pt x="375" y="32"/>
                    </a:cubicBezTo>
                    <a:lnTo>
                      <a:pt x="374" y="32"/>
                    </a:lnTo>
                    <a:cubicBezTo>
                      <a:pt x="372" y="32"/>
                      <a:pt x="370" y="32"/>
                      <a:pt x="367" y="32"/>
                    </a:cubicBezTo>
                    <a:cubicBezTo>
                      <a:pt x="362" y="32"/>
                      <a:pt x="357" y="32"/>
                      <a:pt x="352" y="32"/>
                    </a:cubicBezTo>
                    <a:lnTo>
                      <a:pt x="351" y="32"/>
                    </a:lnTo>
                    <a:lnTo>
                      <a:pt x="350" y="32"/>
                    </a:lnTo>
                    <a:cubicBezTo>
                      <a:pt x="351" y="32"/>
                      <a:pt x="351" y="32"/>
                      <a:pt x="351" y="32"/>
                    </a:cubicBezTo>
                    <a:cubicBezTo>
                      <a:pt x="346" y="32"/>
                      <a:pt x="342" y="32"/>
                      <a:pt x="338" y="33"/>
                    </a:cubicBezTo>
                    <a:cubicBezTo>
                      <a:pt x="337" y="33"/>
                      <a:pt x="337" y="33"/>
                      <a:pt x="336" y="33"/>
                    </a:cubicBezTo>
                    <a:cubicBezTo>
                      <a:pt x="337" y="33"/>
                      <a:pt x="337" y="33"/>
                      <a:pt x="337" y="33"/>
                    </a:cubicBezTo>
                    <a:cubicBezTo>
                      <a:pt x="333" y="33"/>
                      <a:pt x="329" y="33"/>
                      <a:pt x="325" y="33"/>
                    </a:cubicBezTo>
                    <a:cubicBezTo>
                      <a:pt x="321" y="33"/>
                      <a:pt x="317" y="33"/>
                      <a:pt x="313" y="34"/>
                    </a:cubicBezTo>
                    <a:cubicBezTo>
                      <a:pt x="308" y="34"/>
                      <a:pt x="303" y="34"/>
                      <a:pt x="299" y="34"/>
                    </a:cubicBezTo>
                    <a:cubicBezTo>
                      <a:pt x="298" y="34"/>
                      <a:pt x="298" y="34"/>
                      <a:pt x="298" y="34"/>
                    </a:cubicBezTo>
                    <a:cubicBezTo>
                      <a:pt x="293" y="34"/>
                      <a:pt x="288" y="34"/>
                      <a:pt x="283" y="34"/>
                    </a:cubicBezTo>
                    <a:cubicBezTo>
                      <a:pt x="282" y="34"/>
                      <a:pt x="282" y="34"/>
                      <a:pt x="282" y="34"/>
                    </a:cubicBezTo>
                    <a:cubicBezTo>
                      <a:pt x="276" y="34"/>
                      <a:pt x="271" y="34"/>
                      <a:pt x="265" y="34"/>
                    </a:cubicBezTo>
                    <a:lnTo>
                      <a:pt x="266" y="34"/>
                    </a:lnTo>
                    <a:cubicBezTo>
                      <a:pt x="265" y="34"/>
                      <a:pt x="265" y="34"/>
                      <a:pt x="265" y="34"/>
                    </a:cubicBezTo>
                    <a:cubicBezTo>
                      <a:pt x="260" y="35"/>
                      <a:pt x="255" y="35"/>
                      <a:pt x="250" y="35"/>
                    </a:cubicBezTo>
                    <a:cubicBezTo>
                      <a:pt x="249" y="35"/>
                      <a:pt x="249" y="35"/>
                      <a:pt x="248" y="35"/>
                    </a:cubicBezTo>
                    <a:cubicBezTo>
                      <a:pt x="249" y="35"/>
                      <a:pt x="249" y="35"/>
                      <a:pt x="249" y="35"/>
                    </a:cubicBezTo>
                    <a:cubicBezTo>
                      <a:pt x="250" y="35"/>
                      <a:pt x="250" y="35"/>
                      <a:pt x="250" y="35"/>
                    </a:cubicBezTo>
                    <a:cubicBezTo>
                      <a:pt x="249" y="35"/>
                      <a:pt x="249" y="35"/>
                      <a:pt x="248" y="35"/>
                    </a:cubicBezTo>
                    <a:cubicBezTo>
                      <a:pt x="243" y="35"/>
                      <a:pt x="239" y="35"/>
                      <a:pt x="233" y="35"/>
                    </a:cubicBezTo>
                    <a:lnTo>
                      <a:pt x="232" y="35"/>
                    </a:lnTo>
                    <a:cubicBezTo>
                      <a:pt x="233" y="35"/>
                      <a:pt x="233" y="35"/>
                      <a:pt x="233" y="35"/>
                    </a:cubicBezTo>
                    <a:cubicBezTo>
                      <a:pt x="228" y="35"/>
                      <a:pt x="223" y="35"/>
                      <a:pt x="218" y="35"/>
                    </a:cubicBezTo>
                    <a:lnTo>
                      <a:pt x="217" y="35"/>
                    </a:lnTo>
                    <a:lnTo>
                      <a:pt x="218" y="35"/>
                    </a:lnTo>
                    <a:lnTo>
                      <a:pt x="217" y="35"/>
                    </a:lnTo>
                    <a:lnTo>
                      <a:pt x="216" y="35"/>
                    </a:lnTo>
                    <a:cubicBezTo>
                      <a:pt x="217" y="35"/>
                      <a:pt x="217" y="35"/>
                      <a:pt x="217" y="35"/>
                    </a:cubicBezTo>
                    <a:cubicBezTo>
                      <a:pt x="216" y="35"/>
                      <a:pt x="216" y="35"/>
                      <a:pt x="216" y="35"/>
                    </a:cubicBezTo>
                    <a:lnTo>
                      <a:pt x="215" y="35"/>
                    </a:lnTo>
                    <a:cubicBezTo>
                      <a:pt x="215" y="35"/>
                      <a:pt x="215" y="36"/>
                      <a:pt x="214" y="36"/>
                    </a:cubicBezTo>
                    <a:lnTo>
                      <a:pt x="215" y="36"/>
                    </a:lnTo>
                    <a:cubicBezTo>
                      <a:pt x="213" y="36"/>
                      <a:pt x="212" y="36"/>
                      <a:pt x="211" y="36"/>
                    </a:cubicBezTo>
                    <a:lnTo>
                      <a:pt x="210" y="36"/>
                    </a:lnTo>
                    <a:cubicBezTo>
                      <a:pt x="209" y="36"/>
                      <a:pt x="209" y="36"/>
                      <a:pt x="208" y="36"/>
                    </a:cubicBezTo>
                    <a:cubicBezTo>
                      <a:pt x="206" y="36"/>
                      <a:pt x="206" y="36"/>
                      <a:pt x="205" y="36"/>
                    </a:cubicBezTo>
                    <a:lnTo>
                      <a:pt x="206" y="36"/>
                    </a:lnTo>
                    <a:cubicBezTo>
                      <a:pt x="206" y="36"/>
                      <a:pt x="205" y="36"/>
                      <a:pt x="204" y="36"/>
                    </a:cubicBezTo>
                    <a:lnTo>
                      <a:pt x="203" y="36"/>
                    </a:lnTo>
                    <a:cubicBezTo>
                      <a:pt x="204" y="36"/>
                      <a:pt x="204" y="36"/>
                      <a:pt x="204" y="36"/>
                    </a:cubicBezTo>
                    <a:cubicBezTo>
                      <a:pt x="202" y="36"/>
                      <a:pt x="200" y="36"/>
                      <a:pt x="198" y="36"/>
                    </a:cubicBezTo>
                    <a:lnTo>
                      <a:pt x="197" y="36"/>
                    </a:lnTo>
                    <a:cubicBezTo>
                      <a:pt x="195" y="36"/>
                      <a:pt x="194" y="36"/>
                      <a:pt x="192" y="37"/>
                    </a:cubicBezTo>
                    <a:lnTo>
                      <a:pt x="191" y="37"/>
                    </a:lnTo>
                    <a:cubicBezTo>
                      <a:pt x="187" y="37"/>
                      <a:pt x="182" y="37"/>
                      <a:pt x="177" y="37"/>
                    </a:cubicBezTo>
                    <a:lnTo>
                      <a:pt x="176" y="37"/>
                    </a:lnTo>
                    <a:lnTo>
                      <a:pt x="177" y="37"/>
                    </a:lnTo>
                    <a:cubicBezTo>
                      <a:pt x="176" y="37"/>
                      <a:pt x="176" y="37"/>
                      <a:pt x="176" y="37"/>
                    </a:cubicBezTo>
                    <a:cubicBezTo>
                      <a:pt x="172" y="37"/>
                      <a:pt x="167" y="37"/>
                      <a:pt x="163" y="37"/>
                    </a:cubicBezTo>
                    <a:lnTo>
                      <a:pt x="162" y="37"/>
                    </a:lnTo>
                    <a:lnTo>
                      <a:pt x="163" y="37"/>
                    </a:lnTo>
                    <a:lnTo>
                      <a:pt x="162" y="37"/>
                    </a:lnTo>
                    <a:cubicBezTo>
                      <a:pt x="158" y="37"/>
                      <a:pt x="153" y="37"/>
                      <a:pt x="149" y="38"/>
                    </a:cubicBezTo>
                    <a:lnTo>
                      <a:pt x="148" y="38"/>
                    </a:lnTo>
                    <a:lnTo>
                      <a:pt x="147" y="38"/>
                    </a:lnTo>
                    <a:lnTo>
                      <a:pt x="148" y="38"/>
                    </a:lnTo>
                    <a:cubicBezTo>
                      <a:pt x="142" y="38"/>
                      <a:pt x="137" y="38"/>
                      <a:pt x="132" y="38"/>
                    </a:cubicBezTo>
                    <a:cubicBezTo>
                      <a:pt x="131" y="38"/>
                      <a:pt x="131" y="38"/>
                      <a:pt x="131" y="38"/>
                    </a:cubicBezTo>
                    <a:cubicBezTo>
                      <a:pt x="128" y="38"/>
                      <a:pt x="125" y="38"/>
                      <a:pt x="123" y="38"/>
                    </a:cubicBezTo>
                    <a:lnTo>
                      <a:pt x="124" y="38"/>
                    </a:lnTo>
                    <a:cubicBezTo>
                      <a:pt x="120" y="38"/>
                      <a:pt x="117" y="38"/>
                      <a:pt x="114" y="38"/>
                    </a:cubicBezTo>
                    <a:cubicBezTo>
                      <a:pt x="113" y="38"/>
                      <a:pt x="113" y="38"/>
                      <a:pt x="112" y="38"/>
                    </a:cubicBezTo>
                    <a:lnTo>
                      <a:pt x="113" y="38"/>
                    </a:lnTo>
                    <a:cubicBezTo>
                      <a:pt x="113" y="38"/>
                      <a:pt x="112" y="38"/>
                      <a:pt x="111" y="38"/>
                    </a:cubicBezTo>
                    <a:cubicBezTo>
                      <a:pt x="110" y="38"/>
                      <a:pt x="110" y="38"/>
                      <a:pt x="110" y="39"/>
                    </a:cubicBezTo>
                    <a:cubicBezTo>
                      <a:pt x="110" y="38"/>
                      <a:pt x="110" y="38"/>
                      <a:pt x="110" y="38"/>
                    </a:cubicBezTo>
                    <a:cubicBezTo>
                      <a:pt x="109" y="39"/>
                      <a:pt x="108" y="39"/>
                      <a:pt x="107" y="39"/>
                    </a:cubicBezTo>
                    <a:cubicBezTo>
                      <a:pt x="106" y="39"/>
                      <a:pt x="105" y="39"/>
                      <a:pt x="103" y="39"/>
                    </a:cubicBezTo>
                    <a:cubicBezTo>
                      <a:pt x="101" y="39"/>
                      <a:pt x="99" y="39"/>
                      <a:pt x="97" y="39"/>
                    </a:cubicBezTo>
                    <a:lnTo>
                      <a:pt x="98" y="39"/>
                    </a:lnTo>
                    <a:cubicBezTo>
                      <a:pt x="97" y="39"/>
                      <a:pt x="96" y="39"/>
                      <a:pt x="95" y="39"/>
                    </a:cubicBezTo>
                    <a:lnTo>
                      <a:pt x="94" y="39"/>
                    </a:lnTo>
                    <a:cubicBezTo>
                      <a:pt x="93" y="39"/>
                      <a:pt x="93" y="39"/>
                      <a:pt x="92" y="39"/>
                    </a:cubicBezTo>
                    <a:cubicBezTo>
                      <a:pt x="90" y="39"/>
                      <a:pt x="88" y="39"/>
                      <a:pt x="86" y="39"/>
                    </a:cubicBezTo>
                    <a:lnTo>
                      <a:pt x="85" y="39"/>
                    </a:lnTo>
                    <a:cubicBezTo>
                      <a:pt x="86" y="39"/>
                      <a:pt x="86" y="39"/>
                      <a:pt x="86" y="39"/>
                    </a:cubicBezTo>
                    <a:cubicBezTo>
                      <a:pt x="85" y="39"/>
                      <a:pt x="85" y="39"/>
                      <a:pt x="84" y="39"/>
                    </a:cubicBezTo>
                    <a:lnTo>
                      <a:pt x="85" y="39"/>
                    </a:lnTo>
                    <a:lnTo>
                      <a:pt x="84" y="39"/>
                    </a:lnTo>
                    <a:lnTo>
                      <a:pt x="83" y="39"/>
                    </a:lnTo>
                    <a:cubicBezTo>
                      <a:pt x="82" y="39"/>
                      <a:pt x="82" y="39"/>
                      <a:pt x="82" y="39"/>
                    </a:cubicBezTo>
                    <a:cubicBezTo>
                      <a:pt x="79" y="39"/>
                      <a:pt x="76" y="39"/>
                      <a:pt x="73" y="39"/>
                    </a:cubicBezTo>
                    <a:cubicBezTo>
                      <a:pt x="72" y="39"/>
                      <a:pt x="72" y="39"/>
                      <a:pt x="72" y="39"/>
                    </a:cubicBezTo>
                    <a:lnTo>
                      <a:pt x="71" y="39"/>
                    </a:lnTo>
                    <a:cubicBezTo>
                      <a:pt x="72" y="39"/>
                      <a:pt x="72" y="39"/>
                      <a:pt x="72" y="39"/>
                    </a:cubicBezTo>
                    <a:cubicBezTo>
                      <a:pt x="69" y="39"/>
                      <a:pt x="66" y="40"/>
                      <a:pt x="64" y="40"/>
                    </a:cubicBezTo>
                    <a:cubicBezTo>
                      <a:pt x="61" y="40"/>
                      <a:pt x="59" y="40"/>
                      <a:pt x="57" y="40"/>
                    </a:cubicBezTo>
                    <a:cubicBezTo>
                      <a:pt x="42" y="41"/>
                      <a:pt x="27" y="41"/>
                      <a:pt x="12" y="42"/>
                    </a:cubicBezTo>
                    <a:cubicBezTo>
                      <a:pt x="11" y="42"/>
                      <a:pt x="10" y="42"/>
                      <a:pt x="9" y="42"/>
                    </a:cubicBezTo>
                    <a:cubicBezTo>
                      <a:pt x="4" y="42"/>
                      <a:pt x="0" y="37"/>
                      <a:pt x="0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2" name="Google Shape;2492;p27"/>
              <p:cNvSpPr/>
              <p:nvPr/>
            </p:nvSpPr>
            <p:spPr>
              <a:xfrm>
                <a:off x="3286440" y="4197240"/>
                <a:ext cx="62280" cy="173880"/>
              </a:xfrm>
              <a:custGeom>
                <a:avLst/>
                <a:gdLst/>
                <a:ahLst/>
                <a:cxnLst/>
                <a:rect l="l" t="t" r="r" b="b"/>
                <a:pathLst>
                  <a:path w="173" h="483" extrusionOk="0">
                    <a:moveTo>
                      <a:pt x="151" y="474"/>
                    </a:moveTo>
                    <a:cubicBezTo>
                      <a:pt x="151" y="473"/>
                      <a:pt x="151" y="472"/>
                      <a:pt x="150" y="470"/>
                    </a:cubicBezTo>
                    <a:cubicBezTo>
                      <a:pt x="151" y="471"/>
                      <a:pt x="151" y="472"/>
                      <a:pt x="151" y="472"/>
                    </a:cubicBezTo>
                    <a:cubicBezTo>
                      <a:pt x="148" y="463"/>
                      <a:pt x="145" y="455"/>
                      <a:pt x="142" y="447"/>
                    </a:cubicBezTo>
                    <a:cubicBezTo>
                      <a:pt x="138" y="438"/>
                      <a:pt x="136" y="429"/>
                      <a:pt x="133" y="420"/>
                    </a:cubicBezTo>
                    <a:cubicBezTo>
                      <a:pt x="126" y="402"/>
                      <a:pt x="122" y="383"/>
                      <a:pt x="116" y="364"/>
                    </a:cubicBezTo>
                    <a:cubicBezTo>
                      <a:pt x="113" y="355"/>
                      <a:pt x="109" y="346"/>
                      <a:pt x="106" y="336"/>
                    </a:cubicBezTo>
                    <a:cubicBezTo>
                      <a:pt x="103" y="328"/>
                      <a:pt x="101" y="318"/>
                      <a:pt x="98" y="310"/>
                    </a:cubicBezTo>
                    <a:cubicBezTo>
                      <a:pt x="91" y="291"/>
                      <a:pt x="84" y="272"/>
                      <a:pt x="78" y="253"/>
                    </a:cubicBezTo>
                    <a:cubicBezTo>
                      <a:pt x="71" y="234"/>
                      <a:pt x="65" y="215"/>
                      <a:pt x="59" y="196"/>
                    </a:cubicBezTo>
                    <a:cubicBezTo>
                      <a:pt x="53" y="176"/>
                      <a:pt x="46" y="156"/>
                      <a:pt x="41" y="137"/>
                    </a:cubicBezTo>
                    <a:cubicBezTo>
                      <a:pt x="38" y="124"/>
                      <a:pt x="34" y="111"/>
                      <a:pt x="31" y="98"/>
                    </a:cubicBezTo>
                    <a:cubicBezTo>
                      <a:pt x="27" y="84"/>
                      <a:pt x="22" y="70"/>
                      <a:pt x="17" y="56"/>
                    </a:cubicBezTo>
                    <a:cubicBezTo>
                      <a:pt x="13" y="43"/>
                      <a:pt x="8" y="30"/>
                      <a:pt x="3" y="18"/>
                    </a:cubicBezTo>
                    <a:cubicBezTo>
                      <a:pt x="1" y="15"/>
                      <a:pt x="1" y="14"/>
                      <a:pt x="0" y="11"/>
                    </a:cubicBezTo>
                    <a:cubicBezTo>
                      <a:pt x="0" y="8"/>
                      <a:pt x="1" y="5"/>
                      <a:pt x="4" y="3"/>
                    </a:cubicBezTo>
                    <a:cubicBezTo>
                      <a:pt x="7" y="1"/>
                      <a:pt x="12" y="0"/>
                      <a:pt x="15" y="3"/>
                    </a:cubicBezTo>
                    <a:cubicBezTo>
                      <a:pt x="16" y="3"/>
                      <a:pt x="17" y="4"/>
                      <a:pt x="17" y="4"/>
                    </a:cubicBezTo>
                    <a:cubicBezTo>
                      <a:pt x="18" y="4"/>
                      <a:pt x="18" y="5"/>
                      <a:pt x="19" y="6"/>
                    </a:cubicBezTo>
                    <a:cubicBezTo>
                      <a:pt x="23" y="8"/>
                      <a:pt x="24" y="13"/>
                      <a:pt x="22" y="17"/>
                    </a:cubicBezTo>
                    <a:cubicBezTo>
                      <a:pt x="23" y="20"/>
                      <a:pt x="24" y="21"/>
                      <a:pt x="25" y="24"/>
                    </a:cubicBezTo>
                    <a:cubicBezTo>
                      <a:pt x="27" y="28"/>
                      <a:pt x="28" y="32"/>
                      <a:pt x="29" y="35"/>
                    </a:cubicBezTo>
                    <a:cubicBezTo>
                      <a:pt x="33" y="45"/>
                      <a:pt x="36" y="54"/>
                      <a:pt x="39" y="64"/>
                    </a:cubicBezTo>
                    <a:cubicBezTo>
                      <a:pt x="42" y="74"/>
                      <a:pt x="45" y="84"/>
                      <a:pt x="48" y="94"/>
                    </a:cubicBezTo>
                    <a:cubicBezTo>
                      <a:pt x="50" y="104"/>
                      <a:pt x="53" y="114"/>
                      <a:pt x="56" y="124"/>
                    </a:cubicBezTo>
                    <a:cubicBezTo>
                      <a:pt x="58" y="133"/>
                      <a:pt x="60" y="141"/>
                      <a:pt x="62" y="149"/>
                    </a:cubicBezTo>
                    <a:cubicBezTo>
                      <a:pt x="68" y="168"/>
                      <a:pt x="74" y="187"/>
                      <a:pt x="80" y="205"/>
                    </a:cubicBezTo>
                    <a:cubicBezTo>
                      <a:pt x="87" y="224"/>
                      <a:pt x="93" y="243"/>
                      <a:pt x="99" y="261"/>
                    </a:cubicBezTo>
                    <a:cubicBezTo>
                      <a:pt x="113" y="299"/>
                      <a:pt x="126" y="336"/>
                      <a:pt x="138" y="374"/>
                    </a:cubicBezTo>
                    <a:cubicBezTo>
                      <a:pt x="142" y="390"/>
                      <a:pt x="147" y="406"/>
                      <a:pt x="153" y="422"/>
                    </a:cubicBezTo>
                    <a:cubicBezTo>
                      <a:pt x="156" y="430"/>
                      <a:pt x="159" y="437"/>
                      <a:pt x="162" y="445"/>
                    </a:cubicBezTo>
                    <a:cubicBezTo>
                      <a:pt x="165" y="453"/>
                      <a:pt x="168" y="461"/>
                      <a:pt x="170" y="470"/>
                    </a:cubicBezTo>
                    <a:cubicBezTo>
                      <a:pt x="172" y="475"/>
                      <a:pt x="168" y="480"/>
                      <a:pt x="163" y="482"/>
                    </a:cubicBezTo>
                    <a:cubicBezTo>
                      <a:pt x="162" y="482"/>
                      <a:pt x="161" y="482"/>
                      <a:pt x="161" y="482"/>
                    </a:cubicBezTo>
                    <a:cubicBezTo>
                      <a:pt x="156" y="482"/>
                      <a:pt x="152" y="479"/>
                      <a:pt x="151" y="4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3" name="Google Shape;2493;p27"/>
              <p:cNvSpPr/>
              <p:nvPr/>
            </p:nvSpPr>
            <p:spPr>
              <a:xfrm>
                <a:off x="3336480" y="4200840"/>
                <a:ext cx="1063080" cy="599040"/>
              </a:xfrm>
              <a:custGeom>
                <a:avLst/>
                <a:gdLst/>
                <a:ahLst/>
                <a:cxnLst/>
                <a:rect l="l" t="t" r="r" b="b"/>
                <a:pathLst>
                  <a:path w="2953" h="1664" extrusionOk="0">
                    <a:moveTo>
                      <a:pt x="866" y="1662"/>
                    </a:moveTo>
                    <a:cubicBezTo>
                      <a:pt x="862" y="1661"/>
                      <a:pt x="859" y="1658"/>
                      <a:pt x="856" y="1654"/>
                    </a:cubicBezTo>
                    <a:cubicBezTo>
                      <a:pt x="849" y="1647"/>
                      <a:pt x="843" y="1639"/>
                      <a:pt x="837" y="1631"/>
                    </a:cubicBezTo>
                    <a:cubicBezTo>
                      <a:pt x="829" y="1620"/>
                      <a:pt x="822" y="1608"/>
                      <a:pt x="815" y="1596"/>
                    </a:cubicBezTo>
                    <a:cubicBezTo>
                      <a:pt x="809" y="1584"/>
                      <a:pt x="803" y="1572"/>
                      <a:pt x="798" y="1560"/>
                    </a:cubicBezTo>
                    <a:cubicBezTo>
                      <a:pt x="786" y="1534"/>
                      <a:pt x="776" y="1506"/>
                      <a:pt x="766" y="1479"/>
                    </a:cubicBezTo>
                    <a:cubicBezTo>
                      <a:pt x="749" y="1428"/>
                      <a:pt x="735" y="1376"/>
                      <a:pt x="720" y="1324"/>
                    </a:cubicBezTo>
                    <a:cubicBezTo>
                      <a:pt x="713" y="1299"/>
                      <a:pt x="706" y="1274"/>
                      <a:pt x="700" y="1249"/>
                    </a:cubicBezTo>
                    <a:cubicBezTo>
                      <a:pt x="693" y="1222"/>
                      <a:pt x="686" y="1195"/>
                      <a:pt x="678" y="1168"/>
                    </a:cubicBezTo>
                    <a:cubicBezTo>
                      <a:pt x="678" y="1168"/>
                      <a:pt x="678" y="1169"/>
                      <a:pt x="678" y="1170"/>
                    </a:cubicBezTo>
                    <a:cubicBezTo>
                      <a:pt x="672" y="1147"/>
                      <a:pt x="665" y="1124"/>
                      <a:pt x="658" y="1101"/>
                    </a:cubicBezTo>
                    <a:cubicBezTo>
                      <a:pt x="650" y="1079"/>
                      <a:pt x="643" y="1056"/>
                      <a:pt x="636" y="1033"/>
                    </a:cubicBezTo>
                    <a:cubicBezTo>
                      <a:pt x="631" y="1010"/>
                      <a:pt x="626" y="988"/>
                      <a:pt x="621" y="964"/>
                    </a:cubicBezTo>
                    <a:cubicBezTo>
                      <a:pt x="617" y="941"/>
                      <a:pt x="610" y="918"/>
                      <a:pt x="604" y="895"/>
                    </a:cubicBezTo>
                    <a:cubicBezTo>
                      <a:pt x="599" y="878"/>
                      <a:pt x="593" y="860"/>
                      <a:pt x="587" y="843"/>
                    </a:cubicBezTo>
                    <a:cubicBezTo>
                      <a:pt x="582" y="828"/>
                      <a:pt x="577" y="812"/>
                      <a:pt x="572" y="797"/>
                    </a:cubicBezTo>
                    <a:cubicBezTo>
                      <a:pt x="564" y="766"/>
                      <a:pt x="558" y="733"/>
                      <a:pt x="548" y="702"/>
                    </a:cubicBezTo>
                    <a:lnTo>
                      <a:pt x="548" y="703"/>
                    </a:lnTo>
                    <a:cubicBezTo>
                      <a:pt x="548" y="700"/>
                      <a:pt x="547" y="698"/>
                      <a:pt x="547" y="696"/>
                    </a:cubicBezTo>
                    <a:lnTo>
                      <a:pt x="547" y="695"/>
                    </a:lnTo>
                    <a:lnTo>
                      <a:pt x="546" y="695"/>
                    </a:lnTo>
                    <a:cubicBezTo>
                      <a:pt x="547" y="695"/>
                      <a:pt x="547" y="695"/>
                      <a:pt x="547" y="695"/>
                    </a:cubicBezTo>
                    <a:cubicBezTo>
                      <a:pt x="543" y="684"/>
                      <a:pt x="540" y="673"/>
                      <a:pt x="536" y="662"/>
                    </a:cubicBezTo>
                    <a:cubicBezTo>
                      <a:pt x="531" y="649"/>
                      <a:pt x="526" y="637"/>
                      <a:pt x="523" y="625"/>
                    </a:cubicBezTo>
                    <a:cubicBezTo>
                      <a:pt x="519" y="613"/>
                      <a:pt x="516" y="601"/>
                      <a:pt x="513" y="590"/>
                    </a:cubicBezTo>
                    <a:cubicBezTo>
                      <a:pt x="510" y="579"/>
                      <a:pt x="506" y="568"/>
                      <a:pt x="504" y="556"/>
                    </a:cubicBezTo>
                    <a:cubicBezTo>
                      <a:pt x="500" y="532"/>
                      <a:pt x="497" y="508"/>
                      <a:pt x="492" y="484"/>
                    </a:cubicBezTo>
                    <a:cubicBezTo>
                      <a:pt x="490" y="472"/>
                      <a:pt x="488" y="460"/>
                      <a:pt x="485" y="449"/>
                    </a:cubicBezTo>
                    <a:cubicBezTo>
                      <a:pt x="482" y="436"/>
                      <a:pt x="478" y="423"/>
                      <a:pt x="475" y="410"/>
                    </a:cubicBezTo>
                    <a:cubicBezTo>
                      <a:pt x="475" y="411"/>
                      <a:pt x="475" y="411"/>
                      <a:pt x="475" y="411"/>
                    </a:cubicBezTo>
                    <a:cubicBezTo>
                      <a:pt x="474" y="410"/>
                      <a:pt x="474" y="408"/>
                      <a:pt x="474" y="406"/>
                    </a:cubicBezTo>
                    <a:cubicBezTo>
                      <a:pt x="473" y="406"/>
                      <a:pt x="473" y="405"/>
                      <a:pt x="473" y="405"/>
                    </a:cubicBezTo>
                    <a:cubicBezTo>
                      <a:pt x="473" y="405"/>
                      <a:pt x="473" y="404"/>
                      <a:pt x="473" y="403"/>
                    </a:cubicBezTo>
                    <a:cubicBezTo>
                      <a:pt x="473" y="403"/>
                      <a:pt x="473" y="402"/>
                      <a:pt x="472" y="402"/>
                    </a:cubicBezTo>
                    <a:cubicBezTo>
                      <a:pt x="464" y="375"/>
                      <a:pt x="454" y="348"/>
                      <a:pt x="445" y="321"/>
                    </a:cubicBezTo>
                    <a:cubicBezTo>
                      <a:pt x="441" y="308"/>
                      <a:pt x="436" y="295"/>
                      <a:pt x="433" y="282"/>
                    </a:cubicBezTo>
                    <a:cubicBezTo>
                      <a:pt x="429" y="267"/>
                      <a:pt x="427" y="252"/>
                      <a:pt x="424" y="237"/>
                    </a:cubicBezTo>
                    <a:cubicBezTo>
                      <a:pt x="419" y="211"/>
                      <a:pt x="414" y="184"/>
                      <a:pt x="407" y="158"/>
                    </a:cubicBezTo>
                    <a:cubicBezTo>
                      <a:pt x="406" y="155"/>
                      <a:pt x="406" y="152"/>
                      <a:pt x="405" y="149"/>
                    </a:cubicBezTo>
                    <a:cubicBezTo>
                      <a:pt x="405" y="150"/>
                      <a:pt x="405" y="150"/>
                      <a:pt x="405" y="151"/>
                    </a:cubicBezTo>
                    <a:cubicBezTo>
                      <a:pt x="402" y="140"/>
                      <a:pt x="399" y="130"/>
                      <a:pt x="395" y="121"/>
                    </a:cubicBezTo>
                    <a:cubicBezTo>
                      <a:pt x="390" y="110"/>
                      <a:pt x="384" y="100"/>
                      <a:pt x="378" y="90"/>
                    </a:cubicBezTo>
                    <a:cubicBezTo>
                      <a:pt x="374" y="84"/>
                      <a:pt x="370" y="77"/>
                      <a:pt x="366" y="71"/>
                    </a:cubicBezTo>
                    <a:cubicBezTo>
                      <a:pt x="363" y="68"/>
                      <a:pt x="360" y="64"/>
                      <a:pt x="356" y="61"/>
                    </a:cubicBezTo>
                    <a:cubicBezTo>
                      <a:pt x="353" y="58"/>
                      <a:pt x="350" y="55"/>
                      <a:pt x="346" y="53"/>
                    </a:cubicBezTo>
                    <a:cubicBezTo>
                      <a:pt x="344" y="51"/>
                      <a:pt x="342" y="50"/>
                      <a:pt x="340" y="49"/>
                    </a:cubicBezTo>
                    <a:cubicBezTo>
                      <a:pt x="336" y="47"/>
                      <a:pt x="332" y="44"/>
                      <a:pt x="328" y="43"/>
                    </a:cubicBezTo>
                    <a:cubicBezTo>
                      <a:pt x="325" y="42"/>
                      <a:pt x="321" y="40"/>
                      <a:pt x="317" y="39"/>
                    </a:cubicBezTo>
                    <a:cubicBezTo>
                      <a:pt x="315" y="39"/>
                      <a:pt x="314" y="39"/>
                      <a:pt x="312" y="39"/>
                    </a:cubicBezTo>
                    <a:cubicBezTo>
                      <a:pt x="311" y="39"/>
                      <a:pt x="310" y="39"/>
                      <a:pt x="309" y="39"/>
                    </a:cubicBezTo>
                    <a:cubicBezTo>
                      <a:pt x="308" y="39"/>
                      <a:pt x="308" y="39"/>
                      <a:pt x="307" y="39"/>
                    </a:cubicBezTo>
                    <a:lnTo>
                      <a:pt x="306" y="39"/>
                    </a:lnTo>
                    <a:cubicBezTo>
                      <a:pt x="307" y="39"/>
                      <a:pt x="307" y="39"/>
                      <a:pt x="307" y="39"/>
                    </a:cubicBezTo>
                    <a:cubicBezTo>
                      <a:pt x="306" y="39"/>
                      <a:pt x="305" y="39"/>
                      <a:pt x="304" y="40"/>
                    </a:cubicBezTo>
                    <a:lnTo>
                      <a:pt x="303" y="40"/>
                    </a:lnTo>
                    <a:cubicBezTo>
                      <a:pt x="303" y="41"/>
                      <a:pt x="301" y="42"/>
                      <a:pt x="301" y="42"/>
                    </a:cubicBezTo>
                    <a:cubicBezTo>
                      <a:pt x="298" y="44"/>
                      <a:pt x="296" y="47"/>
                      <a:pt x="293" y="49"/>
                    </a:cubicBezTo>
                    <a:cubicBezTo>
                      <a:pt x="289" y="54"/>
                      <a:pt x="284" y="60"/>
                      <a:pt x="280" y="65"/>
                    </a:cubicBezTo>
                    <a:cubicBezTo>
                      <a:pt x="271" y="78"/>
                      <a:pt x="264" y="91"/>
                      <a:pt x="256" y="104"/>
                    </a:cubicBezTo>
                    <a:lnTo>
                      <a:pt x="255" y="105"/>
                    </a:lnTo>
                    <a:cubicBezTo>
                      <a:pt x="255" y="106"/>
                      <a:pt x="254" y="107"/>
                      <a:pt x="254" y="108"/>
                    </a:cubicBezTo>
                    <a:cubicBezTo>
                      <a:pt x="254" y="109"/>
                      <a:pt x="254" y="109"/>
                      <a:pt x="254" y="109"/>
                    </a:cubicBezTo>
                    <a:cubicBezTo>
                      <a:pt x="243" y="128"/>
                      <a:pt x="234" y="147"/>
                      <a:pt x="225" y="167"/>
                    </a:cubicBezTo>
                    <a:cubicBezTo>
                      <a:pt x="216" y="187"/>
                      <a:pt x="206" y="208"/>
                      <a:pt x="198" y="229"/>
                    </a:cubicBezTo>
                    <a:cubicBezTo>
                      <a:pt x="191" y="250"/>
                      <a:pt x="183" y="271"/>
                      <a:pt x="175" y="291"/>
                    </a:cubicBezTo>
                    <a:cubicBezTo>
                      <a:pt x="167" y="312"/>
                      <a:pt x="158" y="333"/>
                      <a:pt x="150" y="354"/>
                    </a:cubicBezTo>
                    <a:cubicBezTo>
                      <a:pt x="150" y="353"/>
                      <a:pt x="150" y="353"/>
                      <a:pt x="150" y="353"/>
                    </a:cubicBezTo>
                    <a:cubicBezTo>
                      <a:pt x="144" y="371"/>
                      <a:pt x="137" y="389"/>
                      <a:pt x="131" y="408"/>
                    </a:cubicBezTo>
                    <a:cubicBezTo>
                      <a:pt x="123" y="429"/>
                      <a:pt x="117" y="450"/>
                      <a:pt x="110" y="472"/>
                    </a:cubicBezTo>
                    <a:cubicBezTo>
                      <a:pt x="107" y="481"/>
                      <a:pt x="103" y="491"/>
                      <a:pt x="100" y="502"/>
                    </a:cubicBezTo>
                    <a:cubicBezTo>
                      <a:pt x="97" y="512"/>
                      <a:pt x="94" y="523"/>
                      <a:pt x="90" y="534"/>
                    </a:cubicBezTo>
                    <a:cubicBezTo>
                      <a:pt x="85" y="554"/>
                      <a:pt x="79" y="576"/>
                      <a:pt x="75" y="597"/>
                    </a:cubicBezTo>
                    <a:cubicBezTo>
                      <a:pt x="72" y="610"/>
                      <a:pt x="69" y="622"/>
                      <a:pt x="67" y="635"/>
                    </a:cubicBezTo>
                    <a:cubicBezTo>
                      <a:pt x="64" y="647"/>
                      <a:pt x="63" y="659"/>
                      <a:pt x="60" y="671"/>
                    </a:cubicBezTo>
                    <a:cubicBezTo>
                      <a:pt x="56" y="696"/>
                      <a:pt x="53" y="721"/>
                      <a:pt x="48" y="745"/>
                    </a:cubicBezTo>
                    <a:cubicBezTo>
                      <a:pt x="46" y="758"/>
                      <a:pt x="44" y="770"/>
                      <a:pt x="42" y="783"/>
                    </a:cubicBezTo>
                    <a:cubicBezTo>
                      <a:pt x="39" y="795"/>
                      <a:pt x="37" y="807"/>
                      <a:pt x="34" y="819"/>
                    </a:cubicBezTo>
                    <a:cubicBezTo>
                      <a:pt x="32" y="832"/>
                      <a:pt x="29" y="844"/>
                      <a:pt x="26" y="856"/>
                    </a:cubicBezTo>
                    <a:cubicBezTo>
                      <a:pt x="25" y="861"/>
                      <a:pt x="23" y="867"/>
                      <a:pt x="22" y="873"/>
                    </a:cubicBezTo>
                    <a:cubicBezTo>
                      <a:pt x="21" y="878"/>
                      <a:pt x="20" y="883"/>
                      <a:pt x="19" y="888"/>
                    </a:cubicBezTo>
                    <a:cubicBezTo>
                      <a:pt x="20" y="890"/>
                      <a:pt x="20" y="893"/>
                      <a:pt x="18" y="896"/>
                    </a:cubicBezTo>
                    <a:cubicBezTo>
                      <a:pt x="16" y="899"/>
                      <a:pt x="12" y="900"/>
                      <a:pt x="8" y="899"/>
                    </a:cubicBezTo>
                    <a:cubicBezTo>
                      <a:pt x="8" y="900"/>
                      <a:pt x="8" y="900"/>
                      <a:pt x="9" y="900"/>
                    </a:cubicBezTo>
                    <a:cubicBezTo>
                      <a:pt x="5" y="899"/>
                      <a:pt x="2" y="897"/>
                      <a:pt x="1" y="893"/>
                    </a:cubicBezTo>
                    <a:cubicBezTo>
                      <a:pt x="0" y="889"/>
                      <a:pt x="1" y="885"/>
                      <a:pt x="1" y="881"/>
                    </a:cubicBezTo>
                    <a:cubicBezTo>
                      <a:pt x="4" y="867"/>
                      <a:pt x="7" y="854"/>
                      <a:pt x="11" y="840"/>
                    </a:cubicBezTo>
                    <a:cubicBezTo>
                      <a:pt x="14" y="827"/>
                      <a:pt x="16" y="814"/>
                      <a:pt x="19" y="801"/>
                    </a:cubicBezTo>
                    <a:cubicBezTo>
                      <a:pt x="22" y="787"/>
                      <a:pt x="24" y="772"/>
                      <a:pt x="27" y="758"/>
                    </a:cubicBezTo>
                    <a:cubicBezTo>
                      <a:pt x="32" y="729"/>
                      <a:pt x="36" y="701"/>
                      <a:pt x="40" y="673"/>
                    </a:cubicBezTo>
                    <a:cubicBezTo>
                      <a:pt x="43" y="659"/>
                      <a:pt x="45" y="645"/>
                      <a:pt x="47" y="632"/>
                    </a:cubicBezTo>
                    <a:cubicBezTo>
                      <a:pt x="50" y="617"/>
                      <a:pt x="54" y="603"/>
                      <a:pt x="57" y="588"/>
                    </a:cubicBezTo>
                    <a:cubicBezTo>
                      <a:pt x="64" y="562"/>
                      <a:pt x="70" y="536"/>
                      <a:pt x="78" y="509"/>
                    </a:cubicBezTo>
                    <a:cubicBezTo>
                      <a:pt x="82" y="497"/>
                      <a:pt x="86" y="484"/>
                      <a:pt x="90" y="471"/>
                    </a:cubicBezTo>
                    <a:cubicBezTo>
                      <a:pt x="94" y="458"/>
                      <a:pt x="98" y="445"/>
                      <a:pt x="102" y="432"/>
                    </a:cubicBezTo>
                    <a:cubicBezTo>
                      <a:pt x="110" y="407"/>
                      <a:pt x="119" y="382"/>
                      <a:pt x="128" y="357"/>
                    </a:cubicBezTo>
                    <a:cubicBezTo>
                      <a:pt x="138" y="332"/>
                      <a:pt x="148" y="307"/>
                      <a:pt x="158" y="282"/>
                    </a:cubicBezTo>
                    <a:cubicBezTo>
                      <a:pt x="158" y="283"/>
                      <a:pt x="157" y="283"/>
                      <a:pt x="157" y="283"/>
                    </a:cubicBezTo>
                    <a:cubicBezTo>
                      <a:pt x="163" y="268"/>
                      <a:pt x="169" y="253"/>
                      <a:pt x="174" y="238"/>
                    </a:cubicBezTo>
                    <a:cubicBezTo>
                      <a:pt x="180" y="222"/>
                      <a:pt x="187" y="206"/>
                      <a:pt x="194" y="190"/>
                    </a:cubicBezTo>
                    <a:cubicBezTo>
                      <a:pt x="207" y="159"/>
                      <a:pt x="221" y="128"/>
                      <a:pt x="237" y="98"/>
                    </a:cubicBezTo>
                    <a:lnTo>
                      <a:pt x="238" y="97"/>
                    </a:lnTo>
                    <a:cubicBezTo>
                      <a:pt x="238" y="97"/>
                      <a:pt x="238" y="96"/>
                      <a:pt x="239" y="96"/>
                    </a:cubicBezTo>
                    <a:cubicBezTo>
                      <a:pt x="239" y="95"/>
                      <a:pt x="240" y="94"/>
                      <a:pt x="240" y="93"/>
                    </a:cubicBezTo>
                    <a:cubicBezTo>
                      <a:pt x="247" y="82"/>
                      <a:pt x="253" y="70"/>
                      <a:pt x="261" y="60"/>
                    </a:cubicBezTo>
                    <a:cubicBezTo>
                      <a:pt x="268" y="49"/>
                      <a:pt x="276" y="37"/>
                      <a:pt x="286" y="29"/>
                    </a:cubicBezTo>
                    <a:cubicBezTo>
                      <a:pt x="288" y="27"/>
                      <a:pt x="290" y="25"/>
                      <a:pt x="293" y="24"/>
                    </a:cubicBezTo>
                    <a:cubicBezTo>
                      <a:pt x="296" y="22"/>
                      <a:pt x="298" y="21"/>
                      <a:pt x="302" y="20"/>
                    </a:cubicBezTo>
                    <a:cubicBezTo>
                      <a:pt x="305" y="19"/>
                      <a:pt x="309" y="19"/>
                      <a:pt x="312" y="19"/>
                    </a:cubicBezTo>
                    <a:cubicBezTo>
                      <a:pt x="315" y="19"/>
                      <a:pt x="319" y="20"/>
                      <a:pt x="322" y="21"/>
                    </a:cubicBezTo>
                    <a:cubicBezTo>
                      <a:pt x="329" y="22"/>
                      <a:pt x="335" y="25"/>
                      <a:pt x="341" y="28"/>
                    </a:cubicBezTo>
                    <a:cubicBezTo>
                      <a:pt x="347" y="30"/>
                      <a:pt x="353" y="33"/>
                      <a:pt x="359" y="38"/>
                    </a:cubicBezTo>
                    <a:cubicBezTo>
                      <a:pt x="381" y="54"/>
                      <a:pt x="395" y="78"/>
                      <a:pt x="407" y="102"/>
                    </a:cubicBezTo>
                    <a:cubicBezTo>
                      <a:pt x="415" y="117"/>
                      <a:pt x="420" y="133"/>
                      <a:pt x="425" y="149"/>
                    </a:cubicBezTo>
                    <a:cubicBezTo>
                      <a:pt x="429" y="163"/>
                      <a:pt x="433" y="177"/>
                      <a:pt x="435" y="192"/>
                    </a:cubicBezTo>
                    <a:cubicBezTo>
                      <a:pt x="441" y="223"/>
                      <a:pt x="446" y="255"/>
                      <a:pt x="455" y="287"/>
                    </a:cubicBezTo>
                    <a:cubicBezTo>
                      <a:pt x="455" y="286"/>
                      <a:pt x="454" y="286"/>
                      <a:pt x="454" y="286"/>
                    </a:cubicBezTo>
                    <a:cubicBezTo>
                      <a:pt x="462" y="312"/>
                      <a:pt x="472" y="338"/>
                      <a:pt x="480" y="363"/>
                    </a:cubicBezTo>
                    <a:cubicBezTo>
                      <a:pt x="484" y="374"/>
                      <a:pt x="488" y="385"/>
                      <a:pt x="491" y="397"/>
                    </a:cubicBezTo>
                    <a:cubicBezTo>
                      <a:pt x="491" y="398"/>
                      <a:pt x="491" y="398"/>
                      <a:pt x="492" y="398"/>
                    </a:cubicBezTo>
                    <a:lnTo>
                      <a:pt x="492" y="399"/>
                    </a:lnTo>
                    <a:cubicBezTo>
                      <a:pt x="492" y="400"/>
                      <a:pt x="492" y="402"/>
                      <a:pt x="493" y="403"/>
                    </a:cubicBezTo>
                    <a:cubicBezTo>
                      <a:pt x="497" y="417"/>
                      <a:pt x="501" y="432"/>
                      <a:pt x="504" y="446"/>
                    </a:cubicBezTo>
                    <a:cubicBezTo>
                      <a:pt x="508" y="459"/>
                      <a:pt x="510" y="473"/>
                      <a:pt x="512" y="486"/>
                    </a:cubicBezTo>
                    <a:cubicBezTo>
                      <a:pt x="515" y="501"/>
                      <a:pt x="517" y="515"/>
                      <a:pt x="520" y="530"/>
                    </a:cubicBezTo>
                    <a:cubicBezTo>
                      <a:pt x="522" y="543"/>
                      <a:pt x="525" y="555"/>
                      <a:pt x="527" y="567"/>
                    </a:cubicBezTo>
                    <a:cubicBezTo>
                      <a:pt x="530" y="580"/>
                      <a:pt x="534" y="593"/>
                      <a:pt x="538" y="606"/>
                    </a:cubicBezTo>
                    <a:cubicBezTo>
                      <a:pt x="543" y="622"/>
                      <a:pt x="548" y="638"/>
                      <a:pt x="554" y="653"/>
                    </a:cubicBezTo>
                    <a:cubicBezTo>
                      <a:pt x="559" y="668"/>
                      <a:pt x="564" y="684"/>
                      <a:pt x="568" y="699"/>
                    </a:cubicBezTo>
                    <a:cubicBezTo>
                      <a:pt x="573" y="715"/>
                      <a:pt x="576" y="731"/>
                      <a:pt x="580" y="747"/>
                    </a:cubicBezTo>
                    <a:cubicBezTo>
                      <a:pt x="584" y="763"/>
                      <a:pt x="588" y="779"/>
                      <a:pt x="592" y="795"/>
                    </a:cubicBezTo>
                    <a:lnTo>
                      <a:pt x="593" y="796"/>
                    </a:lnTo>
                    <a:cubicBezTo>
                      <a:pt x="599" y="815"/>
                      <a:pt x="605" y="834"/>
                      <a:pt x="611" y="853"/>
                    </a:cubicBezTo>
                    <a:cubicBezTo>
                      <a:pt x="619" y="875"/>
                      <a:pt x="625" y="897"/>
                      <a:pt x="631" y="918"/>
                    </a:cubicBezTo>
                    <a:cubicBezTo>
                      <a:pt x="636" y="939"/>
                      <a:pt x="640" y="960"/>
                      <a:pt x="645" y="980"/>
                    </a:cubicBezTo>
                    <a:cubicBezTo>
                      <a:pt x="649" y="1001"/>
                      <a:pt x="653" y="1022"/>
                      <a:pt x="659" y="1043"/>
                    </a:cubicBezTo>
                    <a:cubicBezTo>
                      <a:pt x="665" y="1063"/>
                      <a:pt x="672" y="1084"/>
                      <a:pt x="679" y="1104"/>
                    </a:cubicBezTo>
                    <a:cubicBezTo>
                      <a:pt x="685" y="1125"/>
                      <a:pt x="692" y="1146"/>
                      <a:pt x="698" y="1167"/>
                    </a:cubicBezTo>
                    <a:cubicBezTo>
                      <a:pt x="710" y="1209"/>
                      <a:pt x="720" y="1252"/>
                      <a:pt x="732" y="1294"/>
                    </a:cubicBezTo>
                    <a:cubicBezTo>
                      <a:pt x="740" y="1320"/>
                      <a:pt x="747" y="1348"/>
                      <a:pt x="755" y="1375"/>
                    </a:cubicBezTo>
                    <a:cubicBezTo>
                      <a:pt x="763" y="1402"/>
                      <a:pt x="771" y="1429"/>
                      <a:pt x="780" y="1456"/>
                    </a:cubicBezTo>
                    <a:cubicBezTo>
                      <a:pt x="784" y="1470"/>
                      <a:pt x="789" y="1484"/>
                      <a:pt x="794" y="1497"/>
                    </a:cubicBezTo>
                    <a:cubicBezTo>
                      <a:pt x="798" y="1511"/>
                      <a:pt x="804" y="1525"/>
                      <a:pt x="810" y="1538"/>
                    </a:cubicBezTo>
                    <a:lnTo>
                      <a:pt x="809" y="1537"/>
                    </a:lnTo>
                    <a:cubicBezTo>
                      <a:pt x="819" y="1558"/>
                      <a:pt x="828" y="1578"/>
                      <a:pt x="840" y="1598"/>
                    </a:cubicBezTo>
                    <a:cubicBezTo>
                      <a:pt x="839" y="1597"/>
                      <a:pt x="839" y="1597"/>
                      <a:pt x="839" y="1597"/>
                    </a:cubicBezTo>
                    <a:cubicBezTo>
                      <a:pt x="845" y="1606"/>
                      <a:pt x="851" y="1616"/>
                      <a:pt x="858" y="1625"/>
                    </a:cubicBezTo>
                    <a:cubicBezTo>
                      <a:pt x="862" y="1630"/>
                      <a:pt x="867" y="1636"/>
                      <a:pt x="872" y="1641"/>
                    </a:cubicBezTo>
                    <a:cubicBezTo>
                      <a:pt x="873" y="1641"/>
                      <a:pt x="873" y="1641"/>
                      <a:pt x="873" y="1641"/>
                    </a:cubicBezTo>
                    <a:lnTo>
                      <a:pt x="874" y="1641"/>
                    </a:lnTo>
                    <a:cubicBezTo>
                      <a:pt x="875" y="1641"/>
                      <a:pt x="876" y="1640"/>
                      <a:pt x="878" y="1640"/>
                    </a:cubicBezTo>
                    <a:cubicBezTo>
                      <a:pt x="881" y="1639"/>
                      <a:pt x="884" y="1637"/>
                      <a:pt x="887" y="1635"/>
                    </a:cubicBezTo>
                    <a:cubicBezTo>
                      <a:pt x="891" y="1633"/>
                      <a:pt x="895" y="1630"/>
                      <a:pt x="899" y="1627"/>
                    </a:cubicBezTo>
                    <a:cubicBezTo>
                      <a:pt x="903" y="1623"/>
                      <a:pt x="907" y="1619"/>
                      <a:pt x="911" y="1616"/>
                    </a:cubicBezTo>
                    <a:cubicBezTo>
                      <a:pt x="918" y="1609"/>
                      <a:pt x="924" y="1601"/>
                      <a:pt x="929" y="1594"/>
                    </a:cubicBezTo>
                    <a:cubicBezTo>
                      <a:pt x="938" y="1581"/>
                      <a:pt x="947" y="1568"/>
                      <a:pt x="956" y="1555"/>
                    </a:cubicBezTo>
                    <a:cubicBezTo>
                      <a:pt x="964" y="1541"/>
                      <a:pt x="973" y="1528"/>
                      <a:pt x="981" y="1514"/>
                    </a:cubicBezTo>
                    <a:cubicBezTo>
                      <a:pt x="985" y="1506"/>
                      <a:pt x="989" y="1499"/>
                      <a:pt x="992" y="1491"/>
                    </a:cubicBezTo>
                    <a:cubicBezTo>
                      <a:pt x="996" y="1481"/>
                      <a:pt x="1001" y="1470"/>
                      <a:pt x="1005" y="1460"/>
                    </a:cubicBezTo>
                    <a:cubicBezTo>
                      <a:pt x="1012" y="1441"/>
                      <a:pt x="1020" y="1422"/>
                      <a:pt x="1027" y="1404"/>
                    </a:cubicBezTo>
                    <a:cubicBezTo>
                      <a:pt x="1027" y="1403"/>
                      <a:pt x="1027" y="1403"/>
                      <a:pt x="1027" y="1403"/>
                    </a:cubicBezTo>
                    <a:cubicBezTo>
                      <a:pt x="1033" y="1388"/>
                      <a:pt x="1038" y="1373"/>
                      <a:pt x="1043" y="1358"/>
                    </a:cubicBezTo>
                    <a:cubicBezTo>
                      <a:pt x="1047" y="1342"/>
                      <a:pt x="1051" y="1326"/>
                      <a:pt x="1056" y="1309"/>
                    </a:cubicBezTo>
                    <a:cubicBezTo>
                      <a:pt x="1060" y="1292"/>
                      <a:pt x="1065" y="1276"/>
                      <a:pt x="1070" y="1259"/>
                    </a:cubicBezTo>
                    <a:cubicBezTo>
                      <a:pt x="1075" y="1243"/>
                      <a:pt x="1079" y="1228"/>
                      <a:pt x="1083" y="1213"/>
                    </a:cubicBezTo>
                    <a:lnTo>
                      <a:pt x="1083" y="1214"/>
                    </a:lnTo>
                    <a:cubicBezTo>
                      <a:pt x="1089" y="1186"/>
                      <a:pt x="1094" y="1158"/>
                      <a:pt x="1100" y="1130"/>
                    </a:cubicBezTo>
                    <a:cubicBezTo>
                      <a:pt x="1103" y="1115"/>
                      <a:pt x="1106" y="1101"/>
                      <a:pt x="1109" y="1087"/>
                    </a:cubicBezTo>
                    <a:cubicBezTo>
                      <a:pt x="1112" y="1073"/>
                      <a:pt x="1114" y="1059"/>
                      <a:pt x="1117" y="1045"/>
                    </a:cubicBezTo>
                    <a:cubicBezTo>
                      <a:pt x="1122" y="1017"/>
                      <a:pt x="1128" y="991"/>
                      <a:pt x="1133" y="963"/>
                    </a:cubicBezTo>
                    <a:cubicBezTo>
                      <a:pt x="1135" y="949"/>
                      <a:pt x="1138" y="935"/>
                      <a:pt x="1140" y="921"/>
                    </a:cubicBezTo>
                    <a:cubicBezTo>
                      <a:pt x="1143" y="906"/>
                      <a:pt x="1146" y="890"/>
                      <a:pt x="1150" y="875"/>
                    </a:cubicBezTo>
                    <a:cubicBezTo>
                      <a:pt x="1153" y="861"/>
                      <a:pt x="1156" y="848"/>
                      <a:pt x="1158" y="834"/>
                    </a:cubicBezTo>
                    <a:cubicBezTo>
                      <a:pt x="1162" y="819"/>
                      <a:pt x="1165" y="804"/>
                      <a:pt x="1168" y="788"/>
                    </a:cubicBezTo>
                    <a:cubicBezTo>
                      <a:pt x="1171" y="773"/>
                      <a:pt x="1175" y="759"/>
                      <a:pt x="1179" y="744"/>
                    </a:cubicBezTo>
                    <a:cubicBezTo>
                      <a:pt x="1184" y="728"/>
                      <a:pt x="1188" y="713"/>
                      <a:pt x="1192" y="698"/>
                    </a:cubicBezTo>
                    <a:cubicBezTo>
                      <a:pt x="1196" y="684"/>
                      <a:pt x="1199" y="670"/>
                      <a:pt x="1202" y="656"/>
                    </a:cubicBezTo>
                    <a:cubicBezTo>
                      <a:pt x="1205" y="640"/>
                      <a:pt x="1207" y="626"/>
                      <a:pt x="1210" y="611"/>
                    </a:cubicBezTo>
                    <a:cubicBezTo>
                      <a:pt x="1214" y="596"/>
                      <a:pt x="1217" y="581"/>
                      <a:pt x="1221" y="566"/>
                    </a:cubicBezTo>
                    <a:cubicBezTo>
                      <a:pt x="1225" y="551"/>
                      <a:pt x="1229" y="537"/>
                      <a:pt x="1232" y="522"/>
                    </a:cubicBezTo>
                    <a:cubicBezTo>
                      <a:pt x="1232" y="523"/>
                      <a:pt x="1232" y="523"/>
                      <a:pt x="1232" y="523"/>
                    </a:cubicBezTo>
                    <a:cubicBezTo>
                      <a:pt x="1233" y="520"/>
                      <a:pt x="1234" y="516"/>
                      <a:pt x="1235" y="512"/>
                    </a:cubicBezTo>
                    <a:cubicBezTo>
                      <a:pt x="1235" y="512"/>
                      <a:pt x="1235" y="513"/>
                      <a:pt x="1234" y="513"/>
                    </a:cubicBezTo>
                    <a:cubicBezTo>
                      <a:pt x="1238" y="498"/>
                      <a:pt x="1241" y="484"/>
                      <a:pt x="1245" y="469"/>
                    </a:cubicBezTo>
                    <a:cubicBezTo>
                      <a:pt x="1249" y="453"/>
                      <a:pt x="1253" y="438"/>
                      <a:pt x="1258" y="423"/>
                    </a:cubicBezTo>
                    <a:cubicBezTo>
                      <a:pt x="1267" y="396"/>
                      <a:pt x="1277" y="370"/>
                      <a:pt x="1286" y="343"/>
                    </a:cubicBezTo>
                    <a:cubicBezTo>
                      <a:pt x="1291" y="331"/>
                      <a:pt x="1294" y="319"/>
                      <a:pt x="1298" y="307"/>
                    </a:cubicBezTo>
                    <a:cubicBezTo>
                      <a:pt x="1302" y="293"/>
                      <a:pt x="1305" y="279"/>
                      <a:pt x="1309" y="266"/>
                    </a:cubicBezTo>
                    <a:cubicBezTo>
                      <a:pt x="1311" y="259"/>
                      <a:pt x="1313" y="252"/>
                      <a:pt x="1315" y="246"/>
                    </a:cubicBezTo>
                    <a:cubicBezTo>
                      <a:pt x="1317" y="239"/>
                      <a:pt x="1320" y="233"/>
                      <a:pt x="1323" y="226"/>
                    </a:cubicBezTo>
                    <a:cubicBezTo>
                      <a:pt x="1329" y="213"/>
                      <a:pt x="1334" y="199"/>
                      <a:pt x="1340" y="185"/>
                    </a:cubicBezTo>
                    <a:cubicBezTo>
                      <a:pt x="1345" y="172"/>
                      <a:pt x="1351" y="159"/>
                      <a:pt x="1357" y="146"/>
                    </a:cubicBezTo>
                    <a:cubicBezTo>
                      <a:pt x="1363" y="133"/>
                      <a:pt x="1370" y="120"/>
                      <a:pt x="1377" y="107"/>
                    </a:cubicBezTo>
                    <a:cubicBezTo>
                      <a:pt x="1384" y="96"/>
                      <a:pt x="1390" y="84"/>
                      <a:pt x="1397" y="71"/>
                    </a:cubicBezTo>
                    <a:cubicBezTo>
                      <a:pt x="1404" y="59"/>
                      <a:pt x="1411" y="47"/>
                      <a:pt x="1419" y="35"/>
                    </a:cubicBezTo>
                    <a:cubicBezTo>
                      <a:pt x="1422" y="30"/>
                      <a:pt x="1426" y="25"/>
                      <a:pt x="1430" y="21"/>
                    </a:cubicBezTo>
                    <a:cubicBezTo>
                      <a:pt x="1434" y="16"/>
                      <a:pt x="1438" y="11"/>
                      <a:pt x="1443" y="7"/>
                    </a:cubicBezTo>
                    <a:cubicBezTo>
                      <a:pt x="1445" y="5"/>
                      <a:pt x="1448" y="3"/>
                      <a:pt x="1451" y="1"/>
                    </a:cubicBezTo>
                    <a:cubicBezTo>
                      <a:pt x="1453" y="1"/>
                      <a:pt x="1454" y="1"/>
                      <a:pt x="1456" y="1"/>
                    </a:cubicBezTo>
                    <a:cubicBezTo>
                      <a:pt x="1458" y="0"/>
                      <a:pt x="1460" y="0"/>
                      <a:pt x="1462" y="1"/>
                    </a:cubicBezTo>
                    <a:cubicBezTo>
                      <a:pt x="1468" y="1"/>
                      <a:pt x="1473" y="4"/>
                      <a:pt x="1478" y="6"/>
                    </a:cubicBezTo>
                    <a:cubicBezTo>
                      <a:pt x="1483" y="8"/>
                      <a:pt x="1488" y="11"/>
                      <a:pt x="1492" y="15"/>
                    </a:cubicBezTo>
                    <a:cubicBezTo>
                      <a:pt x="1503" y="23"/>
                      <a:pt x="1513" y="32"/>
                      <a:pt x="1523" y="42"/>
                    </a:cubicBezTo>
                    <a:cubicBezTo>
                      <a:pt x="1527" y="47"/>
                      <a:pt x="1532" y="52"/>
                      <a:pt x="1536" y="57"/>
                    </a:cubicBezTo>
                    <a:cubicBezTo>
                      <a:pt x="1541" y="64"/>
                      <a:pt x="1545" y="70"/>
                      <a:pt x="1549" y="77"/>
                    </a:cubicBezTo>
                    <a:cubicBezTo>
                      <a:pt x="1557" y="88"/>
                      <a:pt x="1563" y="99"/>
                      <a:pt x="1569" y="111"/>
                    </a:cubicBezTo>
                    <a:cubicBezTo>
                      <a:pt x="1574" y="123"/>
                      <a:pt x="1580" y="135"/>
                      <a:pt x="1584" y="148"/>
                    </a:cubicBezTo>
                    <a:cubicBezTo>
                      <a:pt x="1595" y="174"/>
                      <a:pt x="1604" y="201"/>
                      <a:pt x="1615" y="226"/>
                    </a:cubicBezTo>
                    <a:lnTo>
                      <a:pt x="1615" y="225"/>
                    </a:lnTo>
                    <a:cubicBezTo>
                      <a:pt x="1627" y="252"/>
                      <a:pt x="1639" y="279"/>
                      <a:pt x="1648" y="308"/>
                    </a:cubicBezTo>
                    <a:cubicBezTo>
                      <a:pt x="1650" y="314"/>
                      <a:pt x="1652" y="321"/>
                      <a:pt x="1654" y="328"/>
                    </a:cubicBezTo>
                    <a:cubicBezTo>
                      <a:pt x="1656" y="335"/>
                      <a:pt x="1658" y="342"/>
                      <a:pt x="1659" y="350"/>
                    </a:cubicBezTo>
                    <a:cubicBezTo>
                      <a:pt x="1662" y="364"/>
                      <a:pt x="1665" y="378"/>
                      <a:pt x="1667" y="392"/>
                    </a:cubicBezTo>
                    <a:cubicBezTo>
                      <a:pt x="1669" y="406"/>
                      <a:pt x="1671" y="421"/>
                      <a:pt x="1674" y="435"/>
                    </a:cubicBezTo>
                    <a:cubicBezTo>
                      <a:pt x="1677" y="450"/>
                      <a:pt x="1681" y="465"/>
                      <a:pt x="1685" y="479"/>
                    </a:cubicBezTo>
                    <a:cubicBezTo>
                      <a:pt x="1692" y="508"/>
                      <a:pt x="1701" y="537"/>
                      <a:pt x="1708" y="566"/>
                    </a:cubicBezTo>
                    <a:cubicBezTo>
                      <a:pt x="1712" y="580"/>
                      <a:pt x="1715" y="596"/>
                      <a:pt x="1719" y="610"/>
                    </a:cubicBezTo>
                    <a:cubicBezTo>
                      <a:pt x="1722" y="625"/>
                      <a:pt x="1725" y="639"/>
                      <a:pt x="1728" y="654"/>
                    </a:cubicBezTo>
                    <a:cubicBezTo>
                      <a:pt x="1734" y="683"/>
                      <a:pt x="1742" y="712"/>
                      <a:pt x="1749" y="740"/>
                    </a:cubicBezTo>
                    <a:cubicBezTo>
                      <a:pt x="1757" y="769"/>
                      <a:pt x="1764" y="798"/>
                      <a:pt x="1770" y="828"/>
                    </a:cubicBezTo>
                    <a:cubicBezTo>
                      <a:pt x="1775" y="857"/>
                      <a:pt x="1779" y="887"/>
                      <a:pt x="1783" y="917"/>
                    </a:cubicBezTo>
                    <a:cubicBezTo>
                      <a:pt x="1788" y="952"/>
                      <a:pt x="1793" y="987"/>
                      <a:pt x="1798" y="1022"/>
                    </a:cubicBezTo>
                    <a:cubicBezTo>
                      <a:pt x="1798" y="1021"/>
                      <a:pt x="1798" y="1020"/>
                      <a:pt x="1798" y="1020"/>
                    </a:cubicBezTo>
                    <a:cubicBezTo>
                      <a:pt x="1799" y="1031"/>
                      <a:pt x="1801" y="1042"/>
                      <a:pt x="1803" y="1053"/>
                    </a:cubicBezTo>
                    <a:cubicBezTo>
                      <a:pt x="1805" y="1064"/>
                      <a:pt x="1808" y="1075"/>
                      <a:pt x="1809" y="1086"/>
                    </a:cubicBezTo>
                    <a:cubicBezTo>
                      <a:pt x="1812" y="1108"/>
                      <a:pt x="1815" y="1130"/>
                      <a:pt x="1819" y="1151"/>
                    </a:cubicBezTo>
                    <a:lnTo>
                      <a:pt x="1819" y="1152"/>
                    </a:lnTo>
                    <a:lnTo>
                      <a:pt x="1819" y="1153"/>
                    </a:lnTo>
                    <a:lnTo>
                      <a:pt x="1819" y="1152"/>
                    </a:lnTo>
                    <a:cubicBezTo>
                      <a:pt x="1820" y="1161"/>
                      <a:pt x="1822" y="1169"/>
                      <a:pt x="1823" y="1178"/>
                    </a:cubicBezTo>
                    <a:cubicBezTo>
                      <a:pt x="1825" y="1186"/>
                      <a:pt x="1827" y="1196"/>
                      <a:pt x="1829" y="1204"/>
                    </a:cubicBezTo>
                    <a:cubicBezTo>
                      <a:pt x="1839" y="1236"/>
                      <a:pt x="1851" y="1269"/>
                      <a:pt x="1862" y="1300"/>
                    </a:cubicBezTo>
                    <a:cubicBezTo>
                      <a:pt x="1868" y="1316"/>
                      <a:pt x="1873" y="1332"/>
                      <a:pt x="1879" y="1348"/>
                    </a:cubicBezTo>
                    <a:cubicBezTo>
                      <a:pt x="1884" y="1365"/>
                      <a:pt x="1889" y="1382"/>
                      <a:pt x="1893" y="1398"/>
                    </a:cubicBezTo>
                    <a:cubicBezTo>
                      <a:pt x="1898" y="1413"/>
                      <a:pt x="1903" y="1428"/>
                      <a:pt x="1908" y="1442"/>
                    </a:cubicBezTo>
                    <a:cubicBezTo>
                      <a:pt x="1914" y="1456"/>
                      <a:pt x="1919" y="1470"/>
                      <a:pt x="1925" y="1483"/>
                    </a:cubicBezTo>
                    <a:lnTo>
                      <a:pt x="1925" y="1482"/>
                    </a:lnTo>
                    <a:cubicBezTo>
                      <a:pt x="1932" y="1499"/>
                      <a:pt x="1940" y="1515"/>
                      <a:pt x="1948" y="1531"/>
                    </a:cubicBezTo>
                    <a:cubicBezTo>
                      <a:pt x="1956" y="1546"/>
                      <a:pt x="1965" y="1562"/>
                      <a:pt x="1974" y="1577"/>
                    </a:cubicBezTo>
                    <a:cubicBezTo>
                      <a:pt x="1979" y="1585"/>
                      <a:pt x="1985" y="1593"/>
                      <a:pt x="1992" y="1601"/>
                    </a:cubicBezTo>
                    <a:cubicBezTo>
                      <a:pt x="1991" y="1601"/>
                      <a:pt x="1991" y="1601"/>
                      <a:pt x="1990" y="1600"/>
                    </a:cubicBezTo>
                    <a:cubicBezTo>
                      <a:pt x="1994" y="1604"/>
                      <a:pt x="1997" y="1608"/>
                      <a:pt x="2000" y="1612"/>
                    </a:cubicBezTo>
                    <a:cubicBezTo>
                      <a:pt x="2001" y="1612"/>
                      <a:pt x="2001" y="1612"/>
                      <a:pt x="2002" y="1612"/>
                    </a:cubicBezTo>
                    <a:lnTo>
                      <a:pt x="2002" y="1613"/>
                    </a:lnTo>
                    <a:cubicBezTo>
                      <a:pt x="2002" y="1613"/>
                      <a:pt x="2002" y="1612"/>
                      <a:pt x="2003" y="1612"/>
                    </a:cubicBezTo>
                    <a:lnTo>
                      <a:pt x="2004" y="1612"/>
                    </a:lnTo>
                    <a:cubicBezTo>
                      <a:pt x="2006" y="1611"/>
                      <a:pt x="2007" y="1610"/>
                      <a:pt x="2009" y="1609"/>
                    </a:cubicBezTo>
                    <a:cubicBezTo>
                      <a:pt x="2012" y="1606"/>
                      <a:pt x="2016" y="1602"/>
                      <a:pt x="2019" y="1599"/>
                    </a:cubicBezTo>
                    <a:cubicBezTo>
                      <a:pt x="2024" y="1595"/>
                      <a:pt x="2028" y="1590"/>
                      <a:pt x="2033" y="1585"/>
                    </a:cubicBezTo>
                    <a:cubicBezTo>
                      <a:pt x="2041" y="1579"/>
                      <a:pt x="2048" y="1572"/>
                      <a:pt x="2055" y="1565"/>
                    </a:cubicBezTo>
                    <a:cubicBezTo>
                      <a:pt x="2058" y="1562"/>
                      <a:pt x="2062" y="1558"/>
                      <a:pt x="2065" y="1553"/>
                    </a:cubicBezTo>
                    <a:cubicBezTo>
                      <a:pt x="2069" y="1548"/>
                      <a:pt x="2074" y="1544"/>
                      <a:pt x="2078" y="1539"/>
                    </a:cubicBezTo>
                    <a:cubicBezTo>
                      <a:pt x="2088" y="1528"/>
                      <a:pt x="2098" y="1518"/>
                      <a:pt x="2106" y="1507"/>
                    </a:cubicBezTo>
                    <a:cubicBezTo>
                      <a:pt x="2112" y="1499"/>
                      <a:pt x="2118" y="1491"/>
                      <a:pt x="2122" y="1483"/>
                    </a:cubicBezTo>
                    <a:cubicBezTo>
                      <a:pt x="2125" y="1478"/>
                      <a:pt x="2127" y="1473"/>
                      <a:pt x="2130" y="1468"/>
                    </a:cubicBezTo>
                    <a:cubicBezTo>
                      <a:pt x="2132" y="1462"/>
                      <a:pt x="2135" y="1456"/>
                      <a:pt x="2137" y="1450"/>
                    </a:cubicBezTo>
                    <a:cubicBezTo>
                      <a:pt x="2138" y="1446"/>
                      <a:pt x="2140" y="1442"/>
                      <a:pt x="2141" y="1438"/>
                    </a:cubicBezTo>
                    <a:cubicBezTo>
                      <a:pt x="2143" y="1433"/>
                      <a:pt x="2144" y="1428"/>
                      <a:pt x="2145" y="1424"/>
                    </a:cubicBezTo>
                    <a:cubicBezTo>
                      <a:pt x="2145" y="1424"/>
                      <a:pt x="2145" y="1423"/>
                      <a:pt x="2145" y="1422"/>
                    </a:cubicBezTo>
                    <a:cubicBezTo>
                      <a:pt x="2154" y="1382"/>
                      <a:pt x="2165" y="1342"/>
                      <a:pt x="2175" y="1302"/>
                    </a:cubicBezTo>
                    <a:cubicBezTo>
                      <a:pt x="2180" y="1282"/>
                      <a:pt x="2185" y="1263"/>
                      <a:pt x="2190" y="1243"/>
                    </a:cubicBezTo>
                    <a:cubicBezTo>
                      <a:pt x="2194" y="1233"/>
                      <a:pt x="2197" y="1222"/>
                      <a:pt x="2200" y="1211"/>
                    </a:cubicBezTo>
                    <a:cubicBezTo>
                      <a:pt x="2203" y="1200"/>
                      <a:pt x="2205" y="1190"/>
                      <a:pt x="2208" y="1179"/>
                    </a:cubicBezTo>
                    <a:cubicBezTo>
                      <a:pt x="2215" y="1149"/>
                      <a:pt x="2222" y="1119"/>
                      <a:pt x="2228" y="1089"/>
                    </a:cubicBezTo>
                    <a:cubicBezTo>
                      <a:pt x="2232" y="1073"/>
                      <a:pt x="2235" y="1056"/>
                      <a:pt x="2239" y="1040"/>
                    </a:cubicBezTo>
                    <a:cubicBezTo>
                      <a:pt x="2242" y="1026"/>
                      <a:pt x="2244" y="1012"/>
                      <a:pt x="2247" y="997"/>
                    </a:cubicBezTo>
                    <a:cubicBezTo>
                      <a:pt x="2250" y="983"/>
                      <a:pt x="2253" y="969"/>
                      <a:pt x="2256" y="954"/>
                    </a:cubicBezTo>
                    <a:cubicBezTo>
                      <a:pt x="2258" y="939"/>
                      <a:pt x="2260" y="924"/>
                      <a:pt x="2263" y="909"/>
                    </a:cubicBezTo>
                    <a:cubicBezTo>
                      <a:pt x="2267" y="878"/>
                      <a:pt x="2274" y="848"/>
                      <a:pt x="2281" y="819"/>
                    </a:cubicBezTo>
                    <a:cubicBezTo>
                      <a:pt x="2282" y="814"/>
                      <a:pt x="2284" y="809"/>
                      <a:pt x="2285" y="805"/>
                    </a:cubicBezTo>
                    <a:lnTo>
                      <a:pt x="2285" y="804"/>
                    </a:lnTo>
                    <a:cubicBezTo>
                      <a:pt x="2292" y="776"/>
                      <a:pt x="2298" y="748"/>
                      <a:pt x="2304" y="720"/>
                    </a:cubicBezTo>
                    <a:cubicBezTo>
                      <a:pt x="2308" y="705"/>
                      <a:pt x="2311" y="691"/>
                      <a:pt x="2316" y="676"/>
                    </a:cubicBezTo>
                    <a:cubicBezTo>
                      <a:pt x="2319" y="661"/>
                      <a:pt x="2323" y="647"/>
                      <a:pt x="2326" y="632"/>
                    </a:cubicBezTo>
                    <a:cubicBezTo>
                      <a:pt x="2332" y="604"/>
                      <a:pt x="2338" y="575"/>
                      <a:pt x="2345" y="547"/>
                    </a:cubicBezTo>
                    <a:cubicBezTo>
                      <a:pt x="2348" y="532"/>
                      <a:pt x="2352" y="517"/>
                      <a:pt x="2356" y="502"/>
                    </a:cubicBezTo>
                    <a:cubicBezTo>
                      <a:pt x="2360" y="488"/>
                      <a:pt x="2365" y="474"/>
                      <a:pt x="2369" y="459"/>
                    </a:cubicBezTo>
                    <a:cubicBezTo>
                      <a:pt x="2373" y="444"/>
                      <a:pt x="2378" y="429"/>
                      <a:pt x="2383" y="413"/>
                    </a:cubicBezTo>
                    <a:cubicBezTo>
                      <a:pt x="2387" y="400"/>
                      <a:pt x="2391" y="387"/>
                      <a:pt x="2395" y="374"/>
                    </a:cubicBezTo>
                    <a:cubicBezTo>
                      <a:pt x="2399" y="360"/>
                      <a:pt x="2403" y="346"/>
                      <a:pt x="2407" y="332"/>
                    </a:cubicBezTo>
                    <a:cubicBezTo>
                      <a:pt x="2412" y="318"/>
                      <a:pt x="2417" y="303"/>
                      <a:pt x="2422" y="289"/>
                    </a:cubicBezTo>
                    <a:cubicBezTo>
                      <a:pt x="2427" y="273"/>
                      <a:pt x="2434" y="257"/>
                      <a:pt x="2440" y="240"/>
                    </a:cubicBezTo>
                    <a:cubicBezTo>
                      <a:pt x="2446" y="227"/>
                      <a:pt x="2450" y="214"/>
                      <a:pt x="2455" y="201"/>
                    </a:cubicBezTo>
                    <a:cubicBezTo>
                      <a:pt x="2460" y="188"/>
                      <a:pt x="2466" y="176"/>
                      <a:pt x="2472" y="163"/>
                    </a:cubicBezTo>
                    <a:cubicBezTo>
                      <a:pt x="2479" y="150"/>
                      <a:pt x="2485" y="137"/>
                      <a:pt x="2493" y="124"/>
                    </a:cubicBezTo>
                    <a:cubicBezTo>
                      <a:pt x="2500" y="111"/>
                      <a:pt x="2507" y="99"/>
                      <a:pt x="2514" y="86"/>
                    </a:cubicBezTo>
                    <a:cubicBezTo>
                      <a:pt x="2522" y="75"/>
                      <a:pt x="2529" y="63"/>
                      <a:pt x="2536" y="51"/>
                    </a:cubicBezTo>
                    <a:cubicBezTo>
                      <a:pt x="2539" y="46"/>
                      <a:pt x="2543" y="40"/>
                      <a:pt x="2546" y="35"/>
                    </a:cubicBezTo>
                    <a:cubicBezTo>
                      <a:pt x="2549" y="32"/>
                      <a:pt x="2552" y="28"/>
                      <a:pt x="2556" y="25"/>
                    </a:cubicBezTo>
                    <a:cubicBezTo>
                      <a:pt x="2559" y="23"/>
                      <a:pt x="2562" y="21"/>
                      <a:pt x="2566" y="18"/>
                    </a:cubicBezTo>
                    <a:cubicBezTo>
                      <a:pt x="2571" y="15"/>
                      <a:pt x="2577" y="12"/>
                      <a:pt x="2582" y="10"/>
                    </a:cubicBezTo>
                    <a:cubicBezTo>
                      <a:pt x="2585" y="10"/>
                      <a:pt x="2588" y="9"/>
                      <a:pt x="2591" y="8"/>
                    </a:cubicBezTo>
                    <a:cubicBezTo>
                      <a:pt x="2595" y="8"/>
                      <a:pt x="2597" y="8"/>
                      <a:pt x="2600" y="8"/>
                    </a:cubicBezTo>
                    <a:cubicBezTo>
                      <a:pt x="2603" y="8"/>
                      <a:pt x="2607" y="8"/>
                      <a:pt x="2610" y="9"/>
                    </a:cubicBezTo>
                    <a:cubicBezTo>
                      <a:pt x="2613" y="10"/>
                      <a:pt x="2615" y="10"/>
                      <a:pt x="2617" y="11"/>
                    </a:cubicBezTo>
                    <a:cubicBezTo>
                      <a:pt x="2624" y="12"/>
                      <a:pt x="2630" y="15"/>
                      <a:pt x="2637" y="17"/>
                    </a:cubicBezTo>
                    <a:cubicBezTo>
                      <a:pt x="2643" y="20"/>
                      <a:pt x="2649" y="23"/>
                      <a:pt x="2655" y="26"/>
                    </a:cubicBezTo>
                    <a:cubicBezTo>
                      <a:pt x="2673" y="37"/>
                      <a:pt x="2688" y="52"/>
                      <a:pt x="2701" y="69"/>
                    </a:cubicBezTo>
                    <a:cubicBezTo>
                      <a:pt x="2707" y="78"/>
                      <a:pt x="2713" y="88"/>
                      <a:pt x="2717" y="99"/>
                    </a:cubicBezTo>
                    <a:cubicBezTo>
                      <a:pt x="2721" y="108"/>
                      <a:pt x="2724" y="117"/>
                      <a:pt x="2726" y="127"/>
                    </a:cubicBezTo>
                    <a:cubicBezTo>
                      <a:pt x="2739" y="170"/>
                      <a:pt x="2749" y="213"/>
                      <a:pt x="2761" y="256"/>
                    </a:cubicBezTo>
                    <a:cubicBezTo>
                      <a:pt x="2765" y="269"/>
                      <a:pt x="2769" y="283"/>
                      <a:pt x="2774" y="296"/>
                    </a:cubicBezTo>
                    <a:cubicBezTo>
                      <a:pt x="2778" y="310"/>
                      <a:pt x="2783" y="324"/>
                      <a:pt x="2787" y="338"/>
                    </a:cubicBezTo>
                    <a:cubicBezTo>
                      <a:pt x="2795" y="364"/>
                      <a:pt x="2802" y="392"/>
                      <a:pt x="2809" y="419"/>
                    </a:cubicBezTo>
                    <a:cubicBezTo>
                      <a:pt x="2813" y="433"/>
                      <a:pt x="2817" y="448"/>
                      <a:pt x="2820" y="462"/>
                    </a:cubicBezTo>
                    <a:cubicBezTo>
                      <a:pt x="2824" y="476"/>
                      <a:pt x="2827" y="490"/>
                      <a:pt x="2828" y="504"/>
                    </a:cubicBezTo>
                    <a:cubicBezTo>
                      <a:pt x="2832" y="532"/>
                      <a:pt x="2835" y="559"/>
                      <a:pt x="2839" y="587"/>
                    </a:cubicBezTo>
                    <a:cubicBezTo>
                      <a:pt x="2842" y="601"/>
                      <a:pt x="2844" y="615"/>
                      <a:pt x="2848" y="629"/>
                    </a:cubicBezTo>
                    <a:cubicBezTo>
                      <a:pt x="2852" y="643"/>
                      <a:pt x="2856" y="657"/>
                      <a:pt x="2860" y="671"/>
                    </a:cubicBezTo>
                    <a:cubicBezTo>
                      <a:pt x="2864" y="685"/>
                      <a:pt x="2867" y="699"/>
                      <a:pt x="2871" y="714"/>
                    </a:cubicBezTo>
                    <a:cubicBezTo>
                      <a:pt x="2875" y="727"/>
                      <a:pt x="2878" y="741"/>
                      <a:pt x="2883" y="754"/>
                    </a:cubicBezTo>
                    <a:cubicBezTo>
                      <a:pt x="2887" y="769"/>
                      <a:pt x="2890" y="783"/>
                      <a:pt x="2894" y="798"/>
                    </a:cubicBezTo>
                    <a:cubicBezTo>
                      <a:pt x="2896" y="812"/>
                      <a:pt x="2899" y="827"/>
                      <a:pt x="2902" y="841"/>
                    </a:cubicBezTo>
                    <a:cubicBezTo>
                      <a:pt x="2909" y="871"/>
                      <a:pt x="2917" y="902"/>
                      <a:pt x="2924" y="932"/>
                    </a:cubicBezTo>
                    <a:cubicBezTo>
                      <a:pt x="2927" y="945"/>
                      <a:pt x="2930" y="959"/>
                      <a:pt x="2933" y="972"/>
                    </a:cubicBezTo>
                    <a:cubicBezTo>
                      <a:pt x="2936" y="986"/>
                      <a:pt x="2938" y="1000"/>
                      <a:pt x="2940" y="1015"/>
                    </a:cubicBezTo>
                    <a:cubicBezTo>
                      <a:pt x="2944" y="1043"/>
                      <a:pt x="2948" y="1070"/>
                      <a:pt x="2951" y="1098"/>
                    </a:cubicBezTo>
                    <a:cubicBezTo>
                      <a:pt x="2952" y="1104"/>
                      <a:pt x="2947" y="1109"/>
                      <a:pt x="2942" y="1110"/>
                    </a:cubicBezTo>
                    <a:cubicBezTo>
                      <a:pt x="2936" y="1110"/>
                      <a:pt x="2931" y="1105"/>
                      <a:pt x="2931" y="1100"/>
                    </a:cubicBezTo>
                    <a:cubicBezTo>
                      <a:pt x="2929" y="1084"/>
                      <a:pt x="2927" y="1068"/>
                      <a:pt x="2925" y="1052"/>
                    </a:cubicBezTo>
                    <a:cubicBezTo>
                      <a:pt x="2923" y="1037"/>
                      <a:pt x="2920" y="1021"/>
                      <a:pt x="2918" y="1005"/>
                    </a:cubicBezTo>
                    <a:cubicBezTo>
                      <a:pt x="2916" y="991"/>
                      <a:pt x="2914" y="977"/>
                      <a:pt x="2911" y="963"/>
                    </a:cubicBezTo>
                    <a:cubicBezTo>
                      <a:pt x="2908" y="949"/>
                      <a:pt x="2905" y="935"/>
                      <a:pt x="2901" y="921"/>
                    </a:cubicBezTo>
                    <a:cubicBezTo>
                      <a:pt x="2894" y="890"/>
                      <a:pt x="2886" y="861"/>
                      <a:pt x="2880" y="830"/>
                    </a:cubicBezTo>
                    <a:cubicBezTo>
                      <a:pt x="2877" y="816"/>
                      <a:pt x="2874" y="801"/>
                      <a:pt x="2870" y="787"/>
                    </a:cubicBezTo>
                    <a:cubicBezTo>
                      <a:pt x="2867" y="772"/>
                      <a:pt x="2863" y="758"/>
                      <a:pt x="2859" y="742"/>
                    </a:cubicBezTo>
                    <a:cubicBezTo>
                      <a:pt x="2851" y="715"/>
                      <a:pt x="2843" y="688"/>
                      <a:pt x="2836" y="660"/>
                    </a:cubicBezTo>
                    <a:cubicBezTo>
                      <a:pt x="2832" y="647"/>
                      <a:pt x="2828" y="635"/>
                      <a:pt x="2825" y="621"/>
                    </a:cubicBezTo>
                    <a:cubicBezTo>
                      <a:pt x="2822" y="608"/>
                      <a:pt x="2820" y="595"/>
                      <a:pt x="2818" y="582"/>
                    </a:cubicBezTo>
                    <a:cubicBezTo>
                      <a:pt x="2817" y="569"/>
                      <a:pt x="2815" y="555"/>
                      <a:pt x="2813" y="542"/>
                    </a:cubicBezTo>
                    <a:cubicBezTo>
                      <a:pt x="2812" y="529"/>
                      <a:pt x="2810" y="515"/>
                      <a:pt x="2808" y="501"/>
                    </a:cubicBezTo>
                    <a:lnTo>
                      <a:pt x="2808" y="502"/>
                    </a:lnTo>
                    <a:cubicBezTo>
                      <a:pt x="2808" y="501"/>
                      <a:pt x="2808" y="501"/>
                      <a:pt x="2808" y="501"/>
                    </a:cubicBezTo>
                    <a:cubicBezTo>
                      <a:pt x="2806" y="490"/>
                      <a:pt x="2804" y="478"/>
                      <a:pt x="2801" y="466"/>
                    </a:cubicBezTo>
                    <a:cubicBezTo>
                      <a:pt x="2798" y="454"/>
                      <a:pt x="2795" y="442"/>
                      <a:pt x="2792" y="430"/>
                    </a:cubicBezTo>
                    <a:cubicBezTo>
                      <a:pt x="2786" y="407"/>
                      <a:pt x="2779" y="384"/>
                      <a:pt x="2773" y="360"/>
                    </a:cubicBezTo>
                    <a:cubicBezTo>
                      <a:pt x="2767" y="340"/>
                      <a:pt x="2760" y="320"/>
                      <a:pt x="2754" y="300"/>
                    </a:cubicBezTo>
                    <a:cubicBezTo>
                      <a:pt x="2748" y="282"/>
                      <a:pt x="2742" y="262"/>
                      <a:pt x="2737" y="243"/>
                    </a:cubicBezTo>
                    <a:cubicBezTo>
                      <a:pt x="2726" y="205"/>
                      <a:pt x="2717" y="167"/>
                      <a:pt x="2706" y="129"/>
                    </a:cubicBezTo>
                    <a:cubicBezTo>
                      <a:pt x="2706" y="128"/>
                      <a:pt x="2706" y="128"/>
                      <a:pt x="2706" y="128"/>
                    </a:cubicBezTo>
                    <a:cubicBezTo>
                      <a:pt x="2704" y="120"/>
                      <a:pt x="2701" y="113"/>
                      <a:pt x="2698" y="104"/>
                    </a:cubicBezTo>
                    <a:cubicBezTo>
                      <a:pt x="2695" y="100"/>
                      <a:pt x="2693" y="95"/>
                      <a:pt x="2691" y="91"/>
                    </a:cubicBezTo>
                    <a:cubicBezTo>
                      <a:pt x="2687" y="86"/>
                      <a:pt x="2684" y="81"/>
                      <a:pt x="2680" y="76"/>
                    </a:cubicBezTo>
                    <a:cubicBezTo>
                      <a:pt x="2675" y="70"/>
                      <a:pt x="2670" y="64"/>
                      <a:pt x="2664" y="58"/>
                    </a:cubicBezTo>
                    <a:cubicBezTo>
                      <a:pt x="2661" y="55"/>
                      <a:pt x="2658" y="52"/>
                      <a:pt x="2654" y="49"/>
                    </a:cubicBezTo>
                    <a:cubicBezTo>
                      <a:pt x="2652" y="48"/>
                      <a:pt x="2651" y="47"/>
                      <a:pt x="2649" y="46"/>
                    </a:cubicBezTo>
                    <a:cubicBezTo>
                      <a:pt x="2648" y="44"/>
                      <a:pt x="2646" y="44"/>
                      <a:pt x="2644" y="43"/>
                    </a:cubicBezTo>
                    <a:cubicBezTo>
                      <a:pt x="2639" y="40"/>
                      <a:pt x="2633" y="37"/>
                      <a:pt x="2627" y="35"/>
                    </a:cubicBezTo>
                    <a:cubicBezTo>
                      <a:pt x="2624" y="34"/>
                      <a:pt x="2621" y="33"/>
                      <a:pt x="2618" y="32"/>
                    </a:cubicBezTo>
                    <a:cubicBezTo>
                      <a:pt x="2615" y="31"/>
                      <a:pt x="2612" y="30"/>
                      <a:pt x="2609" y="29"/>
                    </a:cubicBezTo>
                    <a:cubicBezTo>
                      <a:pt x="2607" y="29"/>
                      <a:pt x="2606" y="29"/>
                      <a:pt x="2603" y="28"/>
                    </a:cubicBezTo>
                    <a:cubicBezTo>
                      <a:pt x="2604" y="28"/>
                      <a:pt x="2605" y="28"/>
                      <a:pt x="2605" y="29"/>
                    </a:cubicBezTo>
                    <a:cubicBezTo>
                      <a:pt x="2602" y="28"/>
                      <a:pt x="2599" y="28"/>
                      <a:pt x="2595" y="28"/>
                    </a:cubicBezTo>
                    <a:cubicBezTo>
                      <a:pt x="2596" y="28"/>
                      <a:pt x="2596" y="28"/>
                      <a:pt x="2597" y="28"/>
                    </a:cubicBezTo>
                    <a:cubicBezTo>
                      <a:pt x="2595" y="28"/>
                      <a:pt x="2594" y="28"/>
                      <a:pt x="2593" y="29"/>
                    </a:cubicBezTo>
                    <a:cubicBezTo>
                      <a:pt x="2594" y="29"/>
                      <a:pt x="2594" y="28"/>
                      <a:pt x="2594" y="28"/>
                    </a:cubicBezTo>
                    <a:cubicBezTo>
                      <a:pt x="2592" y="29"/>
                      <a:pt x="2590" y="29"/>
                      <a:pt x="2588" y="30"/>
                    </a:cubicBezTo>
                    <a:cubicBezTo>
                      <a:pt x="2586" y="30"/>
                      <a:pt x="2584" y="31"/>
                      <a:pt x="2582" y="32"/>
                    </a:cubicBezTo>
                    <a:cubicBezTo>
                      <a:pt x="2581" y="32"/>
                      <a:pt x="2579" y="33"/>
                      <a:pt x="2578" y="34"/>
                    </a:cubicBezTo>
                    <a:cubicBezTo>
                      <a:pt x="2575" y="36"/>
                      <a:pt x="2573" y="37"/>
                      <a:pt x="2570" y="39"/>
                    </a:cubicBezTo>
                    <a:cubicBezTo>
                      <a:pt x="2569" y="40"/>
                      <a:pt x="2567" y="42"/>
                      <a:pt x="2566" y="43"/>
                    </a:cubicBezTo>
                    <a:cubicBezTo>
                      <a:pt x="2565" y="44"/>
                      <a:pt x="2564" y="46"/>
                      <a:pt x="2563" y="47"/>
                    </a:cubicBezTo>
                    <a:cubicBezTo>
                      <a:pt x="2557" y="54"/>
                      <a:pt x="2553" y="62"/>
                      <a:pt x="2549" y="69"/>
                    </a:cubicBezTo>
                    <a:cubicBezTo>
                      <a:pt x="2544" y="76"/>
                      <a:pt x="2539" y="84"/>
                      <a:pt x="2535" y="91"/>
                    </a:cubicBezTo>
                    <a:cubicBezTo>
                      <a:pt x="2525" y="107"/>
                      <a:pt x="2515" y="123"/>
                      <a:pt x="2507" y="139"/>
                    </a:cubicBezTo>
                    <a:cubicBezTo>
                      <a:pt x="2500" y="151"/>
                      <a:pt x="2494" y="163"/>
                      <a:pt x="2488" y="175"/>
                    </a:cubicBezTo>
                    <a:cubicBezTo>
                      <a:pt x="2482" y="187"/>
                      <a:pt x="2476" y="200"/>
                      <a:pt x="2471" y="213"/>
                    </a:cubicBezTo>
                    <a:cubicBezTo>
                      <a:pt x="2468" y="223"/>
                      <a:pt x="2464" y="232"/>
                      <a:pt x="2461" y="241"/>
                    </a:cubicBezTo>
                    <a:cubicBezTo>
                      <a:pt x="2457" y="251"/>
                      <a:pt x="2453" y="261"/>
                      <a:pt x="2450" y="271"/>
                    </a:cubicBezTo>
                    <a:cubicBezTo>
                      <a:pt x="2446" y="281"/>
                      <a:pt x="2441" y="292"/>
                      <a:pt x="2438" y="302"/>
                    </a:cubicBezTo>
                    <a:cubicBezTo>
                      <a:pt x="2434" y="313"/>
                      <a:pt x="2430" y="324"/>
                      <a:pt x="2427" y="336"/>
                    </a:cubicBezTo>
                    <a:cubicBezTo>
                      <a:pt x="2420" y="357"/>
                      <a:pt x="2415" y="378"/>
                      <a:pt x="2408" y="399"/>
                    </a:cubicBezTo>
                    <a:cubicBezTo>
                      <a:pt x="2401" y="423"/>
                      <a:pt x="2394" y="445"/>
                      <a:pt x="2387" y="468"/>
                    </a:cubicBezTo>
                    <a:cubicBezTo>
                      <a:pt x="2380" y="490"/>
                      <a:pt x="2374" y="513"/>
                      <a:pt x="2368" y="535"/>
                    </a:cubicBezTo>
                    <a:lnTo>
                      <a:pt x="2368" y="534"/>
                    </a:lnTo>
                    <a:cubicBezTo>
                      <a:pt x="2368" y="535"/>
                      <a:pt x="2368" y="535"/>
                      <a:pt x="2368" y="535"/>
                    </a:cubicBezTo>
                    <a:cubicBezTo>
                      <a:pt x="2368" y="536"/>
                      <a:pt x="2368" y="536"/>
                      <a:pt x="2368" y="536"/>
                    </a:cubicBezTo>
                    <a:cubicBezTo>
                      <a:pt x="2360" y="568"/>
                      <a:pt x="2354" y="601"/>
                      <a:pt x="2346" y="633"/>
                    </a:cubicBezTo>
                    <a:cubicBezTo>
                      <a:pt x="2339" y="666"/>
                      <a:pt x="2330" y="698"/>
                      <a:pt x="2322" y="731"/>
                    </a:cubicBezTo>
                    <a:cubicBezTo>
                      <a:pt x="2318" y="749"/>
                      <a:pt x="2313" y="768"/>
                      <a:pt x="2309" y="787"/>
                    </a:cubicBezTo>
                    <a:cubicBezTo>
                      <a:pt x="2304" y="807"/>
                      <a:pt x="2299" y="828"/>
                      <a:pt x="2295" y="847"/>
                    </a:cubicBezTo>
                    <a:cubicBezTo>
                      <a:pt x="2291" y="862"/>
                      <a:pt x="2288" y="876"/>
                      <a:pt x="2285" y="890"/>
                    </a:cubicBezTo>
                    <a:cubicBezTo>
                      <a:pt x="2283" y="906"/>
                      <a:pt x="2281" y="921"/>
                      <a:pt x="2278" y="936"/>
                    </a:cubicBezTo>
                    <a:cubicBezTo>
                      <a:pt x="2276" y="952"/>
                      <a:pt x="2274" y="967"/>
                      <a:pt x="2271" y="983"/>
                    </a:cubicBezTo>
                    <a:cubicBezTo>
                      <a:pt x="2268" y="998"/>
                      <a:pt x="2265" y="1012"/>
                      <a:pt x="2261" y="1027"/>
                    </a:cubicBezTo>
                    <a:cubicBezTo>
                      <a:pt x="2255" y="1057"/>
                      <a:pt x="2249" y="1088"/>
                      <a:pt x="2242" y="1118"/>
                    </a:cubicBezTo>
                    <a:cubicBezTo>
                      <a:pt x="2236" y="1148"/>
                      <a:pt x="2230" y="1178"/>
                      <a:pt x="2222" y="1207"/>
                    </a:cubicBezTo>
                    <a:cubicBezTo>
                      <a:pt x="2220" y="1215"/>
                      <a:pt x="2218" y="1222"/>
                      <a:pt x="2215" y="1229"/>
                    </a:cubicBezTo>
                    <a:cubicBezTo>
                      <a:pt x="2213" y="1238"/>
                      <a:pt x="2211" y="1246"/>
                      <a:pt x="2208" y="1255"/>
                    </a:cubicBezTo>
                    <a:cubicBezTo>
                      <a:pt x="2204" y="1271"/>
                      <a:pt x="2199" y="1288"/>
                      <a:pt x="2195" y="1304"/>
                    </a:cubicBezTo>
                    <a:cubicBezTo>
                      <a:pt x="2191" y="1319"/>
                      <a:pt x="2188" y="1334"/>
                      <a:pt x="2184" y="1349"/>
                    </a:cubicBezTo>
                    <a:cubicBezTo>
                      <a:pt x="2180" y="1365"/>
                      <a:pt x="2176" y="1382"/>
                      <a:pt x="2172" y="1398"/>
                    </a:cubicBezTo>
                    <a:cubicBezTo>
                      <a:pt x="2168" y="1412"/>
                      <a:pt x="2166" y="1426"/>
                      <a:pt x="2162" y="1440"/>
                    </a:cubicBezTo>
                    <a:cubicBezTo>
                      <a:pt x="2158" y="1454"/>
                      <a:pt x="2153" y="1467"/>
                      <a:pt x="2147" y="1480"/>
                    </a:cubicBezTo>
                    <a:cubicBezTo>
                      <a:pt x="2140" y="1493"/>
                      <a:pt x="2134" y="1505"/>
                      <a:pt x="2125" y="1516"/>
                    </a:cubicBezTo>
                    <a:cubicBezTo>
                      <a:pt x="2117" y="1528"/>
                      <a:pt x="2106" y="1539"/>
                      <a:pt x="2097" y="1549"/>
                    </a:cubicBezTo>
                    <a:cubicBezTo>
                      <a:pt x="2092" y="1555"/>
                      <a:pt x="2088" y="1559"/>
                      <a:pt x="2083" y="1565"/>
                    </a:cubicBezTo>
                    <a:cubicBezTo>
                      <a:pt x="2078" y="1569"/>
                      <a:pt x="2074" y="1575"/>
                      <a:pt x="2070" y="1580"/>
                    </a:cubicBezTo>
                    <a:cubicBezTo>
                      <a:pt x="2062" y="1588"/>
                      <a:pt x="2052" y="1596"/>
                      <a:pt x="2044" y="1604"/>
                    </a:cubicBezTo>
                    <a:cubicBezTo>
                      <a:pt x="2039" y="1609"/>
                      <a:pt x="2034" y="1614"/>
                      <a:pt x="2029" y="1619"/>
                    </a:cubicBezTo>
                    <a:cubicBezTo>
                      <a:pt x="2027" y="1620"/>
                      <a:pt x="2024" y="1623"/>
                      <a:pt x="2022" y="1625"/>
                    </a:cubicBezTo>
                    <a:cubicBezTo>
                      <a:pt x="2018" y="1627"/>
                      <a:pt x="2014" y="1630"/>
                      <a:pt x="2010" y="1632"/>
                    </a:cubicBezTo>
                    <a:cubicBezTo>
                      <a:pt x="2007" y="1633"/>
                      <a:pt x="2003" y="1634"/>
                      <a:pt x="2000" y="1634"/>
                    </a:cubicBezTo>
                    <a:cubicBezTo>
                      <a:pt x="1997" y="1633"/>
                      <a:pt x="1996" y="1633"/>
                      <a:pt x="1994" y="1632"/>
                    </a:cubicBezTo>
                    <a:cubicBezTo>
                      <a:pt x="1992" y="1632"/>
                      <a:pt x="1990" y="1631"/>
                      <a:pt x="1989" y="1630"/>
                    </a:cubicBezTo>
                    <a:cubicBezTo>
                      <a:pt x="1986" y="1628"/>
                      <a:pt x="1984" y="1625"/>
                      <a:pt x="1982" y="1623"/>
                    </a:cubicBezTo>
                    <a:cubicBezTo>
                      <a:pt x="1979" y="1620"/>
                      <a:pt x="1977" y="1617"/>
                      <a:pt x="1975" y="1614"/>
                    </a:cubicBezTo>
                    <a:cubicBezTo>
                      <a:pt x="1969" y="1606"/>
                      <a:pt x="1963" y="1598"/>
                      <a:pt x="1957" y="1589"/>
                    </a:cubicBezTo>
                    <a:cubicBezTo>
                      <a:pt x="1954" y="1585"/>
                      <a:pt x="1953" y="1581"/>
                      <a:pt x="1950" y="1577"/>
                    </a:cubicBezTo>
                    <a:cubicBezTo>
                      <a:pt x="1947" y="1573"/>
                      <a:pt x="1944" y="1567"/>
                      <a:pt x="1942" y="1563"/>
                    </a:cubicBezTo>
                    <a:cubicBezTo>
                      <a:pt x="1936" y="1552"/>
                      <a:pt x="1930" y="1542"/>
                      <a:pt x="1925" y="1531"/>
                    </a:cubicBezTo>
                    <a:cubicBezTo>
                      <a:pt x="1920" y="1521"/>
                      <a:pt x="1915" y="1511"/>
                      <a:pt x="1911" y="1500"/>
                    </a:cubicBezTo>
                    <a:cubicBezTo>
                      <a:pt x="1906" y="1491"/>
                      <a:pt x="1902" y="1481"/>
                      <a:pt x="1898" y="1471"/>
                    </a:cubicBezTo>
                    <a:cubicBezTo>
                      <a:pt x="1894" y="1461"/>
                      <a:pt x="1890" y="1451"/>
                      <a:pt x="1886" y="1441"/>
                    </a:cubicBezTo>
                    <a:cubicBezTo>
                      <a:pt x="1883" y="1431"/>
                      <a:pt x="1879" y="1420"/>
                      <a:pt x="1876" y="1410"/>
                    </a:cubicBezTo>
                    <a:cubicBezTo>
                      <a:pt x="1873" y="1400"/>
                      <a:pt x="1870" y="1389"/>
                      <a:pt x="1867" y="1379"/>
                    </a:cubicBezTo>
                    <a:cubicBezTo>
                      <a:pt x="1862" y="1361"/>
                      <a:pt x="1855" y="1343"/>
                      <a:pt x="1849" y="1325"/>
                    </a:cubicBezTo>
                    <a:cubicBezTo>
                      <a:pt x="1843" y="1306"/>
                      <a:pt x="1836" y="1288"/>
                      <a:pt x="1829" y="1269"/>
                    </a:cubicBezTo>
                    <a:cubicBezTo>
                      <a:pt x="1826" y="1261"/>
                      <a:pt x="1824" y="1252"/>
                      <a:pt x="1821" y="1244"/>
                    </a:cubicBezTo>
                    <a:cubicBezTo>
                      <a:pt x="1818" y="1236"/>
                      <a:pt x="1815" y="1227"/>
                      <a:pt x="1813" y="1218"/>
                    </a:cubicBezTo>
                    <a:cubicBezTo>
                      <a:pt x="1810" y="1209"/>
                      <a:pt x="1807" y="1200"/>
                      <a:pt x="1805" y="1191"/>
                    </a:cubicBezTo>
                    <a:cubicBezTo>
                      <a:pt x="1803" y="1181"/>
                      <a:pt x="1802" y="1172"/>
                      <a:pt x="1800" y="1163"/>
                    </a:cubicBezTo>
                    <a:cubicBezTo>
                      <a:pt x="1800" y="1163"/>
                      <a:pt x="1801" y="1163"/>
                      <a:pt x="1801" y="1164"/>
                    </a:cubicBezTo>
                    <a:cubicBezTo>
                      <a:pt x="1800" y="1161"/>
                      <a:pt x="1799" y="1159"/>
                      <a:pt x="1799" y="1157"/>
                    </a:cubicBezTo>
                    <a:cubicBezTo>
                      <a:pt x="1799" y="1156"/>
                      <a:pt x="1799" y="1156"/>
                      <a:pt x="1799" y="1155"/>
                    </a:cubicBezTo>
                    <a:cubicBezTo>
                      <a:pt x="1796" y="1136"/>
                      <a:pt x="1794" y="1116"/>
                      <a:pt x="1791" y="1097"/>
                    </a:cubicBezTo>
                    <a:cubicBezTo>
                      <a:pt x="1788" y="1077"/>
                      <a:pt x="1784" y="1058"/>
                      <a:pt x="1781" y="1039"/>
                    </a:cubicBezTo>
                    <a:cubicBezTo>
                      <a:pt x="1778" y="1019"/>
                      <a:pt x="1775" y="999"/>
                      <a:pt x="1773" y="980"/>
                    </a:cubicBezTo>
                    <a:cubicBezTo>
                      <a:pt x="1767" y="938"/>
                      <a:pt x="1761" y="896"/>
                      <a:pt x="1755" y="854"/>
                    </a:cubicBezTo>
                    <a:lnTo>
                      <a:pt x="1755" y="853"/>
                    </a:lnTo>
                    <a:lnTo>
                      <a:pt x="1755" y="854"/>
                    </a:lnTo>
                    <a:cubicBezTo>
                      <a:pt x="1752" y="839"/>
                      <a:pt x="1749" y="825"/>
                      <a:pt x="1746" y="810"/>
                    </a:cubicBezTo>
                    <a:cubicBezTo>
                      <a:pt x="1743" y="795"/>
                      <a:pt x="1739" y="781"/>
                      <a:pt x="1736" y="766"/>
                    </a:cubicBezTo>
                    <a:cubicBezTo>
                      <a:pt x="1729" y="737"/>
                      <a:pt x="1721" y="709"/>
                      <a:pt x="1714" y="680"/>
                    </a:cubicBezTo>
                    <a:cubicBezTo>
                      <a:pt x="1707" y="651"/>
                      <a:pt x="1702" y="622"/>
                      <a:pt x="1695" y="593"/>
                    </a:cubicBezTo>
                    <a:cubicBezTo>
                      <a:pt x="1688" y="564"/>
                      <a:pt x="1681" y="536"/>
                      <a:pt x="1672" y="508"/>
                    </a:cubicBezTo>
                    <a:cubicBezTo>
                      <a:pt x="1667" y="490"/>
                      <a:pt x="1662" y="471"/>
                      <a:pt x="1658" y="452"/>
                    </a:cubicBezTo>
                    <a:cubicBezTo>
                      <a:pt x="1654" y="434"/>
                      <a:pt x="1651" y="415"/>
                      <a:pt x="1648" y="396"/>
                    </a:cubicBezTo>
                    <a:cubicBezTo>
                      <a:pt x="1648" y="397"/>
                      <a:pt x="1648" y="397"/>
                      <a:pt x="1648" y="397"/>
                    </a:cubicBezTo>
                    <a:cubicBezTo>
                      <a:pt x="1644" y="374"/>
                      <a:pt x="1640" y="350"/>
                      <a:pt x="1634" y="328"/>
                    </a:cubicBezTo>
                    <a:cubicBezTo>
                      <a:pt x="1630" y="316"/>
                      <a:pt x="1626" y="304"/>
                      <a:pt x="1622" y="293"/>
                    </a:cubicBezTo>
                    <a:cubicBezTo>
                      <a:pt x="1617" y="281"/>
                      <a:pt x="1612" y="269"/>
                      <a:pt x="1607" y="257"/>
                    </a:cubicBezTo>
                    <a:cubicBezTo>
                      <a:pt x="1607" y="258"/>
                      <a:pt x="1608" y="258"/>
                      <a:pt x="1608" y="258"/>
                    </a:cubicBezTo>
                    <a:cubicBezTo>
                      <a:pt x="1603" y="248"/>
                      <a:pt x="1598" y="238"/>
                      <a:pt x="1594" y="227"/>
                    </a:cubicBezTo>
                    <a:cubicBezTo>
                      <a:pt x="1589" y="216"/>
                      <a:pt x="1585" y="205"/>
                      <a:pt x="1580" y="194"/>
                    </a:cubicBezTo>
                    <a:cubicBezTo>
                      <a:pt x="1572" y="173"/>
                      <a:pt x="1564" y="151"/>
                      <a:pt x="1555" y="130"/>
                    </a:cubicBezTo>
                    <a:cubicBezTo>
                      <a:pt x="1549" y="117"/>
                      <a:pt x="1543" y="105"/>
                      <a:pt x="1536" y="93"/>
                    </a:cubicBezTo>
                    <a:cubicBezTo>
                      <a:pt x="1537" y="94"/>
                      <a:pt x="1537" y="94"/>
                      <a:pt x="1537" y="95"/>
                    </a:cubicBezTo>
                    <a:cubicBezTo>
                      <a:pt x="1537" y="94"/>
                      <a:pt x="1536" y="94"/>
                      <a:pt x="1536" y="93"/>
                    </a:cubicBezTo>
                    <a:cubicBezTo>
                      <a:pt x="1534" y="89"/>
                      <a:pt x="1531" y="85"/>
                      <a:pt x="1528" y="81"/>
                    </a:cubicBezTo>
                    <a:cubicBezTo>
                      <a:pt x="1525" y="76"/>
                      <a:pt x="1521" y="71"/>
                      <a:pt x="1518" y="67"/>
                    </a:cubicBezTo>
                    <a:cubicBezTo>
                      <a:pt x="1513" y="61"/>
                      <a:pt x="1507" y="55"/>
                      <a:pt x="1502" y="49"/>
                    </a:cubicBezTo>
                    <a:cubicBezTo>
                      <a:pt x="1499" y="46"/>
                      <a:pt x="1495" y="43"/>
                      <a:pt x="1491" y="40"/>
                    </a:cubicBezTo>
                    <a:cubicBezTo>
                      <a:pt x="1488" y="36"/>
                      <a:pt x="1484" y="33"/>
                      <a:pt x="1479" y="30"/>
                    </a:cubicBezTo>
                    <a:cubicBezTo>
                      <a:pt x="1477" y="28"/>
                      <a:pt x="1474" y="26"/>
                      <a:pt x="1472" y="25"/>
                    </a:cubicBezTo>
                    <a:cubicBezTo>
                      <a:pt x="1470" y="24"/>
                      <a:pt x="1468" y="23"/>
                      <a:pt x="1466" y="22"/>
                    </a:cubicBezTo>
                    <a:cubicBezTo>
                      <a:pt x="1465" y="22"/>
                      <a:pt x="1463" y="22"/>
                      <a:pt x="1462" y="21"/>
                    </a:cubicBezTo>
                    <a:cubicBezTo>
                      <a:pt x="1461" y="21"/>
                      <a:pt x="1461" y="21"/>
                      <a:pt x="1460" y="21"/>
                    </a:cubicBezTo>
                    <a:lnTo>
                      <a:pt x="1459" y="21"/>
                    </a:lnTo>
                    <a:lnTo>
                      <a:pt x="1458" y="21"/>
                    </a:lnTo>
                    <a:cubicBezTo>
                      <a:pt x="1457" y="22"/>
                      <a:pt x="1456" y="22"/>
                      <a:pt x="1456" y="23"/>
                    </a:cubicBezTo>
                    <a:cubicBezTo>
                      <a:pt x="1456" y="22"/>
                      <a:pt x="1456" y="22"/>
                      <a:pt x="1456" y="22"/>
                    </a:cubicBezTo>
                    <a:cubicBezTo>
                      <a:pt x="1454" y="24"/>
                      <a:pt x="1453" y="25"/>
                      <a:pt x="1451" y="28"/>
                    </a:cubicBezTo>
                    <a:cubicBezTo>
                      <a:pt x="1447" y="32"/>
                      <a:pt x="1443" y="36"/>
                      <a:pt x="1439" y="41"/>
                    </a:cubicBezTo>
                    <a:cubicBezTo>
                      <a:pt x="1430" y="54"/>
                      <a:pt x="1422" y="68"/>
                      <a:pt x="1414" y="82"/>
                    </a:cubicBezTo>
                    <a:cubicBezTo>
                      <a:pt x="1406" y="97"/>
                      <a:pt x="1398" y="111"/>
                      <a:pt x="1390" y="125"/>
                    </a:cubicBezTo>
                    <a:cubicBezTo>
                      <a:pt x="1380" y="144"/>
                      <a:pt x="1371" y="163"/>
                      <a:pt x="1362" y="182"/>
                    </a:cubicBezTo>
                    <a:cubicBezTo>
                      <a:pt x="1354" y="202"/>
                      <a:pt x="1346" y="222"/>
                      <a:pt x="1338" y="241"/>
                    </a:cubicBezTo>
                    <a:cubicBezTo>
                      <a:pt x="1333" y="255"/>
                      <a:pt x="1328" y="269"/>
                      <a:pt x="1324" y="284"/>
                    </a:cubicBezTo>
                    <a:cubicBezTo>
                      <a:pt x="1322" y="292"/>
                      <a:pt x="1320" y="301"/>
                      <a:pt x="1318" y="310"/>
                    </a:cubicBezTo>
                    <a:cubicBezTo>
                      <a:pt x="1316" y="318"/>
                      <a:pt x="1313" y="326"/>
                      <a:pt x="1311" y="334"/>
                    </a:cubicBezTo>
                    <a:cubicBezTo>
                      <a:pt x="1305" y="351"/>
                      <a:pt x="1299" y="368"/>
                      <a:pt x="1292" y="384"/>
                    </a:cubicBezTo>
                    <a:cubicBezTo>
                      <a:pt x="1286" y="402"/>
                      <a:pt x="1280" y="419"/>
                      <a:pt x="1274" y="437"/>
                    </a:cubicBezTo>
                    <a:cubicBezTo>
                      <a:pt x="1269" y="456"/>
                      <a:pt x="1263" y="476"/>
                      <a:pt x="1259" y="497"/>
                    </a:cubicBezTo>
                    <a:cubicBezTo>
                      <a:pt x="1259" y="496"/>
                      <a:pt x="1259" y="496"/>
                      <a:pt x="1259" y="496"/>
                    </a:cubicBezTo>
                    <a:cubicBezTo>
                      <a:pt x="1259" y="497"/>
                      <a:pt x="1259" y="497"/>
                      <a:pt x="1259" y="497"/>
                    </a:cubicBezTo>
                    <a:cubicBezTo>
                      <a:pt x="1258" y="498"/>
                      <a:pt x="1258" y="498"/>
                      <a:pt x="1258" y="498"/>
                    </a:cubicBezTo>
                    <a:cubicBezTo>
                      <a:pt x="1258" y="500"/>
                      <a:pt x="1258" y="502"/>
                      <a:pt x="1257" y="504"/>
                    </a:cubicBezTo>
                    <a:lnTo>
                      <a:pt x="1257" y="505"/>
                    </a:lnTo>
                    <a:cubicBezTo>
                      <a:pt x="1256" y="505"/>
                      <a:pt x="1256" y="505"/>
                      <a:pt x="1256" y="506"/>
                    </a:cubicBezTo>
                    <a:cubicBezTo>
                      <a:pt x="1251" y="532"/>
                      <a:pt x="1243" y="557"/>
                      <a:pt x="1237" y="582"/>
                    </a:cubicBezTo>
                    <a:cubicBezTo>
                      <a:pt x="1237" y="583"/>
                      <a:pt x="1236" y="584"/>
                      <a:pt x="1236" y="585"/>
                    </a:cubicBezTo>
                    <a:lnTo>
                      <a:pt x="1236" y="584"/>
                    </a:lnTo>
                    <a:cubicBezTo>
                      <a:pt x="1235" y="587"/>
                      <a:pt x="1235" y="589"/>
                      <a:pt x="1234" y="592"/>
                    </a:cubicBezTo>
                    <a:lnTo>
                      <a:pt x="1235" y="591"/>
                    </a:lnTo>
                    <a:cubicBezTo>
                      <a:pt x="1227" y="622"/>
                      <a:pt x="1223" y="654"/>
                      <a:pt x="1216" y="685"/>
                    </a:cubicBezTo>
                    <a:cubicBezTo>
                      <a:pt x="1212" y="700"/>
                      <a:pt x="1208" y="716"/>
                      <a:pt x="1203" y="731"/>
                    </a:cubicBezTo>
                    <a:cubicBezTo>
                      <a:pt x="1199" y="747"/>
                      <a:pt x="1195" y="762"/>
                      <a:pt x="1191" y="778"/>
                    </a:cubicBezTo>
                    <a:lnTo>
                      <a:pt x="1191" y="777"/>
                    </a:lnTo>
                    <a:lnTo>
                      <a:pt x="1191" y="778"/>
                    </a:lnTo>
                    <a:lnTo>
                      <a:pt x="1191" y="779"/>
                    </a:lnTo>
                    <a:lnTo>
                      <a:pt x="1191" y="778"/>
                    </a:lnTo>
                    <a:cubicBezTo>
                      <a:pt x="1188" y="793"/>
                      <a:pt x="1185" y="808"/>
                      <a:pt x="1182" y="822"/>
                    </a:cubicBezTo>
                    <a:cubicBezTo>
                      <a:pt x="1179" y="836"/>
                      <a:pt x="1176" y="849"/>
                      <a:pt x="1172" y="863"/>
                    </a:cubicBezTo>
                    <a:cubicBezTo>
                      <a:pt x="1166" y="892"/>
                      <a:pt x="1160" y="920"/>
                      <a:pt x="1156" y="949"/>
                    </a:cubicBezTo>
                    <a:cubicBezTo>
                      <a:pt x="1153" y="963"/>
                      <a:pt x="1151" y="977"/>
                      <a:pt x="1148" y="991"/>
                    </a:cubicBezTo>
                    <a:cubicBezTo>
                      <a:pt x="1145" y="1005"/>
                      <a:pt x="1142" y="1019"/>
                      <a:pt x="1140" y="1033"/>
                    </a:cubicBezTo>
                    <a:cubicBezTo>
                      <a:pt x="1137" y="1046"/>
                      <a:pt x="1135" y="1060"/>
                      <a:pt x="1132" y="1073"/>
                    </a:cubicBezTo>
                    <a:cubicBezTo>
                      <a:pt x="1129" y="1088"/>
                      <a:pt x="1126" y="1102"/>
                      <a:pt x="1123" y="1117"/>
                    </a:cubicBezTo>
                    <a:cubicBezTo>
                      <a:pt x="1117" y="1143"/>
                      <a:pt x="1112" y="1170"/>
                      <a:pt x="1107" y="1196"/>
                    </a:cubicBezTo>
                    <a:cubicBezTo>
                      <a:pt x="1104" y="1210"/>
                      <a:pt x="1101" y="1223"/>
                      <a:pt x="1097" y="1236"/>
                    </a:cubicBezTo>
                    <a:cubicBezTo>
                      <a:pt x="1093" y="1250"/>
                      <a:pt x="1089" y="1263"/>
                      <a:pt x="1085" y="1276"/>
                    </a:cubicBezTo>
                    <a:cubicBezTo>
                      <a:pt x="1081" y="1290"/>
                      <a:pt x="1077" y="1304"/>
                      <a:pt x="1073" y="1319"/>
                    </a:cubicBezTo>
                    <a:cubicBezTo>
                      <a:pt x="1069" y="1333"/>
                      <a:pt x="1066" y="1347"/>
                      <a:pt x="1062" y="1361"/>
                    </a:cubicBezTo>
                    <a:cubicBezTo>
                      <a:pt x="1055" y="1388"/>
                      <a:pt x="1044" y="1414"/>
                      <a:pt x="1034" y="1440"/>
                    </a:cubicBezTo>
                    <a:cubicBezTo>
                      <a:pt x="1028" y="1455"/>
                      <a:pt x="1023" y="1470"/>
                      <a:pt x="1016" y="1485"/>
                    </a:cubicBezTo>
                    <a:cubicBezTo>
                      <a:pt x="1013" y="1492"/>
                      <a:pt x="1010" y="1500"/>
                      <a:pt x="1007" y="1507"/>
                    </a:cubicBezTo>
                    <a:cubicBezTo>
                      <a:pt x="1003" y="1515"/>
                      <a:pt x="999" y="1523"/>
                      <a:pt x="995" y="1530"/>
                    </a:cubicBezTo>
                    <a:cubicBezTo>
                      <a:pt x="987" y="1543"/>
                      <a:pt x="979" y="1556"/>
                      <a:pt x="971" y="1569"/>
                    </a:cubicBezTo>
                    <a:cubicBezTo>
                      <a:pt x="963" y="1581"/>
                      <a:pt x="954" y="1594"/>
                      <a:pt x="945" y="1606"/>
                    </a:cubicBezTo>
                    <a:cubicBezTo>
                      <a:pt x="941" y="1611"/>
                      <a:pt x="937" y="1617"/>
                      <a:pt x="933" y="1622"/>
                    </a:cubicBezTo>
                    <a:cubicBezTo>
                      <a:pt x="928" y="1627"/>
                      <a:pt x="923" y="1633"/>
                      <a:pt x="917" y="1638"/>
                    </a:cubicBezTo>
                    <a:cubicBezTo>
                      <a:pt x="907" y="1647"/>
                      <a:pt x="896" y="1654"/>
                      <a:pt x="884" y="1659"/>
                    </a:cubicBezTo>
                    <a:cubicBezTo>
                      <a:pt x="881" y="1661"/>
                      <a:pt x="876" y="1663"/>
                      <a:pt x="872" y="1663"/>
                    </a:cubicBezTo>
                    <a:cubicBezTo>
                      <a:pt x="869" y="1663"/>
                      <a:pt x="868" y="1662"/>
                      <a:pt x="866" y="16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4" name="Google Shape;2494;p27"/>
              <p:cNvSpPr/>
              <p:nvPr/>
            </p:nvSpPr>
            <p:spPr>
              <a:xfrm>
                <a:off x="3239640" y="4519800"/>
                <a:ext cx="9360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260" h="25" extrusionOk="0">
                    <a:moveTo>
                      <a:pt x="0" y="15"/>
                    </a:moveTo>
                    <a:cubicBezTo>
                      <a:pt x="0" y="12"/>
                      <a:pt x="1" y="9"/>
                      <a:pt x="3" y="7"/>
                    </a:cubicBezTo>
                    <a:cubicBezTo>
                      <a:pt x="5" y="6"/>
                      <a:pt x="8" y="5"/>
                      <a:pt x="11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11" y="5"/>
                      <a:pt x="14" y="4"/>
                      <a:pt x="17" y="4"/>
                    </a:cubicBezTo>
                    <a:cubicBezTo>
                      <a:pt x="20" y="4"/>
                      <a:pt x="23" y="4"/>
                      <a:pt x="27" y="4"/>
                    </a:cubicBezTo>
                    <a:cubicBezTo>
                      <a:pt x="34" y="3"/>
                      <a:pt x="41" y="3"/>
                      <a:pt x="49" y="3"/>
                    </a:cubicBezTo>
                    <a:cubicBezTo>
                      <a:pt x="55" y="2"/>
                      <a:pt x="61" y="2"/>
                      <a:pt x="67" y="2"/>
                    </a:cubicBezTo>
                    <a:cubicBezTo>
                      <a:pt x="71" y="2"/>
                      <a:pt x="76" y="2"/>
                      <a:pt x="80" y="1"/>
                    </a:cubicBezTo>
                    <a:cubicBezTo>
                      <a:pt x="83" y="1"/>
                      <a:pt x="86" y="1"/>
                      <a:pt x="90" y="0"/>
                    </a:cubicBezTo>
                    <a:lnTo>
                      <a:pt x="91" y="0"/>
                    </a:lnTo>
                    <a:cubicBezTo>
                      <a:pt x="99" y="0"/>
                      <a:pt x="106" y="0"/>
                      <a:pt x="115" y="0"/>
                    </a:cubicBezTo>
                    <a:cubicBezTo>
                      <a:pt x="114" y="0"/>
                      <a:pt x="114" y="0"/>
                      <a:pt x="113" y="0"/>
                    </a:cubicBezTo>
                    <a:cubicBezTo>
                      <a:pt x="114" y="0"/>
                      <a:pt x="114" y="0"/>
                      <a:pt x="115" y="0"/>
                    </a:cubicBezTo>
                    <a:lnTo>
                      <a:pt x="114" y="0"/>
                    </a:lnTo>
                    <a:cubicBezTo>
                      <a:pt x="115" y="0"/>
                      <a:pt x="115" y="0"/>
                      <a:pt x="115" y="0"/>
                    </a:cubicBezTo>
                    <a:cubicBezTo>
                      <a:pt x="119" y="0"/>
                      <a:pt x="124" y="0"/>
                      <a:pt x="128" y="0"/>
                    </a:cubicBezTo>
                    <a:cubicBezTo>
                      <a:pt x="132" y="0"/>
                      <a:pt x="136" y="0"/>
                      <a:pt x="140" y="0"/>
                    </a:cubicBezTo>
                    <a:cubicBezTo>
                      <a:pt x="146" y="0"/>
                      <a:pt x="151" y="0"/>
                      <a:pt x="157" y="0"/>
                    </a:cubicBezTo>
                    <a:cubicBezTo>
                      <a:pt x="161" y="0"/>
                      <a:pt x="165" y="0"/>
                      <a:pt x="169" y="0"/>
                    </a:cubicBezTo>
                    <a:cubicBezTo>
                      <a:pt x="188" y="2"/>
                      <a:pt x="207" y="2"/>
                      <a:pt x="226" y="3"/>
                    </a:cubicBezTo>
                    <a:cubicBezTo>
                      <a:pt x="235" y="3"/>
                      <a:pt x="243" y="4"/>
                      <a:pt x="252" y="4"/>
                    </a:cubicBezTo>
                    <a:cubicBezTo>
                      <a:pt x="256" y="4"/>
                      <a:pt x="259" y="8"/>
                      <a:pt x="259" y="13"/>
                    </a:cubicBezTo>
                    <a:cubicBezTo>
                      <a:pt x="259" y="17"/>
                      <a:pt x="255" y="20"/>
                      <a:pt x="251" y="20"/>
                    </a:cubicBezTo>
                    <a:cubicBezTo>
                      <a:pt x="229" y="19"/>
                      <a:pt x="208" y="18"/>
                      <a:pt x="187" y="18"/>
                    </a:cubicBezTo>
                    <a:cubicBezTo>
                      <a:pt x="169" y="17"/>
                      <a:pt x="150" y="16"/>
                      <a:pt x="131" y="17"/>
                    </a:cubicBezTo>
                    <a:cubicBezTo>
                      <a:pt x="126" y="17"/>
                      <a:pt x="121" y="17"/>
                      <a:pt x="116" y="17"/>
                    </a:cubicBezTo>
                    <a:cubicBezTo>
                      <a:pt x="107" y="17"/>
                      <a:pt x="99" y="18"/>
                      <a:pt x="90" y="18"/>
                    </a:cubicBezTo>
                    <a:cubicBezTo>
                      <a:pt x="81" y="18"/>
                      <a:pt x="73" y="19"/>
                      <a:pt x="64" y="20"/>
                    </a:cubicBezTo>
                    <a:cubicBezTo>
                      <a:pt x="55" y="20"/>
                      <a:pt x="46" y="21"/>
                      <a:pt x="38" y="21"/>
                    </a:cubicBezTo>
                    <a:cubicBezTo>
                      <a:pt x="30" y="22"/>
                      <a:pt x="21" y="23"/>
                      <a:pt x="12" y="23"/>
                    </a:cubicBezTo>
                    <a:lnTo>
                      <a:pt x="12" y="24"/>
                    </a:lnTo>
                    <a:lnTo>
                      <a:pt x="11" y="24"/>
                    </a:lnTo>
                    <a:cubicBezTo>
                      <a:pt x="11" y="24"/>
                      <a:pt x="10" y="24"/>
                      <a:pt x="9" y="24"/>
                    </a:cubicBezTo>
                    <a:cubicBezTo>
                      <a:pt x="4" y="24"/>
                      <a:pt x="0" y="20"/>
                      <a:pt x="0" y="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5" name="Google Shape;2495;p27"/>
              <p:cNvSpPr/>
              <p:nvPr/>
            </p:nvSpPr>
            <p:spPr>
              <a:xfrm>
                <a:off x="3366360" y="4518720"/>
                <a:ext cx="51840" cy="11520"/>
              </a:xfrm>
              <a:custGeom>
                <a:avLst/>
                <a:gdLst/>
                <a:ahLst/>
                <a:cxnLst/>
                <a:rect l="l" t="t" r="r" b="b"/>
                <a:pathLst>
                  <a:path w="144" h="32" extrusionOk="0">
                    <a:moveTo>
                      <a:pt x="133" y="31"/>
                    </a:moveTo>
                    <a:cubicBezTo>
                      <a:pt x="123" y="29"/>
                      <a:pt x="113" y="28"/>
                      <a:pt x="103" y="26"/>
                    </a:cubicBezTo>
                    <a:cubicBezTo>
                      <a:pt x="94" y="25"/>
                      <a:pt x="84" y="24"/>
                      <a:pt x="74" y="23"/>
                    </a:cubicBezTo>
                    <a:cubicBezTo>
                      <a:pt x="75" y="23"/>
                      <a:pt x="75" y="23"/>
                      <a:pt x="75" y="23"/>
                    </a:cubicBezTo>
                    <a:cubicBezTo>
                      <a:pt x="65" y="21"/>
                      <a:pt x="55" y="21"/>
                      <a:pt x="44" y="20"/>
                    </a:cubicBezTo>
                    <a:cubicBezTo>
                      <a:pt x="32" y="20"/>
                      <a:pt x="21" y="20"/>
                      <a:pt x="9" y="19"/>
                    </a:cubicBezTo>
                    <a:cubicBezTo>
                      <a:pt x="4" y="19"/>
                      <a:pt x="0" y="14"/>
                      <a:pt x="0" y="10"/>
                    </a:cubicBezTo>
                    <a:cubicBezTo>
                      <a:pt x="0" y="5"/>
                      <a:pt x="5" y="0"/>
                      <a:pt x="10" y="0"/>
                    </a:cubicBezTo>
                    <a:cubicBezTo>
                      <a:pt x="21" y="0"/>
                      <a:pt x="32" y="1"/>
                      <a:pt x="44" y="2"/>
                    </a:cubicBezTo>
                    <a:cubicBezTo>
                      <a:pt x="55" y="3"/>
                      <a:pt x="66" y="4"/>
                      <a:pt x="77" y="5"/>
                    </a:cubicBezTo>
                    <a:lnTo>
                      <a:pt x="76" y="5"/>
                    </a:lnTo>
                    <a:cubicBezTo>
                      <a:pt x="86" y="6"/>
                      <a:pt x="95" y="7"/>
                      <a:pt x="105" y="9"/>
                    </a:cubicBezTo>
                    <a:cubicBezTo>
                      <a:pt x="115" y="10"/>
                      <a:pt x="125" y="12"/>
                      <a:pt x="136" y="14"/>
                    </a:cubicBezTo>
                    <a:cubicBezTo>
                      <a:pt x="140" y="14"/>
                      <a:pt x="143" y="19"/>
                      <a:pt x="142" y="24"/>
                    </a:cubicBezTo>
                    <a:cubicBezTo>
                      <a:pt x="141" y="28"/>
                      <a:pt x="138" y="31"/>
                      <a:pt x="134" y="31"/>
                    </a:cubicBezTo>
                    <a:cubicBezTo>
                      <a:pt x="133" y="31"/>
                      <a:pt x="133" y="31"/>
                      <a:pt x="133" y="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6" name="Google Shape;2496;p27"/>
              <p:cNvSpPr/>
              <p:nvPr/>
            </p:nvSpPr>
            <p:spPr>
              <a:xfrm>
                <a:off x="3453480" y="4512960"/>
                <a:ext cx="7776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216" h="33" extrusionOk="0">
                    <a:moveTo>
                      <a:pt x="97" y="31"/>
                    </a:moveTo>
                    <a:cubicBezTo>
                      <a:pt x="93" y="30"/>
                      <a:pt x="88" y="30"/>
                      <a:pt x="83" y="30"/>
                    </a:cubicBezTo>
                    <a:cubicBezTo>
                      <a:pt x="75" y="29"/>
                      <a:pt x="66" y="29"/>
                      <a:pt x="57" y="28"/>
                    </a:cubicBezTo>
                    <a:cubicBezTo>
                      <a:pt x="48" y="26"/>
                      <a:pt x="38" y="25"/>
                      <a:pt x="29" y="23"/>
                    </a:cubicBezTo>
                    <a:cubicBezTo>
                      <a:pt x="22" y="22"/>
                      <a:pt x="15" y="21"/>
                      <a:pt x="8" y="19"/>
                    </a:cubicBezTo>
                    <a:cubicBezTo>
                      <a:pt x="3" y="18"/>
                      <a:pt x="0" y="14"/>
                      <a:pt x="0" y="8"/>
                    </a:cubicBezTo>
                    <a:cubicBezTo>
                      <a:pt x="1" y="2"/>
                      <a:pt x="7" y="0"/>
                      <a:pt x="12" y="1"/>
                    </a:cubicBezTo>
                    <a:cubicBezTo>
                      <a:pt x="16" y="2"/>
                      <a:pt x="21" y="3"/>
                      <a:pt x="25" y="4"/>
                    </a:cubicBezTo>
                    <a:cubicBezTo>
                      <a:pt x="37" y="7"/>
                      <a:pt x="49" y="9"/>
                      <a:pt x="62" y="11"/>
                    </a:cubicBezTo>
                    <a:cubicBezTo>
                      <a:pt x="61" y="11"/>
                      <a:pt x="61" y="11"/>
                      <a:pt x="61" y="11"/>
                    </a:cubicBezTo>
                    <a:lnTo>
                      <a:pt x="62" y="11"/>
                    </a:lnTo>
                    <a:lnTo>
                      <a:pt x="63" y="11"/>
                    </a:lnTo>
                    <a:cubicBezTo>
                      <a:pt x="62" y="11"/>
                      <a:pt x="62" y="11"/>
                      <a:pt x="62" y="11"/>
                    </a:cubicBezTo>
                    <a:cubicBezTo>
                      <a:pt x="63" y="11"/>
                      <a:pt x="64" y="11"/>
                      <a:pt x="64" y="11"/>
                    </a:cubicBezTo>
                    <a:lnTo>
                      <a:pt x="65" y="11"/>
                    </a:lnTo>
                    <a:lnTo>
                      <a:pt x="66" y="11"/>
                    </a:lnTo>
                    <a:lnTo>
                      <a:pt x="67" y="11"/>
                    </a:lnTo>
                    <a:cubicBezTo>
                      <a:pt x="68" y="11"/>
                      <a:pt x="69" y="11"/>
                      <a:pt x="71" y="11"/>
                    </a:cubicBezTo>
                    <a:lnTo>
                      <a:pt x="70" y="11"/>
                    </a:lnTo>
                    <a:cubicBezTo>
                      <a:pt x="71" y="12"/>
                      <a:pt x="72" y="12"/>
                      <a:pt x="74" y="12"/>
                    </a:cubicBezTo>
                    <a:cubicBezTo>
                      <a:pt x="74" y="12"/>
                      <a:pt x="75" y="12"/>
                      <a:pt x="76" y="12"/>
                    </a:cubicBezTo>
                    <a:cubicBezTo>
                      <a:pt x="75" y="12"/>
                      <a:pt x="75" y="12"/>
                      <a:pt x="75" y="12"/>
                    </a:cubicBezTo>
                    <a:lnTo>
                      <a:pt x="76" y="12"/>
                    </a:lnTo>
                    <a:cubicBezTo>
                      <a:pt x="77" y="12"/>
                      <a:pt x="78" y="12"/>
                      <a:pt x="78" y="12"/>
                    </a:cubicBezTo>
                    <a:lnTo>
                      <a:pt x="79" y="12"/>
                    </a:lnTo>
                    <a:lnTo>
                      <a:pt x="80" y="12"/>
                    </a:lnTo>
                    <a:lnTo>
                      <a:pt x="79" y="12"/>
                    </a:lnTo>
                    <a:cubicBezTo>
                      <a:pt x="93" y="14"/>
                      <a:pt x="106" y="15"/>
                      <a:pt x="120" y="15"/>
                    </a:cubicBezTo>
                    <a:cubicBezTo>
                      <a:pt x="134" y="15"/>
                      <a:pt x="148" y="14"/>
                      <a:pt x="161" y="14"/>
                    </a:cubicBezTo>
                    <a:cubicBezTo>
                      <a:pt x="168" y="14"/>
                      <a:pt x="175" y="14"/>
                      <a:pt x="181" y="14"/>
                    </a:cubicBezTo>
                    <a:cubicBezTo>
                      <a:pt x="182" y="14"/>
                      <a:pt x="182" y="14"/>
                      <a:pt x="182" y="14"/>
                    </a:cubicBezTo>
                    <a:lnTo>
                      <a:pt x="183" y="14"/>
                    </a:lnTo>
                    <a:cubicBezTo>
                      <a:pt x="182" y="14"/>
                      <a:pt x="182" y="14"/>
                      <a:pt x="182" y="14"/>
                    </a:cubicBezTo>
                    <a:cubicBezTo>
                      <a:pt x="183" y="14"/>
                      <a:pt x="184" y="14"/>
                      <a:pt x="185" y="14"/>
                    </a:cubicBezTo>
                    <a:lnTo>
                      <a:pt x="186" y="14"/>
                    </a:lnTo>
                    <a:cubicBezTo>
                      <a:pt x="185" y="14"/>
                      <a:pt x="185" y="14"/>
                      <a:pt x="185" y="14"/>
                    </a:cubicBezTo>
                    <a:cubicBezTo>
                      <a:pt x="187" y="14"/>
                      <a:pt x="187" y="14"/>
                      <a:pt x="188" y="14"/>
                    </a:cubicBezTo>
                    <a:lnTo>
                      <a:pt x="189" y="14"/>
                    </a:lnTo>
                    <a:lnTo>
                      <a:pt x="188" y="14"/>
                    </a:lnTo>
                    <a:cubicBezTo>
                      <a:pt x="189" y="14"/>
                      <a:pt x="190" y="14"/>
                      <a:pt x="191" y="14"/>
                    </a:cubicBezTo>
                    <a:cubicBezTo>
                      <a:pt x="192" y="14"/>
                      <a:pt x="192" y="14"/>
                      <a:pt x="192" y="13"/>
                    </a:cubicBezTo>
                    <a:cubicBezTo>
                      <a:pt x="193" y="13"/>
                      <a:pt x="193" y="13"/>
                      <a:pt x="194" y="13"/>
                    </a:cubicBezTo>
                    <a:lnTo>
                      <a:pt x="195" y="13"/>
                    </a:lnTo>
                    <a:lnTo>
                      <a:pt x="196" y="13"/>
                    </a:lnTo>
                    <a:lnTo>
                      <a:pt x="195" y="13"/>
                    </a:lnTo>
                    <a:lnTo>
                      <a:pt x="196" y="13"/>
                    </a:lnTo>
                    <a:cubicBezTo>
                      <a:pt x="195" y="13"/>
                      <a:pt x="195" y="13"/>
                      <a:pt x="195" y="13"/>
                    </a:cubicBezTo>
                    <a:cubicBezTo>
                      <a:pt x="196" y="13"/>
                      <a:pt x="196" y="13"/>
                      <a:pt x="196" y="13"/>
                    </a:cubicBezTo>
                    <a:cubicBezTo>
                      <a:pt x="200" y="13"/>
                      <a:pt x="203" y="13"/>
                      <a:pt x="206" y="13"/>
                    </a:cubicBezTo>
                    <a:cubicBezTo>
                      <a:pt x="210" y="13"/>
                      <a:pt x="214" y="16"/>
                      <a:pt x="215" y="21"/>
                    </a:cubicBezTo>
                    <a:cubicBezTo>
                      <a:pt x="215" y="25"/>
                      <a:pt x="212" y="29"/>
                      <a:pt x="208" y="29"/>
                    </a:cubicBezTo>
                    <a:cubicBezTo>
                      <a:pt x="199" y="29"/>
                      <a:pt x="191" y="30"/>
                      <a:pt x="182" y="30"/>
                    </a:cubicBezTo>
                    <a:lnTo>
                      <a:pt x="181" y="30"/>
                    </a:lnTo>
                    <a:cubicBezTo>
                      <a:pt x="175" y="30"/>
                      <a:pt x="168" y="30"/>
                      <a:pt x="162" y="30"/>
                    </a:cubicBezTo>
                    <a:cubicBezTo>
                      <a:pt x="161" y="30"/>
                      <a:pt x="161" y="30"/>
                      <a:pt x="161" y="30"/>
                    </a:cubicBezTo>
                    <a:cubicBezTo>
                      <a:pt x="159" y="30"/>
                      <a:pt x="157" y="30"/>
                      <a:pt x="156" y="30"/>
                    </a:cubicBezTo>
                    <a:cubicBezTo>
                      <a:pt x="156" y="30"/>
                      <a:pt x="155" y="30"/>
                      <a:pt x="154" y="31"/>
                    </a:cubicBezTo>
                    <a:lnTo>
                      <a:pt x="153" y="31"/>
                    </a:lnTo>
                    <a:lnTo>
                      <a:pt x="154" y="31"/>
                    </a:lnTo>
                    <a:cubicBezTo>
                      <a:pt x="153" y="31"/>
                      <a:pt x="153" y="31"/>
                      <a:pt x="152" y="31"/>
                    </a:cubicBezTo>
                    <a:cubicBezTo>
                      <a:pt x="151" y="31"/>
                      <a:pt x="150" y="31"/>
                      <a:pt x="149" y="31"/>
                    </a:cubicBezTo>
                    <a:cubicBezTo>
                      <a:pt x="148" y="31"/>
                      <a:pt x="148" y="31"/>
                      <a:pt x="147" y="31"/>
                    </a:cubicBezTo>
                    <a:cubicBezTo>
                      <a:pt x="146" y="31"/>
                      <a:pt x="145" y="31"/>
                      <a:pt x="144" y="31"/>
                    </a:cubicBezTo>
                    <a:lnTo>
                      <a:pt x="143" y="31"/>
                    </a:lnTo>
                    <a:cubicBezTo>
                      <a:pt x="133" y="31"/>
                      <a:pt x="122" y="32"/>
                      <a:pt x="111" y="32"/>
                    </a:cubicBezTo>
                    <a:cubicBezTo>
                      <a:pt x="107" y="32"/>
                      <a:pt x="102" y="31"/>
                      <a:pt x="97" y="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7" name="Google Shape;2497;p27"/>
              <p:cNvSpPr/>
              <p:nvPr/>
            </p:nvSpPr>
            <p:spPr>
              <a:xfrm>
                <a:off x="3582360" y="4517280"/>
                <a:ext cx="7380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205" h="22" extrusionOk="0">
                    <a:moveTo>
                      <a:pt x="196" y="21"/>
                    </a:moveTo>
                    <a:cubicBezTo>
                      <a:pt x="158" y="21"/>
                      <a:pt x="119" y="20"/>
                      <a:pt x="81" y="19"/>
                    </a:cubicBezTo>
                    <a:cubicBezTo>
                      <a:pt x="70" y="18"/>
                      <a:pt x="58" y="18"/>
                      <a:pt x="47" y="18"/>
                    </a:cubicBezTo>
                    <a:cubicBezTo>
                      <a:pt x="35" y="18"/>
                      <a:pt x="24" y="18"/>
                      <a:pt x="12" y="18"/>
                    </a:cubicBezTo>
                    <a:lnTo>
                      <a:pt x="11" y="18"/>
                    </a:lnTo>
                    <a:lnTo>
                      <a:pt x="12" y="18"/>
                    </a:lnTo>
                    <a:cubicBezTo>
                      <a:pt x="11" y="18"/>
                      <a:pt x="10" y="18"/>
                      <a:pt x="10" y="18"/>
                    </a:cubicBezTo>
                    <a:cubicBezTo>
                      <a:pt x="5" y="18"/>
                      <a:pt x="0" y="14"/>
                      <a:pt x="0" y="9"/>
                    </a:cubicBezTo>
                    <a:cubicBezTo>
                      <a:pt x="1" y="3"/>
                      <a:pt x="5" y="0"/>
                      <a:pt x="10" y="0"/>
                    </a:cubicBezTo>
                    <a:cubicBezTo>
                      <a:pt x="30" y="0"/>
                      <a:pt x="48" y="0"/>
                      <a:pt x="67" y="1"/>
                    </a:cubicBezTo>
                    <a:cubicBezTo>
                      <a:pt x="76" y="2"/>
                      <a:pt x="85" y="2"/>
                      <a:pt x="94" y="3"/>
                    </a:cubicBezTo>
                    <a:cubicBezTo>
                      <a:pt x="104" y="3"/>
                      <a:pt x="113" y="3"/>
                      <a:pt x="123" y="4"/>
                    </a:cubicBezTo>
                    <a:cubicBezTo>
                      <a:pt x="147" y="5"/>
                      <a:pt x="172" y="6"/>
                      <a:pt x="197" y="7"/>
                    </a:cubicBezTo>
                    <a:cubicBezTo>
                      <a:pt x="201" y="7"/>
                      <a:pt x="204" y="10"/>
                      <a:pt x="204" y="14"/>
                    </a:cubicBezTo>
                    <a:cubicBezTo>
                      <a:pt x="204" y="18"/>
                      <a:pt x="200" y="21"/>
                      <a:pt x="196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8" name="Google Shape;2498;p27"/>
              <p:cNvSpPr/>
              <p:nvPr/>
            </p:nvSpPr>
            <p:spPr>
              <a:xfrm>
                <a:off x="3713040" y="4516920"/>
                <a:ext cx="58320" cy="8280"/>
              </a:xfrm>
              <a:custGeom>
                <a:avLst/>
                <a:gdLst/>
                <a:ahLst/>
                <a:cxnLst/>
                <a:rect l="l" t="t" r="r" b="b"/>
                <a:pathLst>
                  <a:path w="162" h="23" extrusionOk="0">
                    <a:moveTo>
                      <a:pt x="153" y="22"/>
                    </a:moveTo>
                    <a:cubicBezTo>
                      <a:pt x="132" y="22"/>
                      <a:pt x="111" y="22"/>
                      <a:pt x="90" y="22"/>
                    </a:cubicBezTo>
                    <a:cubicBezTo>
                      <a:pt x="70" y="22"/>
                      <a:pt x="51" y="22"/>
                      <a:pt x="32" y="22"/>
                    </a:cubicBezTo>
                    <a:cubicBezTo>
                      <a:pt x="29" y="22"/>
                      <a:pt x="25" y="21"/>
                      <a:pt x="22" y="21"/>
                    </a:cubicBezTo>
                    <a:cubicBezTo>
                      <a:pt x="19" y="21"/>
                      <a:pt x="16" y="21"/>
                      <a:pt x="13" y="21"/>
                    </a:cubicBezTo>
                    <a:cubicBezTo>
                      <a:pt x="10" y="20"/>
                      <a:pt x="7" y="19"/>
                      <a:pt x="5" y="17"/>
                    </a:cubicBezTo>
                    <a:cubicBezTo>
                      <a:pt x="0" y="11"/>
                      <a:pt x="2" y="4"/>
                      <a:pt x="8" y="1"/>
                    </a:cubicBezTo>
                    <a:cubicBezTo>
                      <a:pt x="10" y="1"/>
                      <a:pt x="13" y="0"/>
                      <a:pt x="14" y="1"/>
                    </a:cubicBezTo>
                    <a:cubicBezTo>
                      <a:pt x="16" y="1"/>
                      <a:pt x="17" y="1"/>
                      <a:pt x="19" y="3"/>
                    </a:cubicBezTo>
                    <a:lnTo>
                      <a:pt x="20" y="3"/>
                    </a:lnTo>
                    <a:cubicBezTo>
                      <a:pt x="29" y="4"/>
                      <a:pt x="39" y="4"/>
                      <a:pt x="48" y="4"/>
                    </a:cubicBezTo>
                    <a:cubicBezTo>
                      <a:pt x="58" y="4"/>
                      <a:pt x="69" y="5"/>
                      <a:pt x="79" y="5"/>
                    </a:cubicBezTo>
                    <a:cubicBezTo>
                      <a:pt x="99" y="5"/>
                      <a:pt x="118" y="5"/>
                      <a:pt x="137" y="6"/>
                    </a:cubicBezTo>
                    <a:cubicBezTo>
                      <a:pt x="143" y="6"/>
                      <a:pt x="148" y="6"/>
                      <a:pt x="154" y="7"/>
                    </a:cubicBezTo>
                    <a:cubicBezTo>
                      <a:pt x="158" y="7"/>
                      <a:pt x="161" y="10"/>
                      <a:pt x="161" y="15"/>
                    </a:cubicBezTo>
                    <a:cubicBezTo>
                      <a:pt x="161" y="19"/>
                      <a:pt x="157" y="22"/>
                      <a:pt x="153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9" name="Google Shape;2499;p27"/>
              <p:cNvSpPr/>
              <p:nvPr/>
            </p:nvSpPr>
            <p:spPr>
              <a:xfrm>
                <a:off x="3821040" y="4516920"/>
                <a:ext cx="85680" cy="8280"/>
              </a:xfrm>
              <a:custGeom>
                <a:avLst/>
                <a:gdLst/>
                <a:ahLst/>
                <a:cxnLst/>
                <a:rect l="l" t="t" r="r" b="b"/>
                <a:pathLst>
                  <a:path w="238" h="23" extrusionOk="0">
                    <a:moveTo>
                      <a:pt x="228" y="22"/>
                    </a:moveTo>
                    <a:cubicBezTo>
                      <a:pt x="190" y="22"/>
                      <a:pt x="151" y="21"/>
                      <a:pt x="112" y="20"/>
                    </a:cubicBezTo>
                    <a:cubicBezTo>
                      <a:pt x="97" y="19"/>
                      <a:pt x="81" y="19"/>
                      <a:pt x="65" y="19"/>
                    </a:cubicBezTo>
                    <a:cubicBezTo>
                      <a:pt x="49" y="19"/>
                      <a:pt x="34" y="18"/>
                      <a:pt x="19" y="19"/>
                    </a:cubicBezTo>
                    <a:cubicBezTo>
                      <a:pt x="18" y="19"/>
                      <a:pt x="18" y="19"/>
                      <a:pt x="17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6" y="19"/>
                      <a:pt x="14" y="19"/>
                      <a:pt x="13" y="19"/>
                    </a:cubicBezTo>
                    <a:lnTo>
                      <a:pt x="12" y="19"/>
                    </a:lnTo>
                    <a:cubicBezTo>
                      <a:pt x="9" y="20"/>
                      <a:pt x="6" y="19"/>
                      <a:pt x="4" y="17"/>
                    </a:cubicBezTo>
                    <a:cubicBezTo>
                      <a:pt x="0" y="14"/>
                      <a:pt x="0" y="7"/>
                      <a:pt x="4" y="3"/>
                    </a:cubicBezTo>
                    <a:cubicBezTo>
                      <a:pt x="6" y="1"/>
                      <a:pt x="9" y="1"/>
                      <a:pt x="13" y="0"/>
                    </a:cubicBezTo>
                    <a:cubicBezTo>
                      <a:pt x="14" y="0"/>
                      <a:pt x="17" y="0"/>
                      <a:pt x="19" y="0"/>
                    </a:cubicBezTo>
                    <a:cubicBezTo>
                      <a:pt x="24" y="1"/>
                      <a:pt x="28" y="1"/>
                      <a:pt x="34" y="1"/>
                    </a:cubicBezTo>
                    <a:cubicBezTo>
                      <a:pt x="43" y="1"/>
                      <a:pt x="52" y="1"/>
                      <a:pt x="62" y="2"/>
                    </a:cubicBezTo>
                    <a:cubicBezTo>
                      <a:pt x="80" y="3"/>
                      <a:pt x="98" y="3"/>
                      <a:pt x="117" y="4"/>
                    </a:cubicBezTo>
                    <a:cubicBezTo>
                      <a:pt x="134" y="5"/>
                      <a:pt x="152" y="5"/>
                      <a:pt x="170" y="5"/>
                    </a:cubicBezTo>
                    <a:cubicBezTo>
                      <a:pt x="190" y="6"/>
                      <a:pt x="210" y="6"/>
                      <a:pt x="229" y="7"/>
                    </a:cubicBezTo>
                    <a:cubicBezTo>
                      <a:pt x="234" y="7"/>
                      <a:pt x="237" y="11"/>
                      <a:pt x="237" y="15"/>
                    </a:cubicBezTo>
                    <a:cubicBezTo>
                      <a:pt x="236" y="19"/>
                      <a:pt x="233" y="22"/>
                      <a:pt x="228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0" name="Google Shape;2500;p27"/>
              <p:cNvSpPr/>
              <p:nvPr/>
            </p:nvSpPr>
            <p:spPr>
              <a:xfrm>
                <a:off x="3949200" y="4516920"/>
                <a:ext cx="6444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179" h="22" extrusionOk="0">
                    <a:moveTo>
                      <a:pt x="169" y="21"/>
                    </a:moveTo>
                    <a:cubicBezTo>
                      <a:pt x="151" y="19"/>
                      <a:pt x="133" y="19"/>
                      <a:pt x="116" y="18"/>
                    </a:cubicBezTo>
                    <a:cubicBezTo>
                      <a:pt x="107" y="18"/>
                      <a:pt x="98" y="18"/>
                      <a:pt x="89" y="18"/>
                    </a:cubicBezTo>
                    <a:cubicBezTo>
                      <a:pt x="80" y="18"/>
                      <a:pt x="72" y="18"/>
                      <a:pt x="64" y="18"/>
                    </a:cubicBezTo>
                    <a:cubicBezTo>
                      <a:pt x="58" y="18"/>
                      <a:pt x="52" y="18"/>
                      <a:pt x="47" y="19"/>
                    </a:cubicBezTo>
                    <a:lnTo>
                      <a:pt x="48" y="19"/>
                    </a:lnTo>
                    <a:cubicBezTo>
                      <a:pt x="40" y="19"/>
                      <a:pt x="33" y="19"/>
                      <a:pt x="25" y="19"/>
                    </a:cubicBezTo>
                    <a:cubicBezTo>
                      <a:pt x="21" y="19"/>
                      <a:pt x="19" y="19"/>
                      <a:pt x="15" y="19"/>
                    </a:cubicBezTo>
                    <a:cubicBezTo>
                      <a:pt x="12" y="19"/>
                      <a:pt x="9" y="19"/>
                      <a:pt x="6" y="18"/>
                    </a:cubicBezTo>
                    <a:cubicBezTo>
                      <a:pt x="3" y="17"/>
                      <a:pt x="1" y="14"/>
                      <a:pt x="0" y="10"/>
                    </a:cubicBezTo>
                    <a:cubicBezTo>
                      <a:pt x="0" y="5"/>
                      <a:pt x="3" y="1"/>
                      <a:pt x="8" y="0"/>
                    </a:cubicBezTo>
                    <a:cubicBezTo>
                      <a:pt x="10" y="0"/>
                      <a:pt x="12" y="0"/>
                      <a:pt x="13" y="1"/>
                    </a:cubicBezTo>
                    <a:cubicBezTo>
                      <a:pt x="14" y="1"/>
                      <a:pt x="14" y="1"/>
                      <a:pt x="14" y="1"/>
                    </a:cubicBezTo>
                    <a:lnTo>
                      <a:pt x="13" y="1"/>
                    </a:lnTo>
                    <a:cubicBezTo>
                      <a:pt x="22" y="1"/>
                      <a:pt x="30" y="1"/>
                      <a:pt x="39" y="1"/>
                    </a:cubicBezTo>
                    <a:cubicBezTo>
                      <a:pt x="47" y="1"/>
                      <a:pt x="55" y="1"/>
                      <a:pt x="63" y="0"/>
                    </a:cubicBezTo>
                    <a:cubicBezTo>
                      <a:pt x="64" y="0"/>
                      <a:pt x="64" y="0"/>
                      <a:pt x="65" y="0"/>
                    </a:cubicBezTo>
                    <a:cubicBezTo>
                      <a:pt x="81" y="0"/>
                      <a:pt x="98" y="1"/>
                      <a:pt x="115" y="1"/>
                    </a:cubicBezTo>
                    <a:cubicBezTo>
                      <a:pt x="133" y="2"/>
                      <a:pt x="151" y="3"/>
                      <a:pt x="169" y="4"/>
                    </a:cubicBezTo>
                    <a:cubicBezTo>
                      <a:pt x="174" y="4"/>
                      <a:pt x="178" y="8"/>
                      <a:pt x="178" y="12"/>
                    </a:cubicBezTo>
                    <a:cubicBezTo>
                      <a:pt x="177" y="17"/>
                      <a:pt x="174" y="21"/>
                      <a:pt x="169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1" name="Google Shape;2501;p27"/>
              <p:cNvSpPr/>
              <p:nvPr/>
            </p:nvSpPr>
            <p:spPr>
              <a:xfrm>
                <a:off x="4045320" y="4518720"/>
                <a:ext cx="7272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02" h="24" extrusionOk="0">
                    <a:moveTo>
                      <a:pt x="193" y="23"/>
                    </a:moveTo>
                    <a:cubicBezTo>
                      <a:pt x="173" y="22"/>
                      <a:pt x="153" y="21"/>
                      <a:pt x="133" y="21"/>
                    </a:cubicBezTo>
                    <a:cubicBezTo>
                      <a:pt x="113" y="21"/>
                      <a:pt x="94" y="20"/>
                      <a:pt x="74" y="20"/>
                    </a:cubicBezTo>
                    <a:cubicBezTo>
                      <a:pt x="56" y="20"/>
                      <a:pt x="39" y="20"/>
                      <a:pt x="22" y="20"/>
                    </a:cubicBezTo>
                    <a:lnTo>
                      <a:pt x="21" y="20"/>
                    </a:lnTo>
                    <a:cubicBezTo>
                      <a:pt x="19" y="20"/>
                      <a:pt x="17" y="20"/>
                      <a:pt x="15" y="20"/>
                    </a:cubicBezTo>
                    <a:lnTo>
                      <a:pt x="16" y="20"/>
                    </a:lnTo>
                    <a:cubicBezTo>
                      <a:pt x="12" y="20"/>
                      <a:pt x="8" y="20"/>
                      <a:pt x="4" y="17"/>
                    </a:cubicBezTo>
                    <a:cubicBezTo>
                      <a:pt x="2" y="15"/>
                      <a:pt x="0" y="10"/>
                      <a:pt x="2" y="6"/>
                    </a:cubicBezTo>
                    <a:cubicBezTo>
                      <a:pt x="4" y="3"/>
                      <a:pt x="9" y="0"/>
                      <a:pt x="13" y="1"/>
                    </a:cubicBezTo>
                    <a:cubicBezTo>
                      <a:pt x="15" y="1"/>
                      <a:pt x="18" y="1"/>
                      <a:pt x="21" y="1"/>
                    </a:cubicBezTo>
                    <a:cubicBezTo>
                      <a:pt x="22" y="1"/>
                      <a:pt x="24" y="1"/>
                      <a:pt x="25" y="1"/>
                    </a:cubicBezTo>
                    <a:cubicBezTo>
                      <a:pt x="31" y="1"/>
                      <a:pt x="36" y="2"/>
                      <a:pt x="41" y="2"/>
                    </a:cubicBezTo>
                    <a:cubicBezTo>
                      <a:pt x="51" y="2"/>
                      <a:pt x="60" y="2"/>
                      <a:pt x="70" y="2"/>
                    </a:cubicBezTo>
                    <a:cubicBezTo>
                      <a:pt x="89" y="3"/>
                      <a:pt x="108" y="3"/>
                      <a:pt x="127" y="4"/>
                    </a:cubicBezTo>
                    <a:cubicBezTo>
                      <a:pt x="149" y="5"/>
                      <a:pt x="171" y="5"/>
                      <a:pt x="193" y="6"/>
                    </a:cubicBezTo>
                    <a:cubicBezTo>
                      <a:pt x="198" y="6"/>
                      <a:pt x="201" y="10"/>
                      <a:pt x="201" y="14"/>
                    </a:cubicBezTo>
                    <a:cubicBezTo>
                      <a:pt x="201" y="19"/>
                      <a:pt x="197" y="23"/>
                      <a:pt x="193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2" name="Google Shape;2502;p27"/>
              <p:cNvSpPr/>
              <p:nvPr/>
            </p:nvSpPr>
            <p:spPr>
              <a:xfrm>
                <a:off x="4172040" y="4516200"/>
                <a:ext cx="7668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13" h="24" extrusionOk="0">
                    <a:moveTo>
                      <a:pt x="47" y="23"/>
                    </a:moveTo>
                    <a:cubicBezTo>
                      <a:pt x="41" y="23"/>
                      <a:pt x="35" y="23"/>
                      <a:pt x="28" y="23"/>
                    </a:cubicBezTo>
                    <a:cubicBezTo>
                      <a:pt x="25" y="22"/>
                      <a:pt x="22" y="22"/>
                      <a:pt x="18" y="21"/>
                    </a:cubicBezTo>
                    <a:cubicBezTo>
                      <a:pt x="17" y="21"/>
                      <a:pt x="15" y="21"/>
                      <a:pt x="13" y="21"/>
                    </a:cubicBezTo>
                    <a:cubicBezTo>
                      <a:pt x="10" y="20"/>
                      <a:pt x="7" y="20"/>
                      <a:pt x="5" y="18"/>
                    </a:cubicBezTo>
                    <a:cubicBezTo>
                      <a:pt x="2" y="14"/>
                      <a:pt x="0" y="9"/>
                      <a:pt x="3" y="5"/>
                    </a:cubicBezTo>
                    <a:cubicBezTo>
                      <a:pt x="6" y="2"/>
                      <a:pt x="11" y="0"/>
                      <a:pt x="15" y="2"/>
                    </a:cubicBezTo>
                    <a:lnTo>
                      <a:pt x="16" y="2"/>
                    </a:lnTo>
                    <a:cubicBezTo>
                      <a:pt x="19" y="3"/>
                      <a:pt x="22" y="3"/>
                      <a:pt x="25" y="4"/>
                    </a:cubicBezTo>
                    <a:cubicBezTo>
                      <a:pt x="34" y="5"/>
                      <a:pt x="43" y="5"/>
                      <a:pt x="52" y="5"/>
                    </a:cubicBezTo>
                    <a:cubicBezTo>
                      <a:pt x="62" y="5"/>
                      <a:pt x="73" y="6"/>
                      <a:pt x="84" y="6"/>
                    </a:cubicBezTo>
                    <a:cubicBezTo>
                      <a:pt x="102" y="5"/>
                      <a:pt x="120" y="5"/>
                      <a:pt x="137" y="6"/>
                    </a:cubicBezTo>
                    <a:cubicBezTo>
                      <a:pt x="160" y="6"/>
                      <a:pt x="182" y="6"/>
                      <a:pt x="204" y="6"/>
                    </a:cubicBezTo>
                    <a:cubicBezTo>
                      <a:pt x="209" y="6"/>
                      <a:pt x="212" y="10"/>
                      <a:pt x="212" y="15"/>
                    </a:cubicBezTo>
                    <a:cubicBezTo>
                      <a:pt x="212" y="20"/>
                      <a:pt x="208" y="23"/>
                      <a:pt x="204" y="23"/>
                    </a:cubicBezTo>
                    <a:cubicBezTo>
                      <a:pt x="164" y="23"/>
                      <a:pt x="125" y="22"/>
                      <a:pt x="85" y="23"/>
                    </a:cubicBezTo>
                    <a:cubicBezTo>
                      <a:pt x="78" y="23"/>
                      <a:pt x="71" y="23"/>
                      <a:pt x="65" y="23"/>
                    </a:cubicBezTo>
                    <a:cubicBezTo>
                      <a:pt x="62" y="23"/>
                      <a:pt x="58" y="23"/>
                      <a:pt x="55" y="23"/>
                    </a:cubicBezTo>
                    <a:cubicBezTo>
                      <a:pt x="52" y="23"/>
                      <a:pt x="50" y="23"/>
                      <a:pt x="47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3" name="Google Shape;2503;p27"/>
              <p:cNvSpPr/>
              <p:nvPr/>
            </p:nvSpPr>
            <p:spPr>
              <a:xfrm>
                <a:off x="4273560" y="4516920"/>
                <a:ext cx="6804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189" h="22" extrusionOk="0">
                    <a:moveTo>
                      <a:pt x="5" y="19"/>
                    </a:moveTo>
                    <a:cubicBezTo>
                      <a:pt x="0" y="16"/>
                      <a:pt x="0" y="8"/>
                      <a:pt x="4" y="4"/>
                    </a:cubicBezTo>
                    <a:cubicBezTo>
                      <a:pt x="7" y="1"/>
                      <a:pt x="11" y="1"/>
                      <a:pt x="15" y="1"/>
                    </a:cubicBezTo>
                    <a:cubicBezTo>
                      <a:pt x="18" y="1"/>
                      <a:pt x="21" y="1"/>
                      <a:pt x="24" y="1"/>
                    </a:cubicBezTo>
                    <a:cubicBezTo>
                      <a:pt x="23" y="1"/>
                      <a:pt x="22" y="1"/>
                      <a:pt x="22" y="1"/>
                    </a:cubicBezTo>
                    <a:cubicBezTo>
                      <a:pt x="29" y="1"/>
                      <a:pt x="36" y="1"/>
                      <a:pt x="42" y="1"/>
                    </a:cubicBezTo>
                    <a:lnTo>
                      <a:pt x="43" y="1"/>
                    </a:lnTo>
                    <a:lnTo>
                      <a:pt x="44" y="1"/>
                    </a:lnTo>
                    <a:cubicBezTo>
                      <a:pt x="45" y="1"/>
                      <a:pt x="45" y="0"/>
                      <a:pt x="46" y="0"/>
                    </a:cubicBezTo>
                    <a:cubicBezTo>
                      <a:pt x="47" y="0"/>
                      <a:pt x="48" y="0"/>
                      <a:pt x="49" y="0"/>
                    </a:cubicBezTo>
                    <a:lnTo>
                      <a:pt x="50" y="0"/>
                    </a:lnTo>
                    <a:lnTo>
                      <a:pt x="49" y="0"/>
                    </a:lnTo>
                    <a:cubicBezTo>
                      <a:pt x="50" y="0"/>
                      <a:pt x="50" y="0"/>
                      <a:pt x="52" y="0"/>
                    </a:cubicBezTo>
                    <a:lnTo>
                      <a:pt x="51" y="0"/>
                    </a:lnTo>
                    <a:cubicBezTo>
                      <a:pt x="52" y="0"/>
                      <a:pt x="52" y="0"/>
                      <a:pt x="52" y="0"/>
                    </a:cubicBezTo>
                    <a:cubicBezTo>
                      <a:pt x="53" y="0"/>
                      <a:pt x="53" y="0"/>
                      <a:pt x="54" y="0"/>
                    </a:cubicBezTo>
                    <a:lnTo>
                      <a:pt x="55" y="0"/>
                    </a:lnTo>
                    <a:cubicBezTo>
                      <a:pt x="74" y="0"/>
                      <a:pt x="92" y="0"/>
                      <a:pt x="110" y="1"/>
                    </a:cubicBezTo>
                    <a:cubicBezTo>
                      <a:pt x="130" y="1"/>
                      <a:pt x="149" y="1"/>
                      <a:pt x="168" y="2"/>
                    </a:cubicBezTo>
                    <a:cubicBezTo>
                      <a:pt x="172" y="2"/>
                      <a:pt x="176" y="2"/>
                      <a:pt x="180" y="2"/>
                    </a:cubicBezTo>
                    <a:cubicBezTo>
                      <a:pt x="184" y="2"/>
                      <a:pt x="188" y="6"/>
                      <a:pt x="188" y="11"/>
                    </a:cubicBezTo>
                    <a:cubicBezTo>
                      <a:pt x="188" y="15"/>
                      <a:pt x="184" y="18"/>
                      <a:pt x="180" y="18"/>
                    </a:cubicBezTo>
                    <a:cubicBezTo>
                      <a:pt x="140" y="18"/>
                      <a:pt x="100" y="17"/>
                      <a:pt x="60" y="18"/>
                    </a:cubicBezTo>
                    <a:cubicBezTo>
                      <a:pt x="59" y="18"/>
                      <a:pt x="57" y="18"/>
                      <a:pt x="56" y="18"/>
                    </a:cubicBezTo>
                    <a:cubicBezTo>
                      <a:pt x="49" y="18"/>
                      <a:pt x="41" y="19"/>
                      <a:pt x="33" y="19"/>
                    </a:cubicBezTo>
                    <a:cubicBezTo>
                      <a:pt x="31" y="19"/>
                      <a:pt x="27" y="19"/>
                      <a:pt x="24" y="19"/>
                    </a:cubicBezTo>
                    <a:cubicBezTo>
                      <a:pt x="21" y="20"/>
                      <a:pt x="17" y="20"/>
                      <a:pt x="13" y="20"/>
                    </a:cubicBezTo>
                    <a:cubicBezTo>
                      <a:pt x="12" y="21"/>
                      <a:pt x="11" y="21"/>
                      <a:pt x="10" y="21"/>
                    </a:cubicBezTo>
                    <a:cubicBezTo>
                      <a:pt x="8" y="21"/>
                      <a:pt x="7" y="20"/>
                      <a:pt x="5" y="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4" name="Google Shape;2504;p27"/>
              <p:cNvSpPr/>
              <p:nvPr/>
            </p:nvSpPr>
            <p:spPr>
              <a:xfrm>
                <a:off x="4384080" y="4518360"/>
                <a:ext cx="6156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171" h="27" extrusionOk="0">
                    <a:moveTo>
                      <a:pt x="161" y="26"/>
                    </a:moveTo>
                    <a:cubicBezTo>
                      <a:pt x="140" y="25"/>
                      <a:pt x="120" y="24"/>
                      <a:pt x="99" y="24"/>
                    </a:cubicBezTo>
                    <a:cubicBezTo>
                      <a:pt x="80" y="22"/>
                      <a:pt x="61" y="21"/>
                      <a:pt x="42" y="21"/>
                    </a:cubicBezTo>
                    <a:cubicBezTo>
                      <a:pt x="36" y="20"/>
                      <a:pt x="31" y="20"/>
                      <a:pt x="25" y="20"/>
                    </a:cubicBezTo>
                    <a:cubicBezTo>
                      <a:pt x="20" y="20"/>
                      <a:pt x="15" y="19"/>
                      <a:pt x="11" y="19"/>
                    </a:cubicBezTo>
                    <a:cubicBezTo>
                      <a:pt x="6" y="20"/>
                      <a:pt x="1" y="16"/>
                      <a:pt x="0" y="11"/>
                    </a:cubicBezTo>
                    <a:cubicBezTo>
                      <a:pt x="0" y="8"/>
                      <a:pt x="1" y="6"/>
                      <a:pt x="3" y="4"/>
                    </a:cubicBezTo>
                    <a:cubicBezTo>
                      <a:pt x="4" y="1"/>
                      <a:pt x="7" y="1"/>
                      <a:pt x="9" y="0"/>
                    </a:cubicBezTo>
                    <a:cubicBezTo>
                      <a:pt x="11" y="0"/>
                      <a:pt x="14" y="0"/>
                      <a:pt x="16" y="1"/>
                    </a:cubicBezTo>
                    <a:cubicBezTo>
                      <a:pt x="18" y="1"/>
                      <a:pt x="20" y="1"/>
                      <a:pt x="22" y="1"/>
                    </a:cubicBezTo>
                    <a:cubicBezTo>
                      <a:pt x="27" y="1"/>
                      <a:pt x="32" y="2"/>
                      <a:pt x="36" y="2"/>
                    </a:cubicBezTo>
                    <a:cubicBezTo>
                      <a:pt x="46" y="3"/>
                      <a:pt x="55" y="3"/>
                      <a:pt x="65" y="4"/>
                    </a:cubicBezTo>
                    <a:cubicBezTo>
                      <a:pt x="85" y="6"/>
                      <a:pt x="106" y="7"/>
                      <a:pt x="126" y="7"/>
                    </a:cubicBezTo>
                    <a:cubicBezTo>
                      <a:pt x="138" y="8"/>
                      <a:pt x="150" y="8"/>
                      <a:pt x="162" y="9"/>
                    </a:cubicBezTo>
                    <a:cubicBezTo>
                      <a:pt x="166" y="9"/>
                      <a:pt x="170" y="13"/>
                      <a:pt x="169" y="18"/>
                    </a:cubicBezTo>
                    <a:cubicBezTo>
                      <a:pt x="169" y="22"/>
                      <a:pt x="166" y="26"/>
                      <a:pt x="161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5" name="Google Shape;2505;p27"/>
              <p:cNvSpPr/>
              <p:nvPr/>
            </p:nvSpPr>
            <p:spPr>
              <a:xfrm>
                <a:off x="4465800" y="4515840"/>
                <a:ext cx="63000" cy="11520"/>
              </a:xfrm>
              <a:custGeom>
                <a:avLst/>
                <a:gdLst/>
                <a:ahLst/>
                <a:cxnLst/>
                <a:rect l="l" t="t" r="r" b="b"/>
                <a:pathLst>
                  <a:path w="175" h="32" extrusionOk="0">
                    <a:moveTo>
                      <a:pt x="164" y="31"/>
                    </a:moveTo>
                    <a:cubicBezTo>
                      <a:pt x="125" y="29"/>
                      <a:pt x="85" y="28"/>
                      <a:pt x="45" y="24"/>
                    </a:cubicBezTo>
                    <a:cubicBezTo>
                      <a:pt x="33" y="22"/>
                      <a:pt x="20" y="22"/>
                      <a:pt x="8" y="20"/>
                    </a:cubicBezTo>
                    <a:cubicBezTo>
                      <a:pt x="3" y="18"/>
                      <a:pt x="0" y="14"/>
                      <a:pt x="1" y="8"/>
                    </a:cubicBezTo>
                    <a:cubicBezTo>
                      <a:pt x="1" y="4"/>
                      <a:pt x="6" y="0"/>
                      <a:pt x="11" y="1"/>
                    </a:cubicBezTo>
                    <a:cubicBezTo>
                      <a:pt x="24" y="4"/>
                      <a:pt x="37" y="5"/>
                      <a:pt x="50" y="6"/>
                    </a:cubicBezTo>
                    <a:cubicBezTo>
                      <a:pt x="55" y="7"/>
                      <a:pt x="61" y="7"/>
                      <a:pt x="66" y="8"/>
                    </a:cubicBezTo>
                    <a:cubicBezTo>
                      <a:pt x="67" y="8"/>
                      <a:pt x="67" y="8"/>
                      <a:pt x="67" y="8"/>
                    </a:cubicBezTo>
                    <a:cubicBezTo>
                      <a:pt x="99" y="11"/>
                      <a:pt x="132" y="12"/>
                      <a:pt x="165" y="14"/>
                    </a:cubicBezTo>
                    <a:cubicBezTo>
                      <a:pt x="170" y="14"/>
                      <a:pt x="174" y="18"/>
                      <a:pt x="173" y="22"/>
                    </a:cubicBezTo>
                    <a:cubicBezTo>
                      <a:pt x="173" y="27"/>
                      <a:pt x="169" y="31"/>
                      <a:pt x="165" y="31"/>
                    </a:cubicBezTo>
                    <a:cubicBezTo>
                      <a:pt x="164" y="31"/>
                      <a:pt x="164" y="31"/>
                      <a:pt x="164" y="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6" name="Google Shape;2506;p27"/>
              <p:cNvSpPr/>
              <p:nvPr/>
            </p:nvSpPr>
            <p:spPr>
              <a:xfrm>
                <a:off x="4482360" y="4501800"/>
                <a:ext cx="65880" cy="33840"/>
              </a:xfrm>
              <a:custGeom>
                <a:avLst/>
                <a:gdLst/>
                <a:ahLst/>
                <a:cxnLst/>
                <a:rect l="l" t="t" r="r" b="b"/>
                <a:pathLst>
                  <a:path w="183" h="94" extrusionOk="0">
                    <a:moveTo>
                      <a:pt x="69" y="88"/>
                    </a:moveTo>
                    <a:cubicBezTo>
                      <a:pt x="67" y="84"/>
                      <a:pt x="69" y="78"/>
                      <a:pt x="74" y="76"/>
                    </a:cubicBezTo>
                    <a:cubicBezTo>
                      <a:pt x="88" y="68"/>
                      <a:pt x="103" y="61"/>
                      <a:pt x="118" y="54"/>
                    </a:cubicBezTo>
                    <a:cubicBezTo>
                      <a:pt x="126" y="50"/>
                      <a:pt x="134" y="47"/>
                      <a:pt x="142" y="43"/>
                    </a:cubicBezTo>
                    <a:cubicBezTo>
                      <a:pt x="143" y="42"/>
                      <a:pt x="145" y="42"/>
                      <a:pt x="146" y="41"/>
                    </a:cubicBezTo>
                    <a:cubicBezTo>
                      <a:pt x="143" y="41"/>
                      <a:pt x="141" y="40"/>
                      <a:pt x="138" y="40"/>
                    </a:cubicBezTo>
                    <a:cubicBezTo>
                      <a:pt x="128" y="39"/>
                      <a:pt x="118" y="38"/>
                      <a:pt x="108" y="37"/>
                    </a:cubicBezTo>
                    <a:cubicBezTo>
                      <a:pt x="98" y="36"/>
                      <a:pt x="88" y="34"/>
                      <a:pt x="77" y="33"/>
                    </a:cubicBezTo>
                    <a:cubicBezTo>
                      <a:pt x="68" y="32"/>
                      <a:pt x="58" y="29"/>
                      <a:pt x="50" y="28"/>
                    </a:cubicBezTo>
                    <a:cubicBezTo>
                      <a:pt x="36" y="25"/>
                      <a:pt x="22" y="22"/>
                      <a:pt x="9" y="19"/>
                    </a:cubicBezTo>
                    <a:cubicBezTo>
                      <a:pt x="4" y="18"/>
                      <a:pt x="0" y="14"/>
                      <a:pt x="1" y="8"/>
                    </a:cubicBezTo>
                    <a:cubicBezTo>
                      <a:pt x="2" y="4"/>
                      <a:pt x="7" y="0"/>
                      <a:pt x="12" y="1"/>
                    </a:cubicBezTo>
                    <a:cubicBezTo>
                      <a:pt x="14" y="1"/>
                      <a:pt x="16" y="1"/>
                      <a:pt x="19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9" y="2"/>
                      <a:pt x="19" y="3"/>
                      <a:pt x="20" y="3"/>
                    </a:cubicBezTo>
                    <a:cubicBezTo>
                      <a:pt x="21" y="3"/>
                      <a:pt x="21" y="3"/>
                      <a:pt x="21" y="3"/>
                    </a:cubicBezTo>
                    <a:lnTo>
                      <a:pt x="22" y="3"/>
                    </a:lnTo>
                    <a:lnTo>
                      <a:pt x="23" y="3"/>
                    </a:lnTo>
                    <a:lnTo>
                      <a:pt x="22" y="3"/>
                    </a:lnTo>
                    <a:cubicBezTo>
                      <a:pt x="23" y="3"/>
                      <a:pt x="23" y="3"/>
                      <a:pt x="24" y="4"/>
                    </a:cubicBezTo>
                    <a:cubicBezTo>
                      <a:pt x="25" y="4"/>
                      <a:pt x="25" y="4"/>
                      <a:pt x="26" y="4"/>
                    </a:cubicBezTo>
                    <a:lnTo>
                      <a:pt x="27" y="4"/>
                    </a:lnTo>
                    <a:cubicBezTo>
                      <a:pt x="46" y="8"/>
                      <a:pt x="65" y="13"/>
                      <a:pt x="84" y="16"/>
                    </a:cubicBezTo>
                    <a:cubicBezTo>
                      <a:pt x="104" y="19"/>
                      <a:pt x="124" y="21"/>
                      <a:pt x="144" y="23"/>
                    </a:cubicBezTo>
                    <a:cubicBezTo>
                      <a:pt x="149" y="24"/>
                      <a:pt x="153" y="24"/>
                      <a:pt x="158" y="25"/>
                    </a:cubicBezTo>
                    <a:cubicBezTo>
                      <a:pt x="160" y="25"/>
                      <a:pt x="162" y="25"/>
                      <a:pt x="164" y="25"/>
                    </a:cubicBezTo>
                    <a:cubicBezTo>
                      <a:pt x="169" y="26"/>
                      <a:pt x="174" y="26"/>
                      <a:pt x="177" y="29"/>
                    </a:cubicBezTo>
                    <a:cubicBezTo>
                      <a:pt x="180" y="31"/>
                      <a:pt x="181" y="32"/>
                      <a:pt x="181" y="35"/>
                    </a:cubicBezTo>
                    <a:cubicBezTo>
                      <a:pt x="182" y="37"/>
                      <a:pt x="182" y="39"/>
                      <a:pt x="181" y="42"/>
                    </a:cubicBezTo>
                    <a:cubicBezTo>
                      <a:pt x="179" y="46"/>
                      <a:pt x="174" y="48"/>
                      <a:pt x="169" y="50"/>
                    </a:cubicBezTo>
                    <a:cubicBezTo>
                      <a:pt x="164" y="53"/>
                      <a:pt x="160" y="54"/>
                      <a:pt x="155" y="57"/>
                    </a:cubicBezTo>
                    <a:cubicBezTo>
                      <a:pt x="137" y="65"/>
                      <a:pt x="120" y="73"/>
                      <a:pt x="102" y="82"/>
                    </a:cubicBezTo>
                    <a:cubicBezTo>
                      <a:pt x="96" y="85"/>
                      <a:pt x="89" y="89"/>
                      <a:pt x="82" y="92"/>
                    </a:cubicBezTo>
                    <a:cubicBezTo>
                      <a:pt x="81" y="93"/>
                      <a:pt x="79" y="93"/>
                      <a:pt x="78" y="93"/>
                    </a:cubicBezTo>
                    <a:cubicBezTo>
                      <a:pt x="74" y="93"/>
                      <a:pt x="71" y="92"/>
                      <a:pt x="69" y="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7" name="Google Shape;2507;p27"/>
              <p:cNvSpPr/>
              <p:nvPr/>
            </p:nvSpPr>
            <p:spPr>
              <a:xfrm>
                <a:off x="4504680" y="4539600"/>
                <a:ext cx="21960" cy="50400"/>
              </a:xfrm>
              <a:custGeom>
                <a:avLst/>
                <a:gdLst/>
                <a:ahLst/>
                <a:cxnLst/>
                <a:rect l="l" t="t" r="r" b="b"/>
                <a:pathLst>
                  <a:path w="61" h="140" extrusionOk="0">
                    <a:moveTo>
                      <a:pt x="41" y="132"/>
                    </a:moveTo>
                    <a:cubicBezTo>
                      <a:pt x="39" y="122"/>
                      <a:pt x="37" y="114"/>
                      <a:pt x="35" y="105"/>
                    </a:cubicBezTo>
                    <a:cubicBezTo>
                      <a:pt x="33" y="97"/>
                      <a:pt x="31" y="90"/>
                      <a:pt x="28" y="82"/>
                    </a:cubicBezTo>
                    <a:cubicBezTo>
                      <a:pt x="25" y="74"/>
                      <a:pt x="21" y="67"/>
                      <a:pt x="18" y="59"/>
                    </a:cubicBezTo>
                    <a:cubicBezTo>
                      <a:pt x="15" y="51"/>
                      <a:pt x="12" y="43"/>
                      <a:pt x="10" y="35"/>
                    </a:cubicBezTo>
                    <a:cubicBezTo>
                      <a:pt x="7" y="28"/>
                      <a:pt x="5" y="21"/>
                      <a:pt x="2" y="14"/>
                    </a:cubicBezTo>
                    <a:cubicBezTo>
                      <a:pt x="0" y="9"/>
                      <a:pt x="3" y="3"/>
                      <a:pt x="8" y="1"/>
                    </a:cubicBezTo>
                    <a:cubicBezTo>
                      <a:pt x="13" y="0"/>
                      <a:pt x="18" y="2"/>
                      <a:pt x="20" y="8"/>
                    </a:cubicBezTo>
                    <a:lnTo>
                      <a:pt x="20" y="7"/>
                    </a:lnTo>
                    <a:lnTo>
                      <a:pt x="20" y="8"/>
                    </a:lnTo>
                    <a:cubicBezTo>
                      <a:pt x="21" y="11"/>
                      <a:pt x="22" y="14"/>
                      <a:pt x="23" y="17"/>
                    </a:cubicBezTo>
                    <a:cubicBezTo>
                      <a:pt x="24" y="22"/>
                      <a:pt x="25" y="26"/>
                      <a:pt x="27" y="30"/>
                    </a:cubicBezTo>
                    <a:cubicBezTo>
                      <a:pt x="28" y="35"/>
                      <a:pt x="30" y="39"/>
                      <a:pt x="31" y="43"/>
                    </a:cubicBezTo>
                    <a:cubicBezTo>
                      <a:pt x="35" y="52"/>
                      <a:pt x="39" y="61"/>
                      <a:pt x="42" y="70"/>
                    </a:cubicBezTo>
                    <a:cubicBezTo>
                      <a:pt x="49" y="89"/>
                      <a:pt x="54" y="109"/>
                      <a:pt x="59" y="128"/>
                    </a:cubicBezTo>
                    <a:cubicBezTo>
                      <a:pt x="60" y="132"/>
                      <a:pt x="57" y="138"/>
                      <a:pt x="52" y="139"/>
                    </a:cubicBezTo>
                    <a:cubicBezTo>
                      <a:pt x="52" y="139"/>
                      <a:pt x="51" y="139"/>
                      <a:pt x="50" y="139"/>
                    </a:cubicBezTo>
                    <a:cubicBezTo>
                      <a:pt x="46" y="139"/>
                      <a:pt x="42" y="136"/>
                      <a:pt x="41" y="1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8" name="Google Shape;2508;p27"/>
              <p:cNvSpPr/>
              <p:nvPr/>
            </p:nvSpPr>
            <p:spPr>
              <a:xfrm>
                <a:off x="4499280" y="4555080"/>
                <a:ext cx="47520" cy="2808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78" extrusionOk="0">
                    <a:moveTo>
                      <a:pt x="2" y="72"/>
                    </a:moveTo>
                    <a:cubicBezTo>
                      <a:pt x="0" y="68"/>
                      <a:pt x="1" y="63"/>
                      <a:pt x="5" y="60"/>
                    </a:cubicBezTo>
                    <a:cubicBezTo>
                      <a:pt x="17" y="51"/>
                      <a:pt x="30" y="43"/>
                      <a:pt x="43" y="36"/>
                    </a:cubicBezTo>
                    <a:cubicBezTo>
                      <a:pt x="43" y="35"/>
                      <a:pt x="44" y="35"/>
                      <a:pt x="44" y="35"/>
                    </a:cubicBezTo>
                    <a:cubicBezTo>
                      <a:pt x="44" y="35"/>
                      <a:pt x="43" y="35"/>
                      <a:pt x="43" y="36"/>
                    </a:cubicBezTo>
                    <a:cubicBezTo>
                      <a:pt x="44" y="35"/>
                      <a:pt x="45" y="35"/>
                      <a:pt x="46" y="34"/>
                    </a:cubicBezTo>
                    <a:lnTo>
                      <a:pt x="45" y="35"/>
                    </a:lnTo>
                    <a:cubicBezTo>
                      <a:pt x="47" y="33"/>
                      <a:pt x="49" y="32"/>
                      <a:pt x="50" y="32"/>
                    </a:cubicBezTo>
                    <a:cubicBezTo>
                      <a:pt x="51" y="31"/>
                      <a:pt x="53" y="30"/>
                      <a:pt x="54" y="29"/>
                    </a:cubicBezTo>
                    <a:cubicBezTo>
                      <a:pt x="60" y="26"/>
                      <a:pt x="64" y="23"/>
                      <a:pt x="69" y="20"/>
                    </a:cubicBezTo>
                    <a:cubicBezTo>
                      <a:pt x="69" y="20"/>
                      <a:pt x="69" y="21"/>
                      <a:pt x="68" y="21"/>
                    </a:cubicBezTo>
                    <a:cubicBezTo>
                      <a:pt x="76" y="16"/>
                      <a:pt x="83" y="12"/>
                      <a:pt x="91" y="8"/>
                    </a:cubicBezTo>
                    <a:cubicBezTo>
                      <a:pt x="98" y="4"/>
                      <a:pt x="106" y="1"/>
                      <a:pt x="114" y="0"/>
                    </a:cubicBezTo>
                    <a:cubicBezTo>
                      <a:pt x="118" y="0"/>
                      <a:pt x="122" y="0"/>
                      <a:pt x="125" y="3"/>
                    </a:cubicBezTo>
                    <a:cubicBezTo>
                      <a:pt x="127" y="4"/>
                      <a:pt x="128" y="7"/>
                      <a:pt x="130" y="9"/>
                    </a:cubicBezTo>
                    <a:cubicBezTo>
                      <a:pt x="131" y="14"/>
                      <a:pt x="128" y="19"/>
                      <a:pt x="124" y="21"/>
                    </a:cubicBezTo>
                    <a:cubicBezTo>
                      <a:pt x="120" y="22"/>
                      <a:pt x="117" y="21"/>
                      <a:pt x="114" y="19"/>
                    </a:cubicBezTo>
                    <a:cubicBezTo>
                      <a:pt x="112" y="19"/>
                      <a:pt x="110" y="20"/>
                      <a:pt x="109" y="21"/>
                    </a:cubicBezTo>
                    <a:cubicBezTo>
                      <a:pt x="107" y="21"/>
                      <a:pt x="105" y="22"/>
                      <a:pt x="103" y="22"/>
                    </a:cubicBezTo>
                    <a:cubicBezTo>
                      <a:pt x="96" y="25"/>
                      <a:pt x="90" y="29"/>
                      <a:pt x="83" y="33"/>
                    </a:cubicBezTo>
                    <a:cubicBezTo>
                      <a:pt x="76" y="36"/>
                      <a:pt x="70" y="40"/>
                      <a:pt x="64" y="43"/>
                    </a:cubicBezTo>
                    <a:cubicBezTo>
                      <a:pt x="60" y="46"/>
                      <a:pt x="56" y="48"/>
                      <a:pt x="52" y="51"/>
                    </a:cubicBezTo>
                    <a:cubicBezTo>
                      <a:pt x="40" y="58"/>
                      <a:pt x="27" y="66"/>
                      <a:pt x="15" y="75"/>
                    </a:cubicBezTo>
                    <a:cubicBezTo>
                      <a:pt x="14" y="76"/>
                      <a:pt x="12" y="77"/>
                      <a:pt x="11" y="77"/>
                    </a:cubicBezTo>
                    <a:cubicBezTo>
                      <a:pt x="8" y="77"/>
                      <a:pt x="4" y="75"/>
                      <a:pt x="2" y="7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9" name="Google Shape;2509;p27"/>
              <p:cNvSpPr/>
              <p:nvPr/>
            </p:nvSpPr>
            <p:spPr>
              <a:xfrm>
                <a:off x="4565520" y="4536000"/>
                <a:ext cx="30240" cy="29160"/>
              </a:xfrm>
              <a:custGeom>
                <a:avLst/>
                <a:gdLst/>
                <a:ahLst/>
                <a:cxnLst/>
                <a:rect l="l" t="t" r="r" b="b"/>
                <a:pathLst>
                  <a:path w="84" h="81" extrusionOk="0">
                    <a:moveTo>
                      <a:pt x="23" y="78"/>
                    </a:moveTo>
                    <a:cubicBezTo>
                      <a:pt x="18" y="77"/>
                      <a:pt x="13" y="73"/>
                      <a:pt x="10" y="68"/>
                    </a:cubicBezTo>
                    <a:cubicBezTo>
                      <a:pt x="7" y="64"/>
                      <a:pt x="7" y="57"/>
                      <a:pt x="9" y="52"/>
                    </a:cubicBezTo>
                    <a:cubicBezTo>
                      <a:pt x="10" y="45"/>
                      <a:pt x="14" y="39"/>
                      <a:pt x="18" y="33"/>
                    </a:cubicBezTo>
                    <a:cubicBezTo>
                      <a:pt x="19" y="32"/>
                      <a:pt x="19" y="31"/>
                      <a:pt x="20" y="30"/>
                    </a:cubicBezTo>
                    <a:cubicBezTo>
                      <a:pt x="17" y="31"/>
                      <a:pt x="14" y="30"/>
                      <a:pt x="12" y="29"/>
                    </a:cubicBezTo>
                    <a:cubicBezTo>
                      <a:pt x="12" y="28"/>
                      <a:pt x="10" y="28"/>
                      <a:pt x="9" y="27"/>
                    </a:cubicBezTo>
                    <a:cubicBezTo>
                      <a:pt x="9" y="26"/>
                      <a:pt x="8" y="26"/>
                      <a:pt x="7" y="26"/>
                    </a:cubicBezTo>
                    <a:cubicBezTo>
                      <a:pt x="5" y="24"/>
                      <a:pt x="3" y="22"/>
                      <a:pt x="2" y="19"/>
                    </a:cubicBezTo>
                    <a:cubicBezTo>
                      <a:pt x="0" y="12"/>
                      <a:pt x="7" y="7"/>
                      <a:pt x="12" y="4"/>
                    </a:cubicBezTo>
                    <a:cubicBezTo>
                      <a:pt x="14" y="3"/>
                      <a:pt x="17" y="1"/>
                      <a:pt x="21" y="1"/>
                    </a:cubicBezTo>
                    <a:cubicBezTo>
                      <a:pt x="24" y="0"/>
                      <a:pt x="27" y="0"/>
                      <a:pt x="30" y="0"/>
                    </a:cubicBezTo>
                    <a:cubicBezTo>
                      <a:pt x="37" y="1"/>
                      <a:pt x="42" y="5"/>
                      <a:pt x="43" y="12"/>
                    </a:cubicBezTo>
                    <a:cubicBezTo>
                      <a:pt x="45" y="19"/>
                      <a:pt x="42" y="27"/>
                      <a:pt x="38" y="33"/>
                    </a:cubicBezTo>
                    <a:cubicBezTo>
                      <a:pt x="35" y="40"/>
                      <a:pt x="32" y="46"/>
                      <a:pt x="28" y="52"/>
                    </a:cubicBezTo>
                    <a:cubicBezTo>
                      <a:pt x="28" y="53"/>
                      <a:pt x="27" y="54"/>
                      <a:pt x="27" y="56"/>
                    </a:cubicBezTo>
                    <a:lnTo>
                      <a:pt x="27" y="57"/>
                    </a:lnTo>
                    <a:cubicBezTo>
                      <a:pt x="26" y="57"/>
                      <a:pt x="26" y="57"/>
                      <a:pt x="26" y="58"/>
                    </a:cubicBezTo>
                    <a:lnTo>
                      <a:pt x="27" y="59"/>
                    </a:lnTo>
                    <a:lnTo>
                      <a:pt x="27" y="60"/>
                    </a:lnTo>
                    <a:lnTo>
                      <a:pt x="28" y="60"/>
                    </a:lnTo>
                    <a:cubicBezTo>
                      <a:pt x="27" y="60"/>
                      <a:pt x="27" y="60"/>
                      <a:pt x="27" y="60"/>
                    </a:cubicBezTo>
                    <a:lnTo>
                      <a:pt x="28" y="60"/>
                    </a:lnTo>
                    <a:cubicBezTo>
                      <a:pt x="28" y="60"/>
                      <a:pt x="29" y="61"/>
                      <a:pt x="30" y="61"/>
                    </a:cubicBezTo>
                    <a:cubicBezTo>
                      <a:pt x="30" y="61"/>
                      <a:pt x="29" y="61"/>
                      <a:pt x="29" y="60"/>
                    </a:cubicBezTo>
                    <a:cubicBezTo>
                      <a:pt x="30" y="61"/>
                      <a:pt x="31" y="61"/>
                      <a:pt x="32" y="61"/>
                    </a:cubicBezTo>
                    <a:cubicBezTo>
                      <a:pt x="33" y="61"/>
                      <a:pt x="35" y="62"/>
                      <a:pt x="36" y="62"/>
                    </a:cubicBezTo>
                    <a:cubicBezTo>
                      <a:pt x="41" y="63"/>
                      <a:pt x="46" y="63"/>
                      <a:pt x="51" y="63"/>
                    </a:cubicBezTo>
                    <a:lnTo>
                      <a:pt x="52" y="63"/>
                    </a:lnTo>
                    <a:cubicBezTo>
                      <a:pt x="59" y="62"/>
                      <a:pt x="66" y="61"/>
                      <a:pt x="73" y="61"/>
                    </a:cubicBezTo>
                    <a:cubicBezTo>
                      <a:pt x="78" y="60"/>
                      <a:pt x="82" y="64"/>
                      <a:pt x="83" y="69"/>
                    </a:cubicBezTo>
                    <a:cubicBezTo>
                      <a:pt x="83" y="74"/>
                      <a:pt x="79" y="78"/>
                      <a:pt x="74" y="78"/>
                    </a:cubicBezTo>
                    <a:cubicBezTo>
                      <a:pt x="68" y="79"/>
                      <a:pt x="62" y="79"/>
                      <a:pt x="56" y="80"/>
                    </a:cubicBezTo>
                    <a:cubicBezTo>
                      <a:pt x="51" y="80"/>
                      <a:pt x="47" y="80"/>
                      <a:pt x="43" y="80"/>
                    </a:cubicBezTo>
                    <a:cubicBezTo>
                      <a:pt x="36" y="80"/>
                      <a:pt x="30" y="80"/>
                      <a:pt x="23" y="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0" name="Google Shape;2510;p27"/>
              <p:cNvSpPr/>
              <p:nvPr/>
            </p:nvSpPr>
            <p:spPr>
              <a:xfrm>
                <a:off x="3860280" y="4816440"/>
                <a:ext cx="7920" cy="51480"/>
              </a:xfrm>
              <a:custGeom>
                <a:avLst/>
                <a:gdLst/>
                <a:ahLst/>
                <a:cxnLst/>
                <a:rect l="l" t="t" r="r" b="b"/>
                <a:pathLst>
                  <a:path w="22" h="143" extrusionOk="0">
                    <a:moveTo>
                      <a:pt x="9" y="142"/>
                    </a:moveTo>
                    <a:cubicBezTo>
                      <a:pt x="4" y="140"/>
                      <a:pt x="1" y="135"/>
                      <a:pt x="2" y="130"/>
                    </a:cubicBezTo>
                    <a:cubicBezTo>
                      <a:pt x="2" y="120"/>
                      <a:pt x="2" y="111"/>
                      <a:pt x="1" y="102"/>
                    </a:cubicBezTo>
                    <a:cubicBezTo>
                      <a:pt x="0" y="92"/>
                      <a:pt x="0" y="82"/>
                      <a:pt x="0" y="72"/>
                    </a:cubicBezTo>
                    <a:cubicBezTo>
                      <a:pt x="0" y="62"/>
                      <a:pt x="1" y="51"/>
                      <a:pt x="1" y="41"/>
                    </a:cubicBezTo>
                    <a:cubicBezTo>
                      <a:pt x="2" y="30"/>
                      <a:pt x="2" y="19"/>
                      <a:pt x="3" y="9"/>
                    </a:cubicBezTo>
                    <a:cubicBezTo>
                      <a:pt x="3" y="4"/>
                      <a:pt x="7" y="0"/>
                      <a:pt x="12" y="0"/>
                    </a:cubicBezTo>
                    <a:cubicBezTo>
                      <a:pt x="17" y="1"/>
                      <a:pt x="21" y="5"/>
                      <a:pt x="20" y="10"/>
                    </a:cubicBezTo>
                    <a:cubicBezTo>
                      <a:pt x="20" y="23"/>
                      <a:pt x="18" y="37"/>
                      <a:pt x="18" y="51"/>
                    </a:cubicBezTo>
                    <a:cubicBezTo>
                      <a:pt x="18" y="65"/>
                      <a:pt x="18" y="78"/>
                      <a:pt x="18" y="92"/>
                    </a:cubicBezTo>
                    <a:cubicBezTo>
                      <a:pt x="19" y="100"/>
                      <a:pt x="20" y="108"/>
                      <a:pt x="20" y="117"/>
                    </a:cubicBezTo>
                    <a:cubicBezTo>
                      <a:pt x="20" y="121"/>
                      <a:pt x="21" y="125"/>
                      <a:pt x="21" y="130"/>
                    </a:cubicBezTo>
                    <a:cubicBezTo>
                      <a:pt x="21" y="133"/>
                      <a:pt x="21" y="137"/>
                      <a:pt x="18" y="139"/>
                    </a:cubicBezTo>
                    <a:cubicBezTo>
                      <a:pt x="16" y="141"/>
                      <a:pt x="14" y="142"/>
                      <a:pt x="11" y="142"/>
                    </a:cubicBezTo>
                    <a:cubicBezTo>
                      <a:pt x="11" y="142"/>
                      <a:pt x="10" y="142"/>
                      <a:pt x="9" y="1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1" name="Google Shape;2511;p27"/>
              <p:cNvSpPr/>
              <p:nvPr/>
            </p:nvSpPr>
            <p:spPr>
              <a:xfrm>
                <a:off x="3861360" y="4733280"/>
                <a:ext cx="9000" cy="60480"/>
              </a:xfrm>
              <a:custGeom>
                <a:avLst/>
                <a:gdLst/>
                <a:ahLst/>
                <a:cxnLst/>
                <a:rect l="l" t="t" r="r" b="b"/>
                <a:pathLst>
                  <a:path w="25" h="168" extrusionOk="0">
                    <a:moveTo>
                      <a:pt x="4" y="161"/>
                    </a:moveTo>
                    <a:cubicBezTo>
                      <a:pt x="3" y="158"/>
                      <a:pt x="3" y="156"/>
                      <a:pt x="3" y="153"/>
                    </a:cubicBezTo>
                    <a:cubicBezTo>
                      <a:pt x="3" y="150"/>
                      <a:pt x="3" y="146"/>
                      <a:pt x="2" y="143"/>
                    </a:cubicBezTo>
                    <a:cubicBezTo>
                      <a:pt x="2" y="135"/>
                      <a:pt x="2" y="128"/>
                      <a:pt x="1" y="120"/>
                    </a:cubicBezTo>
                    <a:lnTo>
                      <a:pt x="1" y="121"/>
                    </a:lnTo>
                    <a:cubicBezTo>
                      <a:pt x="1" y="120"/>
                      <a:pt x="1" y="119"/>
                      <a:pt x="1" y="119"/>
                    </a:cubicBezTo>
                    <a:cubicBezTo>
                      <a:pt x="1" y="115"/>
                      <a:pt x="1" y="112"/>
                      <a:pt x="1" y="109"/>
                    </a:cubicBezTo>
                    <a:cubicBezTo>
                      <a:pt x="1" y="108"/>
                      <a:pt x="1" y="106"/>
                      <a:pt x="1" y="105"/>
                    </a:cubicBezTo>
                    <a:lnTo>
                      <a:pt x="1" y="104"/>
                    </a:lnTo>
                    <a:cubicBezTo>
                      <a:pt x="0" y="88"/>
                      <a:pt x="0" y="73"/>
                      <a:pt x="1" y="58"/>
                    </a:cubicBezTo>
                    <a:cubicBezTo>
                      <a:pt x="1" y="41"/>
                      <a:pt x="0" y="24"/>
                      <a:pt x="0" y="8"/>
                    </a:cubicBezTo>
                    <a:cubicBezTo>
                      <a:pt x="0" y="3"/>
                      <a:pt x="4" y="0"/>
                      <a:pt x="9" y="0"/>
                    </a:cubicBezTo>
                    <a:cubicBezTo>
                      <a:pt x="14" y="0"/>
                      <a:pt x="17" y="4"/>
                      <a:pt x="17" y="9"/>
                    </a:cubicBezTo>
                    <a:cubicBezTo>
                      <a:pt x="17" y="23"/>
                      <a:pt x="18" y="37"/>
                      <a:pt x="18" y="51"/>
                    </a:cubicBezTo>
                    <a:cubicBezTo>
                      <a:pt x="18" y="62"/>
                      <a:pt x="18" y="74"/>
                      <a:pt x="18" y="86"/>
                    </a:cubicBezTo>
                    <a:lnTo>
                      <a:pt x="18" y="87"/>
                    </a:lnTo>
                    <a:lnTo>
                      <a:pt x="18" y="88"/>
                    </a:lnTo>
                    <a:lnTo>
                      <a:pt x="18" y="89"/>
                    </a:lnTo>
                    <a:cubicBezTo>
                      <a:pt x="18" y="90"/>
                      <a:pt x="18" y="91"/>
                      <a:pt x="18" y="92"/>
                    </a:cubicBezTo>
                    <a:cubicBezTo>
                      <a:pt x="18" y="93"/>
                      <a:pt x="18" y="93"/>
                      <a:pt x="18" y="94"/>
                    </a:cubicBezTo>
                    <a:lnTo>
                      <a:pt x="18" y="93"/>
                    </a:lnTo>
                    <a:cubicBezTo>
                      <a:pt x="18" y="94"/>
                      <a:pt x="18" y="94"/>
                      <a:pt x="18" y="94"/>
                    </a:cubicBezTo>
                    <a:cubicBezTo>
                      <a:pt x="18" y="95"/>
                      <a:pt x="18" y="95"/>
                      <a:pt x="18" y="96"/>
                    </a:cubicBezTo>
                    <a:lnTo>
                      <a:pt x="18" y="95"/>
                    </a:lnTo>
                    <a:cubicBezTo>
                      <a:pt x="18" y="96"/>
                      <a:pt x="18" y="97"/>
                      <a:pt x="18" y="97"/>
                    </a:cubicBezTo>
                    <a:cubicBezTo>
                      <a:pt x="18" y="98"/>
                      <a:pt x="18" y="98"/>
                      <a:pt x="18" y="98"/>
                    </a:cubicBezTo>
                    <a:cubicBezTo>
                      <a:pt x="18" y="99"/>
                      <a:pt x="18" y="100"/>
                      <a:pt x="18" y="101"/>
                    </a:cubicBezTo>
                    <a:lnTo>
                      <a:pt x="18" y="102"/>
                    </a:lnTo>
                    <a:lnTo>
                      <a:pt x="18" y="101"/>
                    </a:lnTo>
                    <a:cubicBezTo>
                      <a:pt x="18" y="102"/>
                      <a:pt x="18" y="102"/>
                      <a:pt x="18" y="102"/>
                    </a:cubicBezTo>
                    <a:cubicBezTo>
                      <a:pt x="18" y="103"/>
                      <a:pt x="18" y="103"/>
                      <a:pt x="18" y="103"/>
                    </a:cubicBezTo>
                    <a:lnTo>
                      <a:pt x="18" y="104"/>
                    </a:lnTo>
                    <a:lnTo>
                      <a:pt x="18" y="105"/>
                    </a:lnTo>
                    <a:cubicBezTo>
                      <a:pt x="18" y="104"/>
                      <a:pt x="18" y="104"/>
                      <a:pt x="18" y="104"/>
                    </a:cubicBezTo>
                    <a:cubicBezTo>
                      <a:pt x="20" y="120"/>
                      <a:pt x="20" y="136"/>
                      <a:pt x="22" y="152"/>
                    </a:cubicBezTo>
                    <a:cubicBezTo>
                      <a:pt x="22" y="153"/>
                      <a:pt x="22" y="154"/>
                      <a:pt x="22" y="154"/>
                    </a:cubicBezTo>
                    <a:cubicBezTo>
                      <a:pt x="24" y="160"/>
                      <a:pt x="20" y="165"/>
                      <a:pt x="15" y="167"/>
                    </a:cubicBezTo>
                    <a:cubicBezTo>
                      <a:pt x="15" y="167"/>
                      <a:pt x="14" y="167"/>
                      <a:pt x="13" y="167"/>
                    </a:cubicBezTo>
                    <a:cubicBezTo>
                      <a:pt x="10" y="167"/>
                      <a:pt x="6" y="164"/>
                      <a:pt x="4" y="16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2" name="Google Shape;2512;p27"/>
              <p:cNvSpPr/>
              <p:nvPr/>
            </p:nvSpPr>
            <p:spPr>
              <a:xfrm>
                <a:off x="3859560" y="4652280"/>
                <a:ext cx="11520" cy="48240"/>
              </a:xfrm>
              <a:custGeom>
                <a:avLst/>
                <a:gdLst/>
                <a:ahLst/>
                <a:cxnLst/>
                <a:rect l="l" t="t" r="r" b="b"/>
                <a:pathLst>
                  <a:path w="32" h="134" extrusionOk="0">
                    <a:moveTo>
                      <a:pt x="7" y="133"/>
                    </a:moveTo>
                    <a:cubicBezTo>
                      <a:pt x="3" y="132"/>
                      <a:pt x="0" y="126"/>
                      <a:pt x="1" y="122"/>
                    </a:cubicBezTo>
                    <a:cubicBezTo>
                      <a:pt x="1" y="118"/>
                      <a:pt x="2" y="114"/>
                      <a:pt x="2" y="109"/>
                    </a:cubicBezTo>
                    <a:cubicBezTo>
                      <a:pt x="2" y="110"/>
                      <a:pt x="2" y="110"/>
                      <a:pt x="2" y="110"/>
                    </a:cubicBezTo>
                    <a:cubicBezTo>
                      <a:pt x="3" y="107"/>
                      <a:pt x="3" y="104"/>
                      <a:pt x="3" y="101"/>
                    </a:cubicBezTo>
                    <a:lnTo>
                      <a:pt x="3" y="102"/>
                    </a:lnTo>
                    <a:cubicBezTo>
                      <a:pt x="3" y="98"/>
                      <a:pt x="4" y="95"/>
                      <a:pt x="4" y="91"/>
                    </a:cubicBezTo>
                    <a:cubicBezTo>
                      <a:pt x="4" y="92"/>
                      <a:pt x="4" y="92"/>
                      <a:pt x="4" y="92"/>
                    </a:cubicBezTo>
                    <a:cubicBezTo>
                      <a:pt x="4" y="89"/>
                      <a:pt x="4" y="87"/>
                      <a:pt x="5" y="84"/>
                    </a:cubicBezTo>
                    <a:lnTo>
                      <a:pt x="5" y="85"/>
                    </a:lnTo>
                    <a:cubicBezTo>
                      <a:pt x="6" y="75"/>
                      <a:pt x="7" y="64"/>
                      <a:pt x="8" y="54"/>
                    </a:cubicBezTo>
                    <a:lnTo>
                      <a:pt x="8" y="55"/>
                    </a:lnTo>
                    <a:cubicBezTo>
                      <a:pt x="8" y="54"/>
                      <a:pt x="8" y="53"/>
                      <a:pt x="8" y="52"/>
                    </a:cubicBezTo>
                    <a:lnTo>
                      <a:pt x="8" y="53"/>
                    </a:lnTo>
                    <a:cubicBezTo>
                      <a:pt x="8" y="52"/>
                      <a:pt x="8" y="52"/>
                      <a:pt x="8" y="52"/>
                    </a:cubicBezTo>
                    <a:cubicBezTo>
                      <a:pt x="8" y="51"/>
                      <a:pt x="8" y="50"/>
                      <a:pt x="8" y="49"/>
                    </a:cubicBezTo>
                    <a:lnTo>
                      <a:pt x="8" y="50"/>
                    </a:lnTo>
                    <a:cubicBezTo>
                      <a:pt x="8" y="48"/>
                      <a:pt x="9" y="47"/>
                      <a:pt x="9" y="45"/>
                    </a:cubicBezTo>
                    <a:lnTo>
                      <a:pt x="9" y="46"/>
                    </a:lnTo>
                    <a:cubicBezTo>
                      <a:pt x="9" y="45"/>
                      <a:pt x="9" y="45"/>
                      <a:pt x="9" y="45"/>
                    </a:cubicBezTo>
                    <a:lnTo>
                      <a:pt x="9" y="44"/>
                    </a:lnTo>
                    <a:lnTo>
                      <a:pt x="9" y="43"/>
                    </a:lnTo>
                    <a:lnTo>
                      <a:pt x="9" y="42"/>
                    </a:lnTo>
                    <a:cubicBezTo>
                      <a:pt x="10" y="31"/>
                      <a:pt x="11" y="20"/>
                      <a:pt x="12" y="8"/>
                    </a:cubicBezTo>
                    <a:cubicBezTo>
                      <a:pt x="13" y="3"/>
                      <a:pt x="17" y="0"/>
                      <a:pt x="22" y="0"/>
                    </a:cubicBezTo>
                    <a:cubicBezTo>
                      <a:pt x="26" y="0"/>
                      <a:pt x="31" y="5"/>
                      <a:pt x="30" y="9"/>
                    </a:cubicBezTo>
                    <a:cubicBezTo>
                      <a:pt x="29" y="24"/>
                      <a:pt x="27" y="38"/>
                      <a:pt x="26" y="52"/>
                    </a:cubicBezTo>
                    <a:cubicBezTo>
                      <a:pt x="26" y="53"/>
                      <a:pt x="26" y="54"/>
                      <a:pt x="26" y="54"/>
                    </a:cubicBezTo>
                    <a:lnTo>
                      <a:pt x="26" y="55"/>
                    </a:lnTo>
                    <a:cubicBezTo>
                      <a:pt x="25" y="59"/>
                      <a:pt x="25" y="65"/>
                      <a:pt x="24" y="69"/>
                    </a:cubicBezTo>
                    <a:cubicBezTo>
                      <a:pt x="23" y="79"/>
                      <a:pt x="22" y="90"/>
                      <a:pt x="22" y="100"/>
                    </a:cubicBezTo>
                    <a:cubicBezTo>
                      <a:pt x="21" y="104"/>
                      <a:pt x="21" y="108"/>
                      <a:pt x="21" y="113"/>
                    </a:cubicBezTo>
                    <a:cubicBezTo>
                      <a:pt x="20" y="117"/>
                      <a:pt x="20" y="121"/>
                      <a:pt x="19" y="125"/>
                    </a:cubicBezTo>
                    <a:cubicBezTo>
                      <a:pt x="19" y="130"/>
                      <a:pt x="14" y="133"/>
                      <a:pt x="10" y="133"/>
                    </a:cubicBezTo>
                    <a:cubicBezTo>
                      <a:pt x="9" y="133"/>
                      <a:pt x="8" y="133"/>
                      <a:pt x="7" y="1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3" name="Google Shape;2513;p27"/>
              <p:cNvSpPr/>
              <p:nvPr/>
            </p:nvSpPr>
            <p:spPr>
              <a:xfrm>
                <a:off x="3859200" y="4560480"/>
                <a:ext cx="9360" cy="56160"/>
              </a:xfrm>
              <a:custGeom>
                <a:avLst/>
                <a:gdLst/>
                <a:ahLst/>
                <a:cxnLst/>
                <a:rect l="l" t="t" r="r" b="b"/>
                <a:pathLst>
                  <a:path w="26" h="156" extrusionOk="0">
                    <a:moveTo>
                      <a:pt x="2" y="147"/>
                    </a:moveTo>
                    <a:cubicBezTo>
                      <a:pt x="2" y="145"/>
                      <a:pt x="1" y="142"/>
                      <a:pt x="1" y="140"/>
                    </a:cubicBezTo>
                    <a:cubicBezTo>
                      <a:pt x="1" y="137"/>
                      <a:pt x="1" y="134"/>
                      <a:pt x="1" y="131"/>
                    </a:cubicBezTo>
                    <a:cubicBezTo>
                      <a:pt x="1" y="128"/>
                      <a:pt x="1" y="125"/>
                      <a:pt x="1" y="122"/>
                    </a:cubicBezTo>
                    <a:cubicBezTo>
                      <a:pt x="0" y="113"/>
                      <a:pt x="1" y="104"/>
                      <a:pt x="1" y="94"/>
                    </a:cubicBezTo>
                    <a:cubicBezTo>
                      <a:pt x="2" y="74"/>
                      <a:pt x="4" y="54"/>
                      <a:pt x="6" y="34"/>
                    </a:cubicBezTo>
                    <a:cubicBezTo>
                      <a:pt x="7" y="26"/>
                      <a:pt x="7" y="17"/>
                      <a:pt x="8" y="9"/>
                    </a:cubicBezTo>
                    <a:cubicBezTo>
                      <a:pt x="8" y="4"/>
                      <a:pt x="12" y="0"/>
                      <a:pt x="16" y="0"/>
                    </a:cubicBezTo>
                    <a:cubicBezTo>
                      <a:pt x="21" y="0"/>
                      <a:pt x="25" y="5"/>
                      <a:pt x="25" y="10"/>
                    </a:cubicBezTo>
                    <a:cubicBezTo>
                      <a:pt x="23" y="29"/>
                      <a:pt x="22" y="48"/>
                      <a:pt x="20" y="67"/>
                    </a:cubicBezTo>
                    <a:cubicBezTo>
                      <a:pt x="20" y="76"/>
                      <a:pt x="19" y="85"/>
                      <a:pt x="19" y="94"/>
                    </a:cubicBezTo>
                    <a:cubicBezTo>
                      <a:pt x="19" y="103"/>
                      <a:pt x="19" y="112"/>
                      <a:pt x="19" y="120"/>
                    </a:cubicBezTo>
                    <a:cubicBezTo>
                      <a:pt x="19" y="126"/>
                      <a:pt x="19" y="131"/>
                      <a:pt x="19" y="137"/>
                    </a:cubicBezTo>
                    <a:cubicBezTo>
                      <a:pt x="23" y="140"/>
                      <a:pt x="24" y="146"/>
                      <a:pt x="20" y="150"/>
                    </a:cubicBezTo>
                    <a:lnTo>
                      <a:pt x="21" y="150"/>
                    </a:lnTo>
                    <a:cubicBezTo>
                      <a:pt x="19" y="152"/>
                      <a:pt x="17" y="154"/>
                      <a:pt x="13" y="155"/>
                    </a:cubicBezTo>
                    <a:lnTo>
                      <a:pt x="12" y="155"/>
                    </a:lnTo>
                    <a:cubicBezTo>
                      <a:pt x="8" y="155"/>
                      <a:pt x="4" y="151"/>
                      <a:pt x="2" y="14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4" name="Google Shape;2514;p27"/>
              <p:cNvSpPr/>
              <p:nvPr/>
            </p:nvSpPr>
            <p:spPr>
              <a:xfrm>
                <a:off x="3858120" y="4470480"/>
                <a:ext cx="9720" cy="6336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76" extrusionOk="0">
                    <a:moveTo>
                      <a:pt x="10" y="173"/>
                    </a:moveTo>
                    <a:cubicBezTo>
                      <a:pt x="6" y="170"/>
                      <a:pt x="5" y="165"/>
                      <a:pt x="5" y="161"/>
                    </a:cubicBezTo>
                    <a:cubicBezTo>
                      <a:pt x="4" y="154"/>
                      <a:pt x="4" y="147"/>
                      <a:pt x="3" y="140"/>
                    </a:cubicBezTo>
                    <a:cubicBezTo>
                      <a:pt x="3" y="126"/>
                      <a:pt x="2" y="111"/>
                      <a:pt x="1" y="97"/>
                    </a:cubicBezTo>
                    <a:cubicBezTo>
                      <a:pt x="1" y="87"/>
                      <a:pt x="1" y="79"/>
                      <a:pt x="1" y="69"/>
                    </a:cubicBezTo>
                    <a:cubicBezTo>
                      <a:pt x="0" y="49"/>
                      <a:pt x="1" y="28"/>
                      <a:pt x="1" y="8"/>
                    </a:cubicBezTo>
                    <a:cubicBezTo>
                      <a:pt x="1" y="3"/>
                      <a:pt x="5" y="0"/>
                      <a:pt x="10" y="0"/>
                    </a:cubicBezTo>
                    <a:cubicBezTo>
                      <a:pt x="14" y="0"/>
                      <a:pt x="18" y="5"/>
                      <a:pt x="18" y="9"/>
                    </a:cubicBezTo>
                    <a:cubicBezTo>
                      <a:pt x="18" y="29"/>
                      <a:pt x="18" y="49"/>
                      <a:pt x="18" y="69"/>
                    </a:cubicBezTo>
                    <a:cubicBezTo>
                      <a:pt x="18" y="84"/>
                      <a:pt x="19" y="98"/>
                      <a:pt x="20" y="113"/>
                    </a:cubicBezTo>
                    <a:cubicBezTo>
                      <a:pt x="20" y="122"/>
                      <a:pt x="21" y="130"/>
                      <a:pt x="21" y="139"/>
                    </a:cubicBezTo>
                    <a:cubicBezTo>
                      <a:pt x="22" y="146"/>
                      <a:pt x="22" y="153"/>
                      <a:pt x="23" y="160"/>
                    </a:cubicBezTo>
                    <a:cubicBezTo>
                      <a:pt x="26" y="163"/>
                      <a:pt x="26" y="167"/>
                      <a:pt x="24" y="171"/>
                    </a:cubicBezTo>
                    <a:cubicBezTo>
                      <a:pt x="22" y="174"/>
                      <a:pt x="19" y="175"/>
                      <a:pt x="16" y="175"/>
                    </a:cubicBezTo>
                    <a:cubicBezTo>
                      <a:pt x="14" y="175"/>
                      <a:pt x="11" y="175"/>
                      <a:pt x="10" y="1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5" name="Google Shape;2515;p27"/>
              <p:cNvSpPr/>
              <p:nvPr/>
            </p:nvSpPr>
            <p:spPr>
              <a:xfrm>
                <a:off x="3858120" y="4362840"/>
                <a:ext cx="10080" cy="64800"/>
              </a:xfrm>
              <a:custGeom>
                <a:avLst/>
                <a:gdLst/>
                <a:ahLst/>
                <a:cxnLst/>
                <a:rect l="l" t="t" r="r" b="b"/>
                <a:pathLst>
                  <a:path w="28" h="180" extrusionOk="0">
                    <a:moveTo>
                      <a:pt x="11" y="176"/>
                    </a:moveTo>
                    <a:cubicBezTo>
                      <a:pt x="7" y="173"/>
                      <a:pt x="6" y="167"/>
                      <a:pt x="5" y="162"/>
                    </a:cubicBezTo>
                    <a:cubicBezTo>
                      <a:pt x="5" y="157"/>
                      <a:pt x="4" y="153"/>
                      <a:pt x="4" y="149"/>
                    </a:cubicBezTo>
                    <a:cubicBezTo>
                      <a:pt x="2" y="139"/>
                      <a:pt x="2" y="129"/>
                      <a:pt x="1" y="119"/>
                    </a:cubicBezTo>
                    <a:cubicBezTo>
                      <a:pt x="0" y="100"/>
                      <a:pt x="0" y="81"/>
                      <a:pt x="1" y="62"/>
                    </a:cubicBezTo>
                    <a:cubicBezTo>
                      <a:pt x="1" y="44"/>
                      <a:pt x="2" y="26"/>
                      <a:pt x="3" y="8"/>
                    </a:cubicBezTo>
                    <a:cubicBezTo>
                      <a:pt x="3" y="3"/>
                      <a:pt x="7" y="0"/>
                      <a:pt x="12" y="0"/>
                    </a:cubicBezTo>
                    <a:cubicBezTo>
                      <a:pt x="16" y="1"/>
                      <a:pt x="19" y="4"/>
                      <a:pt x="19" y="9"/>
                    </a:cubicBezTo>
                    <a:cubicBezTo>
                      <a:pt x="19" y="23"/>
                      <a:pt x="19" y="38"/>
                      <a:pt x="18" y="52"/>
                    </a:cubicBezTo>
                    <a:cubicBezTo>
                      <a:pt x="17" y="65"/>
                      <a:pt x="17" y="78"/>
                      <a:pt x="18" y="90"/>
                    </a:cubicBezTo>
                    <a:cubicBezTo>
                      <a:pt x="19" y="112"/>
                      <a:pt x="20" y="133"/>
                      <a:pt x="23" y="154"/>
                    </a:cubicBezTo>
                    <a:lnTo>
                      <a:pt x="23" y="153"/>
                    </a:lnTo>
                    <a:cubicBezTo>
                      <a:pt x="23" y="157"/>
                      <a:pt x="24" y="160"/>
                      <a:pt x="25" y="164"/>
                    </a:cubicBezTo>
                    <a:cubicBezTo>
                      <a:pt x="27" y="167"/>
                      <a:pt x="27" y="171"/>
                      <a:pt x="25" y="174"/>
                    </a:cubicBezTo>
                    <a:cubicBezTo>
                      <a:pt x="23" y="177"/>
                      <a:pt x="20" y="179"/>
                      <a:pt x="17" y="179"/>
                    </a:cubicBezTo>
                    <a:cubicBezTo>
                      <a:pt x="15" y="179"/>
                      <a:pt x="13" y="178"/>
                      <a:pt x="11" y="1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6" name="Google Shape;2516;p27"/>
              <p:cNvSpPr/>
              <p:nvPr/>
            </p:nvSpPr>
            <p:spPr>
              <a:xfrm>
                <a:off x="3856320" y="4259520"/>
                <a:ext cx="7920" cy="62280"/>
              </a:xfrm>
              <a:custGeom>
                <a:avLst/>
                <a:gdLst/>
                <a:ahLst/>
                <a:cxnLst/>
                <a:rect l="l" t="t" r="r" b="b"/>
                <a:pathLst>
                  <a:path w="22" h="173" extrusionOk="0">
                    <a:moveTo>
                      <a:pt x="4" y="169"/>
                    </a:moveTo>
                    <a:cubicBezTo>
                      <a:pt x="4" y="169"/>
                      <a:pt x="4" y="170"/>
                      <a:pt x="5" y="170"/>
                    </a:cubicBezTo>
                    <a:cubicBezTo>
                      <a:pt x="2" y="168"/>
                      <a:pt x="2" y="165"/>
                      <a:pt x="1" y="162"/>
                    </a:cubicBezTo>
                    <a:cubicBezTo>
                      <a:pt x="0" y="159"/>
                      <a:pt x="0" y="156"/>
                      <a:pt x="0" y="154"/>
                    </a:cubicBezTo>
                    <a:cubicBezTo>
                      <a:pt x="0" y="150"/>
                      <a:pt x="0" y="145"/>
                      <a:pt x="0" y="141"/>
                    </a:cubicBezTo>
                    <a:cubicBezTo>
                      <a:pt x="1" y="131"/>
                      <a:pt x="1" y="121"/>
                      <a:pt x="1" y="111"/>
                    </a:cubicBezTo>
                    <a:cubicBezTo>
                      <a:pt x="2" y="92"/>
                      <a:pt x="2" y="74"/>
                      <a:pt x="2" y="55"/>
                    </a:cubicBezTo>
                    <a:cubicBezTo>
                      <a:pt x="1" y="39"/>
                      <a:pt x="1" y="24"/>
                      <a:pt x="0" y="8"/>
                    </a:cubicBezTo>
                    <a:cubicBezTo>
                      <a:pt x="0" y="4"/>
                      <a:pt x="4" y="1"/>
                      <a:pt x="8" y="1"/>
                    </a:cubicBezTo>
                    <a:cubicBezTo>
                      <a:pt x="13" y="0"/>
                      <a:pt x="17" y="4"/>
                      <a:pt x="17" y="8"/>
                    </a:cubicBezTo>
                    <a:cubicBezTo>
                      <a:pt x="18" y="29"/>
                      <a:pt x="18" y="50"/>
                      <a:pt x="19" y="71"/>
                    </a:cubicBezTo>
                    <a:cubicBezTo>
                      <a:pt x="19" y="89"/>
                      <a:pt x="19" y="108"/>
                      <a:pt x="19" y="127"/>
                    </a:cubicBezTo>
                    <a:cubicBezTo>
                      <a:pt x="19" y="134"/>
                      <a:pt x="19" y="142"/>
                      <a:pt x="19" y="149"/>
                    </a:cubicBezTo>
                    <a:lnTo>
                      <a:pt x="19" y="148"/>
                    </a:lnTo>
                    <a:cubicBezTo>
                      <a:pt x="19" y="152"/>
                      <a:pt x="19" y="155"/>
                      <a:pt x="20" y="159"/>
                    </a:cubicBezTo>
                    <a:cubicBezTo>
                      <a:pt x="21" y="162"/>
                      <a:pt x="21" y="165"/>
                      <a:pt x="19" y="168"/>
                    </a:cubicBezTo>
                    <a:cubicBezTo>
                      <a:pt x="17" y="170"/>
                      <a:pt x="14" y="172"/>
                      <a:pt x="11" y="172"/>
                    </a:cubicBezTo>
                    <a:cubicBezTo>
                      <a:pt x="9" y="172"/>
                      <a:pt x="6" y="171"/>
                      <a:pt x="4" y="16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7" name="Google Shape;2517;p27"/>
              <p:cNvSpPr/>
              <p:nvPr/>
            </p:nvSpPr>
            <p:spPr>
              <a:xfrm>
                <a:off x="3855960" y="4198320"/>
                <a:ext cx="9720" cy="4464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24" extrusionOk="0">
                    <a:moveTo>
                      <a:pt x="4" y="121"/>
                    </a:moveTo>
                    <a:cubicBezTo>
                      <a:pt x="1" y="119"/>
                      <a:pt x="0" y="116"/>
                      <a:pt x="0" y="111"/>
                    </a:cubicBezTo>
                    <a:lnTo>
                      <a:pt x="0" y="112"/>
                    </a:lnTo>
                    <a:cubicBezTo>
                      <a:pt x="0" y="111"/>
                      <a:pt x="0" y="111"/>
                      <a:pt x="0" y="111"/>
                    </a:cubicBezTo>
                    <a:lnTo>
                      <a:pt x="0" y="112"/>
                    </a:lnTo>
                    <a:lnTo>
                      <a:pt x="0" y="113"/>
                    </a:lnTo>
                    <a:cubicBezTo>
                      <a:pt x="0" y="110"/>
                      <a:pt x="0" y="107"/>
                      <a:pt x="0" y="104"/>
                    </a:cubicBezTo>
                    <a:cubicBezTo>
                      <a:pt x="0" y="101"/>
                      <a:pt x="1" y="98"/>
                      <a:pt x="1" y="94"/>
                    </a:cubicBezTo>
                    <a:cubicBezTo>
                      <a:pt x="1" y="88"/>
                      <a:pt x="3" y="81"/>
                      <a:pt x="3" y="75"/>
                    </a:cubicBezTo>
                    <a:cubicBezTo>
                      <a:pt x="3" y="72"/>
                      <a:pt x="4" y="69"/>
                      <a:pt x="4" y="66"/>
                    </a:cubicBezTo>
                    <a:cubicBezTo>
                      <a:pt x="4" y="65"/>
                      <a:pt x="4" y="65"/>
                      <a:pt x="4" y="65"/>
                    </a:cubicBezTo>
                    <a:cubicBezTo>
                      <a:pt x="5" y="57"/>
                      <a:pt x="5" y="49"/>
                      <a:pt x="6" y="40"/>
                    </a:cubicBezTo>
                    <a:cubicBezTo>
                      <a:pt x="7" y="30"/>
                      <a:pt x="8" y="19"/>
                      <a:pt x="8" y="9"/>
                    </a:cubicBezTo>
                    <a:cubicBezTo>
                      <a:pt x="9" y="4"/>
                      <a:pt x="12" y="0"/>
                      <a:pt x="18" y="1"/>
                    </a:cubicBezTo>
                    <a:cubicBezTo>
                      <a:pt x="22" y="1"/>
                      <a:pt x="26" y="5"/>
                      <a:pt x="26" y="10"/>
                    </a:cubicBezTo>
                    <a:cubicBezTo>
                      <a:pt x="24" y="35"/>
                      <a:pt x="22" y="61"/>
                      <a:pt x="20" y="87"/>
                    </a:cubicBezTo>
                    <a:cubicBezTo>
                      <a:pt x="20" y="86"/>
                      <a:pt x="20" y="86"/>
                      <a:pt x="20" y="86"/>
                    </a:cubicBezTo>
                    <a:cubicBezTo>
                      <a:pt x="19" y="94"/>
                      <a:pt x="19" y="101"/>
                      <a:pt x="18" y="109"/>
                    </a:cubicBezTo>
                    <a:cubicBezTo>
                      <a:pt x="18" y="110"/>
                      <a:pt x="19" y="111"/>
                      <a:pt x="19" y="112"/>
                    </a:cubicBezTo>
                    <a:cubicBezTo>
                      <a:pt x="19" y="114"/>
                      <a:pt x="19" y="117"/>
                      <a:pt x="17" y="118"/>
                    </a:cubicBezTo>
                    <a:cubicBezTo>
                      <a:pt x="15" y="121"/>
                      <a:pt x="12" y="123"/>
                      <a:pt x="10" y="123"/>
                    </a:cubicBezTo>
                    <a:cubicBezTo>
                      <a:pt x="8" y="123"/>
                      <a:pt x="6" y="123"/>
                      <a:pt x="4" y="1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8" name="Google Shape;2518;p27"/>
              <p:cNvSpPr/>
              <p:nvPr/>
            </p:nvSpPr>
            <p:spPr>
              <a:xfrm>
                <a:off x="3857040" y="4115160"/>
                <a:ext cx="9360" cy="62280"/>
              </a:xfrm>
              <a:custGeom>
                <a:avLst/>
                <a:gdLst/>
                <a:ahLst/>
                <a:cxnLst/>
                <a:rect l="l" t="t" r="r" b="b"/>
                <a:pathLst>
                  <a:path w="26" h="173" extrusionOk="0">
                    <a:moveTo>
                      <a:pt x="8" y="169"/>
                    </a:moveTo>
                    <a:cubicBezTo>
                      <a:pt x="7" y="167"/>
                      <a:pt x="6" y="165"/>
                      <a:pt x="5" y="162"/>
                    </a:cubicBezTo>
                    <a:cubicBezTo>
                      <a:pt x="5" y="160"/>
                      <a:pt x="5" y="157"/>
                      <a:pt x="5" y="154"/>
                    </a:cubicBezTo>
                    <a:cubicBezTo>
                      <a:pt x="4" y="150"/>
                      <a:pt x="4" y="145"/>
                      <a:pt x="3" y="140"/>
                    </a:cubicBezTo>
                    <a:cubicBezTo>
                      <a:pt x="2" y="130"/>
                      <a:pt x="2" y="120"/>
                      <a:pt x="1" y="111"/>
                    </a:cubicBezTo>
                    <a:cubicBezTo>
                      <a:pt x="0" y="101"/>
                      <a:pt x="0" y="91"/>
                      <a:pt x="0" y="83"/>
                    </a:cubicBezTo>
                    <a:cubicBezTo>
                      <a:pt x="0" y="72"/>
                      <a:pt x="0" y="62"/>
                      <a:pt x="1" y="52"/>
                    </a:cubicBezTo>
                    <a:cubicBezTo>
                      <a:pt x="1" y="38"/>
                      <a:pt x="2" y="23"/>
                      <a:pt x="3" y="8"/>
                    </a:cubicBezTo>
                    <a:cubicBezTo>
                      <a:pt x="3" y="3"/>
                      <a:pt x="7" y="0"/>
                      <a:pt x="12" y="0"/>
                    </a:cubicBezTo>
                    <a:cubicBezTo>
                      <a:pt x="16" y="0"/>
                      <a:pt x="20" y="4"/>
                      <a:pt x="20" y="9"/>
                    </a:cubicBezTo>
                    <a:cubicBezTo>
                      <a:pt x="19" y="22"/>
                      <a:pt x="19" y="35"/>
                      <a:pt x="18" y="48"/>
                    </a:cubicBezTo>
                    <a:cubicBezTo>
                      <a:pt x="18" y="60"/>
                      <a:pt x="18" y="72"/>
                      <a:pt x="18" y="84"/>
                    </a:cubicBezTo>
                    <a:cubicBezTo>
                      <a:pt x="18" y="90"/>
                      <a:pt x="18" y="97"/>
                      <a:pt x="18" y="102"/>
                    </a:cubicBezTo>
                    <a:cubicBezTo>
                      <a:pt x="19" y="109"/>
                      <a:pt x="19" y="115"/>
                      <a:pt x="20" y="121"/>
                    </a:cubicBezTo>
                    <a:cubicBezTo>
                      <a:pt x="21" y="134"/>
                      <a:pt x="22" y="146"/>
                      <a:pt x="24" y="158"/>
                    </a:cubicBezTo>
                    <a:cubicBezTo>
                      <a:pt x="24" y="159"/>
                      <a:pt x="24" y="159"/>
                      <a:pt x="24" y="160"/>
                    </a:cubicBezTo>
                    <a:cubicBezTo>
                      <a:pt x="25" y="162"/>
                      <a:pt x="25" y="165"/>
                      <a:pt x="23" y="168"/>
                    </a:cubicBezTo>
                    <a:cubicBezTo>
                      <a:pt x="22" y="171"/>
                      <a:pt x="19" y="172"/>
                      <a:pt x="15" y="172"/>
                    </a:cubicBezTo>
                    <a:cubicBezTo>
                      <a:pt x="13" y="172"/>
                      <a:pt x="10" y="171"/>
                      <a:pt x="8" y="16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9" name="Google Shape;2519;p27"/>
              <p:cNvSpPr/>
              <p:nvPr/>
            </p:nvSpPr>
            <p:spPr>
              <a:xfrm>
                <a:off x="3846960" y="4072680"/>
                <a:ext cx="21600" cy="47160"/>
              </a:xfrm>
              <a:custGeom>
                <a:avLst/>
                <a:gdLst/>
                <a:ahLst/>
                <a:cxnLst/>
                <a:rect l="l" t="t" r="r" b="b"/>
                <a:pathLst>
                  <a:path w="60" h="131" extrusionOk="0">
                    <a:moveTo>
                      <a:pt x="9" y="130"/>
                    </a:moveTo>
                    <a:cubicBezTo>
                      <a:pt x="3" y="129"/>
                      <a:pt x="0" y="123"/>
                      <a:pt x="1" y="117"/>
                    </a:cubicBezTo>
                    <a:cubicBezTo>
                      <a:pt x="4" y="109"/>
                      <a:pt x="8" y="99"/>
                      <a:pt x="11" y="91"/>
                    </a:cubicBezTo>
                    <a:cubicBezTo>
                      <a:pt x="14" y="81"/>
                      <a:pt x="18" y="72"/>
                      <a:pt x="21" y="63"/>
                    </a:cubicBezTo>
                    <a:cubicBezTo>
                      <a:pt x="24" y="53"/>
                      <a:pt x="28" y="44"/>
                      <a:pt x="31" y="35"/>
                    </a:cubicBezTo>
                    <a:cubicBezTo>
                      <a:pt x="34" y="26"/>
                      <a:pt x="36" y="17"/>
                      <a:pt x="39" y="8"/>
                    </a:cubicBezTo>
                    <a:cubicBezTo>
                      <a:pt x="41" y="3"/>
                      <a:pt x="45" y="0"/>
                      <a:pt x="50" y="1"/>
                    </a:cubicBezTo>
                    <a:cubicBezTo>
                      <a:pt x="54" y="2"/>
                      <a:pt x="59" y="7"/>
                      <a:pt x="57" y="12"/>
                    </a:cubicBezTo>
                    <a:cubicBezTo>
                      <a:pt x="56" y="19"/>
                      <a:pt x="54" y="27"/>
                      <a:pt x="54" y="35"/>
                    </a:cubicBezTo>
                    <a:cubicBezTo>
                      <a:pt x="53" y="42"/>
                      <a:pt x="53" y="48"/>
                      <a:pt x="52" y="54"/>
                    </a:cubicBezTo>
                    <a:cubicBezTo>
                      <a:pt x="52" y="61"/>
                      <a:pt x="52" y="68"/>
                      <a:pt x="52" y="75"/>
                    </a:cubicBezTo>
                    <a:cubicBezTo>
                      <a:pt x="53" y="83"/>
                      <a:pt x="53" y="91"/>
                      <a:pt x="54" y="99"/>
                    </a:cubicBezTo>
                    <a:cubicBezTo>
                      <a:pt x="54" y="99"/>
                      <a:pt x="54" y="100"/>
                      <a:pt x="55" y="101"/>
                    </a:cubicBezTo>
                    <a:cubicBezTo>
                      <a:pt x="55" y="103"/>
                      <a:pt x="55" y="106"/>
                      <a:pt x="53" y="108"/>
                    </a:cubicBezTo>
                    <a:cubicBezTo>
                      <a:pt x="52" y="110"/>
                      <a:pt x="50" y="111"/>
                      <a:pt x="47" y="112"/>
                    </a:cubicBezTo>
                    <a:cubicBezTo>
                      <a:pt x="42" y="113"/>
                      <a:pt x="37" y="109"/>
                      <a:pt x="36" y="104"/>
                    </a:cubicBezTo>
                    <a:cubicBezTo>
                      <a:pt x="35" y="96"/>
                      <a:pt x="35" y="87"/>
                      <a:pt x="34" y="79"/>
                    </a:cubicBezTo>
                    <a:cubicBezTo>
                      <a:pt x="32" y="84"/>
                      <a:pt x="31" y="89"/>
                      <a:pt x="29" y="95"/>
                    </a:cubicBezTo>
                    <a:cubicBezTo>
                      <a:pt x="26" y="103"/>
                      <a:pt x="22" y="112"/>
                      <a:pt x="20" y="121"/>
                    </a:cubicBezTo>
                    <a:lnTo>
                      <a:pt x="20" y="122"/>
                    </a:lnTo>
                    <a:cubicBezTo>
                      <a:pt x="19" y="127"/>
                      <a:pt x="15" y="130"/>
                      <a:pt x="10" y="130"/>
                    </a:cubicBezTo>
                    <a:lnTo>
                      <a:pt x="9" y="13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20" name="Google Shape;2520;p27"/>
              <p:cNvSpPr/>
              <p:nvPr/>
            </p:nvSpPr>
            <p:spPr>
              <a:xfrm>
                <a:off x="3885840" y="4080600"/>
                <a:ext cx="28080" cy="96480"/>
              </a:xfrm>
              <a:custGeom>
                <a:avLst/>
                <a:gdLst/>
                <a:ahLst/>
                <a:cxnLst/>
                <a:rect l="l" t="t" r="r" b="b"/>
                <a:pathLst>
                  <a:path w="78" h="268" extrusionOk="0">
                    <a:moveTo>
                      <a:pt x="52" y="99"/>
                    </a:moveTo>
                    <a:cubicBezTo>
                      <a:pt x="51" y="103"/>
                      <a:pt x="49" y="106"/>
                      <a:pt x="47" y="110"/>
                    </a:cubicBezTo>
                    <a:cubicBezTo>
                      <a:pt x="47" y="112"/>
                      <a:pt x="45" y="113"/>
                      <a:pt x="45" y="115"/>
                    </a:cubicBezTo>
                    <a:cubicBezTo>
                      <a:pt x="47" y="113"/>
                      <a:pt x="49" y="113"/>
                      <a:pt x="52" y="113"/>
                    </a:cubicBezTo>
                    <a:cubicBezTo>
                      <a:pt x="52" y="108"/>
                      <a:pt x="52" y="103"/>
                      <a:pt x="53" y="98"/>
                    </a:cubicBezTo>
                    <a:cubicBezTo>
                      <a:pt x="52" y="98"/>
                      <a:pt x="52" y="99"/>
                      <a:pt x="52" y="99"/>
                    </a:cubicBezTo>
                    <a:moveTo>
                      <a:pt x="34" y="249"/>
                    </a:moveTo>
                    <a:cubicBezTo>
                      <a:pt x="34" y="248"/>
                      <a:pt x="34" y="248"/>
                      <a:pt x="34" y="248"/>
                    </a:cubicBezTo>
                    <a:lnTo>
                      <a:pt x="35" y="248"/>
                    </a:lnTo>
                    <a:lnTo>
                      <a:pt x="35" y="247"/>
                    </a:lnTo>
                    <a:cubicBezTo>
                      <a:pt x="35" y="246"/>
                      <a:pt x="35" y="246"/>
                      <a:pt x="36" y="246"/>
                    </a:cubicBezTo>
                    <a:cubicBezTo>
                      <a:pt x="37" y="242"/>
                      <a:pt x="38" y="239"/>
                      <a:pt x="39" y="235"/>
                    </a:cubicBezTo>
                    <a:lnTo>
                      <a:pt x="39" y="234"/>
                    </a:lnTo>
                    <a:cubicBezTo>
                      <a:pt x="39" y="235"/>
                      <a:pt x="39" y="235"/>
                      <a:pt x="39" y="235"/>
                    </a:cubicBezTo>
                    <a:cubicBezTo>
                      <a:pt x="39" y="234"/>
                      <a:pt x="39" y="234"/>
                      <a:pt x="39" y="233"/>
                    </a:cubicBezTo>
                    <a:cubicBezTo>
                      <a:pt x="41" y="225"/>
                      <a:pt x="42" y="216"/>
                      <a:pt x="44" y="207"/>
                    </a:cubicBezTo>
                    <a:cubicBezTo>
                      <a:pt x="45" y="199"/>
                      <a:pt x="47" y="190"/>
                      <a:pt x="47" y="182"/>
                    </a:cubicBezTo>
                    <a:cubicBezTo>
                      <a:pt x="48" y="173"/>
                      <a:pt x="49" y="163"/>
                      <a:pt x="50" y="154"/>
                    </a:cubicBezTo>
                    <a:cubicBezTo>
                      <a:pt x="50" y="148"/>
                      <a:pt x="51" y="142"/>
                      <a:pt x="51" y="136"/>
                    </a:cubicBezTo>
                    <a:cubicBezTo>
                      <a:pt x="45" y="144"/>
                      <a:pt x="40" y="153"/>
                      <a:pt x="35" y="162"/>
                    </a:cubicBezTo>
                    <a:cubicBezTo>
                      <a:pt x="35" y="161"/>
                      <a:pt x="35" y="161"/>
                      <a:pt x="35" y="161"/>
                    </a:cubicBezTo>
                    <a:cubicBezTo>
                      <a:pt x="31" y="168"/>
                      <a:pt x="28" y="175"/>
                      <a:pt x="26" y="182"/>
                    </a:cubicBezTo>
                    <a:cubicBezTo>
                      <a:pt x="24" y="187"/>
                      <a:pt x="22" y="192"/>
                      <a:pt x="21" y="197"/>
                    </a:cubicBezTo>
                    <a:lnTo>
                      <a:pt x="21" y="198"/>
                    </a:lnTo>
                    <a:cubicBezTo>
                      <a:pt x="21" y="197"/>
                      <a:pt x="21" y="197"/>
                      <a:pt x="21" y="197"/>
                    </a:cubicBezTo>
                    <a:cubicBezTo>
                      <a:pt x="20" y="201"/>
                      <a:pt x="19" y="205"/>
                      <a:pt x="19" y="208"/>
                    </a:cubicBezTo>
                    <a:cubicBezTo>
                      <a:pt x="19" y="212"/>
                      <a:pt x="19" y="215"/>
                      <a:pt x="19" y="219"/>
                    </a:cubicBezTo>
                    <a:cubicBezTo>
                      <a:pt x="19" y="222"/>
                      <a:pt x="19" y="224"/>
                      <a:pt x="19" y="227"/>
                    </a:cubicBezTo>
                    <a:cubicBezTo>
                      <a:pt x="20" y="229"/>
                      <a:pt x="20" y="231"/>
                      <a:pt x="20" y="233"/>
                    </a:cubicBezTo>
                    <a:cubicBezTo>
                      <a:pt x="21" y="235"/>
                      <a:pt x="21" y="236"/>
                      <a:pt x="22" y="237"/>
                    </a:cubicBezTo>
                    <a:cubicBezTo>
                      <a:pt x="23" y="239"/>
                      <a:pt x="23" y="239"/>
                      <a:pt x="24" y="240"/>
                    </a:cubicBezTo>
                    <a:cubicBezTo>
                      <a:pt x="25" y="242"/>
                      <a:pt x="27" y="243"/>
                      <a:pt x="28" y="245"/>
                    </a:cubicBezTo>
                    <a:cubicBezTo>
                      <a:pt x="28" y="246"/>
                      <a:pt x="29" y="246"/>
                      <a:pt x="30" y="246"/>
                    </a:cubicBezTo>
                    <a:cubicBezTo>
                      <a:pt x="30" y="247"/>
                      <a:pt x="31" y="247"/>
                      <a:pt x="32" y="248"/>
                    </a:cubicBezTo>
                    <a:lnTo>
                      <a:pt x="33" y="248"/>
                    </a:lnTo>
                    <a:lnTo>
                      <a:pt x="33" y="249"/>
                    </a:lnTo>
                    <a:lnTo>
                      <a:pt x="34" y="249"/>
                    </a:lnTo>
                    <a:moveTo>
                      <a:pt x="28" y="266"/>
                    </a:moveTo>
                    <a:cubicBezTo>
                      <a:pt x="21" y="264"/>
                      <a:pt x="17" y="260"/>
                      <a:pt x="13" y="256"/>
                    </a:cubicBezTo>
                    <a:cubicBezTo>
                      <a:pt x="11" y="253"/>
                      <a:pt x="9" y="251"/>
                      <a:pt x="8" y="249"/>
                    </a:cubicBezTo>
                    <a:cubicBezTo>
                      <a:pt x="6" y="247"/>
                      <a:pt x="5" y="244"/>
                      <a:pt x="5" y="242"/>
                    </a:cubicBezTo>
                    <a:cubicBezTo>
                      <a:pt x="2" y="235"/>
                      <a:pt x="1" y="228"/>
                      <a:pt x="1" y="222"/>
                    </a:cubicBezTo>
                    <a:cubicBezTo>
                      <a:pt x="0" y="197"/>
                      <a:pt x="9" y="172"/>
                      <a:pt x="21" y="151"/>
                    </a:cubicBezTo>
                    <a:cubicBezTo>
                      <a:pt x="26" y="141"/>
                      <a:pt x="32" y="133"/>
                      <a:pt x="38" y="124"/>
                    </a:cubicBezTo>
                    <a:cubicBezTo>
                      <a:pt x="37" y="124"/>
                      <a:pt x="37" y="125"/>
                      <a:pt x="36" y="126"/>
                    </a:cubicBezTo>
                    <a:cubicBezTo>
                      <a:pt x="33" y="129"/>
                      <a:pt x="27" y="131"/>
                      <a:pt x="22" y="130"/>
                    </a:cubicBezTo>
                    <a:cubicBezTo>
                      <a:pt x="20" y="129"/>
                      <a:pt x="18" y="128"/>
                      <a:pt x="16" y="126"/>
                    </a:cubicBezTo>
                    <a:cubicBezTo>
                      <a:pt x="14" y="124"/>
                      <a:pt x="13" y="122"/>
                      <a:pt x="13" y="119"/>
                    </a:cubicBezTo>
                    <a:cubicBezTo>
                      <a:pt x="12" y="114"/>
                      <a:pt x="11" y="109"/>
                      <a:pt x="10" y="103"/>
                    </a:cubicBezTo>
                    <a:cubicBezTo>
                      <a:pt x="9" y="95"/>
                      <a:pt x="9" y="85"/>
                      <a:pt x="9" y="77"/>
                    </a:cubicBezTo>
                    <a:cubicBezTo>
                      <a:pt x="9" y="66"/>
                      <a:pt x="9" y="55"/>
                      <a:pt x="9" y="45"/>
                    </a:cubicBezTo>
                    <a:cubicBezTo>
                      <a:pt x="9" y="40"/>
                      <a:pt x="9" y="35"/>
                      <a:pt x="9" y="31"/>
                    </a:cubicBezTo>
                    <a:cubicBezTo>
                      <a:pt x="10" y="22"/>
                      <a:pt x="10" y="14"/>
                      <a:pt x="13" y="6"/>
                    </a:cubicBezTo>
                    <a:cubicBezTo>
                      <a:pt x="15" y="1"/>
                      <a:pt x="21" y="0"/>
                      <a:pt x="26" y="1"/>
                    </a:cubicBezTo>
                    <a:cubicBezTo>
                      <a:pt x="30" y="4"/>
                      <a:pt x="33" y="10"/>
                      <a:pt x="30" y="14"/>
                    </a:cubicBezTo>
                    <a:cubicBezTo>
                      <a:pt x="30" y="15"/>
                      <a:pt x="30" y="15"/>
                      <a:pt x="30" y="16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8" y="20"/>
                      <a:pt x="28" y="21"/>
                      <a:pt x="28" y="24"/>
                    </a:cubicBezTo>
                    <a:cubicBezTo>
                      <a:pt x="28" y="23"/>
                      <a:pt x="28" y="23"/>
                      <a:pt x="28" y="22"/>
                    </a:cubicBezTo>
                    <a:cubicBezTo>
                      <a:pt x="27" y="29"/>
                      <a:pt x="27" y="36"/>
                      <a:pt x="27" y="43"/>
                    </a:cubicBezTo>
                    <a:cubicBezTo>
                      <a:pt x="27" y="51"/>
                      <a:pt x="27" y="59"/>
                      <a:pt x="27" y="66"/>
                    </a:cubicBezTo>
                    <a:cubicBezTo>
                      <a:pt x="27" y="79"/>
                      <a:pt x="27" y="92"/>
                      <a:pt x="29" y="105"/>
                    </a:cubicBezTo>
                    <a:cubicBezTo>
                      <a:pt x="29" y="105"/>
                      <a:pt x="29" y="104"/>
                      <a:pt x="29" y="103"/>
                    </a:cubicBezTo>
                    <a:cubicBezTo>
                      <a:pt x="29" y="104"/>
                      <a:pt x="29" y="105"/>
                      <a:pt x="30" y="105"/>
                    </a:cubicBezTo>
                    <a:cubicBezTo>
                      <a:pt x="30" y="103"/>
                      <a:pt x="30" y="103"/>
                      <a:pt x="31" y="102"/>
                    </a:cubicBezTo>
                    <a:cubicBezTo>
                      <a:pt x="35" y="93"/>
                      <a:pt x="40" y="84"/>
                      <a:pt x="43" y="75"/>
                    </a:cubicBezTo>
                    <a:cubicBezTo>
                      <a:pt x="48" y="62"/>
                      <a:pt x="52" y="49"/>
                      <a:pt x="55" y="35"/>
                    </a:cubicBezTo>
                    <a:lnTo>
                      <a:pt x="55" y="36"/>
                    </a:lnTo>
                    <a:cubicBezTo>
                      <a:pt x="55" y="35"/>
                      <a:pt x="55" y="35"/>
                      <a:pt x="55" y="35"/>
                    </a:cubicBezTo>
                    <a:cubicBezTo>
                      <a:pt x="56" y="33"/>
                      <a:pt x="56" y="32"/>
                      <a:pt x="56" y="30"/>
                    </a:cubicBezTo>
                    <a:cubicBezTo>
                      <a:pt x="57" y="28"/>
                      <a:pt x="57" y="26"/>
                      <a:pt x="58" y="24"/>
                    </a:cubicBezTo>
                    <a:cubicBezTo>
                      <a:pt x="59" y="20"/>
                      <a:pt x="63" y="17"/>
                      <a:pt x="68" y="18"/>
                    </a:cubicBezTo>
                    <a:cubicBezTo>
                      <a:pt x="73" y="19"/>
                      <a:pt x="77" y="24"/>
                      <a:pt x="76" y="29"/>
                    </a:cubicBezTo>
                    <a:cubicBezTo>
                      <a:pt x="76" y="29"/>
                      <a:pt x="76" y="30"/>
                      <a:pt x="76" y="31"/>
                    </a:cubicBezTo>
                    <a:cubicBezTo>
                      <a:pt x="75" y="34"/>
                      <a:pt x="75" y="35"/>
                      <a:pt x="75" y="38"/>
                    </a:cubicBezTo>
                    <a:lnTo>
                      <a:pt x="75" y="37"/>
                    </a:lnTo>
                    <a:lnTo>
                      <a:pt x="75" y="38"/>
                    </a:lnTo>
                    <a:lnTo>
                      <a:pt x="75" y="37"/>
                    </a:lnTo>
                    <a:lnTo>
                      <a:pt x="75" y="36"/>
                    </a:lnTo>
                    <a:cubicBezTo>
                      <a:pt x="75" y="37"/>
                      <a:pt x="75" y="38"/>
                      <a:pt x="75" y="38"/>
                    </a:cubicBezTo>
                    <a:lnTo>
                      <a:pt x="75" y="39"/>
                    </a:lnTo>
                    <a:cubicBezTo>
                      <a:pt x="75" y="39"/>
                      <a:pt x="74" y="40"/>
                      <a:pt x="74" y="41"/>
                    </a:cubicBezTo>
                    <a:lnTo>
                      <a:pt x="74" y="40"/>
                    </a:lnTo>
                    <a:cubicBezTo>
                      <a:pt x="74" y="43"/>
                      <a:pt x="74" y="45"/>
                      <a:pt x="73" y="48"/>
                    </a:cubicBezTo>
                    <a:cubicBezTo>
                      <a:pt x="73" y="48"/>
                      <a:pt x="73" y="47"/>
                      <a:pt x="73" y="46"/>
                    </a:cubicBezTo>
                    <a:cubicBezTo>
                      <a:pt x="72" y="66"/>
                      <a:pt x="70" y="86"/>
                      <a:pt x="70" y="105"/>
                    </a:cubicBezTo>
                    <a:cubicBezTo>
                      <a:pt x="69" y="126"/>
                      <a:pt x="68" y="146"/>
                      <a:pt x="66" y="166"/>
                    </a:cubicBezTo>
                    <a:cubicBezTo>
                      <a:pt x="65" y="185"/>
                      <a:pt x="62" y="205"/>
                      <a:pt x="59" y="224"/>
                    </a:cubicBezTo>
                    <a:cubicBezTo>
                      <a:pt x="58" y="229"/>
                      <a:pt x="58" y="234"/>
                      <a:pt x="56" y="239"/>
                    </a:cubicBezTo>
                    <a:cubicBezTo>
                      <a:pt x="55" y="249"/>
                      <a:pt x="52" y="260"/>
                      <a:pt x="43" y="265"/>
                    </a:cubicBezTo>
                    <a:cubicBezTo>
                      <a:pt x="40" y="266"/>
                      <a:pt x="37" y="267"/>
                      <a:pt x="34" y="267"/>
                    </a:cubicBezTo>
                    <a:cubicBezTo>
                      <a:pt x="31" y="267"/>
                      <a:pt x="30" y="267"/>
                      <a:pt x="28" y="2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21" name="Google Shape;2521;p27"/>
              <p:cNvSpPr/>
              <p:nvPr/>
            </p:nvSpPr>
            <p:spPr>
              <a:xfrm>
                <a:off x="3934800" y="4078080"/>
                <a:ext cx="24840" cy="31680"/>
              </a:xfrm>
              <a:custGeom>
                <a:avLst/>
                <a:gdLst/>
                <a:ahLst/>
                <a:cxnLst/>
                <a:rect l="l" t="t" r="r" b="b"/>
                <a:pathLst>
                  <a:path w="69" h="88" extrusionOk="0">
                    <a:moveTo>
                      <a:pt x="8" y="80"/>
                    </a:moveTo>
                    <a:cubicBezTo>
                      <a:pt x="4" y="74"/>
                      <a:pt x="7" y="66"/>
                      <a:pt x="10" y="60"/>
                    </a:cubicBezTo>
                    <a:lnTo>
                      <a:pt x="10" y="59"/>
                    </a:lnTo>
                    <a:cubicBezTo>
                      <a:pt x="12" y="54"/>
                      <a:pt x="14" y="49"/>
                      <a:pt x="15" y="43"/>
                    </a:cubicBezTo>
                    <a:cubicBezTo>
                      <a:pt x="11" y="42"/>
                      <a:pt x="6" y="40"/>
                      <a:pt x="4" y="35"/>
                    </a:cubicBezTo>
                    <a:cubicBezTo>
                      <a:pt x="0" y="28"/>
                      <a:pt x="3" y="20"/>
                      <a:pt x="7" y="13"/>
                    </a:cubicBezTo>
                    <a:cubicBezTo>
                      <a:pt x="8" y="10"/>
                      <a:pt x="11" y="7"/>
                      <a:pt x="14" y="5"/>
                    </a:cubicBezTo>
                    <a:cubicBezTo>
                      <a:pt x="17" y="3"/>
                      <a:pt x="20" y="1"/>
                      <a:pt x="24" y="0"/>
                    </a:cubicBezTo>
                    <a:cubicBezTo>
                      <a:pt x="28" y="0"/>
                      <a:pt x="32" y="2"/>
                      <a:pt x="35" y="4"/>
                    </a:cubicBezTo>
                    <a:cubicBezTo>
                      <a:pt x="38" y="8"/>
                      <a:pt x="39" y="12"/>
                      <a:pt x="39" y="16"/>
                    </a:cubicBezTo>
                    <a:cubicBezTo>
                      <a:pt x="40" y="24"/>
                      <a:pt x="38" y="31"/>
                      <a:pt x="36" y="39"/>
                    </a:cubicBezTo>
                    <a:cubicBezTo>
                      <a:pt x="35" y="43"/>
                      <a:pt x="33" y="46"/>
                      <a:pt x="32" y="50"/>
                    </a:cubicBezTo>
                    <a:cubicBezTo>
                      <a:pt x="31" y="54"/>
                      <a:pt x="30" y="57"/>
                      <a:pt x="29" y="61"/>
                    </a:cubicBezTo>
                    <a:cubicBezTo>
                      <a:pt x="28" y="63"/>
                      <a:pt x="28" y="64"/>
                      <a:pt x="27" y="66"/>
                    </a:cubicBezTo>
                    <a:cubicBezTo>
                      <a:pt x="28" y="66"/>
                      <a:pt x="30" y="65"/>
                      <a:pt x="31" y="64"/>
                    </a:cubicBezTo>
                    <a:cubicBezTo>
                      <a:pt x="34" y="63"/>
                      <a:pt x="37" y="62"/>
                      <a:pt x="40" y="60"/>
                    </a:cubicBezTo>
                    <a:cubicBezTo>
                      <a:pt x="43" y="59"/>
                      <a:pt x="46" y="57"/>
                      <a:pt x="49" y="55"/>
                    </a:cubicBezTo>
                    <a:cubicBezTo>
                      <a:pt x="50" y="55"/>
                      <a:pt x="52" y="53"/>
                      <a:pt x="53" y="52"/>
                    </a:cubicBezTo>
                    <a:cubicBezTo>
                      <a:pt x="58" y="50"/>
                      <a:pt x="63" y="50"/>
                      <a:pt x="66" y="55"/>
                    </a:cubicBezTo>
                    <a:cubicBezTo>
                      <a:pt x="68" y="59"/>
                      <a:pt x="68" y="64"/>
                      <a:pt x="64" y="67"/>
                    </a:cubicBezTo>
                    <a:cubicBezTo>
                      <a:pt x="54" y="73"/>
                      <a:pt x="45" y="79"/>
                      <a:pt x="34" y="83"/>
                    </a:cubicBezTo>
                    <a:cubicBezTo>
                      <a:pt x="30" y="85"/>
                      <a:pt x="25" y="87"/>
                      <a:pt x="21" y="87"/>
                    </a:cubicBezTo>
                    <a:cubicBezTo>
                      <a:pt x="15" y="87"/>
                      <a:pt x="11" y="85"/>
                      <a:pt x="8" y="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22" name="Google Shape;2522;p27"/>
              <p:cNvSpPr/>
              <p:nvPr/>
            </p:nvSpPr>
            <p:spPr>
              <a:xfrm>
                <a:off x="3223080" y="4553640"/>
                <a:ext cx="16920" cy="24840"/>
              </a:xfrm>
              <a:custGeom>
                <a:avLst/>
                <a:gdLst/>
                <a:ahLst/>
                <a:cxnLst/>
                <a:rect l="l" t="t" r="r" b="b"/>
                <a:pathLst>
                  <a:path w="47" h="69" extrusionOk="0">
                    <a:moveTo>
                      <a:pt x="29" y="65"/>
                    </a:moveTo>
                    <a:cubicBezTo>
                      <a:pt x="20" y="56"/>
                      <a:pt x="11" y="45"/>
                      <a:pt x="4" y="34"/>
                    </a:cubicBezTo>
                    <a:cubicBezTo>
                      <a:pt x="3" y="31"/>
                      <a:pt x="2" y="29"/>
                      <a:pt x="1" y="26"/>
                    </a:cubicBezTo>
                    <a:cubicBezTo>
                      <a:pt x="0" y="23"/>
                      <a:pt x="0" y="21"/>
                      <a:pt x="0" y="18"/>
                    </a:cubicBezTo>
                    <a:cubicBezTo>
                      <a:pt x="0" y="12"/>
                      <a:pt x="2" y="7"/>
                      <a:pt x="6" y="4"/>
                    </a:cubicBezTo>
                    <a:cubicBezTo>
                      <a:pt x="11" y="0"/>
                      <a:pt x="18" y="3"/>
                      <a:pt x="23" y="6"/>
                    </a:cubicBezTo>
                    <a:cubicBezTo>
                      <a:pt x="27" y="8"/>
                      <a:pt x="28" y="15"/>
                      <a:pt x="26" y="19"/>
                    </a:cubicBezTo>
                    <a:cubicBezTo>
                      <a:pt x="24" y="21"/>
                      <a:pt x="22" y="23"/>
                      <a:pt x="20" y="23"/>
                    </a:cubicBezTo>
                    <a:cubicBezTo>
                      <a:pt x="20" y="25"/>
                      <a:pt x="21" y="25"/>
                      <a:pt x="21" y="26"/>
                    </a:cubicBezTo>
                    <a:cubicBezTo>
                      <a:pt x="24" y="31"/>
                      <a:pt x="28" y="36"/>
                      <a:pt x="31" y="40"/>
                    </a:cubicBezTo>
                    <a:cubicBezTo>
                      <a:pt x="31" y="40"/>
                      <a:pt x="31" y="39"/>
                      <a:pt x="30" y="39"/>
                    </a:cubicBezTo>
                    <a:cubicBezTo>
                      <a:pt x="34" y="44"/>
                      <a:pt x="38" y="49"/>
                      <a:pt x="43" y="53"/>
                    </a:cubicBezTo>
                    <a:cubicBezTo>
                      <a:pt x="46" y="56"/>
                      <a:pt x="46" y="62"/>
                      <a:pt x="42" y="65"/>
                    </a:cubicBezTo>
                    <a:cubicBezTo>
                      <a:pt x="41" y="67"/>
                      <a:pt x="38" y="68"/>
                      <a:pt x="36" y="68"/>
                    </a:cubicBezTo>
                    <a:cubicBezTo>
                      <a:pt x="34" y="68"/>
                      <a:pt x="32" y="67"/>
                      <a:pt x="29" y="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23" name="Google Shape;2523;p27"/>
              <p:cNvSpPr/>
              <p:nvPr/>
            </p:nvSpPr>
            <p:spPr>
              <a:xfrm>
                <a:off x="3265920" y="4587840"/>
                <a:ext cx="29880" cy="212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59" extrusionOk="0">
                    <a:moveTo>
                      <a:pt x="67" y="57"/>
                    </a:moveTo>
                    <a:cubicBezTo>
                      <a:pt x="55" y="50"/>
                      <a:pt x="43" y="44"/>
                      <a:pt x="32" y="37"/>
                    </a:cubicBezTo>
                    <a:cubicBezTo>
                      <a:pt x="26" y="33"/>
                      <a:pt x="22" y="30"/>
                      <a:pt x="17" y="26"/>
                    </a:cubicBezTo>
                    <a:cubicBezTo>
                      <a:pt x="12" y="23"/>
                      <a:pt x="7" y="19"/>
                      <a:pt x="3" y="16"/>
                    </a:cubicBezTo>
                    <a:cubicBezTo>
                      <a:pt x="0" y="12"/>
                      <a:pt x="0" y="5"/>
                      <a:pt x="4" y="2"/>
                    </a:cubicBezTo>
                    <a:cubicBezTo>
                      <a:pt x="5" y="1"/>
                      <a:pt x="8" y="0"/>
                      <a:pt x="11" y="0"/>
                    </a:cubicBezTo>
                    <a:cubicBezTo>
                      <a:pt x="14" y="0"/>
                      <a:pt x="16" y="1"/>
                      <a:pt x="18" y="4"/>
                    </a:cubicBezTo>
                    <a:lnTo>
                      <a:pt x="19" y="5"/>
                    </a:lnTo>
                    <a:cubicBezTo>
                      <a:pt x="23" y="8"/>
                      <a:pt x="28" y="12"/>
                      <a:pt x="32" y="15"/>
                    </a:cubicBezTo>
                    <a:cubicBezTo>
                      <a:pt x="46" y="25"/>
                      <a:pt x="61" y="33"/>
                      <a:pt x="77" y="42"/>
                    </a:cubicBezTo>
                    <a:cubicBezTo>
                      <a:pt x="81" y="44"/>
                      <a:pt x="82" y="50"/>
                      <a:pt x="79" y="54"/>
                    </a:cubicBezTo>
                    <a:cubicBezTo>
                      <a:pt x="78" y="57"/>
                      <a:pt x="75" y="58"/>
                      <a:pt x="72" y="58"/>
                    </a:cubicBezTo>
                    <a:cubicBezTo>
                      <a:pt x="70" y="58"/>
                      <a:pt x="68" y="58"/>
                      <a:pt x="67" y="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24" name="Google Shape;2524;p27"/>
              <p:cNvSpPr/>
              <p:nvPr/>
            </p:nvSpPr>
            <p:spPr>
              <a:xfrm>
                <a:off x="3329280" y="4628520"/>
                <a:ext cx="37080" cy="1584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44" extrusionOk="0">
                    <a:moveTo>
                      <a:pt x="91" y="43"/>
                    </a:moveTo>
                    <a:cubicBezTo>
                      <a:pt x="76" y="40"/>
                      <a:pt x="60" y="37"/>
                      <a:pt x="45" y="33"/>
                    </a:cubicBezTo>
                    <a:cubicBezTo>
                      <a:pt x="38" y="32"/>
                      <a:pt x="32" y="29"/>
                      <a:pt x="25" y="27"/>
                    </a:cubicBezTo>
                    <a:cubicBezTo>
                      <a:pt x="19" y="25"/>
                      <a:pt x="13" y="22"/>
                      <a:pt x="7" y="19"/>
                    </a:cubicBezTo>
                    <a:cubicBezTo>
                      <a:pt x="3" y="16"/>
                      <a:pt x="0" y="11"/>
                      <a:pt x="3" y="5"/>
                    </a:cubicBezTo>
                    <a:cubicBezTo>
                      <a:pt x="6" y="1"/>
                      <a:pt x="13" y="0"/>
                      <a:pt x="17" y="3"/>
                    </a:cubicBezTo>
                    <a:cubicBezTo>
                      <a:pt x="22" y="5"/>
                      <a:pt x="26" y="7"/>
                      <a:pt x="31" y="9"/>
                    </a:cubicBezTo>
                    <a:cubicBezTo>
                      <a:pt x="35" y="11"/>
                      <a:pt x="39" y="12"/>
                      <a:pt x="44" y="14"/>
                    </a:cubicBezTo>
                    <a:cubicBezTo>
                      <a:pt x="49" y="15"/>
                      <a:pt x="55" y="16"/>
                      <a:pt x="59" y="18"/>
                    </a:cubicBezTo>
                    <a:cubicBezTo>
                      <a:pt x="71" y="21"/>
                      <a:pt x="82" y="23"/>
                      <a:pt x="94" y="25"/>
                    </a:cubicBezTo>
                    <a:cubicBezTo>
                      <a:pt x="98" y="26"/>
                      <a:pt x="102" y="30"/>
                      <a:pt x="101" y="35"/>
                    </a:cubicBezTo>
                    <a:cubicBezTo>
                      <a:pt x="100" y="40"/>
                      <a:pt x="96" y="43"/>
                      <a:pt x="92" y="43"/>
                    </a:cubicBezTo>
                    <a:lnTo>
                      <a:pt x="91" y="4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25" name="Google Shape;2525;p27"/>
              <p:cNvSpPr/>
              <p:nvPr/>
            </p:nvSpPr>
            <p:spPr>
              <a:xfrm>
                <a:off x="3410640" y="4617720"/>
                <a:ext cx="51120" cy="23040"/>
              </a:xfrm>
              <a:custGeom>
                <a:avLst/>
                <a:gdLst/>
                <a:ahLst/>
                <a:cxnLst/>
                <a:rect l="l" t="t" r="r" b="b"/>
                <a:pathLst>
                  <a:path w="142" h="64" extrusionOk="0">
                    <a:moveTo>
                      <a:pt x="14" y="63"/>
                    </a:moveTo>
                    <a:cubicBezTo>
                      <a:pt x="13" y="63"/>
                      <a:pt x="11" y="63"/>
                      <a:pt x="9" y="63"/>
                    </a:cubicBezTo>
                    <a:cubicBezTo>
                      <a:pt x="4" y="63"/>
                      <a:pt x="0" y="58"/>
                      <a:pt x="0" y="53"/>
                    </a:cubicBezTo>
                    <a:cubicBezTo>
                      <a:pt x="0" y="48"/>
                      <a:pt x="5" y="44"/>
                      <a:pt x="10" y="44"/>
                    </a:cubicBezTo>
                    <a:cubicBezTo>
                      <a:pt x="18" y="45"/>
                      <a:pt x="25" y="45"/>
                      <a:pt x="32" y="45"/>
                    </a:cubicBezTo>
                    <a:cubicBezTo>
                      <a:pt x="34" y="45"/>
                      <a:pt x="36" y="45"/>
                      <a:pt x="38" y="44"/>
                    </a:cubicBezTo>
                    <a:cubicBezTo>
                      <a:pt x="43" y="44"/>
                      <a:pt x="49" y="42"/>
                      <a:pt x="54" y="41"/>
                    </a:cubicBezTo>
                    <a:cubicBezTo>
                      <a:pt x="57" y="40"/>
                      <a:pt x="60" y="39"/>
                      <a:pt x="63" y="38"/>
                    </a:cubicBezTo>
                    <a:cubicBezTo>
                      <a:pt x="66" y="37"/>
                      <a:pt x="69" y="35"/>
                      <a:pt x="72" y="34"/>
                    </a:cubicBezTo>
                    <a:cubicBezTo>
                      <a:pt x="77" y="31"/>
                      <a:pt x="82" y="29"/>
                      <a:pt x="87" y="26"/>
                    </a:cubicBezTo>
                    <a:cubicBezTo>
                      <a:pt x="92" y="23"/>
                      <a:pt x="97" y="21"/>
                      <a:pt x="102" y="18"/>
                    </a:cubicBezTo>
                    <a:cubicBezTo>
                      <a:pt x="105" y="16"/>
                      <a:pt x="107" y="14"/>
                      <a:pt x="110" y="13"/>
                    </a:cubicBezTo>
                    <a:lnTo>
                      <a:pt x="109" y="13"/>
                    </a:lnTo>
                    <a:cubicBezTo>
                      <a:pt x="115" y="10"/>
                      <a:pt x="120" y="6"/>
                      <a:pt x="126" y="3"/>
                    </a:cubicBezTo>
                    <a:cubicBezTo>
                      <a:pt x="130" y="0"/>
                      <a:pt x="135" y="1"/>
                      <a:pt x="138" y="5"/>
                    </a:cubicBezTo>
                    <a:cubicBezTo>
                      <a:pt x="141" y="9"/>
                      <a:pt x="140" y="14"/>
                      <a:pt x="136" y="17"/>
                    </a:cubicBezTo>
                    <a:cubicBezTo>
                      <a:pt x="127" y="23"/>
                      <a:pt x="118" y="29"/>
                      <a:pt x="109" y="34"/>
                    </a:cubicBezTo>
                    <a:cubicBezTo>
                      <a:pt x="104" y="37"/>
                      <a:pt x="99" y="40"/>
                      <a:pt x="95" y="42"/>
                    </a:cubicBezTo>
                    <a:cubicBezTo>
                      <a:pt x="90" y="45"/>
                      <a:pt x="85" y="47"/>
                      <a:pt x="81" y="49"/>
                    </a:cubicBezTo>
                    <a:cubicBezTo>
                      <a:pt x="72" y="53"/>
                      <a:pt x="63" y="57"/>
                      <a:pt x="53" y="59"/>
                    </a:cubicBezTo>
                    <a:cubicBezTo>
                      <a:pt x="49" y="60"/>
                      <a:pt x="45" y="62"/>
                      <a:pt x="42" y="62"/>
                    </a:cubicBezTo>
                    <a:cubicBezTo>
                      <a:pt x="37" y="63"/>
                      <a:pt x="33" y="63"/>
                      <a:pt x="29" y="63"/>
                    </a:cubicBezTo>
                    <a:cubicBezTo>
                      <a:pt x="26" y="63"/>
                      <a:pt x="25" y="63"/>
                      <a:pt x="22" y="63"/>
                    </a:cubicBezTo>
                    <a:cubicBezTo>
                      <a:pt x="19" y="63"/>
                      <a:pt x="17" y="63"/>
                      <a:pt x="14" y="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26" name="Google Shape;2526;p27"/>
              <p:cNvSpPr/>
              <p:nvPr/>
            </p:nvSpPr>
            <p:spPr>
              <a:xfrm>
                <a:off x="3494160" y="4562640"/>
                <a:ext cx="43560" cy="3348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93" extrusionOk="0">
                    <a:moveTo>
                      <a:pt x="3" y="88"/>
                    </a:moveTo>
                    <a:cubicBezTo>
                      <a:pt x="0" y="84"/>
                      <a:pt x="1" y="78"/>
                      <a:pt x="5" y="75"/>
                    </a:cubicBezTo>
                    <a:cubicBezTo>
                      <a:pt x="22" y="64"/>
                      <a:pt x="39" y="52"/>
                      <a:pt x="55" y="40"/>
                    </a:cubicBezTo>
                    <a:cubicBezTo>
                      <a:pt x="71" y="28"/>
                      <a:pt x="88" y="15"/>
                      <a:pt x="104" y="3"/>
                    </a:cubicBezTo>
                    <a:cubicBezTo>
                      <a:pt x="108" y="0"/>
                      <a:pt x="114" y="1"/>
                      <a:pt x="117" y="5"/>
                    </a:cubicBezTo>
                    <a:cubicBezTo>
                      <a:pt x="120" y="10"/>
                      <a:pt x="118" y="15"/>
                      <a:pt x="114" y="18"/>
                    </a:cubicBezTo>
                    <a:cubicBezTo>
                      <a:pt x="98" y="30"/>
                      <a:pt x="82" y="43"/>
                      <a:pt x="65" y="55"/>
                    </a:cubicBezTo>
                    <a:cubicBezTo>
                      <a:pt x="49" y="67"/>
                      <a:pt x="33" y="79"/>
                      <a:pt x="16" y="91"/>
                    </a:cubicBezTo>
                    <a:cubicBezTo>
                      <a:pt x="15" y="92"/>
                      <a:pt x="13" y="92"/>
                      <a:pt x="11" y="92"/>
                    </a:cubicBezTo>
                    <a:cubicBezTo>
                      <a:pt x="8" y="92"/>
                      <a:pt x="5" y="91"/>
                      <a:pt x="3" y="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27" name="Google Shape;2527;p27"/>
              <p:cNvSpPr/>
              <p:nvPr/>
            </p:nvSpPr>
            <p:spPr>
              <a:xfrm>
                <a:off x="3557520" y="4492080"/>
                <a:ext cx="41040" cy="4968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38" extrusionOk="0">
                    <a:moveTo>
                      <a:pt x="7" y="136"/>
                    </a:moveTo>
                    <a:cubicBezTo>
                      <a:pt x="2" y="134"/>
                      <a:pt x="0" y="128"/>
                      <a:pt x="2" y="123"/>
                    </a:cubicBezTo>
                    <a:cubicBezTo>
                      <a:pt x="5" y="118"/>
                      <a:pt x="8" y="113"/>
                      <a:pt x="12" y="108"/>
                    </a:cubicBezTo>
                    <a:cubicBezTo>
                      <a:pt x="16" y="103"/>
                      <a:pt x="19" y="98"/>
                      <a:pt x="23" y="94"/>
                    </a:cubicBezTo>
                    <a:cubicBezTo>
                      <a:pt x="26" y="91"/>
                      <a:pt x="28" y="88"/>
                      <a:pt x="30" y="85"/>
                    </a:cubicBezTo>
                    <a:cubicBezTo>
                      <a:pt x="39" y="74"/>
                      <a:pt x="48" y="63"/>
                      <a:pt x="57" y="52"/>
                    </a:cubicBezTo>
                    <a:cubicBezTo>
                      <a:pt x="69" y="38"/>
                      <a:pt x="81" y="24"/>
                      <a:pt x="93" y="9"/>
                    </a:cubicBezTo>
                    <a:cubicBezTo>
                      <a:pt x="94" y="8"/>
                      <a:pt x="95" y="6"/>
                      <a:pt x="96" y="5"/>
                    </a:cubicBezTo>
                    <a:cubicBezTo>
                      <a:pt x="100" y="1"/>
                      <a:pt x="105" y="0"/>
                      <a:pt x="109" y="4"/>
                    </a:cubicBezTo>
                    <a:cubicBezTo>
                      <a:pt x="113" y="7"/>
                      <a:pt x="113" y="13"/>
                      <a:pt x="110" y="17"/>
                    </a:cubicBezTo>
                    <a:cubicBezTo>
                      <a:pt x="99" y="31"/>
                      <a:pt x="86" y="45"/>
                      <a:pt x="75" y="60"/>
                    </a:cubicBezTo>
                    <a:cubicBezTo>
                      <a:pt x="67" y="70"/>
                      <a:pt x="58" y="80"/>
                      <a:pt x="50" y="91"/>
                    </a:cubicBezTo>
                    <a:cubicBezTo>
                      <a:pt x="42" y="100"/>
                      <a:pt x="34" y="110"/>
                      <a:pt x="27" y="120"/>
                    </a:cubicBezTo>
                    <a:cubicBezTo>
                      <a:pt x="25" y="123"/>
                      <a:pt x="22" y="127"/>
                      <a:pt x="19" y="131"/>
                    </a:cubicBezTo>
                    <a:cubicBezTo>
                      <a:pt x="18" y="134"/>
                      <a:pt x="14" y="137"/>
                      <a:pt x="11" y="137"/>
                    </a:cubicBezTo>
                    <a:cubicBezTo>
                      <a:pt x="9" y="137"/>
                      <a:pt x="8" y="137"/>
                      <a:pt x="7" y="1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28" name="Google Shape;2528;p27"/>
              <p:cNvSpPr/>
              <p:nvPr/>
            </p:nvSpPr>
            <p:spPr>
              <a:xfrm>
                <a:off x="3616560" y="4430160"/>
                <a:ext cx="36720" cy="39960"/>
              </a:xfrm>
              <a:custGeom>
                <a:avLst/>
                <a:gdLst/>
                <a:ahLst/>
                <a:cxnLst/>
                <a:rect l="l" t="t" r="r" b="b"/>
                <a:pathLst>
                  <a:path w="102" h="111" extrusionOk="0">
                    <a:moveTo>
                      <a:pt x="6" y="108"/>
                    </a:moveTo>
                    <a:cubicBezTo>
                      <a:pt x="1" y="105"/>
                      <a:pt x="0" y="100"/>
                      <a:pt x="3" y="96"/>
                    </a:cubicBezTo>
                    <a:cubicBezTo>
                      <a:pt x="8" y="87"/>
                      <a:pt x="13" y="79"/>
                      <a:pt x="18" y="71"/>
                    </a:cubicBezTo>
                    <a:cubicBezTo>
                      <a:pt x="24" y="63"/>
                      <a:pt x="30" y="55"/>
                      <a:pt x="36" y="48"/>
                    </a:cubicBezTo>
                    <a:cubicBezTo>
                      <a:pt x="40" y="44"/>
                      <a:pt x="44" y="40"/>
                      <a:pt x="48" y="36"/>
                    </a:cubicBezTo>
                    <a:cubicBezTo>
                      <a:pt x="51" y="32"/>
                      <a:pt x="55" y="29"/>
                      <a:pt x="59" y="25"/>
                    </a:cubicBezTo>
                    <a:cubicBezTo>
                      <a:pt x="66" y="19"/>
                      <a:pt x="74" y="12"/>
                      <a:pt x="81" y="6"/>
                    </a:cubicBezTo>
                    <a:cubicBezTo>
                      <a:pt x="83" y="5"/>
                      <a:pt x="84" y="4"/>
                      <a:pt x="85" y="3"/>
                    </a:cubicBezTo>
                    <a:cubicBezTo>
                      <a:pt x="89" y="0"/>
                      <a:pt x="94" y="0"/>
                      <a:pt x="98" y="3"/>
                    </a:cubicBezTo>
                    <a:cubicBezTo>
                      <a:pt x="101" y="7"/>
                      <a:pt x="101" y="13"/>
                      <a:pt x="97" y="16"/>
                    </a:cubicBezTo>
                    <a:cubicBezTo>
                      <a:pt x="89" y="23"/>
                      <a:pt x="81" y="30"/>
                      <a:pt x="74" y="37"/>
                    </a:cubicBezTo>
                    <a:cubicBezTo>
                      <a:pt x="67" y="42"/>
                      <a:pt x="62" y="47"/>
                      <a:pt x="56" y="53"/>
                    </a:cubicBezTo>
                    <a:cubicBezTo>
                      <a:pt x="53" y="56"/>
                      <a:pt x="51" y="59"/>
                      <a:pt x="48" y="62"/>
                    </a:cubicBezTo>
                    <a:cubicBezTo>
                      <a:pt x="45" y="65"/>
                      <a:pt x="42" y="69"/>
                      <a:pt x="39" y="72"/>
                    </a:cubicBezTo>
                    <a:cubicBezTo>
                      <a:pt x="32" y="83"/>
                      <a:pt x="25" y="94"/>
                      <a:pt x="18" y="105"/>
                    </a:cubicBezTo>
                    <a:cubicBezTo>
                      <a:pt x="17" y="108"/>
                      <a:pt x="14" y="110"/>
                      <a:pt x="10" y="110"/>
                    </a:cubicBezTo>
                    <a:cubicBezTo>
                      <a:pt x="9" y="110"/>
                      <a:pt x="7" y="110"/>
                      <a:pt x="6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29" name="Google Shape;2529;p27"/>
              <p:cNvSpPr/>
              <p:nvPr/>
            </p:nvSpPr>
            <p:spPr>
              <a:xfrm>
                <a:off x="3675960" y="4374000"/>
                <a:ext cx="44280" cy="33480"/>
              </a:xfrm>
              <a:custGeom>
                <a:avLst/>
                <a:gdLst/>
                <a:ahLst/>
                <a:cxnLst/>
                <a:rect l="l" t="t" r="r" b="b"/>
                <a:pathLst>
                  <a:path w="123" h="93" extrusionOk="0">
                    <a:moveTo>
                      <a:pt x="5" y="90"/>
                    </a:moveTo>
                    <a:cubicBezTo>
                      <a:pt x="1" y="86"/>
                      <a:pt x="0" y="80"/>
                      <a:pt x="4" y="76"/>
                    </a:cubicBezTo>
                    <a:cubicBezTo>
                      <a:pt x="10" y="69"/>
                      <a:pt x="17" y="63"/>
                      <a:pt x="24" y="57"/>
                    </a:cubicBezTo>
                    <a:cubicBezTo>
                      <a:pt x="31" y="50"/>
                      <a:pt x="39" y="44"/>
                      <a:pt x="47" y="37"/>
                    </a:cubicBezTo>
                    <a:cubicBezTo>
                      <a:pt x="55" y="31"/>
                      <a:pt x="63" y="25"/>
                      <a:pt x="73" y="20"/>
                    </a:cubicBezTo>
                    <a:cubicBezTo>
                      <a:pt x="81" y="15"/>
                      <a:pt x="90" y="10"/>
                      <a:pt x="99" y="6"/>
                    </a:cubicBezTo>
                    <a:cubicBezTo>
                      <a:pt x="102" y="4"/>
                      <a:pt x="105" y="3"/>
                      <a:pt x="108" y="2"/>
                    </a:cubicBezTo>
                    <a:cubicBezTo>
                      <a:pt x="112" y="0"/>
                      <a:pt x="117" y="2"/>
                      <a:pt x="120" y="6"/>
                    </a:cubicBezTo>
                    <a:cubicBezTo>
                      <a:pt x="122" y="10"/>
                      <a:pt x="120" y="16"/>
                      <a:pt x="116" y="18"/>
                    </a:cubicBezTo>
                    <a:cubicBezTo>
                      <a:pt x="109" y="21"/>
                      <a:pt x="102" y="24"/>
                      <a:pt x="95" y="28"/>
                    </a:cubicBezTo>
                    <a:cubicBezTo>
                      <a:pt x="89" y="31"/>
                      <a:pt x="83" y="34"/>
                      <a:pt x="77" y="38"/>
                    </a:cubicBezTo>
                    <a:cubicBezTo>
                      <a:pt x="74" y="40"/>
                      <a:pt x="71" y="42"/>
                      <a:pt x="67" y="45"/>
                    </a:cubicBezTo>
                    <a:cubicBezTo>
                      <a:pt x="64" y="47"/>
                      <a:pt x="61" y="49"/>
                      <a:pt x="58" y="52"/>
                    </a:cubicBezTo>
                    <a:cubicBezTo>
                      <a:pt x="52" y="56"/>
                      <a:pt x="46" y="62"/>
                      <a:pt x="39" y="67"/>
                    </a:cubicBezTo>
                    <a:cubicBezTo>
                      <a:pt x="34" y="72"/>
                      <a:pt x="29" y="77"/>
                      <a:pt x="24" y="82"/>
                    </a:cubicBezTo>
                    <a:cubicBezTo>
                      <a:pt x="22" y="84"/>
                      <a:pt x="20" y="86"/>
                      <a:pt x="18" y="88"/>
                    </a:cubicBezTo>
                    <a:cubicBezTo>
                      <a:pt x="17" y="91"/>
                      <a:pt x="14" y="92"/>
                      <a:pt x="11" y="92"/>
                    </a:cubicBezTo>
                    <a:cubicBezTo>
                      <a:pt x="8" y="92"/>
                      <a:pt x="7" y="91"/>
                      <a:pt x="5" y="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30" name="Google Shape;2530;p27"/>
              <p:cNvSpPr/>
              <p:nvPr/>
            </p:nvSpPr>
            <p:spPr>
              <a:xfrm>
                <a:off x="3752640" y="4352400"/>
                <a:ext cx="4320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36" extrusionOk="0">
                    <a:moveTo>
                      <a:pt x="8" y="35"/>
                    </a:moveTo>
                    <a:cubicBezTo>
                      <a:pt x="3" y="34"/>
                      <a:pt x="0" y="28"/>
                      <a:pt x="2" y="23"/>
                    </a:cubicBezTo>
                    <a:cubicBezTo>
                      <a:pt x="3" y="19"/>
                      <a:pt x="6" y="17"/>
                      <a:pt x="10" y="16"/>
                    </a:cubicBezTo>
                    <a:cubicBezTo>
                      <a:pt x="11" y="16"/>
                      <a:pt x="12" y="16"/>
                      <a:pt x="14" y="16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27" y="13"/>
                      <a:pt x="42" y="9"/>
                      <a:pt x="57" y="6"/>
                    </a:cubicBezTo>
                    <a:cubicBezTo>
                      <a:pt x="65" y="4"/>
                      <a:pt x="73" y="3"/>
                      <a:pt x="82" y="2"/>
                    </a:cubicBezTo>
                    <a:cubicBezTo>
                      <a:pt x="91" y="1"/>
                      <a:pt x="100" y="1"/>
                      <a:pt x="109" y="0"/>
                    </a:cubicBezTo>
                    <a:cubicBezTo>
                      <a:pt x="114" y="0"/>
                      <a:pt x="119" y="3"/>
                      <a:pt x="119" y="9"/>
                    </a:cubicBezTo>
                    <a:cubicBezTo>
                      <a:pt x="119" y="13"/>
                      <a:pt x="116" y="18"/>
                      <a:pt x="111" y="18"/>
                    </a:cubicBezTo>
                    <a:cubicBezTo>
                      <a:pt x="104" y="19"/>
                      <a:pt x="98" y="19"/>
                      <a:pt x="92" y="20"/>
                    </a:cubicBezTo>
                    <a:cubicBezTo>
                      <a:pt x="87" y="20"/>
                      <a:pt x="82" y="20"/>
                      <a:pt x="76" y="21"/>
                    </a:cubicBezTo>
                    <a:cubicBezTo>
                      <a:pt x="65" y="23"/>
                      <a:pt x="55" y="25"/>
                      <a:pt x="44" y="28"/>
                    </a:cubicBezTo>
                    <a:cubicBezTo>
                      <a:pt x="34" y="31"/>
                      <a:pt x="24" y="33"/>
                      <a:pt x="13" y="35"/>
                    </a:cubicBezTo>
                    <a:lnTo>
                      <a:pt x="12" y="35"/>
                    </a:lnTo>
                    <a:lnTo>
                      <a:pt x="13" y="35"/>
                    </a:lnTo>
                    <a:cubicBezTo>
                      <a:pt x="12" y="35"/>
                      <a:pt x="11" y="35"/>
                      <a:pt x="10" y="35"/>
                    </a:cubicBezTo>
                    <a:cubicBezTo>
                      <a:pt x="10" y="35"/>
                      <a:pt x="9" y="35"/>
                      <a:pt x="8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31" name="Google Shape;2531;p27"/>
              <p:cNvSpPr/>
              <p:nvPr/>
            </p:nvSpPr>
            <p:spPr>
              <a:xfrm>
                <a:off x="3812760" y="4357800"/>
                <a:ext cx="35280" cy="19800"/>
              </a:xfrm>
              <a:custGeom>
                <a:avLst/>
                <a:gdLst/>
                <a:ahLst/>
                <a:cxnLst/>
                <a:rect l="l" t="t" r="r" b="b"/>
                <a:pathLst>
                  <a:path w="98" h="55" extrusionOk="0">
                    <a:moveTo>
                      <a:pt x="84" y="53"/>
                    </a:moveTo>
                    <a:cubicBezTo>
                      <a:pt x="74" y="48"/>
                      <a:pt x="64" y="43"/>
                      <a:pt x="55" y="38"/>
                    </a:cubicBezTo>
                    <a:cubicBezTo>
                      <a:pt x="46" y="34"/>
                      <a:pt x="38" y="30"/>
                      <a:pt x="29" y="26"/>
                    </a:cubicBezTo>
                    <a:cubicBezTo>
                      <a:pt x="24" y="24"/>
                      <a:pt x="18" y="22"/>
                      <a:pt x="13" y="21"/>
                    </a:cubicBezTo>
                    <a:cubicBezTo>
                      <a:pt x="11" y="20"/>
                      <a:pt x="9" y="20"/>
                      <a:pt x="7" y="20"/>
                    </a:cubicBezTo>
                    <a:cubicBezTo>
                      <a:pt x="3" y="18"/>
                      <a:pt x="0" y="13"/>
                      <a:pt x="1" y="8"/>
                    </a:cubicBezTo>
                    <a:cubicBezTo>
                      <a:pt x="3" y="3"/>
                      <a:pt x="8" y="0"/>
                      <a:pt x="13" y="2"/>
                    </a:cubicBezTo>
                    <a:cubicBezTo>
                      <a:pt x="15" y="2"/>
                      <a:pt x="18" y="3"/>
                      <a:pt x="20" y="3"/>
                    </a:cubicBezTo>
                    <a:cubicBezTo>
                      <a:pt x="23" y="4"/>
                      <a:pt x="26" y="5"/>
                      <a:pt x="29" y="6"/>
                    </a:cubicBezTo>
                    <a:cubicBezTo>
                      <a:pt x="34" y="9"/>
                      <a:pt x="40" y="11"/>
                      <a:pt x="45" y="13"/>
                    </a:cubicBezTo>
                    <a:cubicBezTo>
                      <a:pt x="57" y="19"/>
                      <a:pt x="68" y="25"/>
                      <a:pt x="79" y="31"/>
                    </a:cubicBezTo>
                    <a:cubicBezTo>
                      <a:pt x="79" y="31"/>
                      <a:pt x="78" y="31"/>
                      <a:pt x="78" y="30"/>
                    </a:cubicBezTo>
                    <a:cubicBezTo>
                      <a:pt x="81" y="32"/>
                      <a:pt x="83" y="33"/>
                      <a:pt x="85" y="34"/>
                    </a:cubicBezTo>
                    <a:cubicBezTo>
                      <a:pt x="88" y="35"/>
                      <a:pt x="89" y="37"/>
                      <a:pt x="92" y="38"/>
                    </a:cubicBezTo>
                    <a:cubicBezTo>
                      <a:pt x="96" y="40"/>
                      <a:pt x="97" y="45"/>
                      <a:pt x="95" y="49"/>
                    </a:cubicBezTo>
                    <a:cubicBezTo>
                      <a:pt x="94" y="52"/>
                      <a:pt x="91" y="54"/>
                      <a:pt x="87" y="54"/>
                    </a:cubicBezTo>
                    <a:cubicBezTo>
                      <a:pt x="86" y="54"/>
                      <a:pt x="85" y="54"/>
                      <a:pt x="84" y="5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32" name="Google Shape;2532;p27"/>
              <p:cNvSpPr/>
              <p:nvPr/>
            </p:nvSpPr>
            <p:spPr>
              <a:xfrm>
                <a:off x="3894480" y="4399200"/>
                <a:ext cx="61200" cy="5148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43" extrusionOk="0">
                    <a:moveTo>
                      <a:pt x="154" y="140"/>
                    </a:moveTo>
                    <a:cubicBezTo>
                      <a:pt x="144" y="129"/>
                      <a:pt x="134" y="119"/>
                      <a:pt x="125" y="108"/>
                    </a:cubicBezTo>
                    <a:cubicBezTo>
                      <a:pt x="119" y="103"/>
                      <a:pt x="115" y="98"/>
                      <a:pt x="110" y="93"/>
                    </a:cubicBezTo>
                    <a:cubicBezTo>
                      <a:pt x="105" y="88"/>
                      <a:pt x="100" y="83"/>
                      <a:pt x="95" y="78"/>
                    </a:cubicBezTo>
                    <a:cubicBezTo>
                      <a:pt x="92" y="76"/>
                      <a:pt x="90" y="74"/>
                      <a:pt x="88" y="72"/>
                    </a:cubicBezTo>
                    <a:cubicBezTo>
                      <a:pt x="86" y="70"/>
                      <a:pt x="84" y="69"/>
                      <a:pt x="82" y="67"/>
                    </a:cubicBezTo>
                    <a:cubicBezTo>
                      <a:pt x="77" y="63"/>
                      <a:pt x="72" y="59"/>
                      <a:pt x="67" y="55"/>
                    </a:cubicBezTo>
                    <a:cubicBezTo>
                      <a:pt x="63" y="52"/>
                      <a:pt x="58" y="49"/>
                      <a:pt x="54" y="46"/>
                    </a:cubicBezTo>
                    <a:cubicBezTo>
                      <a:pt x="51" y="43"/>
                      <a:pt x="46" y="41"/>
                      <a:pt x="42" y="38"/>
                    </a:cubicBezTo>
                    <a:cubicBezTo>
                      <a:pt x="35" y="34"/>
                      <a:pt x="27" y="29"/>
                      <a:pt x="19" y="24"/>
                    </a:cubicBezTo>
                    <a:cubicBezTo>
                      <a:pt x="16" y="23"/>
                      <a:pt x="13" y="21"/>
                      <a:pt x="9" y="20"/>
                    </a:cubicBezTo>
                    <a:cubicBezTo>
                      <a:pt x="3" y="18"/>
                      <a:pt x="0" y="13"/>
                      <a:pt x="2" y="8"/>
                    </a:cubicBezTo>
                    <a:cubicBezTo>
                      <a:pt x="4" y="2"/>
                      <a:pt x="10" y="0"/>
                      <a:pt x="15" y="2"/>
                    </a:cubicBezTo>
                    <a:cubicBezTo>
                      <a:pt x="24" y="6"/>
                      <a:pt x="33" y="11"/>
                      <a:pt x="41" y="17"/>
                    </a:cubicBezTo>
                    <a:cubicBezTo>
                      <a:pt x="49" y="21"/>
                      <a:pt x="58" y="27"/>
                      <a:pt x="65" y="32"/>
                    </a:cubicBezTo>
                    <a:cubicBezTo>
                      <a:pt x="81" y="43"/>
                      <a:pt x="97" y="56"/>
                      <a:pt x="111" y="70"/>
                    </a:cubicBezTo>
                    <a:cubicBezTo>
                      <a:pt x="115" y="74"/>
                      <a:pt x="119" y="78"/>
                      <a:pt x="123" y="82"/>
                    </a:cubicBezTo>
                    <a:cubicBezTo>
                      <a:pt x="128" y="87"/>
                      <a:pt x="133" y="92"/>
                      <a:pt x="137" y="97"/>
                    </a:cubicBezTo>
                    <a:cubicBezTo>
                      <a:pt x="147" y="108"/>
                      <a:pt x="157" y="118"/>
                      <a:pt x="166" y="129"/>
                    </a:cubicBezTo>
                    <a:cubicBezTo>
                      <a:pt x="169" y="131"/>
                      <a:pt x="169" y="137"/>
                      <a:pt x="165" y="140"/>
                    </a:cubicBezTo>
                    <a:cubicBezTo>
                      <a:pt x="164" y="141"/>
                      <a:pt x="162" y="142"/>
                      <a:pt x="159" y="142"/>
                    </a:cubicBezTo>
                    <a:cubicBezTo>
                      <a:pt x="158" y="142"/>
                      <a:pt x="155" y="141"/>
                      <a:pt x="154" y="1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33" name="Google Shape;2533;p27"/>
              <p:cNvSpPr/>
              <p:nvPr/>
            </p:nvSpPr>
            <p:spPr>
              <a:xfrm>
                <a:off x="3988440" y="4491360"/>
                <a:ext cx="52920" cy="4608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128" extrusionOk="0">
                    <a:moveTo>
                      <a:pt x="132" y="125"/>
                    </a:moveTo>
                    <a:cubicBezTo>
                      <a:pt x="116" y="112"/>
                      <a:pt x="101" y="99"/>
                      <a:pt x="85" y="86"/>
                    </a:cubicBezTo>
                    <a:cubicBezTo>
                      <a:pt x="70" y="72"/>
                      <a:pt x="55" y="60"/>
                      <a:pt x="39" y="46"/>
                    </a:cubicBezTo>
                    <a:cubicBezTo>
                      <a:pt x="32" y="41"/>
                      <a:pt x="26" y="36"/>
                      <a:pt x="20" y="30"/>
                    </a:cubicBezTo>
                    <a:cubicBezTo>
                      <a:pt x="17" y="28"/>
                      <a:pt x="14" y="26"/>
                      <a:pt x="12" y="23"/>
                    </a:cubicBezTo>
                    <a:cubicBezTo>
                      <a:pt x="10" y="22"/>
                      <a:pt x="8" y="21"/>
                      <a:pt x="6" y="19"/>
                    </a:cubicBezTo>
                    <a:cubicBezTo>
                      <a:pt x="5" y="18"/>
                      <a:pt x="4" y="17"/>
                      <a:pt x="3" y="16"/>
                    </a:cubicBezTo>
                    <a:cubicBezTo>
                      <a:pt x="0" y="11"/>
                      <a:pt x="1" y="4"/>
                      <a:pt x="6" y="2"/>
                    </a:cubicBezTo>
                    <a:cubicBezTo>
                      <a:pt x="11" y="0"/>
                      <a:pt x="16" y="1"/>
                      <a:pt x="19" y="5"/>
                    </a:cubicBezTo>
                    <a:cubicBezTo>
                      <a:pt x="25" y="11"/>
                      <a:pt x="32" y="17"/>
                      <a:pt x="39" y="23"/>
                    </a:cubicBezTo>
                    <a:cubicBezTo>
                      <a:pt x="46" y="29"/>
                      <a:pt x="54" y="36"/>
                      <a:pt x="62" y="42"/>
                    </a:cubicBezTo>
                    <a:cubicBezTo>
                      <a:pt x="76" y="54"/>
                      <a:pt x="90" y="67"/>
                      <a:pt x="104" y="79"/>
                    </a:cubicBezTo>
                    <a:cubicBezTo>
                      <a:pt x="117" y="90"/>
                      <a:pt x="130" y="102"/>
                      <a:pt x="142" y="113"/>
                    </a:cubicBezTo>
                    <a:cubicBezTo>
                      <a:pt x="146" y="115"/>
                      <a:pt x="146" y="121"/>
                      <a:pt x="143" y="124"/>
                    </a:cubicBezTo>
                    <a:cubicBezTo>
                      <a:pt x="141" y="126"/>
                      <a:pt x="139" y="127"/>
                      <a:pt x="137" y="127"/>
                    </a:cubicBezTo>
                    <a:cubicBezTo>
                      <a:pt x="135" y="127"/>
                      <a:pt x="133" y="127"/>
                      <a:pt x="132" y="1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34" name="Google Shape;2534;p27"/>
              <p:cNvSpPr/>
              <p:nvPr/>
            </p:nvSpPr>
            <p:spPr>
              <a:xfrm>
                <a:off x="4081680" y="4574520"/>
                <a:ext cx="2268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63" h="77" extrusionOk="0">
                    <a:moveTo>
                      <a:pt x="44" y="72"/>
                    </a:moveTo>
                    <a:cubicBezTo>
                      <a:pt x="38" y="63"/>
                      <a:pt x="32" y="55"/>
                      <a:pt x="25" y="46"/>
                    </a:cubicBezTo>
                    <a:cubicBezTo>
                      <a:pt x="20" y="38"/>
                      <a:pt x="15" y="31"/>
                      <a:pt x="9" y="23"/>
                    </a:cubicBezTo>
                    <a:lnTo>
                      <a:pt x="10" y="24"/>
                    </a:lnTo>
                    <a:cubicBezTo>
                      <a:pt x="9" y="23"/>
                      <a:pt x="8" y="21"/>
                      <a:pt x="7" y="20"/>
                    </a:cubicBezTo>
                    <a:cubicBezTo>
                      <a:pt x="7" y="21"/>
                      <a:pt x="8" y="21"/>
                      <a:pt x="8" y="21"/>
                    </a:cubicBezTo>
                    <a:cubicBezTo>
                      <a:pt x="7" y="20"/>
                      <a:pt x="6" y="19"/>
                      <a:pt x="5" y="18"/>
                    </a:cubicBezTo>
                    <a:cubicBezTo>
                      <a:pt x="1" y="16"/>
                      <a:pt x="0" y="10"/>
                      <a:pt x="3" y="6"/>
                    </a:cubicBezTo>
                    <a:cubicBezTo>
                      <a:pt x="6" y="0"/>
                      <a:pt x="13" y="0"/>
                      <a:pt x="17" y="3"/>
                    </a:cubicBezTo>
                    <a:cubicBezTo>
                      <a:pt x="19" y="5"/>
                      <a:pt x="20" y="6"/>
                      <a:pt x="21" y="8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7" y="15"/>
                      <a:pt x="32" y="23"/>
                      <a:pt x="38" y="32"/>
                    </a:cubicBezTo>
                    <a:cubicBezTo>
                      <a:pt x="44" y="42"/>
                      <a:pt x="52" y="52"/>
                      <a:pt x="59" y="62"/>
                    </a:cubicBezTo>
                    <a:cubicBezTo>
                      <a:pt x="62" y="65"/>
                      <a:pt x="61" y="71"/>
                      <a:pt x="57" y="74"/>
                    </a:cubicBezTo>
                    <a:cubicBezTo>
                      <a:pt x="55" y="75"/>
                      <a:pt x="54" y="76"/>
                      <a:pt x="52" y="76"/>
                    </a:cubicBezTo>
                    <a:cubicBezTo>
                      <a:pt x="49" y="76"/>
                      <a:pt x="46" y="74"/>
                      <a:pt x="44" y="7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35" name="Google Shape;2535;p27"/>
              <p:cNvSpPr/>
              <p:nvPr/>
            </p:nvSpPr>
            <p:spPr>
              <a:xfrm>
                <a:off x="4173120" y="4628520"/>
                <a:ext cx="29880" cy="176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49" extrusionOk="0">
                    <a:moveTo>
                      <a:pt x="69" y="47"/>
                    </a:moveTo>
                    <a:cubicBezTo>
                      <a:pt x="61" y="45"/>
                      <a:pt x="54" y="43"/>
                      <a:pt x="47" y="40"/>
                    </a:cubicBezTo>
                    <a:cubicBezTo>
                      <a:pt x="39" y="37"/>
                      <a:pt x="31" y="33"/>
                      <a:pt x="23" y="29"/>
                    </a:cubicBezTo>
                    <a:cubicBezTo>
                      <a:pt x="20" y="28"/>
                      <a:pt x="16" y="25"/>
                      <a:pt x="14" y="23"/>
                    </a:cubicBezTo>
                    <a:cubicBezTo>
                      <a:pt x="12" y="22"/>
                      <a:pt x="10" y="21"/>
                      <a:pt x="9" y="20"/>
                    </a:cubicBezTo>
                    <a:cubicBezTo>
                      <a:pt x="8" y="19"/>
                      <a:pt x="7" y="19"/>
                      <a:pt x="5" y="18"/>
                    </a:cubicBezTo>
                    <a:cubicBezTo>
                      <a:pt x="1" y="15"/>
                      <a:pt x="0" y="8"/>
                      <a:pt x="4" y="4"/>
                    </a:cubicBezTo>
                    <a:cubicBezTo>
                      <a:pt x="7" y="0"/>
                      <a:pt x="15" y="0"/>
                      <a:pt x="18" y="4"/>
                    </a:cubicBezTo>
                    <a:cubicBezTo>
                      <a:pt x="19" y="4"/>
                      <a:pt x="19" y="5"/>
                      <a:pt x="19" y="5"/>
                    </a:cubicBezTo>
                    <a:cubicBezTo>
                      <a:pt x="24" y="8"/>
                      <a:pt x="28" y="11"/>
                      <a:pt x="33" y="14"/>
                    </a:cubicBezTo>
                    <a:cubicBezTo>
                      <a:pt x="37" y="15"/>
                      <a:pt x="40" y="17"/>
                      <a:pt x="44" y="19"/>
                    </a:cubicBezTo>
                    <a:cubicBezTo>
                      <a:pt x="49" y="21"/>
                      <a:pt x="53" y="23"/>
                      <a:pt x="57" y="25"/>
                    </a:cubicBezTo>
                    <a:cubicBezTo>
                      <a:pt x="63" y="26"/>
                      <a:pt x="68" y="28"/>
                      <a:pt x="74" y="30"/>
                    </a:cubicBezTo>
                    <a:cubicBezTo>
                      <a:pt x="79" y="32"/>
                      <a:pt x="82" y="37"/>
                      <a:pt x="80" y="41"/>
                    </a:cubicBezTo>
                    <a:cubicBezTo>
                      <a:pt x="79" y="46"/>
                      <a:pt x="75" y="48"/>
                      <a:pt x="71" y="48"/>
                    </a:cubicBezTo>
                    <a:cubicBezTo>
                      <a:pt x="71" y="48"/>
                      <a:pt x="69" y="48"/>
                      <a:pt x="69" y="4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36" name="Google Shape;2536;p27"/>
              <p:cNvSpPr/>
              <p:nvPr/>
            </p:nvSpPr>
            <p:spPr>
              <a:xfrm>
                <a:off x="4237920" y="4626360"/>
                <a:ext cx="45360" cy="1908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53" extrusionOk="0">
                    <a:moveTo>
                      <a:pt x="1" y="45"/>
                    </a:moveTo>
                    <a:cubicBezTo>
                      <a:pt x="0" y="39"/>
                      <a:pt x="3" y="34"/>
                      <a:pt x="8" y="33"/>
                    </a:cubicBezTo>
                    <a:cubicBezTo>
                      <a:pt x="22" y="30"/>
                      <a:pt x="35" y="27"/>
                      <a:pt x="49" y="22"/>
                    </a:cubicBezTo>
                    <a:cubicBezTo>
                      <a:pt x="70" y="17"/>
                      <a:pt x="91" y="9"/>
                      <a:pt x="112" y="2"/>
                    </a:cubicBezTo>
                    <a:cubicBezTo>
                      <a:pt x="117" y="0"/>
                      <a:pt x="122" y="2"/>
                      <a:pt x="124" y="7"/>
                    </a:cubicBezTo>
                    <a:cubicBezTo>
                      <a:pt x="125" y="11"/>
                      <a:pt x="123" y="17"/>
                      <a:pt x="118" y="18"/>
                    </a:cubicBezTo>
                    <a:cubicBezTo>
                      <a:pt x="100" y="25"/>
                      <a:pt x="82" y="32"/>
                      <a:pt x="63" y="37"/>
                    </a:cubicBezTo>
                    <a:cubicBezTo>
                      <a:pt x="55" y="40"/>
                      <a:pt x="47" y="42"/>
                      <a:pt x="39" y="45"/>
                    </a:cubicBezTo>
                    <a:cubicBezTo>
                      <a:pt x="30" y="47"/>
                      <a:pt x="21" y="49"/>
                      <a:pt x="12" y="52"/>
                    </a:cubicBezTo>
                    <a:cubicBezTo>
                      <a:pt x="11" y="52"/>
                      <a:pt x="11" y="52"/>
                      <a:pt x="10" y="52"/>
                    </a:cubicBezTo>
                    <a:cubicBezTo>
                      <a:pt x="6" y="52"/>
                      <a:pt x="2" y="49"/>
                      <a:pt x="1" y="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37" name="Google Shape;2537;p27"/>
              <p:cNvSpPr/>
              <p:nvPr/>
            </p:nvSpPr>
            <p:spPr>
              <a:xfrm>
                <a:off x="4312440" y="4589640"/>
                <a:ext cx="23760" cy="22320"/>
              </a:xfrm>
              <a:custGeom>
                <a:avLst/>
                <a:gdLst/>
                <a:ahLst/>
                <a:cxnLst/>
                <a:rect l="l" t="t" r="r" b="b"/>
                <a:pathLst>
                  <a:path w="66" h="62" extrusionOk="0">
                    <a:moveTo>
                      <a:pt x="3" y="57"/>
                    </a:moveTo>
                    <a:cubicBezTo>
                      <a:pt x="0" y="54"/>
                      <a:pt x="0" y="48"/>
                      <a:pt x="4" y="44"/>
                    </a:cubicBezTo>
                    <a:cubicBezTo>
                      <a:pt x="11" y="38"/>
                      <a:pt x="18" y="32"/>
                      <a:pt x="24" y="25"/>
                    </a:cubicBezTo>
                    <a:cubicBezTo>
                      <a:pt x="32" y="18"/>
                      <a:pt x="40" y="11"/>
                      <a:pt x="49" y="4"/>
                    </a:cubicBezTo>
                    <a:cubicBezTo>
                      <a:pt x="52" y="0"/>
                      <a:pt x="58" y="1"/>
                      <a:pt x="61" y="4"/>
                    </a:cubicBezTo>
                    <a:cubicBezTo>
                      <a:pt x="65" y="9"/>
                      <a:pt x="65" y="14"/>
                      <a:pt x="61" y="17"/>
                    </a:cubicBezTo>
                    <a:cubicBezTo>
                      <a:pt x="53" y="25"/>
                      <a:pt x="45" y="32"/>
                      <a:pt x="37" y="39"/>
                    </a:cubicBezTo>
                    <a:cubicBezTo>
                      <a:pt x="30" y="45"/>
                      <a:pt x="24" y="52"/>
                      <a:pt x="17" y="59"/>
                    </a:cubicBezTo>
                    <a:cubicBezTo>
                      <a:pt x="15" y="60"/>
                      <a:pt x="12" y="61"/>
                      <a:pt x="10" y="61"/>
                    </a:cubicBezTo>
                    <a:cubicBezTo>
                      <a:pt x="8" y="61"/>
                      <a:pt x="5" y="60"/>
                      <a:pt x="3" y="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38" name="Google Shape;2538;p27"/>
              <p:cNvSpPr/>
              <p:nvPr/>
            </p:nvSpPr>
            <p:spPr>
              <a:xfrm>
                <a:off x="4367520" y="4523760"/>
                <a:ext cx="34560" cy="32040"/>
              </a:xfrm>
              <a:custGeom>
                <a:avLst/>
                <a:gdLst/>
                <a:ahLst/>
                <a:cxnLst/>
                <a:rect l="l" t="t" r="r" b="b"/>
                <a:pathLst>
                  <a:path w="96" h="89" extrusionOk="0">
                    <a:moveTo>
                      <a:pt x="4" y="86"/>
                    </a:moveTo>
                    <a:cubicBezTo>
                      <a:pt x="2" y="84"/>
                      <a:pt x="1" y="81"/>
                      <a:pt x="0" y="79"/>
                    </a:cubicBezTo>
                    <a:cubicBezTo>
                      <a:pt x="0" y="76"/>
                      <a:pt x="1" y="73"/>
                      <a:pt x="4" y="71"/>
                    </a:cubicBezTo>
                    <a:cubicBezTo>
                      <a:pt x="9" y="66"/>
                      <a:pt x="14" y="61"/>
                      <a:pt x="20" y="56"/>
                    </a:cubicBezTo>
                    <a:cubicBezTo>
                      <a:pt x="27" y="51"/>
                      <a:pt x="32" y="46"/>
                      <a:pt x="38" y="41"/>
                    </a:cubicBezTo>
                    <a:cubicBezTo>
                      <a:pt x="52" y="28"/>
                      <a:pt x="66" y="16"/>
                      <a:pt x="78" y="3"/>
                    </a:cubicBezTo>
                    <a:cubicBezTo>
                      <a:pt x="82" y="0"/>
                      <a:pt x="88" y="0"/>
                      <a:pt x="91" y="4"/>
                    </a:cubicBezTo>
                    <a:cubicBezTo>
                      <a:pt x="95" y="8"/>
                      <a:pt x="94" y="13"/>
                      <a:pt x="91" y="17"/>
                    </a:cubicBezTo>
                    <a:cubicBezTo>
                      <a:pt x="79" y="28"/>
                      <a:pt x="67" y="39"/>
                      <a:pt x="55" y="50"/>
                    </a:cubicBezTo>
                    <a:cubicBezTo>
                      <a:pt x="49" y="55"/>
                      <a:pt x="43" y="60"/>
                      <a:pt x="38" y="66"/>
                    </a:cubicBezTo>
                    <a:cubicBezTo>
                      <a:pt x="32" y="70"/>
                      <a:pt x="26" y="76"/>
                      <a:pt x="21" y="81"/>
                    </a:cubicBezTo>
                    <a:cubicBezTo>
                      <a:pt x="21" y="80"/>
                      <a:pt x="21" y="80"/>
                      <a:pt x="21" y="80"/>
                    </a:cubicBezTo>
                    <a:lnTo>
                      <a:pt x="21" y="81"/>
                    </a:lnTo>
                    <a:cubicBezTo>
                      <a:pt x="20" y="82"/>
                      <a:pt x="18" y="83"/>
                      <a:pt x="17" y="84"/>
                    </a:cubicBezTo>
                    <a:cubicBezTo>
                      <a:pt x="15" y="87"/>
                      <a:pt x="13" y="88"/>
                      <a:pt x="10" y="88"/>
                    </a:cubicBezTo>
                    <a:cubicBezTo>
                      <a:pt x="8" y="88"/>
                      <a:pt x="6" y="87"/>
                      <a:pt x="4" y="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39" name="Google Shape;2539;p27"/>
              <p:cNvSpPr/>
              <p:nvPr/>
            </p:nvSpPr>
            <p:spPr>
              <a:xfrm>
                <a:off x="4428360" y="4454280"/>
                <a:ext cx="37080" cy="3852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07" extrusionOk="0">
                    <a:moveTo>
                      <a:pt x="9" y="106"/>
                    </a:moveTo>
                    <a:cubicBezTo>
                      <a:pt x="3" y="104"/>
                      <a:pt x="0" y="98"/>
                      <a:pt x="3" y="92"/>
                    </a:cubicBezTo>
                    <a:cubicBezTo>
                      <a:pt x="7" y="84"/>
                      <a:pt x="14" y="76"/>
                      <a:pt x="20" y="69"/>
                    </a:cubicBezTo>
                    <a:cubicBezTo>
                      <a:pt x="27" y="62"/>
                      <a:pt x="34" y="56"/>
                      <a:pt x="41" y="49"/>
                    </a:cubicBezTo>
                    <a:cubicBezTo>
                      <a:pt x="56" y="35"/>
                      <a:pt x="71" y="21"/>
                      <a:pt x="85" y="6"/>
                    </a:cubicBezTo>
                    <a:cubicBezTo>
                      <a:pt x="86" y="6"/>
                      <a:pt x="87" y="4"/>
                      <a:pt x="87" y="4"/>
                    </a:cubicBezTo>
                    <a:cubicBezTo>
                      <a:pt x="91" y="0"/>
                      <a:pt x="97" y="1"/>
                      <a:pt x="100" y="4"/>
                    </a:cubicBezTo>
                    <a:cubicBezTo>
                      <a:pt x="101" y="6"/>
                      <a:pt x="102" y="9"/>
                      <a:pt x="102" y="11"/>
                    </a:cubicBezTo>
                    <a:cubicBezTo>
                      <a:pt x="102" y="13"/>
                      <a:pt x="101" y="16"/>
                      <a:pt x="99" y="17"/>
                    </a:cubicBezTo>
                    <a:cubicBezTo>
                      <a:pt x="88" y="28"/>
                      <a:pt x="77" y="39"/>
                      <a:pt x="66" y="51"/>
                    </a:cubicBezTo>
                    <a:cubicBezTo>
                      <a:pt x="56" y="60"/>
                      <a:pt x="45" y="71"/>
                      <a:pt x="35" y="81"/>
                    </a:cubicBezTo>
                    <a:cubicBezTo>
                      <a:pt x="31" y="85"/>
                      <a:pt x="28" y="88"/>
                      <a:pt x="25" y="92"/>
                    </a:cubicBezTo>
                    <a:cubicBezTo>
                      <a:pt x="24" y="94"/>
                      <a:pt x="23" y="95"/>
                      <a:pt x="21" y="97"/>
                    </a:cubicBezTo>
                    <a:cubicBezTo>
                      <a:pt x="21" y="98"/>
                      <a:pt x="21" y="99"/>
                      <a:pt x="20" y="101"/>
                    </a:cubicBezTo>
                    <a:cubicBezTo>
                      <a:pt x="20" y="100"/>
                      <a:pt x="20" y="100"/>
                      <a:pt x="20" y="99"/>
                    </a:cubicBezTo>
                    <a:cubicBezTo>
                      <a:pt x="20" y="102"/>
                      <a:pt x="18" y="104"/>
                      <a:pt x="16" y="105"/>
                    </a:cubicBezTo>
                    <a:cubicBezTo>
                      <a:pt x="14" y="106"/>
                      <a:pt x="13" y="106"/>
                      <a:pt x="11" y="106"/>
                    </a:cubicBezTo>
                    <a:cubicBezTo>
                      <a:pt x="10" y="106"/>
                      <a:pt x="10" y="106"/>
                      <a:pt x="9" y="10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40" name="Google Shape;2540;p27"/>
              <p:cNvSpPr/>
              <p:nvPr/>
            </p:nvSpPr>
            <p:spPr>
              <a:xfrm>
                <a:off x="4491000" y="4366440"/>
                <a:ext cx="49680" cy="60840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69" extrusionOk="0">
                    <a:moveTo>
                      <a:pt x="9" y="167"/>
                    </a:moveTo>
                    <a:cubicBezTo>
                      <a:pt x="4" y="166"/>
                      <a:pt x="0" y="161"/>
                      <a:pt x="1" y="157"/>
                    </a:cubicBezTo>
                    <a:cubicBezTo>
                      <a:pt x="4" y="147"/>
                      <a:pt x="8" y="139"/>
                      <a:pt x="14" y="131"/>
                    </a:cubicBezTo>
                    <a:cubicBezTo>
                      <a:pt x="20" y="123"/>
                      <a:pt x="26" y="116"/>
                      <a:pt x="33" y="109"/>
                    </a:cubicBezTo>
                    <a:cubicBezTo>
                      <a:pt x="40" y="102"/>
                      <a:pt x="46" y="95"/>
                      <a:pt x="52" y="88"/>
                    </a:cubicBezTo>
                    <a:cubicBezTo>
                      <a:pt x="58" y="81"/>
                      <a:pt x="64" y="74"/>
                      <a:pt x="69" y="66"/>
                    </a:cubicBezTo>
                    <a:cubicBezTo>
                      <a:pt x="70" y="66"/>
                      <a:pt x="70" y="66"/>
                      <a:pt x="70" y="66"/>
                    </a:cubicBezTo>
                    <a:cubicBezTo>
                      <a:pt x="78" y="56"/>
                      <a:pt x="84" y="45"/>
                      <a:pt x="91" y="35"/>
                    </a:cubicBezTo>
                    <a:cubicBezTo>
                      <a:pt x="99" y="23"/>
                      <a:pt x="110" y="13"/>
                      <a:pt x="121" y="3"/>
                    </a:cubicBezTo>
                    <a:cubicBezTo>
                      <a:pt x="125" y="0"/>
                      <a:pt x="131" y="0"/>
                      <a:pt x="133" y="4"/>
                    </a:cubicBezTo>
                    <a:cubicBezTo>
                      <a:pt x="137" y="7"/>
                      <a:pt x="137" y="13"/>
                      <a:pt x="133" y="17"/>
                    </a:cubicBezTo>
                    <a:cubicBezTo>
                      <a:pt x="128" y="21"/>
                      <a:pt x="124" y="25"/>
                      <a:pt x="119" y="30"/>
                    </a:cubicBezTo>
                    <a:cubicBezTo>
                      <a:pt x="117" y="32"/>
                      <a:pt x="115" y="34"/>
                      <a:pt x="114" y="35"/>
                    </a:cubicBezTo>
                    <a:cubicBezTo>
                      <a:pt x="112" y="37"/>
                      <a:pt x="111" y="39"/>
                      <a:pt x="110" y="41"/>
                    </a:cubicBezTo>
                    <a:cubicBezTo>
                      <a:pt x="104" y="48"/>
                      <a:pt x="100" y="56"/>
                      <a:pt x="94" y="64"/>
                    </a:cubicBezTo>
                    <a:cubicBezTo>
                      <a:pt x="88" y="72"/>
                      <a:pt x="82" y="80"/>
                      <a:pt x="76" y="87"/>
                    </a:cubicBezTo>
                    <a:cubicBezTo>
                      <a:pt x="64" y="103"/>
                      <a:pt x="50" y="117"/>
                      <a:pt x="37" y="132"/>
                    </a:cubicBezTo>
                    <a:cubicBezTo>
                      <a:pt x="34" y="135"/>
                      <a:pt x="31" y="139"/>
                      <a:pt x="29" y="143"/>
                    </a:cubicBezTo>
                    <a:cubicBezTo>
                      <a:pt x="27" y="145"/>
                      <a:pt x="26" y="148"/>
                      <a:pt x="24" y="150"/>
                    </a:cubicBezTo>
                    <a:cubicBezTo>
                      <a:pt x="23" y="153"/>
                      <a:pt x="22" y="155"/>
                      <a:pt x="21" y="157"/>
                    </a:cubicBezTo>
                    <a:lnTo>
                      <a:pt x="20" y="157"/>
                    </a:lnTo>
                    <a:cubicBezTo>
                      <a:pt x="20" y="158"/>
                      <a:pt x="20" y="158"/>
                      <a:pt x="20" y="158"/>
                    </a:cubicBezTo>
                    <a:cubicBezTo>
                      <a:pt x="20" y="159"/>
                      <a:pt x="20" y="159"/>
                      <a:pt x="20" y="160"/>
                    </a:cubicBezTo>
                    <a:cubicBezTo>
                      <a:pt x="19" y="164"/>
                      <a:pt x="15" y="168"/>
                      <a:pt x="10" y="168"/>
                    </a:cubicBezTo>
                    <a:lnTo>
                      <a:pt x="9" y="16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41" name="Google Shape;2541;p27"/>
              <p:cNvSpPr/>
              <p:nvPr/>
            </p:nvSpPr>
            <p:spPr>
              <a:xfrm>
                <a:off x="4010400" y="4615200"/>
                <a:ext cx="29160" cy="23040"/>
              </a:xfrm>
              <a:custGeom>
                <a:avLst/>
                <a:gdLst/>
                <a:ahLst/>
                <a:cxnLst/>
                <a:rect l="l" t="t" r="r" b="b"/>
                <a:pathLst>
                  <a:path w="81" h="64" extrusionOk="0">
                    <a:moveTo>
                      <a:pt x="5" y="61"/>
                    </a:moveTo>
                    <a:cubicBezTo>
                      <a:pt x="1" y="58"/>
                      <a:pt x="0" y="52"/>
                      <a:pt x="4" y="48"/>
                    </a:cubicBezTo>
                    <a:cubicBezTo>
                      <a:pt x="8" y="42"/>
                      <a:pt x="14" y="38"/>
                      <a:pt x="20" y="35"/>
                    </a:cubicBezTo>
                    <a:cubicBezTo>
                      <a:pt x="24" y="33"/>
                      <a:pt x="29" y="31"/>
                      <a:pt x="33" y="28"/>
                    </a:cubicBezTo>
                    <a:cubicBezTo>
                      <a:pt x="39" y="24"/>
                      <a:pt x="45" y="20"/>
                      <a:pt x="51" y="16"/>
                    </a:cubicBezTo>
                    <a:cubicBezTo>
                      <a:pt x="55" y="12"/>
                      <a:pt x="60" y="7"/>
                      <a:pt x="64" y="3"/>
                    </a:cubicBezTo>
                    <a:cubicBezTo>
                      <a:pt x="68" y="0"/>
                      <a:pt x="74" y="0"/>
                      <a:pt x="77" y="4"/>
                    </a:cubicBezTo>
                    <a:cubicBezTo>
                      <a:pt x="80" y="8"/>
                      <a:pt x="80" y="13"/>
                      <a:pt x="76" y="17"/>
                    </a:cubicBezTo>
                    <a:cubicBezTo>
                      <a:pt x="72" y="21"/>
                      <a:pt x="68" y="26"/>
                      <a:pt x="62" y="30"/>
                    </a:cubicBezTo>
                    <a:lnTo>
                      <a:pt x="63" y="30"/>
                    </a:lnTo>
                    <a:cubicBezTo>
                      <a:pt x="57" y="35"/>
                      <a:pt x="50" y="40"/>
                      <a:pt x="44" y="44"/>
                    </a:cubicBezTo>
                    <a:cubicBezTo>
                      <a:pt x="37" y="47"/>
                      <a:pt x="32" y="50"/>
                      <a:pt x="25" y="53"/>
                    </a:cubicBezTo>
                    <a:cubicBezTo>
                      <a:pt x="24" y="55"/>
                      <a:pt x="23" y="55"/>
                      <a:pt x="22" y="56"/>
                    </a:cubicBezTo>
                    <a:cubicBezTo>
                      <a:pt x="21" y="56"/>
                      <a:pt x="20" y="57"/>
                      <a:pt x="20" y="58"/>
                    </a:cubicBezTo>
                    <a:cubicBezTo>
                      <a:pt x="19" y="58"/>
                      <a:pt x="19" y="59"/>
                      <a:pt x="18" y="60"/>
                    </a:cubicBezTo>
                    <a:cubicBezTo>
                      <a:pt x="16" y="62"/>
                      <a:pt x="13" y="63"/>
                      <a:pt x="11" y="63"/>
                    </a:cubicBezTo>
                    <a:cubicBezTo>
                      <a:pt x="9" y="63"/>
                      <a:pt x="6" y="62"/>
                      <a:pt x="5" y="6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42" name="Google Shape;2542;p27"/>
              <p:cNvSpPr/>
              <p:nvPr/>
            </p:nvSpPr>
            <p:spPr>
              <a:xfrm>
                <a:off x="4053600" y="4540320"/>
                <a:ext cx="30960" cy="42840"/>
              </a:xfrm>
              <a:custGeom>
                <a:avLst/>
                <a:gdLst/>
                <a:ahLst/>
                <a:cxnLst/>
                <a:rect l="l" t="t" r="r" b="b"/>
                <a:pathLst>
                  <a:path w="86" h="119" extrusionOk="0">
                    <a:moveTo>
                      <a:pt x="6" y="116"/>
                    </a:moveTo>
                    <a:cubicBezTo>
                      <a:pt x="2" y="113"/>
                      <a:pt x="0" y="107"/>
                      <a:pt x="3" y="103"/>
                    </a:cubicBezTo>
                    <a:cubicBezTo>
                      <a:pt x="8" y="96"/>
                      <a:pt x="13" y="89"/>
                      <a:pt x="18" y="82"/>
                    </a:cubicBezTo>
                    <a:cubicBezTo>
                      <a:pt x="23" y="74"/>
                      <a:pt x="29" y="66"/>
                      <a:pt x="34" y="58"/>
                    </a:cubicBezTo>
                    <a:cubicBezTo>
                      <a:pt x="46" y="41"/>
                      <a:pt x="57" y="23"/>
                      <a:pt x="68" y="6"/>
                    </a:cubicBezTo>
                    <a:cubicBezTo>
                      <a:pt x="70" y="2"/>
                      <a:pt x="76" y="0"/>
                      <a:pt x="80" y="3"/>
                    </a:cubicBezTo>
                    <a:cubicBezTo>
                      <a:pt x="84" y="6"/>
                      <a:pt x="85" y="12"/>
                      <a:pt x="82" y="16"/>
                    </a:cubicBezTo>
                    <a:cubicBezTo>
                      <a:pt x="72" y="33"/>
                      <a:pt x="61" y="50"/>
                      <a:pt x="50" y="67"/>
                    </a:cubicBezTo>
                    <a:cubicBezTo>
                      <a:pt x="45" y="75"/>
                      <a:pt x="39" y="83"/>
                      <a:pt x="34" y="91"/>
                    </a:cubicBezTo>
                    <a:cubicBezTo>
                      <a:pt x="29" y="99"/>
                      <a:pt x="24" y="106"/>
                      <a:pt x="19" y="113"/>
                    </a:cubicBezTo>
                    <a:cubicBezTo>
                      <a:pt x="17" y="116"/>
                      <a:pt x="14" y="118"/>
                      <a:pt x="11" y="118"/>
                    </a:cubicBezTo>
                    <a:cubicBezTo>
                      <a:pt x="10" y="118"/>
                      <a:pt x="8" y="117"/>
                      <a:pt x="6" y="11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43" name="Google Shape;2543;p27"/>
              <p:cNvSpPr/>
              <p:nvPr/>
            </p:nvSpPr>
            <p:spPr>
              <a:xfrm>
                <a:off x="4088520" y="4478040"/>
                <a:ext cx="27000" cy="46080"/>
              </a:xfrm>
              <a:custGeom>
                <a:avLst/>
                <a:gdLst/>
                <a:ahLst/>
                <a:cxnLst/>
                <a:rect l="l" t="t" r="r" b="b"/>
                <a:pathLst>
                  <a:path w="75" h="128" extrusionOk="0">
                    <a:moveTo>
                      <a:pt x="10" y="127"/>
                    </a:moveTo>
                    <a:cubicBezTo>
                      <a:pt x="4" y="127"/>
                      <a:pt x="0" y="122"/>
                      <a:pt x="2" y="116"/>
                    </a:cubicBezTo>
                    <a:cubicBezTo>
                      <a:pt x="3" y="111"/>
                      <a:pt x="4" y="106"/>
                      <a:pt x="6" y="101"/>
                    </a:cubicBezTo>
                    <a:cubicBezTo>
                      <a:pt x="7" y="97"/>
                      <a:pt x="10" y="92"/>
                      <a:pt x="11" y="87"/>
                    </a:cubicBezTo>
                    <a:cubicBezTo>
                      <a:pt x="15" y="78"/>
                      <a:pt x="19" y="70"/>
                      <a:pt x="24" y="62"/>
                    </a:cubicBezTo>
                    <a:cubicBezTo>
                      <a:pt x="33" y="45"/>
                      <a:pt x="43" y="27"/>
                      <a:pt x="53" y="10"/>
                    </a:cubicBezTo>
                    <a:cubicBezTo>
                      <a:pt x="55" y="9"/>
                      <a:pt x="55" y="7"/>
                      <a:pt x="56" y="6"/>
                    </a:cubicBezTo>
                    <a:cubicBezTo>
                      <a:pt x="59" y="2"/>
                      <a:pt x="64" y="0"/>
                      <a:pt x="68" y="3"/>
                    </a:cubicBezTo>
                    <a:cubicBezTo>
                      <a:pt x="73" y="6"/>
                      <a:pt x="74" y="11"/>
                      <a:pt x="71" y="16"/>
                    </a:cubicBezTo>
                    <a:cubicBezTo>
                      <a:pt x="63" y="28"/>
                      <a:pt x="56" y="41"/>
                      <a:pt x="49" y="53"/>
                    </a:cubicBezTo>
                    <a:cubicBezTo>
                      <a:pt x="48" y="54"/>
                      <a:pt x="48" y="55"/>
                      <a:pt x="48" y="55"/>
                    </a:cubicBezTo>
                    <a:cubicBezTo>
                      <a:pt x="48" y="56"/>
                      <a:pt x="47" y="56"/>
                      <a:pt x="47" y="57"/>
                    </a:cubicBezTo>
                    <a:cubicBezTo>
                      <a:pt x="47" y="56"/>
                      <a:pt x="47" y="56"/>
                      <a:pt x="48" y="56"/>
                    </a:cubicBezTo>
                    <a:cubicBezTo>
                      <a:pt x="46" y="58"/>
                      <a:pt x="45" y="60"/>
                      <a:pt x="43" y="63"/>
                    </a:cubicBezTo>
                    <a:cubicBezTo>
                      <a:pt x="43" y="62"/>
                      <a:pt x="44" y="62"/>
                      <a:pt x="44" y="62"/>
                    </a:cubicBezTo>
                    <a:cubicBezTo>
                      <a:pt x="41" y="69"/>
                      <a:pt x="37" y="75"/>
                      <a:pt x="34" y="81"/>
                    </a:cubicBezTo>
                    <a:cubicBezTo>
                      <a:pt x="31" y="87"/>
                      <a:pt x="29" y="94"/>
                      <a:pt x="27" y="99"/>
                    </a:cubicBezTo>
                    <a:cubicBezTo>
                      <a:pt x="25" y="104"/>
                      <a:pt x="23" y="109"/>
                      <a:pt x="22" y="114"/>
                    </a:cubicBezTo>
                    <a:cubicBezTo>
                      <a:pt x="22" y="113"/>
                      <a:pt x="22" y="113"/>
                      <a:pt x="22" y="113"/>
                    </a:cubicBezTo>
                    <a:cubicBezTo>
                      <a:pt x="21" y="116"/>
                      <a:pt x="21" y="118"/>
                      <a:pt x="21" y="120"/>
                    </a:cubicBezTo>
                    <a:cubicBezTo>
                      <a:pt x="20" y="125"/>
                      <a:pt x="16" y="127"/>
                      <a:pt x="11" y="127"/>
                    </a:cubicBezTo>
                    <a:lnTo>
                      <a:pt x="10" y="12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44" name="Google Shape;2544;p27"/>
              <p:cNvSpPr/>
              <p:nvPr/>
            </p:nvSpPr>
            <p:spPr>
              <a:xfrm>
                <a:off x="4122720" y="4394880"/>
                <a:ext cx="30600" cy="45000"/>
              </a:xfrm>
              <a:custGeom>
                <a:avLst/>
                <a:gdLst/>
                <a:ahLst/>
                <a:cxnLst/>
                <a:rect l="l" t="t" r="r" b="b"/>
                <a:pathLst>
                  <a:path w="85" h="125" extrusionOk="0">
                    <a:moveTo>
                      <a:pt x="6" y="122"/>
                    </a:moveTo>
                    <a:cubicBezTo>
                      <a:pt x="1" y="119"/>
                      <a:pt x="0" y="112"/>
                      <a:pt x="4" y="108"/>
                    </a:cubicBezTo>
                    <a:cubicBezTo>
                      <a:pt x="5" y="108"/>
                      <a:pt x="5" y="108"/>
                      <a:pt x="5" y="108"/>
                    </a:cubicBezTo>
                    <a:lnTo>
                      <a:pt x="4" y="108"/>
                    </a:lnTo>
                    <a:cubicBezTo>
                      <a:pt x="5" y="108"/>
                      <a:pt x="5" y="108"/>
                      <a:pt x="5" y="107"/>
                    </a:cubicBezTo>
                    <a:cubicBezTo>
                      <a:pt x="7" y="104"/>
                      <a:pt x="9" y="100"/>
                      <a:pt x="11" y="96"/>
                    </a:cubicBezTo>
                    <a:cubicBezTo>
                      <a:pt x="13" y="93"/>
                      <a:pt x="16" y="89"/>
                      <a:pt x="18" y="85"/>
                    </a:cubicBezTo>
                    <a:cubicBezTo>
                      <a:pt x="23" y="76"/>
                      <a:pt x="28" y="68"/>
                      <a:pt x="33" y="59"/>
                    </a:cubicBezTo>
                    <a:cubicBezTo>
                      <a:pt x="44" y="41"/>
                      <a:pt x="55" y="23"/>
                      <a:pt x="67" y="5"/>
                    </a:cubicBezTo>
                    <a:cubicBezTo>
                      <a:pt x="69" y="1"/>
                      <a:pt x="75" y="0"/>
                      <a:pt x="79" y="2"/>
                    </a:cubicBezTo>
                    <a:cubicBezTo>
                      <a:pt x="83" y="5"/>
                      <a:pt x="84" y="11"/>
                      <a:pt x="81" y="15"/>
                    </a:cubicBezTo>
                    <a:cubicBezTo>
                      <a:pt x="63" y="43"/>
                      <a:pt x="45" y="72"/>
                      <a:pt x="29" y="102"/>
                    </a:cubicBezTo>
                    <a:cubicBezTo>
                      <a:pt x="26" y="106"/>
                      <a:pt x="24" y="111"/>
                      <a:pt x="21" y="115"/>
                    </a:cubicBezTo>
                    <a:lnTo>
                      <a:pt x="22" y="115"/>
                    </a:lnTo>
                    <a:lnTo>
                      <a:pt x="21" y="115"/>
                    </a:lnTo>
                    <a:lnTo>
                      <a:pt x="21" y="116"/>
                    </a:lnTo>
                    <a:lnTo>
                      <a:pt x="21" y="115"/>
                    </a:lnTo>
                    <a:cubicBezTo>
                      <a:pt x="21" y="116"/>
                      <a:pt x="21" y="117"/>
                      <a:pt x="21" y="117"/>
                    </a:cubicBezTo>
                    <a:cubicBezTo>
                      <a:pt x="20" y="117"/>
                      <a:pt x="20" y="118"/>
                      <a:pt x="20" y="118"/>
                    </a:cubicBezTo>
                    <a:cubicBezTo>
                      <a:pt x="19" y="121"/>
                      <a:pt x="15" y="124"/>
                      <a:pt x="12" y="124"/>
                    </a:cubicBezTo>
                    <a:cubicBezTo>
                      <a:pt x="10" y="124"/>
                      <a:pt x="8" y="123"/>
                      <a:pt x="6" y="1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45" name="Google Shape;2545;p27"/>
              <p:cNvSpPr/>
              <p:nvPr/>
            </p:nvSpPr>
            <p:spPr>
              <a:xfrm>
                <a:off x="4166640" y="4354920"/>
                <a:ext cx="25560" cy="19440"/>
              </a:xfrm>
              <a:custGeom>
                <a:avLst/>
                <a:gdLst/>
                <a:ahLst/>
                <a:cxnLst/>
                <a:rect l="l" t="t" r="r" b="b"/>
                <a:pathLst>
                  <a:path w="71" h="54" extrusionOk="0">
                    <a:moveTo>
                      <a:pt x="5" y="51"/>
                    </a:moveTo>
                    <a:cubicBezTo>
                      <a:pt x="1" y="48"/>
                      <a:pt x="0" y="42"/>
                      <a:pt x="4" y="38"/>
                    </a:cubicBezTo>
                    <a:cubicBezTo>
                      <a:pt x="6" y="34"/>
                      <a:pt x="10" y="31"/>
                      <a:pt x="14" y="28"/>
                    </a:cubicBezTo>
                    <a:cubicBezTo>
                      <a:pt x="18" y="25"/>
                      <a:pt x="22" y="22"/>
                      <a:pt x="26" y="20"/>
                    </a:cubicBezTo>
                    <a:cubicBezTo>
                      <a:pt x="30" y="17"/>
                      <a:pt x="34" y="14"/>
                      <a:pt x="39" y="11"/>
                    </a:cubicBezTo>
                    <a:cubicBezTo>
                      <a:pt x="44" y="8"/>
                      <a:pt x="50" y="6"/>
                      <a:pt x="55" y="3"/>
                    </a:cubicBezTo>
                    <a:cubicBezTo>
                      <a:pt x="60" y="0"/>
                      <a:pt x="65" y="2"/>
                      <a:pt x="68" y="7"/>
                    </a:cubicBezTo>
                    <a:cubicBezTo>
                      <a:pt x="70" y="11"/>
                      <a:pt x="68" y="17"/>
                      <a:pt x="64" y="19"/>
                    </a:cubicBezTo>
                    <a:cubicBezTo>
                      <a:pt x="58" y="21"/>
                      <a:pt x="53" y="24"/>
                      <a:pt x="47" y="27"/>
                    </a:cubicBezTo>
                    <a:cubicBezTo>
                      <a:pt x="40" y="32"/>
                      <a:pt x="32" y="38"/>
                      <a:pt x="25" y="43"/>
                    </a:cubicBezTo>
                    <a:cubicBezTo>
                      <a:pt x="23" y="44"/>
                      <a:pt x="22" y="45"/>
                      <a:pt x="21" y="46"/>
                    </a:cubicBezTo>
                    <a:cubicBezTo>
                      <a:pt x="20" y="47"/>
                      <a:pt x="19" y="48"/>
                      <a:pt x="19" y="49"/>
                    </a:cubicBezTo>
                    <a:cubicBezTo>
                      <a:pt x="19" y="48"/>
                      <a:pt x="19" y="48"/>
                      <a:pt x="20" y="48"/>
                    </a:cubicBezTo>
                    <a:cubicBezTo>
                      <a:pt x="19" y="48"/>
                      <a:pt x="19" y="49"/>
                      <a:pt x="18" y="50"/>
                    </a:cubicBezTo>
                    <a:cubicBezTo>
                      <a:pt x="16" y="52"/>
                      <a:pt x="13" y="53"/>
                      <a:pt x="11" y="53"/>
                    </a:cubicBezTo>
                    <a:cubicBezTo>
                      <a:pt x="9" y="53"/>
                      <a:pt x="6" y="52"/>
                      <a:pt x="5" y="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46" name="Google Shape;2546;p27"/>
              <p:cNvSpPr/>
              <p:nvPr/>
            </p:nvSpPr>
            <p:spPr>
              <a:xfrm>
                <a:off x="4212360" y="4354920"/>
                <a:ext cx="29520" cy="24480"/>
              </a:xfrm>
              <a:custGeom>
                <a:avLst/>
                <a:gdLst/>
                <a:ahLst/>
                <a:cxnLst/>
                <a:rect l="l" t="t" r="r" b="b"/>
                <a:pathLst>
                  <a:path w="82" h="68" extrusionOk="0">
                    <a:moveTo>
                      <a:pt x="65" y="65"/>
                    </a:moveTo>
                    <a:cubicBezTo>
                      <a:pt x="56" y="58"/>
                      <a:pt x="47" y="50"/>
                      <a:pt x="38" y="43"/>
                    </a:cubicBezTo>
                    <a:cubicBezTo>
                      <a:pt x="32" y="39"/>
                      <a:pt x="26" y="35"/>
                      <a:pt x="21" y="32"/>
                    </a:cubicBezTo>
                    <a:cubicBezTo>
                      <a:pt x="17" y="29"/>
                      <a:pt x="14" y="27"/>
                      <a:pt x="11" y="25"/>
                    </a:cubicBezTo>
                    <a:cubicBezTo>
                      <a:pt x="8" y="23"/>
                      <a:pt x="6" y="21"/>
                      <a:pt x="4" y="18"/>
                    </a:cubicBezTo>
                    <a:cubicBezTo>
                      <a:pt x="0" y="15"/>
                      <a:pt x="0" y="9"/>
                      <a:pt x="3" y="5"/>
                    </a:cubicBezTo>
                    <a:cubicBezTo>
                      <a:pt x="6" y="1"/>
                      <a:pt x="12" y="0"/>
                      <a:pt x="16" y="4"/>
                    </a:cubicBezTo>
                    <a:cubicBezTo>
                      <a:pt x="18" y="5"/>
                      <a:pt x="18" y="7"/>
                      <a:pt x="20" y="8"/>
                    </a:cubicBezTo>
                    <a:cubicBezTo>
                      <a:pt x="22" y="9"/>
                      <a:pt x="24" y="11"/>
                      <a:pt x="25" y="12"/>
                    </a:cubicBezTo>
                    <a:lnTo>
                      <a:pt x="25" y="11"/>
                    </a:lnTo>
                    <a:cubicBezTo>
                      <a:pt x="25" y="12"/>
                      <a:pt x="25" y="12"/>
                      <a:pt x="25" y="12"/>
                    </a:cubicBezTo>
                    <a:cubicBezTo>
                      <a:pt x="26" y="12"/>
                      <a:pt x="27" y="13"/>
                      <a:pt x="28" y="14"/>
                    </a:cubicBezTo>
                    <a:cubicBezTo>
                      <a:pt x="27" y="14"/>
                      <a:pt x="27" y="13"/>
                      <a:pt x="26" y="13"/>
                    </a:cubicBezTo>
                    <a:cubicBezTo>
                      <a:pt x="35" y="19"/>
                      <a:pt x="43" y="24"/>
                      <a:pt x="51" y="30"/>
                    </a:cubicBezTo>
                    <a:cubicBezTo>
                      <a:pt x="60" y="37"/>
                      <a:pt x="68" y="44"/>
                      <a:pt x="77" y="51"/>
                    </a:cubicBezTo>
                    <a:cubicBezTo>
                      <a:pt x="80" y="54"/>
                      <a:pt x="81" y="60"/>
                      <a:pt x="78" y="64"/>
                    </a:cubicBezTo>
                    <a:cubicBezTo>
                      <a:pt x="76" y="66"/>
                      <a:pt x="73" y="67"/>
                      <a:pt x="71" y="67"/>
                    </a:cubicBezTo>
                    <a:cubicBezTo>
                      <a:pt x="68" y="67"/>
                      <a:pt x="67" y="67"/>
                      <a:pt x="65" y="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47" name="Google Shape;2547;p27"/>
              <p:cNvSpPr/>
              <p:nvPr/>
            </p:nvSpPr>
            <p:spPr>
              <a:xfrm>
                <a:off x="4257720" y="4390560"/>
                <a:ext cx="20520" cy="30600"/>
              </a:xfrm>
              <a:custGeom>
                <a:avLst/>
                <a:gdLst/>
                <a:ahLst/>
                <a:cxnLst/>
                <a:rect l="l" t="t" r="r" b="b"/>
                <a:pathLst>
                  <a:path w="57" h="85" extrusionOk="0">
                    <a:moveTo>
                      <a:pt x="37" y="79"/>
                    </a:moveTo>
                    <a:cubicBezTo>
                      <a:pt x="36" y="76"/>
                      <a:pt x="34" y="73"/>
                      <a:pt x="32" y="70"/>
                    </a:cubicBezTo>
                    <a:cubicBezTo>
                      <a:pt x="26" y="60"/>
                      <a:pt x="20" y="51"/>
                      <a:pt x="15" y="42"/>
                    </a:cubicBezTo>
                    <a:cubicBezTo>
                      <a:pt x="10" y="33"/>
                      <a:pt x="6" y="24"/>
                      <a:pt x="2" y="15"/>
                    </a:cubicBezTo>
                    <a:cubicBezTo>
                      <a:pt x="0" y="10"/>
                      <a:pt x="2" y="4"/>
                      <a:pt x="8" y="2"/>
                    </a:cubicBezTo>
                    <a:cubicBezTo>
                      <a:pt x="13" y="0"/>
                      <a:pt x="19" y="4"/>
                      <a:pt x="20" y="9"/>
                    </a:cubicBezTo>
                    <a:lnTo>
                      <a:pt x="20" y="10"/>
                    </a:lnTo>
                    <a:cubicBezTo>
                      <a:pt x="20" y="9"/>
                      <a:pt x="20" y="9"/>
                      <a:pt x="20" y="9"/>
                    </a:cubicBezTo>
                    <a:lnTo>
                      <a:pt x="20" y="10"/>
                    </a:lnTo>
                    <a:cubicBezTo>
                      <a:pt x="21" y="12"/>
                      <a:pt x="22" y="14"/>
                      <a:pt x="23" y="16"/>
                    </a:cubicBezTo>
                    <a:lnTo>
                      <a:pt x="23" y="15"/>
                    </a:lnTo>
                    <a:cubicBezTo>
                      <a:pt x="26" y="22"/>
                      <a:pt x="29" y="28"/>
                      <a:pt x="32" y="33"/>
                    </a:cubicBezTo>
                    <a:cubicBezTo>
                      <a:pt x="39" y="46"/>
                      <a:pt x="47" y="58"/>
                      <a:pt x="54" y="71"/>
                    </a:cubicBezTo>
                    <a:cubicBezTo>
                      <a:pt x="56" y="75"/>
                      <a:pt x="54" y="81"/>
                      <a:pt x="49" y="83"/>
                    </a:cubicBezTo>
                    <a:cubicBezTo>
                      <a:pt x="48" y="84"/>
                      <a:pt x="47" y="84"/>
                      <a:pt x="46" y="84"/>
                    </a:cubicBezTo>
                    <a:cubicBezTo>
                      <a:pt x="42" y="84"/>
                      <a:pt x="39" y="82"/>
                      <a:pt x="37" y="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48" name="Google Shape;2548;p27"/>
              <p:cNvSpPr/>
              <p:nvPr/>
            </p:nvSpPr>
            <p:spPr>
              <a:xfrm>
                <a:off x="4285800" y="4442400"/>
                <a:ext cx="22680" cy="30960"/>
              </a:xfrm>
              <a:custGeom>
                <a:avLst/>
                <a:gdLst/>
                <a:ahLst/>
                <a:cxnLst/>
                <a:rect l="l" t="t" r="r" b="b"/>
                <a:pathLst>
                  <a:path w="63" h="86" extrusionOk="0">
                    <a:moveTo>
                      <a:pt x="44" y="82"/>
                    </a:moveTo>
                    <a:cubicBezTo>
                      <a:pt x="37" y="70"/>
                      <a:pt x="29" y="59"/>
                      <a:pt x="22" y="46"/>
                    </a:cubicBezTo>
                    <a:cubicBezTo>
                      <a:pt x="15" y="36"/>
                      <a:pt x="9" y="27"/>
                      <a:pt x="3" y="17"/>
                    </a:cubicBezTo>
                    <a:cubicBezTo>
                      <a:pt x="0" y="13"/>
                      <a:pt x="1" y="6"/>
                      <a:pt x="5" y="3"/>
                    </a:cubicBezTo>
                    <a:cubicBezTo>
                      <a:pt x="9" y="0"/>
                      <a:pt x="16" y="2"/>
                      <a:pt x="19" y="6"/>
                    </a:cubicBezTo>
                    <a:cubicBezTo>
                      <a:pt x="20" y="9"/>
                      <a:pt x="22" y="12"/>
                      <a:pt x="25" y="15"/>
                    </a:cubicBezTo>
                    <a:cubicBezTo>
                      <a:pt x="24" y="15"/>
                      <a:pt x="24" y="14"/>
                      <a:pt x="23" y="14"/>
                    </a:cubicBezTo>
                    <a:cubicBezTo>
                      <a:pt x="24" y="14"/>
                      <a:pt x="24" y="15"/>
                      <a:pt x="25" y="16"/>
                    </a:cubicBezTo>
                    <a:lnTo>
                      <a:pt x="25" y="15"/>
                    </a:lnTo>
                    <a:cubicBezTo>
                      <a:pt x="27" y="20"/>
                      <a:pt x="30" y="26"/>
                      <a:pt x="34" y="31"/>
                    </a:cubicBezTo>
                    <a:cubicBezTo>
                      <a:pt x="35" y="33"/>
                      <a:pt x="36" y="35"/>
                      <a:pt x="37" y="36"/>
                    </a:cubicBezTo>
                    <a:cubicBezTo>
                      <a:pt x="44" y="48"/>
                      <a:pt x="52" y="60"/>
                      <a:pt x="59" y="71"/>
                    </a:cubicBezTo>
                    <a:cubicBezTo>
                      <a:pt x="62" y="76"/>
                      <a:pt x="61" y="81"/>
                      <a:pt x="57" y="84"/>
                    </a:cubicBezTo>
                    <a:cubicBezTo>
                      <a:pt x="55" y="85"/>
                      <a:pt x="54" y="85"/>
                      <a:pt x="52" y="85"/>
                    </a:cubicBezTo>
                    <a:cubicBezTo>
                      <a:pt x="49" y="85"/>
                      <a:pt x="46" y="84"/>
                      <a:pt x="44" y="8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49" name="Google Shape;2549;p27"/>
              <p:cNvSpPr/>
              <p:nvPr/>
            </p:nvSpPr>
            <p:spPr>
              <a:xfrm>
                <a:off x="4316040" y="4496400"/>
                <a:ext cx="21960" cy="36720"/>
              </a:xfrm>
              <a:custGeom>
                <a:avLst/>
                <a:gdLst/>
                <a:ahLst/>
                <a:cxnLst/>
                <a:rect l="l" t="t" r="r" b="b"/>
                <a:pathLst>
                  <a:path w="61" h="102" extrusionOk="0">
                    <a:moveTo>
                      <a:pt x="42" y="97"/>
                    </a:moveTo>
                    <a:cubicBezTo>
                      <a:pt x="38" y="89"/>
                      <a:pt x="34" y="82"/>
                      <a:pt x="30" y="74"/>
                    </a:cubicBezTo>
                    <a:cubicBezTo>
                      <a:pt x="26" y="68"/>
                      <a:pt x="23" y="61"/>
                      <a:pt x="19" y="54"/>
                    </a:cubicBezTo>
                    <a:cubicBezTo>
                      <a:pt x="15" y="47"/>
                      <a:pt x="12" y="41"/>
                      <a:pt x="9" y="34"/>
                    </a:cubicBezTo>
                    <a:cubicBezTo>
                      <a:pt x="5" y="27"/>
                      <a:pt x="2" y="20"/>
                      <a:pt x="1" y="12"/>
                    </a:cubicBezTo>
                    <a:cubicBezTo>
                      <a:pt x="0" y="7"/>
                      <a:pt x="3" y="2"/>
                      <a:pt x="8" y="1"/>
                    </a:cubicBezTo>
                    <a:cubicBezTo>
                      <a:pt x="13" y="0"/>
                      <a:pt x="19" y="2"/>
                      <a:pt x="19" y="8"/>
                    </a:cubicBezTo>
                    <a:cubicBezTo>
                      <a:pt x="19" y="9"/>
                      <a:pt x="20" y="11"/>
                      <a:pt x="21" y="13"/>
                    </a:cubicBezTo>
                    <a:cubicBezTo>
                      <a:pt x="21" y="16"/>
                      <a:pt x="22" y="19"/>
                      <a:pt x="24" y="23"/>
                    </a:cubicBezTo>
                    <a:cubicBezTo>
                      <a:pt x="24" y="22"/>
                      <a:pt x="24" y="22"/>
                      <a:pt x="23" y="22"/>
                    </a:cubicBezTo>
                    <a:cubicBezTo>
                      <a:pt x="24" y="22"/>
                      <a:pt x="24" y="22"/>
                      <a:pt x="24" y="23"/>
                    </a:cubicBezTo>
                    <a:cubicBezTo>
                      <a:pt x="26" y="27"/>
                      <a:pt x="28" y="32"/>
                      <a:pt x="30" y="37"/>
                    </a:cubicBezTo>
                    <a:cubicBezTo>
                      <a:pt x="33" y="43"/>
                      <a:pt x="36" y="48"/>
                      <a:pt x="40" y="54"/>
                    </a:cubicBezTo>
                    <a:cubicBezTo>
                      <a:pt x="46" y="65"/>
                      <a:pt x="52" y="77"/>
                      <a:pt x="58" y="89"/>
                    </a:cubicBezTo>
                    <a:cubicBezTo>
                      <a:pt x="60" y="93"/>
                      <a:pt x="58" y="98"/>
                      <a:pt x="54" y="100"/>
                    </a:cubicBezTo>
                    <a:cubicBezTo>
                      <a:pt x="53" y="101"/>
                      <a:pt x="51" y="101"/>
                      <a:pt x="50" y="101"/>
                    </a:cubicBezTo>
                    <a:cubicBezTo>
                      <a:pt x="47" y="101"/>
                      <a:pt x="43" y="100"/>
                      <a:pt x="42" y="9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50" name="Google Shape;2550;p27"/>
              <p:cNvSpPr/>
              <p:nvPr/>
            </p:nvSpPr>
            <p:spPr>
              <a:xfrm>
                <a:off x="4346280" y="4576320"/>
                <a:ext cx="16200" cy="22680"/>
              </a:xfrm>
              <a:custGeom>
                <a:avLst/>
                <a:gdLst/>
                <a:ahLst/>
                <a:cxnLst/>
                <a:rect l="l" t="t" r="r" b="b"/>
                <a:pathLst>
                  <a:path w="45" h="63" extrusionOk="0">
                    <a:moveTo>
                      <a:pt x="26" y="57"/>
                    </a:moveTo>
                    <a:cubicBezTo>
                      <a:pt x="21" y="49"/>
                      <a:pt x="17" y="41"/>
                      <a:pt x="13" y="34"/>
                    </a:cubicBezTo>
                    <a:cubicBezTo>
                      <a:pt x="10" y="27"/>
                      <a:pt x="6" y="22"/>
                      <a:pt x="2" y="15"/>
                    </a:cubicBezTo>
                    <a:cubicBezTo>
                      <a:pt x="0" y="11"/>
                      <a:pt x="2" y="5"/>
                      <a:pt x="6" y="2"/>
                    </a:cubicBezTo>
                    <a:cubicBezTo>
                      <a:pt x="11" y="0"/>
                      <a:pt x="17" y="2"/>
                      <a:pt x="19" y="7"/>
                    </a:cubicBezTo>
                    <a:cubicBezTo>
                      <a:pt x="23" y="13"/>
                      <a:pt x="25" y="19"/>
                      <a:pt x="29" y="26"/>
                    </a:cubicBezTo>
                    <a:cubicBezTo>
                      <a:pt x="33" y="33"/>
                      <a:pt x="38" y="41"/>
                      <a:pt x="42" y="48"/>
                    </a:cubicBezTo>
                    <a:cubicBezTo>
                      <a:pt x="44" y="53"/>
                      <a:pt x="42" y="59"/>
                      <a:pt x="38" y="61"/>
                    </a:cubicBezTo>
                    <a:cubicBezTo>
                      <a:pt x="37" y="61"/>
                      <a:pt x="35" y="62"/>
                      <a:pt x="34" y="62"/>
                    </a:cubicBezTo>
                    <a:cubicBezTo>
                      <a:pt x="31" y="62"/>
                      <a:pt x="28" y="60"/>
                      <a:pt x="26" y="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51" name="Google Shape;2551;p27"/>
              <p:cNvSpPr/>
              <p:nvPr/>
            </p:nvSpPr>
            <p:spPr>
              <a:xfrm>
                <a:off x="3965400" y="4628520"/>
                <a:ext cx="19080" cy="18720"/>
              </a:xfrm>
              <a:custGeom>
                <a:avLst/>
                <a:gdLst/>
                <a:ahLst/>
                <a:cxnLst/>
                <a:rect l="l" t="t" r="r" b="b"/>
                <a:pathLst>
                  <a:path w="53" h="52" extrusionOk="0">
                    <a:moveTo>
                      <a:pt x="36" y="50"/>
                    </a:moveTo>
                    <a:cubicBezTo>
                      <a:pt x="35" y="49"/>
                      <a:pt x="34" y="48"/>
                      <a:pt x="33" y="47"/>
                    </a:cubicBezTo>
                    <a:cubicBezTo>
                      <a:pt x="31" y="46"/>
                      <a:pt x="30" y="44"/>
                      <a:pt x="29" y="43"/>
                    </a:cubicBezTo>
                    <a:cubicBezTo>
                      <a:pt x="27" y="40"/>
                      <a:pt x="24" y="38"/>
                      <a:pt x="21" y="35"/>
                    </a:cubicBezTo>
                    <a:cubicBezTo>
                      <a:pt x="15" y="29"/>
                      <a:pt x="9" y="22"/>
                      <a:pt x="3" y="16"/>
                    </a:cubicBezTo>
                    <a:cubicBezTo>
                      <a:pt x="0" y="12"/>
                      <a:pt x="0" y="6"/>
                      <a:pt x="4" y="3"/>
                    </a:cubicBezTo>
                    <a:cubicBezTo>
                      <a:pt x="8" y="0"/>
                      <a:pt x="13" y="0"/>
                      <a:pt x="17" y="4"/>
                    </a:cubicBezTo>
                    <a:cubicBezTo>
                      <a:pt x="25" y="12"/>
                      <a:pt x="33" y="21"/>
                      <a:pt x="42" y="29"/>
                    </a:cubicBezTo>
                    <a:cubicBezTo>
                      <a:pt x="42" y="29"/>
                      <a:pt x="41" y="29"/>
                      <a:pt x="41" y="28"/>
                    </a:cubicBezTo>
                    <a:cubicBezTo>
                      <a:pt x="43" y="30"/>
                      <a:pt x="45" y="32"/>
                      <a:pt x="47" y="34"/>
                    </a:cubicBezTo>
                    <a:cubicBezTo>
                      <a:pt x="51" y="37"/>
                      <a:pt x="52" y="43"/>
                      <a:pt x="49" y="47"/>
                    </a:cubicBezTo>
                    <a:cubicBezTo>
                      <a:pt x="48" y="50"/>
                      <a:pt x="44" y="51"/>
                      <a:pt x="41" y="51"/>
                    </a:cubicBezTo>
                    <a:cubicBezTo>
                      <a:pt x="40" y="51"/>
                      <a:pt x="38" y="51"/>
                      <a:pt x="36" y="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52" name="Google Shape;2552;p27"/>
              <p:cNvSpPr/>
              <p:nvPr/>
            </p:nvSpPr>
            <p:spPr>
              <a:xfrm>
                <a:off x="3922920" y="4566960"/>
                <a:ext cx="1980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55" h="77" extrusionOk="0">
                    <a:moveTo>
                      <a:pt x="36" y="73"/>
                    </a:moveTo>
                    <a:cubicBezTo>
                      <a:pt x="29" y="65"/>
                      <a:pt x="24" y="55"/>
                      <a:pt x="18" y="46"/>
                    </a:cubicBezTo>
                    <a:cubicBezTo>
                      <a:pt x="15" y="42"/>
                      <a:pt x="13" y="37"/>
                      <a:pt x="11" y="33"/>
                    </a:cubicBezTo>
                    <a:cubicBezTo>
                      <a:pt x="8" y="26"/>
                      <a:pt x="5" y="20"/>
                      <a:pt x="1" y="14"/>
                    </a:cubicBezTo>
                    <a:cubicBezTo>
                      <a:pt x="0" y="10"/>
                      <a:pt x="1" y="5"/>
                      <a:pt x="5" y="2"/>
                    </a:cubicBezTo>
                    <a:cubicBezTo>
                      <a:pt x="10" y="0"/>
                      <a:pt x="15" y="2"/>
                      <a:pt x="18" y="6"/>
                    </a:cubicBezTo>
                    <a:cubicBezTo>
                      <a:pt x="23" y="16"/>
                      <a:pt x="28" y="27"/>
                      <a:pt x="34" y="37"/>
                    </a:cubicBezTo>
                    <a:cubicBezTo>
                      <a:pt x="37" y="42"/>
                      <a:pt x="41" y="48"/>
                      <a:pt x="45" y="53"/>
                    </a:cubicBezTo>
                    <a:cubicBezTo>
                      <a:pt x="46" y="55"/>
                      <a:pt x="49" y="58"/>
                      <a:pt x="50" y="60"/>
                    </a:cubicBezTo>
                    <a:cubicBezTo>
                      <a:pt x="54" y="63"/>
                      <a:pt x="54" y="70"/>
                      <a:pt x="50" y="73"/>
                    </a:cubicBezTo>
                    <a:cubicBezTo>
                      <a:pt x="48" y="75"/>
                      <a:pt x="46" y="76"/>
                      <a:pt x="43" y="76"/>
                    </a:cubicBezTo>
                    <a:cubicBezTo>
                      <a:pt x="41" y="76"/>
                      <a:pt x="38" y="74"/>
                      <a:pt x="36" y="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53" name="Google Shape;2553;p27"/>
              <p:cNvSpPr/>
              <p:nvPr/>
            </p:nvSpPr>
            <p:spPr>
              <a:xfrm>
                <a:off x="3897360" y="4487040"/>
                <a:ext cx="17640" cy="30960"/>
              </a:xfrm>
              <a:custGeom>
                <a:avLst/>
                <a:gdLst/>
                <a:ahLst/>
                <a:cxnLst/>
                <a:rect l="l" t="t" r="r" b="b"/>
                <a:pathLst>
                  <a:path w="49" h="86" extrusionOk="0">
                    <a:moveTo>
                      <a:pt x="29" y="79"/>
                    </a:moveTo>
                    <a:cubicBezTo>
                      <a:pt x="29" y="79"/>
                      <a:pt x="28" y="78"/>
                      <a:pt x="28" y="77"/>
                    </a:cubicBezTo>
                    <a:cubicBezTo>
                      <a:pt x="26" y="73"/>
                      <a:pt x="23" y="68"/>
                      <a:pt x="21" y="63"/>
                    </a:cubicBezTo>
                    <a:cubicBezTo>
                      <a:pt x="18" y="59"/>
                      <a:pt x="16" y="53"/>
                      <a:pt x="14" y="49"/>
                    </a:cubicBezTo>
                    <a:cubicBezTo>
                      <a:pt x="9" y="37"/>
                      <a:pt x="5" y="25"/>
                      <a:pt x="1" y="13"/>
                    </a:cubicBezTo>
                    <a:cubicBezTo>
                      <a:pt x="0" y="9"/>
                      <a:pt x="2" y="3"/>
                      <a:pt x="7" y="2"/>
                    </a:cubicBezTo>
                    <a:cubicBezTo>
                      <a:pt x="11" y="0"/>
                      <a:pt x="17" y="2"/>
                      <a:pt x="19" y="7"/>
                    </a:cubicBezTo>
                    <a:cubicBezTo>
                      <a:pt x="22" y="20"/>
                      <a:pt x="27" y="32"/>
                      <a:pt x="32" y="44"/>
                    </a:cubicBezTo>
                    <a:cubicBezTo>
                      <a:pt x="34" y="49"/>
                      <a:pt x="37" y="54"/>
                      <a:pt x="39" y="59"/>
                    </a:cubicBezTo>
                    <a:cubicBezTo>
                      <a:pt x="42" y="63"/>
                      <a:pt x="44" y="67"/>
                      <a:pt x="46" y="71"/>
                    </a:cubicBezTo>
                    <a:cubicBezTo>
                      <a:pt x="48" y="76"/>
                      <a:pt x="47" y="81"/>
                      <a:pt x="42" y="84"/>
                    </a:cubicBezTo>
                    <a:cubicBezTo>
                      <a:pt x="40" y="85"/>
                      <a:pt x="39" y="85"/>
                      <a:pt x="37" y="85"/>
                    </a:cubicBezTo>
                    <a:cubicBezTo>
                      <a:pt x="34" y="85"/>
                      <a:pt x="30" y="83"/>
                      <a:pt x="29" y="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54" name="Google Shape;2554;p27"/>
              <p:cNvSpPr/>
              <p:nvPr/>
            </p:nvSpPr>
            <p:spPr>
              <a:xfrm>
                <a:off x="3874680" y="4423680"/>
                <a:ext cx="12960" cy="18360"/>
              </a:xfrm>
              <a:custGeom>
                <a:avLst/>
                <a:gdLst/>
                <a:ahLst/>
                <a:cxnLst/>
                <a:rect l="l" t="t" r="r" b="b"/>
                <a:pathLst>
                  <a:path w="36" h="51" extrusionOk="0">
                    <a:moveTo>
                      <a:pt x="22" y="50"/>
                    </a:moveTo>
                    <a:cubicBezTo>
                      <a:pt x="19" y="49"/>
                      <a:pt x="17" y="47"/>
                      <a:pt x="16" y="45"/>
                    </a:cubicBezTo>
                    <a:cubicBezTo>
                      <a:pt x="14" y="41"/>
                      <a:pt x="12" y="38"/>
                      <a:pt x="10" y="34"/>
                    </a:cubicBezTo>
                    <a:cubicBezTo>
                      <a:pt x="11" y="34"/>
                      <a:pt x="11" y="34"/>
                      <a:pt x="11" y="34"/>
                    </a:cubicBezTo>
                    <a:cubicBezTo>
                      <a:pt x="8" y="28"/>
                      <a:pt x="5" y="21"/>
                      <a:pt x="3" y="14"/>
                    </a:cubicBezTo>
                    <a:cubicBezTo>
                      <a:pt x="0" y="10"/>
                      <a:pt x="3" y="4"/>
                      <a:pt x="8" y="2"/>
                    </a:cubicBezTo>
                    <a:cubicBezTo>
                      <a:pt x="12" y="0"/>
                      <a:pt x="18" y="3"/>
                      <a:pt x="19" y="8"/>
                    </a:cubicBezTo>
                    <a:cubicBezTo>
                      <a:pt x="21" y="11"/>
                      <a:pt x="22" y="15"/>
                      <a:pt x="24" y="19"/>
                    </a:cubicBezTo>
                    <a:cubicBezTo>
                      <a:pt x="26" y="24"/>
                      <a:pt x="28" y="29"/>
                      <a:pt x="31" y="33"/>
                    </a:cubicBezTo>
                    <a:cubicBezTo>
                      <a:pt x="31" y="34"/>
                      <a:pt x="32" y="34"/>
                      <a:pt x="32" y="35"/>
                    </a:cubicBezTo>
                    <a:cubicBezTo>
                      <a:pt x="35" y="39"/>
                      <a:pt x="34" y="45"/>
                      <a:pt x="29" y="48"/>
                    </a:cubicBezTo>
                    <a:cubicBezTo>
                      <a:pt x="28" y="49"/>
                      <a:pt x="26" y="50"/>
                      <a:pt x="24" y="50"/>
                    </a:cubicBezTo>
                    <a:cubicBezTo>
                      <a:pt x="24" y="50"/>
                      <a:pt x="23" y="50"/>
                      <a:pt x="22" y="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55" name="Google Shape;2555;p27"/>
              <p:cNvSpPr/>
              <p:nvPr/>
            </p:nvSpPr>
            <p:spPr>
              <a:xfrm>
                <a:off x="3826800" y="4368600"/>
                <a:ext cx="30240" cy="28080"/>
              </a:xfrm>
              <a:custGeom>
                <a:avLst/>
                <a:gdLst/>
                <a:ahLst/>
                <a:cxnLst/>
                <a:rect l="l" t="t" r="r" b="b"/>
                <a:pathLst>
                  <a:path w="84" h="78" extrusionOk="0">
                    <a:moveTo>
                      <a:pt x="64" y="73"/>
                    </a:moveTo>
                    <a:cubicBezTo>
                      <a:pt x="63" y="71"/>
                      <a:pt x="63" y="70"/>
                      <a:pt x="61" y="68"/>
                    </a:cubicBezTo>
                    <a:cubicBezTo>
                      <a:pt x="58" y="65"/>
                      <a:pt x="56" y="62"/>
                      <a:pt x="53" y="59"/>
                    </a:cubicBezTo>
                    <a:cubicBezTo>
                      <a:pt x="46" y="52"/>
                      <a:pt x="38" y="46"/>
                      <a:pt x="30" y="39"/>
                    </a:cubicBezTo>
                    <a:cubicBezTo>
                      <a:pt x="21" y="32"/>
                      <a:pt x="13" y="24"/>
                      <a:pt x="4" y="17"/>
                    </a:cubicBezTo>
                    <a:cubicBezTo>
                      <a:pt x="1" y="13"/>
                      <a:pt x="0" y="8"/>
                      <a:pt x="3" y="4"/>
                    </a:cubicBezTo>
                    <a:cubicBezTo>
                      <a:pt x="6" y="0"/>
                      <a:pt x="12" y="0"/>
                      <a:pt x="16" y="3"/>
                    </a:cubicBezTo>
                    <a:cubicBezTo>
                      <a:pt x="25" y="11"/>
                      <a:pt x="33" y="18"/>
                      <a:pt x="43" y="26"/>
                    </a:cubicBezTo>
                    <a:cubicBezTo>
                      <a:pt x="51" y="33"/>
                      <a:pt x="60" y="40"/>
                      <a:pt x="68" y="48"/>
                    </a:cubicBezTo>
                    <a:cubicBezTo>
                      <a:pt x="68" y="49"/>
                      <a:pt x="68" y="49"/>
                      <a:pt x="68" y="49"/>
                    </a:cubicBezTo>
                    <a:cubicBezTo>
                      <a:pt x="72" y="53"/>
                      <a:pt x="77" y="57"/>
                      <a:pt x="80" y="62"/>
                    </a:cubicBezTo>
                    <a:cubicBezTo>
                      <a:pt x="83" y="66"/>
                      <a:pt x="82" y="72"/>
                      <a:pt x="78" y="75"/>
                    </a:cubicBezTo>
                    <a:cubicBezTo>
                      <a:pt x="76" y="76"/>
                      <a:pt x="74" y="77"/>
                      <a:pt x="72" y="77"/>
                    </a:cubicBezTo>
                    <a:cubicBezTo>
                      <a:pt x="69" y="77"/>
                      <a:pt x="66" y="75"/>
                      <a:pt x="64" y="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56" name="Google Shape;2556;p27"/>
              <p:cNvSpPr/>
              <p:nvPr/>
            </p:nvSpPr>
            <p:spPr>
              <a:xfrm>
                <a:off x="3780720" y="4350960"/>
                <a:ext cx="1944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54" h="22" extrusionOk="0">
                    <a:moveTo>
                      <a:pt x="1" y="15"/>
                    </a:moveTo>
                    <a:cubicBezTo>
                      <a:pt x="0" y="10"/>
                      <a:pt x="2" y="5"/>
                      <a:pt x="7" y="3"/>
                    </a:cubicBezTo>
                    <a:cubicBezTo>
                      <a:pt x="12" y="1"/>
                      <a:pt x="18" y="0"/>
                      <a:pt x="24" y="0"/>
                    </a:cubicBezTo>
                    <a:cubicBezTo>
                      <a:pt x="27" y="0"/>
                      <a:pt x="29" y="0"/>
                      <a:pt x="32" y="0"/>
                    </a:cubicBezTo>
                    <a:cubicBezTo>
                      <a:pt x="35" y="0"/>
                      <a:pt x="38" y="0"/>
                      <a:pt x="40" y="1"/>
                    </a:cubicBezTo>
                    <a:cubicBezTo>
                      <a:pt x="41" y="1"/>
                      <a:pt x="42" y="1"/>
                      <a:pt x="43" y="1"/>
                    </a:cubicBezTo>
                    <a:cubicBezTo>
                      <a:pt x="48" y="1"/>
                      <a:pt x="53" y="6"/>
                      <a:pt x="52" y="11"/>
                    </a:cubicBezTo>
                    <a:cubicBezTo>
                      <a:pt x="52" y="16"/>
                      <a:pt x="47" y="21"/>
                      <a:pt x="42" y="20"/>
                    </a:cubicBezTo>
                    <a:cubicBezTo>
                      <a:pt x="42" y="20"/>
                      <a:pt x="41" y="20"/>
                      <a:pt x="40" y="20"/>
                    </a:cubicBezTo>
                    <a:cubicBezTo>
                      <a:pt x="38" y="20"/>
                      <a:pt x="35" y="20"/>
                      <a:pt x="33" y="19"/>
                    </a:cubicBezTo>
                    <a:cubicBezTo>
                      <a:pt x="31" y="19"/>
                      <a:pt x="28" y="18"/>
                      <a:pt x="24" y="18"/>
                    </a:cubicBezTo>
                    <a:cubicBezTo>
                      <a:pt x="23" y="19"/>
                      <a:pt x="22" y="19"/>
                      <a:pt x="20" y="19"/>
                    </a:cubicBezTo>
                    <a:cubicBezTo>
                      <a:pt x="19" y="19"/>
                      <a:pt x="18" y="20"/>
                      <a:pt x="18" y="20"/>
                    </a:cubicBezTo>
                    <a:lnTo>
                      <a:pt x="19" y="19"/>
                    </a:lnTo>
                    <a:cubicBezTo>
                      <a:pt x="18" y="20"/>
                      <a:pt x="16" y="20"/>
                      <a:pt x="15" y="20"/>
                    </a:cubicBezTo>
                    <a:cubicBezTo>
                      <a:pt x="14" y="20"/>
                      <a:pt x="14" y="21"/>
                      <a:pt x="13" y="21"/>
                    </a:cubicBezTo>
                    <a:cubicBezTo>
                      <a:pt x="12" y="21"/>
                      <a:pt x="11" y="21"/>
                      <a:pt x="10" y="21"/>
                    </a:cubicBezTo>
                    <a:cubicBezTo>
                      <a:pt x="6" y="21"/>
                      <a:pt x="3" y="19"/>
                      <a:pt x="1" y="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57" name="Google Shape;2557;p27"/>
              <p:cNvSpPr/>
              <p:nvPr/>
            </p:nvSpPr>
            <p:spPr>
              <a:xfrm>
                <a:off x="3744360" y="4369680"/>
                <a:ext cx="17640" cy="18360"/>
              </a:xfrm>
              <a:custGeom>
                <a:avLst/>
                <a:gdLst/>
                <a:ahLst/>
                <a:cxnLst/>
                <a:rect l="l" t="t" r="r" b="b"/>
                <a:pathLst>
                  <a:path w="49" h="51" extrusionOk="0">
                    <a:moveTo>
                      <a:pt x="6" y="48"/>
                    </a:moveTo>
                    <a:cubicBezTo>
                      <a:pt x="1" y="46"/>
                      <a:pt x="0" y="39"/>
                      <a:pt x="3" y="35"/>
                    </a:cubicBezTo>
                    <a:cubicBezTo>
                      <a:pt x="6" y="31"/>
                      <a:pt x="8" y="28"/>
                      <a:pt x="11" y="23"/>
                    </a:cubicBezTo>
                    <a:lnTo>
                      <a:pt x="11" y="24"/>
                    </a:lnTo>
                    <a:cubicBezTo>
                      <a:pt x="14" y="20"/>
                      <a:pt x="17" y="16"/>
                      <a:pt x="20" y="12"/>
                    </a:cubicBezTo>
                    <a:cubicBezTo>
                      <a:pt x="22" y="11"/>
                      <a:pt x="24" y="9"/>
                      <a:pt x="26" y="8"/>
                    </a:cubicBezTo>
                    <a:cubicBezTo>
                      <a:pt x="27" y="7"/>
                      <a:pt x="29" y="5"/>
                      <a:pt x="30" y="4"/>
                    </a:cubicBezTo>
                    <a:cubicBezTo>
                      <a:pt x="33" y="1"/>
                      <a:pt x="38" y="0"/>
                      <a:pt x="42" y="3"/>
                    </a:cubicBezTo>
                    <a:cubicBezTo>
                      <a:pt x="47" y="6"/>
                      <a:pt x="48" y="12"/>
                      <a:pt x="45" y="17"/>
                    </a:cubicBezTo>
                    <a:cubicBezTo>
                      <a:pt x="42" y="19"/>
                      <a:pt x="40" y="21"/>
                      <a:pt x="37" y="22"/>
                    </a:cubicBezTo>
                    <a:cubicBezTo>
                      <a:pt x="36" y="23"/>
                      <a:pt x="36" y="24"/>
                      <a:pt x="35" y="25"/>
                    </a:cubicBezTo>
                    <a:cubicBezTo>
                      <a:pt x="28" y="32"/>
                      <a:pt x="23" y="39"/>
                      <a:pt x="18" y="46"/>
                    </a:cubicBezTo>
                    <a:cubicBezTo>
                      <a:pt x="16" y="49"/>
                      <a:pt x="13" y="50"/>
                      <a:pt x="11" y="50"/>
                    </a:cubicBezTo>
                    <a:cubicBezTo>
                      <a:pt x="9" y="50"/>
                      <a:pt x="7" y="49"/>
                      <a:pt x="6" y="4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58" name="Google Shape;2558;p27"/>
              <p:cNvSpPr/>
              <p:nvPr/>
            </p:nvSpPr>
            <p:spPr>
              <a:xfrm>
                <a:off x="3705840" y="4419000"/>
                <a:ext cx="18360" cy="27360"/>
              </a:xfrm>
              <a:custGeom>
                <a:avLst/>
                <a:gdLst/>
                <a:ahLst/>
                <a:cxnLst/>
                <a:rect l="l" t="t" r="r" b="b"/>
                <a:pathLst>
                  <a:path w="51" h="76" extrusionOk="0">
                    <a:moveTo>
                      <a:pt x="7" y="74"/>
                    </a:moveTo>
                    <a:cubicBezTo>
                      <a:pt x="2" y="72"/>
                      <a:pt x="0" y="67"/>
                      <a:pt x="2" y="62"/>
                    </a:cubicBezTo>
                    <a:cubicBezTo>
                      <a:pt x="6" y="54"/>
                      <a:pt x="9" y="47"/>
                      <a:pt x="13" y="39"/>
                    </a:cubicBezTo>
                    <a:cubicBezTo>
                      <a:pt x="17" y="32"/>
                      <a:pt x="20" y="25"/>
                      <a:pt x="24" y="18"/>
                    </a:cubicBezTo>
                    <a:cubicBezTo>
                      <a:pt x="25" y="17"/>
                      <a:pt x="25" y="16"/>
                      <a:pt x="25" y="16"/>
                    </a:cubicBezTo>
                    <a:lnTo>
                      <a:pt x="25" y="17"/>
                    </a:lnTo>
                    <a:cubicBezTo>
                      <a:pt x="25" y="15"/>
                      <a:pt x="26" y="14"/>
                      <a:pt x="27" y="13"/>
                    </a:cubicBezTo>
                    <a:lnTo>
                      <a:pt x="26" y="14"/>
                    </a:lnTo>
                    <a:cubicBezTo>
                      <a:pt x="28" y="11"/>
                      <a:pt x="30" y="8"/>
                      <a:pt x="31" y="5"/>
                    </a:cubicBezTo>
                    <a:cubicBezTo>
                      <a:pt x="34" y="1"/>
                      <a:pt x="40" y="0"/>
                      <a:pt x="44" y="2"/>
                    </a:cubicBezTo>
                    <a:cubicBezTo>
                      <a:pt x="49" y="5"/>
                      <a:pt x="50" y="11"/>
                      <a:pt x="47" y="15"/>
                    </a:cubicBezTo>
                    <a:cubicBezTo>
                      <a:pt x="44" y="21"/>
                      <a:pt x="40" y="27"/>
                      <a:pt x="37" y="33"/>
                    </a:cubicBezTo>
                    <a:cubicBezTo>
                      <a:pt x="31" y="45"/>
                      <a:pt x="25" y="57"/>
                      <a:pt x="19" y="69"/>
                    </a:cubicBezTo>
                    <a:cubicBezTo>
                      <a:pt x="18" y="73"/>
                      <a:pt x="14" y="75"/>
                      <a:pt x="11" y="75"/>
                    </a:cubicBezTo>
                    <a:cubicBezTo>
                      <a:pt x="9" y="75"/>
                      <a:pt x="8" y="75"/>
                      <a:pt x="7" y="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59" name="Google Shape;2559;p27"/>
              <p:cNvSpPr/>
              <p:nvPr/>
            </p:nvSpPr>
            <p:spPr>
              <a:xfrm>
                <a:off x="3680640" y="4475160"/>
                <a:ext cx="17640" cy="28080"/>
              </a:xfrm>
              <a:custGeom>
                <a:avLst/>
                <a:gdLst/>
                <a:ahLst/>
                <a:cxnLst/>
                <a:rect l="l" t="t" r="r" b="b"/>
                <a:pathLst>
                  <a:path w="49" h="78" extrusionOk="0">
                    <a:moveTo>
                      <a:pt x="7" y="76"/>
                    </a:moveTo>
                    <a:cubicBezTo>
                      <a:pt x="2" y="74"/>
                      <a:pt x="0" y="68"/>
                      <a:pt x="2" y="64"/>
                    </a:cubicBezTo>
                    <a:cubicBezTo>
                      <a:pt x="7" y="54"/>
                      <a:pt x="11" y="44"/>
                      <a:pt x="15" y="34"/>
                    </a:cubicBezTo>
                    <a:cubicBezTo>
                      <a:pt x="19" y="25"/>
                      <a:pt x="24" y="15"/>
                      <a:pt x="28" y="7"/>
                    </a:cubicBezTo>
                    <a:cubicBezTo>
                      <a:pt x="30" y="1"/>
                      <a:pt x="36" y="0"/>
                      <a:pt x="41" y="2"/>
                    </a:cubicBezTo>
                    <a:cubicBezTo>
                      <a:pt x="46" y="4"/>
                      <a:pt x="48" y="10"/>
                      <a:pt x="46" y="14"/>
                    </a:cubicBezTo>
                    <a:cubicBezTo>
                      <a:pt x="41" y="24"/>
                      <a:pt x="36" y="32"/>
                      <a:pt x="32" y="42"/>
                    </a:cubicBezTo>
                    <a:cubicBezTo>
                      <a:pt x="28" y="52"/>
                      <a:pt x="23" y="61"/>
                      <a:pt x="19" y="71"/>
                    </a:cubicBezTo>
                    <a:cubicBezTo>
                      <a:pt x="18" y="75"/>
                      <a:pt x="14" y="77"/>
                      <a:pt x="11" y="77"/>
                    </a:cubicBezTo>
                    <a:cubicBezTo>
                      <a:pt x="9" y="77"/>
                      <a:pt x="8" y="77"/>
                      <a:pt x="7" y="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60" name="Google Shape;2560;p27"/>
              <p:cNvSpPr/>
              <p:nvPr/>
            </p:nvSpPr>
            <p:spPr>
              <a:xfrm>
                <a:off x="3659400" y="4545360"/>
                <a:ext cx="792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22" h="22" extrusionOk="0">
                    <a:moveTo>
                      <a:pt x="0" y="10"/>
                    </a:moveTo>
                    <a:cubicBezTo>
                      <a:pt x="0" y="5"/>
                      <a:pt x="5" y="0"/>
                      <a:pt x="10" y="0"/>
                    </a:cubicBezTo>
                    <a:cubicBezTo>
                      <a:pt x="16" y="0"/>
                      <a:pt x="21" y="6"/>
                      <a:pt x="20" y="12"/>
                    </a:cubicBezTo>
                    <a:cubicBezTo>
                      <a:pt x="20" y="17"/>
                      <a:pt x="15" y="21"/>
                      <a:pt x="10" y="21"/>
                    </a:cubicBezTo>
                    <a:cubicBezTo>
                      <a:pt x="4" y="21"/>
                      <a:pt x="0" y="16"/>
                      <a:pt x="0" y="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61" name="Google Shape;2561;p27"/>
              <p:cNvSpPr/>
              <p:nvPr/>
            </p:nvSpPr>
            <p:spPr>
              <a:xfrm>
                <a:off x="3562560" y="4623480"/>
                <a:ext cx="38160" cy="16560"/>
              </a:xfrm>
              <a:custGeom>
                <a:avLst/>
                <a:gdLst/>
                <a:ahLst/>
                <a:cxnLst/>
                <a:rect l="l" t="t" r="r" b="b"/>
                <a:pathLst>
                  <a:path w="106" h="46" extrusionOk="0">
                    <a:moveTo>
                      <a:pt x="74" y="45"/>
                    </a:moveTo>
                    <a:cubicBezTo>
                      <a:pt x="68" y="44"/>
                      <a:pt x="63" y="43"/>
                      <a:pt x="57" y="42"/>
                    </a:cubicBezTo>
                    <a:cubicBezTo>
                      <a:pt x="54" y="41"/>
                      <a:pt x="50" y="40"/>
                      <a:pt x="47" y="38"/>
                    </a:cubicBezTo>
                    <a:cubicBezTo>
                      <a:pt x="33" y="32"/>
                      <a:pt x="20" y="25"/>
                      <a:pt x="7" y="18"/>
                    </a:cubicBezTo>
                    <a:cubicBezTo>
                      <a:pt x="3" y="15"/>
                      <a:pt x="0" y="11"/>
                      <a:pt x="3" y="6"/>
                    </a:cubicBezTo>
                    <a:cubicBezTo>
                      <a:pt x="4" y="2"/>
                      <a:pt x="10" y="0"/>
                      <a:pt x="14" y="2"/>
                    </a:cubicBezTo>
                    <a:cubicBezTo>
                      <a:pt x="28" y="9"/>
                      <a:pt x="41" y="16"/>
                      <a:pt x="55" y="22"/>
                    </a:cubicBezTo>
                    <a:cubicBezTo>
                      <a:pt x="59" y="23"/>
                      <a:pt x="63" y="24"/>
                      <a:pt x="67" y="25"/>
                    </a:cubicBezTo>
                    <a:cubicBezTo>
                      <a:pt x="68" y="26"/>
                      <a:pt x="71" y="26"/>
                      <a:pt x="72" y="26"/>
                    </a:cubicBezTo>
                    <a:cubicBezTo>
                      <a:pt x="75" y="26"/>
                      <a:pt x="78" y="26"/>
                      <a:pt x="81" y="26"/>
                    </a:cubicBezTo>
                    <a:lnTo>
                      <a:pt x="82" y="26"/>
                    </a:lnTo>
                    <a:cubicBezTo>
                      <a:pt x="82" y="26"/>
                      <a:pt x="83" y="26"/>
                      <a:pt x="84" y="26"/>
                    </a:cubicBezTo>
                    <a:lnTo>
                      <a:pt x="85" y="26"/>
                    </a:lnTo>
                    <a:cubicBezTo>
                      <a:pt x="85" y="25"/>
                      <a:pt x="86" y="25"/>
                      <a:pt x="86" y="25"/>
                    </a:cubicBezTo>
                    <a:cubicBezTo>
                      <a:pt x="86" y="25"/>
                      <a:pt x="87" y="25"/>
                      <a:pt x="87" y="24"/>
                    </a:cubicBezTo>
                    <a:lnTo>
                      <a:pt x="88" y="24"/>
                    </a:lnTo>
                    <a:cubicBezTo>
                      <a:pt x="91" y="21"/>
                      <a:pt x="97" y="21"/>
                      <a:pt x="101" y="25"/>
                    </a:cubicBezTo>
                    <a:cubicBezTo>
                      <a:pt x="105" y="29"/>
                      <a:pt x="104" y="36"/>
                      <a:pt x="99" y="39"/>
                    </a:cubicBezTo>
                    <a:cubicBezTo>
                      <a:pt x="96" y="41"/>
                      <a:pt x="93" y="43"/>
                      <a:pt x="90" y="44"/>
                    </a:cubicBezTo>
                    <a:cubicBezTo>
                      <a:pt x="86" y="45"/>
                      <a:pt x="83" y="45"/>
                      <a:pt x="79" y="45"/>
                    </a:cubicBezTo>
                    <a:cubicBezTo>
                      <a:pt x="77" y="45"/>
                      <a:pt x="75" y="45"/>
                      <a:pt x="74" y="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62" name="Google Shape;2562;p27"/>
              <p:cNvSpPr/>
              <p:nvPr/>
            </p:nvSpPr>
            <p:spPr>
              <a:xfrm>
                <a:off x="3638880" y="4560120"/>
                <a:ext cx="2556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71" h="120" extrusionOk="0">
                    <a:moveTo>
                      <a:pt x="7" y="119"/>
                    </a:moveTo>
                    <a:cubicBezTo>
                      <a:pt x="2" y="116"/>
                      <a:pt x="0" y="111"/>
                      <a:pt x="2" y="106"/>
                    </a:cubicBezTo>
                    <a:cubicBezTo>
                      <a:pt x="11" y="89"/>
                      <a:pt x="19" y="72"/>
                      <a:pt x="28" y="54"/>
                    </a:cubicBezTo>
                    <a:cubicBezTo>
                      <a:pt x="31" y="46"/>
                      <a:pt x="35" y="38"/>
                      <a:pt x="39" y="29"/>
                    </a:cubicBezTo>
                    <a:cubicBezTo>
                      <a:pt x="42" y="21"/>
                      <a:pt x="47" y="14"/>
                      <a:pt x="51" y="6"/>
                    </a:cubicBezTo>
                    <a:cubicBezTo>
                      <a:pt x="54" y="2"/>
                      <a:pt x="60" y="0"/>
                      <a:pt x="64" y="3"/>
                    </a:cubicBezTo>
                    <a:cubicBezTo>
                      <a:pt x="69" y="6"/>
                      <a:pt x="70" y="12"/>
                      <a:pt x="67" y="17"/>
                    </a:cubicBezTo>
                    <a:cubicBezTo>
                      <a:pt x="64" y="21"/>
                      <a:pt x="61" y="26"/>
                      <a:pt x="58" y="30"/>
                    </a:cubicBezTo>
                    <a:cubicBezTo>
                      <a:pt x="58" y="30"/>
                      <a:pt x="59" y="30"/>
                      <a:pt x="59" y="29"/>
                    </a:cubicBezTo>
                    <a:cubicBezTo>
                      <a:pt x="53" y="43"/>
                      <a:pt x="46" y="56"/>
                      <a:pt x="40" y="70"/>
                    </a:cubicBezTo>
                    <a:cubicBezTo>
                      <a:pt x="33" y="84"/>
                      <a:pt x="26" y="99"/>
                      <a:pt x="18" y="114"/>
                    </a:cubicBezTo>
                    <a:cubicBezTo>
                      <a:pt x="16" y="117"/>
                      <a:pt x="14" y="119"/>
                      <a:pt x="10" y="119"/>
                    </a:cubicBezTo>
                    <a:cubicBezTo>
                      <a:pt x="9" y="119"/>
                      <a:pt x="8" y="119"/>
                      <a:pt x="7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63" name="Google Shape;2563;p27"/>
              <p:cNvSpPr/>
              <p:nvPr/>
            </p:nvSpPr>
            <p:spPr>
              <a:xfrm>
                <a:off x="3552120" y="4615920"/>
                <a:ext cx="42120" cy="2376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66" extrusionOk="0">
                    <a:moveTo>
                      <a:pt x="101" y="64"/>
                    </a:moveTo>
                    <a:lnTo>
                      <a:pt x="101" y="65"/>
                    </a:lnTo>
                    <a:cubicBezTo>
                      <a:pt x="101" y="64"/>
                      <a:pt x="100" y="64"/>
                      <a:pt x="99" y="64"/>
                    </a:cubicBezTo>
                    <a:cubicBezTo>
                      <a:pt x="96" y="63"/>
                      <a:pt x="92" y="61"/>
                      <a:pt x="89" y="60"/>
                    </a:cubicBezTo>
                    <a:cubicBezTo>
                      <a:pt x="82" y="59"/>
                      <a:pt x="74" y="58"/>
                      <a:pt x="67" y="56"/>
                    </a:cubicBezTo>
                    <a:cubicBezTo>
                      <a:pt x="59" y="53"/>
                      <a:pt x="52" y="51"/>
                      <a:pt x="45" y="47"/>
                    </a:cubicBezTo>
                    <a:cubicBezTo>
                      <a:pt x="41" y="46"/>
                      <a:pt x="37" y="43"/>
                      <a:pt x="33" y="41"/>
                    </a:cubicBezTo>
                    <a:cubicBezTo>
                      <a:pt x="30" y="39"/>
                      <a:pt x="27" y="37"/>
                      <a:pt x="23" y="34"/>
                    </a:cubicBezTo>
                    <a:cubicBezTo>
                      <a:pt x="16" y="29"/>
                      <a:pt x="10" y="22"/>
                      <a:pt x="3" y="15"/>
                    </a:cubicBezTo>
                    <a:cubicBezTo>
                      <a:pt x="0" y="12"/>
                      <a:pt x="1" y="6"/>
                      <a:pt x="4" y="3"/>
                    </a:cubicBezTo>
                    <a:cubicBezTo>
                      <a:pt x="8" y="0"/>
                      <a:pt x="14" y="0"/>
                      <a:pt x="17" y="3"/>
                    </a:cubicBezTo>
                    <a:cubicBezTo>
                      <a:pt x="19" y="6"/>
                      <a:pt x="22" y="8"/>
                      <a:pt x="24" y="11"/>
                    </a:cubicBezTo>
                    <a:cubicBezTo>
                      <a:pt x="27" y="13"/>
                      <a:pt x="28" y="15"/>
                      <a:pt x="31" y="17"/>
                    </a:cubicBezTo>
                    <a:cubicBezTo>
                      <a:pt x="33" y="19"/>
                      <a:pt x="35" y="21"/>
                      <a:pt x="38" y="22"/>
                    </a:cubicBezTo>
                    <a:cubicBezTo>
                      <a:pt x="41" y="24"/>
                      <a:pt x="44" y="26"/>
                      <a:pt x="48" y="28"/>
                    </a:cubicBezTo>
                    <a:cubicBezTo>
                      <a:pt x="52" y="31"/>
                      <a:pt x="56" y="32"/>
                      <a:pt x="60" y="34"/>
                    </a:cubicBezTo>
                    <a:cubicBezTo>
                      <a:pt x="62" y="35"/>
                      <a:pt x="65" y="36"/>
                      <a:pt x="68" y="37"/>
                    </a:cubicBezTo>
                    <a:cubicBezTo>
                      <a:pt x="72" y="38"/>
                      <a:pt x="75" y="39"/>
                      <a:pt x="78" y="39"/>
                    </a:cubicBezTo>
                    <a:cubicBezTo>
                      <a:pt x="83" y="40"/>
                      <a:pt x="89" y="42"/>
                      <a:pt x="94" y="43"/>
                    </a:cubicBezTo>
                    <a:cubicBezTo>
                      <a:pt x="100" y="44"/>
                      <a:pt x="104" y="46"/>
                      <a:pt x="108" y="47"/>
                    </a:cubicBezTo>
                    <a:cubicBezTo>
                      <a:pt x="114" y="49"/>
                      <a:pt x="116" y="55"/>
                      <a:pt x="114" y="60"/>
                    </a:cubicBezTo>
                    <a:cubicBezTo>
                      <a:pt x="112" y="64"/>
                      <a:pt x="109" y="65"/>
                      <a:pt x="105" y="65"/>
                    </a:cubicBezTo>
                    <a:cubicBezTo>
                      <a:pt x="104" y="65"/>
                      <a:pt x="102" y="65"/>
                      <a:pt x="101" y="6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64" name="Google Shape;2564;p27"/>
              <p:cNvSpPr/>
              <p:nvPr/>
            </p:nvSpPr>
            <p:spPr>
              <a:xfrm>
                <a:off x="3510000" y="4552200"/>
                <a:ext cx="1692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47" h="77" extrusionOk="0">
                    <a:moveTo>
                      <a:pt x="28" y="70"/>
                    </a:moveTo>
                    <a:cubicBezTo>
                      <a:pt x="24" y="58"/>
                      <a:pt x="21" y="47"/>
                      <a:pt x="16" y="36"/>
                    </a:cubicBezTo>
                    <a:lnTo>
                      <a:pt x="16" y="37"/>
                    </a:lnTo>
                    <a:cubicBezTo>
                      <a:pt x="16" y="36"/>
                      <a:pt x="16" y="36"/>
                      <a:pt x="16" y="36"/>
                    </a:cubicBezTo>
                    <a:cubicBezTo>
                      <a:pt x="14" y="33"/>
                      <a:pt x="13" y="30"/>
                      <a:pt x="12" y="28"/>
                    </a:cubicBezTo>
                    <a:cubicBezTo>
                      <a:pt x="10" y="29"/>
                      <a:pt x="9" y="28"/>
                      <a:pt x="7" y="27"/>
                    </a:cubicBezTo>
                    <a:cubicBezTo>
                      <a:pt x="4" y="26"/>
                      <a:pt x="2" y="24"/>
                      <a:pt x="2" y="21"/>
                    </a:cubicBezTo>
                    <a:cubicBezTo>
                      <a:pt x="1" y="20"/>
                      <a:pt x="1" y="19"/>
                      <a:pt x="1" y="18"/>
                    </a:cubicBezTo>
                    <a:cubicBezTo>
                      <a:pt x="0" y="16"/>
                      <a:pt x="0" y="14"/>
                      <a:pt x="0" y="12"/>
                    </a:cubicBezTo>
                    <a:cubicBezTo>
                      <a:pt x="0" y="10"/>
                      <a:pt x="1" y="8"/>
                      <a:pt x="2" y="6"/>
                    </a:cubicBezTo>
                    <a:cubicBezTo>
                      <a:pt x="5" y="2"/>
                      <a:pt x="10" y="0"/>
                      <a:pt x="14" y="2"/>
                    </a:cubicBezTo>
                    <a:cubicBezTo>
                      <a:pt x="16" y="3"/>
                      <a:pt x="18" y="4"/>
                      <a:pt x="20" y="6"/>
                    </a:cubicBezTo>
                    <a:cubicBezTo>
                      <a:pt x="21" y="8"/>
                      <a:pt x="23" y="10"/>
                      <a:pt x="24" y="12"/>
                    </a:cubicBezTo>
                    <a:cubicBezTo>
                      <a:pt x="27" y="15"/>
                      <a:pt x="28" y="19"/>
                      <a:pt x="30" y="23"/>
                    </a:cubicBezTo>
                    <a:cubicBezTo>
                      <a:pt x="31" y="27"/>
                      <a:pt x="34" y="31"/>
                      <a:pt x="35" y="35"/>
                    </a:cubicBezTo>
                    <a:cubicBezTo>
                      <a:pt x="39" y="45"/>
                      <a:pt x="42" y="54"/>
                      <a:pt x="45" y="64"/>
                    </a:cubicBezTo>
                    <a:cubicBezTo>
                      <a:pt x="46" y="68"/>
                      <a:pt x="44" y="74"/>
                      <a:pt x="39" y="75"/>
                    </a:cubicBezTo>
                    <a:cubicBezTo>
                      <a:pt x="38" y="76"/>
                      <a:pt x="38" y="76"/>
                      <a:pt x="37" y="76"/>
                    </a:cubicBezTo>
                    <a:cubicBezTo>
                      <a:pt x="32" y="76"/>
                      <a:pt x="29" y="74"/>
                      <a:pt x="28" y="7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65" name="Google Shape;2565;p27"/>
              <p:cNvSpPr/>
              <p:nvPr/>
            </p:nvSpPr>
            <p:spPr>
              <a:xfrm>
                <a:off x="3475440" y="4480560"/>
                <a:ext cx="21240" cy="40680"/>
              </a:xfrm>
              <a:custGeom>
                <a:avLst/>
                <a:gdLst/>
                <a:ahLst/>
                <a:cxnLst/>
                <a:rect l="l" t="t" r="r" b="b"/>
                <a:pathLst>
                  <a:path w="59" h="113" extrusionOk="0">
                    <a:moveTo>
                      <a:pt x="46" y="111"/>
                    </a:moveTo>
                    <a:cubicBezTo>
                      <a:pt x="43" y="111"/>
                      <a:pt x="41" y="108"/>
                      <a:pt x="40" y="106"/>
                    </a:cubicBezTo>
                    <a:cubicBezTo>
                      <a:pt x="34" y="90"/>
                      <a:pt x="27" y="74"/>
                      <a:pt x="20" y="59"/>
                    </a:cubicBezTo>
                    <a:cubicBezTo>
                      <a:pt x="19" y="56"/>
                      <a:pt x="17" y="53"/>
                      <a:pt x="16" y="49"/>
                    </a:cubicBezTo>
                    <a:cubicBezTo>
                      <a:pt x="16" y="50"/>
                      <a:pt x="16" y="50"/>
                      <a:pt x="17" y="51"/>
                    </a:cubicBezTo>
                    <a:cubicBezTo>
                      <a:pt x="14" y="45"/>
                      <a:pt x="12" y="39"/>
                      <a:pt x="9" y="34"/>
                    </a:cubicBezTo>
                    <a:cubicBezTo>
                      <a:pt x="7" y="31"/>
                      <a:pt x="6" y="28"/>
                      <a:pt x="5" y="25"/>
                    </a:cubicBezTo>
                    <a:cubicBezTo>
                      <a:pt x="3" y="20"/>
                      <a:pt x="0" y="13"/>
                      <a:pt x="3" y="8"/>
                    </a:cubicBezTo>
                    <a:cubicBezTo>
                      <a:pt x="5" y="3"/>
                      <a:pt x="12" y="0"/>
                      <a:pt x="16" y="4"/>
                    </a:cubicBezTo>
                    <a:cubicBezTo>
                      <a:pt x="20" y="6"/>
                      <a:pt x="21" y="9"/>
                      <a:pt x="21" y="13"/>
                    </a:cubicBezTo>
                    <a:lnTo>
                      <a:pt x="21" y="14"/>
                    </a:lnTo>
                    <a:lnTo>
                      <a:pt x="21" y="13"/>
                    </a:lnTo>
                    <a:cubicBezTo>
                      <a:pt x="23" y="20"/>
                      <a:pt x="26" y="27"/>
                      <a:pt x="28" y="33"/>
                    </a:cubicBezTo>
                    <a:cubicBezTo>
                      <a:pt x="31" y="38"/>
                      <a:pt x="33" y="44"/>
                      <a:pt x="35" y="48"/>
                    </a:cubicBezTo>
                    <a:cubicBezTo>
                      <a:pt x="40" y="59"/>
                      <a:pt x="44" y="70"/>
                      <a:pt x="48" y="81"/>
                    </a:cubicBezTo>
                    <a:cubicBezTo>
                      <a:pt x="51" y="87"/>
                      <a:pt x="54" y="92"/>
                      <a:pt x="56" y="99"/>
                    </a:cubicBezTo>
                    <a:cubicBezTo>
                      <a:pt x="58" y="103"/>
                      <a:pt x="57" y="108"/>
                      <a:pt x="52" y="111"/>
                    </a:cubicBezTo>
                    <a:cubicBezTo>
                      <a:pt x="51" y="111"/>
                      <a:pt x="50" y="112"/>
                      <a:pt x="48" y="112"/>
                    </a:cubicBezTo>
                    <a:cubicBezTo>
                      <a:pt x="48" y="112"/>
                      <a:pt x="47" y="112"/>
                      <a:pt x="46" y="1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66" name="Google Shape;2566;p27"/>
              <p:cNvSpPr/>
              <p:nvPr/>
            </p:nvSpPr>
            <p:spPr>
              <a:xfrm>
                <a:off x="3443760" y="4426560"/>
                <a:ext cx="18360" cy="31320"/>
              </a:xfrm>
              <a:custGeom>
                <a:avLst/>
                <a:gdLst/>
                <a:ahLst/>
                <a:cxnLst/>
                <a:rect l="l" t="t" r="r" b="b"/>
                <a:pathLst>
                  <a:path w="51" h="87" extrusionOk="0">
                    <a:moveTo>
                      <a:pt x="31" y="80"/>
                    </a:moveTo>
                    <a:cubicBezTo>
                      <a:pt x="28" y="72"/>
                      <a:pt x="24" y="63"/>
                      <a:pt x="21" y="55"/>
                    </a:cubicBezTo>
                    <a:lnTo>
                      <a:pt x="21" y="56"/>
                    </a:lnTo>
                    <a:cubicBezTo>
                      <a:pt x="17" y="48"/>
                      <a:pt x="14" y="41"/>
                      <a:pt x="10" y="33"/>
                    </a:cubicBezTo>
                    <a:cubicBezTo>
                      <a:pt x="9" y="29"/>
                      <a:pt x="6" y="25"/>
                      <a:pt x="5" y="21"/>
                    </a:cubicBezTo>
                    <a:cubicBezTo>
                      <a:pt x="3" y="17"/>
                      <a:pt x="0" y="13"/>
                      <a:pt x="1" y="9"/>
                    </a:cubicBezTo>
                    <a:cubicBezTo>
                      <a:pt x="2" y="6"/>
                      <a:pt x="4" y="3"/>
                      <a:pt x="7" y="2"/>
                    </a:cubicBezTo>
                    <a:cubicBezTo>
                      <a:pt x="13" y="0"/>
                      <a:pt x="20" y="3"/>
                      <a:pt x="20" y="10"/>
                    </a:cubicBezTo>
                    <a:cubicBezTo>
                      <a:pt x="20" y="10"/>
                      <a:pt x="20" y="12"/>
                      <a:pt x="21" y="12"/>
                    </a:cubicBezTo>
                    <a:cubicBezTo>
                      <a:pt x="25" y="22"/>
                      <a:pt x="30" y="31"/>
                      <a:pt x="34" y="41"/>
                    </a:cubicBezTo>
                    <a:cubicBezTo>
                      <a:pt x="39" y="52"/>
                      <a:pt x="44" y="63"/>
                      <a:pt x="48" y="74"/>
                    </a:cubicBezTo>
                    <a:cubicBezTo>
                      <a:pt x="50" y="79"/>
                      <a:pt x="47" y="84"/>
                      <a:pt x="42" y="86"/>
                    </a:cubicBezTo>
                    <a:cubicBezTo>
                      <a:pt x="42" y="86"/>
                      <a:pt x="41" y="86"/>
                      <a:pt x="40" y="86"/>
                    </a:cubicBezTo>
                    <a:cubicBezTo>
                      <a:pt x="36" y="86"/>
                      <a:pt x="33" y="84"/>
                      <a:pt x="31" y="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67" name="Google Shape;2567;p27"/>
              <p:cNvSpPr/>
              <p:nvPr/>
            </p:nvSpPr>
            <p:spPr>
              <a:xfrm>
                <a:off x="3410280" y="4368600"/>
                <a:ext cx="22680" cy="29880"/>
              </a:xfrm>
              <a:custGeom>
                <a:avLst/>
                <a:gdLst/>
                <a:ahLst/>
                <a:cxnLst/>
                <a:rect l="l" t="t" r="r" b="b"/>
                <a:pathLst>
                  <a:path w="63" h="83" extrusionOk="0">
                    <a:moveTo>
                      <a:pt x="44" y="77"/>
                    </a:moveTo>
                    <a:cubicBezTo>
                      <a:pt x="43" y="75"/>
                      <a:pt x="43" y="74"/>
                      <a:pt x="42" y="73"/>
                    </a:cubicBezTo>
                    <a:cubicBezTo>
                      <a:pt x="41" y="73"/>
                      <a:pt x="41" y="73"/>
                      <a:pt x="41" y="72"/>
                    </a:cubicBezTo>
                    <a:lnTo>
                      <a:pt x="41" y="73"/>
                    </a:lnTo>
                    <a:cubicBezTo>
                      <a:pt x="38" y="63"/>
                      <a:pt x="34" y="54"/>
                      <a:pt x="29" y="46"/>
                    </a:cubicBezTo>
                    <a:cubicBezTo>
                      <a:pt x="26" y="41"/>
                      <a:pt x="23" y="36"/>
                      <a:pt x="19" y="31"/>
                    </a:cubicBezTo>
                    <a:cubicBezTo>
                      <a:pt x="18" y="29"/>
                      <a:pt x="16" y="28"/>
                      <a:pt x="15" y="26"/>
                    </a:cubicBezTo>
                    <a:cubicBezTo>
                      <a:pt x="13" y="25"/>
                      <a:pt x="11" y="23"/>
                      <a:pt x="9" y="21"/>
                    </a:cubicBezTo>
                    <a:lnTo>
                      <a:pt x="8" y="21"/>
                    </a:lnTo>
                    <a:cubicBezTo>
                      <a:pt x="8" y="21"/>
                      <a:pt x="7" y="20"/>
                      <a:pt x="7" y="19"/>
                    </a:cubicBezTo>
                    <a:cubicBezTo>
                      <a:pt x="2" y="18"/>
                      <a:pt x="0" y="12"/>
                      <a:pt x="2" y="7"/>
                    </a:cubicBezTo>
                    <a:cubicBezTo>
                      <a:pt x="4" y="2"/>
                      <a:pt x="11" y="0"/>
                      <a:pt x="15" y="3"/>
                    </a:cubicBezTo>
                    <a:cubicBezTo>
                      <a:pt x="23" y="7"/>
                      <a:pt x="29" y="14"/>
                      <a:pt x="34" y="21"/>
                    </a:cubicBezTo>
                    <a:cubicBezTo>
                      <a:pt x="38" y="25"/>
                      <a:pt x="41" y="31"/>
                      <a:pt x="44" y="36"/>
                    </a:cubicBezTo>
                    <a:cubicBezTo>
                      <a:pt x="48" y="45"/>
                      <a:pt x="53" y="53"/>
                      <a:pt x="56" y="62"/>
                    </a:cubicBezTo>
                    <a:cubicBezTo>
                      <a:pt x="57" y="63"/>
                      <a:pt x="57" y="64"/>
                      <a:pt x="58" y="65"/>
                    </a:cubicBezTo>
                    <a:cubicBezTo>
                      <a:pt x="57" y="65"/>
                      <a:pt x="57" y="64"/>
                      <a:pt x="57" y="64"/>
                    </a:cubicBezTo>
                    <a:cubicBezTo>
                      <a:pt x="58" y="66"/>
                      <a:pt x="59" y="68"/>
                      <a:pt x="60" y="71"/>
                    </a:cubicBezTo>
                    <a:cubicBezTo>
                      <a:pt x="62" y="75"/>
                      <a:pt x="59" y="81"/>
                      <a:pt x="55" y="82"/>
                    </a:cubicBezTo>
                    <a:cubicBezTo>
                      <a:pt x="54" y="82"/>
                      <a:pt x="53" y="82"/>
                      <a:pt x="52" y="82"/>
                    </a:cubicBezTo>
                    <a:cubicBezTo>
                      <a:pt x="48" y="82"/>
                      <a:pt x="45" y="80"/>
                      <a:pt x="44" y="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68" name="Google Shape;2568;p27"/>
              <p:cNvSpPr/>
              <p:nvPr/>
            </p:nvSpPr>
            <p:spPr>
              <a:xfrm>
                <a:off x="3371040" y="4348800"/>
                <a:ext cx="24120" cy="12240"/>
              </a:xfrm>
              <a:custGeom>
                <a:avLst/>
                <a:gdLst/>
                <a:ahLst/>
                <a:cxnLst/>
                <a:rect l="l" t="t" r="r" b="b"/>
                <a:pathLst>
                  <a:path w="67" h="34" extrusionOk="0">
                    <a:moveTo>
                      <a:pt x="54" y="32"/>
                    </a:moveTo>
                    <a:cubicBezTo>
                      <a:pt x="43" y="28"/>
                      <a:pt x="31" y="25"/>
                      <a:pt x="20" y="22"/>
                    </a:cubicBezTo>
                    <a:lnTo>
                      <a:pt x="21" y="22"/>
                    </a:lnTo>
                    <a:cubicBezTo>
                      <a:pt x="19" y="21"/>
                      <a:pt x="17" y="21"/>
                      <a:pt x="15" y="21"/>
                    </a:cubicBezTo>
                    <a:cubicBezTo>
                      <a:pt x="12" y="20"/>
                      <a:pt x="9" y="20"/>
                      <a:pt x="6" y="19"/>
                    </a:cubicBezTo>
                    <a:cubicBezTo>
                      <a:pt x="3" y="17"/>
                      <a:pt x="1" y="14"/>
                      <a:pt x="1" y="11"/>
                    </a:cubicBezTo>
                    <a:cubicBezTo>
                      <a:pt x="0" y="7"/>
                      <a:pt x="2" y="4"/>
                      <a:pt x="5" y="2"/>
                    </a:cubicBezTo>
                    <a:cubicBezTo>
                      <a:pt x="7" y="0"/>
                      <a:pt x="10" y="0"/>
                      <a:pt x="13" y="0"/>
                    </a:cubicBezTo>
                    <a:cubicBezTo>
                      <a:pt x="14" y="1"/>
                      <a:pt x="14" y="1"/>
                      <a:pt x="15" y="2"/>
                    </a:cubicBezTo>
                    <a:cubicBezTo>
                      <a:pt x="21" y="3"/>
                      <a:pt x="28" y="5"/>
                      <a:pt x="34" y="7"/>
                    </a:cubicBezTo>
                    <a:cubicBezTo>
                      <a:pt x="43" y="9"/>
                      <a:pt x="51" y="12"/>
                      <a:pt x="59" y="15"/>
                    </a:cubicBezTo>
                    <a:cubicBezTo>
                      <a:pt x="64" y="17"/>
                      <a:pt x="66" y="21"/>
                      <a:pt x="65" y="26"/>
                    </a:cubicBezTo>
                    <a:cubicBezTo>
                      <a:pt x="64" y="30"/>
                      <a:pt x="60" y="33"/>
                      <a:pt x="56" y="33"/>
                    </a:cubicBezTo>
                    <a:lnTo>
                      <a:pt x="54" y="3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69" name="Google Shape;2569;p27"/>
              <p:cNvSpPr/>
              <p:nvPr/>
            </p:nvSpPr>
            <p:spPr>
              <a:xfrm>
                <a:off x="3325320" y="4353840"/>
                <a:ext cx="37080" cy="4176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16" extrusionOk="0">
                    <a:moveTo>
                      <a:pt x="5" y="114"/>
                    </a:moveTo>
                    <a:cubicBezTo>
                      <a:pt x="1" y="112"/>
                      <a:pt x="0" y="106"/>
                      <a:pt x="2" y="102"/>
                    </a:cubicBezTo>
                    <a:cubicBezTo>
                      <a:pt x="15" y="84"/>
                      <a:pt x="28" y="66"/>
                      <a:pt x="41" y="49"/>
                    </a:cubicBezTo>
                    <a:cubicBezTo>
                      <a:pt x="47" y="42"/>
                      <a:pt x="53" y="35"/>
                      <a:pt x="59" y="28"/>
                    </a:cubicBezTo>
                    <a:cubicBezTo>
                      <a:pt x="62" y="24"/>
                      <a:pt x="66" y="20"/>
                      <a:pt x="69" y="17"/>
                    </a:cubicBezTo>
                    <a:cubicBezTo>
                      <a:pt x="74" y="12"/>
                      <a:pt x="79" y="7"/>
                      <a:pt x="84" y="4"/>
                    </a:cubicBezTo>
                    <a:cubicBezTo>
                      <a:pt x="85" y="3"/>
                      <a:pt x="86" y="3"/>
                      <a:pt x="86" y="3"/>
                    </a:cubicBezTo>
                    <a:cubicBezTo>
                      <a:pt x="91" y="0"/>
                      <a:pt x="97" y="2"/>
                      <a:pt x="99" y="7"/>
                    </a:cubicBezTo>
                    <a:cubicBezTo>
                      <a:pt x="102" y="12"/>
                      <a:pt x="100" y="17"/>
                      <a:pt x="95" y="20"/>
                    </a:cubicBezTo>
                    <a:cubicBezTo>
                      <a:pt x="95" y="20"/>
                      <a:pt x="94" y="20"/>
                      <a:pt x="93" y="20"/>
                    </a:cubicBezTo>
                    <a:cubicBezTo>
                      <a:pt x="93" y="21"/>
                      <a:pt x="92" y="22"/>
                      <a:pt x="90" y="23"/>
                    </a:cubicBezTo>
                    <a:cubicBezTo>
                      <a:pt x="86" y="26"/>
                      <a:pt x="82" y="30"/>
                      <a:pt x="78" y="35"/>
                    </a:cubicBezTo>
                    <a:cubicBezTo>
                      <a:pt x="74" y="39"/>
                      <a:pt x="70" y="43"/>
                      <a:pt x="66" y="48"/>
                    </a:cubicBezTo>
                    <a:cubicBezTo>
                      <a:pt x="62" y="52"/>
                      <a:pt x="59" y="56"/>
                      <a:pt x="55" y="60"/>
                    </a:cubicBezTo>
                    <a:cubicBezTo>
                      <a:pt x="48" y="69"/>
                      <a:pt x="40" y="79"/>
                      <a:pt x="33" y="88"/>
                    </a:cubicBezTo>
                    <a:cubicBezTo>
                      <a:pt x="34" y="88"/>
                      <a:pt x="34" y="88"/>
                      <a:pt x="34" y="87"/>
                    </a:cubicBezTo>
                    <a:cubicBezTo>
                      <a:pt x="29" y="95"/>
                      <a:pt x="23" y="103"/>
                      <a:pt x="18" y="111"/>
                    </a:cubicBezTo>
                    <a:cubicBezTo>
                      <a:pt x="16" y="114"/>
                      <a:pt x="13" y="115"/>
                      <a:pt x="10" y="115"/>
                    </a:cubicBezTo>
                    <a:cubicBezTo>
                      <a:pt x="8" y="115"/>
                      <a:pt x="7" y="115"/>
                      <a:pt x="5" y="1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0" name="Google Shape;2570;p27"/>
              <p:cNvSpPr/>
              <p:nvPr/>
            </p:nvSpPr>
            <p:spPr>
              <a:xfrm>
                <a:off x="3292200" y="4414320"/>
                <a:ext cx="26640" cy="45720"/>
              </a:xfrm>
              <a:custGeom>
                <a:avLst/>
                <a:gdLst/>
                <a:ahLst/>
                <a:cxnLst/>
                <a:rect l="l" t="t" r="r" b="b"/>
                <a:pathLst>
                  <a:path w="74" h="127" extrusionOk="0">
                    <a:moveTo>
                      <a:pt x="6" y="126"/>
                    </a:moveTo>
                    <a:cubicBezTo>
                      <a:pt x="2" y="123"/>
                      <a:pt x="0" y="118"/>
                      <a:pt x="2" y="113"/>
                    </a:cubicBezTo>
                    <a:cubicBezTo>
                      <a:pt x="12" y="95"/>
                      <a:pt x="20" y="76"/>
                      <a:pt x="29" y="57"/>
                    </a:cubicBezTo>
                    <a:cubicBezTo>
                      <a:pt x="33" y="49"/>
                      <a:pt x="36" y="40"/>
                      <a:pt x="40" y="32"/>
                    </a:cubicBezTo>
                    <a:cubicBezTo>
                      <a:pt x="44" y="23"/>
                      <a:pt x="49" y="14"/>
                      <a:pt x="54" y="6"/>
                    </a:cubicBezTo>
                    <a:cubicBezTo>
                      <a:pt x="57" y="1"/>
                      <a:pt x="63" y="0"/>
                      <a:pt x="68" y="3"/>
                    </a:cubicBezTo>
                    <a:cubicBezTo>
                      <a:pt x="72" y="6"/>
                      <a:pt x="73" y="11"/>
                      <a:pt x="71" y="16"/>
                    </a:cubicBezTo>
                    <a:cubicBezTo>
                      <a:pt x="68" y="20"/>
                      <a:pt x="65" y="24"/>
                      <a:pt x="62" y="29"/>
                    </a:cubicBezTo>
                    <a:cubicBezTo>
                      <a:pt x="55" y="43"/>
                      <a:pt x="48" y="59"/>
                      <a:pt x="41" y="73"/>
                    </a:cubicBezTo>
                    <a:cubicBezTo>
                      <a:pt x="34" y="89"/>
                      <a:pt x="26" y="105"/>
                      <a:pt x="19" y="121"/>
                    </a:cubicBezTo>
                    <a:cubicBezTo>
                      <a:pt x="17" y="124"/>
                      <a:pt x="13" y="126"/>
                      <a:pt x="11" y="126"/>
                    </a:cubicBezTo>
                    <a:cubicBezTo>
                      <a:pt x="9" y="126"/>
                      <a:pt x="8" y="126"/>
                      <a:pt x="6" y="1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1" name="Google Shape;2571;p27"/>
              <p:cNvSpPr/>
              <p:nvPr/>
            </p:nvSpPr>
            <p:spPr>
              <a:xfrm>
                <a:off x="3263760" y="4491720"/>
                <a:ext cx="18360" cy="27000"/>
              </a:xfrm>
              <a:custGeom>
                <a:avLst/>
                <a:gdLst/>
                <a:ahLst/>
                <a:cxnLst/>
                <a:rect l="l" t="t" r="r" b="b"/>
                <a:pathLst>
                  <a:path w="51" h="75" extrusionOk="0">
                    <a:moveTo>
                      <a:pt x="7" y="74"/>
                    </a:moveTo>
                    <a:cubicBezTo>
                      <a:pt x="2" y="71"/>
                      <a:pt x="0" y="66"/>
                      <a:pt x="2" y="61"/>
                    </a:cubicBezTo>
                    <a:cubicBezTo>
                      <a:pt x="7" y="52"/>
                      <a:pt x="12" y="42"/>
                      <a:pt x="17" y="32"/>
                    </a:cubicBezTo>
                    <a:cubicBezTo>
                      <a:pt x="21" y="24"/>
                      <a:pt x="25" y="15"/>
                      <a:pt x="31" y="6"/>
                    </a:cubicBezTo>
                    <a:cubicBezTo>
                      <a:pt x="34" y="2"/>
                      <a:pt x="39" y="0"/>
                      <a:pt x="44" y="3"/>
                    </a:cubicBezTo>
                    <a:cubicBezTo>
                      <a:pt x="48" y="6"/>
                      <a:pt x="50" y="12"/>
                      <a:pt x="47" y="17"/>
                    </a:cubicBezTo>
                    <a:cubicBezTo>
                      <a:pt x="45" y="20"/>
                      <a:pt x="42" y="24"/>
                      <a:pt x="40" y="28"/>
                    </a:cubicBezTo>
                    <a:cubicBezTo>
                      <a:pt x="33" y="41"/>
                      <a:pt x="26" y="55"/>
                      <a:pt x="19" y="69"/>
                    </a:cubicBezTo>
                    <a:cubicBezTo>
                      <a:pt x="17" y="73"/>
                      <a:pt x="14" y="74"/>
                      <a:pt x="11" y="74"/>
                    </a:cubicBezTo>
                    <a:cubicBezTo>
                      <a:pt x="9" y="74"/>
                      <a:pt x="8" y="74"/>
                      <a:pt x="7" y="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2" name="Google Shape;2572;p27"/>
              <p:cNvSpPr/>
              <p:nvPr/>
            </p:nvSpPr>
            <p:spPr>
              <a:xfrm>
                <a:off x="3132000" y="4584960"/>
                <a:ext cx="90000" cy="191880"/>
              </a:xfrm>
              <a:custGeom>
                <a:avLst/>
                <a:gdLst/>
                <a:ahLst/>
                <a:cxnLst/>
                <a:rect l="l" t="t" r="r" b="b"/>
                <a:pathLst>
                  <a:path w="250" h="533" extrusionOk="0">
                    <a:moveTo>
                      <a:pt x="7" y="531"/>
                    </a:moveTo>
                    <a:cubicBezTo>
                      <a:pt x="2" y="529"/>
                      <a:pt x="0" y="523"/>
                      <a:pt x="2" y="518"/>
                    </a:cubicBezTo>
                    <a:cubicBezTo>
                      <a:pt x="19" y="483"/>
                      <a:pt x="34" y="447"/>
                      <a:pt x="50" y="412"/>
                    </a:cubicBezTo>
                    <a:cubicBezTo>
                      <a:pt x="66" y="375"/>
                      <a:pt x="83" y="338"/>
                      <a:pt x="99" y="301"/>
                    </a:cubicBezTo>
                    <a:cubicBezTo>
                      <a:pt x="115" y="265"/>
                      <a:pt x="132" y="229"/>
                      <a:pt x="147" y="193"/>
                    </a:cubicBezTo>
                    <a:cubicBezTo>
                      <a:pt x="164" y="156"/>
                      <a:pt x="181" y="119"/>
                      <a:pt x="197" y="82"/>
                    </a:cubicBezTo>
                    <a:cubicBezTo>
                      <a:pt x="202" y="69"/>
                      <a:pt x="208" y="57"/>
                      <a:pt x="213" y="44"/>
                    </a:cubicBezTo>
                    <a:cubicBezTo>
                      <a:pt x="218" y="32"/>
                      <a:pt x="224" y="19"/>
                      <a:pt x="229" y="7"/>
                    </a:cubicBezTo>
                    <a:cubicBezTo>
                      <a:pt x="231" y="2"/>
                      <a:pt x="238" y="0"/>
                      <a:pt x="242" y="2"/>
                    </a:cubicBezTo>
                    <a:cubicBezTo>
                      <a:pt x="247" y="5"/>
                      <a:pt x="249" y="10"/>
                      <a:pt x="247" y="15"/>
                    </a:cubicBezTo>
                    <a:cubicBezTo>
                      <a:pt x="239" y="33"/>
                      <a:pt x="230" y="51"/>
                      <a:pt x="222" y="69"/>
                    </a:cubicBezTo>
                    <a:cubicBezTo>
                      <a:pt x="214" y="87"/>
                      <a:pt x="206" y="105"/>
                      <a:pt x="198" y="122"/>
                    </a:cubicBezTo>
                    <a:cubicBezTo>
                      <a:pt x="182" y="160"/>
                      <a:pt x="165" y="197"/>
                      <a:pt x="149" y="234"/>
                    </a:cubicBezTo>
                    <a:cubicBezTo>
                      <a:pt x="133" y="270"/>
                      <a:pt x="117" y="306"/>
                      <a:pt x="101" y="343"/>
                    </a:cubicBezTo>
                    <a:cubicBezTo>
                      <a:pt x="85" y="379"/>
                      <a:pt x="69" y="415"/>
                      <a:pt x="53" y="452"/>
                    </a:cubicBezTo>
                    <a:cubicBezTo>
                      <a:pt x="42" y="477"/>
                      <a:pt x="31" y="502"/>
                      <a:pt x="20" y="527"/>
                    </a:cubicBezTo>
                    <a:cubicBezTo>
                      <a:pt x="19" y="530"/>
                      <a:pt x="15" y="532"/>
                      <a:pt x="11" y="532"/>
                    </a:cubicBezTo>
                    <a:cubicBezTo>
                      <a:pt x="10" y="532"/>
                      <a:pt x="9" y="532"/>
                      <a:pt x="7" y="5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3" name="Google Shape;2573;p27"/>
              <p:cNvSpPr/>
              <p:nvPr/>
            </p:nvSpPr>
            <p:spPr>
              <a:xfrm>
                <a:off x="3131640" y="4771800"/>
                <a:ext cx="41580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1155" h="31" extrusionOk="0">
                    <a:moveTo>
                      <a:pt x="1143" y="30"/>
                    </a:moveTo>
                    <a:cubicBezTo>
                      <a:pt x="1120" y="29"/>
                      <a:pt x="1096" y="29"/>
                      <a:pt x="1073" y="29"/>
                    </a:cubicBezTo>
                    <a:cubicBezTo>
                      <a:pt x="1062" y="29"/>
                      <a:pt x="1050" y="28"/>
                      <a:pt x="1039" y="28"/>
                    </a:cubicBezTo>
                    <a:cubicBezTo>
                      <a:pt x="1027" y="27"/>
                      <a:pt x="1014" y="27"/>
                      <a:pt x="1002" y="27"/>
                    </a:cubicBezTo>
                    <a:cubicBezTo>
                      <a:pt x="954" y="27"/>
                      <a:pt x="905" y="26"/>
                      <a:pt x="857" y="26"/>
                    </a:cubicBezTo>
                    <a:cubicBezTo>
                      <a:pt x="808" y="25"/>
                      <a:pt x="758" y="25"/>
                      <a:pt x="709" y="25"/>
                    </a:cubicBezTo>
                    <a:cubicBezTo>
                      <a:pt x="658" y="24"/>
                      <a:pt x="608" y="23"/>
                      <a:pt x="557" y="23"/>
                    </a:cubicBezTo>
                    <a:cubicBezTo>
                      <a:pt x="508" y="23"/>
                      <a:pt x="459" y="22"/>
                      <a:pt x="411" y="22"/>
                    </a:cubicBezTo>
                    <a:cubicBezTo>
                      <a:pt x="362" y="22"/>
                      <a:pt x="312" y="22"/>
                      <a:pt x="263" y="21"/>
                    </a:cubicBezTo>
                    <a:cubicBezTo>
                      <a:pt x="215" y="20"/>
                      <a:pt x="166" y="20"/>
                      <a:pt x="119" y="19"/>
                    </a:cubicBezTo>
                    <a:cubicBezTo>
                      <a:pt x="101" y="19"/>
                      <a:pt x="83" y="19"/>
                      <a:pt x="64" y="19"/>
                    </a:cubicBezTo>
                    <a:cubicBezTo>
                      <a:pt x="47" y="19"/>
                      <a:pt x="29" y="19"/>
                      <a:pt x="11" y="19"/>
                    </a:cubicBezTo>
                    <a:lnTo>
                      <a:pt x="10" y="19"/>
                    </a:lnTo>
                    <a:cubicBezTo>
                      <a:pt x="4" y="19"/>
                      <a:pt x="0" y="15"/>
                      <a:pt x="0" y="9"/>
                    </a:cubicBezTo>
                    <a:cubicBezTo>
                      <a:pt x="1" y="4"/>
                      <a:pt x="5" y="0"/>
                      <a:pt x="10" y="0"/>
                    </a:cubicBezTo>
                    <a:cubicBezTo>
                      <a:pt x="16" y="0"/>
                      <a:pt x="20" y="1"/>
                      <a:pt x="25" y="1"/>
                    </a:cubicBezTo>
                    <a:cubicBezTo>
                      <a:pt x="32" y="1"/>
                      <a:pt x="38" y="1"/>
                      <a:pt x="45" y="1"/>
                    </a:cubicBezTo>
                    <a:cubicBezTo>
                      <a:pt x="57" y="1"/>
                      <a:pt x="69" y="1"/>
                      <a:pt x="81" y="2"/>
                    </a:cubicBezTo>
                    <a:cubicBezTo>
                      <a:pt x="105" y="2"/>
                      <a:pt x="128" y="2"/>
                      <a:pt x="152" y="2"/>
                    </a:cubicBezTo>
                    <a:cubicBezTo>
                      <a:pt x="201" y="3"/>
                      <a:pt x="250" y="3"/>
                      <a:pt x="299" y="4"/>
                    </a:cubicBezTo>
                    <a:cubicBezTo>
                      <a:pt x="349" y="4"/>
                      <a:pt x="398" y="5"/>
                      <a:pt x="447" y="5"/>
                    </a:cubicBezTo>
                    <a:cubicBezTo>
                      <a:pt x="472" y="5"/>
                      <a:pt x="497" y="5"/>
                      <a:pt x="523" y="6"/>
                    </a:cubicBezTo>
                    <a:cubicBezTo>
                      <a:pt x="546" y="6"/>
                      <a:pt x="570" y="6"/>
                      <a:pt x="594" y="6"/>
                    </a:cubicBezTo>
                    <a:cubicBezTo>
                      <a:pt x="644" y="7"/>
                      <a:pt x="695" y="7"/>
                      <a:pt x="746" y="8"/>
                    </a:cubicBezTo>
                    <a:cubicBezTo>
                      <a:pt x="794" y="8"/>
                      <a:pt x="843" y="9"/>
                      <a:pt x="891" y="9"/>
                    </a:cubicBezTo>
                    <a:cubicBezTo>
                      <a:pt x="916" y="9"/>
                      <a:pt x="941" y="9"/>
                      <a:pt x="965" y="9"/>
                    </a:cubicBezTo>
                    <a:cubicBezTo>
                      <a:pt x="990" y="9"/>
                      <a:pt x="1014" y="10"/>
                      <a:pt x="1037" y="10"/>
                    </a:cubicBezTo>
                    <a:cubicBezTo>
                      <a:pt x="1047" y="10"/>
                      <a:pt x="1055" y="9"/>
                      <a:pt x="1064" y="9"/>
                    </a:cubicBezTo>
                    <a:cubicBezTo>
                      <a:pt x="1074" y="10"/>
                      <a:pt x="1083" y="10"/>
                      <a:pt x="1092" y="10"/>
                    </a:cubicBezTo>
                    <a:cubicBezTo>
                      <a:pt x="1110" y="10"/>
                      <a:pt x="1127" y="10"/>
                      <a:pt x="1144" y="10"/>
                    </a:cubicBezTo>
                    <a:cubicBezTo>
                      <a:pt x="1150" y="10"/>
                      <a:pt x="1154" y="15"/>
                      <a:pt x="1154" y="20"/>
                    </a:cubicBezTo>
                    <a:cubicBezTo>
                      <a:pt x="1153" y="26"/>
                      <a:pt x="1149" y="30"/>
                      <a:pt x="1144" y="30"/>
                    </a:cubicBezTo>
                    <a:cubicBezTo>
                      <a:pt x="1143" y="30"/>
                      <a:pt x="1143" y="30"/>
                      <a:pt x="1143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4" name="Google Shape;2574;p27"/>
              <p:cNvSpPr/>
              <p:nvPr/>
            </p:nvSpPr>
            <p:spPr>
              <a:xfrm>
                <a:off x="3232080" y="4697280"/>
                <a:ext cx="32760" cy="66240"/>
              </a:xfrm>
              <a:custGeom>
                <a:avLst/>
                <a:gdLst/>
                <a:ahLst/>
                <a:cxnLst/>
                <a:rect l="l" t="t" r="r" b="b"/>
                <a:pathLst>
                  <a:path w="91" h="184" extrusionOk="0">
                    <a:moveTo>
                      <a:pt x="62" y="79"/>
                    </a:moveTo>
                    <a:cubicBezTo>
                      <a:pt x="59" y="83"/>
                      <a:pt x="56" y="86"/>
                      <a:pt x="52" y="90"/>
                    </a:cubicBezTo>
                    <a:cubicBezTo>
                      <a:pt x="51" y="92"/>
                      <a:pt x="49" y="93"/>
                      <a:pt x="47" y="95"/>
                    </a:cubicBezTo>
                    <a:cubicBezTo>
                      <a:pt x="51" y="92"/>
                      <a:pt x="55" y="90"/>
                      <a:pt x="60" y="88"/>
                    </a:cubicBezTo>
                    <a:lnTo>
                      <a:pt x="60" y="87"/>
                    </a:lnTo>
                    <a:cubicBezTo>
                      <a:pt x="62" y="84"/>
                      <a:pt x="62" y="81"/>
                      <a:pt x="63" y="78"/>
                    </a:cubicBezTo>
                    <a:cubicBezTo>
                      <a:pt x="63" y="79"/>
                      <a:pt x="62" y="79"/>
                      <a:pt x="62" y="79"/>
                    </a:cubicBezTo>
                    <a:moveTo>
                      <a:pt x="21" y="164"/>
                    </a:moveTo>
                    <a:cubicBezTo>
                      <a:pt x="22" y="164"/>
                      <a:pt x="22" y="164"/>
                      <a:pt x="23" y="164"/>
                    </a:cubicBezTo>
                    <a:cubicBezTo>
                      <a:pt x="23" y="163"/>
                      <a:pt x="24" y="163"/>
                      <a:pt x="25" y="163"/>
                    </a:cubicBezTo>
                    <a:lnTo>
                      <a:pt x="24" y="163"/>
                    </a:lnTo>
                    <a:cubicBezTo>
                      <a:pt x="24" y="163"/>
                      <a:pt x="25" y="163"/>
                      <a:pt x="25" y="162"/>
                    </a:cubicBezTo>
                    <a:cubicBezTo>
                      <a:pt x="27" y="162"/>
                      <a:pt x="28" y="161"/>
                      <a:pt x="29" y="160"/>
                    </a:cubicBezTo>
                    <a:cubicBezTo>
                      <a:pt x="30" y="160"/>
                      <a:pt x="30" y="159"/>
                      <a:pt x="31" y="158"/>
                    </a:cubicBezTo>
                    <a:cubicBezTo>
                      <a:pt x="32" y="157"/>
                      <a:pt x="33" y="156"/>
                      <a:pt x="34" y="155"/>
                    </a:cubicBezTo>
                    <a:cubicBezTo>
                      <a:pt x="35" y="153"/>
                      <a:pt x="37" y="151"/>
                      <a:pt x="38" y="148"/>
                    </a:cubicBezTo>
                    <a:cubicBezTo>
                      <a:pt x="42" y="141"/>
                      <a:pt x="45" y="134"/>
                      <a:pt x="48" y="126"/>
                    </a:cubicBezTo>
                    <a:cubicBezTo>
                      <a:pt x="50" y="121"/>
                      <a:pt x="52" y="117"/>
                      <a:pt x="53" y="112"/>
                    </a:cubicBezTo>
                    <a:cubicBezTo>
                      <a:pt x="49" y="114"/>
                      <a:pt x="46" y="117"/>
                      <a:pt x="42" y="120"/>
                    </a:cubicBezTo>
                    <a:cubicBezTo>
                      <a:pt x="39" y="122"/>
                      <a:pt x="37" y="124"/>
                      <a:pt x="34" y="127"/>
                    </a:cubicBezTo>
                    <a:cubicBezTo>
                      <a:pt x="31" y="130"/>
                      <a:pt x="28" y="133"/>
                      <a:pt x="26" y="137"/>
                    </a:cubicBezTo>
                    <a:cubicBezTo>
                      <a:pt x="25" y="138"/>
                      <a:pt x="23" y="140"/>
                      <a:pt x="22" y="142"/>
                    </a:cubicBezTo>
                    <a:cubicBezTo>
                      <a:pt x="21" y="144"/>
                      <a:pt x="21" y="145"/>
                      <a:pt x="21" y="146"/>
                    </a:cubicBezTo>
                    <a:cubicBezTo>
                      <a:pt x="20" y="147"/>
                      <a:pt x="20" y="148"/>
                      <a:pt x="20" y="149"/>
                    </a:cubicBezTo>
                    <a:cubicBezTo>
                      <a:pt x="19" y="151"/>
                      <a:pt x="19" y="153"/>
                      <a:pt x="18" y="156"/>
                    </a:cubicBezTo>
                    <a:cubicBezTo>
                      <a:pt x="18" y="157"/>
                      <a:pt x="18" y="158"/>
                      <a:pt x="18" y="159"/>
                    </a:cubicBezTo>
                    <a:cubicBezTo>
                      <a:pt x="18" y="160"/>
                      <a:pt x="18" y="161"/>
                      <a:pt x="19" y="162"/>
                    </a:cubicBezTo>
                    <a:lnTo>
                      <a:pt x="19" y="163"/>
                    </a:lnTo>
                    <a:lnTo>
                      <a:pt x="20" y="163"/>
                    </a:lnTo>
                    <a:lnTo>
                      <a:pt x="20" y="164"/>
                    </a:lnTo>
                    <a:lnTo>
                      <a:pt x="21" y="164"/>
                    </a:lnTo>
                    <a:moveTo>
                      <a:pt x="12" y="181"/>
                    </a:moveTo>
                    <a:cubicBezTo>
                      <a:pt x="9" y="180"/>
                      <a:pt x="7" y="178"/>
                      <a:pt x="6" y="176"/>
                    </a:cubicBezTo>
                    <a:cubicBezTo>
                      <a:pt x="4" y="174"/>
                      <a:pt x="2" y="172"/>
                      <a:pt x="2" y="169"/>
                    </a:cubicBezTo>
                    <a:cubicBezTo>
                      <a:pt x="0" y="163"/>
                      <a:pt x="0" y="158"/>
                      <a:pt x="0" y="152"/>
                    </a:cubicBezTo>
                    <a:cubicBezTo>
                      <a:pt x="2" y="146"/>
                      <a:pt x="3" y="140"/>
                      <a:pt x="6" y="135"/>
                    </a:cubicBezTo>
                    <a:cubicBezTo>
                      <a:pt x="9" y="129"/>
                      <a:pt x="13" y="124"/>
                      <a:pt x="17" y="119"/>
                    </a:cubicBezTo>
                    <a:cubicBezTo>
                      <a:pt x="21" y="114"/>
                      <a:pt x="25" y="111"/>
                      <a:pt x="29" y="107"/>
                    </a:cubicBezTo>
                    <a:cubicBezTo>
                      <a:pt x="27" y="108"/>
                      <a:pt x="25" y="108"/>
                      <a:pt x="24" y="109"/>
                    </a:cubicBezTo>
                    <a:cubicBezTo>
                      <a:pt x="21" y="109"/>
                      <a:pt x="19" y="108"/>
                      <a:pt x="17" y="107"/>
                    </a:cubicBezTo>
                    <a:cubicBezTo>
                      <a:pt x="16" y="107"/>
                      <a:pt x="15" y="106"/>
                      <a:pt x="14" y="105"/>
                    </a:cubicBezTo>
                    <a:cubicBezTo>
                      <a:pt x="13" y="105"/>
                      <a:pt x="12" y="104"/>
                      <a:pt x="11" y="103"/>
                    </a:cubicBezTo>
                    <a:cubicBezTo>
                      <a:pt x="10" y="100"/>
                      <a:pt x="10" y="98"/>
                      <a:pt x="9" y="95"/>
                    </a:cubicBezTo>
                    <a:cubicBezTo>
                      <a:pt x="9" y="93"/>
                      <a:pt x="9" y="91"/>
                      <a:pt x="10" y="88"/>
                    </a:cubicBezTo>
                    <a:cubicBezTo>
                      <a:pt x="10" y="86"/>
                      <a:pt x="10" y="85"/>
                      <a:pt x="10" y="84"/>
                    </a:cubicBezTo>
                    <a:cubicBezTo>
                      <a:pt x="10" y="81"/>
                      <a:pt x="11" y="79"/>
                      <a:pt x="11" y="77"/>
                    </a:cubicBezTo>
                    <a:cubicBezTo>
                      <a:pt x="13" y="66"/>
                      <a:pt x="15" y="56"/>
                      <a:pt x="17" y="46"/>
                    </a:cubicBezTo>
                    <a:cubicBezTo>
                      <a:pt x="20" y="34"/>
                      <a:pt x="24" y="23"/>
                      <a:pt x="28" y="12"/>
                    </a:cubicBezTo>
                    <a:cubicBezTo>
                      <a:pt x="28" y="10"/>
                      <a:pt x="28" y="8"/>
                      <a:pt x="29" y="7"/>
                    </a:cubicBezTo>
                    <a:cubicBezTo>
                      <a:pt x="30" y="7"/>
                      <a:pt x="30" y="6"/>
                      <a:pt x="30" y="6"/>
                    </a:cubicBezTo>
                    <a:cubicBezTo>
                      <a:pt x="33" y="2"/>
                      <a:pt x="38" y="0"/>
                      <a:pt x="42" y="3"/>
                    </a:cubicBezTo>
                    <a:cubicBezTo>
                      <a:pt x="46" y="4"/>
                      <a:pt x="49" y="10"/>
                      <a:pt x="46" y="15"/>
                    </a:cubicBezTo>
                    <a:cubicBezTo>
                      <a:pt x="45" y="19"/>
                      <a:pt x="44" y="23"/>
                      <a:pt x="42" y="27"/>
                    </a:cubicBezTo>
                    <a:cubicBezTo>
                      <a:pt x="40" y="32"/>
                      <a:pt x="38" y="37"/>
                      <a:pt x="37" y="42"/>
                    </a:cubicBezTo>
                    <a:cubicBezTo>
                      <a:pt x="35" y="47"/>
                      <a:pt x="34" y="52"/>
                      <a:pt x="33" y="57"/>
                    </a:cubicBezTo>
                    <a:cubicBezTo>
                      <a:pt x="31" y="66"/>
                      <a:pt x="30" y="75"/>
                      <a:pt x="28" y="85"/>
                    </a:cubicBezTo>
                    <a:cubicBezTo>
                      <a:pt x="28" y="85"/>
                      <a:pt x="28" y="86"/>
                      <a:pt x="28" y="87"/>
                    </a:cubicBezTo>
                    <a:cubicBezTo>
                      <a:pt x="28" y="87"/>
                      <a:pt x="29" y="86"/>
                      <a:pt x="30" y="86"/>
                    </a:cubicBezTo>
                    <a:cubicBezTo>
                      <a:pt x="34" y="83"/>
                      <a:pt x="38" y="79"/>
                      <a:pt x="41" y="75"/>
                    </a:cubicBezTo>
                    <a:lnTo>
                      <a:pt x="42" y="75"/>
                    </a:lnTo>
                    <a:cubicBezTo>
                      <a:pt x="42" y="74"/>
                      <a:pt x="43" y="74"/>
                      <a:pt x="44" y="73"/>
                    </a:cubicBezTo>
                    <a:cubicBezTo>
                      <a:pt x="44" y="72"/>
                      <a:pt x="45" y="72"/>
                      <a:pt x="45" y="71"/>
                    </a:cubicBezTo>
                    <a:lnTo>
                      <a:pt x="45" y="72"/>
                    </a:lnTo>
                    <a:cubicBezTo>
                      <a:pt x="45" y="71"/>
                      <a:pt x="46" y="71"/>
                      <a:pt x="46" y="70"/>
                    </a:cubicBezTo>
                    <a:lnTo>
                      <a:pt x="47" y="70"/>
                    </a:lnTo>
                    <a:cubicBezTo>
                      <a:pt x="53" y="63"/>
                      <a:pt x="59" y="56"/>
                      <a:pt x="65" y="49"/>
                    </a:cubicBezTo>
                    <a:cubicBezTo>
                      <a:pt x="68" y="46"/>
                      <a:pt x="70" y="43"/>
                      <a:pt x="74" y="41"/>
                    </a:cubicBezTo>
                    <a:cubicBezTo>
                      <a:pt x="78" y="39"/>
                      <a:pt x="84" y="40"/>
                      <a:pt x="87" y="45"/>
                    </a:cubicBezTo>
                    <a:cubicBezTo>
                      <a:pt x="90" y="49"/>
                      <a:pt x="88" y="55"/>
                      <a:pt x="87" y="60"/>
                    </a:cubicBezTo>
                    <a:cubicBezTo>
                      <a:pt x="87" y="63"/>
                      <a:pt x="85" y="67"/>
                      <a:pt x="84" y="70"/>
                    </a:cubicBezTo>
                    <a:cubicBezTo>
                      <a:pt x="82" y="78"/>
                      <a:pt x="80" y="86"/>
                      <a:pt x="77" y="93"/>
                    </a:cubicBezTo>
                    <a:cubicBezTo>
                      <a:pt x="77" y="95"/>
                      <a:pt x="77" y="96"/>
                      <a:pt x="76" y="97"/>
                    </a:cubicBezTo>
                    <a:cubicBezTo>
                      <a:pt x="73" y="107"/>
                      <a:pt x="71" y="116"/>
                      <a:pt x="67" y="126"/>
                    </a:cubicBezTo>
                    <a:cubicBezTo>
                      <a:pt x="64" y="135"/>
                      <a:pt x="60" y="145"/>
                      <a:pt x="56" y="154"/>
                    </a:cubicBezTo>
                    <a:cubicBezTo>
                      <a:pt x="52" y="161"/>
                      <a:pt x="48" y="168"/>
                      <a:pt x="42" y="174"/>
                    </a:cubicBezTo>
                    <a:cubicBezTo>
                      <a:pt x="38" y="177"/>
                      <a:pt x="33" y="180"/>
                      <a:pt x="28" y="182"/>
                    </a:cubicBezTo>
                    <a:cubicBezTo>
                      <a:pt x="26" y="183"/>
                      <a:pt x="24" y="183"/>
                      <a:pt x="21" y="183"/>
                    </a:cubicBezTo>
                    <a:cubicBezTo>
                      <a:pt x="18" y="183"/>
                      <a:pt x="15" y="182"/>
                      <a:pt x="12" y="1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5" name="Google Shape;2575;p27"/>
              <p:cNvSpPr/>
              <p:nvPr/>
            </p:nvSpPr>
            <p:spPr>
              <a:xfrm>
                <a:off x="3282120" y="4696560"/>
                <a:ext cx="16920" cy="37440"/>
              </a:xfrm>
              <a:custGeom>
                <a:avLst/>
                <a:gdLst/>
                <a:ahLst/>
                <a:cxnLst/>
                <a:rect l="l" t="t" r="r" b="b"/>
                <a:pathLst>
                  <a:path w="47" h="104" extrusionOk="0">
                    <a:moveTo>
                      <a:pt x="20" y="103"/>
                    </a:moveTo>
                    <a:cubicBezTo>
                      <a:pt x="15" y="102"/>
                      <a:pt x="12" y="97"/>
                      <a:pt x="12" y="92"/>
                    </a:cubicBezTo>
                    <a:cubicBezTo>
                      <a:pt x="15" y="80"/>
                      <a:pt x="18" y="69"/>
                      <a:pt x="20" y="57"/>
                    </a:cubicBezTo>
                    <a:cubicBezTo>
                      <a:pt x="21" y="54"/>
                      <a:pt x="22" y="51"/>
                      <a:pt x="23" y="48"/>
                    </a:cubicBezTo>
                    <a:cubicBezTo>
                      <a:pt x="22" y="49"/>
                      <a:pt x="21" y="51"/>
                      <a:pt x="20" y="53"/>
                    </a:cubicBezTo>
                    <a:lnTo>
                      <a:pt x="20" y="54"/>
                    </a:lnTo>
                    <a:cubicBezTo>
                      <a:pt x="20" y="58"/>
                      <a:pt x="15" y="62"/>
                      <a:pt x="10" y="62"/>
                    </a:cubicBezTo>
                    <a:cubicBezTo>
                      <a:pt x="4" y="62"/>
                      <a:pt x="0" y="57"/>
                      <a:pt x="1" y="51"/>
                    </a:cubicBezTo>
                    <a:cubicBezTo>
                      <a:pt x="2" y="47"/>
                      <a:pt x="5" y="42"/>
                      <a:pt x="6" y="38"/>
                    </a:cubicBezTo>
                    <a:cubicBezTo>
                      <a:pt x="9" y="34"/>
                      <a:pt x="11" y="30"/>
                      <a:pt x="13" y="27"/>
                    </a:cubicBezTo>
                    <a:cubicBezTo>
                      <a:pt x="15" y="23"/>
                      <a:pt x="16" y="20"/>
                      <a:pt x="19" y="17"/>
                    </a:cubicBezTo>
                    <a:cubicBezTo>
                      <a:pt x="19" y="15"/>
                      <a:pt x="20" y="13"/>
                      <a:pt x="22" y="12"/>
                    </a:cubicBezTo>
                    <a:cubicBezTo>
                      <a:pt x="22" y="10"/>
                      <a:pt x="23" y="8"/>
                      <a:pt x="25" y="6"/>
                    </a:cubicBezTo>
                    <a:cubicBezTo>
                      <a:pt x="26" y="4"/>
                      <a:pt x="29" y="3"/>
                      <a:pt x="30" y="2"/>
                    </a:cubicBezTo>
                    <a:cubicBezTo>
                      <a:pt x="34" y="0"/>
                      <a:pt x="40" y="1"/>
                      <a:pt x="43" y="5"/>
                    </a:cubicBezTo>
                    <a:cubicBezTo>
                      <a:pt x="44" y="8"/>
                      <a:pt x="46" y="11"/>
                      <a:pt x="46" y="14"/>
                    </a:cubicBezTo>
                    <a:cubicBezTo>
                      <a:pt x="46" y="19"/>
                      <a:pt x="45" y="23"/>
                      <a:pt x="44" y="27"/>
                    </a:cubicBezTo>
                    <a:cubicBezTo>
                      <a:pt x="44" y="31"/>
                      <a:pt x="43" y="35"/>
                      <a:pt x="42" y="39"/>
                    </a:cubicBezTo>
                    <a:cubicBezTo>
                      <a:pt x="41" y="45"/>
                      <a:pt x="40" y="52"/>
                      <a:pt x="39" y="58"/>
                    </a:cubicBezTo>
                    <a:cubicBezTo>
                      <a:pt x="36" y="70"/>
                      <a:pt x="33" y="83"/>
                      <a:pt x="31" y="95"/>
                    </a:cubicBezTo>
                    <a:cubicBezTo>
                      <a:pt x="30" y="100"/>
                      <a:pt x="26" y="103"/>
                      <a:pt x="22" y="103"/>
                    </a:cubicBezTo>
                    <a:cubicBezTo>
                      <a:pt x="21" y="103"/>
                      <a:pt x="21" y="103"/>
                      <a:pt x="20" y="10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6" name="Google Shape;2576;p27"/>
              <p:cNvSpPr/>
              <p:nvPr/>
            </p:nvSpPr>
            <p:spPr>
              <a:xfrm>
                <a:off x="3311640" y="4715640"/>
                <a:ext cx="3960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110" h="22" extrusionOk="0">
                    <a:moveTo>
                      <a:pt x="8" y="21"/>
                    </a:moveTo>
                    <a:cubicBezTo>
                      <a:pt x="4" y="20"/>
                      <a:pt x="0" y="16"/>
                      <a:pt x="0" y="12"/>
                    </a:cubicBezTo>
                    <a:cubicBezTo>
                      <a:pt x="0" y="10"/>
                      <a:pt x="0" y="8"/>
                      <a:pt x="1" y="6"/>
                    </a:cubicBezTo>
                    <a:cubicBezTo>
                      <a:pt x="4" y="2"/>
                      <a:pt x="10" y="0"/>
                      <a:pt x="14" y="2"/>
                    </a:cubicBezTo>
                    <a:cubicBezTo>
                      <a:pt x="21" y="3"/>
                      <a:pt x="27" y="3"/>
                      <a:pt x="33" y="3"/>
                    </a:cubicBezTo>
                    <a:cubicBezTo>
                      <a:pt x="36" y="2"/>
                      <a:pt x="39" y="2"/>
                      <a:pt x="43" y="2"/>
                    </a:cubicBezTo>
                    <a:lnTo>
                      <a:pt x="42" y="2"/>
                    </a:lnTo>
                    <a:cubicBezTo>
                      <a:pt x="43" y="2"/>
                      <a:pt x="43" y="2"/>
                      <a:pt x="43" y="2"/>
                    </a:cubicBezTo>
                    <a:cubicBezTo>
                      <a:pt x="46" y="2"/>
                      <a:pt x="49" y="2"/>
                      <a:pt x="51" y="2"/>
                    </a:cubicBezTo>
                    <a:lnTo>
                      <a:pt x="52" y="2"/>
                    </a:lnTo>
                    <a:cubicBezTo>
                      <a:pt x="68" y="2"/>
                      <a:pt x="84" y="2"/>
                      <a:pt x="100" y="2"/>
                    </a:cubicBezTo>
                    <a:cubicBezTo>
                      <a:pt x="105" y="3"/>
                      <a:pt x="109" y="7"/>
                      <a:pt x="109" y="12"/>
                    </a:cubicBezTo>
                    <a:cubicBezTo>
                      <a:pt x="109" y="17"/>
                      <a:pt x="105" y="21"/>
                      <a:pt x="99" y="21"/>
                    </a:cubicBezTo>
                    <a:cubicBezTo>
                      <a:pt x="93" y="20"/>
                      <a:pt x="86" y="20"/>
                      <a:pt x="80" y="20"/>
                    </a:cubicBezTo>
                    <a:cubicBezTo>
                      <a:pt x="74" y="20"/>
                      <a:pt x="68" y="20"/>
                      <a:pt x="63" y="20"/>
                    </a:cubicBezTo>
                    <a:cubicBezTo>
                      <a:pt x="56" y="20"/>
                      <a:pt x="49" y="20"/>
                      <a:pt x="42" y="21"/>
                    </a:cubicBezTo>
                    <a:cubicBezTo>
                      <a:pt x="38" y="21"/>
                      <a:pt x="33" y="21"/>
                      <a:pt x="29" y="21"/>
                    </a:cubicBezTo>
                    <a:cubicBezTo>
                      <a:pt x="26" y="21"/>
                      <a:pt x="22" y="21"/>
                      <a:pt x="19" y="21"/>
                    </a:cubicBezTo>
                    <a:cubicBezTo>
                      <a:pt x="15" y="21"/>
                      <a:pt x="11" y="21"/>
                      <a:pt x="8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7" name="Google Shape;2577;p27"/>
              <p:cNvSpPr/>
              <p:nvPr/>
            </p:nvSpPr>
            <p:spPr>
              <a:xfrm>
                <a:off x="3314880" y="4724280"/>
                <a:ext cx="4284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25" extrusionOk="0">
                    <a:moveTo>
                      <a:pt x="37" y="24"/>
                    </a:moveTo>
                    <a:cubicBezTo>
                      <a:pt x="29" y="24"/>
                      <a:pt x="21" y="24"/>
                      <a:pt x="13" y="23"/>
                    </a:cubicBezTo>
                    <a:cubicBezTo>
                      <a:pt x="8" y="22"/>
                      <a:pt x="3" y="20"/>
                      <a:pt x="2" y="14"/>
                    </a:cubicBezTo>
                    <a:cubicBezTo>
                      <a:pt x="0" y="11"/>
                      <a:pt x="2" y="7"/>
                      <a:pt x="5" y="4"/>
                    </a:cubicBezTo>
                    <a:cubicBezTo>
                      <a:pt x="8" y="0"/>
                      <a:pt x="15" y="1"/>
                      <a:pt x="18" y="4"/>
                    </a:cubicBezTo>
                    <a:cubicBezTo>
                      <a:pt x="19" y="5"/>
                      <a:pt x="21" y="5"/>
                      <a:pt x="22" y="5"/>
                    </a:cubicBezTo>
                    <a:cubicBezTo>
                      <a:pt x="37" y="6"/>
                      <a:pt x="51" y="7"/>
                      <a:pt x="66" y="6"/>
                    </a:cubicBezTo>
                    <a:lnTo>
                      <a:pt x="67" y="6"/>
                    </a:lnTo>
                    <a:lnTo>
                      <a:pt x="68" y="6"/>
                    </a:lnTo>
                    <a:cubicBezTo>
                      <a:pt x="67" y="6"/>
                      <a:pt x="67" y="6"/>
                      <a:pt x="67" y="6"/>
                    </a:cubicBezTo>
                    <a:cubicBezTo>
                      <a:pt x="69" y="6"/>
                      <a:pt x="70" y="6"/>
                      <a:pt x="72" y="6"/>
                    </a:cubicBezTo>
                    <a:cubicBezTo>
                      <a:pt x="73" y="6"/>
                      <a:pt x="74" y="6"/>
                      <a:pt x="75" y="6"/>
                    </a:cubicBezTo>
                    <a:cubicBezTo>
                      <a:pt x="76" y="6"/>
                      <a:pt x="76" y="6"/>
                      <a:pt x="77" y="6"/>
                    </a:cubicBezTo>
                    <a:lnTo>
                      <a:pt x="76" y="6"/>
                    </a:lnTo>
                    <a:cubicBezTo>
                      <a:pt x="77" y="6"/>
                      <a:pt x="77" y="6"/>
                      <a:pt x="77" y="6"/>
                    </a:cubicBezTo>
                    <a:cubicBezTo>
                      <a:pt x="78" y="6"/>
                      <a:pt x="79" y="6"/>
                      <a:pt x="79" y="6"/>
                    </a:cubicBezTo>
                    <a:cubicBezTo>
                      <a:pt x="80" y="6"/>
                      <a:pt x="80" y="6"/>
                      <a:pt x="80" y="6"/>
                    </a:cubicBezTo>
                    <a:lnTo>
                      <a:pt x="82" y="6"/>
                    </a:lnTo>
                    <a:cubicBezTo>
                      <a:pt x="91" y="6"/>
                      <a:pt x="100" y="6"/>
                      <a:pt x="108" y="5"/>
                    </a:cubicBezTo>
                    <a:cubicBezTo>
                      <a:pt x="113" y="5"/>
                      <a:pt x="117" y="8"/>
                      <a:pt x="117" y="13"/>
                    </a:cubicBezTo>
                    <a:cubicBezTo>
                      <a:pt x="118" y="17"/>
                      <a:pt x="114" y="21"/>
                      <a:pt x="110" y="21"/>
                    </a:cubicBezTo>
                    <a:cubicBezTo>
                      <a:pt x="95" y="23"/>
                      <a:pt x="80" y="23"/>
                      <a:pt x="66" y="24"/>
                    </a:cubicBezTo>
                    <a:cubicBezTo>
                      <a:pt x="58" y="24"/>
                      <a:pt x="51" y="24"/>
                      <a:pt x="43" y="24"/>
                    </a:cubicBezTo>
                    <a:cubicBezTo>
                      <a:pt x="41" y="24"/>
                      <a:pt x="40" y="24"/>
                      <a:pt x="37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8" name="Google Shape;2578;p27"/>
              <p:cNvSpPr/>
              <p:nvPr/>
            </p:nvSpPr>
            <p:spPr>
              <a:xfrm>
                <a:off x="3382560" y="4700520"/>
                <a:ext cx="74880" cy="46440"/>
              </a:xfrm>
              <a:custGeom>
                <a:avLst/>
                <a:gdLst/>
                <a:ahLst/>
                <a:cxnLst/>
                <a:rect l="l" t="t" r="r" b="b"/>
                <a:pathLst>
                  <a:path w="208" h="129" extrusionOk="0">
                    <a:moveTo>
                      <a:pt x="127" y="93"/>
                    </a:moveTo>
                    <a:cubicBezTo>
                      <a:pt x="126" y="93"/>
                      <a:pt x="126" y="93"/>
                      <a:pt x="126" y="93"/>
                    </a:cubicBezTo>
                    <a:cubicBezTo>
                      <a:pt x="127" y="93"/>
                      <a:pt x="128" y="93"/>
                      <a:pt x="129" y="93"/>
                    </a:cubicBezTo>
                    <a:cubicBezTo>
                      <a:pt x="130" y="93"/>
                      <a:pt x="131" y="93"/>
                      <a:pt x="132" y="92"/>
                    </a:cubicBezTo>
                    <a:cubicBezTo>
                      <a:pt x="134" y="91"/>
                      <a:pt x="137" y="91"/>
                      <a:pt x="138" y="90"/>
                    </a:cubicBezTo>
                    <a:cubicBezTo>
                      <a:pt x="141" y="89"/>
                      <a:pt x="144" y="87"/>
                      <a:pt x="147" y="86"/>
                    </a:cubicBezTo>
                    <a:cubicBezTo>
                      <a:pt x="151" y="83"/>
                      <a:pt x="155" y="80"/>
                      <a:pt x="159" y="77"/>
                    </a:cubicBezTo>
                    <a:lnTo>
                      <a:pt x="158" y="77"/>
                    </a:lnTo>
                    <a:cubicBezTo>
                      <a:pt x="162" y="74"/>
                      <a:pt x="166" y="70"/>
                      <a:pt x="170" y="66"/>
                    </a:cubicBezTo>
                    <a:cubicBezTo>
                      <a:pt x="173" y="63"/>
                      <a:pt x="175" y="61"/>
                      <a:pt x="177" y="58"/>
                    </a:cubicBezTo>
                    <a:cubicBezTo>
                      <a:pt x="179" y="56"/>
                      <a:pt x="181" y="54"/>
                      <a:pt x="182" y="51"/>
                    </a:cubicBezTo>
                    <a:cubicBezTo>
                      <a:pt x="183" y="49"/>
                      <a:pt x="184" y="47"/>
                      <a:pt x="185" y="45"/>
                    </a:cubicBezTo>
                    <a:cubicBezTo>
                      <a:pt x="186" y="43"/>
                      <a:pt x="186" y="42"/>
                      <a:pt x="187" y="40"/>
                    </a:cubicBezTo>
                    <a:cubicBezTo>
                      <a:pt x="187" y="39"/>
                      <a:pt x="187" y="37"/>
                      <a:pt x="187" y="36"/>
                    </a:cubicBezTo>
                    <a:cubicBezTo>
                      <a:pt x="187" y="36"/>
                      <a:pt x="187" y="34"/>
                      <a:pt x="187" y="33"/>
                    </a:cubicBezTo>
                    <a:cubicBezTo>
                      <a:pt x="187" y="32"/>
                      <a:pt x="187" y="30"/>
                      <a:pt x="187" y="29"/>
                    </a:cubicBezTo>
                    <a:cubicBezTo>
                      <a:pt x="187" y="29"/>
                      <a:pt x="187" y="28"/>
                      <a:pt x="187" y="27"/>
                    </a:cubicBezTo>
                    <a:cubicBezTo>
                      <a:pt x="187" y="27"/>
                      <a:pt x="186" y="27"/>
                      <a:pt x="186" y="26"/>
                    </a:cubicBezTo>
                    <a:lnTo>
                      <a:pt x="186" y="25"/>
                    </a:lnTo>
                    <a:cubicBezTo>
                      <a:pt x="185" y="24"/>
                      <a:pt x="185" y="24"/>
                      <a:pt x="184" y="23"/>
                    </a:cubicBezTo>
                    <a:cubicBezTo>
                      <a:pt x="183" y="22"/>
                      <a:pt x="183" y="22"/>
                      <a:pt x="183" y="22"/>
                    </a:cubicBezTo>
                    <a:cubicBezTo>
                      <a:pt x="182" y="22"/>
                      <a:pt x="182" y="21"/>
                      <a:pt x="182" y="21"/>
                    </a:cubicBezTo>
                    <a:cubicBezTo>
                      <a:pt x="180" y="20"/>
                      <a:pt x="180" y="20"/>
                      <a:pt x="179" y="20"/>
                    </a:cubicBezTo>
                    <a:lnTo>
                      <a:pt x="180" y="20"/>
                    </a:lnTo>
                    <a:cubicBezTo>
                      <a:pt x="179" y="20"/>
                      <a:pt x="179" y="19"/>
                      <a:pt x="177" y="19"/>
                    </a:cubicBezTo>
                    <a:cubicBezTo>
                      <a:pt x="176" y="19"/>
                      <a:pt x="175" y="19"/>
                      <a:pt x="175" y="19"/>
                    </a:cubicBezTo>
                    <a:cubicBezTo>
                      <a:pt x="173" y="19"/>
                      <a:pt x="172" y="19"/>
                      <a:pt x="171" y="19"/>
                    </a:cubicBezTo>
                    <a:cubicBezTo>
                      <a:pt x="169" y="19"/>
                      <a:pt x="168" y="19"/>
                      <a:pt x="167" y="19"/>
                    </a:cubicBezTo>
                    <a:cubicBezTo>
                      <a:pt x="166" y="19"/>
                      <a:pt x="165" y="19"/>
                      <a:pt x="164" y="20"/>
                    </a:cubicBezTo>
                    <a:cubicBezTo>
                      <a:pt x="162" y="20"/>
                      <a:pt x="161" y="20"/>
                      <a:pt x="160" y="21"/>
                    </a:cubicBezTo>
                    <a:cubicBezTo>
                      <a:pt x="159" y="22"/>
                      <a:pt x="158" y="22"/>
                      <a:pt x="157" y="23"/>
                    </a:cubicBezTo>
                    <a:cubicBezTo>
                      <a:pt x="155" y="23"/>
                      <a:pt x="154" y="24"/>
                      <a:pt x="152" y="26"/>
                    </a:cubicBezTo>
                    <a:cubicBezTo>
                      <a:pt x="151" y="27"/>
                      <a:pt x="150" y="27"/>
                      <a:pt x="149" y="29"/>
                    </a:cubicBezTo>
                    <a:cubicBezTo>
                      <a:pt x="148" y="29"/>
                      <a:pt x="148" y="30"/>
                      <a:pt x="147" y="31"/>
                    </a:cubicBezTo>
                    <a:cubicBezTo>
                      <a:pt x="147" y="31"/>
                      <a:pt x="146" y="33"/>
                      <a:pt x="145" y="33"/>
                    </a:cubicBezTo>
                    <a:cubicBezTo>
                      <a:pt x="145" y="34"/>
                      <a:pt x="144" y="36"/>
                      <a:pt x="144" y="36"/>
                    </a:cubicBezTo>
                    <a:cubicBezTo>
                      <a:pt x="144" y="38"/>
                      <a:pt x="143" y="40"/>
                      <a:pt x="143" y="41"/>
                    </a:cubicBezTo>
                    <a:cubicBezTo>
                      <a:pt x="141" y="46"/>
                      <a:pt x="141" y="51"/>
                      <a:pt x="140" y="56"/>
                    </a:cubicBezTo>
                    <a:lnTo>
                      <a:pt x="140" y="57"/>
                    </a:lnTo>
                    <a:lnTo>
                      <a:pt x="140" y="56"/>
                    </a:lnTo>
                    <a:cubicBezTo>
                      <a:pt x="140" y="58"/>
                      <a:pt x="140" y="59"/>
                      <a:pt x="140" y="61"/>
                    </a:cubicBezTo>
                    <a:cubicBezTo>
                      <a:pt x="140" y="66"/>
                      <a:pt x="136" y="69"/>
                      <a:pt x="131" y="69"/>
                    </a:cubicBezTo>
                    <a:cubicBezTo>
                      <a:pt x="130" y="69"/>
                      <a:pt x="129" y="69"/>
                      <a:pt x="128" y="68"/>
                    </a:cubicBezTo>
                    <a:cubicBezTo>
                      <a:pt x="127" y="69"/>
                      <a:pt x="127" y="70"/>
                      <a:pt x="126" y="71"/>
                    </a:cubicBezTo>
                    <a:cubicBezTo>
                      <a:pt x="126" y="73"/>
                      <a:pt x="125" y="76"/>
                      <a:pt x="124" y="78"/>
                    </a:cubicBezTo>
                    <a:cubicBezTo>
                      <a:pt x="124" y="80"/>
                      <a:pt x="123" y="82"/>
                      <a:pt x="123" y="84"/>
                    </a:cubicBezTo>
                    <a:cubicBezTo>
                      <a:pt x="123" y="87"/>
                      <a:pt x="123" y="89"/>
                      <a:pt x="123" y="91"/>
                    </a:cubicBezTo>
                    <a:lnTo>
                      <a:pt x="123" y="90"/>
                    </a:lnTo>
                    <a:cubicBezTo>
                      <a:pt x="123" y="91"/>
                      <a:pt x="123" y="91"/>
                      <a:pt x="123" y="92"/>
                    </a:cubicBezTo>
                    <a:cubicBezTo>
                      <a:pt x="123" y="93"/>
                      <a:pt x="123" y="93"/>
                      <a:pt x="123" y="93"/>
                    </a:cubicBezTo>
                    <a:cubicBezTo>
                      <a:pt x="124" y="93"/>
                      <a:pt x="124" y="93"/>
                      <a:pt x="124" y="93"/>
                    </a:cubicBezTo>
                    <a:cubicBezTo>
                      <a:pt x="125" y="93"/>
                      <a:pt x="126" y="93"/>
                      <a:pt x="127" y="93"/>
                    </a:cubicBezTo>
                    <a:moveTo>
                      <a:pt x="24" y="128"/>
                    </a:moveTo>
                    <a:cubicBezTo>
                      <a:pt x="19" y="128"/>
                      <a:pt x="13" y="126"/>
                      <a:pt x="9" y="124"/>
                    </a:cubicBezTo>
                    <a:cubicBezTo>
                      <a:pt x="4" y="120"/>
                      <a:pt x="2" y="115"/>
                      <a:pt x="1" y="109"/>
                    </a:cubicBezTo>
                    <a:cubicBezTo>
                      <a:pt x="0" y="103"/>
                      <a:pt x="1" y="97"/>
                      <a:pt x="2" y="91"/>
                    </a:cubicBezTo>
                    <a:cubicBezTo>
                      <a:pt x="3" y="84"/>
                      <a:pt x="4" y="77"/>
                      <a:pt x="6" y="71"/>
                    </a:cubicBezTo>
                    <a:cubicBezTo>
                      <a:pt x="10" y="57"/>
                      <a:pt x="16" y="44"/>
                      <a:pt x="24" y="33"/>
                    </a:cubicBezTo>
                    <a:cubicBezTo>
                      <a:pt x="28" y="26"/>
                      <a:pt x="34" y="21"/>
                      <a:pt x="39" y="16"/>
                    </a:cubicBezTo>
                    <a:cubicBezTo>
                      <a:pt x="45" y="12"/>
                      <a:pt x="50" y="9"/>
                      <a:pt x="57" y="7"/>
                    </a:cubicBezTo>
                    <a:cubicBezTo>
                      <a:pt x="63" y="5"/>
                      <a:pt x="69" y="5"/>
                      <a:pt x="75" y="5"/>
                    </a:cubicBezTo>
                    <a:cubicBezTo>
                      <a:pt x="81" y="6"/>
                      <a:pt x="87" y="9"/>
                      <a:pt x="89" y="15"/>
                    </a:cubicBezTo>
                    <a:cubicBezTo>
                      <a:pt x="91" y="20"/>
                      <a:pt x="92" y="26"/>
                      <a:pt x="90" y="31"/>
                    </a:cubicBezTo>
                    <a:cubicBezTo>
                      <a:pt x="89" y="36"/>
                      <a:pt x="86" y="41"/>
                      <a:pt x="81" y="43"/>
                    </a:cubicBezTo>
                    <a:cubicBezTo>
                      <a:pt x="78" y="44"/>
                      <a:pt x="76" y="44"/>
                      <a:pt x="73" y="42"/>
                    </a:cubicBezTo>
                    <a:cubicBezTo>
                      <a:pt x="70" y="40"/>
                      <a:pt x="69" y="37"/>
                      <a:pt x="69" y="33"/>
                    </a:cubicBezTo>
                    <a:lnTo>
                      <a:pt x="69" y="32"/>
                    </a:lnTo>
                    <a:cubicBezTo>
                      <a:pt x="69" y="30"/>
                      <a:pt x="70" y="27"/>
                      <a:pt x="72" y="26"/>
                    </a:cubicBezTo>
                    <a:cubicBezTo>
                      <a:pt x="73" y="26"/>
                      <a:pt x="73" y="26"/>
                      <a:pt x="73" y="25"/>
                    </a:cubicBezTo>
                    <a:cubicBezTo>
                      <a:pt x="73" y="24"/>
                      <a:pt x="72" y="24"/>
                      <a:pt x="72" y="24"/>
                    </a:cubicBezTo>
                    <a:lnTo>
                      <a:pt x="73" y="24"/>
                    </a:lnTo>
                    <a:cubicBezTo>
                      <a:pt x="72" y="24"/>
                      <a:pt x="72" y="24"/>
                      <a:pt x="72" y="24"/>
                    </a:cubicBezTo>
                    <a:cubicBezTo>
                      <a:pt x="71" y="24"/>
                      <a:pt x="71" y="24"/>
                      <a:pt x="71" y="24"/>
                    </a:cubicBezTo>
                    <a:lnTo>
                      <a:pt x="70" y="24"/>
                    </a:lnTo>
                    <a:cubicBezTo>
                      <a:pt x="69" y="24"/>
                      <a:pt x="67" y="24"/>
                      <a:pt x="66" y="24"/>
                    </a:cubicBezTo>
                    <a:cubicBezTo>
                      <a:pt x="64" y="24"/>
                      <a:pt x="63" y="24"/>
                      <a:pt x="61" y="25"/>
                    </a:cubicBezTo>
                    <a:cubicBezTo>
                      <a:pt x="59" y="26"/>
                      <a:pt x="58" y="26"/>
                      <a:pt x="56" y="27"/>
                    </a:cubicBezTo>
                    <a:cubicBezTo>
                      <a:pt x="55" y="27"/>
                      <a:pt x="55" y="27"/>
                      <a:pt x="53" y="28"/>
                    </a:cubicBezTo>
                    <a:cubicBezTo>
                      <a:pt x="52" y="29"/>
                      <a:pt x="51" y="30"/>
                      <a:pt x="49" y="31"/>
                    </a:cubicBezTo>
                    <a:cubicBezTo>
                      <a:pt x="48" y="33"/>
                      <a:pt x="46" y="34"/>
                      <a:pt x="45" y="36"/>
                    </a:cubicBezTo>
                    <a:cubicBezTo>
                      <a:pt x="42" y="38"/>
                      <a:pt x="41" y="40"/>
                      <a:pt x="38" y="43"/>
                    </a:cubicBezTo>
                    <a:cubicBezTo>
                      <a:pt x="36" y="46"/>
                      <a:pt x="34" y="49"/>
                      <a:pt x="32" y="52"/>
                    </a:cubicBezTo>
                    <a:cubicBezTo>
                      <a:pt x="30" y="57"/>
                      <a:pt x="28" y="61"/>
                      <a:pt x="26" y="66"/>
                    </a:cubicBezTo>
                    <a:cubicBezTo>
                      <a:pt x="24" y="70"/>
                      <a:pt x="23" y="75"/>
                      <a:pt x="22" y="80"/>
                    </a:cubicBezTo>
                    <a:cubicBezTo>
                      <a:pt x="21" y="85"/>
                      <a:pt x="20" y="90"/>
                      <a:pt x="19" y="96"/>
                    </a:cubicBezTo>
                    <a:cubicBezTo>
                      <a:pt x="19" y="98"/>
                      <a:pt x="19" y="100"/>
                      <a:pt x="19" y="102"/>
                    </a:cubicBezTo>
                    <a:cubicBezTo>
                      <a:pt x="19" y="104"/>
                      <a:pt x="19" y="105"/>
                      <a:pt x="19" y="107"/>
                    </a:cubicBezTo>
                    <a:cubicBezTo>
                      <a:pt x="20" y="107"/>
                      <a:pt x="20" y="108"/>
                      <a:pt x="20" y="108"/>
                    </a:cubicBezTo>
                    <a:lnTo>
                      <a:pt x="21" y="109"/>
                    </a:lnTo>
                    <a:lnTo>
                      <a:pt x="21" y="110"/>
                    </a:lnTo>
                    <a:cubicBezTo>
                      <a:pt x="21" y="109"/>
                      <a:pt x="21" y="109"/>
                      <a:pt x="21" y="109"/>
                    </a:cubicBezTo>
                    <a:cubicBezTo>
                      <a:pt x="22" y="110"/>
                      <a:pt x="22" y="110"/>
                      <a:pt x="22" y="110"/>
                    </a:cubicBezTo>
                    <a:cubicBezTo>
                      <a:pt x="23" y="110"/>
                      <a:pt x="24" y="110"/>
                      <a:pt x="24" y="110"/>
                    </a:cubicBezTo>
                    <a:cubicBezTo>
                      <a:pt x="25" y="110"/>
                      <a:pt x="26" y="110"/>
                      <a:pt x="27" y="110"/>
                    </a:cubicBezTo>
                    <a:cubicBezTo>
                      <a:pt x="28" y="110"/>
                      <a:pt x="29" y="110"/>
                      <a:pt x="31" y="110"/>
                    </a:cubicBezTo>
                    <a:cubicBezTo>
                      <a:pt x="33" y="109"/>
                      <a:pt x="35" y="109"/>
                      <a:pt x="37" y="108"/>
                    </a:cubicBezTo>
                    <a:cubicBezTo>
                      <a:pt x="41" y="107"/>
                      <a:pt x="43" y="106"/>
                      <a:pt x="47" y="104"/>
                    </a:cubicBezTo>
                    <a:cubicBezTo>
                      <a:pt x="46" y="105"/>
                      <a:pt x="46" y="105"/>
                      <a:pt x="46" y="105"/>
                    </a:cubicBezTo>
                    <a:cubicBezTo>
                      <a:pt x="53" y="102"/>
                      <a:pt x="59" y="98"/>
                      <a:pt x="66" y="94"/>
                    </a:cubicBezTo>
                    <a:lnTo>
                      <a:pt x="66" y="95"/>
                    </a:lnTo>
                    <a:cubicBezTo>
                      <a:pt x="74" y="90"/>
                      <a:pt x="81" y="84"/>
                      <a:pt x="90" y="79"/>
                    </a:cubicBezTo>
                    <a:cubicBezTo>
                      <a:pt x="90" y="79"/>
                      <a:pt x="90" y="78"/>
                      <a:pt x="91" y="78"/>
                    </a:cubicBezTo>
                    <a:lnTo>
                      <a:pt x="91" y="77"/>
                    </a:lnTo>
                    <a:cubicBezTo>
                      <a:pt x="92" y="77"/>
                      <a:pt x="93" y="76"/>
                      <a:pt x="94" y="75"/>
                    </a:cubicBezTo>
                    <a:cubicBezTo>
                      <a:pt x="94" y="75"/>
                      <a:pt x="95" y="75"/>
                      <a:pt x="95" y="74"/>
                    </a:cubicBezTo>
                    <a:lnTo>
                      <a:pt x="95" y="75"/>
                    </a:lnTo>
                    <a:cubicBezTo>
                      <a:pt x="95" y="74"/>
                      <a:pt x="95" y="74"/>
                      <a:pt x="96" y="74"/>
                    </a:cubicBezTo>
                    <a:cubicBezTo>
                      <a:pt x="96" y="73"/>
                      <a:pt x="96" y="73"/>
                      <a:pt x="96" y="73"/>
                    </a:cubicBezTo>
                    <a:cubicBezTo>
                      <a:pt x="96" y="73"/>
                      <a:pt x="96" y="74"/>
                      <a:pt x="95" y="74"/>
                    </a:cubicBezTo>
                    <a:cubicBezTo>
                      <a:pt x="99" y="71"/>
                      <a:pt x="103" y="68"/>
                      <a:pt x="106" y="64"/>
                    </a:cubicBezTo>
                    <a:cubicBezTo>
                      <a:pt x="108" y="62"/>
                      <a:pt x="110" y="60"/>
                      <a:pt x="112" y="58"/>
                    </a:cubicBezTo>
                    <a:cubicBezTo>
                      <a:pt x="114" y="54"/>
                      <a:pt x="116" y="51"/>
                      <a:pt x="119" y="49"/>
                    </a:cubicBezTo>
                    <a:cubicBezTo>
                      <a:pt x="120" y="48"/>
                      <a:pt x="122" y="47"/>
                      <a:pt x="124" y="47"/>
                    </a:cubicBezTo>
                    <a:cubicBezTo>
                      <a:pt x="124" y="42"/>
                      <a:pt x="126" y="37"/>
                      <a:pt x="127" y="32"/>
                    </a:cubicBezTo>
                    <a:cubicBezTo>
                      <a:pt x="130" y="20"/>
                      <a:pt x="140" y="12"/>
                      <a:pt x="150" y="6"/>
                    </a:cubicBezTo>
                    <a:cubicBezTo>
                      <a:pt x="155" y="3"/>
                      <a:pt x="161" y="2"/>
                      <a:pt x="166" y="1"/>
                    </a:cubicBezTo>
                    <a:cubicBezTo>
                      <a:pt x="173" y="0"/>
                      <a:pt x="179" y="1"/>
                      <a:pt x="186" y="3"/>
                    </a:cubicBezTo>
                    <a:cubicBezTo>
                      <a:pt x="190" y="5"/>
                      <a:pt x="196" y="8"/>
                      <a:pt x="198" y="12"/>
                    </a:cubicBezTo>
                    <a:cubicBezTo>
                      <a:pt x="203" y="17"/>
                      <a:pt x="204" y="22"/>
                      <a:pt x="205" y="28"/>
                    </a:cubicBezTo>
                    <a:cubicBezTo>
                      <a:pt x="207" y="40"/>
                      <a:pt x="202" y="52"/>
                      <a:pt x="196" y="63"/>
                    </a:cubicBezTo>
                    <a:cubicBezTo>
                      <a:pt x="189" y="74"/>
                      <a:pt x="179" y="84"/>
                      <a:pt x="169" y="92"/>
                    </a:cubicBezTo>
                    <a:cubicBezTo>
                      <a:pt x="164" y="96"/>
                      <a:pt x="159" y="100"/>
                      <a:pt x="154" y="103"/>
                    </a:cubicBezTo>
                    <a:cubicBezTo>
                      <a:pt x="148" y="106"/>
                      <a:pt x="142" y="109"/>
                      <a:pt x="135" y="111"/>
                    </a:cubicBezTo>
                    <a:cubicBezTo>
                      <a:pt x="129" y="112"/>
                      <a:pt x="124" y="112"/>
                      <a:pt x="118" y="111"/>
                    </a:cubicBezTo>
                    <a:cubicBezTo>
                      <a:pt x="116" y="110"/>
                      <a:pt x="113" y="109"/>
                      <a:pt x="111" y="107"/>
                    </a:cubicBezTo>
                    <a:cubicBezTo>
                      <a:pt x="109" y="105"/>
                      <a:pt x="107" y="103"/>
                      <a:pt x="106" y="100"/>
                    </a:cubicBezTo>
                    <a:cubicBezTo>
                      <a:pt x="105" y="97"/>
                      <a:pt x="105" y="93"/>
                      <a:pt x="105" y="89"/>
                    </a:cubicBezTo>
                    <a:cubicBezTo>
                      <a:pt x="98" y="94"/>
                      <a:pt x="91" y="98"/>
                      <a:pt x="85" y="103"/>
                    </a:cubicBezTo>
                    <a:cubicBezTo>
                      <a:pt x="77" y="108"/>
                      <a:pt x="70" y="113"/>
                      <a:pt x="62" y="117"/>
                    </a:cubicBezTo>
                    <a:cubicBezTo>
                      <a:pt x="50" y="124"/>
                      <a:pt x="38" y="128"/>
                      <a:pt x="25" y="128"/>
                    </a:cubicBezTo>
                    <a:lnTo>
                      <a:pt x="24" y="128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9" name="Google Shape;2579;p27"/>
              <p:cNvSpPr/>
              <p:nvPr/>
            </p:nvSpPr>
            <p:spPr>
              <a:xfrm>
                <a:off x="3463920" y="4704120"/>
                <a:ext cx="22680" cy="51840"/>
              </a:xfrm>
              <a:custGeom>
                <a:avLst/>
                <a:gdLst/>
                <a:ahLst/>
                <a:cxnLst/>
                <a:rect l="l" t="t" r="r" b="b"/>
                <a:pathLst>
                  <a:path w="63" h="144" extrusionOk="0">
                    <a:moveTo>
                      <a:pt x="13" y="142"/>
                    </a:moveTo>
                    <a:cubicBezTo>
                      <a:pt x="8" y="141"/>
                      <a:pt x="4" y="136"/>
                      <a:pt x="5" y="131"/>
                    </a:cubicBezTo>
                    <a:cubicBezTo>
                      <a:pt x="6" y="126"/>
                      <a:pt x="11" y="122"/>
                      <a:pt x="16" y="123"/>
                    </a:cubicBezTo>
                    <a:cubicBezTo>
                      <a:pt x="17" y="123"/>
                      <a:pt x="18" y="123"/>
                      <a:pt x="18" y="124"/>
                    </a:cubicBezTo>
                    <a:lnTo>
                      <a:pt x="19" y="124"/>
                    </a:lnTo>
                    <a:cubicBezTo>
                      <a:pt x="21" y="123"/>
                      <a:pt x="22" y="123"/>
                      <a:pt x="24" y="123"/>
                    </a:cubicBezTo>
                    <a:cubicBezTo>
                      <a:pt x="25" y="123"/>
                      <a:pt x="25" y="123"/>
                      <a:pt x="26" y="123"/>
                    </a:cubicBezTo>
                    <a:cubicBezTo>
                      <a:pt x="26" y="123"/>
                      <a:pt x="27" y="122"/>
                      <a:pt x="28" y="122"/>
                    </a:cubicBezTo>
                    <a:cubicBezTo>
                      <a:pt x="30" y="121"/>
                      <a:pt x="32" y="120"/>
                      <a:pt x="33" y="119"/>
                    </a:cubicBezTo>
                    <a:cubicBezTo>
                      <a:pt x="34" y="119"/>
                      <a:pt x="35" y="118"/>
                      <a:pt x="36" y="118"/>
                    </a:cubicBezTo>
                    <a:cubicBezTo>
                      <a:pt x="36" y="118"/>
                      <a:pt x="37" y="117"/>
                      <a:pt x="37" y="116"/>
                    </a:cubicBezTo>
                    <a:cubicBezTo>
                      <a:pt x="38" y="116"/>
                      <a:pt x="38" y="116"/>
                      <a:pt x="38" y="116"/>
                    </a:cubicBezTo>
                    <a:cubicBezTo>
                      <a:pt x="39" y="115"/>
                      <a:pt x="39" y="114"/>
                      <a:pt x="40" y="112"/>
                    </a:cubicBezTo>
                    <a:cubicBezTo>
                      <a:pt x="40" y="111"/>
                      <a:pt x="41" y="110"/>
                      <a:pt x="42" y="109"/>
                    </a:cubicBezTo>
                    <a:cubicBezTo>
                      <a:pt x="42" y="108"/>
                      <a:pt x="42" y="107"/>
                      <a:pt x="42" y="106"/>
                    </a:cubicBezTo>
                    <a:cubicBezTo>
                      <a:pt x="43" y="105"/>
                      <a:pt x="43" y="103"/>
                      <a:pt x="43" y="101"/>
                    </a:cubicBezTo>
                    <a:lnTo>
                      <a:pt x="43" y="100"/>
                    </a:lnTo>
                    <a:cubicBezTo>
                      <a:pt x="43" y="99"/>
                      <a:pt x="43" y="98"/>
                      <a:pt x="43" y="98"/>
                    </a:cubicBezTo>
                    <a:cubicBezTo>
                      <a:pt x="43" y="96"/>
                      <a:pt x="43" y="95"/>
                      <a:pt x="42" y="94"/>
                    </a:cubicBezTo>
                    <a:cubicBezTo>
                      <a:pt x="42" y="93"/>
                      <a:pt x="42" y="93"/>
                      <a:pt x="42" y="92"/>
                    </a:cubicBezTo>
                    <a:cubicBezTo>
                      <a:pt x="41" y="90"/>
                      <a:pt x="40" y="88"/>
                      <a:pt x="39" y="87"/>
                    </a:cubicBezTo>
                    <a:cubicBezTo>
                      <a:pt x="38" y="85"/>
                      <a:pt x="36" y="83"/>
                      <a:pt x="35" y="81"/>
                    </a:cubicBezTo>
                    <a:cubicBezTo>
                      <a:pt x="30" y="75"/>
                      <a:pt x="25" y="69"/>
                      <a:pt x="20" y="63"/>
                    </a:cubicBezTo>
                    <a:cubicBezTo>
                      <a:pt x="15" y="58"/>
                      <a:pt x="10" y="52"/>
                      <a:pt x="7" y="45"/>
                    </a:cubicBezTo>
                    <a:cubicBezTo>
                      <a:pt x="2" y="37"/>
                      <a:pt x="0" y="27"/>
                      <a:pt x="5" y="19"/>
                    </a:cubicBezTo>
                    <a:cubicBezTo>
                      <a:pt x="7" y="15"/>
                      <a:pt x="11" y="12"/>
                      <a:pt x="15" y="10"/>
                    </a:cubicBezTo>
                    <a:cubicBezTo>
                      <a:pt x="18" y="8"/>
                      <a:pt x="21" y="6"/>
                      <a:pt x="24" y="5"/>
                    </a:cubicBezTo>
                    <a:cubicBezTo>
                      <a:pt x="30" y="3"/>
                      <a:pt x="37" y="0"/>
                      <a:pt x="43" y="0"/>
                    </a:cubicBezTo>
                    <a:cubicBezTo>
                      <a:pt x="47" y="1"/>
                      <a:pt x="52" y="2"/>
                      <a:pt x="56" y="5"/>
                    </a:cubicBezTo>
                    <a:cubicBezTo>
                      <a:pt x="59" y="7"/>
                      <a:pt x="60" y="12"/>
                      <a:pt x="60" y="16"/>
                    </a:cubicBezTo>
                    <a:cubicBezTo>
                      <a:pt x="59" y="19"/>
                      <a:pt x="58" y="22"/>
                      <a:pt x="56" y="25"/>
                    </a:cubicBezTo>
                    <a:lnTo>
                      <a:pt x="56" y="26"/>
                    </a:lnTo>
                    <a:cubicBezTo>
                      <a:pt x="54" y="30"/>
                      <a:pt x="49" y="33"/>
                      <a:pt x="43" y="31"/>
                    </a:cubicBezTo>
                    <a:cubicBezTo>
                      <a:pt x="39" y="29"/>
                      <a:pt x="38" y="24"/>
                      <a:pt x="38" y="20"/>
                    </a:cubicBezTo>
                    <a:cubicBezTo>
                      <a:pt x="38" y="20"/>
                      <a:pt x="37" y="21"/>
                      <a:pt x="36" y="21"/>
                    </a:cubicBezTo>
                    <a:cubicBezTo>
                      <a:pt x="33" y="21"/>
                      <a:pt x="31" y="23"/>
                      <a:pt x="28" y="24"/>
                    </a:cubicBezTo>
                    <a:cubicBezTo>
                      <a:pt x="27" y="24"/>
                      <a:pt x="26" y="25"/>
                      <a:pt x="24" y="26"/>
                    </a:cubicBezTo>
                    <a:cubicBezTo>
                      <a:pt x="25" y="26"/>
                      <a:pt x="25" y="25"/>
                      <a:pt x="25" y="25"/>
                    </a:cubicBezTo>
                    <a:cubicBezTo>
                      <a:pt x="25" y="26"/>
                      <a:pt x="24" y="26"/>
                      <a:pt x="23" y="27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4" y="26"/>
                      <a:pt x="23" y="27"/>
                      <a:pt x="22" y="27"/>
                    </a:cubicBezTo>
                    <a:lnTo>
                      <a:pt x="22" y="28"/>
                    </a:lnTo>
                    <a:lnTo>
                      <a:pt x="21" y="28"/>
                    </a:lnTo>
                    <a:cubicBezTo>
                      <a:pt x="21" y="29"/>
                      <a:pt x="21" y="29"/>
                      <a:pt x="21" y="29"/>
                    </a:cubicBezTo>
                    <a:lnTo>
                      <a:pt x="21" y="30"/>
                    </a:lnTo>
                    <a:lnTo>
                      <a:pt x="21" y="31"/>
                    </a:lnTo>
                    <a:cubicBezTo>
                      <a:pt x="21" y="31"/>
                      <a:pt x="21" y="32"/>
                      <a:pt x="21" y="33"/>
                    </a:cubicBezTo>
                    <a:cubicBezTo>
                      <a:pt x="22" y="33"/>
                      <a:pt x="22" y="34"/>
                      <a:pt x="22" y="35"/>
                    </a:cubicBezTo>
                    <a:cubicBezTo>
                      <a:pt x="23" y="37"/>
                      <a:pt x="24" y="38"/>
                      <a:pt x="25" y="39"/>
                    </a:cubicBezTo>
                    <a:cubicBezTo>
                      <a:pt x="26" y="41"/>
                      <a:pt x="28" y="44"/>
                      <a:pt x="29" y="46"/>
                    </a:cubicBezTo>
                    <a:cubicBezTo>
                      <a:pt x="33" y="51"/>
                      <a:pt x="37" y="55"/>
                      <a:pt x="41" y="59"/>
                    </a:cubicBezTo>
                    <a:cubicBezTo>
                      <a:pt x="47" y="67"/>
                      <a:pt x="54" y="74"/>
                      <a:pt x="58" y="84"/>
                    </a:cubicBezTo>
                    <a:cubicBezTo>
                      <a:pt x="60" y="87"/>
                      <a:pt x="61" y="90"/>
                      <a:pt x="61" y="94"/>
                    </a:cubicBezTo>
                    <a:cubicBezTo>
                      <a:pt x="62" y="98"/>
                      <a:pt x="62" y="102"/>
                      <a:pt x="61" y="107"/>
                    </a:cubicBezTo>
                    <a:cubicBezTo>
                      <a:pt x="60" y="114"/>
                      <a:pt x="56" y="122"/>
                      <a:pt x="52" y="128"/>
                    </a:cubicBezTo>
                    <a:cubicBezTo>
                      <a:pt x="50" y="130"/>
                      <a:pt x="47" y="133"/>
                      <a:pt x="45" y="134"/>
                    </a:cubicBezTo>
                    <a:cubicBezTo>
                      <a:pt x="42" y="136"/>
                      <a:pt x="38" y="138"/>
                      <a:pt x="35" y="139"/>
                    </a:cubicBezTo>
                    <a:cubicBezTo>
                      <a:pt x="30" y="141"/>
                      <a:pt x="25" y="143"/>
                      <a:pt x="19" y="143"/>
                    </a:cubicBezTo>
                    <a:cubicBezTo>
                      <a:pt x="17" y="143"/>
                      <a:pt x="15" y="143"/>
                      <a:pt x="13" y="1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0" name="Google Shape;2580;p27"/>
              <p:cNvSpPr/>
              <p:nvPr/>
            </p:nvSpPr>
            <p:spPr>
              <a:xfrm>
                <a:off x="3501720" y="4709880"/>
                <a:ext cx="19440" cy="29880"/>
              </a:xfrm>
              <a:custGeom>
                <a:avLst/>
                <a:gdLst/>
                <a:ahLst/>
                <a:cxnLst/>
                <a:rect l="l" t="t" r="r" b="b"/>
                <a:pathLst>
                  <a:path w="54" h="83" extrusionOk="0">
                    <a:moveTo>
                      <a:pt x="34" y="77"/>
                    </a:moveTo>
                    <a:cubicBezTo>
                      <a:pt x="33" y="75"/>
                      <a:pt x="33" y="74"/>
                      <a:pt x="33" y="73"/>
                    </a:cubicBezTo>
                    <a:lnTo>
                      <a:pt x="33" y="74"/>
                    </a:lnTo>
                    <a:cubicBezTo>
                      <a:pt x="33" y="73"/>
                      <a:pt x="33" y="73"/>
                      <a:pt x="33" y="73"/>
                    </a:cubicBezTo>
                    <a:cubicBezTo>
                      <a:pt x="33" y="72"/>
                      <a:pt x="32" y="72"/>
                      <a:pt x="32" y="72"/>
                    </a:cubicBezTo>
                    <a:cubicBezTo>
                      <a:pt x="28" y="63"/>
                      <a:pt x="23" y="53"/>
                      <a:pt x="18" y="43"/>
                    </a:cubicBezTo>
                    <a:cubicBezTo>
                      <a:pt x="13" y="34"/>
                      <a:pt x="7" y="24"/>
                      <a:pt x="2" y="15"/>
                    </a:cubicBezTo>
                    <a:cubicBezTo>
                      <a:pt x="0" y="11"/>
                      <a:pt x="1" y="6"/>
                      <a:pt x="4" y="3"/>
                    </a:cubicBezTo>
                    <a:cubicBezTo>
                      <a:pt x="7" y="0"/>
                      <a:pt x="12" y="0"/>
                      <a:pt x="15" y="3"/>
                    </a:cubicBezTo>
                    <a:cubicBezTo>
                      <a:pt x="16" y="3"/>
                      <a:pt x="18" y="4"/>
                      <a:pt x="18" y="5"/>
                    </a:cubicBezTo>
                    <a:lnTo>
                      <a:pt x="19" y="5"/>
                    </a:lnTo>
                    <a:cubicBezTo>
                      <a:pt x="20" y="7"/>
                      <a:pt x="22" y="10"/>
                      <a:pt x="22" y="12"/>
                    </a:cubicBezTo>
                    <a:cubicBezTo>
                      <a:pt x="23" y="15"/>
                      <a:pt x="25" y="18"/>
                      <a:pt x="26" y="21"/>
                    </a:cubicBezTo>
                    <a:cubicBezTo>
                      <a:pt x="29" y="26"/>
                      <a:pt x="32" y="31"/>
                      <a:pt x="34" y="36"/>
                    </a:cubicBezTo>
                    <a:cubicBezTo>
                      <a:pt x="40" y="47"/>
                      <a:pt x="46" y="58"/>
                      <a:pt x="51" y="69"/>
                    </a:cubicBezTo>
                    <a:cubicBezTo>
                      <a:pt x="53" y="74"/>
                      <a:pt x="52" y="79"/>
                      <a:pt x="47" y="82"/>
                    </a:cubicBezTo>
                    <a:cubicBezTo>
                      <a:pt x="46" y="82"/>
                      <a:pt x="44" y="82"/>
                      <a:pt x="43" y="82"/>
                    </a:cubicBezTo>
                    <a:cubicBezTo>
                      <a:pt x="39" y="82"/>
                      <a:pt x="36" y="80"/>
                      <a:pt x="34" y="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1" name="Google Shape;2581;p27"/>
              <p:cNvSpPr/>
              <p:nvPr/>
            </p:nvSpPr>
            <p:spPr>
              <a:xfrm>
                <a:off x="3504600" y="4713840"/>
                <a:ext cx="31320" cy="25560"/>
              </a:xfrm>
              <a:custGeom>
                <a:avLst/>
                <a:gdLst/>
                <a:ahLst/>
                <a:cxnLst/>
                <a:rect l="l" t="t" r="r" b="b"/>
                <a:pathLst>
                  <a:path w="87" h="71" extrusionOk="0">
                    <a:moveTo>
                      <a:pt x="4" y="68"/>
                    </a:moveTo>
                    <a:cubicBezTo>
                      <a:pt x="0" y="65"/>
                      <a:pt x="0" y="59"/>
                      <a:pt x="3" y="55"/>
                    </a:cubicBezTo>
                    <a:cubicBezTo>
                      <a:pt x="12" y="44"/>
                      <a:pt x="22" y="33"/>
                      <a:pt x="33" y="24"/>
                    </a:cubicBezTo>
                    <a:cubicBezTo>
                      <a:pt x="39" y="19"/>
                      <a:pt x="44" y="14"/>
                      <a:pt x="50" y="10"/>
                    </a:cubicBezTo>
                    <a:cubicBezTo>
                      <a:pt x="53" y="7"/>
                      <a:pt x="57" y="5"/>
                      <a:pt x="60" y="3"/>
                    </a:cubicBezTo>
                    <a:cubicBezTo>
                      <a:pt x="63" y="1"/>
                      <a:pt x="67" y="0"/>
                      <a:pt x="70" y="0"/>
                    </a:cubicBezTo>
                    <a:cubicBezTo>
                      <a:pt x="72" y="0"/>
                      <a:pt x="73" y="0"/>
                      <a:pt x="74" y="1"/>
                    </a:cubicBezTo>
                    <a:cubicBezTo>
                      <a:pt x="76" y="1"/>
                      <a:pt x="77" y="3"/>
                      <a:pt x="79" y="3"/>
                    </a:cubicBezTo>
                    <a:cubicBezTo>
                      <a:pt x="80" y="4"/>
                      <a:pt x="81" y="6"/>
                      <a:pt x="82" y="7"/>
                    </a:cubicBezTo>
                    <a:cubicBezTo>
                      <a:pt x="86" y="11"/>
                      <a:pt x="85" y="17"/>
                      <a:pt x="82" y="21"/>
                    </a:cubicBezTo>
                    <a:cubicBezTo>
                      <a:pt x="78" y="24"/>
                      <a:pt x="72" y="24"/>
                      <a:pt x="68" y="20"/>
                    </a:cubicBezTo>
                    <a:cubicBezTo>
                      <a:pt x="67" y="21"/>
                      <a:pt x="67" y="21"/>
                      <a:pt x="66" y="22"/>
                    </a:cubicBezTo>
                    <a:cubicBezTo>
                      <a:pt x="61" y="25"/>
                      <a:pt x="56" y="28"/>
                      <a:pt x="52" y="32"/>
                    </a:cubicBezTo>
                    <a:cubicBezTo>
                      <a:pt x="52" y="32"/>
                      <a:pt x="51" y="32"/>
                      <a:pt x="51" y="33"/>
                    </a:cubicBezTo>
                    <a:cubicBezTo>
                      <a:pt x="51" y="32"/>
                      <a:pt x="52" y="32"/>
                      <a:pt x="52" y="32"/>
                    </a:cubicBezTo>
                    <a:cubicBezTo>
                      <a:pt x="44" y="38"/>
                      <a:pt x="37" y="45"/>
                      <a:pt x="30" y="53"/>
                    </a:cubicBezTo>
                    <a:cubicBezTo>
                      <a:pt x="30" y="52"/>
                      <a:pt x="31" y="52"/>
                      <a:pt x="31" y="52"/>
                    </a:cubicBezTo>
                    <a:cubicBezTo>
                      <a:pt x="26" y="57"/>
                      <a:pt x="21" y="62"/>
                      <a:pt x="17" y="67"/>
                    </a:cubicBezTo>
                    <a:cubicBezTo>
                      <a:pt x="15" y="70"/>
                      <a:pt x="13" y="70"/>
                      <a:pt x="10" y="70"/>
                    </a:cubicBezTo>
                    <a:cubicBezTo>
                      <a:pt x="8" y="70"/>
                      <a:pt x="6" y="70"/>
                      <a:pt x="4" y="6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2" name="Google Shape;2582;p27"/>
              <p:cNvSpPr/>
              <p:nvPr/>
            </p:nvSpPr>
            <p:spPr>
              <a:xfrm>
                <a:off x="3543840" y="4695120"/>
                <a:ext cx="14400" cy="34560"/>
              </a:xfrm>
              <a:custGeom>
                <a:avLst/>
                <a:gdLst/>
                <a:ahLst/>
                <a:cxnLst/>
                <a:rect l="l" t="t" r="r" b="b"/>
                <a:pathLst>
                  <a:path w="40" h="96" extrusionOk="0">
                    <a:moveTo>
                      <a:pt x="9" y="95"/>
                    </a:moveTo>
                    <a:cubicBezTo>
                      <a:pt x="4" y="95"/>
                      <a:pt x="0" y="90"/>
                      <a:pt x="1" y="84"/>
                    </a:cubicBezTo>
                    <a:cubicBezTo>
                      <a:pt x="3" y="74"/>
                      <a:pt x="6" y="63"/>
                      <a:pt x="9" y="53"/>
                    </a:cubicBezTo>
                    <a:cubicBezTo>
                      <a:pt x="9" y="53"/>
                      <a:pt x="9" y="54"/>
                      <a:pt x="8" y="55"/>
                    </a:cubicBezTo>
                    <a:cubicBezTo>
                      <a:pt x="10" y="48"/>
                      <a:pt x="11" y="40"/>
                      <a:pt x="13" y="33"/>
                    </a:cubicBezTo>
                    <a:cubicBezTo>
                      <a:pt x="11" y="30"/>
                      <a:pt x="10" y="27"/>
                      <a:pt x="11" y="23"/>
                    </a:cubicBezTo>
                    <a:cubicBezTo>
                      <a:pt x="14" y="17"/>
                      <a:pt x="17" y="11"/>
                      <a:pt x="20" y="5"/>
                    </a:cubicBezTo>
                    <a:cubicBezTo>
                      <a:pt x="23" y="1"/>
                      <a:pt x="28" y="0"/>
                      <a:pt x="32" y="2"/>
                    </a:cubicBezTo>
                    <a:cubicBezTo>
                      <a:pt x="37" y="4"/>
                      <a:pt x="39" y="9"/>
                      <a:pt x="38" y="13"/>
                    </a:cubicBezTo>
                    <a:cubicBezTo>
                      <a:pt x="36" y="20"/>
                      <a:pt x="34" y="26"/>
                      <a:pt x="32" y="32"/>
                    </a:cubicBezTo>
                    <a:cubicBezTo>
                      <a:pt x="31" y="35"/>
                      <a:pt x="31" y="38"/>
                      <a:pt x="30" y="40"/>
                    </a:cubicBezTo>
                    <a:lnTo>
                      <a:pt x="30" y="41"/>
                    </a:lnTo>
                    <a:lnTo>
                      <a:pt x="30" y="40"/>
                    </a:lnTo>
                    <a:cubicBezTo>
                      <a:pt x="30" y="41"/>
                      <a:pt x="30" y="41"/>
                      <a:pt x="30" y="41"/>
                    </a:cubicBezTo>
                    <a:cubicBezTo>
                      <a:pt x="27" y="57"/>
                      <a:pt x="23" y="72"/>
                      <a:pt x="20" y="88"/>
                    </a:cubicBezTo>
                    <a:cubicBezTo>
                      <a:pt x="18" y="92"/>
                      <a:pt x="15" y="95"/>
                      <a:pt x="10" y="95"/>
                    </a:cubicBezTo>
                    <a:lnTo>
                      <a:pt x="9" y="95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3" name="Google Shape;2583;p27"/>
              <p:cNvSpPr/>
              <p:nvPr/>
            </p:nvSpPr>
            <p:spPr>
              <a:xfrm>
                <a:off x="3337560" y="4201200"/>
                <a:ext cx="561600" cy="593640"/>
              </a:xfrm>
              <a:custGeom>
                <a:avLst/>
                <a:gdLst/>
                <a:ahLst/>
                <a:cxnLst/>
                <a:rect l="l" t="t" r="r" b="b"/>
                <a:pathLst>
                  <a:path w="1560" h="1649" extrusionOk="0">
                    <a:moveTo>
                      <a:pt x="865" y="1646"/>
                    </a:moveTo>
                    <a:cubicBezTo>
                      <a:pt x="857" y="1643"/>
                      <a:pt x="851" y="1640"/>
                      <a:pt x="844" y="1636"/>
                    </a:cubicBezTo>
                    <a:cubicBezTo>
                      <a:pt x="840" y="1634"/>
                      <a:pt x="837" y="1631"/>
                      <a:pt x="834" y="1628"/>
                    </a:cubicBezTo>
                    <a:cubicBezTo>
                      <a:pt x="831" y="1625"/>
                      <a:pt x="828" y="1622"/>
                      <a:pt x="826" y="1618"/>
                    </a:cubicBezTo>
                    <a:cubicBezTo>
                      <a:pt x="822" y="1612"/>
                      <a:pt x="817" y="1607"/>
                      <a:pt x="813" y="1601"/>
                    </a:cubicBezTo>
                    <a:cubicBezTo>
                      <a:pt x="809" y="1596"/>
                      <a:pt x="806" y="1590"/>
                      <a:pt x="803" y="1584"/>
                    </a:cubicBezTo>
                    <a:cubicBezTo>
                      <a:pt x="800" y="1581"/>
                      <a:pt x="799" y="1578"/>
                      <a:pt x="797" y="1575"/>
                    </a:cubicBezTo>
                    <a:cubicBezTo>
                      <a:pt x="795" y="1571"/>
                      <a:pt x="793" y="1567"/>
                      <a:pt x="792" y="1563"/>
                    </a:cubicBezTo>
                    <a:cubicBezTo>
                      <a:pt x="788" y="1556"/>
                      <a:pt x="785" y="1548"/>
                      <a:pt x="782" y="1541"/>
                    </a:cubicBezTo>
                    <a:cubicBezTo>
                      <a:pt x="775" y="1525"/>
                      <a:pt x="770" y="1509"/>
                      <a:pt x="764" y="1494"/>
                    </a:cubicBezTo>
                    <a:cubicBezTo>
                      <a:pt x="759" y="1478"/>
                      <a:pt x="753" y="1462"/>
                      <a:pt x="747" y="1447"/>
                    </a:cubicBezTo>
                    <a:cubicBezTo>
                      <a:pt x="741" y="1430"/>
                      <a:pt x="735" y="1413"/>
                      <a:pt x="729" y="1396"/>
                    </a:cubicBezTo>
                    <a:cubicBezTo>
                      <a:pt x="724" y="1381"/>
                      <a:pt x="718" y="1366"/>
                      <a:pt x="713" y="1351"/>
                    </a:cubicBezTo>
                    <a:cubicBezTo>
                      <a:pt x="708" y="1337"/>
                      <a:pt x="704" y="1323"/>
                      <a:pt x="699" y="1308"/>
                    </a:cubicBezTo>
                    <a:cubicBezTo>
                      <a:pt x="694" y="1293"/>
                      <a:pt x="689" y="1278"/>
                      <a:pt x="683" y="1262"/>
                    </a:cubicBezTo>
                    <a:cubicBezTo>
                      <a:pt x="678" y="1248"/>
                      <a:pt x="674" y="1232"/>
                      <a:pt x="669" y="1217"/>
                    </a:cubicBezTo>
                    <a:cubicBezTo>
                      <a:pt x="668" y="1213"/>
                      <a:pt x="667" y="1209"/>
                      <a:pt x="666" y="1205"/>
                    </a:cubicBezTo>
                    <a:cubicBezTo>
                      <a:pt x="666" y="1206"/>
                      <a:pt x="666" y="1206"/>
                      <a:pt x="666" y="1206"/>
                    </a:cubicBezTo>
                    <a:cubicBezTo>
                      <a:pt x="655" y="1172"/>
                      <a:pt x="646" y="1137"/>
                      <a:pt x="636" y="1103"/>
                    </a:cubicBezTo>
                    <a:cubicBezTo>
                      <a:pt x="627" y="1068"/>
                      <a:pt x="618" y="1034"/>
                      <a:pt x="609" y="999"/>
                    </a:cubicBezTo>
                    <a:cubicBezTo>
                      <a:pt x="605" y="983"/>
                      <a:pt x="601" y="967"/>
                      <a:pt x="597" y="951"/>
                    </a:cubicBezTo>
                    <a:cubicBezTo>
                      <a:pt x="592" y="934"/>
                      <a:pt x="587" y="916"/>
                      <a:pt x="583" y="899"/>
                    </a:cubicBezTo>
                    <a:cubicBezTo>
                      <a:pt x="578" y="883"/>
                      <a:pt x="574" y="867"/>
                      <a:pt x="571" y="850"/>
                    </a:cubicBezTo>
                    <a:cubicBezTo>
                      <a:pt x="567" y="833"/>
                      <a:pt x="562" y="815"/>
                      <a:pt x="559" y="799"/>
                    </a:cubicBezTo>
                    <a:cubicBezTo>
                      <a:pt x="550" y="764"/>
                      <a:pt x="543" y="730"/>
                      <a:pt x="537" y="695"/>
                    </a:cubicBezTo>
                    <a:cubicBezTo>
                      <a:pt x="533" y="679"/>
                      <a:pt x="528" y="662"/>
                      <a:pt x="524" y="645"/>
                    </a:cubicBezTo>
                    <a:cubicBezTo>
                      <a:pt x="520" y="628"/>
                      <a:pt x="516" y="612"/>
                      <a:pt x="511" y="596"/>
                    </a:cubicBezTo>
                    <a:cubicBezTo>
                      <a:pt x="510" y="593"/>
                      <a:pt x="509" y="591"/>
                      <a:pt x="509" y="588"/>
                    </a:cubicBezTo>
                    <a:cubicBezTo>
                      <a:pt x="509" y="588"/>
                      <a:pt x="509" y="589"/>
                      <a:pt x="509" y="590"/>
                    </a:cubicBezTo>
                    <a:cubicBezTo>
                      <a:pt x="499" y="556"/>
                      <a:pt x="488" y="522"/>
                      <a:pt x="477" y="489"/>
                    </a:cubicBezTo>
                    <a:cubicBezTo>
                      <a:pt x="467" y="455"/>
                      <a:pt x="456" y="423"/>
                      <a:pt x="446" y="390"/>
                    </a:cubicBezTo>
                    <a:cubicBezTo>
                      <a:pt x="440" y="373"/>
                      <a:pt x="435" y="356"/>
                      <a:pt x="431" y="339"/>
                    </a:cubicBezTo>
                    <a:cubicBezTo>
                      <a:pt x="426" y="321"/>
                      <a:pt x="422" y="305"/>
                      <a:pt x="419" y="287"/>
                    </a:cubicBezTo>
                    <a:cubicBezTo>
                      <a:pt x="412" y="254"/>
                      <a:pt x="407" y="220"/>
                      <a:pt x="400" y="187"/>
                    </a:cubicBezTo>
                    <a:cubicBezTo>
                      <a:pt x="397" y="172"/>
                      <a:pt x="394" y="157"/>
                      <a:pt x="390" y="143"/>
                    </a:cubicBezTo>
                    <a:cubicBezTo>
                      <a:pt x="387" y="129"/>
                      <a:pt x="384" y="115"/>
                      <a:pt x="380" y="101"/>
                    </a:cubicBezTo>
                    <a:cubicBezTo>
                      <a:pt x="378" y="94"/>
                      <a:pt x="376" y="88"/>
                      <a:pt x="373" y="81"/>
                    </a:cubicBezTo>
                    <a:cubicBezTo>
                      <a:pt x="370" y="76"/>
                      <a:pt x="368" y="71"/>
                      <a:pt x="365" y="67"/>
                    </a:cubicBezTo>
                    <a:cubicBezTo>
                      <a:pt x="364" y="64"/>
                      <a:pt x="362" y="62"/>
                      <a:pt x="360" y="59"/>
                    </a:cubicBezTo>
                    <a:cubicBezTo>
                      <a:pt x="359" y="58"/>
                      <a:pt x="358" y="57"/>
                      <a:pt x="357" y="56"/>
                    </a:cubicBezTo>
                    <a:cubicBezTo>
                      <a:pt x="356" y="55"/>
                      <a:pt x="355" y="54"/>
                      <a:pt x="354" y="53"/>
                    </a:cubicBezTo>
                    <a:cubicBezTo>
                      <a:pt x="352" y="52"/>
                      <a:pt x="351" y="52"/>
                      <a:pt x="350" y="50"/>
                    </a:cubicBezTo>
                    <a:cubicBezTo>
                      <a:pt x="349" y="50"/>
                      <a:pt x="348" y="49"/>
                      <a:pt x="347" y="49"/>
                    </a:cubicBezTo>
                    <a:cubicBezTo>
                      <a:pt x="345" y="49"/>
                      <a:pt x="344" y="48"/>
                      <a:pt x="343" y="48"/>
                    </a:cubicBezTo>
                    <a:cubicBezTo>
                      <a:pt x="341" y="48"/>
                      <a:pt x="340" y="48"/>
                      <a:pt x="338" y="47"/>
                    </a:cubicBezTo>
                    <a:cubicBezTo>
                      <a:pt x="337" y="47"/>
                      <a:pt x="336" y="47"/>
                      <a:pt x="334" y="47"/>
                    </a:cubicBezTo>
                    <a:cubicBezTo>
                      <a:pt x="333" y="47"/>
                      <a:pt x="331" y="47"/>
                      <a:pt x="330" y="48"/>
                    </a:cubicBezTo>
                    <a:cubicBezTo>
                      <a:pt x="329" y="48"/>
                      <a:pt x="327" y="48"/>
                      <a:pt x="326" y="49"/>
                    </a:cubicBezTo>
                    <a:cubicBezTo>
                      <a:pt x="324" y="49"/>
                      <a:pt x="323" y="49"/>
                      <a:pt x="322" y="50"/>
                    </a:cubicBezTo>
                    <a:cubicBezTo>
                      <a:pt x="320" y="51"/>
                      <a:pt x="319" y="52"/>
                      <a:pt x="317" y="52"/>
                    </a:cubicBezTo>
                    <a:cubicBezTo>
                      <a:pt x="316" y="53"/>
                      <a:pt x="315" y="55"/>
                      <a:pt x="313" y="56"/>
                    </a:cubicBezTo>
                    <a:cubicBezTo>
                      <a:pt x="311" y="57"/>
                      <a:pt x="309" y="59"/>
                      <a:pt x="307" y="61"/>
                    </a:cubicBezTo>
                    <a:cubicBezTo>
                      <a:pt x="306" y="62"/>
                      <a:pt x="305" y="63"/>
                      <a:pt x="303" y="64"/>
                    </a:cubicBezTo>
                    <a:cubicBezTo>
                      <a:pt x="301" y="69"/>
                      <a:pt x="298" y="73"/>
                      <a:pt x="296" y="78"/>
                    </a:cubicBezTo>
                    <a:cubicBezTo>
                      <a:pt x="291" y="87"/>
                      <a:pt x="286" y="96"/>
                      <a:pt x="281" y="105"/>
                    </a:cubicBezTo>
                    <a:cubicBezTo>
                      <a:pt x="277" y="115"/>
                      <a:pt x="273" y="124"/>
                      <a:pt x="268" y="134"/>
                    </a:cubicBezTo>
                    <a:cubicBezTo>
                      <a:pt x="259" y="154"/>
                      <a:pt x="250" y="173"/>
                      <a:pt x="242" y="194"/>
                    </a:cubicBezTo>
                    <a:cubicBezTo>
                      <a:pt x="242" y="193"/>
                      <a:pt x="242" y="193"/>
                      <a:pt x="242" y="193"/>
                    </a:cubicBezTo>
                    <a:cubicBezTo>
                      <a:pt x="239" y="201"/>
                      <a:pt x="236" y="208"/>
                      <a:pt x="234" y="215"/>
                    </a:cubicBezTo>
                    <a:cubicBezTo>
                      <a:pt x="222" y="246"/>
                      <a:pt x="211" y="277"/>
                      <a:pt x="200" y="306"/>
                    </a:cubicBezTo>
                    <a:lnTo>
                      <a:pt x="200" y="307"/>
                    </a:lnTo>
                    <a:cubicBezTo>
                      <a:pt x="200" y="307"/>
                      <a:pt x="200" y="308"/>
                      <a:pt x="199" y="308"/>
                    </a:cubicBezTo>
                    <a:cubicBezTo>
                      <a:pt x="199" y="310"/>
                      <a:pt x="198" y="312"/>
                      <a:pt x="197" y="314"/>
                    </a:cubicBezTo>
                    <a:cubicBezTo>
                      <a:pt x="185" y="346"/>
                      <a:pt x="173" y="378"/>
                      <a:pt x="161" y="410"/>
                    </a:cubicBezTo>
                    <a:cubicBezTo>
                      <a:pt x="155" y="426"/>
                      <a:pt x="150" y="443"/>
                      <a:pt x="144" y="458"/>
                    </a:cubicBezTo>
                    <a:cubicBezTo>
                      <a:pt x="138" y="474"/>
                      <a:pt x="132" y="490"/>
                      <a:pt x="126" y="505"/>
                    </a:cubicBezTo>
                    <a:cubicBezTo>
                      <a:pt x="114" y="538"/>
                      <a:pt x="104" y="571"/>
                      <a:pt x="94" y="603"/>
                    </a:cubicBezTo>
                    <a:cubicBezTo>
                      <a:pt x="90" y="621"/>
                      <a:pt x="86" y="638"/>
                      <a:pt x="81" y="655"/>
                    </a:cubicBezTo>
                    <a:cubicBezTo>
                      <a:pt x="77" y="672"/>
                      <a:pt x="72" y="688"/>
                      <a:pt x="68" y="704"/>
                    </a:cubicBezTo>
                    <a:cubicBezTo>
                      <a:pt x="65" y="712"/>
                      <a:pt x="63" y="720"/>
                      <a:pt x="61" y="729"/>
                    </a:cubicBezTo>
                    <a:cubicBezTo>
                      <a:pt x="55" y="755"/>
                      <a:pt x="51" y="783"/>
                      <a:pt x="46" y="810"/>
                    </a:cubicBezTo>
                    <a:cubicBezTo>
                      <a:pt x="43" y="824"/>
                      <a:pt x="41" y="838"/>
                      <a:pt x="38" y="851"/>
                    </a:cubicBezTo>
                    <a:cubicBezTo>
                      <a:pt x="37" y="858"/>
                      <a:pt x="35" y="865"/>
                      <a:pt x="34" y="872"/>
                    </a:cubicBezTo>
                    <a:cubicBezTo>
                      <a:pt x="34" y="875"/>
                      <a:pt x="33" y="879"/>
                      <a:pt x="33" y="882"/>
                    </a:cubicBezTo>
                    <a:cubicBezTo>
                      <a:pt x="33" y="884"/>
                      <a:pt x="32" y="886"/>
                      <a:pt x="32" y="888"/>
                    </a:cubicBezTo>
                    <a:cubicBezTo>
                      <a:pt x="30" y="896"/>
                      <a:pt x="23" y="902"/>
                      <a:pt x="13" y="901"/>
                    </a:cubicBezTo>
                    <a:cubicBezTo>
                      <a:pt x="9" y="901"/>
                      <a:pt x="6" y="898"/>
                      <a:pt x="3" y="895"/>
                    </a:cubicBezTo>
                    <a:cubicBezTo>
                      <a:pt x="0" y="891"/>
                      <a:pt x="0" y="887"/>
                      <a:pt x="0" y="882"/>
                    </a:cubicBezTo>
                    <a:cubicBezTo>
                      <a:pt x="0" y="881"/>
                      <a:pt x="1" y="878"/>
                      <a:pt x="2" y="876"/>
                    </a:cubicBezTo>
                    <a:cubicBezTo>
                      <a:pt x="2" y="872"/>
                      <a:pt x="3" y="867"/>
                      <a:pt x="4" y="863"/>
                    </a:cubicBezTo>
                    <a:cubicBezTo>
                      <a:pt x="6" y="854"/>
                      <a:pt x="7" y="846"/>
                      <a:pt x="9" y="837"/>
                    </a:cubicBezTo>
                    <a:cubicBezTo>
                      <a:pt x="12" y="820"/>
                      <a:pt x="15" y="803"/>
                      <a:pt x="18" y="785"/>
                    </a:cubicBezTo>
                    <a:cubicBezTo>
                      <a:pt x="21" y="768"/>
                      <a:pt x="24" y="751"/>
                      <a:pt x="27" y="734"/>
                    </a:cubicBezTo>
                    <a:cubicBezTo>
                      <a:pt x="30" y="717"/>
                      <a:pt x="35" y="700"/>
                      <a:pt x="40" y="683"/>
                    </a:cubicBezTo>
                    <a:cubicBezTo>
                      <a:pt x="44" y="667"/>
                      <a:pt x="49" y="651"/>
                      <a:pt x="53" y="635"/>
                    </a:cubicBezTo>
                    <a:cubicBezTo>
                      <a:pt x="58" y="618"/>
                      <a:pt x="62" y="601"/>
                      <a:pt x="67" y="584"/>
                    </a:cubicBezTo>
                    <a:cubicBezTo>
                      <a:pt x="76" y="551"/>
                      <a:pt x="86" y="518"/>
                      <a:pt x="98" y="486"/>
                    </a:cubicBezTo>
                    <a:cubicBezTo>
                      <a:pt x="105" y="470"/>
                      <a:pt x="111" y="454"/>
                      <a:pt x="116" y="438"/>
                    </a:cubicBezTo>
                    <a:cubicBezTo>
                      <a:pt x="122" y="422"/>
                      <a:pt x="128" y="406"/>
                      <a:pt x="133" y="390"/>
                    </a:cubicBezTo>
                    <a:cubicBezTo>
                      <a:pt x="145" y="359"/>
                      <a:pt x="157" y="327"/>
                      <a:pt x="168" y="295"/>
                    </a:cubicBezTo>
                    <a:cubicBezTo>
                      <a:pt x="181" y="264"/>
                      <a:pt x="192" y="232"/>
                      <a:pt x="204" y="200"/>
                    </a:cubicBezTo>
                    <a:cubicBezTo>
                      <a:pt x="210" y="184"/>
                      <a:pt x="217" y="168"/>
                      <a:pt x="223" y="152"/>
                    </a:cubicBezTo>
                    <a:cubicBezTo>
                      <a:pt x="230" y="137"/>
                      <a:pt x="237" y="121"/>
                      <a:pt x="244" y="106"/>
                    </a:cubicBezTo>
                    <a:cubicBezTo>
                      <a:pt x="252" y="91"/>
                      <a:pt x="259" y="76"/>
                      <a:pt x="267" y="60"/>
                    </a:cubicBezTo>
                    <a:cubicBezTo>
                      <a:pt x="271" y="53"/>
                      <a:pt x="275" y="45"/>
                      <a:pt x="281" y="39"/>
                    </a:cubicBezTo>
                    <a:cubicBezTo>
                      <a:pt x="287" y="33"/>
                      <a:pt x="293" y="28"/>
                      <a:pt x="300" y="24"/>
                    </a:cubicBezTo>
                    <a:cubicBezTo>
                      <a:pt x="308" y="19"/>
                      <a:pt x="316" y="15"/>
                      <a:pt x="326" y="14"/>
                    </a:cubicBezTo>
                    <a:cubicBezTo>
                      <a:pt x="340" y="11"/>
                      <a:pt x="354" y="14"/>
                      <a:pt x="367" y="21"/>
                    </a:cubicBezTo>
                    <a:cubicBezTo>
                      <a:pt x="386" y="31"/>
                      <a:pt x="397" y="50"/>
                      <a:pt x="405" y="70"/>
                    </a:cubicBezTo>
                    <a:cubicBezTo>
                      <a:pt x="412" y="85"/>
                      <a:pt x="416" y="101"/>
                      <a:pt x="420" y="117"/>
                    </a:cubicBezTo>
                    <a:cubicBezTo>
                      <a:pt x="424" y="134"/>
                      <a:pt x="428" y="151"/>
                      <a:pt x="432" y="168"/>
                    </a:cubicBezTo>
                    <a:cubicBezTo>
                      <a:pt x="439" y="202"/>
                      <a:pt x="445" y="236"/>
                      <a:pt x="451" y="269"/>
                    </a:cubicBezTo>
                    <a:cubicBezTo>
                      <a:pt x="455" y="290"/>
                      <a:pt x="459" y="310"/>
                      <a:pt x="464" y="331"/>
                    </a:cubicBezTo>
                    <a:cubicBezTo>
                      <a:pt x="470" y="351"/>
                      <a:pt x="475" y="370"/>
                      <a:pt x="482" y="390"/>
                    </a:cubicBezTo>
                    <a:cubicBezTo>
                      <a:pt x="492" y="422"/>
                      <a:pt x="502" y="454"/>
                      <a:pt x="513" y="487"/>
                    </a:cubicBezTo>
                    <a:cubicBezTo>
                      <a:pt x="523" y="521"/>
                      <a:pt x="535" y="554"/>
                      <a:pt x="545" y="589"/>
                    </a:cubicBezTo>
                    <a:cubicBezTo>
                      <a:pt x="549" y="605"/>
                      <a:pt x="553" y="621"/>
                      <a:pt x="558" y="637"/>
                    </a:cubicBezTo>
                    <a:cubicBezTo>
                      <a:pt x="563" y="655"/>
                      <a:pt x="567" y="672"/>
                      <a:pt x="570" y="689"/>
                    </a:cubicBezTo>
                    <a:cubicBezTo>
                      <a:pt x="577" y="723"/>
                      <a:pt x="584" y="758"/>
                      <a:pt x="592" y="792"/>
                    </a:cubicBezTo>
                    <a:cubicBezTo>
                      <a:pt x="599" y="825"/>
                      <a:pt x="607" y="859"/>
                      <a:pt x="616" y="892"/>
                    </a:cubicBezTo>
                    <a:cubicBezTo>
                      <a:pt x="625" y="926"/>
                      <a:pt x="634" y="959"/>
                      <a:pt x="643" y="993"/>
                    </a:cubicBezTo>
                    <a:cubicBezTo>
                      <a:pt x="660" y="1061"/>
                      <a:pt x="679" y="1129"/>
                      <a:pt x="699" y="1198"/>
                    </a:cubicBezTo>
                    <a:cubicBezTo>
                      <a:pt x="702" y="1208"/>
                      <a:pt x="705" y="1217"/>
                      <a:pt x="708" y="1227"/>
                    </a:cubicBezTo>
                    <a:lnTo>
                      <a:pt x="707" y="1226"/>
                    </a:lnTo>
                    <a:cubicBezTo>
                      <a:pt x="707" y="1226"/>
                      <a:pt x="708" y="1227"/>
                      <a:pt x="708" y="1228"/>
                    </a:cubicBezTo>
                    <a:lnTo>
                      <a:pt x="708" y="1227"/>
                    </a:lnTo>
                    <a:cubicBezTo>
                      <a:pt x="708" y="1228"/>
                      <a:pt x="708" y="1228"/>
                      <a:pt x="708" y="1228"/>
                    </a:cubicBezTo>
                    <a:cubicBezTo>
                      <a:pt x="708" y="1228"/>
                      <a:pt x="708" y="1229"/>
                      <a:pt x="708" y="1230"/>
                    </a:cubicBezTo>
                    <a:cubicBezTo>
                      <a:pt x="709" y="1231"/>
                      <a:pt x="710" y="1233"/>
                      <a:pt x="710" y="1234"/>
                    </a:cubicBezTo>
                    <a:lnTo>
                      <a:pt x="710" y="1233"/>
                    </a:lnTo>
                    <a:cubicBezTo>
                      <a:pt x="710" y="1234"/>
                      <a:pt x="710" y="1235"/>
                      <a:pt x="710" y="1236"/>
                    </a:cubicBezTo>
                    <a:lnTo>
                      <a:pt x="710" y="1235"/>
                    </a:lnTo>
                    <a:cubicBezTo>
                      <a:pt x="715" y="1251"/>
                      <a:pt x="721" y="1268"/>
                      <a:pt x="726" y="1284"/>
                    </a:cubicBezTo>
                    <a:cubicBezTo>
                      <a:pt x="732" y="1301"/>
                      <a:pt x="738" y="1317"/>
                      <a:pt x="743" y="1333"/>
                    </a:cubicBezTo>
                    <a:cubicBezTo>
                      <a:pt x="749" y="1350"/>
                      <a:pt x="755" y="1366"/>
                      <a:pt x="761" y="1382"/>
                    </a:cubicBezTo>
                    <a:cubicBezTo>
                      <a:pt x="767" y="1399"/>
                      <a:pt x="772" y="1417"/>
                      <a:pt x="779" y="1434"/>
                    </a:cubicBezTo>
                    <a:cubicBezTo>
                      <a:pt x="785" y="1452"/>
                      <a:pt x="792" y="1469"/>
                      <a:pt x="799" y="1487"/>
                    </a:cubicBezTo>
                    <a:cubicBezTo>
                      <a:pt x="805" y="1504"/>
                      <a:pt x="812" y="1521"/>
                      <a:pt x="819" y="1537"/>
                    </a:cubicBezTo>
                    <a:cubicBezTo>
                      <a:pt x="824" y="1548"/>
                      <a:pt x="829" y="1559"/>
                      <a:pt x="835" y="1569"/>
                    </a:cubicBezTo>
                    <a:cubicBezTo>
                      <a:pt x="835" y="1569"/>
                      <a:pt x="834" y="1569"/>
                      <a:pt x="834" y="1568"/>
                    </a:cubicBezTo>
                    <a:cubicBezTo>
                      <a:pt x="834" y="1569"/>
                      <a:pt x="835" y="1569"/>
                      <a:pt x="835" y="1569"/>
                    </a:cubicBezTo>
                    <a:cubicBezTo>
                      <a:pt x="835" y="1570"/>
                      <a:pt x="835" y="1570"/>
                      <a:pt x="835" y="1571"/>
                    </a:cubicBezTo>
                    <a:cubicBezTo>
                      <a:pt x="835" y="1570"/>
                      <a:pt x="835" y="1570"/>
                      <a:pt x="835" y="1569"/>
                    </a:cubicBezTo>
                    <a:cubicBezTo>
                      <a:pt x="842" y="1581"/>
                      <a:pt x="850" y="1591"/>
                      <a:pt x="858" y="1602"/>
                    </a:cubicBezTo>
                    <a:cubicBezTo>
                      <a:pt x="859" y="1603"/>
                      <a:pt x="859" y="1603"/>
                      <a:pt x="860" y="1604"/>
                    </a:cubicBezTo>
                    <a:cubicBezTo>
                      <a:pt x="860" y="1604"/>
                      <a:pt x="861" y="1605"/>
                      <a:pt x="862" y="1605"/>
                    </a:cubicBezTo>
                    <a:cubicBezTo>
                      <a:pt x="863" y="1607"/>
                      <a:pt x="865" y="1607"/>
                      <a:pt x="866" y="1608"/>
                    </a:cubicBezTo>
                    <a:cubicBezTo>
                      <a:pt x="868" y="1609"/>
                      <a:pt x="870" y="1610"/>
                      <a:pt x="872" y="1611"/>
                    </a:cubicBezTo>
                    <a:cubicBezTo>
                      <a:pt x="873" y="1611"/>
                      <a:pt x="874" y="1612"/>
                      <a:pt x="876" y="1612"/>
                    </a:cubicBezTo>
                    <a:cubicBezTo>
                      <a:pt x="877" y="1612"/>
                      <a:pt x="878" y="1612"/>
                      <a:pt x="879" y="1612"/>
                    </a:cubicBezTo>
                    <a:cubicBezTo>
                      <a:pt x="880" y="1612"/>
                      <a:pt x="880" y="1612"/>
                      <a:pt x="880" y="1612"/>
                    </a:cubicBezTo>
                    <a:cubicBezTo>
                      <a:pt x="881" y="1612"/>
                      <a:pt x="881" y="1612"/>
                      <a:pt x="881" y="1612"/>
                    </a:cubicBezTo>
                    <a:cubicBezTo>
                      <a:pt x="880" y="1612"/>
                      <a:pt x="880" y="1612"/>
                      <a:pt x="880" y="1612"/>
                    </a:cubicBezTo>
                    <a:lnTo>
                      <a:pt x="881" y="1612"/>
                    </a:lnTo>
                    <a:cubicBezTo>
                      <a:pt x="882" y="1612"/>
                      <a:pt x="883" y="1612"/>
                      <a:pt x="884" y="1612"/>
                    </a:cubicBezTo>
                    <a:cubicBezTo>
                      <a:pt x="886" y="1611"/>
                      <a:pt x="887" y="1611"/>
                      <a:pt x="888" y="1610"/>
                    </a:cubicBezTo>
                    <a:cubicBezTo>
                      <a:pt x="889" y="1610"/>
                      <a:pt x="891" y="1609"/>
                      <a:pt x="893" y="1608"/>
                    </a:cubicBezTo>
                    <a:lnTo>
                      <a:pt x="892" y="1608"/>
                    </a:lnTo>
                    <a:cubicBezTo>
                      <a:pt x="893" y="1608"/>
                      <a:pt x="893" y="1607"/>
                      <a:pt x="894" y="1607"/>
                    </a:cubicBezTo>
                    <a:cubicBezTo>
                      <a:pt x="894" y="1607"/>
                      <a:pt x="895" y="1606"/>
                      <a:pt x="896" y="1605"/>
                    </a:cubicBezTo>
                    <a:cubicBezTo>
                      <a:pt x="901" y="1601"/>
                      <a:pt x="906" y="1596"/>
                      <a:pt x="911" y="1591"/>
                    </a:cubicBezTo>
                    <a:cubicBezTo>
                      <a:pt x="918" y="1584"/>
                      <a:pt x="925" y="1576"/>
                      <a:pt x="932" y="1569"/>
                    </a:cubicBezTo>
                    <a:cubicBezTo>
                      <a:pt x="939" y="1561"/>
                      <a:pt x="946" y="1554"/>
                      <a:pt x="952" y="1545"/>
                    </a:cubicBezTo>
                    <a:cubicBezTo>
                      <a:pt x="968" y="1523"/>
                      <a:pt x="981" y="1499"/>
                      <a:pt x="994" y="1476"/>
                    </a:cubicBezTo>
                    <a:cubicBezTo>
                      <a:pt x="999" y="1467"/>
                      <a:pt x="1002" y="1459"/>
                      <a:pt x="1006" y="1450"/>
                    </a:cubicBezTo>
                    <a:cubicBezTo>
                      <a:pt x="1009" y="1442"/>
                      <a:pt x="1013" y="1434"/>
                      <a:pt x="1016" y="1425"/>
                    </a:cubicBezTo>
                    <a:cubicBezTo>
                      <a:pt x="1022" y="1409"/>
                      <a:pt x="1027" y="1393"/>
                      <a:pt x="1032" y="1376"/>
                    </a:cubicBezTo>
                    <a:cubicBezTo>
                      <a:pt x="1038" y="1360"/>
                      <a:pt x="1042" y="1343"/>
                      <a:pt x="1047" y="1326"/>
                    </a:cubicBezTo>
                    <a:cubicBezTo>
                      <a:pt x="1052" y="1309"/>
                      <a:pt x="1056" y="1292"/>
                      <a:pt x="1060" y="1275"/>
                    </a:cubicBezTo>
                    <a:cubicBezTo>
                      <a:pt x="1064" y="1258"/>
                      <a:pt x="1070" y="1241"/>
                      <a:pt x="1075" y="1225"/>
                    </a:cubicBezTo>
                    <a:cubicBezTo>
                      <a:pt x="1084" y="1194"/>
                      <a:pt x="1092" y="1163"/>
                      <a:pt x="1100" y="1132"/>
                    </a:cubicBezTo>
                    <a:cubicBezTo>
                      <a:pt x="1104" y="1117"/>
                      <a:pt x="1108" y="1102"/>
                      <a:pt x="1112" y="1087"/>
                    </a:cubicBezTo>
                    <a:cubicBezTo>
                      <a:pt x="1116" y="1072"/>
                      <a:pt x="1120" y="1057"/>
                      <a:pt x="1123" y="1041"/>
                    </a:cubicBezTo>
                    <a:cubicBezTo>
                      <a:pt x="1123" y="1042"/>
                      <a:pt x="1123" y="1043"/>
                      <a:pt x="1123" y="1043"/>
                    </a:cubicBezTo>
                    <a:cubicBezTo>
                      <a:pt x="1131" y="1009"/>
                      <a:pt x="1138" y="975"/>
                      <a:pt x="1146" y="940"/>
                    </a:cubicBezTo>
                    <a:cubicBezTo>
                      <a:pt x="1149" y="923"/>
                      <a:pt x="1152" y="907"/>
                      <a:pt x="1156" y="891"/>
                    </a:cubicBezTo>
                    <a:cubicBezTo>
                      <a:pt x="1159" y="874"/>
                      <a:pt x="1162" y="856"/>
                      <a:pt x="1165" y="839"/>
                    </a:cubicBezTo>
                    <a:cubicBezTo>
                      <a:pt x="1170" y="804"/>
                      <a:pt x="1176" y="768"/>
                      <a:pt x="1183" y="733"/>
                    </a:cubicBezTo>
                    <a:cubicBezTo>
                      <a:pt x="1189" y="699"/>
                      <a:pt x="1196" y="666"/>
                      <a:pt x="1203" y="632"/>
                    </a:cubicBezTo>
                    <a:cubicBezTo>
                      <a:pt x="1210" y="598"/>
                      <a:pt x="1220" y="563"/>
                      <a:pt x="1229" y="528"/>
                    </a:cubicBezTo>
                    <a:cubicBezTo>
                      <a:pt x="1234" y="511"/>
                      <a:pt x="1239" y="494"/>
                      <a:pt x="1244" y="477"/>
                    </a:cubicBezTo>
                    <a:cubicBezTo>
                      <a:pt x="1249" y="460"/>
                      <a:pt x="1253" y="444"/>
                      <a:pt x="1258" y="427"/>
                    </a:cubicBezTo>
                    <a:cubicBezTo>
                      <a:pt x="1263" y="410"/>
                      <a:pt x="1268" y="394"/>
                      <a:pt x="1272" y="377"/>
                    </a:cubicBezTo>
                    <a:cubicBezTo>
                      <a:pt x="1275" y="368"/>
                      <a:pt x="1277" y="359"/>
                      <a:pt x="1279" y="351"/>
                    </a:cubicBezTo>
                    <a:cubicBezTo>
                      <a:pt x="1279" y="350"/>
                      <a:pt x="1279" y="349"/>
                      <a:pt x="1280" y="348"/>
                    </a:cubicBezTo>
                    <a:cubicBezTo>
                      <a:pt x="1281" y="344"/>
                      <a:pt x="1282" y="339"/>
                      <a:pt x="1283" y="336"/>
                    </a:cubicBezTo>
                    <a:cubicBezTo>
                      <a:pt x="1284" y="331"/>
                      <a:pt x="1285" y="327"/>
                      <a:pt x="1286" y="322"/>
                    </a:cubicBezTo>
                    <a:cubicBezTo>
                      <a:pt x="1290" y="305"/>
                      <a:pt x="1294" y="289"/>
                      <a:pt x="1299" y="272"/>
                    </a:cubicBezTo>
                    <a:cubicBezTo>
                      <a:pt x="1309" y="239"/>
                      <a:pt x="1321" y="207"/>
                      <a:pt x="1332" y="174"/>
                    </a:cubicBezTo>
                    <a:cubicBezTo>
                      <a:pt x="1335" y="166"/>
                      <a:pt x="1338" y="158"/>
                      <a:pt x="1340" y="150"/>
                    </a:cubicBezTo>
                    <a:cubicBezTo>
                      <a:pt x="1342" y="141"/>
                      <a:pt x="1345" y="133"/>
                      <a:pt x="1347" y="126"/>
                    </a:cubicBezTo>
                    <a:cubicBezTo>
                      <a:pt x="1352" y="109"/>
                      <a:pt x="1358" y="92"/>
                      <a:pt x="1366" y="77"/>
                    </a:cubicBezTo>
                    <a:cubicBezTo>
                      <a:pt x="1374" y="62"/>
                      <a:pt x="1383" y="46"/>
                      <a:pt x="1394" y="32"/>
                    </a:cubicBezTo>
                    <a:cubicBezTo>
                      <a:pt x="1399" y="26"/>
                      <a:pt x="1405" y="21"/>
                      <a:pt x="1411" y="16"/>
                    </a:cubicBezTo>
                    <a:cubicBezTo>
                      <a:pt x="1414" y="13"/>
                      <a:pt x="1417" y="11"/>
                      <a:pt x="1421" y="10"/>
                    </a:cubicBezTo>
                    <a:cubicBezTo>
                      <a:pt x="1425" y="7"/>
                      <a:pt x="1430" y="6"/>
                      <a:pt x="1435" y="4"/>
                    </a:cubicBezTo>
                    <a:cubicBezTo>
                      <a:pt x="1443" y="2"/>
                      <a:pt x="1452" y="1"/>
                      <a:pt x="1460" y="0"/>
                    </a:cubicBezTo>
                    <a:cubicBezTo>
                      <a:pt x="1469" y="0"/>
                      <a:pt x="1479" y="0"/>
                      <a:pt x="1488" y="2"/>
                    </a:cubicBezTo>
                    <a:cubicBezTo>
                      <a:pt x="1501" y="4"/>
                      <a:pt x="1513" y="11"/>
                      <a:pt x="1522" y="21"/>
                    </a:cubicBezTo>
                    <a:cubicBezTo>
                      <a:pt x="1529" y="27"/>
                      <a:pt x="1533" y="34"/>
                      <a:pt x="1538" y="42"/>
                    </a:cubicBezTo>
                    <a:cubicBezTo>
                      <a:pt x="1542" y="48"/>
                      <a:pt x="1544" y="53"/>
                      <a:pt x="1547" y="59"/>
                    </a:cubicBezTo>
                    <a:cubicBezTo>
                      <a:pt x="1551" y="66"/>
                      <a:pt x="1554" y="74"/>
                      <a:pt x="1557" y="82"/>
                    </a:cubicBezTo>
                    <a:cubicBezTo>
                      <a:pt x="1559" y="90"/>
                      <a:pt x="1554" y="99"/>
                      <a:pt x="1546" y="102"/>
                    </a:cubicBezTo>
                    <a:cubicBezTo>
                      <a:pt x="1537" y="105"/>
                      <a:pt x="1527" y="101"/>
                      <a:pt x="1524" y="92"/>
                    </a:cubicBezTo>
                    <a:cubicBezTo>
                      <a:pt x="1522" y="88"/>
                      <a:pt x="1521" y="85"/>
                      <a:pt x="1519" y="81"/>
                    </a:cubicBezTo>
                    <a:cubicBezTo>
                      <a:pt x="1515" y="73"/>
                      <a:pt x="1511" y="64"/>
                      <a:pt x="1506" y="57"/>
                    </a:cubicBezTo>
                    <a:cubicBezTo>
                      <a:pt x="1504" y="54"/>
                      <a:pt x="1503" y="52"/>
                      <a:pt x="1501" y="49"/>
                    </a:cubicBezTo>
                    <a:cubicBezTo>
                      <a:pt x="1500" y="48"/>
                      <a:pt x="1498" y="46"/>
                      <a:pt x="1497" y="45"/>
                    </a:cubicBezTo>
                    <a:cubicBezTo>
                      <a:pt x="1496" y="43"/>
                      <a:pt x="1494" y="42"/>
                      <a:pt x="1492" y="41"/>
                    </a:cubicBezTo>
                    <a:cubicBezTo>
                      <a:pt x="1491" y="40"/>
                      <a:pt x="1490" y="39"/>
                      <a:pt x="1489" y="39"/>
                    </a:cubicBezTo>
                    <a:cubicBezTo>
                      <a:pt x="1489" y="39"/>
                      <a:pt x="1488" y="38"/>
                      <a:pt x="1487" y="38"/>
                    </a:cubicBezTo>
                    <a:cubicBezTo>
                      <a:pt x="1488" y="38"/>
                      <a:pt x="1488" y="38"/>
                      <a:pt x="1489" y="38"/>
                    </a:cubicBezTo>
                    <a:cubicBezTo>
                      <a:pt x="1487" y="38"/>
                      <a:pt x="1486" y="38"/>
                      <a:pt x="1485" y="37"/>
                    </a:cubicBezTo>
                    <a:cubicBezTo>
                      <a:pt x="1483" y="36"/>
                      <a:pt x="1480" y="36"/>
                      <a:pt x="1477" y="36"/>
                    </a:cubicBezTo>
                    <a:cubicBezTo>
                      <a:pt x="1473" y="36"/>
                      <a:pt x="1469" y="35"/>
                      <a:pt x="1466" y="36"/>
                    </a:cubicBezTo>
                    <a:cubicBezTo>
                      <a:pt x="1461" y="36"/>
                      <a:pt x="1455" y="36"/>
                      <a:pt x="1450" y="37"/>
                    </a:cubicBezTo>
                    <a:cubicBezTo>
                      <a:pt x="1447" y="38"/>
                      <a:pt x="1444" y="38"/>
                      <a:pt x="1441" y="39"/>
                    </a:cubicBezTo>
                    <a:cubicBezTo>
                      <a:pt x="1440" y="39"/>
                      <a:pt x="1439" y="40"/>
                      <a:pt x="1438" y="41"/>
                    </a:cubicBezTo>
                    <a:cubicBezTo>
                      <a:pt x="1437" y="41"/>
                      <a:pt x="1436" y="42"/>
                      <a:pt x="1434" y="42"/>
                    </a:cubicBezTo>
                    <a:cubicBezTo>
                      <a:pt x="1433" y="43"/>
                      <a:pt x="1431" y="45"/>
                      <a:pt x="1430" y="46"/>
                    </a:cubicBezTo>
                    <a:cubicBezTo>
                      <a:pt x="1428" y="47"/>
                      <a:pt x="1427" y="48"/>
                      <a:pt x="1426" y="49"/>
                    </a:cubicBezTo>
                    <a:cubicBezTo>
                      <a:pt x="1422" y="53"/>
                      <a:pt x="1419" y="57"/>
                      <a:pt x="1416" y="62"/>
                    </a:cubicBezTo>
                    <a:cubicBezTo>
                      <a:pt x="1410" y="70"/>
                      <a:pt x="1405" y="78"/>
                      <a:pt x="1399" y="87"/>
                    </a:cubicBezTo>
                    <a:cubicBezTo>
                      <a:pt x="1395" y="95"/>
                      <a:pt x="1392" y="103"/>
                      <a:pt x="1388" y="112"/>
                    </a:cubicBezTo>
                    <a:cubicBezTo>
                      <a:pt x="1383" y="127"/>
                      <a:pt x="1378" y="143"/>
                      <a:pt x="1373" y="159"/>
                    </a:cubicBezTo>
                    <a:cubicBezTo>
                      <a:pt x="1369" y="175"/>
                      <a:pt x="1363" y="191"/>
                      <a:pt x="1357" y="207"/>
                    </a:cubicBezTo>
                    <a:cubicBezTo>
                      <a:pt x="1345" y="239"/>
                      <a:pt x="1334" y="272"/>
                      <a:pt x="1326" y="305"/>
                    </a:cubicBezTo>
                    <a:cubicBezTo>
                      <a:pt x="1322" y="317"/>
                      <a:pt x="1320" y="330"/>
                      <a:pt x="1316" y="343"/>
                    </a:cubicBezTo>
                    <a:cubicBezTo>
                      <a:pt x="1317" y="342"/>
                      <a:pt x="1317" y="341"/>
                      <a:pt x="1317" y="341"/>
                    </a:cubicBezTo>
                    <a:cubicBezTo>
                      <a:pt x="1315" y="345"/>
                      <a:pt x="1315" y="349"/>
                      <a:pt x="1314" y="354"/>
                    </a:cubicBezTo>
                    <a:lnTo>
                      <a:pt x="1313" y="355"/>
                    </a:lnTo>
                    <a:cubicBezTo>
                      <a:pt x="1310" y="368"/>
                      <a:pt x="1307" y="381"/>
                      <a:pt x="1303" y="394"/>
                    </a:cubicBezTo>
                    <a:cubicBezTo>
                      <a:pt x="1299" y="410"/>
                      <a:pt x="1293" y="428"/>
                      <a:pt x="1288" y="445"/>
                    </a:cubicBezTo>
                    <a:cubicBezTo>
                      <a:pt x="1284" y="461"/>
                      <a:pt x="1279" y="478"/>
                      <a:pt x="1275" y="494"/>
                    </a:cubicBezTo>
                    <a:cubicBezTo>
                      <a:pt x="1270" y="511"/>
                      <a:pt x="1264" y="529"/>
                      <a:pt x="1260" y="547"/>
                    </a:cubicBezTo>
                    <a:cubicBezTo>
                      <a:pt x="1254" y="565"/>
                      <a:pt x="1250" y="584"/>
                      <a:pt x="1245" y="603"/>
                    </a:cubicBezTo>
                    <a:cubicBezTo>
                      <a:pt x="1241" y="620"/>
                      <a:pt x="1237" y="637"/>
                      <a:pt x="1234" y="653"/>
                    </a:cubicBezTo>
                    <a:cubicBezTo>
                      <a:pt x="1231" y="670"/>
                      <a:pt x="1227" y="686"/>
                      <a:pt x="1223" y="702"/>
                    </a:cubicBezTo>
                    <a:cubicBezTo>
                      <a:pt x="1216" y="737"/>
                      <a:pt x="1210" y="772"/>
                      <a:pt x="1204" y="807"/>
                    </a:cubicBezTo>
                    <a:cubicBezTo>
                      <a:pt x="1199" y="842"/>
                      <a:pt x="1193" y="876"/>
                      <a:pt x="1187" y="910"/>
                    </a:cubicBezTo>
                    <a:cubicBezTo>
                      <a:pt x="1183" y="927"/>
                      <a:pt x="1180" y="944"/>
                      <a:pt x="1176" y="961"/>
                    </a:cubicBezTo>
                    <a:cubicBezTo>
                      <a:pt x="1172" y="979"/>
                      <a:pt x="1168" y="996"/>
                      <a:pt x="1165" y="1014"/>
                    </a:cubicBezTo>
                    <a:cubicBezTo>
                      <a:pt x="1157" y="1049"/>
                      <a:pt x="1148" y="1083"/>
                      <a:pt x="1140" y="1118"/>
                    </a:cubicBezTo>
                    <a:cubicBezTo>
                      <a:pt x="1135" y="1135"/>
                      <a:pt x="1130" y="1152"/>
                      <a:pt x="1126" y="1169"/>
                    </a:cubicBezTo>
                    <a:cubicBezTo>
                      <a:pt x="1121" y="1185"/>
                      <a:pt x="1117" y="1201"/>
                      <a:pt x="1112" y="1217"/>
                    </a:cubicBezTo>
                    <a:cubicBezTo>
                      <a:pt x="1108" y="1234"/>
                      <a:pt x="1102" y="1252"/>
                      <a:pt x="1097" y="1269"/>
                    </a:cubicBezTo>
                    <a:cubicBezTo>
                      <a:pt x="1092" y="1286"/>
                      <a:pt x="1088" y="1304"/>
                      <a:pt x="1084" y="1322"/>
                    </a:cubicBezTo>
                    <a:cubicBezTo>
                      <a:pt x="1075" y="1355"/>
                      <a:pt x="1065" y="1388"/>
                      <a:pt x="1054" y="1421"/>
                    </a:cubicBezTo>
                    <a:cubicBezTo>
                      <a:pt x="1049" y="1438"/>
                      <a:pt x="1042" y="1453"/>
                      <a:pt x="1035" y="1469"/>
                    </a:cubicBezTo>
                    <a:cubicBezTo>
                      <a:pt x="1032" y="1477"/>
                      <a:pt x="1029" y="1486"/>
                      <a:pt x="1025" y="1494"/>
                    </a:cubicBezTo>
                    <a:cubicBezTo>
                      <a:pt x="1021" y="1501"/>
                      <a:pt x="1017" y="1507"/>
                      <a:pt x="1013" y="1514"/>
                    </a:cubicBezTo>
                    <a:cubicBezTo>
                      <a:pt x="1004" y="1529"/>
                      <a:pt x="996" y="1544"/>
                      <a:pt x="986" y="1558"/>
                    </a:cubicBezTo>
                    <a:cubicBezTo>
                      <a:pt x="981" y="1565"/>
                      <a:pt x="975" y="1572"/>
                      <a:pt x="970" y="1578"/>
                    </a:cubicBezTo>
                    <a:cubicBezTo>
                      <a:pt x="965" y="1584"/>
                      <a:pt x="959" y="1591"/>
                      <a:pt x="953" y="1597"/>
                    </a:cubicBezTo>
                    <a:cubicBezTo>
                      <a:pt x="943" y="1608"/>
                      <a:pt x="932" y="1621"/>
                      <a:pt x="920" y="1631"/>
                    </a:cubicBezTo>
                    <a:cubicBezTo>
                      <a:pt x="914" y="1636"/>
                      <a:pt x="906" y="1641"/>
                      <a:pt x="898" y="1644"/>
                    </a:cubicBezTo>
                    <a:cubicBezTo>
                      <a:pt x="893" y="1646"/>
                      <a:pt x="887" y="1647"/>
                      <a:pt x="881" y="1648"/>
                    </a:cubicBezTo>
                    <a:cubicBezTo>
                      <a:pt x="880" y="1648"/>
                      <a:pt x="880" y="1648"/>
                      <a:pt x="879" y="1648"/>
                    </a:cubicBezTo>
                    <a:cubicBezTo>
                      <a:pt x="874" y="1648"/>
                      <a:pt x="869" y="1647"/>
                      <a:pt x="865" y="16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4" name="Google Shape;2584;p27"/>
              <p:cNvSpPr/>
              <p:nvPr/>
            </p:nvSpPr>
            <p:spPr>
              <a:xfrm>
                <a:off x="3872880" y="4201560"/>
                <a:ext cx="533520" cy="583920"/>
              </a:xfrm>
              <a:custGeom>
                <a:avLst/>
                <a:gdLst/>
                <a:ahLst/>
                <a:cxnLst/>
                <a:rect l="l" t="t" r="r" b="b"/>
                <a:pathLst>
                  <a:path w="1482" h="1622" extrusionOk="0">
                    <a:moveTo>
                      <a:pt x="540" y="1620"/>
                    </a:moveTo>
                    <a:cubicBezTo>
                      <a:pt x="532" y="1618"/>
                      <a:pt x="524" y="1615"/>
                      <a:pt x="516" y="1612"/>
                    </a:cubicBezTo>
                    <a:cubicBezTo>
                      <a:pt x="508" y="1609"/>
                      <a:pt x="500" y="1606"/>
                      <a:pt x="493" y="1602"/>
                    </a:cubicBezTo>
                    <a:cubicBezTo>
                      <a:pt x="483" y="1598"/>
                      <a:pt x="474" y="1593"/>
                      <a:pt x="465" y="1586"/>
                    </a:cubicBezTo>
                    <a:cubicBezTo>
                      <a:pt x="462" y="1583"/>
                      <a:pt x="459" y="1579"/>
                      <a:pt x="456" y="1574"/>
                    </a:cubicBezTo>
                    <a:cubicBezTo>
                      <a:pt x="454" y="1571"/>
                      <a:pt x="452" y="1567"/>
                      <a:pt x="450" y="1563"/>
                    </a:cubicBezTo>
                    <a:cubicBezTo>
                      <a:pt x="442" y="1550"/>
                      <a:pt x="435" y="1536"/>
                      <a:pt x="428" y="1522"/>
                    </a:cubicBezTo>
                    <a:cubicBezTo>
                      <a:pt x="421" y="1507"/>
                      <a:pt x="413" y="1491"/>
                      <a:pt x="407" y="1475"/>
                    </a:cubicBezTo>
                    <a:cubicBezTo>
                      <a:pt x="401" y="1459"/>
                      <a:pt x="395" y="1443"/>
                      <a:pt x="390" y="1427"/>
                    </a:cubicBezTo>
                    <a:cubicBezTo>
                      <a:pt x="386" y="1410"/>
                      <a:pt x="381" y="1395"/>
                      <a:pt x="377" y="1379"/>
                    </a:cubicBezTo>
                    <a:cubicBezTo>
                      <a:pt x="372" y="1363"/>
                      <a:pt x="368" y="1346"/>
                      <a:pt x="363" y="1329"/>
                    </a:cubicBezTo>
                    <a:cubicBezTo>
                      <a:pt x="359" y="1313"/>
                      <a:pt x="354" y="1296"/>
                      <a:pt x="350" y="1279"/>
                    </a:cubicBezTo>
                    <a:cubicBezTo>
                      <a:pt x="341" y="1244"/>
                      <a:pt x="335" y="1209"/>
                      <a:pt x="326" y="1175"/>
                    </a:cubicBezTo>
                    <a:cubicBezTo>
                      <a:pt x="321" y="1157"/>
                      <a:pt x="316" y="1140"/>
                      <a:pt x="312" y="1122"/>
                    </a:cubicBezTo>
                    <a:cubicBezTo>
                      <a:pt x="307" y="1106"/>
                      <a:pt x="305" y="1090"/>
                      <a:pt x="302" y="1074"/>
                    </a:cubicBezTo>
                    <a:cubicBezTo>
                      <a:pt x="299" y="1056"/>
                      <a:pt x="296" y="1039"/>
                      <a:pt x="292" y="1022"/>
                    </a:cubicBezTo>
                    <a:cubicBezTo>
                      <a:pt x="288" y="1004"/>
                      <a:pt x="282" y="987"/>
                      <a:pt x="278" y="969"/>
                    </a:cubicBezTo>
                    <a:cubicBezTo>
                      <a:pt x="274" y="953"/>
                      <a:pt x="271" y="936"/>
                      <a:pt x="268" y="919"/>
                    </a:cubicBezTo>
                    <a:cubicBezTo>
                      <a:pt x="264" y="902"/>
                      <a:pt x="261" y="884"/>
                      <a:pt x="258" y="866"/>
                    </a:cubicBezTo>
                    <a:cubicBezTo>
                      <a:pt x="256" y="851"/>
                      <a:pt x="254" y="837"/>
                      <a:pt x="252" y="822"/>
                    </a:cubicBezTo>
                    <a:cubicBezTo>
                      <a:pt x="250" y="807"/>
                      <a:pt x="247" y="792"/>
                      <a:pt x="245" y="777"/>
                    </a:cubicBezTo>
                    <a:cubicBezTo>
                      <a:pt x="245" y="770"/>
                      <a:pt x="243" y="763"/>
                      <a:pt x="242" y="755"/>
                    </a:cubicBezTo>
                    <a:cubicBezTo>
                      <a:pt x="242" y="752"/>
                      <a:pt x="241" y="747"/>
                      <a:pt x="240" y="744"/>
                    </a:cubicBezTo>
                    <a:cubicBezTo>
                      <a:pt x="240" y="741"/>
                      <a:pt x="239" y="738"/>
                      <a:pt x="239" y="735"/>
                    </a:cubicBezTo>
                    <a:cubicBezTo>
                      <a:pt x="239" y="736"/>
                      <a:pt x="239" y="737"/>
                      <a:pt x="239" y="738"/>
                    </a:cubicBezTo>
                    <a:cubicBezTo>
                      <a:pt x="239" y="736"/>
                      <a:pt x="239" y="734"/>
                      <a:pt x="238" y="732"/>
                    </a:cubicBezTo>
                    <a:cubicBezTo>
                      <a:pt x="239" y="733"/>
                      <a:pt x="239" y="733"/>
                      <a:pt x="239" y="735"/>
                    </a:cubicBezTo>
                    <a:cubicBezTo>
                      <a:pt x="234" y="708"/>
                      <a:pt x="229" y="682"/>
                      <a:pt x="225" y="655"/>
                    </a:cubicBezTo>
                    <a:cubicBezTo>
                      <a:pt x="225" y="654"/>
                      <a:pt x="225" y="651"/>
                      <a:pt x="225" y="650"/>
                    </a:cubicBezTo>
                    <a:cubicBezTo>
                      <a:pt x="220" y="626"/>
                      <a:pt x="215" y="601"/>
                      <a:pt x="208" y="577"/>
                    </a:cubicBezTo>
                    <a:cubicBezTo>
                      <a:pt x="201" y="552"/>
                      <a:pt x="195" y="527"/>
                      <a:pt x="187" y="502"/>
                    </a:cubicBezTo>
                    <a:cubicBezTo>
                      <a:pt x="180" y="479"/>
                      <a:pt x="172" y="457"/>
                      <a:pt x="166" y="434"/>
                    </a:cubicBezTo>
                    <a:cubicBezTo>
                      <a:pt x="159" y="411"/>
                      <a:pt x="154" y="389"/>
                      <a:pt x="147" y="366"/>
                    </a:cubicBezTo>
                    <a:cubicBezTo>
                      <a:pt x="141" y="350"/>
                      <a:pt x="136" y="333"/>
                      <a:pt x="130" y="317"/>
                    </a:cubicBezTo>
                    <a:cubicBezTo>
                      <a:pt x="124" y="301"/>
                      <a:pt x="118" y="284"/>
                      <a:pt x="112" y="268"/>
                    </a:cubicBezTo>
                    <a:cubicBezTo>
                      <a:pt x="106" y="252"/>
                      <a:pt x="99" y="237"/>
                      <a:pt x="93" y="221"/>
                    </a:cubicBezTo>
                    <a:cubicBezTo>
                      <a:pt x="87" y="204"/>
                      <a:pt x="81" y="188"/>
                      <a:pt x="74" y="172"/>
                    </a:cubicBezTo>
                    <a:cubicBezTo>
                      <a:pt x="73" y="171"/>
                      <a:pt x="73" y="169"/>
                      <a:pt x="72" y="168"/>
                    </a:cubicBezTo>
                    <a:cubicBezTo>
                      <a:pt x="63" y="150"/>
                      <a:pt x="54" y="133"/>
                      <a:pt x="45" y="116"/>
                    </a:cubicBezTo>
                    <a:cubicBezTo>
                      <a:pt x="36" y="98"/>
                      <a:pt x="27" y="80"/>
                      <a:pt x="17" y="63"/>
                    </a:cubicBezTo>
                    <a:cubicBezTo>
                      <a:pt x="14" y="60"/>
                      <a:pt x="12" y="56"/>
                      <a:pt x="10" y="53"/>
                    </a:cubicBezTo>
                    <a:cubicBezTo>
                      <a:pt x="9" y="52"/>
                      <a:pt x="9" y="52"/>
                      <a:pt x="9" y="52"/>
                    </a:cubicBezTo>
                    <a:cubicBezTo>
                      <a:pt x="3" y="49"/>
                      <a:pt x="0" y="42"/>
                      <a:pt x="2" y="36"/>
                    </a:cubicBezTo>
                    <a:cubicBezTo>
                      <a:pt x="3" y="28"/>
                      <a:pt x="10" y="23"/>
                      <a:pt x="18" y="23"/>
                    </a:cubicBezTo>
                    <a:cubicBezTo>
                      <a:pt x="28" y="23"/>
                      <a:pt x="33" y="32"/>
                      <a:pt x="38" y="40"/>
                    </a:cubicBezTo>
                    <a:cubicBezTo>
                      <a:pt x="43" y="47"/>
                      <a:pt x="48" y="54"/>
                      <a:pt x="52" y="61"/>
                    </a:cubicBezTo>
                    <a:cubicBezTo>
                      <a:pt x="60" y="76"/>
                      <a:pt x="67" y="91"/>
                      <a:pt x="76" y="107"/>
                    </a:cubicBezTo>
                    <a:cubicBezTo>
                      <a:pt x="84" y="121"/>
                      <a:pt x="92" y="135"/>
                      <a:pt x="99" y="150"/>
                    </a:cubicBezTo>
                    <a:cubicBezTo>
                      <a:pt x="107" y="166"/>
                      <a:pt x="113" y="182"/>
                      <a:pt x="120" y="199"/>
                    </a:cubicBezTo>
                    <a:cubicBezTo>
                      <a:pt x="132" y="231"/>
                      <a:pt x="145" y="263"/>
                      <a:pt x="158" y="295"/>
                    </a:cubicBezTo>
                    <a:cubicBezTo>
                      <a:pt x="171" y="328"/>
                      <a:pt x="180" y="362"/>
                      <a:pt x="190" y="396"/>
                    </a:cubicBezTo>
                    <a:cubicBezTo>
                      <a:pt x="194" y="409"/>
                      <a:pt x="197" y="422"/>
                      <a:pt x="201" y="435"/>
                    </a:cubicBezTo>
                    <a:cubicBezTo>
                      <a:pt x="201" y="435"/>
                      <a:pt x="201" y="433"/>
                      <a:pt x="200" y="433"/>
                    </a:cubicBezTo>
                    <a:cubicBezTo>
                      <a:pt x="201" y="436"/>
                      <a:pt x="203" y="440"/>
                      <a:pt x="204" y="443"/>
                    </a:cubicBezTo>
                    <a:lnTo>
                      <a:pt x="203" y="443"/>
                    </a:lnTo>
                    <a:cubicBezTo>
                      <a:pt x="208" y="456"/>
                      <a:pt x="212" y="470"/>
                      <a:pt x="216" y="482"/>
                    </a:cubicBezTo>
                    <a:cubicBezTo>
                      <a:pt x="221" y="497"/>
                      <a:pt x="225" y="513"/>
                      <a:pt x="230" y="528"/>
                    </a:cubicBezTo>
                    <a:cubicBezTo>
                      <a:pt x="230" y="528"/>
                      <a:pt x="229" y="527"/>
                      <a:pt x="229" y="526"/>
                    </a:cubicBezTo>
                    <a:cubicBezTo>
                      <a:pt x="235" y="544"/>
                      <a:pt x="240" y="562"/>
                      <a:pt x="245" y="579"/>
                    </a:cubicBezTo>
                    <a:cubicBezTo>
                      <a:pt x="249" y="596"/>
                      <a:pt x="252" y="612"/>
                      <a:pt x="256" y="629"/>
                    </a:cubicBezTo>
                    <a:cubicBezTo>
                      <a:pt x="262" y="664"/>
                      <a:pt x="267" y="700"/>
                      <a:pt x="273" y="735"/>
                    </a:cubicBezTo>
                    <a:cubicBezTo>
                      <a:pt x="277" y="758"/>
                      <a:pt x="279" y="780"/>
                      <a:pt x="283" y="803"/>
                    </a:cubicBezTo>
                    <a:cubicBezTo>
                      <a:pt x="286" y="824"/>
                      <a:pt x="288" y="846"/>
                      <a:pt x="292" y="867"/>
                    </a:cubicBezTo>
                    <a:cubicBezTo>
                      <a:pt x="298" y="902"/>
                      <a:pt x="305" y="936"/>
                      <a:pt x="313" y="970"/>
                    </a:cubicBezTo>
                    <a:cubicBezTo>
                      <a:pt x="317" y="987"/>
                      <a:pt x="323" y="1003"/>
                      <a:pt x="326" y="1020"/>
                    </a:cubicBezTo>
                    <a:cubicBezTo>
                      <a:pt x="330" y="1037"/>
                      <a:pt x="333" y="1054"/>
                      <a:pt x="336" y="1072"/>
                    </a:cubicBezTo>
                    <a:cubicBezTo>
                      <a:pt x="339" y="1089"/>
                      <a:pt x="343" y="1105"/>
                      <a:pt x="347" y="1122"/>
                    </a:cubicBezTo>
                    <a:cubicBezTo>
                      <a:pt x="352" y="1138"/>
                      <a:pt x="356" y="1156"/>
                      <a:pt x="360" y="1173"/>
                    </a:cubicBezTo>
                    <a:cubicBezTo>
                      <a:pt x="368" y="1208"/>
                      <a:pt x="376" y="1243"/>
                      <a:pt x="384" y="1278"/>
                    </a:cubicBezTo>
                    <a:cubicBezTo>
                      <a:pt x="390" y="1300"/>
                      <a:pt x="397" y="1321"/>
                      <a:pt x="403" y="1343"/>
                    </a:cubicBezTo>
                    <a:cubicBezTo>
                      <a:pt x="408" y="1364"/>
                      <a:pt x="414" y="1384"/>
                      <a:pt x="420" y="1405"/>
                    </a:cubicBezTo>
                    <a:lnTo>
                      <a:pt x="420" y="1404"/>
                    </a:lnTo>
                    <a:cubicBezTo>
                      <a:pt x="420" y="1406"/>
                      <a:pt x="421" y="1408"/>
                      <a:pt x="422" y="1409"/>
                    </a:cubicBezTo>
                    <a:cubicBezTo>
                      <a:pt x="422" y="1408"/>
                      <a:pt x="421" y="1408"/>
                      <a:pt x="421" y="1407"/>
                    </a:cubicBezTo>
                    <a:cubicBezTo>
                      <a:pt x="423" y="1413"/>
                      <a:pt x="425" y="1420"/>
                      <a:pt x="427" y="1427"/>
                    </a:cubicBezTo>
                    <a:cubicBezTo>
                      <a:pt x="433" y="1446"/>
                      <a:pt x="440" y="1465"/>
                      <a:pt x="448" y="1483"/>
                    </a:cubicBezTo>
                    <a:lnTo>
                      <a:pt x="448" y="1484"/>
                    </a:lnTo>
                    <a:lnTo>
                      <a:pt x="449" y="1484"/>
                    </a:lnTo>
                    <a:lnTo>
                      <a:pt x="448" y="1484"/>
                    </a:lnTo>
                    <a:cubicBezTo>
                      <a:pt x="454" y="1495"/>
                      <a:pt x="459" y="1505"/>
                      <a:pt x="464" y="1516"/>
                    </a:cubicBezTo>
                    <a:cubicBezTo>
                      <a:pt x="469" y="1526"/>
                      <a:pt x="474" y="1536"/>
                      <a:pt x="480" y="1545"/>
                    </a:cubicBezTo>
                    <a:cubicBezTo>
                      <a:pt x="483" y="1550"/>
                      <a:pt x="487" y="1556"/>
                      <a:pt x="490" y="1561"/>
                    </a:cubicBezTo>
                    <a:lnTo>
                      <a:pt x="491" y="1561"/>
                    </a:lnTo>
                    <a:cubicBezTo>
                      <a:pt x="491" y="1561"/>
                      <a:pt x="491" y="1562"/>
                      <a:pt x="492" y="1562"/>
                    </a:cubicBezTo>
                    <a:cubicBezTo>
                      <a:pt x="494" y="1564"/>
                      <a:pt x="497" y="1565"/>
                      <a:pt x="499" y="1567"/>
                    </a:cubicBezTo>
                    <a:cubicBezTo>
                      <a:pt x="506" y="1570"/>
                      <a:pt x="513" y="1574"/>
                      <a:pt x="520" y="1577"/>
                    </a:cubicBezTo>
                    <a:cubicBezTo>
                      <a:pt x="528" y="1579"/>
                      <a:pt x="537" y="1582"/>
                      <a:pt x="546" y="1585"/>
                    </a:cubicBezTo>
                    <a:lnTo>
                      <a:pt x="548" y="1585"/>
                    </a:lnTo>
                    <a:cubicBezTo>
                      <a:pt x="549" y="1585"/>
                      <a:pt x="549" y="1585"/>
                      <a:pt x="549" y="1585"/>
                    </a:cubicBezTo>
                    <a:cubicBezTo>
                      <a:pt x="550" y="1585"/>
                      <a:pt x="551" y="1585"/>
                      <a:pt x="552" y="1585"/>
                    </a:cubicBezTo>
                    <a:cubicBezTo>
                      <a:pt x="553" y="1584"/>
                      <a:pt x="553" y="1584"/>
                      <a:pt x="555" y="1583"/>
                    </a:cubicBezTo>
                    <a:cubicBezTo>
                      <a:pt x="556" y="1583"/>
                      <a:pt x="557" y="1582"/>
                      <a:pt x="558" y="1582"/>
                    </a:cubicBezTo>
                    <a:cubicBezTo>
                      <a:pt x="560" y="1580"/>
                      <a:pt x="563" y="1578"/>
                      <a:pt x="565" y="1577"/>
                    </a:cubicBezTo>
                    <a:cubicBezTo>
                      <a:pt x="569" y="1573"/>
                      <a:pt x="573" y="1569"/>
                      <a:pt x="577" y="1565"/>
                    </a:cubicBezTo>
                    <a:cubicBezTo>
                      <a:pt x="584" y="1558"/>
                      <a:pt x="589" y="1551"/>
                      <a:pt x="595" y="1544"/>
                    </a:cubicBezTo>
                    <a:cubicBezTo>
                      <a:pt x="599" y="1539"/>
                      <a:pt x="602" y="1533"/>
                      <a:pt x="606" y="1526"/>
                    </a:cubicBezTo>
                    <a:cubicBezTo>
                      <a:pt x="615" y="1510"/>
                      <a:pt x="624" y="1493"/>
                      <a:pt x="632" y="1476"/>
                    </a:cubicBezTo>
                    <a:cubicBezTo>
                      <a:pt x="640" y="1458"/>
                      <a:pt x="648" y="1440"/>
                      <a:pt x="655" y="1422"/>
                    </a:cubicBezTo>
                    <a:cubicBezTo>
                      <a:pt x="662" y="1405"/>
                      <a:pt x="668" y="1388"/>
                      <a:pt x="673" y="1371"/>
                    </a:cubicBezTo>
                    <a:cubicBezTo>
                      <a:pt x="679" y="1355"/>
                      <a:pt x="683" y="1338"/>
                      <a:pt x="687" y="1320"/>
                    </a:cubicBezTo>
                    <a:cubicBezTo>
                      <a:pt x="693" y="1295"/>
                      <a:pt x="699" y="1268"/>
                      <a:pt x="705" y="1243"/>
                    </a:cubicBezTo>
                    <a:cubicBezTo>
                      <a:pt x="705" y="1242"/>
                      <a:pt x="705" y="1241"/>
                      <a:pt x="705" y="1240"/>
                    </a:cubicBezTo>
                    <a:cubicBezTo>
                      <a:pt x="706" y="1240"/>
                      <a:pt x="706" y="1239"/>
                      <a:pt x="707" y="1237"/>
                    </a:cubicBezTo>
                    <a:cubicBezTo>
                      <a:pt x="707" y="1236"/>
                      <a:pt x="707" y="1235"/>
                      <a:pt x="707" y="1234"/>
                    </a:cubicBezTo>
                    <a:cubicBezTo>
                      <a:pt x="707" y="1234"/>
                      <a:pt x="707" y="1235"/>
                      <a:pt x="707" y="1236"/>
                    </a:cubicBezTo>
                    <a:cubicBezTo>
                      <a:pt x="715" y="1202"/>
                      <a:pt x="721" y="1167"/>
                      <a:pt x="728" y="1132"/>
                    </a:cubicBezTo>
                    <a:cubicBezTo>
                      <a:pt x="733" y="1098"/>
                      <a:pt x="739" y="1063"/>
                      <a:pt x="745" y="1028"/>
                    </a:cubicBezTo>
                    <a:cubicBezTo>
                      <a:pt x="751" y="994"/>
                      <a:pt x="757" y="959"/>
                      <a:pt x="762" y="925"/>
                    </a:cubicBezTo>
                    <a:cubicBezTo>
                      <a:pt x="768" y="890"/>
                      <a:pt x="774" y="856"/>
                      <a:pt x="782" y="823"/>
                    </a:cubicBezTo>
                    <a:cubicBezTo>
                      <a:pt x="790" y="788"/>
                      <a:pt x="799" y="754"/>
                      <a:pt x="809" y="720"/>
                    </a:cubicBezTo>
                    <a:cubicBezTo>
                      <a:pt x="818" y="686"/>
                      <a:pt x="827" y="651"/>
                      <a:pt x="837" y="618"/>
                    </a:cubicBezTo>
                    <a:cubicBezTo>
                      <a:pt x="842" y="601"/>
                      <a:pt x="848" y="583"/>
                      <a:pt x="853" y="566"/>
                    </a:cubicBezTo>
                    <a:cubicBezTo>
                      <a:pt x="858" y="549"/>
                      <a:pt x="863" y="531"/>
                      <a:pt x="868" y="514"/>
                    </a:cubicBezTo>
                    <a:cubicBezTo>
                      <a:pt x="873" y="496"/>
                      <a:pt x="877" y="478"/>
                      <a:pt x="883" y="461"/>
                    </a:cubicBezTo>
                    <a:cubicBezTo>
                      <a:pt x="888" y="443"/>
                      <a:pt x="894" y="425"/>
                      <a:pt x="899" y="408"/>
                    </a:cubicBezTo>
                    <a:cubicBezTo>
                      <a:pt x="910" y="374"/>
                      <a:pt x="922" y="340"/>
                      <a:pt x="933" y="307"/>
                    </a:cubicBezTo>
                    <a:cubicBezTo>
                      <a:pt x="945" y="272"/>
                      <a:pt x="956" y="237"/>
                      <a:pt x="969" y="202"/>
                    </a:cubicBezTo>
                    <a:cubicBezTo>
                      <a:pt x="980" y="169"/>
                      <a:pt x="994" y="137"/>
                      <a:pt x="1010" y="106"/>
                    </a:cubicBezTo>
                    <a:cubicBezTo>
                      <a:pt x="1014" y="97"/>
                      <a:pt x="1018" y="89"/>
                      <a:pt x="1023" y="80"/>
                    </a:cubicBezTo>
                    <a:cubicBezTo>
                      <a:pt x="1028" y="72"/>
                      <a:pt x="1033" y="65"/>
                      <a:pt x="1039" y="57"/>
                    </a:cubicBezTo>
                    <a:cubicBezTo>
                      <a:pt x="1044" y="51"/>
                      <a:pt x="1051" y="45"/>
                      <a:pt x="1057" y="40"/>
                    </a:cubicBezTo>
                    <a:cubicBezTo>
                      <a:pt x="1064" y="34"/>
                      <a:pt x="1071" y="29"/>
                      <a:pt x="1079" y="24"/>
                    </a:cubicBezTo>
                    <a:cubicBezTo>
                      <a:pt x="1085" y="21"/>
                      <a:pt x="1092" y="17"/>
                      <a:pt x="1099" y="13"/>
                    </a:cubicBezTo>
                    <a:cubicBezTo>
                      <a:pt x="1107" y="9"/>
                      <a:pt x="1116" y="6"/>
                      <a:pt x="1124" y="4"/>
                    </a:cubicBezTo>
                    <a:cubicBezTo>
                      <a:pt x="1136" y="1"/>
                      <a:pt x="1149" y="0"/>
                      <a:pt x="1161" y="3"/>
                    </a:cubicBezTo>
                    <a:cubicBezTo>
                      <a:pt x="1175" y="6"/>
                      <a:pt x="1187" y="15"/>
                      <a:pt x="1197" y="24"/>
                    </a:cubicBezTo>
                    <a:cubicBezTo>
                      <a:pt x="1204" y="31"/>
                      <a:pt x="1210" y="38"/>
                      <a:pt x="1215" y="47"/>
                    </a:cubicBezTo>
                    <a:cubicBezTo>
                      <a:pt x="1219" y="55"/>
                      <a:pt x="1223" y="63"/>
                      <a:pt x="1226" y="72"/>
                    </a:cubicBezTo>
                    <a:cubicBezTo>
                      <a:pt x="1233" y="87"/>
                      <a:pt x="1239" y="103"/>
                      <a:pt x="1244" y="119"/>
                    </a:cubicBezTo>
                    <a:cubicBezTo>
                      <a:pt x="1251" y="136"/>
                      <a:pt x="1257" y="153"/>
                      <a:pt x="1262" y="170"/>
                    </a:cubicBezTo>
                    <a:cubicBezTo>
                      <a:pt x="1266" y="188"/>
                      <a:pt x="1269" y="205"/>
                      <a:pt x="1272" y="223"/>
                    </a:cubicBezTo>
                    <a:cubicBezTo>
                      <a:pt x="1279" y="257"/>
                      <a:pt x="1288" y="292"/>
                      <a:pt x="1297" y="326"/>
                    </a:cubicBezTo>
                    <a:cubicBezTo>
                      <a:pt x="1302" y="343"/>
                      <a:pt x="1307" y="360"/>
                      <a:pt x="1313" y="378"/>
                    </a:cubicBezTo>
                    <a:cubicBezTo>
                      <a:pt x="1318" y="394"/>
                      <a:pt x="1322" y="412"/>
                      <a:pt x="1325" y="429"/>
                    </a:cubicBezTo>
                    <a:cubicBezTo>
                      <a:pt x="1329" y="446"/>
                      <a:pt x="1333" y="463"/>
                      <a:pt x="1336" y="481"/>
                    </a:cubicBezTo>
                    <a:cubicBezTo>
                      <a:pt x="1340" y="498"/>
                      <a:pt x="1345" y="516"/>
                      <a:pt x="1347" y="534"/>
                    </a:cubicBezTo>
                    <a:cubicBezTo>
                      <a:pt x="1351" y="552"/>
                      <a:pt x="1353" y="571"/>
                      <a:pt x="1354" y="590"/>
                    </a:cubicBezTo>
                    <a:cubicBezTo>
                      <a:pt x="1356" y="609"/>
                      <a:pt x="1357" y="628"/>
                      <a:pt x="1360" y="647"/>
                    </a:cubicBezTo>
                    <a:cubicBezTo>
                      <a:pt x="1364" y="668"/>
                      <a:pt x="1368" y="689"/>
                      <a:pt x="1373" y="710"/>
                    </a:cubicBezTo>
                    <a:cubicBezTo>
                      <a:pt x="1377" y="732"/>
                      <a:pt x="1383" y="753"/>
                      <a:pt x="1389" y="775"/>
                    </a:cubicBezTo>
                    <a:lnTo>
                      <a:pt x="1389" y="774"/>
                    </a:lnTo>
                    <a:cubicBezTo>
                      <a:pt x="1391" y="777"/>
                      <a:pt x="1391" y="780"/>
                      <a:pt x="1392" y="783"/>
                    </a:cubicBezTo>
                    <a:lnTo>
                      <a:pt x="1392" y="782"/>
                    </a:lnTo>
                    <a:cubicBezTo>
                      <a:pt x="1402" y="816"/>
                      <a:pt x="1412" y="850"/>
                      <a:pt x="1422" y="884"/>
                    </a:cubicBezTo>
                    <a:cubicBezTo>
                      <a:pt x="1427" y="901"/>
                      <a:pt x="1432" y="918"/>
                      <a:pt x="1437" y="936"/>
                    </a:cubicBezTo>
                    <a:cubicBezTo>
                      <a:pt x="1441" y="952"/>
                      <a:pt x="1447" y="968"/>
                      <a:pt x="1451" y="985"/>
                    </a:cubicBezTo>
                    <a:cubicBezTo>
                      <a:pt x="1454" y="997"/>
                      <a:pt x="1456" y="1009"/>
                      <a:pt x="1458" y="1021"/>
                    </a:cubicBezTo>
                    <a:cubicBezTo>
                      <a:pt x="1461" y="1032"/>
                      <a:pt x="1463" y="1043"/>
                      <a:pt x="1466" y="1054"/>
                    </a:cubicBezTo>
                    <a:cubicBezTo>
                      <a:pt x="1469" y="1066"/>
                      <a:pt x="1470" y="1077"/>
                      <a:pt x="1473" y="1088"/>
                    </a:cubicBezTo>
                    <a:cubicBezTo>
                      <a:pt x="1475" y="1099"/>
                      <a:pt x="1477" y="1109"/>
                      <a:pt x="1479" y="1120"/>
                    </a:cubicBezTo>
                    <a:cubicBezTo>
                      <a:pt x="1480" y="1124"/>
                      <a:pt x="1480" y="1128"/>
                      <a:pt x="1481" y="1132"/>
                    </a:cubicBezTo>
                    <a:cubicBezTo>
                      <a:pt x="1481" y="1140"/>
                      <a:pt x="1476" y="1148"/>
                      <a:pt x="1468" y="1151"/>
                    </a:cubicBezTo>
                    <a:cubicBezTo>
                      <a:pt x="1458" y="1153"/>
                      <a:pt x="1449" y="1147"/>
                      <a:pt x="1447" y="1138"/>
                    </a:cubicBezTo>
                    <a:cubicBezTo>
                      <a:pt x="1445" y="1133"/>
                      <a:pt x="1445" y="1128"/>
                      <a:pt x="1444" y="1124"/>
                    </a:cubicBezTo>
                    <a:cubicBezTo>
                      <a:pt x="1443" y="1118"/>
                      <a:pt x="1441" y="1112"/>
                      <a:pt x="1440" y="1105"/>
                    </a:cubicBezTo>
                    <a:cubicBezTo>
                      <a:pt x="1439" y="1097"/>
                      <a:pt x="1437" y="1089"/>
                      <a:pt x="1435" y="1081"/>
                    </a:cubicBezTo>
                    <a:cubicBezTo>
                      <a:pt x="1434" y="1073"/>
                      <a:pt x="1433" y="1066"/>
                      <a:pt x="1431" y="1058"/>
                    </a:cubicBezTo>
                    <a:cubicBezTo>
                      <a:pt x="1429" y="1050"/>
                      <a:pt x="1428" y="1042"/>
                      <a:pt x="1426" y="1035"/>
                    </a:cubicBezTo>
                    <a:cubicBezTo>
                      <a:pt x="1419" y="1001"/>
                      <a:pt x="1410" y="967"/>
                      <a:pt x="1401" y="934"/>
                    </a:cubicBezTo>
                    <a:cubicBezTo>
                      <a:pt x="1392" y="900"/>
                      <a:pt x="1381" y="867"/>
                      <a:pt x="1371" y="833"/>
                    </a:cubicBezTo>
                    <a:cubicBezTo>
                      <a:pt x="1367" y="816"/>
                      <a:pt x="1362" y="799"/>
                      <a:pt x="1357" y="783"/>
                    </a:cubicBezTo>
                    <a:cubicBezTo>
                      <a:pt x="1352" y="766"/>
                      <a:pt x="1347" y="749"/>
                      <a:pt x="1343" y="732"/>
                    </a:cubicBezTo>
                    <a:cubicBezTo>
                      <a:pt x="1339" y="717"/>
                      <a:pt x="1337" y="702"/>
                      <a:pt x="1334" y="687"/>
                    </a:cubicBezTo>
                    <a:cubicBezTo>
                      <a:pt x="1331" y="672"/>
                      <a:pt x="1328" y="657"/>
                      <a:pt x="1326" y="641"/>
                    </a:cubicBezTo>
                    <a:cubicBezTo>
                      <a:pt x="1324" y="626"/>
                      <a:pt x="1322" y="611"/>
                      <a:pt x="1321" y="597"/>
                    </a:cubicBezTo>
                    <a:cubicBezTo>
                      <a:pt x="1320" y="581"/>
                      <a:pt x="1318" y="565"/>
                      <a:pt x="1316" y="549"/>
                    </a:cubicBezTo>
                    <a:cubicBezTo>
                      <a:pt x="1313" y="532"/>
                      <a:pt x="1309" y="515"/>
                      <a:pt x="1306" y="498"/>
                    </a:cubicBezTo>
                    <a:cubicBezTo>
                      <a:pt x="1302" y="481"/>
                      <a:pt x="1299" y="465"/>
                      <a:pt x="1295" y="448"/>
                    </a:cubicBezTo>
                    <a:cubicBezTo>
                      <a:pt x="1292" y="430"/>
                      <a:pt x="1287" y="413"/>
                      <a:pt x="1282" y="396"/>
                    </a:cubicBezTo>
                    <a:cubicBezTo>
                      <a:pt x="1278" y="379"/>
                      <a:pt x="1272" y="362"/>
                      <a:pt x="1268" y="345"/>
                    </a:cubicBezTo>
                    <a:cubicBezTo>
                      <a:pt x="1264" y="330"/>
                      <a:pt x="1259" y="315"/>
                      <a:pt x="1256" y="300"/>
                    </a:cubicBezTo>
                    <a:cubicBezTo>
                      <a:pt x="1252" y="285"/>
                      <a:pt x="1248" y="271"/>
                      <a:pt x="1245" y="256"/>
                    </a:cubicBezTo>
                    <a:cubicBezTo>
                      <a:pt x="1241" y="242"/>
                      <a:pt x="1239" y="227"/>
                      <a:pt x="1236" y="213"/>
                    </a:cubicBezTo>
                    <a:cubicBezTo>
                      <a:pt x="1235" y="205"/>
                      <a:pt x="1233" y="197"/>
                      <a:pt x="1232" y="190"/>
                    </a:cubicBezTo>
                    <a:cubicBezTo>
                      <a:pt x="1230" y="182"/>
                      <a:pt x="1227" y="175"/>
                      <a:pt x="1225" y="167"/>
                    </a:cubicBezTo>
                    <a:cubicBezTo>
                      <a:pt x="1225" y="168"/>
                      <a:pt x="1226" y="169"/>
                      <a:pt x="1226" y="169"/>
                    </a:cubicBezTo>
                    <a:cubicBezTo>
                      <a:pt x="1216" y="138"/>
                      <a:pt x="1205" y="108"/>
                      <a:pt x="1191" y="77"/>
                    </a:cubicBezTo>
                    <a:cubicBezTo>
                      <a:pt x="1188" y="72"/>
                      <a:pt x="1185" y="66"/>
                      <a:pt x="1183" y="61"/>
                    </a:cubicBezTo>
                    <a:cubicBezTo>
                      <a:pt x="1181" y="58"/>
                      <a:pt x="1179" y="56"/>
                      <a:pt x="1177" y="54"/>
                    </a:cubicBezTo>
                    <a:cubicBezTo>
                      <a:pt x="1176" y="52"/>
                      <a:pt x="1174" y="51"/>
                      <a:pt x="1172" y="49"/>
                    </a:cubicBezTo>
                    <a:cubicBezTo>
                      <a:pt x="1170" y="47"/>
                      <a:pt x="1168" y="45"/>
                      <a:pt x="1166" y="44"/>
                    </a:cubicBezTo>
                    <a:cubicBezTo>
                      <a:pt x="1165" y="42"/>
                      <a:pt x="1163" y="42"/>
                      <a:pt x="1162" y="41"/>
                    </a:cubicBezTo>
                    <a:cubicBezTo>
                      <a:pt x="1160" y="40"/>
                      <a:pt x="1158" y="39"/>
                      <a:pt x="1156" y="38"/>
                    </a:cubicBezTo>
                    <a:cubicBezTo>
                      <a:pt x="1155" y="38"/>
                      <a:pt x="1153" y="37"/>
                      <a:pt x="1152" y="37"/>
                    </a:cubicBezTo>
                    <a:cubicBezTo>
                      <a:pt x="1151" y="37"/>
                      <a:pt x="1149" y="37"/>
                      <a:pt x="1148" y="36"/>
                    </a:cubicBezTo>
                    <a:cubicBezTo>
                      <a:pt x="1147" y="36"/>
                      <a:pt x="1146" y="36"/>
                      <a:pt x="1145" y="36"/>
                    </a:cubicBezTo>
                    <a:cubicBezTo>
                      <a:pt x="1143" y="36"/>
                      <a:pt x="1140" y="37"/>
                      <a:pt x="1138" y="37"/>
                    </a:cubicBezTo>
                    <a:cubicBezTo>
                      <a:pt x="1135" y="38"/>
                      <a:pt x="1132" y="38"/>
                      <a:pt x="1130" y="39"/>
                    </a:cubicBezTo>
                    <a:cubicBezTo>
                      <a:pt x="1125" y="41"/>
                      <a:pt x="1120" y="42"/>
                      <a:pt x="1114" y="45"/>
                    </a:cubicBezTo>
                    <a:cubicBezTo>
                      <a:pt x="1108" y="48"/>
                      <a:pt x="1102" y="51"/>
                      <a:pt x="1096" y="55"/>
                    </a:cubicBezTo>
                    <a:cubicBezTo>
                      <a:pt x="1090" y="59"/>
                      <a:pt x="1085" y="62"/>
                      <a:pt x="1079" y="66"/>
                    </a:cubicBezTo>
                    <a:cubicBezTo>
                      <a:pt x="1075" y="70"/>
                      <a:pt x="1072" y="73"/>
                      <a:pt x="1068" y="76"/>
                    </a:cubicBezTo>
                    <a:cubicBezTo>
                      <a:pt x="1065" y="80"/>
                      <a:pt x="1063" y="83"/>
                      <a:pt x="1060" y="86"/>
                    </a:cubicBezTo>
                    <a:cubicBezTo>
                      <a:pt x="1055" y="94"/>
                      <a:pt x="1050" y="102"/>
                      <a:pt x="1045" y="111"/>
                    </a:cubicBezTo>
                    <a:cubicBezTo>
                      <a:pt x="1037" y="125"/>
                      <a:pt x="1031" y="140"/>
                      <a:pt x="1024" y="156"/>
                    </a:cubicBezTo>
                    <a:cubicBezTo>
                      <a:pt x="1017" y="171"/>
                      <a:pt x="1010" y="186"/>
                      <a:pt x="1004" y="202"/>
                    </a:cubicBezTo>
                    <a:cubicBezTo>
                      <a:pt x="998" y="218"/>
                      <a:pt x="992" y="235"/>
                      <a:pt x="986" y="251"/>
                    </a:cubicBezTo>
                    <a:cubicBezTo>
                      <a:pt x="980" y="268"/>
                      <a:pt x="975" y="285"/>
                      <a:pt x="969" y="302"/>
                    </a:cubicBezTo>
                    <a:cubicBezTo>
                      <a:pt x="963" y="319"/>
                      <a:pt x="958" y="336"/>
                      <a:pt x="952" y="352"/>
                    </a:cubicBezTo>
                    <a:cubicBezTo>
                      <a:pt x="946" y="370"/>
                      <a:pt x="941" y="387"/>
                      <a:pt x="935" y="405"/>
                    </a:cubicBezTo>
                    <a:cubicBezTo>
                      <a:pt x="930" y="422"/>
                      <a:pt x="924" y="439"/>
                      <a:pt x="919" y="456"/>
                    </a:cubicBezTo>
                    <a:cubicBezTo>
                      <a:pt x="913" y="474"/>
                      <a:pt x="908" y="492"/>
                      <a:pt x="903" y="510"/>
                    </a:cubicBezTo>
                    <a:cubicBezTo>
                      <a:pt x="898" y="527"/>
                      <a:pt x="894" y="545"/>
                      <a:pt x="889" y="562"/>
                    </a:cubicBezTo>
                    <a:cubicBezTo>
                      <a:pt x="884" y="580"/>
                      <a:pt x="878" y="597"/>
                      <a:pt x="873" y="615"/>
                    </a:cubicBezTo>
                    <a:cubicBezTo>
                      <a:pt x="863" y="647"/>
                      <a:pt x="854" y="680"/>
                      <a:pt x="845" y="714"/>
                    </a:cubicBezTo>
                    <a:cubicBezTo>
                      <a:pt x="836" y="746"/>
                      <a:pt x="827" y="779"/>
                      <a:pt x="819" y="812"/>
                    </a:cubicBezTo>
                    <a:lnTo>
                      <a:pt x="819" y="811"/>
                    </a:lnTo>
                    <a:cubicBezTo>
                      <a:pt x="803" y="880"/>
                      <a:pt x="793" y="949"/>
                      <a:pt x="781" y="1018"/>
                    </a:cubicBezTo>
                    <a:cubicBezTo>
                      <a:pt x="775" y="1053"/>
                      <a:pt x="769" y="1087"/>
                      <a:pt x="764" y="1121"/>
                    </a:cubicBezTo>
                    <a:cubicBezTo>
                      <a:pt x="757" y="1156"/>
                      <a:pt x="751" y="1190"/>
                      <a:pt x="744" y="1225"/>
                    </a:cubicBezTo>
                    <a:cubicBezTo>
                      <a:pt x="743" y="1231"/>
                      <a:pt x="741" y="1237"/>
                      <a:pt x="740" y="1244"/>
                    </a:cubicBezTo>
                    <a:cubicBezTo>
                      <a:pt x="740" y="1245"/>
                      <a:pt x="739" y="1246"/>
                      <a:pt x="739" y="1246"/>
                    </a:cubicBezTo>
                    <a:lnTo>
                      <a:pt x="739" y="1247"/>
                    </a:lnTo>
                    <a:cubicBezTo>
                      <a:pt x="739" y="1249"/>
                      <a:pt x="738" y="1251"/>
                      <a:pt x="737" y="1253"/>
                    </a:cubicBezTo>
                    <a:cubicBezTo>
                      <a:pt x="737" y="1254"/>
                      <a:pt x="737" y="1256"/>
                      <a:pt x="736" y="1257"/>
                    </a:cubicBezTo>
                    <a:cubicBezTo>
                      <a:pt x="736" y="1259"/>
                      <a:pt x="736" y="1261"/>
                      <a:pt x="736" y="1262"/>
                    </a:cubicBezTo>
                    <a:cubicBezTo>
                      <a:pt x="736" y="1261"/>
                      <a:pt x="736" y="1261"/>
                      <a:pt x="736" y="1260"/>
                    </a:cubicBezTo>
                    <a:cubicBezTo>
                      <a:pt x="732" y="1276"/>
                      <a:pt x="728" y="1293"/>
                      <a:pt x="725" y="1309"/>
                    </a:cubicBezTo>
                    <a:cubicBezTo>
                      <a:pt x="720" y="1328"/>
                      <a:pt x="715" y="1346"/>
                      <a:pt x="711" y="1365"/>
                    </a:cubicBezTo>
                    <a:cubicBezTo>
                      <a:pt x="707" y="1382"/>
                      <a:pt x="701" y="1398"/>
                      <a:pt x="695" y="1414"/>
                    </a:cubicBezTo>
                    <a:cubicBezTo>
                      <a:pt x="689" y="1431"/>
                      <a:pt x="681" y="1448"/>
                      <a:pt x="674" y="1465"/>
                    </a:cubicBezTo>
                    <a:cubicBezTo>
                      <a:pt x="667" y="1480"/>
                      <a:pt x="661" y="1497"/>
                      <a:pt x="653" y="1512"/>
                    </a:cubicBezTo>
                    <a:cubicBezTo>
                      <a:pt x="645" y="1528"/>
                      <a:pt x="637" y="1544"/>
                      <a:pt x="627" y="1558"/>
                    </a:cubicBezTo>
                    <a:cubicBezTo>
                      <a:pt x="623" y="1565"/>
                      <a:pt x="617" y="1572"/>
                      <a:pt x="612" y="1578"/>
                    </a:cubicBezTo>
                    <a:cubicBezTo>
                      <a:pt x="606" y="1585"/>
                      <a:pt x="601" y="1592"/>
                      <a:pt x="594" y="1598"/>
                    </a:cubicBezTo>
                    <a:cubicBezTo>
                      <a:pt x="587" y="1604"/>
                      <a:pt x="580" y="1610"/>
                      <a:pt x="572" y="1614"/>
                    </a:cubicBezTo>
                    <a:cubicBezTo>
                      <a:pt x="564" y="1618"/>
                      <a:pt x="556" y="1621"/>
                      <a:pt x="548" y="1621"/>
                    </a:cubicBezTo>
                    <a:cubicBezTo>
                      <a:pt x="545" y="1621"/>
                      <a:pt x="542" y="1620"/>
                      <a:pt x="540" y="16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585" name="Google Shape;2585;p27"/>
            <p:cNvGrpSpPr/>
            <p:nvPr/>
          </p:nvGrpSpPr>
          <p:grpSpPr>
            <a:xfrm>
              <a:off x="8002974" y="4603998"/>
              <a:ext cx="1352996" cy="945625"/>
              <a:chOff x="2379960" y="470880"/>
              <a:chExt cx="628920" cy="439560"/>
            </a:xfrm>
          </p:grpSpPr>
          <p:sp>
            <p:nvSpPr>
              <p:cNvPr id="2586" name="Google Shape;2586;p27"/>
              <p:cNvSpPr/>
              <p:nvPr/>
            </p:nvSpPr>
            <p:spPr>
              <a:xfrm>
                <a:off x="2415600" y="493920"/>
                <a:ext cx="28800" cy="68400"/>
              </a:xfrm>
              <a:custGeom>
                <a:avLst/>
                <a:gdLst/>
                <a:ahLst/>
                <a:cxnLst/>
                <a:rect l="l" t="t" r="r" b="b"/>
                <a:pathLst>
                  <a:path w="80" h="190" extrusionOk="0">
                    <a:moveTo>
                      <a:pt x="58" y="181"/>
                    </a:moveTo>
                    <a:cubicBezTo>
                      <a:pt x="55" y="171"/>
                      <a:pt x="52" y="161"/>
                      <a:pt x="49" y="150"/>
                    </a:cubicBezTo>
                    <a:cubicBezTo>
                      <a:pt x="47" y="142"/>
                      <a:pt x="44" y="133"/>
                      <a:pt x="41" y="125"/>
                    </a:cubicBezTo>
                    <a:cubicBezTo>
                      <a:pt x="38" y="117"/>
                      <a:pt x="35" y="109"/>
                      <a:pt x="32" y="101"/>
                    </a:cubicBezTo>
                    <a:cubicBezTo>
                      <a:pt x="28" y="92"/>
                      <a:pt x="24" y="83"/>
                      <a:pt x="21" y="74"/>
                    </a:cubicBezTo>
                    <a:cubicBezTo>
                      <a:pt x="17" y="65"/>
                      <a:pt x="13" y="56"/>
                      <a:pt x="10" y="46"/>
                    </a:cubicBezTo>
                    <a:cubicBezTo>
                      <a:pt x="8" y="42"/>
                      <a:pt x="7" y="37"/>
                      <a:pt x="5" y="32"/>
                    </a:cubicBezTo>
                    <a:cubicBezTo>
                      <a:pt x="4" y="27"/>
                      <a:pt x="3" y="23"/>
                      <a:pt x="1" y="17"/>
                    </a:cubicBezTo>
                    <a:cubicBezTo>
                      <a:pt x="0" y="13"/>
                      <a:pt x="2" y="7"/>
                      <a:pt x="5" y="4"/>
                    </a:cubicBezTo>
                    <a:cubicBezTo>
                      <a:pt x="9" y="0"/>
                      <a:pt x="14" y="0"/>
                      <a:pt x="19" y="2"/>
                    </a:cubicBezTo>
                    <a:cubicBezTo>
                      <a:pt x="21" y="3"/>
                      <a:pt x="23" y="5"/>
                      <a:pt x="24" y="6"/>
                    </a:cubicBezTo>
                    <a:cubicBezTo>
                      <a:pt x="26" y="9"/>
                      <a:pt x="28" y="11"/>
                      <a:pt x="29" y="14"/>
                    </a:cubicBezTo>
                    <a:cubicBezTo>
                      <a:pt x="31" y="16"/>
                      <a:pt x="32" y="19"/>
                      <a:pt x="33" y="21"/>
                    </a:cubicBezTo>
                    <a:cubicBezTo>
                      <a:pt x="35" y="25"/>
                      <a:pt x="38" y="30"/>
                      <a:pt x="40" y="35"/>
                    </a:cubicBezTo>
                    <a:cubicBezTo>
                      <a:pt x="45" y="44"/>
                      <a:pt x="50" y="52"/>
                      <a:pt x="55" y="61"/>
                    </a:cubicBezTo>
                    <a:cubicBezTo>
                      <a:pt x="56" y="64"/>
                      <a:pt x="57" y="66"/>
                      <a:pt x="56" y="69"/>
                    </a:cubicBezTo>
                    <a:cubicBezTo>
                      <a:pt x="56" y="72"/>
                      <a:pt x="54" y="74"/>
                      <a:pt x="51" y="76"/>
                    </a:cubicBezTo>
                    <a:cubicBezTo>
                      <a:pt x="49" y="77"/>
                      <a:pt x="46" y="78"/>
                      <a:pt x="43" y="77"/>
                    </a:cubicBezTo>
                    <a:cubicBezTo>
                      <a:pt x="48" y="89"/>
                      <a:pt x="53" y="100"/>
                      <a:pt x="57" y="112"/>
                    </a:cubicBezTo>
                    <a:cubicBezTo>
                      <a:pt x="65" y="133"/>
                      <a:pt x="71" y="154"/>
                      <a:pt x="78" y="175"/>
                    </a:cubicBezTo>
                    <a:cubicBezTo>
                      <a:pt x="79" y="180"/>
                      <a:pt x="77" y="186"/>
                      <a:pt x="71" y="188"/>
                    </a:cubicBezTo>
                    <a:cubicBezTo>
                      <a:pt x="70" y="188"/>
                      <a:pt x="69" y="189"/>
                      <a:pt x="68" y="189"/>
                    </a:cubicBezTo>
                    <a:cubicBezTo>
                      <a:pt x="64" y="189"/>
                      <a:pt x="59" y="185"/>
                      <a:pt x="58" y="1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7" name="Google Shape;2587;p27"/>
              <p:cNvSpPr/>
              <p:nvPr/>
            </p:nvSpPr>
            <p:spPr>
              <a:xfrm>
                <a:off x="2414520" y="490680"/>
                <a:ext cx="60840" cy="6804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89" extrusionOk="0">
                    <a:moveTo>
                      <a:pt x="4" y="185"/>
                    </a:moveTo>
                    <a:cubicBezTo>
                      <a:pt x="0" y="181"/>
                      <a:pt x="0" y="174"/>
                      <a:pt x="4" y="170"/>
                    </a:cubicBezTo>
                    <a:cubicBezTo>
                      <a:pt x="11" y="163"/>
                      <a:pt x="18" y="154"/>
                      <a:pt x="25" y="147"/>
                    </a:cubicBezTo>
                    <a:cubicBezTo>
                      <a:pt x="39" y="129"/>
                      <a:pt x="54" y="111"/>
                      <a:pt x="68" y="92"/>
                    </a:cubicBezTo>
                    <a:cubicBezTo>
                      <a:pt x="74" y="83"/>
                      <a:pt x="81" y="74"/>
                      <a:pt x="88" y="65"/>
                    </a:cubicBezTo>
                    <a:cubicBezTo>
                      <a:pt x="92" y="61"/>
                      <a:pt x="95" y="56"/>
                      <a:pt x="98" y="52"/>
                    </a:cubicBezTo>
                    <a:cubicBezTo>
                      <a:pt x="102" y="47"/>
                      <a:pt x="106" y="43"/>
                      <a:pt x="110" y="38"/>
                    </a:cubicBezTo>
                    <a:cubicBezTo>
                      <a:pt x="114" y="33"/>
                      <a:pt x="119" y="28"/>
                      <a:pt x="123" y="23"/>
                    </a:cubicBezTo>
                    <a:cubicBezTo>
                      <a:pt x="131" y="15"/>
                      <a:pt x="140" y="7"/>
                      <a:pt x="151" y="2"/>
                    </a:cubicBezTo>
                    <a:cubicBezTo>
                      <a:pt x="156" y="0"/>
                      <a:pt x="163" y="2"/>
                      <a:pt x="165" y="8"/>
                    </a:cubicBezTo>
                    <a:cubicBezTo>
                      <a:pt x="168" y="13"/>
                      <a:pt x="165" y="20"/>
                      <a:pt x="159" y="22"/>
                    </a:cubicBezTo>
                    <a:cubicBezTo>
                      <a:pt x="158" y="22"/>
                      <a:pt x="157" y="23"/>
                      <a:pt x="156" y="23"/>
                    </a:cubicBezTo>
                    <a:cubicBezTo>
                      <a:pt x="155" y="24"/>
                      <a:pt x="154" y="25"/>
                      <a:pt x="152" y="26"/>
                    </a:cubicBezTo>
                    <a:cubicBezTo>
                      <a:pt x="149" y="28"/>
                      <a:pt x="147" y="30"/>
                      <a:pt x="145" y="32"/>
                    </a:cubicBezTo>
                    <a:cubicBezTo>
                      <a:pt x="137" y="39"/>
                      <a:pt x="131" y="46"/>
                      <a:pt x="124" y="53"/>
                    </a:cubicBezTo>
                    <a:cubicBezTo>
                      <a:pt x="117" y="62"/>
                      <a:pt x="109" y="72"/>
                      <a:pt x="102" y="81"/>
                    </a:cubicBezTo>
                    <a:cubicBezTo>
                      <a:pt x="96" y="89"/>
                      <a:pt x="89" y="97"/>
                      <a:pt x="83" y="106"/>
                    </a:cubicBezTo>
                    <a:cubicBezTo>
                      <a:pt x="68" y="125"/>
                      <a:pt x="54" y="143"/>
                      <a:pt x="39" y="161"/>
                    </a:cubicBezTo>
                    <a:cubicBezTo>
                      <a:pt x="34" y="168"/>
                      <a:pt x="29" y="174"/>
                      <a:pt x="24" y="180"/>
                    </a:cubicBezTo>
                    <a:cubicBezTo>
                      <a:pt x="22" y="181"/>
                      <a:pt x="21" y="183"/>
                      <a:pt x="20" y="185"/>
                    </a:cubicBezTo>
                    <a:cubicBezTo>
                      <a:pt x="18" y="187"/>
                      <a:pt x="15" y="188"/>
                      <a:pt x="12" y="188"/>
                    </a:cubicBezTo>
                    <a:cubicBezTo>
                      <a:pt x="9" y="188"/>
                      <a:pt x="6" y="187"/>
                      <a:pt x="4" y="18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8" name="Google Shape;2588;p27"/>
              <p:cNvSpPr/>
              <p:nvPr/>
            </p:nvSpPr>
            <p:spPr>
              <a:xfrm>
                <a:off x="2472120" y="523080"/>
                <a:ext cx="2772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77" h="31" extrusionOk="0">
                    <a:moveTo>
                      <a:pt x="7" y="27"/>
                    </a:moveTo>
                    <a:cubicBezTo>
                      <a:pt x="5" y="25"/>
                      <a:pt x="2" y="23"/>
                      <a:pt x="1" y="21"/>
                    </a:cubicBezTo>
                    <a:cubicBezTo>
                      <a:pt x="0" y="18"/>
                      <a:pt x="0" y="14"/>
                      <a:pt x="1" y="11"/>
                    </a:cubicBezTo>
                    <a:cubicBezTo>
                      <a:pt x="5" y="2"/>
                      <a:pt x="16" y="3"/>
                      <a:pt x="24" y="4"/>
                    </a:cubicBezTo>
                    <a:cubicBezTo>
                      <a:pt x="27" y="4"/>
                      <a:pt x="30" y="5"/>
                      <a:pt x="31" y="7"/>
                    </a:cubicBezTo>
                    <a:cubicBezTo>
                      <a:pt x="32" y="7"/>
                      <a:pt x="33" y="7"/>
                      <a:pt x="33" y="7"/>
                    </a:cubicBezTo>
                    <a:cubicBezTo>
                      <a:pt x="41" y="6"/>
                      <a:pt x="49" y="4"/>
                      <a:pt x="57" y="2"/>
                    </a:cubicBezTo>
                    <a:cubicBezTo>
                      <a:pt x="59" y="2"/>
                      <a:pt x="61" y="2"/>
                      <a:pt x="62" y="1"/>
                    </a:cubicBezTo>
                    <a:cubicBezTo>
                      <a:pt x="68" y="0"/>
                      <a:pt x="73" y="3"/>
                      <a:pt x="75" y="9"/>
                    </a:cubicBezTo>
                    <a:cubicBezTo>
                      <a:pt x="76" y="11"/>
                      <a:pt x="76" y="14"/>
                      <a:pt x="75" y="17"/>
                    </a:cubicBezTo>
                    <a:cubicBezTo>
                      <a:pt x="73" y="20"/>
                      <a:pt x="70" y="21"/>
                      <a:pt x="67" y="22"/>
                    </a:cubicBezTo>
                    <a:cubicBezTo>
                      <a:pt x="59" y="23"/>
                      <a:pt x="52" y="25"/>
                      <a:pt x="45" y="26"/>
                    </a:cubicBezTo>
                    <a:cubicBezTo>
                      <a:pt x="39" y="27"/>
                      <a:pt x="33" y="28"/>
                      <a:pt x="27" y="29"/>
                    </a:cubicBezTo>
                    <a:cubicBezTo>
                      <a:pt x="25" y="29"/>
                      <a:pt x="22" y="30"/>
                      <a:pt x="20" y="30"/>
                    </a:cubicBezTo>
                    <a:cubicBezTo>
                      <a:pt x="15" y="30"/>
                      <a:pt x="10" y="28"/>
                      <a:pt x="7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9" name="Google Shape;2589;p27"/>
              <p:cNvSpPr/>
              <p:nvPr/>
            </p:nvSpPr>
            <p:spPr>
              <a:xfrm>
                <a:off x="2459520" y="536760"/>
                <a:ext cx="36360" cy="22320"/>
              </a:xfrm>
              <a:custGeom>
                <a:avLst/>
                <a:gdLst/>
                <a:ahLst/>
                <a:cxnLst/>
                <a:rect l="l" t="t" r="r" b="b"/>
                <a:pathLst>
                  <a:path w="101" h="62" extrusionOk="0">
                    <a:moveTo>
                      <a:pt x="9" y="61"/>
                    </a:moveTo>
                    <a:cubicBezTo>
                      <a:pt x="3" y="59"/>
                      <a:pt x="0" y="53"/>
                      <a:pt x="2" y="47"/>
                    </a:cubicBezTo>
                    <a:cubicBezTo>
                      <a:pt x="3" y="42"/>
                      <a:pt x="8" y="39"/>
                      <a:pt x="13" y="39"/>
                    </a:cubicBezTo>
                    <a:lnTo>
                      <a:pt x="14" y="39"/>
                    </a:lnTo>
                    <a:cubicBezTo>
                      <a:pt x="13" y="39"/>
                      <a:pt x="13" y="39"/>
                      <a:pt x="13" y="39"/>
                    </a:cubicBezTo>
                    <a:cubicBezTo>
                      <a:pt x="17" y="37"/>
                      <a:pt x="21" y="35"/>
                      <a:pt x="24" y="33"/>
                    </a:cubicBezTo>
                    <a:cubicBezTo>
                      <a:pt x="44" y="23"/>
                      <a:pt x="64" y="12"/>
                      <a:pt x="83" y="2"/>
                    </a:cubicBezTo>
                    <a:cubicBezTo>
                      <a:pt x="88" y="0"/>
                      <a:pt x="94" y="0"/>
                      <a:pt x="97" y="5"/>
                    </a:cubicBezTo>
                    <a:cubicBezTo>
                      <a:pt x="100" y="10"/>
                      <a:pt x="98" y="17"/>
                      <a:pt x="94" y="19"/>
                    </a:cubicBezTo>
                    <a:cubicBezTo>
                      <a:pt x="82" y="26"/>
                      <a:pt x="69" y="33"/>
                      <a:pt x="57" y="40"/>
                    </a:cubicBezTo>
                    <a:cubicBezTo>
                      <a:pt x="52" y="43"/>
                      <a:pt x="46" y="46"/>
                      <a:pt x="41" y="49"/>
                    </a:cubicBezTo>
                    <a:cubicBezTo>
                      <a:pt x="37" y="52"/>
                      <a:pt x="32" y="54"/>
                      <a:pt x="28" y="56"/>
                    </a:cubicBezTo>
                    <a:cubicBezTo>
                      <a:pt x="23" y="58"/>
                      <a:pt x="18" y="61"/>
                      <a:pt x="13" y="61"/>
                    </a:cubicBezTo>
                    <a:cubicBezTo>
                      <a:pt x="12" y="61"/>
                      <a:pt x="10" y="61"/>
                      <a:pt x="9" y="6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90" name="Google Shape;2590;p27"/>
              <p:cNvSpPr/>
              <p:nvPr/>
            </p:nvSpPr>
            <p:spPr>
              <a:xfrm>
                <a:off x="2504520" y="489600"/>
                <a:ext cx="55440" cy="85680"/>
              </a:xfrm>
              <a:custGeom>
                <a:avLst/>
                <a:gdLst/>
                <a:ahLst/>
                <a:cxnLst/>
                <a:rect l="l" t="t" r="r" b="b"/>
                <a:pathLst>
                  <a:path w="154" h="238" extrusionOk="0">
                    <a:moveTo>
                      <a:pt x="2" y="229"/>
                    </a:moveTo>
                    <a:cubicBezTo>
                      <a:pt x="2" y="227"/>
                      <a:pt x="1" y="226"/>
                      <a:pt x="1" y="224"/>
                    </a:cubicBezTo>
                    <a:cubicBezTo>
                      <a:pt x="0" y="222"/>
                      <a:pt x="1" y="220"/>
                      <a:pt x="2" y="218"/>
                    </a:cubicBezTo>
                    <a:cubicBezTo>
                      <a:pt x="2" y="214"/>
                      <a:pt x="5" y="210"/>
                      <a:pt x="6" y="207"/>
                    </a:cubicBezTo>
                    <a:cubicBezTo>
                      <a:pt x="9" y="204"/>
                      <a:pt x="11" y="201"/>
                      <a:pt x="13" y="198"/>
                    </a:cubicBezTo>
                    <a:cubicBezTo>
                      <a:pt x="16" y="195"/>
                      <a:pt x="18" y="192"/>
                      <a:pt x="21" y="189"/>
                    </a:cubicBezTo>
                    <a:cubicBezTo>
                      <a:pt x="27" y="183"/>
                      <a:pt x="33" y="177"/>
                      <a:pt x="39" y="171"/>
                    </a:cubicBezTo>
                    <a:cubicBezTo>
                      <a:pt x="45" y="165"/>
                      <a:pt x="53" y="161"/>
                      <a:pt x="60" y="157"/>
                    </a:cubicBezTo>
                    <a:cubicBezTo>
                      <a:pt x="61" y="157"/>
                      <a:pt x="62" y="156"/>
                      <a:pt x="62" y="156"/>
                    </a:cubicBezTo>
                    <a:cubicBezTo>
                      <a:pt x="65" y="153"/>
                      <a:pt x="67" y="150"/>
                      <a:pt x="69" y="147"/>
                    </a:cubicBezTo>
                    <a:cubicBezTo>
                      <a:pt x="72" y="143"/>
                      <a:pt x="74" y="139"/>
                      <a:pt x="77" y="136"/>
                    </a:cubicBezTo>
                    <a:cubicBezTo>
                      <a:pt x="79" y="133"/>
                      <a:pt x="81" y="131"/>
                      <a:pt x="83" y="128"/>
                    </a:cubicBezTo>
                    <a:cubicBezTo>
                      <a:pt x="87" y="121"/>
                      <a:pt x="91" y="116"/>
                      <a:pt x="95" y="109"/>
                    </a:cubicBezTo>
                    <a:cubicBezTo>
                      <a:pt x="105" y="94"/>
                      <a:pt x="114" y="79"/>
                      <a:pt x="122" y="63"/>
                    </a:cubicBezTo>
                    <a:cubicBezTo>
                      <a:pt x="122" y="63"/>
                      <a:pt x="122" y="64"/>
                      <a:pt x="121" y="64"/>
                    </a:cubicBezTo>
                    <a:cubicBezTo>
                      <a:pt x="122" y="64"/>
                      <a:pt x="122" y="63"/>
                      <a:pt x="122" y="63"/>
                    </a:cubicBezTo>
                    <a:cubicBezTo>
                      <a:pt x="124" y="58"/>
                      <a:pt x="126" y="53"/>
                      <a:pt x="128" y="47"/>
                    </a:cubicBezTo>
                    <a:cubicBezTo>
                      <a:pt x="129" y="43"/>
                      <a:pt x="130" y="40"/>
                      <a:pt x="131" y="36"/>
                    </a:cubicBezTo>
                    <a:cubicBezTo>
                      <a:pt x="132" y="33"/>
                      <a:pt x="132" y="30"/>
                      <a:pt x="132" y="26"/>
                    </a:cubicBezTo>
                    <a:cubicBezTo>
                      <a:pt x="132" y="26"/>
                      <a:pt x="132" y="25"/>
                      <a:pt x="132" y="24"/>
                    </a:cubicBezTo>
                    <a:cubicBezTo>
                      <a:pt x="132" y="24"/>
                      <a:pt x="132" y="23"/>
                      <a:pt x="132" y="22"/>
                    </a:cubicBezTo>
                    <a:cubicBezTo>
                      <a:pt x="131" y="23"/>
                      <a:pt x="131" y="24"/>
                      <a:pt x="130" y="24"/>
                    </a:cubicBezTo>
                    <a:cubicBezTo>
                      <a:pt x="129" y="25"/>
                      <a:pt x="128" y="26"/>
                      <a:pt x="127" y="28"/>
                    </a:cubicBezTo>
                    <a:cubicBezTo>
                      <a:pt x="125" y="30"/>
                      <a:pt x="123" y="32"/>
                      <a:pt x="121" y="35"/>
                    </a:cubicBezTo>
                    <a:cubicBezTo>
                      <a:pt x="119" y="37"/>
                      <a:pt x="118" y="39"/>
                      <a:pt x="117" y="42"/>
                    </a:cubicBezTo>
                    <a:cubicBezTo>
                      <a:pt x="119" y="43"/>
                      <a:pt x="120" y="46"/>
                      <a:pt x="121" y="48"/>
                    </a:cubicBezTo>
                    <a:cubicBezTo>
                      <a:pt x="122" y="54"/>
                      <a:pt x="118" y="60"/>
                      <a:pt x="112" y="61"/>
                    </a:cubicBezTo>
                    <a:cubicBezTo>
                      <a:pt x="108" y="61"/>
                      <a:pt x="104" y="61"/>
                      <a:pt x="101" y="58"/>
                    </a:cubicBezTo>
                    <a:cubicBezTo>
                      <a:pt x="99" y="57"/>
                      <a:pt x="97" y="55"/>
                      <a:pt x="96" y="53"/>
                    </a:cubicBezTo>
                    <a:cubicBezTo>
                      <a:pt x="95" y="50"/>
                      <a:pt x="95" y="47"/>
                      <a:pt x="95" y="43"/>
                    </a:cubicBezTo>
                    <a:cubicBezTo>
                      <a:pt x="95" y="39"/>
                      <a:pt x="98" y="33"/>
                      <a:pt x="100" y="29"/>
                    </a:cubicBezTo>
                    <a:cubicBezTo>
                      <a:pt x="101" y="27"/>
                      <a:pt x="103" y="25"/>
                      <a:pt x="104" y="22"/>
                    </a:cubicBezTo>
                    <a:cubicBezTo>
                      <a:pt x="108" y="17"/>
                      <a:pt x="112" y="12"/>
                      <a:pt x="116" y="7"/>
                    </a:cubicBezTo>
                    <a:cubicBezTo>
                      <a:pt x="120" y="4"/>
                      <a:pt x="126" y="0"/>
                      <a:pt x="132" y="0"/>
                    </a:cubicBezTo>
                    <a:cubicBezTo>
                      <a:pt x="139" y="0"/>
                      <a:pt x="145" y="3"/>
                      <a:pt x="148" y="8"/>
                    </a:cubicBezTo>
                    <a:cubicBezTo>
                      <a:pt x="152" y="14"/>
                      <a:pt x="153" y="20"/>
                      <a:pt x="153" y="26"/>
                    </a:cubicBezTo>
                    <a:cubicBezTo>
                      <a:pt x="153" y="34"/>
                      <a:pt x="151" y="42"/>
                      <a:pt x="149" y="49"/>
                    </a:cubicBezTo>
                    <a:cubicBezTo>
                      <a:pt x="145" y="64"/>
                      <a:pt x="137" y="77"/>
                      <a:pt x="130" y="91"/>
                    </a:cubicBezTo>
                    <a:cubicBezTo>
                      <a:pt x="126" y="97"/>
                      <a:pt x="122" y="103"/>
                      <a:pt x="119" y="109"/>
                    </a:cubicBezTo>
                    <a:cubicBezTo>
                      <a:pt x="116" y="113"/>
                      <a:pt x="113" y="117"/>
                      <a:pt x="111" y="121"/>
                    </a:cubicBezTo>
                    <a:cubicBezTo>
                      <a:pt x="107" y="127"/>
                      <a:pt x="103" y="133"/>
                      <a:pt x="99" y="139"/>
                    </a:cubicBezTo>
                    <a:cubicBezTo>
                      <a:pt x="96" y="143"/>
                      <a:pt x="93" y="147"/>
                      <a:pt x="90" y="152"/>
                    </a:cubicBezTo>
                    <a:cubicBezTo>
                      <a:pt x="95" y="152"/>
                      <a:pt x="101" y="155"/>
                      <a:pt x="106" y="157"/>
                    </a:cubicBezTo>
                    <a:cubicBezTo>
                      <a:pt x="113" y="160"/>
                      <a:pt x="119" y="165"/>
                      <a:pt x="125" y="170"/>
                    </a:cubicBezTo>
                    <a:cubicBezTo>
                      <a:pt x="129" y="174"/>
                      <a:pt x="132" y="179"/>
                      <a:pt x="134" y="184"/>
                    </a:cubicBezTo>
                    <a:cubicBezTo>
                      <a:pt x="135" y="185"/>
                      <a:pt x="136" y="186"/>
                      <a:pt x="137" y="187"/>
                    </a:cubicBezTo>
                    <a:cubicBezTo>
                      <a:pt x="141" y="192"/>
                      <a:pt x="140" y="199"/>
                      <a:pt x="135" y="202"/>
                    </a:cubicBezTo>
                    <a:cubicBezTo>
                      <a:pt x="130" y="206"/>
                      <a:pt x="124" y="205"/>
                      <a:pt x="120" y="201"/>
                    </a:cubicBezTo>
                    <a:cubicBezTo>
                      <a:pt x="118" y="198"/>
                      <a:pt x="116" y="196"/>
                      <a:pt x="115" y="194"/>
                    </a:cubicBezTo>
                    <a:cubicBezTo>
                      <a:pt x="114" y="192"/>
                      <a:pt x="113" y="191"/>
                      <a:pt x="112" y="190"/>
                    </a:cubicBezTo>
                    <a:cubicBezTo>
                      <a:pt x="111" y="188"/>
                      <a:pt x="110" y="187"/>
                      <a:pt x="109" y="185"/>
                    </a:cubicBezTo>
                    <a:cubicBezTo>
                      <a:pt x="108" y="184"/>
                      <a:pt x="107" y="184"/>
                      <a:pt x="106" y="183"/>
                    </a:cubicBezTo>
                    <a:cubicBezTo>
                      <a:pt x="104" y="181"/>
                      <a:pt x="103" y="180"/>
                      <a:pt x="101" y="179"/>
                    </a:cubicBezTo>
                    <a:cubicBezTo>
                      <a:pt x="99" y="178"/>
                      <a:pt x="97" y="176"/>
                      <a:pt x="94" y="175"/>
                    </a:cubicBezTo>
                    <a:cubicBezTo>
                      <a:pt x="92" y="174"/>
                      <a:pt x="91" y="174"/>
                      <a:pt x="89" y="173"/>
                    </a:cubicBezTo>
                    <a:cubicBezTo>
                      <a:pt x="88" y="173"/>
                      <a:pt x="87" y="173"/>
                      <a:pt x="86" y="172"/>
                    </a:cubicBezTo>
                    <a:cubicBezTo>
                      <a:pt x="85" y="172"/>
                      <a:pt x="84" y="172"/>
                      <a:pt x="84" y="172"/>
                    </a:cubicBezTo>
                    <a:cubicBezTo>
                      <a:pt x="83" y="172"/>
                      <a:pt x="81" y="172"/>
                      <a:pt x="81" y="172"/>
                    </a:cubicBezTo>
                    <a:cubicBezTo>
                      <a:pt x="80" y="172"/>
                      <a:pt x="79" y="172"/>
                      <a:pt x="79" y="173"/>
                    </a:cubicBezTo>
                    <a:cubicBezTo>
                      <a:pt x="77" y="173"/>
                      <a:pt x="76" y="173"/>
                      <a:pt x="74" y="174"/>
                    </a:cubicBezTo>
                    <a:cubicBezTo>
                      <a:pt x="74" y="174"/>
                      <a:pt x="73" y="174"/>
                      <a:pt x="72" y="174"/>
                    </a:cubicBezTo>
                    <a:cubicBezTo>
                      <a:pt x="72" y="176"/>
                      <a:pt x="70" y="177"/>
                      <a:pt x="70" y="178"/>
                    </a:cubicBezTo>
                    <a:cubicBezTo>
                      <a:pt x="62" y="187"/>
                      <a:pt x="55" y="195"/>
                      <a:pt x="48" y="204"/>
                    </a:cubicBezTo>
                    <a:cubicBezTo>
                      <a:pt x="44" y="209"/>
                      <a:pt x="41" y="213"/>
                      <a:pt x="37" y="218"/>
                    </a:cubicBezTo>
                    <a:cubicBezTo>
                      <a:pt x="35" y="220"/>
                      <a:pt x="33" y="222"/>
                      <a:pt x="31" y="224"/>
                    </a:cubicBezTo>
                    <a:cubicBezTo>
                      <a:pt x="30" y="226"/>
                      <a:pt x="28" y="227"/>
                      <a:pt x="27" y="229"/>
                    </a:cubicBezTo>
                    <a:cubicBezTo>
                      <a:pt x="25" y="231"/>
                      <a:pt x="23" y="234"/>
                      <a:pt x="20" y="235"/>
                    </a:cubicBezTo>
                    <a:cubicBezTo>
                      <a:pt x="18" y="236"/>
                      <a:pt x="16" y="236"/>
                      <a:pt x="14" y="237"/>
                    </a:cubicBezTo>
                    <a:lnTo>
                      <a:pt x="13" y="237"/>
                    </a:lnTo>
                    <a:cubicBezTo>
                      <a:pt x="8" y="237"/>
                      <a:pt x="3" y="233"/>
                      <a:pt x="2" y="2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91" name="Google Shape;2591;p27"/>
              <p:cNvSpPr/>
              <p:nvPr/>
            </p:nvSpPr>
            <p:spPr>
              <a:xfrm>
                <a:off x="2565360" y="516240"/>
                <a:ext cx="41040" cy="10368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288" extrusionOk="0">
                    <a:moveTo>
                      <a:pt x="29" y="286"/>
                    </a:moveTo>
                    <a:cubicBezTo>
                      <a:pt x="24" y="286"/>
                      <a:pt x="18" y="284"/>
                      <a:pt x="14" y="281"/>
                    </a:cubicBezTo>
                    <a:cubicBezTo>
                      <a:pt x="10" y="278"/>
                      <a:pt x="7" y="275"/>
                      <a:pt x="5" y="270"/>
                    </a:cubicBezTo>
                    <a:cubicBezTo>
                      <a:pt x="3" y="265"/>
                      <a:pt x="1" y="260"/>
                      <a:pt x="1" y="254"/>
                    </a:cubicBezTo>
                    <a:cubicBezTo>
                      <a:pt x="0" y="243"/>
                      <a:pt x="3" y="232"/>
                      <a:pt x="7" y="221"/>
                    </a:cubicBezTo>
                    <a:cubicBezTo>
                      <a:pt x="8" y="216"/>
                      <a:pt x="15" y="213"/>
                      <a:pt x="19" y="215"/>
                    </a:cubicBezTo>
                    <a:cubicBezTo>
                      <a:pt x="22" y="216"/>
                      <a:pt x="24" y="218"/>
                      <a:pt x="25" y="221"/>
                    </a:cubicBezTo>
                    <a:cubicBezTo>
                      <a:pt x="26" y="223"/>
                      <a:pt x="26" y="226"/>
                      <a:pt x="25" y="229"/>
                    </a:cubicBezTo>
                    <a:cubicBezTo>
                      <a:pt x="25" y="230"/>
                      <a:pt x="25" y="231"/>
                      <a:pt x="24" y="231"/>
                    </a:cubicBezTo>
                    <a:cubicBezTo>
                      <a:pt x="25" y="231"/>
                      <a:pt x="25" y="231"/>
                      <a:pt x="25" y="230"/>
                    </a:cubicBezTo>
                    <a:cubicBezTo>
                      <a:pt x="24" y="233"/>
                      <a:pt x="23" y="236"/>
                      <a:pt x="22" y="239"/>
                    </a:cubicBezTo>
                    <a:cubicBezTo>
                      <a:pt x="22" y="241"/>
                      <a:pt x="22" y="244"/>
                      <a:pt x="22" y="247"/>
                    </a:cubicBezTo>
                    <a:cubicBezTo>
                      <a:pt x="22" y="249"/>
                      <a:pt x="22" y="251"/>
                      <a:pt x="22" y="254"/>
                    </a:cubicBezTo>
                    <a:cubicBezTo>
                      <a:pt x="22" y="255"/>
                      <a:pt x="22" y="256"/>
                      <a:pt x="22" y="257"/>
                    </a:cubicBezTo>
                    <a:cubicBezTo>
                      <a:pt x="22" y="258"/>
                      <a:pt x="23" y="259"/>
                      <a:pt x="23" y="260"/>
                    </a:cubicBezTo>
                    <a:cubicBezTo>
                      <a:pt x="23" y="259"/>
                      <a:pt x="23" y="259"/>
                      <a:pt x="23" y="258"/>
                    </a:cubicBezTo>
                    <a:cubicBezTo>
                      <a:pt x="23" y="259"/>
                      <a:pt x="24" y="261"/>
                      <a:pt x="24" y="261"/>
                    </a:cubicBezTo>
                    <a:cubicBezTo>
                      <a:pt x="24" y="262"/>
                      <a:pt x="24" y="262"/>
                      <a:pt x="24" y="262"/>
                    </a:cubicBezTo>
                    <a:lnTo>
                      <a:pt x="24" y="261"/>
                    </a:lnTo>
                    <a:cubicBezTo>
                      <a:pt x="24" y="262"/>
                      <a:pt x="24" y="262"/>
                      <a:pt x="25" y="262"/>
                    </a:cubicBezTo>
                    <a:lnTo>
                      <a:pt x="25" y="263"/>
                    </a:lnTo>
                    <a:cubicBezTo>
                      <a:pt x="25" y="264"/>
                      <a:pt x="26" y="264"/>
                      <a:pt x="26" y="264"/>
                    </a:cubicBezTo>
                    <a:lnTo>
                      <a:pt x="27" y="264"/>
                    </a:lnTo>
                    <a:cubicBezTo>
                      <a:pt x="28" y="265"/>
                      <a:pt x="28" y="265"/>
                      <a:pt x="28" y="265"/>
                    </a:cubicBezTo>
                    <a:cubicBezTo>
                      <a:pt x="29" y="265"/>
                      <a:pt x="30" y="265"/>
                      <a:pt x="31" y="265"/>
                    </a:cubicBezTo>
                    <a:cubicBezTo>
                      <a:pt x="35" y="266"/>
                      <a:pt x="38" y="266"/>
                      <a:pt x="42" y="266"/>
                    </a:cubicBezTo>
                    <a:cubicBezTo>
                      <a:pt x="41" y="266"/>
                      <a:pt x="40" y="266"/>
                      <a:pt x="40" y="266"/>
                    </a:cubicBezTo>
                    <a:cubicBezTo>
                      <a:pt x="42" y="266"/>
                      <a:pt x="44" y="266"/>
                      <a:pt x="46" y="266"/>
                    </a:cubicBezTo>
                    <a:cubicBezTo>
                      <a:pt x="48" y="266"/>
                      <a:pt x="49" y="265"/>
                      <a:pt x="51" y="265"/>
                    </a:cubicBezTo>
                    <a:cubicBezTo>
                      <a:pt x="52" y="265"/>
                      <a:pt x="53" y="264"/>
                      <a:pt x="54" y="264"/>
                    </a:cubicBezTo>
                    <a:cubicBezTo>
                      <a:pt x="55" y="264"/>
                      <a:pt x="56" y="264"/>
                      <a:pt x="57" y="263"/>
                    </a:cubicBezTo>
                    <a:cubicBezTo>
                      <a:pt x="57" y="262"/>
                      <a:pt x="58" y="262"/>
                      <a:pt x="59" y="262"/>
                    </a:cubicBezTo>
                    <a:cubicBezTo>
                      <a:pt x="59" y="261"/>
                      <a:pt x="60" y="261"/>
                      <a:pt x="60" y="261"/>
                    </a:cubicBezTo>
                    <a:cubicBezTo>
                      <a:pt x="60" y="260"/>
                      <a:pt x="61" y="260"/>
                      <a:pt x="61" y="260"/>
                    </a:cubicBezTo>
                    <a:cubicBezTo>
                      <a:pt x="62" y="257"/>
                      <a:pt x="63" y="254"/>
                      <a:pt x="64" y="251"/>
                    </a:cubicBezTo>
                    <a:cubicBezTo>
                      <a:pt x="65" y="249"/>
                      <a:pt x="66" y="246"/>
                      <a:pt x="66" y="243"/>
                    </a:cubicBezTo>
                    <a:cubicBezTo>
                      <a:pt x="67" y="240"/>
                      <a:pt x="68" y="237"/>
                      <a:pt x="68" y="234"/>
                    </a:cubicBezTo>
                    <a:cubicBezTo>
                      <a:pt x="70" y="223"/>
                      <a:pt x="71" y="213"/>
                      <a:pt x="73" y="202"/>
                    </a:cubicBezTo>
                    <a:cubicBezTo>
                      <a:pt x="74" y="190"/>
                      <a:pt x="76" y="177"/>
                      <a:pt x="77" y="164"/>
                    </a:cubicBezTo>
                    <a:cubicBezTo>
                      <a:pt x="78" y="154"/>
                      <a:pt x="79" y="143"/>
                      <a:pt x="80" y="134"/>
                    </a:cubicBezTo>
                    <a:cubicBezTo>
                      <a:pt x="82" y="121"/>
                      <a:pt x="83" y="109"/>
                      <a:pt x="85" y="96"/>
                    </a:cubicBezTo>
                    <a:cubicBezTo>
                      <a:pt x="85" y="91"/>
                      <a:pt x="86" y="86"/>
                      <a:pt x="87" y="81"/>
                    </a:cubicBezTo>
                    <a:cubicBezTo>
                      <a:pt x="83" y="86"/>
                      <a:pt x="78" y="92"/>
                      <a:pt x="74" y="97"/>
                    </a:cubicBezTo>
                    <a:cubicBezTo>
                      <a:pt x="67" y="105"/>
                      <a:pt x="59" y="112"/>
                      <a:pt x="49" y="116"/>
                    </a:cubicBezTo>
                    <a:cubicBezTo>
                      <a:pt x="45" y="117"/>
                      <a:pt x="40" y="118"/>
                      <a:pt x="36" y="118"/>
                    </a:cubicBezTo>
                    <a:cubicBezTo>
                      <a:pt x="31" y="117"/>
                      <a:pt x="26" y="114"/>
                      <a:pt x="23" y="111"/>
                    </a:cubicBezTo>
                    <a:cubicBezTo>
                      <a:pt x="20" y="108"/>
                      <a:pt x="18" y="104"/>
                      <a:pt x="17" y="100"/>
                    </a:cubicBezTo>
                    <a:cubicBezTo>
                      <a:pt x="15" y="95"/>
                      <a:pt x="15" y="90"/>
                      <a:pt x="14" y="86"/>
                    </a:cubicBezTo>
                    <a:cubicBezTo>
                      <a:pt x="14" y="82"/>
                      <a:pt x="14" y="78"/>
                      <a:pt x="14" y="74"/>
                    </a:cubicBezTo>
                    <a:cubicBezTo>
                      <a:pt x="14" y="64"/>
                      <a:pt x="15" y="54"/>
                      <a:pt x="17" y="44"/>
                    </a:cubicBezTo>
                    <a:cubicBezTo>
                      <a:pt x="18" y="35"/>
                      <a:pt x="21" y="25"/>
                      <a:pt x="24" y="16"/>
                    </a:cubicBezTo>
                    <a:cubicBezTo>
                      <a:pt x="25" y="12"/>
                      <a:pt x="27" y="8"/>
                      <a:pt x="31" y="4"/>
                    </a:cubicBezTo>
                    <a:cubicBezTo>
                      <a:pt x="33" y="1"/>
                      <a:pt x="38" y="0"/>
                      <a:pt x="42" y="1"/>
                    </a:cubicBezTo>
                    <a:cubicBezTo>
                      <a:pt x="46" y="2"/>
                      <a:pt x="49" y="6"/>
                      <a:pt x="51" y="10"/>
                    </a:cubicBezTo>
                    <a:cubicBezTo>
                      <a:pt x="54" y="15"/>
                      <a:pt x="53" y="22"/>
                      <a:pt x="47" y="25"/>
                    </a:cubicBezTo>
                    <a:cubicBezTo>
                      <a:pt x="46" y="25"/>
                      <a:pt x="45" y="26"/>
                      <a:pt x="43" y="26"/>
                    </a:cubicBezTo>
                    <a:cubicBezTo>
                      <a:pt x="42" y="29"/>
                      <a:pt x="42" y="32"/>
                      <a:pt x="40" y="35"/>
                    </a:cubicBezTo>
                    <a:cubicBezTo>
                      <a:pt x="40" y="37"/>
                      <a:pt x="39" y="39"/>
                      <a:pt x="39" y="42"/>
                    </a:cubicBezTo>
                    <a:cubicBezTo>
                      <a:pt x="38" y="44"/>
                      <a:pt x="38" y="46"/>
                      <a:pt x="38" y="48"/>
                    </a:cubicBezTo>
                    <a:cubicBezTo>
                      <a:pt x="36" y="55"/>
                      <a:pt x="36" y="61"/>
                      <a:pt x="35" y="68"/>
                    </a:cubicBezTo>
                    <a:cubicBezTo>
                      <a:pt x="35" y="70"/>
                      <a:pt x="35" y="72"/>
                      <a:pt x="35" y="74"/>
                    </a:cubicBezTo>
                    <a:cubicBezTo>
                      <a:pt x="35" y="76"/>
                      <a:pt x="35" y="78"/>
                      <a:pt x="35" y="80"/>
                    </a:cubicBezTo>
                    <a:cubicBezTo>
                      <a:pt x="36" y="83"/>
                      <a:pt x="36" y="87"/>
                      <a:pt x="36" y="90"/>
                    </a:cubicBezTo>
                    <a:cubicBezTo>
                      <a:pt x="37" y="91"/>
                      <a:pt x="37" y="92"/>
                      <a:pt x="38" y="93"/>
                    </a:cubicBezTo>
                    <a:cubicBezTo>
                      <a:pt x="38" y="94"/>
                      <a:pt x="38" y="95"/>
                      <a:pt x="39" y="96"/>
                    </a:cubicBezTo>
                    <a:cubicBezTo>
                      <a:pt x="40" y="96"/>
                      <a:pt x="40" y="96"/>
                      <a:pt x="41" y="96"/>
                    </a:cubicBezTo>
                    <a:lnTo>
                      <a:pt x="42" y="96"/>
                    </a:lnTo>
                    <a:cubicBezTo>
                      <a:pt x="43" y="95"/>
                      <a:pt x="44" y="95"/>
                      <a:pt x="45" y="95"/>
                    </a:cubicBezTo>
                    <a:cubicBezTo>
                      <a:pt x="46" y="94"/>
                      <a:pt x="47" y="93"/>
                      <a:pt x="49" y="92"/>
                    </a:cubicBezTo>
                    <a:cubicBezTo>
                      <a:pt x="50" y="90"/>
                      <a:pt x="53" y="89"/>
                      <a:pt x="54" y="88"/>
                    </a:cubicBezTo>
                    <a:cubicBezTo>
                      <a:pt x="57" y="85"/>
                      <a:pt x="60" y="82"/>
                      <a:pt x="63" y="79"/>
                    </a:cubicBezTo>
                    <a:cubicBezTo>
                      <a:pt x="71" y="69"/>
                      <a:pt x="79" y="58"/>
                      <a:pt x="86" y="47"/>
                    </a:cubicBezTo>
                    <a:cubicBezTo>
                      <a:pt x="86" y="46"/>
                      <a:pt x="88" y="44"/>
                      <a:pt x="88" y="43"/>
                    </a:cubicBezTo>
                    <a:cubicBezTo>
                      <a:pt x="90" y="41"/>
                      <a:pt x="91" y="39"/>
                      <a:pt x="92" y="37"/>
                    </a:cubicBezTo>
                    <a:cubicBezTo>
                      <a:pt x="94" y="36"/>
                      <a:pt x="96" y="35"/>
                      <a:pt x="97" y="33"/>
                    </a:cubicBezTo>
                    <a:cubicBezTo>
                      <a:pt x="104" y="30"/>
                      <a:pt x="111" y="35"/>
                      <a:pt x="113" y="42"/>
                    </a:cubicBezTo>
                    <a:cubicBezTo>
                      <a:pt x="113" y="44"/>
                      <a:pt x="113" y="47"/>
                      <a:pt x="113" y="50"/>
                    </a:cubicBezTo>
                    <a:cubicBezTo>
                      <a:pt x="113" y="52"/>
                      <a:pt x="112" y="54"/>
                      <a:pt x="112" y="57"/>
                    </a:cubicBezTo>
                    <a:cubicBezTo>
                      <a:pt x="112" y="56"/>
                      <a:pt x="112" y="56"/>
                      <a:pt x="112" y="55"/>
                    </a:cubicBezTo>
                    <a:cubicBezTo>
                      <a:pt x="112" y="57"/>
                      <a:pt x="111" y="58"/>
                      <a:pt x="111" y="59"/>
                    </a:cubicBezTo>
                    <a:lnTo>
                      <a:pt x="111" y="58"/>
                    </a:lnTo>
                    <a:cubicBezTo>
                      <a:pt x="111" y="60"/>
                      <a:pt x="111" y="62"/>
                      <a:pt x="111" y="64"/>
                    </a:cubicBezTo>
                    <a:cubicBezTo>
                      <a:pt x="111" y="64"/>
                      <a:pt x="111" y="63"/>
                      <a:pt x="111" y="62"/>
                    </a:cubicBezTo>
                    <a:cubicBezTo>
                      <a:pt x="111" y="63"/>
                      <a:pt x="111" y="64"/>
                      <a:pt x="110" y="65"/>
                    </a:cubicBezTo>
                    <a:lnTo>
                      <a:pt x="110" y="64"/>
                    </a:lnTo>
                    <a:cubicBezTo>
                      <a:pt x="110" y="65"/>
                      <a:pt x="110" y="65"/>
                      <a:pt x="110" y="65"/>
                    </a:cubicBezTo>
                    <a:lnTo>
                      <a:pt x="110" y="66"/>
                    </a:lnTo>
                    <a:lnTo>
                      <a:pt x="110" y="65"/>
                    </a:lnTo>
                    <a:cubicBezTo>
                      <a:pt x="110" y="66"/>
                      <a:pt x="110" y="66"/>
                      <a:pt x="110" y="66"/>
                    </a:cubicBezTo>
                    <a:lnTo>
                      <a:pt x="110" y="65"/>
                    </a:lnTo>
                    <a:cubicBezTo>
                      <a:pt x="109" y="71"/>
                      <a:pt x="109" y="76"/>
                      <a:pt x="107" y="82"/>
                    </a:cubicBezTo>
                    <a:cubicBezTo>
                      <a:pt x="107" y="81"/>
                      <a:pt x="107" y="81"/>
                      <a:pt x="107" y="81"/>
                    </a:cubicBezTo>
                    <a:cubicBezTo>
                      <a:pt x="104" y="103"/>
                      <a:pt x="101" y="125"/>
                      <a:pt x="99" y="147"/>
                    </a:cubicBezTo>
                    <a:cubicBezTo>
                      <a:pt x="96" y="171"/>
                      <a:pt x="94" y="195"/>
                      <a:pt x="91" y="219"/>
                    </a:cubicBezTo>
                    <a:cubicBezTo>
                      <a:pt x="90" y="227"/>
                      <a:pt x="89" y="235"/>
                      <a:pt x="88" y="243"/>
                    </a:cubicBezTo>
                    <a:cubicBezTo>
                      <a:pt x="86" y="247"/>
                      <a:pt x="85" y="252"/>
                      <a:pt x="84" y="256"/>
                    </a:cubicBezTo>
                    <a:cubicBezTo>
                      <a:pt x="84" y="259"/>
                      <a:pt x="82" y="263"/>
                      <a:pt x="81" y="267"/>
                    </a:cubicBezTo>
                    <a:cubicBezTo>
                      <a:pt x="79" y="269"/>
                      <a:pt x="78" y="271"/>
                      <a:pt x="77" y="273"/>
                    </a:cubicBezTo>
                    <a:cubicBezTo>
                      <a:pt x="76" y="275"/>
                      <a:pt x="74" y="277"/>
                      <a:pt x="72" y="279"/>
                    </a:cubicBezTo>
                    <a:cubicBezTo>
                      <a:pt x="64" y="284"/>
                      <a:pt x="54" y="287"/>
                      <a:pt x="44" y="287"/>
                    </a:cubicBezTo>
                    <a:cubicBezTo>
                      <a:pt x="43" y="287"/>
                      <a:pt x="42" y="287"/>
                      <a:pt x="41" y="287"/>
                    </a:cubicBezTo>
                    <a:cubicBezTo>
                      <a:pt x="37" y="287"/>
                      <a:pt x="32" y="287"/>
                      <a:pt x="29" y="2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92" name="Google Shape;2592;p27"/>
              <p:cNvSpPr/>
              <p:nvPr/>
            </p:nvSpPr>
            <p:spPr>
              <a:xfrm>
                <a:off x="2627640" y="482400"/>
                <a:ext cx="38160" cy="45000"/>
              </a:xfrm>
              <a:custGeom>
                <a:avLst/>
                <a:gdLst/>
                <a:ahLst/>
                <a:cxnLst/>
                <a:rect l="l" t="t" r="r" b="b"/>
                <a:pathLst>
                  <a:path w="106" h="125" extrusionOk="0">
                    <a:moveTo>
                      <a:pt x="39" y="58"/>
                    </a:moveTo>
                    <a:cubicBezTo>
                      <a:pt x="41" y="56"/>
                      <a:pt x="42" y="53"/>
                      <a:pt x="44" y="50"/>
                    </a:cubicBezTo>
                    <a:cubicBezTo>
                      <a:pt x="44" y="48"/>
                      <a:pt x="45" y="46"/>
                      <a:pt x="45" y="45"/>
                    </a:cubicBezTo>
                    <a:cubicBezTo>
                      <a:pt x="46" y="42"/>
                      <a:pt x="47" y="39"/>
                      <a:pt x="48" y="37"/>
                    </a:cubicBezTo>
                    <a:cubicBezTo>
                      <a:pt x="48" y="34"/>
                      <a:pt x="48" y="32"/>
                      <a:pt x="48" y="29"/>
                    </a:cubicBezTo>
                    <a:cubicBezTo>
                      <a:pt x="48" y="28"/>
                      <a:pt x="48" y="26"/>
                      <a:pt x="48" y="24"/>
                    </a:cubicBezTo>
                    <a:cubicBezTo>
                      <a:pt x="48" y="25"/>
                      <a:pt x="48" y="25"/>
                      <a:pt x="48" y="26"/>
                    </a:cubicBezTo>
                    <a:cubicBezTo>
                      <a:pt x="48" y="25"/>
                      <a:pt x="48" y="24"/>
                      <a:pt x="48" y="24"/>
                    </a:cubicBezTo>
                    <a:cubicBezTo>
                      <a:pt x="48" y="23"/>
                      <a:pt x="48" y="23"/>
                      <a:pt x="48" y="23"/>
                    </a:cubicBezTo>
                    <a:cubicBezTo>
                      <a:pt x="48" y="23"/>
                      <a:pt x="47" y="23"/>
                      <a:pt x="46" y="23"/>
                    </a:cubicBezTo>
                    <a:cubicBezTo>
                      <a:pt x="45" y="24"/>
                      <a:pt x="42" y="26"/>
                      <a:pt x="40" y="27"/>
                    </a:cubicBezTo>
                    <a:cubicBezTo>
                      <a:pt x="38" y="29"/>
                      <a:pt x="36" y="30"/>
                      <a:pt x="34" y="32"/>
                    </a:cubicBezTo>
                    <a:cubicBezTo>
                      <a:pt x="33" y="33"/>
                      <a:pt x="32" y="34"/>
                      <a:pt x="31" y="35"/>
                    </a:cubicBezTo>
                    <a:cubicBezTo>
                      <a:pt x="30" y="37"/>
                      <a:pt x="28" y="39"/>
                      <a:pt x="27" y="41"/>
                    </a:cubicBezTo>
                    <a:cubicBezTo>
                      <a:pt x="26" y="42"/>
                      <a:pt x="25" y="44"/>
                      <a:pt x="25" y="45"/>
                    </a:cubicBezTo>
                    <a:cubicBezTo>
                      <a:pt x="24" y="46"/>
                      <a:pt x="24" y="47"/>
                      <a:pt x="23" y="49"/>
                    </a:cubicBezTo>
                    <a:cubicBezTo>
                      <a:pt x="23" y="50"/>
                      <a:pt x="23" y="51"/>
                      <a:pt x="23" y="52"/>
                    </a:cubicBezTo>
                    <a:cubicBezTo>
                      <a:pt x="23" y="53"/>
                      <a:pt x="22" y="54"/>
                      <a:pt x="22" y="55"/>
                    </a:cubicBezTo>
                    <a:lnTo>
                      <a:pt x="22" y="56"/>
                    </a:lnTo>
                    <a:cubicBezTo>
                      <a:pt x="23" y="56"/>
                      <a:pt x="23" y="56"/>
                      <a:pt x="24" y="56"/>
                    </a:cubicBezTo>
                    <a:cubicBezTo>
                      <a:pt x="27" y="56"/>
                      <a:pt x="30" y="56"/>
                      <a:pt x="33" y="56"/>
                    </a:cubicBezTo>
                    <a:cubicBezTo>
                      <a:pt x="35" y="56"/>
                      <a:pt x="37" y="57"/>
                      <a:pt x="39" y="58"/>
                    </a:cubicBezTo>
                    <a:moveTo>
                      <a:pt x="39" y="123"/>
                    </a:moveTo>
                    <a:cubicBezTo>
                      <a:pt x="34" y="123"/>
                      <a:pt x="29" y="123"/>
                      <a:pt x="24" y="121"/>
                    </a:cubicBezTo>
                    <a:cubicBezTo>
                      <a:pt x="20" y="120"/>
                      <a:pt x="16" y="117"/>
                      <a:pt x="14" y="113"/>
                    </a:cubicBezTo>
                    <a:cubicBezTo>
                      <a:pt x="13" y="112"/>
                      <a:pt x="12" y="111"/>
                      <a:pt x="11" y="109"/>
                    </a:cubicBezTo>
                    <a:cubicBezTo>
                      <a:pt x="11" y="106"/>
                      <a:pt x="11" y="104"/>
                      <a:pt x="11" y="101"/>
                    </a:cubicBezTo>
                    <a:cubicBezTo>
                      <a:pt x="11" y="96"/>
                      <a:pt x="15" y="92"/>
                      <a:pt x="18" y="88"/>
                    </a:cubicBezTo>
                    <a:cubicBezTo>
                      <a:pt x="21" y="85"/>
                      <a:pt x="24" y="81"/>
                      <a:pt x="27" y="78"/>
                    </a:cubicBezTo>
                    <a:lnTo>
                      <a:pt x="26" y="78"/>
                    </a:lnTo>
                    <a:cubicBezTo>
                      <a:pt x="22" y="78"/>
                      <a:pt x="18" y="78"/>
                      <a:pt x="14" y="77"/>
                    </a:cubicBezTo>
                    <a:cubicBezTo>
                      <a:pt x="9" y="75"/>
                      <a:pt x="5" y="71"/>
                      <a:pt x="3" y="66"/>
                    </a:cubicBezTo>
                    <a:cubicBezTo>
                      <a:pt x="2" y="64"/>
                      <a:pt x="1" y="61"/>
                      <a:pt x="1" y="58"/>
                    </a:cubicBezTo>
                    <a:cubicBezTo>
                      <a:pt x="0" y="55"/>
                      <a:pt x="1" y="51"/>
                      <a:pt x="2" y="48"/>
                    </a:cubicBezTo>
                    <a:cubicBezTo>
                      <a:pt x="3" y="42"/>
                      <a:pt x="5" y="36"/>
                      <a:pt x="8" y="31"/>
                    </a:cubicBezTo>
                    <a:cubicBezTo>
                      <a:pt x="12" y="25"/>
                      <a:pt x="16" y="19"/>
                      <a:pt x="21" y="14"/>
                    </a:cubicBezTo>
                    <a:cubicBezTo>
                      <a:pt x="27" y="10"/>
                      <a:pt x="32" y="6"/>
                      <a:pt x="38" y="3"/>
                    </a:cubicBezTo>
                    <a:cubicBezTo>
                      <a:pt x="44" y="0"/>
                      <a:pt x="52" y="0"/>
                      <a:pt x="58" y="3"/>
                    </a:cubicBezTo>
                    <a:cubicBezTo>
                      <a:pt x="63" y="5"/>
                      <a:pt x="67" y="10"/>
                      <a:pt x="68" y="16"/>
                    </a:cubicBezTo>
                    <a:cubicBezTo>
                      <a:pt x="70" y="23"/>
                      <a:pt x="70" y="30"/>
                      <a:pt x="69" y="38"/>
                    </a:cubicBezTo>
                    <a:cubicBezTo>
                      <a:pt x="67" y="45"/>
                      <a:pt x="66" y="52"/>
                      <a:pt x="63" y="58"/>
                    </a:cubicBezTo>
                    <a:cubicBezTo>
                      <a:pt x="61" y="62"/>
                      <a:pt x="59" y="66"/>
                      <a:pt x="57" y="70"/>
                    </a:cubicBezTo>
                    <a:cubicBezTo>
                      <a:pt x="51" y="80"/>
                      <a:pt x="45" y="89"/>
                      <a:pt x="38" y="98"/>
                    </a:cubicBezTo>
                    <a:cubicBezTo>
                      <a:pt x="37" y="99"/>
                      <a:pt x="37" y="101"/>
                      <a:pt x="35" y="102"/>
                    </a:cubicBezTo>
                    <a:cubicBezTo>
                      <a:pt x="39" y="102"/>
                      <a:pt x="42" y="102"/>
                      <a:pt x="46" y="102"/>
                    </a:cubicBezTo>
                    <a:cubicBezTo>
                      <a:pt x="50" y="102"/>
                      <a:pt x="54" y="102"/>
                      <a:pt x="58" y="102"/>
                    </a:cubicBezTo>
                    <a:cubicBezTo>
                      <a:pt x="62" y="102"/>
                      <a:pt x="66" y="102"/>
                      <a:pt x="70" y="101"/>
                    </a:cubicBezTo>
                    <a:cubicBezTo>
                      <a:pt x="78" y="101"/>
                      <a:pt x="85" y="99"/>
                      <a:pt x="93" y="99"/>
                    </a:cubicBezTo>
                    <a:cubicBezTo>
                      <a:pt x="98" y="98"/>
                      <a:pt x="104" y="101"/>
                      <a:pt x="105" y="107"/>
                    </a:cubicBezTo>
                    <a:cubicBezTo>
                      <a:pt x="105" y="112"/>
                      <a:pt x="102" y="118"/>
                      <a:pt x="96" y="119"/>
                    </a:cubicBezTo>
                    <a:cubicBezTo>
                      <a:pt x="79" y="121"/>
                      <a:pt x="63" y="124"/>
                      <a:pt x="45" y="124"/>
                    </a:cubicBezTo>
                    <a:cubicBezTo>
                      <a:pt x="44" y="124"/>
                      <a:pt x="41" y="124"/>
                      <a:pt x="39" y="1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93" name="Google Shape;2593;p27"/>
              <p:cNvSpPr/>
              <p:nvPr/>
            </p:nvSpPr>
            <p:spPr>
              <a:xfrm>
                <a:off x="2673720" y="530280"/>
                <a:ext cx="32760" cy="9360"/>
              </a:xfrm>
              <a:custGeom>
                <a:avLst/>
                <a:gdLst/>
                <a:ahLst/>
                <a:cxnLst/>
                <a:rect l="l" t="t" r="r" b="b"/>
                <a:pathLst>
                  <a:path w="91" h="26" extrusionOk="0">
                    <a:moveTo>
                      <a:pt x="44" y="25"/>
                    </a:moveTo>
                    <a:cubicBezTo>
                      <a:pt x="37" y="25"/>
                      <a:pt x="31" y="25"/>
                      <a:pt x="25" y="25"/>
                    </a:cubicBezTo>
                    <a:cubicBezTo>
                      <a:pt x="23" y="25"/>
                      <a:pt x="20" y="24"/>
                      <a:pt x="18" y="24"/>
                    </a:cubicBezTo>
                    <a:cubicBezTo>
                      <a:pt x="15" y="23"/>
                      <a:pt x="12" y="23"/>
                      <a:pt x="9" y="22"/>
                    </a:cubicBezTo>
                    <a:cubicBezTo>
                      <a:pt x="3" y="19"/>
                      <a:pt x="0" y="12"/>
                      <a:pt x="4" y="7"/>
                    </a:cubicBezTo>
                    <a:cubicBezTo>
                      <a:pt x="6" y="1"/>
                      <a:pt x="13" y="0"/>
                      <a:pt x="18" y="2"/>
                    </a:cubicBezTo>
                    <a:cubicBezTo>
                      <a:pt x="20" y="3"/>
                      <a:pt x="21" y="3"/>
                      <a:pt x="23" y="3"/>
                    </a:cubicBezTo>
                    <a:cubicBezTo>
                      <a:pt x="28" y="4"/>
                      <a:pt x="33" y="4"/>
                      <a:pt x="38" y="4"/>
                    </a:cubicBezTo>
                    <a:cubicBezTo>
                      <a:pt x="52" y="4"/>
                      <a:pt x="65" y="4"/>
                      <a:pt x="79" y="4"/>
                    </a:cubicBezTo>
                    <a:cubicBezTo>
                      <a:pt x="84" y="4"/>
                      <a:pt x="90" y="8"/>
                      <a:pt x="90" y="14"/>
                    </a:cubicBezTo>
                    <a:cubicBezTo>
                      <a:pt x="90" y="20"/>
                      <a:pt x="85" y="25"/>
                      <a:pt x="79" y="25"/>
                    </a:cubicBezTo>
                    <a:cubicBezTo>
                      <a:pt x="72" y="25"/>
                      <a:pt x="64" y="25"/>
                      <a:pt x="56" y="25"/>
                    </a:cubicBezTo>
                    <a:cubicBezTo>
                      <a:pt x="52" y="25"/>
                      <a:pt x="48" y="25"/>
                      <a:pt x="44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94" name="Google Shape;2594;p27"/>
              <p:cNvSpPr/>
              <p:nvPr/>
            </p:nvSpPr>
            <p:spPr>
              <a:xfrm>
                <a:off x="2691360" y="510480"/>
                <a:ext cx="24480" cy="34200"/>
              </a:xfrm>
              <a:custGeom>
                <a:avLst/>
                <a:gdLst/>
                <a:ahLst/>
                <a:cxnLst/>
                <a:rect l="l" t="t" r="r" b="b"/>
                <a:pathLst>
                  <a:path w="68" h="95" extrusionOk="0">
                    <a:moveTo>
                      <a:pt x="9" y="94"/>
                    </a:moveTo>
                    <a:cubicBezTo>
                      <a:pt x="4" y="92"/>
                      <a:pt x="0" y="86"/>
                      <a:pt x="2" y="81"/>
                    </a:cubicBezTo>
                    <a:cubicBezTo>
                      <a:pt x="5" y="68"/>
                      <a:pt x="10" y="56"/>
                      <a:pt x="16" y="44"/>
                    </a:cubicBezTo>
                    <a:cubicBezTo>
                      <a:pt x="17" y="41"/>
                      <a:pt x="19" y="38"/>
                      <a:pt x="21" y="34"/>
                    </a:cubicBezTo>
                    <a:cubicBezTo>
                      <a:pt x="23" y="29"/>
                      <a:pt x="27" y="24"/>
                      <a:pt x="31" y="19"/>
                    </a:cubicBezTo>
                    <a:cubicBezTo>
                      <a:pt x="35" y="12"/>
                      <a:pt x="41" y="7"/>
                      <a:pt x="48" y="3"/>
                    </a:cubicBezTo>
                    <a:cubicBezTo>
                      <a:pt x="53" y="0"/>
                      <a:pt x="60" y="2"/>
                      <a:pt x="63" y="7"/>
                    </a:cubicBezTo>
                    <a:cubicBezTo>
                      <a:pt x="67" y="13"/>
                      <a:pt x="64" y="20"/>
                      <a:pt x="58" y="23"/>
                    </a:cubicBezTo>
                    <a:cubicBezTo>
                      <a:pt x="57" y="23"/>
                      <a:pt x="57" y="24"/>
                      <a:pt x="56" y="24"/>
                    </a:cubicBezTo>
                    <a:cubicBezTo>
                      <a:pt x="56" y="24"/>
                      <a:pt x="55" y="24"/>
                      <a:pt x="55" y="25"/>
                    </a:cubicBezTo>
                    <a:cubicBezTo>
                      <a:pt x="53" y="26"/>
                      <a:pt x="52" y="27"/>
                      <a:pt x="51" y="27"/>
                    </a:cubicBezTo>
                    <a:cubicBezTo>
                      <a:pt x="51" y="28"/>
                      <a:pt x="50" y="28"/>
                      <a:pt x="50" y="29"/>
                    </a:cubicBezTo>
                    <a:cubicBezTo>
                      <a:pt x="48" y="31"/>
                      <a:pt x="46" y="34"/>
                      <a:pt x="43" y="37"/>
                    </a:cubicBezTo>
                    <a:cubicBezTo>
                      <a:pt x="40" y="43"/>
                      <a:pt x="37" y="49"/>
                      <a:pt x="34" y="55"/>
                    </a:cubicBezTo>
                    <a:cubicBezTo>
                      <a:pt x="32" y="59"/>
                      <a:pt x="30" y="64"/>
                      <a:pt x="28" y="69"/>
                    </a:cubicBezTo>
                    <a:cubicBezTo>
                      <a:pt x="25" y="74"/>
                      <a:pt x="23" y="81"/>
                      <a:pt x="21" y="87"/>
                    </a:cubicBezTo>
                    <a:cubicBezTo>
                      <a:pt x="20" y="91"/>
                      <a:pt x="16" y="94"/>
                      <a:pt x="11" y="94"/>
                    </a:cubicBezTo>
                    <a:cubicBezTo>
                      <a:pt x="10" y="94"/>
                      <a:pt x="10" y="94"/>
                      <a:pt x="9" y="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95" name="Google Shape;2595;p27"/>
              <p:cNvSpPr/>
              <p:nvPr/>
            </p:nvSpPr>
            <p:spPr>
              <a:xfrm>
                <a:off x="2721240" y="491760"/>
                <a:ext cx="39960" cy="84960"/>
              </a:xfrm>
              <a:custGeom>
                <a:avLst/>
                <a:gdLst/>
                <a:ahLst/>
                <a:cxnLst/>
                <a:rect l="l" t="t" r="r" b="b"/>
                <a:pathLst>
                  <a:path w="111" h="236" extrusionOk="0">
                    <a:moveTo>
                      <a:pt x="47" y="226"/>
                    </a:moveTo>
                    <a:cubicBezTo>
                      <a:pt x="46" y="220"/>
                      <a:pt x="50" y="214"/>
                      <a:pt x="57" y="213"/>
                    </a:cubicBezTo>
                    <a:cubicBezTo>
                      <a:pt x="58" y="213"/>
                      <a:pt x="59" y="213"/>
                      <a:pt x="60" y="213"/>
                    </a:cubicBezTo>
                    <a:cubicBezTo>
                      <a:pt x="61" y="212"/>
                      <a:pt x="62" y="212"/>
                      <a:pt x="64" y="211"/>
                    </a:cubicBezTo>
                    <a:cubicBezTo>
                      <a:pt x="65" y="210"/>
                      <a:pt x="68" y="209"/>
                      <a:pt x="70" y="207"/>
                    </a:cubicBezTo>
                    <a:cubicBezTo>
                      <a:pt x="72" y="206"/>
                      <a:pt x="74" y="204"/>
                      <a:pt x="76" y="203"/>
                    </a:cubicBezTo>
                    <a:cubicBezTo>
                      <a:pt x="77" y="202"/>
                      <a:pt x="78" y="200"/>
                      <a:pt x="79" y="199"/>
                    </a:cubicBezTo>
                    <a:cubicBezTo>
                      <a:pt x="81" y="197"/>
                      <a:pt x="81" y="196"/>
                      <a:pt x="82" y="195"/>
                    </a:cubicBezTo>
                    <a:cubicBezTo>
                      <a:pt x="83" y="194"/>
                      <a:pt x="83" y="193"/>
                      <a:pt x="84" y="192"/>
                    </a:cubicBezTo>
                    <a:cubicBezTo>
                      <a:pt x="85" y="191"/>
                      <a:pt x="85" y="189"/>
                      <a:pt x="86" y="188"/>
                    </a:cubicBezTo>
                    <a:cubicBezTo>
                      <a:pt x="86" y="186"/>
                      <a:pt x="87" y="183"/>
                      <a:pt x="88" y="181"/>
                    </a:cubicBezTo>
                    <a:cubicBezTo>
                      <a:pt x="88" y="178"/>
                      <a:pt x="88" y="174"/>
                      <a:pt x="89" y="171"/>
                    </a:cubicBezTo>
                    <a:cubicBezTo>
                      <a:pt x="89" y="169"/>
                      <a:pt x="89" y="167"/>
                      <a:pt x="88" y="164"/>
                    </a:cubicBezTo>
                    <a:cubicBezTo>
                      <a:pt x="88" y="162"/>
                      <a:pt x="88" y="160"/>
                      <a:pt x="87" y="157"/>
                    </a:cubicBezTo>
                    <a:cubicBezTo>
                      <a:pt x="86" y="154"/>
                      <a:pt x="86" y="152"/>
                      <a:pt x="85" y="149"/>
                    </a:cubicBezTo>
                    <a:cubicBezTo>
                      <a:pt x="83" y="146"/>
                      <a:pt x="82" y="143"/>
                      <a:pt x="81" y="140"/>
                    </a:cubicBezTo>
                    <a:cubicBezTo>
                      <a:pt x="79" y="138"/>
                      <a:pt x="78" y="136"/>
                      <a:pt x="77" y="134"/>
                    </a:cubicBezTo>
                    <a:cubicBezTo>
                      <a:pt x="75" y="132"/>
                      <a:pt x="74" y="130"/>
                      <a:pt x="72" y="128"/>
                    </a:cubicBezTo>
                    <a:cubicBezTo>
                      <a:pt x="71" y="127"/>
                      <a:pt x="70" y="126"/>
                      <a:pt x="69" y="125"/>
                    </a:cubicBezTo>
                    <a:cubicBezTo>
                      <a:pt x="67" y="123"/>
                      <a:pt x="65" y="122"/>
                      <a:pt x="63" y="121"/>
                    </a:cubicBezTo>
                    <a:cubicBezTo>
                      <a:pt x="61" y="119"/>
                      <a:pt x="59" y="118"/>
                      <a:pt x="57" y="117"/>
                    </a:cubicBezTo>
                    <a:cubicBezTo>
                      <a:pt x="55" y="117"/>
                      <a:pt x="54" y="116"/>
                      <a:pt x="52" y="115"/>
                    </a:cubicBezTo>
                    <a:cubicBezTo>
                      <a:pt x="48" y="114"/>
                      <a:pt x="46" y="114"/>
                      <a:pt x="43" y="112"/>
                    </a:cubicBezTo>
                    <a:cubicBezTo>
                      <a:pt x="39" y="109"/>
                      <a:pt x="36" y="104"/>
                      <a:pt x="38" y="98"/>
                    </a:cubicBezTo>
                    <a:cubicBezTo>
                      <a:pt x="40" y="94"/>
                      <a:pt x="44" y="89"/>
                      <a:pt x="47" y="85"/>
                    </a:cubicBezTo>
                    <a:cubicBezTo>
                      <a:pt x="49" y="81"/>
                      <a:pt x="51" y="76"/>
                      <a:pt x="54" y="72"/>
                    </a:cubicBezTo>
                    <a:cubicBezTo>
                      <a:pt x="56" y="67"/>
                      <a:pt x="58" y="62"/>
                      <a:pt x="60" y="57"/>
                    </a:cubicBezTo>
                    <a:cubicBezTo>
                      <a:pt x="61" y="52"/>
                      <a:pt x="62" y="48"/>
                      <a:pt x="62" y="43"/>
                    </a:cubicBezTo>
                    <a:cubicBezTo>
                      <a:pt x="63" y="41"/>
                      <a:pt x="64" y="38"/>
                      <a:pt x="64" y="36"/>
                    </a:cubicBezTo>
                    <a:cubicBezTo>
                      <a:pt x="64" y="34"/>
                      <a:pt x="64" y="31"/>
                      <a:pt x="64" y="30"/>
                    </a:cubicBezTo>
                    <a:cubicBezTo>
                      <a:pt x="64" y="29"/>
                      <a:pt x="63" y="28"/>
                      <a:pt x="63" y="27"/>
                    </a:cubicBezTo>
                    <a:lnTo>
                      <a:pt x="63" y="26"/>
                    </a:lnTo>
                    <a:cubicBezTo>
                      <a:pt x="62" y="26"/>
                      <a:pt x="62" y="26"/>
                      <a:pt x="62" y="25"/>
                    </a:cubicBezTo>
                    <a:cubicBezTo>
                      <a:pt x="61" y="24"/>
                      <a:pt x="61" y="24"/>
                      <a:pt x="61" y="24"/>
                    </a:cubicBezTo>
                    <a:lnTo>
                      <a:pt x="61" y="23"/>
                    </a:lnTo>
                    <a:lnTo>
                      <a:pt x="60" y="23"/>
                    </a:lnTo>
                    <a:lnTo>
                      <a:pt x="59" y="23"/>
                    </a:lnTo>
                    <a:lnTo>
                      <a:pt x="58" y="23"/>
                    </a:lnTo>
                    <a:lnTo>
                      <a:pt x="57" y="23"/>
                    </a:lnTo>
                    <a:cubicBezTo>
                      <a:pt x="56" y="23"/>
                      <a:pt x="55" y="23"/>
                      <a:pt x="55" y="23"/>
                    </a:cubicBezTo>
                    <a:cubicBezTo>
                      <a:pt x="53" y="25"/>
                      <a:pt x="51" y="26"/>
                      <a:pt x="49" y="27"/>
                    </a:cubicBezTo>
                    <a:cubicBezTo>
                      <a:pt x="44" y="30"/>
                      <a:pt x="40" y="34"/>
                      <a:pt x="36" y="37"/>
                    </a:cubicBezTo>
                    <a:cubicBezTo>
                      <a:pt x="34" y="40"/>
                      <a:pt x="32" y="42"/>
                      <a:pt x="29" y="45"/>
                    </a:cubicBezTo>
                    <a:cubicBezTo>
                      <a:pt x="28" y="47"/>
                      <a:pt x="26" y="48"/>
                      <a:pt x="25" y="50"/>
                    </a:cubicBezTo>
                    <a:cubicBezTo>
                      <a:pt x="25" y="51"/>
                      <a:pt x="25" y="51"/>
                      <a:pt x="24" y="52"/>
                    </a:cubicBezTo>
                    <a:cubicBezTo>
                      <a:pt x="25" y="54"/>
                      <a:pt x="26" y="55"/>
                      <a:pt x="26" y="57"/>
                    </a:cubicBezTo>
                    <a:cubicBezTo>
                      <a:pt x="26" y="64"/>
                      <a:pt x="21" y="68"/>
                      <a:pt x="15" y="68"/>
                    </a:cubicBezTo>
                    <a:cubicBezTo>
                      <a:pt x="14" y="68"/>
                      <a:pt x="14" y="68"/>
                      <a:pt x="14" y="68"/>
                    </a:cubicBezTo>
                    <a:lnTo>
                      <a:pt x="15" y="68"/>
                    </a:lnTo>
                    <a:cubicBezTo>
                      <a:pt x="14" y="68"/>
                      <a:pt x="14" y="68"/>
                      <a:pt x="14" y="68"/>
                    </a:cubicBezTo>
                    <a:cubicBezTo>
                      <a:pt x="11" y="68"/>
                      <a:pt x="8" y="68"/>
                      <a:pt x="5" y="66"/>
                    </a:cubicBezTo>
                    <a:cubicBezTo>
                      <a:pt x="3" y="65"/>
                      <a:pt x="2" y="62"/>
                      <a:pt x="1" y="60"/>
                    </a:cubicBezTo>
                    <a:cubicBezTo>
                      <a:pt x="0" y="57"/>
                      <a:pt x="0" y="54"/>
                      <a:pt x="1" y="50"/>
                    </a:cubicBezTo>
                    <a:cubicBezTo>
                      <a:pt x="2" y="47"/>
                      <a:pt x="4" y="44"/>
                      <a:pt x="5" y="41"/>
                    </a:cubicBezTo>
                    <a:cubicBezTo>
                      <a:pt x="7" y="38"/>
                      <a:pt x="9" y="36"/>
                      <a:pt x="11" y="33"/>
                    </a:cubicBezTo>
                    <a:cubicBezTo>
                      <a:pt x="15" y="28"/>
                      <a:pt x="20" y="23"/>
                      <a:pt x="25" y="19"/>
                    </a:cubicBezTo>
                    <a:cubicBezTo>
                      <a:pt x="30" y="15"/>
                      <a:pt x="35" y="11"/>
                      <a:pt x="41" y="7"/>
                    </a:cubicBezTo>
                    <a:cubicBezTo>
                      <a:pt x="46" y="4"/>
                      <a:pt x="50" y="2"/>
                      <a:pt x="55" y="1"/>
                    </a:cubicBezTo>
                    <a:cubicBezTo>
                      <a:pt x="62" y="0"/>
                      <a:pt x="69" y="2"/>
                      <a:pt x="74" y="6"/>
                    </a:cubicBezTo>
                    <a:cubicBezTo>
                      <a:pt x="79" y="10"/>
                      <a:pt x="82" y="16"/>
                      <a:pt x="84" y="22"/>
                    </a:cubicBezTo>
                    <a:cubicBezTo>
                      <a:pt x="86" y="29"/>
                      <a:pt x="85" y="37"/>
                      <a:pt x="84" y="44"/>
                    </a:cubicBezTo>
                    <a:cubicBezTo>
                      <a:pt x="82" y="54"/>
                      <a:pt x="79" y="64"/>
                      <a:pt x="76" y="73"/>
                    </a:cubicBezTo>
                    <a:cubicBezTo>
                      <a:pt x="75" y="78"/>
                      <a:pt x="72" y="83"/>
                      <a:pt x="69" y="89"/>
                    </a:cubicBezTo>
                    <a:cubicBezTo>
                      <a:pt x="68" y="92"/>
                      <a:pt x="67" y="94"/>
                      <a:pt x="65" y="97"/>
                    </a:cubicBezTo>
                    <a:cubicBezTo>
                      <a:pt x="76" y="103"/>
                      <a:pt x="85" y="110"/>
                      <a:pt x="92" y="119"/>
                    </a:cubicBezTo>
                    <a:cubicBezTo>
                      <a:pt x="102" y="133"/>
                      <a:pt x="108" y="149"/>
                      <a:pt x="110" y="165"/>
                    </a:cubicBezTo>
                    <a:cubicBezTo>
                      <a:pt x="110" y="172"/>
                      <a:pt x="109" y="181"/>
                      <a:pt x="107" y="188"/>
                    </a:cubicBezTo>
                    <a:cubicBezTo>
                      <a:pt x="106" y="197"/>
                      <a:pt x="102" y="204"/>
                      <a:pt x="97" y="211"/>
                    </a:cubicBezTo>
                    <a:cubicBezTo>
                      <a:pt x="93" y="217"/>
                      <a:pt x="87" y="223"/>
                      <a:pt x="81" y="227"/>
                    </a:cubicBezTo>
                    <a:cubicBezTo>
                      <a:pt x="77" y="229"/>
                      <a:pt x="74" y="231"/>
                      <a:pt x="70" y="232"/>
                    </a:cubicBezTo>
                    <a:cubicBezTo>
                      <a:pt x="67" y="234"/>
                      <a:pt x="64" y="235"/>
                      <a:pt x="60" y="235"/>
                    </a:cubicBezTo>
                    <a:cubicBezTo>
                      <a:pt x="60" y="235"/>
                      <a:pt x="59" y="235"/>
                      <a:pt x="58" y="235"/>
                    </a:cubicBezTo>
                    <a:cubicBezTo>
                      <a:pt x="53" y="235"/>
                      <a:pt x="48" y="232"/>
                      <a:pt x="47" y="2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96" name="Google Shape;2596;p27"/>
              <p:cNvSpPr/>
              <p:nvPr/>
            </p:nvSpPr>
            <p:spPr>
              <a:xfrm>
                <a:off x="2768760" y="549720"/>
                <a:ext cx="30960" cy="41400"/>
              </a:xfrm>
              <a:custGeom>
                <a:avLst/>
                <a:gdLst/>
                <a:ahLst/>
                <a:cxnLst/>
                <a:rect l="l" t="t" r="r" b="b"/>
                <a:pathLst>
                  <a:path w="86" h="115" extrusionOk="0">
                    <a:moveTo>
                      <a:pt x="7" y="113"/>
                    </a:moveTo>
                    <a:cubicBezTo>
                      <a:pt x="2" y="110"/>
                      <a:pt x="0" y="104"/>
                      <a:pt x="3" y="99"/>
                    </a:cubicBezTo>
                    <a:cubicBezTo>
                      <a:pt x="11" y="82"/>
                      <a:pt x="20" y="65"/>
                      <a:pt x="30" y="49"/>
                    </a:cubicBezTo>
                    <a:cubicBezTo>
                      <a:pt x="30" y="50"/>
                      <a:pt x="30" y="50"/>
                      <a:pt x="29" y="50"/>
                    </a:cubicBezTo>
                    <a:cubicBezTo>
                      <a:pt x="30" y="49"/>
                      <a:pt x="30" y="49"/>
                      <a:pt x="31" y="48"/>
                    </a:cubicBezTo>
                    <a:cubicBezTo>
                      <a:pt x="33" y="45"/>
                      <a:pt x="35" y="42"/>
                      <a:pt x="37" y="38"/>
                    </a:cubicBezTo>
                    <a:cubicBezTo>
                      <a:pt x="40" y="34"/>
                      <a:pt x="44" y="28"/>
                      <a:pt x="47" y="24"/>
                    </a:cubicBezTo>
                    <a:cubicBezTo>
                      <a:pt x="53" y="16"/>
                      <a:pt x="59" y="8"/>
                      <a:pt x="68" y="3"/>
                    </a:cubicBezTo>
                    <a:cubicBezTo>
                      <a:pt x="72" y="0"/>
                      <a:pt x="79" y="2"/>
                      <a:pt x="82" y="7"/>
                    </a:cubicBezTo>
                    <a:cubicBezTo>
                      <a:pt x="85" y="12"/>
                      <a:pt x="84" y="19"/>
                      <a:pt x="79" y="22"/>
                    </a:cubicBezTo>
                    <a:cubicBezTo>
                      <a:pt x="78" y="23"/>
                      <a:pt x="77" y="23"/>
                      <a:pt x="76" y="24"/>
                    </a:cubicBezTo>
                    <a:cubicBezTo>
                      <a:pt x="76" y="24"/>
                      <a:pt x="75" y="24"/>
                      <a:pt x="75" y="25"/>
                    </a:cubicBezTo>
                    <a:cubicBezTo>
                      <a:pt x="75" y="24"/>
                      <a:pt x="75" y="24"/>
                      <a:pt x="76" y="24"/>
                    </a:cubicBezTo>
                    <a:cubicBezTo>
                      <a:pt x="73" y="26"/>
                      <a:pt x="72" y="28"/>
                      <a:pt x="69" y="30"/>
                    </a:cubicBezTo>
                    <a:cubicBezTo>
                      <a:pt x="68" y="33"/>
                      <a:pt x="65" y="35"/>
                      <a:pt x="63" y="38"/>
                    </a:cubicBezTo>
                    <a:cubicBezTo>
                      <a:pt x="61" y="41"/>
                      <a:pt x="59" y="43"/>
                      <a:pt x="58" y="46"/>
                    </a:cubicBezTo>
                    <a:cubicBezTo>
                      <a:pt x="54" y="51"/>
                      <a:pt x="51" y="56"/>
                      <a:pt x="47" y="62"/>
                    </a:cubicBezTo>
                    <a:cubicBezTo>
                      <a:pt x="38" y="77"/>
                      <a:pt x="29" y="92"/>
                      <a:pt x="21" y="109"/>
                    </a:cubicBezTo>
                    <a:cubicBezTo>
                      <a:pt x="19" y="112"/>
                      <a:pt x="16" y="114"/>
                      <a:pt x="12" y="114"/>
                    </a:cubicBezTo>
                    <a:cubicBezTo>
                      <a:pt x="10" y="114"/>
                      <a:pt x="8" y="114"/>
                      <a:pt x="7" y="1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97" name="Google Shape;2597;p27"/>
              <p:cNvSpPr/>
              <p:nvPr/>
            </p:nvSpPr>
            <p:spPr>
              <a:xfrm>
                <a:off x="2819880" y="498960"/>
                <a:ext cx="27720" cy="53280"/>
              </a:xfrm>
              <a:custGeom>
                <a:avLst/>
                <a:gdLst/>
                <a:ahLst/>
                <a:cxnLst/>
                <a:rect l="l" t="t" r="r" b="b"/>
                <a:pathLst>
                  <a:path w="77" h="148" extrusionOk="0">
                    <a:moveTo>
                      <a:pt x="54" y="140"/>
                    </a:moveTo>
                    <a:cubicBezTo>
                      <a:pt x="46" y="119"/>
                      <a:pt x="38" y="98"/>
                      <a:pt x="29" y="77"/>
                    </a:cubicBezTo>
                    <a:cubicBezTo>
                      <a:pt x="26" y="67"/>
                      <a:pt x="22" y="58"/>
                      <a:pt x="18" y="48"/>
                    </a:cubicBezTo>
                    <a:cubicBezTo>
                      <a:pt x="14" y="40"/>
                      <a:pt x="10" y="32"/>
                      <a:pt x="6" y="24"/>
                    </a:cubicBezTo>
                    <a:cubicBezTo>
                      <a:pt x="2" y="21"/>
                      <a:pt x="0" y="17"/>
                      <a:pt x="1" y="13"/>
                    </a:cubicBezTo>
                    <a:cubicBezTo>
                      <a:pt x="1" y="12"/>
                      <a:pt x="1" y="11"/>
                      <a:pt x="1" y="11"/>
                    </a:cubicBezTo>
                    <a:cubicBezTo>
                      <a:pt x="1" y="5"/>
                      <a:pt x="7" y="0"/>
                      <a:pt x="13" y="1"/>
                    </a:cubicBezTo>
                    <a:cubicBezTo>
                      <a:pt x="15" y="1"/>
                      <a:pt x="18" y="2"/>
                      <a:pt x="20" y="4"/>
                    </a:cubicBezTo>
                    <a:cubicBezTo>
                      <a:pt x="22" y="6"/>
                      <a:pt x="23" y="9"/>
                      <a:pt x="24" y="11"/>
                    </a:cubicBezTo>
                    <a:cubicBezTo>
                      <a:pt x="26" y="14"/>
                      <a:pt x="27" y="18"/>
                      <a:pt x="29" y="21"/>
                    </a:cubicBezTo>
                    <a:cubicBezTo>
                      <a:pt x="30" y="26"/>
                      <a:pt x="33" y="31"/>
                      <a:pt x="35" y="37"/>
                    </a:cubicBezTo>
                    <a:cubicBezTo>
                      <a:pt x="39" y="46"/>
                      <a:pt x="43" y="57"/>
                      <a:pt x="47" y="67"/>
                    </a:cubicBezTo>
                    <a:cubicBezTo>
                      <a:pt x="57" y="88"/>
                      <a:pt x="65" y="110"/>
                      <a:pt x="74" y="131"/>
                    </a:cubicBezTo>
                    <a:cubicBezTo>
                      <a:pt x="76" y="137"/>
                      <a:pt x="74" y="143"/>
                      <a:pt x="68" y="145"/>
                    </a:cubicBezTo>
                    <a:cubicBezTo>
                      <a:pt x="67" y="146"/>
                      <a:pt x="65" y="147"/>
                      <a:pt x="64" y="147"/>
                    </a:cubicBezTo>
                    <a:cubicBezTo>
                      <a:pt x="60" y="147"/>
                      <a:pt x="55" y="144"/>
                      <a:pt x="54" y="1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98" name="Google Shape;2598;p27"/>
              <p:cNvSpPr/>
              <p:nvPr/>
            </p:nvSpPr>
            <p:spPr>
              <a:xfrm>
                <a:off x="2815200" y="502560"/>
                <a:ext cx="56520" cy="55080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53" extrusionOk="0">
                    <a:moveTo>
                      <a:pt x="7" y="151"/>
                    </a:moveTo>
                    <a:cubicBezTo>
                      <a:pt x="1" y="148"/>
                      <a:pt x="0" y="141"/>
                      <a:pt x="2" y="137"/>
                    </a:cubicBezTo>
                    <a:cubicBezTo>
                      <a:pt x="8" y="125"/>
                      <a:pt x="15" y="114"/>
                      <a:pt x="23" y="104"/>
                    </a:cubicBezTo>
                    <a:cubicBezTo>
                      <a:pt x="29" y="95"/>
                      <a:pt x="36" y="86"/>
                      <a:pt x="44" y="77"/>
                    </a:cubicBezTo>
                    <a:cubicBezTo>
                      <a:pt x="52" y="67"/>
                      <a:pt x="61" y="57"/>
                      <a:pt x="69" y="48"/>
                    </a:cubicBezTo>
                    <a:cubicBezTo>
                      <a:pt x="78" y="38"/>
                      <a:pt x="88" y="29"/>
                      <a:pt x="98" y="21"/>
                    </a:cubicBezTo>
                    <a:cubicBezTo>
                      <a:pt x="110" y="12"/>
                      <a:pt x="123" y="4"/>
                      <a:pt x="137" y="1"/>
                    </a:cubicBezTo>
                    <a:cubicBezTo>
                      <a:pt x="139" y="1"/>
                      <a:pt x="141" y="1"/>
                      <a:pt x="142" y="1"/>
                    </a:cubicBezTo>
                    <a:cubicBezTo>
                      <a:pt x="148" y="0"/>
                      <a:pt x="154" y="4"/>
                      <a:pt x="155" y="10"/>
                    </a:cubicBezTo>
                    <a:cubicBezTo>
                      <a:pt x="156" y="17"/>
                      <a:pt x="151" y="22"/>
                      <a:pt x="145" y="22"/>
                    </a:cubicBezTo>
                    <a:cubicBezTo>
                      <a:pt x="143" y="23"/>
                      <a:pt x="142" y="23"/>
                      <a:pt x="141" y="23"/>
                    </a:cubicBezTo>
                    <a:cubicBezTo>
                      <a:pt x="140" y="23"/>
                      <a:pt x="139" y="23"/>
                      <a:pt x="139" y="23"/>
                    </a:cubicBezTo>
                    <a:cubicBezTo>
                      <a:pt x="137" y="24"/>
                      <a:pt x="134" y="25"/>
                      <a:pt x="132" y="25"/>
                    </a:cubicBezTo>
                    <a:cubicBezTo>
                      <a:pt x="129" y="27"/>
                      <a:pt x="127" y="28"/>
                      <a:pt x="124" y="29"/>
                    </a:cubicBezTo>
                    <a:cubicBezTo>
                      <a:pt x="120" y="31"/>
                      <a:pt x="116" y="34"/>
                      <a:pt x="113" y="36"/>
                    </a:cubicBezTo>
                    <a:cubicBezTo>
                      <a:pt x="108" y="39"/>
                      <a:pt x="104" y="43"/>
                      <a:pt x="99" y="46"/>
                    </a:cubicBezTo>
                    <a:cubicBezTo>
                      <a:pt x="93" y="53"/>
                      <a:pt x="86" y="59"/>
                      <a:pt x="80" y="66"/>
                    </a:cubicBezTo>
                    <a:cubicBezTo>
                      <a:pt x="76" y="70"/>
                      <a:pt x="72" y="75"/>
                      <a:pt x="68" y="80"/>
                    </a:cubicBezTo>
                    <a:cubicBezTo>
                      <a:pt x="61" y="88"/>
                      <a:pt x="55" y="95"/>
                      <a:pt x="49" y="103"/>
                    </a:cubicBezTo>
                    <a:cubicBezTo>
                      <a:pt x="43" y="111"/>
                      <a:pt x="37" y="119"/>
                      <a:pt x="32" y="127"/>
                    </a:cubicBezTo>
                    <a:cubicBezTo>
                      <a:pt x="28" y="134"/>
                      <a:pt x="24" y="140"/>
                      <a:pt x="21" y="147"/>
                    </a:cubicBezTo>
                    <a:cubicBezTo>
                      <a:pt x="19" y="150"/>
                      <a:pt x="15" y="152"/>
                      <a:pt x="12" y="152"/>
                    </a:cubicBezTo>
                    <a:cubicBezTo>
                      <a:pt x="10" y="152"/>
                      <a:pt x="8" y="152"/>
                      <a:pt x="7" y="1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99" name="Google Shape;2599;p27"/>
              <p:cNvSpPr/>
              <p:nvPr/>
            </p:nvSpPr>
            <p:spPr>
              <a:xfrm>
                <a:off x="2885760" y="520560"/>
                <a:ext cx="1908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53" h="27" extrusionOk="0">
                    <a:moveTo>
                      <a:pt x="22" y="25"/>
                    </a:moveTo>
                    <a:cubicBezTo>
                      <a:pt x="19" y="25"/>
                      <a:pt x="17" y="24"/>
                      <a:pt x="14" y="24"/>
                    </a:cubicBezTo>
                    <a:cubicBezTo>
                      <a:pt x="13" y="24"/>
                      <a:pt x="12" y="23"/>
                      <a:pt x="11" y="23"/>
                    </a:cubicBezTo>
                    <a:cubicBezTo>
                      <a:pt x="8" y="22"/>
                      <a:pt x="5" y="21"/>
                      <a:pt x="3" y="18"/>
                    </a:cubicBezTo>
                    <a:cubicBezTo>
                      <a:pt x="0" y="16"/>
                      <a:pt x="0" y="10"/>
                      <a:pt x="2" y="6"/>
                    </a:cubicBezTo>
                    <a:cubicBezTo>
                      <a:pt x="4" y="2"/>
                      <a:pt x="9" y="0"/>
                      <a:pt x="14" y="1"/>
                    </a:cubicBezTo>
                    <a:cubicBezTo>
                      <a:pt x="15" y="1"/>
                      <a:pt x="15" y="2"/>
                      <a:pt x="16" y="2"/>
                    </a:cubicBezTo>
                    <a:cubicBezTo>
                      <a:pt x="25" y="3"/>
                      <a:pt x="33" y="3"/>
                      <a:pt x="41" y="4"/>
                    </a:cubicBezTo>
                    <a:cubicBezTo>
                      <a:pt x="47" y="5"/>
                      <a:pt x="52" y="10"/>
                      <a:pt x="51" y="16"/>
                    </a:cubicBezTo>
                    <a:cubicBezTo>
                      <a:pt x="51" y="21"/>
                      <a:pt x="45" y="25"/>
                      <a:pt x="40" y="25"/>
                    </a:cubicBezTo>
                    <a:cubicBezTo>
                      <a:pt x="36" y="25"/>
                      <a:pt x="33" y="25"/>
                      <a:pt x="30" y="24"/>
                    </a:cubicBezTo>
                    <a:cubicBezTo>
                      <a:pt x="28" y="25"/>
                      <a:pt x="26" y="26"/>
                      <a:pt x="24" y="26"/>
                    </a:cubicBezTo>
                    <a:cubicBezTo>
                      <a:pt x="23" y="26"/>
                      <a:pt x="22" y="26"/>
                      <a:pt x="22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00" name="Google Shape;2600;p27"/>
              <p:cNvSpPr/>
              <p:nvPr/>
            </p:nvSpPr>
            <p:spPr>
              <a:xfrm>
                <a:off x="2870280" y="533160"/>
                <a:ext cx="3600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100" h="36" extrusionOk="0">
                    <a:moveTo>
                      <a:pt x="8" y="34"/>
                    </a:moveTo>
                    <a:cubicBezTo>
                      <a:pt x="3" y="32"/>
                      <a:pt x="0" y="26"/>
                      <a:pt x="1" y="21"/>
                    </a:cubicBezTo>
                    <a:cubicBezTo>
                      <a:pt x="2" y="19"/>
                      <a:pt x="2" y="18"/>
                      <a:pt x="3" y="17"/>
                    </a:cubicBezTo>
                    <a:cubicBezTo>
                      <a:pt x="6" y="12"/>
                      <a:pt x="12" y="11"/>
                      <a:pt x="17" y="13"/>
                    </a:cubicBezTo>
                    <a:cubicBezTo>
                      <a:pt x="18" y="13"/>
                      <a:pt x="19" y="13"/>
                      <a:pt x="20" y="13"/>
                    </a:cubicBezTo>
                    <a:cubicBezTo>
                      <a:pt x="31" y="12"/>
                      <a:pt x="42" y="10"/>
                      <a:pt x="52" y="8"/>
                    </a:cubicBezTo>
                    <a:cubicBezTo>
                      <a:pt x="64" y="6"/>
                      <a:pt x="75" y="3"/>
                      <a:pt x="87" y="2"/>
                    </a:cubicBezTo>
                    <a:cubicBezTo>
                      <a:pt x="92" y="0"/>
                      <a:pt x="97" y="4"/>
                      <a:pt x="98" y="10"/>
                    </a:cubicBezTo>
                    <a:cubicBezTo>
                      <a:pt x="99" y="15"/>
                      <a:pt x="95" y="20"/>
                      <a:pt x="89" y="21"/>
                    </a:cubicBezTo>
                    <a:cubicBezTo>
                      <a:pt x="77" y="24"/>
                      <a:pt x="64" y="26"/>
                      <a:pt x="52" y="29"/>
                    </a:cubicBezTo>
                    <a:cubicBezTo>
                      <a:pt x="47" y="30"/>
                      <a:pt x="42" y="31"/>
                      <a:pt x="37" y="32"/>
                    </a:cubicBezTo>
                    <a:cubicBezTo>
                      <a:pt x="34" y="32"/>
                      <a:pt x="31" y="33"/>
                      <a:pt x="28" y="34"/>
                    </a:cubicBezTo>
                    <a:cubicBezTo>
                      <a:pt x="24" y="34"/>
                      <a:pt x="20" y="35"/>
                      <a:pt x="16" y="35"/>
                    </a:cubicBezTo>
                    <a:cubicBezTo>
                      <a:pt x="13" y="35"/>
                      <a:pt x="10" y="35"/>
                      <a:pt x="8" y="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01" name="Google Shape;2601;p27"/>
              <p:cNvSpPr/>
              <p:nvPr/>
            </p:nvSpPr>
            <p:spPr>
              <a:xfrm>
                <a:off x="2928240" y="496440"/>
                <a:ext cx="34920" cy="80280"/>
              </a:xfrm>
              <a:custGeom>
                <a:avLst/>
                <a:gdLst/>
                <a:ahLst/>
                <a:cxnLst/>
                <a:rect l="l" t="t" r="r" b="b"/>
                <a:pathLst>
                  <a:path w="97" h="223" extrusionOk="0">
                    <a:moveTo>
                      <a:pt x="9" y="221"/>
                    </a:moveTo>
                    <a:cubicBezTo>
                      <a:pt x="4" y="220"/>
                      <a:pt x="0" y="214"/>
                      <a:pt x="1" y="208"/>
                    </a:cubicBezTo>
                    <a:cubicBezTo>
                      <a:pt x="3" y="202"/>
                      <a:pt x="9" y="198"/>
                      <a:pt x="15" y="200"/>
                    </a:cubicBezTo>
                    <a:cubicBezTo>
                      <a:pt x="16" y="200"/>
                      <a:pt x="16" y="200"/>
                      <a:pt x="18" y="200"/>
                    </a:cubicBezTo>
                    <a:cubicBezTo>
                      <a:pt x="18" y="200"/>
                      <a:pt x="19" y="200"/>
                      <a:pt x="20" y="200"/>
                    </a:cubicBezTo>
                    <a:cubicBezTo>
                      <a:pt x="19" y="200"/>
                      <a:pt x="19" y="200"/>
                      <a:pt x="18" y="200"/>
                    </a:cubicBezTo>
                    <a:cubicBezTo>
                      <a:pt x="20" y="200"/>
                      <a:pt x="22" y="200"/>
                      <a:pt x="23" y="200"/>
                    </a:cubicBezTo>
                    <a:cubicBezTo>
                      <a:pt x="26" y="200"/>
                      <a:pt x="29" y="199"/>
                      <a:pt x="32" y="198"/>
                    </a:cubicBezTo>
                    <a:cubicBezTo>
                      <a:pt x="32" y="198"/>
                      <a:pt x="31" y="198"/>
                      <a:pt x="30" y="199"/>
                    </a:cubicBezTo>
                    <a:cubicBezTo>
                      <a:pt x="35" y="198"/>
                      <a:pt x="39" y="197"/>
                      <a:pt x="42" y="196"/>
                    </a:cubicBezTo>
                    <a:cubicBezTo>
                      <a:pt x="44" y="194"/>
                      <a:pt x="46" y="194"/>
                      <a:pt x="48" y="193"/>
                    </a:cubicBezTo>
                    <a:cubicBezTo>
                      <a:pt x="49" y="192"/>
                      <a:pt x="51" y="191"/>
                      <a:pt x="52" y="190"/>
                    </a:cubicBezTo>
                    <a:cubicBezTo>
                      <a:pt x="53" y="189"/>
                      <a:pt x="54" y="189"/>
                      <a:pt x="56" y="187"/>
                    </a:cubicBezTo>
                    <a:cubicBezTo>
                      <a:pt x="57" y="186"/>
                      <a:pt x="57" y="186"/>
                      <a:pt x="58" y="184"/>
                    </a:cubicBezTo>
                    <a:cubicBezTo>
                      <a:pt x="59" y="183"/>
                      <a:pt x="60" y="182"/>
                      <a:pt x="61" y="181"/>
                    </a:cubicBezTo>
                    <a:cubicBezTo>
                      <a:pt x="62" y="179"/>
                      <a:pt x="63" y="178"/>
                      <a:pt x="64" y="176"/>
                    </a:cubicBezTo>
                    <a:cubicBezTo>
                      <a:pt x="65" y="172"/>
                      <a:pt x="67" y="169"/>
                      <a:pt x="68" y="165"/>
                    </a:cubicBezTo>
                    <a:cubicBezTo>
                      <a:pt x="68" y="166"/>
                      <a:pt x="67" y="166"/>
                      <a:pt x="67" y="166"/>
                    </a:cubicBezTo>
                    <a:cubicBezTo>
                      <a:pt x="70" y="160"/>
                      <a:pt x="71" y="153"/>
                      <a:pt x="72" y="146"/>
                    </a:cubicBezTo>
                    <a:cubicBezTo>
                      <a:pt x="73" y="141"/>
                      <a:pt x="74" y="136"/>
                      <a:pt x="74" y="130"/>
                    </a:cubicBezTo>
                    <a:cubicBezTo>
                      <a:pt x="74" y="125"/>
                      <a:pt x="74" y="120"/>
                      <a:pt x="74" y="115"/>
                    </a:cubicBezTo>
                    <a:cubicBezTo>
                      <a:pt x="74" y="112"/>
                      <a:pt x="73" y="109"/>
                      <a:pt x="72" y="105"/>
                    </a:cubicBezTo>
                    <a:cubicBezTo>
                      <a:pt x="72" y="102"/>
                      <a:pt x="71" y="100"/>
                      <a:pt x="70" y="98"/>
                    </a:cubicBezTo>
                    <a:lnTo>
                      <a:pt x="70" y="97"/>
                    </a:lnTo>
                    <a:lnTo>
                      <a:pt x="70" y="98"/>
                    </a:lnTo>
                    <a:cubicBezTo>
                      <a:pt x="70" y="97"/>
                      <a:pt x="70" y="97"/>
                      <a:pt x="70" y="96"/>
                    </a:cubicBezTo>
                    <a:cubicBezTo>
                      <a:pt x="69" y="95"/>
                      <a:pt x="68" y="94"/>
                      <a:pt x="67" y="93"/>
                    </a:cubicBezTo>
                    <a:cubicBezTo>
                      <a:pt x="67" y="92"/>
                      <a:pt x="66" y="91"/>
                      <a:pt x="65" y="90"/>
                    </a:cubicBezTo>
                    <a:cubicBezTo>
                      <a:pt x="64" y="89"/>
                      <a:pt x="64" y="88"/>
                      <a:pt x="63" y="88"/>
                    </a:cubicBezTo>
                    <a:cubicBezTo>
                      <a:pt x="63" y="87"/>
                      <a:pt x="62" y="87"/>
                      <a:pt x="61" y="87"/>
                    </a:cubicBezTo>
                    <a:cubicBezTo>
                      <a:pt x="61" y="87"/>
                      <a:pt x="60" y="86"/>
                      <a:pt x="60" y="85"/>
                    </a:cubicBezTo>
                    <a:cubicBezTo>
                      <a:pt x="58" y="85"/>
                      <a:pt x="56" y="84"/>
                      <a:pt x="54" y="83"/>
                    </a:cubicBezTo>
                    <a:cubicBezTo>
                      <a:pt x="53" y="83"/>
                      <a:pt x="53" y="83"/>
                      <a:pt x="52" y="83"/>
                    </a:cubicBezTo>
                    <a:lnTo>
                      <a:pt x="53" y="83"/>
                    </a:lnTo>
                    <a:cubicBezTo>
                      <a:pt x="52" y="83"/>
                      <a:pt x="51" y="83"/>
                      <a:pt x="51" y="83"/>
                    </a:cubicBezTo>
                    <a:cubicBezTo>
                      <a:pt x="50" y="83"/>
                      <a:pt x="50" y="83"/>
                      <a:pt x="50" y="83"/>
                    </a:cubicBezTo>
                    <a:cubicBezTo>
                      <a:pt x="49" y="83"/>
                      <a:pt x="49" y="83"/>
                      <a:pt x="49" y="84"/>
                    </a:cubicBezTo>
                    <a:cubicBezTo>
                      <a:pt x="45" y="85"/>
                      <a:pt x="41" y="88"/>
                      <a:pt x="37" y="90"/>
                    </a:cubicBezTo>
                    <a:cubicBezTo>
                      <a:pt x="35" y="91"/>
                      <a:pt x="33" y="93"/>
                      <a:pt x="31" y="94"/>
                    </a:cubicBezTo>
                    <a:lnTo>
                      <a:pt x="32" y="94"/>
                    </a:lnTo>
                    <a:cubicBezTo>
                      <a:pt x="30" y="95"/>
                      <a:pt x="28" y="97"/>
                      <a:pt x="26" y="98"/>
                    </a:cubicBezTo>
                    <a:cubicBezTo>
                      <a:pt x="25" y="99"/>
                      <a:pt x="25" y="99"/>
                      <a:pt x="24" y="101"/>
                    </a:cubicBezTo>
                    <a:cubicBezTo>
                      <a:pt x="23" y="101"/>
                      <a:pt x="22" y="102"/>
                      <a:pt x="21" y="102"/>
                    </a:cubicBezTo>
                    <a:cubicBezTo>
                      <a:pt x="17" y="104"/>
                      <a:pt x="14" y="104"/>
                      <a:pt x="11" y="102"/>
                    </a:cubicBezTo>
                    <a:cubicBezTo>
                      <a:pt x="5" y="101"/>
                      <a:pt x="3" y="94"/>
                      <a:pt x="5" y="88"/>
                    </a:cubicBezTo>
                    <a:cubicBezTo>
                      <a:pt x="7" y="83"/>
                      <a:pt x="9" y="77"/>
                      <a:pt x="11" y="71"/>
                    </a:cubicBezTo>
                    <a:cubicBezTo>
                      <a:pt x="16" y="54"/>
                      <a:pt x="20" y="37"/>
                      <a:pt x="23" y="19"/>
                    </a:cubicBezTo>
                    <a:cubicBezTo>
                      <a:pt x="23" y="17"/>
                      <a:pt x="24" y="16"/>
                      <a:pt x="24" y="14"/>
                    </a:cubicBezTo>
                    <a:cubicBezTo>
                      <a:pt x="23" y="12"/>
                      <a:pt x="24" y="10"/>
                      <a:pt x="25" y="7"/>
                    </a:cubicBezTo>
                    <a:cubicBezTo>
                      <a:pt x="28" y="2"/>
                      <a:pt x="36" y="0"/>
                      <a:pt x="42" y="4"/>
                    </a:cubicBezTo>
                    <a:cubicBezTo>
                      <a:pt x="44" y="6"/>
                      <a:pt x="45" y="8"/>
                      <a:pt x="46" y="11"/>
                    </a:cubicBezTo>
                    <a:cubicBezTo>
                      <a:pt x="46" y="13"/>
                      <a:pt x="46" y="16"/>
                      <a:pt x="45" y="18"/>
                    </a:cubicBezTo>
                    <a:cubicBezTo>
                      <a:pt x="44" y="22"/>
                      <a:pt x="44" y="25"/>
                      <a:pt x="43" y="28"/>
                    </a:cubicBezTo>
                    <a:cubicBezTo>
                      <a:pt x="42" y="37"/>
                      <a:pt x="40" y="44"/>
                      <a:pt x="38" y="52"/>
                    </a:cubicBezTo>
                    <a:cubicBezTo>
                      <a:pt x="37" y="57"/>
                      <a:pt x="36" y="62"/>
                      <a:pt x="35" y="67"/>
                    </a:cubicBezTo>
                    <a:cubicBezTo>
                      <a:pt x="36" y="66"/>
                      <a:pt x="39" y="65"/>
                      <a:pt x="41" y="64"/>
                    </a:cubicBezTo>
                    <a:cubicBezTo>
                      <a:pt x="46" y="61"/>
                      <a:pt x="53" y="62"/>
                      <a:pt x="58" y="63"/>
                    </a:cubicBezTo>
                    <a:cubicBezTo>
                      <a:pt x="61" y="63"/>
                      <a:pt x="65" y="65"/>
                      <a:pt x="68" y="66"/>
                    </a:cubicBezTo>
                    <a:cubicBezTo>
                      <a:pt x="71" y="67"/>
                      <a:pt x="74" y="69"/>
                      <a:pt x="76" y="71"/>
                    </a:cubicBezTo>
                    <a:cubicBezTo>
                      <a:pt x="81" y="75"/>
                      <a:pt x="85" y="80"/>
                      <a:pt x="88" y="85"/>
                    </a:cubicBezTo>
                    <a:cubicBezTo>
                      <a:pt x="90" y="91"/>
                      <a:pt x="92" y="98"/>
                      <a:pt x="93" y="105"/>
                    </a:cubicBezTo>
                    <a:cubicBezTo>
                      <a:pt x="96" y="119"/>
                      <a:pt x="96" y="134"/>
                      <a:pt x="93" y="148"/>
                    </a:cubicBezTo>
                    <a:cubicBezTo>
                      <a:pt x="92" y="155"/>
                      <a:pt x="90" y="162"/>
                      <a:pt x="88" y="170"/>
                    </a:cubicBezTo>
                    <a:cubicBezTo>
                      <a:pt x="86" y="177"/>
                      <a:pt x="83" y="184"/>
                      <a:pt x="80" y="190"/>
                    </a:cubicBezTo>
                    <a:cubicBezTo>
                      <a:pt x="74" y="203"/>
                      <a:pt x="63" y="211"/>
                      <a:pt x="50" y="216"/>
                    </a:cubicBezTo>
                    <a:cubicBezTo>
                      <a:pt x="43" y="218"/>
                      <a:pt x="36" y="220"/>
                      <a:pt x="29" y="221"/>
                    </a:cubicBezTo>
                    <a:cubicBezTo>
                      <a:pt x="26" y="222"/>
                      <a:pt x="22" y="222"/>
                      <a:pt x="19" y="222"/>
                    </a:cubicBezTo>
                    <a:lnTo>
                      <a:pt x="18" y="222"/>
                    </a:lnTo>
                    <a:cubicBezTo>
                      <a:pt x="15" y="222"/>
                      <a:pt x="12" y="222"/>
                      <a:pt x="9" y="2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02" name="Google Shape;2602;p27"/>
              <p:cNvSpPr/>
              <p:nvPr/>
            </p:nvSpPr>
            <p:spPr>
              <a:xfrm>
                <a:off x="2932560" y="470880"/>
                <a:ext cx="76320" cy="38160"/>
              </a:xfrm>
              <a:custGeom>
                <a:avLst/>
                <a:gdLst/>
                <a:ahLst/>
                <a:cxnLst/>
                <a:rect l="l" t="t" r="r" b="b"/>
                <a:pathLst>
                  <a:path w="212" h="106" extrusionOk="0">
                    <a:moveTo>
                      <a:pt x="2" y="97"/>
                    </a:moveTo>
                    <a:cubicBezTo>
                      <a:pt x="0" y="94"/>
                      <a:pt x="1" y="90"/>
                      <a:pt x="3" y="87"/>
                    </a:cubicBezTo>
                    <a:cubicBezTo>
                      <a:pt x="4" y="85"/>
                      <a:pt x="6" y="84"/>
                      <a:pt x="7" y="84"/>
                    </a:cubicBezTo>
                    <a:cubicBezTo>
                      <a:pt x="27" y="71"/>
                      <a:pt x="49" y="62"/>
                      <a:pt x="71" y="53"/>
                    </a:cubicBezTo>
                    <a:cubicBezTo>
                      <a:pt x="90" y="45"/>
                      <a:pt x="111" y="37"/>
                      <a:pt x="130" y="29"/>
                    </a:cubicBezTo>
                    <a:cubicBezTo>
                      <a:pt x="152" y="20"/>
                      <a:pt x="174" y="11"/>
                      <a:pt x="196" y="2"/>
                    </a:cubicBezTo>
                    <a:cubicBezTo>
                      <a:pt x="201" y="0"/>
                      <a:pt x="207" y="2"/>
                      <a:pt x="209" y="7"/>
                    </a:cubicBezTo>
                    <a:cubicBezTo>
                      <a:pt x="211" y="11"/>
                      <a:pt x="209" y="17"/>
                      <a:pt x="204" y="20"/>
                    </a:cubicBezTo>
                    <a:cubicBezTo>
                      <a:pt x="181" y="29"/>
                      <a:pt x="158" y="39"/>
                      <a:pt x="135" y="48"/>
                    </a:cubicBezTo>
                    <a:cubicBezTo>
                      <a:pt x="115" y="57"/>
                      <a:pt x="95" y="65"/>
                      <a:pt x="76" y="73"/>
                    </a:cubicBezTo>
                    <a:cubicBezTo>
                      <a:pt x="64" y="78"/>
                      <a:pt x="53" y="83"/>
                      <a:pt x="42" y="88"/>
                    </a:cubicBezTo>
                    <a:cubicBezTo>
                      <a:pt x="39" y="91"/>
                      <a:pt x="35" y="92"/>
                      <a:pt x="32" y="94"/>
                    </a:cubicBezTo>
                    <a:cubicBezTo>
                      <a:pt x="30" y="95"/>
                      <a:pt x="27" y="97"/>
                      <a:pt x="24" y="99"/>
                    </a:cubicBezTo>
                    <a:cubicBezTo>
                      <a:pt x="22" y="101"/>
                      <a:pt x="20" y="102"/>
                      <a:pt x="18" y="103"/>
                    </a:cubicBezTo>
                    <a:cubicBezTo>
                      <a:pt x="16" y="105"/>
                      <a:pt x="14" y="105"/>
                      <a:pt x="12" y="105"/>
                    </a:cubicBezTo>
                    <a:cubicBezTo>
                      <a:pt x="7" y="105"/>
                      <a:pt x="3" y="102"/>
                      <a:pt x="2" y="9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03" name="Google Shape;2603;p27"/>
              <p:cNvSpPr/>
              <p:nvPr/>
            </p:nvSpPr>
            <p:spPr>
              <a:xfrm>
                <a:off x="2385720" y="642960"/>
                <a:ext cx="55440" cy="72000"/>
              </a:xfrm>
              <a:custGeom>
                <a:avLst/>
                <a:gdLst/>
                <a:ahLst/>
                <a:cxnLst/>
                <a:rect l="l" t="t" r="r" b="b"/>
                <a:pathLst>
                  <a:path w="154" h="200" extrusionOk="0">
                    <a:moveTo>
                      <a:pt x="62" y="199"/>
                    </a:moveTo>
                    <a:lnTo>
                      <a:pt x="63" y="199"/>
                    </a:lnTo>
                    <a:cubicBezTo>
                      <a:pt x="56" y="199"/>
                      <a:pt x="50" y="199"/>
                      <a:pt x="44" y="198"/>
                    </a:cubicBezTo>
                    <a:cubicBezTo>
                      <a:pt x="37" y="198"/>
                      <a:pt x="30" y="196"/>
                      <a:pt x="23" y="195"/>
                    </a:cubicBezTo>
                    <a:cubicBezTo>
                      <a:pt x="17" y="194"/>
                      <a:pt x="11" y="191"/>
                      <a:pt x="6" y="187"/>
                    </a:cubicBezTo>
                    <a:cubicBezTo>
                      <a:pt x="2" y="183"/>
                      <a:pt x="0" y="177"/>
                      <a:pt x="2" y="172"/>
                    </a:cubicBezTo>
                    <a:cubicBezTo>
                      <a:pt x="2" y="169"/>
                      <a:pt x="4" y="166"/>
                      <a:pt x="6" y="164"/>
                    </a:cubicBezTo>
                    <a:cubicBezTo>
                      <a:pt x="8" y="162"/>
                      <a:pt x="10" y="160"/>
                      <a:pt x="13" y="159"/>
                    </a:cubicBezTo>
                    <a:cubicBezTo>
                      <a:pt x="17" y="156"/>
                      <a:pt x="23" y="152"/>
                      <a:pt x="28" y="149"/>
                    </a:cubicBezTo>
                    <a:cubicBezTo>
                      <a:pt x="37" y="142"/>
                      <a:pt x="47" y="136"/>
                      <a:pt x="55" y="129"/>
                    </a:cubicBezTo>
                    <a:cubicBezTo>
                      <a:pt x="59" y="125"/>
                      <a:pt x="64" y="121"/>
                      <a:pt x="68" y="118"/>
                    </a:cubicBezTo>
                    <a:cubicBezTo>
                      <a:pt x="73" y="113"/>
                      <a:pt x="78" y="109"/>
                      <a:pt x="83" y="104"/>
                    </a:cubicBezTo>
                    <a:cubicBezTo>
                      <a:pt x="83" y="105"/>
                      <a:pt x="83" y="105"/>
                      <a:pt x="82" y="105"/>
                    </a:cubicBezTo>
                    <a:cubicBezTo>
                      <a:pt x="92" y="96"/>
                      <a:pt x="101" y="87"/>
                      <a:pt x="109" y="78"/>
                    </a:cubicBezTo>
                    <a:cubicBezTo>
                      <a:pt x="112" y="74"/>
                      <a:pt x="115" y="71"/>
                      <a:pt x="118" y="67"/>
                    </a:cubicBezTo>
                    <a:cubicBezTo>
                      <a:pt x="119" y="65"/>
                      <a:pt x="121" y="62"/>
                      <a:pt x="122" y="60"/>
                    </a:cubicBezTo>
                    <a:cubicBezTo>
                      <a:pt x="123" y="57"/>
                      <a:pt x="124" y="54"/>
                      <a:pt x="125" y="51"/>
                    </a:cubicBezTo>
                    <a:cubicBezTo>
                      <a:pt x="126" y="48"/>
                      <a:pt x="126" y="46"/>
                      <a:pt x="127" y="43"/>
                    </a:cubicBezTo>
                    <a:cubicBezTo>
                      <a:pt x="127" y="41"/>
                      <a:pt x="127" y="39"/>
                      <a:pt x="127" y="37"/>
                    </a:cubicBezTo>
                    <a:cubicBezTo>
                      <a:pt x="127" y="36"/>
                      <a:pt x="127" y="34"/>
                      <a:pt x="127" y="33"/>
                    </a:cubicBezTo>
                    <a:cubicBezTo>
                      <a:pt x="127" y="32"/>
                      <a:pt x="127" y="32"/>
                      <a:pt x="127" y="32"/>
                    </a:cubicBezTo>
                    <a:cubicBezTo>
                      <a:pt x="127" y="31"/>
                      <a:pt x="127" y="30"/>
                      <a:pt x="127" y="30"/>
                    </a:cubicBezTo>
                    <a:cubicBezTo>
                      <a:pt x="126" y="29"/>
                      <a:pt x="126" y="28"/>
                      <a:pt x="126" y="27"/>
                    </a:cubicBezTo>
                    <a:cubicBezTo>
                      <a:pt x="126" y="28"/>
                      <a:pt x="126" y="29"/>
                      <a:pt x="127" y="29"/>
                    </a:cubicBezTo>
                    <a:cubicBezTo>
                      <a:pt x="126" y="28"/>
                      <a:pt x="126" y="27"/>
                      <a:pt x="125" y="26"/>
                    </a:cubicBezTo>
                    <a:cubicBezTo>
                      <a:pt x="125" y="26"/>
                      <a:pt x="125" y="25"/>
                      <a:pt x="124" y="25"/>
                    </a:cubicBezTo>
                    <a:cubicBezTo>
                      <a:pt x="124" y="25"/>
                      <a:pt x="123" y="25"/>
                      <a:pt x="123" y="24"/>
                    </a:cubicBezTo>
                    <a:cubicBezTo>
                      <a:pt x="123" y="24"/>
                      <a:pt x="123" y="23"/>
                      <a:pt x="122" y="23"/>
                    </a:cubicBezTo>
                    <a:cubicBezTo>
                      <a:pt x="122" y="23"/>
                      <a:pt x="121" y="23"/>
                      <a:pt x="121" y="22"/>
                    </a:cubicBezTo>
                    <a:cubicBezTo>
                      <a:pt x="121" y="22"/>
                      <a:pt x="121" y="23"/>
                      <a:pt x="122" y="23"/>
                    </a:cubicBezTo>
                    <a:cubicBezTo>
                      <a:pt x="121" y="23"/>
                      <a:pt x="121" y="22"/>
                      <a:pt x="120" y="22"/>
                    </a:cubicBezTo>
                    <a:cubicBezTo>
                      <a:pt x="119" y="22"/>
                      <a:pt x="119" y="22"/>
                      <a:pt x="119" y="22"/>
                    </a:cubicBezTo>
                    <a:cubicBezTo>
                      <a:pt x="117" y="22"/>
                      <a:pt x="115" y="21"/>
                      <a:pt x="113" y="21"/>
                    </a:cubicBezTo>
                    <a:cubicBezTo>
                      <a:pt x="108" y="21"/>
                      <a:pt x="102" y="22"/>
                      <a:pt x="98" y="22"/>
                    </a:cubicBezTo>
                    <a:cubicBezTo>
                      <a:pt x="90" y="23"/>
                      <a:pt x="81" y="23"/>
                      <a:pt x="74" y="25"/>
                    </a:cubicBezTo>
                    <a:cubicBezTo>
                      <a:pt x="65" y="26"/>
                      <a:pt x="56" y="29"/>
                      <a:pt x="47" y="30"/>
                    </a:cubicBezTo>
                    <a:lnTo>
                      <a:pt x="48" y="30"/>
                    </a:lnTo>
                    <a:cubicBezTo>
                      <a:pt x="43" y="32"/>
                      <a:pt x="38" y="33"/>
                      <a:pt x="33" y="34"/>
                    </a:cubicBezTo>
                    <a:cubicBezTo>
                      <a:pt x="30" y="36"/>
                      <a:pt x="27" y="37"/>
                      <a:pt x="24" y="37"/>
                    </a:cubicBezTo>
                    <a:cubicBezTo>
                      <a:pt x="20" y="36"/>
                      <a:pt x="17" y="34"/>
                      <a:pt x="16" y="31"/>
                    </a:cubicBezTo>
                    <a:cubicBezTo>
                      <a:pt x="12" y="26"/>
                      <a:pt x="14" y="18"/>
                      <a:pt x="20" y="15"/>
                    </a:cubicBezTo>
                    <a:cubicBezTo>
                      <a:pt x="28" y="13"/>
                      <a:pt x="36" y="11"/>
                      <a:pt x="44" y="9"/>
                    </a:cubicBezTo>
                    <a:cubicBezTo>
                      <a:pt x="48" y="8"/>
                      <a:pt x="53" y="7"/>
                      <a:pt x="59" y="6"/>
                    </a:cubicBezTo>
                    <a:cubicBezTo>
                      <a:pt x="70" y="4"/>
                      <a:pt x="82" y="2"/>
                      <a:pt x="94" y="1"/>
                    </a:cubicBezTo>
                    <a:cubicBezTo>
                      <a:pt x="101" y="1"/>
                      <a:pt x="108" y="0"/>
                      <a:pt x="115" y="0"/>
                    </a:cubicBezTo>
                    <a:cubicBezTo>
                      <a:pt x="119" y="1"/>
                      <a:pt x="122" y="1"/>
                      <a:pt x="125" y="2"/>
                    </a:cubicBezTo>
                    <a:cubicBezTo>
                      <a:pt x="128" y="2"/>
                      <a:pt x="131" y="4"/>
                      <a:pt x="133" y="5"/>
                    </a:cubicBezTo>
                    <a:cubicBezTo>
                      <a:pt x="139" y="9"/>
                      <a:pt x="143" y="15"/>
                      <a:pt x="146" y="20"/>
                    </a:cubicBezTo>
                    <a:cubicBezTo>
                      <a:pt x="148" y="27"/>
                      <a:pt x="149" y="33"/>
                      <a:pt x="148" y="40"/>
                    </a:cubicBezTo>
                    <a:cubicBezTo>
                      <a:pt x="148" y="48"/>
                      <a:pt x="146" y="56"/>
                      <a:pt x="143" y="63"/>
                    </a:cubicBezTo>
                    <a:cubicBezTo>
                      <a:pt x="137" y="77"/>
                      <a:pt x="127" y="89"/>
                      <a:pt x="116" y="100"/>
                    </a:cubicBezTo>
                    <a:cubicBezTo>
                      <a:pt x="106" y="111"/>
                      <a:pt x="95" y="121"/>
                      <a:pt x="83" y="131"/>
                    </a:cubicBezTo>
                    <a:cubicBezTo>
                      <a:pt x="77" y="135"/>
                      <a:pt x="72" y="140"/>
                      <a:pt x="66" y="145"/>
                    </a:cubicBezTo>
                    <a:cubicBezTo>
                      <a:pt x="59" y="150"/>
                      <a:pt x="53" y="155"/>
                      <a:pt x="47" y="160"/>
                    </a:cubicBezTo>
                    <a:cubicBezTo>
                      <a:pt x="43" y="163"/>
                      <a:pt x="39" y="166"/>
                      <a:pt x="35" y="168"/>
                    </a:cubicBezTo>
                    <a:cubicBezTo>
                      <a:pt x="33" y="170"/>
                      <a:pt x="30" y="172"/>
                      <a:pt x="27" y="174"/>
                    </a:cubicBezTo>
                    <a:lnTo>
                      <a:pt x="28" y="174"/>
                    </a:lnTo>
                    <a:cubicBezTo>
                      <a:pt x="30" y="175"/>
                      <a:pt x="33" y="175"/>
                      <a:pt x="35" y="176"/>
                    </a:cubicBezTo>
                    <a:cubicBezTo>
                      <a:pt x="45" y="178"/>
                      <a:pt x="54" y="178"/>
                      <a:pt x="64" y="178"/>
                    </a:cubicBezTo>
                    <a:cubicBezTo>
                      <a:pt x="63" y="178"/>
                      <a:pt x="63" y="178"/>
                      <a:pt x="63" y="178"/>
                    </a:cubicBezTo>
                    <a:cubicBezTo>
                      <a:pt x="68" y="178"/>
                      <a:pt x="73" y="178"/>
                      <a:pt x="79" y="178"/>
                    </a:cubicBezTo>
                    <a:cubicBezTo>
                      <a:pt x="86" y="178"/>
                      <a:pt x="93" y="178"/>
                      <a:pt x="100" y="177"/>
                    </a:cubicBezTo>
                    <a:cubicBezTo>
                      <a:pt x="106" y="177"/>
                      <a:pt x="112" y="177"/>
                      <a:pt x="118" y="177"/>
                    </a:cubicBezTo>
                    <a:cubicBezTo>
                      <a:pt x="124" y="176"/>
                      <a:pt x="131" y="176"/>
                      <a:pt x="137" y="176"/>
                    </a:cubicBezTo>
                    <a:cubicBezTo>
                      <a:pt x="138" y="175"/>
                      <a:pt x="139" y="175"/>
                      <a:pt x="140" y="175"/>
                    </a:cubicBezTo>
                    <a:cubicBezTo>
                      <a:pt x="146" y="174"/>
                      <a:pt x="151" y="178"/>
                      <a:pt x="152" y="184"/>
                    </a:cubicBezTo>
                    <a:cubicBezTo>
                      <a:pt x="153" y="190"/>
                      <a:pt x="149" y="195"/>
                      <a:pt x="143" y="196"/>
                    </a:cubicBezTo>
                    <a:cubicBezTo>
                      <a:pt x="136" y="198"/>
                      <a:pt x="127" y="198"/>
                      <a:pt x="119" y="198"/>
                    </a:cubicBezTo>
                    <a:cubicBezTo>
                      <a:pt x="114" y="198"/>
                      <a:pt x="107" y="198"/>
                      <a:pt x="101" y="199"/>
                    </a:cubicBezTo>
                    <a:cubicBezTo>
                      <a:pt x="95" y="199"/>
                      <a:pt x="88" y="199"/>
                      <a:pt x="81" y="199"/>
                    </a:cubicBezTo>
                    <a:cubicBezTo>
                      <a:pt x="77" y="199"/>
                      <a:pt x="73" y="199"/>
                      <a:pt x="69" y="199"/>
                    </a:cubicBezTo>
                    <a:cubicBezTo>
                      <a:pt x="67" y="199"/>
                      <a:pt x="65" y="199"/>
                      <a:pt x="62" y="1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04" name="Google Shape;2604;p27"/>
              <p:cNvSpPr/>
              <p:nvPr/>
            </p:nvSpPr>
            <p:spPr>
              <a:xfrm>
                <a:off x="2390400" y="675360"/>
                <a:ext cx="52200" cy="15840"/>
              </a:xfrm>
              <a:custGeom>
                <a:avLst/>
                <a:gdLst/>
                <a:ahLst/>
                <a:cxnLst/>
                <a:rect l="l" t="t" r="r" b="b"/>
                <a:pathLst>
                  <a:path w="145" h="44" extrusionOk="0">
                    <a:moveTo>
                      <a:pt x="17" y="43"/>
                    </a:moveTo>
                    <a:cubicBezTo>
                      <a:pt x="14" y="42"/>
                      <a:pt x="10" y="42"/>
                      <a:pt x="7" y="41"/>
                    </a:cubicBezTo>
                    <a:cubicBezTo>
                      <a:pt x="4" y="39"/>
                      <a:pt x="1" y="36"/>
                      <a:pt x="1" y="32"/>
                    </a:cubicBezTo>
                    <a:cubicBezTo>
                      <a:pt x="0" y="28"/>
                      <a:pt x="2" y="23"/>
                      <a:pt x="6" y="21"/>
                    </a:cubicBezTo>
                    <a:cubicBezTo>
                      <a:pt x="8" y="20"/>
                      <a:pt x="10" y="19"/>
                      <a:pt x="13" y="18"/>
                    </a:cubicBezTo>
                    <a:cubicBezTo>
                      <a:pt x="14" y="18"/>
                      <a:pt x="16" y="18"/>
                      <a:pt x="18" y="18"/>
                    </a:cubicBezTo>
                    <a:cubicBezTo>
                      <a:pt x="21" y="17"/>
                      <a:pt x="24" y="17"/>
                      <a:pt x="27" y="16"/>
                    </a:cubicBezTo>
                    <a:cubicBezTo>
                      <a:pt x="31" y="16"/>
                      <a:pt x="36" y="15"/>
                      <a:pt x="40" y="14"/>
                    </a:cubicBezTo>
                    <a:cubicBezTo>
                      <a:pt x="50" y="13"/>
                      <a:pt x="60" y="11"/>
                      <a:pt x="70" y="10"/>
                    </a:cubicBezTo>
                    <a:cubicBezTo>
                      <a:pt x="91" y="6"/>
                      <a:pt x="112" y="3"/>
                      <a:pt x="133" y="0"/>
                    </a:cubicBezTo>
                    <a:cubicBezTo>
                      <a:pt x="138" y="0"/>
                      <a:pt x="142" y="3"/>
                      <a:pt x="144" y="9"/>
                    </a:cubicBezTo>
                    <a:cubicBezTo>
                      <a:pt x="144" y="14"/>
                      <a:pt x="141" y="19"/>
                      <a:pt x="135" y="20"/>
                    </a:cubicBezTo>
                    <a:cubicBezTo>
                      <a:pt x="115" y="23"/>
                      <a:pt x="95" y="25"/>
                      <a:pt x="75" y="29"/>
                    </a:cubicBezTo>
                    <a:cubicBezTo>
                      <a:pt x="66" y="31"/>
                      <a:pt x="56" y="33"/>
                      <a:pt x="46" y="34"/>
                    </a:cubicBezTo>
                    <a:cubicBezTo>
                      <a:pt x="41" y="35"/>
                      <a:pt x="36" y="36"/>
                      <a:pt x="32" y="37"/>
                    </a:cubicBezTo>
                    <a:cubicBezTo>
                      <a:pt x="31" y="37"/>
                      <a:pt x="29" y="37"/>
                      <a:pt x="28" y="38"/>
                    </a:cubicBezTo>
                    <a:cubicBezTo>
                      <a:pt x="27" y="41"/>
                      <a:pt x="23" y="43"/>
                      <a:pt x="19" y="43"/>
                    </a:cubicBezTo>
                    <a:cubicBezTo>
                      <a:pt x="18" y="43"/>
                      <a:pt x="17" y="43"/>
                      <a:pt x="17" y="4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05" name="Google Shape;2605;p27"/>
              <p:cNvSpPr/>
              <p:nvPr/>
            </p:nvSpPr>
            <p:spPr>
              <a:xfrm>
                <a:off x="2461320" y="661320"/>
                <a:ext cx="30600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85" h="30" extrusionOk="0">
                    <a:moveTo>
                      <a:pt x="11" y="29"/>
                    </a:moveTo>
                    <a:cubicBezTo>
                      <a:pt x="10" y="29"/>
                      <a:pt x="10" y="29"/>
                      <a:pt x="10" y="29"/>
                    </a:cubicBezTo>
                    <a:cubicBezTo>
                      <a:pt x="4" y="28"/>
                      <a:pt x="0" y="24"/>
                      <a:pt x="0" y="18"/>
                    </a:cubicBezTo>
                    <a:cubicBezTo>
                      <a:pt x="0" y="13"/>
                      <a:pt x="5" y="7"/>
                      <a:pt x="11" y="7"/>
                    </a:cubicBezTo>
                    <a:cubicBezTo>
                      <a:pt x="14" y="7"/>
                      <a:pt x="18" y="7"/>
                      <a:pt x="21" y="7"/>
                    </a:cubicBezTo>
                    <a:cubicBezTo>
                      <a:pt x="39" y="5"/>
                      <a:pt x="56" y="3"/>
                      <a:pt x="73" y="1"/>
                    </a:cubicBezTo>
                    <a:cubicBezTo>
                      <a:pt x="79" y="0"/>
                      <a:pt x="84" y="6"/>
                      <a:pt x="84" y="11"/>
                    </a:cubicBezTo>
                    <a:cubicBezTo>
                      <a:pt x="84" y="17"/>
                      <a:pt x="79" y="22"/>
                      <a:pt x="74" y="22"/>
                    </a:cubicBezTo>
                    <a:cubicBezTo>
                      <a:pt x="72" y="22"/>
                      <a:pt x="70" y="22"/>
                      <a:pt x="69" y="22"/>
                    </a:cubicBezTo>
                    <a:cubicBezTo>
                      <a:pt x="60" y="24"/>
                      <a:pt x="51" y="25"/>
                      <a:pt x="42" y="26"/>
                    </a:cubicBezTo>
                    <a:cubicBezTo>
                      <a:pt x="36" y="27"/>
                      <a:pt x="31" y="27"/>
                      <a:pt x="26" y="28"/>
                    </a:cubicBezTo>
                    <a:cubicBezTo>
                      <a:pt x="23" y="28"/>
                      <a:pt x="20" y="28"/>
                      <a:pt x="17" y="28"/>
                    </a:cubicBezTo>
                    <a:cubicBezTo>
                      <a:pt x="16" y="29"/>
                      <a:pt x="15" y="29"/>
                      <a:pt x="13" y="29"/>
                    </a:cubicBezTo>
                    <a:cubicBezTo>
                      <a:pt x="12" y="29"/>
                      <a:pt x="11" y="29"/>
                      <a:pt x="11" y="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06" name="Google Shape;2606;p27"/>
              <p:cNvSpPr/>
              <p:nvPr/>
            </p:nvSpPr>
            <p:spPr>
              <a:xfrm>
                <a:off x="2453760" y="678600"/>
                <a:ext cx="3888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108" h="33" extrusionOk="0">
                    <a:moveTo>
                      <a:pt x="11" y="32"/>
                    </a:moveTo>
                    <a:cubicBezTo>
                      <a:pt x="6" y="32"/>
                      <a:pt x="0" y="27"/>
                      <a:pt x="0" y="21"/>
                    </a:cubicBezTo>
                    <a:cubicBezTo>
                      <a:pt x="0" y="15"/>
                      <a:pt x="4" y="10"/>
                      <a:pt x="11" y="10"/>
                    </a:cubicBezTo>
                    <a:cubicBezTo>
                      <a:pt x="12" y="9"/>
                      <a:pt x="14" y="10"/>
                      <a:pt x="15" y="11"/>
                    </a:cubicBezTo>
                    <a:cubicBezTo>
                      <a:pt x="18" y="11"/>
                      <a:pt x="20" y="11"/>
                      <a:pt x="22" y="11"/>
                    </a:cubicBezTo>
                    <a:cubicBezTo>
                      <a:pt x="47" y="8"/>
                      <a:pt x="71" y="4"/>
                      <a:pt x="95" y="1"/>
                    </a:cubicBezTo>
                    <a:cubicBezTo>
                      <a:pt x="100" y="0"/>
                      <a:pt x="106" y="4"/>
                      <a:pt x="106" y="9"/>
                    </a:cubicBezTo>
                    <a:cubicBezTo>
                      <a:pt x="107" y="14"/>
                      <a:pt x="104" y="19"/>
                      <a:pt x="98" y="21"/>
                    </a:cubicBezTo>
                    <a:cubicBezTo>
                      <a:pt x="83" y="23"/>
                      <a:pt x="67" y="26"/>
                      <a:pt x="52" y="28"/>
                    </a:cubicBezTo>
                    <a:cubicBezTo>
                      <a:pt x="44" y="29"/>
                      <a:pt x="36" y="30"/>
                      <a:pt x="29" y="31"/>
                    </a:cubicBezTo>
                    <a:cubicBezTo>
                      <a:pt x="24" y="32"/>
                      <a:pt x="19" y="32"/>
                      <a:pt x="15" y="32"/>
                    </a:cubicBezTo>
                    <a:cubicBezTo>
                      <a:pt x="14" y="32"/>
                      <a:pt x="12" y="32"/>
                      <a:pt x="11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07" name="Google Shape;2607;p27"/>
              <p:cNvSpPr/>
              <p:nvPr/>
            </p:nvSpPr>
            <p:spPr>
              <a:xfrm>
                <a:off x="2511000" y="630360"/>
                <a:ext cx="39240" cy="9432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262" extrusionOk="0">
                    <a:moveTo>
                      <a:pt x="33" y="261"/>
                    </a:moveTo>
                    <a:cubicBezTo>
                      <a:pt x="27" y="261"/>
                      <a:pt x="22" y="254"/>
                      <a:pt x="24" y="248"/>
                    </a:cubicBezTo>
                    <a:cubicBezTo>
                      <a:pt x="27" y="234"/>
                      <a:pt x="29" y="220"/>
                      <a:pt x="32" y="206"/>
                    </a:cubicBezTo>
                    <a:lnTo>
                      <a:pt x="32" y="207"/>
                    </a:lnTo>
                    <a:cubicBezTo>
                      <a:pt x="34" y="195"/>
                      <a:pt x="36" y="182"/>
                      <a:pt x="39" y="170"/>
                    </a:cubicBezTo>
                    <a:cubicBezTo>
                      <a:pt x="41" y="160"/>
                      <a:pt x="42" y="150"/>
                      <a:pt x="44" y="141"/>
                    </a:cubicBezTo>
                    <a:cubicBezTo>
                      <a:pt x="47" y="128"/>
                      <a:pt x="49" y="116"/>
                      <a:pt x="52" y="104"/>
                    </a:cubicBezTo>
                    <a:cubicBezTo>
                      <a:pt x="53" y="100"/>
                      <a:pt x="54" y="97"/>
                      <a:pt x="55" y="93"/>
                    </a:cubicBezTo>
                    <a:cubicBezTo>
                      <a:pt x="48" y="102"/>
                      <a:pt x="42" y="111"/>
                      <a:pt x="36" y="120"/>
                    </a:cubicBezTo>
                    <a:cubicBezTo>
                      <a:pt x="33" y="125"/>
                      <a:pt x="30" y="129"/>
                      <a:pt x="27" y="135"/>
                    </a:cubicBezTo>
                    <a:cubicBezTo>
                      <a:pt x="27" y="134"/>
                      <a:pt x="27" y="134"/>
                      <a:pt x="27" y="134"/>
                    </a:cubicBezTo>
                    <a:cubicBezTo>
                      <a:pt x="26" y="136"/>
                      <a:pt x="24" y="138"/>
                      <a:pt x="23" y="141"/>
                    </a:cubicBezTo>
                    <a:cubicBezTo>
                      <a:pt x="23" y="142"/>
                      <a:pt x="23" y="142"/>
                      <a:pt x="22" y="142"/>
                    </a:cubicBezTo>
                    <a:cubicBezTo>
                      <a:pt x="22" y="148"/>
                      <a:pt x="15" y="152"/>
                      <a:pt x="10" y="150"/>
                    </a:cubicBezTo>
                    <a:cubicBezTo>
                      <a:pt x="4" y="149"/>
                      <a:pt x="0" y="143"/>
                      <a:pt x="1" y="137"/>
                    </a:cubicBezTo>
                    <a:cubicBezTo>
                      <a:pt x="3" y="130"/>
                      <a:pt x="8" y="124"/>
                      <a:pt x="12" y="118"/>
                    </a:cubicBezTo>
                    <a:cubicBezTo>
                      <a:pt x="15" y="114"/>
                      <a:pt x="17" y="110"/>
                      <a:pt x="20" y="106"/>
                    </a:cubicBezTo>
                    <a:cubicBezTo>
                      <a:pt x="26" y="98"/>
                      <a:pt x="32" y="89"/>
                      <a:pt x="39" y="81"/>
                    </a:cubicBezTo>
                    <a:cubicBezTo>
                      <a:pt x="50" y="66"/>
                      <a:pt x="61" y="51"/>
                      <a:pt x="71" y="35"/>
                    </a:cubicBezTo>
                    <a:lnTo>
                      <a:pt x="71" y="36"/>
                    </a:lnTo>
                    <a:cubicBezTo>
                      <a:pt x="72" y="34"/>
                      <a:pt x="73" y="32"/>
                      <a:pt x="74" y="30"/>
                    </a:cubicBezTo>
                    <a:cubicBezTo>
                      <a:pt x="75" y="26"/>
                      <a:pt x="77" y="22"/>
                      <a:pt x="79" y="19"/>
                    </a:cubicBezTo>
                    <a:cubicBezTo>
                      <a:pt x="81" y="14"/>
                      <a:pt x="84" y="9"/>
                      <a:pt x="87" y="5"/>
                    </a:cubicBezTo>
                    <a:cubicBezTo>
                      <a:pt x="89" y="2"/>
                      <a:pt x="93" y="0"/>
                      <a:pt x="97" y="1"/>
                    </a:cubicBezTo>
                    <a:cubicBezTo>
                      <a:pt x="101" y="1"/>
                      <a:pt x="105" y="4"/>
                      <a:pt x="106" y="8"/>
                    </a:cubicBezTo>
                    <a:cubicBezTo>
                      <a:pt x="107" y="11"/>
                      <a:pt x="108" y="12"/>
                      <a:pt x="107" y="15"/>
                    </a:cubicBezTo>
                    <a:cubicBezTo>
                      <a:pt x="106" y="18"/>
                      <a:pt x="104" y="21"/>
                      <a:pt x="103" y="24"/>
                    </a:cubicBezTo>
                    <a:cubicBezTo>
                      <a:pt x="102" y="26"/>
                      <a:pt x="100" y="28"/>
                      <a:pt x="99" y="30"/>
                    </a:cubicBezTo>
                    <a:cubicBezTo>
                      <a:pt x="97" y="33"/>
                      <a:pt x="95" y="36"/>
                      <a:pt x="94" y="39"/>
                    </a:cubicBezTo>
                    <a:cubicBezTo>
                      <a:pt x="91" y="44"/>
                      <a:pt x="89" y="50"/>
                      <a:pt x="87" y="55"/>
                    </a:cubicBezTo>
                    <a:cubicBezTo>
                      <a:pt x="85" y="62"/>
                      <a:pt x="82" y="68"/>
                      <a:pt x="81" y="75"/>
                    </a:cubicBezTo>
                    <a:cubicBezTo>
                      <a:pt x="78" y="84"/>
                      <a:pt x="75" y="92"/>
                      <a:pt x="73" y="101"/>
                    </a:cubicBezTo>
                    <a:cubicBezTo>
                      <a:pt x="71" y="111"/>
                      <a:pt x="69" y="121"/>
                      <a:pt x="66" y="132"/>
                    </a:cubicBezTo>
                    <a:cubicBezTo>
                      <a:pt x="64" y="142"/>
                      <a:pt x="62" y="153"/>
                      <a:pt x="60" y="163"/>
                    </a:cubicBezTo>
                    <a:cubicBezTo>
                      <a:pt x="58" y="173"/>
                      <a:pt x="57" y="182"/>
                      <a:pt x="55" y="192"/>
                    </a:cubicBezTo>
                    <a:lnTo>
                      <a:pt x="55" y="191"/>
                    </a:lnTo>
                    <a:cubicBezTo>
                      <a:pt x="54" y="197"/>
                      <a:pt x="53" y="203"/>
                      <a:pt x="52" y="210"/>
                    </a:cubicBezTo>
                    <a:lnTo>
                      <a:pt x="52" y="209"/>
                    </a:lnTo>
                    <a:lnTo>
                      <a:pt x="52" y="210"/>
                    </a:lnTo>
                    <a:cubicBezTo>
                      <a:pt x="52" y="209"/>
                      <a:pt x="52" y="209"/>
                      <a:pt x="52" y="209"/>
                    </a:cubicBezTo>
                    <a:lnTo>
                      <a:pt x="52" y="210"/>
                    </a:lnTo>
                    <a:cubicBezTo>
                      <a:pt x="51" y="215"/>
                      <a:pt x="50" y="220"/>
                      <a:pt x="49" y="225"/>
                    </a:cubicBezTo>
                    <a:cubicBezTo>
                      <a:pt x="49" y="224"/>
                      <a:pt x="49" y="224"/>
                      <a:pt x="49" y="224"/>
                    </a:cubicBezTo>
                    <a:cubicBezTo>
                      <a:pt x="48" y="233"/>
                      <a:pt x="46" y="242"/>
                      <a:pt x="45" y="251"/>
                    </a:cubicBezTo>
                    <a:cubicBezTo>
                      <a:pt x="44" y="257"/>
                      <a:pt x="40" y="261"/>
                      <a:pt x="34" y="261"/>
                    </a:cubicBezTo>
                    <a:lnTo>
                      <a:pt x="33" y="26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08" name="Google Shape;2608;p27"/>
              <p:cNvSpPr/>
              <p:nvPr/>
            </p:nvSpPr>
            <p:spPr>
              <a:xfrm>
                <a:off x="2558880" y="672480"/>
                <a:ext cx="3204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89" h="31" extrusionOk="0">
                    <a:moveTo>
                      <a:pt x="11" y="30"/>
                    </a:moveTo>
                    <a:cubicBezTo>
                      <a:pt x="5" y="29"/>
                      <a:pt x="0" y="23"/>
                      <a:pt x="2" y="17"/>
                    </a:cubicBezTo>
                    <a:lnTo>
                      <a:pt x="2" y="16"/>
                    </a:lnTo>
                    <a:cubicBezTo>
                      <a:pt x="3" y="12"/>
                      <a:pt x="7" y="8"/>
                      <a:pt x="11" y="8"/>
                    </a:cubicBezTo>
                    <a:cubicBezTo>
                      <a:pt x="14" y="7"/>
                      <a:pt x="16" y="7"/>
                      <a:pt x="18" y="8"/>
                    </a:cubicBezTo>
                    <a:cubicBezTo>
                      <a:pt x="23" y="8"/>
                      <a:pt x="28" y="8"/>
                      <a:pt x="32" y="8"/>
                    </a:cubicBezTo>
                    <a:cubicBezTo>
                      <a:pt x="46" y="6"/>
                      <a:pt x="60" y="4"/>
                      <a:pt x="75" y="1"/>
                    </a:cubicBezTo>
                    <a:cubicBezTo>
                      <a:pt x="80" y="0"/>
                      <a:pt x="86" y="4"/>
                      <a:pt x="87" y="10"/>
                    </a:cubicBezTo>
                    <a:cubicBezTo>
                      <a:pt x="88" y="15"/>
                      <a:pt x="84" y="21"/>
                      <a:pt x="78" y="22"/>
                    </a:cubicBezTo>
                    <a:cubicBezTo>
                      <a:pt x="67" y="24"/>
                      <a:pt x="56" y="25"/>
                      <a:pt x="46" y="27"/>
                    </a:cubicBezTo>
                    <a:cubicBezTo>
                      <a:pt x="41" y="28"/>
                      <a:pt x="36" y="29"/>
                      <a:pt x="32" y="29"/>
                    </a:cubicBezTo>
                    <a:cubicBezTo>
                      <a:pt x="27" y="29"/>
                      <a:pt x="22" y="30"/>
                      <a:pt x="17" y="30"/>
                    </a:cubicBezTo>
                    <a:cubicBezTo>
                      <a:pt x="15" y="30"/>
                      <a:pt x="13" y="30"/>
                      <a:pt x="11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09" name="Google Shape;2609;p27"/>
              <p:cNvSpPr/>
              <p:nvPr/>
            </p:nvSpPr>
            <p:spPr>
              <a:xfrm>
                <a:off x="2573280" y="651240"/>
                <a:ext cx="1836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51" h="135" extrusionOk="0">
                    <a:moveTo>
                      <a:pt x="2" y="124"/>
                    </a:moveTo>
                    <a:cubicBezTo>
                      <a:pt x="2" y="116"/>
                      <a:pt x="1" y="108"/>
                      <a:pt x="0" y="99"/>
                    </a:cubicBezTo>
                    <a:cubicBezTo>
                      <a:pt x="0" y="92"/>
                      <a:pt x="0" y="86"/>
                      <a:pt x="1" y="80"/>
                    </a:cubicBezTo>
                    <a:cubicBezTo>
                      <a:pt x="1" y="76"/>
                      <a:pt x="2" y="71"/>
                      <a:pt x="2" y="67"/>
                    </a:cubicBezTo>
                    <a:cubicBezTo>
                      <a:pt x="3" y="59"/>
                      <a:pt x="4" y="50"/>
                      <a:pt x="6" y="42"/>
                    </a:cubicBezTo>
                    <a:cubicBezTo>
                      <a:pt x="9" y="34"/>
                      <a:pt x="12" y="25"/>
                      <a:pt x="17" y="18"/>
                    </a:cubicBezTo>
                    <a:cubicBezTo>
                      <a:pt x="19" y="14"/>
                      <a:pt x="21" y="11"/>
                      <a:pt x="25" y="8"/>
                    </a:cubicBezTo>
                    <a:cubicBezTo>
                      <a:pt x="27" y="6"/>
                      <a:pt x="29" y="4"/>
                      <a:pt x="32" y="3"/>
                    </a:cubicBezTo>
                    <a:cubicBezTo>
                      <a:pt x="36" y="0"/>
                      <a:pt x="44" y="2"/>
                      <a:pt x="46" y="7"/>
                    </a:cubicBezTo>
                    <a:cubicBezTo>
                      <a:pt x="50" y="12"/>
                      <a:pt x="48" y="19"/>
                      <a:pt x="43" y="22"/>
                    </a:cubicBezTo>
                    <a:cubicBezTo>
                      <a:pt x="42" y="23"/>
                      <a:pt x="41" y="23"/>
                      <a:pt x="39" y="24"/>
                    </a:cubicBezTo>
                    <a:cubicBezTo>
                      <a:pt x="38" y="25"/>
                      <a:pt x="38" y="25"/>
                      <a:pt x="38" y="25"/>
                    </a:cubicBezTo>
                    <a:cubicBezTo>
                      <a:pt x="36" y="27"/>
                      <a:pt x="35" y="29"/>
                      <a:pt x="34" y="31"/>
                    </a:cubicBezTo>
                    <a:cubicBezTo>
                      <a:pt x="33" y="32"/>
                      <a:pt x="32" y="34"/>
                      <a:pt x="31" y="36"/>
                    </a:cubicBezTo>
                    <a:cubicBezTo>
                      <a:pt x="29" y="39"/>
                      <a:pt x="28" y="43"/>
                      <a:pt x="27" y="46"/>
                    </a:cubicBezTo>
                    <a:cubicBezTo>
                      <a:pt x="26" y="50"/>
                      <a:pt x="25" y="55"/>
                      <a:pt x="24" y="59"/>
                    </a:cubicBezTo>
                    <a:cubicBezTo>
                      <a:pt x="23" y="67"/>
                      <a:pt x="22" y="75"/>
                      <a:pt x="21" y="84"/>
                    </a:cubicBezTo>
                    <a:cubicBezTo>
                      <a:pt x="21" y="89"/>
                      <a:pt x="21" y="95"/>
                      <a:pt x="21" y="100"/>
                    </a:cubicBezTo>
                    <a:cubicBezTo>
                      <a:pt x="22" y="108"/>
                      <a:pt x="22" y="116"/>
                      <a:pt x="23" y="124"/>
                    </a:cubicBezTo>
                    <a:cubicBezTo>
                      <a:pt x="23" y="130"/>
                      <a:pt x="18" y="134"/>
                      <a:pt x="13" y="134"/>
                    </a:cubicBezTo>
                    <a:cubicBezTo>
                      <a:pt x="7" y="134"/>
                      <a:pt x="3" y="130"/>
                      <a:pt x="2" y="1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10" name="Google Shape;2610;p27"/>
              <p:cNvSpPr/>
              <p:nvPr/>
            </p:nvSpPr>
            <p:spPr>
              <a:xfrm>
                <a:off x="2609640" y="599040"/>
                <a:ext cx="375480" cy="133560"/>
              </a:xfrm>
              <a:custGeom>
                <a:avLst/>
                <a:gdLst/>
                <a:ahLst/>
                <a:cxnLst/>
                <a:rect l="l" t="t" r="r" b="b"/>
                <a:pathLst>
                  <a:path w="1043" h="371" extrusionOk="0">
                    <a:moveTo>
                      <a:pt x="14" y="363"/>
                    </a:moveTo>
                    <a:cubicBezTo>
                      <a:pt x="13" y="361"/>
                      <a:pt x="12" y="358"/>
                      <a:pt x="12" y="355"/>
                    </a:cubicBezTo>
                    <a:cubicBezTo>
                      <a:pt x="13" y="352"/>
                      <a:pt x="14" y="348"/>
                      <a:pt x="14" y="345"/>
                    </a:cubicBezTo>
                    <a:cubicBezTo>
                      <a:pt x="14" y="344"/>
                      <a:pt x="14" y="344"/>
                      <a:pt x="14" y="343"/>
                    </a:cubicBezTo>
                    <a:cubicBezTo>
                      <a:pt x="15" y="327"/>
                      <a:pt x="15" y="311"/>
                      <a:pt x="14" y="295"/>
                    </a:cubicBezTo>
                    <a:cubicBezTo>
                      <a:pt x="14" y="285"/>
                      <a:pt x="14" y="274"/>
                      <a:pt x="13" y="264"/>
                    </a:cubicBezTo>
                    <a:cubicBezTo>
                      <a:pt x="12" y="255"/>
                      <a:pt x="11" y="246"/>
                      <a:pt x="11" y="237"/>
                    </a:cubicBezTo>
                    <a:cubicBezTo>
                      <a:pt x="9" y="219"/>
                      <a:pt x="7" y="201"/>
                      <a:pt x="4" y="183"/>
                    </a:cubicBezTo>
                    <a:cubicBezTo>
                      <a:pt x="3" y="173"/>
                      <a:pt x="2" y="164"/>
                      <a:pt x="1" y="154"/>
                    </a:cubicBezTo>
                    <a:cubicBezTo>
                      <a:pt x="1" y="148"/>
                      <a:pt x="0" y="142"/>
                      <a:pt x="0" y="137"/>
                    </a:cubicBezTo>
                    <a:cubicBezTo>
                      <a:pt x="1" y="133"/>
                      <a:pt x="1" y="127"/>
                      <a:pt x="5" y="124"/>
                    </a:cubicBezTo>
                    <a:cubicBezTo>
                      <a:pt x="8" y="121"/>
                      <a:pt x="12" y="120"/>
                      <a:pt x="16" y="122"/>
                    </a:cubicBezTo>
                    <a:cubicBezTo>
                      <a:pt x="19" y="123"/>
                      <a:pt x="22" y="126"/>
                      <a:pt x="23" y="128"/>
                    </a:cubicBezTo>
                    <a:cubicBezTo>
                      <a:pt x="26" y="133"/>
                      <a:pt x="25" y="138"/>
                      <a:pt x="22" y="142"/>
                    </a:cubicBezTo>
                    <a:cubicBezTo>
                      <a:pt x="22" y="146"/>
                      <a:pt x="22" y="150"/>
                      <a:pt x="22" y="154"/>
                    </a:cubicBezTo>
                    <a:cubicBezTo>
                      <a:pt x="22" y="159"/>
                      <a:pt x="23" y="165"/>
                      <a:pt x="23" y="170"/>
                    </a:cubicBezTo>
                    <a:cubicBezTo>
                      <a:pt x="25" y="184"/>
                      <a:pt x="27" y="199"/>
                      <a:pt x="28" y="214"/>
                    </a:cubicBezTo>
                    <a:cubicBezTo>
                      <a:pt x="28" y="215"/>
                      <a:pt x="28" y="215"/>
                      <a:pt x="29" y="215"/>
                    </a:cubicBezTo>
                    <a:cubicBezTo>
                      <a:pt x="29" y="219"/>
                      <a:pt x="29" y="224"/>
                      <a:pt x="30" y="228"/>
                    </a:cubicBezTo>
                    <a:lnTo>
                      <a:pt x="30" y="229"/>
                    </a:lnTo>
                    <a:cubicBezTo>
                      <a:pt x="30" y="231"/>
                      <a:pt x="30" y="233"/>
                      <a:pt x="30" y="235"/>
                    </a:cubicBezTo>
                    <a:lnTo>
                      <a:pt x="30" y="236"/>
                    </a:lnTo>
                    <a:lnTo>
                      <a:pt x="30" y="235"/>
                    </a:lnTo>
                    <a:cubicBezTo>
                      <a:pt x="32" y="250"/>
                      <a:pt x="33" y="265"/>
                      <a:pt x="33" y="279"/>
                    </a:cubicBezTo>
                    <a:cubicBezTo>
                      <a:pt x="33" y="279"/>
                      <a:pt x="34" y="279"/>
                      <a:pt x="34" y="278"/>
                    </a:cubicBezTo>
                    <a:cubicBezTo>
                      <a:pt x="36" y="272"/>
                      <a:pt x="39" y="265"/>
                      <a:pt x="42" y="260"/>
                    </a:cubicBezTo>
                    <a:cubicBezTo>
                      <a:pt x="46" y="249"/>
                      <a:pt x="50" y="239"/>
                      <a:pt x="55" y="229"/>
                    </a:cubicBezTo>
                    <a:cubicBezTo>
                      <a:pt x="57" y="225"/>
                      <a:pt x="59" y="220"/>
                      <a:pt x="61" y="215"/>
                    </a:cubicBezTo>
                    <a:cubicBezTo>
                      <a:pt x="63" y="209"/>
                      <a:pt x="65" y="204"/>
                      <a:pt x="67" y="198"/>
                    </a:cubicBezTo>
                    <a:cubicBezTo>
                      <a:pt x="69" y="191"/>
                      <a:pt x="72" y="184"/>
                      <a:pt x="75" y="178"/>
                    </a:cubicBezTo>
                    <a:cubicBezTo>
                      <a:pt x="76" y="172"/>
                      <a:pt x="79" y="165"/>
                      <a:pt x="81" y="159"/>
                    </a:cubicBezTo>
                    <a:cubicBezTo>
                      <a:pt x="82" y="155"/>
                      <a:pt x="83" y="150"/>
                      <a:pt x="85" y="145"/>
                    </a:cubicBezTo>
                    <a:cubicBezTo>
                      <a:pt x="86" y="141"/>
                      <a:pt x="87" y="137"/>
                      <a:pt x="88" y="133"/>
                    </a:cubicBezTo>
                    <a:cubicBezTo>
                      <a:pt x="90" y="125"/>
                      <a:pt x="92" y="117"/>
                      <a:pt x="93" y="109"/>
                    </a:cubicBezTo>
                    <a:cubicBezTo>
                      <a:pt x="94" y="102"/>
                      <a:pt x="95" y="96"/>
                      <a:pt x="95" y="89"/>
                    </a:cubicBezTo>
                    <a:cubicBezTo>
                      <a:pt x="95" y="85"/>
                      <a:pt x="95" y="80"/>
                      <a:pt x="95" y="75"/>
                    </a:cubicBezTo>
                    <a:cubicBezTo>
                      <a:pt x="95" y="74"/>
                      <a:pt x="95" y="71"/>
                      <a:pt x="96" y="70"/>
                    </a:cubicBezTo>
                    <a:cubicBezTo>
                      <a:pt x="96" y="67"/>
                      <a:pt x="97" y="65"/>
                      <a:pt x="99" y="63"/>
                    </a:cubicBezTo>
                    <a:cubicBezTo>
                      <a:pt x="102" y="59"/>
                      <a:pt x="106" y="57"/>
                      <a:pt x="111" y="56"/>
                    </a:cubicBezTo>
                    <a:cubicBezTo>
                      <a:pt x="120" y="53"/>
                      <a:pt x="128" y="55"/>
                      <a:pt x="137" y="56"/>
                    </a:cubicBezTo>
                    <a:cubicBezTo>
                      <a:pt x="142" y="56"/>
                      <a:pt x="146" y="56"/>
                      <a:pt x="151" y="57"/>
                    </a:cubicBezTo>
                    <a:cubicBezTo>
                      <a:pt x="156" y="57"/>
                      <a:pt x="162" y="57"/>
                      <a:pt x="168" y="57"/>
                    </a:cubicBezTo>
                    <a:cubicBezTo>
                      <a:pt x="174" y="57"/>
                      <a:pt x="180" y="57"/>
                      <a:pt x="186" y="57"/>
                    </a:cubicBezTo>
                    <a:cubicBezTo>
                      <a:pt x="196" y="57"/>
                      <a:pt x="207" y="56"/>
                      <a:pt x="217" y="56"/>
                    </a:cubicBezTo>
                    <a:cubicBezTo>
                      <a:pt x="241" y="54"/>
                      <a:pt x="264" y="52"/>
                      <a:pt x="288" y="50"/>
                    </a:cubicBezTo>
                    <a:cubicBezTo>
                      <a:pt x="333" y="46"/>
                      <a:pt x="378" y="43"/>
                      <a:pt x="423" y="39"/>
                    </a:cubicBezTo>
                    <a:cubicBezTo>
                      <a:pt x="467" y="35"/>
                      <a:pt x="511" y="31"/>
                      <a:pt x="556" y="31"/>
                    </a:cubicBezTo>
                    <a:cubicBezTo>
                      <a:pt x="562" y="31"/>
                      <a:pt x="568" y="31"/>
                      <a:pt x="573" y="31"/>
                    </a:cubicBezTo>
                    <a:cubicBezTo>
                      <a:pt x="590" y="31"/>
                      <a:pt x="607" y="31"/>
                      <a:pt x="624" y="30"/>
                    </a:cubicBezTo>
                    <a:cubicBezTo>
                      <a:pt x="646" y="29"/>
                      <a:pt x="669" y="28"/>
                      <a:pt x="692" y="27"/>
                    </a:cubicBezTo>
                    <a:cubicBezTo>
                      <a:pt x="714" y="25"/>
                      <a:pt x="737" y="24"/>
                      <a:pt x="760" y="22"/>
                    </a:cubicBezTo>
                    <a:cubicBezTo>
                      <a:pt x="782" y="21"/>
                      <a:pt x="805" y="20"/>
                      <a:pt x="827" y="18"/>
                    </a:cubicBezTo>
                    <a:cubicBezTo>
                      <a:pt x="839" y="17"/>
                      <a:pt x="850" y="16"/>
                      <a:pt x="861" y="15"/>
                    </a:cubicBezTo>
                    <a:cubicBezTo>
                      <a:pt x="872" y="14"/>
                      <a:pt x="883" y="13"/>
                      <a:pt x="894" y="12"/>
                    </a:cubicBezTo>
                    <a:cubicBezTo>
                      <a:pt x="917" y="11"/>
                      <a:pt x="940" y="10"/>
                      <a:pt x="963" y="8"/>
                    </a:cubicBezTo>
                    <a:cubicBezTo>
                      <a:pt x="964" y="8"/>
                      <a:pt x="966" y="8"/>
                      <a:pt x="968" y="7"/>
                    </a:cubicBezTo>
                    <a:lnTo>
                      <a:pt x="967" y="7"/>
                    </a:lnTo>
                    <a:lnTo>
                      <a:pt x="968" y="7"/>
                    </a:lnTo>
                    <a:cubicBezTo>
                      <a:pt x="977" y="7"/>
                      <a:pt x="985" y="6"/>
                      <a:pt x="994" y="4"/>
                    </a:cubicBezTo>
                    <a:cubicBezTo>
                      <a:pt x="997" y="4"/>
                      <a:pt x="1001" y="3"/>
                      <a:pt x="1005" y="3"/>
                    </a:cubicBezTo>
                    <a:cubicBezTo>
                      <a:pt x="1006" y="2"/>
                      <a:pt x="1009" y="2"/>
                      <a:pt x="1010" y="1"/>
                    </a:cubicBezTo>
                    <a:cubicBezTo>
                      <a:pt x="1013" y="1"/>
                      <a:pt x="1017" y="0"/>
                      <a:pt x="1020" y="0"/>
                    </a:cubicBezTo>
                    <a:cubicBezTo>
                      <a:pt x="1024" y="0"/>
                      <a:pt x="1029" y="0"/>
                      <a:pt x="1033" y="2"/>
                    </a:cubicBezTo>
                    <a:cubicBezTo>
                      <a:pt x="1037" y="4"/>
                      <a:pt x="1040" y="8"/>
                      <a:pt x="1041" y="13"/>
                    </a:cubicBezTo>
                    <a:cubicBezTo>
                      <a:pt x="1042" y="17"/>
                      <a:pt x="1042" y="22"/>
                      <a:pt x="1042" y="27"/>
                    </a:cubicBezTo>
                    <a:cubicBezTo>
                      <a:pt x="1042" y="30"/>
                      <a:pt x="1041" y="33"/>
                      <a:pt x="1041" y="36"/>
                    </a:cubicBezTo>
                    <a:cubicBezTo>
                      <a:pt x="1041" y="39"/>
                      <a:pt x="1040" y="42"/>
                      <a:pt x="1039" y="46"/>
                    </a:cubicBezTo>
                    <a:cubicBezTo>
                      <a:pt x="1036" y="57"/>
                      <a:pt x="1032" y="68"/>
                      <a:pt x="1029" y="80"/>
                    </a:cubicBezTo>
                    <a:cubicBezTo>
                      <a:pt x="1027" y="86"/>
                      <a:pt x="1024" y="92"/>
                      <a:pt x="1022" y="98"/>
                    </a:cubicBezTo>
                    <a:cubicBezTo>
                      <a:pt x="1023" y="98"/>
                      <a:pt x="1023" y="98"/>
                      <a:pt x="1023" y="97"/>
                    </a:cubicBezTo>
                    <a:cubicBezTo>
                      <a:pt x="1020" y="105"/>
                      <a:pt x="1017" y="113"/>
                      <a:pt x="1015" y="121"/>
                    </a:cubicBezTo>
                    <a:cubicBezTo>
                      <a:pt x="1012" y="130"/>
                      <a:pt x="1009" y="138"/>
                      <a:pt x="1006" y="147"/>
                    </a:cubicBezTo>
                    <a:cubicBezTo>
                      <a:pt x="1004" y="152"/>
                      <a:pt x="998" y="155"/>
                      <a:pt x="992" y="153"/>
                    </a:cubicBezTo>
                    <a:cubicBezTo>
                      <a:pt x="987" y="151"/>
                      <a:pt x="984" y="145"/>
                      <a:pt x="986" y="139"/>
                    </a:cubicBezTo>
                    <a:cubicBezTo>
                      <a:pt x="994" y="117"/>
                      <a:pt x="1001" y="96"/>
                      <a:pt x="1008" y="74"/>
                    </a:cubicBezTo>
                    <a:cubicBezTo>
                      <a:pt x="1008" y="74"/>
                      <a:pt x="1009" y="74"/>
                      <a:pt x="1009" y="73"/>
                    </a:cubicBezTo>
                    <a:lnTo>
                      <a:pt x="1009" y="74"/>
                    </a:lnTo>
                    <a:lnTo>
                      <a:pt x="1009" y="73"/>
                    </a:lnTo>
                    <a:cubicBezTo>
                      <a:pt x="1009" y="74"/>
                      <a:pt x="1009" y="74"/>
                      <a:pt x="1008" y="74"/>
                    </a:cubicBezTo>
                    <a:cubicBezTo>
                      <a:pt x="1013" y="60"/>
                      <a:pt x="1017" y="46"/>
                      <a:pt x="1020" y="32"/>
                    </a:cubicBezTo>
                    <a:cubicBezTo>
                      <a:pt x="1020" y="30"/>
                      <a:pt x="1021" y="28"/>
                      <a:pt x="1021" y="25"/>
                    </a:cubicBezTo>
                    <a:cubicBezTo>
                      <a:pt x="1021" y="24"/>
                      <a:pt x="1021" y="23"/>
                      <a:pt x="1021" y="22"/>
                    </a:cubicBezTo>
                    <a:cubicBezTo>
                      <a:pt x="999" y="25"/>
                      <a:pt x="977" y="28"/>
                      <a:pt x="955" y="29"/>
                    </a:cubicBezTo>
                    <a:cubicBezTo>
                      <a:pt x="931" y="31"/>
                      <a:pt x="908" y="32"/>
                      <a:pt x="886" y="34"/>
                    </a:cubicBezTo>
                    <a:cubicBezTo>
                      <a:pt x="864" y="36"/>
                      <a:pt x="841" y="38"/>
                      <a:pt x="819" y="39"/>
                    </a:cubicBezTo>
                    <a:cubicBezTo>
                      <a:pt x="797" y="41"/>
                      <a:pt x="774" y="43"/>
                      <a:pt x="751" y="44"/>
                    </a:cubicBezTo>
                    <a:cubicBezTo>
                      <a:pt x="728" y="46"/>
                      <a:pt x="705" y="47"/>
                      <a:pt x="682" y="48"/>
                    </a:cubicBezTo>
                    <a:cubicBezTo>
                      <a:pt x="660" y="49"/>
                      <a:pt x="638" y="50"/>
                      <a:pt x="615" y="51"/>
                    </a:cubicBezTo>
                    <a:cubicBezTo>
                      <a:pt x="593" y="52"/>
                      <a:pt x="571" y="52"/>
                      <a:pt x="548" y="52"/>
                    </a:cubicBezTo>
                    <a:cubicBezTo>
                      <a:pt x="525" y="52"/>
                      <a:pt x="503" y="53"/>
                      <a:pt x="481" y="54"/>
                    </a:cubicBezTo>
                    <a:cubicBezTo>
                      <a:pt x="458" y="56"/>
                      <a:pt x="434" y="59"/>
                      <a:pt x="410" y="60"/>
                    </a:cubicBezTo>
                    <a:cubicBezTo>
                      <a:pt x="389" y="62"/>
                      <a:pt x="367" y="64"/>
                      <a:pt x="346" y="66"/>
                    </a:cubicBezTo>
                    <a:cubicBezTo>
                      <a:pt x="323" y="68"/>
                      <a:pt x="300" y="70"/>
                      <a:pt x="276" y="72"/>
                    </a:cubicBezTo>
                    <a:cubicBezTo>
                      <a:pt x="265" y="73"/>
                      <a:pt x="254" y="74"/>
                      <a:pt x="243" y="75"/>
                    </a:cubicBezTo>
                    <a:cubicBezTo>
                      <a:pt x="231" y="75"/>
                      <a:pt x="221" y="77"/>
                      <a:pt x="210" y="77"/>
                    </a:cubicBezTo>
                    <a:cubicBezTo>
                      <a:pt x="203" y="77"/>
                      <a:pt x="196" y="78"/>
                      <a:pt x="188" y="78"/>
                    </a:cubicBezTo>
                    <a:cubicBezTo>
                      <a:pt x="182" y="78"/>
                      <a:pt x="176" y="78"/>
                      <a:pt x="169" y="78"/>
                    </a:cubicBezTo>
                    <a:cubicBezTo>
                      <a:pt x="154" y="78"/>
                      <a:pt x="139" y="77"/>
                      <a:pt x="124" y="77"/>
                    </a:cubicBezTo>
                    <a:cubicBezTo>
                      <a:pt x="122" y="76"/>
                      <a:pt x="120" y="76"/>
                      <a:pt x="117" y="77"/>
                    </a:cubicBezTo>
                    <a:cubicBezTo>
                      <a:pt x="117" y="100"/>
                      <a:pt x="111" y="123"/>
                      <a:pt x="106" y="146"/>
                    </a:cubicBezTo>
                    <a:cubicBezTo>
                      <a:pt x="102" y="157"/>
                      <a:pt x="99" y="168"/>
                      <a:pt x="95" y="179"/>
                    </a:cubicBezTo>
                    <a:cubicBezTo>
                      <a:pt x="92" y="189"/>
                      <a:pt x="88" y="199"/>
                      <a:pt x="85" y="208"/>
                    </a:cubicBezTo>
                    <a:cubicBezTo>
                      <a:pt x="78" y="226"/>
                      <a:pt x="70" y="244"/>
                      <a:pt x="62" y="262"/>
                    </a:cubicBezTo>
                    <a:cubicBezTo>
                      <a:pt x="55" y="279"/>
                      <a:pt x="48" y="296"/>
                      <a:pt x="43" y="314"/>
                    </a:cubicBezTo>
                    <a:cubicBezTo>
                      <a:pt x="40" y="323"/>
                      <a:pt x="37" y="332"/>
                      <a:pt x="36" y="341"/>
                    </a:cubicBezTo>
                    <a:cubicBezTo>
                      <a:pt x="36" y="342"/>
                      <a:pt x="35" y="343"/>
                      <a:pt x="35" y="345"/>
                    </a:cubicBezTo>
                    <a:cubicBezTo>
                      <a:pt x="35" y="350"/>
                      <a:pt x="35" y="355"/>
                      <a:pt x="35" y="360"/>
                    </a:cubicBezTo>
                    <a:cubicBezTo>
                      <a:pt x="33" y="364"/>
                      <a:pt x="30" y="369"/>
                      <a:pt x="25" y="370"/>
                    </a:cubicBezTo>
                    <a:cubicBezTo>
                      <a:pt x="25" y="370"/>
                      <a:pt x="24" y="370"/>
                      <a:pt x="23" y="370"/>
                    </a:cubicBezTo>
                    <a:cubicBezTo>
                      <a:pt x="19" y="370"/>
                      <a:pt x="16" y="367"/>
                      <a:pt x="14" y="3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11" name="Google Shape;2611;p27"/>
              <p:cNvSpPr/>
              <p:nvPr/>
            </p:nvSpPr>
            <p:spPr>
              <a:xfrm>
                <a:off x="2647080" y="637920"/>
                <a:ext cx="48600" cy="76680"/>
              </a:xfrm>
              <a:custGeom>
                <a:avLst/>
                <a:gdLst/>
                <a:ahLst/>
                <a:cxnLst/>
                <a:rect l="l" t="t" r="r" b="b"/>
                <a:pathLst>
                  <a:path w="135" h="213" extrusionOk="0">
                    <a:moveTo>
                      <a:pt x="24" y="205"/>
                    </a:moveTo>
                    <a:cubicBezTo>
                      <a:pt x="23" y="202"/>
                      <a:pt x="23" y="199"/>
                      <a:pt x="23" y="195"/>
                    </a:cubicBezTo>
                    <a:cubicBezTo>
                      <a:pt x="24" y="190"/>
                      <a:pt x="30" y="187"/>
                      <a:pt x="35" y="187"/>
                    </a:cubicBezTo>
                    <a:cubicBezTo>
                      <a:pt x="37" y="187"/>
                      <a:pt x="38" y="188"/>
                      <a:pt x="39" y="188"/>
                    </a:cubicBezTo>
                    <a:cubicBezTo>
                      <a:pt x="41" y="187"/>
                      <a:pt x="44" y="187"/>
                      <a:pt x="46" y="185"/>
                    </a:cubicBezTo>
                    <a:cubicBezTo>
                      <a:pt x="48" y="184"/>
                      <a:pt x="51" y="182"/>
                      <a:pt x="54" y="180"/>
                    </a:cubicBezTo>
                    <a:cubicBezTo>
                      <a:pt x="57" y="178"/>
                      <a:pt x="60" y="175"/>
                      <a:pt x="63" y="173"/>
                    </a:cubicBezTo>
                    <a:cubicBezTo>
                      <a:pt x="65" y="171"/>
                      <a:pt x="68" y="168"/>
                      <a:pt x="70" y="166"/>
                    </a:cubicBezTo>
                    <a:cubicBezTo>
                      <a:pt x="72" y="164"/>
                      <a:pt x="73" y="163"/>
                      <a:pt x="74" y="161"/>
                    </a:cubicBezTo>
                    <a:cubicBezTo>
                      <a:pt x="74" y="160"/>
                      <a:pt x="75" y="159"/>
                      <a:pt x="76" y="157"/>
                    </a:cubicBezTo>
                    <a:cubicBezTo>
                      <a:pt x="77" y="154"/>
                      <a:pt x="79" y="150"/>
                      <a:pt x="80" y="147"/>
                    </a:cubicBezTo>
                    <a:cubicBezTo>
                      <a:pt x="83" y="136"/>
                      <a:pt x="86" y="127"/>
                      <a:pt x="88" y="116"/>
                    </a:cubicBezTo>
                    <a:cubicBezTo>
                      <a:pt x="89" y="108"/>
                      <a:pt x="91" y="101"/>
                      <a:pt x="92" y="93"/>
                    </a:cubicBezTo>
                    <a:cubicBezTo>
                      <a:pt x="92" y="94"/>
                      <a:pt x="92" y="94"/>
                      <a:pt x="92" y="94"/>
                    </a:cubicBezTo>
                    <a:cubicBezTo>
                      <a:pt x="82" y="103"/>
                      <a:pt x="72" y="111"/>
                      <a:pt x="61" y="118"/>
                    </a:cubicBezTo>
                    <a:cubicBezTo>
                      <a:pt x="45" y="128"/>
                      <a:pt x="18" y="138"/>
                      <a:pt x="5" y="117"/>
                    </a:cubicBezTo>
                    <a:cubicBezTo>
                      <a:pt x="3" y="113"/>
                      <a:pt x="1" y="108"/>
                      <a:pt x="0" y="104"/>
                    </a:cubicBezTo>
                    <a:cubicBezTo>
                      <a:pt x="0" y="98"/>
                      <a:pt x="2" y="93"/>
                      <a:pt x="4" y="88"/>
                    </a:cubicBezTo>
                    <a:cubicBezTo>
                      <a:pt x="7" y="81"/>
                      <a:pt x="11" y="75"/>
                      <a:pt x="14" y="69"/>
                    </a:cubicBezTo>
                    <a:cubicBezTo>
                      <a:pt x="19" y="62"/>
                      <a:pt x="24" y="56"/>
                      <a:pt x="30" y="50"/>
                    </a:cubicBezTo>
                    <a:cubicBezTo>
                      <a:pt x="35" y="43"/>
                      <a:pt x="42" y="36"/>
                      <a:pt x="48" y="30"/>
                    </a:cubicBezTo>
                    <a:cubicBezTo>
                      <a:pt x="56" y="23"/>
                      <a:pt x="65" y="16"/>
                      <a:pt x="74" y="11"/>
                    </a:cubicBezTo>
                    <a:cubicBezTo>
                      <a:pt x="83" y="5"/>
                      <a:pt x="92" y="1"/>
                      <a:pt x="103" y="1"/>
                    </a:cubicBezTo>
                    <a:cubicBezTo>
                      <a:pt x="112" y="0"/>
                      <a:pt x="122" y="1"/>
                      <a:pt x="128" y="9"/>
                    </a:cubicBezTo>
                    <a:cubicBezTo>
                      <a:pt x="130" y="12"/>
                      <a:pt x="133" y="15"/>
                      <a:pt x="133" y="19"/>
                    </a:cubicBezTo>
                    <a:cubicBezTo>
                      <a:pt x="134" y="25"/>
                      <a:pt x="133" y="29"/>
                      <a:pt x="132" y="34"/>
                    </a:cubicBezTo>
                    <a:cubicBezTo>
                      <a:pt x="130" y="40"/>
                      <a:pt x="129" y="45"/>
                      <a:pt x="126" y="50"/>
                    </a:cubicBezTo>
                    <a:cubicBezTo>
                      <a:pt x="124" y="54"/>
                      <a:pt x="119" y="56"/>
                      <a:pt x="115" y="55"/>
                    </a:cubicBezTo>
                    <a:cubicBezTo>
                      <a:pt x="111" y="55"/>
                      <a:pt x="106" y="51"/>
                      <a:pt x="105" y="47"/>
                    </a:cubicBezTo>
                    <a:cubicBezTo>
                      <a:pt x="105" y="43"/>
                      <a:pt x="106" y="40"/>
                      <a:pt x="107" y="36"/>
                    </a:cubicBezTo>
                    <a:cubicBezTo>
                      <a:pt x="107" y="33"/>
                      <a:pt x="109" y="30"/>
                      <a:pt x="111" y="29"/>
                    </a:cubicBezTo>
                    <a:cubicBezTo>
                      <a:pt x="111" y="27"/>
                      <a:pt x="112" y="26"/>
                      <a:pt x="112" y="25"/>
                    </a:cubicBezTo>
                    <a:lnTo>
                      <a:pt x="112" y="24"/>
                    </a:lnTo>
                    <a:lnTo>
                      <a:pt x="112" y="23"/>
                    </a:lnTo>
                    <a:cubicBezTo>
                      <a:pt x="111" y="23"/>
                      <a:pt x="111" y="22"/>
                      <a:pt x="111" y="22"/>
                    </a:cubicBezTo>
                    <a:cubicBezTo>
                      <a:pt x="111" y="22"/>
                      <a:pt x="111" y="23"/>
                      <a:pt x="112" y="23"/>
                    </a:cubicBezTo>
                    <a:cubicBezTo>
                      <a:pt x="111" y="23"/>
                      <a:pt x="111" y="22"/>
                      <a:pt x="111" y="22"/>
                    </a:cubicBezTo>
                    <a:lnTo>
                      <a:pt x="110" y="22"/>
                    </a:lnTo>
                    <a:cubicBezTo>
                      <a:pt x="109" y="22"/>
                      <a:pt x="109" y="22"/>
                      <a:pt x="109" y="22"/>
                    </a:cubicBezTo>
                    <a:cubicBezTo>
                      <a:pt x="108" y="22"/>
                      <a:pt x="108" y="22"/>
                      <a:pt x="108" y="22"/>
                    </a:cubicBezTo>
                    <a:cubicBezTo>
                      <a:pt x="106" y="22"/>
                      <a:pt x="105" y="22"/>
                      <a:pt x="104" y="22"/>
                    </a:cubicBezTo>
                    <a:cubicBezTo>
                      <a:pt x="102" y="22"/>
                      <a:pt x="102" y="22"/>
                      <a:pt x="101" y="22"/>
                    </a:cubicBezTo>
                    <a:cubicBezTo>
                      <a:pt x="98" y="23"/>
                      <a:pt x="97" y="23"/>
                      <a:pt x="94" y="24"/>
                    </a:cubicBezTo>
                    <a:cubicBezTo>
                      <a:pt x="91" y="25"/>
                      <a:pt x="88" y="26"/>
                      <a:pt x="86" y="28"/>
                    </a:cubicBezTo>
                    <a:cubicBezTo>
                      <a:pt x="83" y="30"/>
                      <a:pt x="80" y="32"/>
                      <a:pt x="77" y="33"/>
                    </a:cubicBezTo>
                    <a:cubicBezTo>
                      <a:pt x="72" y="37"/>
                      <a:pt x="67" y="40"/>
                      <a:pt x="63" y="44"/>
                    </a:cubicBezTo>
                    <a:cubicBezTo>
                      <a:pt x="58" y="50"/>
                      <a:pt x="52" y="55"/>
                      <a:pt x="46" y="61"/>
                    </a:cubicBezTo>
                    <a:cubicBezTo>
                      <a:pt x="44" y="65"/>
                      <a:pt x="41" y="68"/>
                      <a:pt x="39" y="71"/>
                    </a:cubicBezTo>
                    <a:cubicBezTo>
                      <a:pt x="37" y="74"/>
                      <a:pt x="34" y="78"/>
                      <a:pt x="32" y="80"/>
                    </a:cubicBezTo>
                    <a:cubicBezTo>
                      <a:pt x="30" y="85"/>
                      <a:pt x="27" y="89"/>
                      <a:pt x="25" y="93"/>
                    </a:cubicBezTo>
                    <a:cubicBezTo>
                      <a:pt x="24" y="95"/>
                      <a:pt x="23" y="97"/>
                      <a:pt x="23" y="100"/>
                    </a:cubicBezTo>
                    <a:cubicBezTo>
                      <a:pt x="22" y="100"/>
                      <a:pt x="22" y="100"/>
                      <a:pt x="22" y="101"/>
                    </a:cubicBezTo>
                    <a:cubicBezTo>
                      <a:pt x="22" y="102"/>
                      <a:pt x="22" y="102"/>
                      <a:pt x="22" y="102"/>
                    </a:cubicBezTo>
                    <a:lnTo>
                      <a:pt x="22" y="103"/>
                    </a:lnTo>
                    <a:lnTo>
                      <a:pt x="23" y="103"/>
                    </a:lnTo>
                    <a:cubicBezTo>
                      <a:pt x="23" y="104"/>
                      <a:pt x="23" y="104"/>
                      <a:pt x="23" y="104"/>
                    </a:cubicBezTo>
                    <a:cubicBezTo>
                      <a:pt x="23" y="105"/>
                      <a:pt x="23" y="105"/>
                      <a:pt x="24" y="106"/>
                    </a:cubicBezTo>
                    <a:cubicBezTo>
                      <a:pt x="24" y="106"/>
                      <a:pt x="24" y="107"/>
                      <a:pt x="25" y="107"/>
                    </a:cubicBezTo>
                    <a:cubicBezTo>
                      <a:pt x="25" y="108"/>
                      <a:pt x="25" y="108"/>
                      <a:pt x="26" y="108"/>
                    </a:cubicBezTo>
                    <a:cubicBezTo>
                      <a:pt x="27" y="108"/>
                      <a:pt x="27" y="108"/>
                      <a:pt x="27" y="108"/>
                    </a:cubicBezTo>
                    <a:cubicBezTo>
                      <a:pt x="28" y="108"/>
                      <a:pt x="28" y="108"/>
                      <a:pt x="29" y="108"/>
                    </a:cubicBezTo>
                    <a:cubicBezTo>
                      <a:pt x="31" y="108"/>
                      <a:pt x="32" y="107"/>
                      <a:pt x="34" y="107"/>
                    </a:cubicBezTo>
                    <a:cubicBezTo>
                      <a:pt x="35" y="107"/>
                      <a:pt x="37" y="106"/>
                      <a:pt x="38" y="106"/>
                    </a:cubicBezTo>
                    <a:cubicBezTo>
                      <a:pt x="40" y="105"/>
                      <a:pt x="43" y="104"/>
                      <a:pt x="45" y="103"/>
                    </a:cubicBezTo>
                    <a:cubicBezTo>
                      <a:pt x="50" y="100"/>
                      <a:pt x="54" y="97"/>
                      <a:pt x="58" y="94"/>
                    </a:cubicBezTo>
                    <a:cubicBezTo>
                      <a:pt x="65" y="89"/>
                      <a:pt x="72" y="83"/>
                      <a:pt x="79" y="78"/>
                    </a:cubicBezTo>
                    <a:cubicBezTo>
                      <a:pt x="84" y="73"/>
                      <a:pt x="88" y="68"/>
                      <a:pt x="92" y="64"/>
                    </a:cubicBezTo>
                    <a:cubicBezTo>
                      <a:pt x="93" y="62"/>
                      <a:pt x="94" y="61"/>
                      <a:pt x="95" y="60"/>
                    </a:cubicBezTo>
                    <a:cubicBezTo>
                      <a:pt x="97" y="58"/>
                      <a:pt x="99" y="57"/>
                      <a:pt x="100" y="56"/>
                    </a:cubicBezTo>
                    <a:cubicBezTo>
                      <a:pt x="106" y="52"/>
                      <a:pt x="114" y="55"/>
                      <a:pt x="116" y="62"/>
                    </a:cubicBezTo>
                    <a:cubicBezTo>
                      <a:pt x="117" y="65"/>
                      <a:pt x="118" y="68"/>
                      <a:pt x="118" y="71"/>
                    </a:cubicBezTo>
                    <a:cubicBezTo>
                      <a:pt x="117" y="75"/>
                      <a:pt x="116" y="78"/>
                      <a:pt x="116" y="82"/>
                    </a:cubicBezTo>
                    <a:cubicBezTo>
                      <a:pt x="115" y="86"/>
                      <a:pt x="115" y="89"/>
                      <a:pt x="113" y="93"/>
                    </a:cubicBezTo>
                    <a:cubicBezTo>
                      <a:pt x="112" y="99"/>
                      <a:pt x="112" y="104"/>
                      <a:pt x="110" y="109"/>
                    </a:cubicBezTo>
                    <a:cubicBezTo>
                      <a:pt x="108" y="121"/>
                      <a:pt x="105" y="132"/>
                      <a:pt x="102" y="144"/>
                    </a:cubicBezTo>
                    <a:cubicBezTo>
                      <a:pt x="99" y="153"/>
                      <a:pt x="97" y="163"/>
                      <a:pt x="92" y="172"/>
                    </a:cubicBezTo>
                    <a:cubicBezTo>
                      <a:pt x="86" y="182"/>
                      <a:pt x="76" y="190"/>
                      <a:pt x="67" y="198"/>
                    </a:cubicBezTo>
                    <a:cubicBezTo>
                      <a:pt x="62" y="201"/>
                      <a:pt x="57" y="204"/>
                      <a:pt x="52" y="207"/>
                    </a:cubicBezTo>
                    <a:cubicBezTo>
                      <a:pt x="49" y="209"/>
                      <a:pt x="45" y="210"/>
                      <a:pt x="41" y="211"/>
                    </a:cubicBezTo>
                    <a:cubicBezTo>
                      <a:pt x="39" y="211"/>
                      <a:pt x="38" y="212"/>
                      <a:pt x="37" y="212"/>
                    </a:cubicBezTo>
                    <a:cubicBezTo>
                      <a:pt x="32" y="212"/>
                      <a:pt x="27" y="209"/>
                      <a:pt x="24" y="2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12" name="Google Shape;2612;p27"/>
              <p:cNvSpPr/>
              <p:nvPr/>
            </p:nvSpPr>
            <p:spPr>
              <a:xfrm>
                <a:off x="2704680" y="662760"/>
                <a:ext cx="16560" cy="40320"/>
              </a:xfrm>
              <a:custGeom>
                <a:avLst/>
                <a:gdLst/>
                <a:ahLst/>
                <a:cxnLst/>
                <a:rect l="l" t="t" r="r" b="b"/>
                <a:pathLst>
                  <a:path w="46" h="112" extrusionOk="0">
                    <a:moveTo>
                      <a:pt x="23" y="105"/>
                    </a:moveTo>
                    <a:cubicBezTo>
                      <a:pt x="21" y="101"/>
                      <a:pt x="19" y="96"/>
                      <a:pt x="18" y="92"/>
                    </a:cubicBezTo>
                    <a:cubicBezTo>
                      <a:pt x="13" y="78"/>
                      <a:pt x="8" y="65"/>
                      <a:pt x="5" y="51"/>
                    </a:cubicBezTo>
                    <a:lnTo>
                      <a:pt x="5" y="52"/>
                    </a:lnTo>
                    <a:cubicBezTo>
                      <a:pt x="4" y="49"/>
                      <a:pt x="3" y="46"/>
                      <a:pt x="2" y="43"/>
                    </a:cubicBezTo>
                    <a:cubicBezTo>
                      <a:pt x="3" y="44"/>
                      <a:pt x="3" y="44"/>
                      <a:pt x="3" y="45"/>
                    </a:cubicBezTo>
                    <a:cubicBezTo>
                      <a:pt x="2" y="39"/>
                      <a:pt x="1" y="32"/>
                      <a:pt x="0" y="27"/>
                    </a:cubicBezTo>
                    <a:cubicBezTo>
                      <a:pt x="0" y="23"/>
                      <a:pt x="0" y="20"/>
                      <a:pt x="1" y="16"/>
                    </a:cubicBezTo>
                    <a:cubicBezTo>
                      <a:pt x="1" y="12"/>
                      <a:pt x="2" y="9"/>
                      <a:pt x="4" y="6"/>
                    </a:cubicBezTo>
                    <a:cubicBezTo>
                      <a:pt x="5" y="4"/>
                      <a:pt x="8" y="2"/>
                      <a:pt x="11" y="2"/>
                    </a:cubicBezTo>
                    <a:cubicBezTo>
                      <a:pt x="13" y="0"/>
                      <a:pt x="17" y="1"/>
                      <a:pt x="20" y="3"/>
                    </a:cubicBezTo>
                    <a:cubicBezTo>
                      <a:pt x="23" y="5"/>
                      <a:pt x="26" y="10"/>
                      <a:pt x="26" y="15"/>
                    </a:cubicBezTo>
                    <a:cubicBezTo>
                      <a:pt x="26" y="18"/>
                      <a:pt x="24" y="21"/>
                      <a:pt x="22" y="23"/>
                    </a:cubicBezTo>
                    <a:cubicBezTo>
                      <a:pt x="22" y="25"/>
                      <a:pt x="22" y="27"/>
                      <a:pt x="22" y="30"/>
                    </a:cubicBezTo>
                    <a:cubicBezTo>
                      <a:pt x="23" y="35"/>
                      <a:pt x="24" y="42"/>
                      <a:pt x="26" y="48"/>
                    </a:cubicBezTo>
                    <a:cubicBezTo>
                      <a:pt x="27" y="52"/>
                      <a:pt x="28" y="57"/>
                      <a:pt x="29" y="62"/>
                    </a:cubicBezTo>
                    <a:cubicBezTo>
                      <a:pt x="31" y="67"/>
                      <a:pt x="33" y="72"/>
                      <a:pt x="34" y="77"/>
                    </a:cubicBezTo>
                    <a:cubicBezTo>
                      <a:pt x="37" y="83"/>
                      <a:pt x="40" y="90"/>
                      <a:pt x="43" y="96"/>
                    </a:cubicBezTo>
                    <a:cubicBezTo>
                      <a:pt x="45" y="102"/>
                      <a:pt x="43" y="108"/>
                      <a:pt x="37" y="111"/>
                    </a:cubicBezTo>
                    <a:cubicBezTo>
                      <a:pt x="36" y="111"/>
                      <a:pt x="34" y="111"/>
                      <a:pt x="33" y="111"/>
                    </a:cubicBezTo>
                    <a:cubicBezTo>
                      <a:pt x="29" y="111"/>
                      <a:pt x="25" y="109"/>
                      <a:pt x="23" y="1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13" name="Google Shape;2613;p27"/>
              <p:cNvSpPr/>
              <p:nvPr/>
            </p:nvSpPr>
            <p:spPr>
              <a:xfrm>
                <a:off x="2687040" y="675360"/>
                <a:ext cx="45720" cy="50760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41" extrusionOk="0">
                    <a:moveTo>
                      <a:pt x="7" y="138"/>
                    </a:moveTo>
                    <a:cubicBezTo>
                      <a:pt x="2" y="136"/>
                      <a:pt x="0" y="129"/>
                      <a:pt x="3" y="124"/>
                    </a:cubicBezTo>
                    <a:cubicBezTo>
                      <a:pt x="9" y="113"/>
                      <a:pt x="15" y="102"/>
                      <a:pt x="22" y="92"/>
                    </a:cubicBezTo>
                    <a:cubicBezTo>
                      <a:pt x="25" y="87"/>
                      <a:pt x="28" y="83"/>
                      <a:pt x="31" y="78"/>
                    </a:cubicBezTo>
                    <a:cubicBezTo>
                      <a:pt x="34" y="73"/>
                      <a:pt x="37" y="68"/>
                      <a:pt x="41" y="63"/>
                    </a:cubicBezTo>
                    <a:cubicBezTo>
                      <a:pt x="44" y="59"/>
                      <a:pt x="47" y="54"/>
                      <a:pt x="51" y="49"/>
                    </a:cubicBezTo>
                    <a:cubicBezTo>
                      <a:pt x="54" y="45"/>
                      <a:pt x="59" y="40"/>
                      <a:pt x="62" y="35"/>
                    </a:cubicBezTo>
                    <a:cubicBezTo>
                      <a:pt x="67" y="30"/>
                      <a:pt x="71" y="25"/>
                      <a:pt x="76" y="20"/>
                    </a:cubicBezTo>
                    <a:cubicBezTo>
                      <a:pt x="81" y="14"/>
                      <a:pt x="87" y="9"/>
                      <a:pt x="94" y="5"/>
                    </a:cubicBezTo>
                    <a:cubicBezTo>
                      <a:pt x="99" y="2"/>
                      <a:pt x="105" y="0"/>
                      <a:pt x="112" y="0"/>
                    </a:cubicBezTo>
                    <a:cubicBezTo>
                      <a:pt x="114" y="1"/>
                      <a:pt x="117" y="2"/>
                      <a:pt x="119" y="3"/>
                    </a:cubicBezTo>
                    <a:cubicBezTo>
                      <a:pt x="125" y="6"/>
                      <a:pt x="126" y="14"/>
                      <a:pt x="123" y="20"/>
                    </a:cubicBezTo>
                    <a:cubicBezTo>
                      <a:pt x="119" y="24"/>
                      <a:pt x="113" y="25"/>
                      <a:pt x="108" y="23"/>
                    </a:cubicBezTo>
                    <a:lnTo>
                      <a:pt x="107" y="23"/>
                    </a:lnTo>
                    <a:lnTo>
                      <a:pt x="108" y="23"/>
                    </a:lnTo>
                    <a:lnTo>
                      <a:pt x="107" y="23"/>
                    </a:lnTo>
                    <a:lnTo>
                      <a:pt x="106" y="23"/>
                    </a:lnTo>
                    <a:lnTo>
                      <a:pt x="107" y="23"/>
                    </a:lnTo>
                    <a:lnTo>
                      <a:pt x="108" y="23"/>
                    </a:lnTo>
                    <a:cubicBezTo>
                      <a:pt x="107" y="23"/>
                      <a:pt x="107" y="23"/>
                      <a:pt x="106" y="23"/>
                    </a:cubicBezTo>
                    <a:cubicBezTo>
                      <a:pt x="106" y="23"/>
                      <a:pt x="105" y="23"/>
                      <a:pt x="105" y="24"/>
                    </a:cubicBezTo>
                    <a:cubicBezTo>
                      <a:pt x="103" y="24"/>
                      <a:pt x="102" y="25"/>
                      <a:pt x="101" y="26"/>
                    </a:cubicBezTo>
                    <a:lnTo>
                      <a:pt x="102" y="25"/>
                    </a:lnTo>
                    <a:cubicBezTo>
                      <a:pt x="100" y="27"/>
                      <a:pt x="98" y="28"/>
                      <a:pt x="97" y="30"/>
                    </a:cubicBezTo>
                    <a:cubicBezTo>
                      <a:pt x="91" y="35"/>
                      <a:pt x="85" y="42"/>
                      <a:pt x="79" y="48"/>
                    </a:cubicBezTo>
                    <a:cubicBezTo>
                      <a:pt x="74" y="55"/>
                      <a:pt x="68" y="61"/>
                      <a:pt x="63" y="67"/>
                    </a:cubicBezTo>
                    <a:cubicBezTo>
                      <a:pt x="61" y="71"/>
                      <a:pt x="59" y="74"/>
                      <a:pt x="56" y="77"/>
                    </a:cubicBezTo>
                    <a:cubicBezTo>
                      <a:pt x="53" y="82"/>
                      <a:pt x="50" y="86"/>
                      <a:pt x="48" y="90"/>
                    </a:cubicBezTo>
                    <a:cubicBezTo>
                      <a:pt x="38" y="105"/>
                      <a:pt x="29" y="119"/>
                      <a:pt x="22" y="134"/>
                    </a:cubicBezTo>
                    <a:cubicBezTo>
                      <a:pt x="20" y="138"/>
                      <a:pt x="16" y="140"/>
                      <a:pt x="13" y="140"/>
                    </a:cubicBezTo>
                    <a:cubicBezTo>
                      <a:pt x="11" y="140"/>
                      <a:pt x="9" y="139"/>
                      <a:pt x="7" y="1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14" name="Google Shape;2614;p27"/>
              <p:cNvSpPr/>
              <p:nvPr/>
            </p:nvSpPr>
            <p:spPr>
              <a:xfrm>
                <a:off x="2740320" y="641160"/>
                <a:ext cx="40320" cy="3816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06" extrusionOk="0">
                    <a:moveTo>
                      <a:pt x="42" y="27"/>
                    </a:moveTo>
                    <a:cubicBezTo>
                      <a:pt x="42" y="26"/>
                      <a:pt x="42" y="26"/>
                      <a:pt x="42" y="25"/>
                    </a:cubicBezTo>
                    <a:lnTo>
                      <a:pt x="41" y="24"/>
                    </a:lnTo>
                    <a:cubicBezTo>
                      <a:pt x="41" y="24"/>
                      <a:pt x="41" y="23"/>
                      <a:pt x="40" y="23"/>
                    </a:cubicBezTo>
                    <a:cubicBezTo>
                      <a:pt x="40" y="22"/>
                      <a:pt x="40" y="22"/>
                      <a:pt x="39" y="22"/>
                    </a:cubicBezTo>
                    <a:cubicBezTo>
                      <a:pt x="40" y="22"/>
                      <a:pt x="40" y="22"/>
                      <a:pt x="40" y="22"/>
                    </a:cubicBezTo>
                    <a:lnTo>
                      <a:pt x="39" y="22"/>
                    </a:lnTo>
                    <a:lnTo>
                      <a:pt x="38" y="22"/>
                    </a:lnTo>
                    <a:cubicBezTo>
                      <a:pt x="37" y="22"/>
                      <a:pt x="37" y="22"/>
                      <a:pt x="37" y="22"/>
                    </a:cubicBezTo>
                    <a:cubicBezTo>
                      <a:pt x="36" y="22"/>
                      <a:pt x="36" y="22"/>
                      <a:pt x="36" y="22"/>
                    </a:cubicBezTo>
                    <a:cubicBezTo>
                      <a:pt x="35" y="22"/>
                      <a:pt x="34" y="22"/>
                      <a:pt x="33" y="23"/>
                    </a:cubicBezTo>
                    <a:cubicBezTo>
                      <a:pt x="32" y="23"/>
                      <a:pt x="30" y="24"/>
                      <a:pt x="29" y="24"/>
                    </a:cubicBezTo>
                    <a:lnTo>
                      <a:pt x="28" y="25"/>
                    </a:lnTo>
                    <a:cubicBezTo>
                      <a:pt x="27" y="26"/>
                      <a:pt x="26" y="26"/>
                      <a:pt x="26" y="26"/>
                    </a:cubicBezTo>
                    <a:cubicBezTo>
                      <a:pt x="28" y="26"/>
                      <a:pt x="29" y="26"/>
                      <a:pt x="30" y="27"/>
                    </a:cubicBezTo>
                    <a:cubicBezTo>
                      <a:pt x="34" y="27"/>
                      <a:pt x="38" y="27"/>
                      <a:pt x="42" y="27"/>
                    </a:cubicBezTo>
                    <a:moveTo>
                      <a:pt x="54" y="105"/>
                    </a:moveTo>
                    <a:cubicBezTo>
                      <a:pt x="47" y="105"/>
                      <a:pt x="39" y="104"/>
                      <a:pt x="33" y="102"/>
                    </a:cubicBezTo>
                    <a:cubicBezTo>
                      <a:pt x="27" y="100"/>
                      <a:pt x="21" y="94"/>
                      <a:pt x="20" y="88"/>
                    </a:cubicBezTo>
                    <a:cubicBezTo>
                      <a:pt x="19" y="84"/>
                      <a:pt x="19" y="81"/>
                      <a:pt x="21" y="77"/>
                    </a:cubicBezTo>
                    <a:cubicBezTo>
                      <a:pt x="22" y="75"/>
                      <a:pt x="23" y="72"/>
                      <a:pt x="26" y="70"/>
                    </a:cubicBezTo>
                    <a:cubicBezTo>
                      <a:pt x="28" y="68"/>
                      <a:pt x="29" y="65"/>
                      <a:pt x="32" y="62"/>
                    </a:cubicBezTo>
                    <a:cubicBezTo>
                      <a:pt x="33" y="60"/>
                      <a:pt x="34" y="58"/>
                      <a:pt x="35" y="55"/>
                    </a:cubicBezTo>
                    <a:cubicBezTo>
                      <a:pt x="36" y="53"/>
                      <a:pt x="37" y="51"/>
                      <a:pt x="38" y="48"/>
                    </a:cubicBezTo>
                    <a:cubicBezTo>
                      <a:pt x="35" y="48"/>
                      <a:pt x="32" y="48"/>
                      <a:pt x="28" y="48"/>
                    </a:cubicBezTo>
                    <a:cubicBezTo>
                      <a:pt x="25" y="48"/>
                      <a:pt x="21" y="48"/>
                      <a:pt x="17" y="47"/>
                    </a:cubicBezTo>
                    <a:cubicBezTo>
                      <a:pt x="12" y="46"/>
                      <a:pt x="7" y="43"/>
                      <a:pt x="4" y="38"/>
                    </a:cubicBezTo>
                    <a:cubicBezTo>
                      <a:pt x="1" y="34"/>
                      <a:pt x="0" y="28"/>
                      <a:pt x="2" y="23"/>
                    </a:cubicBezTo>
                    <a:cubicBezTo>
                      <a:pt x="5" y="17"/>
                      <a:pt x="8" y="13"/>
                      <a:pt x="12" y="9"/>
                    </a:cubicBezTo>
                    <a:cubicBezTo>
                      <a:pt x="16" y="6"/>
                      <a:pt x="22" y="3"/>
                      <a:pt x="27" y="1"/>
                    </a:cubicBezTo>
                    <a:cubicBezTo>
                      <a:pt x="33" y="0"/>
                      <a:pt x="39" y="0"/>
                      <a:pt x="46" y="1"/>
                    </a:cubicBezTo>
                    <a:cubicBezTo>
                      <a:pt x="51" y="2"/>
                      <a:pt x="55" y="6"/>
                      <a:pt x="58" y="11"/>
                    </a:cubicBezTo>
                    <a:cubicBezTo>
                      <a:pt x="62" y="16"/>
                      <a:pt x="64" y="22"/>
                      <a:pt x="64" y="27"/>
                    </a:cubicBezTo>
                    <a:cubicBezTo>
                      <a:pt x="65" y="38"/>
                      <a:pt x="61" y="48"/>
                      <a:pt x="57" y="59"/>
                    </a:cubicBezTo>
                    <a:cubicBezTo>
                      <a:pt x="56" y="64"/>
                      <a:pt x="54" y="68"/>
                      <a:pt x="51" y="72"/>
                    </a:cubicBezTo>
                    <a:cubicBezTo>
                      <a:pt x="50" y="74"/>
                      <a:pt x="49" y="76"/>
                      <a:pt x="47" y="79"/>
                    </a:cubicBezTo>
                    <a:cubicBezTo>
                      <a:pt x="46" y="80"/>
                      <a:pt x="45" y="82"/>
                      <a:pt x="44" y="83"/>
                    </a:cubicBezTo>
                    <a:cubicBezTo>
                      <a:pt x="49" y="83"/>
                      <a:pt x="52" y="84"/>
                      <a:pt x="56" y="84"/>
                    </a:cubicBezTo>
                    <a:lnTo>
                      <a:pt x="55" y="84"/>
                    </a:lnTo>
                    <a:cubicBezTo>
                      <a:pt x="70" y="84"/>
                      <a:pt x="85" y="84"/>
                      <a:pt x="100" y="83"/>
                    </a:cubicBezTo>
                    <a:cubicBezTo>
                      <a:pt x="106" y="82"/>
                      <a:pt x="111" y="87"/>
                      <a:pt x="111" y="93"/>
                    </a:cubicBezTo>
                    <a:cubicBezTo>
                      <a:pt x="111" y="98"/>
                      <a:pt x="107" y="103"/>
                      <a:pt x="101" y="103"/>
                    </a:cubicBezTo>
                    <a:cubicBezTo>
                      <a:pt x="87" y="104"/>
                      <a:pt x="73" y="105"/>
                      <a:pt x="59" y="105"/>
                    </a:cubicBezTo>
                    <a:cubicBezTo>
                      <a:pt x="57" y="105"/>
                      <a:pt x="55" y="105"/>
                      <a:pt x="54" y="1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15" name="Google Shape;2615;p27"/>
              <p:cNvSpPr/>
              <p:nvPr/>
            </p:nvSpPr>
            <p:spPr>
              <a:xfrm>
                <a:off x="2778840" y="667440"/>
                <a:ext cx="2520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70" h="33" extrusionOk="0">
                    <a:moveTo>
                      <a:pt x="41" y="32"/>
                    </a:moveTo>
                    <a:cubicBezTo>
                      <a:pt x="35" y="32"/>
                      <a:pt x="30" y="31"/>
                      <a:pt x="25" y="30"/>
                    </a:cubicBezTo>
                    <a:cubicBezTo>
                      <a:pt x="20" y="29"/>
                      <a:pt x="16" y="28"/>
                      <a:pt x="11" y="26"/>
                    </a:cubicBezTo>
                    <a:cubicBezTo>
                      <a:pt x="8" y="25"/>
                      <a:pt x="6" y="24"/>
                      <a:pt x="4" y="22"/>
                    </a:cubicBezTo>
                    <a:cubicBezTo>
                      <a:pt x="2" y="19"/>
                      <a:pt x="1" y="17"/>
                      <a:pt x="1" y="15"/>
                    </a:cubicBezTo>
                    <a:cubicBezTo>
                      <a:pt x="0" y="11"/>
                      <a:pt x="2" y="7"/>
                      <a:pt x="5" y="4"/>
                    </a:cubicBezTo>
                    <a:cubicBezTo>
                      <a:pt x="6" y="3"/>
                      <a:pt x="8" y="3"/>
                      <a:pt x="10" y="2"/>
                    </a:cubicBezTo>
                    <a:cubicBezTo>
                      <a:pt x="15" y="0"/>
                      <a:pt x="20" y="3"/>
                      <a:pt x="23" y="7"/>
                    </a:cubicBezTo>
                    <a:cubicBezTo>
                      <a:pt x="27" y="8"/>
                      <a:pt x="30" y="9"/>
                      <a:pt x="34" y="10"/>
                    </a:cubicBezTo>
                    <a:cubicBezTo>
                      <a:pt x="37" y="10"/>
                      <a:pt x="40" y="11"/>
                      <a:pt x="42" y="11"/>
                    </a:cubicBezTo>
                    <a:cubicBezTo>
                      <a:pt x="46" y="11"/>
                      <a:pt x="49" y="11"/>
                      <a:pt x="53" y="11"/>
                    </a:cubicBezTo>
                    <a:cubicBezTo>
                      <a:pt x="54" y="10"/>
                      <a:pt x="55" y="10"/>
                      <a:pt x="56" y="10"/>
                    </a:cubicBezTo>
                    <a:cubicBezTo>
                      <a:pt x="62" y="10"/>
                      <a:pt x="67" y="13"/>
                      <a:pt x="68" y="19"/>
                    </a:cubicBezTo>
                    <a:cubicBezTo>
                      <a:pt x="69" y="24"/>
                      <a:pt x="65" y="31"/>
                      <a:pt x="59" y="31"/>
                    </a:cubicBezTo>
                    <a:cubicBezTo>
                      <a:pt x="54" y="32"/>
                      <a:pt x="49" y="32"/>
                      <a:pt x="44" y="32"/>
                    </a:cubicBezTo>
                    <a:cubicBezTo>
                      <a:pt x="42" y="32"/>
                      <a:pt x="41" y="32"/>
                      <a:pt x="41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16" name="Google Shape;2616;p27"/>
              <p:cNvSpPr/>
              <p:nvPr/>
            </p:nvSpPr>
            <p:spPr>
              <a:xfrm>
                <a:off x="2785320" y="643320"/>
                <a:ext cx="32760" cy="56520"/>
              </a:xfrm>
              <a:custGeom>
                <a:avLst/>
                <a:gdLst/>
                <a:ahLst/>
                <a:cxnLst/>
                <a:rect l="l" t="t" r="r" b="b"/>
                <a:pathLst>
                  <a:path w="91" h="157" extrusionOk="0">
                    <a:moveTo>
                      <a:pt x="10" y="155"/>
                    </a:moveTo>
                    <a:cubicBezTo>
                      <a:pt x="4" y="154"/>
                      <a:pt x="0" y="148"/>
                      <a:pt x="2" y="143"/>
                    </a:cubicBezTo>
                    <a:cubicBezTo>
                      <a:pt x="8" y="121"/>
                      <a:pt x="16" y="101"/>
                      <a:pt x="24" y="81"/>
                    </a:cubicBezTo>
                    <a:cubicBezTo>
                      <a:pt x="27" y="75"/>
                      <a:pt x="29" y="70"/>
                      <a:pt x="31" y="65"/>
                    </a:cubicBezTo>
                    <a:cubicBezTo>
                      <a:pt x="33" y="60"/>
                      <a:pt x="35" y="56"/>
                      <a:pt x="38" y="51"/>
                    </a:cubicBezTo>
                    <a:cubicBezTo>
                      <a:pt x="42" y="42"/>
                      <a:pt x="48" y="33"/>
                      <a:pt x="53" y="25"/>
                    </a:cubicBezTo>
                    <a:cubicBezTo>
                      <a:pt x="58" y="18"/>
                      <a:pt x="64" y="11"/>
                      <a:pt x="70" y="4"/>
                    </a:cubicBezTo>
                    <a:cubicBezTo>
                      <a:pt x="74" y="0"/>
                      <a:pt x="81" y="0"/>
                      <a:pt x="86" y="4"/>
                    </a:cubicBezTo>
                    <a:cubicBezTo>
                      <a:pt x="90" y="8"/>
                      <a:pt x="90" y="15"/>
                      <a:pt x="86" y="19"/>
                    </a:cubicBezTo>
                    <a:cubicBezTo>
                      <a:pt x="83" y="23"/>
                      <a:pt x="79" y="27"/>
                      <a:pt x="76" y="31"/>
                    </a:cubicBezTo>
                    <a:cubicBezTo>
                      <a:pt x="73" y="35"/>
                      <a:pt x="70" y="39"/>
                      <a:pt x="67" y="43"/>
                    </a:cubicBezTo>
                    <a:cubicBezTo>
                      <a:pt x="60" y="53"/>
                      <a:pt x="56" y="63"/>
                      <a:pt x="51" y="72"/>
                    </a:cubicBezTo>
                    <a:cubicBezTo>
                      <a:pt x="48" y="78"/>
                      <a:pt x="46" y="83"/>
                      <a:pt x="44" y="88"/>
                    </a:cubicBezTo>
                    <a:cubicBezTo>
                      <a:pt x="41" y="93"/>
                      <a:pt x="39" y="98"/>
                      <a:pt x="38" y="103"/>
                    </a:cubicBezTo>
                    <a:cubicBezTo>
                      <a:pt x="33" y="114"/>
                      <a:pt x="30" y="125"/>
                      <a:pt x="25" y="136"/>
                    </a:cubicBezTo>
                    <a:cubicBezTo>
                      <a:pt x="24" y="139"/>
                      <a:pt x="23" y="144"/>
                      <a:pt x="22" y="148"/>
                    </a:cubicBezTo>
                    <a:cubicBezTo>
                      <a:pt x="21" y="152"/>
                      <a:pt x="17" y="156"/>
                      <a:pt x="12" y="156"/>
                    </a:cubicBezTo>
                    <a:cubicBezTo>
                      <a:pt x="11" y="156"/>
                      <a:pt x="10" y="156"/>
                      <a:pt x="10" y="15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17" name="Google Shape;2617;p27"/>
              <p:cNvSpPr/>
              <p:nvPr/>
            </p:nvSpPr>
            <p:spPr>
              <a:xfrm>
                <a:off x="2828520" y="642240"/>
                <a:ext cx="41760" cy="6264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174" extrusionOk="0">
                    <a:moveTo>
                      <a:pt x="62" y="172"/>
                    </a:moveTo>
                    <a:cubicBezTo>
                      <a:pt x="56" y="170"/>
                      <a:pt x="53" y="163"/>
                      <a:pt x="55" y="158"/>
                    </a:cubicBezTo>
                    <a:cubicBezTo>
                      <a:pt x="61" y="141"/>
                      <a:pt x="66" y="124"/>
                      <a:pt x="72" y="108"/>
                    </a:cubicBezTo>
                    <a:cubicBezTo>
                      <a:pt x="73" y="105"/>
                      <a:pt x="75" y="101"/>
                      <a:pt x="76" y="98"/>
                    </a:cubicBezTo>
                    <a:cubicBezTo>
                      <a:pt x="70" y="104"/>
                      <a:pt x="64" y="110"/>
                      <a:pt x="57" y="116"/>
                    </a:cubicBezTo>
                    <a:cubicBezTo>
                      <a:pt x="54" y="119"/>
                      <a:pt x="51" y="121"/>
                      <a:pt x="48" y="123"/>
                    </a:cubicBezTo>
                    <a:cubicBezTo>
                      <a:pt x="46" y="124"/>
                      <a:pt x="43" y="127"/>
                      <a:pt x="40" y="128"/>
                    </a:cubicBezTo>
                    <a:cubicBezTo>
                      <a:pt x="34" y="131"/>
                      <a:pt x="27" y="133"/>
                      <a:pt x="20" y="131"/>
                    </a:cubicBezTo>
                    <a:cubicBezTo>
                      <a:pt x="15" y="131"/>
                      <a:pt x="9" y="128"/>
                      <a:pt x="5" y="123"/>
                    </a:cubicBezTo>
                    <a:cubicBezTo>
                      <a:pt x="1" y="119"/>
                      <a:pt x="0" y="112"/>
                      <a:pt x="1" y="105"/>
                    </a:cubicBezTo>
                    <a:cubicBezTo>
                      <a:pt x="1" y="98"/>
                      <a:pt x="3" y="91"/>
                      <a:pt x="5" y="85"/>
                    </a:cubicBezTo>
                    <a:cubicBezTo>
                      <a:pt x="7" y="80"/>
                      <a:pt x="9" y="74"/>
                      <a:pt x="11" y="69"/>
                    </a:cubicBezTo>
                    <a:cubicBezTo>
                      <a:pt x="13" y="63"/>
                      <a:pt x="16" y="57"/>
                      <a:pt x="18" y="52"/>
                    </a:cubicBezTo>
                    <a:cubicBezTo>
                      <a:pt x="18" y="53"/>
                      <a:pt x="18" y="53"/>
                      <a:pt x="18" y="53"/>
                    </a:cubicBezTo>
                    <a:cubicBezTo>
                      <a:pt x="24" y="41"/>
                      <a:pt x="30" y="27"/>
                      <a:pt x="38" y="16"/>
                    </a:cubicBezTo>
                    <a:cubicBezTo>
                      <a:pt x="44" y="10"/>
                      <a:pt x="50" y="2"/>
                      <a:pt x="59" y="1"/>
                    </a:cubicBezTo>
                    <a:cubicBezTo>
                      <a:pt x="65" y="0"/>
                      <a:pt x="72" y="3"/>
                      <a:pt x="74" y="8"/>
                    </a:cubicBezTo>
                    <a:cubicBezTo>
                      <a:pt x="77" y="14"/>
                      <a:pt x="73" y="22"/>
                      <a:pt x="67" y="24"/>
                    </a:cubicBezTo>
                    <a:cubicBezTo>
                      <a:pt x="65" y="24"/>
                      <a:pt x="63" y="24"/>
                      <a:pt x="61" y="24"/>
                    </a:cubicBezTo>
                    <a:cubicBezTo>
                      <a:pt x="59" y="25"/>
                      <a:pt x="57" y="27"/>
                      <a:pt x="55" y="29"/>
                    </a:cubicBezTo>
                    <a:cubicBezTo>
                      <a:pt x="53" y="32"/>
                      <a:pt x="51" y="35"/>
                      <a:pt x="50" y="37"/>
                    </a:cubicBezTo>
                    <a:cubicBezTo>
                      <a:pt x="47" y="42"/>
                      <a:pt x="44" y="46"/>
                      <a:pt x="42" y="51"/>
                    </a:cubicBezTo>
                    <a:cubicBezTo>
                      <a:pt x="42" y="51"/>
                      <a:pt x="42" y="50"/>
                      <a:pt x="43" y="50"/>
                    </a:cubicBezTo>
                    <a:cubicBezTo>
                      <a:pt x="42" y="52"/>
                      <a:pt x="41" y="53"/>
                      <a:pt x="40" y="54"/>
                    </a:cubicBezTo>
                    <a:cubicBezTo>
                      <a:pt x="40" y="56"/>
                      <a:pt x="38" y="58"/>
                      <a:pt x="38" y="60"/>
                    </a:cubicBezTo>
                    <a:lnTo>
                      <a:pt x="38" y="59"/>
                    </a:lnTo>
                    <a:cubicBezTo>
                      <a:pt x="37" y="60"/>
                      <a:pt x="37" y="62"/>
                      <a:pt x="37" y="63"/>
                    </a:cubicBezTo>
                    <a:cubicBezTo>
                      <a:pt x="37" y="62"/>
                      <a:pt x="37" y="62"/>
                      <a:pt x="37" y="62"/>
                    </a:cubicBezTo>
                    <a:cubicBezTo>
                      <a:pt x="33" y="70"/>
                      <a:pt x="30" y="78"/>
                      <a:pt x="27" y="87"/>
                    </a:cubicBezTo>
                    <a:cubicBezTo>
                      <a:pt x="27" y="87"/>
                      <a:pt x="27" y="86"/>
                      <a:pt x="27" y="85"/>
                    </a:cubicBezTo>
                    <a:cubicBezTo>
                      <a:pt x="27" y="87"/>
                      <a:pt x="26" y="88"/>
                      <a:pt x="26" y="89"/>
                    </a:cubicBezTo>
                    <a:cubicBezTo>
                      <a:pt x="26" y="88"/>
                      <a:pt x="26" y="88"/>
                      <a:pt x="26" y="88"/>
                    </a:cubicBezTo>
                    <a:cubicBezTo>
                      <a:pt x="26" y="89"/>
                      <a:pt x="26" y="90"/>
                      <a:pt x="26" y="91"/>
                    </a:cubicBezTo>
                    <a:cubicBezTo>
                      <a:pt x="25" y="91"/>
                      <a:pt x="25" y="92"/>
                      <a:pt x="25" y="92"/>
                    </a:cubicBezTo>
                    <a:cubicBezTo>
                      <a:pt x="24" y="95"/>
                      <a:pt x="23" y="98"/>
                      <a:pt x="23" y="102"/>
                    </a:cubicBezTo>
                    <a:cubicBezTo>
                      <a:pt x="23" y="103"/>
                      <a:pt x="22" y="105"/>
                      <a:pt x="22" y="106"/>
                    </a:cubicBezTo>
                    <a:cubicBezTo>
                      <a:pt x="22" y="107"/>
                      <a:pt x="22" y="108"/>
                      <a:pt x="22" y="109"/>
                    </a:cubicBezTo>
                    <a:cubicBezTo>
                      <a:pt x="22" y="109"/>
                      <a:pt x="23" y="109"/>
                      <a:pt x="23" y="110"/>
                    </a:cubicBezTo>
                    <a:lnTo>
                      <a:pt x="24" y="110"/>
                    </a:lnTo>
                    <a:lnTo>
                      <a:pt x="25" y="110"/>
                    </a:lnTo>
                    <a:lnTo>
                      <a:pt x="26" y="110"/>
                    </a:lnTo>
                    <a:cubicBezTo>
                      <a:pt x="27" y="110"/>
                      <a:pt x="27" y="110"/>
                      <a:pt x="28" y="110"/>
                    </a:cubicBezTo>
                    <a:cubicBezTo>
                      <a:pt x="29" y="110"/>
                      <a:pt x="29" y="109"/>
                      <a:pt x="30" y="109"/>
                    </a:cubicBezTo>
                    <a:lnTo>
                      <a:pt x="31" y="109"/>
                    </a:lnTo>
                    <a:cubicBezTo>
                      <a:pt x="33" y="108"/>
                      <a:pt x="34" y="107"/>
                      <a:pt x="36" y="106"/>
                    </a:cubicBezTo>
                    <a:cubicBezTo>
                      <a:pt x="41" y="102"/>
                      <a:pt x="47" y="97"/>
                      <a:pt x="52" y="92"/>
                    </a:cubicBezTo>
                    <a:lnTo>
                      <a:pt x="51" y="93"/>
                    </a:lnTo>
                    <a:cubicBezTo>
                      <a:pt x="55" y="89"/>
                      <a:pt x="60" y="85"/>
                      <a:pt x="64" y="80"/>
                    </a:cubicBezTo>
                    <a:cubicBezTo>
                      <a:pt x="69" y="75"/>
                      <a:pt x="73" y="70"/>
                      <a:pt x="78" y="65"/>
                    </a:cubicBezTo>
                    <a:cubicBezTo>
                      <a:pt x="81" y="62"/>
                      <a:pt x="85" y="58"/>
                      <a:pt x="87" y="54"/>
                    </a:cubicBezTo>
                    <a:cubicBezTo>
                      <a:pt x="89" y="52"/>
                      <a:pt x="90" y="50"/>
                      <a:pt x="91" y="49"/>
                    </a:cubicBezTo>
                    <a:cubicBezTo>
                      <a:pt x="93" y="46"/>
                      <a:pt x="94" y="45"/>
                      <a:pt x="97" y="43"/>
                    </a:cubicBezTo>
                    <a:cubicBezTo>
                      <a:pt x="99" y="42"/>
                      <a:pt x="102" y="41"/>
                      <a:pt x="105" y="42"/>
                    </a:cubicBezTo>
                    <a:cubicBezTo>
                      <a:pt x="108" y="42"/>
                      <a:pt x="110" y="43"/>
                      <a:pt x="112" y="45"/>
                    </a:cubicBezTo>
                    <a:cubicBezTo>
                      <a:pt x="114" y="48"/>
                      <a:pt x="115" y="52"/>
                      <a:pt x="114" y="55"/>
                    </a:cubicBezTo>
                    <a:cubicBezTo>
                      <a:pt x="111" y="66"/>
                      <a:pt x="107" y="75"/>
                      <a:pt x="103" y="86"/>
                    </a:cubicBezTo>
                    <a:cubicBezTo>
                      <a:pt x="99" y="95"/>
                      <a:pt x="96" y="105"/>
                      <a:pt x="93" y="113"/>
                    </a:cubicBezTo>
                    <a:cubicBezTo>
                      <a:pt x="87" y="129"/>
                      <a:pt x="82" y="144"/>
                      <a:pt x="78" y="159"/>
                    </a:cubicBezTo>
                    <a:lnTo>
                      <a:pt x="77" y="160"/>
                    </a:lnTo>
                    <a:lnTo>
                      <a:pt x="77" y="161"/>
                    </a:lnTo>
                    <a:cubicBezTo>
                      <a:pt x="76" y="162"/>
                      <a:pt x="76" y="163"/>
                      <a:pt x="76" y="164"/>
                    </a:cubicBezTo>
                    <a:cubicBezTo>
                      <a:pt x="74" y="169"/>
                      <a:pt x="70" y="173"/>
                      <a:pt x="65" y="173"/>
                    </a:cubicBezTo>
                    <a:cubicBezTo>
                      <a:pt x="64" y="173"/>
                      <a:pt x="64" y="172"/>
                      <a:pt x="62" y="17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18" name="Google Shape;2618;p27"/>
              <p:cNvSpPr/>
              <p:nvPr/>
            </p:nvSpPr>
            <p:spPr>
              <a:xfrm>
                <a:off x="2873160" y="647640"/>
                <a:ext cx="51480" cy="92880"/>
              </a:xfrm>
              <a:custGeom>
                <a:avLst/>
                <a:gdLst/>
                <a:ahLst/>
                <a:cxnLst/>
                <a:rect l="l" t="t" r="r" b="b"/>
                <a:pathLst>
                  <a:path w="143" h="258" extrusionOk="0">
                    <a:moveTo>
                      <a:pt x="36" y="235"/>
                    </a:moveTo>
                    <a:cubicBezTo>
                      <a:pt x="37" y="235"/>
                      <a:pt x="38" y="235"/>
                      <a:pt x="38" y="235"/>
                    </a:cubicBezTo>
                    <a:cubicBezTo>
                      <a:pt x="39" y="235"/>
                      <a:pt x="40" y="235"/>
                      <a:pt x="41" y="235"/>
                    </a:cubicBezTo>
                    <a:lnTo>
                      <a:pt x="40" y="235"/>
                    </a:lnTo>
                    <a:cubicBezTo>
                      <a:pt x="41" y="235"/>
                      <a:pt x="42" y="235"/>
                      <a:pt x="43" y="234"/>
                    </a:cubicBezTo>
                    <a:lnTo>
                      <a:pt x="44" y="234"/>
                    </a:lnTo>
                    <a:cubicBezTo>
                      <a:pt x="45" y="233"/>
                      <a:pt x="45" y="233"/>
                      <a:pt x="47" y="232"/>
                    </a:cubicBezTo>
                    <a:lnTo>
                      <a:pt x="48" y="231"/>
                    </a:lnTo>
                    <a:cubicBezTo>
                      <a:pt x="49" y="230"/>
                      <a:pt x="49" y="230"/>
                      <a:pt x="50" y="229"/>
                    </a:cubicBezTo>
                    <a:cubicBezTo>
                      <a:pt x="50" y="228"/>
                      <a:pt x="51" y="227"/>
                      <a:pt x="52" y="226"/>
                    </a:cubicBezTo>
                    <a:cubicBezTo>
                      <a:pt x="53" y="224"/>
                      <a:pt x="54" y="222"/>
                      <a:pt x="55" y="221"/>
                    </a:cubicBezTo>
                    <a:cubicBezTo>
                      <a:pt x="57" y="215"/>
                      <a:pt x="59" y="210"/>
                      <a:pt x="61" y="204"/>
                    </a:cubicBezTo>
                    <a:cubicBezTo>
                      <a:pt x="66" y="188"/>
                      <a:pt x="70" y="171"/>
                      <a:pt x="75" y="154"/>
                    </a:cubicBezTo>
                    <a:cubicBezTo>
                      <a:pt x="66" y="160"/>
                      <a:pt x="58" y="167"/>
                      <a:pt x="50" y="174"/>
                    </a:cubicBezTo>
                    <a:cubicBezTo>
                      <a:pt x="45" y="179"/>
                      <a:pt x="40" y="183"/>
                      <a:pt x="36" y="188"/>
                    </a:cubicBezTo>
                    <a:cubicBezTo>
                      <a:pt x="34" y="190"/>
                      <a:pt x="31" y="193"/>
                      <a:pt x="30" y="196"/>
                    </a:cubicBezTo>
                    <a:cubicBezTo>
                      <a:pt x="28" y="199"/>
                      <a:pt x="27" y="201"/>
                      <a:pt x="26" y="203"/>
                    </a:cubicBezTo>
                    <a:cubicBezTo>
                      <a:pt x="25" y="205"/>
                      <a:pt x="24" y="207"/>
                      <a:pt x="24" y="208"/>
                    </a:cubicBezTo>
                    <a:cubicBezTo>
                      <a:pt x="23" y="210"/>
                      <a:pt x="23" y="211"/>
                      <a:pt x="23" y="213"/>
                    </a:cubicBezTo>
                    <a:cubicBezTo>
                      <a:pt x="23" y="214"/>
                      <a:pt x="22" y="215"/>
                      <a:pt x="22" y="217"/>
                    </a:cubicBezTo>
                    <a:cubicBezTo>
                      <a:pt x="22" y="218"/>
                      <a:pt x="22" y="220"/>
                      <a:pt x="22" y="221"/>
                    </a:cubicBezTo>
                    <a:cubicBezTo>
                      <a:pt x="23" y="222"/>
                      <a:pt x="23" y="222"/>
                      <a:pt x="23" y="224"/>
                    </a:cubicBezTo>
                    <a:cubicBezTo>
                      <a:pt x="23" y="224"/>
                      <a:pt x="23" y="225"/>
                      <a:pt x="24" y="227"/>
                    </a:cubicBezTo>
                    <a:lnTo>
                      <a:pt x="24" y="228"/>
                    </a:lnTo>
                    <a:cubicBezTo>
                      <a:pt x="24" y="229"/>
                      <a:pt x="25" y="229"/>
                      <a:pt x="25" y="229"/>
                    </a:cubicBezTo>
                    <a:cubicBezTo>
                      <a:pt x="26" y="230"/>
                      <a:pt x="26" y="231"/>
                      <a:pt x="26" y="231"/>
                    </a:cubicBezTo>
                    <a:cubicBezTo>
                      <a:pt x="27" y="231"/>
                      <a:pt x="27" y="232"/>
                      <a:pt x="28" y="232"/>
                    </a:cubicBezTo>
                    <a:cubicBezTo>
                      <a:pt x="29" y="233"/>
                      <a:pt x="29" y="233"/>
                      <a:pt x="29" y="234"/>
                    </a:cubicBezTo>
                    <a:cubicBezTo>
                      <a:pt x="30" y="234"/>
                      <a:pt x="30" y="234"/>
                      <a:pt x="31" y="234"/>
                    </a:cubicBezTo>
                    <a:cubicBezTo>
                      <a:pt x="31" y="234"/>
                      <a:pt x="31" y="235"/>
                      <a:pt x="32" y="235"/>
                    </a:cubicBezTo>
                    <a:cubicBezTo>
                      <a:pt x="33" y="235"/>
                      <a:pt x="33" y="235"/>
                      <a:pt x="34" y="235"/>
                    </a:cubicBezTo>
                    <a:cubicBezTo>
                      <a:pt x="35" y="235"/>
                      <a:pt x="36" y="235"/>
                      <a:pt x="36" y="235"/>
                    </a:cubicBezTo>
                    <a:moveTo>
                      <a:pt x="26" y="256"/>
                    </a:moveTo>
                    <a:cubicBezTo>
                      <a:pt x="21" y="255"/>
                      <a:pt x="16" y="251"/>
                      <a:pt x="12" y="248"/>
                    </a:cubicBezTo>
                    <a:cubicBezTo>
                      <a:pt x="3" y="240"/>
                      <a:pt x="0" y="228"/>
                      <a:pt x="1" y="217"/>
                    </a:cubicBezTo>
                    <a:cubicBezTo>
                      <a:pt x="1" y="210"/>
                      <a:pt x="2" y="204"/>
                      <a:pt x="5" y="198"/>
                    </a:cubicBezTo>
                    <a:cubicBezTo>
                      <a:pt x="7" y="192"/>
                      <a:pt x="11" y="186"/>
                      <a:pt x="15" y="181"/>
                    </a:cubicBezTo>
                    <a:cubicBezTo>
                      <a:pt x="26" y="165"/>
                      <a:pt x="42" y="153"/>
                      <a:pt x="57" y="141"/>
                    </a:cubicBezTo>
                    <a:cubicBezTo>
                      <a:pt x="65" y="136"/>
                      <a:pt x="74" y="130"/>
                      <a:pt x="82" y="125"/>
                    </a:cubicBezTo>
                    <a:cubicBezTo>
                      <a:pt x="83" y="122"/>
                      <a:pt x="83" y="120"/>
                      <a:pt x="84" y="118"/>
                    </a:cubicBezTo>
                    <a:cubicBezTo>
                      <a:pt x="87" y="108"/>
                      <a:pt x="89" y="100"/>
                      <a:pt x="92" y="90"/>
                    </a:cubicBezTo>
                    <a:lnTo>
                      <a:pt x="93" y="89"/>
                    </a:lnTo>
                    <a:cubicBezTo>
                      <a:pt x="92" y="89"/>
                      <a:pt x="92" y="90"/>
                      <a:pt x="92" y="90"/>
                    </a:cubicBezTo>
                    <a:cubicBezTo>
                      <a:pt x="93" y="88"/>
                      <a:pt x="93" y="87"/>
                      <a:pt x="94" y="85"/>
                    </a:cubicBezTo>
                    <a:cubicBezTo>
                      <a:pt x="94" y="84"/>
                      <a:pt x="94" y="83"/>
                      <a:pt x="94" y="83"/>
                    </a:cubicBezTo>
                    <a:cubicBezTo>
                      <a:pt x="94" y="81"/>
                      <a:pt x="95" y="81"/>
                      <a:pt x="95" y="80"/>
                    </a:cubicBezTo>
                    <a:cubicBezTo>
                      <a:pt x="90" y="86"/>
                      <a:pt x="85" y="90"/>
                      <a:pt x="79" y="95"/>
                    </a:cubicBezTo>
                    <a:cubicBezTo>
                      <a:pt x="74" y="100"/>
                      <a:pt x="68" y="104"/>
                      <a:pt x="62" y="107"/>
                    </a:cubicBezTo>
                    <a:cubicBezTo>
                      <a:pt x="55" y="110"/>
                      <a:pt x="49" y="113"/>
                      <a:pt x="41" y="114"/>
                    </a:cubicBezTo>
                    <a:cubicBezTo>
                      <a:pt x="35" y="115"/>
                      <a:pt x="30" y="113"/>
                      <a:pt x="24" y="109"/>
                    </a:cubicBezTo>
                    <a:cubicBezTo>
                      <a:pt x="20" y="106"/>
                      <a:pt x="17" y="100"/>
                      <a:pt x="16" y="94"/>
                    </a:cubicBezTo>
                    <a:cubicBezTo>
                      <a:pt x="16" y="88"/>
                      <a:pt x="17" y="82"/>
                      <a:pt x="19" y="77"/>
                    </a:cubicBezTo>
                    <a:cubicBezTo>
                      <a:pt x="19" y="74"/>
                      <a:pt x="20" y="71"/>
                      <a:pt x="21" y="68"/>
                    </a:cubicBezTo>
                    <a:cubicBezTo>
                      <a:pt x="23" y="62"/>
                      <a:pt x="24" y="56"/>
                      <a:pt x="27" y="50"/>
                    </a:cubicBezTo>
                    <a:cubicBezTo>
                      <a:pt x="29" y="44"/>
                      <a:pt x="31" y="37"/>
                      <a:pt x="34" y="31"/>
                    </a:cubicBezTo>
                    <a:cubicBezTo>
                      <a:pt x="40" y="19"/>
                      <a:pt x="47" y="6"/>
                      <a:pt x="61" y="2"/>
                    </a:cubicBezTo>
                    <a:cubicBezTo>
                      <a:pt x="66" y="0"/>
                      <a:pt x="73" y="4"/>
                      <a:pt x="75" y="10"/>
                    </a:cubicBezTo>
                    <a:cubicBezTo>
                      <a:pt x="75" y="13"/>
                      <a:pt x="75" y="16"/>
                      <a:pt x="73" y="19"/>
                    </a:cubicBezTo>
                    <a:cubicBezTo>
                      <a:pt x="72" y="21"/>
                      <a:pt x="69" y="23"/>
                      <a:pt x="66" y="24"/>
                    </a:cubicBezTo>
                    <a:lnTo>
                      <a:pt x="65" y="24"/>
                    </a:lnTo>
                    <a:lnTo>
                      <a:pt x="64" y="25"/>
                    </a:lnTo>
                    <a:cubicBezTo>
                      <a:pt x="63" y="25"/>
                      <a:pt x="63" y="26"/>
                      <a:pt x="63" y="26"/>
                    </a:cubicBezTo>
                    <a:cubicBezTo>
                      <a:pt x="62" y="26"/>
                      <a:pt x="62" y="27"/>
                      <a:pt x="62" y="27"/>
                    </a:cubicBezTo>
                    <a:cubicBezTo>
                      <a:pt x="61" y="28"/>
                      <a:pt x="59" y="30"/>
                      <a:pt x="59" y="31"/>
                    </a:cubicBezTo>
                    <a:cubicBezTo>
                      <a:pt x="56" y="35"/>
                      <a:pt x="55" y="38"/>
                      <a:pt x="53" y="42"/>
                    </a:cubicBezTo>
                    <a:cubicBezTo>
                      <a:pt x="50" y="49"/>
                      <a:pt x="47" y="57"/>
                      <a:pt x="44" y="65"/>
                    </a:cubicBezTo>
                    <a:cubicBezTo>
                      <a:pt x="42" y="72"/>
                      <a:pt x="40" y="79"/>
                      <a:pt x="38" y="86"/>
                    </a:cubicBezTo>
                    <a:cubicBezTo>
                      <a:pt x="38" y="88"/>
                      <a:pt x="38" y="89"/>
                      <a:pt x="38" y="90"/>
                    </a:cubicBezTo>
                    <a:cubicBezTo>
                      <a:pt x="38" y="91"/>
                      <a:pt x="38" y="91"/>
                      <a:pt x="38" y="91"/>
                    </a:cubicBezTo>
                    <a:cubicBezTo>
                      <a:pt x="38" y="92"/>
                      <a:pt x="38" y="92"/>
                      <a:pt x="38" y="93"/>
                    </a:cubicBezTo>
                    <a:cubicBezTo>
                      <a:pt x="40" y="93"/>
                      <a:pt x="40" y="93"/>
                      <a:pt x="41" y="93"/>
                    </a:cubicBezTo>
                    <a:cubicBezTo>
                      <a:pt x="40" y="93"/>
                      <a:pt x="40" y="93"/>
                      <a:pt x="40" y="93"/>
                    </a:cubicBezTo>
                    <a:cubicBezTo>
                      <a:pt x="41" y="93"/>
                      <a:pt x="42" y="92"/>
                      <a:pt x="44" y="92"/>
                    </a:cubicBezTo>
                    <a:cubicBezTo>
                      <a:pt x="44" y="91"/>
                      <a:pt x="45" y="91"/>
                      <a:pt x="46" y="91"/>
                    </a:cubicBezTo>
                    <a:cubicBezTo>
                      <a:pt x="49" y="90"/>
                      <a:pt x="51" y="88"/>
                      <a:pt x="54" y="87"/>
                    </a:cubicBezTo>
                    <a:cubicBezTo>
                      <a:pt x="56" y="86"/>
                      <a:pt x="59" y="85"/>
                      <a:pt x="61" y="83"/>
                    </a:cubicBezTo>
                    <a:cubicBezTo>
                      <a:pt x="65" y="81"/>
                      <a:pt x="69" y="77"/>
                      <a:pt x="72" y="74"/>
                    </a:cubicBezTo>
                    <a:cubicBezTo>
                      <a:pt x="87" y="61"/>
                      <a:pt x="100" y="47"/>
                      <a:pt x="113" y="32"/>
                    </a:cubicBezTo>
                    <a:cubicBezTo>
                      <a:pt x="115" y="30"/>
                      <a:pt x="116" y="27"/>
                      <a:pt x="118" y="26"/>
                    </a:cubicBezTo>
                    <a:cubicBezTo>
                      <a:pt x="119" y="23"/>
                      <a:pt x="120" y="21"/>
                      <a:pt x="122" y="20"/>
                    </a:cubicBezTo>
                    <a:cubicBezTo>
                      <a:pt x="125" y="16"/>
                      <a:pt x="132" y="14"/>
                      <a:pt x="136" y="18"/>
                    </a:cubicBezTo>
                    <a:cubicBezTo>
                      <a:pt x="142" y="21"/>
                      <a:pt x="142" y="28"/>
                      <a:pt x="139" y="33"/>
                    </a:cubicBezTo>
                    <a:cubicBezTo>
                      <a:pt x="138" y="34"/>
                      <a:pt x="137" y="35"/>
                      <a:pt x="136" y="36"/>
                    </a:cubicBezTo>
                    <a:cubicBezTo>
                      <a:pt x="134" y="40"/>
                      <a:pt x="132" y="44"/>
                      <a:pt x="130" y="48"/>
                    </a:cubicBezTo>
                    <a:lnTo>
                      <a:pt x="130" y="47"/>
                    </a:lnTo>
                    <a:cubicBezTo>
                      <a:pt x="127" y="55"/>
                      <a:pt x="123" y="64"/>
                      <a:pt x="120" y="73"/>
                    </a:cubicBezTo>
                    <a:cubicBezTo>
                      <a:pt x="116" y="81"/>
                      <a:pt x="114" y="90"/>
                      <a:pt x="111" y="98"/>
                    </a:cubicBezTo>
                    <a:lnTo>
                      <a:pt x="111" y="97"/>
                    </a:lnTo>
                    <a:cubicBezTo>
                      <a:pt x="105" y="118"/>
                      <a:pt x="100" y="140"/>
                      <a:pt x="94" y="161"/>
                    </a:cubicBezTo>
                    <a:cubicBezTo>
                      <a:pt x="91" y="172"/>
                      <a:pt x="88" y="184"/>
                      <a:pt x="85" y="196"/>
                    </a:cubicBezTo>
                    <a:cubicBezTo>
                      <a:pt x="83" y="201"/>
                      <a:pt x="82" y="206"/>
                      <a:pt x="81" y="211"/>
                    </a:cubicBezTo>
                    <a:cubicBezTo>
                      <a:pt x="77" y="220"/>
                      <a:pt x="75" y="230"/>
                      <a:pt x="69" y="238"/>
                    </a:cubicBezTo>
                    <a:cubicBezTo>
                      <a:pt x="66" y="243"/>
                      <a:pt x="63" y="247"/>
                      <a:pt x="59" y="250"/>
                    </a:cubicBezTo>
                    <a:cubicBezTo>
                      <a:pt x="54" y="253"/>
                      <a:pt x="49" y="256"/>
                      <a:pt x="44" y="257"/>
                    </a:cubicBezTo>
                    <a:cubicBezTo>
                      <a:pt x="41" y="257"/>
                      <a:pt x="40" y="257"/>
                      <a:pt x="37" y="257"/>
                    </a:cubicBezTo>
                    <a:cubicBezTo>
                      <a:pt x="33" y="257"/>
                      <a:pt x="30" y="257"/>
                      <a:pt x="26" y="25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19" name="Google Shape;2619;p27"/>
              <p:cNvSpPr/>
              <p:nvPr/>
            </p:nvSpPr>
            <p:spPr>
              <a:xfrm>
                <a:off x="2932920" y="643680"/>
                <a:ext cx="25920" cy="35280"/>
              </a:xfrm>
              <a:custGeom>
                <a:avLst/>
                <a:gdLst/>
                <a:ahLst/>
                <a:cxnLst/>
                <a:rect l="l" t="t" r="r" b="b"/>
                <a:pathLst>
                  <a:path w="72" h="98" extrusionOk="0">
                    <a:moveTo>
                      <a:pt x="31" y="97"/>
                    </a:moveTo>
                    <a:cubicBezTo>
                      <a:pt x="23" y="97"/>
                      <a:pt x="14" y="92"/>
                      <a:pt x="12" y="84"/>
                    </a:cubicBezTo>
                    <a:cubicBezTo>
                      <a:pt x="9" y="74"/>
                      <a:pt x="13" y="66"/>
                      <a:pt x="17" y="59"/>
                    </a:cubicBezTo>
                    <a:cubicBezTo>
                      <a:pt x="19" y="55"/>
                      <a:pt x="21" y="51"/>
                      <a:pt x="23" y="48"/>
                    </a:cubicBezTo>
                    <a:cubicBezTo>
                      <a:pt x="24" y="45"/>
                      <a:pt x="25" y="43"/>
                      <a:pt x="26" y="41"/>
                    </a:cubicBezTo>
                    <a:cubicBezTo>
                      <a:pt x="26" y="39"/>
                      <a:pt x="27" y="37"/>
                      <a:pt x="27" y="35"/>
                    </a:cubicBezTo>
                    <a:cubicBezTo>
                      <a:pt x="27" y="34"/>
                      <a:pt x="27" y="33"/>
                      <a:pt x="27" y="32"/>
                    </a:cubicBezTo>
                    <a:lnTo>
                      <a:pt x="27" y="31"/>
                    </a:lnTo>
                    <a:lnTo>
                      <a:pt x="27" y="30"/>
                    </a:lnTo>
                    <a:cubicBezTo>
                      <a:pt x="26" y="29"/>
                      <a:pt x="26" y="28"/>
                      <a:pt x="26" y="28"/>
                    </a:cubicBezTo>
                    <a:cubicBezTo>
                      <a:pt x="25" y="28"/>
                      <a:pt x="25" y="28"/>
                      <a:pt x="25" y="28"/>
                    </a:cubicBezTo>
                    <a:cubicBezTo>
                      <a:pt x="24" y="27"/>
                      <a:pt x="24" y="27"/>
                      <a:pt x="24" y="27"/>
                    </a:cubicBezTo>
                    <a:lnTo>
                      <a:pt x="23" y="27"/>
                    </a:lnTo>
                    <a:cubicBezTo>
                      <a:pt x="16" y="29"/>
                      <a:pt x="7" y="30"/>
                      <a:pt x="3" y="22"/>
                    </a:cubicBezTo>
                    <a:cubicBezTo>
                      <a:pt x="0" y="17"/>
                      <a:pt x="1" y="11"/>
                      <a:pt x="4" y="8"/>
                    </a:cubicBezTo>
                    <a:cubicBezTo>
                      <a:pt x="5" y="7"/>
                      <a:pt x="6" y="6"/>
                      <a:pt x="8" y="5"/>
                    </a:cubicBezTo>
                    <a:cubicBezTo>
                      <a:pt x="10" y="4"/>
                      <a:pt x="13" y="4"/>
                      <a:pt x="15" y="3"/>
                    </a:cubicBezTo>
                    <a:cubicBezTo>
                      <a:pt x="17" y="3"/>
                      <a:pt x="20" y="3"/>
                      <a:pt x="23" y="4"/>
                    </a:cubicBezTo>
                    <a:cubicBezTo>
                      <a:pt x="23" y="3"/>
                      <a:pt x="24" y="3"/>
                      <a:pt x="24" y="3"/>
                    </a:cubicBezTo>
                    <a:cubicBezTo>
                      <a:pt x="30" y="0"/>
                      <a:pt x="36" y="3"/>
                      <a:pt x="38" y="9"/>
                    </a:cubicBezTo>
                    <a:cubicBezTo>
                      <a:pt x="39" y="10"/>
                      <a:pt x="39" y="10"/>
                      <a:pt x="40" y="11"/>
                    </a:cubicBezTo>
                    <a:cubicBezTo>
                      <a:pt x="44" y="14"/>
                      <a:pt x="47" y="20"/>
                      <a:pt x="48" y="25"/>
                    </a:cubicBezTo>
                    <a:cubicBezTo>
                      <a:pt x="50" y="30"/>
                      <a:pt x="50" y="35"/>
                      <a:pt x="48" y="39"/>
                    </a:cubicBezTo>
                    <a:cubicBezTo>
                      <a:pt x="47" y="46"/>
                      <a:pt x="45" y="52"/>
                      <a:pt x="42" y="58"/>
                    </a:cubicBezTo>
                    <a:cubicBezTo>
                      <a:pt x="40" y="63"/>
                      <a:pt x="37" y="68"/>
                      <a:pt x="34" y="73"/>
                    </a:cubicBezTo>
                    <a:lnTo>
                      <a:pt x="34" y="72"/>
                    </a:lnTo>
                    <a:cubicBezTo>
                      <a:pt x="34" y="73"/>
                      <a:pt x="34" y="74"/>
                      <a:pt x="33" y="76"/>
                    </a:cubicBezTo>
                    <a:cubicBezTo>
                      <a:pt x="34" y="76"/>
                      <a:pt x="36" y="76"/>
                      <a:pt x="37" y="76"/>
                    </a:cubicBezTo>
                    <a:cubicBezTo>
                      <a:pt x="40" y="75"/>
                      <a:pt x="43" y="74"/>
                      <a:pt x="46" y="74"/>
                    </a:cubicBezTo>
                    <a:cubicBezTo>
                      <a:pt x="50" y="73"/>
                      <a:pt x="53" y="72"/>
                      <a:pt x="57" y="71"/>
                    </a:cubicBezTo>
                    <a:cubicBezTo>
                      <a:pt x="62" y="69"/>
                      <a:pt x="68" y="73"/>
                      <a:pt x="69" y="78"/>
                    </a:cubicBezTo>
                    <a:cubicBezTo>
                      <a:pt x="71" y="84"/>
                      <a:pt x="68" y="89"/>
                      <a:pt x="62" y="91"/>
                    </a:cubicBezTo>
                    <a:cubicBezTo>
                      <a:pt x="53" y="94"/>
                      <a:pt x="43" y="97"/>
                      <a:pt x="33" y="97"/>
                    </a:cubicBezTo>
                    <a:cubicBezTo>
                      <a:pt x="33" y="97"/>
                      <a:pt x="32" y="97"/>
                      <a:pt x="31" y="9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0" name="Google Shape;2620;p27"/>
              <p:cNvSpPr/>
              <p:nvPr/>
            </p:nvSpPr>
            <p:spPr>
              <a:xfrm>
                <a:off x="2383200" y="781920"/>
                <a:ext cx="57960" cy="80640"/>
              </a:xfrm>
              <a:custGeom>
                <a:avLst/>
                <a:gdLst/>
                <a:ahLst/>
                <a:cxnLst/>
                <a:rect l="l" t="t" r="r" b="b"/>
                <a:pathLst>
                  <a:path w="161" h="224" extrusionOk="0">
                    <a:moveTo>
                      <a:pt x="118" y="223"/>
                    </a:moveTo>
                    <a:cubicBezTo>
                      <a:pt x="104" y="222"/>
                      <a:pt x="91" y="222"/>
                      <a:pt x="78" y="221"/>
                    </a:cubicBezTo>
                    <a:cubicBezTo>
                      <a:pt x="66" y="220"/>
                      <a:pt x="54" y="219"/>
                      <a:pt x="42" y="218"/>
                    </a:cubicBezTo>
                    <a:cubicBezTo>
                      <a:pt x="34" y="216"/>
                      <a:pt x="27" y="215"/>
                      <a:pt x="20" y="212"/>
                    </a:cubicBezTo>
                    <a:cubicBezTo>
                      <a:pt x="14" y="210"/>
                      <a:pt x="8" y="206"/>
                      <a:pt x="4" y="200"/>
                    </a:cubicBezTo>
                    <a:cubicBezTo>
                      <a:pt x="2" y="198"/>
                      <a:pt x="1" y="195"/>
                      <a:pt x="1" y="192"/>
                    </a:cubicBezTo>
                    <a:cubicBezTo>
                      <a:pt x="0" y="189"/>
                      <a:pt x="1" y="186"/>
                      <a:pt x="2" y="183"/>
                    </a:cubicBezTo>
                    <a:cubicBezTo>
                      <a:pt x="4" y="177"/>
                      <a:pt x="8" y="173"/>
                      <a:pt x="12" y="169"/>
                    </a:cubicBezTo>
                    <a:cubicBezTo>
                      <a:pt x="20" y="161"/>
                      <a:pt x="28" y="153"/>
                      <a:pt x="36" y="145"/>
                    </a:cubicBezTo>
                    <a:cubicBezTo>
                      <a:pt x="48" y="133"/>
                      <a:pt x="60" y="122"/>
                      <a:pt x="73" y="110"/>
                    </a:cubicBezTo>
                    <a:cubicBezTo>
                      <a:pt x="79" y="105"/>
                      <a:pt x="85" y="99"/>
                      <a:pt x="92" y="93"/>
                    </a:cubicBezTo>
                    <a:cubicBezTo>
                      <a:pt x="103" y="83"/>
                      <a:pt x="115" y="71"/>
                      <a:pt x="126" y="59"/>
                    </a:cubicBezTo>
                    <a:cubicBezTo>
                      <a:pt x="128" y="56"/>
                      <a:pt x="131" y="53"/>
                      <a:pt x="133" y="50"/>
                    </a:cubicBezTo>
                    <a:cubicBezTo>
                      <a:pt x="134" y="48"/>
                      <a:pt x="135" y="46"/>
                      <a:pt x="136" y="45"/>
                    </a:cubicBezTo>
                    <a:cubicBezTo>
                      <a:pt x="136" y="43"/>
                      <a:pt x="137" y="41"/>
                      <a:pt x="138" y="39"/>
                    </a:cubicBezTo>
                    <a:cubicBezTo>
                      <a:pt x="138" y="38"/>
                      <a:pt x="139" y="36"/>
                      <a:pt x="139" y="35"/>
                    </a:cubicBezTo>
                    <a:cubicBezTo>
                      <a:pt x="139" y="34"/>
                      <a:pt x="139" y="33"/>
                      <a:pt x="139" y="32"/>
                    </a:cubicBezTo>
                    <a:cubicBezTo>
                      <a:pt x="139" y="33"/>
                      <a:pt x="139" y="33"/>
                      <a:pt x="139" y="34"/>
                    </a:cubicBezTo>
                    <a:cubicBezTo>
                      <a:pt x="139" y="32"/>
                      <a:pt x="139" y="32"/>
                      <a:pt x="139" y="31"/>
                    </a:cubicBezTo>
                    <a:cubicBezTo>
                      <a:pt x="139" y="30"/>
                      <a:pt x="139" y="30"/>
                      <a:pt x="139" y="30"/>
                    </a:cubicBezTo>
                    <a:lnTo>
                      <a:pt x="139" y="31"/>
                    </a:lnTo>
                    <a:cubicBezTo>
                      <a:pt x="139" y="30"/>
                      <a:pt x="139" y="30"/>
                      <a:pt x="139" y="30"/>
                    </a:cubicBezTo>
                    <a:lnTo>
                      <a:pt x="139" y="31"/>
                    </a:lnTo>
                    <a:lnTo>
                      <a:pt x="139" y="30"/>
                    </a:lnTo>
                    <a:cubicBezTo>
                      <a:pt x="139" y="30"/>
                      <a:pt x="139" y="29"/>
                      <a:pt x="138" y="29"/>
                    </a:cubicBezTo>
                    <a:cubicBezTo>
                      <a:pt x="138" y="28"/>
                      <a:pt x="138" y="28"/>
                      <a:pt x="138" y="28"/>
                    </a:cubicBezTo>
                    <a:cubicBezTo>
                      <a:pt x="138" y="27"/>
                      <a:pt x="137" y="27"/>
                      <a:pt x="137" y="27"/>
                    </a:cubicBezTo>
                    <a:lnTo>
                      <a:pt x="136" y="26"/>
                    </a:lnTo>
                    <a:cubicBezTo>
                      <a:pt x="136" y="25"/>
                      <a:pt x="136" y="25"/>
                      <a:pt x="135" y="25"/>
                    </a:cubicBezTo>
                    <a:lnTo>
                      <a:pt x="134" y="25"/>
                    </a:lnTo>
                    <a:cubicBezTo>
                      <a:pt x="133" y="24"/>
                      <a:pt x="132" y="24"/>
                      <a:pt x="132" y="24"/>
                    </a:cubicBezTo>
                    <a:cubicBezTo>
                      <a:pt x="130" y="23"/>
                      <a:pt x="129" y="23"/>
                      <a:pt x="128" y="23"/>
                    </a:cubicBezTo>
                    <a:cubicBezTo>
                      <a:pt x="125" y="22"/>
                      <a:pt x="122" y="22"/>
                      <a:pt x="120" y="22"/>
                    </a:cubicBezTo>
                    <a:cubicBezTo>
                      <a:pt x="108" y="21"/>
                      <a:pt x="97" y="22"/>
                      <a:pt x="86" y="23"/>
                    </a:cubicBezTo>
                    <a:cubicBezTo>
                      <a:pt x="78" y="24"/>
                      <a:pt x="70" y="25"/>
                      <a:pt x="62" y="26"/>
                    </a:cubicBezTo>
                    <a:cubicBezTo>
                      <a:pt x="54" y="28"/>
                      <a:pt x="46" y="30"/>
                      <a:pt x="37" y="31"/>
                    </a:cubicBezTo>
                    <a:cubicBezTo>
                      <a:pt x="32" y="32"/>
                      <a:pt x="27" y="34"/>
                      <a:pt x="22" y="35"/>
                    </a:cubicBezTo>
                    <a:cubicBezTo>
                      <a:pt x="19" y="36"/>
                      <a:pt x="16" y="36"/>
                      <a:pt x="13" y="35"/>
                    </a:cubicBezTo>
                    <a:cubicBezTo>
                      <a:pt x="11" y="34"/>
                      <a:pt x="8" y="32"/>
                      <a:pt x="7" y="29"/>
                    </a:cubicBezTo>
                    <a:cubicBezTo>
                      <a:pt x="6" y="27"/>
                      <a:pt x="6" y="24"/>
                      <a:pt x="7" y="21"/>
                    </a:cubicBezTo>
                    <a:cubicBezTo>
                      <a:pt x="8" y="18"/>
                      <a:pt x="9" y="16"/>
                      <a:pt x="12" y="15"/>
                    </a:cubicBezTo>
                    <a:cubicBezTo>
                      <a:pt x="13" y="14"/>
                      <a:pt x="15" y="14"/>
                      <a:pt x="18" y="13"/>
                    </a:cubicBezTo>
                    <a:cubicBezTo>
                      <a:pt x="20" y="13"/>
                      <a:pt x="23" y="12"/>
                      <a:pt x="26" y="11"/>
                    </a:cubicBezTo>
                    <a:cubicBezTo>
                      <a:pt x="32" y="10"/>
                      <a:pt x="38" y="9"/>
                      <a:pt x="44" y="8"/>
                    </a:cubicBezTo>
                    <a:cubicBezTo>
                      <a:pt x="56" y="6"/>
                      <a:pt x="68" y="4"/>
                      <a:pt x="79" y="3"/>
                    </a:cubicBezTo>
                    <a:cubicBezTo>
                      <a:pt x="91" y="2"/>
                      <a:pt x="102" y="1"/>
                      <a:pt x="114" y="1"/>
                    </a:cubicBezTo>
                    <a:cubicBezTo>
                      <a:pt x="127" y="0"/>
                      <a:pt x="143" y="2"/>
                      <a:pt x="153" y="13"/>
                    </a:cubicBezTo>
                    <a:cubicBezTo>
                      <a:pt x="157" y="17"/>
                      <a:pt x="159" y="23"/>
                      <a:pt x="160" y="30"/>
                    </a:cubicBezTo>
                    <a:cubicBezTo>
                      <a:pt x="160" y="37"/>
                      <a:pt x="159" y="45"/>
                      <a:pt x="156" y="52"/>
                    </a:cubicBezTo>
                    <a:cubicBezTo>
                      <a:pt x="152" y="60"/>
                      <a:pt x="145" y="69"/>
                      <a:pt x="139" y="76"/>
                    </a:cubicBezTo>
                    <a:cubicBezTo>
                      <a:pt x="132" y="84"/>
                      <a:pt x="124" y="91"/>
                      <a:pt x="117" y="98"/>
                    </a:cubicBezTo>
                    <a:lnTo>
                      <a:pt x="117" y="97"/>
                    </a:lnTo>
                    <a:cubicBezTo>
                      <a:pt x="117" y="98"/>
                      <a:pt x="116" y="98"/>
                      <a:pt x="115" y="99"/>
                    </a:cubicBezTo>
                    <a:cubicBezTo>
                      <a:pt x="114" y="99"/>
                      <a:pt x="114" y="101"/>
                      <a:pt x="113" y="101"/>
                    </a:cubicBezTo>
                    <a:cubicBezTo>
                      <a:pt x="111" y="103"/>
                      <a:pt x="108" y="105"/>
                      <a:pt x="106" y="108"/>
                    </a:cubicBezTo>
                    <a:cubicBezTo>
                      <a:pt x="106" y="108"/>
                      <a:pt x="106" y="107"/>
                      <a:pt x="107" y="107"/>
                    </a:cubicBezTo>
                    <a:cubicBezTo>
                      <a:pt x="106" y="108"/>
                      <a:pt x="106" y="108"/>
                      <a:pt x="104" y="109"/>
                    </a:cubicBezTo>
                    <a:cubicBezTo>
                      <a:pt x="105" y="109"/>
                      <a:pt x="105" y="109"/>
                      <a:pt x="105" y="108"/>
                    </a:cubicBezTo>
                    <a:cubicBezTo>
                      <a:pt x="104" y="109"/>
                      <a:pt x="103" y="110"/>
                      <a:pt x="103" y="110"/>
                    </a:cubicBezTo>
                    <a:cubicBezTo>
                      <a:pt x="89" y="123"/>
                      <a:pt x="76" y="135"/>
                      <a:pt x="62" y="148"/>
                    </a:cubicBezTo>
                    <a:cubicBezTo>
                      <a:pt x="50" y="161"/>
                      <a:pt x="37" y="173"/>
                      <a:pt x="25" y="187"/>
                    </a:cubicBezTo>
                    <a:cubicBezTo>
                      <a:pt x="24" y="187"/>
                      <a:pt x="23" y="189"/>
                      <a:pt x="23" y="189"/>
                    </a:cubicBezTo>
                    <a:cubicBezTo>
                      <a:pt x="23" y="190"/>
                      <a:pt x="24" y="190"/>
                      <a:pt x="24" y="190"/>
                    </a:cubicBezTo>
                    <a:cubicBezTo>
                      <a:pt x="25" y="191"/>
                      <a:pt x="26" y="191"/>
                      <a:pt x="27" y="191"/>
                    </a:cubicBezTo>
                    <a:cubicBezTo>
                      <a:pt x="29" y="192"/>
                      <a:pt x="30" y="193"/>
                      <a:pt x="32" y="193"/>
                    </a:cubicBezTo>
                    <a:cubicBezTo>
                      <a:pt x="36" y="194"/>
                      <a:pt x="40" y="196"/>
                      <a:pt x="44" y="196"/>
                    </a:cubicBezTo>
                    <a:cubicBezTo>
                      <a:pt x="43" y="196"/>
                      <a:pt x="43" y="196"/>
                      <a:pt x="43" y="196"/>
                    </a:cubicBezTo>
                    <a:cubicBezTo>
                      <a:pt x="65" y="200"/>
                      <a:pt x="88" y="200"/>
                      <a:pt x="111" y="201"/>
                    </a:cubicBezTo>
                    <a:cubicBezTo>
                      <a:pt x="113" y="201"/>
                      <a:pt x="115" y="201"/>
                      <a:pt x="117" y="201"/>
                    </a:cubicBezTo>
                    <a:cubicBezTo>
                      <a:pt x="123" y="201"/>
                      <a:pt x="128" y="205"/>
                      <a:pt x="128" y="212"/>
                    </a:cubicBezTo>
                    <a:cubicBezTo>
                      <a:pt x="128" y="217"/>
                      <a:pt x="124" y="223"/>
                      <a:pt x="118" y="2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1" name="Google Shape;2621;p27"/>
              <p:cNvSpPr/>
              <p:nvPr/>
            </p:nvSpPr>
            <p:spPr>
              <a:xfrm>
                <a:off x="2379960" y="825840"/>
                <a:ext cx="68040" cy="15840"/>
              </a:xfrm>
              <a:custGeom>
                <a:avLst/>
                <a:gdLst/>
                <a:ahLst/>
                <a:cxnLst/>
                <a:rect l="l" t="t" r="r" b="b"/>
                <a:pathLst>
                  <a:path w="189" h="44" extrusionOk="0">
                    <a:moveTo>
                      <a:pt x="10" y="43"/>
                    </a:moveTo>
                    <a:cubicBezTo>
                      <a:pt x="5" y="43"/>
                      <a:pt x="1" y="38"/>
                      <a:pt x="0" y="33"/>
                    </a:cubicBezTo>
                    <a:lnTo>
                      <a:pt x="0" y="32"/>
                    </a:lnTo>
                    <a:cubicBezTo>
                      <a:pt x="0" y="29"/>
                      <a:pt x="2" y="25"/>
                      <a:pt x="6" y="23"/>
                    </a:cubicBezTo>
                    <a:cubicBezTo>
                      <a:pt x="9" y="21"/>
                      <a:pt x="12" y="20"/>
                      <a:pt x="15" y="22"/>
                    </a:cubicBezTo>
                    <a:lnTo>
                      <a:pt x="16" y="22"/>
                    </a:lnTo>
                    <a:cubicBezTo>
                      <a:pt x="28" y="20"/>
                      <a:pt x="39" y="18"/>
                      <a:pt x="50" y="16"/>
                    </a:cubicBezTo>
                    <a:cubicBezTo>
                      <a:pt x="62" y="15"/>
                      <a:pt x="75" y="12"/>
                      <a:pt x="87" y="11"/>
                    </a:cubicBezTo>
                    <a:cubicBezTo>
                      <a:pt x="109" y="8"/>
                      <a:pt x="130" y="5"/>
                      <a:pt x="152" y="3"/>
                    </a:cubicBezTo>
                    <a:cubicBezTo>
                      <a:pt x="160" y="2"/>
                      <a:pt x="168" y="1"/>
                      <a:pt x="176" y="1"/>
                    </a:cubicBezTo>
                    <a:cubicBezTo>
                      <a:pt x="181" y="0"/>
                      <a:pt x="187" y="3"/>
                      <a:pt x="187" y="9"/>
                    </a:cubicBezTo>
                    <a:cubicBezTo>
                      <a:pt x="188" y="13"/>
                      <a:pt x="184" y="19"/>
                      <a:pt x="179" y="20"/>
                    </a:cubicBezTo>
                    <a:cubicBezTo>
                      <a:pt x="156" y="22"/>
                      <a:pt x="132" y="25"/>
                      <a:pt x="109" y="28"/>
                    </a:cubicBezTo>
                    <a:cubicBezTo>
                      <a:pt x="86" y="32"/>
                      <a:pt x="63" y="35"/>
                      <a:pt x="39" y="40"/>
                    </a:cubicBezTo>
                    <a:cubicBezTo>
                      <a:pt x="36" y="40"/>
                      <a:pt x="32" y="41"/>
                      <a:pt x="29" y="41"/>
                    </a:cubicBezTo>
                    <a:cubicBezTo>
                      <a:pt x="24" y="42"/>
                      <a:pt x="18" y="43"/>
                      <a:pt x="13" y="43"/>
                    </a:cubicBezTo>
                    <a:cubicBezTo>
                      <a:pt x="12" y="43"/>
                      <a:pt x="11" y="43"/>
                      <a:pt x="10" y="4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2" name="Google Shape;2622;p27"/>
              <p:cNvSpPr/>
              <p:nvPr/>
            </p:nvSpPr>
            <p:spPr>
              <a:xfrm>
                <a:off x="2457720" y="811440"/>
                <a:ext cx="900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25" h="25" extrusionOk="0">
                    <a:moveTo>
                      <a:pt x="0" y="12"/>
                    </a:moveTo>
                    <a:cubicBezTo>
                      <a:pt x="0" y="6"/>
                      <a:pt x="5" y="0"/>
                      <a:pt x="11" y="0"/>
                    </a:cubicBezTo>
                    <a:cubicBezTo>
                      <a:pt x="18" y="0"/>
                      <a:pt x="24" y="5"/>
                      <a:pt x="24" y="12"/>
                    </a:cubicBezTo>
                    <a:cubicBezTo>
                      <a:pt x="24" y="17"/>
                      <a:pt x="19" y="24"/>
                      <a:pt x="13" y="24"/>
                    </a:cubicBezTo>
                    <a:cubicBezTo>
                      <a:pt x="6" y="24"/>
                      <a:pt x="0" y="19"/>
                      <a:pt x="0" y="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3" name="Google Shape;2623;p27"/>
              <p:cNvSpPr/>
              <p:nvPr/>
            </p:nvSpPr>
            <p:spPr>
              <a:xfrm>
                <a:off x="2447280" y="824040"/>
                <a:ext cx="43920" cy="1764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49" extrusionOk="0">
                    <a:moveTo>
                      <a:pt x="1" y="35"/>
                    </a:moveTo>
                    <a:cubicBezTo>
                      <a:pt x="0" y="31"/>
                      <a:pt x="2" y="27"/>
                      <a:pt x="4" y="25"/>
                    </a:cubicBezTo>
                    <a:cubicBezTo>
                      <a:pt x="6" y="23"/>
                      <a:pt x="9" y="21"/>
                      <a:pt x="11" y="20"/>
                    </a:cubicBezTo>
                    <a:cubicBezTo>
                      <a:pt x="16" y="17"/>
                      <a:pt x="23" y="18"/>
                      <a:pt x="26" y="24"/>
                    </a:cubicBezTo>
                    <a:cubicBezTo>
                      <a:pt x="27" y="24"/>
                      <a:pt x="27" y="25"/>
                      <a:pt x="27" y="25"/>
                    </a:cubicBezTo>
                    <a:cubicBezTo>
                      <a:pt x="33" y="25"/>
                      <a:pt x="39" y="24"/>
                      <a:pt x="44" y="23"/>
                    </a:cubicBezTo>
                    <a:cubicBezTo>
                      <a:pt x="50" y="21"/>
                      <a:pt x="57" y="20"/>
                      <a:pt x="63" y="18"/>
                    </a:cubicBezTo>
                    <a:cubicBezTo>
                      <a:pt x="70" y="16"/>
                      <a:pt x="77" y="13"/>
                      <a:pt x="85" y="10"/>
                    </a:cubicBezTo>
                    <a:cubicBezTo>
                      <a:pt x="84" y="10"/>
                      <a:pt x="84" y="11"/>
                      <a:pt x="84" y="11"/>
                    </a:cubicBezTo>
                    <a:cubicBezTo>
                      <a:pt x="91" y="8"/>
                      <a:pt x="99" y="5"/>
                      <a:pt x="106" y="2"/>
                    </a:cubicBezTo>
                    <a:cubicBezTo>
                      <a:pt x="111" y="0"/>
                      <a:pt x="117" y="2"/>
                      <a:pt x="119" y="7"/>
                    </a:cubicBezTo>
                    <a:cubicBezTo>
                      <a:pt x="121" y="12"/>
                      <a:pt x="119" y="18"/>
                      <a:pt x="114" y="20"/>
                    </a:cubicBezTo>
                    <a:cubicBezTo>
                      <a:pt x="105" y="24"/>
                      <a:pt x="97" y="27"/>
                      <a:pt x="88" y="31"/>
                    </a:cubicBezTo>
                    <a:cubicBezTo>
                      <a:pt x="84" y="32"/>
                      <a:pt x="81" y="34"/>
                      <a:pt x="77" y="35"/>
                    </a:cubicBezTo>
                    <a:cubicBezTo>
                      <a:pt x="73" y="36"/>
                      <a:pt x="69" y="38"/>
                      <a:pt x="64" y="39"/>
                    </a:cubicBezTo>
                    <a:cubicBezTo>
                      <a:pt x="50" y="43"/>
                      <a:pt x="36" y="47"/>
                      <a:pt x="21" y="48"/>
                    </a:cubicBezTo>
                    <a:cubicBezTo>
                      <a:pt x="13" y="48"/>
                      <a:pt x="2" y="45"/>
                      <a:pt x="1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4" name="Google Shape;2624;p27"/>
              <p:cNvSpPr/>
              <p:nvPr/>
            </p:nvSpPr>
            <p:spPr>
              <a:xfrm>
                <a:off x="2499840" y="763560"/>
                <a:ext cx="44640" cy="10152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282" extrusionOk="0">
                    <a:moveTo>
                      <a:pt x="68" y="270"/>
                    </a:moveTo>
                    <a:cubicBezTo>
                      <a:pt x="67" y="264"/>
                      <a:pt x="69" y="257"/>
                      <a:pt x="69" y="250"/>
                    </a:cubicBezTo>
                    <a:cubicBezTo>
                      <a:pt x="69" y="245"/>
                      <a:pt x="70" y="239"/>
                      <a:pt x="70" y="234"/>
                    </a:cubicBezTo>
                    <a:cubicBezTo>
                      <a:pt x="71" y="221"/>
                      <a:pt x="72" y="210"/>
                      <a:pt x="73" y="198"/>
                    </a:cubicBezTo>
                    <a:cubicBezTo>
                      <a:pt x="73" y="186"/>
                      <a:pt x="74" y="176"/>
                      <a:pt x="76" y="165"/>
                    </a:cubicBezTo>
                    <a:cubicBezTo>
                      <a:pt x="76" y="159"/>
                      <a:pt x="77" y="153"/>
                      <a:pt x="78" y="147"/>
                    </a:cubicBezTo>
                    <a:cubicBezTo>
                      <a:pt x="79" y="141"/>
                      <a:pt x="80" y="135"/>
                      <a:pt x="81" y="129"/>
                    </a:cubicBezTo>
                    <a:cubicBezTo>
                      <a:pt x="82" y="127"/>
                      <a:pt x="83" y="124"/>
                      <a:pt x="83" y="121"/>
                    </a:cubicBezTo>
                    <a:cubicBezTo>
                      <a:pt x="77" y="127"/>
                      <a:pt x="70" y="132"/>
                      <a:pt x="63" y="136"/>
                    </a:cubicBezTo>
                    <a:cubicBezTo>
                      <a:pt x="51" y="143"/>
                      <a:pt x="37" y="148"/>
                      <a:pt x="23" y="143"/>
                    </a:cubicBezTo>
                    <a:cubicBezTo>
                      <a:pt x="17" y="142"/>
                      <a:pt x="12" y="138"/>
                      <a:pt x="8" y="134"/>
                    </a:cubicBezTo>
                    <a:cubicBezTo>
                      <a:pt x="3" y="128"/>
                      <a:pt x="2" y="121"/>
                      <a:pt x="2" y="114"/>
                    </a:cubicBezTo>
                    <a:cubicBezTo>
                      <a:pt x="0" y="103"/>
                      <a:pt x="3" y="92"/>
                      <a:pt x="6" y="81"/>
                    </a:cubicBezTo>
                    <a:cubicBezTo>
                      <a:pt x="9" y="70"/>
                      <a:pt x="12" y="58"/>
                      <a:pt x="16" y="47"/>
                    </a:cubicBezTo>
                    <a:cubicBezTo>
                      <a:pt x="18" y="39"/>
                      <a:pt x="21" y="31"/>
                      <a:pt x="24" y="23"/>
                    </a:cubicBezTo>
                    <a:cubicBezTo>
                      <a:pt x="25" y="20"/>
                      <a:pt x="26" y="18"/>
                      <a:pt x="27" y="16"/>
                    </a:cubicBezTo>
                    <a:cubicBezTo>
                      <a:pt x="28" y="12"/>
                      <a:pt x="30" y="7"/>
                      <a:pt x="34" y="4"/>
                    </a:cubicBezTo>
                    <a:cubicBezTo>
                      <a:pt x="38" y="1"/>
                      <a:pt x="42" y="0"/>
                      <a:pt x="46" y="1"/>
                    </a:cubicBezTo>
                    <a:cubicBezTo>
                      <a:pt x="48" y="2"/>
                      <a:pt x="51" y="4"/>
                      <a:pt x="52" y="7"/>
                    </a:cubicBezTo>
                    <a:cubicBezTo>
                      <a:pt x="53" y="9"/>
                      <a:pt x="54" y="12"/>
                      <a:pt x="53" y="15"/>
                    </a:cubicBezTo>
                    <a:cubicBezTo>
                      <a:pt x="52" y="18"/>
                      <a:pt x="51" y="20"/>
                      <a:pt x="48" y="22"/>
                    </a:cubicBezTo>
                    <a:lnTo>
                      <a:pt x="47" y="23"/>
                    </a:lnTo>
                    <a:cubicBezTo>
                      <a:pt x="43" y="32"/>
                      <a:pt x="39" y="43"/>
                      <a:pt x="36" y="53"/>
                    </a:cubicBezTo>
                    <a:lnTo>
                      <a:pt x="36" y="52"/>
                    </a:lnTo>
                    <a:cubicBezTo>
                      <a:pt x="36" y="53"/>
                      <a:pt x="36" y="53"/>
                      <a:pt x="36" y="53"/>
                    </a:cubicBezTo>
                    <a:cubicBezTo>
                      <a:pt x="35" y="55"/>
                      <a:pt x="34" y="58"/>
                      <a:pt x="34" y="61"/>
                    </a:cubicBezTo>
                    <a:cubicBezTo>
                      <a:pt x="34" y="60"/>
                      <a:pt x="34" y="60"/>
                      <a:pt x="34" y="59"/>
                    </a:cubicBezTo>
                    <a:cubicBezTo>
                      <a:pt x="33" y="61"/>
                      <a:pt x="32" y="64"/>
                      <a:pt x="32" y="67"/>
                    </a:cubicBezTo>
                    <a:lnTo>
                      <a:pt x="32" y="66"/>
                    </a:lnTo>
                    <a:cubicBezTo>
                      <a:pt x="31" y="67"/>
                      <a:pt x="31" y="67"/>
                      <a:pt x="31" y="67"/>
                    </a:cubicBezTo>
                    <a:lnTo>
                      <a:pt x="31" y="68"/>
                    </a:lnTo>
                    <a:cubicBezTo>
                      <a:pt x="28" y="78"/>
                      <a:pt x="26" y="88"/>
                      <a:pt x="24" y="99"/>
                    </a:cubicBezTo>
                    <a:cubicBezTo>
                      <a:pt x="23" y="102"/>
                      <a:pt x="23" y="105"/>
                      <a:pt x="23" y="108"/>
                    </a:cubicBezTo>
                    <a:cubicBezTo>
                      <a:pt x="23" y="110"/>
                      <a:pt x="23" y="112"/>
                      <a:pt x="23" y="114"/>
                    </a:cubicBezTo>
                    <a:cubicBezTo>
                      <a:pt x="23" y="115"/>
                      <a:pt x="23" y="116"/>
                      <a:pt x="23" y="117"/>
                    </a:cubicBezTo>
                    <a:cubicBezTo>
                      <a:pt x="23" y="117"/>
                      <a:pt x="23" y="116"/>
                      <a:pt x="23" y="115"/>
                    </a:cubicBezTo>
                    <a:cubicBezTo>
                      <a:pt x="23" y="117"/>
                      <a:pt x="23" y="117"/>
                      <a:pt x="24" y="118"/>
                    </a:cubicBezTo>
                    <a:cubicBezTo>
                      <a:pt x="24" y="118"/>
                      <a:pt x="24" y="119"/>
                      <a:pt x="24" y="120"/>
                    </a:cubicBezTo>
                    <a:cubicBezTo>
                      <a:pt x="24" y="119"/>
                      <a:pt x="24" y="119"/>
                      <a:pt x="24" y="119"/>
                    </a:cubicBezTo>
                    <a:cubicBezTo>
                      <a:pt x="24" y="120"/>
                      <a:pt x="24" y="120"/>
                      <a:pt x="24" y="120"/>
                    </a:cubicBezTo>
                    <a:cubicBezTo>
                      <a:pt x="25" y="120"/>
                      <a:pt x="25" y="121"/>
                      <a:pt x="26" y="121"/>
                    </a:cubicBezTo>
                    <a:lnTo>
                      <a:pt x="26" y="122"/>
                    </a:lnTo>
                    <a:cubicBezTo>
                      <a:pt x="27" y="122"/>
                      <a:pt x="27" y="122"/>
                      <a:pt x="27" y="122"/>
                    </a:cubicBezTo>
                    <a:lnTo>
                      <a:pt x="28" y="123"/>
                    </a:lnTo>
                    <a:lnTo>
                      <a:pt x="29" y="124"/>
                    </a:lnTo>
                    <a:cubicBezTo>
                      <a:pt x="30" y="124"/>
                      <a:pt x="31" y="124"/>
                      <a:pt x="31" y="124"/>
                    </a:cubicBezTo>
                    <a:cubicBezTo>
                      <a:pt x="32" y="124"/>
                      <a:pt x="32" y="124"/>
                      <a:pt x="34" y="124"/>
                    </a:cubicBezTo>
                    <a:lnTo>
                      <a:pt x="35" y="124"/>
                    </a:lnTo>
                    <a:cubicBezTo>
                      <a:pt x="37" y="124"/>
                      <a:pt x="38" y="124"/>
                      <a:pt x="40" y="123"/>
                    </a:cubicBezTo>
                    <a:cubicBezTo>
                      <a:pt x="41" y="123"/>
                      <a:pt x="43" y="122"/>
                      <a:pt x="44" y="122"/>
                    </a:cubicBezTo>
                    <a:cubicBezTo>
                      <a:pt x="46" y="121"/>
                      <a:pt x="48" y="120"/>
                      <a:pt x="51" y="119"/>
                    </a:cubicBezTo>
                    <a:cubicBezTo>
                      <a:pt x="54" y="117"/>
                      <a:pt x="57" y="115"/>
                      <a:pt x="60" y="113"/>
                    </a:cubicBezTo>
                    <a:cubicBezTo>
                      <a:pt x="65" y="110"/>
                      <a:pt x="70" y="106"/>
                      <a:pt x="74" y="102"/>
                    </a:cubicBezTo>
                    <a:cubicBezTo>
                      <a:pt x="80" y="97"/>
                      <a:pt x="85" y="92"/>
                      <a:pt x="90" y="86"/>
                    </a:cubicBezTo>
                    <a:cubicBezTo>
                      <a:pt x="93" y="82"/>
                      <a:pt x="95" y="79"/>
                      <a:pt x="98" y="76"/>
                    </a:cubicBezTo>
                    <a:cubicBezTo>
                      <a:pt x="99" y="72"/>
                      <a:pt x="101" y="69"/>
                      <a:pt x="103" y="66"/>
                    </a:cubicBezTo>
                    <a:cubicBezTo>
                      <a:pt x="106" y="61"/>
                      <a:pt x="112" y="60"/>
                      <a:pt x="117" y="63"/>
                    </a:cubicBezTo>
                    <a:cubicBezTo>
                      <a:pt x="122" y="65"/>
                      <a:pt x="123" y="71"/>
                      <a:pt x="122" y="76"/>
                    </a:cubicBezTo>
                    <a:cubicBezTo>
                      <a:pt x="120" y="80"/>
                      <a:pt x="118" y="83"/>
                      <a:pt x="116" y="86"/>
                    </a:cubicBezTo>
                    <a:cubicBezTo>
                      <a:pt x="114" y="92"/>
                      <a:pt x="112" y="97"/>
                      <a:pt x="110" y="103"/>
                    </a:cubicBezTo>
                    <a:lnTo>
                      <a:pt x="110" y="102"/>
                    </a:lnTo>
                    <a:cubicBezTo>
                      <a:pt x="108" y="107"/>
                      <a:pt x="107" y="112"/>
                      <a:pt x="105" y="118"/>
                    </a:cubicBezTo>
                    <a:cubicBezTo>
                      <a:pt x="104" y="122"/>
                      <a:pt x="103" y="127"/>
                      <a:pt x="101" y="132"/>
                    </a:cubicBezTo>
                    <a:cubicBezTo>
                      <a:pt x="100" y="137"/>
                      <a:pt x="100" y="142"/>
                      <a:pt x="98" y="146"/>
                    </a:cubicBezTo>
                    <a:cubicBezTo>
                      <a:pt x="97" y="154"/>
                      <a:pt x="96" y="161"/>
                      <a:pt x="95" y="168"/>
                    </a:cubicBezTo>
                    <a:cubicBezTo>
                      <a:pt x="94" y="175"/>
                      <a:pt x="94" y="182"/>
                      <a:pt x="93" y="189"/>
                    </a:cubicBezTo>
                    <a:cubicBezTo>
                      <a:pt x="92" y="204"/>
                      <a:pt x="91" y="219"/>
                      <a:pt x="91" y="234"/>
                    </a:cubicBezTo>
                    <a:cubicBezTo>
                      <a:pt x="91" y="235"/>
                      <a:pt x="91" y="235"/>
                      <a:pt x="91" y="235"/>
                    </a:cubicBezTo>
                    <a:cubicBezTo>
                      <a:pt x="91" y="237"/>
                      <a:pt x="91" y="238"/>
                      <a:pt x="91" y="240"/>
                    </a:cubicBezTo>
                    <a:cubicBezTo>
                      <a:pt x="91" y="239"/>
                      <a:pt x="91" y="238"/>
                      <a:pt x="91" y="238"/>
                    </a:cubicBezTo>
                    <a:cubicBezTo>
                      <a:pt x="91" y="239"/>
                      <a:pt x="90" y="240"/>
                      <a:pt x="90" y="241"/>
                    </a:cubicBezTo>
                    <a:cubicBezTo>
                      <a:pt x="90" y="242"/>
                      <a:pt x="90" y="242"/>
                      <a:pt x="90" y="244"/>
                    </a:cubicBezTo>
                    <a:lnTo>
                      <a:pt x="90" y="243"/>
                    </a:lnTo>
                    <a:lnTo>
                      <a:pt x="90" y="244"/>
                    </a:lnTo>
                    <a:cubicBezTo>
                      <a:pt x="90" y="247"/>
                      <a:pt x="90" y="250"/>
                      <a:pt x="90" y="253"/>
                    </a:cubicBezTo>
                    <a:cubicBezTo>
                      <a:pt x="90" y="252"/>
                      <a:pt x="90" y="252"/>
                      <a:pt x="90" y="252"/>
                    </a:cubicBezTo>
                    <a:cubicBezTo>
                      <a:pt x="90" y="253"/>
                      <a:pt x="90" y="255"/>
                      <a:pt x="90" y="256"/>
                    </a:cubicBezTo>
                    <a:cubicBezTo>
                      <a:pt x="90" y="259"/>
                      <a:pt x="90" y="262"/>
                      <a:pt x="90" y="265"/>
                    </a:cubicBezTo>
                    <a:lnTo>
                      <a:pt x="90" y="264"/>
                    </a:lnTo>
                    <a:cubicBezTo>
                      <a:pt x="90" y="266"/>
                      <a:pt x="90" y="268"/>
                      <a:pt x="90" y="270"/>
                    </a:cubicBezTo>
                    <a:cubicBezTo>
                      <a:pt x="90" y="276"/>
                      <a:pt x="85" y="281"/>
                      <a:pt x="79" y="281"/>
                    </a:cubicBezTo>
                    <a:cubicBezTo>
                      <a:pt x="73" y="281"/>
                      <a:pt x="69" y="276"/>
                      <a:pt x="68" y="27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5" name="Google Shape;2625;p27"/>
              <p:cNvSpPr/>
              <p:nvPr/>
            </p:nvSpPr>
            <p:spPr>
              <a:xfrm>
                <a:off x="2561400" y="794160"/>
                <a:ext cx="27720" cy="15840"/>
              </a:xfrm>
              <a:custGeom>
                <a:avLst/>
                <a:gdLst/>
                <a:ahLst/>
                <a:cxnLst/>
                <a:rect l="l" t="t" r="r" b="b"/>
                <a:pathLst>
                  <a:path w="77" h="44" extrusionOk="0">
                    <a:moveTo>
                      <a:pt x="16" y="39"/>
                    </a:moveTo>
                    <a:cubicBezTo>
                      <a:pt x="11" y="37"/>
                      <a:pt x="7" y="35"/>
                      <a:pt x="4" y="30"/>
                    </a:cubicBezTo>
                    <a:cubicBezTo>
                      <a:pt x="0" y="26"/>
                      <a:pt x="0" y="21"/>
                      <a:pt x="1" y="16"/>
                    </a:cubicBezTo>
                    <a:cubicBezTo>
                      <a:pt x="4" y="9"/>
                      <a:pt x="10" y="7"/>
                      <a:pt x="15" y="4"/>
                    </a:cubicBezTo>
                    <a:cubicBezTo>
                      <a:pt x="20" y="0"/>
                      <a:pt x="27" y="2"/>
                      <a:pt x="30" y="7"/>
                    </a:cubicBezTo>
                    <a:cubicBezTo>
                      <a:pt x="33" y="11"/>
                      <a:pt x="32" y="17"/>
                      <a:pt x="29" y="21"/>
                    </a:cubicBezTo>
                    <a:cubicBezTo>
                      <a:pt x="30" y="21"/>
                      <a:pt x="30" y="21"/>
                      <a:pt x="31" y="21"/>
                    </a:cubicBezTo>
                    <a:cubicBezTo>
                      <a:pt x="35" y="22"/>
                      <a:pt x="38" y="22"/>
                      <a:pt x="42" y="22"/>
                    </a:cubicBezTo>
                    <a:cubicBezTo>
                      <a:pt x="47" y="22"/>
                      <a:pt x="53" y="22"/>
                      <a:pt x="58" y="22"/>
                    </a:cubicBezTo>
                    <a:cubicBezTo>
                      <a:pt x="60" y="21"/>
                      <a:pt x="61" y="21"/>
                      <a:pt x="63" y="21"/>
                    </a:cubicBezTo>
                    <a:cubicBezTo>
                      <a:pt x="69" y="21"/>
                      <a:pt x="74" y="24"/>
                      <a:pt x="75" y="30"/>
                    </a:cubicBezTo>
                    <a:cubicBezTo>
                      <a:pt x="76" y="35"/>
                      <a:pt x="72" y="42"/>
                      <a:pt x="67" y="42"/>
                    </a:cubicBezTo>
                    <a:cubicBezTo>
                      <a:pt x="59" y="43"/>
                      <a:pt x="52" y="43"/>
                      <a:pt x="44" y="43"/>
                    </a:cubicBezTo>
                    <a:cubicBezTo>
                      <a:pt x="35" y="43"/>
                      <a:pt x="26" y="42"/>
                      <a:pt x="16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6" name="Google Shape;2626;p27"/>
              <p:cNvSpPr/>
              <p:nvPr/>
            </p:nvSpPr>
            <p:spPr>
              <a:xfrm>
                <a:off x="2569680" y="773640"/>
                <a:ext cx="19800" cy="68400"/>
              </a:xfrm>
              <a:custGeom>
                <a:avLst/>
                <a:gdLst/>
                <a:ahLst/>
                <a:cxnLst/>
                <a:rect l="l" t="t" r="r" b="b"/>
                <a:pathLst>
                  <a:path w="55" h="190" extrusionOk="0">
                    <a:moveTo>
                      <a:pt x="10" y="189"/>
                    </a:moveTo>
                    <a:cubicBezTo>
                      <a:pt x="5" y="189"/>
                      <a:pt x="0" y="184"/>
                      <a:pt x="1" y="178"/>
                    </a:cubicBezTo>
                    <a:cubicBezTo>
                      <a:pt x="3" y="153"/>
                      <a:pt x="5" y="129"/>
                      <a:pt x="9" y="105"/>
                    </a:cubicBezTo>
                    <a:cubicBezTo>
                      <a:pt x="9" y="99"/>
                      <a:pt x="10" y="93"/>
                      <a:pt x="12" y="88"/>
                    </a:cubicBezTo>
                    <a:cubicBezTo>
                      <a:pt x="12" y="83"/>
                      <a:pt x="13" y="78"/>
                      <a:pt x="14" y="73"/>
                    </a:cubicBezTo>
                    <a:cubicBezTo>
                      <a:pt x="17" y="61"/>
                      <a:pt x="19" y="50"/>
                      <a:pt x="23" y="39"/>
                    </a:cubicBezTo>
                    <a:cubicBezTo>
                      <a:pt x="24" y="31"/>
                      <a:pt x="27" y="24"/>
                      <a:pt x="29" y="16"/>
                    </a:cubicBezTo>
                    <a:cubicBezTo>
                      <a:pt x="30" y="14"/>
                      <a:pt x="31" y="12"/>
                      <a:pt x="31" y="10"/>
                    </a:cubicBezTo>
                    <a:cubicBezTo>
                      <a:pt x="32" y="4"/>
                      <a:pt x="39" y="0"/>
                      <a:pt x="44" y="2"/>
                    </a:cubicBezTo>
                    <a:cubicBezTo>
                      <a:pt x="50" y="3"/>
                      <a:pt x="54" y="9"/>
                      <a:pt x="52" y="15"/>
                    </a:cubicBezTo>
                    <a:cubicBezTo>
                      <a:pt x="51" y="20"/>
                      <a:pt x="49" y="26"/>
                      <a:pt x="47" y="31"/>
                    </a:cubicBezTo>
                    <a:cubicBezTo>
                      <a:pt x="45" y="36"/>
                      <a:pt x="44" y="41"/>
                      <a:pt x="42" y="46"/>
                    </a:cubicBezTo>
                    <a:cubicBezTo>
                      <a:pt x="42" y="45"/>
                      <a:pt x="42" y="45"/>
                      <a:pt x="43" y="44"/>
                    </a:cubicBezTo>
                    <a:cubicBezTo>
                      <a:pt x="41" y="50"/>
                      <a:pt x="39" y="56"/>
                      <a:pt x="38" y="62"/>
                    </a:cubicBezTo>
                    <a:cubicBezTo>
                      <a:pt x="36" y="69"/>
                      <a:pt x="35" y="76"/>
                      <a:pt x="33" y="83"/>
                    </a:cubicBezTo>
                    <a:cubicBezTo>
                      <a:pt x="33" y="84"/>
                      <a:pt x="33" y="86"/>
                      <a:pt x="33" y="87"/>
                    </a:cubicBezTo>
                    <a:cubicBezTo>
                      <a:pt x="33" y="86"/>
                      <a:pt x="33" y="86"/>
                      <a:pt x="33" y="86"/>
                    </a:cubicBezTo>
                    <a:cubicBezTo>
                      <a:pt x="32" y="88"/>
                      <a:pt x="32" y="91"/>
                      <a:pt x="31" y="93"/>
                    </a:cubicBezTo>
                    <a:cubicBezTo>
                      <a:pt x="31" y="95"/>
                      <a:pt x="31" y="97"/>
                      <a:pt x="30" y="99"/>
                    </a:cubicBezTo>
                    <a:cubicBezTo>
                      <a:pt x="30" y="98"/>
                      <a:pt x="31" y="97"/>
                      <a:pt x="31" y="97"/>
                    </a:cubicBezTo>
                    <a:cubicBezTo>
                      <a:pt x="30" y="98"/>
                      <a:pt x="30" y="99"/>
                      <a:pt x="30" y="100"/>
                    </a:cubicBezTo>
                    <a:lnTo>
                      <a:pt x="30" y="99"/>
                    </a:lnTo>
                    <a:cubicBezTo>
                      <a:pt x="30" y="101"/>
                      <a:pt x="30" y="104"/>
                      <a:pt x="29" y="106"/>
                    </a:cubicBezTo>
                    <a:cubicBezTo>
                      <a:pt x="29" y="106"/>
                      <a:pt x="29" y="105"/>
                      <a:pt x="30" y="104"/>
                    </a:cubicBezTo>
                    <a:cubicBezTo>
                      <a:pt x="29" y="105"/>
                      <a:pt x="29" y="106"/>
                      <a:pt x="29" y="106"/>
                    </a:cubicBezTo>
                    <a:cubicBezTo>
                      <a:pt x="27" y="118"/>
                      <a:pt x="26" y="130"/>
                      <a:pt x="25" y="142"/>
                    </a:cubicBezTo>
                    <a:cubicBezTo>
                      <a:pt x="23" y="154"/>
                      <a:pt x="22" y="167"/>
                      <a:pt x="21" y="180"/>
                    </a:cubicBezTo>
                    <a:cubicBezTo>
                      <a:pt x="21" y="185"/>
                      <a:pt x="16" y="189"/>
                      <a:pt x="11" y="189"/>
                    </a:cubicBezTo>
                    <a:lnTo>
                      <a:pt x="10" y="18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7" name="Google Shape;2627;p27"/>
              <p:cNvSpPr/>
              <p:nvPr/>
            </p:nvSpPr>
            <p:spPr>
              <a:xfrm>
                <a:off x="2612520" y="734400"/>
                <a:ext cx="382680" cy="123840"/>
              </a:xfrm>
              <a:custGeom>
                <a:avLst/>
                <a:gdLst/>
                <a:ahLst/>
                <a:cxnLst/>
                <a:rect l="l" t="t" r="r" b="b"/>
                <a:pathLst>
                  <a:path w="1063" h="344" extrusionOk="0">
                    <a:moveTo>
                      <a:pt x="49" y="342"/>
                    </a:moveTo>
                    <a:cubicBezTo>
                      <a:pt x="47" y="341"/>
                      <a:pt x="46" y="340"/>
                      <a:pt x="45" y="339"/>
                    </a:cubicBezTo>
                    <a:cubicBezTo>
                      <a:pt x="43" y="337"/>
                      <a:pt x="42" y="335"/>
                      <a:pt x="42" y="333"/>
                    </a:cubicBezTo>
                    <a:cubicBezTo>
                      <a:pt x="42" y="330"/>
                      <a:pt x="42" y="328"/>
                      <a:pt x="41" y="325"/>
                    </a:cubicBezTo>
                    <a:cubicBezTo>
                      <a:pt x="40" y="321"/>
                      <a:pt x="40" y="317"/>
                      <a:pt x="39" y="313"/>
                    </a:cubicBezTo>
                    <a:cubicBezTo>
                      <a:pt x="38" y="306"/>
                      <a:pt x="36" y="298"/>
                      <a:pt x="34" y="291"/>
                    </a:cubicBezTo>
                    <a:cubicBezTo>
                      <a:pt x="33" y="286"/>
                      <a:pt x="32" y="281"/>
                      <a:pt x="31" y="276"/>
                    </a:cubicBezTo>
                    <a:lnTo>
                      <a:pt x="31" y="277"/>
                    </a:lnTo>
                    <a:cubicBezTo>
                      <a:pt x="26" y="256"/>
                      <a:pt x="20" y="235"/>
                      <a:pt x="14" y="213"/>
                    </a:cubicBezTo>
                    <a:cubicBezTo>
                      <a:pt x="13" y="207"/>
                      <a:pt x="11" y="201"/>
                      <a:pt x="10" y="195"/>
                    </a:cubicBezTo>
                    <a:cubicBezTo>
                      <a:pt x="8" y="188"/>
                      <a:pt x="7" y="181"/>
                      <a:pt x="6" y="175"/>
                    </a:cubicBezTo>
                    <a:cubicBezTo>
                      <a:pt x="4" y="170"/>
                      <a:pt x="4" y="165"/>
                      <a:pt x="3" y="160"/>
                    </a:cubicBezTo>
                    <a:cubicBezTo>
                      <a:pt x="1" y="150"/>
                      <a:pt x="0" y="141"/>
                      <a:pt x="0" y="132"/>
                    </a:cubicBezTo>
                    <a:cubicBezTo>
                      <a:pt x="0" y="126"/>
                      <a:pt x="0" y="120"/>
                      <a:pt x="0" y="114"/>
                    </a:cubicBezTo>
                    <a:cubicBezTo>
                      <a:pt x="1" y="108"/>
                      <a:pt x="7" y="104"/>
                      <a:pt x="13" y="104"/>
                    </a:cubicBezTo>
                    <a:cubicBezTo>
                      <a:pt x="18" y="105"/>
                      <a:pt x="23" y="111"/>
                      <a:pt x="22" y="117"/>
                    </a:cubicBezTo>
                    <a:cubicBezTo>
                      <a:pt x="22" y="120"/>
                      <a:pt x="21" y="124"/>
                      <a:pt x="21" y="127"/>
                    </a:cubicBezTo>
                    <a:cubicBezTo>
                      <a:pt x="21" y="134"/>
                      <a:pt x="21" y="140"/>
                      <a:pt x="22" y="146"/>
                    </a:cubicBezTo>
                    <a:cubicBezTo>
                      <a:pt x="22" y="150"/>
                      <a:pt x="23" y="153"/>
                      <a:pt x="23" y="157"/>
                    </a:cubicBezTo>
                    <a:cubicBezTo>
                      <a:pt x="24" y="160"/>
                      <a:pt x="24" y="164"/>
                      <a:pt x="25" y="167"/>
                    </a:cubicBezTo>
                    <a:cubicBezTo>
                      <a:pt x="26" y="175"/>
                      <a:pt x="28" y="182"/>
                      <a:pt x="29" y="190"/>
                    </a:cubicBezTo>
                    <a:cubicBezTo>
                      <a:pt x="29" y="189"/>
                      <a:pt x="29" y="189"/>
                      <a:pt x="29" y="189"/>
                    </a:cubicBezTo>
                    <a:cubicBezTo>
                      <a:pt x="31" y="198"/>
                      <a:pt x="34" y="208"/>
                      <a:pt x="36" y="217"/>
                    </a:cubicBezTo>
                    <a:cubicBezTo>
                      <a:pt x="39" y="229"/>
                      <a:pt x="42" y="240"/>
                      <a:pt x="45" y="251"/>
                    </a:cubicBezTo>
                    <a:cubicBezTo>
                      <a:pt x="47" y="261"/>
                      <a:pt x="50" y="272"/>
                      <a:pt x="53" y="281"/>
                    </a:cubicBezTo>
                    <a:cubicBezTo>
                      <a:pt x="54" y="274"/>
                      <a:pt x="56" y="266"/>
                      <a:pt x="58" y="259"/>
                    </a:cubicBezTo>
                    <a:cubicBezTo>
                      <a:pt x="62" y="244"/>
                      <a:pt x="67" y="229"/>
                      <a:pt x="71" y="215"/>
                    </a:cubicBezTo>
                    <a:cubicBezTo>
                      <a:pt x="71" y="214"/>
                      <a:pt x="71" y="213"/>
                      <a:pt x="71" y="213"/>
                    </a:cubicBezTo>
                    <a:cubicBezTo>
                      <a:pt x="72" y="212"/>
                      <a:pt x="73" y="210"/>
                      <a:pt x="73" y="209"/>
                    </a:cubicBezTo>
                    <a:cubicBezTo>
                      <a:pt x="74" y="205"/>
                      <a:pt x="75" y="202"/>
                      <a:pt x="76" y="198"/>
                    </a:cubicBezTo>
                    <a:cubicBezTo>
                      <a:pt x="77" y="198"/>
                      <a:pt x="77" y="198"/>
                      <a:pt x="77" y="197"/>
                    </a:cubicBezTo>
                    <a:lnTo>
                      <a:pt x="77" y="198"/>
                    </a:lnTo>
                    <a:cubicBezTo>
                      <a:pt x="77" y="197"/>
                      <a:pt x="77" y="196"/>
                      <a:pt x="77" y="196"/>
                    </a:cubicBezTo>
                    <a:lnTo>
                      <a:pt x="77" y="195"/>
                    </a:lnTo>
                    <a:lnTo>
                      <a:pt x="77" y="196"/>
                    </a:lnTo>
                    <a:cubicBezTo>
                      <a:pt x="77" y="195"/>
                      <a:pt x="77" y="195"/>
                      <a:pt x="77" y="195"/>
                    </a:cubicBezTo>
                    <a:lnTo>
                      <a:pt x="77" y="196"/>
                    </a:lnTo>
                    <a:cubicBezTo>
                      <a:pt x="79" y="190"/>
                      <a:pt x="81" y="184"/>
                      <a:pt x="82" y="178"/>
                    </a:cubicBezTo>
                    <a:cubicBezTo>
                      <a:pt x="89" y="157"/>
                      <a:pt x="96" y="135"/>
                      <a:pt x="101" y="113"/>
                    </a:cubicBezTo>
                    <a:cubicBezTo>
                      <a:pt x="102" y="107"/>
                      <a:pt x="105" y="101"/>
                      <a:pt x="110" y="97"/>
                    </a:cubicBezTo>
                    <a:cubicBezTo>
                      <a:pt x="115" y="92"/>
                      <a:pt x="121" y="89"/>
                      <a:pt x="128" y="86"/>
                    </a:cubicBezTo>
                    <a:cubicBezTo>
                      <a:pt x="143" y="80"/>
                      <a:pt x="159" y="78"/>
                      <a:pt x="175" y="76"/>
                    </a:cubicBezTo>
                    <a:cubicBezTo>
                      <a:pt x="181" y="75"/>
                      <a:pt x="187" y="75"/>
                      <a:pt x="194" y="75"/>
                    </a:cubicBezTo>
                    <a:cubicBezTo>
                      <a:pt x="199" y="74"/>
                      <a:pt x="204" y="74"/>
                      <a:pt x="208" y="74"/>
                    </a:cubicBezTo>
                    <a:cubicBezTo>
                      <a:pt x="232" y="73"/>
                      <a:pt x="254" y="72"/>
                      <a:pt x="278" y="72"/>
                    </a:cubicBezTo>
                    <a:cubicBezTo>
                      <a:pt x="290" y="72"/>
                      <a:pt x="303" y="71"/>
                      <a:pt x="316" y="71"/>
                    </a:cubicBezTo>
                    <a:cubicBezTo>
                      <a:pt x="327" y="71"/>
                      <a:pt x="337" y="71"/>
                      <a:pt x="348" y="69"/>
                    </a:cubicBezTo>
                    <a:cubicBezTo>
                      <a:pt x="353" y="69"/>
                      <a:pt x="359" y="69"/>
                      <a:pt x="365" y="68"/>
                    </a:cubicBezTo>
                    <a:cubicBezTo>
                      <a:pt x="376" y="67"/>
                      <a:pt x="386" y="67"/>
                      <a:pt x="396" y="65"/>
                    </a:cubicBezTo>
                    <a:cubicBezTo>
                      <a:pt x="409" y="62"/>
                      <a:pt x="421" y="60"/>
                      <a:pt x="434" y="58"/>
                    </a:cubicBezTo>
                    <a:cubicBezTo>
                      <a:pt x="444" y="57"/>
                      <a:pt x="454" y="55"/>
                      <a:pt x="464" y="54"/>
                    </a:cubicBezTo>
                    <a:cubicBezTo>
                      <a:pt x="476" y="53"/>
                      <a:pt x="487" y="51"/>
                      <a:pt x="499" y="50"/>
                    </a:cubicBezTo>
                    <a:cubicBezTo>
                      <a:pt x="510" y="49"/>
                      <a:pt x="522" y="48"/>
                      <a:pt x="533" y="48"/>
                    </a:cubicBezTo>
                    <a:cubicBezTo>
                      <a:pt x="545" y="48"/>
                      <a:pt x="557" y="48"/>
                      <a:pt x="570" y="48"/>
                    </a:cubicBezTo>
                    <a:cubicBezTo>
                      <a:pt x="592" y="47"/>
                      <a:pt x="616" y="47"/>
                      <a:pt x="638" y="47"/>
                    </a:cubicBezTo>
                    <a:cubicBezTo>
                      <a:pt x="685" y="46"/>
                      <a:pt x="731" y="41"/>
                      <a:pt x="777" y="39"/>
                    </a:cubicBezTo>
                    <a:cubicBezTo>
                      <a:pt x="799" y="37"/>
                      <a:pt x="820" y="37"/>
                      <a:pt x="842" y="37"/>
                    </a:cubicBezTo>
                    <a:cubicBezTo>
                      <a:pt x="852" y="37"/>
                      <a:pt x="862" y="37"/>
                      <a:pt x="873" y="37"/>
                    </a:cubicBezTo>
                    <a:cubicBezTo>
                      <a:pt x="882" y="36"/>
                      <a:pt x="893" y="36"/>
                      <a:pt x="903" y="35"/>
                    </a:cubicBezTo>
                    <a:cubicBezTo>
                      <a:pt x="914" y="34"/>
                      <a:pt x="925" y="33"/>
                      <a:pt x="936" y="31"/>
                    </a:cubicBezTo>
                    <a:cubicBezTo>
                      <a:pt x="948" y="29"/>
                      <a:pt x="960" y="26"/>
                      <a:pt x="973" y="23"/>
                    </a:cubicBezTo>
                    <a:cubicBezTo>
                      <a:pt x="972" y="23"/>
                      <a:pt x="972" y="23"/>
                      <a:pt x="972" y="24"/>
                    </a:cubicBezTo>
                    <a:lnTo>
                      <a:pt x="973" y="23"/>
                    </a:lnTo>
                    <a:lnTo>
                      <a:pt x="974" y="23"/>
                    </a:lnTo>
                    <a:cubicBezTo>
                      <a:pt x="974" y="23"/>
                      <a:pt x="975" y="23"/>
                      <a:pt x="976" y="23"/>
                    </a:cubicBezTo>
                    <a:lnTo>
                      <a:pt x="975" y="23"/>
                    </a:lnTo>
                    <a:cubicBezTo>
                      <a:pt x="976" y="23"/>
                      <a:pt x="977" y="22"/>
                      <a:pt x="978" y="22"/>
                    </a:cubicBezTo>
                    <a:cubicBezTo>
                      <a:pt x="979" y="22"/>
                      <a:pt x="979" y="22"/>
                      <a:pt x="980" y="22"/>
                    </a:cubicBezTo>
                    <a:lnTo>
                      <a:pt x="981" y="22"/>
                    </a:lnTo>
                    <a:cubicBezTo>
                      <a:pt x="981" y="22"/>
                      <a:pt x="982" y="22"/>
                      <a:pt x="982" y="21"/>
                    </a:cubicBezTo>
                    <a:cubicBezTo>
                      <a:pt x="983" y="21"/>
                      <a:pt x="983" y="21"/>
                      <a:pt x="983" y="21"/>
                    </a:cubicBezTo>
                    <a:lnTo>
                      <a:pt x="984" y="21"/>
                    </a:lnTo>
                    <a:cubicBezTo>
                      <a:pt x="984" y="21"/>
                      <a:pt x="985" y="21"/>
                      <a:pt x="986" y="21"/>
                    </a:cubicBezTo>
                    <a:cubicBezTo>
                      <a:pt x="986" y="21"/>
                      <a:pt x="987" y="21"/>
                      <a:pt x="988" y="20"/>
                    </a:cubicBezTo>
                    <a:cubicBezTo>
                      <a:pt x="987" y="20"/>
                      <a:pt x="987" y="21"/>
                      <a:pt x="987" y="21"/>
                    </a:cubicBezTo>
                    <a:cubicBezTo>
                      <a:pt x="1003" y="16"/>
                      <a:pt x="1019" y="12"/>
                      <a:pt x="1034" y="7"/>
                    </a:cubicBezTo>
                    <a:cubicBezTo>
                      <a:pt x="1037" y="6"/>
                      <a:pt x="1039" y="5"/>
                      <a:pt x="1041" y="4"/>
                    </a:cubicBezTo>
                    <a:cubicBezTo>
                      <a:pt x="1042" y="4"/>
                      <a:pt x="1043" y="4"/>
                      <a:pt x="1043" y="3"/>
                    </a:cubicBezTo>
                    <a:cubicBezTo>
                      <a:pt x="1045" y="2"/>
                      <a:pt x="1047" y="1"/>
                      <a:pt x="1050" y="1"/>
                    </a:cubicBezTo>
                    <a:cubicBezTo>
                      <a:pt x="1055" y="0"/>
                      <a:pt x="1061" y="4"/>
                      <a:pt x="1062" y="10"/>
                    </a:cubicBezTo>
                    <a:cubicBezTo>
                      <a:pt x="1062" y="12"/>
                      <a:pt x="1062" y="15"/>
                      <a:pt x="1062" y="17"/>
                    </a:cubicBezTo>
                    <a:cubicBezTo>
                      <a:pt x="1062" y="20"/>
                      <a:pt x="1061" y="22"/>
                      <a:pt x="1060" y="25"/>
                    </a:cubicBezTo>
                    <a:cubicBezTo>
                      <a:pt x="1059" y="27"/>
                      <a:pt x="1058" y="30"/>
                      <a:pt x="1057" y="33"/>
                    </a:cubicBezTo>
                    <a:cubicBezTo>
                      <a:pt x="1056" y="37"/>
                      <a:pt x="1054" y="43"/>
                      <a:pt x="1052" y="47"/>
                    </a:cubicBezTo>
                    <a:cubicBezTo>
                      <a:pt x="1048" y="58"/>
                      <a:pt x="1044" y="69"/>
                      <a:pt x="1040" y="79"/>
                    </a:cubicBezTo>
                    <a:cubicBezTo>
                      <a:pt x="1038" y="85"/>
                      <a:pt x="1032" y="88"/>
                      <a:pt x="1026" y="86"/>
                    </a:cubicBezTo>
                    <a:cubicBezTo>
                      <a:pt x="1021" y="83"/>
                      <a:pt x="1018" y="77"/>
                      <a:pt x="1020" y="71"/>
                    </a:cubicBezTo>
                    <a:cubicBezTo>
                      <a:pt x="1023" y="63"/>
                      <a:pt x="1026" y="55"/>
                      <a:pt x="1029" y="46"/>
                    </a:cubicBezTo>
                    <a:cubicBezTo>
                      <a:pt x="1032" y="41"/>
                      <a:pt x="1033" y="36"/>
                      <a:pt x="1036" y="30"/>
                    </a:cubicBezTo>
                    <a:cubicBezTo>
                      <a:pt x="1033" y="30"/>
                      <a:pt x="1031" y="31"/>
                      <a:pt x="1029" y="32"/>
                    </a:cubicBezTo>
                    <a:cubicBezTo>
                      <a:pt x="1021" y="34"/>
                      <a:pt x="1012" y="36"/>
                      <a:pt x="1003" y="38"/>
                    </a:cubicBezTo>
                    <a:cubicBezTo>
                      <a:pt x="999" y="39"/>
                      <a:pt x="995" y="40"/>
                      <a:pt x="991" y="41"/>
                    </a:cubicBezTo>
                    <a:lnTo>
                      <a:pt x="990" y="41"/>
                    </a:lnTo>
                    <a:cubicBezTo>
                      <a:pt x="987" y="41"/>
                      <a:pt x="985" y="42"/>
                      <a:pt x="983" y="43"/>
                    </a:cubicBezTo>
                    <a:cubicBezTo>
                      <a:pt x="983" y="43"/>
                      <a:pt x="982" y="43"/>
                      <a:pt x="981" y="43"/>
                    </a:cubicBezTo>
                    <a:cubicBezTo>
                      <a:pt x="978" y="44"/>
                      <a:pt x="974" y="44"/>
                      <a:pt x="971" y="46"/>
                    </a:cubicBezTo>
                    <a:cubicBezTo>
                      <a:pt x="965" y="47"/>
                      <a:pt x="960" y="48"/>
                      <a:pt x="955" y="49"/>
                    </a:cubicBezTo>
                    <a:cubicBezTo>
                      <a:pt x="949" y="50"/>
                      <a:pt x="944" y="51"/>
                      <a:pt x="938" y="52"/>
                    </a:cubicBezTo>
                    <a:cubicBezTo>
                      <a:pt x="932" y="53"/>
                      <a:pt x="927" y="54"/>
                      <a:pt x="921" y="54"/>
                    </a:cubicBezTo>
                    <a:cubicBezTo>
                      <a:pt x="915" y="55"/>
                      <a:pt x="909" y="56"/>
                      <a:pt x="903" y="56"/>
                    </a:cubicBezTo>
                    <a:cubicBezTo>
                      <a:pt x="898" y="57"/>
                      <a:pt x="892" y="57"/>
                      <a:pt x="886" y="57"/>
                    </a:cubicBezTo>
                    <a:cubicBezTo>
                      <a:pt x="879" y="57"/>
                      <a:pt x="873" y="57"/>
                      <a:pt x="867" y="57"/>
                    </a:cubicBezTo>
                    <a:cubicBezTo>
                      <a:pt x="856" y="57"/>
                      <a:pt x="845" y="57"/>
                      <a:pt x="833" y="57"/>
                    </a:cubicBezTo>
                    <a:cubicBezTo>
                      <a:pt x="823" y="57"/>
                      <a:pt x="812" y="57"/>
                      <a:pt x="801" y="58"/>
                    </a:cubicBezTo>
                    <a:cubicBezTo>
                      <a:pt x="789" y="58"/>
                      <a:pt x="776" y="59"/>
                      <a:pt x="763" y="60"/>
                    </a:cubicBezTo>
                    <a:cubicBezTo>
                      <a:pt x="753" y="60"/>
                      <a:pt x="741" y="61"/>
                      <a:pt x="731" y="62"/>
                    </a:cubicBezTo>
                    <a:cubicBezTo>
                      <a:pt x="708" y="64"/>
                      <a:pt x="686" y="65"/>
                      <a:pt x="664" y="66"/>
                    </a:cubicBezTo>
                    <a:cubicBezTo>
                      <a:pt x="652" y="67"/>
                      <a:pt x="640" y="67"/>
                      <a:pt x="628" y="67"/>
                    </a:cubicBezTo>
                    <a:cubicBezTo>
                      <a:pt x="616" y="68"/>
                      <a:pt x="605" y="68"/>
                      <a:pt x="593" y="68"/>
                    </a:cubicBezTo>
                    <a:cubicBezTo>
                      <a:pt x="578" y="68"/>
                      <a:pt x="563" y="68"/>
                      <a:pt x="547" y="68"/>
                    </a:cubicBezTo>
                    <a:cubicBezTo>
                      <a:pt x="539" y="68"/>
                      <a:pt x="531" y="68"/>
                      <a:pt x="522" y="68"/>
                    </a:cubicBezTo>
                    <a:cubicBezTo>
                      <a:pt x="514" y="69"/>
                      <a:pt x="506" y="69"/>
                      <a:pt x="498" y="70"/>
                    </a:cubicBezTo>
                    <a:cubicBezTo>
                      <a:pt x="476" y="72"/>
                      <a:pt x="454" y="75"/>
                      <a:pt x="433" y="79"/>
                    </a:cubicBezTo>
                    <a:cubicBezTo>
                      <a:pt x="410" y="83"/>
                      <a:pt x="387" y="87"/>
                      <a:pt x="364" y="89"/>
                    </a:cubicBezTo>
                    <a:cubicBezTo>
                      <a:pt x="342" y="90"/>
                      <a:pt x="318" y="91"/>
                      <a:pt x="296" y="92"/>
                    </a:cubicBezTo>
                    <a:cubicBezTo>
                      <a:pt x="273" y="92"/>
                      <a:pt x="250" y="92"/>
                      <a:pt x="227" y="93"/>
                    </a:cubicBezTo>
                    <a:cubicBezTo>
                      <a:pt x="211" y="94"/>
                      <a:pt x="195" y="96"/>
                      <a:pt x="179" y="97"/>
                    </a:cubicBezTo>
                    <a:cubicBezTo>
                      <a:pt x="170" y="98"/>
                      <a:pt x="162" y="99"/>
                      <a:pt x="153" y="100"/>
                    </a:cubicBezTo>
                    <a:cubicBezTo>
                      <a:pt x="149" y="101"/>
                      <a:pt x="144" y="103"/>
                      <a:pt x="140" y="104"/>
                    </a:cubicBezTo>
                    <a:cubicBezTo>
                      <a:pt x="138" y="106"/>
                      <a:pt x="135" y="107"/>
                      <a:pt x="133" y="108"/>
                    </a:cubicBezTo>
                    <a:cubicBezTo>
                      <a:pt x="131" y="108"/>
                      <a:pt x="130" y="110"/>
                      <a:pt x="128" y="111"/>
                    </a:cubicBezTo>
                    <a:cubicBezTo>
                      <a:pt x="127" y="111"/>
                      <a:pt x="126" y="112"/>
                      <a:pt x="125" y="113"/>
                    </a:cubicBezTo>
                    <a:cubicBezTo>
                      <a:pt x="124" y="113"/>
                      <a:pt x="124" y="114"/>
                      <a:pt x="124" y="114"/>
                    </a:cubicBezTo>
                    <a:lnTo>
                      <a:pt x="123" y="115"/>
                    </a:lnTo>
                    <a:lnTo>
                      <a:pt x="124" y="114"/>
                    </a:lnTo>
                    <a:lnTo>
                      <a:pt x="123" y="115"/>
                    </a:lnTo>
                    <a:lnTo>
                      <a:pt x="124" y="114"/>
                    </a:lnTo>
                    <a:cubicBezTo>
                      <a:pt x="124" y="114"/>
                      <a:pt x="124" y="115"/>
                      <a:pt x="123" y="115"/>
                    </a:cubicBezTo>
                    <a:cubicBezTo>
                      <a:pt x="123" y="117"/>
                      <a:pt x="122" y="118"/>
                      <a:pt x="121" y="119"/>
                    </a:cubicBezTo>
                    <a:cubicBezTo>
                      <a:pt x="115" y="141"/>
                      <a:pt x="109" y="162"/>
                      <a:pt x="102" y="183"/>
                    </a:cubicBezTo>
                    <a:cubicBezTo>
                      <a:pt x="100" y="189"/>
                      <a:pt x="98" y="196"/>
                      <a:pt x="96" y="202"/>
                    </a:cubicBezTo>
                    <a:lnTo>
                      <a:pt x="96" y="203"/>
                    </a:lnTo>
                    <a:lnTo>
                      <a:pt x="96" y="202"/>
                    </a:lnTo>
                    <a:cubicBezTo>
                      <a:pt x="96" y="203"/>
                      <a:pt x="96" y="203"/>
                      <a:pt x="96" y="203"/>
                    </a:cubicBezTo>
                    <a:lnTo>
                      <a:pt x="96" y="204"/>
                    </a:lnTo>
                    <a:cubicBezTo>
                      <a:pt x="95" y="205"/>
                      <a:pt x="95" y="205"/>
                      <a:pt x="95" y="206"/>
                    </a:cubicBezTo>
                    <a:lnTo>
                      <a:pt x="95" y="207"/>
                    </a:lnTo>
                    <a:lnTo>
                      <a:pt x="95" y="208"/>
                    </a:lnTo>
                    <a:cubicBezTo>
                      <a:pt x="94" y="208"/>
                      <a:pt x="94" y="209"/>
                      <a:pt x="94" y="210"/>
                    </a:cubicBezTo>
                    <a:cubicBezTo>
                      <a:pt x="94" y="209"/>
                      <a:pt x="94" y="209"/>
                      <a:pt x="94" y="209"/>
                    </a:cubicBezTo>
                    <a:cubicBezTo>
                      <a:pt x="94" y="210"/>
                      <a:pt x="94" y="210"/>
                      <a:pt x="94" y="210"/>
                    </a:cubicBezTo>
                    <a:cubicBezTo>
                      <a:pt x="94" y="211"/>
                      <a:pt x="93" y="212"/>
                      <a:pt x="93" y="213"/>
                    </a:cubicBezTo>
                    <a:cubicBezTo>
                      <a:pt x="93" y="212"/>
                      <a:pt x="93" y="212"/>
                      <a:pt x="93" y="212"/>
                    </a:cubicBezTo>
                    <a:cubicBezTo>
                      <a:pt x="93" y="213"/>
                      <a:pt x="93" y="213"/>
                      <a:pt x="93" y="213"/>
                    </a:cubicBezTo>
                    <a:cubicBezTo>
                      <a:pt x="92" y="213"/>
                      <a:pt x="92" y="213"/>
                      <a:pt x="92" y="213"/>
                    </a:cubicBezTo>
                    <a:cubicBezTo>
                      <a:pt x="92" y="215"/>
                      <a:pt x="92" y="216"/>
                      <a:pt x="91" y="218"/>
                    </a:cubicBezTo>
                    <a:lnTo>
                      <a:pt x="91" y="217"/>
                    </a:lnTo>
                    <a:lnTo>
                      <a:pt x="91" y="218"/>
                    </a:lnTo>
                    <a:cubicBezTo>
                      <a:pt x="91" y="219"/>
                      <a:pt x="91" y="219"/>
                      <a:pt x="91" y="219"/>
                    </a:cubicBezTo>
                    <a:lnTo>
                      <a:pt x="91" y="220"/>
                    </a:lnTo>
                    <a:cubicBezTo>
                      <a:pt x="91" y="219"/>
                      <a:pt x="91" y="219"/>
                      <a:pt x="91" y="219"/>
                    </a:cubicBezTo>
                    <a:lnTo>
                      <a:pt x="91" y="220"/>
                    </a:lnTo>
                    <a:cubicBezTo>
                      <a:pt x="91" y="221"/>
                      <a:pt x="90" y="221"/>
                      <a:pt x="90" y="221"/>
                    </a:cubicBezTo>
                    <a:cubicBezTo>
                      <a:pt x="89" y="226"/>
                      <a:pt x="87" y="232"/>
                      <a:pt x="85" y="238"/>
                    </a:cubicBezTo>
                    <a:cubicBezTo>
                      <a:pt x="83" y="244"/>
                      <a:pt x="82" y="250"/>
                      <a:pt x="80" y="256"/>
                    </a:cubicBezTo>
                    <a:cubicBezTo>
                      <a:pt x="78" y="262"/>
                      <a:pt x="77" y="268"/>
                      <a:pt x="75" y="274"/>
                    </a:cubicBezTo>
                    <a:cubicBezTo>
                      <a:pt x="74" y="280"/>
                      <a:pt x="73" y="287"/>
                      <a:pt x="71" y="293"/>
                    </a:cubicBezTo>
                    <a:cubicBezTo>
                      <a:pt x="71" y="292"/>
                      <a:pt x="72" y="291"/>
                      <a:pt x="72" y="291"/>
                    </a:cubicBezTo>
                    <a:cubicBezTo>
                      <a:pt x="71" y="297"/>
                      <a:pt x="70" y="303"/>
                      <a:pt x="68" y="309"/>
                    </a:cubicBezTo>
                    <a:cubicBezTo>
                      <a:pt x="69" y="308"/>
                      <a:pt x="69" y="308"/>
                      <a:pt x="69" y="307"/>
                    </a:cubicBezTo>
                    <a:cubicBezTo>
                      <a:pt x="67" y="316"/>
                      <a:pt x="67" y="326"/>
                      <a:pt x="64" y="335"/>
                    </a:cubicBezTo>
                    <a:cubicBezTo>
                      <a:pt x="64" y="340"/>
                      <a:pt x="59" y="343"/>
                      <a:pt x="54" y="343"/>
                    </a:cubicBezTo>
                    <a:cubicBezTo>
                      <a:pt x="52" y="343"/>
                      <a:pt x="50" y="343"/>
                      <a:pt x="49" y="3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8" name="Google Shape;2628;p27"/>
              <p:cNvSpPr/>
              <p:nvPr/>
            </p:nvSpPr>
            <p:spPr>
              <a:xfrm>
                <a:off x="2665800" y="782280"/>
                <a:ext cx="40680" cy="7452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207" extrusionOk="0">
                    <a:moveTo>
                      <a:pt x="33" y="86"/>
                    </a:moveTo>
                    <a:cubicBezTo>
                      <a:pt x="34" y="86"/>
                      <a:pt x="34" y="86"/>
                      <a:pt x="35" y="86"/>
                    </a:cubicBezTo>
                    <a:cubicBezTo>
                      <a:pt x="36" y="85"/>
                      <a:pt x="37" y="85"/>
                      <a:pt x="38" y="85"/>
                    </a:cubicBezTo>
                    <a:cubicBezTo>
                      <a:pt x="39" y="84"/>
                      <a:pt x="41" y="83"/>
                      <a:pt x="43" y="82"/>
                    </a:cubicBezTo>
                    <a:cubicBezTo>
                      <a:pt x="45" y="82"/>
                      <a:pt x="46" y="80"/>
                      <a:pt x="48" y="79"/>
                    </a:cubicBezTo>
                    <a:cubicBezTo>
                      <a:pt x="50" y="77"/>
                      <a:pt x="53" y="76"/>
                      <a:pt x="56" y="73"/>
                    </a:cubicBezTo>
                    <a:cubicBezTo>
                      <a:pt x="59" y="70"/>
                      <a:pt x="63" y="66"/>
                      <a:pt x="66" y="63"/>
                    </a:cubicBezTo>
                    <a:cubicBezTo>
                      <a:pt x="71" y="57"/>
                      <a:pt x="75" y="51"/>
                      <a:pt x="79" y="45"/>
                    </a:cubicBezTo>
                    <a:cubicBezTo>
                      <a:pt x="81" y="42"/>
                      <a:pt x="82" y="39"/>
                      <a:pt x="85" y="36"/>
                    </a:cubicBezTo>
                    <a:cubicBezTo>
                      <a:pt x="86" y="34"/>
                      <a:pt x="87" y="34"/>
                      <a:pt x="88" y="33"/>
                    </a:cubicBezTo>
                    <a:cubicBezTo>
                      <a:pt x="88" y="33"/>
                      <a:pt x="87" y="33"/>
                      <a:pt x="85" y="33"/>
                    </a:cubicBezTo>
                    <a:cubicBezTo>
                      <a:pt x="81" y="31"/>
                      <a:pt x="76" y="31"/>
                      <a:pt x="71" y="31"/>
                    </a:cubicBezTo>
                    <a:cubicBezTo>
                      <a:pt x="68" y="31"/>
                      <a:pt x="64" y="31"/>
                      <a:pt x="61" y="31"/>
                    </a:cubicBezTo>
                    <a:cubicBezTo>
                      <a:pt x="59" y="31"/>
                      <a:pt x="57" y="31"/>
                      <a:pt x="55" y="32"/>
                    </a:cubicBezTo>
                    <a:cubicBezTo>
                      <a:pt x="54" y="32"/>
                      <a:pt x="52" y="33"/>
                      <a:pt x="51" y="33"/>
                    </a:cubicBezTo>
                    <a:cubicBezTo>
                      <a:pt x="50" y="34"/>
                      <a:pt x="48" y="34"/>
                      <a:pt x="47" y="35"/>
                    </a:cubicBezTo>
                    <a:cubicBezTo>
                      <a:pt x="45" y="35"/>
                      <a:pt x="44" y="37"/>
                      <a:pt x="42" y="38"/>
                    </a:cubicBezTo>
                    <a:cubicBezTo>
                      <a:pt x="40" y="39"/>
                      <a:pt x="39" y="40"/>
                      <a:pt x="37" y="42"/>
                    </a:cubicBezTo>
                    <a:cubicBezTo>
                      <a:pt x="36" y="43"/>
                      <a:pt x="34" y="45"/>
                      <a:pt x="33" y="46"/>
                    </a:cubicBezTo>
                    <a:cubicBezTo>
                      <a:pt x="32" y="48"/>
                      <a:pt x="30" y="49"/>
                      <a:pt x="29" y="52"/>
                    </a:cubicBezTo>
                    <a:cubicBezTo>
                      <a:pt x="28" y="54"/>
                      <a:pt x="27" y="56"/>
                      <a:pt x="25" y="58"/>
                    </a:cubicBezTo>
                    <a:cubicBezTo>
                      <a:pt x="24" y="60"/>
                      <a:pt x="24" y="62"/>
                      <a:pt x="23" y="63"/>
                    </a:cubicBezTo>
                    <a:cubicBezTo>
                      <a:pt x="22" y="65"/>
                      <a:pt x="22" y="67"/>
                      <a:pt x="22" y="69"/>
                    </a:cubicBezTo>
                    <a:cubicBezTo>
                      <a:pt x="22" y="70"/>
                      <a:pt x="21" y="72"/>
                      <a:pt x="21" y="73"/>
                    </a:cubicBezTo>
                    <a:cubicBezTo>
                      <a:pt x="21" y="74"/>
                      <a:pt x="21" y="75"/>
                      <a:pt x="21" y="76"/>
                    </a:cubicBezTo>
                    <a:cubicBezTo>
                      <a:pt x="22" y="77"/>
                      <a:pt x="22" y="78"/>
                      <a:pt x="22" y="79"/>
                    </a:cubicBezTo>
                    <a:cubicBezTo>
                      <a:pt x="22" y="80"/>
                      <a:pt x="22" y="80"/>
                      <a:pt x="22" y="80"/>
                    </a:cubicBezTo>
                    <a:cubicBezTo>
                      <a:pt x="22" y="81"/>
                      <a:pt x="23" y="82"/>
                      <a:pt x="23" y="82"/>
                    </a:cubicBezTo>
                    <a:lnTo>
                      <a:pt x="24" y="83"/>
                    </a:lnTo>
                    <a:lnTo>
                      <a:pt x="24" y="84"/>
                    </a:lnTo>
                    <a:cubicBezTo>
                      <a:pt x="24" y="83"/>
                      <a:pt x="24" y="83"/>
                      <a:pt x="24" y="83"/>
                    </a:cubicBezTo>
                    <a:cubicBezTo>
                      <a:pt x="24" y="84"/>
                      <a:pt x="24" y="84"/>
                      <a:pt x="25" y="84"/>
                    </a:cubicBezTo>
                    <a:cubicBezTo>
                      <a:pt x="25" y="85"/>
                      <a:pt x="26" y="85"/>
                      <a:pt x="26" y="85"/>
                    </a:cubicBezTo>
                    <a:cubicBezTo>
                      <a:pt x="27" y="85"/>
                      <a:pt x="27" y="86"/>
                      <a:pt x="27" y="86"/>
                    </a:cubicBezTo>
                    <a:cubicBezTo>
                      <a:pt x="28" y="86"/>
                      <a:pt x="29" y="86"/>
                      <a:pt x="29" y="86"/>
                    </a:cubicBezTo>
                    <a:cubicBezTo>
                      <a:pt x="29" y="86"/>
                      <a:pt x="30" y="86"/>
                      <a:pt x="31" y="86"/>
                    </a:cubicBezTo>
                    <a:cubicBezTo>
                      <a:pt x="31" y="86"/>
                      <a:pt x="32" y="86"/>
                      <a:pt x="33" y="86"/>
                    </a:cubicBezTo>
                    <a:moveTo>
                      <a:pt x="20" y="204"/>
                    </a:moveTo>
                    <a:cubicBezTo>
                      <a:pt x="17" y="203"/>
                      <a:pt x="15" y="201"/>
                      <a:pt x="14" y="199"/>
                    </a:cubicBezTo>
                    <a:cubicBezTo>
                      <a:pt x="10" y="194"/>
                      <a:pt x="11" y="187"/>
                      <a:pt x="15" y="183"/>
                    </a:cubicBezTo>
                    <a:cubicBezTo>
                      <a:pt x="19" y="181"/>
                      <a:pt x="24" y="181"/>
                      <a:pt x="28" y="183"/>
                    </a:cubicBezTo>
                    <a:cubicBezTo>
                      <a:pt x="29" y="182"/>
                      <a:pt x="31" y="181"/>
                      <a:pt x="33" y="179"/>
                    </a:cubicBezTo>
                    <a:cubicBezTo>
                      <a:pt x="36" y="177"/>
                      <a:pt x="39" y="175"/>
                      <a:pt x="41" y="173"/>
                    </a:cubicBezTo>
                    <a:lnTo>
                      <a:pt x="40" y="174"/>
                    </a:lnTo>
                    <a:cubicBezTo>
                      <a:pt x="43" y="171"/>
                      <a:pt x="46" y="168"/>
                      <a:pt x="48" y="165"/>
                    </a:cubicBezTo>
                    <a:cubicBezTo>
                      <a:pt x="50" y="163"/>
                      <a:pt x="52" y="161"/>
                      <a:pt x="54" y="158"/>
                    </a:cubicBezTo>
                    <a:cubicBezTo>
                      <a:pt x="56" y="155"/>
                      <a:pt x="57" y="153"/>
                      <a:pt x="59" y="150"/>
                    </a:cubicBezTo>
                    <a:cubicBezTo>
                      <a:pt x="60" y="146"/>
                      <a:pt x="61" y="142"/>
                      <a:pt x="63" y="138"/>
                    </a:cubicBezTo>
                    <a:cubicBezTo>
                      <a:pt x="68" y="122"/>
                      <a:pt x="71" y="106"/>
                      <a:pt x="74" y="90"/>
                    </a:cubicBezTo>
                    <a:cubicBezTo>
                      <a:pt x="75" y="88"/>
                      <a:pt x="75" y="85"/>
                      <a:pt x="76" y="83"/>
                    </a:cubicBezTo>
                    <a:cubicBezTo>
                      <a:pt x="71" y="87"/>
                      <a:pt x="67" y="91"/>
                      <a:pt x="62" y="95"/>
                    </a:cubicBezTo>
                    <a:cubicBezTo>
                      <a:pt x="57" y="99"/>
                      <a:pt x="50" y="103"/>
                      <a:pt x="44" y="105"/>
                    </a:cubicBezTo>
                    <a:cubicBezTo>
                      <a:pt x="41" y="106"/>
                      <a:pt x="38" y="107"/>
                      <a:pt x="34" y="107"/>
                    </a:cubicBezTo>
                    <a:cubicBezTo>
                      <a:pt x="31" y="107"/>
                      <a:pt x="27" y="107"/>
                      <a:pt x="24" y="107"/>
                    </a:cubicBezTo>
                    <a:cubicBezTo>
                      <a:pt x="17" y="105"/>
                      <a:pt x="11" y="102"/>
                      <a:pt x="8" y="97"/>
                    </a:cubicBezTo>
                    <a:cubicBezTo>
                      <a:pt x="6" y="94"/>
                      <a:pt x="4" y="92"/>
                      <a:pt x="3" y="89"/>
                    </a:cubicBezTo>
                    <a:cubicBezTo>
                      <a:pt x="1" y="86"/>
                      <a:pt x="1" y="83"/>
                      <a:pt x="1" y="80"/>
                    </a:cubicBezTo>
                    <a:cubicBezTo>
                      <a:pt x="0" y="73"/>
                      <a:pt x="0" y="66"/>
                      <a:pt x="2" y="60"/>
                    </a:cubicBezTo>
                    <a:cubicBezTo>
                      <a:pt x="6" y="46"/>
                      <a:pt x="14" y="34"/>
                      <a:pt x="25" y="24"/>
                    </a:cubicBezTo>
                    <a:cubicBezTo>
                      <a:pt x="30" y="19"/>
                      <a:pt x="36" y="16"/>
                      <a:pt x="43" y="13"/>
                    </a:cubicBezTo>
                    <a:cubicBezTo>
                      <a:pt x="50" y="11"/>
                      <a:pt x="56" y="10"/>
                      <a:pt x="63" y="9"/>
                    </a:cubicBezTo>
                    <a:cubicBezTo>
                      <a:pt x="70" y="9"/>
                      <a:pt x="77" y="9"/>
                      <a:pt x="83" y="10"/>
                    </a:cubicBezTo>
                    <a:cubicBezTo>
                      <a:pt x="85" y="10"/>
                      <a:pt x="87" y="11"/>
                      <a:pt x="89" y="11"/>
                    </a:cubicBezTo>
                    <a:cubicBezTo>
                      <a:pt x="89" y="5"/>
                      <a:pt x="96" y="0"/>
                      <a:pt x="102" y="1"/>
                    </a:cubicBezTo>
                    <a:cubicBezTo>
                      <a:pt x="109" y="3"/>
                      <a:pt x="112" y="10"/>
                      <a:pt x="110" y="16"/>
                    </a:cubicBezTo>
                    <a:cubicBezTo>
                      <a:pt x="110" y="19"/>
                      <a:pt x="110" y="22"/>
                      <a:pt x="109" y="24"/>
                    </a:cubicBezTo>
                    <a:cubicBezTo>
                      <a:pt x="109" y="27"/>
                      <a:pt x="108" y="29"/>
                      <a:pt x="105" y="30"/>
                    </a:cubicBezTo>
                    <a:cubicBezTo>
                      <a:pt x="103" y="32"/>
                      <a:pt x="101" y="33"/>
                      <a:pt x="99" y="33"/>
                    </a:cubicBezTo>
                    <a:cubicBezTo>
                      <a:pt x="101" y="34"/>
                      <a:pt x="103" y="37"/>
                      <a:pt x="104" y="39"/>
                    </a:cubicBezTo>
                    <a:cubicBezTo>
                      <a:pt x="104" y="41"/>
                      <a:pt x="105" y="42"/>
                      <a:pt x="105" y="44"/>
                    </a:cubicBezTo>
                    <a:cubicBezTo>
                      <a:pt x="105" y="45"/>
                      <a:pt x="105" y="47"/>
                      <a:pt x="105" y="49"/>
                    </a:cubicBezTo>
                    <a:cubicBezTo>
                      <a:pt x="104" y="51"/>
                      <a:pt x="103" y="53"/>
                      <a:pt x="103" y="55"/>
                    </a:cubicBezTo>
                    <a:cubicBezTo>
                      <a:pt x="102" y="59"/>
                      <a:pt x="102" y="62"/>
                      <a:pt x="101" y="65"/>
                    </a:cubicBezTo>
                    <a:cubicBezTo>
                      <a:pt x="100" y="70"/>
                      <a:pt x="99" y="75"/>
                      <a:pt x="98" y="80"/>
                    </a:cubicBezTo>
                    <a:cubicBezTo>
                      <a:pt x="95" y="91"/>
                      <a:pt x="93" y="103"/>
                      <a:pt x="91" y="114"/>
                    </a:cubicBezTo>
                    <a:cubicBezTo>
                      <a:pt x="87" y="132"/>
                      <a:pt x="82" y="150"/>
                      <a:pt x="74" y="166"/>
                    </a:cubicBezTo>
                    <a:cubicBezTo>
                      <a:pt x="67" y="178"/>
                      <a:pt x="57" y="188"/>
                      <a:pt x="46" y="197"/>
                    </a:cubicBezTo>
                    <a:cubicBezTo>
                      <a:pt x="43" y="199"/>
                      <a:pt x="40" y="200"/>
                      <a:pt x="38" y="202"/>
                    </a:cubicBezTo>
                    <a:cubicBezTo>
                      <a:pt x="35" y="204"/>
                      <a:pt x="32" y="204"/>
                      <a:pt x="29" y="205"/>
                    </a:cubicBezTo>
                    <a:cubicBezTo>
                      <a:pt x="28" y="206"/>
                      <a:pt x="27" y="206"/>
                      <a:pt x="26" y="206"/>
                    </a:cubicBezTo>
                    <a:cubicBezTo>
                      <a:pt x="24" y="206"/>
                      <a:pt x="22" y="205"/>
                      <a:pt x="20" y="20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9" name="Google Shape;2629;p27"/>
              <p:cNvSpPr/>
              <p:nvPr/>
            </p:nvSpPr>
            <p:spPr>
              <a:xfrm>
                <a:off x="2721960" y="807120"/>
                <a:ext cx="14400" cy="30600"/>
              </a:xfrm>
              <a:custGeom>
                <a:avLst/>
                <a:gdLst/>
                <a:ahLst/>
                <a:cxnLst/>
                <a:rect l="l" t="t" r="r" b="b"/>
                <a:pathLst>
                  <a:path w="40" h="85" extrusionOk="0">
                    <a:moveTo>
                      <a:pt x="16" y="77"/>
                    </a:moveTo>
                    <a:cubicBezTo>
                      <a:pt x="12" y="65"/>
                      <a:pt x="9" y="53"/>
                      <a:pt x="5" y="41"/>
                    </a:cubicBezTo>
                    <a:cubicBezTo>
                      <a:pt x="3" y="34"/>
                      <a:pt x="2" y="25"/>
                      <a:pt x="0" y="18"/>
                    </a:cubicBezTo>
                    <a:cubicBezTo>
                      <a:pt x="0" y="12"/>
                      <a:pt x="1" y="6"/>
                      <a:pt x="6" y="2"/>
                    </a:cubicBezTo>
                    <a:cubicBezTo>
                      <a:pt x="7" y="0"/>
                      <a:pt x="10" y="0"/>
                      <a:pt x="13" y="0"/>
                    </a:cubicBezTo>
                    <a:cubicBezTo>
                      <a:pt x="16" y="0"/>
                      <a:pt x="19" y="1"/>
                      <a:pt x="21" y="2"/>
                    </a:cubicBezTo>
                    <a:cubicBezTo>
                      <a:pt x="25" y="6"/>
                      <a:pt x="26" y="12"/>
                      <a:pt x="24" y="17"/>
                    </a:cubicBezTo>
                    <a:cubicBezTo>
                      <a:pt x="23" y="17"/>
                      <a:pt x="23" y="18"/>
                      <a:pt x="23" y="18"/>
                    </a:cubicBezTo>
                    <a:cubicBezTo>
                      <a:pt x="23" y="22"/>
                      <a:pt x="24" y="26"/>
                      <a:pt x="25" y="30"/>
                    </a:cubicBezTo>
                    <a:cubicBezTo>
                      <a:pt x="28" y="43"/>
                      <a:pt x="32" y="57"/>
                      <a:pt x="37" y="70"/>
                    </a:cubicBezTo>
                    <a:cubicBezTo>
                      <a:pt x="39" y="76"/>
                      <a:pt x="35" y="82"/>
                      <a:pt x="30" y="84"/>
                    </a:cubicBezTo>
                    <a:cubicBezTo>
                      <a:pt x="29" y="84"/>
                      <a:pt x="28" y="84"/>
                      <a:pt x="27" y="84"/>
                    </a:cubicBezTo>
                    <a:cubicBezTo>
                      <a:pt x="22" y="84"/>
                      <a:pt x="18" y="81"/>
                      <a:pt x="16" y="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30" name="Google Shape;2630;p27"/>
              <p:cNvSpPr/>
              <p:nvPr/>
            </p:nvSpPr>
            <p:spPr>
              <a:xfrm>
                <a:off x="2707560" y="809280"/>
                <a:ext cx="4284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135" extrusionOk="0">
                    <a:moveTo>
                      <a:pt x="7" y="132"/>
                    </a:moveTo>
                    <a:cubicBezTo>
                      <a:pt x="2" y="130"/>
                      <a:pt x="0" y="123"/>
                      <a:pt x="3" y="118"/>
                    </a:cubicBezTo>
                    <a:cubicBezTo>
                      <a:pt x="10" y="107"/>
                      <a:pt x="17" y="96"/>
                      <a:pt x="24" y="85"/>
                    </a:cubicBezTo>
                    <a:cubicBezTo>
                      <a:pt x="30" y="76"/>
                      <a:pt x="37" y="67"/>
                      <a:pt x="43" y="58"/>
                    </a:cubicBezTo>
                    <a:cubicBezTo>
                      <a:pt x="46" y="53"/>
                      <a:pt x="50" y="48"/>
                      <a:pt x="53" y="44"/>
                    </a:cubicBezTo>
                    <a:cubicBezTo>
                      <a:pt x="55" y="41"/>
                      <a:pt x="57" y="39"/>
                      <a:pt x="59" y="37"/>
                    </a:cubicBezTo>
                    <a:cubicBezTo>
                      <a:pt x="60" y="34"/>
                      <a:pt x="62" y="33"/>
                      <a:pt x="64" y="30"/>
                    </a:cubicBezTo>
                    <a:cubicBezTo>
                      <a:pt x="69" y="25"/>
                      <a:pt x="74" y="19"/>
                      <a:pt x="80" y="14"/>
                    </a:cubicBezTo>
                    <a:cubicBezTo>
                      <a:pt x="84" y="9"/>
                      <a:pt x="90" y="5"/>
                      <a:pt x="96" y="2"/>
                    </a:cubicBezTo>
                    <a:cubicBezTo>
                      <a:pt x="99" y="0"/>
                      <a:pt x="104" y="0"/>
                      <a:pt x="108" y="1"/>
                    </a:cubicBezTo>
                    <a:cubicBezTo>
                      <a:pt x="114" y="2"/>
                      <a:pt x="118" y="9"/>
                      <a:pt x="116" y="14"/>
                    </a:cubicBezTo>
                    <a:cubicBezTo>
                      <a:pt x="115" y="20"/>
                      <a:pt x="108" y="24"/>
                      <a:pt x="103" y="22"/>
                    </a:cubicBezTo>
                    <a:cubicBezTo>
                      <a:pt x="102" y="23"/>
                      <a:pt x="101" y="23"/>
                      <a:pt x="100" y="24"/>
                    </a:cubicBezTo>
                    <a:cubicBezTo>
                      <a:pt x="98" y="26"/>
                      <a:pt x="96" y="28"/>
                      <a:pt x="94" y="29"/>
                    </a:cubicBezTo>
                    <a:cubicBezTo>
                      <a:pt x="88" y="34"/>
                      <a:pt x="84" y="40"/>
                      <a:pt x="78" y="45"/>
                    </a:cubicBezTo>
                    <a:cubicBezTo>
                      <a:pt x="79" y="45"/>
                      <a:pt x="79" y="44"/>
                      <a:pt x="80" y="44"/>
                    </a:cubicBezTo>
                    <a:cubicBezTo>
                      <a:pt x="76" y="48"/>
                      <a:pt x="73" y="52"/>
                      <a:pt x="70" y="56"/>
                    </a:cubicBezTo>
                    <a:cubicBezTo>
                      <a:pt x="66" y="61"/>
                      <a:pt x="63" y="66"/>
                      <a:pt x="59" y="71"/>
                    </a:cubicBezTo>
                    <a:cubicBezTo>
                      <a:pt x="53" y="79"/>
                      <a:pt x="47" y="89"/>
                      <a:pt x="41" y="98"/>
                    </a:cubicBezTo>
                    <a:cubicBezTo>
                      <a:pt x="41" y="97"/>
                      <a:pt x="41" y="97"/>
                      <a:pt x="41" y="97"/>
                    </a:cubicBezTo>
                    <a:cubicBezTo>
                      <a:pt x="39" y="101"/>
                      <a:pt x="37" y="104"/>
                      <a:pt x="34" y="108"/>
                    </a:cubicBezTo>
                    <a:cubicBezTo>
                      <a:pt x="30" y="115"/>
                      <a:pt x="25" y="121"/>
                      <a:pt x="21" y="128"/>
                    </a:cubicBezTo>
                    <a:cubicBezTo>
                      <a:pt x="20" y="132"/>
                      <a:pt x="16" y="134"/>
                      <a:pt x="12" y="134"/>
                    </a:cubicBezTo>
                    <a:cubicBezTo>
                      <a:pt x="10" y="134"/>
                      <a:pt x="9" y="133"/>
                      <a:pt x="7" y="1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31" name="Google Shape;2631;p27"/>
              <p:cNvSpPr/>
              <p:nvPr/>
            </p:nvSpPr>
            <p:spPr>
              <a:xfrm>
                <a:off x="2751840" y="781920"/>
                <a:ext cx="17280" cy="35640"/>
              </a:xfrm>
              <a:custGeom>
                <a:avLst/>
                <a:gdLst/>
                <a:ahLst/>
                <a:cxnLst/>
                <a:rect l="l" t="t" r="r" b="b"/>
                <a:pathLst>
                  <a:path w="48" h="99" extrusionOk="0">
                    <a:moveTo>
                      <a:pt x="14" y="95"/>
                    </a:moveTo>
                    <a:cubicBezTo>
                      <a:pt x="12" y="94"/>
                      <a:pt x="10" y="92"/>
                      <a:pt x="9" y="90"/>
                    </a:cubicBezTo>
                    <a:cubicBezTo>
                      <a:pt x="7" y="87"/>
                      <a:pt x="6" y="84"/>
                      <a:pt x="5" y="81"/>
                    </a:cubicBezTo>
                    <a:cubicBezTo>
                      <a:pt x="4" y="75"/>
                      <a:pt x="6" y="69"/>
                      <a:pt x="9" y="64"/>
                    </a:cubicBezTo>
                    <a:cubicBezTo>
                      <a:pt x="11" y="59"/>
                      <a:pt x="14" y="54"/>
                      <a:pt x="17" y="49"/>
                    </a:cubicBezTo>
                    <a:cubicBezTo>
                      <a:pt x="18" y="46"/>
                      <a:pt x="19" y="43"/>
                      <a:pt x="21" y="40"/>
                    </a:cubicBezTo>
                    <a:cubicBezTo>
                      <a:pt x="20" y="40"/>
                      <a:pt x="19" y="39"/>
                      <a:pt x="19" y="39"/>
                    </a:cubicBezTo>
                    <a:cubicBezTo>
                      <a:pt x="17" y="39"/>
                      <a:pt x="15" y="38"/>
                      <a:pt x="14" y="37"/>
                    </a:cubicBezTo>
                    <a:cubicBezTo>
                      <a:pt x="11" y="35"/>
                      <a:pt x="8" y="34"/>
                      <a:pt x="6" y="32"/>
                    </a:cubicBezTo>
                    <a:cubicBezTo>
                      <a:pt x="3" y="30"/>
                      <a:pt x="1" y="26"/>
                      <a:pt x="0" y="22"/>
                    </a:cubicBezTo>
                    <a:cubicBezTo>
                      <a:pt x="0" y="18"/>
                      <a:pt x="1" y="14"/>
                      <a:pt x="4" y="11"/>
                    </a:cubicBezTo>
                    <a:cubicBezTo>
                      <a:pt x="8" y="4"/>
                      <a:pt x="17" y="0"/>
                      <a:pt x="25" y="1"/>
                    </a:cubicBezTo>
                    <a:cubicBezTo>
                      <a:pt x="35" y="2"/>
                      <a:pt x="42" y="10"/>
                      <a:pt x="44" y="19"/>
                    </a:cubicBezTo>
                    <a:cubicBezTo>
                      <a:pt x="47" y="28"/>
                      <a:pt x="44" y="39"/>
                      <a:pt x="40" y="49"/>
                    </a:cubicBezTo>
                    <a:cubicBezTo>
                      <a:pt x="37" y="57"/>
                      <a:pt x="33" y="65"/>
                      <a:pt x="29" y="73"/>
                    </a:cubicBezTo>
                    <a:cubicBezTo>
                      <a:pt x="28" y="74"/>
                      <a:pt x="28" y="76"/>
                      <a:pt x="28" y="77"/>
                    </a:cubicBezTo>
                    <a:lnTo>
                      <a:pt x="28" y="78"/>
                    </a:lnTo>
                    <a:cubicBezTo>
                      <a:pt x="28" y="80"/>
                      <a:pt x="29" y="80"/>
                      <a:pt x="29" y="81"/>
                    </a:cubicBezTo>
                    <a:cubicBezTo>
                      <a:pt x="33" y="85"/>
                      <a:pt x="33" y="91"/>
                      <a:pt x="29" y="95"/>
                    </a:cubicBezTo>
                    <a:cubicBezTo>
                      <a:pt x="27" y="97"/>
                      <a:pt x="24" y="98"/>
                      <a:pt x="21" y="98"/>
                    </a:cubicBezTo>
                    <a:cubicBezTo>
                      <a:pt x="18" y="98"/>
                      <a:pt x="15" y="97"/>
                      <a:pt x="14" y="9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32" name="Google Shape;2632;p27"/>
              <p:cNvSpPr/>
              <p:nvPr/>
            </p:nvSpPr>
            <p:spPr>
              <a:xfrm>
                <a:off x="2781360" y="815400"/>
                <a:ext cx="24840" cy="13680"/>
              </a:xfrm>
              <a:custGeom>
                <a:avLst/>
                <a:gdLst/>
                <a:ahLst/>
                <a:cxnLst/>
                <a:rect l="l" t="t" r="r" b="b"/>
                <a:pathLst>
                  <a:path w="69" h="38" extrusionOk="0">
                    <a:moveTo>
                      <a:pt x="31" y="34"/>
                    </a:moveTo>
                    <a:cubicBezTo>
                      <a:pt x="25" y="32"/>
                      <a:pt x="18" y="30"/>
                      <a:pt x="13" y="27"/>
                    </a:cubicBezTo>
                    <a:cubicBezTo>
                      <a:pt x="7" y="24"/>
                      <a:pt x="0" y="20"/>
                      <a:pt x="1" y="12"/>
                    </a:cubicBezTo>
                    <a:cubicBezTo>
                      <a:pt x="2" y="7"/>
                      <a:pt x="5" y="3"/>
                      <a:pt x="10" y="2"/>
                    </a:cubicBezTo>
                    <a:cubicBezTo>
                      <a:pt x="15" y="0"/>
                      <a:pt x="21" y="3"/>
                      <a:pt x="24" y="8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7" y="10"/>
                      <a:pt x="29" y="11"/>
                      <a:pt x="31" y="12"/>
                    </a:cubicBezTo>
                    <a:cubicBezTo>
                      <a:pt x="35" y="13"/>
                      <a:pt x="39" y="14"/>
                      <a:pt x="43" y="15"/>
                    </a:cubicBezTo>
                    <a:cubicBezTo>
                      <a:pt x="45" y="15"/>
                      <a:pt x="47" y="15"/>
                      <a:pt x="49" y="15"/>
                    </a:cubicBezTo>
                    <a:cubicBezTo>
                      <a:pt x="52" y="15"/>
                      <a:pt x="54" y="15"/>
                      <a:pt x="57" y="15"/>
                    </a:cubicBezTo>
                    <a:cubicBezTo>
                      <a:pt x="63" y="15"/>
                      <a:pt x="68" y="20"/>
                      <a:pt x="68" y="26"/>
                    </a:cubicBezTo>
                    <a:cubicBezTo>
                      <a:pt x="68" y="31"/>
                      <a:pt x="63" y="37"/>
                      <a:pt x="57" y="37"/>
                    </a:cubicBezTo>
                    <a:cubicBezTo>
                      <a:pt x="55" y="37"/>
                      <a:pt x="53" y="37"/>
                      <a:pt x="51" y="37"/>
                    </a:cubicBezTo>
                    <a:cubicBezTo>
                      <a:pt x="44" y="37"/>
                      <a:pt x="38" y="36"/>
                      <a:pt x="31" y="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33" name="Google Shape;2633;p27"/>
              <p:cNvSpPr/>
              <p:nvPr/>
            </p:nvSpPr>
            <p:spPr>
              <a:xfrm>
                <a:off x="2786760" y="793080"/>
                <a:ext cx="12600" cy="47160"/>
              </a:xfrm>
              <a:custGeom>
                <a:avLst/>
                <a:gdLst/>
                <a:ahLst/>
                <a:cxnLst/>
                <a:rect l="l" t="t" r="r" b="b"/>
                <a:pathLst>
                  <a:path w="35" h="131" extrusionOk="0">
                    <a:moveTo>
                      <a:pt x="3" y="120"/>
                    </a:moveTo>
                    <a:cubicBezTo>
                      <a:pt x="2" y="104"/>
                      <a:pt x="2" y="89"/>
                      <a:pt x="2" y="74"/>
                    </a:cubicBezTo>
                    <a:cubicBezTo>
                      <a:pt x="1" y="52"/>
                      <a:pt x="0" y="27"/>
                      <a:pt x="12" y="7"/>
                    </a:cubicBezTo>
                    <a:cubicBezTo>
                      <a:pt x="15" y="2"/>
                      <a:pt x="21" y="0"/>
                      <a:pt x="27" y="3"/>
                    </a:cubicBezTo>
                    <a:cubicBezTo>
                      <a:pt x="32" y="6"/>
                      <a:pt x="34" y="13"/>
                      <a:pt x="31" y="18"/>
                    </a:cubicBezTo>
                    <a:cubicBezTo>
                      <a:pt x="30" y="20"/>
                      <a:pt x="28" y="22"/>
                      <a:pt x="27" y="25"/>
                    </a:cubicBezTo>
                    <a:cubicBezTo>
                      <a:pt x="27" y="26"/>
                      <a:pt x="26" y="27"/>
                      <a:pt x="26" y="28"/>
                    </a:cubicBezTo>
                    <a:cubicBezTo>
                      <a:pt x="25" y="30"/>
                      <a:pt x="24" y="33"/>
                      <a:pt x="24" y="35"/>
                    </a:cubicBezTo>
                    <a:cubicBezTo>
                      <a:pt x="23" y="40"/>
                      <a:pt x="23" y="46"/>
                      <a:pt x="23" y="52"/>
                    </a:cubicBezTo>
                    <a:cubicBezTo>
                      <a:pt x="22" y="74"/>
                      <a:pt x="23" y="97"/>
                      <a:pt x="23" y="120"/>
                    </a:cubicBezTo>
                    <a:cubicBezTo>
                      <a:pt x="24" y="125"/>
                      <a:pt x="19" y="130"/>
                      <a:pt x="13" y="130"/>
                    </a:cubicBezTo>
                    <a:cubicBezTo>
                      <a:pt x="7" y="130"/>
                      <a:pt x="3" y="125"/>
                      <a:pt x="3" y="1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34" name="Google Shape;2634;p27"/>
              <p:cNvSpPr/>
              <p:nvPr/>
            </p:nvSpPr>
            <p:spPr>
              <a:xfrm>
                <a:off x="2837160" y="770760"/>
                <a:ext cx="48240" cy="7020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195" extrusionOk="0">
                    <a:moveTo>
                      <a:pt x="70" y="194"/>
                    </a:moveTo>
                    <a:cubicBezTo>
                      <a:pt x="65" y="193"/>
                      <a:pt x="61" y="187"/>
                      <a:pt x="62" y="181"/>
                    </a:cubicBezTo>
                    <a:cubicBezTo>
                      <a:pt x="68" y="159"/>
                      <a:pt x="75" y="137"/>
                      <a:pt x="81" y="115"/>
                    </a:cubicBezTo>
                    <a:cubicBezTo>
                      <a:pt x="80" y="116"/>
                      <a:pt x="79" y="118"/>
                      <a:pt x="77" y="119"/>
                    </a:cubicBezTo>
                    <a:cubicBezTo>
                      <a:pt x="72" y="124"/>
                      <a:pt x="66" y="128"/>
                      <a:pt x="60" y="132"/>
                    </a:cubicBezTo>
                    <a:cubicBezTo>
                      <a:pt x="54" y="136"/>
                      <a:pt x="47" y="138"/>
                      <a:pt x="39" y="140"/>
                    </a:cubicBezTo>
                    <a:cubicBezTo>
                      <a:pt x="33" y="141"/>
                      <a:pt x="26" y="140"/>
                      <a:pt x="19" y="138"/>
                    </a:cubicBezTo>
                    <a:cubicBezTo>
                      <a:pt x="13" y="136"/>
                      <a:pt x="8" y="130"/>
                      <a:pt x="5" y="125"/>
                    </a:cubicBezTo>
                    <a:cubicBezTo>
                      <a:pt x="2" y="120"/>
                      <a:pt x="1" y="113"/>
                      <a:pt x="1" y="107"/>
                    </a:cubicBezTo>
                    <a:cubicBezTo>
                      <a:pt x="0" y="98"/>
                      <a:pt x="1" y="91"/>
                      <a:pt x="3" y="83"/>
                    </a:cubicBezTo>
                    <a:cubicBezTo>
                      <a:pt x="5" y="72"/>
                      <a:pt x="7" y="61"/>
                      <a:pt x="11" y="49"/>
                    </a:cubicBezTo>
                    <a:cubicBezTo>
                      <a:pt x="13" y="43"/>
                      <a:pt x="16" y="36"/>
                      <a:pt x="18" y="30"/>
                    </a:cubicBezTo>
                    <a:cubicBezTo>
                      <a:pt x="20" y="22"/>
                      <a:pt x="23" y="14"/>
                      <a:pt x="27" y="8"/>
                    </a:cubicBezTo>
                    <a:cubicBezTo>
                      <a:pt x="31" y="3"/>
                      <a:pt x="37" y="0"/>
                      <a:pt x="42" y="3"/>
                    </a:cubicBezTo>
                    <a:cubicBezTo>
                      <a:pt x="45" y="5"/>
                      <a:pt x="47" y="7"/>
                      <a:pt x="48" y="10"/>
                    </a:cubicBezTo>
                    <a:cubicBezTo>
                      <a:pt x="48" y="13"/>
                      <a:pt x="48" y="17"/>
                      <a:pt x="46" y="20"/>
                    </a:cubicBezTo>
                    <a:cubicBezTo>
                      <a:pt x="45" y="21"/>
                      <a:pt x="44" y="23"/>
                      <a:pt x="43" y="25"/>
                    </a:cubicBezTo>
                    <a:cubicBezTo>
                      <a:pt x="40" y="31"/>
                      <a:pt x="38" y="37"/>
                      <a:pt x="35" y="43"/>
                    </a:cubicBezTo>
                    <a:cubicBezTo>
                      <a:pt x="34" y="48"/>
                      <a:pt x="32" y="54"/>
                      <a:pt x="30" y="59"/>
                    </a:cubicBezTo>
                    <a:cubicBezTo>
                      <a:pt x="28" y="63"/>
                      <a:pt x="27" y="68"/>
                      <a:pt x="26" y="73"/>
                    </a:cubicBezTo>
                    <a:cubicBezTo>
                      <a:pt x="25" y="77"/>
                      <a:pt x="24" y="81"/>
                      <a:pt x="23" y="86"/>
                    </a:cubicBezTo>
                    <a:cubicBezTo>
                      <a:pt x="23" y="90"/>
                      <a:pt x="22" y="95"/>
                      <a:pt x="21" y="101"/>
                    </a:cubicBezTo>
                    <a:cubicBezTo>
                      <a:pt x="21" y="103"/>
                      <a:pt x="21" y="105"/>
                      <a:pt x="21" y="108"/>
                    </a:cubicBezTo>
                    <a:cubicBezTo>
                      <a:pt x="22" y="109"/>
                      <a:pt x="22" y="109"/>
                      <a:pt x="22" y="111"/>
                    </a:cubicBezTo>
                    <a:cubicBezTo>
                      <a:pt x="23" y="112"/>
                      <a:pt x="23" y="112"/>
                      <a:pt x="23" y="114"/>
                    </a:cubicBezTo>
                    <a:lnTo>
                      <a:pt x="23" y="115"/>
                    </a:ln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6"/>
                      <a:pt x="24" y="116"/>
                      <a:pt x="25" y="116"/>
                    </a:cubicBezTo>
                    <a:cubicBezTo>
                      <a:pt x="25" y="117"/>
                      <a:pt x="26" y="117"/>
                      <a:pt x="26" y="118"/>
                    </a:cubicBezTo>
                    <a:lnTo>
                      <a:pt x="27" y="118"/>
                    </a:lnTo>
                    <a:lnTo>
                      <a:pt x="28" y="119"/>
                    </a:lnTo>
                    <a:cubicBezTo>
                      <a:pt x="29" y="119"/>
                      <a:pt x="29" y="119"/>
                      <a:pt x="30" y="119"/>
                    </a:cubicBezTo>
                    <a:lnTo>
                      <a:pt x="31" y="119"/>
                    </a:lnTo>
                    <a:cubicBezTo>
                      <a:pt x="33" y="119"/>
                      <a:pt x="34" y="119"/>
                      <a:pt x="35" y="119"/>
                    </a:cubicBezTo>
                    <a:lnTo>
                      <a:pt x="34" y="119"/>
                    </a:lnTo>
                    <a:cubicBezTo>
                      <a:pt x="35" y="119"/>
                      <a:pt x="36" y="119"/>
                      <a:pt x="37" y="119"/>
                    </a:cubicBezTo>
                    <a:cubicBezTo>
                      <a:pt x="39" y="118"/>
                      <a:pt x="41" y="118"/>
                      <a:pt x="42" y="117"/>
                    </a:cubicBezTo>
                    <a:cubicBezTo>
                      <a:pt x="44" y="116"/>
                      <a:pt x="46" y="115"/>
                      <a:pt x="48" y="115"/>
                    </a:cubicBezTo>
                    <a:cubicBezTo>
                      <a:pt x="51" y="113"/>
                      <a:pt x="54" y="111"/>
                      <a:pt x="56" y="109"/>
                    </a:cubicBezTo>
                    <a:cubicBezTo>
                      <a:pt x="61" y="107"/>
                      <a:pt x="64" y="103"/>
                      <a:pt x="68" y="100"/>
                    </a:cubicBezTo>
                    <a:cubicBezTo>
                      <a:pt x="73" y="95"/>
                      <a:pt x="79" y="89"/>
                      <a:pt x="84" y="83"/>
                    </a:cubicBezTo>
                    <a:cubicBezTo>
                      <a:pt x="83" y="83"/>
                      <a:pt x="83" y="84"/>
                      <a:pt x="83" y="84"/>
                    </a:cubicBezTo>
                    <a:cubicBezTo>
                      <a:pt x="89" y="77"/>
                      <a:pt x="95" y="69"/>
                      <a:pt x="100" y="61"/>
                    </a:cubicBezTo>
                    <a:cubicBezTo>
                      <a:pt x="101" y="58"/>
                      <a:pt x="103" y="54"/>
                      <a:pt x="105" y="51"/>
                    </a:cubicBezTo>
                    <a:cubicBezTo>
                      <a:pt x="106" y="48"/>
                      <a:pt x="108" y="45"/>
                      <a:pt x="109" y="42"/>
                    </a:cubicBezTo>
                    <a:cubicBezTo>
                      <a:pt x="111" y="39"/>
                      <a:pt x="113" y="37"/>
                      <a:pt x="116" y="35"/>
                    </a:cubicBezTo>
                    <a:cubicBezTo>
                      <a:pt x="123" y="31"/>
                      <a:pt x="133" y="38"/>
                      <a:pt x="131" y="47"/>
                    </a:cubicBezTo>
                    <a:cubicBezTo>
                      <a:pt x="130" y="49"/>
                      <a:pt x="129" y="52"/>
                      <a:pt x="128" y="55"/>
                    </a:cubicBezTo>
                    <a:cubicBezTo>
                      <a:pt x="126" y="58"/>
                      <a:pt x="125" y="61"/>
                      <a:pt x="123" y="64"/>
                    </a:cubicBezTo>
                    <a:cubicBezTo>
                      <a:pt x="122" y="66"/>
                      <a:pt x="120" y="67"/>
                      <a:pt x="119" y="69"/>
                    </a:cubicBezTo>
                    <a:cubicBezTo>
                      <a:pt x="113" y="84"/>
                      <a:pt x="108" y="100"/>
                      <a:pt x="103" y="115"/>
                    </a:cubicBezTo>
                    <a:cubicBezTo>
                      <a:pt x="100" y="126"/>
                      <a:pt x="97" y="137"/>
                      <a:pt x="94" y="148"/>
                    </a:cubicBezTo>
                    <a:cubicBezTo>
                      <a:pt x="90" y="161"/>
                      <a:pt x="87" y="173"/>
                      <a:pt x="84" y="186"/>
                    </a:cubicBezTo>
                    <a:cubicBezTo>
                      <a:pt x="82" y="191"/>
                      <a:pt x="78" y="194"/>
                      <a:pt x="73" y="194"/>
                    </a:cubicBezTo>
                    <a:cubicBezTo>
                      <a:pt x="72" y="194"/>
                      <a:pt x="71" y="194"/>
                      <a:pt x="70" y="1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35" name="Google Shape;2635;p27"/>
              <p:cNvSpPr/>
              <p:nvPr/>
            </p:nvSpPr>
            <p:spPr>
              <a:xfrm>
                <a:off x="2889000" y="784800"/>
                <a:ext cx="61200" cy="12564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349" extrusionOk="0">
                    <a:moveTo>
                      <a:pt x="43" y="327"/>
                    </a:moveTo>
                    <a:lnTo>
                      <a:pt x="44" y="327"/>
                    </a:lnTo>
                    <a:cubicBezTo>
                      <a:pt x="45" y="327"/>
                      <a:pt x="45" y="327"/>
                      <a:pt x="45" y="327"/>
                    </a:cubicBezTo>
                    <a:cubicBezTo>
                      <a:pt x="45" y="326"/>
                      <a:pt x="45" y="326"/>
                      <a:pt x="45" y="326"/>
                    </a:cubicBezTo>
                    <a:cubicBezTo>
                      <a:pt x="45" y="326"/>
                      <a:pt x="46" y="325"/>
                      <a:pt x="46" y="324"/>
                    </a:cubicBezTo>
                    <a:cubicBezTo>
                      <a:pt x="47" y="323"/>
                      <a:pt x="48" y="322"/>
                      <a:pt x="48" y="321"/>
                    </a:cubicBezTo>
                    <a:cubicBezTo>
                      <a:pt x="49" y="317"/>
                      <a:pt x="51" y="313"/>
                      <a:pt x="52" y="309"/>
                    </a:cubicBezTo>
                    <a:cubicBezTo>
                      <a:pt x="59" y="285"/>
                      <a:pt x="66" y="261"/>
                      <a:pt x="72" y="236"/>
                    </a:cubicBezTo>
                    <a:cubicBezTo>
                      <a:pt x="77" y="214"/>
                      <a:pt x="83" y="193"/>
                      <a:pt x="90" y="171"/>
                    </a:cubicBezTo>
                    <a:cubicBezTo>
                      <a:pt x="92" y="160"/>
                      <a:pt x="95" y="150"/>
                      <a:pt x="98" y="140"/>
                    </a:cubicBezTo>
                    <a:cubicBezTo>
                      <a:pt x="98" y="139"/>
                      <a:pt x="99" y="138"/>
                      <a:pt x="99" y="137"/>
                    </a:cubicBezTo>
                    <a:cubicBezTo>
                      <a:pt x="93" y="144"/>
                      <a:pt x="87" y="152"/>
                      <a:pt x="80" y="160"/>
                    </a:cubicBezTo>
                    <a:cubicBezTo>
                      <a:pt x="67" y="176"/>
                      <a:pt x="54" y="192"/>
                      <a:pt x="42" y="210"/>
                    </a:cubicBezTo>
                    <a:cubicBezTo>
                      <a:pt x="39" y="215"/>
                      <a:pt x="36" y="220"/>
                      <a:pt x="34" y="225"/>
                    </a:cubicBezTo>
                    <a:cubicBezTo>
                      <a:pt x="31" y="230"/>
                      <a:pt x="30" y="236"/>
                      <a:pt x="28" y="241"/>
                    </a:cubicBezTo>
                    <a:cubicBezTo>
                      <a:pt x="26" y="247"/>
                      <a:pt x="24" y="252"/>
                      <a:pt x="24" y="257"/>
                    </a:cubicBezTo>
                    <a:cubicBezTo>
                      <a:pt x="23" y="262"/>
                      <a:pt x="23" y="266"/>
                      <a:pt x="22" y="270"/>
                    </a:cubicBezTo>
                    <a:cubicBezTo>
                      <a:pt x="22" y="275"/>
                      <a:pt x="22" y="280"/>
                      <a:pt x="23" y="284"/>
                    </a:cubicBezTo>
                    <a:cubicBezTo>
                      <a:pt x="23" y="288"/>
                      <a:pt x="24" y="291"/>
                      <a:pt x="24" y="295"/>
                    </a:cubicBezTo>
                    <a:cubicBezTo>
                      <a:pt x="25" y="299"/>
                      <a:pt x="26" y="302"/>
                      <a:pt x="27" y="305"/>
                    </a:cubicBezTo>
                    <a:cubicBezTo>
                      <a:pt x="28" y="308"/>
                      <a:pt x="30" y="310"/>
                      <a:pt x="31" y="313"/>
                    </a:cubicBezTo>
                    <a:cubicBezTo>
                      <a:pt x="32" y="315"/>
                      <a:pt x="33" y="317"/>
                      <a:pt x="34" y="319"/>
                    </a:cubicBezTo>
                    <a:cubicBezTo>
                      <a:pt x="35" y="320"/>
                      <a:pt x="36" y="322"/>
                      <a:pt x="37" y="323"/>
                    </a:cubicBezTo>
                    <a:cubicBezTo>
                      <a:pt x="38" y="323"/>
                      <a:pt x="38" y="324"/>
                      <a:pt x="39" y="324"/>
                    </a:cubicBezTo>
                    <a:cubicBezTo>
                      <a:pt x="39" y="325"/>
                      <a:pt x="40" y="325"/>
                      <a:pt x="41" y="326"/>
                    </a:cubicBezTo>
                    <a:lnTo>
                      <a:pt x="42" y="326"/>
                    </a:lnTo>
                    <a:cubicBezTo>
                      <a:pt x="42" y="327"/>
                      <a:pt x="43" y="327"/>
                      <a:pt x="43" y="327"/>
                    </a:cubicBezTo>
                    <a:moveTo>
                      <a:pt x="25" y="341"/>
                    </a:moveTo>
                    <a:cubicBezTo>
                      <a:pt x="20" y="337"/>
                      <a:pt x="16" y="331"/>
                      <a:pt x="13" y="324"/>
                    </a:cubicBezTo>
                    <a:cubicBezTo>
                      <a:pt x="5" y="312"/>
                      <a:pt x="2" y="296"/>
                      <a:pt x="2" y="281"/>
                    </a:cubicBezTo>
                    <a:cubicBezTo>
                      <a:pt x="0" y="250"/>
                      <a:pt x="11" y="219"/>
                      <a:pt x="30" y="194"/>
                    </a:cubicBezTo>
                    <a:cubicBezTo>
                      <a:pt x="36" y="184"/>
                      <a:pt x="43" y="175"/>
                      <a:pt x="51" y="166"/>
                    </a:cubicBezTo>
                    <a:cubicBezTo>
                      <a:pt x="56" y="160"/>
                      <a:pt x="60" y="154"/>
                      <a:pt x="65" y="148"/>
                    </a:cubicBezTo>
                    <a:cubicBezTo>
                      <a:pt x="67" y="145"/>
                      <a:pt x="70" y="143"/>
                      <a:pt x="72" y="140"/>
                    </a:cubicBezTo>
                    <a:cubicBezTo>
                      <a:pt x="68" y="141"/>
                      <a:pt x="63" y="143"/>
                      <a:pt x="58" y="143"/>
                    </a:cubicBezTo>
                    <a:cubicBezTo>
                      <a:pt x="55" y="143"/>
                      <a:pt x="52" y="143"/>
                      <a:pt x="49" y="141"/>
                    </a:cubicBezTo>
                    <a:cubicBezTo>
                      <a:pt x="46" y="141"/>
                      <a:pt x="44" y="139"/>
                      <a:pt x="42" y="137"/>
                    </a:cubicBezTo>
                    <a:cubicBezTo>
                      <a:pt x="40" y="135"/>
                      <a:pt x="38" y="133"/>
                      <a:pt x="37" y="130"/>
                    </a:cubicBezTo>
                    <a:cubicBezTo>
                      <a:pt x="35" y="127"/>
                      <a:pt x="35" y="123"/>
                      <a:pt x="34" y="120"/>
                    </a:cubicBezTo>
                    <a:cubicBezTo>
                      <a:pt x="34" y="115"/>
                      <a:pt x="34" y="111"/>
                      <a:pt x="35" y="107"/>
                    </a:cubicBezTo>
                    <a:cubicBezTo>
                      <a:pt x="35" y="104"/>
                      <a:pt x="35" y="101"/>
                      <a:pt x="36" y="98"/>
                    </a:cubicBezTo>
                    <a:cubicBezTo>
                      <a:pt x="36" y="92"/>
                      <a:pt x="38" y="86"/>
                      <a:pt x="39" y="80"/>
                    </a:cubicBezTo>
                    <a:cubicBezTo>
                      <a:pt x="41" y="70"/>
                      <a:pt x="44" y="60"/>
                      <a:pt x="48" y="50"/>
                    </a:cubicBezTo>
                    <a:cubicBezTo>
                      <a:pt x="50" y="43"/>
                      <a:pt x="53" y="37"/>
                      <a:pt x="56" y="30"/>
                    </a:cubicBezTo>
                    <a:cubicBezTo>
                      <a:pt x="59" y="23"/>
                      <a:pt x="63" y="17"/>
                      <a:pt x="68" y="12"/>
                    </a:cubicBezTo>
                    <a:cubicBezTo>
                      <a:pt x="73" y="6"/>
                      <a:pt x="80" y="2"/>
                      <a:pt x="87" y="1"/>
                    </a:cubicBezTo>
                    <a:cubicBezTo>
                      <a:pt x="93" y="0"/>
                      <a:pt x="98" y="4"/>
                      <a:pt x="99" y="10"/>
                    </a:cubicBezTo>
                    <a:cubicBezTo>
                      <a:pt x="101" y="17"/>
                      <a:pt x="95" y="23"/>
                      <a:pt x="89" y="23"/>
                    </a:cubicBezTo>
                    <a:cubicBezTo>
                      <a:pt x="88" y="23"/>
                      <a:pt x="88" y="23"/>
                      <a:pt x="88" y="23"/>
                    </a:cubicBezTo>
                    <a:cubicBezTo>
                      <a:pt x="87" y="24"/>
                      <a:pt x="87" y="24"/>
                      <a:pt x="86" y="24"/>
                    </a:cubicBezTo>
                    <a:cubicBezTo>
                      <a:pt x="87" y="24"/>
                      <a:pt x="87" y="24"/>
                      <a:pt x="87" y="24"/>
                    </a:cubicBezTo>
                    <a:cubicBezTo>
                      <a:pt x="87" y="24"/>
                      <a:pt x="86" y="25"/>
                      <a:pt x="85" y="25"/>
                    </a:cubicBezTo>
                    <a:cubicBezTo>
                      <a:pt x="85" y="26"/>
                      <a:pt x="84" y="27"/>
                      <a:pt x="83" y="27"/>
                    </a:cubicBezTo>
                    <a:cubicBezTo>
                      <a:pt x="82" y="30"/>
                      <a:pt x="80" y="31"/>
                      <a:pt x="79" y="33"/>
                    </a:cubicBezTo>
                    <a:cubicBezTo>
                      <a:pt x="77" y="37"/>
                      <a:pt x="74" y="42"/>
                      <a:pt x="72" y="46"/>
                    </a:cubicBezTo>
                    <a:cubicBezTo>
                      <a:pt x="72" y="47"/>
                      <a:pt x="72" y="47"/>
                      <a:pt x="71" y="47"/>
                    </a:cubicBezTo>
                    <a:lnTo>
                      <a:pt x="72" y="47"/>
                    </a:lnTo>
                    <a:cubicBezTo>
                      <a:pt x="69" y="53"/>
                      <a:pt x="67" y="59"/>
                      <a:pt x="64" y="66"/>
                    </a:cubicBezTo>
                    <a:cubicBezTo>
                      <a:pt x="63" y="70"/>
                      <a:pt x="62" y="76"/>
                      <a:pt x="60" y="80"/>
                    </a:cubicBezTo>
                    <a:cubicBezTo>
                      <a:pt x="60" y="84"/>
                      <a:pt x="59" y="87"/>
                      <a:pt x="58" y="90"/>
                    </a:cubicBezTo>
                    <a:cubicBezTo>
                      <a:pt x="57" y="98"/>
                      <a:pt x="56" y="106"/>
                      <a:pt x="56" y="114"/>
                    </a:cubicBezTo>
                    <a:cubicBezTo>
                      <a:pt x="56" y="115"/>
                      <a:pt x="56" y="116"/>
                      <a:pt x="56" y="117"/>
                    </a:cubicBezTo>
                    <a:cubicBezTo>
                      <a:pt x="56" y="118"/>
                      <a:pt x="56" y="119"/>
                      <a:pt x="56" y="120"/>
                    </a:cubicBezTo>
                    <a:lnTo>
                      <a:pt x="56" y="121"/>
                    </a:lnTo>
                    <a:cubicBezTo>
                      <a:pt x="57" y="121"/>
                      <a:pt x="57" y="121"/>
                      <a:pt x="57" y="122"/>
                    </a:cubicBezTo>
                    <a:cubicBezTo>
                      <a:pt x="58" y="122"/>
                      <a:pt x="59" y="122"/>
                      <a:pt x="59" y="122"/>
                    </a:cubicBezTo>
                    <a:lnTo>
                      <a:pt x="60" y="122"/>
                    </a:lnTo>
                    <a:cubicBezTo>
                      <a:pt x="60" y="121"/>
                      <a:pt x="61" y="121"/>
                      <a:pt x="62" y="121"/>
                    </a:cubicBezTo>
                    <a:cubicBezTo>
                      <a:pt x="62" y="121"/>
                      <a:pt x="63" y="120"/>
                      <a:pt x="64" y="120"/>
                    </a:cubicBezTo>
                    <a:cubicBezTo>
                      <a:pt x="66" y="119"/>
                      <a:pt x="68" y="118"/>
                      <a:pt x="70" y="116"/>
                    </a:cubicBezTo>
                    <a:cubicBezTo>
                      <a:pt x="74" y="113"/>
                      <a:pt x="78" y="109"/>
                      <a:pt x="83" y="105"/>
                    </a:cubicBezTo>
                    <a:cubicBezTo>
                      <a:pt x="94" y="95"/>
                      <a:pt x="104" y="83"/>
                      <a:pt x="113" y="72"/>
                    </a:cubicBezTo>
                    <a:cubicBezTo>
                      <a:pt x="120" y="64"/>
                      <a:pt x="126" y="56"/>
                      <a:pt x="132" y="48"/>
                    </a:cubicBezTo>
                    <a:cubicBezTo>
                      <a:pt x="134" y="45"/>
                      <a:pt x="136" y="41"/>
                      <a:pt x="137" y="38"/>
                    </a:cubicBezTo>
                    <a:cubicBezTo>
                      <a:pt x="139" y="34"/>
                      <a:pt x="141" y="31"/>
                      <a:pt x="143" y="27"/>
                    </a:cubicBezTo>
                    <a:cubicBezTo>
                      <a:pt x="145" y="24"/>
                      <a:pt x="147" y="22"/>
                      <a:pt x="150" y="18"/>
                    </a:cubicBezTo>
                    <a:cubicBezTo>
                      <a:pt x="153" y="14"/>
                      <a:pt x="159" y="13"/>
                      <a:pt x="164" y="16"/>
                    </a:cubicBezTo>
                    <a:cubicBezTo>
                      <a:pt x="167" y="18"/>
                      <a:pt x="169" y="22"/>
                      <a:pt x="169" y="25"/>
                    </a:cubicBezTo>
                    <a:cubicBezTo>
                      <a:pt x="169" y="29"/>
                      <a:pt x="167" y="32"/>
                      <a:pt x="165" y="35"/>
                    </a:cubicBezTo>
                    <a:lnTo>
                      <a:pt x="166" y="34"/>
                    </a:lnTo>
                    <a:cubicBezTo>
                      <a:pt x="161" y="42"/>
                      <a:pt x="156" y="49"/>
                      <a:pt x="151" y="56"/>
                    </a:cubicBezTo>
                    <a:cubicBezTo>
                      <a:pt x="150" y="58"/>
                      <a:pt x="149" y="59"/>
                      <a:pt x="148" y="61"/>
                    </a:cubicBezTo>
                    <a:lnTo>
                      <a:pt x="148" y="60"/>
                    </a:lnTo>
                    <a:cubicBezTo>
                      <a:pt x="143" y="73"/>
                      <a:pt x="137" y="87"/>
                      <a:pt x="131" y="101"/>
                    </a:cubicBezTo>
                    <a:cubicBezTo>
                      <a:pt x="130" y="106"/>
                      <a:pt x="128" y="111"/>
                      <a:pt x="126" y="116"/>
                    </a:cubicBezTo>
                    <a:cubicBezTo>
                      <a:pt x="124" y="122"/>
                      <a:pt x="123" y="127"/>
                      <a:pt x="121" y="133"/>
                    </a:cubicBezTo>
                    <a:cubicBezTo>
                      <a:pt x="117" y="144"/>
                      <a:pt x="114" y="155"/>
                      <a:pt x="110" y="167"/>
                    </a:cubicBezTo>
                    <a:cubicBezTo>
                      <a:pt x="107" y="178"/>
                      <a:pt x="104" y="189"/>
                      <a:pt x="101" y="200"/>
                    </a:cubicBezTo>
                    <a:cubicBezTo>
                      <a:pt x="95" y="222"/>
                      <a:pt x="90" y="244"/>
                      <a:pt x="84" y="266"/>
                    </a:cubicBezTo>
                    <a:cubicBezTo>
                      <a:pt x="82" y="275"/>
                      <a:pt x="79" y="285"/>
                      <a:pt x="77" y="295"/>
                    </a:cubicBezTo>
                    <a:cubicBezTo>
                      <a:pt x="74" y="305"/>
                      <a:pt x="72" y="315"/>
                      <a:pt x="69" y="324"/>
                    </a:cubicBezTo>
                    <a:cubicBezTo>
                      <a:pt x="67" y="330"/>
                      <a:pt x="64" y="336"/>
                      <a:pt x="60" y="341"/>
                    </a:cubicBezTo>
                    <a:cubicBezTo>
                      <a:pt x="56" y="345"/>
                      <a:pt x="49" y="348"/>
                      <a:pt x="43" y="348"/>
                    </a:cubicBezTo>
                    <a:lnTo>
                      <a:pt x="42" y="348"/>
                    </a:lnTo>
                    <a:cubicBezTo>
                      <a:pt x="36" y="348"/>
                      <a:pt x="30" y="345"/>
                      <a:pt x="25" y="3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36" name="Google Shape;2636;p27"/>
              <p:cNvSpPr/>
              <p:nvPr/>
            </p:nvSpPr>
            <p:spPr>
              <a:xfrm>
                <a:off x="2965320" y="777240"/>
                <a:ext cx="41400" cy="3420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95" extrusionOk="0">
                    <a:moveTo>
                      <a:pt x="39" y="92"/>
                    </a:moveTo>
                    <a:cubicBezTo>
                      <a:pt x="34" y="89"/>
                      <a:pt x="31" y="83"/>
                      <a:pt x="31" y="77"/>
                    </a:cubicBezTo>
                    <a:cubicBezTo>
                      <a:pt x="31" y="72"/>
                      <a:pt x="32" y="66"/>
                      <a:pt x="34" y="61"/>
                    </a:cubicBezTo>
                    <a:cubicBezTo>
                      <a:pt x="35" y="59"/>
                      <a:pt x="35" y="56"/>
                      <a:pt x="35" y="54"/>
                    </a:cubicBezTo>
                    <a:cubicBezTo>
                      <a:pt x="36" y="49"/>
                      <a:pt x="36" y="45"/>
                      <a:pt x="37" y="41"/>
                    </a:cubicBezTo>
                    <a:cubicBezTo>
                      <a:pt x="37" y="39"/>
                      <a:pt x="37" y="37"/>
                      <a:pt x="36" y="34"/>
                    </a:cubicBezTo>
                    <a:cubicBezTo>
                      <a:pt x="35" y="35"/>
                      <a:pt x="34" y="35"/>
                      <a:pt x="33" y="35"/>
                    </a:cubicBezTo>
                    <a:cubicBezTo>
                      <a:pt x="30" y="36"/>
                      <a:pt x="27" y="36"/>
                      <a:pt x="24" y="36"/>
                    </a:cubicBezTo>
                    <a:cubicBezTo>
                      <a:pt x="18" y="36"/>
                      <a:pt x="13" y="35"/>
                      <a:pt x="8" y="32"/>
                    </a:cubicBezTo>
                    <a:cubicBezTo>
                      <a:pt x="3" y="29"/>
                      <a:pt x="0" y="22"/>
                      <a:pt x="2" y="15"/>
                    </a:cubicBezTo>
                    <a:cubicBezTo>
                      <a:pt x="4" y="12"/>
                      <a:pt x="6" y="9"/>
                      <a:pt x="8" y="7"/>
                    </a:cubicBezTo>
                    <a:cubicBezTo>
                      <a:pt x="11" y="5"/>
                      <a:pt x="15" y="3"/>
                      <a:pt x="19" y="2"/>
                    </a:cubicBezTo>
                    <a:cubicBezTo>
                      <a:pt x="25" y="0"/>
                      <a:pt x="33" y="0"/>
                      <a:pt x="40" y="3"/>
                    </a:cubicBezTo>
                    <a:cubicBezTo>
                      <a:pt x="47" y="6"/>
                      <a:pt x="53" y="12"/>
                      <a:pt x="56" y="20"/>
                    </a:cubicBezTo>
                    <a:cubicBezTo>
                      <a:pt x="59" y="28"/>
                      <a:pt x="59" y="37"/>
                      <a:pt x="58" y="45"/>
                    </a:cubicBezTo>
                    <a:cubicBezTo>
                      <a:pt x="58" y="50"/>
                      <a:pt x="57" y="54"/>
                      <a:pt x="56" y="58"/>
                    </a:cubicBezTo>
                    <a:cubicBezTo>
                      <a:pt x="56" y="60"/>
                      <a:pt x="56" y="62"/>
                      <a:pt x="55" y="65"/>
                    </a:cubicBezTo>
                    <a:cubicBezTo>
                      <a:pt x="55" y="67"/>
                      <a:pt x="54" y="70"/>
                      <a:pt x="53" y="72"/>
                    </a:cubicBezTo>
                    <a:cubicBezTo>
                      <a:pt x="54" y="72"/>
                      <a:pt x="55" y="72"/>
                      <a:pt x="56" y="72"/>
                    </a:cubicBezTo>
                    <a:lnTo>
                      <a:pt x="55" y="72"/>
                    </a:lnTo>
                    <a:cubicBezTo>
                      <a:pt x="59" y="71"/>
                      <a:pt x="62" y="70"/>
                      <a:pt x="65" y="69"/>
                    </a:cubicBezTo>
                    <a:cubicBezTo>
                      <a:pt x="77" y="65"/>
                      <a:pt x="87" y="59"/>
                      <a:pt x="98" y="54"/>
                    </a:cubicBezTo>
                    <a:cubicBezTo>
                      <a:pt x="103" y="52"/>
                      <a:pt x="110" y="55"/>
                      <a:pt x="112" y="59"/>
                    </a:cubicBezTo>
                    <a:cubicBezTo>
                      <a:pt x="114" y="65"/>
                      <a:pt x="112" y="70"/>
                      <a:pt x="106" y="73"/>
                    </a:cubicBezTo>
                    <a:cubicBezTo>
                      <a:pt x="101" y="76"/>
                      <a:pt x="95" y="79"/>
                      <a:pt x="89" y="82"/>
                    </a:cubicBezTo>
                    <a:cubicBezTo>
                      <a:pt x="87" y="83"/>
                      <a:pt x="84" y="84"/>
                      <a:pt x="81" y="86"/>
                    </a:cubicBezTo>
                    <a:cubicBezTo>
                      <a:pt x="77" y="87"/>
                      <a:pt x="74" y="89"/>
                      <a:pt x="70" y="90"/>
                    </a:cubicBezTo>
                    <a:cubicBezTo>
                      <a:pt x="66" y="91"/>
                      <a:pt x="62" y="93"/>
                      <a:pt x="58" y="94"/>
                    </a:cubicBezTo>
                    <a:cubicBezTo>
                      <a:pt x="56" y="94"/>
                      <a:pt x="53" y="94"/>
                      <a:pt x="50" y="94"/>
                    </a:cubicBezTo>
                    <a:cubicBezTo>
                      <a:pt x="46" y="94"/>
                      <a:pt x="43" y="94"/>
                      <a:pt x="39" y="9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CUSTOM_9">
    <p:spTree>
      <p:nvGrpSpPr>
        <p:cNvPr id="1" name="Shape 27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31" name="Google Shape;2731;p30"/>
          <p:cNvSpPr/>
          <p:nvPr/>
        </p:nvSpPr>
        <p:spPr>
          <a:xfrm>
            <a:off x="-302011" y="-169892"/>
            <a:ext cx="9748023" cy="5483284"/>
          </a:xfrm>
          <a:custGeom>
            <a:avLst/>
            <a:gdLst/>
            <a:ahLst/>
            <a:cxnLst/>
            <a:rect l="l" t="t" r="r" b="b"/>
            <a:pathLst>
              <a:path w="24222" h="15750" extrusionOk="0">
                <a:moveTo>
                  <a:pt x="19" y="15749"/>
                </a:moveTo>
                <a:lnTo>
                  <a:pt x="19" y="15748"/>
                </a:lnTo>
                <a:lnTo>
                  <a:pt x="1079" y="15748"/>
                </a:lnTo>
                <a:lnTo>
                  <a:pt x="1079" y="15749"/>
                </a:lnTo>
                <a:lnTo>
                  <a:pt x="1147" y="15749"/>
                </a:lnTo>
                <a:lnTo>
                  <a:pt x="1147" y="15748"/>
                </a:lnTo>
                <a:lnTo>
                  <a:pt x="2046" y="15748"/>
                </a:lnTo>
                <a:lnTo>
                  <a:pt x="2046" y="15749"/>
                </a:lnTo>
                <a:lnTo>
                  <a:pt x="2115" y="15749"/>
                </a:lnTo>
                <a:lnTo>
                  <a:pt x="2115" y="15748"/>
                </a:lnTo>
                <a:lnTo>
                  <a:pt x="3174" y="15748"/>
                </a:lnTo>
                <a:lnTo>
                  <a:pt x="3174" y="15749"/>
                </a:lnTo>
                <a:lnTo>
                  <a:pt x="3244" y="15749"/>
                </a:lnTo>
                <a:lnTo>
                  <a:pt x="3244" y="15748"/>
                </a:lnTo>
                <a:lnTo>
                  <a:pt x="4143" y="15748"/>
                </a:lnTo>
                <a:lnTo>
                  <a:pt x="4143" y="15749"/>
                </a:lnTo>
                <a:lnTo>
                  <a:pt x="4211" y="15749"/>
                </a:lnTo>
                <a:lnTo>
                  <a:pt x="4211" y="15748"/>
                </a:lnTo>
                <a:lnTo>
                  <a:pt x="5271" y="15748"/>
                </a:lnTo>
                <a:lnTo>
                  <a:pt x="5271" y="15749"/>
                </a:lnTo>
                <a:lnTo>
                  <a:pt x="5339" y="15749"/>
                </a:lnTo>
                <a:lnTo>
                  <a:pt x="5339" y="15748"/>
                </a:lnTo>
                <a:lnTo>
                  <a:pt x="6238" y="15748"/>
                </a:lnTo>
                <a:lnTo>
                  <a:pt x="6238" y="15749"/>
                </a:lnTo>
                <a:lnTo>
                  <a:pt x="6308" y="15749"/>
                </a:lnTo>
                <a:lnTo>
                  <a:pt x="6308" y="15748"/>
                </a:lnTo>
                <a:lnTo>
                  <a:pt x="7366" y="15748"/>
                </a:lnTo>
                <a:lnTo>
                  <a:pt x="7366" y="15749"/>
                </a:lnTo>
                <a:lnTo>
                  <a:pt x="7436" y="15749"/>
                </a:lnTo>
                <a:lnTo>
                  <a:pt x="7436" y="15748"/>
                </a:lnTo>
                <a:lnTo>
                  <a:pt x="8335" y="15748"/>
                </a:lnTo>
                <a:lnTo>
                  <a:pt x="8335" y="15749"/>
                </a:lnTo>
                <a:lnTo>
                  <a:pt x="8403" y="15749"/>
                </a:lnTo>
                <a:lnTo>
                  <a:pt x="8403" y="15748"/>
                </a:lnTo>
                <a:lnTo>
                  <a:pt x="9463" y="15748"/>
                </a:lnTo>
                <a:lnTo>
                  <a:pt x="9463" y="15749"/>
                </a:lnTo>
                <a:lnTo>
                  <a:pt x="9531" y="15749"/>
                </a:lnTo>
                <a:lnTo>
                  <a:pt x="9531" y="15748"/>
                </a:lnTo>
                <a:lnTo>
                  <a:pt x="10430" y="15748"/>
                </a:lnTo>
                <a:lnTo>
                  <a:pt x="10430" y="15749"/>
                </a:lnTo>
                <a:lnTo>
                  <a:pt x="10500" y="15749"/>
                </a:lnTo>
                <a:lnTo>
                  <a:pt x="10500" y="15748"/>
                </a:lnTo>
                <a:lnTo>
                  <a:pt x="11559" y="15748"/>
                </a:lnTo>
                <a:lnTo>
                  <a:pt x="11559" y="15749"/>
                </a:lnTo>
                <a:lnTo>
                  <a:pt x="11628" y="15749"/>
                </a:lnTo>
                <a:lnTo>
                  <a:pt x="11628" y="15748"/>
                </a:lnTo>
                <a:lnTo>
                  <a:pt x="12526" y="15748"/>
                </a:lnTo>
                <a:lnTo>
                  <a:pt x="12526" y="15749"/>
                </a:lnTo>
                <a:lnTo>
                  <a:pt x="12594" y="15749"/>
                </a:lnTo>
                <a:lnTo>
                  <a:pt x="12594" y="15748"/>
                </a:lnTo>
                <a:lnTo>
                  <a:pt x="13654" y="15748"/>
                </a:lnTo>
                <a:lnTo>
                  <a:pt x="13654" y="15749"/>
                </a:lnTo>
                <a:lnTo>
                  <a:pt x="13722" y="15749"/>
                </a:lnTo>
                <a:lnTo>
                  <a:pt x="13722" y="15748"/>
                </a:lnTo>
                <a:lnTo>
                  <a:pt x="14622" y="15748"/>
                </a:lnTo>
                <a:lnTo>
                  <a:pt x="14622" y="15749"/>
                </a:lnTo>
                <a:lnTo>
                  <a:pt x="14691" y="15749"/>
                </a:lnTo>
                <a:lnTo>
                  <a:pt x="14691" y="15748"/>
                </a:lnTo>
                <a:lnTo>
                  <a:pt x="15750" y="15748"/>
                </a:lnTo>
                <a:lnTo>
                  <a:pt x="15750" y="15749"/>
                </a:lnTo>
                <a:lnTo>
                  <a:pt x="15819" y="15749"/>
                </a:lnTo>
                <a:lnTo>
                  <a:pt x="15819" y="15748"/>
                </a:lnTo>
                <a:lnTo>
                  <a:pt x="16718" y="15748"/>
                </a:lnTo>
                <a:lnTo>
                  <a:pt x="16718" y="15749"/>
                </a:lnTo>
                <a:lnTo>
                  <a:pt x="16786" y="15749"/>
                </a:lnTo>
                <a:lnTo>
                  <a:pt x="16786" y="15748"/>
                </a:lnTo>
                <a:lnTo>
                  <a:pt x="17846" y="15748"/>
                </a:lnTo>
                <a:lnTo>
                  <a:pt x="17846" y="15749"/>
                </a:lnTo>
                <a:lnTo>
                  <a:pt x="17914" y="15749"/>
                </a:lnTo>
                <a:lnTo>
                  <a:pt x="17914" y="15748"/>
                </a:lnTo>
                <a:lnTo>
                  <a:pt x="18814" y="15748"/>
                </a:lnTo>
                <a:lnTo>
                  <a:pt x="18814" y="15749"/>
                </a:lnTo>
                <a:lnTo>
                  <a:pt x="18883" y="15749"/>
                </a:lnTo>
                <a:lnTo>
                  <a:pt x="18883" y="15748"/>
                </a:lnTo>
                <a:lnTo>
                  <a:pt x="19942" y="15748"/>
                </a:lnTo>
                <a:lnTo>
                  <a:pt x="19942" y="15749"/>
                </a:lnTo>
                <a:lnTo>
                  <a:pt x="20011" y="15749"/>
                </a:lnTo>
                <a:lnTo>
                  <a:pt x="20011" y="15748"/>
                </a:lnTo>
                <a:lnTo>
                  <a:pt x="20910" y="15748"/>
                </a:lnTo>
                <a:lnTo>
                  <a:pt x="20910" y="15749"/>
                </a:lnTo>
                <a:lnTo>
                  <a:pt x="20978" y="15749"/>
                </a:lnTo>
                <a:lnTo>
                  <a:pt x="20978" y="15748"/>
                </a:lnTo>
                <a:lnTo>
                  <a:pt x="22038" y="15748"/>
                </a:lnTo>
                <a:lnTo>
                  <a:pt x="22038" y="15749"/>
                </a:lnTo>
                <a:lnTo>
                  <a:pt x="22106" y="15749"/>
                </a:lnTo>
                <a:lnTo>
                  <a:pt x="22106" y="15748"/>
                </a:lnTo>
                <a:lnTo>
                  <a:pt x="23006" y="15748"/>
                </a:lnTo>
                <a:lnTo>
                  <a:pt x="23006" y="15749"/>
                </a:lnTo>
                <a:lnTo>
                  <a:pt x="23075" y="15749"/>
                </a:lnTo>
                <a:lnTo>
                  <a:pt x="23075" y="15748"/>
                </a:lnTo>
                <a:lnTo>
                  <a:pt x="24134" y="15748"/>
                </a:lnTo>
                <a:lnTo>
                  <a:pt x="24134" y="15749"/>
                </a:lnTo>
                <a:lnTo>
                  <a:pt x="24203" y="15749"/>
                </a:lnTo>
                <a:lnTo>
                  <a:pt x="24203" y="15748"/>
                </a:lnTo>
                <a:lnTo>
                  <a:pt x="24221" y="15748"/>
                </a:lnTo>
                <a:lnTo>
                  <a:pt x="24221" y="15680"/>
                </a:lnTo>
                <a:lnTo>
                  <a:pt x="24203" y="15680"/>
                </a:lnTo>
                <a:lnTo>
                  <a:pt x="24203" y="14726"/>
                </a:lnTo>
                <a:lnTo>
                  <a:pt x="24221" y="14726"/>
                </a:lnTo>
                <a:lnTo>
                  <a:pt x="24221" y="14657"/>
                </a:lnTo>
                <a:lnTo>
                  <a:pt x="24203" y="14657"/>
                </a:lnTo>
                <a:lnTo>
                  <a:pt x="24203" y="13651"/>
                </a:lnTo>
                <a:lnTo>
                  <a:pt x="24221" y="13651"/>
                </a:lnTo>
                <a:lnTo>
                  <a:pt x="24221" y="13583"/>
                </a:lnTo>
                <a:lnTo>
                  <a:pt x="24203" y="13583"/>
                </a:lnTo>
                <a:lnTo>
                  <a:pt x="24203" y="12630"/>
                </a:lnTo>
                <a:lnTo>
                  <a:pt x="24221" y="12630"/>
                </a:lnTo>
                <a:lnTo>
                  <a:pt x="24221" y="12561"/>
                </a:lnTo>
                <a:lnTo>
                  <a:pt x="24203" y="12561"/>
                </a:lnTo>
                <a:lnTo>
                  <a:pt x="24203" y="11556"/>
                </a:lnTo>
                <a:lnTo>
                  <a:pt x="24221" y="11556"/>
                </a:lnTo>
                <a:lnTo>
                  <a:pt x="24221" y="11487"/>
                </a:lnTo>
                <a:lnTo>
                  <a:pt x="24203" y="11487"/>
                </a:lnTo>
                <a:lnTo>
                  <a:pt x="24203" y="10533"/>
                </a:lnTo>
                <a:lnTo>
                  <a:pt x="24221" y="10533"/>
                </a:lnTo>
                <a:lnTo>
                  <a:pt x="24221" y="10465"/>
                </a:lnTo>
                <a:lnTo>
                  <a:pt x="24203" y="10465"/>
                </a:lnTo>
                <a:lnTo>
                  <a:pt x="24203" y="9459"/>
                </a:lnTo>
                <a:lnTo>
                  <a:pt x="24221" y="9459"/>
                </a:lnTo>
                <a:lnTo>
                  <a:pt x="24221" y="9391"/>
                </a:lnTo>
                <a:lnTo>
                  <a:pt x="24203" y="9391"/>
                </a:lnTo>
                <a:lnTo>
                  <a:pt x="24203" y="8438"/>
                </a:lnTo>
                <a:lnTo>
                  <a:pt x="24221" y="8438"/>
                </a:lnTo>
                <a:lnTo>
                  <a:pt x="24221" y="8369"/>
                </a:lnTo>
                <a:lnTo>
                  <a:pt x="24203" y="8369"/>
                </a:lnTo>
                <a:lnTo>
                  <a:pt x="24203" y="7364"/>
                </a:lnTo>
                <a:lnTo>
                  <a:pt x="24221" y="7364"/>
                </a:lnTo>
                <a:lnTo>
                  <a:pt x="24221" y="7296"/>
                </a:lnTo>
                <a:lnTo>
                  <a:pt x="24203" y="7296"/>
                </a:lnTo>
                <a:lnTo>
                  <a:pt x="24203" y="6342"/>
                </a:lnTo>
                <a:lnTo>
                  <a:pt x="24221" y="6342"/>
                </a:lnTo>
                <a:lnTo>
                  <a:pt x="24221" y="6274"/>
                </a:lnTo>
                <a:lnTo>
                  <a:pt x="24203" y="6274"/>
                </a:lnTo>
                <a:lnTo>
                  <a:pt x="24203" y="5268"/>
                </a:lnTo>
                <a:lnTo>
                  <a:pt x="24221" y="5268"/>
                </a:lnTo>
                <a:lnTo>
                  <a:pt x="24221" y="5200"/>
                </a:lnTo>
                <a:lnTo>
                  <a:pt x="24203" y="5200"/>
                </a:lnTo>
                <a:lnTo>
                  <a:pt x="24203" y="4247"/>
                </a:lnTo>
                <a:lnTo>
                  <a:pt x="24221" y="4247"/>
                </a:lnTo>
                <a:lnTo>
                  <a:pt x="24221" y="4178"/>
                </a:lnTo>
                <a:lnTo>
                  <a:pt x="24203" y="4178"/>
                </a:lnTo>
                <a:lnTo>
                  <a:pt x="24203" y="3172"/>
                </a:lnTo>
                <a:lnTo>
                  <a:pt x="24221" y="3172"/>
                </a:lnTo>
                <a:lnTo>
                  <a:pt x="24221" y="3104"/>
                </a:lnTo>
                <a:lnTo>
                  <a:pt x="24203" y="3104"/>
                </a:lnTo>
                <a:lnTo>
                  <a:pt x="24203" y="2150"/>
                </a:lnTo>
                <a:lnTo>
                  <a:pt x="24221" y="2150"/>
                </a:lnTo>
                <a:lnTo>
                  <a:pt x="24221" y="2082"/>
                </a:lnTo>
                <a:lnTo>
                  <a:pt x="24203" y="2082"/>
                </a:lnTo>
                <a:lnTo>
                  <a:pt x="24203" y="1076"/>
                </a:lnTo>
                <a:lnTo>
                  <a:pt x="24221" y="1076"/>
                </a:lnTo>
                <a:lnTo>
                  <a:pt x="24221" y="1007"/>
                </a:lnTo>
                <a:lnTo>
                  <a:pt x="24203" y="1007"/>
                </a:lnTo>
                <a:lnTo>
                  <a:pt x="24203" y="55"/>
                </a:lnTo>
                <a:lnTo>
                  <a:pt x="24221" y="55"/>
                </a:lnTo>
                <a:lnTo>
                  <a:pt x="24221" y="0"/>
                </a:lnTo>
                <a:lnTo>
                  <a:pt x="0" y="0"/>
                </a:lnTo>
                <a:lnTo>
                  <a:pt x="0" y="15749"/>
                </a:lnTo>
                <a:lnTo>
                  <a:pt x="19" y="15749"/>
                </a:lnTo>
                <a:moveTo>
                  <a:pt x="23075" y="55"/>
                </a:moveTo>
                <a:lnTo>
                  <a:pt x="24134" y="55"/>
                </a:lnTo>
                <a:lnTo>
                  <a:pt x="24134" y="1007"/>
                </a:lnTo>
                <a:lnTo>
                  <a:pt x="23075" y="1007"/>
                </a:lnTo>
                <a:lnTo>
                  <a:pt x="23075" y="55"/>
                </a:lnTo>
                <a:moveTo>
                  <a:pt x="23075" y="1076"/>
                </a:moveTo>
                <a:lnTo>
                  <a:pt x="24134" y="1076"/>
                </a:lnTo>
                <a:lnTo>
                  <a:pt x="24134" y="2082"/>
                </a:lnTo>
                <a:lnTo>
                  <a:pt x="23075" y="2082"/>
                </a:lnTo>
                <a:lnTo>
                  <a:pt x="23075" y="1076"/>
                </a:lnTo>
                <a:moveTo>
                  <a:pt x="23075" y="2150"/>
                </a:moveTo>
                <a:lnTo>
                  <a:pt x="24134" y="2150"/>
                </a:lnTo>
                <a:lnTo>
                  <a:pt x="24134" y="3104"/>
                </a:lnTo>
                <a:lnTo>
                  <a:pt x="23075" y="3104"/>
                </a:lnTo>
                <a:lnTo>
                  <a:pt x="23075" y="2150"/>
                </a:lnTo>
                <a:moveTo>
                  <a:pt x="23075" y="3172"/>
                </a:moveTo>
                <a:lnTo>
                  <a:pt x="24134" y="3172"/>
                </a:lnTo>
                <a:lnTo>
                  <a:pt x="24134" y="4178"/>
                </a:lnTo>
                <a:lnTo>
                  <a:pt x="23075" y="4178"/>
                </a:lnTo>
                <a:lnTo>
                  <a:pt x="23075" y="3172"/>
                </a:lnTo>
                <a:moveTo>
                  <a:pt x="23075" y="4247"/>
                </a:moveTo>
                <a:lnTo>
                  <a:pt x="24134" y="4247"/>
                </a:lnTo>
                <a:lnTo>
                  <a:pt x="24134" y="5200"/>
                </a:lnTo>
                <a:lnTo>
                  <a:pt x="23075" y="5200"/>
                </a:lnTo>
                <a:lnTo>
                  <a:pt x="23075" y="4247"/>
                </a:lnTo>
                <a:moveTo>
                  <a:pt x="23075" y="5268"/>
                </a:moveTo>
                <a:lnTo>
                  <a:pt x="24134" y="5268"/>
                </a:lnTo>
                <a:lnTo>
                  <a:pt x="24134" y="6274"/>
                </a:lnTo>
                <a:lnTo>
                  <a:pt x="23075" y="6274"/>
                </a:lnTo>
                <a:lnTo>
                  <a:pt x="23075" y="5268"/>
                </a:lnTo>
                <a:moveTo>
                  <a:pt x="23075" y="6342"/>
                </a:moveTo>
                <a:lnTo>
                  <a:pt x="24134" y="6342"/>
                </a:lnTo>
                <a:lnTo>
                  <a:pt x="24134" y="7296"/>
                </a:lnTo>
                <a:lnTo>
                  <a:pt x="23075" y="7296"/>
                </a:lnTo>
                <a:lnTo>
                  <a:pt x="23075" y="6342"/>
                </a:lnTo>
                <a:moveTo>
                  <a:pt x="23075" y="7364"/>
                </a:moveTo>
                <a:lnTo>
                  <a:pt x="24134" y="7364"/>
                </a:lnTo>
                <a:lnTo>
                  <a:pt x="24134" y="8369"/>
                </a:lnTo>
                <a:lnTo>
                  <a:pt x="23075" y="8369"/>
                </a:lnTo>
                <a:lnTo>
                  <a:pt x="23075" y="7364"/>
                </a:lnTo>
                <a:moveTo>
                  <a:pt x="23075" y="8438"/>
                </a:moveTo>
                <a:lnTo>
                  <a:pt x="24134" y="8438"/>
                </a:lnTo>
                <a:lnTo>
                  <a:pt x="24134" y="9391"/>
                </a:lnTo>
                <a:lnTo>
                  <a:pt x="23075" y="9391"/>
                </a:lnTo>
                <a:lnTo>
                  <a:pt x="23075" y="8438"/>
                </a:lnTo>
                <a:moveTo>
                  <a:pt x="23075" y="9459"/>
                </a:moveTo>
                <a:lnTo>
                  <a:pt x="24134" y="9459"/>
                </a:lnTo>
                <a:lnTo>
                  <a:pt x="24134" y="10465"/>
                </a:lnTo>
                <a:lnTo>
                  <a:pt x="23075" y="10465"/>
                </a:lnTo>
                <a:lnTo>
                  <a:pt x="23075" y="9459"/>
                </a:lnTo>
                <a:moveTo>
                  <a:pt x="23075" y="10533"/>
                </a:moveTo>
                <a:lnTo>
                  <a:pt x="24134" y="10533"/>
                </a:lnTo>
                <a:lnTo>
                  <a:pt x="24134" y="11487"/>
                </a:lnTo>
                <a:lnTo>
                  <a:pt x="23075" y="11487"/>
                </a:lnTo>
                <a:lnTo>
                  <a:pt x="23075" y="10533"/>
                </a:lnTo>
                <a:moveTo>
                  <a:pt x="23075" y="11556"/>
                </a:moveTo>
                <a:lnTo>
                  <a:pt x="24134" y="11556"/>
                </a:lnTo>
                <a:lnTo>
                  <a:pt x="24134" y="12561"/>
                </a:lnTo>
                <a:lnTo>
                  <a:pt x="23075" y="12561"/>
                </a:lnTo>
                <a:lnTo>
                  <a:pt x="23075" y="11556"/>
                </a:lnTo>
                <a:moveTo>
                  <a:pt x="23075" y="12630"/>
                </a:moveTo>
                <a:lnTo>
                  <a:pt x="24134" y="12630"/>
                </a:lnTo>
                <a:lnTo>
                  <a:pt x="24134" y="13583"/>
                </a:lnTo>
                <a:lnTo>
                  <a:pt x="23075" y="13583"/>
                </a:lnTo>
                <a:lnTo>
                  <a:pt x="23075" y="12630"/>
                </a:lnTo>
                <a:moveTo>
                  <a:pt x="23075" y="13651"/>
                </a:moveTo>
                <a:lnTo>
                  <a:pt x="24134" y="13651"/>
                </a:lnTo>
                <a:lnTo>
                  <a:pt x="24134" y="14657"/>
                </a:lnTo>
                <a:lnTo>
                  <a:pt x="23075" y="14657"/>
                </a:lnTo>
                <a:lnTo>
                  <a:pt x="23075" y="13651"/>
                </a:lnTo>
                <a:moveTo>
                  <a:pt x="23075" y="14726"/>
                </a:moveTo>
                <a:lnTo>
                  <a:pt x="24134" y="14726"/>
                </a:lnTo>
                <a:lnTo>
                  <a:pt x="24134" y="15680"/>
                </a:lnTo>
                <a:lnTo>
                  <a:pt x="23075" y="15680"/>
                </a:lnTo>
                <a:lnTo>
                  <a:pt x="23075" y="14726"/>
                </a:lnTo>
                <a:moveTo>
                  <a:pt x="22106" y="55"/>
                </a:moveTo>
                <a:lnTo>
                  <a:pt x="23006" y="55"/>
                </a:lnTo>
                <a:lnTo>
                  <a:pt x="23006" y="1007"/>
                </a:lnTo>
                <a:lnTo>
                  <a:pt x="22106" y="1007"/>
                </a:lnTo>
                <a:lnTo>
                  <a:pt x="22106" y="55"/>
                </a:lnTo>
                <a:moveTo>
                  <a:pt x="22106" y="1076"/>
                </a:moveTo>
                <a:lnTo>
                  <a:pt x="23006" y="1076"/>
                </a:lnTo>
                <a:lnTo>
                  <a:pt x="23006" y="2082"/>
                </a:lnTo>
                <a:lnTo>
                  <a:pt x="22106" y="2082"/>
                </a:lnTo>
                <a:lnTo>
                  <a:pt x="22106" y="1076"/>
                </a:lnTo>
                <a:moveTo>
                  <a:pt x="22106" y="2150"/>
                </a:moveTo>
                <a:lnTo>
                  <a:pt x="23006" y="2150"/>
                </a:lnTo>
                <a:lnTo>
                  <a:pt x="23006" y="3104"/>
                </a:lnTo>
                <a:lnTo>
                  <a:pt x="22106" y="3104"/>
                </a:lnTo>
                <a:lnTo>
                  <a:pt x="22106" y="2150"/>
                </a:lnTo>
                <a:moveTo>
                  <a:pt x="22106" y="3172"/>
                </a:moveTo>
                <a:lnTo>
                  <a:pt x="23006" y="3172"/>
                </a:lnTo>
                <a:lnTo>
                  <a:pt x="23006" y="4178"/>
                </a:lnTo>
                <a:lnTo>
                  <a:pt x="22106" y="4178"/>
                </a:lnTo>
                <a:lnTo>
                  <a:pt x="22106" y="3172"/>
                </a:lnTo>
                <a:moveTo>
                  <a:pt x="22106" y="4247"/>
                </a:moveTo>
                <a:lnTo>
                  <a:pt x="23006" y="4247"/>
                </a:lnTo>
                <a:lnTo>
                  <a:pt x="23006" y="5200"/>
                </a:lnTo>
                <a:lnTo>
                  <a:pt x="22106" y="5200"/>
                </a:lnTo>
                <a:lnTo>
                  <a:pt x="22106" y="4247"/>
                </a:lnTo>
                <a:moveTo>
                  <a:pt x="22106" y="5268"/>
                </a:moveTo>
                <a:lnTo>
                  <a:pt x="23006" y="5268"/>
                </a:lnTo>
                <a:lnTo>
                  <a:pt x="23006" y="6274"/>
                </a:lnTo>
                <a:lnTo>
                  <a:pt x="22106" y="6274"/>
                </a:lnTo>
                <a:lnTo>
                  <a:pt x="22106" y="5268"/>
                </a:lnTo>
                <a:moveTo>
                  <a:pt x="22106" y="6342"/>
                </a:moveTo>
                <a:lnTo>
                  <a:pt x="23006" y="6342"/>
                </a:lnTo>
                <a:lnTo>
                  <a:pt x="23006" y="7296"/>
                </a:lnTo>
                <a:lnTo>
                  <a:pt x="22106" y="7296"/>
                </a:lnTo>
                <a:lnTo>
                  <a:pt x="22106" y="6342"/>
                </a:lnTo>
                <a:moveTo>
                  <a:pt x="22106" y="7364"/>
                </a:moveTo>
                <a:lnTo>
                  <a:pt x="23006" y="7364"/>
                </a:lnTo>
                <a:lnTo>
                  <a:pt x="23006" y="8369"/>
                </a:lnTo>
                <a:lnTo>
                  <a:pt x="22106" y="8369"/>
                </a:lnTo>
                <a:lnTo>
                  <a:pt x="22106" y="7364"/>
                </a:lnTo>
                <a:moveTo>
                  <a:pt x="22106" y="8438"/>
                </a:moveTo>
                <a:lnTo>
                  <a:pt x="23006" y="8438"/>
                </a:lnTo>
                <a:lnTo>
                  <a:pt x="23006" y="9391"/>
                </a:lnTo>
                <a:lnTo>
                  <a:pt x="22106" y="9391"/>
                </a:lnTo>
                <a:lnTo>
                  <a:pt x="22106" y="8438"/>
                </a:lnTo>
                <a:moveTo>
                  <a:pt x="22106" y="9459"/>
                </a:moveTo>
                <a:lnTo>
                  <a:pt x="23006" y="9459"/>
                </a:lnTo>
                <a:lnTo>
                  <a:pt x="23006" y="10465"/>
                </a:lnTo>
                <a:lnTo>
                  <a:pt x="22106" y="10465"/>
                </a:lnTo>
                <a:lnTo>
                  <a:pt x="22106" y="9459"/>
                </a:lnTo>
                <a:moveTo>
                  <a:pt x="22106" y="10533"/>
                </a:moveTo>
                <a:lnTo>
                  <a:pt x="23006" y="10533"/>
                </a:lnTo>
                <a:lnTo>
                  <a:pt x="23006" y="11487"/>
                </a:lnTo>
                <a:lnTo>
                  <a:pt x="22106" y="11487"/>
                </a:lnTo>
                <a:lnTo>
                  <a:pt x="22106" y="10533"/>
                </a:lnTo>
                <a:moveTo>
                  <a:pt x="22106" y="11556"/>
                </a:moveTo>
                <a:lnTo>
                  <a:pt x="23006" y="11556"/>
                </a:lnTo>
                <a:lnTo>
                  <a:pt x="23006" y="12561"/>
                </a:lnTo>
                <a:lnTo>
                  <a:pt x="22106" y="12561"/>
                </a:lnTo>
                <a:lnTo>
                  <a:pt x="22106" y="11556"/>
                </a:lnTo>
                <a:moveTo>
                  <a:pt x="22106" y="12630"/>
                </a:moveTo>
                <a:lnTo>
                  <a:pt x="23006" y="12630"/>
                </a:lnTo>
                <a:lnTo>
                  <a:pt x="23006" y="13583"/>
                </a:lnTo>
                <a:lnTo>
                  <a:pt x="22106" y="13583"/>
                </a:lnTo>
                <a:lnTo>
                  <a:pt x="22106" y="12630"/>
                </a:lnTo>
                <a:moveTo>
                  <a:pt x="22106" y="13651"/>
                </a:moveTo>
                <a:lnTo>
                  <a:pt x="23006" y="13651"/>
                </a:lnTo>
                <a:lnTo>
                  <a:pt x="23006" y="14657"/>
                </a:lnTo>
                <a:lnTo>
                  <a:pt x="22106" y="14657"/>
                </a:lnTo>
                <a:lnTo>
                  <a:pt x="22106" y="13651"/>
                </a:lnTo>
                <a:moveTo>
                  <a:pt x="22106" y="14726"/>
                </a:moveTo>
                <a:lnTo>
                  <a:pt x="23006" y="14726"/>
                </a:lnTo>
                <a:lnTo>
                  <a:pt x="23006" y="15680"/>
                </a:lnTo>
                <a:lnTo>
                  <a:pt x="22106" y="15680"/>
                </a:lnTo>
                <a:lnTo>
                  <a:pt x="22106" y="14726"/>
                </a:lnTo>
                <a:moveTo>
                  <a:pt x="20978" y="55"/>
                </a:moveTo>
                <a:lnTo>
                  <a:pt x="22038" y="55"/>
                </a:lnTo>
                <a:lnTo>
                  <a:pt x="22038" y="1007"/>
                </a:lnTo>
                <a:lnTo>
                  <a:pt x="20978" y="1007"/>
                </a:lnTo>
                <a:lnTo>
                  <a:pt x="20978" y="55"/>
                </a:lnTo>
                <a:moveTo>
                  <a:pt x="20978" y="1076"/>
                </a:moveTo>
                <a:lnTo>
                  <a:pt x="22038" y="1076"/>
                </a:lnTo>
                <a:lnTo>
                  <a:pt x="22038" y="2082"/>
                </a:lnTo>
                <a:lnTo>
                  <a:pt x="20978" y="2082"/>
                </a:lnTo>
                <a:lnTo>
                  <a:pt x="20978" y="1076"/>
                </a:lnTo>
                <a:moveTo>
                  <a:pt x="20978" y="2150"/>
                </a:moveTo>
                <a:lnTo>
                  <a:pt x="22038" y="2150"/>
                </a:lnTo>
                <a:lnTo>
                  <a:pt x="22038" y="3104"/>
                </a:lnTo>
                <a:lnTo>
                  <a:pt x="20978" y="3104"/>
                </a:lnTo>
                <a:lnTo>
                  <a:pt x="20978" y="2150"/>
                </a:lnTo>
                <a:moveTo>
                  <a:pt x="20978" y="3172"/>
                </a:moveTo>
                <a:lnTo>
                  <a:pt x="22038" y="3172"/>
                </a:lnTo>
                <a:lnTo>
                  <a:pt x="22038" y="4178"/>
                </a:lnTo>
                <a:lnTo>
                  <a:pt x="20978" y="4178"/>
                </a:lnTo>
                <a:lnTo>
                  <a:pt x="20978" y="3172"/>
                </a:lnTo>
                <a:moveTo>
                  <a:pt x="20978" y="4247"/>
                </a:moveTo>
                <a:lnTo>
                  <a:pt x="22038" y="4247"/>
                </a:lnTo>
                <a:lnTo>
                  <a:pt x="22038" y="5200"/>
                </a:lnTo>
                <a:lnTo>
                  <a:pt x="20978" y="5200"/>
                </a:lnTo>
                <a:lnTo>
                  <a:pt x="20978" y="4247"/>
                </a:lnTo>
                <a:moveTo>
                  <a:pt x="20978" y="5268"/>
                </a:moveTo>
                <a:lnTo>
                  <a:pt x="22038" y="5268"/>
                </a:lnTo>
                <a:lnTo>
                  <a:pt x="22038" y="6274"/>
                </a:lnTo>
                <a:lnTo>
                  <a:pt x="20978" y="6274"/>
                </a:lnTo>
                <a:lnTo>
                  <a:pt x="20978" y="5268"/>
                </a:lnTo>
                <a:moveTo>
                  <a:pt x="20978" y="6342"/>
                </a:moveTo>
                <a:lnTo>
                  <a:pt x="22038" y="6342"/>
                </a:lnTo>
                <a:lnTo>
                  <a:pt x="22038" y="7296"/>
                </a:lnTo>
                <a:lnTo>
                  <a:pt x="20978" y="7296"/>
                </a:lnTo>
                <a:lnTo>
                  <a:pt x="20978" y="6342"/>
                </a:lnTo>
                <a:moveTo>
                  <a:pt x="20978" y="7364"/>
                </a:moveTo>
                <a:lnTo>
                  <a:pt x="22038" y="7364"/>
                </a:lnTo>
                <a:lnTo>
                  <a:pt x="22038" y="8369"/>
                </a:lnTo>
                <a:lnTo>
                  <a:pt x="20978" y="8369"/>
                </a:lnTo>
                <a:lnTo>
                  <a:pt x="20978" y="7364"/>
                </a:lnTo>
                <a:moveTo>
                  <a:pt x="20978" y="8438"/>
                </a:moveTo>
                <a:lnTo>
                  <a:pt x="22038" y="8438"/>
                </a:lnTo>
                <a:lnTo>
                  <a:pt x="22038" y="9391"/>
                </a:lnTo>
                <a:lnTo>
                  <a:pt x="20978" y="9391"/>
                </a:lnTo>
                <a:lnTo>
                  <a:pt x="20978" y="8438"/>
                </a:lnTo>
                <a:moveTo>
                  <a:pt x="20978" y="9459"/>
                </a:moveTo>
                <a:lnTo>
                  <a:pt x="22038" y="9459"/>
                </a:lnTo>
                <a:lnTo>
                  <a:pt x="22038" y="10465"/>
                </a:lnTo>
                <a:lnTo>
                  <a:pt x="20978" y="10465"/>
                </a:lnTo>
                <a:lnTo>
                  <a:pt x="20978" y="9459"/>
                </a:lnTo>
                <a:moveTo>
                  <a:pt x="20978" y="10533"/>
                </a:moveTo>
                <a:lnTo>
                  <a:pt x="22038" y="10533"/>
                </a:lnTo>
                <a:lnTo>
                  <a:pt x="22038" y="11487"/>
                </a:lnTo>
                <a:lnTo>
                  <a:pt x="20978" y="11487"/>
                </a:lnTo>
                <a:lnTo>
                  <a:pt x="20978" y="10533"/>
                </a:lnTo>
                <a:moveTo>
                  <a:pt x="20978" y="11556"/>
                </a:moveTo>
                <a:lnTo>
                  <a:pt x="22038" y="11556"/>
                </a:lnTo>
                <a:lnTo>
                  <a:pt x="22038" y="12561"/>
                </a:lnTo>
                <a:lnTo>
                  <a:pt x="20978" y="12561"/>
                </a:lnTo>
                <a:lnTo>
                  <a:pt x="20978" y="11556"/>
                </a:lnTo>
                <a:moveTo>
                  <a:pt x="20978" y="12630"/>
                </a:moveTo>
                <a:lnTo>
                  <a:pt x="22038" y="12630"/>
                </a:lnTo>
                <a:lnTo>
                  <a:pt x="22038" y="13583"/>
                </a:lnTo>
                <a:lnTo>
                  <a:pt x="20978" y="13583"/>
                </a:lnTo>
                <a:lnTo>
                  <a:pt x="20978" y="12630"/>
                </a:lnTo>
                <a:moveTo>
                  <a:pt x="20978" y="13651"/>
                </a:moveTo>
                <a:lnTo>
                  <a:pt x="22038" y="13651"/>
                </a:lnTo>
                <a:lnTo>
                  <a:pt x="22038" y="14657"/>
                </a:lnTo>
                <a:lnTo>
                  <a:pt x="20978" y="14657"/>
                </a:lnTo>
                <a:lnTo>
                  <a:pt x="20978" y="13651"/>
                </a:lnTo>
                <a:moveTo>
                  <a:pt x="20978" y="14726"/>
                </a:moveTo>
                <a:lnTo>
                  <a:pt x="22038" y="14726"/>
                </a:lnTo>
                <a:lnTo>
                  <a:pt x="22038" y="15680"/>
                </a:lnTo>
                <a:lnTo>
                  <a:pt x="20978" y="15680"/>
                </a:lnTo>
                <a:lnTo>
                  <a:pt x="20978" y="14726"/>
                </a:lnTo>
                <a:moveTo>
                  <a:pt x="20011" y="55"/>
                </a:moveTo>
                <a:lnTo>
                  <a:pt x="20910" y="55"/>
                </a:lnTo>
                <a:lnTo>
                  <a:pt x="20910" y="1007"/>
                </a:lnTo>
                <a:lnTo>
                  <a:pt x="20011" y="1007"/>
                </a:lnTo>
                <a:lnTo>
                  <a:pt x="20011" y="55"/>
                </a:lnTo>
                <a:moveTo>
                  <a:pt x="20011" y="1076"/>
                </a:moveTo>
                <a:lnTo>
                  <a:pt x="20910" y="1076"/>
                </a:lnTo>
                <a:lnTo>
                  <a:pt x="20910" y="2082"/>
                </a:lnTo>
                <a:lnTo>
                  <a:pt x="20011" y="2082"/>
                </a:lnTo>
                <a:lnTo>
                  <a:pt x="20011" y="1076"/>
                </a:lnTo>
                <a:moveTo>
                  <a:pt x="20011" y="2150"/>
                </a:moveTo>
                <a:lnTo>
                  <a:pt x="20910" y="2150"/>
                </a:lnTo>
                <a:lnTo>
                  <a:pt x="20910" y="3104"/>
                </a:lnTo>
                <a:lnTo>
                  <a:pt x="20011" y="3104"/>
                </a:lnTo>
                <a:lnTo>
                  <a:pt x="20011" y="2150"/>
                </a:lnTo>
                <a:moveTo>
                  <a:pt x="20011" y="3172"/>
                </a:moveTo>
                <a:lnTo>
                  <a:pt x="20910" y="3172"/>
                </a:lnTo>
                <a:lnTo>
                  <a:pt x="20910" y="4178"/>
                </a:lnTo>
                <a:lnTo>
                  <a:pt x="20011" y="4178"/>
                </a:lnTo>
                <a:lnTo>
                  <a:pt x="20011" y="3172"/>
                </a:lnTo>
                <a:moveTo>
                  <a:pt x="20011" y="4247"/>
                </a:moveTo>
                <a:lnTo>
                  <a:pt x="20910" y="4247"/>
                </a:lnTo>
                <a:lnTo>
                  <a:pt x="20910" y="5200"/>
                </a:lnTo>
                <a:lnTo>
                  <a:pt x="20011" y="5200"/>
                </a:lnTo>
                <a:lnTo>
                  <a:pt x="20011" y="4247"/>
                </a:lnTo>
                <a:moveTo>
                  <a:pt x="20011" y="5268"/>
                </a:moveTo>
                <a:lnTo>
                  <a:pt x="20910" y="5268"/>
                </a:lnTo>
                <a:lnTo>
                  <a:pt x="20910" y="6274"/>
                </a:lnTo>
                <a:lnTo>
                  <a:pt x="20011" y="6274"/>
                </a:lnTo>
                <a:lnTo>
                  <a:pt x="20011" y="5268"/>
                </a:lnTo>
                <a:moveTo>
                  <a:pt x="20011" y="6342"/>
                </a:moveTo>
                <a:lnTo>
                  <a:pt x="20910" y="6342"/>
                </a:lnTo>
                <a:lnTo>
                  <a:pt x="20910" y="7296"/>
                </a:lnTo>
                <a:lnTo>
                  <a:pt x="20011" y="7296"/>
                </a:lnTo>
                <a:lnTo>
                  <a:pt x="20011" y="6342"/>
                </a:lnTo>
                <a:moveTo>
                  <a:pt x="20011" y="7364"/>
                </a:moveTo>
                <a:lnTo>
                  <a:pt x="20910" y="7364"/>
                </a:lnTo>
                <a:lnTo>
                  <a:pt x="20910" y="8369"/>
                </a:lnTo>
                <a:lnTo>
                  <a:pt x="20011" y="8369"/>
                </a:lnTo>
                <a:lnTo>
                  <a:pt x="20011" y="7364"/>
                </a:lnTo>
                <a:moveTo>
                  <a:pt x="20011" y="8438"/>
                </a:moveTo>
                <a:lnTo>
                  <a:pt x="20910" y="8438"/>
                </a:lnTo>
                <a:lnTo>
                  <a:pt x="20910" y="9391"/>
                </a:lnTo>
                <a:lnTo>
                  <a:pt x="20011" y="9391"/>
                </a:lnTo>
                <a:lnTo>
                  <a:pt x="20011" y="8438"/>
                </a:lnTo>
                <a:moveTo>
                  <a:pt x="20011" y="9459"/>
                </a:moveTo>
                <a:lnTo>
                  <a:pt x="20910" y="9459"/>
                </a:lnTo>
                <a:lnTo>
                  <a:pt x="20910" y="10465"/>
                </a:lnTo>
                <a:lnTo>
                  <a:pt x="20011" y="10465"/>
                </a:lnTo>
                <a:lnTo>
                  <a:pt x="20011" y="9459"/>
                </a:lnTo>
                <a:moveTo>
                  <a:pt x="20011" y="10533"/>
                </a:moveTo>
                <a:lnTo>
                  <a:pt x="20910" y="10533"/>
                </a:lnTo>
                <a:lnTo>
                  <a:pt x="20910" y="11487"/>
                </a:lnTo>
                <a:lnTo>
                  <a:pt x="20011" y="11487"/>
                </a:lnTo>
                <a:lnTo>
                  <a:pt x="20011" y="10533"/>
                </a:lnTo>
                <a:moveTo>
                  <a:pt x="20011" y="11556"/>
                </a:moveTo>
                <a:lnTo>
                  <a:pt x="20910" y="11556"/>
                </a:lnTo>
                <a:lnTo>
                  <a:pt x="20910" y="12561"/>
                </a:lnTo>
                <a:lnTo>
                  <a:pt x="20011" y="12561"/>
                </a:lnTo>
                <a:lnTo>
                  <a:pt x="20011" y="11556"/>
                </a:lnTo>
                <a:moveTo>
                  <a:pt x="20011" y="12630"/>
                </a:moveTo>
                <a:lnTo>
                  <a:pt x="20910" y="12630"/>
                </a:lnTo>
                <a:lnTo>
                  <a:pt x="20910" y="13583"/>
                </a:lnTo>
                <a:lnTo>
                  <a:pt x="20011" y="13583"/>
                </a:lnTo>
                <a:lnTo>
                  <a:pt x="20011" y="12630"/>
                </a:lnTo>
                <a:moveTo>
                  <a:pt x="20011" y="13651"/>
                </a:moveTo>
                <a:lnTo>
                  <a:pt x="20910" y="13651"/>
                </a:lnTo>
                <a:lnTo>
                  <a:pt x="20910" y="14657"/>
                </a:lnTo>
                <a:lnTo>
                  <a:pt x="20011" y="14657"/>
                </a:lnTo>
                <a:lnTo>
                  <a:pt x="20011" y="13651"/>
                </a:lnTo>
                <a:moveTo>
                  <a:pt x="20011" y="14726"/>
                </a:moveTo>
                <a:lnTo>
                  <a:pt x="20910" y="14726"/>
                </a:lnTo>
                <a:lnTo>
                  <a:pt x="20910" y="15680"/>
                </a:lnTo>
                <a:lnTo>
                  <a:pt x="20011" y="15680"/>
                </a:lnTo>
                <a:lnTo>
                  <a:pt x="20011" y="14726"/>
                </a:lnTo>
                <a:moveTo>
                  <a:pt x="18883" y="55"/>
                </a:moveTo>
                <a:lnTo>
                  <a:pt x="19942" y="55"/>
                </a:lnTo>
                <a:lnTo>
                  <a:pt x="19942" y="1007"/>
                </a:lnTo>
                <a:lnTo>
                  <a:pt x="18883" y="1007"/>
                </a:lnTo>
                <a:lnTo>
                  <a:pt x="18883" y="55"/>
                </a:lnTo>
                <a:moveTo>
                  <a:pt x="18883" y="1076"/>
                </a:moveTo>
                <a:lnTo>
                  <a:pt x="19942" y="1076"/>
                </a:lnTo>
                <a:lnTo>
                  <a:pt x="19942" y="2082"/>
                </a:lnTo>
                <a:lnTo>
                  <a:pt x="18883" y="2082"/>
                </a:lnTo>
                <a:lnTo>
                  <a:pt x="18883" y="1076"/>
                </a:lnTo>
                <a:moveTo>
                  <a:pt x="18883" y="2150"/>
                </a:moveTo>
                <a:lnTo>
                  <a:pt x="19942" y="2150"/>
                </a:lnTo>
                <a:lnTo>
                  <a:pt x="19942" y="3104"/>
                </a:lnTo>
                <a:lnTo>
                  <a:pt x="18883" y="3104"/>
                </a:lnTo>
                <a:lnTo>
                  <a:pt x="18883" y="2150"/>
                </a:lnTo>
                <a:moveTo>
                  <a:pt x="18883" y="3172"/>
                </a:moveTo>
                <a:lnTo>
                  <a:pt x="19942" y="3172"/>
                </a:lnTo>
                <a:lnTo>
                  <a:pt x="19942" y="4178"/>
                </a:lnTo>
                <a:lnTo>
                  <a:pt x="18883" y="4178"/>
                </a:lnTo>
                <a:lnTo>
                  <a:pt x="18883" y="3172"/>
                </a:lnTo>
                <a:moveTo>
                  <a:pt x="18883" y="4247"/>
                </a:moveTo>
                <a:lnTo>
                  <a:pt x="19942" y="4247"/>
                </a:lnTo>
                <a:lnTo>
                  <a:pt x="19942" y="5200"/>
                </a:lnTo>
                <a:lnTo>
                  <a:pt x="18883" y="5200"/>
                </a:lnTo>
                <a:lnTo>
                  <a:pt x="18883" y="4247"/>
                </a:lnTo>
                <a:moveTo>
                  <a:pt x="18883" y="5268"/>
                </a:moveTo>
                <a:lnTo>
                  <a:pt x="19942" y="5268"/>
                </a:lnTo>
                <a:lnTo>
                  <a:pt x="19942" y="6274"/>
                </a:lnTo>
                <a:lnTo>
                  <a:pt x="18883" y="6274"/>
                </a:lnTo>
                <a:lnTo>
                  <a:pt x="18883" y="5268"/>
                </a:lnTo>
                <a:moveTo>
                  <a:pt x="18883" y="6342"/>
                </a:moveTo>
                <a:lnTo>
                  <a:pt x="19942" y="6342"/>
                </a:lnTo>
                <a:lnTo>
                  <a:pt x="19942" y="7296"/>
                </a:lnTo>
                <a:lnTo>
                  <a:pt x="18883" y="7296"/>
                </a:lnTo>
                <a:lnTo>
                  <a:pt x="18883" y="6342"/>
                </a:lnTo>
                <a:moveTo>
                  <a:pt x="18883" y="7364"/>
                </a:moveTo>
                <a:lnTo>
                  <a:pt x="19942" y="7364"/>
                </a:lnTo>
                <a:lnTo>
                  <a:pt x="19942" y="8369"/>
                </a:lnTo>
                <a:lnTo>
                  <a:pt x="18883" y="8369"/>
                </a:lnTo>
                <a:lnTo>
                  <a:pt x="18883" y="7364"/>
                </a:lnTo>
                <a:moveTo>
                  <a:pt x="18883" y="8438"/>
                </a:moveTo>
                <a:lnTo>
                  <a:pt x="19942" y="8438"/>
                </a:lnTo>
                <a:lnTo>
                  <a:pt x="19942" y="9391"/>
                </a:lnTo>
                <a:lnTo>
                  <a:pt x="18883" y="9391"/>
                </a:lnTo>
                <a:lnTo>
                  <a:pt x="18883" y="8438"/>
                </a:lnTo>
                <a:moveTo>
                  <a:pt x="18883" y="9459"/>
                </a:moveTo>
                <a:lnTo>
                  <a:pt x="19942" y="9459"/>
                </a:lnTo>
                <a:lnTo>
                  <a:pt x="19942" y="10465"/>
                </a:lnTo>
                <a:lnTo>
                  <a:pt x="18883" y="10465"/>
                </a:lnTo>
                <a:lnTo>
                  <a:pt x="18883" y="9459"/>
                </a:lnTo>
                <a:moveTo>
                  <a:pt x="18883" y="10533"/>
                </a:moveTo>
                <a:lnTo>
                  <a:pt x="19942" y="10533"/>
                </a:lnTo>
                <a:lnTo>
                  <a:pt x="19942" y="11487"/>
                </a:lnTo>
                <a:lnTo>
                  <a:pt x="18883" y="11487"/>
                </a:lnTo>
                <a:lnTo>
                  <a:pt x="18883" y="10533"/>
                </a:lnTo>
                <a:moveTo>
                  <a:pt x="18883" y="11556"/>
                </a:moveTo>
                <a:lnTo>
                  <a:pt x="19942" y="11556"/>
                </a:lnTo>
                <a:lnTo>
                  <a:pt x="19942" y="12561"/>
                </a:lnTo>
                <a:lnTo>
                  <a:pt x="18883" y="12561"/>
                </a:lnTo>
                <a:lnTo>
                  <a:pt x="18883" y="11556"/>
                </a:lnTo>
                <a:moveTo>
                  <a:pt x="18883" y="12630"/>
                </a:moveTo>
                <a:lnTo>
                  <a:pt x="19942" y="12630"/>
                </a:lnTo>
                <a:lnTo>
                  <a:pt x="19942" y="13583"/>
                </a:lnTo>
                <a:lnTo>
                  <a:pt x="18883" y="13583"/>
                </a:lnTo>
                <a:lnTo>
                  <a:pt x="18883" y="12630"/>
                </a:lnTo>
                <a:moveTo>
                  <a:pt x="18883" y="13651"/>
                </a:moveTo>
                <a:lnTo>
                  <a:pt x="19942" y="13651"/>
                </a:lnTo>
                <a:lnTo>
                  <a:pt x="19942" y="14657"/>
                </a:lnTo>
                <a:lnTo>
                  <a:pt x="18883" y="14657"/>
                </a:lnTo>
                <a:lnTo>
                  <a:pt x="18883" y="13651"/>
                </a:lnTo>
                <a:moveTo>
                  <a:pt x="18883" y="14726"/>
                </a:moveTo>
                <a:lnTo>
                  <a:pt x="19942" y="14726"/>
                </a:lnTo>
                <a:lnTo>
                  <a:pt x="19942" y="15680"/>
                </a:lnTo>
                <a:lnTo>
                  <a:pt x="18883" y="15680"/>
                </a:lnTo>
                <a:lnTo>
                  <a:pt x="18883" y="14726"/>
                </a:lnTo>
                <a:moveTo>
                  <a:pt x="17914" y="55"/>
                </a:moveTo>
                <a:lnTo>
                  <a:pt x="18814" y="55"/>
                </a:lnTo>
                <a:lnTo>
                  <a:pt x="18814" y="1007"/>
                </a:lnTo>
                <a:lnTo>
                  <a:pt x="17914" y="1007"/>
                </a:lnTo>
                <a:lnTo>
                  <a:pt x="17914" y="55"/>
                </a:lnTo>
                <a:moveTo>
                  <a:pt x="17914" y="1076"/>
                </a:moveTo>
                <a:lnTo>
                  <a:pt x="18814" y="1076"/>
                </a:lnTo>
                <a:lnTo>
                  <a:pt x="18814" y="2082"/>
                </a:lnTo>
                <a:lnTo>
                  <a:pt x="17914" y="2082"/>
                </a:lnTo>
                <a:lnTo>
                  <a:pt x="17914" y="1076"/>
                </a:lnTo>
                <a:moveTo>
                  <a:pt x="17914" y="2150"/>
                </a:moveTo>
                <a:lnTo>
                  <a:pt x="18814" y="2150"/>
                </a:lnTo>
                <a:lnTo>
                  <a:pt x="18814" y="3104"/>
                </a:lnTo>
                <a:lnTo>
                  <a:pt x="17914" y="3104"/>
                </a:lnTo>
                <a:lnTo>
                  <a:pt x="17914" y="2150"/>
                </a:lnTo>
                <a:moveTo>
                  <a:pt x="17914" y="3172"/>
                </a:moveTo>
                <a:lnTo>
                  <a:pt x="18814" y="3172"/>
                </a:lnTo>
                <a:lnTo>
                  <a:pt x="18814" y="4178"/>
                </a:lnTo>
                <a:lnTo>
                  <a:pt x="17914" y="4178"/>
                </a:lnTo>
                <a:lnTo>
                  <a:pt x="17914" y="3172"/>
                </a:lnTo>
                <a:moveTo>
                  <a:pt x="17914" y="4247"/>
                </a:moveTo>
                <a:lnTo>
                  <a:pt x="18814" y="4247"/>
                </a:lnTo>
                <a:lnTo>
                  <a:pt x="18814" y="5200"/>
                </a:lnTo>
                <a:lnTo>
                  <a:pt x="17914" y="5200"/>
                </a:lnTo>
                <a:lnTo>
                  <a:pt x="17914" y="4247"/>
                </a:lnTo>
                <a:moveTo>
                  <a:pt x="17914" y="5268"/>
                </a:moveTo>
                <a:lnTo>
                  <a:pt x="18814" y="5268"/>
                </a:lnTo>
                <a:lnTo>
                  <a:pt x="18814" y="6274"/>
                </a:lnTo>
                <a:lnTo>
                  <a:pt x="17914" y="6274"/>
                </a:lnTo>
                <a:lnTo>
                  <a:pt x="17914" y="5268"/>
                </a:lnTo>
                <a:moveTo>
                  <a:pt x="17914" y="6342"/>
                </a:moveTo>
                <a:lnTo>
                  <a:pt x="18814" y="6342"/>
                </a:lnTo>
                <a:lnTo>
                  <a:pt x="18814" y="7296"/>
                </a:lnTo>
                <a:lnTo>
                  <a:pt x="17914" y="7296"/>
                </a:lnTo>
                <a:lnTo>
                  <a:pt x="17914" y="6342"/>
                </a:lnTo>
                <a:moveTo>
                  <a:pt x="17914" y="7364"/>
                </a:moveTo>
                <a:lnTo>
                  <a:pt x="18814" y="7364"/>
                </a:lnTo>
                <a:lnTo>
                  <a:pt x="18814" y="8369"/>
                </a:lnTo>
                <a:lnTo>
                  <a:pt x="17914" y="8369"/>
                </a:lnTo>
                <a:lnTo>
                  <a:pt x="17914" y="7364"/>
                </a:lnTo>
                <a:moveTo>
                  <a:pt x="17914" y="8438"/>
                </a:moveTo>
                <a:lnTo>
                  <a:pt x="18814" y="8438"/>
                </a:lnTo>
                <a:lnTo>
                  <a:pt x="18814" y="9391"/>
                </a:lnTo>
                <a:lnTo>
                  <a:pt x="17914" y="9391"/>
                </a:lnTo>
                <a:lnTo>
                  <a:pt x="17914" y="8438"/>
                </a:lnTo>
                <a:moveTo>
                  <a:pt x="17914" y="9459"/>
                </a:moveTo>
                <a:lnTo>
                  <a:pt x="18814" y="9459"/>
                </a:lnTo>
                <a:lnTo>
                  <a:pt x="18814" y="10465"/>
                </a:lnTo>
                <a:lnTo>
                  <a:pt x="17914" y="10465"/>
                </a:lnTo>
                <a:lnTo>
                  <a:pt x="17914" y="9459"/>
                </a:lnTo>
                <a:moveTo>
                  <a:pt x="17914" y="10533"/>
                </a:moveTo>
                <a:lnTo>
                  <a:pt x="18814" y="10533"/>
                </a:lnTo>
                <a:lnTo>
                  <a:pt x="18814" y="11487"/>
                </a:lnTo>
                <a:lnTo>
                  <a:pt x="17914" y="11487"/>
                </a:lnTo>
                <a:lnTo>
                  <a:pt x="17914" y="10533"/>
                </a:lnTo>
                <a:moveTo>
                  <a:pt x="17914" y="11556"/>
                </a:moveTo>
                <a:lnTo>
                  <a:pt x="18814" y="11556"/>
                </a:lnTo>
                <a:lnTo>
                  <a:pt x="18814" y="12561"/>
                </a:lnTo>
                <a:lnTo>
                  <a:pt x="17914" y="12561"/>
                </a:lnTo>
                <a:lnTo>
                  <a:pt x="17914" y="11556"/>
                </a:lnTo>
                <a:moveTo>
                  <a:pt x="17914" y="12630"/>
                </a:moveTo>
                <a:lnTo>
                  <a:pt x="18814" y="12630"/>
                </a:lnTo>
                <a:lnTo>
                  <a:pt x="18814" y="13583"/>
                </a:lnTo>
                <a:lnTo>
                  <a:pt x="17914" y="13583"/>
                </a:lnTo>
                <a:lnTo>
                  <a:pt x="17914" y="12630"/>
                </a:lnTo>
                <a:moveTo>
                  <a:pt x="17914" y="13651"/>
                </a:moveTo>
                <a:lnTo>
                  <a:pt x="18814" y="13651"/>
                </a:lnTo>
                <a:lnTo>
                  <a:pt x="18814" y="14657"/>
                </a:lnTo>
                <a:lnTo>
                  <a:pt x="17914" y="14657"/>
                </a:lnTo>
                <a:lnTo>
                  <a:pt x="17914" y="13651"/>
                </a:lnTo>
                <a:moveTo>
                  <a:pt x="17914" y="14726"/>
                </a:moveTo>
                <a:lnTo>
                  <a:pt x="18814" y="14726"/>
                </a:lnTo>
                <a:lnTo>
                  <a:pt x="18814" y="15680"/>
                </a:lnTo>
                <a:lnTo>
                  <a:pt x="17914" y="15680"/>
                </a:lnTo>
                <a:lnTo>
                  <a:pt x="17914" y="14726"/>
                </a:lnTo>
                <a:moveTo>
                  <a:pt x="16786" y="55"/>
                </a:moveTo>
                <a:lnTo>
                  <a:pt x="17846" y="55"/>
                </a:lnTo>
                <a:lnTo>
                  <a:pt x="17846" y="1007"/>
                </a:lnTo>
                <a:lnTo>
                  <a:pt x="16786" y="1007"/>
                </a:lnTo>
                <a:lnTo>
                  <a:pt x="16786" y="55"/>
                </a:lnTo>
                <a:moveTo>
                  <a:pt x="16786" y="1076"/>
                </a:moveTo>
                <a:lnTo>
                  <a:pt x="17846" y="1076"/>
                </a:lnTo>
                <a:lnTo>
                  <a:pt x="17846" y="2082"/>
                </a:lnTo>
                <a:lnTo>
                  <a:pt x="16786" y="2082"/>
                </a:lnTo>
                <a:lnTo>
                  <a:pt x="16786" y="1076"/>
                </a:lnTo>
                <a:moveTo>
                  <a:pt x="16786" y="2150"/>
                </a:moveTo>
                <a:lnTo>
                  <a:pt x="17846" y="2150"/>
                </a:lnTo>
                <a:lnTo>
                  <a:pt x="17846" y="3104"/>
                </a:lnTo>
                <a:lnTo>
                  <a:pt x="16786" y="3104"/>
                </a:lnTo>
                <a:lnTo>
                  <a:pt x="16786" y="2150"/>
                </a:lnTo>
                <a:moveTo>
                  <a:pt x="16786" y="3172"/>
                </a:moveTo>
                <a:lnTo>
                  <a:pt x="17846" y="3172"/>
                </a:lnTo>
                <a:lnTo>
                  <a:pt x="17846" y="4178"/>
                </a:lnTo>
                <a:lnTo>
                  <a:pt x="16786" y="4178"/>
                </a:lnTo>
                <a:lnTo>
                  <a:pt x="16786" y="3172"/>
                </a:lnTo>
                <a:moveTo>
                  <a:pt x="16786" y="4247"/>
                </a:moveTo>
                <a:lnTo>
                  <a:pt x="17846" y="4247"/>
                </a:lnTo>
                <a:lnTo>
                  <a:pt x="17846" y="5200"/>
                </a:lnTo>
                <a:lnTo>
                  <a:pt x="16786" y="5200"/>
                </a:lnTo>
                <a:lnTo>
                  <a:pt x="16786" y="4247"/>
                </a:lnTo>
                <a:moveTo>
                  <a:pt x="16786" y="5268"/>
                </a:moveTo>
                <a:lnTo>
                  <a:pt x="17846" y="5268"/>
                </a:lnTo>
                <a:lnTo>
                  <a:pt x="17846" y="6274"/>
                </a:lnTo>
                <a:lnTo>
                  <a:pt x="16786" y="6274"/>
                </a:lnTo>
                <a:lnTo>
                  <a:pt x="16786" y="5268"/>
                </a:lnTo>
                <a:moveTo>
                  <a:pt x="16786" y="6342"/>
                </a:moveTo>
                <a:lnTo>
                  <a:pt x="17846" y="6342"/>
                </a:lnTo>
                <a:lnTo>
                  <a:pt x="17846" y="7296"/>
                </a:lnTo>
                <a:lnTo>
                  <a:pt x="16786" y="7296"/>
                </a:lnTo>
                <a:lnTo>
                  <a:pt x="16786" y="6342"/>
                </a:lnTo>
                <a:moveTo>
                  <a:pt x="16786" y="7364"/>
                </a:moveTo>
                <a:lnTo>
                  <a:pt x="17846" y="7364"/>
                </a:lnTo>
                <a:lnTo>
                  <a:pt x="17846" y="8369"/>
                </a:lnTo>
                <a:lnTo>
                  <a:pt x="16786" y="8369"/>
                </a:lnTo>
                <a:lnTo>
                  <a:pt x="16786" y="7364"/>
                </a:lnTo>
                <a:moveTo>
                  <a:pt x="16786" y="8438"/>
                </a:moveTo>
                <a:lnTo>
                  <a:pt x="17846" y="8438"/>
                </a:lnTo>
                <a:lnTo>
                  <a:pt x="17846" y="9391"/>
                </a:lnTo>
                <a:lnTo>
                  <a:pt x="16786" y="9391"/>
                </a:lnTo>
                <a:lnTo>
                  <a:pt x="16786" y="8438"/>
                </a:lnTo>
                <a:moveTo>
                  <a:pt x="16786" y="9459"/>
                </a:moveTo>
                <a:lnTo>
                  <a:pt x="17846" y="9459"/>
                </a:lnTo>
                <a:lnTo>
                  <a:pt x="17846" y="10465"/>
                </a:lnTo>
                <a:lnTo>
                  <a:pt x="16786" y="10465"/>
                </a:lnTo>
                <a:lnTo>
                  <a:pt x="16786" y="9459"/>
                </a:lnTo>
                <a:moveTo>
                  <a:pt x="16786" y="10533"/>
                </a:moveTo>
                <a:lnTo>
                  <a:pt x="17846" y="10533"/>
                </a:lnTo>
                <a:lnTo>
                  <a:pt x="17846" y="11487"/>
                </a:lnTo>
                <a:lnTo>
                  <a:pt x="16786" y="11487"/>
                </a:lnTo>
                <a:lnTo>
                  <a:pt x="16786" y="10533"/>
                </a:lnTo>
                <a:moveTo>
                  <a:pt x="16786" y="11556"/>
                </a:moveTo>
                <a:lnTo>
                  <a:pt x="17846" y="11556"/>
                </a:lnTo>
                <a:lnTo>
                  <a:pt x="17846" y="12561"/>
                </a:lnTo>
                <a:lnTo>
                  <a:pt x="16786" y="12561"/>
                </a:lnTo>
                <a:lnTo>
                  <a:pt x="16786" y="11556"/>
                </a:lnTo>
                <a:moveTo>
                  <a:pt x="16786" y="12630"/>
                </a:moveTo>
                <a:lnTo>
                  <a:pt x="17846" y="12630"/>
                </a:lnTo>
                <a:lnTo>
                  <a:pt x="17846" y="13583"/>
                </a:lnTo>
                <a:lnTo>
                  <a:pt x="16786" y="13583"/>
                </a:lnTo>
                <a:lnTo>
                  <a:pt x="16786" y="12630"/>
                </a:lnTo>
                <a:moveTo>
                  <a:pt x="16786" y="13651"/>
                </a:moveTo>
                <a:lnTo>
                  <a:pt x="17846" y="13651"/>
                </a:lnTo>
                <a:lnTo>
                  <a:pt x="17846" y="14657"/>
                </a:lnTo>
                <a:lnTo>
                  <a:pt x="16786" y="14657"/>
                </a:lnTo>
                <a:lnTo>
                  <a:pt x="16786" y="13651"/>
                </a:lnTo>
                <a:moveTo>
                  <a:pt x="16786" y="14726"/>
                </a:moveTo>
                <a:lnTo>
                  <a:pt x="17846" y="14726"/>
                </a:lnTo>
                <a:lnTo>
                  <a:pt x="17846" y="15680"/>
                </a:lnTo>
                <a:lnTo>
                  <a:pt x="16786" y="15680"/>
                </a:lnTo>
                <a:lnTo>
                  <a:pt x="16786" y="14726"/>
                </a:lnTo>
                <a:moveTo>
                  <a:pt x="15819" y="55"/>
                </a:moveTo>
                <a:lnTo>
                  <a:pt x="16718" y="55"/>
                </a:lnTo>
                <a:lnTo>
                  <a:pt x="16718" y="1007"/>
                </a:lnTo>
                <a:lnTo>
                  <a:pt x="15819" y="1007"/>
                </a:lnTo>
                <a:lnTo>
                  <a:pt x="15819" y="55"/>
                </a:lnTo>
                <a:moveTo>
                  <a:pt x="15819" y="1076"/>
                </a:moveTo>
                <a:lnTo>
                  <a:pt x="16718" y="1076"/>
                </a:lnTo>
                <a:lnTo>
                  <a:pt x="16718" y="2082"/>
                </a:lnTo>
                <a:lnTo>
                  <a:pt x="15819" y="2082"/>
                </a:lnTo>
                <a:lnTo>
                  <a:pt x="15819" y="1076"/>
                </a:lnTo>
                <a:moveTo>
                  <a:pt x="15819" y="2150"/>
                </a:moveTo>
                <a:lnTo>
                  <a:pt x="16718" y="2150"/>
                </a:lnTo>
                <a:lnTo>
                  <a:pt x="16718" y="3104"/>
                </a:lnTo>
                <a:lnTo>
                  <a:pt x="15819" y="3104"/>
                </a:lnTo>
                <a:lnTo>
                  <a:pt x="15819" y="2150"/>
                </a:lnTo>
                <a:moveTo>
                  <a:pt x="15819" y="3172"/>
                </a:moveTo>
                <a:lnTo>
                  <a:pt x="16718" y="3172"/>
                </a:lnTo>
                <a:lnTo>
                  <a:pt x="16718" y="4178"/>
                </a:lnTo>
                <a:lnTo>
                  <a:pt x="15819" y="4178"/>
                </a:lnTo>
                <a:lnTo>
                  <a:pt x="15819" y="3172"/>
                </a:lnTo>
                <a:moveTo>
                  <a:pt x="15819" y="4247"/>
                </a:moveTo>
                <a:lnTo>
                  <a:pt x="16718" y="4247"/>
                </a:lnTo>
                <a:lnTo>
                  <a:pt x="16718" y="5200"/>
                </a:lnTo>
                <a:lnTo>
                  <a:pt x="15819" y="5200"/>
                </a:lnTo>
                <a:lnTo>
                  <a:pt x="15819" y="4247"/>
                </a:lnTo>
                <a:moveTo>
                  <a:pt x="15819" y="5268"/>
                </a:moveTo>
                <a:lnTo>
                  <a:pt x="16718" y="5268"/>
                </a:lnTo>
                <a:lnTo>
                  <a:pt x="16718" y="6274"/>
                </a:lnTo>
                <a:lnTo>
                  <a:pt x="15819" y="6274"/>
                </a:lnTo>
                <a:lnTo>
                  <a:pt x="15819" y="5268"/>
                </a:lnTo>
                <a:moveTo>
                  <a:pt x="15819" y="6342"/>
                </a:moveTo>
                <a:lnTo>
                  <a:pt x="16718" y="6342"/>
                </a:lnTo>
                <a:lnTo>
                  <a:pt x="16718" y="7296"/>
                </a:lnTo>
                <a:lnTo>
                  <a:pt x="15819" y="7296"/>
                </a:lnTo>
                <a:lnTo>
                  <a:pt x="15819" y="6342"/>
                </a:lnTo>
                <a:moveTo>
                  <a:pt x="15819" y="7364"/>
                </a:moveTo>
                <a:lnTo>
                  <a:pt x="16718" y="7364"/>
                </a:lnTo>
                <a:lnTo>
                  <a:pt x="16718" y="8369"/>
                </a:lnTo>
                <a:lnTo>
                  <a:pt x="15819" y="8369"/>
                </a:lnTo>
                <a:lnTo>
                  <a:pt x="15819" y="7364"/>
                </a:lnTo>
                <a:moveTo>
                  <a:pt x="15819" y="8438"/>
                </a:moveTo>
                <a:lnTo>
                  <a:pt x="16718" y="8438"/>
                </a:lnTo>
                <a:lnTo>
                  <a:pt x="16718" y="9391"/>
                </a:lnTo>
                <a:lnTo>
                  <a:pt x="15819" y="9391"/>
                </a:lnTo>
                <a:lnTo>
                  <a:pt x="15819" y="8438"/>
                </a:lnTo>
                <a:moveTo>
                  <a:pt x="15819" y="9459"/>
                </a:moveTo>
                <a:lnTo>
                  <a:pt x="16718" y="9459"/>
                </a:lnTo>
                <a:lnTo>
                  <a:pt x="16718" y="10465"/>
                </a:lnTo>
                <a:lnTo>
                  <a:pt x="15819" y="10465"/>
                </a:lnTo>
                <a:lnTo>
                  <a:pt x="15819" y="9459"/>
                </a:lnTo>
                <a:moveTo>
                  <a:pt x="15819" y="10533"/>
                </a:moveTo>
                <a:lnTo>
                  <a:pt x="16718" y="10533"/>
                </a:lnTo>
                <a:lnTo>
                  <a:pt x="16718" y="11487"/>
                </a:lnTo>
                <a:lnTo>
                  <a:pt x="15819" y="11487"/>
                </a:lnTo>
                <a:lnTo>
                  <a:pt x="15819" y="10533"/>
                </a:lnTo>
                <a:moveTo>
                  <a:pt x="15819" y="11556"/>
                </a:moveTo>
                <a:lnTo>
                  <a:pt x="16718" y="11556"/>
                </a:lnTo>
                <a:lnTo>
                  <a:pt x="16718" y="12561"/>
                </a:lnTo>
                <a:lnTo>
                  <a:pt x="15819" y="12561"/>
                </a:lnTo>
                <a:lnTo>
                  <a:pt x="15819" y="11556"/>
                </a:lnTo>
                <a:moveTo>
                  <a:pt x="15819" y="12630"/>
                </a:moveTo>
                <a:lnTo>
                  <a:pt x="16718" y="12630"/>
                </a:lnTo>
                <a:lnTo>
                  <a:pt x="16718" y="13583"/>
                </a:lnTo>
                <a:lnTo>
                  <a:pt x="15819" y="13583"/>
                </a:lnTo>
                <a:lnTo>
                  <a:pt x="15819" y="12630"/>
                </a:lnTo>
                <a:moveTo>
                  <a:pt x="15819" y="13651"/>
                </a:moveTo>
                <a:lnTo>
                  <a:pt x="16718" y="13651"/>
                </a:lnTo>
                <a:lnTo>
                  <a:pt x="16718" y="14657"/>
                </a:lnTo>
                <a:lnTo>
                  <a:pt x="15819" y="14657"/>
                </a:lnTo>
                <a:lnTo>
                  <a:pt x="15819" y="13651"/>
                </a:lnTo>
                <a:moveTo>
                  <a:pt x="15819" y="14726"/>
                </a:moveTo>
                <a:lnTo>
                  <a:pt x="16718" y="14726"/>
                </a:lnTo>
                <a:lnTo>
                  <a:pt x="16718" y="15680"/>
                </a:lnTo>
                <a:lnTo>
                  <a:pt x="15819" y="15680"/>
                </a:lnTo>
                <a:lnTo>
                  <a:pt x="15819" y="14726"/>
                </a:lnTo>
                <a:moveTo>
                  <a:pt x="14691" y="55"/>
                </a:moveTo>
                <a:lnTo>
                  <a:pt x="15750" y="55"/>
                </a:lnTo>
                <a:lnTo>
                  <a:pt x="15750" y="1007"/>
                </a:lnTo>
                <a:lnTo>
                  <a:pt x="14691" y="1007"/>
                </a:lnTo>
                <a:lnTo>
                  <a:pt x="14691" y="55"/>
                </a:lnTo>
                <a:moveTo>
                  <a:pt x="14691" y="1076"/>
                </a:moveTo>
                <a:lnTo>
                  <a:pt x="15750" y="1076"/>
                </a:lnTo>
                <a:lnTo>
                  <a:pt x="15750" y="2082"/>
                </a:lnTo>
                <a:lnTo>
                  <a:pt x="14691" y="2082"/>
                </a:lnTo>
                <a:lnTo>
                  <a:pt x="14691" y="1076"/>
                </a:lnTo>
                <a:moveTo>
                  <a:pt x="14691" y="2150"/>
                </a:moveTo>
                <a:lnTo>
                  <a:pt x="15750" y="2150"/>
                </a:lnTo>
                <a:lnTo>
                  <a:pt x="15750" y="3104"/>
                </a:lnTo>
                <a:lnTo>
                  <a:pt x="14691" y="3104"/>
                </a:lnTo>
                <a:lnTo>
                  <a:pt x="14691" y="2150"/>
                </a:lnTo>
                <a:moveTo>
                  <a:pt x="14691" y="3172"/>
                </a:moveTo>
                <a:lnTo>
                  <a:pt x="15750" y="3172"/>
                </a:lnTo>
                <a:lnTo>
                  <a:pt x="15750" y="4178"/>
                </a:lnTo>
                <a:lnTo>
                  <a:pt x="14691" y="4178"/>
                </a:lnTo>
                <a:lnTo>
                  <a:pt x="14691" y="3172"/>
                </a:lnTo>
                <a:moveTo>
                  <a:pt x="14691" y="4247"/>
                </a:moveTo>
                <a:lnTo>
                  <a:pt x="15750" y="4247"/>
                </a:lnTo>
                <a:lnTo>
                  <a:pt x="15750" y="5200"/>
                </a:lnTo>
                <a:lnTo>
                  <a:pt x="14691" y="5200"/>
                </a:lnTo>
                <a:lnTo>
                  <a:pt x="14691" y="4247"/>
                </a:lnTo>
                <a:moveTo>
                  <a:pt x="14691" y="5268"/>
                </a:moveTo>
                <a:lnTo>
                  <a:pt x="15750" y="5268"/>
                </a:lnTo>
                <a:lnTo>
                  <a:pt x="15750" y="6274"/>
                </a:lnTo>
                <a:lnTo>
                  <a:pt x="14691" y="6274"/>
                </a:lnTo>
                <a:lnTo>
                  <a:pt x="14691" y="5268"/>
                </a:lnTo>
                <a:moveTo>
                  <a:pt x="14691" y="6342"/>
                </a:moveTo>
                <a:lnTo>
                  <a:pt x="15750" y="6342"/>
                </a:lnTo>
                <a:lnTo>
                  <a:pt x="15750" y="7296"/>
                </a:lnTo>
                <a:lnTo>
                  <a:pt x="14691" y="7296"/>
                </a:lnTo>
                <a:lnTo>
                  <a:pt x="14691" y="6342"/>
                </a:lnTo>
                <a:moveTo>
                  <a:pt x="14691" y="7364"/>
                </a:moveTo>
                <a:lnTo>
                  <a:pt x="15750" y="7364"/>
                </a:lnTo>
                <a:lnTo>
                  <a:pt x="15750" y="8369"/>
                </a:lnTo>
                <a:lnTo>
                  <a:pt x="14691" y="8369"/>
                </a:lnTo>
                <a:lnTo>
                  <a:pt x="14691" y="7364"/>
                </a:lnTo>
                <a:moveTo>
                  <a:pt x="14691" y="8438"/>
                </a:moveTo>
                <a:lnTo>
                  <a:pt x="15750" y="8438"/>
                </a:lnTo>
                <a:lnTo>
                  <a:pt x="15750" y="9391"/>
                </a:lnTo>
                <a:lnTo>
                  <a:pt x="14691" y="9391"/>
                </a:lnTo>
                <a:lnTo>
                  <a:pt x="14691" y="8438"/>
                </a:lnTo>
                <a:moveTo>
                  <a:pt x="14691" y="9459"/>
                </a:moveTo>
                <a:lnTo>
                  <a:pt x="15750" y="9459"/>
                </a:lnTo>
                <a:lnTo>
                  <a:pt x="15750" y="10465"/>
                </a:lnTo>
                <a:lnTo>
                  <a:pt x="14691" y="10465"/>
                </a:lnTo>
                <a:lnTo>
                  <a:pt x="14691" y="9459"/>
                </a:lnTo>
                <a:moveTo>
                  <a:pt x="14691" y="10533"/>
                </a:moveTo>
                <a:lnTo>
                  <a:pt x="15750" y="10533"/>
                </a:lnTo>
                <a:lnTo>
                  <a:pt x="15750" y="11487"/>
                </a:lnTo>
                <a:lnTo>
                  <a:pt x="14691" y="11487"/>
                </a:lnTo>
                <a:lnTo>
                  <a:pt x="14691" y="10533"/>
                </a:lnTo>
                <a:moveTo>
                  <a:pt x="14691" y="11556"/>
                </a:moveTo>
                <a:lnTo>
                  <a:pt x="15750" y="11556"/>
                </a:lnTo>
                <a:lnTo>
                  <a:pt x="15750" y="12561"/>
                </a:lnTo>
                <a:lnTo>
                  <a:pt x="14691" y="12561"/>
                </a:lnTo>
                <a:lnTo>
                  <a:pt x="14691" y="11556"/>
                </a:lnTo>
                <a:moveTo>
                  <a:pt x="14691" y="12630"/>
                </a:moveTo>
                <a:lnTo>
                  <a:pt x="15750" y="12630"/>
                </a:lnTo>
                <a:lnTo>
                  <a:pt x="15750" y="13583"/>
                </a:lnTo>
                <a:lnTo>
                  <a:pt x="14691" y="13583"/>
                </a:lnTo>
                <a:lnTo>
                  <a:pt x="14691" y="12630"/>
                </a:lnTo>
                <a:moveTo>
                  <a:pt x="14691" y="13651"/>
                </a:moveTo>
                <a:lnTo>
                  <a:pt x="15750" y="13651"/>
                </a:lnTo>
                <a:lnTo>
                  <a:pt x="15750" y="14657"/>
                </a:lnTo>
                <a:lnTo>
                  <a:pt x="14691" y="14657"/>
                </a:lnTo>
                <a:lnTo>
                  <a:pt x="14691" y="13651"/>
                </a:lnTo>
                <a:moveTo>
                  <a:pt x="14691" y="14726"/>
                </a:moveTo>
                <a:lnTo>
                  <a:pt x="15750" y="14726"/>
                </a:lnTo>
                <a:lnTo>
                  <a:pt x="15750" y="15680"/>
                </a:lnTo>
                <a:lnTo>
                  <a:pt x="14691" y="15680"/>
                </a:lnTo>
                <a:lnTo>
                  <a:pt x="14691" y="14726"/>
                </a:lnTo>
                <a:moveTo>
                  <a:pt x="13722" y="55"/>
                </a:moveTo>
                <a:lnTo>
                  <a:pt x="14622" y="55"/>
                </a:lnTo>
                <a:lnTo>
                  <a:pt x="14622" y="1007"/>
                </a:lnTo>
                <a:lnTo>
                  <a:pt x="13722" y="1007"/>
                </a:lnTo>
                <a:lnTo>
                  <a:pt x="13722" y="55"/>
                </a:lnTo>
                <a:moveTo>
                  <a:pt x="13722" y="1076"/>
                </a:moveTo>
                <a:lnTo>
                  <a:pt x="14622" y="1076"/>
                </a:lnTo>
                <a:lnTo>
                  <a:pt x="14622" y="2082"/>
                </a:lnTo>
                <a:lnTo>
                  <a:pt x="13722" y="2082"/>
                </a:lnTo>
                <a:lnTo>
                  <a:pt x="13722" y="1076"/>
                </a:lnTo>
                <a:moveTo>
                  <a:pt x="13722" y="2150"/>
                </a:moveTo>
                <a:lnTo>
                  <a:pt x="14622" y="2150"/>
                </a:lnTo>
                <a:lnTo>
                  <a:pt x="14622" y="3104"/>
                </a:lnTo>
                <a:lnTo>
                  <a:pt x="13722" y="3104"/>
                </a:lnTo>
                <a:lnTo>
                  <a:pt x="13722" y="2150"/>
                </a:lnTo>
                <a:moveTo>
                  <a:pt x="13722" y="3172"/>
                </a:moveTo>
                <a:lnTo>
                  <a:pt x="14622" y="3172"/>
                </a:lnTo>
                <a:lnTo>
                  <a:pt x="14622" y="4178"/>
                </a:lnTo>
                <a:lnTo>
                  <a:pt x="13722" y="4178"/>
                </a:lnTo>
                <a:lnTo>
                  <a:pt x="13722" y="3172"/>
                </a:lnTo>
                <a:moveTo>
                  <a:pt x="13722" y="4247"/>
                </a:moveTo>
                <a:lnTo>
                  <a:pt x="14622" y="4247"/>
                </a:lnTo>
                <a:lnTo>
                  <a:pt x="14622" y="5200"/>
                </a:lnTo>
                <a:lnTo>
                  <a:pt x="13722" y="5200"/>
                </a:lnTo>
                <a:lnTo>
                  <a:pt x="13722" y="4247"/>
                </a:lnTo>
                <a:moveTo>
                  <a:pt x="13722" y="5268"/>
                </a:moveTo>
                <a:lnTo>
                  <a:pt x="14622" y="5268"/>
                </a:lnTo>
                <a:lnTo>
                  <a:pt x="14622" y="6274"/>
                </a:lnTo>
                <a:lnTo>
                  <a:pt x="13722" y="6274"/>
                </a:lnTo>
                <a:lnTo>
                  <a:pt x="13722" y="5268"/>
                </a:lnTo>
                <a:moveTo>
                  <a:pt x="13722" y="6342"/>
                </a:moveTo>
                <a:lnTo>
                  <a:pt x="14622" y="6342"/>
                </a:lnTo>
                <a:lnTo>
                  <a:pt x="14622" y="7296"/>
                </a:lnTo>
                <a:lnTo>
                  <a:pt x="13722" y="7296"/>
                </a:lnTo>
                <a:lnTo>
                  <a:pt x="13722" y="6342"/>
                </a:lnTo>
                <a:moveTo>
                  <a:pt x="13722" y="7364"/>
                </a:moveTo>
                <a:lnTo>
                  <a:pt x="14622" y="7364"/>
                </a:lnTo>
                <a:lnTo>
                  <a:pt x="14622" y="8369"/>
                </a:lnTo>
                <a:lnTo>
                  <a:pt x="13722" y="8369"/>
                </a:lnTo>
                <a:lnTo>
                  <a:pt x="13722" y="7364"/>
                </a:lnTo>
                <a:moveTo>
                  <a:pt x="13722" y="8438"/>
                </a:moveTo>
                <a:lnTo>
                  <a:pt x="14622" y="8438"/>
                </a:lnTo>
                <a:lnTo>
                  <a:pt x="14622" y="9391"/>
                </a:lnTo>
                <a:lnTo>
                  <a:pt x="13722" y="9391"/>
                </a:lnTo>
                <a:lnTo>
                  <a:pt x="13722" y="8438"/>
                </a:lnTo>
                <a:moveTo>
                  <a:pt x="13722" y="9459"/>
                </a:moveTo>
                <a:lnTo>
                  <a:pt x="14622" y="9459"/>
                </a:lnTo>
                <a:lnTo>
                  <a:pt x="14622" y="10465"/>
                </a:lnTo>
                <a:lnTo>
                  <a:pt x="13722" y="10465"/>
                </a:lnTo>
                <a:lnTo>
                  <a:pt x="13722" y="9459"/>
                </a:lnTo>
                <a:moveTo>
                  <a:pt x="13722" y="10533"/>
                </a:moveTo>
                <a:lnTo>
                  <a:pt x="14622" y="10533"/>
                </a:lnTo>
                <a:lnTo>
                  <a:pt x="14622" y="11487"/>
                </a:lnTo>
                <a:lnTo>
                  <a:pt x="13722" y="11487"/>
                </a:lnTo>
                <a:lnTo>
                  <a:pt x="13722" y="10533"/>
                </a:lnTo>
                <a:moveTo>
                  <a:pt x="13722" y="11556"/>
                </a:moveTo>
                <a:lnTo>
                  <a:pt x="14622" y="11556"/>
                </a:lnTo>
                <a:lnTo>
                  <a:pt x="14622" y="12561"/>
                </a:lnTo>
                <a:lnTo>
                  <a:pt x="13722" y="12561"/>
                </a:lnTo>
                <a:lnTo>
                  <a:pt x="13722" y="11556"/>
                </a:lnTo>
                <a:moveTo>
                  <a:pt x="13722" y="12630"/>
                </a:moveTo>
                <a:lnTo>
                  <a:pt x="14622" y="12630"/>
                </a:lnTo>
                <a:lnTo>
                  <a:pt x="14622" y="13583"/>
                </a:lnTo>
                <a:lnTo>
                  <a:pt x="13722" y="13583"/>
                </a:lnTo>
                <a:lnTo>
                  <a:pt x="13722" y="12630"/>
                </a:lnTo>
                <a:moveTo>
                  <a:pt x="13722" y="13651"/>
                </a:moveTo>
                <a:lnTo>
                  <a:pt x="14622" y="13651"/>
                </a:lnTo>
                <a:lnTo>
                  <a:pt x="14622" y="14657"/>
                </a:lnTo>
                <a:lnTo>
                  <a:pt x="13722" y="14657"/>
                </a:lnTo>
                <a:lnTo>
                  <a:pt x="13722" y="13651"/>
                </a:lnTo>
                <a:moveTo>
                  <a:pt x="13722" y="14726"/>
                </a:moveTo>
                <a:lnTo>
                  <a:pt x="14622" y="14726"/>
                </a:lnTo>
                <a:lnTo>
                  <a:pt x="14622" y="15680"/>
                </a:lnTo>
                <a:lnTo>
                  <a:pt x="13722" y="15680"/>
                </a:lnTo>
                <a:lnTo>
                  <a:pt x="13722" y="14726"/>
                </a:lnTo>
                <a:moveTo>
                  <a:pt x="12594" y="55"/>
                </a:moveTo>
                <a:lnTo>
                  <a:pt x="13654" y="55"/>
                </a:lnTo>
                <a:lnTo>
                  <a:pt x="13654" y="1007"/>
                </a:lnTo>
                <a:lnTo>
                  <a:pt x="12594" y="1007"/>
                </a:lnTo>
                <a:lnTo>
                  <a:pt x="12594" y="55"/>
                </a:lnTo>
                <a:moveTo>
                  <a:pt x="12594" y="1076"/>
                </a:moveTo>
                <a:lnTo>
                  <a:pt x="13654" y="1076"/>
                </a:lnTo>
                <a:lnTo>
                  <a:pt x="13654" y="2082"/>
                </a:lnTo>
                <a:lnTo>
                  <a:pt x="12594" y="2082"/>
                </a:lnTo>
                <a:lnTo>
                  <a:pt x="12594" y="1076"/>
                </a:lnTo>
                <a:moveTo>
                  <a:pt x="12594" y="2150"/>
                </a:moveTo>
                <a:lnTo>
                  <a:pt x="13654" y="2150"/>
                </a:lnTo>
                <a:lnTo>
                  <a:pt x="13654" y="3104"/>
                </a:lnTo>
                <a:lnTo>
                  <a:pt x="12594" y="3104"/>
                </a:lnTo>
                <a:lnTo>
                  <a:pt x="12594" y="2150"/>
                </a:lnTo>
                <a:moveTo>
                  <a:pt x="12594" y="3172"/>
                </a:moveTo>
                <a:lnTo>
                  <a:pt x="13654" y="3172"/>
                </a:lnTo>
                <a:lnTo>
                  <a:pt x="13654" y="4178"/>
                </a:lnTo>
                <a:lnTo>
                  <a:pt x="12594" y="4178"/>
                </a:lnTo>
                <a:lnTo>
                  <a:pt x="12594" y="3172"/>
                </a:lnTo>
                <a:moveTo>
                  <a:pt x="12594" y="4247"/>
                </a:moveTo>
                <a:lnTo>
                  <a:pt x="13654" y="4247"/>
                </a:lnTo>
                <a:lnTo>
                  <a:pt x="13654" y="5200"/>
                </a:lnTo>
                <a:lnTo>
                  <a:pt x="12594" y="5200"/>
                </a:lnTo>
                <a:lnTo>
                  <a:pt x="12594" y="4247"/>
                </a:lnTo>
                <a:moveTo>
                  <a:pt x="12594" y="5268"/>
                </a:moveTo>
                <a:lnTo>
                  <a:pt x="13654" y="5268"/>
                </a:lnTo>
                <a:lnTo>
                  <a:pt x="13654" y="6274"/>
                </a:lnTo>
                <a:lnTo>
                  <a:pt x="12594" y="6274"/>
                </a:lnTo>
                <a:lnTo>
                  <a:pt x="12594" y="5268"/>
                </a:lnTo>
                <a:moveTo>
                  <a:pt x="12594" y="6342"/>
                </a:moveTo>
                <a:lnTo>
                  <a:pt x="13654" y="6342"/>
                </a:lnTo>
                <a:lnTo>
                  <a:pt x="13654" y="7296"/>
                </a:lnTo>
                <a:lnTo>
                  <a:pt x="12594" y="7296"/>
                </a:lnTo>
                <a:lnTo>
                  <a:pt x="12594" y="6342"/>
                </a:lnTo>
                <a:moveTo>
                  <a:pt x="12594" y="7364"/>
                </a:moveTo>
                <a:lnTo>
                  <a:pt x="13654" y="7364"/>
                </a:lnTo>
                <a:lnTo>
                  <a:pt x="13654" y="8369"/>
                </a:lnTo>
                <a:lnTo>
                  <a:pt x="12594" y="8369"/>
                </a:lnTo>
                <a:lnTo>
                  <a:pt x="12594" y="7364"/>
                </a:lnTo>
                <a:moveTo>
                  <a:pt x="12594" y="8438"/>
                </a:moveTo>
                <a:lnTo>
                  <a:pt x="13654" y="8438"/>
                </a:lnTo>
                <a:lnTo>
                  <a:pt x="13654" y="9391"/>
                </a:lnTo>
                <a:lnTo>
                  <a:pt x="12594" y="9391"/>
                </a:lnTo>
                <a:lnTo>
                  <a:pt x="12594" y="8438"/>
                </a:lnTo>
                <a:moveTo>
                  <a:pt x="12594" y="9459"/>
                </a:moveTo>
                <a:lnTo>
                  <a:pt x="13654" y="9459"/>
                </a:lnTo>
                <a:lnTo>
                  <a:pt x="13654" y="10465"/>
                </a:lnTo>
                <a:lnTo>
                  <a:pt x="12594" y="10465"/>
                </a:lnTo>
                <a:lnTo>
                  <a:pt x="12594" y="9459"/>
                </a:lnTo>
                <a:moveTo>
                  <a:pt x="12594" y="10533"/>
                </a:moveTo>
                <a:lnTo>
                  <a:pt x="13654" y="10533"/>
                </a:lnTo>
                <a:lnTo>
                  <a:pt x="13654" y="11487"/>
                </a:lnTo>
                <a:lnTo>
                  <a:pt x="12594" y="11487"/>
                </a:lnTo>
                <a:lnTo>
                  <a:pt x="12594" y="10533"/>
                </a:lnTo>
                <a:moveTo>
                  <a:pt x="12594" y="11556"/>
                </a:moveTo>
                <a:lnTo>
                  <a:pt x="13654" y="11556"/>
                </a:lnTo>
                <a:lnTo>
                  <a:pt x="13654" y="12561"/>
                </a:lnTo>
                <a:lnTo>
                  <a:pt x="12594" y="12561"/>
                </a:lnTo>
                <a:lnTo>
                  <a:pt x="12594" y="11556"/>
                </a:lnTo>
                <a:moveTo>
                  <a:pt x="12594" y="12630"/>
                </a:moveTo>
                <a:lnTo>
                  <a:pt x="13654" y="12630"/>
                </a:lnTo>
                <a:lnTo>
                  <a:pt x="13654" y="13583"/>
                </a:lnTo>
                <a:lnTo>
                  <a:pt x="12594" y="13583"/>
                </a:lnTo>
                <a:lnTo>
                  <a:pt x="12594" y="12630"/>
                </a:lnTo>
                <a:moveTo>
                  <a:pt x="12594" y="13651"/>
                </a:moveTo>
                <a:lnTo>
                  <a:pt x="13654" y="13651"/>
                </a:lnTo>
                <a:lnTo>
                  <a:pt x="13654" y="14657"/>
                </a:lnTo>
                <a:lnTo>
                  <a:pt x="12594" y="14657"/>
                </a:lnTo>
                <a:lnTo>
                  <a:pt x="12594" y="13651"/>
                </a:lnTo>
                <a:moveTo>
                  <a:pt x="12594" y="14726"/>
                </a:moveTo>
                <a:lnTo>
                  <a:pt x="13654" y="14726"/>
                </a:lnTo>
                <a:lnTo>
                  <a:pt x="13654" y="15680"/>
                </a:lnTo>
                <a:lnTo>
                  <a:pt x="12594" y="15680"/>
                </a:lnTo>
                <a:lnTo>
                  <a:pt x="12594" y="14726"/>
                </a:lnTo>
                <a:moveTo>
                  <a:pt x="11628" y="55"/>
                </a:moveTo>
                <a:lnTo>
                  <a:pt x="12526" y="55"/>
                </a:lnTo>
                <a:lnTo>
                  <a:pt x="12526" y="1007"/>
                </a:lnTo>
                <a:lnTo>
                  <a:pt x="11628" y="1007"/>
                </a:lnTo>
                <a:lnTo>
                  <a:pt x="11628" y="55"/>
                </a:lnTo>
                <a:moveTo>
                  <a:pt x="11628" y="1076"/>
                </a:moveTo>
                <a:lnTo>
                  <a:pt x="12526" y="1076"/>
                </a:lnTo>
                <a:lnTo>
                  <a:pt x="12526" y="2082"/>
                </a:lnTo>
                <a:lnTo>
                  <a:pt x="11628" y="2082"/>
                </a:lnTo>
                <a:lnTo>
                  <a:pt x="11628" y="1076"/>
                </a:lnTo>
                <a:moveTo>
                  <a:pt x="11628" y="2150"/>
                </a:moveTo>
                <a:lnTo>
                  <a:pt x="12526" y="2150"/>
                </a:lnTo>
                <a:lnTo>
                  <a:pt x="12526" y="3104"/>
                </a:lnTo>
                <a:lnTo>
                  <a:pt x="11628" y="3104"/>
                </a:lnTo>
                <a:lnTo>
                  <a:pt x="11628" y="2150"/>
                </a:lnTo>
                <a:moveTo>
                  <a:pt x="11628" y="3172"/>
                </a:moveTo>
                <a:lnTo>
                  <a:pt x="12526" y="3172"/>
                </a:lnTo>
                <a:lnTo>
                  <a:pt x="12526" y="4178"/>
                </a:lnTo>
                <a:lnTo>
                  <a:pt x="11628" y="4178"/>
                </a:lnTo>
                <a:lnTo>
                  <a:pt x="11628" y="3172"/>
                </a:lnTo>
                <a:moveTo>
                  <a:pt x="11628" y="4247"/>
                </a:moveTo>
                <a:lnTo>
                  <a:pt x="12526" y="4247"/>
                </a:lnTo>
                <a:lnTo>
                  <a:pt x="12526" y="5200"/>
                </a:lnTo>
                <a:lnTo>
                  <a:pt x="11628" y="5200"/>
                </a:lnTo>
                <a:lnTo>
                  <a:pt x="11628" y="4247"/>
                </a:lnTo>
                <a:moveTo>
                  <a:pt x="11628" y="5268"/>
                </a:moveTo>
                <a:lnTo>
                  <a:pt x="12526" y="5268"/>
                </a:lnTo>
                <a:lnTo>
                  <a:pt x="12526" y="6274"/>
                </a:lnTo>
                <a:lnTo>
                  <a:pt x="11628" y="6274"/>
                </a:lnTo>
                <a:lnTo>
                  <a:pt x="11628" y="5268"/>
                </a:lnTo>
                <a:moveTo>
                  <a:pt x="11628" y="6342"/>
                </a:moveTo>
                <a:lnTo>
                  <a:pt x="12526" y="6342"/>
                </a:lnTo>
                <a:lnTo>
                  <a:pt x="12526" y="7296"/>
                </a:lnTo>
                <a:lnTo>
                  <a:pt x="11628" y="7296"/>
                </a:lnTo>
                <a:lnTo>
                  <a:pt x="11628" y="6342"/>
                </a:lnTo>
                <a:moveTo>
                  <a:pt x="11628" y="7364"/>
                </a:moveTo>
                <a:lnTo>
                  <a:pt x="12526" y="7364"/>
                </a:lnTo>
                <a:lnTo>
                  <a:pt x="12526" y="8369"/>
                </a:lnTo>
                <a:lnTo>
                  <a:pt x="11628" y="8369"/>
                </a:lnTo>
                <a:lnTo>
                  <a:pt x="11628" y="7364"/>
                </a:lnTo>
                <a:moveTo>
                  <a:pt x="11628" y="8438"/>
                </a:moveTo>
                <a:lnTo>
                  <a:pt x="12526" y="8438"/>
                </a:lnTo>
                <a:lnTo>
                  <a:pt x="12526" y="9391"/>
                </a:lnTo>
                <a:lnTo>
                  <a:pt x="11628" y="9391"/>
                </a:lnTo>
                <a:lnTo>
                  <a:pt x="11628" y="8438"/>
                </a:lnTo>
                <a:moveTo>
                  <a:pt x="11628" y="9459"/>
                </a:moveTo>
                <a:lnTo>
                  <a:pt x="12526" y="9459"/>
                </a:lnTo>
                <a:lnTo>
                  <a:pt x="12526" y="10465"/>
                </a:lnTo>
                <a:lnTo>
                  <a:pt x="11628" y="10465"/>
                </a:lnTo>
                <a:lnTo>
                  <a:pt x="11628" y="9459"/>
                </a:lnTo>
                <a:moveTo>
                  <a:pt x="11628" y="10533"/>
                </a:moveTo>
                <a:lnTo>
                  <a:pt x="12526" y="10533"/>
                </a:lnTo>
                <a:lnTo>
                  <a:pt x="12526" y="11487"/>
                </a:lnTo>
                <a:lnTo>
                  <a:pt x="11628" y="11487"/>
                </a:lnTo>
                <a:lnTo>
                  <a:pt x="11628" y="10533"/>
                </a:lnTo>
                <a:moveTo>
                  <a:pt x="11628" y="11556"/>
                </a:moveTo>
                <a:lnTo>
                  <a:pt x="12526" y="11556"/>
                </a:lnTo>
                <a:lnTo>
                  <a:pt x="12526" y="12561"/>
                </a:lnTo>
                <a:lnTo>
                  <a:pt x="11628" y="12561"/>
                </a:lnTo>
                <a:lnTo>
                  <a:pt x="11628" y="11556"/>
                </a:lnTo>
                <a:moveTo>
                  <a:pt x="11628" y="12630"/>
                </a:moveTo>
                <a:lnTo>
                  <a:pt x="12526" y="12630"/>
                </a:lnTo>
                <a:lnTo>
                  <a:pt x="12526" y="13583"/>
                </a:lnTo>
                <a:lnTo>
                  <a:pt x="11628" y="13583"/>
                </a:lnTo>
                <a:lnTo>
                  <a:pt x="11628" y="12630"/>
                </a:lnTo>
                <a:moveTo>
                  <a:pt x="11628" y="13651"/>
                </a:moveTo>
                <a:lnTo>
                  <a:pt x="12526" y="13651"/>
                </a:lnTo>
                <a:lnTo>
                  <a:pt x="12526" y="14657"/>
                </a:lnTo>
                <a:lnTo>
                  <a:pt x="11628" y="14657"/>
                </a:lnTo>
                <a:lnTo>
                  <a:pt x="11628" y="13651"/>
                </a:lnTo>
                <a:moveTo>
                  <a:pt x="11628" y="14726"/>
                </a:moveTo>
                <a:lnTo>
                  <a:pt x="12526" y="14726"/>
                </a:lnTo>
                <a:lnTo>
                  <a:pt x="12526" y="15680"/>
                </a:lnTo>
                <a:lnTo>
                  <a:pt x="11628" y="15680"/>
                </a:lnTo>
                <a:lnTo>
                  <a:pt x="11628" y="14726"/>
                </a:lnTo>
                <a:moveTo>
                  <a:pt x="10500" y="55"/>
                </a:moveTo>
                <a:lnTo>
                  <a:pt x="11559" y="55"/>
                </a:lnTo>
                <a:lnTo>
                  <a:pt x="11559" y="1007"/>
                </a:lnTo>
                <a:lnTo>
                  <a:pt x="10500" y="1007"/>
                </a:lnTo>
                <a:lnTo>
                  <a:pt x="10500" y="55"/>
                </a:lnTo>
                <a:moveTo>
                  <a:pt x="10500" y="1076"/>
                </a:moveTo>
                <a:lnTo>
                  <a:pt x="11559" y="1076"/>
                </a:lnTo>
                <a:lnTo>
                  <a:pt x="11559" y="2082"/>
                </a:lnTo>
                <a:lnTo>
                  <a:pt x="10500" y="2082"/>
                </a:lnTo>
                <a:lnTo>
                  <a:pt x="10500" y="1076"/>
                </a:lnTo>
                <a:moveTo>
                  <a:pt x="10500" y="2150"/>
                </a:moveTo>
                <a:lnTo>
                  <a:pt x="11559" y="2150"/>
                </a:lnTo>
                <a:lnTo>
                  <a:pt x="11559" y="3104"/>
                </a:lnTo>
                <a:lnTo>
                  <a:pt x="10500" y="3104"/>
                </a:lnTo>
                <a:lnTo>
                  <a:pt x="10500" y="2150"/>
                </a:lnTo>
                <a:moveTo>
                  <a:pt x="10500" y="3172"/>
                </a:moveTo>
                <a:lnTo>
                  <a:pt x="11559" y="3172"/>
                </a:lnTo>
                <a:lnTo>
                  <a:pt x="11559" y="4178"/>
                </a:lnTo>
                <a:lnTo>
                  <a:pt x="10500" y="4178"/>
                </a:lnTo>
                <a:lnTo>
                  <a:pt x="10500" y="3172"/>
                </a:lnTo>
                <a:moveTo>
                  <a:pt x="10500" y="4247"/>
                </a:moveTo>
                <a:lnTo>
                  <a:pt x="11559" y="4247"/>
                </a:lnTo>
                <a:lnTo>
                  <a:pt x="11559" y="5200"/>
                </a:lnTo>
                <a:lnTo>
                  <a:pt x="10500" y="5200"/>
                </a:lnTo>
                <a:lnTo>
                  <a:pt x="10500" y="4247"/>
                </a:lnTo>
                <a:moveTo>
                  <a:pt x="10500" y="5268"/>
                </a:moveTo>
                <a:lnTo>
                  <a:pt x="11559" y="5268"/>
                </a:lnTo>
                <a:lnTo>
                  <a:pt x="11559" y="6274"/>
                </a:lnTo>
                <a:lnTo>
                  <a:pt x="10500" y="6274"/>
                </a:lnTo>
                <a:lnTo>
                  <a:pt x="10500" y="5268"/>
                </a:lnTo>
                <a:moveTo>
                  <a:pt x="10500" y="6342"/>
                </a:moveTo>
                <a:lnTo>
                  <a:pt x="11559" y="6342"/>
                </a:lnTo>
                <a:lnTo>
                  <a:pt x="11559" y="7296"/>
                </a:lnTo>
                <a:lnTo>
                  <a:pt x="10500" y="7296"/>
                </a:lnTo>
                <a:lnTo>
                  <a:pt x="10500" y="6342"/>
                </a:lnTo>
                <a:moveTo>
                  <a:pt x="10500" y="7364"/>
                </a:moveTo>
                <a:lnTo>
                  <a:pt x="11559" y="7364"/>
                </a:lnTo>
                <a:lnTo>
                  <a:pt x="11559" y="8369"/>
                </a:lnTo>
                <a:lnTo>
                  <a:pt x="10500" y="8369"/>
                </a:lnTo>
                <a:lnTo>
                  <a:pt x="10500" y="7364"/>
                </a:lnTo>
                <a:moveTo>
                  <a:pt x="10500" y="8438"/>
                </a:moveTo>
                <a:lnTo>
                  <a:pt x="11559" y="8438"/>
                </a:lnTo>
                <a:lnTo>
                  <a:pt x="11559" y="9391"/>
                </a:lnTo>
                <a:lnTo>
                  <a:pt x="10500" y="9391"/>
                </a:lnTo>
                <a:lnTo>
                  <a:pt x="10500" y="8438"/>
                </a:lnTo>
                <a:moveTo>
                  <a:pt x="10500" y="9459"/>
                </a:moveTo>
                <a:lnTo>
                  <a:pt x="11559" y="9459"/>
                </a:lnTo>
                <a:lnTo>
                  <a:pt x="11559" y="10465"/>
                </a:lnTo>
                <a:lnTo>
                  <a:pt x="10500" y="10465"/>
                </a:lnTo>
                <a:lnTo>
                  <a:pt x="10500" y="9459"/>
                </a:lnTo>
                <a:moveTo>
                  <a:pt x="10500" y="10533"/>
                </a:moveTo>
                <a:lnTo>
                  <a:pt x="11559" y="10533"/>
                </a:lnTo>
                <a:lnTo>
                  <a:pt x="11559" y="11487"/>
                </a:lnTo>
                <a:lnTo>
                  <a:pt x="10500" y="11487"/>
                </a:lnTo>
                <a:lnTo>
                  <a:pt x="10500" y="10533"/>
                </a:lnTo>
                <a:moveTo>
                  <a:pt x="10500" y="11556"/>
                </a:moveTo>
                <a:lnTo>
                  <a:pt x="11559" y="11556"/>
                </a:lnTo>
                <a:lnTo>
                  <a:pt x="11559" y="12561"/>
                </a:lnTo>
                <a:lnTo>
                  <a:pt x="10500" y="12561"/>
                </a:lnTo>
                <a:lnTo>
                  <a:pt x="10500" y="11556"/>
                </a:lnTo>
                <a:moveTo>
                  <a:pt x="10500" y="12630"/>
                </a:moveTo>
                <a:lnTo>
                  <a:pt x="11559" y="12630"/>
                </a:lnTo>
                <a:lnTo>
                  <a:pt x="11559" y="13583"/>
                </a:lnTo>
                <a:lnTo>
                  <a:pt x="10500" y="13583"/>
                </a:lnTo>
                <a:lnTo>
                  <a:pt x="10500" y="12630"/>
                </a:lnTo>
                <a:moveTo>
                  <a:pt x="10500" y="13651"/>
                </a:moveTo>
                <a:lnTo>
                  <a:pt x="11559" y="13651"/>
                </a:lnTo>
                <a:lnTo>
                  <a:pt x="11559" y="14657"/>
                </a:lnTo>
                <a:lnTo>
                  <a:pt x="10500" y="14657"/>
                </a:lnTo>
                <a:lnTo>
                  <a:pt x="10500" y="13651"/>
                </a:lnTo>
                <a:moveTo>
                  <a:pt x="10500" y="14726"/>
                </a:moveTo>
                <a:lnTo>
                  <a:pt x="11559" y="14726"/>
                </a:lnTo>
                <a:lnTo>
                  <a:pt x="11559" y="15680"/>
                </a:lnTo>
                <a:lnTo>
                  <a:pt x="10500" y="15680"/>
                </a:lnTo>
                <a:lnTo>
                  <a:pt x="10500" y="14726"/>
                </a:lnTo>
                <a:moveTo>
                  <a:pt x="9531" y="55"/>
                </a:moveTo>
                <a:lnTo>
                  <a:pt x="10430" y="55"/>
                </a:lnTo>
                <a:lnTo>
                  <a:pt x="10430" y="1007"/>
                </a:lnTo>
                <a:lnTo>
                  <a:pt x="9531" y="1007"/>
                </a:lnTo>
                <a:lnTo>
                  <a:pt x="9531" y="55"/>
                </a:lnTo>
                <a:moveTo>
                  <a:pt x="9531" y="1076"/>
                </a:moveTo>
                <a:lnTo>
                  <a:pt x="10430" y="1076"/>
                </a:lnTo>
                <a:lnTo>
                  <a:pt x="10430" y="2082"/>
                </a:lnTo>
                <a:lnTo>
                  <a:pt x="9531" y="2082"/>
                </a:lnTo>
                <a:lnTo>
                  <a:pt x="9531" y="1076"/>
                </a:lnTo>
                <a:moveTo>
                  <a:pt x="9531" y="2150"/>
                </a:moveTo>
                <a:lnTo>
                  <a:pt x="10430" y="2150"/>
                </a:lnTo>
                <a:lnTo>
                  <a:pt x="10430" y="3104"/>
                </a:lnTo>
                <a:lnTo>
                  <a:pt x="9531" y="3104"/>
                </a:lnTo>
                <a:lnTo>
                  <a:pt x="9531" y="2150"/>
                </a:lnTo>
                <a:moveTo>
                  <a:pt x="9531" y="3172"/>
                </a:moveTo>
                <a:lnTo>
                  <a:pt x="10430" y="3172"/>
                </a:lnTo>
                <a:lnTo>
                  <a:pt x="10430" y="4178"/>
                </a:lnTo>
                <a:lnTo>
                  <a:pt x="9531" y="4178"/>
                </a:lnTo>
                <a:lnTo>
                  <a:pt x="9531" y="3172"/>
                </a:lnTo>
                <a:moveTo>
                  <a:pt x="9531" y="4247"/>
                </a:moveTo>
                <a:lnTo>
                  <a:pt x="10430" y="4247"/>
                </a:lnTo>
                <a:lnTo>
                  <a:pt x="10430" y="5200"/>
                </a:lnTo>
                <a:lnTo>
                  <a:pt x="9531" y="5200"/>
                </a:lnTo>
                <a:lnTo>
                  <a:pt x="9531" y="4247"/>
                </a:lnTo>
                <a:moveTo>
                  <a:pt x="9531" y="5268"/>
                </a:moveTo>
                <a:lnTo>
                  <a:pt x="10430" y="5268"/>
                </a:lnTo>
                <a:lnTo>
                  <a:pt x="10430" y="6274"/>
                </a:lnTo>
                <a:lnTo>
                  <a:pt x="9531" y="6274"/>
                </a:lnTo>
                <a:lnTo>
                  <a:pt x="9531" y="5268"/>
                </a:lnTo>
                <a:moveTo>
                  <a:pt x="9531" y="6342"/>
                </a:moveTo>
                <a:lnTo>
                  <a:pt x="10430" y="6342"/>
                </a:lnTo>
                <a:lnTo>
                  <a:pt x="10430" y="7296"/>
                </a:lnTo>
                <a:lnTo>
                  <a:pt x="9531" y="7296"/>
                </a:lnTo>
                <a:lnTo>
                  <a:pt x="9531" y="6342"/>
                </a:lnTo>
                <a:moveTo>
                  <a:pt x="9531" y="7364"/>
                </a:moveTo>
                <a:lnTo>
                  <a:pt x="10430" y="7364"/>
                </a:lnTo>
                <a:lnTo>
                  <a:pt x="10430" y="8369"/>
                </a:lnTo>
                <a:lnTo>
                  <a:pt x="9531" y="8369"/>
                </a:lnTo>
                <a:lnTo>
                  <a:pt x="9531" y="7364"/>
                </a:lnTo>
                <a:moveTo>
                  <a:pt x="9531" y="8438"/>
                </a:moveTo>
                <a:lnTo>
                  <a:pt x="10430" y="8438"/>
                </a:lnTo>
                <a:lnTo>
                  <a:pt x="10430" y="9391"/>
                </a:lnTo>
                <a:lnTo>
                  <a:pt x="9531" y="9391"/>
                </a:lnTo>
                <a:lnTo>
                  <a:pt x="9531" y="8438"/>
                </a:lnTo>
                <a:moveTo>
                  <a:pt x="9531" y="9459"/>
                </a:moveTo>
                <a:lnTo>
                  <a:pt x="10430" y="9459"/>
                </a:lnTo>
                <a:lnTo>
                  <a:pt x="10430" y="10465"/>
                </a:lnTo>
                <a:lnTo>
                  <a:pt x="9531" y="10465"/>
                </a:lnTo>
                <a:lnTo>
                  <a:pt x="9531" y="9459"/>
                </a:lnTo>
                <a:moveTo>
                  <a:pt x="9531" y="10533"/>
                </a:moveTo>
                <a:lnTo>
                  <a:pt x="10430" y="10533"/>
                </a:lnTo>
                <a:lnTo>
                  <a:pt x="10430" y="11487"/>
                </a:lnTo>
                <a:lnTo>
                  <a:pt x="9531" y="11487"/>
                </a:lnTo>
                <a:lnTo>
                  <a:pt x="9531" y="10533"/>
                </a:lnTo>
                <a:moveTo>
                  <a:pt x="9531" y="11556"/>
                </a:moveTo>
                <a:lnTo>
                  <a:pt x="10430" y="11556"/>
                </a:lnTo>
                <a:lnTo>
                  <a:pt x="10430" y="12561"/>
                </a:lnTo>
                <a:lnTo>
                  <a:pt x="9531" y="12561"/>
                </a:lnTo>
                <a:lnTo>
                  <a:pt x="9531" y="11556"/>
                </a:lnTo>
                <a:moveTo>
                  <a:pt x="9531" y="12630"/>
                </a:moveTo>
                <a:lnTo>
                  <a:pt x="10430" y="12630"/>
                </a:lnTo>
                <a:lnTo>
                  <a:pt x="10430" y="13583"/>
                </a:lnTo>
                <a:lnTo>
                  <a:pt x="9531" y="13583"/>
                </a:lnTo>
                <a:lnTo>
                  <a:pt x="9531" y="12630"/>
                </a:lnTo>
                <a:moveTo>
                  <a:pt x="9531" y="13651"/>
                </a:moveTo>
                <a:lnTo>
                  <a:pt x="10430" y="13651"/>
                </a:lnTo>
                <a:lnTo>
                  <a:pt x="10430" y="14657"/>
                </a:lnTo>
                <a:lnTo>
                  <a:pt x="9531" y="14657"/>
                </a:lnTo>
                <a:lnTo>
                  <a:pt x="9531" y="13651"/>
                </a:lnTo>
                <a:moveTo>
                  <a:pt x="9531" y="14726"/>
                </a:moveTo>
                <a:lnTo>
                  <a:pt x="10430" y="14726"/>
                </a:lnTo>
                <a:lnTo>
                  <a:pt x="10430" y="15680"/>
                </a:lnTo>
                <a:lnTo>
                  <a:pt x="9531" y="15680"/>
                </a:lnTo>
                <a:lnTo>
                  <a:pt x="9531" y="14726"/>
                </a:lnTo>
                <a:moveTo>
                  <a:pt x="8403" y="55"/>
                </a:moveTo>
                <a:lnTo>
                  <a:pt x="9463" y="55"/>
                </a:lnTo>
                <a:lnTo>
                  <a:pt x="9463" y="1007"/>
                </a:lnTo>
                <a:lnTo>
                  <a:pt x="8403" y="1007"/>
                </a:lnTo>
                <a:lnTo>
                  <a:pt x="8403" y="55"/>
                </a:lnTo>
                <a:moveTo>
                  <a:pt x="8403" y="1076"/>
                </a:moveTo>
                <a:lnTo>
                  <a:pt x="9463" y="1076"/>
                </a:lnTo>
                <a:lnTo>
                  <a:pt x="9463" y="2082"/>
                </a:lnTo>
                <a:lnTo>
                  <a:pt x="8403" y="2082"/>
                </a:lnTo>
                <a:lnTo>
                  <a:pt x="8403" y="1076"/>
                </a:lnTo>
                <a:moveTo>
                  <a:pt x="8403" y="2150"/>
                </a:moveTo>
                <a:lnTo>
                  <a:pt x="9463" y="2150"/>
                </a:lnTo>
                <a:lnTo>
                  <a:pt x="9463" y="3104"/>
                </a:lnTo>
                <a:lnTo>
                  <a:pt x="8403" y="3104"/>
                </a:lnTo>
                <a:lnTo>
                  <a:pt x="8403" y="2150"/>
                </a:lnTo>
                <a:moveTo>
                  <a:pt x="8403" y="3172"/>
                </a:moveTo>
                <a:lnTo>
                  <a:pt x="9463" y="3172"/>
                </a:lnTo>
                <a:lnTo>
                  <a:pt x="9463" y="4178"/>
                </a:lnTo>
                <a:lnTo>
                  <a:pt x="8403" y="4178"/>
                </a:lnTo>
                <a:lnTo>
                  <a:pt x="8403" y="3172"/>
                </a:lnTo>
                <a:moveTo>
                  <a:pt x="8403" y="4247"/>
                </a:moveTo>
                <a:lnTo>
                  <a:pt x="9463" y="4247"/>
                </a:lnTo>
                <a:lnTo>
                  <a:pt x="9463" y="5200"/>
                </a:lnTo>
                <a:lnTo>
                  <a:pt x="8403" y="5200"/>
                </a:lnTo>
                <a:lnTo>
                  <a:pt x="8403" y="4247"/>
                </a:lnTo>
                <a:moveTo>
                  <a:pt x="8403" y="5268"/>
                </a:moveTo>
                <a:lnTo>
                  <a:pt x="9463" y="5268"/>
                </a:lnTo>
                <a:lnTo>
                  <a:pt x="9463" y="6274"/>
                </a:lnTo>
                <a:lnTo>
                  <a:pt x="8403" y="6274"/>
                </a:lnTo>
                <a:lnTo>
                  <a:pt x="8403" y="5268"/>
                </a:lnTo>
                <a:moveTo>
                  <a:pt x="8403" y="6342"/>
                </a:moveTo>
                <a:lnTo>
                  <a:pt x="9463" y="6342"/>
                </a:lnTo>
                <a:lnTo>
                  <a:pt x="9463" y="7296"/>
                </a:lnTo>
                <a:lnTo>
                  <a:pt x="8403" y="7296"/>
                </a:lnTo>
                <a:lnTo>
                  <a:pt x="8403" y="6342"/>
                </a:lnTo>
                <a:moveTo>
                  <a:pt x="8403" y="7364"/>
                </a:moveTo>
                <a:lnTo>
                  <a:pt x="9463" y="7364"/>
                </a:lnTo>
                <a:lnTo>
                  <a:pt x="9463" y="8369"/>
                </a:lnTo>
                <a:lnTo>
                  <a:pt x="8403" y="8369"/>
                </a:lnTo>
                <a:lnTo>
                  <a:pt x="8403" y="7364"/>
                </a:lnTo>
                <a:moveTo>
                  <a:pt x="8403" y="8438"/>
                </a:moveTo>
                <a:lnTo>
                  <a:pt x="9463" y="8438"/>
                </a:lnTo>
                <a:lnTo>
                  <a:pt x="9463" y="9391"/>
                </a:lnTo>
                <a:lnTo>
                  <a:pt x="8403" y="9391"/>
                </a:lnTo>
                <a:lnTo>
                  <a:pt x="8403" y="8438"/>
                </a:lnTo>
                <a:moveTo>
                  <a:pt x="8403" y="9459"/>
                </a:moveTo>
                <a:lnTo>
                  <a:pt x="9463" y="9459"/>
                </a:lnTo>
                <a:lnTo>
                  <a:pt x="9463" y="10465"/>
                </a:lnTo>
                <a:lnTo>
                  <a:pt x="8403" y="10465"/>
                </a:lnTo>
                <a:lnTo>
                  <a:pt x="8403" y="9459"/>
                </a:lnTo>
                <a:moveTo>
                  <a:pt x="8403" y="10533"/>
                </a:moveTo>
                <a:lnTo>
                  <a:pt x="9463" y="10533"/>
                </a:lnTo>
                <a:lnTo>
                  <a:pt x="9463" y="11487"/>
                </a:lnTo>
                <a:lnTo>
                  <a:pt x="8403" y="11487"/>
                </a:lnTo>
                <a:lnTo>
                  <a:pt x="8403" y="10533"/>
                </a:lnTo>
                <a:moveTo>
                  <a:pt x="8403" y="11556"/>
                </a:moveTo>
                <a:lnTo>
                  <a:pt x="9463" y="11556"/>
                </a:lnTo>
                <a:lnTo>
                  <a:pt x="9463" y="12561"/>
                </a:lnTo>
                <a:lnTo>
                  <a:pt x="8403" y="12561"/>
                </a:lnTo>
                <a:lnTo>
                  <a:pt x="8403" y="11556"/>
                </a:lnTo>
                <a:moveTo>
                  <a:pt x="8403" y="12630"/>
                </a:moveTo>
                <a:lnTo>
                  <a:pt x="9463" y="12630"/>
                </a:lnTo>
                <a:lnTo>
                  <a:pt x="9463" y="13583"/>
                </a:lnTo>
                <a:lnTo>
                  <a:pt x="8403" y="13583"/>
                </a:lnTo>
                <a:lnTo>
                  <a:pt x="8403" y="12630"/>
                </a:lnTo>
                <a:moveTo>
                  <a:pt x="8403" y="13651"/>
                </a:moveTo>
                <a:lnTo>
                  <a:pt x="9463" y="13651"/>
                </a:lnTo>
                <a:lnTo>
                  <a:pt x="9463" y="14657"/>
                </a:lnTo>
                <a:lnTo>
                  <a:pt x="8403" y="14657"/>
                </a:lnTo>
                <a:lnTo>
                  <a:pt x="8403" y="13651"/>
                </a:lnTo>
                <a:moveTo>
                  <a:pt x="8403" y="14726"/>
                </a:moveTo>
                <a:lnTo>
                  <a:pt x="9463" y="14726"/>
                </a:lnTo>
                <a:lnTo>
                  <a:pt x="9463" y="15680"/>
                </a:lnTo>
                <a:lnTo>
                  <a:pt x="8403" y="15680"/>
                </a:lnTo>
                <a:lnTo>
                  <a:pt x="8403" y="14726"/>
                </a:lnTo>
                <a:moveTo>
                  <a:pt x="7436" y="55"/>
                </a:moveTo>
                <a:lnTo>
                  <a:pt x="8335" y="55"/>
                </a:lnTo>
                <a:lnTo>
                  <a:pt x="8335" y="1007"/>
                </a:lnTo>
                <a:lnTo>
                  <a:pt x="7436" y="1007"/>
                </a:lnTo>
                <a:lnTo>
                  <a:pt x="7436" y="55"/>
                </a:lnTo>
                <a:moveTo>
                  <a:pt x="7436" y="1076"/>
                </a:moveTo>
                <a:lnTo>
                  <a:pt x="8335" y="1076"/>
                </a:lnTo>
                <a:lnTo>
                  <a:pt x="8335" y="2082"/>
                </a:lnTo>
                <a:lnTo>
                  <a:pt x="7436" y="2082"/>
                </a:lnTo>
                <a:lnTo>
                  <a:pt x="7436" y="1076"/>
                </a:lnTo>
                <a:moveTo>
                  <a:pt x="7436" y="2150"/>
                </a:moveTo>
                <a:lnTo>
                  <a:pt x="8335" y="2150"/>
                </a:lnTo>
                <a:lnTo>
                  <a:pt x="8335" y="3104"/>
                </a:lnTo>
                <a:lnTo>
                  <a:pt x="7436" y="3104"/>
                </a:lnTo>
                <a:lnTo>
                  <a:pt x="7436" y="2150"/>
                </a:lnTo>
                <a:moveTo>
                  <a:pt x="7436" y="3172"/>
                </a:moveTo>
                <a:lnTo>
                  <a:pt x="8335" y="3172"/>
                </a:lnTo>
                <a:lnTo>
                  <a:pt x="8335" y="4178"/>
                </a:lnTo>
                <a:lnTo>
                  <a:pt x="7436" y="4178"/>
                </a:lnTo>
                <a:lnTo>
                  <a:pt x="7436" y="3172"/>
                </a:lnTo>
                <a:moveTo>
                  <a:pt x="7436" y="4247"/>
                </a:moveTo>
                <a:lnTo>
                  <a:pt x="8335" y="4247"/>
                </a:lnTo>
                <a:lnTo>
                  <a:pt x="8335" y="5200"/>
                </a:lnTo>
                <a:lnTo>
                  <a:pt x="7436" y="5200"/>
                </a:lnTo>
                <a:lnTo>
                  <a:pt x="7436" y="4247"/>
                </a:lnTo>
                <a:moveTo>
                  <a:pt x="7436" y="5268"/>
                </a:moveTo>
                <a:lnTo>
                  <a:pt x="8335" y="5268"/>
                </a:lnTo>
                <a:lnTo>
                  <a:pt x="8335" y="6274"/>
                </a:lnTo>
                <a:lnTo>
                  <a:pt x="7436" y="6274"/>
                </a:lnTo>
                <a:lnTo>
                  <a:pt x="7436" y="5268"/>
                </a:lnTo>
                <a:moveTo>
                  <a:pt x="7436" y="6342"/>
                </a:moveTo>
                <a:lnTo>
                  <a:pt x="8335" y="6342"/>
                </a:lnTo>
                <a:lnTo>
                  <a:pt x="8335" y="7296"/>
                </a:lnTo>
                <a:lnTo>
                  <a:pt x="7436" y="7296"/>
                </a:lnTo>
                <a:lnTo>
                  <a:pt x="7436" y="6342"/>
                </a:lnTo>
                <a:moveTo>
                  <a:pt x="7436" y="7364"/>
                </a:moveTo>
                <a:lnTo>
                  <a:pt x="8335" y="7364"/>
                </a:lnTo>
                <a:lnTo>
                  <a:pt x="8335" y="8369"/>
                </a:lnTo>
                <a:lnTo>
                  <a:pt x="7436" y="8369"/>
                </a:lnTo>
                <a:lnTo>
                  <a:pt x="7436" y="7364"/>
                </a:lnTo>
                <a:moveTo>
                  <a:pt x="7436" y="8438"/>
                </a:moveTo>
                <a:lnTo>
                  <a:pt x="8335" y="8438"/>
                </a:lnTo>
                <a:lnTo>
                  <a:pt x="8335" y="9391"/>
                </a:lnTo>
                <a:lnTo>
                  <a:pt x="7436" y="9391"/>
                </a:lnTo>
                <a:lnTo>
                  <a:pt x="7436" y="8438"/>
                </a:lnTo>
                <a:moveTo>
                  <a:pt x="7436" y="9459"/>
                </a:moveTo>
                <a:lnTo>
                  <a:pt x="8335" y="9459"/>
                </a:lnTo>
                <a:lnTo>
                  <a:pt x="8335" y="10465"/>
                </a:lnTo>
                <a:lnTo>
                  <a:pt x="7436" y="10465"/>
                </a:lnTo>
                <a:lnTo>
                  <a:pt x="7436" y="9459"/>
                </a:lnTo>
                <a:moveTo>
                  <a:pt x="7436" y="10533"/>
                </a:moveTo>
                <a:lnTo>
                  <a:pt x="8335" y="10533"/>
                </a:lnTo>
                <a:lnTo>
                  <a:pt x="8335" y="11487"/>
                </a:lnTo>
                <a:lnTo>
                  <a:pt x="7436" y="11487"/>
                </a:lnTo>
                <a:lnTo>
                  <a:pt x="7436" y="10533"/>
                </a:lnTo>
                <a:moveTo>
                  <a:pt x="7436" y="11556"/>
                </a:moveTo>
                <a:lnTo>
                  <a:pt x="8335" y="11556"/>
                </a:lnTo>
                <a:lnTo>
                  <a:pt x="8335" y="12561"/>
                </a:lnTo>
                <a:lnTo>
                  <a:pt x="7436" y="12561"/>
                </a:lnTo>
                <a:lnTo>
                  <a:pt x="7436" y="11556"/>
                </a:lnTo>
                <a:moveTo>
                  <a:pt x="7436" y="12630"/>
                </a:moveTo>
                <a:lnTo>
                  <a:pt x="8335" y="12630"/>
                </a:lnTo>
                <a:lnTo>
                  <a:pt x="8335" y="13583"/>
                </a:lnTo>
                <a:lnTo>
                  <a:pt x="7436" y="13583"/>
                </a:lnTo>
                <a:lnTo>
                  <a:pt x="7436" y="12630"/>
                </a:lnTo>
                <a:moveTo>
                  <a:pt x="7436" y="13651"/>
                </a:moveTo>
                <a:lnTo>
                  <a:pt x="8335" y="13651"/>
                </a:lnTo>
                <a:lnTo>
                  <a:pt x="8335" y="14657"/>
                </a:lnTo>
                <a:lnTo>
                  <a:pt x="7436" y="14657"/>
                </a:lnTo>
                <a:lnTo>
                  <a:pt x="7436" y="13651"/>
                </a:lnTo>
                <a:moveTo>
                  <a:pt x="7436" y="14726"/>
                </a:moveTo>
                <a:lnTo>
                  <a:pt x="8335" y="14726"/>
                </a:lnTo>
                <a:lnTo>
                  <a:pt x="8335" y="15680"/>
                </a:lnTo>
                <a:lnTo>
                  <a:pt x="7436" y="15680"/>
                </a:lnTo>
                <a:lnTo>
                  <a:pt x="7436" y="14726"/>
                </a:lnTo>
                <a:moveTo>
                  <a:pt x="6308" y="55"/>
                </a:moveTo>
                <a:lnTo>
                  <a:pt x="7366" y="55"/>
                </a:lnTo>
                <a:lnTo>
                  <a:pt x="7366" y="1007"/>
                </a:lnTo>
                <a:lnTo>
                  <a:pt x="6308" y="1007"/>
                </a:lnTo>
                <a:lnTo>
                  <a:pt x="6308" y="55"/>
                </a:lnTo>
                <a:moveTo>
                  <a:pt x="6308" y="1076"/>
                </a:moveTo>
                <a:lnTo>
                  <a:pt x="7366" y="1076"/>
                </a:lnTo>
                <a:lnTo>
                  <a:pt x="7366" y="2082"/>
                </a:lnTo>
                <a:lnTo>
                  <a:pt x="6308" y="2082"/>
                </a:lnTo>
                <a:lnTo>
                  <a:pt x="6308" y="1076"/>
                </a:lnTo>
                <a:moveTo>
                  <a:pt x="6308" y="2150"/>
                </a:moveTo>
                <a:lnTo>
                  <a:pt x="7366" y="2150"/>
                </a:lnTo>
                <a:lnTo>
                  <a:pt x="7366" y="3104"/>
                </a:lnTo>
                <a:lnTo>
                  <a:pt x="6308" y="3104"/>
                </a:lnTo>
                <a:lnTo>
                  <a:pt x="6308" y="2150"/>
                </a:lnTo>
                <a:moveTo>
                  <a:pt x="6308" y="3172"/>
                </a:moveTo>
                <a:lnTo>
                  <a:pt x="7366" y="3172"/>
                </a:lnTo>
                <a:lnTo>
                  <a:pt x="7366" y="4178"/>
                </a:lnTo>
                <a:lnTo>
                  <a:pt x="6308" y="4178"/>
                </a:lnTo>
                <a:lnTo>
                  <a:pt x="6308" y="3172"/>
                </a:lnTo>
                <a:moveTo>
                  <a:pt x="6308" y="4247"/>
                </a:moveTo>
                <a:lnTo>
                  <a:pt x="7366" y="4247"/>
                </a:lnTo>
                <a:lnTo>
                  <a:pt x="7366" y="5200"/>
                </a:lnTo>
                <a:lnTo>
                  <a:pt x="6308" y="5200"/>
                </a:lnTo>
                <a:lnTo>
                  <a:pt x="6308" y="4247"/>
                </a:lnTo>
                <a:moveTo>
                  <a:pt x="6308" y="5268"/>
                </a:moveTo>
                <a:lnTo>
                  <a:pt x="7366" y="5268"/>
                </a:lnTo>
                <a:lnTo>
                  <a:pt x="7366" y="6274"/>
                </a:lnTo>
                <a:lnTo>
                  <a:pt x="6308" y="6274"/>
                </a:lnTo>
                <a:lnTo>
                  <a:pt x="6308" y="5268"/>
                </a:lnTo>
                <a:moveTo>
                  <a:pt x="6308" y="6342"/>
                </a:moveTo>
                <a:lnTo>
                  <a:pt x="7366" y="6342"/>
                </a:lnTo>
                <a:lnTo>
                  <a:pt x="7366" y="7296"/>
                </a:lnTo>
                <a:lnTo>
                  <a:pt x="6308" y="7296"/>
                </a:lnTo>
                <a:lnTo>
                  <a:pt x="6308" y="6342"/>
                </a:lnTo>
                <a:moveTo>
                  <a:pt x="6308" y="7364"/>
                </a:moveTo>
                <a:lnTo>
                  <a:pt x="7366" y="7364"/>
                </a:lnTo>
                <a:lnTo>
                  <a:pt x="7366" y="8369"/>
                </a:lnTo>
                <a:lnTo>
                  <a:pt x="6308" y="8369"/>
                </a:lnTo>
                <a:lnTo>
                  <a:pt x="6308" y="7364"/>
                </a:lnTo>
                <a:moveTo>
                  <a:pt x="6308" y="8438"/>
                </a:moveTo>
                <a:lnTo>
                  <a:pt x="7366" y="8438"/>
                </a:lnTo>
                <a:lnTo>
                  <a:pt x="7366" y="9391"/>
                </a:lnTo>
                <a:lnTo>
                  <a:pt x="6308" y="9391"/>
                </a:lnTo>
                <a:lnTo>
                  <a:pt x="6308" y="8438"/>
                </a:lnTo>
                <a:moveTo>
                  <a:pt x="6308" y="9459"/>
                </a:moveTo>
                <a:lnTo>
                  <a:pt x="7366" y="9459"/>
                </a:lnTo>
                <a:lnTo>
                  <a:pt x="7366" y="10465"/>
                </a:lnTo>
                <a:lnTo>
                  <a:pt x="6308" y="10465"/>
                </a:lnTo>
                <a:lnTo>
                  <a:pt x="6308" y="9459"/>
                </a:lnTo>
                <a:moveTo>
                  <a:pt x="6308" y="10533"/>
                </a:moveTo>
                <a:lnTo>
                  <a:pt x="7366" y="10533"/>
                </a:lnTo>
                <a:lnTo>
                  <a:pt x="7366" y="11487"/>
                </a:lnTo>
                <a:lnTo>
                  <a:pt x="6308" y="11487"/>
                </a:lnTo>
                <a:lnTo>
                  <a:pt x="6308" y="10533"/>
                </a:lnTo>
                <a:moveTo>
                  <a:pt x="6308" y="11556"/>
                </a:moveTo>
                <a:lnTo>
                  <a:pt x="7366" y="11556"/>
                </a:lnTo>
                <a:lnTo>
                  <a:pt x="7366" y="12561"/>
                </a:lnTo>
                <a:lnTo>
                  <a:pt x="6308" y="12561"/>
                </a:lnTo>
                <a:lnTo>
                  <a:pt x="6308" y="11556"/>
                </a:lnTo>
                <a:moveTo>
                  <a:pt x="6308" y="12630"/>
                </a:moveTo>
                <a:lnTo>
                  <a:pt x="7366" y="12630"/>
                </a:lnTo>
                <a:lnTo>
                  <a:pt x="7366" y="13583"/>
                </a:lnTo>
                <a:lnTo>
                  <a:pt x="6308" y="13583"/>
                </a:lnTo>
                <a:lnTo>
                  <a:pt x="6308" y="12630"/>
                </a:lnTo>
                <a:moveTo>
                  <a:pt x="6308" y="13651"/>
                </a:moveTo>
                <a:lnTo>
                  <a:pt x="7366" y="13651"/>
                </a:lnTo>
                <a:lnTo>
                  <a:pt x="7366" y="14657"/>
                </a:lnTo>
                <a:lnTo>
                  <a:pt x="6308" y="14657"/>
                </a:lnTo>
                <a:lnTo>
                  <a:pt x="6308" y="13651"/>
                </a:lnTo>
                <a:moveTo>
                  <a:pt x="6308" y="14726"/>
                </a:moveTo>
                <a:lnTo>
                  <a:pt x="7366" y="14726"/>
                </a:lnTo>
                <a:lnTo>
                  <a:pt x="7366" y="15680"/>
                </a:lnTo>
                <a:lnTo>
                  <a:pt x="6308" y="15680"/>
                </a:lnTo>
                <a:lnTo>
                  <a:pt x="6308" y="14726"/>
                </a:lnTo>
                <a:moveTo>
                  <a:pt x="5339" y="55"/>
                </a:moveTo>
                <a:lnTo>
                  <a:pt x="6238" y="55"/>
                </a:lnTo>
                <a:lnTo>
                  <a:pt x="6238" y="1007"/>
                </a:lnTo>
                <a:lnTo>
                  <a:pt x="5339" y="1007"/>
                </a:lnTo>
                <a:lnTo>
                  <a:pt x="5339" y="55"/>
                </a:lnTo>
                <a:moveTo>
                  <a:pt x="5339" y="1076"/>
                </a:moveTo>
                <a:lnTo>
                  <a:pt x="6238" y="1076"/>
                </a:lnTo>
                <a:lnTo>
                  <a:pt x="6238" y="2082"/>
                </a:lnTo>
                <a:lnTo>
                  <a:pt x="5339" y="2082"/>
                </a:lnTo>
                <a:lnTo>
                  <a:pt x="5339" y="1076"/>
                </a:lnTo>
                <a:moveTo>
                  <a:pt x="5339" y="2150"/>
                </a:moveTo>
                <a:lnTo>
                  <a:pt x="6238" y="2150"/>
                </a:lnTo>
                <a:lnTo>
                  <a:pt x="6238" y="3104"/>
                </a:lnTo>
                <a:lnTo>
                  <a:pt x="5339" y="3104"/>
                </a:lnTo>
                <a:lnTo>
                  <a:pt x="5339" y="2150"/>
                </a:lnTo>
                <a:moveTo>
                  <a:pt x="5339" y="3172"/>
                </a:moveTo>
                <a:lnTo>
                  <a:pt x="6238" y="3172"/>
                </a:lnTo>
                <a:lnTo>
                  <a:pt x="6238" y="4178"/>
                </a:lnTo>
                <a:lnTo>
                  <a:pt x="5339" y="4178"/>
                </a:lnTo>
                <a:lnTo>
                  <a:pt x="5339" y="3172"/>
                </a:lnTo>
                <a:moveTo>
                  <a:pt x="5339" y="4247"/>
                </a:moveTo>
                <a:lnTo>
                  <a:pt x="6238" y="4247"/>
                </a:lnTo>
                <a:lnTo>
                  <a:pt x="6238" y="5200"/>
                </a:lnTo>
                <a:lnTo>
                  <a:pt x="5339" y="5200"/>
                </a:lnTo>
                <a:lnTo>
                  <a:pt x="5339" y="4247"/>
                </a:lnTo>
                <a:moveTo>
                  <a:pt x="5339" y="5268"/>
                </a:moveTo>
                <a:lnTo>
                  <a:pt x="6238" y="5268"/>
                </a:lnTo>
                <a:lnTo>
                  <a:pt x="6238" y="6274"/>
                </a:lnTo>
                <a:lnTo>
                  <a:pt x="5339" y="6274"/>
                </a:lnTo>
                <a:lnTo>
                  <a:pt x="5339" y="5268"/>
                </a:lnTo>
                <a:moveTo>
                  <a:pt x="5339" y="6342"/>
                </a:moveTo>
                <a:lnTo>
                  <a:pt x="6238" y="6342"/>
                </a:lnTo>
                <a:lnTo>
                  <a:pt x="6238" y="7296"/>
                </a:lnTo>
                <a:lnTo>
                  <a:pt x="5339" y="7296"/>
                </a:lnTo>
                <a:lnTo>
                  <a:pt x="5339" y="6342"/>
                </a:lnTo>
                <a:moveTo>
                  <a:pt x="5339" y="7364"/>
                </a:moveTo>
                <a:lnTo>
                  <a:pt x="6238" y="7364"/>
                </a:lnTo>
                <a:lnTo>
                  <a:pt x="6238" y="8369"/>
                </a:lnTo>
                <a:lnTo>
                  <a:pt x="5339" y="8369"/>
                </a:lnTo>
                <a:lnTo>
                  <a:pt x="5339" y="7364"/>
                </a:lnTo>
                <a:moveTo>
                  <a:pt x="5339" y="8438"/>
                </a:moveTo>
                <a:lnTo>
                  <a:pt x="6238" y="8438"/>
                </a:lnTo>
                <a:lnTo>
                  <a:pt x="6238" y="9391"/>
                </a:lnTo>
                <a:lnTo>
                  <a:pt x="5339" y="9391"/>
                </a:lnTo>
                <a:lnTo>
                  <a:pt x="5339" y="8438"/>
                </a:lnTo>
                <a:moveTo>
                  <a:pt x="5339" y="9459"/>
                </a:moveTo>
                <a:lnTo>
                  <a:pt x="6238" y="9459"/>
                </a:lnTo>
                <a:lnTo>
                  <a:pt x="6238" y="10465"/>
                </a:lnTo>
                <a:lnTo>
                  <a:pt x="5339" y="10465"/>
                </a:lnTo>
                <a:lnTo>
                  <a:pt x="5339" y="9459"/>
                </a:lnTo>
                <a:moveTo>
                  <a:pt x="5339" y="10533"/>
                </a:moveTo>
                <a:lnTo>
                  <a:pt x="6238" y="10533"/>
                </a:lnTo>
                <a:lnTo>
                  <a:pt x="6238" y="11487"/>
                </a:lnTo>
                <a:lnTo>
                  <a:pt x="5339" y="11487"/>
                </a:lnTo>
                <a:lnTo>
                  <a:pt x="5339" y="10533"/>
                </a:lnTo>
                <a:moveTo>
                  <a:pt x="5339" y="11556"/>
                </a:moveTo>
                <a:lnTo>
                  <a:pt x="6238" y="11556"/>
                </a:lnTo>
                <a:lnTo>
                  <a:pt x="6238" y="12561"/>
                </a:lnTo>
                <a:lnTo>
                  <a:pt x="5339" y="12561"/>
                </a:lnTo>
                <a:lnTo>
                  <a:pt x="5339" y="11556"/>
                </a:lnTo>
                <a:moveTo>
                  <a:pt x="5339" y="12630"/>
                </a:moveTo>
                <a:lnTo>
                  <a:pt x="6238" y="12630"/>
                </a:lnTo>
                <a:lnTo>
                  <a:pt x="6238" y="13583"/>
                </a:lnTo>
                <a:lnTo>
                  <a:pt x="5339" y="13583"/>
                </a:lnTo>
                <a:lnTo>
                  <a:pt x="5339" y="12630"/>
                </a:lnTo>
                <a:moveTo>
                  <a:pt x="5339" y="13651"/>
                </a:moveTo>
                <a:lnTo>
                  <a:pt x="6238" y="13651"/>
                </a:lnTo>
                <a:lnTo>
                  <a:pt x="6238" y="14657"/>
                </a:lnTo>
                <a:lnTo>
                  <a:pt x="5339" y="14657"/>
                </a:lnTo>
                <a:lnTo>
                  <a:pt x="5339" y="13651"/>
                </a:lnTo>
                <a:moveTo>
                  <a:pt x="5339" y="14726"/>
                </a:moveTo>
                <a:lnTo>
                  <a:pt x="6238" y="14726"/>
                </a:lnTo>
                <a:lnTo>
                  <a:pt x="6238" y="15680"/>
                </a:lnTo>
                <a:lnTo>
                  <a:pt x="5339" y="15680"/>
                </a:lnTo>
                <a:lnTo>
                  <a:pt x="5339" y="14726"/>
                </a:lnTo>
                <a:moveTo>
                  <a:pt x="4211" y="55"/>
                </a:moveTo>
                <a:lnTo>
                  <a:pt x="5271" y="55"/>
                </a:lnTo>
                <a:lnTo>
                  <a:pt x="5271" y="1007"/>
                </a:lnTo>
                <a:lnTo>
                  <a:pt x="4211" y="1007"/>
                </a:lnTo>
                <a:lnTo>
                  <a:pt x="4211" y="55"/>
                </a:lnTo>
                <a:moveTo>
                  <a:pt x="4211" y="1076"/>
                </a:moveTo>
                <a:lnTo>
                  <a:pt x="5271" y="1076"/>
                </a:lnTo>
                <a:lnTo>
                  <a:pt x="5271" y="2082"/>
                </a:lnTo>
                <a:lnTo>
                  <a:pt x="4211" y="2082"/>
                </a:lnTo>
                <a:lnTo>
                  <a:pt x="4211" y="1076"/>
                </a:lnTo>
                <a:moveTo>
                  <a:pt x="4211" y="2150"/>
                </a:moveTo>
                <a:lnTo>
                  <a:pt x="5271" y="2150"/>
                </a:lnTo>
                <a:lnTo>
                  <a:pt x="5271" y="3104"/>
                </a:lnTo>
                <a:lnTo>
                  <a:pt x="4211" y="3104"/>
                </a:lnTo>
                <a:lnTo>
                  <a:pt x="4211" y="2150"/>
                </a:lnTo>
                <a:moveTo>
                  <a:pt x="4211" y="3172"/>
                </a:moveTo>
                <a:lnTo>
                  <a:pt x="5271" y="3172"/>
                </a:lnTo>
                <a:lnTo>
                  <a:pt x="5271" y="4178"/>
                </a:lnTo>
                <a:lnTo>
                  <a:pt x="4211" y="4178"/>
                </a:lnTo>
                <a:lnTo>
                  <a:pt x="4211" y="3172"/>
                </a:lnTo>
                <a:moveTo>
                  <a:pt x="4211" y="4247"/>
                </a:moveTo>
                <a:lnTo>
                  <a:pt x="5271" y="4247"/>
                </a:lnTo>
                <a:lnTo>
                  <a:pt x="5271" y="5200"/>
                </a:lnTo>
                <a:lnTo>
                  <a:pt x="4211" y="5200"/>
                </a:lnTo>
                <a:lnTo>
                  <a:pt x="4211" y="4247"/>
                </a:lnTo>
                <a:moveTo>
                  <a:pt x="4211" y="5268"/>
                </a:moveTo>
                <a:lnTo>
                  <a:pt x="5271" y="5268"/>
                </a:lnTo>
                <a:lnTo>
                  <a:pt x="5271" y="6274"/>
                </a:lnTo>
                <a:lnTo>
                  <a:pt x="4211" y="6274"/>
                </a:lnTo>
                <a:lnTo>
                  <a:pt x="4211" y="5268"/>
                </a:lnTo>
                <a:moveTo>
                  <a:pt x="4211" y="6342"/>
                </a:moveTo>
                <a:lnTo>
                  <a:pt x="5271" y="6342"/>
                </a:lnTo>
                <a:lnTo>
                  <a:pt x="5271" y="7296"/>
                </a:lnTo>
                <a:lnTo>
                  <a:pt x="4211" y="7296"/>
                </a:lnTo>
                <a:lnTo>
                  <a:pt x="4211" y="6342"/>
                </a:lnTo>
                <a:moveTo>
                  <a:pt x="4211" y="7364"/>
                </a:moveTo>
                <a:lnTo>
                  <a:pt x="5271" y="7364"/>
                </a:lnTo>
                <a:lnTo>
                  <a:pt x="5271" y="8369"/>
                </a:lnTo>
                <a:lnTo>
                  <a:pt x="4211" y="8369"/>
                </a:lnTo>
                <a:lnTo>
                  <a:pt x="4211" y="7364"/>
                </a:lnTo>
                <a:moveTo>
                  <a:pt x="4211" y="8438"/>
                </a:moveTo>
                <a:lnTo>
                  <a:pt x="5271" y="8438"/>
                </a:lnTo>
                <a:lnTo>
                  <a:pt x="5271" y="9391"/>
                </a:lnTo>
                <a:lnTo>
                  <a:pt x="4211" y="9391"/>
                </a:lnTo>
                <a:lnTo>
                  <a:pt x="4211" y="8438"/>
                </a:lnTo>
                <a:moveTo>
                  <a:pt x="4211" y="9459"/>
                </a:moveTo>
                <a:lnTo>
                  <a:pt x="5271" y="9459"/>
                </a:lnTo>
                <a:lnTo>
                  <a:pt x="5271" y="10465"/>
                </a:lnTo>
                <a:lnTo>
                  <a:pt x="4211" y="10465"/>
                </a:lnTo>
                <a:lnTo>
                  <a:pt x="4211" y="9459"/>
                </a:lnTo>
                <a:moveTo>
                  <a:pt x="4211" y="10533"/>
                </a:moveTo>
                <a:lnTo>
                  <a:pt x="5271" y="10533"/>
                </a:lnTo>
                <a:lnTo>
                  <a:pt x="5271" y="11487"/>
                </a:lnTo>
                <a:lnTo>
                  <a:pt x="4211" y="11487"/>
                </a:lnTo>
                <a:lnTo>
                  <a:pt x="4211" y="10533"/>
                </a:lnTo>
                <a:moveTo>
                  <a:pt x="4211" y="11556"/>
                </a:moveTo>
                <a:lnTo>
                  <a:pt x="5271" y="11556"/>
                </a:lnTo>
                <a:lnTo>
                  <a:pt x="5271" y="12561"/>
                </a:lnTo>
                <a:lnTo>
                  <a:pt x="4211" y="12561"/>
                </a:lnTo>
                <a:lnTo>
                  <a:pt x="4211" y="11556"/>
                </a:lnTo>
                <a:moveTo>
                  <a:pt x="4211" y="12630"/>
                </a:moveTo>
                <a:lnTo>
                  <a:pt x="5271" y="12630"/>
                </a:lnTo>
                <a:lnTo>
                  <a:pt x="5271" y="13583"/>
                </a:lnTo>
                <a:lnTo>
                  <a:pt x="4211" y="13583"/>
                </a:lnTo>
                <a:lnTo>
                  <a:pt x="4211" y="12630"/>
                </a:lnTo>
                <a:moveTo>
                  <a:pt x="4211" y="13651"/>
                </a:moveTo>
                <a:lnTo>
                  <a:pt x="5271" y="13651"/>
                </a:lnTo>
                <a:lnTo>
                  <a:pt x="5271" y="14657"/>
                </a:lnTo>
                <a:lnTo>
                  <a:pt x="4211" y="14657"/>
                </a:lnTo>
                <a:lnTo>
                  <a:pt x="4211" y="13651"/>
                </a:lnTo>
                <a:moveTo>
                  <a:pt x="4211" y="14726"/>
                </a:moveTo>
                <a:lnTo>
                  <a:pt x="5271" y="14726"/>
                </a:lnTo>
                <a:lnTo>
                  <a:pt x="5271" y="15680"/>
                </a:lnTo>
                <a:lnTo>
                  <a:pt x="4211" y="15680"/>
                </a:lnTo>
                <a:lnTo>
                  <a:pt x="4211" y="14726"/>
                </a:lnTo>
                <a:moveTo>
                  <a:pt x="3244" y="55"/>
                </a:moveTo>
                <a:lnTo>
                  <a:pt x="4143" y="55"/>
                </a:lnTo>
                <a:lnTo>
                  <a:pt x="4143" y="1007"/>
                </a:lnTo>
                <a:lnTo>
                  <a:pt x="3244" y="1007"/>
                </a:lnTo>
                <a:lnTo>
                  <a:pt x="3244" y="55"/>
                </a:lnTo>
                <a:moveTo>
                  <a:pt x="3244" y="1076"/>
                </a:moveTo>
                <a:lnTo>
                  <a:pt x="4143" y="1076"/>
                </a:lnTo>
                <a:lnTo>
                  <a:pt x="4143" y="2082"/>
                </a:lnTo>
                <a:lnTo>
                  <a:pt x="3244" y="2082"/>
                </a:lnTo>
                <a:lnTo>
                  <a:pt x="3244" y="1076"/>
                </a:lnTo>
                <a:moveTo>
                  <a:pt x="3244" y="2150"/>
                </a:moveTo>
                <a:lnTo>
                  <a:pt x="4143" y="2150"/>
                </a:lnTo>
                <a:lnTo>
                  <a:pt x="4143" y="3104"/>
                </a:lnTo>
                <a:lnTo>
                  <a:pt x="3244" y="3104"/>
                </a:lnTo>
                <a:lnTo>
                  <a:pt x="3244" y="2150"/>
                </a:lnTo>
                <a:moveTo>
                  <a:pt x="3244" y="3172"/>
                </a:moveTo>
                <a:lnTo>
                  <a:pt x="4143" y="3172"/>
                </a:lnTo>
                <a:lnTo>
                  <a:pt x="4143" y="4178"/>
                </a:lnTo>
                <a:lnTo>
                  <a:pt x="3244" y="4178"/>
                </a:lnTo>
                <a:lnTo>
                  <a:pt x="3244" y="3172"/>
                </a:lnTo>
                <a:moveTo>
                  <a:pt x="3244" y="4247"/>
                </a:moveTo>
                <a:lnTo>
                  <a:pt x="4143" y="4247"/>
                </a:lnTo>
                <a:lnTo>
                  <a:pt x="4143" y="5200"/>
                </a:lnTo>
                <a:lnTo>
                  <a:pt x="3244" y="5200"/>
                </a:lnTo>
                <a:lnTo>
                  <a:pt x="3244" y="4247"/>
                </a:lnTo>
                <a:moveTo>
                  <a:pt x="3244" y="5268"/>
                </a:moveTo>
                <a:lnTo>
                  <a:pt x="4143" y="5268"/>
                </a:lnTo>
                <a:lnTo>
                  <a:pt x="4143" y="6274"/>
                </a:lnTo>
                <a:lnTo>
                  <a:pt x="3244" y="6274"/>
                </a:lnTo>
                <a:lnTo>
                  <a:pt x="3244" y="5268"/>
                </a:lnTo>
                <a:moveTo>
                  <a:pt x="3244" y="6342"/>
                </a:moveTo>
                <a:lnTo>
                  <a:pt x="4143" y="6342"/>
                </a:lnTo>
                <a:lnTo>
                  <a:pt x="4143" y="7296"/>
                </a:lnTo>
                <a:lnTo>
                  <a:pt x="3244" y="7296"/>
                </a:lnTo>
                <a:lnTo>
                  <a:pt x="3244" y="6342"/>
                </a:lnTo>
                <a:moveTo>
                  <a:pt x="3244" y="7364"/>
                </a:moveTo>
                <a:lnTo>
                  <a:pt x="4143" y="7364"/>
                </a:lnTo>
                <a:lnTo>
                  <a:pt x="4143" y="8369"/>
                </a:lnTo>
                <a:lnTo>
                  <a:pt x="3244" y="8369"/>
                </a:lnTo>
                <a:lnTo>
                  <a:pt x="3244" y="7364"/>
                </a:lnTo>
                <a:moveTo>
                  <a:pt x="3244" y="8438"/>
                </a:moveTo>
                <a:lnTo>
                  <a:pt x="4143" y="8438"/>
                </a:lnTo>
                <a:lnTo>
                  <a:pt x="4143" y="9391"/>
                </a:lnTo>
                <a:lnTo>
                  <a:pt x="3244" y="9391"/>
                </a:lnTo>
                <a:lnTo>
                  <a:pt x="3244" y="8438"/>
                </a:lnTo>
                <a:moveTo>
                  <a:pt x="3244" y="9459"/>
                </a:moveTo>
                <a:lnTo>
                  <a:pt x="4143" y="9459"/>
                </a:lnTo>
                <a:lnTo>
                  <a:pt x="4143" y="10465"/>
                </a:lnTo>
                <a:lnTo>
                  <a:pt x="3244" y="10465"/>
                </a:lnTo>
                <a:lnTo>
                  <a:pt x="3244" y="9459"/>
                </a:lnTo>
                <a:moveTo>
                  <a:pt x="3244" y="10533"/>
                </a:moveTo>
                <a:lnTo>
                  <a:pt x="4143" y="10533"/>
                </a:lnTo>
                <a:lnTo>
                  <a:pt x="4143" y="11487"/>
                </a:lnTo>
                <a:lnTo>
                  <a:pt x="3244" y="11487"/>
                </a:lnTo>
                <a:lnTo>
                  <a:pt x="3244" y="10533"/>
                </a:lnTo>
                <a:moveTo>
                  <a:pt x="3244" y="11556"/>
                </a:moveTo>
                <a:lnTo>
                  <a:pt x="4143" y="11556"/>
                </a:lnTo>
                <a:lnTo>
                  <a:pt x="4143" y="12561"/>
                </a:lnTo>
                <a:lnTo>
                  <a:pt x="3244" y="12561"/>
                </a:lnTo>
                <a:lnTo>
                  <a:pt x="3244" y="11556"/>
                </a:lnTo>
                <a:moveTo>
                  <a:pt x="3244" y="12630"/>
                </a:moveTo>
                <a:lnTo>
                  <a:pt x="4143" y="12630"/>
                </a:lnTo>
                <a:lnTo>
                  <a:pt x="4143" y="13583"/>
                </a:lnTo>
                <a:lnTo>
                  <a:pt x="3244" y="13583"/>
                </a:lnTo>
                <a:lnTo>
                  <a:pt x="3244" y="12630"/>
                </a:lnTo>
                <a:moveTo>
                  <a:pt x="3244" y="13651"/>
                </a:moveTo>
                <a:lnTo>
                  <a:pt x="4143" y="13651"/>
                </a:lnTo>
                <a:lnTo>
                  <a:pt x="4143" y="14657"/>
                </a:lnTo>
                <a:lnTo>
                  <a:pt x="3244" y="14657"/>
                </a:lnTo>
                <a:lnTo>
                  <a:pt x="3244" y="13651"/>
                </a:lnTo>
                <a:moveTo>
                  <a:pt x="3244" y="14726"/>
                </a:moveTo>
                <a:lnTo>
                  <a:pt x="4143" y="14726"/>
                </a:lnTo>
                <a:lnTo>
                  <a:pt x="4143" y="15680"/>
                </a:lnTo>
                <a:lnTo>
                  <a:pt x="3244" y="15680"/>
                </a:lnTo>
                <a:lnTo>
                  <a:pt x="3244" y="14726"/>
                </a:lnTo>
                <a:moveTo>
                  <a:pt x="2115" y="55"/>
                </a:moveTo>
                <a:lnTo>
                  <a:pt x="3174" y="55"/>
                </a:lnTo>
                <a:lnTo>
                  <a:pt x="3174" y="1007"/>
                </a:lnTo>
                <a:lnTo>
                  <a:pt x="2115" y="1007"/>
                </a:lnTo>
                <a:lnTo>
                  <a:pt x="2115" y="55"/>
                </a:lnTo>
                <a:moveTo>
                  <a:pt x="2115" y="1076"/>
                </a:moveTo>
                <a:lnTo>
                  <a:pt x="3174" y="1076"/>
                </a:lnTo>
                <a:lnTo>
                  <a:pt x="3174" y="2082"/>
                </a:lnTo>
                <a:lnTo>
                  <a:pt x="2115" y="2082"/>
                </a:lnTo>
                <a:lnTo>
                  <a:pt x="2115" y="1076"/>
                </a:lnTo>
                <a:moveTo>
                  <a:pt x="2115" y="2150"/>
                </a:moveTo>
                <a:lnTo>
                  <a:pt x="3174" y="2150"/>
                </a:lnTo>
                <a:lnTo>
                  <a:pt x="3174" y="3104"/>
                </a:lnTo>
                <a:lnTo>
                  <a:pt x="2115" y="3104"/>
                </a:lnTo>
                <a:lnTo>
                  <a:pt x="2115" y="2150"/>
                </a:lnTo>
                <a:moveTo>
                  <a:pt x="2115" y="3172"/>
                </a:moveTo>
                <a:lnTo>
                  <a:pt x="3174" y="3172"/>
                </a:lnTo>
                <a:lnTo>
                  <a:pt x="3174" y="4178"/>
                </a:lnTo>
                <a:lnTo>
                  <a:pt x="2115" y="4178"/>
                </a:lnTo>
                <a:lnTo>
                  <a:pt x="2115" y="3172"/>
                </a:lnTo>
                <a:moveTo>
                  <a:pt x="2115" y="4247"/>
                </a:moveTo>
                <a:lnTo>
                  <a:pt x="3174" y="4247"/>
                </a:lnTo>
                <a:lnTo>
                  <a:pt x="3174" y="5200"/>
                </a:lnTo>
                <a:lnTo>
                  <a:pt x="2115" y="5200"/>
                </a:lnTo>
                <a:lnTo>
                  <a:pt x="2115" y="4247"/>
                </a:lnTo>
                <a:moveTo>
                  <a:pt x="2115" y="5268"/>
                </a:moveTo>
                <a:lnTo>
                  <a:pt x="3174" y="5268"/>
                </a:lnTo>
                <a:lnTo>
                  <a:pt x="3174" y="6274"/>
                </a:lnTo>
                <a:lnTo>
                  <a:pt x="2115" y="6274"/>
                </a:lnTo>
                <a:lnTo>
                  <a:pt x="2115" y="5268"/>
                </a:lnTo>
                <a:moveTo>
                  <a:pt x="2115" y="6342"/>
                </a:moveTo>
                <a:lnTo>
                  <a:pt x="3174" y="6342"/>
                </a:lnTo>
                <a:lnTo>
                  <a:pt x="3174" y="7296"/>
                </a:lnTo>
                <a:lnTo>
                  <a:pt x="2115" y="7296"/>
                </a:lnTo>
                <a:lnTo>
                  <a:pt x="2115" y="6342"/>
                </a:lnTo>
                <a:moveTo>
                  <a:pt x="2115" y="7364"/>
                </a:moveTo>
                <a:lnTo>
                  <a:pt x="3174" y="7364"/>
                </a:lnTo>
                <a:lnTo>
                  <a:pt x="3174" y="8369"/>
                </a:lnTo>
                <a:lnTo>
                  <a:pt x="2115" y="8369"/>
                </a:lnTo>
                <a:lnTo>
                  <a:pt x="2115" y="7364"/>
                </a:lnTo>
                <a:moveTo>
                  <a:pt x="2115" y="8438"/>
                </a:moveTo>
                <a:lnTo>
                  <a:pt x="3174" y="8438"/>
                </a:lnTo>
                <a:lnTo>
                  <a:pt x="3174" y="9391"/>
                </a:lnTo>
                <a:lnTo>
                  <a:pt x="2115" y="9391"/>
                </a:lnTo>
                <a:lnTo>
                  <a:pt x="2115" y="8438"/>
                </a:lnTo>
                <a:moveTo>
                  <a:pt x="2115" y="9459"/>
                </a:moveTo>
                <a:lnTo>
                  <a:pt x="3174" y="9459"/>
                </a:lnTo>
                <a:lnTo>
                  <a:pt x="3174" y="10465"/>
                </a:lnTo>
                <a:lnTo>
                  <a:pt x="2115" y="10465"/>
                </a:lnTo>
                <a:lnTo>
                  <a:pt x="2115" y="9459"/>
                </a:lnTo>
                <a:moveTo>
                  <a:pt x="2115" y="10533"/>
                </a:moveTo>
                <a:lnTo>
                  <a:pt x="3174" y="10533"/>
                </a:lnTo>
                <a:lnTo>
                  <a:pt x="3174" y="11487"/>
                </a:lnTo>
                <a:lnTo>
                  <a:pt x="2115" y="11487"/>
                </a:lnTo>
                <a:lnTo>
                  <a:pt x="2115" y="10533"/>
                </a:lnTo>
                <a:moveTo>
                  <a:pt x="2115" y="11556"/>
                </a:moveTo>
                <a:lnTo>
                  <a:pt x="3174" y="11556"/>
                </a:lnTo>
                <a:lnTo>
                  <a:pt x="3174" y="12561"/>
                </a:lnTo>
                <a:lnTo>
                  <a:pt x="2115" y="12561"/>
                </a:lnTo>
                <a:lnTo>
                  <a:pt x="2115" y="11556"/>
                </a:lnTo>
                <a:moveTo>
                  <a:pt x="2115" y="12630"/>
                </a:moveTo>
                <a:lnTo>
                  <a:pt x="3174" y="12630"/>
                </a:lnTo>
                <a:lnTo>
                  <a:pt x="3174" y="13583"/>
                </a:lnTo>
                <a:lnTo>
                  <a:pt x="2115" y="13583"/>
                </a:lnTo>
                <a:lnTo>
                  <a:pt x="2115" y="12630"/>
                </a:lnTo>
                <a:moveTo>
                  <a:pt x="2115" y="13651"/>
                </a:moveTo>
                <a:lnTo>
                  <a:pt x="3174" y="13651"/>
                </a:lnTo>
                <a:lnTo>
                  <a:pt x="3174" y="14657"/>
                </a:lnTo>
                <a:lnTo>
                  <a:pt x="2115" y="14657"/>
                </a:lnTo>
                <a:lnTo>
                  <a:pt x="2115" y="13651"/>
                </a:lnTo>
                <a:moveTo>
                  <a:pt x="2115" y="14726"/>
                </a:moveTo>
                <a:lnTo>
                  <a:pt x="3174" y="14726"/>
                </a:lnTo>
                <a:lnTo>
                  <a:pt x="3174" y="15680"/>
                </a:lnTo>
                <a:lnTo>
                  <a:pt x="2115" y="15680"/>
                </a:lnTo>
                <a:lnTo>
                  <a:pt x="2115" y="14726"/>
                </a:lnTo>
                <a:moveTo>
                  <a:pt x="1147" y="55"/>
                </a:moveTo>
                <a:lnTo>
                  <a:pt x="2046" y="55"/>
                </a:lnTo>
                <a:lnTo>
                  <a:pt x="2046" y="1007"/>
                </a:lnTo>
                <a:lnTo>
                  <a:pt x="1147" y="1007"/>
                </a:lnTo>
                <a:lnTo>
                  <a:pt x="1147" y="55"/>
                </a:lnTo>
                <a:moveTo>
                  <a:pt x="1147" y="1076"/>
                </a:moveTo>
                <a:lnTo>
                  <a:pt x="2046" y="1076"/>
                </a:lnTo>
                <a:lnTo>
                  <a:pt x="2046" y="2082"/>
                </a:lnTo>
                <a:lnTo>
                  <a:pt x="1147" y="2082"/>
                </a:lnTo>
                <a:lnTo>
                  <a:pt x="1147" y="1076"/>
                </a:lnTo>
                <a:moveTo>
                  <a:pt x="1147" y="2150"/>
                </a:moveTo>
                <a:lnTo>
                  <a:pt x="2046" y="2150"/>
                </a:lnTo>
                <a:lnTo>
                  <a:pt x="2046" y="3104"/>
                </a:lnTo>
                <a:lnTo>
                  <a:pt x="1147" y="3104"/>
                </a:lnTo>
                <a:lnTo>
                  <a:pt x="1147" y="2150"/>
                </a:lnTo>
                <a:moveTo>
                  <a:pt x="1147" y="3172"/>
                </a:moveTo>
                <a:lnTo>
                  <a:pt x="2046" y="3172"/>
                </a:lnTo>
                <a:lnTo>
                  <a:pt x="2046" y="4178"/>
                </a:lnTo>
                <a:lnTo>
                  <a:pt x="1147" y="4178"/>
                </a:lnTo>
                <a:lnTo>
                  <a:pt x="1147" y="3172"/>
                </a:lnTo>
                <a:moveTo>
                  <a:pt x="1147" y="4247"/>
                </a:moveTo>
                <a:lnTo>
                  <a:pt x="2046" y="4247"/>
                </a:lnTo>
                <a:lnTo>
                  <a:pt x="2046" y="5200"/>
                </a:lnTo>
                <a:lnTo>
                  <a:pt x="1147" y="5200"/>
                </a:lnTo>
                <a:lnTo>
                  <a:pt x="1147" y="4247"/>
                </a:lnTo>
                <a:moveTo>
                  <a:pt x="1147" y="5268"/>
                </a:moveTo>
                <a:lnTo>
                  <a:pt x="2046" y="5268"/>
                </a:lnTo>
                <a:lnTo>
                  <a:pt x="2046" y="6274"/>
                </a:lnTo>
                <a:lnTo>
                  <a:pt x="1147" y="6274"/>
                </a:lnTo>
                <a:lnTo>
                  <a:pt x="1147" y="5268"/>
                </a:lnTo>
                <a:moveTo>
                  <a:pt x="1147" y="6342"/>
                </a:moveTo>
                <a:lnTo>
                  <a:pt x="2046" y="6342"/>
                </a:lnTo>
                <a:lnTo>
                  <a:pt x="2046" y="7296"/>
                </a:lnTo>
                <a:lnTo>
                  <a:pt x="1147" y="7296"/>
                </a:lnTo>
                <a:lnTo>
                  <a:pt x="1147" y="6342"/>
                </a:lnTo>
                <a:moveTo>
                  <a:pt x="1147" y="7364"/>
                </a:moveTo>
                <a:lnTo>
                  <a:pt x="2046" y="7364"/>
                </a:lnTo>
                <a:lnTo>
                  <a:pt x="2046" y="8369"/>
                </a:lnTo>
                <a:lnTo>
                  <a:pt x="1147" y="8369"/>
                </a:lnTo>
                <a:lnTo>
                  <a:pt x="1147" y="7364"/>
                </a:lnTo>
                <a:moveTo>
                  <a:pt x="1147" y="8438"/>
                </a:moveTo>
                <a:lnTo>
                  <a:pt x="2046" y="8438"/>
                </a:lnTo>
                <a:lnTo>
                  <a:pt x="2046" y="9391"/>
                </a:lnTo>
                <a:lnTo>
                  <a:pt x="1147" y="9391"/>
                </a:lnTo>
                <a:lnTo>
                  <a:pt x="1147" y="8438"/>
                </a:lnTo>
                <a:moveTo>
                  <a:pt x="1147" y="9459"/>
                </a:moveTo>
                <a:lnTo>
                  <a:pt x="2046" y="9459"/>
                </a:lnTo>
                <a:lnTo>
                  <a:pt x="2046" y="10465"/>
                </a:lnTo>
                <a:lnTo>
                  <a:pt x="1147" y="10465"/>
                </a:lnTo>
                <a:lnTo>
                  <a:pt x="1147" y="9459"/>
                </a:lnTo>
                <a:moveTo>
                  <a:pt x="1147" y="10533"/>
                </a:moveTo>
                <a:lnTo>
                  <a:pt x="2046" y="10533"/>
                </a:lnTo>
                <a:lnTo>
                  <a:pt x="2046" y="11487"/>
                </a:lnTo>
                <a:lnTo>
                  <a:pt x="1147" y="11487"/>
                </a:lnTo>
                <a:lnTo>
                  <a:pt x="1147" y="10533"/>
                </a:lnTo>
                <a:moveTo>
                  <a:pt x="1147" y="11556"/>
                </a:moveTo>
                <a:lnTo>
                  <a:pt x="2046" y="11556"/>
                </a:lnTo>
                <a:lnTo>
                  <a:pt x="2046" y="12561"/>
                </a:lnTo>
                <a:lnTo>
                  <a:pt x="1147" y="12561"/>
                </a:lnTo>
                <a:lnTo>
                  <a:pt x="1147" y="11556"/>
                </a:lnTo>
                <a:moveTo>
                  <a:pt x="1147" y="12630"/>
                </a:moveTo>
                <a:lnTo>
                  <a:pt x="2046" y="12630"/>
                </a:lnTo>
                <a:lnTo>
                  <a:pt x="2046" y="13583"/>
                </a:lnTo>
                <a:lnTo>
                  <a:pt x="1147" y="13583"/>
                </a:lnTo>
                <a:lnTo>
                  <a:pt x="1147" y="12630"/>
                </a:lnTo>
                <a:moveTo>
                  <a:pt x="1147" y="13651"/>
                </a:moveTo>
                <a:lnTo>
                  <a:pt x="2046" y="13651"/>
                </a:lnTo>
                <a:lnTo>
                  <a:pt x="2046" y="14657"/>
                </a:lnTo>
                <a:lnTo>
                  <a:pt x="1147" y="14657"/>
                </a:lnTo>
                <a:lnTo>
                  <a:pt x="1147" y="13651"/>
                </a:lnTo>
                <a:moveTo>
                  <a:pt x="1147" y="14726"/>
                </a:moveTo>
                <a:lnTo>
                  <a:pt x="2046" y="14726"/>
                </a:lnTo>
                <a:lnTo>
                  <a:pt x="2046" y="15680"/>
                </a:lnTo>
                <a:lnTo>
                  <a:pt x="1147" y="15680"/>
                </a:lnTo>
                <a:lnTo>
                  <a:pt x="1147" y="14726"/>
                </a:lnTo>
                <a:moveTo>
                  <a:pt x="19" y="55"/>
                </a:moveTo>
                <a:lnTo>
                  <a:pt x="1079" y="55"/>
                </a:lnTo>
                <a:lnTo>
                  <a:pt x="1079" y="1007"/>
                </a:lnTo>
                <a:lnTo>
                  <a:pt x="19" y="1007"/>
                </a:lnTo>
                <a:lnTo>
                  <a:pt x="19" y="55"/>
                </a:lnTo>
                <a:moveTo>
                  <a:pt x="19" y="1076"/>
                </a:moveTo>
                <a:lnTo>
                  <a:pt x="1079" y="1076"/>
                </a:lnTo>
                <a:lnTo>
                  <a:pt x="1079" y="2082"/>
                </a:lnTo>
                <a:lnTo>
                  <a:pt x="19" y="2082"/>
                </a:lnTo>
                <a:lnTo>
                  <a:pt x="19" y="1076"/>
                </a:lnTo>
                <a:moveTo>
                  <a:pt x="19" y="2150"/>
                </a:moveTo>
                <a:lnTo>
                  <a:pt x="1079" y="2150"/>
                </a:lnTo>
                <a:lnTo>
                  <a:pt x="1079" y="3104"/>
                </a:lnTo>
                <a:lnTo>
                  <a:pt x="19" y="3104"/>
                </a:lnTo>
                <a:lnTo>
                  <a:pt x="19" y="2150"/>
                </a:lnTo>
                <a:moveTo>
                  <a:pt x="19" y="3172"/>
                </a:moveTo>
                <a:lnTo>
                  <a:pt x="1079" y="3172"/>
                </a:lnTo>
                <a:lnTo>
                  <a:pt x="1079" y="4178"/>
                </a:lnTo>
                <a:lnTo>
                  <a:pt x="19" y="4178"/>
                </a:lnTo>
                <a:lnTo>
                  <a:pt x="19" y="3172"/>
                </a:lnTo>
                <a:moveTo>
                  <a:pt x="19" y="4247"/>
                </a:moveTo>
                <a:lnTo>
                  <a:pt x="1079" y="4247"/>
                </a:lnTo>
                <a:lnTo>
                  <a:pt x="1079" y="5200"/>
                </a:lnTo>
                <a:lnTo>
                  <a:pt x="19" y="5200"/>
                </a:lnTo>
                <a:lnTo>
                  <a:pt x="19" y="4247"/>
                </a:lnTo>
                <a:moveTo>
                  <a:pt x="19" y="5268"/>
                </a:moveTo>
                <a:lnTo>
                  <a:pt x="1079" y="5268"/>
                </a:lnTo>
                <a:lnTo>
                  <a:pt x="1079" y="6274"/>
                </a:lnTo>
                <a:lnTo>
                  <a:pt x="19" y="6274"/>
                </a:lnTo>
                <a:lnTo>
                  <a:pt x="19" y="5268"/>
                </a:lnTo>
                <a:moveTo>
                  <a:pt x="19" y="6342"/>
                </a:moveTo>
                <a:lnTo>
                  <a:pt x="1079" y="6342"/>
                </a:lnTo>
                <a:lnTo>
                  <a:pt x="1079" y="7296"/>
                </a:lnTo>
                <a:lnTo>
                  <a:pt x="19" y="7296"/>
                </a:lnTo>
                <a:lnTo>
                  <a:pt x="19" y="6342"/>
                </a:lnTo>
                <a:moveTo>
                  <a:pt x="19" y="7364"/>
                </a:moveTo>
                <a:lnTo>
                  <a:pt x="1079" y="7364"/>
                </a:lnTo>
                <a:lnTo>
                  <a:pt x="1079" y="8369"/>
                </a:lnTo>
                <a:lnTo>
                  <a:pt x="19" y="8369"/>
                </a:lnTo>
                <a:lnTo>
                  <a:pt x="19" y="7364"/>
                </a:lnTo>
                <a:moveTo>
                  <a:pt x="19" y="8438"/>
                </a:moveTo>
                <a:lnTo>
                  <a:pt x="1079" y="8438"/>
                </a:lnTo>
                <a:lnTo>
                  <a:pt x="1079" y="9391"/>
                </a:lnTo>
                <a:lnTo>
                  <a:pt x="19" y="9391"/>
                </a:lnTo>
                <a:lnTo>
                  <a:pt x="19" y="8438"/>
                </a:lnTo>
                <a:moveTo>
                  <a:pt x="19" y="9459"/>
                </a:moveTo>
                <a:lnTo>
                  <a:pt x="1079" y="9459"/>
                </a:lnTo>
                <a:lnTo>
                  <a:pt x="1079" y="10465"/>
                </a:lnTo>
                <a:lnTo>
                  <a:pt x="19" y="10465"/>
                </a:lnTo>
                <a:lnTo>
                  <a:pt x="19" y="9459"/>
                </a:lnTo>
                <a:moveTo>
                  <a:pt x="19" y="10533"/>
                </a:moveTo>
                <a:lnTo>
                  <a:pt x="1079" y="10533"/>
                </a:lnTo>
                <a:lnTo>
                  <a:pt x="1079" y="11487"/>
                </a:lnTo>
                <a:lnTo>
                  <a:pt x="19" y="11487"/>
                </a:lnTo>
                <a:lnTo>
                  <a:pt x="19" y="10533"/>
                </a:lnTo>
                <a:moveTo>
                  <a:pt x="19" y="11556"/>
                </a:moveTo>
                <a:lnTo>
                  <a:pt x="1079" y="11556"/>
                </a:lnTo>
                <a:lnTo>
                  <a:pt x="1079" y="12561"/>
                </a:lnTo>
                <a:lnTo>
                  <a:pt x="19" y="12561"/>
                </a:lnTo>
                <a:lnTo>
                  <a:pt x="19" y="11556"/>
                </a:lnTo>
                <a:moveTo>
                  <a:pt x="19" y="12630"/>
                </a:moveTo>
                <a:lnTo>
                  <a:pt x="1079" y="12630"/>
                </a:lnTo>
                <a:lnTo>
                  <a:pt x="1079" y="13583"/>
                </a:lnTo>
                <a:lnTo>
                  <a:pt x="19" y="13583"/>
                </a:lnTo>
                <a:lnTo>
                  <a:pt x="19" y="12630"/>
                </a:lnTo>
                <a:moveTo>
                  <a:pt x="19" y="13651"/>
                </a:moveTo>
                <a:lnTo>
                  <a:pt x="1079" y="13651"/>
                </a:lnTo>
                <a:lnTo>
                  <a:pt x="1079" y="14657"/>
                </a:lnTo>
                <a:lnTo>
                  <a:pt x="19" y="14657"/>
                </a:lnTo>
                <a:lnTo>
                  <a:pt x="19" y="13651"/>
                </a:lnTo>
                <a:moveTo>
                  <a:pt x="19" y="14726"/>
                </a:moveTo>
                <a:lnTo>
                  <a:pt x="1079" y="14726"/>
                </a:lnTo>
                <a:lnTo>
                  <a:pt x="1079" y="15680"/>
                </a:lnTo>
                <a:lnTo>
                  <a:pt x="19" y="15680"/>
                </a:lnTo>
                <a:lnTo>
                  <a:pt x="19" y="14726"/>
                </a:lnTo>
              </a:path>
            </a:pathLst>
          </a:custGeom>
          <a:solidFill>
            <a:schemeClr val="dk2"/>
          </a:solidFill>
          <a:ln>
            <a:noFill/>
          </a:ln>
        </p:spPr>
      </p:sp>
      <p:grpSp>
        <p:nvGrpSpPr>
          <p:cNvPr id="2732" name="Google Shape;2732;p30"/>
          <p:cNvGrpSpPr/>
          <p:nvPr/>
        </p:nvGrpSpPr>
        <p:grpSpPr>
          <a:xfrm>
            <a:off x="4183727" y="3964681"/>
            <a:ext cx="5871235" cy="2167323"/>
            <a:chOff x="4183727" y="3964681"/>
            <a:chExt cx="5871235" cy="2167323"/>
          </a:xfrm>
        </p:grpSpPr>
        <p:grpSp>
          <p:nvGrpSpPr>
            <p:cNvPr id="2733" name="Google Shape;2733;p30"/>
            <p:cNvGrpSpPr/>
            <p:nvPr/>
          </p:nvGrpSpPr>
          <p:grpSpPr>
            <a:xfrm>
              <a:off x="4183727" y="4270183"/>
              <a:ext cx="2304042" cy="1861821"/>
              <a:chOff x="1245600" y="2050920"/>
              <a:chExt cx="1071000" cy="865440"/>
            </a:xfrm>
          </p:grpSpPr>
          <p:sp>
            <p:nvSpPr>
              <p:cNvPr id="2734" name="Google Shape;2734;p30"/>
              <p:cNvSpPr/>
              <p:nvPr/>
            </p:nvSpPr>
            <p:spPr>
              <a:xfrm>
                <a:off x="1258920" y="2534040"/>
                <a:ext cx="1041840" cy="21600"/>
              </a:xfrm>
              <a:custGeom>
                <a:avLst/>
                <a:gdLst/>
                <a:ahLst/>
                <a:cxnLst/>
                <a:rect l="l" t="t" r="r" b="b"/>
                <a:pathLst>
                  <a:path w="2894" h="60" extrusionOk="0">
                    <a:moveTo>
                      <a:pt x="2882" y="59"/>
                    </a:moveTo>
                    <a:cubicBezTo>
                      <a:pt x="2851" y="58"/>
                      <a:pt x="2821" y="58"/>
                      <a:pt x="2791" y="57"/>
                    </a:cubicBezTo>
                    <a:cubicBezTo>
                      <a:pt x="2761" y="56"/>
                      <a:pt x="2731" y="56"/>
                      <a:pt x="2701" y="55"/>
                    </a:cubicBezTo>
                    <a:cubicBezTo>
                      <a:pt x="2637" y="55"/>
                      <a:pt x="2573" y="54"/>
                      <a:pt x="2510" y="53"/>
                    </a:cubicBezTo>
                    <a:cubicBezTo>
                      <a:pt x="2388" y="51"/>
                      <a:pt x="2266" y="50"/>
                      <a:pt x="2143" y="48"/>
                    </a:cubicBezTo>
                    <a:cubicBezTo>
                      <a:pt x="2020" y="46"/>
                      <a:pt x="1896" y="44"/>
                      <a:pt x="1774" y="43"/>
                    </a:cubicBezTo>
                    <a:cubicBezTo>
                      <a:pt x="1648" y="41"/>
                      <a:pt x="1522" y="40"/>
                      <a:pt x="1397" y="38"/>
                    </a:cubicBezTo>
                    <a:cubicBezTo>
                      <a:pt x="1274" y="37"/>
                      <a:pt x="1152" y="35"/>
                      <a:pt x="1029" y="34"/>
                    </a:cubicBezTo>
                    <a:cubicBezTo>
                      <a:pt x="968" y="33"/>
                      <a:pt x="908" y="32"/>
                      <a:pt x="847" y="31"/>
                    </a:cubicBezTo>
                    <a:cubicBezTo>
                      <a:pt x="786" y="30"/>
                      <a:pt x="725" y="30"/>
                      <a:pt x="664" y="29"/>
                    </a:cubicBezTo>
                    <a:cubicBezTo>
                      <a:pt x="542" y="27"/>
                      <a:pt x="421" y="26"/>
                      <a:pt x="299" y="24"/>
                    </a:cubicBezTo>
                    <a:cubicBezTo>
                      <a:pt x="251" y="23"/>
                      <a:pt x="202" y="23"/>
                      <a:pt x="153" y="22"/>
                    </a:cubicBezTo>
                    <a:cubicBezTo>
                      <a:pt x="129" y="22"/>
                      <a:pt x="105" y="22"/>
                      <a:pt x="82" y="22"/>
                    </a:cubicBezTo>
                    <a:cubicBezTo>
                      <a:pt x="59" y="21"/>
                      <a:pt x="36" y="21"/>
                      <a:pt x="13" y="21"/>
                    </a:cubicBezTo>
                    <a:cubicBezTo>
                      <a:pt x="12" y="21"/>
                      <a:pt x="11" y="21"/>
                      <a:pt x="10" y="21"/>
                    </a:cubicBezTo>
                    <a:cubicBezTo>
                      <a:pt x="4" y="21"/>
                      <a:pt x="0" y="15"/>
                      <a:pt x="0" y="10"/>
                    </a:cubicBezTo>
                    <a:cubicBezTo>
                      <a:pt x="1" y="4"/>
                      <a:pt x="5" y="0"/>
                      <a:pt x="11" y="0"/>
                    </a:cubicBezTo>
                    <a:cubicBezTo>
                      <a:pt x="23" y="0"/>
                      <a:pt x="35" y="1"/>
                      <a:pt x="47" y="1"/>
                    </a:cubicBezTo>
                    <a:cubicBezTo>
                      <a:pt x="61" y="1"/>
                      <a:pt x="76" y="1"/>
                      <a:pt x="90" y="1"/>
                    </a:cubicBezTo>
                    <a:cubicBezTo>
                      <a:pt x="119" y="2"/>
                      <a:pt x="150" y="2"/>
                      <a:pt x="179" y="3"/>
                    </a:cubicBezTo>
                    <a:cubicBezTo>
                      <a:pt x="239" y="4"/>
                      <a:pt x="298" y="5"/>
                      <a:pt x="357" y="5"/>
                    </a:cubicBezTo>
                    <a:cubicBezTo>
                      <a:pt x="479" y="7"/>
                      <a:pt x="601" y="9"/>
                      <a:pt x="723" y="10"/>
                    </a:cubicBezTo>
                    <a:cubicBezTo>
                      <a:pt x="844" y="12"/>
                      <a:pt x="964" y="13"/>
                      <a:pt x="1084" y="15"/>
                    </a:cubicBezTo>
                    <a:cubicBezTo>
                      <a:pt x="1208" y="17"/>
                      <a:pt x="1331" y="19"/>
                      <a:pt x="1455" y="21"/>
                    </a:cubicBezTo>
                    <a:cubicBezTo>
                      <a:pt x="1579" y="23"/>
                      <a:pt x="1704" y="24"/>
                      <a:pt x="1828" y="26"/>
                    </a:cubicBezTo>
                    <a:cubicBezTo>
                      <a:pt x="1954" y="28"/>
                      <a:pt x="2079" y="30"/>
                      <a:pt x="2203" y="31"/>
                    </a:cubicBezTo>
                    <a:cubicBezTo>
                      <a:pt x="2326" y="33"/>
                      <a:pt x="2448" y="34"/>
                      <a:pt x="2569" y="36"/>
                    </a:cubicBezTo>
                    <a:cubicBezTo>
                      <a:pt x="2621" y="37"/>
                      <a:pt x="2671" y="37"/>
                      <a:pt x="2723" y="38"/>
                    </a:cubicBezTo>
                    <a:cubicBezTo>
                      <a:pt x="2771" y="38"/>
                      <a:pt x="2819" y="39"/>
                      <a:pt x="2868" y="39"/>
                    </a:cubicBezTo>
                    <a:lnTo>
                      <a:pt x="2867" y="39"/>
                    </a:lnTo>
                    <a:cubicBezTo>
                      <a:pt x="2872" y="39"/>
                      <a:pt x="2876" y="39"/>
                      <a:pt x="2881" y="39"/>
                    </a:cubicBezTo>
                    <a:cubicBezTo>
                      <a:pt x="2887" y="39"/>
                      <a:pt x="2892" y="43"/>
                      <a:pt x="2892" y="48"/>
                    </a:cubicBezTo>
                    <a:cubicBezTo>
                      <a:pt x="2893" y="54"/>
                      <a:pt x="2888" y="59"/>
                      <a:pt x="2882" y="5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35" name="Google Shape;2735;p30"/>
              <p:cNvSpPr/>
              <p:nvPr/>
            </p:nvSpPr>
            <p:spPr>
              <a:xfrm>
                <a:off x="2249280" y="2528280"/>
                <a:ext cx="67320" cy="43920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22" extrusionOk="0">
                    <a:moveTo>
                      <a:pt x="68" y="114"/>
                    </a:moveTo>
                    <a:cubicBezTo>
                      <a:pt x="67" y="109"/>
                      <a:pt x="70" y="103"/>
                      <a:pt x="75" y="101"/>
                    </a:cubicBezTo>
                    <a:cubicBezTo>
                      <a:pt x="89" y="96"/>
                      <a:pt x="103" y="92"/>
                      <a:pt x="117" y="88"/>
                    </a:cubicBezTo>
                    <a:cubicBezTo>
                      <a:pt x="124" y="86"/>
                      <a:pt x="131" y="84"/>
                      <a:pt x="139" y="81"/>
                    </a:cubicBezTo>
                    <a:cubicBezTo>
                      <a:pt x="144" y="80"/>
                      <a:pt x="149" y="78"/>
                      <a:pt x="155" y="77"/>
                    </a:cubicBezTo>
                    <a:cubicBezTo>
                      <a:pt x="137" y="70"/>
                      <a:pt x="119" y="63"/>
                      <a:pt x="102" y="57"/>
                    </a:cubicBezTo>
                    <a:cubicBezTo>
                      <a:pt x="79" y="49"/>
                      <a:pt x="58" y="42"/>
                      <a:pt x="36" y="33"/>
                    </a:cubicBezTo>
                    <a:cubicBezTo>
                      <a:pt x="31" y="31"/>
                      <a:pt x="25" y="29"/>
                      <a:pt x="19" y="26"/>
                    </a:cubicBezTo>
                    <a:cubicBezTo>
                      <a:pt x="16" y="25"/>
                      <a:pt x="12" y="24"/>
                      <a:pt x="10" y="22"/>
                    </a:cubicBezTo>
                    <a:cubicBezTo>
                      <a:pt x="5" y="19"/>
                      <a:pt x="0" y="17"/>
                      <a:pt x="0" y="11"/>
                    </a:cubicBezTo>
                    <a:cubicBezTo>
                      <a:pt x="0" y="5"/>
                      <a:pt x="4" y="0"/>
                      <a:pt x="10" y="0"/>
                    </a:cubicBezTo>
                    <a:cubicBezTo>
                      <a:pt x="12" y="0"/>
                      <a:pt x="15" y="1"/>
                      <a:pt x="17" y="3"/>
                    </a:cubicBezTo>
                    <a:lnTo>
                      <a:pt x="18" y="3"/>
                    </a:lnTo>
                    <a:cubicBezTo>
                      <a:pt x="21" y="5"/>
                      <a:pt x="25" y="7"/>
                      <a:pt x="28" y="8"/>
                    </a:cubicBezTo>
                    <a:cubicBezTo>
                      <a:pt x="32" y="10"/>
                      <a:pt x="36" y="11"/>
                      <a:pt x="39" y="13"/>
                    </a:cubicBezTo>
                    <a:cubicBezTo>
                      <a:pt x="60" y="21"/>
                      <a:pt x="81" y="29"/>
                      <a:pt x="102" y="36"/>
                    </a:cubicBezTo>
                    <a:cubicBezTo>
                      <a:pt x="122" y="44"/>
                      <a:pt x="142" y="51"/>
                      <a:pt x="163" y="58"/>
                    </a:cubicBezTo>
                    <a:cubicBezTo>
                      <a:pt x="168" y="60"/>
                      <a:pt x="173" y="61"/>
                      <a:pt x="178" y="64"/>
                    </a:cubicBezTo>
                    <a:cubicBezTo>
                      <a:pt x="182" y="66"/>
                      <a:pt x="185" y="70"/>
                      <a:pt x="185" y="75"/>
                    </a:cubicBezTo>
                    <a:cubicBezTo>
                      <a:pt x="186" y="80"/>
                      <a:pt x="183" y="84"/>
                      <a:pt x="180" y="87"/>
                    </a:cubicBezTo>
                    <a:cubicBezTo>
                      <a:pt x="176" y="91"/>
                      <a:pt x="170" y="93"/>
                      <a:pt x="164" y="95"/>
                    </a:cubicBezTo>
                    <a:cubicBezTo>
                      <a:pt x="162" y="96"/>
                      <a:pt x="159" y="96"/>
                      <a:pt x="156" y="98"/>
                    </a:cubicBezTo>
                    <a:cubicBezTo>
                      <a:pt x="152" y="99"/>
                      <a:pt x="146" y="100"/>
                      <a:pt x="142" y="102"/>
                    </a:cubicBezTo>
                    <a:cubicBezTo>
                      <a:pt x="121" y="107"/>
                      <a:pt x="101" y="113"/>
                      <a:pt x="82" y="120"/>
                    </a:cubicBezTo>
                    <a:cubicBezTo>
                      <a:pt x="81" y="121"/>
                      <a:pt x="79" y="121"/>
                      <a:pt x="78" y="121"/>
                    </a:cubicBezTo>
                    <a:cubicBezTo>
                      <a:pt x="74" y="121"/>
                      <a:pt x="70" y="118"/>
                      <a:pt x="68" y="1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36" name="Google Shape;2736;p30"/>
              <p:cNvSpPr/>
              <p:nvPr/>
            </p:nvSpPr>
            <p:spPr>
              <a:xfrm>
                <a:off x="1593720" y="2059920"/>
                <a:ext cx="19080" cy="856440"/>
              </a:xfrm>
              <a:custGeom>
                <a:avLst/>
                <a:gdLst/>
                <a:ahLst/>
                <a:cxnLst/>
                <a:rect l="l" t="t" r="r" b="b"/>
                <a:pathLst>
                  <a:path w="53" h="2379" extrusionOk="0">
                    <a:moveTo>
                      <a:pt x="30" y="2368"/>
                    </a:moveTo>
                    <a:cubicBezTo>
                      <a:pt x="30" y="2364"/>
                      <a:pt x="30" y="2360"/>
                      <a:pt x="30" y="2356"/>
                    </a:cubicBezTo>
                    <a:cubicBezTo>
                      <a:pt x="30" y="2357"/>
                      <a:pt x="30" y="2357"/>
                      <a:pt x="30" y="2358"/>
                    </a:cubicBezTo>
                    <a:cubicBezTo>
                      <a:pt x="30" y="2346"/>
                      <a:pt x="28" y="2335"/>
                      <a:pt x="27" y="2324"/>
                    </a:cubicBezTo>
                    <a:cubicBezTo>
                      <a:pt x="26" y="2313"/>
                      <a:pt x="25" y="2302"/>
                      <a:pt x="24" y="2290"/>
                    </a:cubicBezTo>
                    <a:cubicBezTo>
                      <a:pt x="24" y="2285"/>
                      <a:pt x="24" y="2279"/>
                      <a:pt x="24" y="2273"/>
                    </a:cubicBezTo>
                    <a:cubicBezTo>
                      <a:pt x="23" y="2267"/>
                      <a:pt x="23" y="2261"/>
                      <a:pt x="23" y="2256"/>
                    </a:cubicBezTo>
                    <a:cubicBezTo>
                      <a:pt x="23" y="2243"/>
                      <a:pt x="23" y="2232"/>
                      <a:pt x="22" y="2219"/>
                    </a:cubicBezTo>
                    <a:cubicBezTo>
                      <a:pt x="21" y="2194"/>
                      <a:pt x="20" y="2170"/>
                      <a:pt x="20" y="2145"/>
                    </a:cubicBezTo>
                    <a:cubicBezTo>
                      <a:pt x="20" y="2132"/>
                      <a:pt x="20" y="2119"/>
                      <a:pt x="20" y="2106"/>
                    </a:cubicBezTo>
                    <a:cubicBezTo>
                      <a:pt x="20" y="2093"/>
                      <a:pt x="20" y="2080"/>
                      <a:pt x="20" y="2067"/>
                    </a:cubicBezTo>
                    <a:cubicBezTo>
                      <a:pt x="20" y="2048"/>
                      <a:pt x="21" y="2029"/>
                      <a:pt x="21" y="2010"/>
                    </a:cubicBezTo>
                    <a:cubicBezTo>
                      <a:pt x="21" y="1992"/>
                      <a:pt x="21" y="1974"/>
                      <a:pt x="21" y="1956"/>
                    </a:cubicBezTo>
                    <a:cubicBezTo>
                      <a:pt x="21" y="1957"/>
                      <a:pt x="21" y="1957"/>
                      <a:pt x="21" y="1957"/>
                    </a:cubicBezTo>
                    <a:cubicBezTo>
                      <a:pt x="21" y="1949"/>
                      <a:pt x="21" y="1939"/>
                      <a:pt x="21" y="1930"/>
                    </a:cubicBezTo>
                    <a:cubicBezTo>
                      <a:pt x="20" y="1921"/>
                      <a:pt x="20" y="1911"/>
                      <a:pt x="20" y="1901"/>
                    </a:cubicBezTo>
                    <a:lnTo>
                      <a:pt x="20" y="1902"/>
                    </a:lnTo>
                    <a:cubicBezTo>
                      <a:pt x="20" y="1901"/>
                      <a:pt x="20" y="1900"/>
                      <a:pt x="20" y="1899"/>
                    </a:cubicBezTo>
                    <a:lnTo>
                      <a:pt x="20" y="1900"/>
                    </a:lnTo>
                    <a:cubicBezTo>
                      <a:pt x="20" y="1869"/>
                      <a:pt x="20" y="1838"/>
                      <a:pt x="20" y="1807"/>
                    </a:cubicBezTo>
                    <a:cubicBezTo>
                      <a:pt x="19" y="1777"/>
                      <a:pt x="20" y="1746"/>
                      <a:pt x="20" y="1716"/>
                    </a:cubicBezTo>
                    <a:cubicBezTo>
                      <a:pt x="19" y="1665"/>
                      <a:pt x="18" y="1613"/>
                      <a:pt x="18" y="1562"/>
                    </a:cubicBezTo>
                    <a:cubicBezTo>
                      <a:pt x="18" y="1551"/>
                      <a:pt x="18" y="1539"/>
                      <a:pt x="19" y="1527"/>
                    </a:cubicBezTo>
                    <a:cubicBezTo>
                      <a:pt x="19" y="1513"/>
                      <a:pt x="19" y="1499"/>
                      <a:pt x="19" y="1485"/>
                    </a:cubicBezTo>
                    <a:cubicBezTo>
                      <a:pt x="19" y="1460"/>
                      <a:pt x="20" y="1436"/>
                      <a:pt x="20" y="1412"/>
                    </a:cubicBezTo>
                    <a:cubicBezTo>
                      <a:pt x="20" y="1385"/>
                      <a:pt x="20" y="1358"/>
                      <a:pt x="20" y="1332"/>
                    </a:cubicBezTo>
                    <a:cubicBezTo>
                      <a:pt x="20" y="1307"/>
                      <a:pt x="21" y="1283"/>
                      <a:pt x="22" y="1259"/>
                    </a:cubicBezTo>
                    <a:cubicBezTo>
                      <a:pt x="23" y="1232"/>
                      <a:pt x="24" y="1206"/>
                      <a:pt x="24" y="1179"/>
                    </a:cubicBezTo>
                    <a:cubicBezTo>
                      <a:pt x="24" y="1155"/>
                      <a:pt x="24" y="1130"/>
                      <a:pt x="24" y="1105"/>
                    </a:cubicBezTo>
                    <a:cubicBezTo>
                      <a:pt x="24" y="1094"/>
                      <a:pt x="24" y="1082"/>
                      <a:pt x="24" y="1069"/>
                    </a:cubicBezTo>
                    <a:cubicBezTo>
                      <a:pt x="24" y="1070"/>
                      <a:pt x="24" y="1071"/>
                      <a:pt x="24" y="1071"/>
                    </a:cubicBezTo>
                    <a:cubicBezTo>
                      <a:pt x="24" y="1046"/>
                      <a:pt x="23" y="1022"/>
                      <a:pt x="22" y="997"/>
                    </a:cubicBezTo>
                    <a:cubicBezTo>
                      <a:pt x="21" y="970"/>
                      <a:pt x="20" y="942"/>
                      <a:pt x="19" y="915"/>
                    </a:cubicBezTo>
                    <a:cubicBezTo>
                      <a:pt x="18" y="891"/>
                      <a:pt x="18" y="867"/>
                      <a:pt x="17" y="843"/>
                    </a:cubicBezTo>
                    <a:cubicBezTo>
                      <a:pt x="17" y="817"/>
                      <a:pt x="16" y="790"/>
                      <a:pt x="16" y="764"/>
                    </a:cubicBezTo>
                    <a:cubicBezTo>
                      <a:pt x="13" y="712"/>
                      <a:pt x="10" y="661"/>
                      <a:pt x="7" y="609"/>
                    </a:cubicBezTo>
                    <a:cubicBezTo>
                      <a:pt x="5" y="584"/>
                      <a:pt x="3" y="558"/>
                      <a:pt x="2" y="533"/>
                    </a:cubicBezTo>
                    <a:cubicBezTo>
                      <a:pt x="2" y="521"/>
                      <a:pt x="1" y="509"/>
                      <a:pt x="0" y="497"/>
                    </a:cubicBezTo>
                    <a:cubicBezTo>
                      <a:pt x="0" y="484"/>
                      <a:pt x="0" y="472"/>
                      <a:pt x="0" y="459"/>
                    </a:cubicBezTo>
                    <a:cubicBezTo>
                      <a:pt x="0" y="434"/>
                      <a:pt x="1" y="409"/>
                      <a:pt x="2" y="384"/>
                    </a:cubicBezTo>
                    <a:cubicBezTo>
                      <a:pt x="3" y="360"/>
                      <a:pt x="3" y="335"/>
                      <a:pt x="5" y="311"/>
                    </a:cubicBezTo>
                    <a:cubicBezTo>
                      <a:pt x="6" y="285"/>
                      <a:pt x="7" y="260"/>
                      <a:pt x="9" y="234"/>
                    </a:cubicBezTo>
                    <a:cubicBezTo>
                      <a:pt x="9" y="209"/>
                      <a:pt x="10" y="183"/>
                      <a:pt x="10" y="158"/>
                    </a:cubicBezTo>
                    <a:cubicBezTo>
                      <a:pt x="10" y="145"/>
                      <a:pt x="10" y="132"/>
                      <a:pt x="10" y="119"/>
                    </a:cubicBezTo>
                    <a:cubicBezTo>
                      <a:pt x="10" y="120"/>
                      <a:pt x="10" y="120"/>
                      <a:pt x="10" y="120"/>
                    </a:cubicBezTo>
                    <a:cubicBezTo>
                      <a:pt x="10" y="119"/>
                      <a:pt x="10" y="117"/>
                      <a:pt x="10" y="116"/>
                    </a:cubicBezTo>
                    <a:lnTo>
                      <a:pt x="10" y="117"/>
                    </a:lnTo>
                    <a:cubicBezTo>
                      <a:pt x="10" y="112"/>
                      <a:pt x="10" y="106"/>
                      <a:pt x="10" y="100"/>
                    </a:cubicBezTo>
                    <a:cubicBezTo>
                      <a:pt x="10" y="101"/>
                      <a:pt x="10" y="102"/>
                      <a:pt x="10" y="102"/>
                    </a:cubicBezTo>
                    <a:cubicBezTo>
                      <a:pt x="10" y="88"/>
                      <a:pt x="10" y="73"/>
                      <a:pt x="10" y="59"/>
                    </a:cubicBezTo>
                    <a:cubicBezTo>
                      <a:pt x="10" y="43"/>
                      <a:pt x="11" y="26"/>
                      <a:pt x="12" y="10"/>
                    </a:cubicBezTo>
                    <a:cubicBezTo>
                      <a:pt x="12" y="4"/>
                      <a:pt x="17" y="0"/>
                      <a:pt x="23" y="0"/>
                    </a:cubicBezTo>
                    <a:cubicBezTo>
                      <a:pt x="28" y="0"/>
                      <a:pt x="33" y="5"/>
                      <a:pt x="32" y="11"/>
                    </a:cubicBezTo>
                    <a:cubicBezTo>
                      <a:pt x="32" y="26"/>
                      <a:pt x="31" y="42"/>
                      <a:pt x="31" y="57"/>
                    </a:cubicBezTo>
                    <a:cubicBezTo>
                      <a:pt x="30" y="71"/>
                      <a:pt x="30" y="86"/>
                      <a:pt x="30" y="100"/>
                    </a:cubicBezTo>
                    <a:cubicBezTo>
                      <a:pt x="30" y="125"/>
                      <a:pt x="30" y="150"/>
                      <a:pt x="29" y="175"/>
                    </a:cubicBezTo>
                    <a:cubicBezTo>
                      <a:pt x="29" y="187"/>
                      <a:pt x="28" y="198"/>
                      <a:pt x="28" y="209"/>
                    </a:cubicBezTo>
                    <a:cubicBezTo>
                      <a:pt x="27" y="222"/>
                      <a:pt x="27" y="235"/>
                      <a:pt x="27" y="248"/>
                    </a:cubicBezTo>
                    <a:cubicBezTo>
                      <a:pt x="25" y="274"/>
                      <a:pt x="24" y="299"/>
                      <a:pt x="23" y="325"/>
                    </a:cubicBezTo>
                    <a:cubicBezTo>
                      <a:pt x="20" y="375"/>
                      <a:pt x="19" y="426"/>
                      <a:pt x="19" y="476"/>
                    </a:cubicBezTo>
                    <a:cubicBezTo>
                      <a:pt x="19" y="475"/>
                      <a:pt x="19" y="475"/>
                      <a:pt x="19" y="475"/>
                    </a:cubicBezTo>
                    <a:cubicBezTo>
                      <a:pt x="19" y="486"/>
                      <a:pt x="19" y="497"/>
                      <a:pt x="20" y="509"/>
                    </a:cubicBezTo>
                    <a:cubicBezTo>
                      <a:pt x="20" y="522"/>
                      <a:pt x="21" y="536"/>
                      <a:pt x="22" y="549"/>
                    </a:cubicBezTo>
                    <a:cubicBezTo>
                      <a:pt x="23" y="575"/>
                      <a:pt x="25" y="602"/>
                      <a:pt x="27" y="628"/>
                    </a:cubicBezTo>
                    <a:cubicBezTo>
                      <a:pt x="28" y="653"/>
                      <a:pt x="30" y="679"/>
                      <a:pt x="31" y="704"/>
                    </a:cubicBezTo>
                    <a:cubicBezTo>
                      <a:pt x="32" y="728"/>
                      <a:pt x="33" y="752"/>
                      <a:pt x="34" y="776"/>
                    </a:cubicBezTo>
                    <a:cubicBezTo>
                      <a:pt x="35" y="801"/>
                      <a:pt x="35" y="827"/>
                      <a:pt x="35" y="853"/>
                    </a:cubicBezTo>
                    <a:cubicBezTo>
                      <a:pt x="36" y="879"/>
                      <a:pt x="36" y="906"/>
                      <a:pt x="37" y="934"/>
                    </a:cubicBezTo>
                    <a:cubicBezTo>
                      <a:pt x="38" y="957"/>
                      <a:pt x="39" y="981"/>
                      <a:pt x="40" y="1006"/>
                    </a:cubicBezTo>
                    <a:cubicBezTo>
                      <a:pt x="41" y="1032"/>
                      <a:pt x="42" y="1058"/>
                      <a:pt x="42" y="1085"/>
                    </a:cubicBezTo>
                    <a:cubicBezTo>
                      <a:pt x="42" y="1092"/>
                      <a:pt x="42" y="1099"/>
                      <a:pt x="42" y="1106"/>
                    </a:cubicBezTo>
                    <a:cubicBezTo>
                      <a:pt x="42" y="1105"/>
                      <a:pt x="42" y="1105"/>
                      <a:pt x="42" y="1105"/>
                    </a:cubicBezTo>
                    <a:cubicBezTo>
                      <a:pt x="42" y="1156"/>
                      <a:pt x="41" y="1207"/>
                      <a:pt x="40" y="1258"/>
                    </a:cubicBezTo>
                    <a:cubicBezTo>
                      <a:pt x="39" y="1282"/>
                      <a:pt x="38" y="1307"/>
                      <a:pt x="38" y="1332"/>
                    </a:cubicBezTo>
                    <a:cubicBezTo>
                      <a:pt x="38" y="1359"/>
                      <a:pt x="38" y="1386"/>
                      <a:pt x="38" y="1413"/>
                    </a:cubicBezTo>
                    <a:cubicBezTo>
                      <a:pt x="38" y="1443"/>
                      <a:pt x="38" y="1473"/>
                      <a:pt x="37" y="1503"/>
                    </a:cubicBezTo>
                    <a:cubicBezTo>
                      <a:pt x="37" y="1517"/>
                      <a:pt x="37" y="1531"/>
                      <a:pt x="37" y="1545"/>
                    </a:cubicBezTo>
                    <a:cubicBezTo>
                      <a:pt x="36" y="1560"/>
                      <a:pt x="36" y="1577"/>
                      <a:pt x="36" y="1593"/>
                    </a:cubicBezTo>
                    <a:cubicBezTo>
                      <a:pt x="36" y="1592"/>
                      <a:pt x="36" y="1592"/>
                      <a:pt x="36" y="1591"/>
                    </a:cubicBezTo>
                    <a:cubicBezTo>
                      <a:pt x="37" y="1633"/>
                      <a:pt x="37" y="1674"/>
                      <a:pt x="38" y="1715"/>
                    </a:cubicBezTo>
                    <a:cubicBezTo>
                      <a:pt x="38" y="1736"/>
                      <a:pt x="38" y="1757"/>
                      <a:pt x="38" y="1778"/>
                    </a:cubicBezTo>
                    <a:cubicBezTo>
                      <a:pt x="38" y="1798"/>
                      <a:pt x="38" y="1818"/>
                      <a:pt x="38" y="1838"/>
                    </a:cubicBezTo>
                    <a:lnTo>
                      <a:pt x="38" y="1837"/>
                    </a:lnTo>
                    <a:cubicBezTo>
                      <a:pt x="38" y="1868"/>
                      <a:pt x="39" y="1899"/>
                      <a:pt x="39" y="1930"/>
                    </a:cubicBezTo>
                    <a:cubicBezTo>
                      <a:pt x="39" y="1929"/>
                      <a:pt x="39" y="1929"/>
                      <a:pt x="39" y="1929"/>
                    </a:cubicBezTo>
                    <a:cubicBezTo>
                      <a:pt x="39" y="1938"/>
                      <a:pt x="39" y="1948"/>
                      <a:pt x="39" y="1958"/>
                    </a:cubicBezTo>
                    <a:cubicBezTo>
                      <a:pt x="39" y="1957"/>
                      <a:pt x="39" y="1957"/>
                      <a:pt x="39" y="1957"/>
                    </a:cubicBezTo>
                    <a:cubicBezTo>
                      <a:pt x="39" y="1958"/>
                      <a:pt x="39" y="1959"/>
                      <a:pt x="39" y="1960"/>
                    </a:cubicBezTo>
                    <a:cubicBezTo>
                      <a:pt x="39" y="1960"/>
                      <a:pt x="39" y="1959"/>
                      <a:pt x="39" y="1958"/>
                    </a:cubicBezTo>
                    <a:cubicBezTo>
                      <a:pt x="39" y="1965"/>
                      <a:pt x="39" y="1972"/>
                      <a:pt x="39" y="1979"/>
                    </a:cubicBezTo>
                    <a:cubicBezTo>
                      <a:pt x="39" y="1978"/>
                      <a:pt x="39" y="1978"/>
                      <a:pt x="39" y="1978"/>
                    </a:cubicBezTo>
                    <a:cubicBezTo>
                      <a:pt x="39" y="1979"/>
                      <a:pt x="39" y="1981"/>
                      <a:pt x="39" y="1983"/>
                    </a:cubicBezTo>
                    <a:lnTo>
                      <a:pt x="39" y="1982"/>
                    </a:lnTo>
                    <a:cubicBezTo>
                      <a:pt x="39" y="2014"/>
                      <a:pt x="39" y="2045"/>
                      <a:pt x="39" y="2077"/>
                    </a:cubicBezTo>
                    <a:cubicBezTo>
                      <a:pt x="39" y="2090"/>
                      <a:pt x="39" y="2104"/>
                      <a:pt x="39" y="2117"/>
                    </a:cubicBezTo>
                    <a:cubicBezTo>
                      <a:pt x="39" y="2116"/>
                      <a:pt x="39" y="2116"/>
                      <a:pt x="39" y="2116"/>
                    </a:cubicBezTo>
                    <a:cubicBezTo>
                      <a:pt x="39" y="2121"/>
                      <a:pt x="39" y="2126"/>
                      <a:pt x="39" y="2131"/>
                    </a:cubicBezTo>
                    <a:cubicBezTo>
                      <a:pt x="39" y="2131"/>
                      <a:pt x="39" y="2132"/>
                      <a:pt x="39" y="2133"/>
                    </a:cubicBezTo>
                    <a:cubicBezTo>
                      <a:pt x="39" y="2132"/>
                      <a:pt x="39" y="2132"/>
                      <a:pt x="39" y="2131"/>
                    </a:cubicBezTo>
                    <a:cubicBezTo>
                      <a:pt x="39" y="2152"/>
                      <a:pt x="41" y="2173"/>
                      <a:pt x="41" y="2194"/>
                    </a:cubicBezTo>
                    <a:cubicBezTo>
                      <a:pt x="42" y="2204"/>
                      <a:pt x="42" y="2215"/>
                      <a:pt x="43" y="2226"/>
                    </a:cubicBezTo>
                    <a:cubicBezTo>
                      <a:pt x="44" y="2236"/>
                      <a:pt x="44" y="2246"/>
                      <a:pt x="44" y="2256"/>
                    </a:cubicBezTo>
                    <a:cubicBezTo>
                      <a:pt x="44" y="2265"/>
                      <a:pt x="44" y="2275"/>
                      <a:pt x="45" y="2284"/>
                    </a:cubicBezTo>
                    <a:cubicBezTo>
                      <a:pt x="45" y="2293"/>
                      <a:pt x="46" y="2303"/>
                      <a:pt x="48" y="2313"/>
                    </a:cubicBezTo>
                    <a:cubicBezTo>
                      <a:pt x="49" y="2323"/>
                      <a:pt x="50" y="2332"/>
                      <a:pt x="51" y="2343"/>
                    </a:cubicBezTo>
                    <a:cubicBezTo>
                      <a:pt x="51" y="2351"/>
                      <a:pt x="52" y="2359"/>
                      <a:pt x="51" y="2368"/>
                    </a:cubicBezTo>
                    <a:cubicBezTo>
                      <a:pt x="51" y="2373"/>
                      <a:pt x="46" y="2377"/>
                      <a:pt x="41" y="2378"/>
                    </a:cubicBezTo>
                    <a:cubicBezTo>
                      <a:pt x="35" y="2378"/>
                      <a:pt x="30" y="2374"/>
                      <a:pt x="30" y="236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37" name="Google Shape;2737;p30"/>
              <p:cNvSpPr/>
              <p:nvPr/>
            </p:nvSpPr>
            <p:spPr>
              <a:xfrm>
                <a:off x="1582920" y="2050920"/>
                <a:ext cx="42120" cy="7524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209" extrusionOk="0">
                    <a:moveTo>
                      <a:pt x="100" y="206"/>
                    </a:moveTo>
                    <a:cubicBezTo>
                      <a:pt x="97" y="205"/>
                      <a:pt x="96" y="202"/>
                      <a:pt x="95" y="199"/>
                    </a:cubicBezTo>
                    <a:cubicBezTo>
                      <a:pt x="92" y="188"/>
                      <a:pt x="90" y="177"/>
                      <a:pt x="88" y="166"/>
                    </a:cubicBezTo>
                    <a:cubicBezTo>
                      <a:pt x="86" y="157"/>
                      <a:pt x="85" y="148"/>
                      <a:pt x="83" y="139"/>
                    </a:cubicBezTo>
                    <a:cubicBezTo>
                      <a:pt x="81" y="128"/>
                      <a:pt x="79" y="117"/>
                      <a:pt x="77" y="106"/>
                    </a:cubicBezTo>
                    <a:cubicBezTo>
                      <a:pt x="76" y="102"/>
                      <a:pt x="75" y="99"/>
                      <a:pt x="74" y="95"/>
                    </a:cubicBezTo>
                    <a:cubicBezTo>
                      <a:pt x="73" y="89"/>
                      <a:pt x="72" y="84"/>
                      <a:pt x="71" y="79"/>
                    </a:cubicBezTo>
                    <a:cubicBezTo>
                      <a:pt x="69" y="72"/>
                      <a:pt x="67" y="65"/>
                      <a:pt x="65" y="59"/>
                    </a:cubicBezTo>
                    <a:cubicBezTo>
                      <a:pt x="63" y="52"/>
                      <a:pt x="61" y="45"/>
                      <a:pt x="58" y="38"/>
                    </a:cubicBezTo>
                    <a:cubicBezTo>
                      <a:pt x="54" y="56"/>
                      <a:pt x="50" y="74"/>
                      <a:pt x="46" y="91"/>
                    </a:cubicBezTo>
                    <a:cubicBezTo>
                      <a:pt x="43" y="100"/>
                      <a:pt x="40" y="110"/>
                      <a:pt x="38" y="120"/>
                    </a:cubicBezTo>
                    <a:cubicBezTo>
                      <a:pt x="36" y="125"/>
                      <a:pt x="35" y="132"/>
                      <a:pt x="33" y="138"/>
                    </a:cubicBezTo>
                    <a:cubicBezTo>
                      <a:pt x="31" y="144"/>
                      <a:pt x="29" y="149"/>
                      <a:pt x="27" y="155"/>
                    </a:cubicBezTo>
                    <a:cubicBezTo>
                      <a:pt x="25" y="161"/>
                      <a:pt x="22" y="167"/>
                      <a:pt x="19" y="173"/>
                    </a:cubicBezTo>
                    <a:cubicBezTo>
                      <a:pt x="16" y="177"/>
                      <a:pt x="11" y="178"/>
                      <a:pt x="7" y="177"/>
                    </a:cubicBezTo>
                    <a:cubicBezTo>
                      <a:pt x="2" y="176"/>
                      <a:pt x="0" y="171"/>
                      <a:pt x="0" y="167"/>
                    </a:cubicBezTo>
                    <a:cubicBezTo>
                      <a:pt x="0" y="162"/>
                      <a:pt x="1" y="158"/>
                      <a:pt x="2" y="154"/>
                    </a:cubicBezTo>
                    <a:cubicBezTo>
                      <a:pt x="3" y="152"/>
                      <a:pt x="4" y="149"/>
                      <a:pt x="4" y="146"/>
                    </a:cubicBezTo>
                    <a:cubicBezTo>
                      <a:pt x="5" y="141"/>
                      <a:pt x="7" y="136"/>
                      <a:pt x="7" y="131"/>
                    </a:cubicBezTo>
                    <a:cubicBezTo>
                      <a:pt x="9" y="120"/>
                      <a:pt x="12" y="108"/>
                      <a:pt x="14" y="97"/>
                    </a:cubicBezTo>
                    <a:cubicBezTo>
                      <a:pt x="16" y="87"/>
                      <a:pt x="18" y="77"/>
                      <a:pt x="21" y="67"/>
                    </a:cubicBezTo>
                    <a:cubicBezTo>
                      <a:pt x="23" y="56"/>
                      <a:pt x="26" y="44"/>
                      <a:pt x="29" y="33"/>
                    </a:cubicBezTo>
                    <a:cubicBezTo>
                      <a:pt x="31" y="25"/>
                      <a:pt x="33" y="18"/>
                      <a:pt x="37" y="11"/>
                    </a:cubicBezTo>
                    <a:cubicBezTo>
                      <a:pt x="40" y="6"/>
                      <a:pt x="44" y="0"/>
                      <a:pt x="50" y="0"/>
                    </a:cubicBezTo>
                    <a:cubicBezTo>
                      <a:pt x="54" y="0"/>
                      <a:pt x="58" y="3"/>
                      <a:pt x="60" y="7"/>
                    </a:cubicBezTo>
                    <a:cubicBezTo>
                      <a:pt x="64" y="8"/>
                      <a:pt x="68" y="12"/>
                      <a:pt x="70" y="15"/>
                    </a:cubicBezTo>
                    <a:cubicBezTo>
                      <a:pt x="74" y="21"/>
                      <a:pt x="76" y="28"/>
                      <a:pt x="78" y="34"/>
                    </a:cubicBezTo>
                    <a:cubicBezTo>
                      <a:pt x="82" y="43"/>
                      <a:pt x="84" y="53"/>
                      <a:pt x="86" y="62"/>
                    </a:cubicBezTo>
                    <a:cubicBezTo>
                      <a:pt x="88" y="67"/>
                      <a:pt x="89" y="72"/>
                      <a:pt x="90" y="77"/>
                    </a:cubicBezTo>
                    <a:cubicBezTo>
                      <a:pt x="92" y="86"/>
                      <a:pt x="95" y="95"/>
                      <a:pt x="96" y="105"/>
                    </a:cubicBezTo>
                    <a:cubicBezTo>
                      <a:pt x="99" y="115"/>
                      <a:pt x="100" y="125"/>
                      <a:pt x="102" y="136"/>
                    </a:cubicBezTo>
                    <a:cubicBezTo>
                      <a:pt x="105" y="153"/>
                      <a:pt x="109" y="171"/>
                      <a:pt x="113" y="189"/>
                    </a:cubicBezTo>
                    <a:cubicBezTo>
                      <a:pt x="114" y="191"/>
                      <a:pt x="114" y="192"/>
                      <a:pt x="114" y="194"/>
                    </a:cubicBezTo>
                    <a:cubicBezTo>
                      <a:pt x="116" y="199"/>
                      <a:pt x="114" y="205"/>
                      <a:pt x="109" y="207"/>
                    </a:cubicBezTo>
                    <a:cubicBezTo>
                      <a:pt x="107" y="208"/>
                      <a:pt x="106" y="208"/>
                      <a:pt x="105" y="208"/>
                    </a:cubicBezTo>
                    <a:cubicBezTo>
                      <a:pt x="103" y="208"/>
                      <a:pt x="102" y="207"/>
                      <a:pt x="100" y="20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38" name="Google Shape;2738;p30"/>
              <p:cNvSpPr/>
              <p:nvPr/>
            </p:nvSpPr>
            <p:spPr>
              <a:xfrm>
                <a:off x="1249200" y="2260080"/>
                <a:ext cx="753840" cy="263520"/>
              </a:xfrm>
              <a:custGeom>
                <a:avLst/>
                <a:gdLst/>
                <a:ahLst/>
                <a:cxnLst/>
                <a:rect l="l" t="t" r="r" b="b"/>
                <a:pathLst>
                  <a:path w="2094" h="732" extrusionOk="0">
                    <a:moveTo>
                      <a:pt x="2074" y="728"/>
                    </a:moveTo>
                    <a:cubicBezTo>
                      <a:pt x="2062" y="716"/>
                      <a:pt x="2050" y="704"/>
                      <a:pt x="2038" y="691"/>
                    </a:cubicBezTo>
                    <a:cubicBezTo>
                      <a:pt x="2032" y="685"/>
                      <a:pt x="2026" y="679"/>
                      <a:pt x="2020" y="673"/>
                    </a:cubicBezTo>
                    <a:cubicBezTo>
                      <a:pt x="2014" y="666"/>
                      <a:pt x="2008" y="659"/>
                      <a:pt x="2002" y="653"/>
                    </a:cubicBezTo>
                    <a:cubicBezTo>
                      <a:pt x="1989" y="639"/>
                      <a:pt x="1974" y="627"/>
                      <a:pt x="1960" y="614"/>
                    </a:cubicBezTo>
                    <a:cubicBezTo>
                      <a:pt x="1953" y="608"/>
                      <a:pt x="1946" y="601"/>
                      <a:pt x="1940" y="595"/>
                    </a:cubicBezTo>
                    <a:cubicBezTo>
                      <a:pt x="1932" y="588"/>
                      <a:pt x="1925" y="580"/>
                      <a:pt x="1918" y="572"/>
                    </a:cubicBezTo>
                    <a:cubicBezTo>
                      <a:pt x="1906" y="558"/>
                      <a:pt x="1894" y="544"/>
                      <a:pt x="1881" y="530"/>
                    </a:cubicBezTo>
                    <a:cubicBezTo>
                      <a:pt x="1868" y="516"/>
                      <a:pt x="1854" y="502"/>
                      <a:pt x="1841" y="488"/>
                    </a:cubicBezTo>
                    <a:lnTo>
                      <a:pt x="1841" y="489"/>
                    </a:lnTo>
                    <a:cubicBezTo>
                      <a:pt x="1828" y="476"/>
                      <a:pt x="1815" y="463"/>
                      <a:pt x="1801" y="450"/>
                    </a:cubicBezTo>
                    <a:cubicBezTo>
                      <a:pt x="1786" y="436"/>
                      <a:pt x="1773" y="421"/>
                      <a:pt x="1759" y="406"/>
                    </a:cubicBezTo>
                    <a:cubicBezTo>
                      <a:pt x="1746" y="393"/>
                      <a:pt x="1732" y="379"/>
                      <a:pt x="1719" y="366"/>
                    </a:cubicBezTo>
                    <a:cubicBezTo>
                      <a:pt x="1706" y="352"/>
                      <a:pt x="1692" y="337"/>
                      <a:pt x="1679" y="323"/>
                    </a:cubicBezTo>
                    <a:cubicBezTo>
                      <a:pt x="1665" y="310"/>
                      <a:pt x="1651" y="297"/>
                      <a:pt x="1638" y="284"/>
                    </a:cubicBezTo>
                    <a:cubicBezTo>
                      <a:pt x="1625" y="272"/>
                      <a:pt x="1612" y="260"/>
                      <a:pt x="1598" y="248"/>
                    </a:cubicBezTo>
                    <a:cubicBezTo>
                      <a:pt x="1585" y="236"/>
                      <a:pt x="1572" y="223"/>
                      <a:pt x="1558" y="210"/>
                    </a:cubicBezTo>
                    <a:cubicBezTo>
                      <a:pt x="1552" y="204"/>
                      <a:pt x="1546" y="198"/>
                      <a:pt x="1539" y="192"/>
                    </a:cubicBezTo>
                    <a:cubicBezTo>
                      <a:pt x="1532" y="186"/>
                      <a:pt x="1525" y="180"/>
                      <a:pt x="1517" y="174"/>
                    </a:cubicBezTo>
                    <a:cubicBezTo>
                      <a:pt x="1511" y="169"/>
                      <a:pt x="1505" y="165"/>
                      <a:pt x="1498" y="160"/>
                    </a:cubicBezTo>
                    <a:cubicBezTo>
                      <a:pt x="1495" y="158"/>
                      <a:pt x="1491" y="155"/>
                      <a:pt x="1487" y="153"/>
                    </a:cubicBezTo>
                    <a:cubicBezTo>
                      <a:pt x="1484" y="151"/>
                      <a:pt x="1479" y="149"/>
                      <a:pt x="1476" y="146"/>
                    </a:cubicBezTo>
                    <a:cubicBezTo>
                      <a:pt x="1450" y="132"/>
                      <a:pt x="1424" y="119"/>
                      <a:pt x="1396" y="107"/>
                    </a:cubicBezTo>
                    <a:cubicBezTo>
                      <a:pt x="1386" y="103"/>
                      <a:pt x="1375" y="100"/>
                      <a:pt x="1365" y="96"/>
                    </a:cubicBezTo>
                    <a:cubicBezTo>
                      <a:pt x="1355" y="93"/>
                      <a:pt x="1345" y="89"/>
                      <a:pt x="1335" y="86"/>
                    </a:cubicBezTo>
                    <a:cubicBezTo>
                      <a:pt x="1314" y="79"/>
                      <a:pt x="1293" y="72"/>
                      <a:pt x="1271" y="67"/>
                    </a:cubicBezTo>
                    <a:cubicBezTo>
                      <a:pt x="1264" y="65"/>
                      <a:pt x="1256" y="63"/>
                      <a:pt x="1248" y="61"/>
                    </a:cubicBezTo>
                    <a:cubicBezTo>
                      <a:pt x="1239" y="60"/>
                      <a:pt x="1230" y="58"/>
                      <a:pt x="1220" y="56"/>
                    </a:cubicBezTo>
                    <a:cubicBezTo>
                      <a:pt x="1203" y="53"/>
                      <a:pt x="1186" y="50"/>
                      <a:pt x="1170" y="46"/>
                    </a:cubicBezTo>
                    <a:cubicBezTo>
                      <a:pt x="1137" y="40"/>
                      <a:pt x="1104" y="33"/>
                      <a:pt x="1072" y="29"/>
                    </a:cubicBezTo>
                    <a:cubicBezTo>
                      <a:pt x="1055" y="27"/>
                      <a:pt x="1039" y="25"/>
                      <a:pt x="1022" y="24"/>
                    </a:cubicBezTo>
                    <a:cubicBezTo>
                      <a:pt x="1006" y="23"/>
                      <a:pt x="990" y="22"/>
                      <a:pt x="974" y="21"/>
                    </a:cubicBezTo>
                    <a:cubicBezTo>
                      <a:pt x="964" y="22"/>
                      <a:pt x="956" y="22"/>
                      <a:pt x="946" y="22"/>
                    </a:cubicBezTo>
                    <a:cubicBezTo>
                      <a:pt x="937" y="23"/>
                      <a:pt x="928" y="24"/>
                      <a:pt x="919" y="26"/>
                    </a:cubicBezTo>
                    <a:cubicBezTo>
                      <a:pt x="899" y="29"/>
                      <a:pt x="879" y="33"/>
                      <a:pt x="860" y="38"/>
                    </a:cubicBezTo>
                    <a:cubicBezTo>
                      <a:pt x="840" y="43"/>
                      <a:pt x="820" y="48"/>
                      <a:pt x="800" y="53"/>
                    </a:cubicBezTo>
                    <a:cubicBezTo>
                      <a:pt x="801" y="53"/>
                      <a:pt x="801" y="53"/>
                      <a:pt x="801" y="53"/>
                    </a:cubicBezTo>
                    <a:cubicBezTo>
                      <a:pt x="795" y="54"/>
                      <a:pt x="790" y="56"/>
                      <a:pt x="784" y="57"/>
                    </a:cubicBezTo>
                    <a:lnTo>
                      <a:pt x="785" y="57"/>
                    </a:lnTo>
                    <a:cubicBezTo>
                      <a:pt x="772" y="61"/>
                      <a:pt x="759" y="65"/>
                      <a:pt x="746" y="69"/>
                    </a:cubicBezTo>
                    <a:cubicBezTo>
                      <a:pt x="734" y="74"/>
                      <a:pt x="723" y="78"/>
                      <a:pt x="711" y="82"/>
                    </a:cubicBezTo>
                    <a:cubicBezTo>
                      <a:pt x="700" y="86"/>
                      <a:pt x="690" y="91"/>
                      <a:pt x="680" y="96"/>
                    </a:cubicBezTo>
                    <a:cubicBezTo>
                      <a:pt x="671" y="100"/>
                      <a:pt x="661" y="104"/>
                      <a:pt x="652" y="109"/>
                    </a:cubicBezTo>
                    <a:cubicBezTo>
                      <a:pt x="632" y="117"/>
                      <a:pt x="611" y="126"/>
                      <a:pt x="591" y="135"/>
                    </a:cubicBezTo>
                    <a:cubicBezTo>
                      <a:pt x="572" y="144"/>
                      <a:pt x="553" y="152"/>
                      <a:pt x="534" y="160"/>
                    </a:cubicBezTo>
                    <a:cubicBezTo>
                      <a:pt x="514" y="170"/>
                      <a:pt x="494" y="178"/>
                      <a:pt x="474" y="189"/>
                    </a:cubicBezTo>
                    <a:cubicBezTo>
                      <a:pt x="472" y="190"/>
                      <a:pt x="470" y="191"/>
                      <a:pt x="469" y="192"/>
                    </a:cubicBezTo>
                    <a:cubicBezTo>
                      <a:pt x="469" y="191"/>
                      <a:pt x="470" y="191"/>
                      <a:pt x="470" y="191"/>
                    </a:cubicBezTo>
                    <a:cubicBezTo>
                      <a:pt x="452" y="202"/>
                      <a:pt x="434" y="213"/>
                      <a:pt x="417" y="225"/>
                    </a:cubicBezTo>
                    <a:cubicBezTo>
                      <a:pt x="408" y="230"/>
                      <a:pt x="399" y="237"/>
                      <a:pt x="390" y="243"/>
                    </a:cubicBezTo>
                    <a:cubicBezTo>
                      <a:pt x="381" y="248"/>
                      <a:pt x="372" y="254"/>
                      <a:pt x="363" y="260"/>
                    </a:cubicBezTo>
                    <a:cubicBezTo>
                      <a:pt x="346" y="271"/>
                      <a:pt x="329" y="283"/>
                      <a:pt x="311" y="293"/>
                    </a:cubicBezTo>
                    <a:cubicBezTo>
                      <a:pt x="291" y="304"/>
                      <a:pt x="272" y="315"/>
                      <a:pt x="253" y="326"/>
                    </a:cubicBezTo>
                    <a:cubicBezTo>
                      <a:pt x="241" y="333"/>
                      <a:pt x="229" y="340"/>
                      <a:pt x="217" y="349"/>
                    </a:cubicBezTo>
                    <a:cubicBezTo>
                      <a:pt x="205" y="357"/>
                      <a:pt x="192" y="366"/>
                      <a:pt x="181" y="375"/>
                    </a:cubicBezTo>
                    <a:cubicBezTo>
                      <a:pt x="158" y="392"/>
                      <a:pt x="137" y="410"/>
                      <a:pt x="114" y="427"/>
                    </a:cubicBezTo>
                    <a:cubicBezTo>
                      <a:pt x="91" y="445"/>
                      <a:pt x="68" y="461"/>
                      <a:pt x="44" y="478"/>
                    </a:cubicBezTo>
                    <a:cubicBezTo>
                      <a:pt x="38" y="483"/>
                      <a:pt x="32" y="488"/>
                      <a:pt x="26" y="493"/>
                    </a:cubicBezTo>
                    <a:cubicBezTo>
                      <a:pt x="25" y="495"/>
                      <a:pt x="23" y="497"/>
                      <a:pt x="22" y="498"/>
                    </a:cubicBezTo>
                    <a:cubicBezTo>
                      <a:pt x="22" y="498"/>
                      <a:pt x="22" y="497"/>
                      <a:pt x="23" y="497"/>
                    </a:cubicBezTo>
                    <a:cubicBezTo>
                      <a:pt x="22" y="498"/>
                      <a:pt x="22" y="498"/>
                      <a:pt x="22" y="498"/>
                    </a:cubicBezTo>
                    <a:lnTo>
                      <a:pt x="22" y="499"/>
                    </a:lnTo>
                    <a:cubicBezTo>
                      <a:pt x="22" y="500"/>
                      <a:pt x="22" y="500"/>
                      <a:pt x="21" y="501"/>
                    </a:cubicBezTo>
                    <a:cubicBezTo>
                      <a:pt x="21" y="507"/>
                      <a:pt x="15" y="511"/>
                      <a:pt x="9" y="509"/>
                    </a:cubicBezTo>
                    <a:cubicBezTo>
                      <a:pt x="4" y="508"/>
                      <a:pt x="0" y="503"/>
                      <a:pt x="1" y="497"/>
                    </a:cubicBezTo>
                    <a:cubicBezTo>
                      <a:pt x="1" y="497"/>
                      <a:pt x="1" y="496"/>
                      <a:pt x="1" y="495"/>
                    </a:cubicBezTo>
                    <a:cubicBezTo>
                      <a:pt x="1" y="494"/>
                      <a:pt x="2" y="493"/>
                      <a:pt x="2" y="491"/>
                    </a:cubicBezTo>
                    <a:cubicBezTo>
                      <a:pt x="3" y="489"/>
                      <a:pt x="4" y="487"/>
                      <a:pt x="5" y="486"/>
                    </a:cubicBezTo>
                    <a:cubicBezTo>
                      <a:pt x="7" y="483"/>
                      <a:pt x="9" y="481"/>
                      <a:pt x="11" y="479"/>
                    </a:cubicBezTo>
                    <a:cubicBezTo>
                      <a:pt x="13" y="477"/>
                      <a:pt x="15" y="475"/>
                      <a:pt x="18" y="473"/>
                    </a:cubicBezTo>
                    <a:cubicBezTo>
                      <a:pt x="22" y="469"/>
                      <a:pt x="27" y="466"/>
                      <a:pt x="32" y="462"/>
                    </a:cubicBezTo>
                    <a:cubicBezTo>
                      <a:pt x="36" y="459"/>
                      <a:pt x="41" y="455"/>
                      <a:pt x="46" y="452"/>
                    </a:cubicBezTo>
                    <a:cubicBezTo>
                      <a:pt x="51" y="449"/>
                      <a:pt x="56" y="445"/>
                      <a:pt x="60" y="442"/>
                    </a:cubicBezTo>
                    <a:cubicBezTo>
                      <a:pt x="78" y="430"/>
                      <a:pt x="95" y="417"/>
                      <a:pt x="113" y="404"/>
                    </a:cubicBezTo>
                    <a:cubicBezTo>
                      <a:pt x="126" y="393"/>
                      <a:pt x="139" y="383"/>
                      <a:pt x="153" y="373"/>
                    </a:cubicBezTo>
                    <a:cubicBezTo>
                      <a:pt x="167" y="361"/>
                      <a:pt x="182" y="350"/>
                      <a:pt x="197" y="339"/>
                    </a:cubicBezTo>
                    <a:cubicBezTo>
                      <a:pt x="212" y="329"/>
                      <a:pt x="228" y="318"/>
                      <a:pt x="244" y="309"/>
                    </a:cubicBezTo>
                    <a:cubicBezTo>
                      <a:pt x="260" y="300"/>
                      <a:pt x="276" y="292"/>
                      <a:pt x="291" y="282"/>
                    </a:cubicBezTo>
                    <a:cubicBezTo>
                      <a:pt x="328" y="260"/>
                      <a:pt x="363" y="236"/>
                      <a:pt x="399" y="212"/>
                    </a:cubicBezTo>
                    <a:cubicBezTo>
                      <a:pt x="408" y="206"/>
                      <a:pt x="417" y="200"/>
                      <a:pt x="427" y="194"/>
                    </a:cubicBezTo>
                    <a:cubicBezTo>
                      <a:pt x="435" y="188"/>
                      <a:pt x="444" y="183"/>
                      <a:pt x="453" y="177"/>
                    </a:cubicBezTo>
                    <a:cubicBezTo>
                      <a:pt x="462" y="172"/>
                      <a:pt x="471" y="167"/>
                      <a:pt x="481" y="162"/>
                    </a:cubicBezTo>
                    <a:cubicBezTo>
                      <a:pt x="492" y="157"/>
                      <a:pt x="502" y="152"/>
                      <a:pt x="513" y="148"/>
                    </a:cubicBezTo>
                    <a:cubicBezTo>
                      <a:pt x="533" y="139"/>
                      <a:pt x="552" y="130"/>
                      <a:pt x="572" y="121"/>
                    </a:cubicBezTo>
                    <a:cubicBezTo>
                      <a:pt x="591" y="113"/>
                      <a:pt x="611" y="104"/>
                      <a:pt x="630" y="96"/>
                    </a:cubicBezTo>
                    <a:cubicBezTo>
                      <a:pt x="640" y="92"/>
                      <a:pt x="650" y="87"/>
                      <a:pt x="660" y="83"/>
                    </a:cubicBezTo>
                    <a:cubicBezTo>
                      <a:pt x="670" y="78"/>
                      <a:pt x="680" y="73"/>
                      <a:pt x="691" y="68"/>
                    </a:cubicBezTo>
                    <a:cubicBezTo>
                      <a:pt x="700" y="64"/>
                      <a:pt x="710" y="60"/>
                      <a:pt x="721" y="57"/>
                    </a:cubicBezTo>
                    <a:cubicBezTo>
                      <a:pt x="731" y="53"/>
                      <a:pt x="741" y="49"/>
                      <a:pt x="752" y="46"/>
                    </a:cubicBezTo>
                    <a:cubicBezTo>
                      <a:pt x="763" y="42"/>
                      <a:pt x="776" y="39"/>
                      <a:pt x="788" y="35"/>
                    </a:cubicBezTo>
                    <a:cubicBezTo>
                      <a:pt x="787" y="36"/>
                      <a:pt x="787" y="36"/>
                      <a:pt x="787" y="36"/>
                    </a:cubicBezTo>
                    <a:cubicBezTo>
                      <a:pt x="807" y="30"/>
                      <a:pt x="828" y="25"/>
                      <a:pt x="848" y="20"/>
                    </a:cubicBezTo>
                    <a:cubicBezTo>
                      <a:pt x="858" y="17"/>
                      <a:pt x="869" y="15"/>
                      <a:pt x="879" y="12"/>
                    </a:cubicBezTo>
                    <a:cubicBezTo>
                      <a:pt x="890" y="10"/>
                      <a:pt x="900" y="8"/>
                      <a:pt x="910" y="6"/>
                    </a:cubicBezTo>
                    <a:cubicBezTo>
                      <a:pt x="931" y="3"/>
                      <a:pt x="953" y="0"/>
                      <a:pt x="975" y="1"/>
                    </a:cubicBezTo>
                    <a:cubicBezTo>
                      <a:pt x="996" y="1"/>
                      <a:pt x="1017" y="3"/>
                      <a:pt x="1038" y="5"/>
                    </a:cubicBezTo>
                    <a:cubicBezTo>
                      <a:pt x="1060" y="7"/>
                      <a:pt x="1082" y="10"/>
                      <a:pt x="1104" y="13"/>
                    </a:cubicBezTo>
                    <a:cubicBezTo>
                      <a:pt x="1126" y="17"/>
                      <a:pt x="1147" y="22"/>
                      <a:pt x="1170" y="26"/>
                    </a:cubicBezTo>
                    <a:cubicBezTo>
                      <a:pt x="1191" y="30"/>
                      <a:pt x="1211" y="34"/>
                      <a:pt x="1233" y="38"/>
                    </a:cubicBezTo>
                    <a:cubicBezTo>
                      <a:pt x="1244" y="40"/>
                      <a:pt x="1255" y="42"/>
                      <a:pt x="1266" y="45"/>
                    </a:cubicBezTo>
                    <a:cubicBezTo>
                      <a:pt x="1276" y="47"/>
                      <a:pt x="1287" y="50"/>
                      <a:pt x="1297" y="53"/>
                    </a:cubicBezTo>
                    <a:cubicBezTo>
                      <a:pt x="1317" y="59"/>
                      <a:pt x="1338" y="66"/>
                      <a:pt x="1359" y="72"/>
                    </a:cubicBezTo>
                    <a:cubicBezTo>
                      <a:pt x="1379" y="79"/>
                      <a:pt x="1400" y="86"/>
                      <a:pt x="1419" y="96"/>
                    </a:cubicBezTo>
                    <a:cubicBezTo>
                      <a:pt x="1440" y="105"/>
                      <a:pt x="1461" y="115"/>
                      <a:pt x="1481" y="126"/>
                    </a:cubicBezTo>
                    <a:cubicBezTo>
                      <a:pt x="1500" y="137"/>
                      <a:pt x="1519" y="149"/>
                      <a:pt x="1537" y="162"/>
                    </a:cubicBezTo>
                    <a:cubicBezTo>
                      <a:pt x="1553" y="175"/>
                      <a:pt x="1568" y="191"/>
                      <a:pt x="1583" y="205"/>
                    </a:cubicBezTo>
                    <a:cubicBezTo>
                      <a:pt x="1599" y="220"/>
                      <a:pt x="1614" y="234"/>
                      <a:pt x="1630" y="248"/>
                    </a:cubicBezTo>
                    <a:cubicBezTo>
                      <a:pt x="1647" y="264"/>
                      <a:pt x="1664" y="279"/>
                      <a:pt x="1679" y="295"/>
                    </a:cubicBezTo>
                    <a:cubicBezTo>
                      <a:pt x="1695" y="310"/>
                      <a:pt x="1709" y="325"/>
                      <a:pt x="1724" y="340"/>
                    </a:cubicBezTo>
                    <a:cubicBezTo>
                      <a:pt x="1737" y="354"/>
                      <a:pt x="1750" y="368"/>
                      <a:pt x="1764" y="381"/>
                    </a:cubicBezTo>
                    <a:cubicBezTo>
                      <a:pt x="1777" y="395"/>
                      <a:pt x="1789" y="408"/>
                      <a:pt x="1801" y="421"/>
                    </a:cubicBezTo>
                    <a:cubicBezTo>
                      <a:pt x="1814" y="434"/>
                      <a:pt x="1827" y="446"/>
                      <a:pt x="1840" y="458"/>
                    </a:cubicBezTo>
                    <a:cubicBezTo>
                      <a:pt x="1854" y="472"/>
                      <a:pt x="1868" y="486"/>
                      <a:pt x="1882" y="500"/>
                    </a:cubicBezTo>
                    <a:cubicBezTo>
                      <a:pt x="1895" y="514"/>
                      <a:pt x="1907" y="528"/>
                      <a:pt x="1920" y="541"/>
                    </a:cubicBezTo>
                    <a:cubicBezTo>
                      <a:pt x="1932" y="554"/>
                      <a:pt x="1943" y="568"/>
                      <a:pt x="1956" y="581"/>
                    </a:cubicBezTo>
                    <a:cubicBezTo>
                      <a:pt x="1975" y="600"/>
                      <a:pt x="1996" y="617"/>
                      <a:pt x="2015" y="635"/>
                    </a:cubicBezTo>
                    <a:cubicBezTo>
                      <a:pt x="2024" y="645"/>
                      <a:pt x="2034" y="655"/>
                      <a:pt x="2043" y="664"/>
                    </a:cubicBezTo>
                    <a:cubicBezTo>
                      <a:pt x="2052" y="674"/>
                      <a:pt x="2061" y="684"/>
                      <a:pt x="2070" y="694"/>
                    </a:cubicBezTo>
                    <a:cubicBezTo>
                      <a:pt x="2074" y="696"/>
                      <a:pt x="2077" y="699"/>
                      <a:pt x="2080" y="702"/>
                    </a:cubicBezTo>
                    <a:cubicBezTo>
                      <a:pt x="2083" y="705"/>
                      <a:pt x="2086" y="708"/>
                      <a:pt x="2089" y="712"/>
                    </a:cubicBezTo>
                    <a:cubicBezTo>
                      <a:pt x="2091" y="713"/>
                      <a:pt x="2092" y="716"/>
                      <a:pt x="2093" y="719"/>
                    </a:cubicBezTo>
                    <a:cubicBezTo>
                      <a:pt x="2093" y="722"/>
                      <a:pt x="2092" y="725"/>
                      <a:pt x="2090" y="727"/>
                    </a:cubicBezTo>
                    <a:cubicBezTo>
                      <a:pt x="2088" y="730"/>
                      <a:pt x="2085" y="731"/>
                      <a:pt x="2082" y="731"/>
                    </a:cubicBezTo>
                    <a:cubicBezTo>
                      <a:pt x="2079" y="731"/>
                      <a:pt x="2077" y="730"/>
                      <a:pt x="2074" y="7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39" name="Google Shape;2739;p30"/>
              <p:cNvSpPr/>
              <p:nvPr/>
            </p:nvSpPr>
            <p:spPr>
              <a:xfrm>
                <a:off x="1985040" y="2509200"/>
                <a:ext cx="199080" cy="149400"/>
              </a:xfrm>
              <a:custGeom>
                <a:avLst/>
                <a:gdLst/>
                <a:ahLst/>
                <a:cxnLst/>
                <a:rect l="l" t="t" r="r" b="b"/>
                <a:pathLst>
                  <a:path w="553" h="415" extrusionOk="0">
                    <a:moveTo>
                      <a:pt x="537" y="414"/>
                    </a:moveTo>
                    <a:cubicBezTo>
                      <a:pt x="516" y="407"/>
                      <a:pt x="495" y="399"/>
                      <a:pt x="475" y="390"/>
                    </a:cubicBezTo>
                    <a:cubicBezTo>
                      <a:pt x="456" y="381"/>
                      <a:pt x="436" y="372"/>
                      <a:pt x="416" y="363"/>
                    </a:cubicBezTo>
                    <a:cubicBezTo>
                      <a:pt x="406" y="360"/>
                      <a:pt x="397" y="356"/>
                      <a:pt x="387" y="352"/>
                    </a:cubicBezTo>
                    <a:cubicBezTo>
                      <a:pt x="376" y="348"/>
                      <a:pt x="366" y="345"/>
                      <a:pt x="355" y="340"/>
                    </a:cubicBezTo>
                    <a:cubicBezTo>
                      <a:pt x="345" y="336"/>
                      <a:pt x="334" y="332"/>
                      <a:pt x="324" y="327"/>
                    </a:cubicBezTo>
                    <a:cubicBezTo>
                      <a:pt x="314" y="322"/>
                      <a:pt x="304" y="316"/>
                      <a:pt x="294" y="310"/>
                    </a:cubicBezTo>
                    <a:cubicBezTo>
                      <a:pt x="287" y="305"/>
                      <a:pt x="280" y="301"/>
                      <a:pt x="273" y="296"/>
                    </a:cubicBezTo>
                    <a:cubicBezTo>
                      <a:pt x="268" y="292"/>
                      <a:pt x="262" y="288"/>
                      <a:pt x="257" y="284"/>
                    </a:cubicBezTo>
                    <a:cubicBezTo>
                      <a:pt x="258" y="284"/>
                      <a:pt x="258" y="285"/>
                      <a:pt x="258" y="285"/>
                    </a:cubicBezTo>
                    <a:cubicBezTo>
                      <a:pt x="240" y="271"/>
                      <a:pt x="222" y="256"/>
                      <a:pt x="205" y="241"/>
                    </a:cubicBezTo>
                    <a:cubicBezTo>
                      <a:pt x="197" y="233"/>
                      <a:pt x="189" y="226"/>
                      <a:pt x="182" y="218"/>
                    </a:cubicBezTo>
                    <a:cubicBezTo>
                      <a:pt x="175" y="209"/>
                      <a:pt x="168" y="201"/>
                      <a:pt x="161" y="193"/>
                    </a:cubicBezTo>
                    <a:cubicBezTo>
                      <a:pt x="153" y="183"/>
                      <a:pt x="146" y="174"/>
                      <a:pt x="137" y="165"/>
                    </a:cubicBezTo>
                    <a:lnTo>
                      <a:pt x="138" y="166"/>
                    </a:lnTo>
                    <a:cubicBezTo>
                      <a:pt x="135" y="163"/>
                      <a:pt x="132" y="159"/>
                      <a:pt x="128" y="156"/>
                    </a:cubicBezTo>
                    <a:cubicBezTo>
                      <a:pt x="112" y="141"/>
                      <a:pt x="96" y="126"/>
                      <a:pt x="79" y="110"/>
                    </a:cubicBezTo>
                    <a:cubicBezTo>
                      <a:pt x="72" y="103"/>
                      <a:pt x="64" y="96"/>
                      <a:pt x="57" y="88"/>
                    </a:cubicBezTo>
                    <a:cubicBezTo>
                      <a:pt x="50" y="79"/>
                      <a:pt x="42" y="71"/>
                      <a:pt x="35" y="62"/>
                    </a:cubicBezTo>
                    <a:cubicBezTo>
                      <a:pt x="29" y="55"/>
                      <a:pt x="24" y="47"/>
                      <a:pt x="19" y="40"/>
                    </a:cubicBezTo>
                    <a:cubicBezTo>
                      <a:pt x="16" y="37"/>
                      <a:pt x="14" y="33"/>
                      <a:pt x="12" y="31"/>
                    </a:cubicBezTo>
                    <a:cubicBezTo>
                      <a:pt x="10" y="27"/>
                      <a:pt x="8" y="24"/>
                      <a:pt x="6" y="21"/>
                    </a:cubicBezTo>
                    <a:cubicBezTo>
                      <a:pt x="6" y="21"/>
                      <a:pt x="5" y="21"/>
                      <a:pt x="5" y="20"/>
                    </a:cubicBezTo>
                    <a:cubicBezTo>
                      <a:pt x="5" y="19"/>
                      <a:pt x="4" y="19"/>
                      <a:pt x="4" y="18"/>
                    </a:cubicBezTo>
                    <a:cubicBezTo>
                      <a:pt x="0" y="14"/>
                      <a:pt x="2" y="7"/>
                      <a:pt x="6" y="3"/>
                    </a:cubicBezTo>
                    <a:cubicBezTo>
                      <a:pt x="11" y="0"/>
                      <a:pt x="17" y="1"/>
                      <a:pt x="20" y="5"/>
                    </a:cubicBezTo>
                    <a:cubicBezTo>
                      <a:pt x="21" y="6"/>
                      <a:pt x="22" y="7"/>
                      <a:pt x="23" y="8"/>
                    </a:cubicBezTo>
                    <a:cubicBezTo>
                      <a:pt x="24" y="10"/>
                      <a:pt x="25" y="12"/>
                      <a:pt x="26" y="14"/>
                    </a:cubicBezTo>
                    <a:cubicBezTo>
                      <a:pt x="27" y="17"/>
                      <a:pt x="30" y="19"/>
                      <a:pt x="31" y="22"/>
                    </a:cubicBezTo>
                    <a:cubicBezTo>
                      <a:pt x="36" y="29"/>
                      <a:pt x="40" y="35"/>
                      <a:pt x="45" y="41"/>
                    </a:cubicBezTo>
                    <a:cubicBezTo>
                      <a:pt x="51" y="49"/>
                      <a:pt x="57" y="57"/>
                      <a:pt x="64" y="65"/>
                    </a:cubicBezTo>
                    <a:cubicBezTo>
                      <a:pt x="70" y="72"/>
                      <a:pt x="76" y="79"/>
                      <a:pt x="83" y="86"/>
                    </a:cubicBezTo>
                    <a:lnTo>
                      <a:pt x="82" y="85"/>
                    </a:lnTo>
                    <a:cubicBezTo>
                      <a:pt x="87" y="90"/>
                      <a:pt x="92" y="95"/>
                      <a:pt x="97" y="100"/>
                    </a:cubicBezTo>
                    <a:cubicBezTo>
                      <a:pt x="102" y="105"/>
                      <a:pt x="107" y="109"/>
                      <a:pt x="112" y="114"/>
                    </a:cubicBezTo>
                    <a:cubicBezTo>
                      <a:pt x="122" y="123"/>
                      <a:pt x="133" y="132"/>
                      <a:pt x="143" y="142"/>
                    </a:cubicBezTo>
                    <a:cubicBezTo>
                      <a:pt x="142" y="142"/>
                      <a:pt x="142" y="142"/>
                      <a:pt x="142" y="141"/>
                    </a:cubicBezTo>
                    <a:cubicBezTo>
                      <a:pt x="143" y="143"/>
                      <a:pt x="145" y="144"/>
                      <a:pt x="146" y="145"/>
                    </a:cubicBezTo>
                    <a:lnTo>
                      <a:pt x="145" y="145"/>
                    </a:lnTo>
                    <a:cubicBezTo>
                      <a:pt x="147" y="146"/>
                      <a:pt x="149" y="149"/>
                      <a:pt x="151" y="151"/>
                    </a:cubicBezTo>
                    <a:lnTo>
                      <a:pt x="150" y="150"/>
                    </a:lnTo>
                    <a:cubicBezTo>
                      <a:pt x="161" y="160"/>
                      <a:pt x="170" y="172"/>
                      <a:pt x="179" y="183"/>
                    </a:cubicBezTo>
                    <a:cubicBezTo>
                      <a:pt x="184" y="188"/>
                      <a:pt x="188" y="194"/>
                      <a:pt x="193" y="199"/>
                    </a:cubicBezTo>
                    <a:cubicBezTo>
                      <a:pt x="198" y="205"/>
                      <a:pt x="203" y="211"/>
                      <a:pt x="209" y="216"/>
                    </a:cubicBezTo>
                    <a:cubicBezTo>
                      <a:pt x="217" y="224"/>
                      <a:pt x="225" y="231"/>
                      <a:pt x="234" y="239"/>
                    </a:cubicBezTo>
                    <a:cubicBezTo>
                      <a:pt x="242" y="245"/>
                      <a:pt x="249" y="252"/>
                      <a:pt x="258" y="259"/>
                    </a:cubicBezTo>
                    <a:cubicBezTo>
                      <a:pt x="259" y="259"/>
                      <a:pt x="259" y="260"/>
                      <a:pt x="260" y="261"/>
                    </a:cubicBezTo>
                    <a:cubicBezTo>
                      <a:pt x="260" y="261"/>
                      <a:pt x="261" y="261"/>
                      <a:pt x="262" y="262"/>
                    </a:cubicBezTo>
                    <a:lnTo>
                      <a:pt x="261" y="262"/>
                    </a:lnTo>
                    <a:cubicBezTo>
                      <a:pt x="263" y="263"/>
                      <a:pt x="265" y="264"/>
                      <a:pt x="266" y="265"/>
                    </a:cubicBezTo>
                    <a:cubicBezTo>
                      <a:pt x="266" y="265"/>
                      <a:pt x="267" y="266"/>
                      <a:pt x="268" y="267"/>
                    </a:cubicBezTo>
                    <a:lnTo>
                      <a:pt x="267" y="266"/>
                    </a:lnTo>
                    <a:cubicBezTo>
                      <a:pt x="268" y="267"/>
                      <a:pt x="268" y="267"/>
                      <a:pt x="268" y="267"/>
                    </a:cubicBezTo>
                    <a:cubicBezTo>
                      <a:pt x="268" y="267"/>
                      <a:pt x="269" y="267"/>
                      <a:pt x="269" y="268"/>
                    </a:cubicBezTo>
                    <a:lnTo>
                      <a:pt x="269" y="267"/>
                    </a:lnTo>
                    <a:cubicBezTo>
                      <a:pt x="269" y="268"/>
                      <a:pt x="269" y="268"/>
                      <a:pt x="269" y="268"/>
                    </a:cubicBezTo>
                    <a:cubicBezTo>
                      <a:pt x="276" y="273"/>
                      <a:pt x="283" y="278"/>
                      <a:pt x="290" y="283"/>
                    </a:cubicBezTo>
                    <a:cubicBezTo>
                      <a:pt x="297" y="288"/>
                      <a:pt x="305" y="293"/>
                      <a:pt x="312" y="297"/>
                    </a:cubicBezTo>
                    <a:cubicBezTo>
                      <a:pt x="318" y="300"/>
                      <a:pt x="323" y="304"/>
                      <a:pt x="330" y="307"/>
                    </a:cubicBezTo>
                    <a:cubicBezTo>
                      <a:pt x="332" y="308"/>
                      <a:pt x="334" y="310"/>
                      <a:pt x="337" y="311"/>
                    </a:cubicBezTo>
                    <a:cubicBezTo>
                      <a:pt x="341" y="313"/>
                      <a:pt x="344" y="315"/>
                      <a:pt x="348" y="316"/>
                    </a:cubicBezTo>
                    <a:lnTo>
                      <a:pt x="347" y="316"/>
                    </a:lnTo>
                    <a:cubicBezTo>
                      <a:pt x="357" y="320"/>
                      <a:pt x="368" y="324"/>
                      <a:pt x="378" y="328"/>
                    </a:cubicBezTo>
                    <a:cubicBezTo>
                      <a:pt x="388" y="332"/>
                      <a:pt x="399" y="335"/>
                      <a:pt x="409" y="339"/>
                    </a:cubicBezTo>
                    <a:cubicBezTo>
                      <a:pt x="420" y="343"/>
                      <a:pt x="430" y="347"/>
                      <a:pt x="441" y="352"/>
                    </a:cubicBezTo>
                    <a:cubicBezTo>
                      <a:pt x="450" y="357"/>
                      <a:pt x="460" y="361"/>
                      <a:pt x="470" y="366"/>
                    </a:cubicBezTo>
                    <a:cubicBezTo>
                      <a:pt x="480" y="370"/>
                      <a:pt x="489" y="374"/>
                      <a:pt x="498" y="378"/>
                    </a:cubicBezTo>
                    <a:cubicBezTo>
                      <a:pt x="505" y="381"/>
                      <a:pt x="513" y="384"/>
                      <a:pt x="520" y="386"/>
                    </a:cubicBezTo>
                    <a:cubicBezTo>
                      <a:pt x="528" y="390"/>
                      <a:pt x="536" y="392"/>
                      <a:pt x="544" y="395"/>
                    </a:cubicBezTo>
                    <a:cubicBezTo>
                      <a:pt x="549" y="397"/>
                      <a:pt x="552" y="403"/>
                      <a:pt x="550" y="408"/>
                    </a:cubicBezTo>
                    <a:cubicBezTo>
                      <a:pt x="548" y="412"/>
                      <a:pt x="544" y="414"/>
                      <a:pt x="540" y="414"/>
                    </a:cubicBezTo>
                    <a:cubicBezTo>
                      <a:pt x="539" y="414"/>
                      <a:pt x="538" y="414"/>
                      <a:pt x="537" y="4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0" name="Google Shape;2740;p30"/>
              <p:cNvSpPr/>
              <p:nvPr/>
            </p:nvSpPr>
            <p:spPr>
              <a:xfrm>
                <a:off x="1271880" y="2240640"/>
                <a:ext cx="846360" cy="544320"/>
              </a:xfrm>
              <a:custGeom>
                <a:avLst/>
                <a:gdLst/>
                <a:ahLst/>
                <a:cxnLst/>
                <a:rect l="l" t="t" r="r" b="b"/>
                <a:pathLst>
                  <a:path w="2351" h="1512" extrusionOk="0">
                    <a:moveTo>
                      <a:pt x="10" y="1511"/>
                    </a:moveTo>
                    <a:cubicBezTo>
                      <a:pt x="4" y="1511"/>
                      <a:pt x="0" y="1505"/>
                      <a:pt x="0" y="1500"/>
                    </a:cubicBezTo>
                    <a:cubicBezTo>
                      <a:pt x="1" y="1494"/>
                      <a:pt x="5" y="1490"/>
                      <a:pt x="11" y="1490"/>
                    </a:cubicBezTo>
                    <a:cubicBezTo>
                      <a:pt x="22" y="1491"/>
                      <a:pt x="33" y="1491"/>
                      <a:pt x="45" y="1491"/>
                    </a:cubicBezTo>
                    <a:cubicBezTo>
                      <a:pt x="50" y="1491"/>
                      <a:pt x="55" y="1491"/>
                      <a:pt x="60" y="1491"/>
                    </a:cubicBezTo>
                    <a:cubicBezTo>
                      <a:pt x="65" y="1491"/>
                      <a:pt x="70" y="1491"/>
                      <a:pt x="75" y="1490"/>
                    </a:cubicBezTo>
                    <a:cubicBezTo>
                      <a:pt x="79" y="1490"/>
                      <a:pt x="83" y="1490"/>
                      <a:pt x="87" y="1490"/>
                    </a:cubicBezTo>
                    <a:cubicBezTo>
                      <a:pt x="93" y="1489"/>
                      <a:pt x="98" y="1488"/>
                      <a:pt x="103" y="1488"/>
                    </a:cubicBezTo>
                    <a:lnTo>
                      <a:pt x="102" y="1488"/>
                    </a:lnTo>
                    <a:cubicBezTo>
                      <a:pt x="110" y="1487"/>
                      <a:pt x="119" y="1486"/>
                      <a:pt x="127" y="1484"/>
                    </a:cubicBezTo>
                    <a:lnTo>
                      <a:pt x="126" y="1484"/>
                    </a:lnTo>
                    <a:cubicBezTo>
                      <a:pt x="134" y="1483"/>
                      <a:pt x="141" y="1482"/>
                      <a:pt x="149" y="1481"/>
                    </a:cubicBezTo>
                    <a:cubicBezTo>
                      <a:pt x="154" y="1480"/>
                      <a:pt x="160" y="1479"/>
                      <a:pt x="167" y="1477"/>
                    </a:cubicBezTo>
                    <a:cubicBezTo>
                      <a:pt x="173" y="1476"/>
                      <a:pt x="179" y="1475"/>
                      <a:pt x="185" y="1473"/>
                    </a:cubicBezTo>
                    <a:cubicBezTo>
                      <a:pt x="192" y="1472"/>
                      <a:pt x="200" y="1470"/>
                      <a:pt x="208" y="1468"/>
                    </a:cubicBezTo>
                    <a:cubicBezTo>
                      <a:pt x="215" y="1466"/>
                      <a:pt x="222" y="1463"/>
                      <a:pt x="229" y="1462"/>
                    </a:cubicBezTo>
                    <a:cubicBezTo>
                      <a:pt x="241" y="1458"/>
                      <a:pt x="253" y="1454"/>
                      <a:pt x="264" y="1449"/>
                    </a:cubicBezTo>
                    <a:cubicBezTo>
                      <a:pt x="276" y="1444"/>
                      <a:pt x="287" y="1438"/>
                      <a:pt x="298" y="1432"/>
                    </a:cubicBezTo>
                    <a:cubicBezTo>
                      <a:pt x="310" y="1425"/>
                      <a:pt x="321" y="1417"/>
                      <a:pt x="332" y="1409"/>
                    </a:cubicBezTo>
                    <a:cubicBezTo>
                      <a:pt x="332" y="1410"/>
                      <a:pt x="331" y="1410"/>
                      <a:pt x="331" y="1410"/>
                    </a:cubicBezTo>
                    <a:cubicBezTo>
                      <a:pt x="338" y="1405"/>
                      <a:pt x="345" y="1399"/>
                      <a:pt x="352" y="1392"/>
                    </a:cubicBezTo>
                    <a:cubicBezTo>
                      <a:pt x="357" y="1388"/>
                      <a:pt x="361" y="1384"/>
                      <a:pt x="365" y="1380"/>
                    </a:cubicBezTo>
                    <a:cubicBezTo>
                      <a:pt x="365" y="1380"/>
                      <a:pt x="365" y="1381"/>
                      <a:pt x="364" y="1381"/>
                    </a:cubicBezTo>
                    <a:cubicBezTo>
                      <a:pt x="371" y="1375"/>
                      <a:pt x="377" y="1368"/>
                      <a:pt x="383" y="1362"/>
                    </a:cubicBezTo>
                    <a:cubicBezTo>
                      <a:pt x="390" y="1354"/>
                      <a:pt x="397" y="1347"/>
                      <a:pt x="404" y="1340"/>
                    </a:cubicBezTo>
                    <a:cubicBezTo>
                      <a:pt x="418" y="1325"/>
                      <a:pt x="432" y="1311"/>
                      <a:pt x="447" y="1297"/>
                    </a:cubicBezTo>
                    <a:cubicBezTo>
                      <a:pt x="454" y="1290"/>
                      <a:pt x="461" y="1283"/>
                      <a:pt x="468" y="1277"/>
                    </a:cubicBezTo>
                    <a:cubicBezTo>
                      <a:pt x="475" y="1270"/>
                      <a:pt x="484" y="1262"/>
                      <a:pt x="491" y="1255"/>
                    </a:cubicBezTo>
                    <a:cubicBezTo>
                      <a:pt x="506" y="1242"/>
                      <a:pt x="521" y="1228"/>
                      <a:pt x="536" y="1214"/>
                    </a:cubicBezTo>
                    <a:cubicBezTo>
                      <a:pt x="536" y="1215"/>
                      <a:pt x="535" y="1215"/>
                      <a:pt x="535" y="1215"/>
                    </a:cubicBezTo>
                    <a:cubicBezTo>
                      <a:pt x="552" y="1198"/>
                      <a:pt x="569" y="1180"/>
                      <a:pt x="586" y="1162"/>
                    </a:cubicBezTo>
                    <a:cubicBezTo>
                      <a:pt x="603" y="1144"/>
                      <a:pt x="619" y="1125"/>
                      <a:pt x="636" y="1106"/>
                    </a:cubicBezTo>
                    <a:cubicBezTo>
                      <a:pt x="646" y="1096"/>
                      <a:pt x="656" y="1085"/>
                      <a:pt x="665" y="1075"/>
                    </a:cubicBezTo>
                    <a:cubicBezTo>
                      <a:pt x="673" y="1066"/>
                      <a:pt x="681" y="1057"/>
                      <a:pt x="689" y="1049"/>
                    </a:cubicBezTo>
                    <a:cubicBezTo>
                      <a:pt x="697" y="1040"/>
                      <a:pt x="706" y="1032"/>
                      <a:pt x="714" y="1024"/>
                    </a:cubicBezTo>
                    <a:cubicBezTo>
                      <a:pt x="724" y="1015"/>
                      <a:pt x="734" y="1007"/>
                      <a:pt x="743" y="998"/>
                    </a:cubicBezTo>
                    <a:cubicBezTo>
                      <a:pt x="756" y="986"/>
                      <a:pt x="769" y="973"/>
                      <a:pt x="782" y="961"/>
                    </a:cubicBezTo>
                    <a:cubicBezTo>
                      <a:pt x="795" y="949"/>
                      <a:pt x="807" y="937"/>
                      <a:pt x="820" y="924"/>
                    </a:cubicBezTo>
                    <a:cubicBezTo>
                      <a:pt x="833" y="912"/>
                      <a:pt x="845" y="901"/>
                      <a:pt x="858" y="888"/>
                    </a:cubicBezTo>
                    <a:cubicBezTo>
                      <a:pt x="871" y="876"/>
                      <a:pt x="883" y="864"/>
                      <a:pt x="896" y="852"/>
                    </a:cubicBezTo>
                    <a:cubicBezTo>
                      <a:pt x="911" y="837"/>
                      <a:pt x="925" y="820"/>
                      <a:pt x="939" y="804"/>
                    </a:cubicBezTo>
                    <a:cubicBezTo>
                      <a:pt x="946" y="796"/>
                      <a:pt x="953" y="788"/>
                      <a:pt x="960" y="779"/>
                    </a:cubicBezTo>
                    <a:cubicBezTo>
                      <a:pt x="964" y="776"/>
                      <a:pt x="967" y="772"/>
                      <a:pt x="970" y="770"/>
                    </a:cubicBezTo>
                    <a:cubicBezTo>
                      <a:pt x="975" y="765"/>
                      <a:pt x="979" y="761"/>
                      <a:pt x="984" y="757"/>
                    </a:cubicBezTo>
                    <a:cubicBezTo>
                      <a:pt x="992" y="751"/>
                      <a:pt x="1000" y="745"/>
                      <a:pt x="1007" y="739"/>
                    </a:cubicBezTo>
                    <a:cubicBezTo>
                      <a:pt x="1017" y="732"/>
                      <a:pt x="1026" y="726"/>
                      <a:pt x="1035" y="719"/>
                    </a:cubicBezTo>
                    <a:cubicBezTo>
                      <a:pt x="1054" y="707"/>
                      <a:pt x="1072" y="694"/>
                      <a:pt x="1089" y="681"/>
                    </a:cubicBezTo>
                    <a:lnTo>
                      <a:pt x="1089" y="680"/>
                    </a:lnTo>
                    <a:cubicBezTo>
                      <a:pt x="1090" y="680"/>
                      <a:pt x="1090" y="680"/>
                      <a:pt x="1090" y="680"/>
                    </a:cubicBezTo>
                    <a:lnTo>
                      <a:pt x="1089" y="680"/>
                    </a:lnTo>
                    <a:cubicBezTo>
                      <a:pt x="1097" y="675"/>
                      <a:pt x="1105" y="668"/>
                      <a:pt x="1112" y="662"/>
                    </a:cubicBezTo>
                    <a:cubicBezTo>
                      <a:pt x="1120" y="655"/>
                      <a:pt x="1127" y="649"/>
                      <a:pt x="1134" y="642"/>
                    </a:cubicBezTo>
                    <a:cubicBezTo>
                      <a:pt x="1133" y="643"/>
                      <a:pt x="1133" y="643"/>
                      <a:pt x="1133" y="643"/>
                    </a:cubicBezTo>
                    <a:cubicBezTo>
                      <a:pt x="1137" y="639"/>
                      <a:pt x="1140" y="636"/>
                      <a:pt x="1144" y="633"/>
                    </a:cubicBezTo>
                    <a:cubicBezTo>
                      <a:pt x="1143" y="633"/>
                      <a:pt x="1143" y="633"/>
                      <a:pt x="1143" y="633"/>
                    </a:cubicBezTo>
                    <a:cubicBezTo>
                      <a:pt x="1151" y="624"/>
                      <a:pt x="1160" y="615"/>
                      <a:pt x="1167" y="606"/>
                    </a:cubicBezTo>
                    <a:cubicBezTo>
                      <a:pt x="1175" y="597"/>
                      <a:pt x="1182" y="588"/>
                      <a:pt x="1190" y="580"/>
                    </a:cubicBezTo>
                    <a:cubicBezTo>
                      <a:pt x="1206" y="562"/>
                      <a:pt x="1222" y="544"/>
                      <a:pt x="1239" y="527"/>
                    </a:cubicBezTo>
                    <a:cubicBezTo>
                      <a:pt x="1249" y="518"/>
                      <a:pt x="1257" y="510"/>
                      <a:pt x="1267" y="500"/>
                    </a:cubicBezTo>
                    <a:cubicBezTo>
                      <a:pt x="1275" y="492"/>
                      <a:pt x="1284" y="484"/>
                      <a:pt x="1293" y="476"/>
                    </a:cubicBezTo>
                    <a:cubicBezTo>
                      <a:pt x="1310" y="459"/>
                      <a:pt x="1328" y="443"/>
                      <a:pt x="1347" y="427"/>
                    </a:cubicBezTo>
                    <a:cubicBezTo>
                      <a:pt x="1356" y="419"/>
                      <a:pt x="1366" y="411"/>
                      <a:pt x="1376" y="403"/>
                    </a:cubicBezTo>
                    <a:cubicBezTo>
                      <a:pt x="1385" y="395"/>
                      <a:pt x="1394" y="387"/>
                      <a:pt x="1402" y="379"/>
                    </a:cubicBezTo>
                    <a:lnTo>
                      <a:pt x="1402" y="380"/>
                    </a:lnTo>
                    <a:cubicBezTo>
                      <a:pt x="1406" y="376"/>
                      <a:pt x="1410" y="372"/>
                      <a:pt x="1415" y="367"/>
                    </a:cubicBezTo>
                    <a:cubicBezTo>
                      <a:pt x="1416" y="365"/>
                      <a:pt x="1418" y="363"/>
                      <a:pt x="1420" y="361"/>
                    </a:cubicBezTo>
                    <a:cubicBezTo>
                      <a:pt x="1422" y="359"/>
                      <a:pt x="1423" y="357"/>
                      <a:pt x="1425" y="355"/>
                    </a:cubicBezTo>
                    <a:cubicBezTo>
                      <a:pt x="1434" y="345"/>
                      <a:pt x="1442" y="335"/>
                      <a:pt x="1450" y="326"/>
                    </a:cubicBezTo>
                    <a:cubicBezTo>
                      <a:pt x="1457" y="316"/>
                      <a:pt x="1465" y="307"/>
                      <a:pt x="1472" y="298"/>
                    </a:cubicBezTo>
                    <a:cubicBezTo>
                      <a:pt x="1480" y="288"/>
                      <a:pt x="1489" y="280"/>
                      <a:pt x="1498" y="271"/>
                    </a:cubicBezTo>
                    <a:cubicBezTo>
                      <a:pt x="1517" y="255"/>
                      <a:pt x="1536" y="240"/>
                      <a:pt x="1557" y="227"/>
                    </a:cubicBezTo>
                    <a:cubicBezTo>
                      <a:pt x="1577" y="214"/>
                      <a:pt x="1599" y="201"/>
                      <a:pt x="1620" y="188"/>
                    </a:cubicBezTo>
                    <a:cubicBezTo>
                      <a:pt x="1641" y="176"/>
                      <a:pt x="1662" y="163"/>
                      <a:pt x="1683" y="150"/>
                    </a:cubicBezTo>
                    <a:cubicBezTo>
                      <a:pt x="1694" y="143"/>
                      <a:pt x="1704" y="136"/>
                      <a:pt x="1715" y="129"/>
                    </a:cubicBezTo>
                    <a:cubicBezTo>
                      <a:pt x="1725" y="122"/>
                      <a:pt x="1735" y="115"/>
                      <a:pt x="1746" y="108"/>
                    </a:cubicBezTo>
                    <a:cubicBezTo>
                      <a:pt x="1751" y="104"/>
                      <a:pt x="1756" y="101"/>
                      <a:pt x="1761" y="97"/>
                    </a:cubicBezTo>
                    <a:cubicBezTo>
                      <a:pt x="1767" y="94"/>
                      <a:pt x="1773" y="90"/>
                      <a:pt x="1779" y="86"/>
                    </a:cubicBezTo>
                    <a:cubicBezTo>
                      <a:pt x="1790" y="80"/>
                      <a:pt x="1801" y="74"/>
                      <a:pt x="1812" y="68"/>
                    </a:cubicBezTo>
                    <a:cubicBezTo>
                      <a:pt x="1817" y="66"/>
                      <a:pt x="1823" y="63"/>
                      <a:pt x="1828" y="61"/>
                    </a:cubicBezTo>
                    <a:cubicBezTo>
                      <a:pt x="1834" y="58"/>
                      <a:pt x="1840" y="56"/>
                      <a:pt x="1846" y="54"/>
                    </a:cubicBezTo>
                    <a:cubicBezTo>
                      <a:pt x="1858" y="49"/>
                      <a:pt x="1869" y="46"/>
                      <a:pt x="1881" y="42"/>
                    </a:cubicBezTo>
                    <a:cubicBezTo>
                      <a:pt x="1893" y="40"/>
                      <a:pt x="1905" y="37"/>
                      <a:pt x="1917" y="34"/>
                    </a:cubicBezTo>
                    <a:cubicBezTo>
                      <a:pt x="1928" y="31"/>
                      <a:pt x="1940" y="29"/>
                      <a:pt x="1951" y="26"/>
                    </a:cubicBezTo>
                    <a:cubicBezTo>
                      <a:pt x="1976" y="21"/>
                      <a:pt x="2000" y="16"/>
                      <a:pt x="2025" y="12"/>
                    </a:cubicBezTo>
                    <a:cubicBezTo>
                      <a:pt x="2049" y="8"/>
                      <a:pt x="2074" y="5"/>
                      <a:pt x="2099" y="3"/>
                    </a:cubicBezTo>
                    <a:cubicBezTo>
                      <a:pt x="2104" y="3"/>
                      <a:pt x="2109" y="2"/>
                      <a:pt x="2115" y="2"/>
                    </a:cubicBezTo>
                    <a:cubicBezTo>
                      <a:pt x="2122" y="2"/>
                      <a:pt x="2130" y="1"/>
                      <a:pt x="2137" y="1"/>
                    </a:cubicBezTo>
                    <a:cubicBezTo>
                      <a:pt x="2144" y="0"/>
                      <a:pt x="2150" y="0"/>
                      <a:pt x="2157" y="0"/>
                    </a:cubicBezTo>
                    <a:cubicBezTo>
                      <a:pt x="2163" y="0"/>
                      <a:pt x="2169" y="0"/>
                      <a:pt x="2175" y="0"/>
                    </a:cubicBezTo>
                    <a:cubicBezTo>
                      <a:pt x="2190" y="0"/>
                      <a:pt x="2204" y="0"/>
                      <a:pt x="2219" y="0"/>
                    </a:cubicBezTo>
                    <a:cubicBezTo>
                      <a:pt x="2226" y="1"/>
                      <a:pt x="2234" y="1"/>
                      <a:pt x="2241" y="1"/>
                    </a:cubicBezTo>
                    <a:cubicBezTo>
                      <a:pt x="2250" y="2"/>
                      <a:pt x="2258" y="2"/>
                      <a:pt x="2267" y="3"/>
                    </a:cubicBezTo>
                    <a:cubicBezTo>
                      <a:pt x="2269" y="3"/>
                      <a:pt x="2272" y="4"/>
                      <a:pt x="2276" y="4"/>
                    </a:cubicBezTo>
                    <a:cubicBezTo>
                      <a:pt x="2279" y="5"/>
                      <a:pt x="2282" y="5"/>
                      <a:pt x="2285" y="5"/>
                    </a:cubicBezTo>
                    <a:cubicBezTo>
                      <a:pt x="2289" y="6"/>
                      <a:pt x="2294" y="7"/>
                      <a:pt x="2298" y="7"/>
                    </a:cubicBezTo>
                    <a:cubicBezTo>
                      <a:pt x="2302" y="8"/>
                      <a:pt x="2305" y="9"/>
                      <a:pt x="2308" y="10"/>
                    </a:cubicBezTo>
                    <a:cubicBezTo>
                      <a:pt x="2312" y="10"/>
                      <a:pt x="2315" y="12"/>
                      <a:pt x="2319" y="13"/>
                    </a:cubicBezTo>
                    <a:cubicBezTo>
                      <a:pt x="2321" y="13"/>
                      <a:pt x="2324" y="14"/>
                      <a:pt x="2326" y="15"/>
                    </a:cubicBezTo>
                    <a:cubicBezTo>
                      <a:pt x="2329" y="16"/>
                      <a:pt x="2332" y="17"/>
                      <a:pt x="2335" y="19"/>
                    </a:cubicBezTo>
                    <a:cubicBezTo>
                      <a:pt x="2336" y="19"/>
                      <a:pt x="2338" y="20"/>
                      <a:pt x="2339" y="21"/>
                    </a:cubicBezTo>
                    <a:cubicBezTo>
                      <a:pt x="2340" y="22"/>
                      <a:pt x="2341" y="23"/>
                      <a:pt x="2342" y="24"/>
                    </a:cubicBezTo>
                    <a:cubicBezTo>
                      <a:pt x="2345" y="26"/>
                      <a:pt x="2346" y="28"/>
                      <a:pt x="2348" y="30"/>
                    </a:cubicBezTo>
                    <a:cubicBezTo>
                      <a:pt x="2349" y="32"/>
                      <a:pt x="2350" y="35"/>
                      <a:pt x="2350" y="38"/>
                    </a:cubicBezTo>
                    <a:cubicBezTo>
                      <a:pt x="2349" y="44"/>
                      <a:pt x="2345" y="48"/>
                      <a:pt x="2339" y="48"/>
                    </a:cubicBezTo>
                    <a:cubicBezTo>
                      <a:pt x="2334" y="48"/>
                      <a:pt x="2329" y="44"/>
                      <a:pt x="2329" y="40"/>
                    </a:cubicBezTo>
                    <a:cubicBezTo>
                      <a:pt x="2329" y="40"/>
                      <a:pt x="2329" y="39"/>
                      <a:pt x="2328" y="39"/>
                    </a:cubicBezTo>
                    <a:cubicBezTo>
                      <a:pt x="2328" y="38"/>
                      <a:pt x="2328" y="38"/>
                      <a:pt x="2327" y="38"/>
                    </a:cubicBezTo>
                    <a:cubicBezTo>
                      <a:pt x="2327" y="37"/>
                      <a:pt x="2326" y="37"/>
                      <a:pt x="2325" y="37"/>
                    </a:cubicBezTo>
                    <a:cubicBezTo>
                      <a:pt x="2324" y="36"/>
                      <a:pt x="2324" y="36"/>
                      <a:pt x="2322" y="35"/>
                    </a:cubicBezTo>
                    <a:cubicBezTo>
                      <a:pt x="2317" y="33"/>
                      <a:pt x="2310" y="31"/>
                      <a:pt x="2304" y="30"/>
                    </a:cubicBezTo>
                    <a:cubicBezTo>
                      <a:pt x="2300" y="28"/>
                      <a:pt x="2297" y="28"/>
                      <a:pt x="2294" y="27"/>
                    </a:cubicBezTo>
                    <a:cubicBezTo>
                      <a:pt x="2289" y="26"/>
                      <a:pt x="2285" y="26"/>
                      <a:pt x="2280" y="25"/>
                    </a:cubicBezTo>
                    <a:lnTo>
                      <a:pt x="2281" y="25"/>
                    </a:lnTo>
                    <a:cubicBezTo>
                      <a:pt x="2276" y="24"/>
                      <a:pt x="2271" y="24"/>
                      <a:pt x="2266" y="23"/>
                    </a:cubicBezTo>
                    <a:cubicBezTo>
                      <a:pt x="2261" y="22"/>
                      <a:pt x="2255" y="22"/>
                      <a:pt x="2250" y="21"/>
                    </a:cubicBezTo>
                    <a:cubicBezTo>
                      <a:pt x="2245" y="21"/>
                      <a:pt x="2240" y="21"/>
                      <a:pt x="2235" y="21"/>
                    </a:cubicBezTo>
                    <a:cubicBezTo>
                      <a:pt x="2230" y="20"/>
                      <a:pt x="2224" y="20"/>
                      <a:pt x="2219" y="20"/>
                    </a:cubicBezTo>
                    <a:cubicBezTo>
                      <a:pt x="2200" y="20"/>
                      <a:pt x="2180" y="20"/>
                      <a:pt x="2160" y="20"/>
                    </a:cubicBezTo>
                    <a:cubicBezTo>
                      <a:pt x="2151" y="20"/>
                      <a:pt x="2142" y="20"/>
                      <a:pt x="2133" y="21"/>
                    </a:cubicBezTo>
                    <a:cubicBezTo>
                      <a:pt x="2127" y="21"/>
                      <a:pt x="2120" y="21"/>
                      <a:pt x="2114" y="21"/>
                    </a:cubicBezTo>
                    <a:cubicBezTo>
                      <a:pt x="2109" y="21"/>
                      <a:pt x="2103" y="22"/>
                      <a:pt x="2098" y="23"/>
                    </a:cubicBezTo>
                    <a:cubicBezTo>
                      <a:pt x="2087" y="23"/>
                      <a:pt x="2077" y="24"/>
                      <a:pt x="2066" y="26"/>
                    </a:cubicBezTo>
                    <a:cubicBezTo>
                      <a:pt x="2056" y="27"/>
                      <a:pt x="2047" y="28"/>
                      <a:pt x="2038" y="29"/>
                    </a:cubicBezTo>
                    <a:cubicBezTo>
                      <a:pt x="2025" y="31"/>
                      <a:pt x="2012" y="34"/>
                      <a:pt x="2000" y="36"/>
                    </a:cubicBezTo>
                    <a:cubicBezTo>
                      <a:pt x="1988" y="38"/>
                      <a:pt x="1976" y="41"/>
                      <a:pt x="1965" y="43"/>
                    </a:cubicBezTo>
                    <a:cubicBezTo>
                      <a:pt x="1940" y="48"/>
                      <a:pt x="1915" y="54"/>
                      <a:pt x="1890" y="60"/>
                    </a:cubicBezTo>
                    <a:cubicBezTo>
                      <a:pt x="1881" y="63"/>
                      <a:pt x="1873" y="65"/>
                      <a:pt x="1865" y="68"/>
                    </a:cubicBezTo>
                    <a:cubicBezTo>
                      <a:pt x="1856" y="70"/>
                      <a:pt x="1848" y="74"/>
                      <a:pt x="1840" y="77"/>
                    </a:cubicBezTo>
                    <a:cubicBezTo>
                      <a:pt x="1836" y="79"/>
                      <a:pt x="1832" y="81"/>
                      <a:pt x="1827" y="83"/>
                    </a:cubicBezTo>
                    <a:cubicBezTo>
                      <a:pt x="1823" y="84"/>
                      <a:pt x="1820" y="87"/>
                      <a:pt x="1816" y="88"/>
                    </a:cubicBezTo>
                    <a:cubicBezTo>
                      <a:pt x="1807" y="93"/>
                      <a:pt x="1799" y="98"/>
                      <a:pt x="1791" y="102"/>
                    </a:cubicBezTo>
                    <a:cubicBezTo>
                      <a:pt x="1786" y="105"/>
                      <a:pt x="1782" y="107"/>
                      <a:pt x="1778" y="110"/>
                    </a:cubicBezTo>
                    <a:cubicBezTo>
                      <a:pt x="1771" y="114"/>
                      <a:pt x="1765" y="118"/>
                      <a:pt x="1760" y="122"/>
                    </a:cubicBezTo>
                    <a:cubicBezTo>
                      <a:pt x="1749" y="129"/>
                      <a:pt x="1738" y="137"/>
                      <a:pt x="1728" y="144"/>
                    </a:cubicBezTo>
                    <a:cubicBezTo>
                      <a:pt x="1708" y="158"/>
                      <a:pt x="1687" y="171"/>
                      <a:pt x="1667" y="183"/>
                    </a:cubicBezTo>
                    <a:cubicBezTo>
                      <a:pt x="1646" y="196"/>
                      <a:pt x="1624" y="208"/>
                      <a:pt x="1604" y="221"/>
                    </a:cubicBezTo>
                    <a:cubicBezTo>
                      <a:pt x="1592" y="227"/>
                      <a:pt x="1582" y="233"/>
                      <a:pt x="1571" y="240"/>
                    </a:cubicBezTo>
                    <a:cubicBezTo>
                      <a:pt x="1560" y="247"/>
                      <a:pt x="1549" y="255"/>
                      <a:pt x="1539" y="263"/>
                    </a:cubicBezTo>
                    <a:cubicBezTo>
                      <a:pt x="1532" y="268"/>
                      <a:pt x="1527" y="273"/>
                      <a:pt x="1520" y="278"/>
                    </a:cubicBezTo>
                    <a:cubicBezTo>
                      <a:pt x="1515" y="282"/>
                      <a:pt x="1510" y="288"/>
                      <a:pt x="1504" y="292"/>
                    </a:cubicBezTo>
                    <a:cubicBezTo>
                      <a:pt x="1498" y="299"/>
                      <a:pt x="1492" y="306"/>
                      <a:pt x="1486" y="313"/>
                    </a:cubicBezTo>
                    <a:cubicBezTo>
                      <a:pt x="1480" y="320"/>
                      <a:pt x="1474" y="328"/>
                      <a:pt x="1468" y="335"/>
                    </a:cubicBezTo>
                    <a:cubicBezTo>
                      <a:pt x="1462" y="343"/>
                      <a:pt x="1456" y="351"/>
                      <a:pt x="1449" y="358"/>
                    </a:cubicBezTo>
                    <a:cubicBezTo>
                      <a:pt x="1446" y="362"/>
                      <a:pt x="1443" y="366"/>
                      <a:pt x="1439" y="370"/>
                    </a:cubicBezTo>
                    <a:cubicBezTo>
                      <a:pt x="1436" y="373"/>
                      <a:pt x="1433" y="377"/>
                      <a:pt x="1429" y="381"/>
                    </a:cubicBezTo>
                    <a:lnTo>
                      <a:pt x="1428" y="382"/>
                    </a:lnTo>
                    <a:cubicBezTo>
                      <a:pt x="1424" y="386"/>
                      <a:pt x="1420" y="390"/>
                      <a:pt x="1416" y="394"/>
                    </a:cubicBezTo>
                    <a:cubicBezTo>
                      <a:pt x="1413" y="397"/>
                      <a:pt x="1409" y="400"/>
                      <a:pt x="1407" y="403"/>
                    </a:cubicBezTo>
                    <a:cubicBezTo>
                      <a:pt x="1401" y="407"/>
                      <a:pt x="1397" y="412"/>
                      <a:pt x="1391" y="416"/>
                    </a:cubicBezTo>
                    <a:cubicBezTo>
                      <a:pt x="1379" y="426"/>
                      <a:pt x="1368" y="436"/>
                      <a:pt x="1355" y="446"/>
                    </a:cubicBezTo>
                    <a:cubicBezTo>
                      <a:pt x="1334" y="465"/>
                      <a:pt x="1313" y="484"/>
                      <a:pt x="1292" y="504"/>
                    </a:cubicBezTo>
                    <a:cubicBezTo>
                      <a:pt x="1291" y="506"/>
                      <a:pt x="1289" y="507"/>
                      <a:pt x="1288" y="509"/>
                    </a:cubicBezTo>
                    <a:cubicBezTo>
                      <a:pt x="1288" y="508"/>
                      <a:pt x="1289" y="508"/>
                      <a:pt x="1289" y="507"/>
                    </a:cubicBezTo>
                    <a:cubicBezTo>
                      <a:pt x="1288" y="509"/>
                      <a:pt x="1287" y="510"/>
                      <a:pt x="1285" y="511"/>
                    </a:cubicBezTo>
                    <a:lnTo>
                      <a:pt x="1286" y="510"/>
                    </a:lnTo>
                    <a:cubicBezTo>
                      <a:pt x="1275" y="521"/>
                      <a:pt x="1264" y="532"/>
                      <a:pt x="1252" y="543"/>
                    </a:cubicBezTo>
                    <a:cubicBezTo>
                      <a:pt x="1235" y="560"/>
                      <a:pt x="1220" y="577"/>
                      <a:pt x="1204" y="595"/>
                    </a:cubicBezTo>
                    <a:cubicBezTo>
                      <a:pt x="1196" y="603"/>
                      <a:pt x="1189" y="612"/>
                      <a:pt x="1181" y="622"/>
                    </a:cubicBezTo>
                    <a:cubicBezTo>
                      <a:pt x="1173" y="630"/>
                      <a:pt x="1166" y="639"/>
                      <a:pt x="1158" y="647"/>
                    </a:cubicBezTo>
                    <a:cubicBezTo>
                      <a:pt x="1140" y="665"/>
                      <a:pt x="1121" y="682"/>
                      <a:pt x="1101" y="697"/>
                    </a:cubicBezTo>
                    <a:cubicBezTo>
                      <a:pt x="1083" y="711"/>
                      <a:pt x="1063" y="725"/>
                      <a:pt x="1044" y="739"/>
                    </a:cubicBezTo>
                    <a:cubicBezTo>
                      <a:pt x="1030" y="749"/>
                      <a:pt x="1016" y="758"/>
                      <a:pt x="1002" y="769"/>
                    </a:cubicBezTo>
                    <a:cubicBezTo>
                      <a:pt x="999" y="772"/>
                      <a:pt x="996" y="774"/>
                      <a:pt x="993" y="777"/>
                    </a:cubicBezTo>
                    <a:cubicBezTo>
                      <a:pt x="989" y="779"/>
                      <a:pt x="986" y="783"/>
                      <a:pt x="982" y="786"/>
                    </a:cubicBezTo>
                    <a:cubicBezTo>
                      <a:pt x="974" y="795"/>
                      <a:pt x="966" y="803"/>
                      <a:pt x="959" y="812"/>
                    </a:cubicBezTo>
                    <a:cubicBezTo>
                      <a:pt x="951" y="821"/>
                      <a:pt x="943" y="830"/>
                      <a:pt x="936" y="838"/>
                    </a:cubicBezTo>
                    <a:cubicBezTo>
                      <a:pt x="928" y="848"/>
                      <a:pt x="919" y="857"/>
                      <a:pt x="911" y="866"/>
                    </a:cubicBezTo>
                    <a:cubicBezTo>
                      <a:pt x="903" y="874"/>
                      <a:pt x="894" y="882"/>
                      <a:pt x="886" y="890"/>
                    </a:cubicBezTo>
                    <a:cubicBezTo>
                      <a:pt x="869" y="907"/>
                      <a:pt x="851" y="923"/>
                      <a:pt x="833" y="940"/>
                    </a:cubicBezTo>
                    <a:cubicBezTo>
                      <a:pt x="816" y="957"/>
                      <a:pt x="798" y="973"/>
                      <a:pt x="780" y="990"/>
                    </a:cubicBezTo>
                    <a:cubicBezTo>
                      <a:pt x="768" y="1001"/>
                      <a:pt x="756" y="1012"/>
                      <a:pt x="744" y="1024"/>
                    </a:cubicBezTo>
                    <a:cubicBezTo>
                      <a:pt x="732" y="1034"/>
                      <a:pt x="722" y="1044"/>
                      <a:pt x="711" y="1054"/>
                    </a:cubicBezTo>
                    <a:cubicBezTo>
                      <a:pt x="702" y="1064"/>
                      <a:pt x="693" y="1074"/>
                      <a:pt x="684" y="1083"/>
                    </a:cubicBezTo>
                    <a:cubicBezTo>
                      <a:pt x="676" y="1091"/>
                      <a:pt x="668" y="1100"/>
                      <a:pt x="661" y="1109"/>
                    </a:cubicBezTo>
                    <a:cubicBezTo>
                      <a:pt x="643" y="1128"/>
                      <a:pt x="626" y="1146"/>
                      <a:pt x="610" y="1165"/>
                    </a:cubicBezTo>
                    <a:cubicBezTo>
                      <a:pt x="601" y="1174"/>
                      <a:pt x="592" y="1184"/>
                      <a:pt x="583" y="1194"/>
                    </a:cubicBezTo>
                    <a:cubicBezTo>
                      <a:pt x="575" y="1203"/>
                      <a:pt x="565" y="1212"/>
                      <a:pt x="556" y="1221"/>
                    </a:cubicBezTo>
                    <a:cubicBezTo>
                      <a:pt x="538" y="1239"/>
                      <a:pt x="520" y="1256"/>
                      <a:pt x="501" y="1273"/>
                    </a:cubicBezTo>
                    <a:cubicBezTo>
                      <a:pt x="492" y="1281"/>
                      <a:pt x="484" y="1289"/>
                      <a:pt x="475" y="1296"/>
                    </a:cubicBezTo>
                    <a:cubicBezTo>
                      <a:pt x="468" y="1303"/>
                      <a:pt x="460" y="1310"/>
                      <a:pt x="453" y="1317"/>
                    </a:cubicBezTo>
                    <a:lnTo>
                      <a:pt x="454" y="1317"/>
                    </a:lnTo>
                    <a:cubicBezTo>
                      <a:pt x="436" y="1335"/>
                      <a:pt x="418" y="1354"/>
                      <a:pt x="400" y="1373"/>
                    </a:cubicBezTo>
                    <a:cubicBezTo>
                      <a:pt x="376" y="1396"/>
                      <a:pt x="353" y="1419"/>
                      <a:pt x="325" y="1438"/>
                    </a:cubicBezTo>
                    <a:cubicBezTo>
                      <a:pt x="313" y="1446"/>
                      <a:pt x="300" y="1454"/>
                      <a:pt x="286" y="1460"/>
                    </a:cubicBezTo>
                    <a:cubicBezTo>
                      <a:pt x="272" y="1468"/>
                      <a:pt x="256" y="1473"/>
                      <a:pt x="240" y="1478"/>
                    </a:cubicBezTo>
                    <a:cubicBezTo>
                      <a:pt x="234" y="1480"/>
                      <a:pt x="227" y="1482"/>
                      <a:pt x="220" y="1484"/>
                    </a:cubicBezTo>
                    <a:cubicBezTo>
                      <a:pt x="215" y="1486"/>
                      <a:pt x="210" y="1487"/>
                      <a:pt x="205" y="1488"/>
                    </a:cubicBezTo>
                    <a:cubicBezTo>
                      <a:pt x="199" y="1490"/>
                      <a:pt x="192" y="1491"/>
                      <a:pt x="185" y="1493"/>
                    </a:cubicBezTo>
                    <a:cubicBezTo>
                      <a:pt x="178" y="1494"/>
                      <a:pt x="171" y="1495"/>
                      <a:pt x="164" y="1497"/>
                    </a:cubicBezTo>
                    <a:cubicBezTo>
                      <a:pt x="160" y="1498"/>
                      <a:pt x="155" y="1499"/>
                      <a:pt x="150" y="1500"/>
                    </a:cubicBezTo>
                    <a:cubicBezTo>
                      <a:pt x="143" y="1501"/>
                      <a:pt x="136" y="1502"/>
                      <a:pt x="130" y="1503"/>
                    </a:cubicBezTo>
                    <a:cubicBezTo>
                      <a:pt x="129" y="1503"/>
                      <a:pt x="128" y="1503"/>
                      <a:pt x="128" y="1504"/>
                    </a:cubicBezTo>
                    <a:cubicBezTo>
                      <a:pt x="119" y="1505"/>
                      <a:pt x="110" y="1506"/>
                      <a:pt x="100" y="1507"/>
                    </a:cubicBezTo>
                    <a:cubicBezTo>
                      <a:pt x="94" y="1508"/>
                      <a:pt x="88" y="1508"/>
                      <a:pt x="82" y="1509"/>
                    </a:cubicBezTo>
                    <a:cubicBezTo>
                      <a:pt x="78" y="1509"/>
                      <a:pt x="73" y="1510"/>
                      <a:pt x="68" y="1510"/>
                    </a:cubicBezTo>
                    <a:cubicBezTo>
                      <a:pt x="55" y="1511"/>
                      <a:pt x="43" y="1511"/>
                      <a:pt x="30" y="1511"/>
                    </a:cubicBezTo>
                    <a:cubicBezTo>
                      <a:pt x="23" y="1511"/>
                      <a:pt x="16" y="1511"/>
                      <a:pt x="10" y="15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1" name="Google Shape;2741;p30"/>
              <p:cNvSpPr/>
              <p:nvPr/>
            </p:nvSpPr>
            <p:spPr>
              <a:xfrm>
                <a:off x="1373400" y="2525760"/>
                <a:ext cx="14760" cy="29520"/>
              </a:xfrm>
              <a:custGeom>
                <a:avLst/>
                <a:gdLst/>
                <a:ahLst/>
                <a:cxnLst/>
                <a:rect l="l" t="t" r="r" b="b"/>
                <a:pathLst>
                  <a:path w="41" h="82" extrusionOk="0">
                    <a:moveTo>
                      <a:pt x="19" y="73"/>
                    </a:moveTo>
                    <a:cubicBezTo>
                      <a:pt x="17" y="65"/>
                      <a:pt x="15" y="55"/>
                      <a:pt x="13" y="46"/>
                    </a:cubicBezTo>
                    <a:cubicBezTo>
                      <a:pt x="11" y="40"/>
                      <a:pt x="9" y="34"/>
                      <a:pt x="7" y="27"/>
                    </a:cubicBezTo>
                    <a:cubicBezTo>
                      <a:pt x="6" y="25"/>
                      <a:pt x="5" y="24"/>
                      <a:pt x="5" y="23"/>
                    </a:cubicBezTo>
                    <a:cubicBezTo>
                      <a:pt x="4" y="21"/>
                      <a:pt x="3" y="20"/>
                      <a:pt x="2" y="18"/>
                    </a:cubicBezTo>
                    <a:cubicBezTo>
                      <a:pt x="2" y="18"/>
                      <a:pt x="3" y="19"/>
                      <a:pt x="4" y="20"/>
                    </a:cubicBezTo>
                    <a:cubicBezTo>
                      <a:pt x="1" y="17"/>
                      <a:pt x="0" y="11"/>
                      <a:pt x="2" y="7"/>
                    </a:cubicBezTo>
                    <a:cubicBezTo>
                      <a:pt x="6" y="2"/>
                      <a:pt x="13" y="0"/>
                      <a:pt x="18" y="4"/>
                    </a:cubicBezTo>
                    <a:cubicBezTo>
                      <a:pt x="20" y="6"/>
                      <a:pt x="22" y="9"/>
                      <a:pt x="23" y="13"/>
                    </a:cubicBezTo>
                    <a:cubicBezTo>
                      <a:pt x="24" y="15"/>
                      <a:pt x="25" y="17"/>
                      <a:pt x="26" y="20"/>
                    </a:cubicBezTo>
                    <a:cubicBezTo>
                      <a:pt x="27" y="24"/>
                      <a:pt x="29" y="29"/>
                      <a:pt x="30" y="34"/>
                    </a:cubicBezTo>
                    <a:cubicBezTo>
                      <a:pt x="30" y="33"/>
                      <a:pt x="30" y="33"/>
                      <a:pt x="30" y="32"/>
                    </a:cubicBezTo>
                    <a:cubicBezTo>
                      <a:pt x="30" y="35"/>
                      <a:pt x="32" y="38"/>
                      <a:pt x="32" y="40"/>
                    </a:cubicBezTo>
                    <a:lnTo>
                      <a:pt x="32" y="39"/>
                    </a:lnTo>
                    <a:cubicBezTo>
                      <a:pt x="34" y="49"/>
                      <a:pt x="37" y="59"/>
                      <a:pt x="39" y="69"/>
                    </a:cubicBezTo>
                    <a:cubicBezTo>
                      <a:pt x="40" y="75"/>
                      <a:pt x="36" y="80"/>
                      <a:pt x="31" y="81"/>
                    </a:cubicBezTo>
                    <a:cubicBezTo>
                      <a:pt x="30" y="81"/>
                      <a:pt x="29" y="81"/>
                      <a:pt x="29" y="81"/>
                    </a:cubicBezTo>
                    <a:cubicBezTo>
                      <a:pt x="24" y="81"/>
                      <a:pt x="20" y="78"/>
                      <a:pt x="19" y="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2" name="Google Shape;2742;p30"/>
              <p:cNvSpPr/>
              <p:nvPr/>
            </p:nvSpPr>
            <p:spPr>
              <a:xfrm>
                <a:off x="1527120" y="2281320"/>
                <a:ext cx="42480" cy="72360"/>
              </a:xfrm>
              <a:custGeom>
                <a:avLst/>
                <a:gdLst/>
                <a:ahLst/>
                <a:cxnLst/>
                <a:rect l="l" t="t" r="r" b="b"/>
                <a:pathLst>
                  <a:path w="118" h="201" extrusionOk="0">
                    <a:moveTo>
                      <a:pt x="61" y="198"/>
                    </a:moveTo>
                    <a:cubicBezTo>
                      <a:pt x="59" y="196"/>
                      <a:pt x="58" y="193"/>
                      <a:pt x="58" y="190"/>
                    </a:cubicBezTo>
                    <a:cubicBezTo>
                      <a:pt x="58" y="178"/>
                      <a:pt x="60" y="166"/>
                      <a:pt x="61" y="154"/>
                    </a:cubicBezTo>
                    <a:cubicBezTo>
                      <a:pt x="62" y="149"/>
                      <a:pt x="62" y="144"/>
                      <a:pt x="63" y="139"/>
                    </a:cubicBezTo>
                    <a:cubicBezTo>
                      <a:pt x="64" y="133"/>
                      <a:pt x="65" y="127"/>
                      <a:pt x="65" y="122"/>
                    </a:cubicBezTo>
                    <a:cubicBezTo>
                      <a:pt x="67" y="116"/>
                      <a:pt x="68" y="110"/>
                      <a:pt x="69" y="104"/>
                    </a:cubicBezTo>
                    <a:cubicBezTo>
                      <a:pt x="70" y="98"/>
                      <a:pt x="71" y="93"/>
                      <a:pt x="72" y="87"/>
                    </a:cubicBezTo>
                    <a:cubicBezTo>
                      <a:pt x="74" y="79"/>
                      <a:pt x="76" y="72"/>
                      <a:pt x="78" y="64"/>
                    </a:cubicBezTo>
                    <a:cubicBezTo>
                      <a:pt x="76" y="66"/>
                      <a:pt x="74" y="68"/>
                      <a:pt x="72" y="70"/>
                    </a:cubicBezTo>
                    <a:cubicBezTo>
                      <a:pt x="57" y="86"/>
                      <a:pt x="40" y="100"/>
                      <a:pt x="23" y="113"/>
                    </a:cubicBezTo>
                    <a:cubicBezTo>
                      <a:pt x="21" y="115"/>
                      <a:pt x="19" y="117"/>
                      <a:pt x="16" y="119"/>
                    </a:cubicBezTo>
                    <a:cubicBezTo>
                      <a:pt x="10" y="123"/>
                      <a:pt x="0" y="118"/>
                      <a:pt x="0" y="109"/>
                    </a:cubicBezTo>
                    <a:lnTo>
                      <a:pt x="1" y="108"/>
                    </a:lnTo>
                    <a:cubicBezTo>
                      <a:pt x="1" y="105"/>
                      <a:pt x="3" y="102"/>
                      <a:pt x="5" y="101"/>
                    </a:cubicBezTo>
                    <a:cubicBezTo>
                      <a:pt x="7" y="100"/>
                      <a:pt x="8" y="99"/>
                      <a:pt x="9" y="98"/>
                    </a:cubicBezTo>
                    <a:cubicBezTo>
                      <a:pt x="17" y="92"/>
                      <a:pt x="25" y="86"/>
                      <a:pt x="33" y="79"/>
                    </a:cubicBezTo>
                    <a:cubicBezTo>
                      <a:pt x="41" y="72"/>
                      <a:pt x="49" y="65"/>
                      <a:pt x="56" y="58"/>
                    </a:cubicBezTo>
                    <a:cubicBezTo>
                      <a:pt x="56" y="59"/>
                      <a:pt x="56" y="59"/>
                      <a:pt x="55" y="59"/>
                    </a:cubicBezTo>
                    <a:cubicBezTo>
                      <a:pt x="56" y="59"/>
                      <a:pt x="56" y="58"/>
                      <a:pt x="56" y="58"/>
                    </a:cubicBezTo>
                    <a:cubicBezTo>
                      <a:pt x="61" y="53"/>
                      <a:pt x="65" y="49"/>
                      <a:pt x="70" y="44"/>
                    </a:cubicBezTo>
                    <a:cubicBezTo>
                      <a:pt x="74" y="39"/>
                      <a:pt x="79" y="34"/>
                      <a:pt x="83" y="29"/>
                    </a:cubicBezTo>
                    <a:cubicBezTo>
                      <a:pt x="86" y="25"/>
                      <a:pt x="89" y="21"/>
                      <a:pt x="92" y="16"/>
                    </a:cubicBezTo>
                    <a:cubicBezTo>
                      <a:pt x="92" y="14"/>
                      <a:pt x="93" y="12"/>
                      <a:pt x="95" y="10"/>
                    </a:cubicBezTo>
                    <a:cubicBezTo>
                      <a:pt x="95" y="8"/>
                      <a:pt x="96" y="6"/>
                      <a:pt x="97" y="5"/>
                    </a:cubicBezTo>
                    <a:cubicBezTo>
                      <a:pt x="101" y="1"/>
                      <a:pt x="107" y="0"/>
                      <a:pt x="111" y="3"/>
                    </a:cubicBezTo>
                    <a:cubicBezTo>
                      <a:pt x="116" y="6"/>
                      <a:pt x="117" y="12"/>
                      <a:pt x="115" y="16"/>
                    </a:cubicBezTo>
                    <a:cubicBezTo>
                      <a:pt x="114" y="18"/>
                      <a:pt x="113" y="19"/>
                      <a:pt x="113" y="21"/>
                    </a:cubicBezTo>
                    <a:cubicBezTo>
                      <a:pt x="110" y="28"/>
                      <a:pt x="107" y="36"/>
                      <a:pt x="104" y="44"/>
                    </a:cubicBezTo>
                    <a:cubicBezTo>
                      <a:pt x="102" y="51"/>
                      <a:pt x="100" y="59"/>
                      <a:pt x="97" y="66"/>
                    </a:cubicBezTo>
                    <a:cubicBezTo>
                      <a:pt x="96" y="73"/>
                      <a:pt x="95" y="79"/>
                      <a:pt x="93" y="85"/>
                    </a:cubicBezTo>
                    <a:cubicBezTo>
                      <a:pt x="91" y="92"/>
                      <a:pt x="90" y="98"/>
                      <a:pt x="88" y="105"/>
                    </a:cubicBezTo>
                    <a:cubicBezTo>
                      <a:pt x="86" y="118"/>
                      <a:pt x="84" y="130"/>
                      <a:pt x="82" y="142"/>
                    </a:cubicBezTo>
                    <a:cubicBezTo>
                      <a:pt x="81" y="157"/>
                      <a:pt x="79" y="171"/>
                      <a:pt x="78" y="186"/>
                    </a:cubicBezTo>
                    <a:cubicBezTo>
                      <a:pt x="78" y="187"/>
                      <a:pt x="78" y="188"/>
                      <a:pt x="78" y="189"/>
                    </a:cubicBezTo>
                    <a:cubicBezTo>
                      <a:pt x="79" y="195"/>
                      <a:pt x="75" y="200"/>
                      <a:pt x="69" y="200"/>
                    </a:cubicBezTo>
                    <a:lnTo>
                      <a:pt x="68" y="200"/>
                    </a:lnTo>
                    <a:cubicBezTo>
                      <a:pt x="65" y="200"/>
                      <a:pt x="63" y="200"/>
                      <a:pt x="61" y="19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3" name="Google Shape;2743;p30"/>
              <p:cNvSpPr/>
              <p:nvPr/>
            </p:nvSpPr>
            <p:spPr>
              <a:xfrm>
                <a:off x="1552320" y="2587680"/>
                <a:ext cx="37080" cy="6480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80" extrusionOk="0">
                    <a:moveTo>
                      <a:pt x="30" y="159"/>
                    </a:moveTo>
                    <a:lnTo>
                      <a:pt x="31" y="159"/>
                    </a:lnTo>
                    <a:lnTo>
                      <a:pt x="32" y="158"/>
                    </a:lnTo>
                    <a:cubicBezTo>
                      <a:pt x="33" y="158"/>
                      <a:pt x="34" y="158"/>
                      <a:pt x="34" y="157"/>
                    </a:cubicBezTo>
                    <a:cubicBezTo>
                      <a:pt x="36" y="156"/>
                      <a:pt x="36" y="156"/>
                      <a:pt x="37" y="155"/>
                    </a:cubicBezTo>
                    <a:cubicBezTo>
                      <a:pt x="39" y="154"/>
                      <a:pt x="40" y="153"/>
                      <a:pt x="41" y="152"/>
                    </a:cubicBezTo>
                    <a:cubicBezTo>
                      <a:pt x="42" y="151"/>
                      <a:pt x="43" y="149"/>
                      <a:pt x="44" y="148"/>
                    </a:cubicBezTo>
                    <a:cubicBezTo>
                      <a:pt x="47" y="144"/>
                      <a:pt x="49" y="141"/>
                      <a:pt x="51" y="137"/>
                    </a:cubicBezTo>
                    <a:lnTo>
                      <a:pt x="51" y="138"/>
                    </a:lnTo>
                    <a:cubicBezTo>
                      <a:pt x="55" y="131"/>
                      <a:pt x="58" y="124"/>
                      <a:pt x="62" y="117"/>
                    </a:cubicBezTo>
                    <a:cubicBezTo>
                      <a:pt x="64" y="112"/>
                      <a:pt x="65" y="108"/>
                      <a:pt x="67" y="104"/>
                    </a:cubicBezTo>
                    <a:cubicBezTo>
                      <a:pt x="71" y="94"/>
                      <a:pt x="75" y="84"/>
                      <a:pt x="78" y="73"/>
                    </a:cubicBezTo>
                    <a:cubicBezTo>
                      <a:pt x="79" y="67"/>
                      <a:pt x="80" y="60"/>
                      <a:pt x="82" y="53"/>
                    </a:cubicBezTo>
                    <a:lnTo>
                      <a:pt x="82" y="54"/>
                    </a:lnTo>
                    <a:lnTo>
                      <a:pt x="82" y="53"/>
                    </a:lnTo>
                    <a:cubicBezTo>
                      <a:pt x="82" y="48"/>
                      <a:pt x="82" y="43"/>
                      <a:pt x="82" y="39"/>
                    </a:cubicBezTo>
                    <a:cubicBezTo>
                      <a:pt x="82" y="35"/>
                      <a:pt x="82" y="31"/>
                      <a:pt x="82" y="26"/>
                    </a:cubicBezTo>
                    <a:cubicBezTo>
                      <a:pt x="82" y="27"/>
                      <a:pt x="82" y="27"/>
                      <a:pt x="82" y="28"/>
                    </a:cubicBezTo>
                    <a:cubicBezTo>
                      <a:pt x="82" y="27"/>
                      <a:pt x="82" y="26"/>
                      <a:pt x="81" y="25"/>
                    </a:cubicBezTo>
                    <a:cubicBezTo>
                      <a:pt x="81" y="24"/>
                      <a:pt x="80" y="23"/>
                      <a:pt x="80" y="22"/>
                    </a:cubicBezTo>
                    <a:lnTo>
                      <a:pt x="79" y="21"/>
                    </a:lnTo>
                    <a:lnTo>
                      <a:pt x="78" y="21"/>
                    </a:lnTo>
                    <a:lnTo>
                      <a:pt x="77" y="21"/>
                    </a:lnTo>
                    <a:cubicBezTo>
                      <a:pt x="76" y="22"/>
                      <a:pt x="75" y="22"/>
                      <a:pt x="74" y="22"/>
                    </a:cubicBezTo>
                    <a:cubicBezTo>
                      <a:pt x="73" y="23"/>
                      <a:pt x="72" y="24"/>
                      <a:pt x="72" y="24"/>
                    </a:cubicBezTo>
                    <a:cubicBezTo>
                      <a:pt x="71" y="25"/>
                      <a:pt x="69" y="25"/>
                      <a:pt x="68" y="26"/>
                    </a:cubicBezTo>
                    <a:cubicBezTo>
                      <a:pt x="66" y="28"/>
                      <a:pt x="64" y="30"/>
                      <a:pt x="61" y="32"/>
                    </a:cubicBezTo>
                    <a:lnTo>
                      <a:pt x="62" y="32"/>
                    </a:lnTo>
                    <a:cubicBezTo>
                      <a:pt x="59" y="34"/>
                      <a:pt x="57" y="37"/>
                      <a:pt x="54" y="40"/>
                    </a:cubicBezTo>
                    <a:cubicBezTo>
                      <a:pt x="54" y="40"/>
                      <a:pt x="55" y="40"/>
                      <a:pt x="55" y="39"/>
                    </a:cubicBezTo>
                    <a:cubicBezTo>
                      <a:pt x="54" y="40"/>
                      <a:pt x="54" y="40"/>
                      <a:pt x="54" y="40"/>
                    </a:cubicBezTo>
                    <a:cubicBezTo>
                      <a:pt x="51" y="45"/>
                      <a:pt x="48" y="49"/>
                      <a:pt x="46" y="53"/>
                    </a:cubicBezTo>
                    <a:cubicBezTo>
                      <a:pt x="43" y="59"/>
                      <a:pt x="40" y="64"/>
                      <a:pt x="37" y="69"/>
                    </a:cubicBezTo>
                    <a:cubicBezTo>
                      <a:pt x="38" y="68"/>
                      <a:pt x="38" y="68"/>
                      <a:pt x="38" y="68"/>
                    </a:cubicBezTo>
                    <a:cubicBezTo>
                      <a:pt x="34" y="78"/>
                      <a:pt x="30" y="88"/>
                      <a:pt x="27" y="99"/>
                    </a:cubicBezTo>
                    <a:cubicBezTo>
                      <a:pt x="27" y="99"/>
                      <a:pt x="27" y="100"/>
                      <a:pt x="26" y="100"/>
                    </a:cubicBezTo>
                    <a:cubicBezTo>
                      <a:pt x="26" y="104"/>
                      <a:pt x="26" y="107"/>
                      <a:pt x="26" y="110"/>
                    </a:cubicBezTo>
                    <a:cubicBezTo>
                      <a:pt x="26" y="116"/>
                      <a:pt x="26" y="121"/>
                      <a:pt x="26" y="127"/>
                    </a:cubicBezTo>
                    <a:cubicBezTo>
                      <a:pt x="27" y="133"/>
                      <a:pt x="27" y="139"/>
                      <a:pt x="28" y="145"/>
                    </a:cubicBezTo>
                    <a:cubicBezTo>
                      <a:pt x="29" y="149"/>
                      <a:pt x="29" y="153"/>
                      <a:pt x="30" y="158"/>
                    </a:cubicBezTo>
                    <a:lnTo>
                      <a:pt x="30" y="159"/>
                    </a:lnTo>
                    <a:moveTo>
                      <a:pt x="22" y="179"/>
                    </a:moveTo>
                    <a:cubicBezTo>
                      <a:pt x="20" y="178"/>
                      <a:pt x="18" y="176"/>
                      <a:pt x="16" y="174"/>
                    </a:cubicBezTo>
                    <a:cubicBezTo>
                      <a:pt x="14" y="172"/>
                      <a:pt x="12" y="170"/>
                      <a:pt x="12" y="167"/>
                    </a:cubicBezTo>
                    <a:cubicBezTo>
                      <a:pt x="10" y="163"/>
                      <a:pt x="9" y="158"/>
                      <a:pt x="9" y="153"/>
                    </a:cubicBezTo>
                    <a:cubicBezTo>
                      <a:pt x="8" y="148"/>
                      <a:pt x="8" y="142"/>
                      <a:pt x="7" y="137"/>
                    </a:cubicBezTo>
                    <a:cubicBezTo>
                      <a:pt x="7" y="134"/>
                      <a:pt x="6" y="132"/>
                      <a:pt x="6" y="130"/>
                    </a:cubicBezTo>
                    <a:cubicBezTo>
                      <a:pt x="3" y="128"/>
                      <a:pt x="0" y="124"/>
                      <a:pt x="1" y="119"/>
                    </a:cubicBezTo>
                    <a:cubicBezTo>
                      <a:pt x="3" y="113"/>
                      <a:pt x="5" y="107"/>
                      <a:pt x="6" y="102"/>
                    </a:cubicBezTo>
                    <a:cubicBezTo>
                      <a:pt x="6" y="95"/>
                      <a:pt x="7" y="88"/>
                      <a:pt x="8" y="81"/>
                    </a:cubicBezTo>
                    <a:cubicBezTo>
                      <a:pt x="9" y="77"/>
                      <a:pt x="9" y="73"/>
                      <a:pt x="10" y="70"/>
                    </a:cubicBezTo>
                    <a:cubicBezTo>
                      <a:pt x="11" y="64"/>
                      <a:pt x="12" y="59"/>
                      <a:pt x="14" y="54"/>
                    </a:cubicBezTo>
                    <a:cubicBezTo>
                      <a:pt x="15" y="51"/>
                      <a:pt x="19" y="49"/>
                      <a:pt x="23" y="49"/>
                    </a:cubicBezTo>
                    <a:cubicBezTo>
                      <a:pt x="23" y="48"/>
                      <a:pt x="25" y="49"/>
                      <a:pt x="26" y="49"/>
                    </a:cubicBezTo>
                    <a:cubicBezTo>
                      <a:pt x="30" y="39"/>
                      <a:pt x="37" y="29"/>
                      <a:pt x="44" y="21"/>
                    </a:cubicBezTo>
                    <a:cubicBezTo>
                      <a:pt x="49" y="16"/>
                      <a:pt x="54" y="11"/>
                      <a:pt x="59" y="8"/>
                    </a:cubicBezTo>
                    <a:cubicBezTo>
                      <a:pt x="64" y="4"/>
                      <a:pt x="71" y="2"/>
                      <a:pt x="77" y="1"/>
                    </a:cubicBezTo>
                    <a:cubicBezTo>
                      <a:pt x="83" y="0"/>
                      <a:pt x="89" y="3"/>
                      <a:pt x="93" y="6"/>
                    </a:cubicBezTo>
                    <a:cubicBezTo>
                      <a:pt x="94" y="8"/>
                      <a:pt x="96" y="10"/>
                      <a:pt x="97" y="12"/>
                    </a:cubicBezTo>
                    <a:cubicBezTo>
                      <a:pt x="99" y="15"/>
                      <a:pt x="100" y="18"/>
                      <a:pt x="101" y="22"/>
                    </a:cubicBezTo>
                    <a:cubicBezTo>
                      <a:pt x="101" y="25"/>
                      <a:pt x="101" y="29"/>
                      <a:pt x="101" y="32"/>
                    </a:cubicBezTo>
                    <a:cubicBezTo>
                      <a:pt x="102" y="36"/>
                      <a:pt x="102" y="39"/>
                      <a:pt x="102" y="43"/>
                    </a:cubicBezTo>
                    <a:cubicBezTo>
                      <a:pt x="101" y="50"/>
                      <a:pt x="100" y="58"/>
                      <a:pt x="99" y="66"/>
                    </a:cubicBezTo>
                    <a:cubicBezTo>
                      <a:pt x="97" y="76"/>
                      <a:pt x="94" y="86"/>
                      <a:pt x="90" y="97"/>
                    </a:cubicBezTo>
                    <a:cubicBezTo>
                      <a:pt x="89" y="102"/>
                      <a:pt x="87" y="107"/>
                      <a:pt x="85" y="113"/>
                    </a:cubicBezTo>
                    <a:cubicBezTo>
                      <a:pt x="82" y="119"/>
                      <a:pt x="79" y="124"/>
                      <a:pt x="77" y="130"/>
                    </a:cubicBezTo>
                    <a:cubicBezTo>
                      <a:pt x="74" y="136"/>
                      <a:pt x="71" y="142"/>
                      <a:pt x="68" y="148"/>
                    </a:cubicBezTo>
                    <a:cubicBezTo>
                      <a:pt x="64" y="155"/>
                      <a:pt x="60" y="161"/>
                      <a:pt x="55" y="166"/>
                    </a:cubicBezTo>
                    <a:cubicBezTo>
                      <a:pt x="51" y="170"/>
                      <a:pt x="46" y="174"/>
                      <a:pt x="40" y="177"/>
                    </a:cubicBezTo>
                    <a:cubicBezTo>
                      <a:pt x="38" y="178"/>
                      <a:pt x="35" y="179"/>
                      <a:pt x="32" y="179"/>
                    </a:cubicBezTo>
                    <a:cubicBezTo>
                      <a:pt x="31" y="179"/>
                      <a:pt x="30" y="179"/>
                      <a:pt x="29" y="179"/>
                    </a:cubicBezTo>
                    <a:cubicBezTo>
                      <a:pt x="27" y="179"/>
                      <a:pt x="25" y="179"/>
                      <a:pt x="22" y="1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4" name="Google Shape;2744;p30"/>
              <p:cNvSpPr/>
              <p:nvPr/>
            </p:nvSpPr>
            <p:spPr>
              <a:xfrm>
                <a:off x="1780200" y="2581920"/>
                <a:ext cx="15840" cy="39240"/>
              </a:xfrm>
              <a:custGeom>
                <a:avLst/>
                <a:gdLst/>
                <a:ahLst/>
                <a:cxnLst/>
                <a:rect l="l" t="t" r="r" b="b"/>
                <a:pathLst>
                  <a:path w="44" h="109" extrusionOk="0">
                    <a:moveTo>
                      <a:pt x="10" y="108"/>
                    </a:moveTo>
                    <a:cubicBezTo>
                      <a:pt x="4" y="107"/>
                      <a:pt x="0" y="102"/>
                      <a:pt x="0" y="97"/>
                    </a:cubicBezTo>
                    <a:cubicBezTo>
                      <a:pt x="0" y="89"/>
                      <a:pt x="3" y="81"/>
                      <a:pt x="4" y="73"/>
                    </a:cubicBezTo>
                    <a:cubicBezTo>
                      <a:pt x="6" y="66"/>
                      <a:pt x="7" y="60"/>
                      <a:pt x="9" y="54"/>
                    </a:cubicBezTo>
                    <a:cubicBezTo>
                      <a:pt x="10" y="47"/>
                      <a:pt x="12" y="40"/>
                      <a:pt x="14" y="33"/>
                    </a:cubicBezTo>
                    <a:cubicBezTo>
                      <a:pt x="14" y="28"/>
                      <a:pt x="16" y="25"/>
                      <a:pt x="17" y="21"/>
                    </a:cubicBezTo>
                    <a:cubicBezTo>
                      <a:pt x="18" y="18"/>
                      <a:pt x="18" y="15"/>
                      <a:pt x="20" y="12"/>
                    </a:cubicBezTo>
                    <a:cubicBezTo>
                      <a:pt x="21" y="9"/>
                      <a:pt x="23" y="5"/>
                      <a:pt x="25" y="3"/>
                    </a:cubicBezTo>
                    <a:cubicBezTo>
                      <a:pt x="28" y="1"/>
                      <a:pt x="31" y="0"/>
                      <a:pt x="34" y="1"/>
                    </a:cubicBezTo>
                    <a:cubicBezTo>
                      <a:pt x="38" y="2"/>
                      <a:pt x="41" y="4"/>
                      <a:pt x="42" y="8"/>
                    </a:cubicBezTo>
                    <a:cubicBezTo>
                      <a:pt x="43" y="10"/>
                      <a:pt x="43" y="12"/>
                      <a:pt x="43" y="14"/>
                    </a:cubicBezTo>
                    <a:cubicBezTo>
                      <a:pt x="42" y="16"/>
                      <a:pt x="41" y="18"/>
                      <a:pt x="39" y="20"/>
                    </a:cubicBezTo>
                    <a:cubicBezTo>
                      <a:pt x="37" y="26"/>
                      <a:pt x="35" y="31"/>
                      <a:pt x="33" y="37"/>
                    </a:cubicBezTo>
                    <a:cubicBezTo>
                      <a:pt x="31" y="46"/>
                      <a:pt x="29" y="55"/>
                      <a:pt x="27" y="63"/>
                    </a:cubicBezTo>
                    <a:cubicBezTo>
                      <a:pt x="25" y="73"/>
                      <a:pt x="23" y="83"/>
                      <a:pt x="21" y="93"/>
                    </a:cubicBezTo>
                    <a:cubicBezTo>
                      <a:pt x="21" y="94"/>
                      <a:pt x="21" y="96"/>
                      <a:pt x="21" y="98"/>
                    </a:cubicBezTo>
                    <a:cubicBezTo>
                      <a:pt x="21" y="103"/>
                      <a:pt x="16" y="108"/>
                      <a:pt x="10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5" name="Google Shape;2745;p30"/>
              <p:cNvSpPr/>
              <p:nvPr/>
            </p:nvSpPr>
            <p:spPr>
              <a:xfrm>
                <a:off x="1797840" y="2578320"/>
                <a:ext cx="20160" cy="38520"/>
              </a:xfrm>
              <a:custGeom>
                <a:avLst/>
                <a:gdLst/>
                <a:ahLst/>
                <a:cxnLst/>
                <a:rect l="l" t="t" r="r" b="b"/>
                <a:pathLst>
                  <a:path w="56" h="107" extrusionOk="0">
                    <a:moveTo>
                      <a:pt x="8" y="105"/>
                    </a:moveTo>
                    <a:cubicBezTo>
                      <a:pt x="3" y="104"/>
                      <a:pt x="0" y="98"/>
                      <a:pt x="2" y="93"/>
                    </a:cubicBezTo>
                    <a:cubicBezTo>
                      <a:pt x="4" y="87"/>
                      <a:pt x="6" y="82"/>
                      <a:pt x="7" y="76"/>
                    </a:cubicBezTo>
                    <a:cubicBezTo>
                      <a:pt x="10" y="65"/>
                      <a:pt x="12" y="54"/>
                      <a:pt x="15" y="43"/>
                    </a:cubicBezTo>
                    <a:cubicBezTo>
                      <a:pt x="17" y="37"/>
                      <a:pt x="19" y="31"/>
                      <a:pt x="21" y="26"/>
                    </a:cubicBezTo>
                    <a:cubicBezTo>
                      <a:pt x="25" y="15"/>
                      <a:pt x="31" y="2"/>
                      <a:pt x="43" y="1"/>
                    </a:cubicBezTo>
                    <a:cubicBezTo>
                      <a:pt x="49" y="0"/>
                      <a:pt x="54" y="5"/>
                      <a:pt x="55" y="11"/>
                    </a:cubicBezTo>
                    <a:cubicBezTo>
                      <a:pt x="55" y="16"/>
                      <a:pt x="51" y="20"/>
                      <a:pt x="46" y="22"/>
                    </a:cubicBezTo>
                    <a:cubicBezTo>
                      <a:pt x="46" y="23"/>
                      <a:pt x="45" y="24"/>
                      <a:pt x="44" y="25"/>
                    </a:cubicBezTo>
                    <a:cubicBezTo>
                      <a:pt x="43" y="27"/>
                      <a:pt x="42" y="29"/>
                      <a:pt x="41" y="31"/>
                    </a:cubicBezTo>
                    <a:cubicBezTo>
                      <a:pt x="40" y="34"/>
                      <a:pt x="39" y="37"/>
                      <a:pt x="37" y="41"/>
                    </a:cubicBezTo>
                    <a:cubicBezTo>
                      <a:pt x="36" y="44"/>
                      <a:pt x="35" y="48"/>
                      <a:pt x="34" y="51"/>
                    </a:cubicBezTo>
                    <a:cubicBezTo>
                      <a:pt x="30" y="68"/>
                      <a:pt x="26" y="83"/>
                      <a:pt x="21" y="99"/>
                    </a:cubicBezTo>
                    <a:cubicBezTo>
                      <a:pt x="20" y="104"/>
                      <a:pt x="16" y="106"/>
                      <a:pt x="11" y="106"/>
                    </a:cubicBezTo>
                    <a:cubicBezTo>
                      <a:pt x="11" y="106"/>
                      <a:pt x="10" y="106"/>
                      <a:pt x="8" y="1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6" name="Google Shape;2746;p30"/>
              <p:cNvSpPr/>
              <p:nvPr/>
            </p:nvSpPr>
            <p:spPr>
              <a:xfrm>
                <a:off x="1758240" y="2566800"/>
                <a:ext cx="81720" cy="32040"/>
              </a:xfrm>
              <a:custGeom>
                <a:avLst/>
                <a:gdLst/>
                <a:ahLst/>
                <a:cxnLst/>
                <a:rect l="l" t="t" r="r" b="b"/>
                <a:pathLst>
                  <a:path w="227" h="89" extrusionOk="0">
                    <a:moveTo>
                      <a:pt x="25" y="86"/>
                    </a:moveTo>
                    <a:cubicBezTo>
                      <a:pt x="21" y="82"/>
                      <a:pt x="17" y="78"/>
                      <a:pt x="13" y="74"/>
                    </a:cubicBezTo>
                    <a:cubicBezTo>
                      <a:pt x="7" y="67"/>
                      <a:pt x="0" y="60"/>
                      <a:pt x="1" y="51"/>
                    </a:cubicBezTo>
                    <a:cubicBezTo>
                      <a:pt x="1" y="38"/>
                      <a:pt x="12" y="28"/>
                      <a:pt x="22" y="21"/>
                    </a:cubicBezTo>
                    <a:cubicBezTo>
                      <a:pt x="35" y="14"/>
                      <a:pt x="49" y="10"/>
                      <a:pt x="63" y="6"/>
                    </a:cubicBezTo>
                    <a:cubicBezTo>
                      <a:pt x="87" y="1"/>
                      <a:pt x="112" y="0"/>
                      <a:pt x="137" y="0"/>
                    </a:cubicBezTo>
                    <a:cubicBezTo>
                      <a:pt x="148" y="1"/>
                      <a:pt x="159" y="1"/>
                      <a:pt x="170" y="2"/>
                    </a:cubicBezTo>
                    <a:cubicBezTo>
                      <a:pt x="186" y="3"/>
                      <a:pt x="201" y="5"/>
                      <a:pt x="216" y="6"/>
                    </a:cubicBezTo>
                    <a:cubicBezTo>
                      <a:pt x="221" y="7"/>
                      <a:pt x="226" y="11"/>
                      <a:pt x="225" y="17"/>
                    </a:cubicBezTo>
                    <a:cubicBezTo>
                      <a:pt x="225" y="19"/>
                      <a:pt x="224" y="21"/>
                      <a:pt x="222" y="23"/>
                    </a:cubicBezTo>
                    <a:cubicBezTo>
                      <a:pt x="219" y="26"/>
                      <a:pt x="216" y="26"/>
                      <a:pt x="213" y="26"/>
                    </a:cubicBezTo>
                    <a:cubicBezTo>
                      <a:pt x="212" y="26"/>
                      <a:pt x="210" y="25"/>
                      <a:pt x="208" y="25"/>
                    </a:cubicBezTo>
                    <a:cubicBezTo>
                      <a:pt x="209" y="25"/>
                      <a:pt x="209" y="25"/>
                      <a:pt x="209" y="25"/>
                    </a:cubicBezTo>
                    <a:cubicBezTo>
                      <a:pt x="196" y="23"/>
                      <a:pt x="182" y="22"/>
                      <a:pt x="169" y="21"/>
                    </a:cubicBezTo>
                    <a:cubicBezTo>
                      <a:pt x="155" y="20"/>
                      <a:pt x="141" y="20"/>
                      <a:pt x="128" y="19"/>
                    </a:cubicBezTo>
                    <a:lnTo>
                      <a:pt x="129" y="19"/>
                    </a:lnTo>
                    <a:cubicBezTo>
                      <a:pt x="115" y="19"/>
                      <a:pt x="101" y="20"/>
                      <a:pt x="87" y="22"/>
                    </a:cubicBezTo>
                    <a:cubicBezTo>
                      <a:pt x="88" y="22"/>
                      <a:pt x="88" y="22"/>
                      <a:pt x="89" y="21"/>
                    </a:cubicBezTo>
                    <a:cubicBezTo>
                      <a:pt x="79" y="23"/>
                      <a:pt x="70" y="25"/>
                      <a:pt x="61" y="27"/>
                    </a:cubicBezTo>
                    <a:cubicBezTo>
                      <a:pt x="62" y="27"/>
                      <a:pt x="62" y="27"/>
                      <a:pt x="63" y="27"/>
                    </a:cubicBezTo>
                    <a:cubicBezTo>
                      <a:pt x="56" y="28"/>
                      <a:pt x="49" y="31"/>
                      <a:pt x="43" y="34"/>
                    </a:cubicBezTo>
                    <a:cubicBezTo>
                      <a:pt x="40" y="35"/>
                      <a:pt x="37" y="36"/>
                      <a:pt x="35" y="38"/>
                    </a:cubicBezTo>
                    <a:cubicBezTo>
                      <a:pt x="33" y="39"/>
                      <a:pt x="31" y="40"/>
                      <a:pt x="29" y="41"/>
                    </a:cubicBezTo>
                    <a:cubicBezTo>
                      <a:pt x="28" y="42"/>
                      <a:pt x="27" y="43"/>
                      <a:pt x="26" y="44"/>
                    </a:cubicBezTo>
                    <a:cubicBezTo>
                      <a:pt x="25" y="45"/>
                      <a:pt x="24" y="46"/>
                      <a:pt x="24" y="46"/>
                    </a:cubicBezTo>
                    <a:cubicBezTo>
                      <a:pt x="23" y="47"/>
                      <a:pt x="23" y="48"/>
                      <a:pt x="22" y="48"/>
                    </a:cubicBezTo>
                    <a:cubicBezTo>
                      <a:pt x="22" y="49"/>
                      <a:pt x="22" y="49"/>
                      <a:pt x="22" y="49"/>
                    </a:cubicBezTo>
                    <a:cubicBezTo>
                      <a:pt x="22" y="50"/>
                      <a:pt x="22" y="50"/>
                      <a:pt x="22" y="51"/>
                    </a:cubicBezTo>
                    <a:cubicBezTo>
                      <a:pt x="21" y="51"/>
                      <a:pt x="21" y="51"/>
                      <a:pt x="21" y="51"/>
                    </a:cubicBezTo>
                    <a:cubicBezTo>
                      <a:pt x="21" y="52"/>
                      <a:pt x="21" y="52"/>
                      <a:pt x="21" y="52"/>
                    </a:cubicBezTo>
                    <a:cubicBezTo>
                      <a:pt x="22" y="52"/>
                      <a:pt x="22" y="52"/>
                      <a:pt x="22" y="52"/>
                    </a:cubicBezTo>
                    <a:lnTo>
                      <a:pt x="22" y="53"/>
                    </a:lnTo>
                    <a:cubicBezTo>
                      <a:pt x="24" y="55"/>
                      <a:pt x="25" y="56"/>
                      <a:pt x="26" y="58"/>
                    </a:cubicBezTo>
                    <a:cubicBezTo>
                      <a:pt x="31" y="62"/>
                      <a:pt x="35" y="66"/>
                      <a:pt x="39" y="70"/>
                    </a:cubicBezTo>
                    <a:cubicBezTo>
                      <a:pt x="44" y="74"/>
                      <a:pt x="44" y="81"/>
                      <a:pt x="40" y="85"/>
                    </a:cubicBezTo>
                    <a:cubicBezTo>
                      <a:pt x="38" y="87"/>
                      <a:pt x="35" y="88"/>
                      <a:pt x="32" y="88"/>
                    </a:cubicBezTo>
                    <a:cubicBezTo>
                      <a:pt x="30" y="88"/>
                      <a:pt x="28" y="88"/>
                      <a:pt x="25" y="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7" name="Google Shape;2747;p30"/>
              <p:cNvSpPr/>
              <p:nvPr/>
            </p:nvSpPr>
            <p:spPr>
              <a:xfrm>
                <a:off x="1787760" y="2571120"/>
                <a:ext cx="62280" cy="91800"/>
              </a:xfrm>
              <a:custGeom>
                <a:avLst/>
                <a:gdLst/>
                <a:ahLst/>
                <a:cxnLst/>
                <a:rect l="l" t="t" r="r" b="b"/>
                <a:pathLst>
                  <a:path w="173" h="255" extrusionOk="0">
                    <a:moveTo>
                      <a:pt x="6" y="252"/>
                    </a:moveTo>
                    <a:cubicBezTo>
                      <a:pt x="1" y="249"/>
                      <a:pt x="0" y="243"/>
                      <a:pt x="3" y="238"/>
                    </a:cubicBezTo>
                    <a:cubicBezTo>
                      <a:pt x="14" y="223"/>
                      <a:pt x="25" y="207"/>
                      <a:pt x="36" y="191"/>
                    </a:cubicBezTo>
                    <a:cubicBezTo>
                      <a:pt x="41" y="184"/>
                      <a:pt x="45" y="177"/>
                      <a:pt x="49" y="170"/>
                    </a:cubicBezTo>
                    <a:cubicBezTo>
                      <a:pt x="55" y="161"/>
                      <a:pt x="60" y="154"/>
                      <a:pt x="64" y="146"/>
                    </a:cubicBezTo>
                    <a:cubicBezTo>
                      <a:pt x="70" y="136"/>
                      <a:pt x="75" y="127"/>
                      <a:pt x="80" y="118"/>
                    </a:cubicBezTo>
                    <a:lnTo>
                      <a:pt x="81" y="118"/>
                    </a:lnTo>
                    <a:lnTo>
                      <a:pt x="80" y="118"/>
                    </a:lnTo>
                    <a:cubicBezTo>
                      <a:pt x="85" y="109"/>
                      <a:pt x="91" y="100"/>
                      <a:pt x="95" y="92"/>
                    </a:cubicBezTo>
                    <a:cubicBezTo>
                      <a:pt x="100" y="82"/>
                      <a:pt x="105" y="73"/>
                      <a:pt x="110" y="64"/>
                    </a:cubicBezTo>
                    <a:cubicBezTo>
                      <a:pt x="116" y="53"/>
                      <a:pt x="121" y="43"/>
                      <a:pt x="127" y="32"/>
                    </a:cubicBezTo>
                    <a:cubicBezTo>
                      <a:pt x="131" y="24"/>
                      <a:pt x="136" y="16"/>
                      <a:pt x="142" y="8"/>
                    </a:cubicBezTo>
                    <a:cubicBezTo>
                      <a:pt x="145" y="4"/>
                      <a:pt x="150" y="0"/>
                      <a:pt x="155" y="0"/>
                    </a:cubicBezTo>
                    <a:cubicBezTo>
                      <a:pt x="158" y="0"/>
                      <a:pt x="160" y="0"/>
                      <a:pt x="162" y="2"/>
                    </a:cubicBezTo>
                    <a:cubicBezTo>
                      <a:pt x="165" y="3"/>
                      <a:pt x="166" y="5"/>
                      <a:pt x="168" y="8"/>
                    </a:cubicBezTo>
                    <a:cubicBezTo>
                      <a:pt x="169" y="11"/>
                      <a:pt x="171" y="14"/>
                      <a:pt x="171" y="17"/>
                    </a:cubicBezTo>
                    <a:cubicBezTo>
                      <a:pt x="172" y="23"/>
                      <a:pt x="166" y="28"/>
                      <a:pt x="161" y="29"/>
                    </a:cubicBezTo>
                    <a:cubicBezTo>
                      <a:pt x="159" y="29"/>
                      <a:pt x="156" y="28"/>
                      <a:pt x="154" y="26"/>
                    </a:cubicBezTo>
                    <a:cubicBezTo>
                      <a:pt x="152" y="29"/>
                      <a:pt x="150" y="33"/>
                      <a:pt x="148" y="36"/>
                    </a:cubicBezTo>
                    <a:cubicBezTo>
                      <a:pt x="148" y="35"/>
                      <a:pt x="148" y="35"/>
                      <a:pt x="149" y="34"/>
                    </a:cubicBezTo>
                    <a:cubicBezTo>
                      <a:pt x="144" y="44"/>
                      <a:pt x="138" y="53"/>
                      <a:pt x="133" y="62"/>
                    </a:cubicBezTo>
                    <a:cubicBezTo>
                      <a:pt x="127" y="72"/>
                      <a:pt x="122" y="83"/>
                      <a:pt x="116" y="93"/>
                    </a:cubicBezTo>
                    <a:cubicBezTo>
                      <a:pt x="106" y="113"/>
                      <a:pt x="94" y="132"/>
                      <a:pt x="83" y="150"/>
                    </a:cubicBezTo>
                    <a:cubicBezTo>
                      <a:pt x="73" y="167"/>
                      <a:pt x="63" y="184"/>
                      <a:pt x="52" y="200"/>
                    </a:cubicBezTo>
                    <a:cubicBezTo>
                      <a:pt x="41" y="216"/>
                      <a:pt x="30" y="233"/>
                      <a:pt x="20" y="249"/>
                    </a:cubicBezTo>
                    <a:cubicBezTo>
                      <a:pt x="17" y="252"/>
                      <a:pt x="14" y="254"/>
                      <a:pt x="11" y="254"/>
                    </a:cubicBezTo>
                    <a:cubicBezTo>
                      <a:pt x="9" y="254"/>
                      <a:pt x="7" y="254"/>
                      <a:pt x="6" y="2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8" name="Google Shape;2748;p30"/>
              <p:cNvSpPr/>
              <p:nvPr/>
            </p:nvSpPr>
            <p:spPr>
              <a:xfrm>
                <a:off x="1811160" y="2601000"/>
                <a:ext cx="40320" cy="7200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200" extrusionOk="0">
                    <a:moveTo>
                      <a:pt x="49" y="199"/>
                    </a:moveTo>
                    <a:cubicBezTo>
                      <a:pt x="43" y="197"/>
                      <a:pt x="39" y="192"/>
                      <a:pt x="40" y="186"/>
                    </a:cubicBezTo>
                    <a:cubicBezTo>
                      <a:pt x="43" y="175"/>
                      <a:pt x="47" y="164"/>
                      <a:pt x="50" y="153"/>
                    </a:cubicBezTo>
                    <a:cubicBezTo>
                      <a:pt x="53" y="144"/>
                      <a:pt x="56" y="135"/>
                      <a:pt x="58" y="125"/>
                    </a:cubicBezTo>
                    <a:cubicBezTo>
                      <a:pt x="60" y="121"/>
                      <a:pt x="62" y="116"/>
                      <a:pt x="64" y="111"/>
                    </a:cubicBezTo>
                    <a:cubicBezTo>
                      <a:pt x="63" y="111"/>
                      <a:pt x="63" y="112"/>
                      <a:pt x="62" y="112"/>
                    </a:cubicBezTo>
                    <a:lnTo>
                      <a:pt x="63" y="112"/>
                    </a:lnTo>
                    <a:cubicBezTo>
                      <a:pt x="56" y="117"/>
                      <a:pt x="49" y="122"/>
                      <a:pt x="43" y="128"/>
                    </a:cubicBezTo>
                    <a:cubicBezTo>
                      <a:pt x="39" y="130"/>
                      <a:pt x="35" y="133"/>
                      <a:pt x="32" y="136"/>
                    </a:cubicBezTo>
                    <a:cubicBezTo>
                      <a:pt x="28" y="139"/>
                      <a:pt x="25" y="142"/>
                      <a:pt x="21" y="144"/>
                    </a:cubicBezTo>
                    <a:cubicBezTo>
                      <a:pt x="17" y="146"/>
                      <a:pt x="13" y="147"/>
                      <a:pt x="9" y="146"/>
                    </a:cubicBezTo>
                    <a:cubicBezTo>
                      <a:pt x="6" y="145"/>
                      <a:pt x="4" y="144"/>
                      <a:pt x="2" y="142"/>
                    </a:cubicBezTo>
                    <a:cubicBezTo>
                      <a:pt x="1" y="139"/>
                      <a:pt x="0" y="135"/>
                      <a:pt x="1" y="132"/>
                    </a:cubicBezTo>
                    <a:cubicBezTo>
                      <a:pt x="4" y="126"/>
                      <a:pt x="8" y="119"/>
                      <a:pt x="11" y="112"/>
                    </a:cubicBezTo>
                    <a:cubicBezTo>
                      <a:pt x="14" y="108"/>
                      <a:pt x="16" y="103"/>
                      <a:pt x="18" y="98"/>
                    </a:cubicBezTo>
                    <a:cubicBezTo>
                      <a:pt x="23" y="88"/>
                      <a:pt x="28" y="78"/>
                      <a:pt x="32" y="68"/>
                    </a:cubicBezTo>
                    <a:cubicBezTo>
                      <a:pt x="36" y="59"/>
                      <a:pt x="40" y="51"/>
                      <a:pt x="44" y="42"/>
                    </a:cubicBezTo>
                    <a:cubicBezTo>
                      <a:pt x="46" y="37"/>
                      <a:pt x="49" y="33"/>
                      <a:pt x="51" y="28"/>
                    </a:cubicBezTo>
                    <a:cubicBezTo>
                      <a:pt x="54" y="20"/>
                      <a:pt x="58" y="12"/>
                      <a:pt x="62" y="5"/>
                    </a:cubicBezTo>
                    <a:cubicBezTo>
                      <a:pt x="64" y="2"/>
                      <a:pt x="69" y="0"/>
                      <a:pt x="73" y="1"/>
                    </a:cubicBezTo>
                    <a:cubicBezTo>
                      <a:pt x="77" y="2"/>
                      <a:pt x="81" y="5"/>
                      <a:pt x="81" y="10"/>
                    </a:cubicBezTo>
                    <a:cubicBezTo>
                      <a:pt x="81" y="12"/>
                      <a:pt x="81" y="14"/>
                      <a:pt x="81" y="16"/>
                    </a:cubicBezTo>
                    <a:cubicBezTo>
                      <a:pt x="80" y="19"/>
                      <a:pt x="78" y="21"/>
                      <a:pt x="76" y="23"/>
                    </a:cubicBezTo>
                    <a:cubicBezTo>
                      <a:pt x="74" y="28"/>
                      <a:pt x="71" y="33"/>
                      <a:pt x="69" y="38"/>
                    </a:cubicBezTo>
                    <a:cubicBezTo>
                      <a:pt x="67" y="42"/>
                      <a:pt x="64" y="47"/>
                      <a:pt x="62" y="52"/>
                    </a:cubicBezTo>
                    <a:cubicBezTo>
                      <a:pt x="57" y="61"/>
                      <a:pt x="54" y="69"/>
                      <a:pt x="50" y="77"/>
                    </a:cubicBezTo>
                    <a:cubicBezTo>
                      <a:pt x="45" y="87"/>
                      <a:pt x="40" y="96"/>
                      <a:pt x="36" y="106"/>
                    </a:cubicBezTo>
                    <a:cubicBezTo>
                      <a:pt x="35" y="107"/>
                      <a:pt x="35" y="108"/>
                      <a:pt x="34" y="109"/>
                    </a:cubicBezTo>
                    <a:cubicBezTo>
                      <a:pt x="42" y="103"/>
                      <a:pt x="50" y="97"/>
                      <a:pt x="58" y="90"/>
                    </a:cubicBezTo>
                    <a:cubicBezTo>
                      <a:pt x="64" y="86"/>
                      <a:pt x="70" y="81"/>
                      <a:pt x="75" y="76"/>
                    </a:cubicBezTo>
                    <a:lnTo>
                      <a:pt x="75" y="77"/>
                    </a:lnTo>
                    <a:cubicBezTo>
                      <a:pt x="77" y="75"/>
                      <a:pt x="79" y="73"/>
                      <a:pt x="81" y="70"/>
                    </a:cubicBezTo>
                    <a:cubicBezTo>
                      <a:pt x="82" y="68"/>
                      <a:pt x="84" y="65"/>
                      <a:pt x="85" y="62"/>
                    </a:cubicBezTo>
                    <a:cubicBezTo>
                      <a:pt x="87" y="58"/>
                      <a:pt x="89" y="54"/>
                      <a:pt x="92" y="52"/>
                    </a:cubicBezTo>
                    <a:cubicBezTo>
                      <a:pt x="94" y="51"/>
                      <a:pt x="96" y="49"/>
                      <a:pt x="98" y="49"/>
                    </a:cubicBezTo>
                    <a:cubicBezTo>
                      <a:pt x="100" y="49"/>
                      <a:pt x="102" y="49"/>
                      <a:pt x="103" y="50"/>
                    </a:cubicBezTo>
                    <a:cubicBezTo>
                      <a:pt x="109" y="52"/>
                      <a:pt x="111" y="59"/>
                      <a:pt x="109" y="65"/>
                    </a:cubicBezTo>
                    <a:cubicBezTo>
                      <a:pt x="107" y="69"/>
                      <a:pt x="105" y="72"/>
                      <a:pt x="103" y="75"/>
                    </a:cubicBezTo>
                    <a:cubicBezTo>
                      <a:pt x="101" y="77"/>
                      <a:pt x="99" y="80"/>
                      <a:pt x="98" y="82"/>
                    </a:cubicBezTo>
                    <a:cubicBezTo>
                      <a:pt x="98" y="82"/>
                      <a:pt x="97" y="82"/>
                      <a:pt x="97" y="83"/>
                    </a:cubicBezTo>
                    <a:cubicBezTo>
                      <a:pt x="93" y="90"/>
                      <a:pt x="91" y="97"/>
                      <a:pt x="87" y="104"/>
                    </a:cubicBezTo>
                    <a:cubicBezTo>
                      <a:pt x="85" y="110"/>
                      <a:pt x="83" y="115"/>
                      <a:pt x="81" y="121"/>
                    </a:cubicBezTo>
                    <a:cubicBezTo>
                      <a:pt x="78" y="126"/>
                      <a:pt x="77" y="132"/>
                      <a:pt x="75" y="137"/>
                    </a:cubicBezTo>
                    <a:cubicBezTo>
                      <a:pt x="71" y="148"/>
                      <a:pt x="68" y="159"/>
                      <a:pt x="65" y="170"/>
                    </a:cubicBezTo>
                    <a:cubicBezTo>
                      <a:pt x="64" y="177"/>
                      <a:pt x="62" y="183"/>
                      <a:pt x="60" y="190"/>
                    </a:cubicBezTo>
                    <a:cubicBezTo>
                      <a:pt x="60" y="195"/>
                      <a:pt x="55" y="199"/>
                      <a:pt x="50" y="199"/>
                    </a:cubicBezTo>
                    <a:lnTo>
                      <a:pt x="49" y="19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9" name="Google Shape;2749;p30"/>
              <p:cNvSpPr/>
              <p:nvPr/>
            </p:nvSpPr>
            <p:spPr>
              <a:xfrm>
                <a:off x="1983960" y="2579400"/>
                <a:ext cx="1224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34" h="77" extrusionOk="0">
                    <a:moveTo>
                      <a:pt x="1" y="66"/>
                    </a:moveTo>
                    <a:cubicBezTo>
                      <a:pt x="0" y="52"/>
                      <a:pt x="1" y="39"/>
                      <a:pt x="1" y="25"/>
                    </a:cubicBezTo>
                    <a:cubicBezTo>
                      <a:pt x="1" y="21"/>
                      <a:pt x="1" y="17"/>
                      <a:pt x="1" y="14"/>
                    </a:cubicBezTo>
                    <a:cubicBezTo>
                      <a:pt x="2" y="8"/>
                      <a:pt x="5" y="2"/>
                      <a:pt x="11" y="1"/>
                    </a:cubicBezTo>
                    <a:cubicBezTo>
                      <a:pt x="14" y="0"/>
                      <a:pt x="17" y="0"/>
                      <a:pt x="20" y="2"/>
                    </a:cubicBezTo>
                    <a:cubicBezTo>
                      <a:pt x="22" y="4"/>
                      <a:pt x="24" y="6"/>
                      <a:pt x="25" y="9"/>
                    </a:cubicBezTo>
                    <a:cubicBezTo>
                      <a:pt x="27" y="11"/>
                      <a:pt x="29" y="14"/>
                      <a:pt x="30" y="17"/>
                    </a:cubicBezTo>
                    <a:cubicBezTo>
                      <a:pt x="33" y="21"/>
                      <a:pt x="32" y="28"/>
                      <a:pt x="28" y="31"/>
                    </a:cubicBezTo>
                    <a:cubicBezTo>
                      <a:pt x="25" y="32"/>
                      <a:pt x="24" y="33"/>
                      <a:pt x="21" y="33"/>
                    </a:cubicBezTo>
                    <a:cubicBezTo>
                      <a:pt x="21" y="34"/>
                      <a:pt x="21" y="35"/>
                      <a:pt x="21" y="36"/>
                    </a:cubicBezTo>
                    <a:cubicBezTo>
                      <a:pt x="21" y="42"/>
                      <a:pt x="21" y="49"/>
                      <a:pt x="21" y="55"/>
                    </a:cubicBezTo>
                    <a:cubicBezTo>
                      <a:pt x="21" y="58"/>
                      <a:pt x="21" y="61"/>
                      <a:pt x="21" y="64"/>
                    </a:cubicBezTo>
                    <a:cubicBezTo>
                      <a:pt x="21" y="70"/>
                      <a:pt x="17" y="75"/>
                      <a:pt x="12" y="76"/>
                    </a:cubicBezTo>
                    <a:cubicBezTo>
                      <a:pt x="11" y="76"/>
                      <a:pt x="11" y="76"/>
                      <a:pt x="11" y="76"/>
                    </a:cubicBezTo>
                    <a:cubicBezTo>
                      <a:pt x="6" y="76"/>
                      <a:pt x="1" y="71"/>
                      <a:pt x="1" y="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0" name="Google Shape;2750;p30"/>
              <p:cNvSpPr/>
              <p:nvPr/>
            </p:nvSpPr>
            <p:spPr>
              <a:xfrm>
                <a:off x="1999440" y="2572920"/>
                <a:ext cx="16200" cy="25920"/>
              </a:xfrm>
              <a:custGeom>
                <a:avLst/>
                <a:gdLst/>
                <a:ahLst/>
                <a:cxnLst/>
                <a:rect l="l" t="t" r="r" b="b"/>
                <a:pathLst>
                  <a:path w="45" h="72" extrusionOk="0">
                    <a:moveTo>
                      <a:pt x="8" y="70"/>
                    </a:moveTo>
                    <a:cubicBezTo>
                      <a:pt x="3" y="68"/>
                      <a:pt x="0" y="63"/>
                      <a:pt x="2" y="57"/>
                    </a:cubicBezTo>
                    <a:cubicBezTo>
                      <a:pt x="5" y="47"/>
                      <a:pt x="8" y="38"/>
                      <a:pt x="12" y="28"/>
                    </a:cubicBezTo>
                    <a:cubicBezTo>
                      <a:pt x="14" y="24"/>
                      <a:pt x="16" y="20"/>
                      <a:pt x="18" y="16"/>
                    </a:cubicBezTo>
                    <a:cubicBezTo>
                      <a:pt x="19" y="13"/>
                      <a:pt x="21" y="10"/>
                      <a:pt x="22" y="7"/>
                    </a:cubicBezTo>
                    <a:cubicBezTo>
                      <a:pt x="23" y="4"/>
                      <a:pt x="25" y="3"/>
                      <a:pt x="26" y="1"/>
                    </a:cubicBezTo>
                    <a:cubicBezTo>
                      <a:pt x="29" y="0"/>
                      <a:pt x="31" y="0"/>
                      <a:pt x="33" y="0"/>
                    </a:cubicBezTo>
                    <a:cubicBezTo>
                      <a:pt x="38" y="0"/>
                      <a:pt x="42" y="4"/>
                      <a:pt x="43" y="9"/>
                    </a:cubicBezTo>
                    <a:lnTo>
                      <a:pt x="43" y="10"/>
                    </a:lnTo>
                    <a:cubicBezTo>
                      <a:pt x="44" y="14"/>
                      <a:pt x="42" y="18"/>
                      <a:pt x="39" y="20"/>
                    </a:cubicBezTo>
                    <a:cubicBezTo>
                      <a:pt x="36" y="25"/>
                      <a:pt x="34" y="31"/>
                      <a:pt x="32" y="36"/>
                    </a:cubicBezTo>
                    <a:cubicBezTo>
                      <a:pt x="28" y="45"/>
                      <a:pt x="24" y="54"/>
                      <a:pt x="21" y="64"/>
                    </a:cubicBezTo>
                    <a:cubicBezTo>
                      <a:pt x="19" y="68"/>
                      <a:pt x="15" y="71"/>
                      <a:pt x="11" y="71"/>
                    </a:cubicBezTo>
                    <a:cubicBezTo>
                      <a:pt x="10" y="71"/>
                      <a:pt x="9" y="70"/>
                      <a:pt x="8" y="7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1" name="Google Shape;2751;p30"/>
              <p:cNvSpPr/>
              <p:nvPr/>
            </p:nvSpPr>
            <p:spPr>
              <a:xfrm>
                <a:off x="1952280" y="2563920"/>
                <a:ext cx="66600" cy="24480"/>
              </a:xfrm>
              <a:custGeom>
                <a:avLst/>
                <a:gdLst/>
                <a:ahLst/>
                <a:cxnLst/>
                <a:rect l="l" t="t" r="r" b="b"/>
                <a:pathLst>
                  <a:path w="185" h="68" extrusionOk="0">
                    <a:moveTo>
                      <a:pt x="16" y="63"/>
                    </a:moveTo>
                    <a:cubicBezTo>
                      <a:pt x="11" y="58"/>
                      <a:pt x="7" y="53"/>
                      <a:pt x="3" y="47"/>
                    </a:cubicBezTo>
                    <a:cubicBezTo>
                      <a:pt x="0" y="42"/>
                      <a:pt x="0" y="36"/>
                      <a:pt x="3" y="31"/>
                    </a:cubicBezTo>
                    <a:cubicBezTo>
                      <a:pt x="5" y="25"/>
                      <a:pt x="11" y="22"/>
                      <a:pt x="16" y="20"/>
                    </a:cubicBezTo>
                    <a:cubicBezTo>
                      <a:pt x="23" y="16"/>
                      <a:pt x="30" y="14"/>
                      <a:pt x="36" y="12"/>
                    </a:cubicBezTo>
                    <a:cubicBezTo>
                      <a:pt x="41" y="11"/>
                      <a:pt x="45" y="10"/>
                      <a:pt x="50" y="9"/>
                    </a:cubicBezTo>
                    <a:cubicBezTo>
                      <a:pt x="53" y="8"/>
                      <a:pt x="57" y="7"/>
                      <a:pt x="60" y="7"/>
                    </a:cubicBezTo>
                    <a:cubicBezTo>
                      <a:pt x="63" y="6"/>
                      <a:pt x="65" y="6"/>
                      <a:pt x="67" y="5"/>
                    </a:cubicBezTo>
                    <a:cubicBezTo>
                      <a:pt x="73" y="4"/>
                      <a:pt x="79" y="3"/>
                      <a:pt x="85" y="2"/>
                    </a:cubicBezTo>
                    <a:cubicBezTo>
                      <a:pt x="91" y="1"/>
                      <a:pt x="97" y="1"/>
                      <a:pt x="102" y="1"/>
                    </a:cubicBezTo>
                    <a:cubicBezTo>
                      <a:pt x="113" y="0"/>
                      <a:pt x="124" y="0"/>
                      <a:pt x="135" y="0"/>
                    </a:cubicBezTo>
                    <a:cubicBezTo>
                      <a:pt x="149" y="1"/>
                      <a:pt x="162" y="3"/>
                      <a:pt x="175" y="4"/>
                    </a:cubicBezTo>
                    <a:cubicBezTo>
                      <a:pt x="180" y="4"/>
                      <a:pt x="184" y="8"/>
                      <a:pt x="184" y="14"/>
                    </a:cubicBezTo>
                    <a:cubicBezTo>
                      <a:pt x="184" y="19"/>
                      <a:pt x="179" y="24"/>
                      <a:pt x="174" y="23"/>
                    </a:cubicBezTo>
                    <a:cubicBezTo>
                      <a:pt x="164" y="22"/>
                      <a:pt x="155" y="21"/>
                      <a:pt x="146" y="21"/>
                    </a:cubicBezTo>
                    <a:cubicBezTo>
                      <a:pt x="139" y="20"/>
                      <a:pt x="131" y="20"/>
                      <a:pt x="124" y="20"/>
                    </a:cubicBezTo>
                    <a:cubicBezTo>
                      <a:pt x="121" y="20"/>
                      <a:pt x="118" y="20"/>
                      <a:pt x="116" y="20"/>
                    </a:cubicBezTo>
                    <a:cubicBezTo>
                      <a:pt x="113" y="20"/>
                      <a:pt x="110" y="20"/>
                      <a:pt x="107" y="20"/>
                    </a:cubicBezTo>
                    <a:cubicBezTo>
                      <a:pt x="101" y="20"/>
                      <a:pt x="95" y="21"/>
                      <a:pt x="89" y="21"/>
                    </a:cubicBezTo>
                    <a:cubicBezTo>
                      <a:pt x="86" y="22"/>
                      <a:pt x="83" y="22"/>
                      <a:pt x="79" y="23"/>
                    </a:cubicBezTo>
                    <a:cubicBezTo>
                      <a:pt x="76" y="24"/>
                      <a:pt x="74" y="24"/>
                      <a:pt x="71" y="25"/>
                    </a:cubicBezTo>
                    <a:cubicBezTo>
                      <a:pt x="63" y="26"/>
                      <a:pt x="54" y="28"/>
                      <a:pt x="46" y="31"/>
                    </a:cubicBezTo>
                    <a:cubicBezTo>
                      <a:pt x="46" y="30"/>
                      <a:pt x="46" y="30"/>
                      <a:pt x="47" y="30"/>
                    </a:cubicBezTo>
                    <a:cubicBezTo>
                      <a:pt x="41" y="32"/>
                      <a:pt x="36" y="34"/>
                      <a:pt x="30" y="36"/>
                    </a:cubicBezTo>
                    <a:cubicBezTo>
                      <a:pt x="28" y="36"/>
                      <a:pt x="26" y="38"/>
                      <a:pt x="25" y="39"/>
                    </a:cubicBezTo>
                    <a:cubicBezTo>
                      <a:pt x="24" y="39"/>
                      <a:pt x="23" y="39"/>
                      <a:pt x="23" y="39"/>
                    </a:cubicBezTo>
                    <a:cubicBezTo>
                      <a:pt x="26" y="43"/>
                      <a:pt x="29" y="46"/>
                      <a:pt x="32" y="49"/>
                    </a:cubicBezTo>
                    <a:cubicBezTo>
                      <a:pt x="36" y="53"/>
                      <a:pt x="35" y="60"/>
                      <a:pt x="30" y="64"/>
                    </a:cubicBezTo>
                    <a:cubicBezTo>
                      <a:pt x="29" y="66"/>
                      <a:pt x="26" y="67"/>
                      <a:pt x="23" y="67"/>
                    </a:cubicBezTo>
                    <a:cubicBezTo>
                      <a:pt x="21" y="67"/>
                      <a:pt x="18" y="66"/>
                      <a:pt x="16" y="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2" name="Google Shape;2752;p30"/>
              <p:cNvSpPr/>
              <p:nvPr/>
            </p:nvSpPr>
            <p:spPr>
              <a:xfrm>
                <a:off x="1984680" y="2578320"/>
                <a:ext cx="52560" cy="72360"/>
              </a:xfrm>
              <a:custGeom>
                <a:avLst/>
                <a:gdLst/>
                <a:ahLst/>
                <a:cxnLst/>
                <a:rect l="l" t="t" r="r" b="b"/>
                <a:pathLst>
                  <a:path w="146" h="201" extrusionOk="0">
                    <a:moveTo>
                      <a:pt x="7" y="199"/>
                    </a:moveTo>
                    <a:cubicBezTo>
                      <a:pt x="1" y="196"/>
                      <a:pt x="0" y="189"/>
                      <a:pt x="3" y="185"/>
                    </a:cubicBezTo>
                    <a:cubicBezTo>
                      <a:pt x="26" y="147"/>
                      <a:pt x="51" y="110"/>
                      <a:pt x="75" y="73"/>
                    </a:cubicBezTo>
                    <a:cubicBezTo>
                      <a:pt x="83" y="62"/>
                      <a:pt x="90" y="51"/>
                      <a:pt x="98" y="39"/>
                    </a:cubicBezTo>
                    <a:cubicBezTo>
                      <a:pt x="101" y="34"/>
                      <a:pt x="105" y="29"/>
                      <a:pt x="108" y="25"/>
                    </a:cubicBezTo>
                    <a:cubicBezTo>
                      <a:pt x="111" y="20"/>
                      <a:pt x="114" y="16"/>
                      <a:pt x="117" y="13"/>
                    </a:cubicBezTo>
                    <a:cubicBezTo>
                      <a:pt x="121" y="8"/>
                      <a:pt x="126" y="3"/>
                      <a:pt x="132" y="1"/>
                    </a:cubicBezTo>
                    <a:cubicBezTo>
                      <a:pt x="137" y="0"/>
                      <a:pt x="143" y="4"/>
                      <a:pt x="144" y="9"/>
                    </a:cubicBezTo>
                    <a:cubicBezTo>
                      <a:pt x="145" y="15"/>
                      <a:pt x="142" y="20"/>
                      <a:pt x="137" y="22"/>
                    </a:cubicBezTo>
                    <a:lnTo>
                      <a:pt x="136" y="22"/>
                    </a:lnTo>
                    <a:cubicBezTo>
                      <a:pt x="137" y="22"/>
                      <a:pt x="137" y="22"/>
                      <a:pt x="137" y="22"/>
                    </a:cubicBezTo>
                    <a:cubicBezTo>
                      <a:pt x="137" y="22"/>
                      <a:pt x="136" y="22"/>
                      <a:pt x="136" y="23"/>
                    </a:cubicBezTo>
                    <a:cubicBezTo>
                      <a:pt x="133" y="26"/>
                      <a:pt x="130" y="29"/>
                      <a:pt x="127" y="32"/>
                    </a:cubicBezTo>
                    <a:cubicBezTo>
                      <a:pt x="128" y="32"/>
                      <a:pt x="128" y="31"/>
                      <a:pt x="129" y="31"/>
                    </a:cubicBezTo>
                    <a:cubicBezTo>
                      <a:pt x="121" y="41"/>
                      <a:pt x="115" y="51"/>
                      <a:pt x="108" y="61"/>
                    </a:cubicBezTo>
                    <a:cubicBezTo>
                      <a:pt x="102" y="69"/>
                      <a:pt x="97" y="78"/>
                      <a:pt x="91" y="86"/>
                    </a:cubicBezTo>
                    <a:cubicBezTo>
                      <a:pt x="78" y="104"/>
                      <a:pt x="65" y="124"/>
                      <a:pt x="52" y="143"/>
                    </a:cubicBezTo>
                    <a:cubicBezTo>
                      <a:pt x="44" y="156"/>
                      <a:pt x="35" y="170"/>
                      <a:pt x="27" y="183"/>
                    </a:cubicBezTo>
                    <a:lnTo>
                      <a:pt x="27" y="182"/>
                    </a:lnTo>
                    <a:lnTo>
                      <a:pt x="27" y="183"/>
                    </a:lnTo>
                    <a:cubicBezTo>
                      <a:pt x="26" y="184"/>
                      <a:pt x="26" y="184"/>
                      <a:pt x="26" y="185"/>
                    </a:cubicBezTo>
                    <a:cubicBezTo>
                      <a:pt x="26" y="185"/>
                      <a:pt x="25" y="186"/>
                      <a:pt x="24" y="187"/>
                    </a:cubicBezTo>
                    <a:cubicBezTo>
                      <a:pt x="24" y="188"/>
                      <a:pt x="24" y="188"/>
                      <a:pt x="23" y="189"/>
                    </a:cubicBezTo>
                    <a:lnTo>
                      <a:pt x="23" y="190"/>
                    </a:lnTo>
                    <a:cubicBezTo>
                      <a:pt x="22" y="192"/>
                      <a:pt x="21" y="193"/>
                      <a:pt x="20" y="195"/>
                    </a:cubicBezTo>
                    <a:cubicBezTo>
                      <a:pt x="18" y="198"/>
                      <a:pt x="14" y="200"/>
                      <a:pt x="11" y="200"/>
                    </a:cubicBezTo>
                    <a:cubicBezTo>
                      <a:pt x="10" y="200"/>
                      <a:pt x="8" y="200"/>
                      <a:pt x="7" y="1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3" name="Google Shape;2753;p30"/>
              <p:cNvSpPr/>
              <p:nvPr/>
            </p:nvSpPr>
            <p:spPr>
              <a:xfrm>
                <a:off x="2004840" y="2602440"/>
                <a:ext cx="47880" cy="49680"/>
              </a:xfrm>
              <a:custGeom>
                <a:avLst/>
                <a:gdLst/>
                <a:ahLst/>
                <a:cxnLst/>
                <a:rect l="l" t="t" r="r" b="b"/>
                <a:pathLst>
                  <a:path w="133" h="138" extrusionOk="0">
                    <a:moveTo>
                      <a:pt x="45" y="137"/>
                    </a:moveTo>
                    <a:cubicBezTo>
                      <a:pt x="37" y="136"/>
                      <a:pt x="29" y="135"/>
                      <a:pt x="21" y="133"/>
                    </a:cubicBezTo>
                    <a:cubicBezTo>
                      <a:pt x="17" y="132"/>
                      <a:pt x="13" y="131"/>
                      <a:pt x="10" y="129"/>
                    </a:cubicBezTo>
                    <a:cubicBezTo>
                      <a:pt x="7" y="128"/>
                      <a:pt x="4" y="125"/>
                      <a:pt x="3" y="122"/>
                    </a:cubicBezTo>
                    <a:cubicBezTo>
                      <a:pt x="0" y="119"/>
                      <a:pt x="0" y="113"/>
                      <a:pt x="3" y="109"/>
                    </a:cubicBezTo>
                    <a:cubicBezTo>
                      <a:pt x="4" y="108"/>
                      <a:pt x="5" y="108"/>
                      <a:pt x="6" y="106"/>
                    </a:cubicBezTo>
                    <a:cubicBezTo>
                      <a:pt x="7" y="105"/>
                      <a:pt x="10" y="104"/>
                      <a:pt x="11" y="104"/>
                    </a:cubicBezTo>
                    <a:cubicBezTo>
                      <a:pt x="13" y="103"/>
                      <a:pt x="14" y="102"/>
                      <a:pt x="15" y="102"/>
                    </a:cubicBezTo>
                    <a:cubicBezTo>
                      <a:pt x="18" y="100"/>
                      <a:pt x="20" y="99"/>
                      <a:pt x="23" y="97"/>
                    </a:cubicBezTo>
                    <a:cubicBezTo>
                      <a:pt x="24" y="97"/>
                      <a:pt x="24" y="97"/>
                      <a:pt x="24" y="97"/>
                    </a:cubicBezTo>
                    <a:cubicBezTo>
                      <a:pt x="30" y="93"/>
                      <a:pt x="36" y="89"/>
                      <a:pt x="42" y="85"/>
                    </a:cubicBezTo>
                    <a:cubicBezTo>
                      <a:pt x="45" y="82"/>
                      <a:pt x="48" y="79"/>
                      <a:pt x="51" y="77"/>
                    </a:cubicBezTo>
                    <a:cubicBezTo>
                      <a:pt x="53" y="74"/>
                      <a:pt x="56" y="72"/>
                      <a:pt x="58" y="69"/>
                    </a:cubicBezTo>
                    <a:cubicBezTo>
                      <a:pt x="60" y="66"/>
                      <a:pt x="62" y="63"/>
                      <a:pt x="63" y="61"/>
                    </a:cubicBezTo>
                    <a:cubicBezTo>
                      <a:pt x="64" y="58"/>
                      <a:pt x="66" y="56"/>
                      <a:pt x="67" y="53"/>
                    </a:cubicBezTo>
                    <a:cubicBezTo>
                      <a:pt x="68" y="52"/>
                      <a:pt x="69" y="50"/>
                      <a:pt x="69" y="49"/>
                    </a:cubicBezTo>
                    <a:cubicBezTo>
                      <a:pt x="69" y="46"/>
                      <a:pt x="70" y="45"/>
                      <a:pt x="70" y="43"/>
                    </a:cubicBezTo>
                    <a:cubicBezTo>
                      <a:pt x="70" y="42"/>
                      <a:pt x="70" y="41"/>
                      <a:pt x="70" y="39"/>
                    </a:cubicBezTo>
                    <a:cubicBezTo>
                      <a:pt x="70" y="38"/>
                      <a:pt x="70" y="37"/>
                      <a:pt x="70" y="35"/>
                    </a:cubicBezTo>
                    <a:cubicBezTo>
                      <a:pt x="70" y="34"/>
                      <a:pt x="69" y="33"/>
                      <a:pt x="69" y="32"/>
                    </a:cubicBezTo>
                    <a:cubicBezTo>
                      <a:pt x="69" y="31"/>
                      <a:pt x="69" y="30"/>
                      <a:pt x="68" y="30"/>
                    </a:cubicBezTo>
                    <a:cubicBezTo>
                      <a:pt x="68" y="29"/>
                      <a:pt x="67" y="28"/>
                      <a:pt x="67" y="27"/>
                    </a:cubicBezTo>
                    <a:cubicBezTo>
                      <a:pt x="67" y="27"/>
                      <a:pt x="66" y="27"/>
                      <a:pt x="66" y="26"/>
                    </a:cubicBezTo>
                    <a:cubicBezTo>
                      <a:pt x="65" y="25"/>
                      <a:pt x="65" y="25"/>
                      <a:pt x="65" y="24"/>
                    </a:cubicBezTo>
                    <a:cubicBezTo>
                      <a:pt x="64" y="24"/>
                      <a:pt x="64" y="24"/>
                      <a:pt x="64" y="24"/>
                    </a:cubicBezTo>
                    <a:cubicBezTo>
                      <a:pt x="63" y="24"/>
                      <a:pt x="63" y="24"/>
                      <a:pt x="63" y="23"/>
                    </a:cubicBezTo>
                    <a:cubicBezTo>
                      <a:pt x="62" y="23"/>
                      <a:pt x="62" y="23"/>
                      <a:pt x="62" y="23"/>
                    </a:cubicBezTo>
                    <a:cubicBezTo>
                      <a:pt x="61" y="23"/>
                      <a:pt x="60" y="23"/>
                      <a:pt x="60" y="23"/>
                    </a:cubicBezTo>
                    <a:cubicBezTo>
                      <a:pt x="59" y="23"/>
                      <a:pt x="59" y="23"/>
                      <a:pt x="59" y="23"/>
                    </a:cubicBezTo>
                    <a:cubicBezTo>
                      <a:pt x="57" y="23"/>
                      <a:pt x="57" y="23"/>
                      <a:pt x="56" y="23"/>
                    </a:cubicBezTo>
                    <a:lnTo>
                      <a:pt x="55" y="23"/>
                    </a:lnTo>
                    <a:lnTo>
                      <a:pt x="56" y="23"/>
                    </a:lnTo>
                    <a:cubicBezTo>
                      <a:pt x="55" y="23"/>
                      <a:pt x="54" y="23"/>
                      <a:pt x="53" y="24"/>
                    </a:cubicBezTo>
                    <a:cubicBezTo>
                      <a:pt x="52" y="24"/>
                      <a:pt x="52" y="24"/>
                      <a:pt x="50" y="25"/>
                    </a:cubicBezTo>
                    <a:cubicBezTo>
                      <a:pt x="50" y="26"/>
                      <a:pt x="49" y="26"/>
                      <a:pt x="48" y="27"/>
                    </a:cubicBezTo>
                    <a:cubicBezTo>
                      <a:pt x="48" y="27"/>
                      <a:pt x="47" y="28"/>
                      <a:pt x="46" y="28"/>
                    </a:cubicBezTo>
                    <a:cubicBezTo>
                      <a:pt x="45" y="29"/>
                      <a:pt x="45" y="30"/>
                      <a:pt x="44" y="31"/>
                    </a:cubicBezTo>
                    <a:cubicBezTo>
                      <a:pt x="43" y="32"/>
                      <a:pt x="42" y="33"/>
                      <a:pt x="41" y="34"/>
                    </a:cubicBezTo>
                    <a:cubicBezTo>
                      <a:pt x="41" y="35"/>
                      <a:pt x="40" y="37"/>
                      <a:pt x="39" y="38"/>
                    </a:cubicBezTo>
                    <a:cubicBezTo>
                      <a:pt x="39" y="39"/>
                      <a:pt x="39" y="40"/>
                      <a:pt x="38" y="41"/>
                    </a:cubicBezTo>
                    <a:cubicBezTo>
                      <a:pt x="38" y="42"/>
                      <a:pt x="38" y="44"/>
                      <a:pt x="38" y="45"/>
                    </a:cubicBezTo>
                    <a:cubicBezTo>
                      <a:pt x="38" y="46"/>
                      <a:pt x="38" y="46"/>
                      <a:pt x="38" y="47"/>
                    </a:cubicBezTo>
                    <a:cubicBezTo>
                      <a:pt x="38" y="48"/>
                      <a:pt x="38" y="49"/>
                      <a:pt x="38" y="49"/>
                    </a:cubicBezTo>
                    <a:cubicBezTo>
                      <a:pt x="38" y="51"/>
                      <a:pt x="38" y="52"/>
                      <a:pt x="38" y="53"/>
                    </a:cubicBezTo>
                    <a:cubicBezTo>
                      <a:pt x="39" y="55"/>
                      <a:pt x="39" y="57"/>
                      <a:pt x="41" y="59"/>
                    </a:cubicBezTo>
                    <a:cubicBezTo>
                      <a:pt x="41" y="60"/>
                      <a:pt x="42" y="62"/>
                      <a:pt x="42" y="63"/>
                    </a:cubicBezTo>
                    <a:cubicBezTo>
                      <a:pt x="43" y="63"/>
                      <a:pt x="43" y="64"/>
                      <a:pt x="43" y="64"/>
                    </a:cubicBezTo>
                    <a:cubicBezTo>
                      <a:pt x="46" y="69"/>
                      <a:pt x="45" y="76"/>
                      <a:pt x="40" y="79"/>
                    </a:cubicBezTo>
                    <a:cubicBezTo>
                      <a:pt x="35" y="82"/>
                      <a:pt x="29" y="81"/>
                      <a:pt x="25" y="76"/>
                    </a:cubicBezTo>
                    <a:cubicBezTo>
                      <a:pt x="23" y="72"/>
                      <a:pt x="20" y="66"/>
                      <a:pt x="18" y="60"/>
                    </a:cubicBezTo>
                    <a:cubicBezTo>
                      <a:pt x="17" y="55"/>
                      <a:pt x="16" y="48"/>
                      <a:pt x="17" y="41"/>
                    </a:cubicBezTo>
                    <a:cubicBezTo>
                      <a:pt x="19" y="28"/>
                      <a:pt x="27" y="17"/>
                      <a:pt x="37" y="9"/>
                    </a:cubicBezTo>
                    <a:cubicBezTo>
                      <a:pt x="46" y="2"/>
                      <a:pt x="60" y="0"/>
                      <a:pt x="71" y="5"/>
                    </a:cubicBezTo>
                    <a:cubicBezTo>
                      <a:pt x="76" y="7"/>
                      <a:pt x="81" y="10"/>
                      <a:pt x="84" y="16"/>
                    </a:cubicBezTo>
                    <a:cubicBezTo>
                      <a:pt x="88" y="21"/>
                      <a:pt x="90" y="28"/>
                      <a:pt x="90" y="35"/>
                    </a:cubicBezTo>
                    <a:cubicBezTo>
                      <a:pt x="92" y="48"/>
                      <a:pt x="87" y="62"/>
                      <a:pt x="80" y="73"/>
                    </a:cubicBezTo>
                    <a:cubicBezTo>
                      <a:pt x="72" y="86"/>
                      <a:pt x="61" y="95"/>
                      <a:pt x="49" y="104"/>
                    </a:cubicBezTo>
                    <a:cubicBezTo>
                      <a:pt x="45" y="108"/>
                      <a:pt x="39" y="111"/>
                      <a:pt x="34" y="114"/>
                    </a:cubicBezTo>
                    <a:lnTo>
                      <a:pt x="34" y="115"/>
                    </a:lnTo>
                    <a:cubicBezTo>
                      <a:pt x="37" y="115"/>
                      <a:pt x="40" y="115"/>
                      <a:pt x="44" y="116"/>
                    </a:cubicBezTo>
                    <a:cubicBezTo>
                      <a:pt x="49" y="116"/>
                      <a:pt x="55" y="117"/>
                      <a:pt x="61" y="117"/>
                    </a:cubicBezTo>
                    <a:cubicBezTo>
                      <a:pt x="60" y="117"/>
                      <a:pt x="60" y="117"/>
                      <a:pt x="60" y="117"/>
                    </a:cubicBezTo>
                    <a:cubicBezTo>
                      <a:pt x="71" y="117"/>
                      <a:pt x="82" y="116"/>
                      <a:pt x="93" y="115"/>
                    </a:cubicBezTo>
                    <a:cubicBezTo>
                      <a:pt x="102" y="114"/>
                      <a:pt x="112" y="113"/>
                      <a:pt x="121" y="112"/>
                    </a:cubicBezTo>
                    <a:cubicBezTo>
                      <a:pt x="126" y="112"/>
                      <a:pt x="131" y="116"/>
                      <a:pt x="131" y="122"/>
                    </a:cubicBezTo>
                    <a:cubicBezTo>
                      <a:pt x="132" y="127"/>
                      <a:pt x="128" y="132"/>
                      <a:pt x="123" y="133"/>
                    </a:cubicBezTo>
                    <a:cubicBezTo>
                      <a:pt x="109" y="133"/>
                      <a:pt x="96" y="135"/>
                      <a:pt x="83" y="136"/>
                    </a:cubicBezTo>
                    <a:cubicBezTo>
                      <a:pt x="74" y="137"/>
                      <a:pt x="66" y="137"/>
                      <a:pt x="57" y="137"/>
                    </a:cubicBezTo>
                    <a:cubicBezTo>
                      <a:pt x="53" y="137"/>
                      <a:pt x="49" y="137"/>
                      <a:pt x="45" y="1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4" name="Google Shape;2754;p30"/>
              <p:cNvSpPr/>
              <p:nvPr/>
            </p:nvSpPr>
            <p:spPr>
              <a:xfrm>
                <a:off x="2224440" y="2587680"/>
                <a:ext cx="56160" cy="5544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54" extrusionOk="0">
                    <a:moveTo>
                      <a:pt x="138" y="152"/>
                    </a:moveTo>
                    <a:cubicBezTo>
                      <a:pt x="119" y="138"/>
                      <a:pt x="101" y="125"/>
                      <a:pt x="83" y="112"/>
                    </a:cubicBezTo>
                    <a:cubicBezTo>
                      <a:pt x="72" y="104"/>
                      <a:pt x="62" y="96"/>
                      <a:pt x="52" y="87"/>
                    </a:cubicBezTo>
                    <a:cubicBezTo>
                      <a:pt x="40" y="78"/>
                      <a:pt x="30" y="67"/>
                      <a:pt x="21" y="54"/>
                    </a:cubicBezTo>
                    <a:cubicBezTo>
                      <a:pt x="13" y="44"/>
                      <a:pt x="6" y="34"/>
                      <a:pt x="2" y="22"/>
                    </a:cubicBezTo>
                    <a:cubicBezTo>
                      <a:pt x="2" y="21"/>
                      <a:pt x="2" y="20"/>
                      <a:pt x="2" y="20"/>
                    </a:cubicBezTo>
                    <a:cubicBezTo>
                      <a:pt x="1" y="19"/>
                      <a:pt x="1" y="18"/>
                      <a:pt x="1" y="18"/>
                    </a:cubicBezTo>
                    <a:cubicBezTo>
                      <a:pt x="0" y="15"/>
                      <a:pt x="0" y="12"/>
                      <a:pt x="0" y="10"/>
                    </a:cubicBezTo>
                    <a:cubicBezTo>
                      <a:pt x="0" y="6"/>
                      <a:pt x="3" y="3"/>
                      <a:pt x="6" y="1"/>
                    </a:cubicBezTo>
                    <a:cubicBezTo>
                      <a:pt x="10" y="0"/>
                      <a:pt x="15" y="0"/>
                      <a:pt x="18" y="3"/>
                    </a:cubicBezTo>
                    <a:cubicBezTo>
                      <a:pt x="19" y="4"/>
                      <a:pt x="20" y="6"/>
                      <a:pt x="21" y="8"/>
                    </a:cubicBezTo>
                    <a:cubicBezTo>
                      <a:pt x="21" y="9"/>
                      <a:pt x="22" y="11"/>
                      <a:pt x="22" y="12"/>
                    </a:cubicBezTo>
                    <a:cubicBezTo>
                      <a:pt x="23" y="13"/>
                      <a:pt x="23" y="15"/>
                      <a:pt x="23" y="17"/>
                    </a:cubicBezTo>
                    <a:cubicBezTo>
                      <a:pt x="23" y="18"/>
                      <a:pt x="23" y="19"/>
                      <a:pt x="24" y="20"/>
                    </a:cubicBezTo>
                    <a:cubicBezTo>
                      <a:pt x="25" y="23"/>
                      <a:pt x="27" y="27"/>
                      <a:pt x="30" y="31"/>
                    </a:cubicBezTo>
                    <a:cubicBezTo>
                      <a:pt x="29" y="31"/>
                      <a:pt x="29" y="30"/>
                      <a:pt x="29" y="30"/>
                    </a:cubicBezTo>
                    <a:cubicBezTo>
                      <a:pt x="32" y="35"/>
                      <a:pt x="35" y="40"/>
                      <a:pt x="38" y="44"/>
                    </a:cubicBezTo>
                    <a:cubicBezTo>
                      <a:pt x="45" y="53"/>
                      <a:pt x="51" y="60"/>
                      <a:pt x="58" y="68"/>
                    </a:cubicBezTo>
                    <a:cubicBezTo>
                      <a:pt x="58" y="67"/>
                      <a:pt x="58" y="67"/>
                      <a:pt x="58" y="67"/>
                    </a:cubicBezTo>
                    <a:cubicBezTo>
                      <a:pt x="63" y="72"/>
                      <a:pt x="69" y="77"/>
                      <a:pt x="74" y="82"/>
                    </a:cubicBezTo>
                    <a:cubicBezTo>
                      <a:pt x="78" y="85"/>
                      <a:pt x="81" y="87"/>
                      <a:pt x="85" y="90"/>
                    </a:cubicBezTo>
                    <a:cubicBezTo>
                      <a:pt x="90" y="94"/>
                      <a:pt x="94" y="97"/>
                      <a:pt x="98" y="100"/>
                    </a:cubicBezTo>
                    <a:cubicBezTo>
                      <a:pt x="104" y="104"/>
                      <a:pt x="109" y="108"/>
                      <a:pt x="114" y="111"/>
                    </a:cubicBezTo>
                    <a:cubicBezTo>
                      <a:pt x="126" y="120"/>
                      <a:pt x="137" y="127"/>
                      <a:pt x="149" y="135"/>
                    </a:cubicBezTo>
                    <a:cubicBezTo>
                      <a:pt x="153" y="138"/>
                      <a:pt x="155" y="145"/>
                      <a:pt x="151" y="149"/>
                    </a:cubicBezTo>
                    <a:cubicBezTo>
                      <a:pt x="150" y="152"/>
                      <a:pt x="147" y="153"/>
                      <a:pt x="143" y="153"/>
                    </a:cubicBezTo>
                    <a:cubicBezTo>
                      <a:pt x="141" y="153"/>
                      <a:pt x="140" y="153"/>
                      <a:pt x="138" y="1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5" name="Google Shape;2755;p30"/>
              <p:cNvSpPr/>
              <p:nvPr/>
            </p:nvSpPr>
            <p:spPr>
              <a:xfrm>
                <a:off x="2231280" y="2596320"/>
                <a:ext cx="60120" cy="6156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171" extrusionOk="0">
                    <a:moveTo>
                      <a:pt x="7" y="169"/>
                    </a:moveTo>
                    <a:cubicBezTo>
                      <a:pt x="2" y="167"/>
                      <a:pt x="0" y="161"/>
                      <a:pt x="3" y="156"/>
                    </a:cubicBezTo>
                    <a:cubicBezTo>
                      <a:pt x="6" y="150"/>
                      <a:pt x="9" y="144"/>
                      <a:pt x="12" y="138"/>
                    </a:cubicBezTo>
                    <a:cubicBezTo>
                      <a:pt x="15" y="133"/>
                      <a:pt x="18" y="128"/>
                      <a:pt x="22" y="123"/>
                    </a:cubicBezTo>
                    <a:cubicBezTo>
                      <a:pt x="28" y="114"/>
                      <a:pt x="36" y="104"/>
                      <a:pt x="43" y="95"/>
                    </a:cubicBezTo>
                    <a:cubicBezTo>
                      <a:pt x="49" y="87"/>
                      <a:pt x="54" y="80"/>
                      <a:pt x="61" y="72"/>
                    </a:cubicBezTo>
                    <a:cubicBezTo>
                      <a:pt x="65" y="66"/>
                      <a:pt x="70" y="61"/>
                      <a:pt x="75" y="55"/>
                    </a:cubicBezTo>
                    <a:cubicBezTo>
                      <a:pt x="80" y="48"/>
                      <a:pt x="85" y="43"/>
                      <a:pt x="90" y="37"/>
                    </a:cubicBezTo>
                    <a:cubicBezTo>
                      <a:pt x="99" y="27"/>
                      <a:pt x="106" y="16"/>
                      <a:pt x="116" y="8"/>
                    </a:cubicBezTo>
                    <a:cubicBezTo>
                      <a:pt x="117" y="6"/>
                      <a:pt x="120" y="5"/>
                      <a:pt x="122" y="3"/>
                    </a:cubicBezTo>
                    <a:cubicBezTo>
                      <a:pt x="124" y="2"/>
                      <a:pt x="127" y="1"/>
                      <a:pt x="130" y="1"/>
                    </a:cubicBezTo>
                    <a:cubicBezTo>
                      <a:pt x="131" y="1"/>
                      <a:pt x="133" y="0"/>
                      <a:pt x="134" y="0"/>
                    </a:cubicBezTo>
                    <a:cubicBezTo>
                      <a:pt x="135" y="0"/>
                      <a:pt x="137" y="1"/>
                      <a:pt x="138" y="1"/>
                    </a:cubicBezTo>
                    <a:cubicBezTo>
                      <a:pt x="142" y="2"/>
                      <a:pt x="145" y="3"/>
                      <a:pt x="148" y="4"/>
                    </a:cubicBezTo>
                    <a:cubicBezTo>
                      <a:pt x="152" y="6"/>
                      <a:pt x="155" y="8"/>
                      <a:pt x="159" y="9"/>
                    </a:cubicBezTo>
                    <a:cubicBezTo>
                      <a:pt x="164" y="11"/>
                      <a:pt x="166" y="18"/>
                      <a:pt x="163" y="23"/>
                    </a:cubicBezTo>
                    <a:cubicBezTo>
                      <a:pt x="161" y="29"/>
                      <a:pt x="155" y="30"/>
                      <a:pt x="149" y="28"/>
                    </a:cubicBezTo>
                    <a:cubicBezTo>
                      <a:pt x="145" y="26"/>
                      <a:pt x="140" y="24"/>
                      <a:pt x="135" y="22"/>
                    </a:cubicBezTo>
                    <a:cubicBezTo>
                      <a:pt x="135" y="22"/>
                      <a:pt x="134" y="22"/>
                      <a:pt x="134" y="21"/>
                    </a:cubicBezTo>
                    <a:cubicBezTo>
                      <a:pt x="134" y="22"/>
                      <a:pt x="134" y="22"/>
                      <a:pt x="134" y="22"/>
                    </a:cubicBezTo>
                    <a:lnTo>
                      <a:pt x="134" y="21"/>
                    </a:lnTo>
                    <a:cubicBezTo>
                      <a:pt x="133" y="22"/>
                      <a:pt x="133" y="22"/>
                      <a:pt x="132" y="22"/>
                    </a:cubicBezTo>
                    <a:cubicBezTo>
                      <a:pt x="131" y="23"/>
                      <a:pt x="130" y="23"/>
                      <a:pt x="129" y="24"/>
                    </a:cubicBezTo>
                    <a:cubicBezTo>
                      <a:pt x="127" y="26"/>
                      <a:pt x="126" y="27"/>
                      <a:pt x="124" y="29"/>
                    </a:cubicBezTo>
                    <a:cubicBezTo>
                      <a:pt x="119" y="33"/>
                      <a:pt x="115" y="39"/>
                      <a:pt x="110" y="45"/>
                    </a:cubicBezTo>
                    <a:cubicBezTo>
                      <a:pt x="106" y="51"/>
                      <a:pt x="100" y="56"/>
                      <a:pt x="95" y="63"/>
                    </a:cubicBezTo>
                    <a:cubicBezTo>
                      <a:pt x="84" y="76"/>
                      <a:pt x="73" y="90"/>
                      <a:pt x="62" y="104"/>
                    </a:cubicBezTo>
                    <a:cubicBezTo>
                      <a:pt x="61" y="104"/>
                      <a:pt x="61" y="104"/>
                      <a:pt x="61" y="105"/>
                    </a:cubicBezTo>
                    <a:cubicBezTo>
                      <a:pt x="61" y="105"/>
                      <a:pt x="60" y="106"/>
                      <a:pt x="60" y="107"/>
                    </a:cubicBezTo>
                    <a:cubicBezTo>
                      <a:pt x="59" y="107"/>
                      <a:pt x="59" y="108"/>
                      <a:pt x="59" y="108"/>
                    </a:cubicBezTo>
                    <a:cubicBezTo>
                      <a:pt x="58" y="108"/>
                      <a:pt x="57" y="109"/>
                      <a:pt x="57" y="110"/>
                    </a:cubicBezTo>
                    <a:cubicBezTo>
                      <a:pt x="54" y="114"/>
                      <a:pt x="52" y="117"/>
                      <a:pt x="49" y="121"/>
                    </a:cubicBezTo>
                    <a:cubicBezTo>
                      <a:pt x="47" y="122"/>
                      <a:pt x="46" y="124"/>
                      <a:pt x="45" y="126"/>
                    </a:cubicBezTo>
                    <a:cubicBezTo>
                      <a:pt x="44" y="126"/>
                      <a:pt x="44" y="127"/>
                      <a:pt x="43" y="128"/>
                    </a:cubicBezTo>
                    <a:lnTo>
                      <a:pt x="44" y="127"/>
                    </a:lnTo>
                    <a:cubicBezTo>
                      <a:pt x="43" y="128"/>
                      <a:pt x="43" y="128"/>
                      <a:pt x="43" y="128"/>
                    </a:cubicBezTo>
                    <a:cubicBezTo>
                      <a:pt x="43" y="129"/>
                      <a:pt x="42" y="129"/>
                      <a:pt x="42" y="129"/>
                    </a:cubicBezTo>
                    <a:lnTo>
                      <a:pt x="43" y="129"/>
                    </a:lnTo>
                    <a:cubicBezTo>
                      <a:pt x="42" y="129"/>
                      <a:pt x="42" y="129"/>
                      <a:pt x="42" y="129"/>
                    </a:cubicBezTo>
                    <a:cubicBezTo>
                      <a:pt x="39" y="133"/>
                      <a:pt x="36" y="138"/>
                      <a:pt x="33" y="142"/>
                    </a:cubicBezTo>
                    <a:cubicBezTo>
                      <a:pt x="31" y="146"/>
                      <a:pt x="28" y="150"/>
                      <a:pt x="25" y="154"/>
                    </a:cubicBezTo>
                    <a:cubicBezTo>
                      <a:pt x="24" y="156"/>
                      <a:pt x="23" y="158"/>
                      <a:pt x="22" y="160"/>
                    </a:cubicBezTo>
                    <a:cubicBezTo>
                      <a:pt x="21" y="161"/>
                      <a:pt x="21" y="163"/>
                      <a:pt x="19" y="164"/>
                    </a:cubicBezTo>
                    <a:cubicBezTo>
                      <a:pt x="18" y="168"/>
                      <a:pt x="14" y="170"/>
                      <a:pt x="11" y="170"/>
                    </a:cubicBezTo>
                    <a:cubicBezTo>
                      <a:pt x="10" y="170"/>
                      <a:pt x="8" y="170"/>
                      <a:pt x="7" y="16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6" name="Google Shape;2756;p30"/>
              <p:cNvSpPr/>
              <p:nvPr/>
            </p:nvSpPr>
            <p:spPr>
              <a:xfrm>
                <a:off x="1954080" y="2389680"/>
                <a:ext cx="44640" cy="10116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281" extrusionOk="0">
                    <a:moveTo>
                      <a:pt x="38" y="275"/>
                    </a:moveTo>
                    <a:cubicBezTo>
                      <a:pt x="32" y="271"/>
                      <a:pt x="28" y="266"/>
                      <a:pt x="24" y="261"/>
                    </a:cubicBezTo>
                    <a:cubicBezTo>
                      <a:pt x="20" y="255"/>
                      <a:pt x="18" y="247"/>
                      <a:pt x="18" y="240"/>
                    </a:cubicBezTo>
                    <a:cubicBezTo>
                      <a:pt x="18" y="232"/>
                      <a:pt x="20" y="224"/>
                      <a:pt x="24" y="217"/>
                    </a:cubicBezTo>
                    <a:cubicBezTo>
                      <a:pt x="28" y="211"/>
                      <a:pt x="33" y="205"/>
                      <a:pt x="38" y="199"/>
                    </a:cubicBezTo>
                    <a:cubicBezTo>
                      <a:pt x="42" y="195"/>
                      <a:pt x="48" y="195"/>
                      <a:pt x="52" y="198"/>
                    </a:cubicBezTo>
                    <a:cubicBezTo>
                      <a:pt x="56" y="202"/>
                      <a:pt x="56" y="208"/>
                      <a:pt x="53" y="212"/>
                    </a:cubicBezTo>
                    <a:cubicBezTo>
                      <a:pt x="51" y="215"/>
                      <a:pt x="48" y="217"/>
                      <a:pt x="46" y="220"/>
                    </a:cubicBezTo>
                    <a:lnTo>
                      <a:pt x="47" y="219"/>
                    </a:lnTo>
                    <a:cubicBezTo>
                      <a:pt x="45" y="221"/>
                      <a:pt x="44" y="223"/>
                      <a:pt x="43" y="225"/>
                    </a:cubicBezTo>
                    <a:cubicBezTo>
                      <a:pt x="42" y="227"/>
                      <a:pt x="41" y="228"/>
                      <a:pt x="41" y="229"/>
                    </a:cubicBezTo>
                    <a:cubicBezTo>
                      <a:pt x="40" y="230"/>
                      <a:pt x="40" y="231"/>
                      <a:pt x="39" y="233"/>
                    </a:cubicBezTo>
                    <a:cubicBezTo>
                      <a:pt x="39" y="234"/>
                      <a:pt x="39" y="236"/>
                      <a:pt x="39" y="237"/>
                    </a:cubicBezTo>
                    <a:cubicBezTo>
                      <a:pt x="39" y="238"/>
                      <a:pt x="39" y="238"/>
                      <a:pt x="39" y="240"/>
                    </a:cubicBezTo>
                    <a:cubicBezTo>
                      <a:pt x="39" y="241"/>
                      <a:pt x="39" y="241"/>
                      <a:pt x="39" y="242"/>
                    </a:cubicBezTo>
                    <a:cubicBezTo>
                      <a:pt x="39" y="244"/>
                      <a:pt x="39" y="245"/>
                      <a:pt x="39" y="246"/>
                    </a:cubicBezTo>
                    <a:cubicBezTo>
                      <a:pt x="40" y="247"/>
                      <a:pt x="40" y="247"/>
                      <a:pt x="41" y="248"/>
                    </a:cubicBezTo>
                    <a:lnTo>
                      <a:pt x="40" y="248"/>
                    </a:lnTo>
                    <a:cubicBezTo>
                      <a:pt x="41" y="248"/>
                      <a:pt x="41" y="248"/>
                      <a:pt x="41" y="249"/>
                    </a:cubicBezTo>
                    <a:cubicBezTo>
                      <a:pt x="41" y="250"/>
                      <a:pt x="42" y="251"/>
                      <a:pt x="43" y="252"/>
                    </a:cubicBezTo>
                    <a:cubicBezTo>
                      <a:pt x="43" y="252"/>
                      <a:pt x="44" y="252"/>
                      <a:pt x="44" y="253"/>
                    </a:cubicBezTo>
                    <a:cubicBezTo>
                      <a:pt x="45" y="254"/>
                      <a:pt x="45" y="254"/>
                      <a:pt x="46" y="255"/>
                    </a:cubicBezTo>
                    <a:cubicBezTo>
                      <a:pt x="47" y="256"/>
                      <a:pt x="48" y="256"/>
                      <a:pt x="49" y="257"/>
                    </a:cubicBezTo>
                    <a:cubicBezTo>
                      <a:pt x="50" y="258"/>
                      <a:pt x="51" y="258"/>
                      <a:pt x="52" y="258"/>
                    </a:cubicBezTo>
                    <a:cubicBezTo>
                      <a:pt x="53" y="259"/>
                      <a:pt x="54" y="259"/>
                      <a:pt x="55" y="259"/>
                    </a:cubicBezTo>
                    <a:cubicBezTo>
                      <a:pt x="56" y="259"/>
                      <a:pt x="57" y="260"/>
                      <a:pt x="58" y="260"/>
                    </a:cubicBezTo>
                    <a:cubicBezTo>
                      <a:pt x="59" y="260"/>
                      <a:pt x="60" y="260"/>
                      <a:pt x="62" y="260"/>
                    </a:cubicBezTo>
                    <a:cubicBezTo>
                      <a:pt x="62" y="260"/>
                      <a:pt x="63" y="260"/>
                      <a:pt x="64" y="260"/>
                    </a:cubicBezTo>
                    <a:cubicBezTo>
                      <a:pt x="65" y="260"/>
                      <a:pt x="65" y="260"/>
                      <a:pt x="66" y="259"/>
                    </a:cubicBezTo>
                    <a:lnTo>
                      <a:pt x="67" y="259"/>
                    </a:lnTo>
                    <a:cubicBezTo>
                      <a:pt x="68" y="259"/>
                      <a:pt x="69" y="258"/>
                      <a:pt x="70" y="258"/>
                    </a:cubicBezTo>
                    <a:lnTo>
                      <a:pt x="69" y="258"/>
                    </a:lnTo>
                    <a:cubicBezTo>
                      <a:pt x="70" y="258"/>
                      <a:pt x="70" y="258"/>
                      <a:pt x="70" y="258"/>
                    </a:cubicBezTo>
                    <a:cubicBezTo>
                      <a:pt x="70" y="257"/>
                      <a:pt x="71" y="257"/>
                      <a:pt x="71" y="256"/>
                    </a:cubicBezTo>
                    <a:cubicBezTo>
                      <a:pt x="72" y="256"/>
                      <a:pt x="72" y="256"/>
                      <a:pt x="73" y="255"/>
                    </a:cubicBezTo>
                    <a:lnTo>
                      <a:pt x="73" y="254"/>
                    </a:lnTo>
                    <a:cubicBezTo>
                      <a:pt x="73" y="254"/>
                      <a:pt x="74" y="253"/>
                      <a:pt x="74" y="252"/>
                    </a:cubicBezTo>
                    <a:lnTo>
                      <a:pt x="74" y="251"/>
                    </a:lnTo>
                    <a:cubicBezTo>
                      <a:pt x="76" y="244"/>
                      <a:pt x="77" y="237"/>
                      <a:pt x="78" y="230"/>
                    </a:cubicBezTo>
                    <a:cubicBezTo>
                      <a:pt x="80" y="208"/>
                      <a:pt x="81" y="186"/>
                      <a:pt x="83" y="164"/>
                    </a:cubicBezTo>
                    <a:cubicBezTo>
                      <a:pt x="84" y="143"/>
                      <a:pt x="85" y="122"/>
                      <a:pt x="88" y="102"/>
                    </a:cubicBezTo>
                    <a:cubicBezTo>
                      <a:pt x="89" y="96"/>
                      <a:pt x="90" y="90"/>
                      <a:pt x="91" y="83"/>
                    </a:cubicBezTo>
                    <a:cubicBezTo>
                      <a:pt x="91" y="82"/>
                      <a:pt x="92" y="80"/>
                      <a:pt x="92" y="78"/>
                    </a:cubicBezTo>
                    <a:cubicBezTo>
                      <a:pt x="81" y="92"/>
                      <a:pt x="68" y="104"/>
                      <a:pt x="53" y="114"/>
                    </a:cubicBezTo>
                    <a:cubicBezTo>
                      <a:pt x="42" y="121"/>
                      <a:pt x="28" y="127"/>
                      <a:pt x="16" y="121"/>
                    </a:cubicBezTo>
                    <a:cubicBezTo>
                      <a:pt x="13" y="120"/>
                      <a:pt x="10" y="118"/>
                      <a:pt x="9" y="117"/>
                    </a:cubicBezTo>
                    <a:cubicBezTo>
                      <a:pt x="7" y="114"/>
                      <a:pt x="5" y="112"/>
                      <a:pt x="4" y="109"/>
                    </a:cubicBezTo>
                    <a:cubicBezTo>
                      <a:pt x="2" y="107"/>
                      <a:pt x="2" y="103"/>
                      <a:pt x="1" y="100"/>
                    </a:cubicBezTo>
                    <a:cubicBezTo>
                      <a:pt x="0" y="97"/>
                      <a:pt x="0" y="93"/>
                      <a:pt x="0" y="89"/>
                    </a:cubicBezTo>
                    <a:cubicBezTo>
                      <a:pt x="0" y="82"/>
                      <a:pt x="1" y="74"/>
                      <a:pt x="1" y="67"/>
                    </a:cubicBezTo>
                    <a:cubicBezTo>
                      <a:pt x="2" y="64"/>
                      <a:pt x="2" y="62"/>
                      <a:pt x="2" y="60"/>
                    </a:cubicBezTo>
                    <a:cubicBezTo>
                      <a:pt x="3" y="57"/>
                      <a:pt x="3" y="54"/>
                      <a:pt x="3" y="50"/>
                    </a:cubicBezTo>
                    <a:cubicBezTo>
                      <a:pt x="4" y="46"/>
                      <a:pt x="5" y="42"/>
                      <a:pt x="6" y="38"/>
                    </a:cubicBezTo>
                    <a:cubicBezTo>
                      <a:pt x="7" y="30"/>
                      <a:pt x="9" y="23"/>
                      <a:pt x="11" y="16"/>
                    </a:cubicBezTo>
                    <a:cubicBezTo>
                      <a:pt x="14" y="9"/>
                      <a:pt x="18" y="0"/>
                      <a:pt x="28" y="1"/>
                    </a:cubicBezTo>
                    <a:cubicBezTo>
                      <a:pt x="32" y="2"/>
                      <a:pt x="35" y="4"/>
                      <a:pt x="37" y="8"/>
                    </a:cubicBezTo>
                    <a:cubicBezTo>
                      <a:pt x="38" y="9"/>
                      <a:pt x="39" y="11"/>
                      <a:pt x="39" y="12"/>
                    </a:cubicBezTo>
                    <a:cubicBezTo>
                      <a:pt x="43" y="16"/>
                      <a:pt x="42" y="23"/>
                      <a:pt x="37" y="26"/>
                    </a:cubicBezTo>
                    <a:cubicBezTo>
                      <a:pt x="35" y="27"/>
                      <a:pt x="32" y="28"/>
                      <a:pt x="30" y="28"/>
                    </a:cubicBezTo>
                    <a:cubicBezTo>
                      <a:pt x="29" y="29"/>
                      <a:pt x="28" y="31"/>
                      <a:pt x="28" y="32"/>
                    </a:cubicBezTo>
                    <a:cubicBezTo>
                      <a:pt x="26" y="39"/>
                      <a:pt x="25" y="47"/>
                      <a:pt x="23" y="54"/>
                    </a:cubicBezTo>
                    <a:cubicBezTo>
                      <a:pt x="23" y="56"/>
                      <a:pt x="23" y="58"/>
                      <a:pt x="22" y="60"/>
                    </a:cubicBezTo>
                    <a:cubicBezTo>
                      <a:pt x="21" y="63"/>
                      <a:pt x="21" y="65"/>
                      <a:pt x="21" y="68"/>
                    </a:cubicBezTo>
                    <a:cubicBezTo>
                      <a:pt x="20" y="74"/>
                      <a:pt x="20" y="80"/>
                      <a:pt x="20" y="86"/>
                    </a:cubicBezTo>
                    <a:cubicBezTo>
                      <a:pt x="20" y="89"/>
                      <a:pt x="20" y="92"/>
                      <a:pt x="20" y="95"/>
                    </a:cubicBezTo>
                    <a:cubicBezTo>
                      <a:pt x="21" y="97"/>
                      <a:pt x="21" y="98"/>
                      <a:pt x="21" y="99"/>
                    </a:cubicBezTo>
                    <a:cubicBezTo>
                      <a:pt x="21" y="100"/>
                      <a:pt x="21" y="100"/>
                      <a:pt x="21" y="100"/>
                    </a:cubicBezTo>
                    <a:lnTo>
                      <a:pt x="21" y="99"/>
                    </a:lnTo>
                    <a:cubicBezTo>
                      <a:pt x="21" y="100"/>
                      <a:pt x="21" y="100"/>
                      <a:pt x="22" y="101"/>
                    </a:cubicBezTo>
                    <a:cubicBezTo>
                      <a:pt x="22" y="101"/>
                      <a:pt x="23" y="101"/>
                      <a:pt x="23" y="102"/>
                    </a:cubicBezTo>
                    <a:lnTo>
                      <a:pt x="23" y="103"/>
                    </a:lnTo>
                    <a:lnTo>
                      <a:pt x="24" y="103"/>
                    </a:lnTo>
                    <a:cubicBezTo>
                      <a:pt x="25" y="103"/>
                      <a:pt x="25" y="103"/>
                      <a:pt x="25" y="103"/>
                    </a:cubicBezTo>
                    <a:cubicBezTo>
                      <a:pt x="26" y="103"/>
                      <a:pt x="26" y="103"/>
                      <a:pt x="27" y="103"/>
                    </a:cubicBezTo>
                    <a:cubicBezTo>
                      <a:pt x="26" y="103"/>
                      <a:pt x="26" y="103"/>
                      <a:pt x="26" y="103"/>
                    </a:cubicBezTo>
                    <a:cubicBezTo>
                      <a:pt x="25" y="103"/>
                      <a:pt x="25" y="103"/>
                      <a:pt x="25" y="103"/>
                    </a:cubicBezTo>
                    <a:lnTo>
                      <a:pt x="26" y="103"/>
                    </a:lnTo>
                    <a:lnTo>
                      <a:pt x="27" y="103"/>
                    </a:lnTo>
                    <a:cubicBezTo>
                      <a:pt x="26" y="103"/>
                      <a:pt x="26" y="103"/>
                      <a:pt x="26" y="103"/>
                    </a:cubicBezTo>
                    <a:cubicBezTo>
                      <a:pt x="27" y="103"/>
                      <a:pt x="27" y="103"/>
                      <a:pt x="28" y="103"/>
                    </a:cubicBezTo>
                    <a:cubicBezTo>
                      <a:pt x="28" y="103"/>
                      <a:pt x="29" y="103"/>
                      <a:pt x="30" y="103"/>
                    </a:cubicBezTo>
                    <a:cubicBezTo>
                      <a:pt x="32" y="102"/>
                      <a:pt x="34" y="101"/>
                      <a:pt x="36" y="101"/>
                    </a:cubicBezTo>
                    <a:cubicBezTo>
                      <a:pt x="38" y="100"/>
                      <a:pt x="39" y="99"/>
                      <a:pt x="41" y="98"/>
                    </a:cubicBezTo>
                    <a:cubicBezTo>
                      <a:pt x="45" y="96"/>
                      <a:pt x="48" y="94"/>
                      <a:pt x="51" y="92"/>
                    </a:cubicBezTo>
                    <a:cubicBezTo>
                      <a:pt x="56" y="88"/>
                      <a:pt x="60" y="83"/>
                      <a:pt x="65" y="79"/>
                    </a:cubicBezTo>
                    <a:lnTo>
                      <a:pt x="65" y="80"/>
                    </a:lnTo>
                    <a:cubicBezTo>
                      <a:pt x="65" y="79"/>
                      <a:pt x="65" y="79"/>
                      <a:pt x="65" y="79"/>
                    </a:cubicBezTo>
                    <a:lnTo>
                      <a:pt x="66" y="79"/>
                    </a:lnTo>
                    <a:lnTo>
                      <a:pt x="65" y="79"/>
                    </a:lnTo>
                    <a:cubicBezTo>
                      <a:pt x="71" y="74"/>
                      <a:pt x="76" y="68"/>
                      <a:pt x="80" y="62"/>
                    </a:cubicBezTo>
                    <a:cubicBezTo>
                      <a:pt x="86" y="55"/>
                      <a:pt x="91" y="47"/>
                      <a:pt x="96" y="39"/>
                    </a:cubicBezTo>
                    <a:cubicBezTo>
                      <a:pt x="99" y="33"/>
                      <a:pt x="102" y="28"/>
                      <a:pt x="104" y="23"/>
                    </a:cubicBezTo>
                    <a:cubicBezTo>
                      <a:pt x="106" y="19"/>
                      <a:pt x="111" y="17"/>
                      <a:pt x="115" y="18"/>
                    </a:cubicBezTo>
                    <a:cubicBezTo>
                      <a:pt x="119" y="19"/>
                      <a:pt x="123" y="22"/>
                      <a:pt x="123" y="27"/>
                    </a:cubicBezTo>
                    <a:cubicBezTo>
                      <a:pt x="123" y="29"/>
                      <a:pt x="123" y="32"/>
                      <a:pt x="123" y="34"/>
                    </a:cubicBezTo>
                    <a:cubicBezTo>
                      <a:pt x="122" y="37"/>
                      <a:pt x="122" y="40"/>
                      <a:pt x="120" y="43"/>
                    </a:cubicBezTo>
                    <a:cubicBezTo>
                      <a:pt x="120" y="43"/>
                      <a:pt x="121" y="43"/>
                      <a:pt x="121" y="42"/>
                    </a:cubicBezTo>
                    <a:cubicBezTo>
                      <a:pt x="117" y="54"/>
                      <a:pt x="115" y="67"/>
                      <a:pt x="112" y="79"/>
                    </a:cubicBezTo>
                    <a:cubicBezTo>
                      <a:pt x="109" y="90"/>
                      <a:pt x="108" y="101"/>
                      <a:pt x="106" y="113"/>
                    </a:cubicBezTo>
                    <a:cubicBezTo>
                      <a:pt x="105" y="122"/>
                      <a:pt x="104" y="132"/>
                      <a:pt x="102" y="142"/>
                    </a:cubicBezTo>
                    <a:cubicBezTo>
                      <a:pt x="102" y="155"/>
                      <a:pt x="101" y="166"/>
                      <a:pt x="101" y="178"/>
                    </a:cubicBezTo>
                    <a:cubicBezTo>
                      <a:pt x="99" y="200"/>
                      <a:pt x="98" y="221"/>
                      <a:pt x="96" y="242"/>
                    </a:cubicBezTo>
                    <a:cubicBezTo>
                      <a:pt x="95" y="249"/>
                      <a:pt x="94" y="255"/>
                      <a:pt x="92" y="261"/>
                    </a:cubicBezTo>
                    <a:cubicBezTo>
                      <a:pt x="89" y="268"/>
                      <a:pt x="85" y="273"/>
                      <a:pt x="79" y="276"/>
                    </a:cubicBezTo>
                    <a:cubicBezTo>
                      <a:pt x="73" y="279"/>
                      <a:pt x="67" y="280"/>
                      <a:pt x="61" y="280"/>
                    </a:cubicBezTo>
                    <a:cubicBezTo>
                      <a:pt x="53" y="280"/>
                      <a:pt x="45" y="279"/>
                      <a:pt x="38" y="27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7" name="Google Shape;2757;p30"/>
              <p:cNvSpPr/>
              <p:nvPr/>
            </p:nvSpPr>
            <p:spPr>
              <a:xfrm>
                <a:off x="2021400" y="2410560"/>
                <a:ext cx="2448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68" h="25" extrusionOk="0">
                    <a:moveTo>
                      <a:pt x="13" y="23"/>
                    </a:moveTo>
                    <a:cubicBezTo>
                      <a:pt x="9" y="21"/>
                      <a:pt x="4" y="20"/>
                      <a:pt x="2" y="15"/>
                    </a:cubicBezTo>
                    <a:cubicBezTo>
                      <a:pt x="1" y="11"/>
                      <a:pt x="0" y="9"/>
                      <a:pt x="2" y="6"/>
                    </a:cubicBezTo>
                    <a:cubicBezTo>
                      <a:pt x="4" y="2"/>
                      <a:pt x="7" y="0"/>
                      <a:pt x="11" y="0"/>
                    </a:cubicBezTo>
                    <a:cubicBezTo>
                      <a:pt x="16" y="0"/>
                      <a:pt x="21" y="0"/>
                      <a:pt x="26" y="0"/>
                    </a:cubicBezTo>
                    <a:cubicBezTo>
                      <a:pt x="29" y="1"/>
                      <a:pt x="32" y="1"/>
                      <a:pt x="35" y="1"/>
                    </a:cubicBezTo>
                    <a:cubicBezTo>
                      <a:pt x="42" y="2"/>
                      <a:pt x="50" y="2"/>
                      <a:pt x="58" y="2"/>
                    </a:cubicBezTo>
                    <a:cubicBezTo>
                      <a:pt x="63" y="2"/>
                      <a:pt x="67" y="7"/>
                      <a:pt x="67" y="13"/>
                    </a:cubicBezTo>
                    <a:cubicBezTo>
                      <a:pt x="67" y="18"/>
                      <a:pt x="62" y="23"/>
                      <a:pt x="56" y="23"/>
                    </a:cubicBezTo>
                    <a:cubicBezTo>
                      <a:pt x="49" y="22"/>
                      <a:pt x="42" y="22"/>
                      <a:pt x="35" y="21"/>
                    </a:cubicBezTo>
                    <a:cubicBezTo>
                      <a:pt x="32" y="21"/>
                      <a:pt x="29" y="21"/>
                      <a:pt x="25" y="21"/>
                    </a:cubicBezTo>
                    <a:cubicBezTo>
                      <a:pt x="23" y="23"/>
                      <a:pt x="21" y="24"/>
                      <a:pt x="18" y="24"/>
                    </a:cubicBezTo>
                    <a:cubicBezTo>
                      <a:pt x="16" y="24"/>
                      <a:pt x="15" y="24"/>
                      <a:pt x="13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8" name="Google Shape;2758;p30"/>
              <p:cNvSpPr/>
              <p:nvPr/>
            </p:nvSpPr>
            <p:spPr>
              <a:xfrm>
                <a:off x="2016360" y="2422080"/>
                <a:ext cx="5184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144" h="33" extrusionOk="0">
                    <a:moveTo>
                      <a:pt x="10" y="29"/>
                    </a:moveTo>
                    <a:cubicBezTo>
                      <a:pt x="6" y="27"/>
                      <a:pt x="2" y="24"/>
                      <a:pt x="0" y="19"/>
                    </a:cubicBezTo>
                    <a:cubicBezTo>
                      <a:pt x="0" y="17"/>
                      <a:pt x="0" y="13"/>
                      <a:pt x="2" y="11"/>
                    </a:cubicBezTo>
                    <a:cubicBezTo>
                      <a:pt x="2" y="9"/>
                      <a:pt x="4" y="7"/>
                      <a:pt x="6" y="6"/>
                    </a:cubicBezTo>
                    <a:cubicBezTo>
                      <a:pt x="10" y="3"/>
                      <a:pt x="17" y="5"/>
                      <a:pt x="21" y="9"/>
                    </a:cubicBezTo>
                    <a:cubicBezTo>
                      <a:pt x="21" y="10"/>
                      <a:pt x="21" y="10"/>
                      <a:pt x="21" y="11"/>
                    </a:cubicBezTo>
                    <a:cubicBezTo>
                      <a:pt x="22" y="11"/>
                      <a:pt x="23" y="11"/>
                      <a:pt x="23" y="11"/>
                    </a:cubicBezTo>
                    <a:cubicBezTo>
                      <a:pt x="25" y="11"/>
                      <a:pt x="27" y="11"/>
                      <a:pt x="29" y="11"/>
                    </a:cubicBezTo>
                    <a:cubicBezTo>
                      <a:pt x="39" y="11"/>
                      <a:pt x="49" y="10"/>
                      <a:pt x="59" y="9"/>
                    </a:cubicBezTo>
                    <a:cubicBezTo>
                      <a:pt x="65" y="9"/>
                      <a:pt x="70" y="8"/>
                      <a:pt x="76" y="7"/>
                    </a:cubicBezTo>
                    <a:cubicBezTo>
                      <a:pt x="84" y="6"/>
                      <a:pt x="91" y="5"/>
                      <a:pt x="99" y="5"/>
                    </a:cubicBezTo>
                    <a:cubicBezTo>
                      <a:pt x="110" y="3"/>
                      <a:pt x="121" y="2"/>
                      <a:pt x="132" y="0"/>
                    </a:cubicBezTo>
                    <a:cubicBezTo>
                      <a:pt x="136" y="0"/>
                      <a:pt x="140" y="3"/>
                      <a:pt x="141" y="7"/>
                    </a:cubicBezTo>
                    <a:cubicBezTo>
                      <a:pt x="143" y="12"/>
                      <a:pt x="139" y="17"/>
                      <a:pt x="134" y="18"/>
                    </a:cubicBezTo>
                    <a:cubicBezTo>
                      <a:pt x="123" y="20"/>
                      <a:pt x="113" y="21"/>
                      <a:pt x="102" y="23"/>
                    </a:cubicBezTo>
                    <a:cubicBezTo>
                      <a:pt x="95" y="24"/>
                      <a:pt x="87" y="25"/>
                      <a:pt x="79" y="27"/>
                    </a:cubicBezTo>
                    <a:lnTo>
                      <a:pt x="80" y="26"/>
                    </a:lnTo>
                    <a:cubicBezTo>
                      <a:pt x="70" y="28"/>
                      <a:pt x="60" y="29"/>
                      <a:pt x="49" y="30"/>
                    </a:cubicBezTo>
                    <a:cubicBezTo>
                      <a:pt x="42" y="31"/>
                      <a:pt x="35" y="32"/>
                      <a:pt x="28" y="32"/>
                    </a:cubicBezTo>
                    <a:lnTo>
                      <a:pt x="27" y="32"/>
                    </a:lnTo>
                    <a:cubicBezTo>
                      <a:pt x="21" y="32"/>
                      <a:pt x="16" y="31"/>
                      <a:pt x="10" y="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9" name="Google Shape;2759;p30"/>
              <p:cNvSpPr/>
              <p:nvPr/>
            </p:nvSpPr>
            <p:spPr>
              <a:xfrm>
                <a:off x="2073240" y="2391120"/>
                <a:ext cx="93960" cy="57960"/>
              </a:xfrm>
              <a:custGeom>
                <a:avLst/>
                <a:gdLst/>
                <a:ahLst/>
                <a:cxnLst/>
                <a:rect l="l" t="t" r="r" b="b"/>
                <a:pathLst>
                  <a:path w="261" h="161" extrusionOk="0">
                    <a:moveTo>
                      <a:pt x="171" y="134"/>
                    </a:moveTo>
                    <a:cubicBezTo>
                      <a:pt x="172" y="134"/>
                      <a:pt x="174" y="134"/>
                      <a:pt x="176" y="133"/>
                    </a:cubicBezTo>
                    <a:cubicBezTo>
                      <a:pt x="178" y="133"/>
                      <a:pt x="181" y="133"/>
                      <a:pt x="183" y="132"/>
                    </a:cubicBezTo>
                    <a:cubicBezTo>
                      <a:pt x="186" y="131"/>
                      <a:pt x="189" y="130"/>
                      <a:pt x="192" y="129"/>
                    </a:cubicBezTo>
                    <a:cubicBezTo>
                      <a:pt x="196" y="127"/>
                      <a:pt x="200" y="125"/>
                      <a:pt x="204" y="123"/>
                    </a:cubicBezTo>
                    <a:cubicBezTo>
                      <a:pt x="207" y="121"/>
                      <a:pt x="211" y="119"/>
                      <a:pt x="214" y="117"/>
                    </a:cubicBezTo>
                    <a:cubicBezTo>
                      <a:pt x="217" y="114"/>
                      <a:pt x="220" y="111"/>
                      <a:pt x="224" y="108"/>
                    </a:cubicBezTo>
                    <a:cubicBezTo>
                      <a:pt x="226" y="105"/>
                      <a:pt x="229" y="102"/>
                      <a:pt x="231" y="99"/>
                    </a:cubicBezTo>
                    <a:cubicBezTo>
                      <a:pt x="232" y="97"/>
                      <a:pt x="234" y="95"/>
                      <a:pt x="235" y="94"/>
                    </a:cubicBezTo>
                    <a:cubicBezTo>
                      <a:pt x="236" y="92"/>
                      <a:pt x="236" y="91"/>
                      <a:pt x="237" y="90"/>
                    </a:cubicBezTo>
                    <a:cubicBezTo>
                      <a:pt x="237" y="88"/>
                      <a:pt x="237" y="87"/>
                      <a:pt x="238" y="86"/>
                    </a:cubicBezTo>
                    <a:cubicBezTo>
                      <a:pt x="238" y="85"/>
                      <a:pt x="239" y="84"/>
                      <a:pt x="239" y="82"/>
                    </a:cubicBezTo>
                    <a:cubicBezTo>
                      <a:pt x="239" y="81"/>
                      <a:pt x="239" y="80"/>
                      <a:pt x="239" y="78"/>
                    </a:cubicBezTo>
                    <a:cubicBezTo>
                      <a:pt x="239" y="76"/>
                      <a:pt x="239" y="74"/>
                      <a:pt x="239" y="73"/>
                    </a:cubicBezTo>
                    <a:cubicBezTo>
                      <a:pt x="239" y="71"/>
                      <a:pt x="238" y="70"/>
                      <a:pt x="237" y="68"/>
                    </a:cubicBezTo>
                    <a:cubicBezTo>
                      <a:pt x="237" y="66"/>
                      <a:pt x="236" y="64"/>
                      <a:pt x="236" y="62"/>
                    </a:cubicBezTo>
                    <a:cubicBezTo>
                      <a:pt x="235" y="60"/>
                      <a:pt x="233" y="57"/>
                      <a:pt x="232" y="56"/>
                    </a:cubicBezTo>
                    <a:cubicBezTo>
                      <a:pt x="231" y="53"/>
                      <a:pt x="230" y="52"/>
                      <a:pt x="228" y="49"/>
                    </a:cubicBezTo>
                    <a:cubicBezTo>
                      <a:pt x="228" y="50"/>
                      <a:pt x="229" y="50"/>
                      <a:pt x="229" y="50"/>
                    </a:cubicBezTo>
                    <a:cubicBezTo>
                      <a:pt x="228" y="50"/>
                      <a:pt x="228" y="49"/>
                      <a:pt x="228" y="49"/>
                    </a:cubicBezTo>
                    <a:cubicBezTo>
                      <a:pt x="226" y="47"/>
                      <a:pt x="225" y="45"/>
                      <a:pt x="223" y="43"/>
                    </a:cubicBezTo>
                    <a:cubicBezTo>
                      <a:pt x="219" y="40"/>
                      <a:pt x="217" y="37"/>
                      <a:pt x="213" y="35"/>
                    </a:cubicBezTo>
                    <a:cubicBezTo>
                      <a:pt x="210" y="32"/>
                      <a:pt x="207" y="30"/>
                      <a:pt x="204" y="28"/>
                    </a:cubicBezTo>
                    <a:cubicBezTo>
                      <a:pt x="200" y="27"/>
                      <a:pt x="197" y="25"/>
                      <a:pt x="194" y="23"/>
                    </a:cubicBezTo>
                    <a:cubicBezTo>
                      <a:pt x="193" y="22"/>
                      <a:pt x="191" y="22"/>
                      <a:pt x="190" y="22"/>
                    </a:cubicBezTo>
                    <a:cubicBezTo>
                      <a:pt x="189" y="21"/>
                      <a:pt x="187" y="21"/>
                      <a:pt x="186" y="21"/>
                    </a:cubicBezTo>
                    <a:cubicBezTo>
                      <a:pt x="185" y="21"/>
                      <a:pt x="184" y="21"/>
                      <a:pt x="183" y="21"/>
                    </a:cubicBezTo>
                    <a:cubicBezTo>
                      <a:pt x="182" y="21"/>
                      <a:pt x="180" y="21"/>
                      <a:pt x="179" y="21"/>
                    </a:cubicBezTo>
                    <a:cubicBezTo>
                      <a:pt x="177" y="21"/>
                      <a:pt x="177" y="21"/>
                      <a:pt x="176" y="21"/>
                    </a:cubicBezTo>
                    <a:lnTo>
                      <a:pt x="177" y="21"/>
                    </a:lnTo>
                    <a:cubicBezTo>
                      <a:pt x="176" y="21"/>
                      <a:pt x="175" y="22"/>
                      <a:pt x="175" y="22"/>
                    </a:cubicBezTo>
                    <a:cubicBezTo>
                      <a:pt x="173" y="22"/>
                      <a:pt x="173" y="23"/>
                      <a:pt x="172" y="23"/>
                    </a:cubicBezTo>
                    <a:cubicBezTo>
                      <a:pt x="170" y="24"/>
                      <a:pt x="169" y="25"/>
                      <a:pt x="168" y="26"/>
                    </a:cubicBezTo>
                    <a:cubicBezTo>
                      <a:pt x="167" y="27"/>
                      <a:pt x="166" y="28"/>
                      <a:pt x="165" y="28"/>
                    </a:cubicBezTo>
                    <a:cubicBezTo>
                      <a:pt x="165" y="29"/>
                      <a:pt x="163" y="30"/>
                      <a:pt x="163" y="31"/>
                    </a:cubicBezTo>
                    <a:cubicBezTo>
                      <a:pt x="162" y="32"/>
                      <a:pt x="162" y="33"/>
                      <a:pt x="161" y="34"/>
                    </a:cubicBezTo>
                    <a:cubicBezTo>
                      <a:pt x="160" y="35"/>
                      <a:pt x="159" y="37"/>
                      <a:pt x="159" y="38"/>
                    </a:cubicBezTo>
                    <a:cubicBezTo>
                      <a:pt x="158" y="40"/>
                      <a:pt x="158" y="41"/>
                      <a:pt x="157" y="43"/>
                    </a:cubicBezTo>
                    <a:cubicBezTo>
                      <a:pt x="155" y="50"/>
                      <a:pt x="154" y="58"/>
                      <a:pt x="152" y="66"/>
                    </a:cubicBezTo>
                    <a:cubicBezTo>
                      <a:pt x="152" y="69"/>
                      <a:pt x="150" y="71"/>
                      <a:pt x="147" y="73"/>
                    </a:cubicBezTo>
                    <a:cubicBezTo>
                      <a:pt x="147" y="75"/>
                      <a:pt x="147" y="77"/>
                      <a:pt x="146" y="78"/>
                    </a:cubicBezTo>
                    <a:cubicBezTo>
                      <a:pt x="144" y="83"/>
                      <a:pt x="143" y="85"/>
                      <a:pt x="140" y="89"/>
                    </a:cubicBezTo>
                    <a:cubicBezTo>
                      <a:pt x="139" y="91"/>
                      <a:pt x="138" y="94"/>
                      <a:pt x="137" y="96"/>
                    </a:cubicBezTo>
                    <a:cubicBezTo>
                      <a:pt x="137" y="98"/>
                      <a:pt x="137" y="99"/>
                      <a:pt x="137" y="101"/>
                    </a:cubicBezTo>
                    <a:cubicBezTo>
                      <a:pt x="137" y="103"/>
                      <a:pt x="136" y="105"/>
                      <a:pt x="136" y="106"/>
                    </a:cubicBezTo>
                    <a:cubicBezTo>
                      <a:pt x="136" y="108"/>
                      <a:pt x="136" y="108"/>
                      <a:pt x="137" y="109"/>
                    </a:cubicBezTo>
                    <a:cubicBezTo>
                      <a:pt x="137" y="110"/>
                      <a:pt x="137" y="112"/>
                      <a:pt x="137" y="113"/>
                    </a:cubicBezTo>
                    <a:cubicBezTo>
                      <a:pt x="138" y="114"/>
                      <a:pt x="138" y="115"/>
                      <a:pt x="138" y="115"/>
                    </a:cubicBezTo>
                    <a:cubicBezTo>
                      <a:pt x="138" y="116"/>
                      <a:pt x="139" y="117"/>
                      <a:pt x="140" y="119"/>
                    </a:cubicBezTo>
                    <a:cubicBezTo>
                      <a:pt x="140" y="119"/>
                      <a:pt x="141" y="120"/>
                      <a:pt x="142" y="122"/>
                    </a:cubicBezTo>
                    <a:cubicBezTo>
                      <a:pt x="142" y="122"/>
                      <a:pt x="143" y="122"/>
                      <a:pt x="143" y="123"/>
                    </a:cubicBezTo>
                    <a:cubicBezTo>
                      <a:pt x="144" y="124"/>
                      <a:pt x="145" y="124"/>
                      <a:pt x="146" y="126"/>
                    </a:cubicBezTo>
                    <a:cubicBezTo>
                      <a:pt x="147" y="126"/>
                      <a:pt x="148" y="127"/>
                      <a:pt x="150" y="128"/>
                    </a:cubicBezTo>
                    <a:cubicBezTo>
                      <a:pt x="152" y="129"/>
                      <a:pt x="154" y="130"/>
                      <a:pt x="155" y="131"/>
                    </a:cubicBezTo>
                    <a:cubicBezTo>
                      <a:pt x="156" y="131"/>
                      <a:pt x="158" y="132"/>
                      <a:pt x="159" y="132"/>
                    </a:cubicBezTo>
                    <a:cubicBezTo>
                      <a:pt x="161" y="133"/>
                      <a:pt x="163" y="133"/>
                      <a:pt x="165" y="133"/>
                    </a:cubicBezTo>
                    <a:cubicBezTo>
                      <a:pt x="167" y="134"/>
                      <a:pt x="169" y="134"/>
                      <a:pt x="171" y="134"/>
                    </a:cubicBezTo>
                    <a:moveTo>
                      <a:pt x="23" y="156"/>
                    </a:moveTo>
                    <a:cubicBezTo>
                      <a:pt x="18" y="154"/>
                      <a:pt x="13" y="150"/>
                      <a:pt x="10" y="144"/>
                    </a:cubicBezTo>
                    <a:cubicBezTo>
                      <a:pt x="8" y="142"/>
                      <a:pt x="7" y="140"/>
                      <a:pt x="6" y="137"/>
                    </a:cubicBezTo>
                    <a:cubicBezTo>
                      <a:pt x="5" y="133"/>
                      <a:pt x="4" y="129"/>
                      <a:pt x="3" y="126"/>
                    </a:cubicBezTo>
                    <a:cubicBezTo>
                      <a:pt x="1" y="119"/>
                      <a:pt x="0" y="112"/>
                      <a:pt x="0" y="105"/>
                    </a:cubicBezTo>
                    <a:cubicBezTo>
                      <a:pt x="0" y="98"/>
                      <a:pt x="2" y="90"/>
                      <a:pt x="4" y="83"/>
                    </a:cubicBezTo>
                    <a:cubicBezTo>
                      <a:pt x="7" y="76"/>
                      <a:pt x="10" y="69"/>
                      <a:pt x="12" y="63"/>
                    </a:cubicBezTo>
                    <a:cubicBezTo>
                      <a:pt x="15" y="56"/>
                      <a:pt x="18" y="49"/>
                      <a:pt x="22" y="42"/>
                    </a:cubicBezTo>
                    <a:cubicBezTo>
                      <a:pt x="26" y="36"/>
                      <a:pt x="29" y="31"/>
                      <a:pt x="34" y="27"/>
                    </a:cubicBezTo>
                    <a:cubicBezTo>
                      <a:pt x="38" y="22"/>
                      <a:pt x="42" y="18"/>
                      <a:pt x="48" y="14"/>
                    </a:cubicBezTo>
                    <a:cubicBezTo>
                      <a:pt x="56" y="7"/>
                      <a:pt x="67" y="2"/>
                      <a:pt x="79" y="3"/>
                    </a:cubicBezTo>
                    <a:cubicBezTo>
                      <a:pt x="85" y="3"/>
                      <a:pt x="90" y="6"/>
                      <a:pt x="94" y="10"/>
                    </a:cubicBezTo>
                    <a:cubicBezTo>
                      <a:pt x="97" y="14"/>
                      <a:pt x="99" y="19"/>
                      <a:pt x="99" y="24"/>
                    </a:cubicBezTo>
                    <a:cubicBezTo>
                      <a:pt x="99" y="28"/>
                      <a:pt x="98" y="32"/>
                      <a:pt x="98" y="35"/>
                    </a:cubicBezTo>
                    <a:cubicBezTo>
                      <a:pt x="98" y="36"/>
                      <a:pt x="99" y="37"/>
                      <a:pt x="99" y="38"/>
                    </a:cubicBezTo>
                    <a:cubicBezTo>
                      <a:pt x="102" y="43"/>
                      <a:pt x="100" y="50"/>
                      <a:pt x="95" y="52"/>
                    </a:cubicBezTo>
                    <a:cubicBezTo>
                      <a:pt x="94" y="52"/>
                      <a:pt x="94" y="53"/>
                      <a:pt x="94" y="53"/>
                    </a:cubicBezTo>
                    <a:cubicBezTo>
                      <a:pt x="91" y="54"/>
                      <a:pt x="89" y="56"/>
                      <a:pt x="87" y="56"/>
                    </a:cubicBezTo>
                    <a:cubicBezTo>
                      <a:pt x="82" y="57"/>
                      <a:pt x="78" y="55"/>
                      <a:pt x="76" y="52"/>
                    </a:cubicBezTo>
                    <a:cubicBezTo>
                      <a:pt x="76" y="50"/>
                      <a:pt x="75" y="49"/>
                      <a:pt x="74" y="49"/>
                    </a:cubicBezTo>
                    <a:cubicBezTo>
                      <a:pt x="74" y="47"/>
                      <a:pt x="74" y="45"/>
                      <a:pt x="74" y="43"/>
                    </a:cubicBezTo>
                    <a:cubicBezTo>
                      <a:pt x="74" y="41"/>
                      <a:pt x="74" y="39"/>
                      <a:pt x="75" y="37"/>
                    </a:cubicBezTo>
                    <a:cubicBezTo>
                      <a:pt x="76" y="35"/>
                      <a:pt x="77" y="32"/>
                      <a:pt x="78" y="29"/>
                    </a:cubicBezTo>
                    <a:cubicBezTo>
                      <a:pt x="78" y="28"/>
                      <a:pt x="78" y="27"/>
                      <a:pt x="78" y="25"/>
                    </a:cubicBezTo>
                    <a:cubicBezTo>
                      <a:pt x="78" y="24"/>
                      <a:pt x="78" y="24"/>
                      <a:pt x="78" y="24"/>
                    </a:cubicBezTo>
                    <a:cubicBezTo>
                      <a:pt x="77" y="24"/>
                      <a:pt x="77" y="23"/>
                      <a:pt x="77" y="23"/>
                    </a:cubicBezTo>
                    <a:lnTo>
                      <a:pt x="76" y="23"/>
                    </a:lnTo>
                    <a:cubicBezTo>
                      <a:pt x="76" y="23"/>
                      <a:pt x="75" y="23"/>
                      <a:pt x="74" y="23"/>
                    </a:cubicBezTo>
                    <a:cubicBezTo>
                      <a:pt x="74" y="24"/>
                      <a:pt x="74" y="24"/>
                      <a:pt x="73" y="24"/>
                    </a:cubicBezTo>
                    <a:cubicBezTo>
                      <a:pt x="72" y="24"/>
                      <a:pt x="71" y="24"/>
                      <a:pt x="70" y="25"/>
                    </a:cubicBezTo>
                    <a:cubicBezTo>
                      <a:pt x="68" y="25"/>
                      <a:pt x="66" y="27"/>
                      <a:pt x="64" y="28"/>
                    </a:cubicBezTo>
                    <a:cubicBezTo>
                      <a:pt x="62" y="29"/>
                      <a:pt x="59" y="31"/>
                      <a:pt x="57" y="32"/>
                    </a:cubicBezTo>
                    <a:lnTo>
                      <a:pt x="58" y="32"/>
                    </a:lnTo>
                    <a:cubicBezTo>
                      <a:pt x="55" y="34"/>
                      <a:pt x="52" y="36"/>
                      <a:pt x="49" y="39"/>
                    </a:cubicBezTo>
                    <a:cubicBezTo>
                      <a:pt x="48" y="41"/>
                      <a:pt x="46" y="43"/>
                      <a:pt x="44" y="45"/>
                    </a:cubicBezTo>
                    <a:cubicBezTo>
                      <a:pt x="42" y="48"/>
                      <a:pt x="40" y="51"/>
                      <a:pt x="38" y="54"/>
                    </a:cubicBezTo>
                    <a:cubicBezTo>
                      <a:pt x="35" y="60"/>
                      <a:pt x="32" y="67"/>
                      <a:pt x="29" y="73"/>
                    </a:cubicBezTo>
                    <a:lnTo>
                      <a:pt x="29" y="72"/>
                    </a:lnTo>
                    <a:cubicBezTo>
                      <a:pt x="27" y="78"/>
                      <a:pt x="24" y="85"/>
                      <a:pt x="22" y="92"/>
                    </a:cubicBezTo>
                    <a:cubicBezTo>
                      <a:pt x="21" y="95"/>
                      <a:pt x="21" y="98"/>
                      <a:pt x="20" y="101"/>
                    </a:cubicBezTo>
                    <a:cubicBezTo>
                      <a:pt x="20" y="103"/>
                      <a:pt x="20" y="105"/>
                      <a:pt x="20" y="108"/>
                    </a:cubicBezTo>
                    <a:cubicBezTo>
                      <a:pt x="20" y="109"/>
                      <a:pt x="20" y="112"/>
                      <a:pt x="20" y="113"/>
                    </a:cubicBezTo>
                    <a:cubicBezTo>
                      <a:pt x="21" y="116"/>
                      <a:pt x="21" y="119"/>
                      <a:pt x="22" y="122"/>
                    </a:cubicBezTo>
                    <a:cubicBezTo>
                      <a:pt x="23" y="126"/>
                      <a:pt x="24" y="129"/>
                      <a:pt x="25" y="131"/>
                    </a:cubicBezTo>
                    <a:cubicBezTo>
                      <a:pt x="25" y="132"/>
                      <a:pt x="26" y="133"/>
                      <a:pt x="26" y="133"/>
                    </a:cubicBezTo>
                    <a:cubicBezTo>
                      <a:pt x="27" y="133"/>
                      <a:pt x="27" y="134"/>
                      <a:pt x="27" y="134"/>
                    </a:cubicBezTo>
                    <a:cubicBezTo>
                      <a:pt x="27" y="134"/>
                      <a:pt x="28" y="135"/>
                      <a:pt x="28" y="136"/>
                    </a:cubicBezTo>
                    <a:cubicBezTo>
                      <a:pt x="28" y="136"/>
                      <a:pt x="29" y="137"/>
                      <a:pt x="30" y="137"/>
                    </a:cubicBezTo>
                    <a:cubicBezTo>
                      <a:pt x="29" y="137"/>
                      <a:pt x="29" y="137"/>
                      <a:pt x="29" y="136"/>
                    </a:cubicBezTo>
                    <a:cubicBezTo>
                      <a:pt x="29" y="137"/>
                      <a:pt x="30" y="137"/>
                      <a:pt x="31" y="137"/>
                    </a:cubicBezTo>
                    <a:cubicBezTo>
                      <a:pt x="31" y="138"/>
                      <a:pt x="32" y="138"/>
                      <a:pt x="33" y="138"/>
                    </a:cubicBezTo>
                    <a:cubicBezTo>
                      <a:pt x="34" y="139"/>
                      <a:pt x="34" y="139"/>
                      <a:pt x="35" y="139"/>
                    </a:cubicBezTo>
                    <a:cubicBezTo>
                      <a:pt x="36" y="140"/>
                      <a:pt x="37" y="140"/>
                      <a:pt x="38" y="140"/>
                    </a:cubicBezTo>
                    <a:cubicBezTo>
                      <a:pt x="40" y="140"/>
                      <a:pt x="41" y="140"/>
                      <a:pt x="43" y="140"/>
                    </a:cubicBezTo>
                    <a:cubicBezTo>
                      <a:pt x="44" y="140"/>
                      <a:pt x="45" y="140"/>
                      <a:pt x="47" y="140"/>
                    </a:cubicBezTo>
                    <a:cubicBezTo>
                      <a:pt x="48" y="140"/>
                      <a:pt x="50" y="139"/>
                      <a:pt x="52" y="139"/>
                    </a:cubicBezTo>
                    <a:cubicBezTo>
                      <a:pt x="54" y="138"/>
                      <a:pt x="57" y="137"/>
                      <a:pt x="60" y="136"/>
                    </a:cubicBezTo>
                    <a:cubicBezTo>
                      <a:pt x="63" y="134"/>
                      <a:pt x="67" y="133"/>
                      <a:pt x="70" y="131"/>
                    </a:cubicBezTo>
                    <a:cubicBezTo>
                      <a:pt x="75" y="128"/>
                      <a:pt x="79" y="125"/>
                      <a:pt x="84" y="122"/>
                    </a:cubicBezTo>
                    <a:cubicBezTo>
                      <a:pt x="83" y="122"/>
                      <a:pt x="83" y="122"/>
                      <a:pt x="83" y="122"/>
                    </a:cubicBezTo>
                    <a:cubicBezTo>
                      <a:pt x="88" y="118"/>
                      <a:pt x="93" y="113"/>
                      <a:pt x="98" y="109"/>
                    </a:cubicBezTo>
                    <a:cubicBezTo>
                      <a:pt x="105" y="101"/>
                      <a:pt x="112" y="94"/>
                      <a:pt x="118" y="85"/>
                    </a:cubicBezTo>
                    <a:lnTo>
                      <a:pt x="118" y="86"/>
                    </a:lnTo>
                    <a:cubicBezTo>
                      <a:pt x="119" y="84"/>
                      <a:pt x="120" y="83"/>
                      <a:pt x="121" y="81"/>
                    </a:cubicBezTo>
                    <a:cubicBezTo>
                      <a:pt x="122" y="78"/>
                      <a:pt x="123" y="76"/>
                      <a:pt x="124" y="73"/>
                    </a:cubicBezTo>
                    <a:cubicBezTo>
                      <a:pt x="126" y="69"/>
                      <a:pt x="129" y="66"/>
                      <a:pt x="133" y="64"/>
                    </a:cubicBezTo>
                    <a:cubicBezTo>
                      <a:pt x="134" y="64"/>
                      <a:pt x="134" y="64"/>
                      <a:pt x="134" y="64"/>
                    </a:cubicBezTo>
                    <a:cubicBezTo>
                      <a:pt x="134" y="63"/>
                      <a:pt x="134" y="63"/>
                      <a:pt x="134" y="62"/>
                    </a:cubicBezTo>
                    <a:cubicBezTo>
                      <a:pt x="135" y="55"/>
                      <a:pt x="136" y="48"/>
                      <a:pt x="138" y="42"/>
                    </a:cubicBezTo>
                    <a:cubicBezTo>
                      <a:pt x="138" y="38"/>
                      <a:pt x="140" y="35"/>
                      <a:pt x="141" y="31"/>
                    </a:cubicBezTo>
                    <a:cubicBezTo>
                      <a:pt x="142" y="28"/>
                      <a:pt x="144" y="25"/>
                      <a:pt x="145" y="22"/>
                    </a:cubicBezTo>
                    <a:cubicBezTo>
                      <a:pt x="149" y="16"/>
                      <a:pt x="154" y="12"/>
                      <a:pt x="159" y="9"/>
                    </a:cubicBezTo>
                    <a:cubicBezTo>
                      <a:pt x="165" y="4"/>
                      <a:pt x="172" y="2"/>
                      <a:pt x="179" y="1"/>
                    </a:cubicBezTo>
                    <a:cubicBezTo>
                      <a:pt x="185" y="0"/>
                      <a:pt x="191" y="2"/>
                      <a:pt x="197" y="3"/>
                    </a:cubicBezTo>
                    <a:cubicBezTo>
                      <a:pt x="201" y="4"/>
                      <a:pt x="204" y="6"/>
                      <a:pt x="207" y="7"/>
                    </a:cubicBezTo>
                    <a:cubicBezTo>
                      <a:pt x="210" y="10"/>
                      <a:pt x="214" y="11"/>
                      <a:pt x="217" y="14"/>
                    </a:cubicBezTo>
                    <a:cubicBezTo>
                      <a:pt x="229" y="21"/>
                      <a:pt x="239" y="31"/>
                      <a:pt x="247" y="42"/>
                    </a:cubicBezTo>
                    <a:cubicBezTo>
                      <a:pt x="251" y="48"/>
                      <a:pt x="254" y="54"/>
                      <a:pt x="256" y="60"/>
                    </a:cubicBezTo>
                    <a:cubicBezTo>
                      <a:pt x="258" y="67"/>
                      <a:pt x="260" y="75"/>
                      <a:pt x="259" y="83"/>
                    </a:cubicBezTo>
                    <a:cubicBezTo>
                      <a:pt x="258" y="89"/>
                      <a:pt x="256" y="95"/>
                      <a:pt x="253" y="101"/>
                    </a:cubicBezTo>
                    <a:cubicBezTo>
                      <a:pt x="252" y="104"/>
                      <a:pt x="250" y="107"/>
                      <a:pt x="248" y="110"/>
                    </a:cubicBezTo>
                    <a:cubicBezTo>
                      <a:pt x="246" y="113"/>
                      <a:pt x="243" y="116"/>
                      <a:pt x="240" y="119"/>
                    </a:cubicBezTo>
                    <a:cubicBezTo>
                      <a:pt x="236" y="124"/>
                      <a:pt x="230" y="129"/>
                      <a:pt x="225" y="133"/>
                    </a:cubicBezTo>
                    <a:cubicBezTo>
                      <a:pt x="219" y="137"/>
                      <a:pt x="212" y="141"/>
                      <a:pt x="205" y="144"/>
                    </a:cubicBezTo>
                    <a:cubicBezTo>
                      <a:pt x="193" y="151"/>
                      <a:pt x="179" y="155"/>
                      <a:pt x="164" y="154"/>
                    </a:cubicBezTo>
                    <a:cubicBezTo>
                      <a:pt x="154" y="152"/>
                      <a:pt x="144" y="149"/>
                      <a:pt x="135" y="143"/>
                    </a:cubicBezTo>
                    <a:cubicBezTo>
                      <a:pt x="127" y="137"/>
                      <a:pt x="121" y="129"/>
                      <a:pt x="118" y="119"/>
                    </a:cubicBezTo>
                    <a:lnTo>
                      <a:pt x="117" y="117"/>
                    </a:lnTo>
                    <a:cubicBezTo>
                      <a:pt x="102" y="133"/>
                      <a:pt x="85" y="147"/>
                      <a:pt x="64" y="156"/>
                    </a:cubicBezTo>
                    <a:cubicBezTo>
                      <a:pt x="57" y="158"/>
                      <a:pt x="50" y="160"/>
                      <a:pt x="43" y="160"/>
                    </a:cubicBezTo>
                    <a:lnTo>
                      <a:pt x="42" y="160"/>
                    </a:lnTo>
                    <a:cubicBezTo>
                      <a:pt x="35" y="160"/>
                      <a:pt x="29" y="159"/>
                      <a:pt x="23" y="15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0" name="Google Shape;2760;p30"/>
              <p:cNvSpPr/>
              <p:nvPr/>
            </p:nvSpPr>
            <p:spPr>
              <a:xfrm>
                <a:off x="2163240" y="2389680"/>
                <a:ext cx="40680" cy="5580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55" extrusionOk="0">
                    <a:moveTo>
                      <a:pt x="13" y="154"/>
                    </a:moveTo>
                    <a:cubicBezTo>
                      <a:pt x="11" y="154"/>
                      <a:pt x="10" y="154"/>
                      <a:pt x="9" y="154"/>
                    </a:cubicBezTo>
                    <a:cubicBezTo>
                      <a:pt x="3" y="153"/>
                      <a:pt x="0" y="147"/>
                      <a:pt x="1" y="142"/>
                    </a:cubicBezTo>
                    <a:lnTo>
                      <a:pt x="1" y="141"/>
                    </a:lnTo>
                    <a:cubicBezTo>
                      <a:pt x="1" y="137"/>
                      <a:pt x="5" y="134"/>
                      <a:pt x="9" y="133"/>
                    </a:cubicBezTo>
                    <a:cubicBezTo>
                      <a:pt x="11" y="133"/>
                      <a:pt x="14" y="133"/>
                      <a:pt x="17" y="133"/>
                    </a:cubicBezTo>
                    <a:cubicBezTo>
                      <a:pt x="19" y="133"/>
                      <a:pt x="20" y="133"/>
                      <a:pt x="21" y="133"/>
                    </a:cubicBezTo>
                    <a:cubicBezTo>
                      <a:pt x="28" y="133"/>
                      <a:pt x="35" y="133"/>
                      <a:pt x="42" y="132"/>
                    </a:cubicBezTo>
                    <a:cubicBezTo>
                      <a:pt x="44" y="132"/>
                      <a:pt x="46" y="131"/>
                      <a:pt x="48" y="131"/>
                    </a:cubicBezTo>
                    <a:cubicBezTo>
                      <a:pt x="51" y="130"/>
                      <a:pt x="53" y="129"/>
                      <a:pt x="56" y="128"/>
                    </a:cubicBezTo>
                    <a:cubicBezTo>
                      <a:pt x="58" y="127"/>
                      <a:pt x="60" y="126"/>
                      <a:pt x="61" y="125"/>
                    </a:cubicBezTo>
                    <a:lnTo>
                      <a:pt x="61" y="126"/>
                    </a:lnTo>
                    <a:cubicBezTo>
                      <a:pt x="61" y="125"/>
                      <a:pt x="62" y="125"/>
                      <a:pt x="63" y="124"/>
                    </a:cubicBezTo>
                    <a:lnTo>
                      <a:pt x="63" y="123"/>
                    </a:lnTo>
                    <a:cubicBezTo>
                      <a:pt x="64" y="123"/>
                      <a:pt x="64" y="123"/>
                      <a:pt x="64" y="123"/>
                    </a:cubicBezTo>
                    <a:cubicBezTo>
                      <a:pt x="63" y="122"/>
                      <a:pt x="63" y="121"/>
                      <a:pt x="63" y="121"/>
                    </a:cubicBezTo>
                    <a:cubicBezTo>
                      <a:pt x="60" y="118"/>
                      <a:pt x="57" y="115"/>
                      <a:pt x="54" y="112"/>
                    </a:cubicBezTo>
                    <a:cubicBezTo>
                      <a:pt x="53" y="111"/>
                      <a:pt x="53" y="111"/>
                      <a:pt x="53" y="110"/>
                    </a:cubicBezTo>
                    <a:cubicBezTo>
                      <a:pt x="52" y="109"/>
                      <a:pt x="51" y="109"/>
                      <a:pt x="50" y="108"/>
                    </a:cubicBezTo>
                    <a:cubicBezTo>
                      <a:pt x="44" y="102"/>
                      <a:pt x="38" y="95"/>
                      <a:pt x="31" y="88"/>
                    </a:cubicBezTo>
                    <a:cubicBezTo>
                      <a:pt x="25" y="81"/>
                      <a:pt x="20" y="73"/>
                      <a:pt x="17" y="64"/>
                    </a:cubicBezTo>
                    <a:cubicBezTo>
                      <a:pt x="13" y="55"/>
                      <a:pt x="13" y="43"/>
                      <a:pt x="17" y="34"/>
                    </a:cubicBezTo>
                    <a:cubicBezTo>
                      <a:pt x="18" y="31"/>
                      <a:pt x="21" y="27"/>
                      <a:pt x="23" y="24"/>
                    </a:cubicBezTo>
                    <a:cubicBezTo>
                      <a:pt x="27" y="20"/>
                      <a:pt x="30" y="17"/>
                      <a:pt x="34" y="13"/>
                    </a:cubicBezTo>
                    <a:cubicBezTo>
                      <a:pt x="37" y="11"/>
                      <a:pt x="41" y="8"/>
                      <a:pt x="45" y="7"/>
                    </a:cubicBezTo>
                    <a:cubicBezTo>
                      <a:pt x="49" y="5"/>
                      <a:pt x="54" y="3"/>
                      <a:pt x="59" y="3"/>
                    </a:cubicBezTo>
                    <a:cubicBezTo>
                      <a:pt x="68" y="0"/>
                      <a:pt x="78" y="0"/>
                      <a:pt x="87" y="4"/>
                    </a:cubicBezTo>
                    <a:cubicBezTo>
                      <a:pt x="91" y="6"/>
                      <a:pt x="95" y="8"/>
                      <a:pt x="98" y="11"/>
                    </a:cubicBezTo>
                    <a:cubicBezTo>
                      <a:pt x="101" y="14"/>
                      <a:pt x="102" y="17"/>
                      <a:pt x="104" y="20"/>
                    </a:cubicBezTo>
                    <a:cubicBezTo>
                      <a:pt x="108" y="21"/>
                      <a:pt x="110" y="24"/>
                      <a:pt x="111" y="27"/>
                    </a:cubicBezTo>
                    <a:cubicBezTo>
                      <a:pt x="112" y="33"/>
                      <a:pt x="108" y="39"/>
                      <a:pt x="102" y="40"/>
                    </a:cubicBezTo>
                    <a:cubicBezTo>
                      <a:pt x="99" y="40"/>
                      <a:pt x="96" y="40"/>
                      <a:pt x="94" y="39"/>
                    </a:cubicBezTo>
                    <a:cubicBezTo>
                      <a:pt x="89" y="36"/>
                      <a:pt x="87" y="33"/>
                      <a:pt x="85" y="29"/>
                    </a:cubicBezTo>
                    <a:cubicBezTo>
                      <a:pt x="85" y="28"/>
                      <a:pt x="84" y="28"/>
                      <a:pt x="84" y="27"/>
                    </a:cubicBezTo>
                    <a:cubicBezTo>
                      <a:pt x="84" y="26"/>
                      <a:pt x="83" y="26"/>
                      <a:pt x="83" y="26"/>
                    </a:cubicBezTo>
                    <a:cubicBezTo>
                      <a:pt x="82" y="25"/>
                      <a:pt x="81" y="25"/>
                      <a:pt x="81" y="24"/>
                    </a:cubicBezTo>
                    <a:cubicBezTo>
                      <a:pt x="81" y="24"/>
                      <a:pt x="81" y="25"/>
                      <a:pt x="82" y="25"/>
                    </a:cubicBezTo>
                    <a:cubicBezTo>
                      <a:pt x="81" y="25"/>
                      <a:pt x="81" y="24"/>
                      <a:pt x="80" y="24"/>
                    </a:cubicBezTo>
                    <a:cubicBezTo>
                      <a:pt x="79" y="23"/>
                      <a:pt x="78" y="23"/>
                      <a:pt x="77" y="22"/>
                    </a:cubicBezTo>
                    <a:cubicBezTo>
                      <a:pt x="78" y="22"/>
                      <a:pt x="78" y="23"/>
                      <a:pt x="78" y="23"/>
                    </a:cubicBezTo>
                    <a:cubicBezTo>
                      <a:pt x="78" y="23"/>
                      <a:pt x="77" y="22"/>
                      <a:pt x="76" y="22"/>
                    </a:cubicBezTo>
                    <a:cubicBezTo>
                      <a:pt x="75" y="22"/>
                      <a:pt x="75" y="22"/>
                      <a:pt x="74" y="22"/>
                    </a:cubicBezTo>
                    <a:cubicBezTo>
                      <a:pt x="73" y="22"/>
                      <a:pt x="73" y="22"/>
                      <a:pt x="72" y="22"/>
                    </a:cubicBezTo>
                    <a:cubicBezTo>
                      <a:pt x="70" y="22"/>
                      <a:pt x="67" y="22"/>
                      <a:pt x="66" y="22"/>
                    </a:cubicBezTo>
                    <a:cubicBezTo>
                      <a:pt x="63" y="22"/>
                      <a:pt x="60" y="23"/>
                      <a:pt x="58" y="24"/>
                    </a:cubicBezTo>
                    <a:cubicBezTo>
                      <a:pt x="56" y="24"/>
                      <a:pt x="54" y="25"/>
                      <a:pt x="52" y="26"/>
                    </a:cubicBezTo>
                    <a:cubicBezTo>
                      <a:pt x="50" y="26"/>
                      <a:pt x="50" y="26"/>
                      <a:pt x="49" y="27"/>
                    </a:cubicBezTo>
                    <a:cubicBezTo>
                      <a:pt x="49" y="27"/>
                      <a:pt x="50" y="27"/>
                      <a:pt x="50" y="26"/>
                    </a:cubicBezTo>
                    <a:cubicBezTo>
                      <a:pt x="49" y="27"/>
                      <a:pt x="49" y="28"/>
                      <a:pt x="48" y="28"/>
                    </a:cubicBezTo>
                    <a:cubicBezTo>
                      <a:pt x="46" y="29"/>
                      <a:pt x="45" y="31"/>
                      <a:pt x="43" y="32"/>
                    </a:cubicBezTo>
                    <a:cubicBezTo>
                      <a:pt x="42" y="33"/>
                      <a:pt x="39" y="36"/>
                      <a:pt x="38" y="38"/>
                    </a:cubicBezTo>
                    <a:cubicBezTo>
                      <a:pt x="37" y="39"/>
                      <a:pt x="36" y="40"/>
                      <a:pt x="36" y="41"/>
                    </a:cubicBezTo>
                    <a:lnTo>
                      <a:pt x="35" y="42"/>
                    </a:lnTo>
                    <a:cubicBezTo>
                      <a:pt x="35" y="42"/>
                      <a:pt x="35" y="43"/>
                      <a:pt x="35" y="44"/>
                    </a:cubicBezTo>
                    <a:cubicBezTo>
                      <a:pt x="35" y="45"/>
                      <a:pt x="34" y="45"/>
                      <a:pt x="34" y="46"/>
                    </a:cubicBezTo>
                    <a:cubicBezTo>
                      <a:pt x="34" y="47"/>
                      <a:pt x="34" y="48"/>
                      <a:pt x="34" y="49"/>
                    </a:cubicBezTo>
                    <a:cubicBezTo>
                      <a:pt x="34" y="50"/>
                      <a:pt x="34" y="50"/>
                      <a:pt x="34" y="51"/>
                    </a:cubicBezTo>
                    <a:cubicBezTo>
                      <a:pt x="34" y="52"/>
                      <a:pt x="35" y="54"/>
                      <a:pt x="35" y="55"/>
                    </a:cubicBezTo>
                    <a:cubicBezTo>
                      <a:pt x="35" y="56"/>
                      <a:pt x="36" y="57"/>
                      <a:pt x="36" y="59"/>
                    </a:cubicBezTo>
                    <a:cubicBezTo>
                      <a:pt x="37" y="60"/>
                      <a:pt x="38" y="62"/>
                      <a:pt x="39" y="64"/>
                    </a:cubicBezTo>
                    <a:cubicBezTo>
                      <a:pt x="41" y="66"/>
                      <a:pt x="42" y="69"/>
                      <a:pt x="44" y="71"/>
                    </a:cubicBezTo>
                    <a:cubicBezTo>
                      <a:pt x="50" y="79"/>
                      <a:pt x="57" y="86"/>
                      <a:pt x="63" y="92"/>
                    </a:cubicBezTo>
                    <a:cubicBezTo>
                      <a:pt x="68" y="98"/>
                      <a:pt x="74" y="103"/>
                      <a:pt x="78" y="108"/>
                    </a:cubicBezTo>
                    <a:cubicBezTo>
                      <a:pt x="81" y="110"/>
                      <a:pt x="82" y="113"/>
                      <a:pt x="84" y="117"/>
                    </a:cubicBezTo>
                    <a:cubicBezTo>
                      <a:pt x="85" y="120"/>
                      <a:pt x="85" y="124"/>
                      <a:pt x="84" y="127"/>
                    </a:cubicBezTo>
                    <a:cubicBezTo>
                      <a:pt x="84" y="131"/>
                      <a:pt x="81" y="135"/>
                      <a:pt x="78" y="138"/>
                    </a:cubicBezTo>
                    <a:cubicBezTo>
                      <a:pt x="76" y="141"/>
                      <a:pt x="73" y="142"/>
                      <a:pt x="69" y="145"/>
                    </a:cubicBezTo>
                    <a:cubicBezTo>
                      <a:pt x="58" y="151"/>
                      <a:pt x="45" y="153"/>
                      <a:pt x="32" y="154"/>
                    </a:cubicBezTo>
                    <a:cubicBezTo>
                      <a:pt x="28" y="154"/>
                      <a:pt x="23" y="154"/>
                      <a:pt x="18" y="154"/>
                    </a:cubicBezTo>
                    <a:cubicBezTo>
                      <a:pt x="17" y="154"/>
                      <a:pt x="15" y="154"/>
                      <a:pt x="13" y="1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1" name="Google Shape;2761;p30"/>
              <p:cNvSpPr/>
              <p:nvPr/>
            </p:nvSpPr>
            <p:spPr>
              <a:xfrm>
                <a:off x="2226600" y="2398680"/>
                <a:ext cx="24480" cy="50400"/>
              </a:xfrm>
              <a:custGeom>
                <a:avLst/>
                <a:gdLst/>
                <a:ahLst/>
                <a:cxnLst/>
                <a:rect l="l" t="t" r="r" b="b"/>
                <a:pathLst>
                  <a:path w="68" h="140" extrusionOk="0">
                    <a:moveTo>
                      <a:pt x="46" y="134"/>
                    </a:moveTo>
                    <a:cubicBezTo>
                      <a:pt x="42" y="126"/>
                      <a:pt x="39" y="117"/>
                      <a:pt x="35" y="109"/>
                    </a:cubicBezTo>
                    <a:cubicBezTo>
                      <a:pt x="31" y="103"/>
                      <a:pt x="28" y="96"/>
                      <a:pt x="25" y="89"/>
                    </a:cubicBezTo>
                    <a:cubicBezTo>
                      <a:pt x="21" y="82"/>
                      <a:pt x="17" y="74"/>
                      <a:pt x="13" y="65"/>
                    </a:cubicBezTo>
                    <a:cubicBezTo>
                      <a:pt x="9" y="56"/>
                      <a:pt x="6" y="46"/>
                      <a:pt x="3" y="35"/>
                    </a:cubicBezTo>
                    <a:cubicBezTo>
                      <a:pt x="1" y="30"/>
                      <a:pt x="1" y="24"/>
                      <a:pt x="0" y="19"/>
                    </a:cubicBezTo>
                    <a:cubicBezTo>
                      <a:pt x="0" y="16"/>
                      <a:pt x="0" y="15"/>
                      <a:pt x="0" y="12"/>
                    </a:cubicBezTo>
                    <a:cubicBezTo>
                      <a:pt x="1" y="10"/>
                      <a:pt x="1" y="8"/>
                      <a:pt x="3" y="5"/>
                    </a:cubicBezTo>
                    <a:cubicBezTo>
                      <a:pt x="4" y="2"/>
                      <a:pt x="8" y="0"/>
                      <a:pt x="13" y="0"/>
                    </a:cubicBezTo>
                    <a:cubicBezTo>
                      <a:pt x="17" y="0"/>
                      <a:pt x="21" y="4"/>
                      <a:pt x="22" y="8"/>
                    </a:cubicBezTo>
                    <a:cubicBezTo>
                      <a:pt x="23" y="11"/>
                      <a:pt x="23" y="14"/>
                      <a:pt x="22" y="16"/>
                    </a:cubicBezTo>
                    <a:cubicBezTo>
                      <a:pt x="22" y="17"/>
                      <a:pt x="22" y="18"/>
                      <a:pt x="21" y="19"/>
                    </a:cubicBezTo>
                    <a:cubicBezTo>
                      <a:pt x="21" y="21"/>
                      <a:pt x="22" y="22"/>
                      <a:pt x="22" y="24"/>
                    </a:cubicBezTo>
                    <a:cubicBezTo>
                      <a:pt x="22" y="29"/>
                      <a:pt x="24" y="34"/>
                      <a:pt x="25" y="39"/>
                    </a:cubicBezTo>
                    <a:cubicBezTo>
                      <a:pt x="26" y="44"/>
                      <a:pt x="28" y="50"/>
                      <a:pt x="31" y="55"/>
                    </a:cubicBezTo>
                    <a:cubicBezTo>
                      <a:pt x="35" y="67"/>
                      <a:pt x="41" y="79"/>
                      <a:pt x="47" y="90"/>
                    </a:cubicBezTo>
                    <a:cubicBezTo>
                      <a:pt x="53" y="102"/>
                      <a:pt x="59" y="114"/>
                      <a:pt x="65" y="125"/>
                    </a:cubicBezTo>
                    <a:cubicBezTo>
                      <a:pt x="67" y="130"/>
                      <a:pt x="65" y="136"/>
                      <a:pt x="60" y="139"/>
                    </a:cubicBezTo>
                    <a:cubicBezTo>
                      <a:pt x="59" y="139"/>
                      <a:pt x="57" y="139"/>
                      <a:pt x="56" y="139"/>
                    </a:cubicBezTo>
                    <a:cubicBezTo>
                      <a:pt x="52" y="139"/>
                      <a:pt x="49" y="138"/>
                      <a:pt x="46" y="1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2" name="Google Shape;2762;p30"/>
              <p:cNvSpPr/>
              <p:nvPr/>
            </p:nvSpPr>
            <p:spPr>
              <a:xfrm>
                <a:off x="2215800" y="2394720"/>
                <a:ext cx="55080" cy="5292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47" extrusionOk="0">
                    <a:moveTo>
                      <a:pt x="5" y="145"/>
                    </a:moveTo>
                    <a:cubicBezTo>
                      <a:pt x="1" y="142"/>
                      <a:pt x="0" y="136"/>
                      <a:pt x="3" y="131"/>
                    </a:cubicBezTo>
                    <a:cubicBezTo>
                      <a:pt x="10" y="121"/>
                      <a:pt x="17" y="111"/>
                      <a:pt x="25" y="101"/>
                    </a:cubicBezTo>
                    <a:cubicBezTo>
                      <a:pt x="31" y="93"/>
                      <a:pt x="37" y="85"/>
                      <a:pt x="43" y="76"/>
                    </a:cubicBezTo>
                    <a:cubicBezTo>
                      <a:pt x="48" y="72"/>
                      <a:pt x="52" y="67"/>
                      <a:pt x="56" y="61"/>
                    </a:cubicBezTo>
                    <a:cubicBezTo>
                      <a:pt x="57" y="60"/>
                      <a:pt x="58" y="58"/>
                      <a:pt x="59" y="57"/>
                    </a:cubicBezTo>
                    <a:cubicBezTo>
                      <a:pt x="62" y="54"/>
                      <a:pt x="65" y="51"/>
                      <a:pt x="68" y="48"/>
                    </a:cubicBezTo>
                    <a:cubicBezTo>
                      <a:pt x="71" y="44"/>
                      <a:pt x="75" y="41"/>
                      <a:pt x="79" y="37"/>
                    </a:cubicBezTo>
                    <a:cubicBezTo>
                      <a:pt x="86" y="31"/>
                      <a:pt x="92" y="25"/>
                      <a:pt x="100" y="18"/>
                    </a:cubicBezTo>
                    <a:cubicBezTo>
                      <a:pt x="106" y="13"/>
                      <a:pt x="113" y="8"/>
                      <a:pt x="121" y="4"/>
                    </a:cubicBezTo>
                    <a:cubicBezTo>
                      <a:pt x="124" y="2"/>
                      <a:pt x="128" y="1"/>
                      <a:pt x="131" y="1"/>
                    </a:cubicBezTo>
                    <a:cubicBezTo>
                      <a:pt x="135" y="0"/>
                      <a:pt x="139" y="0"/>
                      <a:pt x="143" y="0"/>
                    </a:cubicBezTo>
                    <a:cubicBezTo>
                      <a:pt x="149" y="1"/>
                      <a:pt x="152" y="7"/>
                      <a:pt x="151" y="12"/>
                    </a:cubicBezTo>
                    <a:cubicBezTo>
                      <a:pt x="150" y="18"/>
                      <a:pt x="144" y="22"/>
                      <a:pt x="139" y="21"/>
                    </a:cubicBezTo>
                    <a:lnTo>
                      <a:pt x="138" y="21"/>
                    </a:lnTo>
                    <a:cubicBezTo>
                      <a:pt x="137" y="21"/>
                      <a:pt x="137" y="21"/>
                      <a:pt x="136" y="21"/>
                    </a:cubicBezTo>
                    <a:cubicBezTo>
                      <a:pt x="135" y="21"/>
                      <a:pt x="135" y="22"/>
                      <a:pt x="133" y="22"/>
                    </a:cubicBezTo>
                    <a:cubicBezTo>
                      <a:pt x="132" y="22"/>
                      <a:pt x="132" y="22"/>
                      <a:pt x="130" y="23"/>
                    </a:cubicBezTo>
                    <a:cubicBezTo>
                      <a:pt x="129" y="23"/>
                      <a:pt x="127" y="25"/>
                      <a:pt x="125" y="25"/>
                    </a:cubicBezTo>
                    <a:cubicBezTo>
                      <a:pt x="121" y="27"/>
                      <a:pt x="118" y="30"/>
                      <a:pt x="114" y="33"/>
                    </a:cubicBezTo>
                    <a:cubicBezTo>
                      <a:pt x="104" y="41"/>
                      <a:pt x="94" y="50"/>
                      <a:pt x="84" y="60"/>
                    </a:cubicBezTo>
                    <a:cubicBezTo>
                      <a:pt x="82" y="62"/>
                      <a:pt x="80" y="64"/>
                      <a:pt x="77" y="67"/>
                    </a:cubicBezTo>
                    <a:cubicBezTo>
                      <a:pt x="75" y="69"/>
                      <a:pt x="73" y="71"/>
                      <a:pt x="71" y="74"/>
                    </a:cubicBezTo>
                    <a:cubicBezTo>
                      <a:pt x="66" y="80"/>
                      <a:pt x="61" y="86"/>
                      <a:pt x="56" y="92"/>
                    </a:cubicBezTo>
                    <a:lnTo>
                      <a:pt x="56" y="91"/>
                    </a:lnTo>
                    <a:cubicBezTo>
                      <a:pt x="50" y="99"/>
                      <a:pt x="44" y="107"/>
                      <a:pt x="38" y="115"/>
                    </a:cubicBezTo>
                    <a:cubicBezTo>
                      <a:pt x="31" y="124"/>
                      <a:pt x="25" y="133"/>
                      <a:pt x="19" y="142"/>
                    </a:cubicBezTo>
                    <a:cubicBezTo>
                      <a:pt x="17" y="145"/>
                      <a:pt x="14" y="146"/>
                      <a:pt x="11" y="146"/>
                    </a:cubicBezTo>
                    <a:cubicBezTo>
                      <a:pt x="9" y="146"/>
                      <a:pt x="7" y="146"/>
                      <a:pt x="5" y="1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3" name="Google Shape;2763;p30"/>
              <p:cNvSpPr/>
              <p:nvPr/>
            </p:nvSpPr>
            <p:spPr>
              <a:xfrm>
                <a:off x="1986840" y="2156040"/>
                <a:ext cx="45000" cy="8460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235" extrusionOk="0">
                    <a:moveTo>
                      <a:pt x="24" y="231"/>
                    </a:moveTo>
                    <a:cubicBezTo>
                      <a:pt x="18" y="227"/>
                      <a:pt x="12" y="223"/>
                      <a:pt x="7" y="218"/>
                    </a:cubicBezTo>
                    <a:cubicBezTo>
                      <a:pt x="3" y="212"/>
                      <a:pt x="0" y="205"/>
                      <a:pt x="1" y="198"/>
                    </a:cubicBezTo>
                    <a:cubicBezTo>
                      <a:pt x="1" y="190"/>
                      <a:pt x="3" y="183"/>
                      <a:pt x="7" y="177"/>
                    </a:cubicBezTo>
                    <a:cubicBezTo>
                      <a:pt x="11" y="170"/>
                      <a:pt x="16" y="163"/>
                      <a:pt x="21" y="157"/>
                    </a:cubicBezTo>
                    <a:cubicBezTo>
                      <a:pt x="24" y="153"/>
                      <a:pt x="30" y="152"/>
                      <a:pt x="34" y="155"/>
                    </a:cubicBezTo>
                    <a:cubicBezTo>
                      <a:pt x="38" y="158"/>
                      <a:pt x="40" y="165"/>
                      <a:pt x="36" y="169"/>
                    </a:cubicBezTo>
                    <a:cubicBezTo>
                      <a:pt x="32" y="174"/>
                      <a:pt x="28" y="180"/>
                      <a:pt x="25" y="187"/>
                    </a:cubicBezTo>
                    <a:lnTo>
                      <a:pt x="25" y="186"/>
                    </a:lnTo>
                    <a:cubicBezTo>
                      <a:pt x="25" y="187"/>
                      <a:pt x="24" y="189"/>
                      <a:pt x="23" y="191"/>
                    </a:cubicBezTo>
                    <a:cubicBezTo>
                      <a:pt x="22" y="191"/>
                      <a:pt x="22" y="193"/>
                      <a:pt x="22" y="193"/>
                    </a:cubicBezTo>
                    <a:cubicBezTo>
                      <a:pt x="22" y="194"/>
                      <a:pt x="21" y="195"/>
                      <a:pt x="21" y="197"/>
                    </a:cubicBezTo>
                    <a:lnTo>
                      <a:pt x="21" y="198"/>
                    </a:lnTo>
                    <a:cubicBezTo>
                      <a:pt x="21" y="199"/>
                      <a:pt x="21" y="200"/>
                      <a:pt x="21" y="200"/>
                    </a:cubicBezTo>
                    <a:cubicBezTo>
                      <a:pt x="21" y="200"/>
                      <a:pt x="21" y="201"/>
                      <a:pt x="22" y="201"/>
                    </a:cubicBezTo>
                    <a:cubicBezTo>
                      <a:pt x="22" y="202"/>
                      <a:pt x="22" y="202"/>
                      <a:pt x="22" y="202"/>
                    </a:cubicBezTo>
                    <a:cubicBezTo>
                      <a:pt x="22" y="203"/>
                      <a:pt x="22" y="204"/>
                      <a:pt x="23" y="204"/>
                    </a:cubicBezTo>
                    <a:cubicBezTo>
                      <a:pt x="23" y="205"/>
                      <a:pt x="24" y="205"/>
                      <a:pt x="24" y="205"/>
                    </a:cubicBezTo>
                    <a:cubicBezTo>
                      <a:pt x="24" y="206"/>
                      <a:pt x="25" y="207"/>
                      <a:pt x="26" y="208"/>
                    </a:cubicBezTo>
                    <a:cubicBezTo>
                      <a:pt x="28" y="209"/>
                      <a:pt x="29" y="210"/>
                      <a:pt x="30" y="211"/>
                    </a:cubicBezTo>
                    <a:cubicBezTo>
                      <a:pt x="31" y="211"/>
                      <a:pt x="32" y="212"/>
                      <a:pt x="33" y="212"/>
                    </a:cubicBezTo>
                    <a:cubicBezTo>
                      <a:pt x="34" y="212"/>
                      <a:pt x="35" y="213"/>
                      <a:pt x="36" y="213"/>
                    </a:cubicBezTo>
                    <a:cubicBezTo>
                      <a:pt x="36" y="214"/>
                      <a:pt x="38" y="214"/>
                      <a:pt x="38" y="214"/>
                    </a:cubicBezTo>
                    <a:cubicBezTo>
                      <a:pt x="39" y="214"/>
                      <a:pt x="40" y="214"/>
                      <a:pt x="40" y="214"/>
                    </a:cubicBezTo>
                    <a:cubicBezTo>
                      <a:pt x="41" y="214"/>
                      <a:pt x="42" y="214"/>
                      <a:pt x="42" y="214"/>
                    </a:cubicBezTo>
                    <a:cubicBezTo>
                      <a:pt x="43" y="214"/>
                      <a:pt x="45" y="213"/>
                      <a:pt x="46" y="213"/>
                    </a:cubicBezTo>
                    <a:cubicBezTo>
                      <a:pt x="47" y="212"/>
                      <a:pt x="48" y="212"/>
                      <a:pt x="49" y="212"/>
                    </a:cubicBezTo>
                    <a:cubicBezTo>
                      <a:pt x="50" y="211"/>
                      <a:pt x="51" y="211"/>
                      <a:pt x="52" y="211"/>
                    </a:cubicBezTo>
                    <a:cubicBezTo>
                      <a:pt x="53" y="210"/>
                      <a:pt x="54" y="209"/>
                      <a:pt x="54" y="208"/>
                    </a:cubicBezTo>
                    <a:cubicBezTo>
                      <a:pt x="56" y="208"/>
                      <a:pt x="57" y="207"/>
                      <a:pt x="58" y="206"/>
                    </a:cubicBezTo>
                    <a:cubicBezTo>
                      <a:pt x="59" y="205"/>
                      <a:pt x="60" y="204"/>
                      <a:pt x="61" y="203"/>
                    </a:cubicBezTo>
                    <a:cubicBezTo>
                      <a:pt x="61" y="201"/>
                      <a:pt x="63" y="200"/>
                      <a:pt x="64" y="198"/>
                    </a:cubicBezTo>
                    <a:cubicBezTo>
                      <a:pt x="64" y="197"/>
                      <a:pt x="66" y="195"/>
                      <a:pt x="66" y="193"/>
                    </a:cubicBezTo>
                    <a:cubicBezTo>
                      <a:pt x="67" y="190"/>
                      <a:pt x="68" y="187"/>
                      <a:pt x="70" y="183"/>
                    </a:cubicBezTo>
                    <a:lnTo>
                      <a:pt x="69" y="184"/>
                    </a:lnTo>
                    <a:cubicBezTo>
                      <a:pt x="73" y="172"/>
                      <a:pt x="75" y="159"/>
                      <a:pt x="77" y="147"/>
                    </a:cubicBezTo>
                    <a:cubicBezTo>
                      <a:pt x="80" y="136"/>
                      <a:pt x="82" y="125"/>
                      <a:pt x="85" y="114"/>
                    </a:cubicBezTo>
                    <a:cubicBezTo>
                      <a:pt x="87" y="107"/>
                      <a:pt x="88" y="99"/>
                      <a:pt x="90" y="92"/>
                    </a:cubicBezTo>
                    <a:cubicBezTo>
                      <a:pt x="84" y="100"/>
                      <a:pt x="77" y="108"/>
                      <a:pt x="68" y="114"/>
                    </a:cubicBezTo>
                    <a:cubicBezTo>
                      <a:pt x="63" y="119"/>
                      <a:pt x="57" y="122"/>
                      <a:pt x="51" y="125"/>
                    </a:cubicBezTo>
                    <a:cubicBezTo>
                      <a:pt x="48" y="126"/>
                      <a:pt x="45" y="127"/>
                      <a:pt x="42" y="127"/>
                    </a:cubicBezTo>
                    <a:cubicBezTo>
                      <a:pt x="38" y="127"/>
                      <a:pt x="34" y="127"/>
                      <a:pt x="31" y="126"/>
                    </a:cubicBezTo>
                    <a:cubicBezTo>
                      <a:pt x="25" y="123"/>
                      <a:pt x="22" y="119"/>
                      <a:pt x="20" y="114"/>
                    </a:cubicBezTo>
                    <a:cubicBezTo>
                      <a:pt x="18" y="112"/>
                      <a:pt x="17" y="109"/>
                      <a:pt x="17" y="106"/>
                    </a:cubicBezTo>
                    <a:cubicBezTo>
                      <a:pt x="16" y="102"/>
                      <a:pt x="15" y="99"/>
                      <a:pt x="15" y="95"/>
                    </a:cubicBezTo>
                    <a:cubicBezTo>
                      <a:pt x="14" y="80"/>
                      <a:pt x="16" y="65"/>
                      <a:pt x="19" y="50"/>
                    </a:cubicBezTo>
                    <a:cubicBezTo>
                      <a:pt x="21" y="43"/>
                      <a:pt x="22" y="36"/>
                      <a:pt x="25" y="29"/>
                    </a:cubicBezTo>
                    <a:cubicBezTo>
                      <a:pt x="26" y="23"/>
                      <a:pt x="29" y="16"/>
                      <a:pt x="32" y="10"/>
                    </a:cubicBezTo>
                    <a:cubicBezTo>
                      <a:pt x="35" y="5"/>
                      <a:pt x="39" y="1"/>
                      <a:pt x="45" y="1"/>
                    </a:cubicBezTo>
                    <a:cubicBezTo>
                      <a:pt x="50" y="0"/>
                      <a:pt x="56" y="3"/>
                      <a:pt x="57" y="8"/>
                    </a:cubicBezTo>
                    <a:cubicBezTo>
                      <a:pt x="60" y="14"/>
                      <a:pt x="56" y="19"/>
                      <a:pt x="51" y="22"/>
                    </a:cubicBezTo>
                    <a:cubicBezTo>
                      <a:pt x="50" y="22"/>
                      <a:pt x="50" y="22"/>
                      <a:pt x="50" y="22"/>
                    </a:cubicBezTo>
                    <a:cubicBezTo>
                      <a:pt x="49" y="24"/>
                      <a:pt x="47" y="26"/>
                      <a:pt x="46" y="28"/>
                    </a:cubicBezTo>
                    <a:cubicBezTo>
                      <a:pt x="44" y="35"/>
                      <a:pt x="42" y="41"/>
                      <a:pt x="40" y="47"/>
                    </a:cubicBezTo>
                    <a:cubicBezTo>
                      <a:pt x="38" y="54"/>
                      <a:pt x="36" y="63"/>
                      <a:pt x="36" y="71"/>
                    </a:cubicBezTo>
                    <a:cubicBezTo>
                      <a:pt x="35" y="77"/>
                      <a:pt x="35" y="82"/>
                      <a:pt x="35" y="88"/>
                    </a:cubicBezTo>
                    <a:cubicBezTo>
                      <a:pt x="35" y="91"/>
                      <a:pt x="35" y="95"/>
                      <a:pt x="35" y="98"/>
                    </a:cubicBezTo>
                    <a:cubicBezTo>
                      <a:pt x="36" y="100"/>
                      <a:pt x="36" y="102"/>
                      <a:pt x="36" y="103"/>
                    </a:cubicBezTo>
                    <a:lnTo>
                      <a:pt x="36" y="102"/>
                    </a:lnTo>
                    <a:cubicBezTo>
                      <a:pt x="36" y="103"/>
                      <a:pt x="36" y="104"/>
                      <a:pt x="37" y="105"/>
                    </a:cubicBezTo>
                    <a:lnTo>
                      <a:pt x="36" y="105"/>
                    </a:lnTo>
                    <a:lnTo>
                      <a:pt x="37" y="105"/>
                    </a:lnTo>
                    <a:lnTo>
                      <a:pt x="37" y="106"/>
                    </a:lnTo>
                    <a:cubicBezTo>
                      <a:pt x="37" y="105"/>
                      <a:pt x="37" y="105"/>
                      <a:pt x="37" y="105"/>
                    </a:cubicBezTo>
                    <a:lnTo>
                      <a:pt x="36" y="105"/>
                    </a:lnTo>
                    <a:cubicBezTo>
                      <a:pt x="37" y="105"/>
                      <a:pt x="37" y="105"/>
                      <a:pt x="37" y="105"/>
                    </a:cubicBezTo>
                    <a:cubicBezTo>
                      <a:pt x="38" y="106"/>
                      <a:pt x="38" y="106"/>
                      <a:pt x="38" y="106"/>
                    </a:cubicBezTo>
                    <a:lnTo>
                      <a:pt x="39" y="106"/>
                    </a:lnTo>
                    <a:lnTo>
                      <a:pt x="39" y="107"/>
                    </a:lnTo>
                    <a:lnTo>
                      <a:pt x="38" y="107"/>
                    </a:lnTo>
                    <a:cubicBezTo>
                      <a:pt x="39" y="107"/>
                      <a:pt x="40" y="107"/>
                      <a:pt x="41" y="106"/>
                    </a:cubicBezTo>
                    <a:lnTo>
                      <a:pt x="40" y="107"/>
                    </a:lnTo>
                    <a:cubicBezTo>
                      <a:pt x="40" y="106"/>
                      <a:pt x="41" y="106"/>
                      <a:pt x="42" y="106"/>
                    </a:cubicBezTo>
                    <a:cubicBezTo>
                      <a:pt x="43" y="106"/>
                      <a:pt x="45" y="106"/>
                      <a:pt x="46" y="105"/>
                    </a:cubicBezTo>
                    <a:cubicBezTo>
                      <a:pt x="47" y="105"/>
                      <a:pt x="48" y="104"/>
                      <a:pt x="49" y="103"/>
                    </a:cubicBezTo>
                    <a:cubicBezTo>
                      <a:pt x="52" y="102"/>
                      <a:pt x="54" y="100"/>
                      <a:pt x="57" y="98"/>
                    </a:cubicBezTo>
                    <a:cubicBezTo>
                      <a:pt x="60" y="95"/>
                      <a:pt x="63" y="93"/>
                      <a:pt x="66" y="90"/>
                    </a:cubicBezTo>
                    <a:cubicBezTo>
                      <a:pt x="70" y="85"/>
                      <a:pt x="74" y="81"/>
                      <a:pt x="78" y="76"/>
                    </a:cubicBezTo>
                    <a:cubicBezTo>
                      <a:pt x="85" y="67"/>
                      <a:pt x="91" y="57"/>
                      <a:pt x="97" y="47"/>
                    </a:cubicBezTo>
                    <a:cubicBezTo>
                      <a:pt x="98" y="46"/>
                      <a:pt x="99" y="45"/>
                      <a:pt x="99" y="43"/>
                    </a:cubicBezTo>
                    <a:cubicBezTo>
                      <a:pt x="102" y="40"/>
                      <a:pt x="103" y="37"/>
                      <a:pt x="105" y="34"/>
                    </a:cubicBezTo>
                    <a:cubicBezTo>
                      <a:pt x="108" y="31"/>
                      <a:pt x="112" y="29"/>
                      <a:pt x="116" y="29"/>
                    </a:cubicBezTo>
                    <a:cubicBezTo>
                      <a:pt x="120" y="31"/>
                      <a:pt x="124" y="34"/>
                      <a:pt x="124" y="39"/>
                    </a:cubicBezTo>
                    <a:cubicBezTo>
                      <a:pt x="124" y="41"/>
                      <a:pt x="124" y="43"/>
                      <a:pt x="124" y="45"/>
                    </a:cubicBezTo>
                    <a:cubicBezTo>
                      <a:pt x="123" y="47"/>
                      <a:pt x="123" y="49"/>
                      <a:pt x="123" y="51"/>
                    </a:cubicBezTo>
                    <a:cubicBezTo>
                      <a:pt x="121" y="53"/>
                      <a:pt x="121" y="56"/>
                      <a:pt x="120" y="58"/>
                    </a:cubicBezTo>
                    <a:cubicBezTo>
                      <a:pt x="119" y="62"/>
                      <a:pt x="117" y="67"/>
                      <a:pt x="116" y="71"/>
                    </a:cubicBezTo>
                    <a:cubicBezTo>
                      <a:pt x="114" y="78"/>
                      <a:pt x="112" y="85"/>
                      <a:pt x="110" y="91"/>
                    </a:cubicBezTo>
                    <a:lnTo>
                      <a:pt x="111" y="90"/>
                    </a:lnTo>
                    <a:cubicBezTo>
                      <a:pt x="105" y="111"/>
                      <a:pt x="100" y="132"/>
                      <a:pt x="96" y="153"/>
                    </a:cubicBezTo>
                    <a:cubicBezTo>
                      <a:pt x="95" y="158"/>
                      <a:pt x="94" y="164"/>
                      <a:pt x="92" y="169"/>
                    </a:cubicBezTo>
                    <a:cubicBezTo>
                      <a:pt x="91" y="179"/>
                      <a:pt x="89" y="187"/>
                      <a:pt x="86" y="196"/>
                    </a:cubicBezTo>
                    <a:cubicBezTo>
                      <a:pt x="82" y="209"/>
                      <a:pt x="74" y="220"/>
                      <a:pt x="62" y="227"/>
                    </a:cubicBezTo>
                    <a:cubicBezTo>
                      <a:pt x="55" y="232"/>
                      <a:pt x="47" y="234"/>
                      <a:pt x="40" y="234"/>
                    </a:cubicBezTo>
                    <a:cubicBezTo>
                      <a:pt x="35" y="234"/>
                      <a:pt x="29" y="233"/>
                      <a:pt x="24" y="2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4" name="Google Shape;2764;p30"/>
              <p:cNvSpPr/>
              <p:nvPr/>
            </p:nvSpPr>
            <p:spPr>
              <a:xfrm>
                <a:off x="2059560" y="2174400"/>
                <a:ext cx="1800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50" h="28" extrusionOk="0">
                    <a:moveTo>
                      <a:pt x="7" y="25"/>
                    </a:moveTo>
                    <a:cubicBezTo>
                      <a:pt x="4" y="21"/>
                      <a:pt x="0" y="18"/>
                      <a:pt x="0" y="13"/>
                    </a:cubicBezTo>
                    <a:cubicBezTo>
                      <a:pt x="1" y="7"/>
                      <a:pt x="5" y="2"/>
                      <a:pt x="10" y="1"/>
                    </a:cubicBezTo>
                    <a:cubicBezTo>
                      <a:pt x="16" y="0"/>
                      <a:pt x="21" y="0"/>
                      <a:pt x="27" y="1"/>
                    </a:cubicBezTo>
                    <a:cubicBezTo>
                      <a:pt x="31" y="2"/>
                      <a:pt x="36" y="2"/>
                      <a:pt x="40" y="3"/>
                    </a:cubicBezTo>
                    <a:cubicBezTo>
                      <a:pt x="46" y="3"/>
                      <a:pt x="49" y="10"/>
                      <a:pt x="48" y="15"/>
                    </a:cubicBezTo>
                    <a:cubicBezTo>
                      <a:pt x="47" y="21"/>
                      <a:pt x="42" y="24"/>
                      <a:pt x="37" y="23"/>
                    </a:cubicBezTo>
                    <a:cubicBezTo>
                      <a:pt x="35" y="23"/>
                      <a:pt x="34" y="23"/>
                      <a:pt x="33" y="23"/>
                    </a:cubicBezTo>
                    <a:cubicBezTo>
                      <a:pt x="30" y="22"/>
                      <a:pt x="27" y="22"/>
                      <a:pt x="24" y="21"/>
                    </a:cubicBezTo>
                    <a:cubicBezTo>
                      <a:pt x="24" y="23"/>
                      <a:pt x="23" y="23"/>
                      <a:pt x="23" y="24"/>
                    </a:cubicBezTo>
                    <a:cubicBezTo>
                      <a:pt x="20" y="26"/>
                      <a:pt x="17" y="27"/>
                      <a:pt x="14" y="27"/>
                    </a:cubicBezTo>
                    <a:cubicBezTo>
                      <a:pt x="12" y="27"/>
                      <a:pt x="9" y="27"/>
                      <a:pt x="7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5" name="Google Shape;2765;p30"/>
              <p:cNvSpPr/>
              <p:nvPr/>
            </p:nvSpPr>
            <p:spPr>
              <a:xfrm>
                <a:off x="2041200" y="2187000"/>
                <a:ext cx="3924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33" extrusionOk="0">
                    <a:moveTo>
                      <a:pt x="11" y="32"/>
                    </a:moveTo>
                    <a:cubicBezTo>
                      <a:pt x="6" y="32"/>
                      <a:pt x="3" y="28"/>
                      <a:pt x="1" y="24"/>
                    </a:cubicBezTo>
                    <a:cubicBezTo>
                      <a:pt x="0" y="19"/>
                      <a:pt x="3" y="14"/>
                      <a:pt x="7" y="12"/>
                    </a:cubicBezTo>
                    <a:cubicBezTo>
                      <a:pt x="9" y="11"/>
                      <a:pt x="12" y="10"/>
                      <a:pt x="14" y="10"/>
                    </a:cubicBezTo>
                    <a:cubicBezTo>
                      <a:pt x="17" y="8"/>
                      <a:pt x="21" y="9"/>
                      <a:pt x="23" y="11"/>
                    </a:cubicBezTo>
                    <a:cubicBezTo>
                      <a:pt x="25" y="11"/>
                      <a:pt x="26" y="11"/>
                      <a:pt x="28" y="11"/>
                    </a:cubicBezTo>
                    <a:cubicBezTo>
                      <a:pt x="31" y="10"/>
                      <a:pt x="35" y="10"/>
                      <a:pt x="39" y="9"/>
                    </a:cubicBezTo>
                    <a:cubicBezTo>
                      <a:pt x="38" y="9"/>
                      <a:pt x="37" y="9"/>
                      <a:pt x="37" y="9"/>
                    </a:cubicBezTo>
                    <a:cubicBezTo>
                      <a:pt x="46" y="8"/>
                      <a:pt x="55" y="6"/>
                      <a:pt x="64" y="5"/>
                    </a:cubicBezTo>
                    <a:cubicBezTo>
                      <a:pt x="75" y="3"/>
                      <a:pt x="86" y="2"/>
                      <a:pt x="97" y="0"/>
                    </a:cubicBezTo>
                    <a:cubicBezTo>
                      <a:pt x="102" y="0"/>
                      <a:pt x="106" y="4"/>
                      <a:pt x="107" y="8"/>
                    </a:cubicBezTo>
                    <a:cubicBezTo>
                      <a:pt x="108" y="13"/>
                      <a:pt x="105" y="18"/>
                      <a:pt x="100" y="19"/>
                    </a:cubicBezTo>
                    <a:cubicBezTo>
                      <a:pt x="99" y="20"/>
                      <a:pt x="97" y="20"/>
                      <a:pt x="96" y="20"/>
                    </a:cubicBezTo>
                    <a:lnTo>
                      <a:pt x="97" y="20"/>
                    </a:lnTo>
                    <a:cubicBezTo>
                      <a:pt x="83" y="21"/>
                      <a:pt x="69" y="24"/>
                      <a:pt x="56" y="27"/>
                    </a:cubicBezTo>
                    <a:cubicBezTo>
                      <a:pt x="50" y="27"/>
                      <a:pt x="44" y="28"/>
                      <a:pt x="38" y="29"/>
                    </a:cubicBezTo>
                    <a:cubicBezTo>
                      <a:pt x="35" y="30"/>
                      <a:pt x="31" y="31"/>
                      <a:pt x="28" y="31"/>
                    </a:cubicBezTo>
                    <a:cubicBezTo>
                      <a:pt x="23" y="32"/>
                      <a:pt x="19" y="32"/>
                      <a:pt x="15" y="32"/>
                    </a:cubicBezTo>
                    <a:cubicBezTo>
                      <a:pt x="14" y="32"/>
                      <a:pt x="12" y="32"/>
                      <a:pt x="11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6" name="Google Shape;2766;p30"/>
              <p:cNvSpPr/>
              <p:nvPr/>
            </p:nvSpPr>
            <p:spPr>
              <a:xfrm>
                <a:off x="2097000" y="2158920"/>
                <a:ext cx="61920" cy="76320"/>
              </a:xfrm>
              <a:custGeom>
                <a:avLst/>
                <a:gdLst/>
                <a:ahLst/>
                <a:cxnLst/>
                <a:rect l="l" t="t" r="r" b="b"/>
                <a:pathLst>
                  <a:path w="172" h="212" extrusionOk="0">
                    <a:moveTo>
                      <a:pt x="38" y="190"/>
                    </a:moveTo>
                    <a:cubicBezTo>
                      <a:pt x="40" y="190"/>
                      <a:pt x="42" y="190"/>
                      <a:pt x="44" y="190"/>
                    </a:cubicBezTo>
                    <a:cubicBezTo>
                      <a:pt x="45" y="190"/>
                      <a:pt x="47" y="189"/>
                      <a:pt x="48" y="189"/>
                    </a:cubicBezTo>
                    <a:cubicBezTo>
                      <a:pt x="50" y="189"/>
                      <a:pt x="51" y="188"/>
                      <a:pt x="53" y="187"/>
                    </a:cubicBezTo>
                    <a:cubicBezTo>
                      <a:pt x="54" y="187"/>
                      <a:pt x="56" y="186"/>
                      <a:pt x="57" y="186"/>
                    </a:cubicBezTo>
                    <a:cubicBezTo>
                      <a:pt x="57" y="185"/>
                      <a:pt x="58" y="185"/>
                      <a:pt x="58" y="185"/>
                    </a:cubicBezTo>
                    <a:cubicBezTo>
                      <a:pt x="60" y="183"/>
                      <a:pt x="60" y="183"/>
                      <a:pt x="61" y="182"/>
                    </a:cubicBezTo>
                    <a:cubicBezTo>
                      <a:pt x="63" y="181"/>
                      <a:pt x="63" y="180"/>
                      <a:pt x="64" y="179"/>
                    </a:cubicBezTo>
                    <a:cubicBezTo>
                      <a:pt x="65" y="178"/>
                      <a:pt x="65" y="177"/>
                      <a:pt x="67" y="175"/>
                    </a:cubicBezTo>
                    <a:cubicBezTo>
                      <a:pt x="67" y="174"/>
                      <a:pt x="68" y="172"/>
                      <a:pt x="69" y="171"/>
                    </a:cubicBezTo>
                    <a:cubicBezTo>
                      <a:pt x="70" y="169"/>
                      <a:pt x="70" y="167"/>
                      <a:pt x="71" y="165"/>
                    </a:cubicBezTo>
                    <a:cubicBezTo>
                      <a:pt x="71" y="162"/>
                      <a:pt x="72" y="159"/>
                      <a:pt x="72" y="157"/>
                    </a:cubicBezTo>
                    <a:cubicBezTo>
                      <a:pt x="72" y="152"/>
                      <a:pt x="72" y="148"/>
                      <a:pt x="72" y="144"/>
                    </a:cubicBezTo>
                    <a:cubicBezTo>
                      <a:pt x="62" y="150"/>
                      <a:pt x="51" y="157"/>
                      <a:pt x="41" y="164"/>
                    </a:cubicBezTo>
                    <a:cubicBezTo>
                      <a:pt x="39" y="165"/>
                      <a:pt x="36" y="167"/>
                      <a:pt x="34" y="169"/>
                    </a:cubicBezTo>
                    <a:cubicBezTo>
                      <a:pt x="32" y="170"/>
                      <a:pt x="30" y="172"/>
                      <a:pt x="28" y="173"/>
                    </a:cubicBezTo>
                    <a:cubicBezTo>
                      <a:pt x="26" y="175"/>
                      <a:pt x="25" y="177"/>
                      <a:pt x="23" y="179"/>
                    </a:cubicBezTo>
                    <a:cubicBezTo>
                      <a:pt x="23" y="179"/>
                      <a:pt x="22" y="180"/>
                      <a:pt x="22" y="181"/>
                    </a:cubicBezTo>
                    <a:cubicBezTo>
                      <a:pt x="22" y="182"/>
                      <a:pt x="22" y="182"/>
                      <a:pt x="21" y="182"/>
                    </a:cubicBezTo>
                    <a:lnTo>
                      <a:pt x="21" y="183"/>
                    </a:lnTo>
                    <a:cubicBezTo>
                      <a:pt x="21" y="183"/>
                      <a:pt x="21" y="184"/>
                      <a:pt x="21" y="185"/>
                    </a:cubicBezTo>
                    <a:lnTo>
                      <a:pt x="21" y="186"/>
                    </a:lnTo>
                    <a:cubicBezTo>
                      <a:pt x="22" y="186"/>
                      <a:pt x="22" y="186"/>
                      <a:pt x="22" y="186"/>
                    </a:cubicBezTo>
                    <a:cubicBezTo>
                      <a:pt x="22" y="187"/>
                      <a:pt x="22" y="187"/>
                      <a:pt x="23" y="187"/>
                    </a:cubicBezTo>
                    <a:lnTo>
                      <a:pt x="24" y="188"/>
                    </a:lnTo>
                    <a:cubicBezTo>
                      <a:pt x="25" y="189"/>
                      <a:pt x="26" y="189"/>
                      <a:pt x="28" y="189"/>
                    </a:cubicBezTo>
                    <a:cubicBezTo>
                      <a:pt x="29" y="190"/>
                      <a:pt x="31" y="190"/>
                      <a:pt x="33" y="190"/>
                    </a:cubicBezTo>
                    <a:cubicBezTo>
                      <a:pt x="35" y="190"/>
                      <a:pt x="36" y="190"/>
                      <a:pt x="38" y="190"/>
                    </a:cubicBezTo>
                    <a:moveTo>
                      <a:pt x="28" y="210"/>
                    </a:moveTo>
                    <a:cubicBezTo>
                      <a:pt x="25" y="210"/>
                      <a:pt x="21" y="209"/>
                      <a:pt x="18" y="208"/>
                    </a:cubicBezTo>
                    <a:cubicBezTo>
                      <a:pt x="15" y="207"/>
                      <a:pt x="12" y="205"/>
                      <a:pt x="10" y="203"/>
                    </a:cubicBezTo>
                    <a:cubicBezTo>
                      <a:pt x="5" y="199"/>
                      <a:pt x="1" y="194"/>
                      <a:pt x="1" y="188"/>
                    </a:cubicBezTo>
                    <a:cubicBezTo>
                      <a:pt x="0" y="185"/>
                      <a:pt x="0" y="182"/>
                      <a:pt x="1" y="179"/>
                    </a:cubicBezTo>
                    <a:cubicBezTo>
                      <a:pt x="1" y="175"/>
                      <a:pt x="3" y="172"/>
                      <a:pt x="5" y="169"/>
                    </a:cubicBezTo>
                    <a:cubicBezTo>
                      <a:pt x="7" y="166"/>
                      <a:pt x="9" y="164"/>
                      <a:pt x="11" y="162"/>
                    </a:cubicBezTo>
                    <a:cubicBezTo>
                      <a:pt x="13" y="159"/>
                      <a:pt x="15" y="157"/>
                      <a:pt x="18" y="155"/>
                    </a:cubicBezTo>
                    <a:cubicBezTo>
                      <a:pt x="23" y="151"/>
                      <a:pt x="30" y="147"/>
                      <a:pt x="36" y="143"/>
                    </a:cubicBezTo>
                    <a:cubicBezTo>
                      <a:pt x="40" y="140"/>
                      <a:pt x="44" y="138"/>
                      <a:pt x="48" y="136"/>
                    </a:cubicBezTo>
                    <a:cubicBezTo>
                      <a:pt x="47" y="136"/>
                      <a:pt x="47" y="136"/>
                      <a:pt x="47" y="137"/>
                    </a:cubicBezTo>
                    <a:cubicBezTo>
                      <a:pt x="48" y="136"/>
                      <a:pt x="50" y="135"/>
                      <a:pt x="51" y="134"/>
                    </a:cubicBezTo>
                    <a:cubicBezTo>
                      <a:pt x="50" y="134"/>
                      <a:pt x="50" y="134"/>
                      <a:pt x="50" y="135"/>
                    </a:cubicBezTo>
                    <a:cubicBezTo>
                      <a:pt x="57" y="131"/>
                      <a:pt x="64" y="127"/>
                      <a:pt x="71" y="123"/>
                    </a:cubicBezTo>
                    <a:cubicBezTo>
                      <a:pt x="71" y="122"/>
                      <a:pt x="72" y="122"/>
                      <a:pt x="72" y="122"/>
                    </a:cubicBezTo>
                    <a:cubicBezTo>
                      <a:pt x="72" y="120"/>
                      <a:pt x="72" y="119"/>
                      <a:pt x="72" y="118"/>
                    </a:cubicBezTo>
                    <a:cubicBezTo>
                      <a:pt x="72" y="112"/>
                      <a:pt x="71" y="105"/>
                      <a:pt x="71" y="99"/>
                    </a:cubicBezTo>
                    <a:cubicBezTo>
                      <a:pt x="71" y="86"/>
                      <a:pt x="71" y="73"/>
                      <a:pt x="74" y="60"/>
                    </a:cubicBezTo>
                    <a:cubicBezTo>
                      <a:pt x="73" y="60"/>
                      <a:pt x="72" y="61"/>
                      <a:pt x="72" y="62"/>
                    </a:cubicBezTo>
                    <a:cubicBezTo>
                      <a:pt x="66" y="68"/>
                      <a:pt x="60" y="74"/>
                      <a:pt x="54" y="80"/>
                    </a:cubicBezTo>
                    <a:cubicBezTo>
                      <a:pt x="46" y="88"/>
                      <a:pt x="37" y="96"/>
                      <a:pt x="30" y="105"/>
                    </a:cubicBezTo>
                    <a:cubicBezTo>
                      <a:pt x="28" y="108"/>
                      <a:pt x="25" y="112"/>
                      <a:pt x="23" y="115"/>
                    </a:cubicBezTo>
                    <a:cubicBezTo>
                      <a:pt x="23" y="116"/>
                      <a:pt x="23" y="116"/>
                      <a:pt x="22" y="117"/>
                    </a:cubicBezTo>
                    <a:cubicBezTo>
                      <a:pt x="19" y="122"/>
                      <a:pt x="14" y="125"/>
                      <a:pt x="8" y="122"/>
                    </a:cubicBezTo>
                    <a:cubicBezTo>
                      <a:pt x="5" y="120"/>
                      <a:pt x="4" y="118"/>
                      <a:pt x="3" y="116"/>
                    </a:cubicBezTo>
                    <a:cubicBezTo>
                      <a:pt x="2" y="112"/>
                      <a:pt x="3" y="109"/>
                      <a:pt x="4" y="106"/>
                    </a:cubicBezTo>
                    <a:cubicBezTo>
                      <a:pt x="10" y="96"/>
                      <a:pt x="18" y="87"/>
                      <a:pt x="27" y="78"/>
                    </a:cubicBezTo>
                    <a:cubicBezTo>
                      <a:pt x="26" y="78"/>
                      <a:pt x="26" y="79"/>
                      <a:pt x="26" y="79"/>
                    </a:cubicBezTo>
                    <a:cubicBezTo>
                      <a:pt x="27" y="78"/>
                      <a:pt x="28" y="77"/>
                      <a:pt x="29" y="76"/>
                    </a:cubicBezTo>
                    <a:cubicBezTo>
                      <a:pt x="29" y="77"/>
                      <a:pt x="28" y="77"/>
                      <a:pt x="28" y="77"/>
                    </a:cubicBezTo>
                    <a:cubicBezTo>
                      <a:pt x="29" y="77"/>
                      <a:pt x="29" y="76"/>
                      <a:pt x="30" y="75"/>
                    </a:cubicBezTo>
                    <a:cubicBezTo>
                      <a:pt x="30" y="75"/>
                      <a:pt x="30" y="76"/>
                      <a:pt x="29" y="76"/>
                    </a:cubicBezTo>
                    <a:cubicBezTo>
                      <a:pt x="31" y="74"/>
                      <a:pt x="32" y="73"/>
                      <a:pt x="34" y="71"/>
                    </a:cubicBezTo>
                    <a:cubicBezTo>
                      <a:pt x="33" y="71"/>
                      <a:pt x="33" y="72"/>
                      <a:pt x="33" y="72"/>
                    </a:cubicBezTo>
                    <a:cubicBezTo>
                      <a:pt x="34" y="71"/>
                      <a:pt x="35" y="71"/>
                      <a:pt x="35" y="70"/>
                    </a:cubicBezTo>
                    <a:cubicBezTo>
                      <a:pt x="35" y="70"/>
                      <a:pt x="35" y="71"/>
                      <a:pt x="34" y="71"/>
                    </a:cubicBezTo>
                    <a:cubicBezTo>
                      <a:pt x="38" y="67"/>
                      <a:pt x="42" y="63"/>
                      <a:pt x="46" y="59"/>
                    </a:cubicBezTo>
                    <a:cubicBezTo>
                      <a:pt x="60" y="46"/>
                      <a:pt x="73" y="32"/>
                      <a:pt x="85" y="17"/>
                    </a:cubicBezTo>
                    <a:cubicBezTo>
                      <a:pt x="86" y="15"/>
                      <a:pt x="88" y="13"/>
                      <a:pt x="89" y="11"/>
                    </a:cubicBezTo>
                    <a:cubicBezTo>
                      <a:pt x="90" y="10"/>
                      <a:pt x="90" y="9"/>
                      <a:pt x="91" y="8"/>
                    </a:cubicBezTo>
                    <a:cubicBezTo>
                      <a:pt x="93" y="3"/>
                      <a:pt x="100" y="0"/>
                      <a:pt x="104" y="3"/>
                    </a:cubicBezTo>
                    <a:cubicBezTo>
                      <a:pt x="110" y="6"/>
                      <a:pt x="112" y="12"/>
                      <a:pt x="109" y="17"/>
                    </a:cubicBezTo>
                    <a:cubicBezTo>
                      <a:pt x="109" y="18"/>
                      <a:pt x="109" y="18"/>
                      <a:pt x="108" y="20"/>
                    </a:cubicBezTo>
                    <a:cubicBezTo>
                      <a:pt x="106" y="23"/>
                      <a:pt x="105" y="26"/>
                      <a:pt x="103" y="29"/>
                    </a:cubicBezTo>
                    <a:cubicBezTo>
                      <a:pt x="100" y="37"/>
                      <a:pt x="97" y="45"/>
                      <a:pt x="95" y="53"/>
                    </a:cubicBezTo>
                    <a:cubicBezTo>
                      <a:pt x="94" y="59"/>
                      <a:pt x="93" y="65"/>
                      <a:pt x="92" y="70"/>
                    </a:cubicBezTo>
                    <a:lnTo>
                      <a:pt x="92" y="69"/>
                    </a:lnTo>
                    <a:cubicBezTo>
                      <a:pt x="91" y="77"/>
                      <a:pt x="90" y="86"/>
                      <a:pt x="90" y="94"/>
                    </a:cubicBezTo>
                    <a:cubicBezTo>
                      <a:pt x="90" y="99"/>
                      <a:pt x="90" y="105"/>
                      <a:pt x="91" y="111"/>
                    </a:cubicBezTo>
                    <a:cubicBezTo>
                      <a:pt x="94" y="108"/>
                      <a:pt x="97" y="106"/>
                      <a:pt x="100" y="105"/>
                    </a:cubicBezTo>
                    <a:cubicBezTo>
                      <a:pt x="109" y="99"/>
                      <a:pt x="117" y="92"/>
                      <a:pt x="126" y="86"/>
                    </a:cubicBezTo>
                    <a:cubicBezTo>
                      <a:pt x="132" y="81"/>
                      <a:pt x="138" y="76"/>
                      <a:pt x="144" y="71"/>
                    </a:cubicBezTo>
                    <a:cubicBezTo>
                      <a:pt x="146" y="68"/>
                      <a:pt x="149" y="64"/>
                      <a:pt x="153" y="62"/>
                    </a:cubicBezTo>
                    <a:cubicBezTo>
                      <a:pt x="156" y="60"/>
                      <a:pt x="160" y="60"/>
                      <a:pt x="163" y="62"/>
                    </a:cubicBezTo>
                    <a:cubicBezTo>
                      <a:pt x="167" y="64"/>
                      <a:pt x="169" y="67"/>
                      <a:pt x="170" y="71"/>
                    </a:cubicBezTo>
                    <a:cubicBezTo>
                      <a:pt x="171" y="75"/>
                      <a:pt x="170" y="79"/>
                      <a:pt x="170" y="83"/>
                    </a:cubicBezTo>
                    <a:cubicBezTo>
                      <a:pt x="170" y="86"/>
                      <a:pt x="169" y="89"/>
                      <a:pt x="169" y="92"/>
                    </a:cubicBezTo>
                    <a:cubicBezTo>
                      <a:pt x="169" y="95"/>
                      <a:pt x="168" y="99"/>
                      <a:pt x="168" y="103"/>
                    </a:cubicBezTo>
                    <a:cubicBezTo>
                      <a:pt x="166" y="117"/>
                      <a:pt x="165" y="132"/>
                      <a:pt x="165" y="145"/>
                    </a:cubicBezTo>
                    <a:cubicBezTo>
                      <a:pt x="166" y="151"/>
                      <a:pt x="166" y="157"/>
                      <a:pt x="166" y="162"/>
                    </a:cubicBezTo>
                    <a:cubicBezTo>
                      <a:pt x="166" y="168"/>
                      <a:pt x="162" y="173"/>
                      <a:pt x="156" y="173"/>
                    </a:cubicBezTo>
                    <a:cubicBezTo>
                      <a:pt x="151" y="174"/>
                      <a:pt x="145" y="169"/>
                      <a:pt x="145" y="164"/>
                    </a:cubicBezTo>
                    <a:cubicBezTo>
                      <a:pt x="144" y="157"/>
                      <a:pt x="145" y="150"/>
                      <a:pt x="145" y="143"/>
                    </a:cubicBezTo>
                    <a:cubicBezTo>
                      <a:pt x="145" y="137"/>
                      <a:pt x="145" y="130"/>
                      <a:pt x="146" y="124"/>
                    </a:cubicBezTo>
                    <a:cubicBezTo>
                      <a:pt x="146" y="117"/>
                      <a:pt x="147" y="109"/>
                      <a:pt x="148" y="102"/>
                    </a:cubicBezTo>
                    <a:cubicBezTo>
                      <a:pt x="148" y="99"/>
                      <a:pt x="148" y="96"/>
                      <a:pt x="149" y="92"/>
                    </a:cubicBezTo>
                    <a:cubicBezTo>
                      <a:pt x="145" y="96"/>
                      <a:pt x="141" y="99"/>
                      <a:pt x="137" y="102"/>
                    </a:cubicBezTo>
                    <a:cubicBezTo>
                      <a:pt x="129" y="108"/>
                      <a:pt x="120" y="114"/>
                      <a:pt x="111" y="120"/>
                    </a:cubicBezTo>
                    <a:cubicBezTo>
                      <a:pt x="105" y="124"/>
                      <a:pt x="99" y="128"/>
                      <a:pt x="92" y="132"/>
                    </a:cubicBezTo>
                    <a:cubicBezTo>
                      <a:pt x="92" y="138"/>
                      <a:pt x="92" y="143"/>
                      <a:pt x="92" y="149"/>
                    </a:cubicBezTo>
                    <a:cubicBezTo>
                      <a:pt x="92" y="156"/>
                      <a:pt x="92" y="162"/>
                      <a:pt x="90" y="169"/>
                    </a:cubicBezTo>
                    <a:cubicBezTo>
                      <a:pt x="88" y="176"/>
                      <a:pt x="85" y="183"/>
                      <a:pt x="81" y="189"/>
                    </a:cubicBezTo>
                    <a:cubicBezTo>
                      <a:pt x="74" y="201"/>
                      <a:pt x="61" y="207"/>
                      <a:pt x="48" y="210"/>
                    </a:cubicBezTo>
                    <a:cubicBezTo>
                      <a:pt x="44" y="211"/>
                      <a:pt x="41" y="211"/>
                      <a:pt x="37" y="211"/>
                    </a:cubicBezTo>
                    <a:cubicBezTo>
                      <a:pt x="35" y="211"/>
                      <a:pt x="31" y="211"/>
                      <a:pt x="28" y="2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7" name="Google Shape;2767;p30"/>
              <p:cNvSpPr/>
              <p:nvPr/>
            </p:nvSpPr>
            <p:spPr>
              <a:xfrm>
                <a:off x="2165400" y="2153520"/>
                <a:ext cx="12240" cy="18360"/>
              </a:xfrm>
              <a:custGeom>
                <a:avLst/>
                <a:gdLst/>
                <a:ahLst/>
                <a:cxnLst/>
                <a:rect l="l" t="t" r="r" b="b"/>
                <a:pathLst>
                  <a:path w="34" h="51" extrusionOk="0">
                    <a:moveTo>
                      <a:pt x="10" y="50"/>
                    </a:moveTo>
                    <a:cubicBezTo>
                      <a:pt x="5" y="50"/>
                      <a:pt x="0" y="44"/>
                      <a:pt x="0" y="39"/>
                    </a:cubicBezTo>
                    <a:cubicBezTo>
                      <a:pt x="1" y="32"/>
                      <a:pt x="2" y="26"/>
                      <a:pt x="4" y="20"/>
                    </a:cubicBezTo>
                    <a:cubicBezTo>
                      <a:pt x="4" y="16"/>
                      <a:pt x="5" y="13"/>
                      <a:pt x="7" y="10"/>
                    </a:cubicBezTo>
                    <a:cubicBezTo>
                      <a:pt x="8" y="8"/>
                      <a:pt x="9" y="5"/>
                      <a:pt x="11" y="4"/>
                    </a:cubicBezTo>
                    <a:cubicBezTo>
                      <a:pt x="15" y="0"/>
                      <a:pt x="18" y="0"/>
                      <a:pt x="23" y="0"/>
                    </a:cubicBezTo>
                    <a:cubicBezTo>
                      <a:pt x="29" y="1"/>
                      <a:pt x="33" y="6"/>
                      <a:pt x="33" y="12"/>
                    </a:cubicBezTo>
                    <a:cubicBezTo>
                      <a:pt x="32" y="16"/>
                      <a:pt x="29" y="19"/>
                      <a:pt x="26" y="21"/>
                    </a:cubicBezTo>
                    <a:cubicBezTo>
                      <a:pt x="25" y="22"/>
                      <a:pt x="25" y="24"/>
                      <a:pt x="24" y="25"/>
                    </a:cubicBezTo>
                    <a:cubicBezTo>
                      <a:pt x="23" y="29"/>
                      <a:pt x="22" y="33"/>
                      <a:pt x="21" y="37"/>
                    </a:cubicBezTo>
                    <a:cubicBezTo>
                      <a:pt x="21" y="39"/>
                      <a:pt x="21" y="39"/>
                      <a:pt x="21" y="40"/>
                    </a:cubicBezTo>
                    <a:cubicBezTo>
                      <a:pt x="21" y="43"/>
                      <a:pt x="20" y="46"/>
                      <a:pt x="18" y="47"/>
                    </a:cubicBezTo>
                    <a:cubicBezTo>
                      <a:pt x="16" y="49"/>
                      <a:pt x="13" y="50"/>
                      <a:pt x="11" y="50"/>
                    </a:cubicBezTo>
                    <a:lnTo>
                      <a:pt x="10" y="5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8" name="Google Shape;2768;p30"/>
              <p:cNvSpPr/>
              <p:nvPr/>
            </p:nvSpPr>
            <p:spPr>
              <a:xfrm>
                <a:off x="2177280" y="2168280"/>
                <a:ext cx="41040" cy="6228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73" extrusionOk="0">
                    <a:moveTo>
                      <a:pt x="8" y="171"/>
                    </a:moveTo>
                    <a:cubicBezTo>
                      <a:pt x="7" y="170"/>
                      <a:pt x="5" y="169"/>
                      <a:pt x="3" y="168"/>
                    </a:cubicBezTo>
                    <a:cubicBezTo>
                      <a:pt x="2" y="165"/>
                      <a:pt x="1" y="162"/>
                      <a:pt x="0" y="160"/>
                    </a:cubicBezTo>
                    <a:cubicBezTo>
                      <a:pt x="0" y="157"/>
                      <a:pt x="0" y="153"/>
                      <a:pt x="0" y="150"/>
                    </a:cubicBezTo>
                    <a:cubicBezTo>
                      <a:pt x="0" y="147"/>
                      <a:pt x="1" y="143"/>
                      <a:pt x="2" y="139"/>
                    </a:cubicBezTo>
                    <a:cubicBezTo>
                      <a:pt x="3" y="134"/>
                      <a:pt x="4" y="128"/>
                      <a:pt x="7" y="123"/>
                    </a:cubicBezTo>
                    <a:cubicBezTo>
                      <a:pt x="7" y="112"/>
                      <a:pt x="8" y="101"/>
                      <a:pt x="9" y="90"/>
                    </a:cubicBezTo>
                    <a:cubicBezTo>
                      <a:pt x="10" y="79"/>
                      <a:pt x="10" y="68"/>
                      <a:pt x="12" y="57"/>
                    </a:cubicBezTo>
                    <a:cubicBezTo>
                      <a:pt x="13" y="46"/>
                      <a:pt x="15" y="35"/>
                      <a:pt x="17" y="24"/>
                    </a:cubicBezTo>
                    <a:cubicBezTo>
                      <a:pt x="17" y="23"/>
                      <a:pt x="17" y="21"/>
                      <a:pt x="18" y="20"/>
                    </a:cubicBezTo>
                    <a:cubicBezTo>
                      <a:pt x="18" y="17"/>
                      <a:pt x="18" y="14"/>
                      <a:pt x="18" y="10"/>
                    </a:cubicBezTo>
                    <a:cubicBezTo>
                      <a:pt x="19" y="5"/>
                      <a:pt x="24" y="0"/>
                      <a:pt x="29" y="0"/>
                    </a:cubicBezTo>
                    <a:cubicBezTo>
                      <a:pt x="35" y="1"/>
                      <a:pt x="40" y="6"/>
                      <a:pt x="39" y="12"/>
                    </a:cubicBezTo>
                    <a:cubicBezTo>
                      <a:pt x="39" y="17"/>
                      <a:pt x="39" y="22"/>
                      <a:pt x="38" y="27"/>
                    </a:cubicBezTo>
                    <a:cubicBezTo>
                      <a:pt x="37" y="33"/>
                      <a:pt x="36" y="38"/>
                      <a:pt x="35" y="43"/>
                    </a:cubicBezTo>
                    <a:cubicBezTo>
                      <a:pt x="33" y="52"/>
                      <a:pt x="32" y="62"/>
                      <a:pt x="31" y="72"/>
                    </a:cubicBezTo>
                    <a:cubicBezTo>
                      <a:pt x="30" y="76"/>
                      <a:pt x="29" y="81"/>
                      <a:pt x="29" y="86"/>
                    </a:cubicBezTo>
                    <a:cubicBezTo>
                      <a:pt x="30" y="84"/>
                      <a:pt x="31" y="83"/>
                      <a:pt x="32" y="82"/>
                    </a:cubicBezTo>
                    <a:cubicBezTo>
                      <a:pt x="36" y="77"/>
                      <a:pt x="41" y="71"/>
                      <a:pt x="46" y="66"/>
                    </a:cubicBezTo>
                    <a:cubicBezTo>
                      <a:pt x="49" y="62"/>
                      <a:pt x="53" y="58"/>
                      <a:pt x="57" y="54"/>
                    </a:cubicBezTo>
                    <a:cubicBezTo>
                      <a:pt x="64" y="46"/>
                      <a:pt x="72" y="38"/>
                      <a:pt x="80" y="31"/>
                    </a:cubicBezTo>
                    <a:cubicBezTo>
                      <a:pt x="81" y="29"/>
                      <a:pt x="83" y="28"/>
                      <a:pt x="85" y="27"/>
                    </a:cubicBezTo>
                    <a:cubicBezTo>
                      <a:pt x="87" y="25"/>
                      <a:pt x="89" y="24"/>
                      <a:pt x="92" y="23"/>
                    </a:cubicBezTo>
                    <a:cubicBezTo>
                      <a:pt x="98" y="22"/>
                      <a:pt x="102" y="25"/>
                      <a:pt x="106" y="29"/>
                    </a:cubicBezTo>
                    <a:cubicBezTo>
                      <a:pt x="110" y="34"/>
                      <a:pt x="112" y="41"/>
                      <a:pt x="112" y="47"/>
                    </a:cubicBezTo>
                    <a:cubicBezTo>
                      <a:pt x="113" y="52"/>
                      <a:pt x="113" y="58"/>
                      <a:pt x="113" y="64"/>
                    </a:cubicBezTo>
                    <a:cubicBezTo>
                      <a:pt x="113" y="63"/>
                      <a:pt x="113" y="63"/>
                      <a:pt x="113" y="62"/>
                    </a:cubicBezTo>
                    <a:cubicBezTo>
                      <a:pt x="113" y="66"/>
                      <a:pt x="113" y="70"/>
                      <a:pt x="113" y="74"/>
                    </a:cubicBezTo>
                    <a:lnTo>
                      <a:pt x="113" y="73"/>
                    </a:lnTo>
                    <a:cubicBezTo>
                      <a:pt x="113" y="81"/>
                      <a:pt x="113" y="90"/>
                      <a:pt x="113" y="98"/>
                    </a:cubicBezTo>
                    <a:cubicBezTo>
                      <a:pt x="112" y="107"/>
                      <a:pt x="112" y="116"/>
                      <a:pt x="110" y="125"/>
                    </a:cubicBezTo>
                    <a:cubicBezTo>
                      <a:pt x="109" y="130"/>
                      <a:pt x="103" y="134"/>
                      <a:pt x="98" y="133"/>
                    </a:cubicBezTo>
                    <a:cubicBezTo>
                      <a:pt x="92" y="132"/>
                      <a:pt x="88" y="126"/>
                      <a:pt x="89" y="120"/>
                    </a:cubicBezTo>
                    <a:cubicBezTo>
                      <a:pt x="89" y="117"/>
                      <a:pt x="90" y="113"/>
                      <a:pt x="91" y="110"/>
                    </a:cubicBezTo>
                    <a:cubicBezTo>
                      <a:pt x="92" y="98"/>
                      <a:pt x="93" y="87"/>
                      <a:pt x="93" y="74"/>
                    </a:cubicBezTo>
                    <a:cubicBezTo>
                      <a:pt x="93" y="67"/>
                      <a:pt x="93" y="59"/>
                      <a:pt x="92" y="51"/>
                    </a:cubicBezTo>
                    <a:cubicBezTo>
                      <a:pt x="92" y="49"/>
                      <a:pt x="92" y="48"/>
                      <a:pt x="91" y="47"/>
                    </a:cubicBezTo>
                    <a:cubicBezTo>
                      <a:pt x="87" y="51"/>
                      <a:pt x="83" y="55"/>
                      <a:pt x="79" y="59"/>
                    </a:cubicBezTo>
                    <a:cubicBezTo>
                      <a:pt x="79" y="58"/>
                      <a:pt x="80" y="58"/>
                      <a:pt x="80" y="58"/>
                    </a:cubicBezTo>
                    <a:cubicBezTo>
                      <a:pt x="69" y="69"/>
                      <a:pt x="58" y="80"/>
                      <a:pt x="49" y="93"/>
                    </a:cubicBezTo>
                    <a:cubicBezTo>
                      <a:pt x="43" y="100"/>
                      <a:pt x="38" y="107"/>
                      <a:pt x="34" y="115"/>
                    </a:cubicBezTo>
                    <a:lnTo>
                      <a:pt x="34" y="114"/>
                    </a:lnTo>
                    <a:cubicBezTo>
                      <a:pt x="31" y="119"/>
                      <a:pt x="29" y="123"/>
                      <a:pt x="27" y="129"/>
                    </a:cubicBezTo>
                    <a:cubicBezTo>
                      <a:pt x="26" y="132"/>
                      <a:pt x="26" y="136"/>
                      <a:pt x="26" y="139"/>
                    </a:cubicBezTo>
                    <a:cubicBezTo>
                      <a:pt x="25" y="143"/>
                      <a:pt x="25" y="146"/>
                      <a:pt x="25" y="150"/>
                    </a:cubicBezTo>
                    <a:cubicBezTo>
                      <a:pt x="25" y="152"/>
                      <a:pt x="25" y="154"/>
                      <a:pt x="25" y="156"/>
                    </a:cubicBezTo>
                    <a:cubicBezTo>
                      <a:pt x="25" y="157"/>
                      <a:pt x="25" y="159"/>
                      <a:pt x="24" y="160"/>
                    </a:cubicBezTo>
                    <a:cubicBezTo>
                      <a:pt x="24" y="162"/>
                      <a:pt x="24" y="164"/>
                      <a:pt x="22" y="166"/>
                    </a:cubicBezTo>
                    <a:cubicBezTo>
                      <a:pt x="21" y="170"/>
                      <a:pt x="17" y="172"/>
                      <a:pt x="13" y="172"/>
                    </a:cubicBezTo>
                    <a:cubicBezTo>
                      <a:pt x="11" y="172"/>
                      <a:pt x="10" y="172"/>
                      <a:pt x="8" y="17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9" name="Google Shape;2769;p30"/>
              <p:cNvSpPr/>
              <p:nvPr/>
            </p:nvSpPr>
            <p:spPr>
              <a:xfrm>
                <a:off x="2238480" y="2162520"/>
                <a:ext cx="32760" cy="61560"/>
              </a:xfrm>
              <a:custGeom>
                <a:avLst/>
                <a:gdLst/>
                <a:ahLst/>
                <a:cxnLst/>
                <a:rect l="l" t="t" r="r" b="b"/>
                <a:pathLst>
                  <a:path w="91" h="171" extrusionOk="0">
                    <a:moveTo>
                      <a:pt x="70" y="166"/>
                    </a:moveTo>
                    <a:cubicBezTo>
                      <a:pt x="63" y="155"/>
                      <a:pt x="56" y="144"/>
                      <a:pt x="50" y="133"/>
                    </a:cubicBezTo>
                    <a:cubicBezTo>
                      <a:pt x="44" y="123"/>
                      <a:pt x="38" y="113"/>
                      <a:pt x="33" y="103"/>
                    </a:cubicBezTo>
                    <a:cubicBezTo>
                      <a:pt x="31" y="97"/>
                      <a:pt x="28" y="92"/>
                      <a:pt x="26" y="88"/>
                    </a:cubicBezTo>
                    <a:cubicBezTo>
                      <a:pt x="23" y="82"/>
                      <a:pt x="21" y="78"/>
                      <a:pt x="19" y="73"/>
                    </a:cubicBezTo>
                    <a:cubicBezTo>
                      <a:pt x="13" y="59"/>
                      <a:pt x="7" y="45"/>
                      <a:pt x="3" y="31"/>
                    </a:cubicBezTo>
                    <a:cubicBezTo>
                      <a:pt x="2" y="26"/>
                      <a:pt x="1" y="22"/>
                      <a:pt x="1" y="17"/>
                    </a:cubicBezTo>
                    <a:cubicBezTo>
                      <a:pt x="0" y="12"/>
                      <a:pt x="2" y="8"/>
                      <a:pt x="5" y="5"/>
                    </a:cubicBezTo>
                    <a:cubicBezTo>
                      <a:pt x="9" y="1"/>
                      <a:pt x="15" y="0"/>
                      <a:pt x="20" y="4"/>
                    </a:cubicBezTo>
                    <a:cubicBezTo>
                      <a:pt x="21" y="5"/>
                      <a:pt x="21" y="6"/>
                      <a:pt x="22" y="7"/>
                    </a:cubicBezTo>
                    <a:cubicBezTo>
                      <a:pt x="26" y="11"/>
                      <a:pt x="26" y="16"/>
                      <a:pt x="23" y="21"/>
                    </a:cubicBezTo>
                    <a:cubicBezTo>
                      <a:pt x="23" y="23"/>
                      <a:pt x="24" y="26"/>
                      <a:pt x="24" y="29"/>
                    </a:cubicBezTo>
                    <a:cubicBezTo>
                      <a:pt x="27" y="39"/>
                      <a:pt x="31" y="49"/>
                      <a:pt x="35" y="58"/>
                    </a:cubicBezTo>
                    <a:cubicBezTo>
                      <a:pt x="38" y="64"/>
                      <a:pt x="40" y="69"/>
                      <a:pt x="42" y="75"/>
                    </a:cubicBezTo>
                    <a:cubicBezTo>
                      <a:pt x="45" y="81"/>
                      <a:pt x="48" y="86"/>
                      <a:pt x="50" y="92"/>
                    </a:cubicBezTo>
                    <a:cubicBezTo>
                      <a:pt x="55" y="102"/>
                      <a:pt x="61" y="112"/>
                      <a:pt x="66" y="122"/>
                    </a:cubicBezTo>
                    <a:cubicBezTo>
                      <a:pt x="73" y="133"/>
                      <a:pt x="79" y="144"/>
                      <a:pt x="87" y="155"/>
                    </a:cubicBezTo>
                    <a:cubicBezTo>
                      <a:pt x="90" y="159"/>
                      <a:pt x="88" y="165"/>
                      <a:pt x="84" y="169"/>
                    </a:cubicBezTo>
                    <a:cubicBezTo>
                      <a:pt x="82" y="169"/>
                      <a:pt x="80" y="170"/>
                      <a:pt x="79" y="170"/>
                    </a:cubicBezTo>
                    <a:cubicBezTo>
                      <a:pt x="75" y="170"/>
                      <a:pt x="72" y="169"/>
                      <a:pt x="70" y="1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0" name="Google Shape;2770;p30"/>
              <p:cNvSpPr/>
              <p:nvPr/>
            </p:nvSpPr>
            <p:spPr>
              <a:xfrm>
                <a:off x="2226960" y="2174040"/>
                <a:ext cx="64080" cy="60480"/>
              </a:xfrm>
              <a:custGeom>
                <a:avLst/>
                <a:gdLst/>
                <a:ahLst/>
                <a:cxnLst/>
                <a:rect l="l" t="t" r="r" b="b"/>
                <a:pathLst>
                  <a:path w="178" h="168" extrusionOk="0">
                    <a:moveTo>
                      <a:pt x="7" y="166"/>
                    </a:moveTo>
                    <a:cubicBezTo>
                      <a:pt x="3" y="164"/>
                      <a:pt x="0" y="158"/>
                      <a:pt x="3" y="153"/>
                    </a:cubicBezTo>
                    <a:cubicBezTo>
                      <a:pt x="9" y="143"/>
                      <a:pt x="15" y="132"/>
                      <a:pt x="21" y="122"/>
                    </a:cubicBezTo>
                    <a:cubicBezTo>
                      <a:pt x="30" y="109"/>
                      <a:pt x="38" y="94"/>
                      <a:pt x="48" y="81"/>
                    </a:cubicBezTo>
                    <a:cubicBezTo>
                      <a:pt x="56" y="68"/>
                      <a:pt x="66" y="57"/>
                      <a:pt x="76" y="45"/>
                    </a:cubicBezTo>
                    <a:cubicBezTo>
                      <a:pt x="86" y="35"/>
                      <a:pt x="97" y="25"/>
                      <a:pt x="109" y="16"/>
                    </a:cubicBezTo>
                    <a:cubicBezTo>
                      <a:pt x="120" y="8"/>
                      <a:pt x="133" y="0"/>
                      <a:pt x="148" y="1"/>
                    </a:cubicBezTo>
                    <a:cubicBezTo>
                      <a:pt x="155" y="1"/>
                      <a:pt x="162" y="5"/>
                      <a:pt x="169" y="8"/>
                    </a:cubicBezTo>
                    <a:cubicBezTo>
                      <a:pt x="175" y="11"/>
                      <a:pt x="177" y="18"/>
                      <a:pt x="175" y="23"/>
                    </a:cubicBezTo>
                    <a:cubicBezTo>
                      <a:pt x="172" y="28"/>
                      <a:pt x="165" y="30"/>
                      <a:pt x="160" y="28"/>
                    </a:cubicBezTo>
                    <a:cubicBezTo>
                      <a:pt x="157" y="26"/>
                      <a:pt x="154" y="25"/>
                      <a:pt x="151" y="23"/>
                    </a:cubicBezTo>
                    <a:cubicBezTo>
                      <a:pt x="150" y="23"/>
                      <a:pt x="150" y="23"/>
                      <a:pt x="150" y="22"/>
                    </a:cubicBezTo>
                    <a:cubicBezTo>
                      <a:pt x="148" y="22"/>
                      <a:pt x="147" y="22"/>
                      <a:pt x="146" y="22"/>
                    </a:cubicBezTo>
                    <a:lnTo>
                      <a:pt x="145" y="22"/>
                    </a:lnTo>
                    <a:cubicBezTo>
                      <a:pt x="144" y="22"/>
                      <a:pt x="144" y="22"/>
                      <a:pt x="144" y="22"/>
                    </a:cubicBezTo>
                    <a:cubicBezTo>
                      <a:pt x="143" y="22"/>
                      <a:pt x="141" y="22"/>
                      <a:pt x="140" y="23"/>
                    </a:cubicBezTo>
                    <a:cubicBezTo>
                      <a:pt x="138" y="24"/>
                      <a:pt x="136" y="24"/>
                      <a:pt x="133" y="25"/>
                    </a:cubicBezTo>
                    <a:cubicBezTo>
                      <a:pt x="134" y="25"/>
                      <a:pt x="134" y="25"/>
                      <a:pt x="134" y="25"/>
                    </a:cubicBezTo>
                    <a:cubicBezTo>
                      <a:pt x="133" y="25"/>
                      <a:pt x="130" y="26"/>
                      <a:pt x="129" y="28"/>
                    </a:cubicBezTo>
                    <a:lnTo>
                      <a:pt x="129" y="27"/>
                    </a:lnTo>
                    <a:cubicBezTo>
                      <a:pt x="129" y="28"/>
                      <a:pt x="129" y="28"/>
                      <a:pt x="129" y="28"/>
                    </a:cubicBezTo>
                    <a:cubicBezTo>
                      <a:pt x="128" y="28"/>
                      <a:pt x="128" y="28"/>
                      <a:pt x="128" y="28"/>
                    </a:cubicBezTo>
                    <a:lnTo>
                      <a:pt x="129" y="28"/>
                    </a:lnTo>
                    <a:cubicBezTo>
                      <a:pt x="123" y="30"/>
                      <a:pt x="119" y="34"/>
                      <a:pt x="114" y="37"/>
                    </a:cubicBezTo>
                    <a:cubicBezTo>
                      <a:pt x="115" y="37"/>
                      <a:pt x="115" y="37"/>
                      <a:pt x="115" y="36"/>
                    </a:cubicBezTo>
                    <a:cubicBezTo>
                      <a:pt x="108" y="42"/>
                      <a:pt x="102" y="47"/>
                      <a:pt x="96" y="54"/>
                    </a:cubicBezTo>
                    <a:cubicBezTo>
                      <a:pt x="96" y="53"/>
                      <a:pt x="96" y="53"/>
                      <a:pt x="96" y="53"/>
                    </a:cubicBezTo>
                    <a:cubicBezTo>
                      <a:pt x="87" y="63"/>
                      <a:pt x="79" y="72"/>
                      <a:pt x="71" y="82"/>
                    </a:cubicBezTo>
                    <a:lnTo>
                      <a:pt x="72" y="81"/>
                    </a:lnTo>
                    <a:cubicBezTo>
                      <a:pt x="59" y="97"/>
                      <a:pt x="49" y="114"/>
                      <a:pt x="38" y="131"/>
                    </a:cubicBezTo>
                    <a:cubicBezTo>
                      <a:pt x="32" y="142"/>
                      <a:pt x="25" y="152"/>
                      <a:pt x="19" y="163"/>
                    </a:cubicBezTo>
                    <a:cubicBezTo>
                      <a:pt x="17" y="165"/>
                      <a:pt x="14" y="167"/>
                      <a:pt x="12" y="167"/>
                    </a:cubicBezTo>
                    <a:cubicBezTo>
                      <a:pt x="10" y="167"/>
                      <a:pt x="9" y="166"/>
                      <a:pt x="7" y="1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1" name="Google Shape;2771;p30"/>
              <p:cNvSpPr/>
              <p:nvPr/>
            </p:nvSpPr>
            <p:spPr>
              <a:xfrm>
                <a:off x="1631160" y="2267640"/>
                <a:ext cx="14400" cy="227880"/>
              </a:xfrm>
              <a:custGeom>
                <a:avLst/>
                <a:gdLst/>
                <a:ahLst/>
                <a:cxnLst/>
                <a:rect l="l" t="t" r="r" b="b"/>
                <a:pathLst>
                  <a:path w="40" h="633" extrusionOk="0">
                    <a:moveTo>
                      <a:pt x="28" y="632"/>
                    </a:moveTo>
                    <a:cubicBezTo>
                      <a:pt x="23" y="631"/>
                      <a:pt x="18" y="627"/>
                      <a:pt x="19" y="621"/>
                    </a:cubicBezTo>
                    <a:cubicBezTo>
                      <a:pt x="20" y="610"/>
                      <a:pt x="21" y="598"/>
                      <a:pt x="20" y="586"/>
                    </a:cubicBezTo>
                    <a:cubicBezTo>
                      <a:pt x="20" y="587"/>
                      <a:pt x="20" y="587"/>
                      <a:pt x="20" y="587"/>
                    </a:cubicBezTo>
                    <a:cubicBezTo>
                      <a:pt x="20" y="582"/>
                      <a:pt x="20" y="577"/>
                      <a:pt x="20" y="572"/>
                    </a:cubicBezTo>
                    <a:cubicBezTo>
                      <a:pt x="20" y="572"/>
                      <a:pt x="20" y="573"/>
                      <a:pt x="20" y="574"/>
                    </a:cubicBezTo>
                    <a:cubicBezTo>
                      <a:pt x="19" y="552"/>
                      <a:pt x="19" y="530"/>
                      <a:pt x="18" y="509"/>
                    </a:cubicBezTo>
                    <a:cubicBezTo>
                      <a:pt x="17" y="490"/>
                      <a:pt x="16" y="470"/>
                      <a:pt x="16" y="451"/>
                    </a:cubicBezTo>
                    <a:cubicBezTo>
                      <a:pt x="15" y="410"/>
                      <a:pt x="15" y="369"/>
                      <a:pt x="15" y="328"/>
                    </a:cubicBezTo>
                    <a:cubicBezTo>
                      <a:pt x="15" y="316"/>
                      <a:pt x="15" y="304"/>
                      <a:pt x="15" y="291"/>
                    </a:cubicBezTo>
                    <a:cubicBezTo>
                      <a:pt x="15" y="270"/>
                      <a:pt x="14" y="248"/>
                      <a:pt x="14" y="227"/>
                    </a:cubicBezTo>
                    <a:cubicBezTo>
                      <a:pt x="13" y="208"/>
                      <a:pt x="12" y="188"/>
                      <a:pt x="11" y="169"/>
                    </a:cubicBezTo>
                    <a:cubicBezTo>
                      <a:pt x="10" y="148"/>
                      <a:pt x="9" y="127"/>
                      <a:pt x="7" y="106"/>
                    </a:cubicBezTo>
                    <a:cubicBezTo>
                      <a:pt x="7" y="95"/>
                      <a:pt x="5" y="84"/>
                      <a:pt x="5" y="73"/>
                    </a:cubicBezTo>
                    <a:cubicBezTo>
                      <a:pt x="4" y="61"/>
                      <a:pt x="2" y="50"/>
                      <a:pt x="1" y="39"/>
                    </a:cubicBezTo>
                    <a:cubicBezTo>
                      <a:pt x="0" y="32"/>
                      <a:pt x="0" y="25"/>
                      <a:pt x="0" y="19"/>
                    </a:cubicBezTo>
                    <a:cubicBezTo>
                      <a:pt x="1" y="14"/>
                      <a:pt x="2" y="8"/>
                      <a:pt x="6" y="4"/>
                    </a:cubicBezTo>
                    <a:cubicBezTo>
                      <a:pt x="11" y="0"/>
                      <a:pt x="18" y="1"/>
                      <a:pt x="22" y="6"/>
                    </a:cubicBezTo>
                    <a:cubicBezTo>
                      <a:pt x="24" y="10"/>
                      <a:pt x="23" y="14"/>
                      <a:pt x="22" y="18"/>
                    </a:cubicBezTo>
                    <a:cubicBezTo>
                      <a:pt x="21" y="18"/>
                      <a:pt x="21" y="18"/>
                      <a:pt x="21" y="19"/>
                    </a:cubicBezTo>
                    <a:cubicBezTo>
                      <a:pt x="21" y="22"/>
                      <a:pt x="21" y="24"/>
                      <a:pt x="21" y="26"/>
                    </a:cubicBezTo>
                    <a:cubicBezTo>
                      <a:pt x="21" y="38"/>
                      <a:pt x="22" y="50"/>
                      <a:pt x="23" y="63"/>
                    </a:cubicBezTo>
                    <a:cubicBezTo>
                      <a:pt x="24" y="74"/>
                      <a:pt x="25" y="85"/>
                      <a:pt x="26" y="96"/>
                    </a:cubicBezTo>
                    <a:cubicBezTo>
                      <a:pt x="27" y="117"/>
                      <a:pt x="28" y="138"/>
                      <a:pt x="29" y="159"/>
                    </a:cubicBezTo>
                    <a:cubicBezTo>
                      <a:pt x="30" y="178"/>
                      <a:pt x="31" y="198"/>
                      <a:pt x="32" y="217"/>
                    </a:cubicBezTo>
                    <a:cubicBezTo>
                      <a:pt x="32" y="241"/>
                      <a:pt x="32" y="264"/>
                      <a:pt x="32" y="288"/>
                    </a:cubicBezTo>
                    <a:cubicBezTo>
                      <a:pt x="33" y="304"/>
                      <a:pt x="32" y="320"/>
                      <a:pt x="32" y="336"/>
                    </a:cubicBezTo>
                    <a:cubicBezTo>
                      <a:pt x="32" y="355"/>
                      <a:pt x="32" y="374"/>
                      <a:pt x="32" y="393"/>
                    </a:cubicBezTo>
                    <a:cubicBezTo>
                      <a:pt x="32" y="413"/>
                      <a:pt x="33" y="433"/>
                      <a:pt x="33" y="453"/>
                    </a:cubicBezTo>
                    <a:cubicBezTo>
                      <a:pt x="34" y="475"/>
                      <a:pt x="35" y="497"/>
                      <a:pt x="36" y="518"/>
                    </a:cubicBezTo>
                    <a:cubicBezTo>
                      <a:pt x="37" y="536"/>
                      <a:pt x="37" y="554"/>
                      <a:pt x="38" y="571"/>
                    </a:cubicBezTo>
                    <a:cubicBezTo>
                      <a:pt x="39" y="579"/>
                      <a:pt x="39" y="587"/>
                      <a:pt x="39" y="596"/>
                    </a:cubicBezTo>
                    <a:cubicBezTo>
                      <a:pt x="39" y="604"/>
                      <a:pt x="39" y="614"/>
                      <a:pt x="39" y="622"/>
                    </a:cubicBezTo>
                    <a:cubicBezTo>
                      <a:pt x="39" y="628"/>
                      <a:pt x="34" y="632"/>
                      <a:pt x="29" y="632"/>
                    </a:cubicBezTo>
                    <a:lnTo>
                      <a:pt x="28" y="63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2" name="Google Shape;2772;p30"/>
              <p:cNvSpPr/>
              <p:nvPr/>
            </p:nvSpPr>
            <p:spPr>
              <a:xfrm>
                <a:off x="1623600" y="2268360"/>
                <a:ext cx="30240" cy="32400"/>
              </a:xfrm>
              <a:custGeom>
                <a:avLst/>
                <a:gdLst/>
                <a:ahLst/>
                <a:cxnLst/>
                <a:rect l="l" t="t" r="r" b="b"/>
                <a:pathLst>
                  <a:path w="84" h="90" extrusionOk="0">
                    <a:moveTo>
                      <a:pt x="10" y="89"/>
                    </a:moveTo>
                    <a:cubicBezTo>
                      <a:pt x="5" y="88"/>
                      <a:pt x="1" y="86"/>
                      <a:pt x="0" y="81"/>
                    </a:cubicBezTo>
                    <a:cubicBezTo>
                      <a:pt x="0" y="79"/>
                      <a:pt x="0" y="77"/>
                      <a:pt x="0" y="76"/>
                    </a:cubicBezTo>
                    <a:cubicBezTo>
                      <a:pt x="0" y="75"/>
                      <a:pt x="1" y="73"/>
                      <a:pt x="1" y="72"/>
                    </a:cubicBezTo>
                    <a:cubicBezTo>
                      <a:pt x="4" y="60"/>
                      <a:pt x="7" y="48"/>
                      <a:pt x="10" y="36"/>
                    </a:cubicBezTo>
                    <a:cubicBezTo>
                      <a:pt x="11" y="32"/>
                      <a:pt x="12" y="28"/>
                      <a:pt x="14" y="23"/>
                    </a:cubicBezTo>
                    <a:cubicBezTo>
                      <a:pt x="16" y="17"/>
                      <a:pt x="19" y="10"/>
                      <a:pt x="24" y="6"/>
                    </a:cubicBezTo>
                    <a:cubicBezTo>
                      <a:pt x="25" y="5"/>
                      <a:pt x="27" y="4"/>
                      <a:pt x="29" y="3"/>
                    </a:cubicBezTo>
                    <a:cubicBezTo>
                      <a:pt x="31" y="2"/>
                      <a:pt x="33" y="2"/>
                      <a:pt x="35" y="1"/>
                    </a:cubicBezTo>
                    <a:cubicBezTo>
                      <a:pt x="40" y="0"/>
                      <a:pt x="46" y="3"/>
                      <a:pt x="50" y="6"/>
                    </a:cubicBezTo>
                    <a:cubicBezTo>
                      <a:pt x="54" y="10"/>
                      <a:pt x="58" y="15"/>
                      <a:pt x="61" y="20"/>
                    </a:cubicBezTo>
                    <a:cubicBezTo>
                      <a:pt x="65" y="24"/>
                      <a:pt x="68" y="30"/>
                      <a:pt x="71" y="35"/>
                    </a:cubicBezTo>
                    <a:cubicBezTo>
                      <a:pt x="74" y="40"/>
                      <a:pt x="78" y="46"/>
                      <a:pt x="81" y="51"/>
                    </a:cubicBezTo>
                    <a:cubicBezTo>
                      <a:pt x="83" y="56"/>
                      <a:pt x="81" y="62"/>
                      <a:pt x="76" y="65"/>
                    </a:cubicBezTo>
                    <a:cubicBezTo>
                      <a:pt x="71" y="68"/>
                      <a:pt x="65" y="65"/>
                      <a:pt x="62" y="60"/>
                    </a:cubicBezTo>
                    <a:cubicBezTo>
                      <a:pt x="60" y="56"/>
                      <a:pt x="57" y="51"/>
                      <a:pt x="54" y="47"/>
                    </a:cubicBezTo>
                    <a:lnTo>
                      <a:pt x="54" y="46"/>
                    </a:lnTo>
                    <a:lnTo>
                      <a:pt x="54" y="47"/>
                    </a:lnTo>
                    <a:cubicBezTo>
                      <a:pt x="50" y="40"/>
                      <a:pt x="47" y="34"/>
                      <a:pt x="43" y="28"/>
                    </a:cubicBezTo>
                    <a:cubicBezTo>
                      <a:pt x="42" y="28"/>
                      <a:pt x="42" y="27"/>
                      <a:pt x="42" y="27"/>
                    </a:cubicBezTo>
                    <a:cubicBezTo>
                      <a:pt x="41" y="27"/>
                      <a:pt x="40" y="27"/>
                      <a:pt x="40" y="28"/>
                    </a:cubicBezTo>
                    <a:cubicBezTo>
                      <a:pt x="39" y="28"/>
                      <a:pt x="39" y="28"/>
                      <a:pt x="38" y="28"/>
                    </a:cubicBezTo>
                    <a:cubicBezTo>
                      <a:pt x="32" y="46"/>
                      <a:pt x="26" y="64"/>
                      <a:pt x="20" y="82"/>
                    </a:cubicBezTo>
                    <a:cubicBezTo>
                      <a:pt x="18" y="86"/>
                      <a:pt x="15" y="89"/>
                      <a:pt x="10" y="8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3" name="Google Shape;2773;p30"/>
              <p:cNvSpPr/>
              <p:nvPr/>
            </p:nvSpPr>
            <p:spPr>
              <a:xfrm>
                <a:off x="1681920" y="2270520"/>
                <a:ext cx="12240" cy="195120"/>
              </a:xfrm>
              <a:custGeom>
                <a:avLst/>
                <a:gdLst/>
                <a:ahLst/>
                <a:cxnLst/>
                <a:rect l="l" t="t" r="r" b="b"/>
                <a:pathLst>
                  <a:path w="34" h="542" extrusionOk="0">
                    <a:moveTo>
                      <a:pt x="21" y="541"/>
                    </a:moveTo>
                    <a:cubicBezTo>
                      <a:pt x="16" y="541"/>
                      <a:pt x="11" y="536"/>
                      <a:pt x="12" y="531"/>
                    </a:cubicBezTo>
                    <a:cubicBezTo>
                      <a:pt x="14" y="509"/>
                      <a:pt x="15" y="487"/>
                      <a:pt x="15" y="465"/>
                    </a:cubicBezTo>
                    <a:cubicBezTo>
                      <a:pt x="15" y="444"/>
                      <a:pt x="15" y="423"/>
                      <a:pt x="15" y="402"/>
                    </a:cubicBezTo>
                    <a:cubicBezTo>
                      <a:pt x="15" y="401"/>
                      <a:pt x="15" y="400"/>
                      <a:pt x="15" y="400"/>
                    </a:cubicBezTo>
                    <a:lnTo>
                      <a:pt x="15" y="401"/>
                    </a:lnTo>
                    <a:cubicBezTo>
                      <a:pt x="15" y="400"/>
                      <a:pt x="15" y="400"/>
                      <a:pt x="15" y="399"/>
                    </a:cubicBezTo>
                    <a:cubicBezTo>
                      <a:pt x="15" y="400"/>
                      <a:pt x="15" y="400"/>
                      <a:pt x="15" y="400"/>
                    </a:cubicBezTo>
                    <a:lnTo>
                      <a:pt x="15" y="399"/>
                    </a:lnTo>
                    <a:cubicBezTo>
                      <a:pt x="15" y="397"/>
                      <a:pt x="15" y="395"/>
                      <a:pt x="15" y="393"/>
                    </a:cubicBezTo>
                    <a:cubicBezTo>
                      <a:pt x="15" y="394"/>
                      <a:pt x="15" y="394"/>
                      <a:pt x="15" y="395"/>
                    </a:cubicBezTo>
                    <a:cubicBezTo>
                      <a:pt x="15" y="394"/>
                      <a:pt x="15" y="394"/>
                      <a:pt x="15" y="393"/>
                    </a:cubicBezTo>
                    <a:lnTo>
                      <a:pt x="15" y="392"/>
                    </a:lnTo>
                    <a:cubicBezTo>
                      <a:pt x="15" y="392"/>
                      <a:pt x="15" y="391"/>
                      <a:pt x="15" y="390"/>
                    </a:cubicBezTo>
                    <a:lnTo>
                      <a:pt x="15" y="391"/>
                    </a:lnTo>
                    <a:cubicBezTo>
                      <a:pt x="15" y="390"/>
                      <a:pt x="15" y="389"/>
                      <a:pt x="15" y="389"/>
                    </a:cubicBezTo>
                    <a:cubicBezTo>
                      <a:pt x="15" y="388"/>
                      <a:pt x="15" y="386"/>
                      <a:pt x="15" y="385"/>
                    </a:cubicBezTo>
                    <a:lnTo>
                      <a:pt x="15" y="384"/>
                    </a:lnTo>
                    <a:cubicBezTo>
                      <a:pt x="15" y="383"/>
                      <a:pt x="15" y="382"/>
                      <a:pt x="15" y="381"/>
                    </a:cubicBezTo>
                    <a:cubicBezTo>
                      <a:pt x="15" y="361"/>
                      <a:pt x="15" y="342"/>
                      <a:pt x="15" y="323"/>
                    </a:cubicBezTo>
                    <a:cubicBezTo>
                      <a:pt x="14" y="310"/>
                      <a:pt x="14" y="297"/>
                      <a:pt x="14" y="285"/>
                    </a:cubicBezTo>
                    <a:cubicBezTo>
                      <a:pt x="13" y="275"/>
                      <a:pt x="13" y="264"/>
                      <a:pt x="12" y="254"/>
                    </a:cubicBezTo>
                    <a:cubicBezTo>
                      <a:pt x="10" y="212"/>
                      <a:pt x="7" y="170"/>
                      <a:pt x="4" y="128"/>
                    </a:cubicBezTo>
                    <a:cubicBezTo>
                      <a:pt x="3" y="117"/>
                      <a:pt x="3" y="107"/>
                      <a:pt x="2" y="97"/>
                    </a:cubicBezTo>
                    <a:cubicBezTo>
                      <a:pt x="1" y="88"/>
                      <a:pt x="1" y="79"/>
                      <a:pt x="1" y="70"/>
                    </a:cubicBezTo>
                    <a:cubicBezTo>
                      <a:pt x="1" y="59"/>
                      <a:pt x="0" y="47"/>
                      <a:pt x="1" y="36"/>
                    </a:cubicBezTo>
                    <a:cubicBezTo>
                      <a:pt x="1" y="32"/>
                      <a:pt x="2" y="26"/>
                      <a:pt x="3" y="22"/>
                    </a:cubicBezTo>
                    <a:cubicBezTo>
                      <a:pt x="4" y="18"/>
                      <a:pt x="4" y="15"/>
                      <a:pt x="5" y="11"/>
                    </a:cubicBezTo>
                    <a:cubicBezTo>
                      <a:pt x="6" y="6"/>
                      <a:pt x="9" y="1"/>
                      <a:pt x="15" y="0"/>
                    </a:cubicBezTo>
                    <a:cubicBezTo>
                      <a:pt x="16" y="0"/>
                      <a:pt x="18" y="0"/>
                      <a:pt x="19" y="0"/>
                    </a:cubicBezTo>
                    <a:cubicBezTo>
                      <a:pt x="25" y="1"/>
                      <a:pt x="28" y="7"/>
                      <a:pt x="27" y="12"/>
                    </a:cubicBezTo>
                    <a:cubicBezTo>
                      <a:pt x="27" y="14"/>
                      <a:pt x="26" y="15"/>
                      <a:pt x="25" y="17"/>
                    </a:cubicBezTo>
                    <a:lnTo>
                      <a:pt x="25" y="18"/>
                    </a:lnTo>
                    <a:cubicBezTo>
                      <a:pt x="23" y="24"/>
                      <a:pt x="22" y="30"/>
                      <a:pt x="21" y="36"/>
                    </a:cubicBezTo>
                    <a:cubicBezTo>
                      <a:pt x="21" y="39"/>
                      <a:pt x="21" y="42"/>
                      <a:pt x="21" y="45"/>
                    </a:cubicBezTo>
                    <a:cubicBezTo>
                      <a:pt x="20" y="48"/>
                      <a:pt x="21" y="51"/>
                      <a:pt x="20" y="55"/>
                    </a:cubicBezTo>
                    <a:cubicBezTo>
                      <a:pt x="20" y="60"/>
                      <a:pt x="20" y="66"/>
                      <a:pt x="20" y="72"/>
                    </a:cubicBezTo>
                    <a:cubicBezTo>
                      <a:pt x="20" y="71"/>
                      <a:pt x="20" y="71"/>
                      <a:pt x="20" y="71"/>
                    </a:cubicBezTo>
                    <a:lnTo>
                      <a:pt x="20" y="72"/>
                    </a:lnTo>
                    <a:cubicBezTo>
                      <a:pt x="21" y="114"/>
                      <a:pt x="24" y="156"/>
                      <a:pt x="27" y="198"/>
                    </a:cubicBezTo>
                    <a:cubicBezTo>
                      <a:pt x="28" y="217"/>
                      <a:pt x="29" y="237"/>
                      <a:pt x="30" y="258"/>
                    </a:cubicBezTo>
                    <a:cubicBezTo>
                      <a:pt x="30" y="267"/>
                      <a:pt x="31" y="276"/>
                      <a:pt x="31" y="286"/>
                    </a:cubicBezTo>
                    <a:cubicBezTo>
                      <a:pt x="31" y="298"/>
                      <a:pt x="32" y="311"/>
                      <a:pt x="32" y="324"/>
                    </a:cubicBezTo>
                    <a:cubicBezTo>
                      <a:pt x="32" y="335"/>
                      <a:pt x="32" y="347"/>
                      <a:pt x="32" y="358"/>
                    </a:cubicBezTo>
                    <a:lnTo>
                      <a:pt x="32" y="357"/>
                    </a:lnTo>
                    <a:cubicBezTo>
                      <a:pt x="32" y="365"/>
                      <a:pt x="32" y="373"/>
                      <a:pt x="32" y="381"/>
                    </a:cubicBezTo>
                    <a:lnTo>
                      <a:pt x="32" y="380"/>
                    </a:lnTo>
                    <a:cubicBezTo>
                      <a:pt x="32" y="381"/>
                      <a:pt x="32" y="381"/>
                      <a:pt x="32" y="382"/>
                    </a:cubicBezTo>
                    <a:lnTo>
                      <a:pt x="32" y="381"/>
                    </a:lnTo>
                    <a:cubicBezTo>
                      <a:pt x="32" y="382"/>
                      <a:pt x="32" y="384"/>
                      <a:pt x="32" y="385"/>
                    </a:cubicBezTo>
                    <a:cubicBezTo>
                      <a:pt x="32" y="385"/>
                      <a:pt x="32" y="386"/>
                      <a:pt x="32" y="388"/>
                    </a:cubicBezTo>
                    <a:lnTo>
                      <a:pt x="32" y="389"/>
                    </a:lnTo>
                    <a:cubicBezTo>
                      <a:pt x="32" y="390"/>
                      <a:pt x="32" y="391"/>
                      <a:pt x="32" y="392"/>
                    </a:cubicBezTo>
                    <a:cubicBezTo>
                      <a:pt x="32" y="391"/>
                      <a:pt x="32" y="391"/>
                      <a:pt x="32" y="391"/>
                    </a:cubicBezTo>
                    <a:lnTo>
                      <a:pt x="32" y="392"/>
                    </a:lnTo>
                    <a:cubicBezTo>
                      <a:pt x="32" y="395"/>
                      <a:pt x="32" y="398"/>
                      <a:pt x="32" y="401"/>
                    </a:cubicBezTo>
                    <a:cubicBezTo>
                      <a:pt x="32" y="400"/>
                      <a:pt x="32" y="400"/>
                      <a:pt x="32" y="400"/>
                    </a:cubicBezTo>
                    <a:cubicBezTo>
                      <a:pt x="33" y="412"/>
                      <a:pt x="33" y="424"/>
                      <a:pt x="32" y="437"/>
                    </a:cubicBezTo>
                    <a:cubicBezTo>
                      <a:pt x="33" y="452"/>
                      <a:pt x="32" y="467"/>
                      <a:pt x="32" y="481"/>
                    </a:cubicBezTo>
                    <a:cubicBezTo>
                      <a:pt x="32" y="498"/>
                      <a:pt x="32" y="515"/>
                      <a:pt x="32" y="532"/>
                    </a:cubicBezTo>
                    <a:cubicBezTo>
                      <a:pt x="31" y="537"/>
                      <a:pt x="27" y="541"/>
                      <a:pt x="22" y="541"/>
                    </a:cubicBezTo>
                    <a:cubicBezTo>
                      <a:pt x="21" y="541"/>
                      <a:pt x="21" y="541"/>
                      <a:pt x="21" y="5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4" name="Google Shape;2774;p30"/>
              <p:cNvSpPr/>
              <p:nvPr/>
            </p:nvSpPr>
            <p:spPr>
              <a:xfrm>
                <a:off x="1667160" y="2273040"/>
                <a:ext cx="36720" cy="34560"/>
              </a:xfrm>
              <a:custGeom>
                <a:avLst/>
                <a:gdLst/>
                <a:ahLst/>
                <a:cxnLst/>
                <a:rect l="l" t="t" r="r" b="b"/>
                <a:pathLst>
                  <a:path w="102" h="96" extrusionOk="0">
                    <a:moveTo>
                      <a:pt x="79" y="86"/>
                    </a:moveTo>
                    <a:cubicBezTo>
                      <a:pt x="78" y="80"/>
                      <a:pt x="76" y="74"/>
                      <a:pt x="74" y="68"/>
                    </a:cubicBezTo>
                    <a:cubicBezTo>
                      <a:pt x="74" y="65"/>
                      <a:pt x="73" y="62"/>
                      <a:pt x="71" y="59"/>
                    </a:cubicBezTo>
                    <a:cubicBezTo>
                      <a:pt x="70" y="56"/>
                      <a:pt x="69" y="53"/>
                      <a:pt x="67" y="50"/>
                    </a:cubicBezTo>
                    <a:cubicBezTo>
                      <a:pt x="65" y="47"/>
                      <a:pt x="63" y="45"/>
                      <a:pt x="62" y="42"/>
                    </a:cubicBezTo>
                    <a:cubicBezTo>
                      <a:pt x="60" y="40"/>
                      <a:pt x="59" y="39"/>
                      <a:pt x="57" y="37"/>
                    </a:cubicBezTo>
                    <a:cubicBezTo>
                      <a:pt x="56" y="36"/>
                      <a:pt x="55" y="35"/>
                      <a:pt x="53" y="34"/>
                    </a:cubicBezTo>
                    <a:cubicBezTo>
                      <a:pt x="52" y="33"/>
                      <a:pt x="51" y="32"/>
                      <a:pt x="50" y="32"/>
                    </a:cubicBezTo>
                    <a:cubicBezTo>
                      <a:pt x="50" y="32"/>
                      <a:pt x="49" y="32"/>
                      <a:pt x="49" y="31"/>
                    </a:cubicBezTo>
                    <a:lnTo>
                      <a:pt x="48" y="31"/>
                    </a:lnTo>
                    <a:lnTo>
                      <a:pt x="47" y="31"/>
                    </a:lnTo>
                    <a:cubicBezTo>
                      <a:pt x="46" y="31"/>
                      <a:pt x="46" y="32"/>
                      <a:pt x="45" y="32"/>
                    </a:cubicBezTo>
                    <a:cubicBezTo>
                      <a:pt x="43" y="35"/>
                      <a:pt x="42" y="38"/>
                      <a:pt x="39" y="41"/>
                    </a:cubicBezTo>
                    <a:cubicBezTo>
                      <a:pt x="34" y="50"/>
                      <a:pt x="30" y="60"/>
                      <a:pt x="25" y="69"/>
                    </a:cubicBezTo>
                    <a:cubicBezTo>
                      <a:pt x="24" y="75"/>
                      <a:pt x="22" y="81"/>
                      <a:pt x="20" y="86"/>
                    </a:cubicBezTo>
                    <a:cubicBezTo>
                      <a:pt x="16" y="95"/>
                      <a:pt x="2" y="93"/>
                      <a:pt x="0" y="83"/>
                    </a:cubicBezTo>
                    <a:cubicBezTo>
                      <a:pt x="0" y="81"/>
                      <a:pt x="0" y="79"/>
                      <a:pt x="1" y="77"/>
                    </a:cubicBezTo>
                    <a:cubicBezTo>
                      <a:pt x="2" y="75"/>
                      <a:pt x="2" y="73"/>
                      <a:pt x="3" y="71"/>
                    </a:cubicBezTo>
                    <a:cubicBezTo>
                      <a:pt x="4" y="69"/>
                      <a:pt x="5" y="67"/>
                      <a:pt x="6" y="64"/>
                    </a:cubicBezTo>
                    <a:lnTo>
                      <a:pt x="6" y="65"/>
                    </a:lnTo>
                    <a:cubicBezTo>
                      <a:pt x="6" y="63"/>
                      <a:pt x="7" y="62"/>
                      <a:pt x="7" y="61"/>
                    </a:cubicBezTo>
                    <a:cubicBezTo>
                      <a:pt x="10" y="54"/>
                      <a:pt x="12" y="47"/>
                      <a:pt x="14" y="40"/>
                    </a:cubicBezTo>
                    <a:cubicBezTo>
                      <a:pt x="17" y="33"/>
                      <a:pt x="19" y="27"/>
                      <a:pt x="21" y="20"/>
                    </a:cubicBezTo>
                    <a:cubicBezTo>
                      <a:pt x="22" y="18"/>
                      <a:pt x="23" y="16"/>
                      <a:pt x="23" y="14"/>
                    </a:cubicBezTo>
                    <a:cubicBezTo>
                      <a:pt x="25" y="11"/>
                      <a:pt x="26" y="7"/>
                      <a:pt x="28" y="5"/>
                    </a:cubicBezTo>
                    <a:cubicBezTo>
                      <a:pt x="31" y="3"/>
                      <a:pt x="34" y="1"/>
                      <a:pt x="37" y="0"/>
                    </a:cubicBezTo>
                    <a:cubicBezTo>
                      <a:pt x="38" y="0"/>
                      <a:pt x="39" y="1"/>
                      <a:pt x="41" y="1"/>
                    </a:cubicBezTo>
                    <a:cubicBezTo>
                      <a:pt x="45" y="1"/>
                      <a:pt x="48" y="5"/>
                      <a:pt x="49" y="10"/>
                    </a:cubicBezTo>
                    <a:cubicBezTo>
                      <a:pt x="53" y="10"/>
                      <a:pt x="57" y="12"/>
                      <a:pt x="60" y="14"/>
                    </a:cubicBezTo>
                    <a:cubicBezTo>
                      <a:pt x="70" y="19"/>
                      <a:pt x="77" y="29"/>
                      <a:pt x="83" y="38"/>
                    </a:cubicBezTo>
                    <a:cubicBezTo>
                      <a:pt x="88" y="46"/>
                      <a:pt x="92" y="56"/>
                      <a:pt x="95" y="65"/>
                    </a:cubicBezTo>
                    <a:cubicBezTo>
                      <a:pt x="96" y="71"/>
                      <a:pt x="98" y="76"/>
                      <a:pt x="99" y="82"/>
                    </a:cubicBezTo>
                    <a:cubicBezTo>
                      <a:pt x="101" y="88"/>
                      <a:pt x="96" y="93"/>
                      <a:pt x="91" y="95"/>
                    </a:cubicBezTo>
                    <a:cubicBezTo>
                      <a:pt x="91" y="95"/>
                      <a:pt x="90" y="95"/>
                      <a:pt x="89" y="95"/>
                    </a:cubicBezTo>
                    <a:cubicBezTo>
                      <a:pt x="84" y="95"/>
                      <a:pt x="80" y="91"/>
                      <a:pt x="79" y="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5" name="Google Shape;2775;p30"/>
              <p:cNvSpPr/>
              <p:nvPr/>
            </p:nvSpPr>
            <p:spPr>
              <a:xfrm>
                <a:off x="1729080" y="2281320"/>
                <a:ext cx="10440" cy="140400"/>
              </a:xfrm>
              <a:custGeom>
                <a:avLst/>
                <a:gdLst/>
                <a:ahLst/>
                <a:cxnLst/>
                <a:rect l="l" t="t" r="r" b="b"/>
                <a:pathLst>
                  <a:path w="29" h="390" extrusionOk="0">
                    <a:moveTo>
                      <a:pt x="14" y="389"/>
                    </a:moveTo>
                    <a:cubicBezTo>
                      <a:pt x="9" y="389"/>
                      <a:pt x="5" y="385"/>
                      <a:pt x="5" y="379"/>
                    </a:cubicBezTo>
                    <a:cubicBezTo>
                      <a:pt x="6" y="366"/>
                      <a:pt x="6" y="353"/>
                      <a:pt x="7" y="340"/>
                    </a:cubicBezTo>
                    <a:cubicBezTo>
                      <a:pt x="6" y="297"/>
                      <a:pt x="4" y="254"/>
                      <a:pt x="1" y="210"/>
                    </a:cubicBezTo>
                    <a:cubicBezTo>
                      <a:pt x="1" y="205"/>
                      <a:pt x="1" y="198"/>
                      <a:pt x="1" y="192"/>
                    </a:cubicBezTo>
                    <a:cubicBezTo>
                      <a:pt x="1" y="184"/>
                      <a:pt x="0" y="175"/>
                      <a:pt x="0" y="167"/>
                    </a:cubicBezTo>
                    <a:cubicBezTo>
                      <a:pt x="0" y="168"/>
                      <a:pt x="0" y="168"/>
                      <a:pt x="0" y="168"/>
                    </a:cubicBezTo>
                    <a:cubicBezTo>
                      <a:pt x="0" y="147"/>
                      <a:pt x="0" y="126"/>
                      <a:pt x="0" y="105"/>
                    </a:cubicBezTo>
                    <a:cubicBezTo>
                      <a:pt x="1" y="83"/>
                      <a:pt x="1" y="61"/>
                      <a:pt x="3" y="39"/>
                    </a:cubicBezTo>
                    <a:cubicBezTo>
                      <a:pt x="3" y="36"/>
                      <a:pt x="3" y="32"/>
                      <a:pt x="3" y="29"/>
                    </a:cubicBezTo>
                    <a:cubicBezTo>
                      <a:pt x="3" y="25"/>
                      <a:pt x="4" y="22"/>
                      <a:pt x="4" y="18"/>
                    </a:cubicBezTo>
                    <a:cubicBezTo>
                      <a:pt x="5" y="15"/>
                      <a:pt x="5" y="11"/>
                      <a:pt x="7" y="7"/>
                    </a:cubicBezTo>
                    <a:cubicBezTo>
                      <a:pt x="10" y="1"/>
                      <a:pt x="18" y="0"/>
                      <a:pt x="23" y="4"/>
                    </a:cubicBezTo>
                    <a:cubicBezTo>
                      <a:pt x="24" y="4"/>
                      <a:pt x="24" y="5"/>
                      <a:pt x="24" y="5"/>
                    </a:cubicBezTo>
                    <a:cubicBezTo>
                      <a:pt x="27" y="9"/>
                      <a:pt x="28" y="13"/>
                      <a:pt x="25" y="17"/>
                    </a:cubicBezTo>
                    <a:cubicBezTo>
                      <a:pt x="25" y="20"/>
                      <a:pt x="25" y="22"/>
                      <a:pt x="24" y="25"/>
                    </a:cubicBezTo>
                    <a:cubicBezTo>
                      <a:pt x="22" y="37"/>
                      <a:pt x="22" y="48"/>
                      <a:pt x="21" y="60"/>
                    </a:cubicBezTo>
                    <a:cubicBezTo>
                      <a:pt x="21" y="71"/>
                      <a:pt x="21" y="83"/>
                      <a:pt x="20" y="94"/>
                    </a:cubicBezTo>
                    <a:cubicBezTo>
                      <a:pt x="19" y="105"/>
                      <a:pt x="19" y="115"/>
                      <a:pt x="19" y="126"/>
                    </a:cubicBezTo>
                    <a:cubicBezTo>
                      <a:pt x="19" y="138"/>
                      <a:pt x="19" y="148"/>
                      <a:pt x="19" y="159"/>
                    </a:cubicBezTo>
                    <a:cubicBezTo>
                      <a:pt x="19" y="162"/>
                      <a:pt x="19" y="165"/>
                      <a:pt x="19" y="168"/>
                    </a:cubicBezTo>
                    <a:lnTo>
                      <a:pt x="19" y="167"/>
                    </a:lnTo>
                    <a:cubicBezTo>
                      <a:pt x="19" y="189"/>
                      <a:pt x="19" y="210"/>
                      <a:pt x="21" y="231"/>
                    </a:cubicBezTo>
                    <a:cubicBezTo>
                      <a:pt x="22" y="252"/>
                      <a:pt x="23" y="273"/>
                      <a:pt x="24" y="294"/>
                    </a:cubicBezTo>
                    <a:cubicBezTo>
                      <a:pt x="24" y="310"/>
                      <a:pt x="25" y="325"/>
                      <a:pt x="25" y="341"/>
                    </a:cubicBezTo>
                    <a:cubicBezTo>
                      <a:pt x="25" y="340"/>
                      <a:pt x="25" y="340"/>
                      <a:pt x="25" y="340"/>
                    </a:cubicBezTo>
                    <a:cubicBezTo>
                      <a:pt x="25" y="353"/>
                      <a:pt x="25" y="367"/>
                      <a:pt x="25" y="380"/>
                    </a:cubicBezTo>
                    <a:cubicBezTo>
                      <a:pt x="25" y="385"/>
                      <a:pt x="20" y="389"/>
                      <a:pt x="15" y="389"/>
                    </a:cubicBezTo>
                    <a:lnTo>
                      <a:pt x="14" y="38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6" name="Google Shape;2776;p30"/>
              <p:cNvSpPr/>
              <p:nvPr/>
            </p:nvSpPr>
            <p:spPr>
              <a:xfrm>
                <a:off x="1712520" y="2286000"/>
                <a:ext cx="31680" cy="41040"/>
              </a:xfrm>
              <a:custGeom>
                <a:avLst/>
                <a:gdLst/>
                <a:ahLst/>
                <a:cxnLst/>
                <a:rect l="l" t="t" r="r" b="b"/>
                <a:pathLst>
                  <a:path w="88" h="114" extrusionOk="0">
                    <a:moveTo>
                      <a:pt x="8" y="112"/>
                    </a:moveTo>
                    <a:cubicBezTo>
                      <a:pt x="6" y="111"/>
                      <a:pt x="4" y="110"/>
                      <a:pt x="3" y="109"/>
                    </a:cubicBezTo>
                    <a:cubicBezTo>
                      <a:pt x="1" y="107"/>
                      <a:pt x="0" y="104"/>
                      <a:pt x="0" y="101"/>
                    </a:cubicBezTo>
                    <a:cubicBezTo>
                      <a:pt x="0" y="99"/>
                      <a:pt x="1" y="96"/>
                      <a:pt x="1" y="93"/>
                    </a:cubicBezTo>
                    <a:cubicBezTo>
                      <a:pt x="2" y="89"/>
                      <a:pt x="3" y="87"/>
                      <a:pt x="4" y="83"/>
                    </a:cubicBezTo>
                    <a:cubicBezTo>
                      <a:pt x="7" y="74"/>
                      <a:pt x="10" y="66"/>
                      <a:pt x="14" y="58"/>
                    </a:cubicBezTo>
                    <a:cubicBezTo>
                      <a:pt x="17" y="51"/>
                      <a:pt x="21" y="44"/>
                      <a:pt x="25" y="37"/>
                    </a:cubicBezTo>
                    <a:cubicBezTo>
                      <a:pt x="25" y="35"/>
                      <a:pt x="26" y="33"/>
                      <a:pt x="27" y="31"/>
                    </a:cubicBezTo>
                    <a:cubicBezTo>
                      <a:pt x="29" y="27"/>
                      <a:pt x="30" y="22"/>
                      <a:pt x="32" y="18"/>
                    </a:cubicBezTo>
                    <a:cubicBezTo>
                      <a:pt x="34" y="13"/>
                      <a:pt x="38" y="6"/>
                      <a:pt x="45" y="6"/>
                    </a:cubicBezTo>
                    <a:cubicBezTo>
                      <a:pt x="46" y="4"/>
                      <a:pt x="47" y="3"/>
                      <a:pt x="49" y="3"/>
                    </a:cubicBezTo>
                    <a:cubicBezTo>
                      <a:pt x="51" y="1"/>
                      <a:pt x="54" y="0"/>
                      <a:pt x="56" y="0"/>
                    </a:cubicBezTo>
                    <a:cubicBezTo>
                      <a:pt x="59" y="0"/>
                      <a:pt x="61" y="1"/>
                      <a:pt x="64" y="3"/>
                    </a:cubicBezTo>
                    <a:cubicBezTo>
                      <a:pt x="68" y="6"/>
                      <a:pt x="71" y="13"/>
                      <a:pt x="73" y="18"/>
                    </a:cubicBezTo>
                    <a:cubicBezTo>
                      <a:pt x="74" y="22"/>
                      <a:pt x="75" y="26"/>
                      <a:pt x="75" y="30"/>
                    </a:cubicBezTo>
                    <a:cubicBezTo>
                      <a:pt x="76" y="33"/>
                      <a:pt x="77" y="35"/>
                      <a:pt x="77" y="38"/>
                    </a:cubicBezTo>
                    <a:cubicBezTo>
                      <a:pt x="77" y="41"/>
                      <a:pt x="78" y="45"/>
                      <a:pt x="78" y="48"/>
                    </a:cubicBezTo>
                    <a:cubicBezTo>
                      <a:pt x="78" y="47"/>
                      <a:pt x="78" y="47"/>
                      <a:pt x="78" y="47"/>
                    </a:cubicBezTo>
                    <a:lnTo>
                      <a:pt x="78" y="48"/>
                    </a:lnTo>
                    <a:cubicBezTo>
                      <a:pt x="78" y="49"/>
                      <a:pt x="78" y="50"/>
                      <a:pt x="79" y="52"/>
                    </a:cubicBezTo>
                    <a:cubicBezTo>
                      <a:pt x="79" y="53"/>
                      <a:pt x="79" y="54"/>
                      <a:pt x="79" y="56"/>
                    </a:cubicBezTo>
                    <a:cubicBezTo>
                      <a:pt x="81" y="63"/>
                      <a:pt x="82" y="71"/>
                      <a:pt x="84" y="80"/>
                    </a:cubicBezTo>
                    <a:cubicBezTo>
                      <a:pt x="84" y="81"/>
                      <a:pt x="85" y="83"/>
                      <a:pt x="85" y="85"/>
                    </a:cubicBezTo>
                    <a:cubicBezTo>
                      <a:pt x="87" y="90"/>
                      <a:pt x="84" y="96"/>
                      <a:pt x="79" y="98"/>
                    </a:cubicBezTo>
                    <a:cubicBezTo>
                      <a:pt x="74" y="100"/>
                      <a:pt x="68" y="97"/>
                      <a:pt x="66" y="91"/>
                    </a:cubicBezTo>
                    <a:cubicBezTo>
                      <a:pt x="63" y="82"/>
                      <a:pt x="61" y="73"/>
                      <a:pt x="60" y="64"/>
                    </a:cubicBezTo>
                    <a:lnTo>
                      <a:pt x="60" y="63"/>
                    </a:lnTo>
                    <a:cubicBezTo>
                      <a:pt x="60" y="62"/>
                      <a:pt x="60" y="61"/>
                      <a:pt x="60" y="60"/>
                    </a:cubicBezTo>
                    <a:lnTo>
                      <a:pt x="60" y="61"/>
                    </a:lnTo>
                    <a:cubicBezTo>
                      <a:pt x="60" y="60"/>
                      <a:pt x="60" y="59"/>
                      <a:pt x="60" y="58"/>
                    </a:cubicBezTo>
                    <a:lnTo>
                      <a:pt x="60" y="59"/>
                    </a:lnTo>
                    <a:cubicBezTo>
                      <a:pt x="60" y="59"/>
                      <a:pt x="60" y="58"/>
                      <a:pt x="59" y="57"/>
                    </a:cubicBezTo>
                    <a:cubicBezTo>
                      <a:pt x="58" y="52"/>
                      <a:pt x="58" y="47"/>
                      <a:pt x="57" y="42"/>
                    </a:cubicBezTo>
                    <a:cubicBezTo>
                      <a:pt x="56" y="37"/>
                      <a:pt x="56" y="32"/>
                      <a:pt x="54" y="27"/>
                    </a:cubicBezTo>
                    <a:cubicBezTo>
                      <a:pt x="51" y="32"/>
                      <a:pt x="48" y="37"/>
                      <a:pt x="44" y="42"/>
                    </a:cubicBezTo>
                    <a:cubicBezTo>
                      <a:pt x="42" y="50"/>
                      <a:pt x="40" y="57"/>
                      <a:pt x="37" y="65"/>
                    </a:cubicBezTo>
                    <a:cubicBezTo>
                      <a:pt x="35" y="71"/>
                      <a:pt x="33" y="78"/>
                      <a:pt x="31" y="84"/>
                    </a:cubicBezTo>
                    <a:cubicBezTo>
                      <a:pt x="30" y="87"/>
                      <a:pt x="29" y="91"/>
                      <a:pt x="28" y="94"/>
                    </a:cubicBezTo>
                    <a:cubicBezTo>
                      <a:pt x="27" y="95"/>
                      <a:pt x="26" y="97"/>
                      <a:pt x="26" y="99"/>
                    </a:cubicBezTo>
                    <a:cubicBezTo>
                      <a:pt x="25" y="100"/>
                      <a:pt x="25" y="102"/>
                      <a:pt x="24" y="103"/>
                    </a:cubicBezTo>
                    <a:cubicBezTo>
                      <a:pt x="23" y="105"/>
                      <a:pt x="22" y="107"/>
                      <a:pt x="21" y="109"/>
                    </a:cubicBezTo>
                    <a:cubicBezTo>
                      <a:pt x="19" y="112"/>
                      <a:pt x="15" y="113"/>
                      <a:pt x="12" y="113"/>
                    </a:cubicBezTo>
                    <a:cubicBezTo>
                      <a:pt x="11" y="113"/>
                      <a:pt x="9" y="113"/>
                      <a:pt x="8" y="1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7" name="Google Shape;2777;p30"/>
              <p:cNvSpPr/>
              <p:nvPr/>
            </p:nvSpPr>
            <p:spPr>
              <a:xfrm>
                <a:off x="1775160" y="2295720"/>
                <a:ext cx="15120" cy="77040"/>
              </a:xfrm>
              <a:custGeom>
                <a:avLst/>
                <a:gdLst/>
                <a:ahLst/>
                <a:cxnLst/>
                <a:rect l="l" t="t" r="r" b="b"/>
                <a:pathLst>
                  <a:path w="42" h="214" extrusionOk="0">
                    <a:moveTo>
                      <a:pt x="29" y="213"/>
                    </a:moveTo>
                    <a:cubicBezTo>
                      <a:pt x="22" y="213"/>
                      <a:pt x="19" y="207"/>
                      <a:pt x="19" y="201"/>
                    </a:cubicBezTo>
                    <a:cubicBezTo>
                      <a:pt x="20" y="199"/>
                      <a:pt x="20" y="197"/>
                      <a:pt x="20" y="195"/>
                    </a:cubicBezTo>
                    <a:cubicBezTo>
                      <a:pt x="21" y="188"/>
                      <a:pt x="21" y="181"/>
                      <a:pt x="21" y="174"/>
                    </a:cubicBezTo>
                    <a:cubicBezTo>
                      <a:pt x="21" y="167"/>
                      <a:pt x="20" y="159"/>
                      <a:pt x="20" y="152"/>
                    </a:cubicBezTo>
                    <a:cubicBezTo>
                      <a:pt x="19" y="144"/>
                      <a:pt x="19" y="135"/>
                      <a:pt x="18" y="127"/>
                    </a:cubicBezTo>
                    <a:lnTo>
                      <a:pt x="18" y="128"/>
                    </a:lnTo>
                    <a:cubicBezTo>
                      <a:pt x="17" y="122"/>
                      <a:pt x="16" y="116"/>
                      <a:pt x="15" y="109"/>
                    </a:cubicBezTo>
                    <a:lnTo>
                      <a:pt x="16" y="109"/>
                    </a:lnTo>
                    <a:cubicBezTo>
                      <a:pt x="13" y="93"/>
                      <a:pt x="10" y="78"/>
                      <a:pt x="6" y="62"/>
                    </a:cubicBezTo>
                    <a:cubicBezTo>
                      <a:pt x="5" y="54"/>
                      <a:pt x="3" y="45"/>
                      <a:pt x="2" y="36"/>
                    </a:cubicBezTo>
                    <a:cubicBezTo>
                      <a:pt x="1" y="29"/>
                      <a:pt x="0" y="22"/>
                      <a:pt x="1" y="14"/>
                    </a:cubicBezTo>
                    <a:cubicBezTo>
                      <a:pt x="1" y="10"/>
                      <a:pt x="2" y="6"/>
                      <a:pt x="5" y="3"/>
                    </a:cubicBezTo>
                    <a:cubicBezTo>
                      <a:pt x="8" y="1"/>
                      <a:pt x="12" y="0"/>
                      <a:pt x="15" y="1"/>
                    </a:cubicBezTo>
                    <a:cubicBezTo>
                      <a:pt x="20" y="2"/>
                      <a:pt x="24" y="7"/>
                      <a:pt x="23" y="13"/>
                    </a:cubicBezTo>
                    <a:cubicBezTo>
                      <a:pt x="23" y="14"/>
                      <a:pt x="22" y="15"/>
                      <a:pt x="22" y="17"/>
                    </a:cubicBezTo>
                    <a:cubicBezTo>
                      <a:pt x="21" y="19"/>
                      <a:pt x="21" y="21"/>
                      <a:pt x="21" y="24"/>
                    </a:cubicBezTo>
                    <a:cubicBezTo>
                      <a:pt x="22" y="28"/>
                      <a:pt x="22" y="32"/>
                      <a:pt x="22" y="36"/>
                    </a:cubicBezTo>
                    <a:cubicBezTo>
                      <a:pt x="26" y="58"/>
                      <a:pt x="30" y="80"/>
                      <a:pt x="34" y="102"/>
                    </a:cubicBezTo>
                    <a:cubicBezTo>
                      <a:pt x="37" y="123"/>
                      <a:pt x="39" y="145"/>
                      <a:pt x="40" y="166"/>
                    </a:cubicBezTo>
                    <a:cubicBezTo>
                      <a:pt x="41" y="179"/>
                      <a:pt x="41" y="191"/>
                      <a:pt x="40" y="204"/>
                    </a:cubicBezTo>
                    <a:cubicBezTo>
                      <a:pt x="39" y="209"/>
                      <a:pt x="35" y="213"/>
                      <a:pt x="29" y="2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8" name="Google Shape;2778;p30"/>
              <p:cNvSpPr/>
              <p:nvPr/>
            </p:nvSpPr>
            <p:spPr>
              <a:xfrm>
                <a:off x="1759680" y="2304720"/>
                <a:ext cx="36720" cy="35280"/>
              </a:xfrm>
              <a:custGeom>
                <a:avLst/>
                <a:gdLst/>
                <a:ahLst/>
                <a:cxnLst/>
                <a:rect l="l" t="t" r="r" b="b"/>
                <a:pathLst>
                  <a:path w="102" h="98" extrusionOk="0">
                    <a:moveTo>
                      <a:pt x="81" y="88"/>
                    </a:moveTo>
                    <a:cubicBezTo>
                      <a:pt x="80" y="82"/>
                      <a:pt x="80" y="77"/>
                      <a:pt x="79" y="72"/>
                    </a:cubicBezTo>
                    <a:cubicBezTo>
                      <a:pt x="78" y="66"/>
                      <a:pt x="77" y="60"/>
                      <a:pt x="75" y="55"/>
                    </a:cubicBezTo>
                    <a:lnTo>
                      <a:pt x="75" y="56"/>
                    </a:lnTo>
                    <a:cubicBezTo>
                      <a:pt x="74" y="51"/>
                      <a:pt x="73" y="47"/>
                      <a:pt x="71" y="42"/>
                    </a:cubicBezTo>
                    <a:cubicBezTo>
                      <a:pt x="70" y="40"/>
                      <a:pt x="68" y="37"/>
                      <a:pt x="67" y="35"/>
                    </a:cubicBezTo>
                    <a:cubicBezTo>
                      <a:pt x="66" y="33"/>
                      <a:pt x="65" y="30"/>
                      <a:pt x="63" y="29"/>
                    </a:cubicBezTo>
                    <a:cubicBezTo>
                      <a:pt x="63" y="28"/>
                      <a:pt x="61" y="27"/>
                      <a:pt x="61" y="26"/>
                    </a:cubicBezTo>
                    <a:cubicBezTo>
                      <a:pt x="60" y="26"/>
                      <a:pt x="60" y="25"/>
                      <a:pt x="60" y="25"/>
                    </a:cubicBezTo>
                    <a:cubicBezTo>
                      <a:pt x="57" y="27"/>
                      <a:pt x="53" y="28"/>
                      <a:pt x="50" y="27"/>
                    </a:cubicBezTo>
                    <a:cubicBezTo>
                      <a:pt x="49" y="27"/>
                      <a:pt x="49" y="27"/>
                      <a:pt x="49" y="28"/>
                    </a:cubicBezTo>
                    <a:cubicBezTo>
                      <a:pt x="48" y="29"/>
                      <a:pt x="47" y="30"/>
                      <a:pt x="46" y="31"/>
                    </a:cubicBezTo>
                    <a:cubicBezTo>
                      <a:pt x="44" y="34"/>
                      <a:pt x="42" y="37"/>
                      <a:pt x="40" y="40"/>
                    </a:cubicBezTo>
                    <a:cubicBezTo>
                      <a:pt x="36" y="46"/>
                      <a:pt x="33" y="53"/>
                      <a:pt x="30" y="60"/>
                    </a:cubicBezTo>
                    <a:cubicBezTo>
                      <a:pt x="27" y="65"/>
                      <a:pt x="25" y="71"/>
                      <a:pt x="22" y="77"/>
                    </a:cubicBezTo>
                    <a:cubicBezTo>
                      <a:pt x="19" y="82"/>
                      <a:pt x="14" y="84"/>
                      <a:pt x="9" y="82"/>
                    </a:cubicBezTo>
                    <a:cubicBezTo>
                      <a:pt x="4" y="81"/>
                      <a:pt x="0" y="74"/>
                      <a:pt x="3" y="69"/>
                    </a:cubicBezTo>
                    <a:cubicBezTo>
                      <a:pt x="4" y="65"/>
                      <a:pt x="5" y="61"/>
                      <a:pt x="7" y="58"/>
                    </a:cubicBezTo>
                    <a:cubicBezTo>
                      <a:pt x="8" y="55"/>
                      <a:pt x="9" y="53"/>
                      <a:pt x="10" y="51"/>
                    </a:cubicBezTo>
                    <a:cubicBezTo>
                      <a:pt x="12" y="47"/>
                      <a:pt x="14" y="43"/>
                      <a:pt x="16" y="39"/>
                    </a:cubicBezTo>
                    <a:cubicBezTo>
                      <a:pt x="18" y="35"/>
                      <a:pt x="20" y="30"/>
                      <a:pt x="22" y="26"/>
                    </a:cubicBezTo>
                    <a:cubicBezTo>
                      <a:pt x="24" y="23"/>
                      <a:pt x="25" y="21"/>
                      <a:pt x="27" y="18"/>
                    </a:cubicBezTo>
                    <a:cubicBezTo>
                      <a:pt x="29" y="14"/>
                      <a:pt x="33" y="8"/>
                      <a:pt x="38" y="5"/>
                    </a:cubicBezTo>
                    <a:cubicBezTo>
                      <a:pt x="42" y="2"/>
                      <a:pt x="47" y="0"/>
                      <a:pt x="52" y="0"/>
                    </a:cubicBezTo>
                    <a:cubicBezTo>
                      <a:pt x="57" y="1"/>
                      <a:pt x="63" y="2"/>
                      <a:pt x="67" y="5"/>
                    </a:cubicBezTo>
                    <a:cubicBezTo>
                      <a:pt x="77" y="12"/>
                      <a:pt x="84" y="21"/>
                      <a:pt x="88" y="32"/>
                    </a:cubicBezTo>
                    <a:cubicBezTo>
                      <a:pt x="96" y="49"/>
                      <a:pt x="99" y="68"/>
                      <a:pt x="101" y="86"/>
                    </a:cubicBezTo>
                    <a:cubicBezTo>
                      <a:pt x="101" y="92"/>
                      <a:pt x="96" y="96"/>
                      <a:pt x="91" y="97"/>
                    </a:cubicBezTo>
                    <a:cubicBezTo>
                      <a:pt x="85" y="97"/>
                      <a:pt x="81" y="93"/>
                      <a:pt x="81" y="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9" name="Google Shape;2779;p30"/>
              <p:cNvSpPr/>
              <p:nvPr/>
            </p:nvSpPr>
            <p:spPr>
              <a:xfrm>
                <a:off x="1514520" y="2087640"/>
                <a:ext cx="71640" cy="149400"/>
              </a:xfrm>
              <a:custGeom>
                <a:avLst/>
                <a:gdLst/>
                <a:ahLst/>
                <a:cxnLst/>
                <a:rect l="l" t="t" r="r" b="b"/>
                <a:pathLst>
                  <a:path w="199" h="415" extrusionOk="0">
                    <a:moveTo>
                      <a:pt x="81" y="395"/>
                    </a:moveTo>
                    <a:cubicBezTo>
                      <a:pt x="81" y="395"/>
                      <a:pt x="82" y="395"/>
                      <a:pt x="83" y="395"/>
                    </a:cubicBezTo>
                    <a:cubicBezTo>
                      <a:pt x="84" y="395"/>
                      <a:pt x="85" y="395"/>
                      <a:pt x="86" y="395"/>
                    </a:cubicBezTo>
                    <a:cubicBezTo>
                      <a:pt x="86" y="395"/>
                      <a:pt x="88" y="394"/>
                      <a:pt x="88" y="393"/>
                    </a:cubicBezTo>
                    <a:cubicBezTo>
                      <a:pt x="89" y="393"/>
                      <a:pt x="89" y="393"/>
                      <a:pt x="89" y="393"/>
                    </a:cubicBezTo>
                    <a:cubicBezTo>
                      <a:pt x="90" y="393"/>
                      <a:pt x="91" y="392"/>
                      <a:pt x="92" y="392"/>
                    </a:cubicBezTo>
                    <a:cubicBezTo>
                      <a:pt x="92" y="391"/>
                      <a:pt x="93" y="391"/>
                      <a:pt x="93" y="390"/>
                    </a:cubicBezTo>
                    <a:lnTo>
                      <a:pt x="94" y="389"/>
                    </a:lnTo>
                    <a:cubicBezTo>
                      <a:pt x="96" y="386"/>
                      <a:pt x="97" y="384"/>
                      <a:pt x="99" y="382"/>
                    </a:cubicBezTo>
                    <a:cubicBezTo>
                      <a:pt x="100" y="379"/>
                      <a:pt x="102" y="376"/>
                      <a:pt x="103" y="373"/>
                    </a:cubicBezTo>
                    <a:cubicBezTo>
                      <a:pt x="105" y="368"/>
                      <a:pt x="107" y="364"/>
                      <a:pt x="108" y="360"/>
                    </a:cubicBezTo>
                    <a:cubicBezTo>
                      <a:pt x="109" y="356"/>
                      <a:pt x="110" y="351"/>
                      <a:pt x="110" y="347"/>
                    </a:cubicBezTo>
                    <a:cubicBezTo>
                      <a:pt x="112" y="333"/>
                      <a:pt x="112" y="320"/>
                      <a:pt x="112" y="307"/>
                    </a:cubicBezTo>
                    <a:cubicBezTo>
                      <a:pt x="111" y="302"/>
                      <a:pt x="111" y="297"/>
                      <a:pt x="111" y="292"/>
                    </a:cubicBezTo>
                    <a:cubicBezTo>
                      <a:pt x="111" y="289"/>
                      <a:pt x="111" y="285"/>
                      <a:pt x="110" y="282"/>
                    </a:cubicBezTo>
                    <a:cubicBezTo>
                      <a:pt x="110" y="280"/>
                      <a:pt x="110" y="279"/>
                      <a:pt x="110" y="277"/>
                    </a:cubicBezTo>
                    <a:cubicBezTo>
                      <a:pt x="109" y="268"/>
                      <a:pt x="107" y="257"/>
                      <a:pt x="106" y="247"/>
                    </a:cubicBezTo>
                    <a:lnTo>
                      <a:pt x="106" y="246"/>
                    </a:lnTo>
                    <a:lnTo>
                      <a:pt x="106" y="247"/>
                    </a:lnTo>
                    <a:cubicBezTo>
                      <a:pt x="104" y="236"/>
                      <a:pt x="103" y="226"/>
                      <a:pt x="101" y="216"/>
                    </a:cubicBezTo>
                    <a:cubicBezTo>
                      <a:pt x="100" y="208"/>
                      <a:pt x="98" y="199"/>
                      <a:pt x="97" y="191"/>
                    </a:cubicBezTo>
                    <a:cubicBezTo>
                      <a:pt x="96" y="193"/>
                      <a:pt x="95" y="195"/>
                      <a:pt x="93" y="198"/>
                    </a:cubicBezTo>
                    <a:cubicBezTo>
                      <a:pt x="90" y="205"/>
                      <a:pt x="86" y="213"/>
                      <a:pt x="83" y="221"/>
                    </a:cubicBezTo>
                    <a:cubicBezTo>
                      <a:pt x="75" y="241"/>
                      <a:pt x="67" y="261"/>
                      <a:pt x="62" y="282"/>
                    </a:cubicBezTo>
                    <a:cubicBezTo>
                      <a:pt x="59" y="293"/>
                      <a:pt x="56" y="304"/>
                      <a:pt x="55" y="315"/>
                    </a:cubicBezTo>
                    <a:cubicBezTo>
                      <a:pt x="54" y="320"/>
                      <a:pt x="54" y="326"/>
                      <a:pt x="54" y="332"/>
                    </a:cubicBezTo>
                    <a:cubicBezTo>
                      <a:pt x="54" y="339"/>
                      <a:pt x="54" y="347"/>
                      <a:pt x="56" y="355"/>
                    </a:cubicBezTo>
                    <a:lnTo>
                      <a:pt x="56" y="354"/>
                    </a:lnTo>
                    <a:cubicBezTo>
                      <a:pt x="56" y="358"/>
                      <a:pt x="57" y="363"/>
                      <a:pt x="58" y="367"/>
                    </a:cubicBezTo>
                    <a:cubicBezTo>
                      <a:pt x="59" y="371"/>
                      <a:pt x="61" y="375"/>
                      <a:pt x="63" y="379"/>
                    </a:cubicBezTo>
                    <a:cubicBezTo>
                      <a:pt x="63" y="381"/>
                      <a:pt x="64" y="383"/>
                      <a:pt x="65" y="385"/>
                    </a:cubicBezTo>
                    <a:cubicBezTo>
                      <a:pt x="66" y="386"/>
                      <a:pt x="67" y="387"/>
                      <a:pt x="67" y="388"/>
                    </a:cubicBezTo>
                    <a:cubicBezTo>
                      <a:pt x="68" y="388"/>
                      <a:pt x="68" y="389"/>
                      <a:pt x="69" y="390"/>
                    </a:cubicBezTo>
                    <a:cubicBezTo>
                      <a:pt x="70" y="391"/>
                      <a:pt x="70" y="391"/>
                      <a:pt x="71" y="391"/>
                    </a:cubicBezTo>
                    <a:cubicBezTo>
                      <a:pt x="71" y="392"/>
                      <a:pt x="72" y="392"/>
                      <a:pt x="72" y="393"/>
                    </a:cubicBezTo>
                    <a:cubicBezTo>
                      <a:pt x="74" y="393"/>
                      <a:pt x="75" y="394"/>
                      <a:pt x="76" y="395"/>
                    </a:cubicBezTo>
                    <a:cubicBezTo>
                      <a:pt x="77" y="395"/>
                      <a:pt x="77" y="395"/>
                      <a:pt x="78" y="395"/>
                    </a:cubicBezTo>
                    <a:cubicBezTo>
                      <a:pt x="78" y="395"/>
                      <a:pt x="79" y="395"/>
                      <a:pt x="80" y="395"/>
                    </a:cubicBezTo>
                    <a:lnTo>
                      <a:pt x="81" y="395"/>
                    </a:lnTo>
                    <a:moveTo>
                      <a:pt x="78" y="414"/>
                    </a:moveTo>
                    <a:cubicBezTo>
                      <a:pt x="73" y="414"/>
                      <a:pt x="68" y="412"/>
                      <a:pt x="63" y="409"/>
                    </a:cubicBezTo>
                    <a:cubicBezTo>
                      <a:pt x="58" y="406"/>
                      <a:pt x="54" y="403"/>
                      <a:pt x="50" y="398"/>
                    </a:cubicBezTo>
                    <a:cubicBezTo>
                      <a:pt x="47" y="393"/>
                      <a:pt x="45" y="388"/>
                      <a:pt x="43" y="383"/>
                    </a:cubicBezTo>
                    <a:cubicBezTo>
                      <a:pt x="41" y="377"/>
                      <a:pt x="39" y="371"/>
                      <a:pt x="38" y="364"/>
                    </a:cubicBezTo>
                    <a:cubicBezTo>
                      <a:pt x="37" y="358"/>
                      <a:pt x="36" y="352"/>
                      <a:pt x="36" y="346"/>
                    </a:cubicBezTo>
                    <a:cubicBezTo>
                      <a:pt x="35" y="339"/>
                      <a:pt x="35" y="332"/>
                      <a:pt x="36" y="325"/>
                    </a:cubicBezTo>
                    <a:cubicBezTo>
                      <a:pt x="36" y="311"/>
                      <a:pt x="39" y="297"/>
                      <a:pt x="43" y="284"/>
                    </a:cubicBezTo>
                    <a:cubicBezTo>
                      <a:pt x="46" y="270"/>
                      <a:pt x="50" y="258"/>
                      <a:pt x="55" y="245"/>
                    </a:cubicBezTo>
                    <a:cubicBezTo>
                      <a:pt x="60" y="232"/>
                      <a:pt x="65" y="219"/>
                      <a:pt x="71" y="207"/>
                    </a:cubicBezTo>
                    <a:cubicBezTo>
                      <a:pt x="77" y="194"/>
                      <a:pt x="84" y="183"/>
                      <a:pt x="91" y="171"/>
                    </a:cubicBezTo>
                    <a:cubicBezTo>
                      <a:pt x="92" y="169"/>
                      <a:pt x="93" y="167"/>
                      <a:pt x="93" y="165"/>
                    </a:cubicBezTo>
                    <a:cubicBezTo>
                      <a:pt x="93" y="163"/>
                      <a:pt x="93" y="162"/>
                      <a:pt x="93" y="161"/>
                    </a:cubicBezTo>
                    <a:cubicBezTo>
                      <a:pt x="92" y="150"/>
                      <a:pt x="91" y="140"/>
                      <a:pt x="90" y="129"/>
                    </a:cubicBezTo>
                    <a:cubicBezTo>
                      <a:pt x="90" y="127"/>
                      <a:pt x="90" y="124"/>
                      <a:pt x="89" y="121"/>
                    </a:cubicBezTo>
                    <a:cubicBezTo>
                      <a:pt x="89" y="116"/>
                      <a:pt x="89" y="111"/>
                      <a:pt x="88" y="106"/>
                    </a:cubicBezTo>
                    <a:cubicBezTo>
                      <a:pt x="88" y="107"/>
                      <a:pt x="88" y="109"/>
                      <a:pt x="87" y="110"/>
                    </a:cubicBezTo>
                    <a:cubicBezTo>
                      <a:pt x="83" y="123"/>
                      <a:pt x="78" y="135"/>
                      <a:pt x="71" y="146"/>
                    </a:cubicBezTo>
                    <a:cubicBezTo>
                      <a:pt x="68" y="151"/>
                      <a:pt x="64" y="155"/>
                      <a:pt x="59" y="159"/>
                    </a:cubicBezTo>
                    <a:cubicBezTo>
                      <a:pt x="55" y="162"/>
                      <a:pt x="49" y="162"/>
                      <a:pt x="43" y="160"/>
                    </a:cubicBezTo>
                    <a:cubicBezTo>
                      <a:pt x="38" y="159"/>
                      <a:pt x="35" y="155"/>
                      <a:pt x="32" y="150"/>
                    </a:cubicBezTo>
                    <a:cubicBezTo>
                      <a:pt x="30" y="146"/>
                      <a:pt x="30" y="142"/>
                      <a:pt x="29" y="138"/>
                    </a:cubicBezTo>
                    <a:cubicBezTo>
                      <a:pt x="25" y="121"/>
                      <a:pt x="22" y="104"/>
                      <a:pt x="19" y="86"/>
                    </a:cubicBezTo>
                    <a:cubicBezTo>
                      <a:pt x="18" y="74"/>
                      <a:pt x="16" y="60"/>
                      <a:pt x="14" y="47"/>
                    </a:cubicBezTo>
                    <a:cubicBezTo>
                      <a:pt x="13" y="48"/>
                      <a:pt x="11" y="49"/>
                      <a:pt x="9" y="48"/>
                    </a:cubicBezTo>
                    <a:cubicBezTo>
                      <a:pt x="4" y="47"/>
                      <a:pt x="0" y="41"/>
                      <a:pt x="1" y="36"/>
                    </a:cubicBezTo>
                    <a:cubicBezTo>
                      <a:pt x="1" y="32"/>
                      <a:pt x="3" y="29"/>
                      <a:pt x="3" y="25"/>
                    </a:cubicBezTo>
                    <a:cubicBezTo>
                      <a:pt x="4" y="21"/>
                      <a:pt x="5" y="16"/>
                      <a:pt x="5" y="12"/>
                    </a:cubicBezTo>
                    <a:cubicBezTo>
                      <a:pt x="6" y="9"/>
                      <a:pt x="7" y="8"/>
                      <a:pt x="8" y="6"/>
                    </a:cubicBezTo>
                    <a:cubicBezTo>
                      <a:pt x="9" y="4"/>
                      <a:pt x="10" y="3"/>
                      <a:pt x="12" y="2"/>
                    </a:cubicBezTo>
                    <a:cubicBezTo>
                      <a:pt x="16" y="0"/>
                      <a:pt x="21" y="1"/>
                      <a:pt x="25" y="4"/>
                    </a:cubicBezTo>
                    <a:cubicBezTo>
                      <a:pt x="28" y="7"/>
                      <a:pt x="29" y="10"/>
                      <a:pt x="30" y="14"/>
                    </a:cubicBezTo>
                    <a:cubicBezTo>
                      <a:pt x="30" y="16"/>
                      <a:pt x="30" y="19"/>
                      <a:pt x="31" y="21"/>
                    </a:cubicBezTo>
                    <a:cubicBezTo>
                      <a:pt x="32" y="24"/>
                      <a:pt x="32" y="28"/>
                      <a:pt x="32" y="30"/>
                    </a:cubicBezTo>
                    <a:cubicBezTo>
                      <a:pt x="35" y="47"/>
                      <a:pt x="36" y="65"/>
                      <a:pt x="39" y="82"/>
                    </a:cubicBezTo>
                    <a:cubicBezTo>
                      <a:pt x="39" y="81"/>
                      <a:pt x="38" y="81"/>
                      <a:pt x="38" y="81"/>
                    </a:cubicBezTo>
                    <a:cubicBezTo>
                      <a:pt x="39" y="88"/>
                      <a:pt x="40" y="95"/>
                      <a:pt x="41" y="102"/>
                    </a:cubicBezTo>
                    <a:lnTo>
                      <a:pt x="41" y="101"/>
                    </a:lnTo>
                    <a:cubicBezTo>
                      <a:pt x="42" y="104"/>
                      <a:pt x="42" y="107"/>
                      <a:pt x="43" y="110"/>
                    </a:cubicBezTo>
                    <a:cubicBezTo>
                      <a:pt x="43" y="113"/>
                      <a:pt x="43" y="115"/>
                      <a:pt x="44" y="117"/>
                    </a:cubicBezTo>
                    <a:cubicBezTo>
                      <a:pt x="45" y="121"/>
                      <a:pt x="46" y="125"/>
                      <a:pt x="46" y="128"/>
                    </a:cubicBezTo>
                    <a:cubicBezTo>
                      <a:pt x="47" y="131"/>
                      <a:pt x="48" y="134"/>
                      <a:pt x="49" y="136"/>
                    </a:cubicBezTo>
                    <a:cubicBezTo>
                      <a:pt x="49" y="137"/>
                      <a:pt x="49" y="139"/>
                      <a:pt x="50" y="140"/>
                    </a:cubicBezTo>
                    <a:cubicBezTo>
                      <a:pt x="51" y="139"/>
                      <a:pt x="51" y="138"/>
                      <a:pt x="53" y="137"/>
                    </a:cubicBezTo>
                    <a:cubicBezTo>
                      <a:pt x="54" y="135"/>
                      <a:pt x="55" y="134"/>
                      <a:pt x="56" y="132"/>
                    </a:cubicBezTo>
                    <a:lnTo>
                      <a:pt x="56" y="131"/>
                    </a:lnTo>
                    <a:cubicBezTo>
                      <a:pt x="56" y="132"/>
                      <a:pt x="56" y="132"/>
                      <a:pt x="56" y="132"/>
                    </a:cubicBezTo>
                    <a:cubicBezTo>
                      <a:pt x="58" y="127"/>
                      <a:pt x="61" y="122"/>
                      <a:pt x="64" y="117"/>
                    </a:cubicBezTo>
                    <a:cubicBezTo>
                      <a:pt x="63" y="117"/>
                      <a:pt x="63" y="118"/>
                      <a:pt x="63" y="118"/>
                    </a:cubicBezTo>
                    <a:cubicBezTo>
                      <a:pt x="69" y="103"/>
                      <a:pt x="74" y="88"/>
                      <a:pt x="78" y="72"/>
                    </a:cubicBezTo>
                    <a:cubicBezTo>
                      <a:pt x="82" y="58"/>
                      <a:pt x="85" y="43"/>
                      <a:pt x="87" y="29"/>
                    </a:cubicBezTo>
                    <a:cubicBezTo>
                      <a:pt x="88" y="28"/>
                      <a:pt x="88" y="27"/>
                      <a:pt x="88" y="26"/>
                    </a:cubicBezTo>
                    <a:cubicBezTo>
                      <a:pt x="88" y="23"/>
                      <a:pt x="89" y="21"/>
                      <a:pt x="91" y="19"/>
                    </a:cubicBezTo>
                    <a:cubicBezTo>
                      <a:pt x="93" y="17"/>
                      <a:pt x="96" y="16"/>
                      <a:pt x="99" y="16"/>
                    </a:cubicBezTo>
                    <a:cubicBezTo>
                      <a:pt x="104" y="16"/>
                      <a:pt x="109" y="22"/>
                      <a:pt x="108" y="27"/>
                    </a:cubicBezTo>
                    <a:cubicBezTo>
                      <a:pt x="107" y="50"/>
                      <a:pt x="107" y="73"/>
                      <a:pt x="107" y="96"/>
                    </a:cubicBezTo>
                    <a:cubicBezTo>
                      <a:pt x="107" y="104"/>
                      <a:pt x="107" y="112"/>
                      <a:pt x="108" y="120"/>
                    </a:cubicBezTo>
                    <a:cubicBezTo>
                      <a:pt x="108" y="127"/>
                      <a:pt x="109" y="132"/>
                      <a:pt x="109" y="138"/>
                    </a:cubicBezTo>
                    <a:cubicBezTo>
                      <a:pt x="109" y="139"/>
                      <a:pt x="109" y="139"/>
                      <a:pt x="109" y="140"/>
                    </a:cubicBezTo>
                    <a:cubicBezTo>
                      <a:pt x="113" y="134"/>
                      <a:pt x="116" y="129"/>
                      <a:pt x="120" y="123"/>
                    </a:cubicBezTo>
                    <a:cubicBezTo>
                      <a:pt x="127" y="113"/>
                      <a:pt x="134" y="103"/>
                      <a:pt x="140" y="92"/>
                    </a:cubicBezTo>
                    <a:cubicBezTo>
                      <a:pt x="155" y="69"/>
                      <a:pt x="170" y="47"/>
                      <a:pt x="184" y="24"/>
                    </a:cubicBezTo>
                    <a:cubicBezTo>
                      <a:pt x="187" y="21"/>
                      <a:pt x="191" y="20"/>
                      <a:pt x="194" y="22"/>
                    </a:cubicBezTo>
                    <a:cubicBezTo>
                      <a:pt x="198" y="25"/>
                      <a:pt x="198" y="29"/>
                      <a:pt x="197" y="32"/>
                    </a:cubicBezTo>
                    <a:cubicBezTo>
                      <a:pt x="181" y="56"/>
                      <a:pt x="166" y="80"/>
                      <a:pt x="151" y="104"/>
                    </a:cubicBezTo>
                    <a:cubicBezTo>
                      <a:pt x="137" y="125"/>
                      <a:pt x="124" y="145"/>
                      <a:pt x="111" y="166"/>
                    </a:cubicBezTo>
                    <a:cubicBezTo>
                      <a:pt x="112" y="171"/>
                      <a:pt x="113" y="177"/>
                      <a:pt x="113" y="183"/>
                    </a:cubicBezTo>
                    <a:lnTo>
                      <a:pt x="113" y="184"/>
                    </a:lnTo>
                    <a:lnTo>
                      <a:pt x="113" y="183"/>
                    </a:lnTo>
                    <a:cubicBezTo>
                      <a:pt x="116" y="203"/>
                      <a:pt x="120" y="223"/>
                      <a:pt x="123" y="243"/>
                    </a:cubicBezTo>
                    <a:cubicBezTo>
                      <a:pt x="124" y="253"/>
                      <a:pt x="125" y="263"/>
                      <a:pt x="127" y="273"/>
                    </a:cubicBezTo>
                    <a:cubicBezTo>
                      <a:pt x="127" y="276"/>
                      <a:pt x="128" y="279"/>
                      <a:pt x="128" y="283"/>
                    </a:cubicBezTo>
                    <a:cubicBezTo>
                      <a:pt x="128" y="289"/>
                      <a:pt x="128" y="296"/>
                      <a:pt x="129" y="303"/>
                    </a:cubicBezTo>
                    <a:cubicBezTo>
                      <a:pt x="130" y="312"/>
                      <a:pt x="129" y="321"/>
                      <a:pt x="129" y="330"/>
                    </a:cubicBezTo>
                    <a:cubicBezTo>
                      <a:pt x="129" y="342"/>
                      <a:pt x="128" y="355"/>
                      <a:pt x="125" y="367"/>
                    </a:cubicBezTo>
                    <a:cubicBezTo>
                      <a:pt x="123" y="373"/>
                      <a:pt x="121" y="379"/>
                      <a:pt x="118" y="385"/>
                    </a:cubicBezTo>
                    <a:cubicBezTo>
                      <a:pt x="117" y="388"/>
                      <a:pt x="116" y="391"/>
                      <a:pt x="114" y="393"/>
                    </a:cubicBezTo>
                    <a:cubicBezTo>
                      <a:pt x="112" y="396"/>
                      <a:pt x="110" y="399"/>
                      <a:pt x="109" y="401"/>
                    </a:cubicBezTo>
                    <a:cubicBezTo>
                      <a:pt x="102" y="410"/>
                      <a:pt x="91" y="414"/>
                      <a:pt x="80" y="414"/>
                    </a:cubicBezTo>
                    <a:cubicBezTo>
                      <a:pt x="79" y="414"/>
                      <a:pt x="79" y="414"/>
                      <a:pt x="78" y="4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0" name="Google Shape;2780;p30"/>
              <p:cNvSpPr/>
              <p:nvPr/>
            </p:nvSpPr>
            <p:spPr>
              <a:xfrm>
                <a:off x="1271160" y="2242080"/>
                <a:ext cx="851760" cy="552600"/>
              </a:xfrm>
              <a:custGeom>
                <a:avLst/>
                <a:gdLst/>
                <a:ahLst/>
                <a:cxnLst/>
                <a:rect l="l" t="t" r="r" b="b"/>
                <a:pathLst>
                  <a:path w="2366" h="1535" extrusionOk="0">
                    <a:moveTo>
                      <a:pt x="16" y="1532"/>
                    </a:moveTo>
                    <a:cubicBezTo>
                      <a:pt x="7" y="1530"/>
                      <a:pt x="0" y="1522"/>
                      <a:pt x="0" y="1512"/>
                    </a:cubicBezTo>
                    <a:cubicBezTo>
                      <a:pt x="0" y="1503"/>
                      <a:pt x="9" y="1493"/>
                      <a:pt x="20" y="1494"/>
                    </a:cubicBezTo>
                    <a:cubicBezTo>
                      <a:pt x="25" y="1494"/>
                      <a:pt x="30" y="1495"/>
                      <a:pt x="35" y="1496"/>
                    </a:cubicBezTo>
                    <a:cubicBezTo>
                      <a:pt x="41" y="1496"/>
                      <a:pt x="47" y="1496"/>
                      <a:pt x="53" y="1496"/>
                    </a:cubicBezTo>
                    <a:cubicBezTo>
                      <a:pt x="73" y="1494"/>
                      <a:pt x="92" y="1492"/>
                      <a:pt x="111" y="1489"/>
                    </a:cubicBezTo>
                    <a:cubicBezTo>
                      <a:pt x="110" y="1489"/>
                      <a:pt x="110" y="1489"/>
                      <a:pt x="110" y="1490"/>
                    </a:cubicBezTo>
                    <a:cubicBezTo>
                      <a:pt x="126" y="1487"/>
                      <a:pt x="141" y="1484"/>
                      <a:pt x="156" y="1480"/>
                    </a:cubicBezTo>
                    <a:cubicBezTo>
                      <a:pt x="171" y="1477"/>
                      <a:pt x="186" y="1473"/>
                      <a:pt x="200" y="1469"/>
                    </a:cubicBezTo>
                    <a:cubicBezTo>
                      <a:pt x="205" y="1468"/>
                      <a:pt x="209" y="1466"/>
                      <a:pt x="214" y="1464"/>
                    </a:cubicBezTo>
                    <a:cubicBezTo>
                      <a:pt x="232" y="1455"/>
                      <a:pt x="250" y="1445"/>
                      <a:pt x="267" y="1434"/>
                    </a:cubicBezTo>
                    <a:cubicBezTo>
                      <a:pt x="267" y="1434"/>
                      <a:pt x="266" y="1434"/>
                      <a:pt x="266" y="1435"/>
                    </a:cubicBezTo>
                    <a:cubicBezTo>
                      <a:pt x="293" y="1418"/>
                      <a:pt x="321" y="1401"/>
                      <a:pt x="348" y="1383"/>
                    </a:cubicBezTo>
                    <a:cubicBezTo>
                      <a:pt x="375" y="1364"/>
                      <a:pt x="401" y="1345"/>
                      <a:pt x="427" y="1325"/>
                    </a:cubicBezTo>
                    <a:cubicBezTo>
                      <a:pt x="455" y="1302"/>
                      <a:pt x="483" y="1278"/>
                      <a:pt x="511" y="1254"/>
                    </a:cubicBezTo>
                    <a:cubicBezTo>
                      <a:pt x="538" y="1231"/>
                      <a:pt x="565" y="1207"/>
                      <a:pt x="590" y="1180"/>
                    </a:cubicBezTo>
                    <a:cubicBezTo>
                      <a:pt x="606" y="1163"/>
                      <a:pt x="622" y="1145"/>
                      <a:pt x="637" y="1126"/>
                    </a:cubicBezTo>
                    <a:cubicBezTo>
                      <a:pt x="653" y="1108"/>
                      <a:pt x="668" y="1090"/>
                      <a:pt x="684" y="1073"/>
                    </a:cubicBezTo>
                    <a:cubicBezTo>
                      <a:pt x="701" y="1054"/>
                      <a:pt x="718" y="1036"/>
                      <a:pt x="733" y="1017"/>
                    </a:cubicBezTo>
                    <a:cubicBezTo>
                      <a:pt x="748" y="999"/>
                      <a:pt x="763" y="980"/>
                      <a:pt x="778" y="961"/>
                    </a:cubicBezTo>
                    <a:cubicBezTo>
                      <a:pt x="793" y="942"/>
                      <a:pt x="808" y="923"/>
                      <a:pt x="823" y="904"/>
                    </a:cubicBezTo>
                    <a:cubicBezTo>
                      <a:pt x="839" y="884"/>
                      <a:pt x="857" y="866"/>
                      <a:pt x="874" y="848"/>
                    </a:cubicBezTo>
                    <a:cubicBezTo>
                      <a:pt x="891" y="831"/>
                      <a:pt x="908" y="814"/>
                      <a:pt x="925" y="797"/>
                    </a:cubicBezTo>
                    <a:cubicBezTo>
                      <a:pt x="942" y="779"/>
                      <a:pt x="961" y="761"/>
                      <a:pt x="979" y="745"/>
                    </a:cubicBezTo>
                    <a:cubicBezTo>
                      <a:pt x="1004" y="722"/>
                      <a:pt x="1030" y="701"/>
                      <a:pt x="1057" y="679"/>
                    </a:cubicBezTo>
                    <a:cubicBezTo>
                      <a:pt x="1070" y="668"/>
                      <a:pt x="1084" y="657"/>
                      <a:pt x="1097" y="646"/>
                    </a:cubicBezTo>
                    <a:cubicBezTo>
                      <a:pt x="1110" y="636"/>
                      <a:pt x="1123" y="626"/>
                      <a:pt x="1136" y="616"/>
                    </a:cubicBezTo>
                    <a:cubicBezTo>
                      <a:pt x="1157" y="599"/>
                      <a:pt x="1178" y="581"/>
                      <a:pt x="1199" y="562"/>
                    </a:cubicBezTo>
                    <a:cubicBezTo>
                      <a:pt x="1219" y="544"/>
                      <a:pt x="1238" y="526"/>
                      <a:pt x="1257" y="506"/>
                    </a:cubicBezTo>
                    <a:cubicBezTo>
                      <a:pt x="1256" y="507"/>
                      <a:pt x="1256" y="507"/>
                      <a:pt x="1255" y="508"/>
                    </a:cubicBezTo>
                    <a:cubicBezTo>
                      <a:pt x="1258" y="506"/>
                      <a:pt x="1260" y="503"/>
                      <a:pt x="1262" y="501"/>
                    </a:cubicBezTo>
                    <a:lnTo>
                      <a:pt x="1262" y="502"/>
                    </a:lnTo>
                    <a:cubicBezTo>
                      <a:pt x="1262" y="501"/>
                      <a:pt x="1263" y="500"/>
                      <a:pt x="1263" y="499"/>
                    </a:cubicBezTo>
                    <a:cubicBezTo>
                      <a:pt x="1264" y="499"/>
                      <a:pt x="1264" y="499"/>
                      <a:pt x="1265" y="499"/>
                    </a:cubicBezTo>
                    <a:cubicBezTo>
                      <a:pt x="1265" y="498"/>
                      <a:pt x="1265" y="498"/>
                      <a:pt x="1266" y="497"/>
                    </a:cubicBezTo>
                    <a:cubicBezTo>
                      <a:pt x="1267" y="496"/>
                      <a:pt x="1268" y="496"/>
                      <a:pt x="1268" y="495"/>
                    </a:cubicBezTo>
                    <a:lnTo>
                      <a:pt x="1268" y="496"/>
                    </a:lnTo>
                    <a:cubicBezTo>
                      <a:pt x="1294" y="467"/>
                      <a:pt x="1322" y="440"/>
                      <a:pt x="1350" y="411"/>
                    </a:cubicBezTo>
                    <a:cubicBezTo>
                      <a:pt x="1349" y="412"/>
                      <a:pt x="1349" y="412"/>
                      <a:pt x="1348" y="413"/>
                    </a:cubicBezTo>
                    <a:cubicBezTo>
                      <a:pt x="1350" y="411"/>
                      <a:pt x="1353" y="408"/>
                      <a:pt x="1355" y="405"/>
                    </a:cubicBezTo>
                    <a:cubicBezTo>
                      <a:pt x="1357" y="404"/>
                      <a:pt x="1359" y="401"/>
                      <a:pt x="1361" y="400"/>
                    </a:cubicBezTo>
                    <a:cubicBezTo>
                      <a:pt x="1361" y="399"/>
                      <a:pt x="1362" y="398"/>
                      <a:pt x="1363" y="398"/>
                    </a:cubicBezTo>
                    <a:cubicBezTo>
                      <a:pt x="1375" y="384"/>
                      <a:pt x="1388" y="372"/>
                      <a:pt x="1402" y="360"/>
                    </a:cubicBezTo>
                    <a:cubicBezTo>
                      <a:pt x="1417" y="348"/>
                      <a:pt x="1431" y="336"/>
                      <a:pt x="1446" y="323"/>
                    </a:cubicBezTo>
                    <a:cubicBezTo>
                      <a:pt x="1460" y="312"/>
                      <a:pt x="1473" y="299"/>
                      <a:pt x="1487" y="287"/>
                    </a:cubicBezTo>
                    <a:cubicBezTo>
                      <a:pt x="1502" y="275"/>
                      <a:pt x="1516" y="263"/>
                      <a:pt x="1532" y="252"/>
                    </a:cubicBezTo>
                    <a:cubicBezTo>
                      <a:pt x="1550" y="236"/>
                      <a:pt x="1569" y="220"/>
                      <a:pt x="1589" y="206"/>
                    </a:cubicBezTo>
                    <a:cubicBezTo>
                      <a:pt x="1609" y="192"/>
                      <a:pt x="1629" y="179"/>
                      <a:pt x="1650" y="165"/>
                    </a:cubicBezTo>
                    <a:cubicBezTo>
                      <a:pt x="1670" y="151"/>
                      <a:pt x="1690" y="137"/>
                      <a:pt x="1711" y="125"/>
                    </a:cubicBezTo>
                    <a:cubicBezTo>
                      <a:pt x="1721" y="119"/>
                      <a:pt x="1731" y="113"/>
                      <a:pt x="1742" y="108"/>
                    </a:cubicBezTo>
                    <a:cubicBezTo>
                      <a:pt x="1752" y="102"/>
                      <a:pt x="1762" y="96"/>
                      <a:pt x="1773" y="91"/>
                    </a:cubicBezTo>
                    <a:cubicBezTo>
                      <a:pt x="1792" y="81"/>
                      <a:pt x="1812" y="70"/>
                      <a:pt x="1832" y="63"/>
                    </a:cubicBezTo>
                    <a:cubicBezTo>
                      <a:pt x="1853" y="55"/>
                      <a:pt x="1875" y="49"/>
                      <a:pt x="1896" y="43"/>
                    </a:cubicBezTo>
                    <a:cubicBezTo>
                      <a:pt x="1916" y="37"/>
                      <a:pt x="1936" y="31"/>
                      <a:pt x="1957" y="28"/>
                    </a:cubicBezTo>
                    <a:cubicBezTo>
                      <a:pt x="1968" y="26"/>
                      <a:pt x="1980" y="24"/>
                      <a:pt x="1992" y="23"/>
                    </a:cubicBezTo>
                    <a:cubicBezTo>
                      <a:pt x="2002" y="22"/>
                      <a:pt x="2013" y="22"/>
                      <a:pt x="2024" y="22"/>
                    </a:cubicBezTo>
                    <a:lnTo>
                      <a:pt x="2023" y="22"/>
                    </a:lnTo>
                    <a:cubicBezTo>
                      <a:pt x="2039" y="21"/>
                      <a:pt x="2055" y="20"/>
                      <a:pt x="2072" y="18"/>
                    </a:cubicBezTo>
                    <a:cubicBezTo>
                      <a:pt x="2088" y="16"/>
                      <a:pt x="2105" y="14"/>
                      <a:pt x="2122" y="11"/>
                    </a:cubicBezTo>
                    <a:cubicBezTo>
                      <a:pt x="2142" y="8"/>
                      <a:pt x="2161" y="4"/>
                      <a:pt x="2181" y="2"/>
                    </a:cubicBezTo>
                    <a:cubicBezTo>
                      <a:pt x="2202" y="0"/>
                      <a:pt x="2222" y="0"/>
                      <a:pt x="2242" y="1"/>
                    </a:cubicBezTo>
                    <a:cubicBezTo>
                      <a:pt x="2262" y="1"/>
                      <a:pt x="2281" y="2"/>
                      <a:pt x="2301" y="4"/>
                    </a:cubicBezTo>
                    <a:cubicBezTo>
                      <a:pt x="2310" y="5"/>
                      <a:pt x="2321" y="6"/>
                      <a:pt x="2331" y="9"/>
                    </a:cubicBezTo>
                    <a:cubicBezTo>
                      <a:pt x="2338" y="10"/>
                      <a:pt x="2345" y="13"/>
                      <a:pt x="2352" y="16"/>
                    </a:cubicBezTo>
                    <a:cubicBezTo>
                      <a:pt x="2361" y="20"/>
                      <a:pt x="2365" y="30"/>
                      <a:pt x="2361" y="40"/>
                    </a:cubicBezTo>
                    <a:cubicBezTo>
                      <a:pt x="2357" y="48"/>
                      <a:pt x="2347" y="52"/>
                      <a:pt x="2338" y="48"/>
                    </a:cubicBezTo>
                    <a:cubicBezTo>
                      <a:pt x="2336" y="47"/>
                      <a:pt x="2333" y="46"/>
                      <a:pt x="2331" y="45"/>
                    </a:cubicBezTo>
                    <a:cubicBezTo>
                      <a:pt x="2329" y="44"/>
                      <a:pt x="2326" y="44"/>
                      <a:pt x="2324" y="43"/>
                    </a:cubicBezTo>
                    <a:cubicBezTo>
                      <a:pt x="2313" y="41"/>
                      <a:pt x="2304" y="40"/>
                      <a:pt x="2293" y="38"/>
                    </a:cubicBezTo>
                    <a:cubicBezTo>
                      <a:pt x="2291" y="38"/>
                      <a:pt x="2288" y="38"/>
                      <a:pt x="2285" y="38"/>
                    </a:cubicBezTo>
                    <a:cubicBezTo>
                      <a:pt x="2286" y="38"/>
                      <a:pt x="2286" y="38"/>
                      <a:pt x="2286" y="38"/>
                    </a:cubicBezTo>
                    <a:cubicBezTo>
                      <a:pt x="2285" y="38"/>
                      <a:pt x="2285" y="38"/>
                      <a:pt x="2284" y="38"/>
                    </a:cubicBezTo>
                    <a:cubicBezTo>
                      <a:pt x="2271" y="37"/>
                      <a:pt x="2259" y="36"/>
                      <a:pt x="2246" y="36"/>
                    </a:cubicBezTo>
                    <a:cubicBezTo>
                      <a:pt x="2233" y="35"/>
                      <a:pt x="2220" y="35"/>
                      <a:pt x="2206" y="35"/>
                    </a:cubicBezTo>
                    <a:cubicBezTo>
                      <a:pt x="2199" y="36"/>
                      <a:pt x="2192" y="36"/>
                      <a:pt x="2185" y="37"/>
                    </a:cubicBezTo>
                    <a:cubicBezTo>
                      <a:pt x="2177" y="37"/>
                      <a:pt x="2169" y="38"/>
                      <a:pt x="2161" y="40"/>
                    </a:cubicBezTo>
                    <a:cubicBezTo>
                      <a:pt x="2145" y="43"/>
                      <a:pt x="2129" y="45"/>
                      <a:pt x="2112" y="48"/>
                    </a:cubicBezTo>
                    <a:cubicBezTo>
                      <a:pt x="2095" y="51"/>
                      <a:pt x="2077" y="53"/>
                      <a:pt x="2059" y="55"/>
                    </a:cubicBezTo>
                    <a:cubicBezTo>
                      <a:pt x="2044" y="57"/>
                      <a:pt x="2028" y="58"/>
                      <a:pt x="2012" y="58"/>
                    </a:cubicBezTo>
                    <a:cubicBezTo>
                      <a:pt x="1995" y="59"/>
                      <a:pt x="1978" y="61"/>
                      <a:pt x="1962" y="64"/>
                    </a:cubicBezTo>
                    <a:cubicBezTo>
                      <a:pt x="1939" y="69"/>
                      <a:pt x="1917" y="74"/>
                      <a:pt x="1894" y="81"/>
                    </a:cubicBezTo>
                    <a:cubicBezTo>
                      <a:pt x="1872" y="88"/>
                      <a:pt x="1851" y="95"/>
                      <a:pt x="1830" y="104"/>
                    </a:cubicBezTo>
                    <a:cubicBezTo>
                      <a:pt x="1790" y="122"/>
                      <a:pt x="1753" y="143"/>
                      <a:pt x="1716" y="165"/>
                    </a:cubicBezTo>
                    <a:cubicBezTo>
                      <a:pt x="1694" y="179"/>
                      <a:pt x="1673" y="194"/>
                      <a:pt x="1652" y="209"/>
                    </a:cubicBezTo>
                    <a:cubicBezTo>
                      <a:pt x="1631" y="222"/>
                      <a:pt x="1611" y="236"/>
                      <a:pt x="1591" y="252"/>
                    </a:cubicBezTo>
                    <a:cubicBezTo>
                      <a:pt x="1573" y="266"/>
                      <a:pt x="1555" y="281"/>
                      <a:pt x="1537" y="295"/>
                    </a:cubicBezTo>
                    <a:cubicBezTo>
                      <a:pt x="1511" y="316"/>
                      <a:pt x="1486" y="338"/>
                      <a:pt x="1460" y="360"/>
                    </a:cubicBezTo>
                    <a:cubicBezTo>
                      <a:pt x="1447" y="372"/>
                      <a:pt x="1433" y="383"/>
                      <a:pt x="1420" y="395"/>
                    </a:cubicBezTo>
                    <a:cubicBezTo>
                      <a:pt x="1407" y="407"/>
                      <a:pt x="1395" y="419"/>
                      <a:pt x="1382" y="432"/>
                    </a:cubicBezTo>
                    <a:lnTo>
                      <a:pt x="1383" y="432"/>
                    </a:lnTo>
                    <a:cubicBezTo>
                      <a:pt x="1355" y="460"/>
                      <a:pt x="1326" y="488"/>
                      <a:pt x="1298" y="517"/>
                    </a:cubicBezTo>
                    <a:cubicBezTo>
                      <a:pt x="1299" y="517"/>
                      <a:pt x="1300" y="516"/>
                      <a:pt x="1300" y="516"/>
                    </a:cubicBezTo>
                    <a:cubicBezTo>
                      <a:pt x="1286" y="531"/>
                      <a:pt x="1272" y="546"/>
                      <a:pt x="1256" y="561"/>
                    </a:cubicBezTo>
                    <a:cubicBezTo>
                      <a:pt x="1242" y="575"/>
                      <a:pt x="1227" y="588"/>
                      <a:pt x="1212" y="602"/>
                    </a:cubicBezTo>
                    <a:cubicBezTo>
                      <a:pt x="1180" y="629"/>
                      <a:pt x="1148" y="655"/>
                      <a:pt x="1115" y="681"/>
                    </a:cubicBezTo>
                    <a:cubicBezTo>
                      <a:pt x="1116" y="680"/>
                      <a:pt x="1116" y="680"/>
                      <a:pt x="1117" y="680"/>
                    </a:cubicBezTo>
                    <a:cubicBezTo>
                      <a:pt x="1104" y="690"/>
                      <a:pt x="1092" y="699"/>
                      <a:pt x="1080" y="709"/>
                    </a:cubicBezTo>
                    <a:cubicBezTo>
                      <a:pt x="1081" y="709"/>
                      <a:pt x="1081" y="708"/>
                      <a:pt x="1082" y="708"/>
                    </a:cubicBezTo>
                    <a:cubicBezTo>
                      <a:pt x="1046" y="736"/>
                      <a:pt x="1010" y="766"/>
                      <a:pt x="977" y="799"/>
                    </a:cubicBezTo>
                    <a:cubicBezTo>
                      <a:pt x="962" y="814"/>
                      <a:pt x="947" y="829"/>
                      <a:pt x="931" y="845"/>
                    </a:cubicBezTo>
                    <a:cubicBezTo>
                      <a:pt x="916" y="861"/>
                      <a:pt x="899" y="877"/>
                      <a:pt x="883" y="893"/>
                    </a:cubicBezTo>
                    <a:lnTo>
                      <a:pt x="884" y="893"/>
                    </a:lnTo>
                    <a:cubicBezTo>
                      <a:pt x="867" y="910"/>
                      <a:pt x="852" y="928"/>
                      <a:pt x="838" y="946"/>
                    </a:cubicBezTo>
                    <a:cubicBezTo>
                      <a:pt x="822" y="966"/>
                      <a:pt x="807" y="985"/>
                      <a:pt x="792" y="1005"/>
                    </a:cubicBezTo>
                    <a:cubicBezTo>
                      <a:pt x="777" y="1023"/>
                      <a:pt x="762" y="1041"/>
                      <a:pt x="747" y="1059"/>
                    </a:cubicBezTo>
                    <a:cubicBezTo>
                      <a:pt x="732" y="1077"/>
                      <a:pt x="716" y="1095"/>
                      <a:pt x="700" y="1112"/>
                    </a:cubicBezTo>
                    <a:cubicBezTo>
                      <a:pt x="684" y="1130"/>
                      <a:pt x="669" y="1148"/>
                      <a:pt x="653" y="1167"/>
                    </a:cubicBezTo>
                    <a:cubicBezTo>
                      <a:pt x="637" y="1186"/>
                      <a:pt x="620" y="1205"/>
                      <a:pt x="602" y="1223"/>
                    </a:cubicBezTo>
                    <a:cubicBezTo>
                      <a:pt x="584" y="1240"/>
                      <a:pt x="565" y="1257"/>
                      <a:pt x="547" y="1272"/>
                    </a:cubicBezTo>
                    <a:cubicBezTo>
                      <a:pt x="529" y="1289"/>
                      <a:pt x="510" y="1305"/>
                      <a:pt x="491" y="1321"/>
                    </a:cubicBezTo>
                    <a:cubicBezTo>
                      <a:pt x="472" y="1336"/>
                      <a:pt x="454" y="1352"/>
                      <a:pt x="434" y="1367"/>
                    </a:cubicBezTo>
                    <a:cubicBezTo>
                      <a:pt x="415" y="1382"/>
                      <a:pt x="394" y="1396"/>
                      <a:pt x="374" y="1410"/>
                    </a:cubicBezTo>
                    <a:cubicBezTo>
                      <a:pt x="334" y="1437"/>
                      <a:pt x="292" y="1463"/>
                      <a:pt x="251" y="1488"/>
                    </a:cubicBezTo>
                    <a:cubicBezTo>
                      <a:pt x="243" y="1493"/>
                      <a:pt x="236" y="1497"/>
                      <a:pt x="227" y="1501"/>
                    </a:cubicBezTo>
                    <a:cubicBezTo>
                      <a:pt x="218" y="1504"/>
                      <a:pt x="208" y="1507"/>
                      <a:pt x="197" y="1510"/>
                    </a:cubicBezTo>
                    <a:cubicBezTo>
                      <a:pt x="176" y="1514"/>
                      <a:pt x="155" y="1519"/>
                      <a:pt x="134" y="1522"/>
                    </a:cubicBezTo>
                    <a:cubicBezTo>
                      <a:pt x="115" y="1526"/>
                      <a:pt x="96" y="1529"/>
                      <a:pt x="76" y="1531"/>
                    </a:cubicBezTo>
                    <a:cubicBezTo>
                      <a:pt x="64" y="1533"/>
                      <a:pt x="53" y="1534"/>
                      <a:pt x="41" y="1534"/>
                    </a:cubicBezTo>
                    <a:cubicBezTo>
                      <a:pt x="33" y="1534"/>
                      <a:pt x="24" y="1533"/>
                      <a:pt x="16" y="15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1" name="Google Shape;2781;p30"/>
              <p:cNvSpPr/>
              <p:nvPr/>
            </p:nvSpPr>
            <p:spPr>
              <a:xfrm>
                <a:off x="1245600" y="2265840"/>
                <a:ext cx="944640" cy="396000"/>
              </a:xfrm>
              <a:custGeom>
                <a:avLst/>
                <a:gdLst/>
                <a:ahLst/>
                <a:cxnLst/>
                <a:rect l="l" t="t" r="r" b="b"/>
                <a:pathLst>
                  <a:path w="2624" h="1100" extrusionOk="0">
                    <a:moveTo>
                      <a:pt x="2596" y="1098"/>
                    </a:moveTo>
                    <a:cubicBezTo>
                      <a:pt x="2586" y="1096"/>
                      <a:pt x="2577" y="1093"/>
                      <a:pt x="2568" y="1090"/>
                    </a:cubicBezTo>
                    <a:cubicBezTo>
                      <a:pt x="2556" y="1085"/>
                      <a:pt x="2545" y="1081"/>
                      <a:pt x="2534" y="1075"/>
                    </a:cubicBezTo>
                    <a:cubicBezTo>
                      <a:pt x="2522" y="1071"/>
                      <a:pt x="2511" y="1065"/>
                      <a:pt x="2500" y="1060"/>
                    </a:cubicBezTo>
                    <a:cubicBezTo>
                      <a:pt x="2488" y="1054"/>
                      <a:pt x="2475" y="1048"/>
                      <a:pt x="2464" y="1041"/>
                    </a:cubicBezTo>
                    <a:cubicBezTo>
                      <a:pt x="2453" y="1035"/>
                      <a:pt x="2443" y="1028"/>
                      <a:pt x="2432" y="1020"/>
                    </a:cubicBezTo>
                    <a:cubicBezTo>
                      <a:pt x="2388" y="990"/>
                      <a:pt x="2343" y="961"/>
                      <a:pt x="2298" y="931"/>
                    </a:cubicBezTo>
                    <a:cubicBezTo>
                      <a:pt x="2276" y="917"/>
                      <a:pt x="2255" y="902"/>
                      <a:pt x="2234" y="886"/>
                    </a:cubicBezTo>
                    <a:cubicBezTo>
                      <a:pt x="2224" y="878"/>
                      <a:pt x="2216" y="870"/>
                      <a:pt x="2208" y="861"/>
                    </a:cubicBezTo>
                    <a:cubicBezTo>
                      <a:pt x="2199" y="852"/>
                      <a:pt x="2191" y="842"/>
                      <a:pt x="2182" y="833"/>
                    </a:cubicBezTo>
                    <a:cubicBezTo>
                      <a:pt x="2164" y="814"/>
                      <a:pt x="2146" y="796"/>
                      <a:pt x="2128" y="777"/>
                    </a:cubicBezTo>
                    <a:cubicBezTo>
                      <a:pt x="2111" y="760"/>
                      <a:pt x="2094" y="741"/>
                      <a:pt x="2076" y="725"/>
                    </a:cubicBezTo>
                    <a:cubicBezTo>
                      <a:pt x="2068" y="716"/>
                      <a:pt x="2060" y="708"/>
                      <a:pt x="2052" y="700"/>
                    </a:cubicBezTo>
                    <a:cubicBezTo>
                      <a:pt x="2033" y="682"/>
                      <a:pt x="2012" y="665"/>
                      <a:pt x="1993" y="647"/>
                    </a:cubicBezTo>
                    <a:cubicBezTo>
                      <a:pt x="1974" y="628"/>
                      <a:pt x="1955" y="610"/>
                      <a:pt x="1938" y="591"/>
                    </a:cubicBezTo>
                    <a:cubicBezTo>
                      <a:pt x="1920" y="572"/>
                      <a:pt x="1904" y="552"/>
                      <a:pt x="1886" y="532"/>
                    </a:cubicBezTo>
                    <a:cubicBezTo>
                      <a:pt x="1870" y="514"/>
                      <a:pt x="1851" y="497"/>
                      <a:pt x="1833" y="479"/>
                    </a:cubicBezTo>
                    <a:cubicBezTo>
                      <a:pt x="1821" y="467"/>
                      <a:pt x="1810" y="454"/>
                      <a:pt x="1797" y="441"/>
                    </a:cubicBezTo>
                    <a:cubicBezTo>
                      <a:pt x="1785" y="429"/>
                      <a:pt x="1772" y="416"/>
                      <a:pt x="1760" y="404"/>
                    </a:cubicBezTo>
                    <a:cubicBezTo>
                      <a:pt x="1748" y="391"/>
                      <a:pt x="1737" y="378"/>
                      <a:pt x="1726" y="364"/>
                    </a:cubicBezTo>
                    <a:cubicBezTo>
                      <a:pt x="1716" y="351"/>
                      <a:pt x="1706" y="338"/>
                      <a:pt x="1696" y="325"/>
                    </a:cubicBezTo>
                    <a:cubicBezTo>
                      <a:pt x="1695" y="324"/>
                      <a:pt x="1695" y="324"/>
                      <a:pt x="1695" y="324"/>
                    </a:cubicBezTo>
                    <a:lnTo>
                      <a:pt x="1696" y="325"/>
                    </a:lnTo>
                    <a:cubicBezTo>
                      <a:pt x="1677" y="302"/>
                      <a:pt x="1657" y="279"/>
                      <a:pt x="1635" y="257"/>
                    </a:cubicBezTo>
                    <a:cubicBezTo>
                      <a:pt x="1623" y="246"/>
                      <a:pt x="1610" y="235"/>
                      <a:pt x="1597" y="225"/>
                    </a:cubicBezTo>
                    <a:cubicBezTo>
                      <a:pt x="1581" y="214"/>
                      <a:pt x="1565" y="204"/>
                      <a:pt x="1548" y="196"/>
                    </a:cubicBezTo>
                    <a:cubicBezTo>
                      <a:pt x="1534" y="187"/>
                      <a:pt x="1519" y="180"/>
                      <a:pt x="1504" y="172"/>
                    </a:cubicBezTo>
                    <a:cubicBezTo>
                      <a:pt x="1488" y="164"/>
                      <a:pt x="1473" y="156"/>
                      <a:pt x="1458" y="149"/>
                    </a:cubicBezTo>
                    <a:cubicBezTo>
                      <a:pt x="1426" y="134"/>
                      <a:pt x="1394" y="121"/>
                      <a:pt x="1361" y="108"/>
                    </a:cubicBezTo>
                    <a:cubicBezTo>
                      <a:pt x="1362" y="108"/>
                      <a:pt x="1363" y="109"/>
                      <a:pt x="1364" y="109"/>
                    </a:cubicBezTo>
                    <a:cubicBezTo>
                      <a:pt x="1342" y="101"/>
                      <a:pt x="1319" y="94"/>
                      <a:pt x="1297" y="86"/>
                    </a:cubicBezTo>
                    <a:cubicBezTo>
                      <a:pt x="1275" y="79"/>
                      <a:pt x="1252" y="71"/>
                      <a:pt x="1228" y="66"/>
                    </a:cubicBezTo>
                    <a:cubicBezTo>
                      <a:pt x="1229" y="66"/>
                      <a:pt x="1230" y="66"/>
                      <a:pt x="1231" y="66"/>
                    </a:cubicBezTo>
                    <a:cubicBezTo>
                      <a:pt x="1204" y="60"/>
                      <a:pt x="1176" y="56"/>
                      <a:pt x="1149" y="52"/>
                    </a:cubicBezTo>
                    <a:cubicBezTo>
                      <a:pt x="1121" y="47"/>
                      <a:pt x="1092" y="44"/>
                      <a:pt x="1064" y="40"/>
                    </a:cubicBezTo>
                    <a:cubicBezTo>
                      <a:pt x="1038" y="38"/>
                      <a:pt x="1010" y="36"/>
                      <a:pt x="983" y="37"/>
                    </a:cubicBezTo>
                    <a:cubicBezTo>
                      <a:pt x="963" y="38"/>
                      <a:pt x="943" y="40"/>
                      <a:pt x="922" y="43"/>
                    </a:cubicBezTo>
                    <a:cubicBezTo>
                      <a:pt x="897" y="48"/>
                      <a:pt x="871" y="53"/>
                      <a:pt x="845" y="59"/>
                    </a:cubicBezTo>
                    <a:cubicBezTo>
                      <a:pt x="832" y="62"/>
                      <a:pt x="819" y="64"/>
                      <a:pt x="806" y="68"/>
                    </a:cubicBezTo>
                    <a:cubicBezTo>
                      <a:pt x="795" y="71"/>
                      <a:pt x="782" y="74"/>
                      <a:pt x="771" y="78"/>
                    </a:cubicBezTo>
                    <a:cubicBezTo>
                      <a:pt x="758" y="81"/>
                      <a:pt x="746" y="85"/>
                      <a:pt x="733" y="88"/>
                    </a:cubicBezTo>
                    <a:cubicBezTo>
                      <a:pt x="720" y="92"/>
                      <a:pt x="707" y="95"/>
                      <a:pt x="693" y="98"/>
                    </a:cubicBezTo>
                    <a:cubicBezTo>
                      <a:pt x="668" y="103"/>
                      <a:pt x="642" y="109"/>
                      <a:pt x="617" y="115"/>
                    </a:cubicBezTo>
                    <a:cubicBezTo>
                      <a:pt x="613" y="116"/>
                      <a:pt x="609" y="118"/>
                      <a:pt x="605" y="119"/>
                    </a:cubicBezTo>
                    <a:cubicBezTo>
                      <a:pt x="590" y="124"/>
                      <a:pt x="575" y="130"/>
                      <a:pt x="561" y="136"/>
                    </a:cubicBezTo>
                    <a:cubicBezTo>
                      <a:pt x="543" y="144"/>
                      <a:pt x="526" y="153"/>
                      <a:pt x="509" y="162"/>
                    </a:cubicBezTo>
                    <a:cubicBezTo>
                      <a:pt x="490" y="172"/>
                      <a:pt x="472" y="182"/>
                      <a:pt x="454" y="193"/>
                    </a:cubicBezTo>
                    <a:cubicBezTo>
                      <a:pt x="439" y="202"/>
                      <a:pt x="425" y="212"/>
                      <a:pt x="409" y="222"/>
                    </a:cubicBezTo>
                    <a:cubicBezTo>
                      <a:pt x="394" y="232"/>
                      <a:pt x="377" y="241"/>
                      <a:pt x="361" y="249"/>
                    </a:cubicBezTo>
                    <a:cubicBezTo>
                      <a:pt x="344" y="257"/>
                      <a:pt x="326" y="265"/>
                      <a:pt x="309" y="274"/>
                    </a:cubicBezTo>
                    <a:cubicBezTo>
                      <a:pt x="292" y="282"/>
                      <a:pt x="275" y="292"/>
                      <a:pt x="259" y="302"/>
                    </a:cubicBezTo>
                    <a:cubicBezTo>
                      <a:pt x="240" y="314"/>
                      <a:pt x="221" y="326"/>
                      <a:pt x="203" y="339"/>
                    </a:cubicBezTo>
                    <a:cubicBezTo>
                      <a:pt x="183" y="352"/>
                      <a:pt x="165" y="367"/>
                      <a:pt x="146" y="381"/>
                    </a:cubicBezTo>
                    <a:cubicBezTo>
                      <a:pt x="129" y="395"/>
                      <a:pt x="111" y="409"/>
                      <a:pt x="94" y="423"/>
                    </a:cubicBezTo>
                    <a:cubicBezTo>
                      <a:pt x="85" y="429"/>
                      <a:pt x="76" y="436"/>
                      <a:pt x="67" y="442"/>
                    </a:cubicBezTo>
                    <a:cubicBezTo>
                      <a:pt x="58" y="448"/>
                      <a:pt x="49" y="454"/>
                      <a:pt x="41" y="461"/>
                    </a:cubicBezTo>
                    <a:cubicBezTo>
                      <a:pt x="39" y="462"/>
                      <a:pt x="38" y="464"/>
                      <a:pt x="36" y="465"/>
                    </a:cubicBezTo>
                    <a:cubicBezTo>
                      <a:pt x="32" y="473"/>
                      <a:pt x="21" y="476"/>
                      <a:pt x="13" y="473"/>
                    </a:cubicBezTo>
                    <a:cubicBezTo>
                      <a:pt x="5" y="469"/>
                      <a:pt x="0" y="458"/>
                      <a:pt x="4" y="450"/>
                    </a:cubicBezTo>
                    <a:cubicBezTo>
                      <a:pt x="7" y="444"/>
                      <a:pt x="12" y="440"/>
                      <a:pt x="17" y="436"/>
                    </a:cubicBezTo>
                    <a:cubicBezTo>
                      <a:pt x="21" y="432"/>
                      <a:pt x="24" y="429"/>
                      <a:pt x="28" y="426"/>
                    </a:cubicBezTo>
                    <a:cubicBezTo>
                      <a:pt x="37" y="420"/>
                      <a:pt x="45" y="415"/>
                      <a:pt x="54" y="409"/>
                    </a:cubicBezTo>
                    <a:cubicBezTo>
                      <a:pt x="70" y="397"/>
                      <a:pt x="86" y="384"/>
                      <a:pt x="102" y="372"/>
                    </a:cubicBezTo>
                    <a:cubicBezTo>
                      <a:pt x="144" y="338"/>
                      <a:pt x="187" y="306"/>
                      <a:pt x="232" y="277"/>
                    </a:cubicBezTo>
                    <a:cubicBezTo>
                      <a:pt x="255" y="263"/>
                      <a:pt x="278" y="249"/>
                      <a:pt x="302" y="238"/>
                    </a:cubicBezTo>
                    <a:cubicBezTo>
                      <a:pt x="326" y="226"/>
                      <a:pt x="351" y="215"/>
                      <a:pt x="374" y="202"/>
                    </a:cubicBezTo>
                    <a:cubicBezTo>
                      <a:pt x="377" y="200"/>
                      <a:pt x="381" y="197"/>
                      <a:pt x="386" y="195"/>
                    </a:cubicBezTo>
                    <a:cubicBezTo>
                      <a:pt x="397" y="188"/>
                      <a:pt x="408" y="180"/>
                      <a:pt x="418" y="173"/>
                    </a:cubicBezTo>
                    <a:cubicBezTo>
                      <a:pt x="429" y="166"/>
                      <a:pt x="440" y="159"/>
                      <a:pt x="451" y="152"/>
                    </a:cubicBezTo>
                    <a:cubicBezTo>
                      <a:pt x="473" y="140"/>
                      <a:pt x="496" y="129"/>
                      <a:pt x="518" y="117"/>
                    </a:cubicBezTo>
                    <a:cubicBezTo>
                      <a:pt x="541" y="105"/>
                      <a:pt x="563" y="94"/>
                      <a:pt x="587" y="87"/>
                    </a:cubicBezTo>
                    <a:cubicBezTo>
                      <a:pt x="612" y="79"/>
                      <a:pt x="638" y="73"/>
                      <a:pt x="663" y="67"/>
                    </a:cubicBezTo>
                    <a:cubicBezTo>
                      <a:pt x="685" y="63"/>
                      <a:pt x="707" y="58"/>
                      <a:pt x="728" y="52"/>
                    </a:cubicBezTo>
                    <a:cubicBezTo>
                      <a:pt x="749" y="46"/>
                      <a:pt x="769" y="41"/>
                      <a:pt x="789" y="35"/>
                    </a:cubicBezTo>
                    <a:cubicBezTo>
                      <a:pt x="810" y="29"/>
                      <a:pt x="831" y="24"/>
                      <a:pt x="852" y="20"/>
                    </a:cubicBezTo>
                    <a:cubicBezTo>
                      <a:pt x="873" y="15"/>
                      <a:pt x="894" y="10"/>
                      <a:pt x="916" y="7"/>
                    </a:cubicBezTo>
                    <a:cubicBezTo>
                      <a:pt x="915" y="7"/>
                      <a:pt x="915" y="7"/>
                      <a:pt x="915" y="7"/>
                    </a:cubicBezTo>
                    <a:cubicBezTo>
                      <a:pt x="942" y="2"/>
                      <a:pt x="969" y="1"/>
                      <a:pt x="996" y="0"/>
                    </a:cubicBezTo>
                    <a:cubicBezTo>
                      <a:pt x="1010" y="0"/>
                      <a:pt x="1022" y="1"/>
                      <a:pt x="1035" y="2"/>
                    </a:cubicBezTo>
                    <a:cubicBezTo>
                      <a:pt x="1048" y="2"/>
                      <a:pt x="1061" y="3"/>
                      <a:pt x="1075" y="4"/>
                    </a:cubicBezTo>
                    <a:cubicBezTo>
                      <a:pt x="1102" y="7"/>
                      <a:pt x="1128" y="11"/>
                      <a:pt x="1155" y="15"/>
                    </a:cubicBezTo>
                    <a:cubicBezTo>
                      <a:pt x="1180" y="19"/>
                      <a:pt x="1207" y="23"/>
                      <a:pt x="1232" y="28"/>
                    </a:cubicBezTo>
                    <a:cubicBezTo>
                      <a:pt x="1257" y="33"/>
                      <a:pt x="1282" y="41"/>
                      <a:pt x="1306" y="49"/>
                    </a:cubicBezTo>
                    <a:cubicBezTo>
                      <a:pt x="1331" y="57"/>
                      <a:pt x="1356" y="66"/>
                      <a:pt x="1381" y="75"/>
                    </a:cubicBezTo>
                    <a:cubicBezTo>
                      <a:pt x="1405" y="84"/>
                      <a:pt x="1428" y="94"/>
                      <a:pt x="1452" y="105"/>
                    </a:cubicBezTo>
                    <a:cubicBezTo>
                      <a:pt x="1476" y="115"/>
                      <a:pt x="1499" y="126"/>
                      <a:pt x="1522" y="138"/>
                    </a:cubicBezTo>
                    <a:cubicBezTo>
                      <a:pt x="1545" y="151"/>
                      <a:pt x="1568" y="162"/>
                      <a:pt x="1591" y="175"/>
                    </a:cubicBezTo>
                    <a:cubicBezTo>
                      <a:pt x="1613" y="188"/>
                      <a:pt x="1634" y="204"/>
                      <a:pt x="1653" y="222"/>
                    </a:cubicBezTo>
                    <a:cubicBezTo>
                      <a:pt x="1692" y="258"/>
                      <a:pt x="1725" y="300"/>
                      <a:pt x="1758" y="342"/>
                    </a:cubicBezTo>
                    <a:cubicBezTo>
                      <a:pt x="1762" y="347"/>
                      <a:pt x="1765" y="352"/>
                      <a:pt x="1769" y="356"/>
                    </a:cubicBezTo>
                    <a:cubicBezTo>
                      <a:pt x="1786" y="376"/>
                      <a:pt x="1805" y="395"/>
                      <a:pt x="1823" y="413"/>
                    </a:cubicBezTo>
                    <a:cubicBezTo>
                      <a:pt x="1842" y="432"/>
                      <a:pt x="1859" y="451"/>
                      <a:pt x="1878" y="469"/>
                    </a:cubicBezTo>
                    <a:cubicBezTo>
                      <a:pt x="1896" y="486"/>
                      <a:pt x="1913" y="504"/>
                      <a:pt x="1930" y="523"/>
                    </a:cubicBezTo>
                    <a:cubicBezTo>
                      <a:pt x="1946" y="542"/>
                      <a:pt x="1962" y="562"/>
                      <a:pt x="1980" y="580"/>
                    </a:cubicBezTo>
                    <a:cubicBezTo>
                      <a:pt x="1990" y="591"/>
                      <a:pt x="2000" y="600"/>
                      <a:pt x="2010" y="610"/>
                    </a:cubicBezTo>
                    <a:cubicBezTo>
                      <a:pt x="2029" y="628"/>
                      <a:pt x="2050" y="646"/>
                      <a:pt x="2069" y="664"/>
                    </a:cubicBezTo>
                    <a:cubicBezTo>
                      <a:pt x="2088" y="681"/>
                      <a:pt x="2106" y="700"/>
                      <a:pt x="2124" y="718"/>
                    </a:cubicBezTo>
                    <a:cubicBezTo>
                      <a:pt x="2142" y="736"/>
                      <a:pt x="2160" y="754"/>
                      <a:pt x="2177" y="772"/>
                    </a:cubicBezTo>
                    <a:cubicBezTo>
                      <a:pt x="2195" y="791"/>
                      <a:pt x="2213" y="809"/>
                      <a:pt x="2231" y="828"/>
                    </a:cubicBezTo>
                    <a:cubicBezTo>
                      <a:pt x="2237" y="834"/>
                      <a:pt x="2243" y="841"/>
                      <a:pt x="2249" y="848"/>
                    </a:cubicBezTo>
                    <a:cubicBezTo>
                      <a:pt x="2260" y="858"/>
                      <a:pt x="2273" y="867"/>
                      <a:pt x="2284" y="875"/>
                    </a:cubicBezTo>
                    <a:lnTo>
                      <a:pt x="2283" y="874"/>
                    </a:lnTo>
                    <a:cubicBezTo>
                      <a:pt x="2319" y="900"/>
                      <a:pt x="2357" y="924"/>
                      <a:pt x="2394" y="949"/>
                    </a:cubicBezTo>
                    <a:cubicBezTo>
                      <a:pt x="2411" y="961"/>
                      <a:pt x="2429" y="972"/>
                      <a:pt x="2446" y="984"/>
                    </a:cubicBezTo>
                    <a:cubicBezTo>
                      <a:pt x="2464" y="995"/>
                      <a:pt x="2481" y="1007"/>
                      <a:pt x="2499" y="1017"/>
                    </a:cubicBezTo>
                    <a:cubicBezTo>
                      <a:pt x="2526" y="1031"/>
                      <a:pt x="2554" y="1042"/>
                      <a:pt x="2582" y="1053"/>
                    </a:cubicBezTo>
                    <a:cubicBezTo>
                      <a:pt x="2590" y="1056"/>
                      <a:pt x="2598" y="1058"/>
                      <a:pt x="2607" y="1061"/>
                    </a:cubicBezTo>
                    <a:cubicBezTo>
                      <a:pt x="2617" y="1063"/>
                      <a:pt x="2623" y="1075"/>
                      <a:pt x="2620" y="1085"/>
                    </a:cubicBezTo>
                    <a:cubicBezTo>
                      <a:pt x="2617" y="1094"/>
                      <a:pt x="2609" y="1099"/>
                      <a:pt x="2601" y="1099"/>
                    </a:cubicBezTo>
                    <a:cubicBezTo>
                      <a:pt x="2599" y="1099"/>
                      <a:pt x="2597" y="1099"/>
                      <a:pt x="2596" y="109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782" name="Google Shape;2782;p30"/>
            <p:cNvGrpSpPr/>
            <p:nvPr/>
          </p:nvGrpSpPr>
          <p:grpSpPr>
            <a:xfrm>
              <a:off x="7396987" y="3964681"/>
              <a:ext cx="2657974" cy="1278647"/>
              <a:chOff x="3368880" y="572760"/>
              <a:chExt cx="1235520" cy="594360"/>
            </a:xfrm>
          </p:grpSpPr>
          <p:sp>
            <p:nvSpPr>
              <p:cNvPr id="2783" name="Google Shape;2783;p30"/>
              <p:cNvSpPr/>
              <p:nvPr/>
            </p:nvSpPr>
            <p:spPr>
              <a:xfrm>
                <a:off x="3565800" y="572760"/>
                <a:ext cx="13680" cy="594360"/>
              </a:xfrm>
              <a:custGeom>
                <a:avLst/>
                <a:gdLst/>
                <a:ahLst/>
                <a:cxnLst/>
                <a:rect l="l" t="t" r="r" b="b"/>
                <a:pathLst>
                  <a:path w="38" h="1651" extrusionOk="0">
                    <a:moveTo>
                      <a:pt x="0" y="1638"/>
                    </a:moveTo>
                    <a:cubicBezTo>
                      <a:pt x="0" y="1621"/>
                      <a:pt x="0" y="1604"/>
                      <a:pt x="0" y="1587"/>
                    </a:cubicBezTo>
                    <a:cubicBezTo>
                      <a:pt x="1" y="1570"/>
                      <a:pt x="1" y="1553"/>
                      <a:pt x="2" y="1536"/>
                    </a:cubicBezTo>
                    <a:cubicBezTo>
                      <a:pt x="2" y="1500"/>
                      <a:pt x="2" y="1465"/>
                      <a:pt x="3" y="1429"/>
                    </a:cubicBezTo>
                    <a:cubicBezTo>
                      <a:pt x="3" y="1359"/>
                      <a:pt x="4" y="1290"/>
                      <a:pt x="4" y="1220"/>
                    </a:cubicBezTo>
                    <a:cubicBezTo>
                      <a:pt x="5" y="1149"/>
                      <a:pt x="6" y="1078"/>
                      <a:pt x="6" y="1006"/>
                    </a:cubicBezTo>
                    <a:cubicBezTo>
                      <a:pt x="7" y="935"/>
                      <a:pt x="8" y="864"/>
                      <a:pt x="9" y="793"/>
                    </a:cubicBezTo>
                    <a:cubicBezTo>
                      <a:pt x="9" y="722"/>
                      <a:pt x="10" y="651"/>
                      <a:pt x="10" y="580"/>
                    </a:cubicBezTo>
                    <a:cubicBezTo>
                      <a:pt x="11" y="509"/>
                      <a:pt x="11" y="438"/>
                      <a:pt x="12" y="367"/>
                    </a:cubicBezTo>
                    <a:cubicBezTo>
                      <a:pt x="13" y="297"/>
                      <a:pt x="13" y="227"/>
                      <a:pt x="14" y="157"/>
                    </a:cubicBezTo>
                    <a:cubicBezTo>
                      <a:pt x="14" y="132"/>
                      <a:pt x="14" y="106"/>
                      <a:pt x="14" y="80"/>
                    </a:cubicBezTo>
                    <a:cubicBezTo>
                      <a:pt x="14" y="81"/>
                      <a:pt x="14" y="81"/>
                      <a:pt x="14" y="82"/>
                    </a:cubicBezTo>
                    <a:cubicBezTo>
                      <a:pt x="14" y="76"/>
                      <a:pt x="14" y="70"/>
                      <a:pt x="14" y="65"/>
                    </a:cubicBezTo>
                    <a:lnTo>
                      <a:pt x="14" y="66"/>
                    </a:lnTo>
                    <a:cubicBezTo>
                      <a:pt x="14" y="65"/>
                      <a:pt x="14" y="65"/>
                      <a:pt x="14" y="63"/>
                    </a:cubicBezTo>
                    <a:cubicBezTo>
                      <a:pt x="14" y="64"/>
                      <a:pt x="14" y="65"/>
                      <a:pt x="14" y="65"/>
                    </a:cubicBezTo>
                    <a:cubicBezTo>
                      <a:pt x="14" y="59"/>
                      <a:pt x="14" y="53"/>
                      <a:pt x="14" y="48"/>
                    </a:cubicBezTo>
                    <a:lnTo>
                      <a:pt x="14" y="49"/>
                    </a:lnTo>
                    <a:cubicBezTo>
                      <a:pt x="14" y="42"/>
                      <a:pt x="14" y="34"/>
                      <a:pt x="14" y="27"/>
                    </a:cubicBezTo>
                    <a:cubicBezTo>
                      <a:pt x="14" y="21"/>
                      <a:pt x="14" y="16"/>
                      <a:pt x="14" y="10"/>
                    </a:cubicBezTo>
                    <a:cubicBezTo>
                      <a:pt x="14" y="11"/>
                      <a:pt x="14" y="12"/>
                      <a:pt x="14" y="12"/>
                    </a:cubicBezTo>
                    <a:cubicBezTo>
                      <a:pt x="14" y="9"/>
                      <a:pt x="16" y="6"/>
                      <a:pt x="17" y="4"/>
                    </a:cubicBezTo>
                    <a:cubicBezTo>
                      <a:pt x="19" y="2"/>
                      <a:pt x="22" y="0"/>
                      <a:pt x="25" y="0"/>
                    </a:cubicBezTo>
                    <a:cubicBezTo>
                      <a:pt x="31" y="0"/>
                      <a:pt x="37" y="5"/>
                      <a:pt x="37" y="10"/>
                    </a:cubicBezTo>
                    <a:cubicBezTo>
                      <a:pt x="37" y="17"/>
                      <a:pt x="36" y="24"/>
                      <a:pt x="36" y="31"/>
                    </a:cubicBezTo>
                    <a:cubicBezTo>
                      <a:pt x="36" y="40"/>
                      <a:pt x="36" y="48"/>
                      <a:pt x="35" y="56"/>
                    </a:cubicBezTo>
                    <a:cubicBezTo>
                      <a:pt x="35" y="74"/>
                      <a:pt x="35" y="91"/>
                      <a:pt x="35" y="109"/>
                    </a:cubicBezTo>
                    <a:cubicBezTo>
                      <a:pt x="35" y="144"/>
                      <a:pt x="34" y="179"/>
                      <a:pt x="34" y="214"/>
                    </a:cubicBezTo>
                    <a:cubicBezTo>
                      <a:pt x="34" y="249"/>
                      <a:pt x="33" y="284"/>
                      <a:pt x="33" y="320"/>
                    </a:cubicBezTo>
                    <a:cubicBezTo>
                      <a:pt x="33" y="354"/>
                      <a:pt x="32" y="389"/>
                      <a:pt x="32" y="423"/>
                    </a:cubicBezTo>
                    <a:cubicBezTo>
                      <a:pt x="32" y="493"/>
                      <a:pt x="31" y="563"/>
                      <a:pt x="30" y="633"/>
                    </a:cubicBezTo>
                    <a:cubicBezTo>
                      <a:pt x="30" y="705"/>
                      <a:pt x="29" y="778"/>
                      <a:pt x="28" y="850"/>
                    </a:cubicBezTo>
                    <a:cubicBezTo>
                      <a:pt x="28" y="920"/>
                      <a:pt x="27" y="992"/>
                      <a:pt x="27" y="1062"/>
                    </a:cubicBezTo>
                    <a:cubicBezTo>
                      <a:pt x="26" y="1133"/>
                      <a:pt x="25" y="1204"/>
                      <a:pt x="25" y="1274"/>
                    </a:cubicBezTo>
                    <a:cubicBezTo>
                      <a:pt x="24" y="1344"/>
                      <a:pt x="24" y="1414"/>
                      <a:pt x="23" y="1483"/>
                    </a:cubicBezTo>
                    <a:cubicBezTo>
                      <a:pt x="23" y="1507"/>
                      <a:pt x="23" y="1530"/>
                      <a:pt x="23" y="1554"/>
                    </a:cubicBezTo>
                    <a:lnTo>
                      <a:pt x="23" y="1553"/>
                    </a:lnTo>
                    <a:cubicBezTo>
                      <a:pt x="23" y="1556"/>
                      <a:pt x="23" y="1560"/>
                      <a:pt x="23" y="1563"/>
                    </a:cubicBezTo>
                    <a:cubicBezTo>
                      <a:pt x="23" y="1562"/>
                      <a:pt x="23" y="1562"/>
                      <a:pt x="23" y="1561"/>
                    </a:cubicBezTo>
                    <a:cubicBezTo>
                      <a:pt x="23" y="1578"/>
                      <a:pt x="23" y="1593"/>
                      <a:pt x="23" y="1609"/>
                    </a:cubicBezTo>
                    <a:lnTo>
                      <a:pt x="23" y="1608"/>
                    </a:lnTo>
                    <a:cubicBezTo>
                      <a:pt x="23" y="1615"/>
                      <a:pt x="23" y="1623"/>
                      <a:pt x="23" y="1631"/>
                    </a:cubicBezTo>
                    <a:cubicBezTo>
                      <a:pt x="23" y="1633"/>
                      <a:pt x="23" y="1635"/>
                      <a:pt x="23" y="1638"/>
                    </a:cubicBezTo>
                    <a:cubicBezTo>
                      <a:pt x="23" y="1644"/>
                      <a:pt x="18" y="1649"/>
                      <a:pt x="12" y="1650"/>
                    </a:cubicBezTo>
                    <a:cubicBezTo>
                      <a:pt x="11" y="1650"/>
                      <a:pt x="11" y="1650"/>
                      <a:pt x="11" y="1650"/>
                    </a:cubicBezTo>
                    <a:cubicBezTo>
                      <a:pt x="4" y="1650"/>
                      <a:pt x="0" y="1644"/>
                      <a:pt x="0" y="16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4" name="Google Shape;2784;p30"/>
              <p:cNvSpPr/>
              <p:nvPr/>
            </p:nvSpPr>
            <p:spPr>
              <a:xfrm>
                <a:off x="3555720" y="574560"/>
                <a:ext cx="53280" cy="73800"/>
              </a:xfrm>
              <a:custGeom>
                <a:avLst/>
                <a:gdLst/>
                <a:ahLst/>
                <a:cxnLst/>
                <a:rect l="l" t="t" r="r" b="b"/>
                <a:pathLst>
                  <a:path w="148" h="205" extrusionOk="0">
                    <a:moveTo>
                      <a:pt x="125" y="196"/>
                    </a:moveTo>
                    <a:cubicBezTo>
                      <a:pt x="120" y="181"/>
                      <a:pt x="115" y="165"/>
                      <a:pt x="109" y="149"/>
                    </a:cubicBezTo>
                    <a:cubicBezTo>
                      <a:pt x="106" y="145"/>
                      <a:pt x="105" y="140"/>
                      <a:pt x="103" y="135"/>
                    </a:cubicBezTo>
                    <a:cubicBezTo>
                      <a:pt x="98" y="124"/>
                      <a:pt x="93" y="114"/>
                      <a:pt x="88" y="103"/>
                    </a:cubicBezTo>
                    <a:cubicBezTo>
                      <a:pt x="86" y="98"/>
                      <a:pt x="83" y="93"/>
                      <a:pt x="80" y="88"/>
                    </a:cubicBezTo>
                    <a:cubicBezTo>
                      <a:pt x="77" y="82"/>
                      <a:pt x="74" y="78"/>
                      <a:pt x="72" y="72"/>
                    </a:cubicBezTo>
                    <a:cubicBezTo>
                      <a:pt x="72" y="73"/>
                      <a:pt x="72" y="74"/>
                      <a:pt x="72" y="74"/>
                    </a:cubicBezTo>
                    <a:cubicBezTo>
                      <a:pt x="66" y="64"/>
                      <a:pt x="60" y="54"/>
                      <a:pt x="53" y="44"/>
                    </a:cubicBezTo>
                    <a:cubicBezTo>
                      <a:pt x="49" y="65"/>
                      <a:pt x="45" y="86"/>
                      <a:pt x="40" y="106"/>
                    </a:cubicBezTo>
                    <a:cubicBezTo>
                      <a:pt x="35" y="129"/>
                      <a:pt x="31" y="152"/>
                      <a:pt x="26" y="175"/>
                    </a:cubicBezTo>
                    <a:cubicBezTo>
                      <a:pt x="25" y="181"/>
                      <a:pt x="24" y="187"/>
                      <a:pt x="22" y="192"/>
                    </a:cubicBezTo>
                    <a:cubicBezTo>
                      <a:pt x="21" y="198"/>
                      <a:pt x="16" y="201"/>
                      <a:pt x="11" y="201"/>
                    </a:cubicBezTo>
                    <a:cubicBezTo>
                      <a:pt x="6" y="201"/>
                      <a:pt x="0" y="195"/>
                      <a:pt x="1" y="189"/>
                    </a:cubicBezTo>
                    <a:cubicBezTo>
                      <a:pt x="2" y="183"/>
                      <a:pt x="3" y="177"/>
                      <a:pt x="5" y="170"/>
                    </a:cubicBezTo>
                    <a:cubicBezTo>
                      <a:pt x="6" y="164"/>
                      <a:pt x="7" y="159"/>
                      <a:pt x="7" y="153"/>
                    </a:cubicBezTo>
                    <a:cubicBezTo>
                      <a:pt x="10" y="142"/>
                      <a:pt x="12" y="132"/>
                      <a:pt x="13" y="121"/>
                    </a:cubicBezTo>
                    <a:cubicBezTo>
                      <a:pt x="17" y="97"/>
                      <a:pt x="20" y="74"/>
                      <a:pt x="24" y="50"/>
                    </a:cubicBezTo>
                    <a:cubicBezTo>
                      <a:pt x="25" y="44"/>
                      <a:pt x="25" y="37"/>
                      <a:pt x="27" y="31"/>
                    </a:cubicBezTo>
                    <a:cubicBezTo>
                      <a:pt x="28" y="24"/>
                      <a:pt x="30" y="16"/>
                      <a:pt x="31" y="9"/>
                    </a:cubicBezTo>
                    <a:cubicBezTo>
                      <a:pt x="31" y="9"/>
                      <a:pt x="31" y="10"/>
                      <a:pt x="31" y="11"/>
                    </a:cubicBezTo>
                    <a:lnTo>
                      <a:pt x="31" y="12"/>
                    </a:lnTo>
                    <a:cubicBezTo>
                      <a:pt x="31" y="8"/>
                      <a:pt x="31" y="5"/>
                      <a:pt x="34" y="2"/>
                    </a:cubicBezTo>
                    <a:cubicBezTo>
                      <a:pt x="37" y="0"/>
                      <a:pt x="41" y="0"/>
                      <a:pt x="44" y="0"/>
                    </a:cubicBezTo>
                    <a:cubicBezTo>
                      <a:pt x="47" y="1"/>
                      <a:pt x="50" y="3"/>
                      <a:pt x="52" y="6"/>
                    </a:cubicBezTo>
                    <a:cubicBezTo>
                      <a:pt x="53" y="9"/>
                      <a:pt x="53" y="13"/>
                      <a:pt x="51" y="16"/>
                    </a:cubicBezTo>
                    <a:cubicBezTo>
                      <a:pt x="52" y="16"/>
                      <a:pt x="52" y="15"/>
                      <a:pt x="52" y="15"/>
                    </a:cubicBezTo>
                    <a:lnTo>
                      <a:pt x="52" y="14"/>
                    </a:lnTo>
                    <a:cubicBezTo>
                      <a:pt x="52" y="15"/>
                      <a:pt x="52" y="15"/>
                      <a:pt x="52" y="16"/>
                    </a:cubicBezTo>
                    <a:cubicBezTo>
                      <a:pt x="52" y="16"/>
                      <a:pt x="53" y="16"/>
                      <a:pt x="54" y="17"/>
                    </a:cubicBezTo>
                    <a:cubicBezTo>
                      <a:pt x="58" y="18"/>
                      <a:pt x="61" y="20"/>
                      <a:pt x="63" y="23"/>
                    </a:cubicBezTo>
                    <a:cubicBezTo>
                      <a:pt x="69" y="28"/>
                      <a:pt x="73" y="33"/>
                      <a:pt x="76" y="39"/>
                    </a:cubicBezTo>
                    <a:cubicBezTo>
                      <a:pt x="78" y="42"/>
                      <a:pt x="80" y="45"/>
                      <a:pt x="81" y="48"/>
                    </a:cubicBezTo>
                    <a:cubicBezTo>
                      <a:pt x="84" y="53"/>
                      <a:pt x="87" y="57"/>
                      <a:pt x="90" y="62"/>
                    </a:cubicBezTo>
                    <a:cubicBezTo>
                      <a:pt x="102" y="82"/>
                      <a:pt x="112" y="104"/>
                      <a:pt x="122" y="125"/>
                    </a:cubicBezTo>
                    <a:cubicBezTo>
                      <a:pt x="122" y="126"/>
                      <a:pt x="122" y="126"/>
                      <a:pt x="122" y="127"/>
                    </a:cubicBezTo>
                    <a:lnTo>
                      <a:pt x="122" y="126"/>
                    </a:lnTo>
                    <a:cubicBezTo>
                      <a:pt x="124" y="131"/>
                      <a:pt x="126" y="136"/>
                      <a:pt x="129" y="142"/>
                    </a:cubicBezTo>
                    <a:cubicBezTo>
                      <a:pt x="132" y="149"/>
                      <a:pt x="134" y="157"/>
                      <a:pt x="137" y="164"/>
                    </a:cubicBezTo>
                    <a:cubicBezTo>
                      <a:pt x="140" y="173"/>
                      <a:pt x="143" y="181"/>
                      <a:pt x="146" y="189"/>
                    </a:cubicBezTo>
                    <a:cubicBezTo>
                      <a:pt x="147" y="195"/>
                      <a:pt x="144" y="202"/>
                      <a:pt x="139" y="203"/>
                    </a:cubicBezTo>
                    <a:cubicBezTo>
                      <a:pt x="137" y="204"/>
                      <a:pt x="137" y="204"/>
                      <a:pt x="136" y="204"/>
                    </a:cubicBezTo>
                    <a:cubicBezTo>
                      <a:pt x="131" y="204"/>
                      <a:pt x="126" y="201"/>
                      <a:pt x="125" y="1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5" name="Google Shape;2785;p30"/>
              <p:cNvSpPr/>
              <p:nvPr/>
            </p:nvSpPr>
            <p:spPr>
              <a:xfrm>
                <a:off x="3502440" y="582120"/>
                <a:ext cx="44280" cy="132840"/>
              </a:xfrm>
              <a:custGeom>
                <a:avLst/>
                <a:gdLst/>
                <a:ahLst/>
                <a:cxnLst/>
                <a:rect l="l" t="t" r="r" b="b"/>
                <a:pathLst>
                  <a:path w="123" h="369" extrusionOk="0">
                    <a:moveTo>
                      <a:pt x="99" y="346"/>
                    </a:moveTo>
                    <a:cubicBezTo>
                      <a:pt x="99" y="346"/>
                      <a:pt x="99" y="344"/>
                      <a:pt x="100" y="343"/>
                    </a:cubicBezTo>
                    <a:cubicBezTo>
                      <a:pt x="100" y="336"/>
                      <a:pt x="101" y="328"/>
                      <a:pt x="101" y="320"/>
                    </a:cubicBezTo>
                    <a:cubicBezTo>
                      <a:pt x="101" y="321"/>
                      <a:pt x="101" y="321"/>
                      <a:pt x="101" y="322"/>
                    </a:cubicBezTo>
                    <a:cubicBezTo>
                      <a:pt x="101" y="317"/>
                      <a:pt x="101" y="313"/>
                      <a:pt x="101" y="308"/>
                    </a:cubicBezTo>
                    <a:lnTo>
                      <a:pt x="101" y="309"/>
                    </a:lnTo>
                    <a:cubicBezTo>
                      <a:pt x="101" y="308"/>
                      <a:pt x="101" y="308"/>
                      <a:pt x="101" y="308"/>
                    </a:cubicBezTo>
                    <a:cubicBezTo>
                      <a:pt x="101" y="286"/>
                      <a:pt x="100" y="265"/>
                      <a:pt x="99" y="243"/>
                    </a:cubicBezTo>
                    <a:cubicBezTo>
                      <a:pt x="98" y="221"/>
                      <a:pt x="96" y="199"/>
                      <a:pt x="95" y="177"/>
                    </a:cubicBezTo>
                    <a:cubicBezTo>
                      <a:pt x="94" y="161"/>
                      <a:pt x="93" y="145"/>
                      <a:pt x="92" y="129"/>
                    </a:cubicBezTo>
                    <a:cubicBezTo>
                      <a:pt x="92" y="123"/>
                      <a:pt x="92" y="117"/>
                      <a:pt x="91" y="111"/>
                    </a:cubicBezTo>
                    <a:cubicBezTo>
                      <a:pt x="91" y="106"/>
                      <a:pt x="91" y="100"/>
                      <a:pt x="91" y="94"/>
                    </a:cubicBezTo>
                    <a:cubicBezTo>
                      <a:pt x="91" y="95"/>
                      <a:pt x="91" y="96"/>
                      <a:pt x="90" y="97"/>
                    </a:cubicBezTo>
                    <a:cubicBezTo>
                      <a:pt x="87" y="107"/>
                      <a:pt x="83" y="116"/>
                      <a:pt x="79" y="125"/>
                    </a:cubicBezTo>
                    <a:cubicBezTo>
                      <a:pt x="75" y="135"/>
                      <a:pt x="69" y="145"/>
                      <a:pt x="60" y="152"/>
                    </a:cubicBezTo>
                    <a:cubicBezTo>
                      <a:pt x="65" y="153"/>
                      <a:pt x="69" y="157"/>
                      <a:pt x="68" y="162"/>
                    </a:cubicBezTo>
                    <a:cubicBezTo>
                      <a:pt x="66" y="176"/>
                      <a:pt x="65" y="191"/>
                      <a:pt x="65" y="205"/>
                    </a:cubicBezTo>
                    <a:cubicBezTo>
                      <a:pt x="64" y="220"/>
                      <a:pt x="62" y="235"/>
                      <a:pt x="62" y="250"/>
                    </a:cubicBezTo>
                    <a:cubicBezTo>
                      <a:pt x="62" y="259"/>
                      <a:pt x="63" y="268"/>
                      <a:pt x="64" y="276"/>
                    </a:cubicBezTo>
                    <a:lnTo>
                      <a:pt x="64" y="277"/>
                    </a:lnTo>
                    <a:cubicBezTo>
                      <a:pt x="65" y="286"/>
                      <a:pt x="66" y="294"/>
                      <a:pt x="69" y="302"/>
                    </a:cubicBezTo>
                    <a:cubicBezTo>
                      <a:pt x="70" y="307"/>
                      <a:pt x="72" y="311"/>
                      <a:pt x="73" y="315"/>
                    </a:cubicBezTo>
                    <a:cubicBezTo>
                      <a:pt x="75" y="319"/>
                      <a:pt x="76" y="322"/>
                      <a:pt x="78" y="325"/>
                    </a:cubicBezTo>
                    <a:cubicBezTo>
                      <a:pt x="80" y="328"/>
                      <a:pt x="81" y="330"/>
                      <a:pt x="83" y="333"/>
                    </a:cubicBezTo>
                    <a:cubicBezTo>
                      <a:pt x="85" y="335"/>
                      <a:pt x="86" y="337"/>
                      <a:pt x="89" y="339"/>
                    </a:cubicBezTo>
                    <a:cubicBezTo>
                      <a:pt x="90" y="340"/>
                      <a:pt x="91" y="342"/>
                      <a:pt x="92" y="343"/>
                    </a:cubicBezTo>
                    <a:cubicBezTo>
                      <a:pt x="93" y="343"/>
                      <a:pt x="94" y="344"/>
                      <a:pt x="95" y="344"/>
                    </a:cubicBezTo>
                    <a:cubicBezTo>
                      <a:pt x="96" y="345"/>
                      <a:pt x="97" y="346"/>
                      <a:pt x="97" y="346"/>
                    </a:cubicBezTo>
                    <a:cubicBezTo>
                      <a:pt x="98" y="346"/>
                      <a:pt x="98" y="346"/>
                      <a:pt x="98" y="346"/>
                    </a:cubicBezTo>
                    <a:lnTo>
                      <a:pt x="99" y="346"/>
                    </a:lnTo>
                    <a:moveTo>
                      <a:pt x="70" y="350"/>
                    </a:moveTo>
                    <a:cubicBezTo>
                      <a:pt x="61" y="340"/>
                      <a:pt x="54" y="326"/>
                      <a:pt x="50" y="312"/>
                    </a:cubicBezTo>
                    <a:cubicBezTo>
                      <a:pt x="48" y="305"/>
                      <a:pt x="47" y="298"/>
                      <a:pt x="45" y="291"/>
                    </a:cubicBezTo>
                    <a:cubicBezTo>
                      <a:pt x="44" y="284"/>
                      <a:pt x="44" y="276"/>
                      <a:pt x="43" y="269"/>
                    </a:cubicBezTo>
                    <a:cubicBezTo>
                      <a:pt x="42" y="257"/>
                      <a:pt x="42" y="245"/>
                      <a:pt x="43" y="233"/>
                    </a:cubicBezTo>
                    <a:cubicBezTo>
                      <a:pt x="45" y="209"/>
                      <a:pt x="47" y="185"/>
                      <a:pt x="50" y="161"/>
                    </a:cubicBezTo>
                    <a:cubicBezTo>
                      <a:pt x="50" y="159"/>
                      <a:pt x="50" y="158"/>
                      <a:pt x="50" y="157"/>
                    </a:cubicBezTo>
                    <a:cubicBezTo>
                      <a:pt x="48" y="157"/>
                      <a:pt x="47" y="158"/>
                      <a:pt x="44" y="158"/>
                    </a:cubicBezTo>
                    <a:cubicBezTo>
                      <a:pt x="42" y="158"/>
                      <a:pt x="38" y="158"/>
                      <a:pt x="36" y="157"/>
                    </a:cubicBezTo>
                    <a:cubicBezTo>
                      <a:pt x="33" y="156"/>
                      <a:pt x="31" y="155"/>
                      <a:pt x="29" y="152"/>
                    </a:cubicBezTo>
                    <a:cubicBezTo>
                      <a:pt x="26" y="150"/>
                      <a:pt x="24" y="147"/>
                      <a:pt x="23" y="143"/>
                    </a:cubicBezTo>
                    <a:cubicBezTo>
                      <a:pt x="20" y="137"/>
                      <a:pt x="17" y="129"/>
                      <a:pt x="15" y="122"/>
                    </a:cubicBezTo>
                    <a:cubicBezTo>
                      <a:pt x="13" y="117"/>
                      <a:pt x="12" y="111"/>
                      <a:pt x="11" y="106"/>
                    </a:cubicBezTo>
                    <a:lnTo>
                      <a:pt x="11" y="105"/>
                    </a:lnTo>
                    <a:lnTo>
                      <a:pt x="11" y="104"/>
                    </a:lnTo>
                    <a:cubicBezTo>
                      <a:pt x="10" y="104"/>
                      <a:pt x="10" y="103"/>
                      <a:pt x="10" y="103"/>
                    </a:cubicBezTo>
                    <a:cubicBezTo>
                      <a:pt x="6" y="89"/>
                      <a:pt x="3" y="74"/>
                      <a:pt x="1" y="60"/>
                    </a:cubicBezTo>
                    <a:cubicBezTo>
                      <a:pt x="1" y="53"/>
                      <a:pt x="0" y="46"/>
                      <a:pt x="1" y="39"/>
                    </a:cubicBezTo>
                    <a:cubicBezTo>
                      <a:pt x="1" y="33"/>
                      <a:pt x="1" y="26"/>
                      <a:pt x="2" y="20"/>
                    </a:cubicBezTo>
                    <a:cubicBezTo>
                      <a:pt x="3" y="18"/>
                      <a:pt x="4" y="15"/>
                      <a:pt x="7" y="13"/>
                    </a:cubicBezTo>
                    <a:cubicBezTo>
                      <a:pt x="10" y="11"/>
                      <a:pt x="13" y="11"/>
                      <a:pt x="17" y="12"/>
                    </a:cubicBezTo>
                    <a:cubicBezTo>
                      <a:pt x="22" y="14"/>
                      <a:pt x="25" y="19"/>
                      <a:pt x="24" y="25"/>
                    </a:cubicBezTo>
                    <a:cubicBezTo>
                      <a:pt x="24" y="25"/>
                      <a:pt x="23" y="26"/>
                      <a:pt x="23" y="27"/>
                    </a:cubicBezTo>
                    <a:cubicBezTo>
                      <a:pt x="23" y="28"/>
                      <a:pt x="23" y="29"/>
                      <a:pt x="22" y="30"/>
                    </a:cubicBezTo>
                    <a:cubicBezTo>
                      <a:pt x="22" y="36"/>
                      <a:pt x="22" y="42"/>
                      <a:pt x="22" y="48"/>
                    </a:cubicBezTo>
                    <a:cubicBezTo>
                      <a:pt x="22" y="53"/>
                      <a:pt x="22" y="58"/>
                      <a:pt x="23" y="63"/>
                    </a:cubicBezTo>
                    <a:cubicBezTo>
                      <a:pt x="23" y="68"/>
                      <a:pt x="24" y="73"/>
                      <a:pt x="25" y="78"/>
                    </a:cubicBezTo>
                    <a:cubicBezTo>
                      <a:pt x="26" y="83"/>
                      <a:pt x="27" y="89"/>
                      <a:pt x="29" y="94"/>
                    </a:cubicBezTo>
                    <a:cubicBezTo>
                      <a:pt x="32" y="107"/>
                      <a:pt x="36" y="119"/>
                      <a:pt x="41" y="131"/>
                    </a:cubicBezTo>
                    <a:cubicBezTo>
                      <a:pt x="41" y="132"/>
                      <a:pt x="42" y="134"/>
                      <a:pt x="43" y="135"/>
                    </a:cubicBezTo>
                    <a:lnTo>
                      <a:pt x="43" y="136"/>
                    </a:lnTo>
                    <a:lnTo>
                      <a:pt x="44" y="136"/>
                    </a:lnTo>
                    <a:lnTo>
                      <a:pt x="45" y="136"/>
                    </a:lnTo>
                    <a:cubicBezTo>
                      <a:pt x="46" y="136"/>
                      <a:pt x="47" y="136"/>
                      <a:pt x="47" y="136"/>
                    </a:cubicBezTo>
                    <a:cubicBezTo>
                      <a:pt x="47" y="135"/>
                      <a:pt x="47" y="135"/>
                      <a:pt x="47" y="135"/>
                    </a:cubicBezTo>
                    <a:cubicBezTo>
                      <a:pt x="48" y="135"/>
                      <a:pt x="48" y="134"/>
                      <a:pt x="49" y="134"/>
                    </a:cubicBezTo>
                    <a:cubicBezTo>
                      <a:pt x="50" y="132"/>
                      <a:pt x="51" y="131"/>
                      <a:pt x="52" y="130"/>
                    </a:cubicBezTo>
                    <a:cubicBezTo>
                      <a:pt x="54" y="128"/>
                      <a:pt x="55" y="127"/>
                      <a:pt x="56" y="125"/>
                    </a:cubicBezTo>
                    <a:cubicBezTo>
                      <a:pt x="59" y="120"/>
                      <a:pt x="62" y="114"/>
                      <a:pt x="64" y="108"/>
                    </a:cubicBezTo>
                    <a:cubicBezTo>
                      <a:pt x="65" y="108"/>
                      <a:pt x="65" y="107"/>
                      <a:pt x="65" y="107"/>
                    </a:cubicBezTo>
                    <a:lnTo>
                      <a:pt x="65" y="108"/>
                    </a:lnTo>
                    <a:cubicBezTo>
                      <a:pt x="73" y="87"/>
                      <a:pt x="80" y="65"/>
                      <a:pt x="86" y="43"/>
                    </a:cubicBezTo>
                    <a:cubicBezTo>
                      <a:pt x="87" y="38"/>
                      <a:pt x="89" y="32"/>
                      <a:pt x="90" y="27"/>
                    </a:cubicBezTo>
                    <a:cubicBezTo>
                      <a:pt x="92" y="20"/>
                      <a:pt x="93" y="14"/>
                      <a:pt x="96" y="8"/>
                    </a:cubicBezTo>
                    <a:cubicBezTo>
                      <a:pt x="97" y="2"/>
                      <a:pt x="103" y="0"/>
                      <a:pt x="107" y="1"/>
                    </a:cubicBezTo>
                    <a:cubicBezTo>
                      <a:pt x="110" y="1"/>
                      <a:pt x="112" y="3"/>
                      <a:pt x="114" y="5"/>
                    </a:cubicBezTo>
                    <a:cubicBezTo>
                      <a:pt x="115" y="8"/>
                      <a:pt x="116" y="11"/>
                      <a:pt x="115" y="13"/>
                    </a:cubicBezTo>
                    <a:cubicBezTo>
                      <a:pt x="115" y="15"/>
                      <a:pt x="115" y="16"/>
                      <a:pt x="115" y="18"/>
                    </a:cubicBezTo>
                    <a:cubicBezTo>
                      <a:pt x="115" y="18"/>
                      <a:pt x="115" y="17"/>
                      <a:pt x="115" y="16"/>
                    </a:cubicBezTo>
                    <a:cubicBezTo>
                      <a:pt x="113" y="32"/>
                      <a:pt x="112" y="47"/>
                      <a:pt x="111" y="62"/>
                    </a:cubicBezTo>
                    <a:cubicBezTo>
                      <a:pt x="111" y="71"/>
                      <a:pt x="111" y="81"/>
                      <a:pt x="111" y="90"/>
                    </a:cubicBezTo>
                    <a:cubicBezTo>
                      <a:pt x="111" y="96"/>
                      <a:pt x="111" y="101"/>
                      <a:pt x="111" y="107"/>
                    </a:cubicBezTo>
                    <a:cubicBezTo>
                      <a:pt x="111" y="112"/>
                      <a:pt x="111" y="117"/>
                      <a:pt x="112" y="121"/>
                    </a:cubicBezTo>
                    <a:cubicBezTo>
                      <a:pt x="112" y="132"/>
                      <a:pt x="112" y="143"/>
                      <a:pt x="113" y="154"/>
                    </a:cubicBezTo>
                    <a:cubicBezTo>
                      <a:pt x="114" y="177"/>
                      <a:pt x="116" y="200"/>
                      <a:pt x="118" y="223"/>
                    </a:cubicBezTo>
                    <a:cubicBezTo>
                      <a:pt x="119" y="245"/>
                      <a:pt x="120" y="268"/>
                      <a:pt x="121" y="291"/>
                    </a:cubicBezTo>
                    <a:cubicBezTo>
                      <a:pt x="121" y="302"/>
                      <a:pt x="122" y="312"/>
                      <a:pt x="122" y="323"/>
                    </a:cubicBezTo>
                    <a:cubicBezTo>
                      <a:pt x="121" y="330"/>
                      <a:pt x="121" y="336"/>
                      <a:pt x="121" y="342"/>
                    </a:cubicBezTo>
                    <a:cubicBezTo>
                      <a:pt x="121" y="348"/>
                      <a:pt x="120" y="354"/>
                      <a:pt x="117" y="359"/>
                    </a:cubicBezTo>
                    <a:cubicBezTo>
                      <a:pt x="113" y="364"/>
                      <a:pt x="108" y="367"/>
                      <a:pt x="102" y="368"/>
                    </a:cubicBezTo>
                    <a:cubicBezTo>
                      <a:pt x="101" y="368"/>
                      <a:pt x="101" y="368"/>
                      <a:pt x="100" y="368"/>
                    </a:cubicBezTo>
                    <a:cubicBezTo>
                      <a:pt x="88" y="368"/>
                      <a:pt x="78" y="359"/>
                      <a:pt x="70" y="3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6" name="Google Shape;2786;p30"/>
              <p:cNvSpPr/>
              <p:nvPr/>
            </p:nvSpPr>
            <p:spPr>
              <a:xfrm>
                <a:off x="3510720" y="736560"/>
                <a:ext cx="24840" cy="80640"/>
              </a:xfrm>
              <a:custGeom>
                <a:avLst/>
                <a:gdLst/>
                <a:ahLst/>
                <a:cxnLst/>
                <a:rect l="l" t="t" r="r" b="b"/>
                <a:pathLst>
                  <a:path w="69" h="224" extrusionOk="0">
                    <a:moveTo>
                      <a:pt x="46" y="213"/>
                    </a:moveTo>
                    <a:cubicBezTo>
                      <a:pt x="45" y="188"/>
                      <a:pt x="45" y="163"/>
                      <a:pt x="45" y="138"/>
                    </a:cubicBezTo>
                    <a:cubicBezTo>
                      <a:pt x="45" y="125"/>
                      <a:pt x="45" y="113"/>
                      <a:pt x="45" y="100"/>
                    </a:cubicBezTo>
                    <a:cubicBezTo>
                      <a:pt x="45" y="90"/>
                      <a:pt x="46" y="79"/>
                      <a:pt x="46" y="68"/>
                    </a:cubicBezTo>
                    <a:cubicBezTo>
                      <a:pt x="46" y="67"/>
                      <a:pt x="46" y="66"/>
                      <a:pt x="46" y="65"/>
                    </a:cubicBezTo>
                    <a:cubicBezTo>
                      <a:pt x="45" y="69"/>
                      <a:pt x="43" y="73"/>
                      <a:pt x="42" y="77"/>
                    </a:cubicBezTo>
                    <a:cubicBezTo>
                      <a:pt x="36" y="94"/>
                      <a:pt x="29" y="111"/>
                      <a:pt x="24" y="128"/>
                    </a:cubicBezTo>
                    <a:cubicBezTo>
                      <a:pt x="24" y="130"/>
                      <a:pt x="23" y="133"/>
                      <a:pt x="22" y="136"/>
                    </a:cubicBezTo>
                    <a:cubicBezTo>
                      <a:pt x="21" y="142"/>
                      <a:pt x="15" y="146"/>
                      <a:pt x="10" y="144"/>
                    </a:cubicBezTo>
                    <a:cubicBezTo>
                      <a:pt x="4" y="143"/>
                      <a:pt x="0" y="137"/>
                      <a:pt x="1" y="131"/>
                    </a:cubicBezTo>
                    <a:cubicBezTo>
                      <a:pt x="2" y="127"/>
                      <a:pt x="3" y="122"/>
                      <a:pt x="5" y="118"/>
                    </a:cubicBezTo>
                    <a:cubicBezTo>
                      <a:pt x="7" y="112"/>
                      <a:pt x="8" y="107"/>
                      <a:pt x="10" y="102"/>
                    </a:cubicBezTo>
                    <a:cubicBezTo>
                      <a:pt x="14" y="91"/>
                      <a:pt x="18" y="82"/>
                      <a:pt x="21" y="72"/>
                    </a:cubicBezTo>
                    <a:cubicBezTo>
                      <a:pt x="25" y="62"/>
                      <a:pt x="28" y="54"/>
                      <a:pt x="32" y="44"/>
                    </a:cubicBezTo>
                    <a:cubicBezTo>
                      <a:pt x="34" y="38"/>
                      <a:pt x="35" y="33"/>
                      <a:pt x="38" y="28"/>
                    </a:cubicBezTo>
                    <a:cubicBezTo>
                      <a:pt x="40" y="21"/>
                      <a:pt x="42" y="14"/>
                      <a:pt x="45" y="8"/>
                    </a:cubicBezTo>
                    <a:cubicBezTo>
                      <a:pt x="48" y="2"/>
                      <a:pt x="56" y="0"/>
                      <a:pt x="61" y="3"/>
                    </a:cubicBezTo>
                    <a:cubicBezTo>
                      <a:pt x="62" y="5"/>
                      <a:pt x="63" y="5"/>
                      <a:pt x="64" y="6"/>
                    </a:cubicBezTo>
                    <a:cubicBezTo>
                      <a:pt x="66" y="8"/>
                      <a:pt x="66" y="10"/>
                      <a:pt x="67" y="11"/>
                    </a:cubicBezTo>
                    <a:cubicBezTo>
                      <a:pt x="68" y="15"/>
                      <a:pt x="67" y="19"/>
                      <a:pt x="67" y="22"/>
                    </a:cubicBezTo>
                    <a:cubicBezTo>
                      <a:pt x="68" y="33"/>
                      <a:pt x="67" y="44"/>
                      <a:pt x="67" y="55"/>
                    </a:cubicBezTo>
                    <a:cubicBezTo>
                      <a:pt x="67" y="62"/>
                      <a:pt x="66" y="70"/>
                      <a:pt x="66" y="77"/>
                    </a:cubicBezTo>
                    <a:cubicBezTo>
                      <a:pt x="66" y="90"/>
                      <a:pt x="66" y="104"/>
                      <a:pt x="65" y="117"/>
                    </a:cubicBezTo>
                    <a:lnTo>
                      <a:pt x="65" y="116"/>
                    </a:lnTo>
                    <a:cubicBezTo>
                      <a:pt x="65" y="148"/>
                      <a:pt x="65" y="180"/>
                      <a:pt x="67" y="212"/>
                    </a:cubicBezTo>
                    <a:cubicBezTo>
                      <a:pt x="67" y="218"/>
                      <a:pt x="63" y="223"/>
                      <a:pt x="57" y="223"/>
                    </a:cubicBezTo>
                    <a:lnTo>
                      <a:pt x="56" y="223"/>
                    </a:lnTo>
                    <a:cubicBezTo>
                      <a:pt x="51" y="223"/>
                      <a:pt x="46" y="219"/>
                      <a:pt x="46" y="2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7" name="Google Shape;2787;p30"/>
              <p:cNvSpPr/>
              <p:nvPr/>
            </p:nvSpPr>
            <p:spPr>
              <a:xfrm>
                <a:off x="3503880" y="915120"/>
                <a:ext cx="39240" cy="3852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107" extrusionOk="0">
                    <a:moveTo>
                      <a:pt x="41" y="85"/>
                    </a:moveTo>
                    <a:cubicBezTo>
                      <a:pt x="42" y="85"/>
                      <a:pt x="43" y="85"/>
                      <a:pt x="43" y="85"/>
                    </a:cubicBezTo>
                    <a:lnTo>
                      <a:pt x="44" y="85"/>
                    </a:lnTo>
                    <a:cubicBezTo>
                      <a:pt x="46" y="84"/>
                      <a:pt x="47" y="84"/>
                      <a:pt x="48" y="84"/>
                    </a:cubicBezTo>
                    <a:cubicBezTo>
                      <a:pt x="50" y="83"/>
                      <a:pt x="51" y="82"/>
                      <a:pt x="53" y="81"/>
                    </a:cubicBezTo>
                    <a:cubicBezTo>
                      <a:pt x="54" y="80"/>
                      <a:pt x="56" y="80"/>
                      <a:pt x="57" y="78"/>
                    </a:cubicBezTo>
                    <a:cubicBezTo>
                      <a:pt x="59" y="77"/>
                      <a:pt x="61" y="75"/>
                      <a:pt x="62" y="74"/>
                    </a:cubicBezTo>
                    <a:lnTo>
                      <a:pt x="62" y="75"/>
                    </a:lnTo>
                    <a:cubicBezTo>
                      <a:pt x="62" y="74"/>
                      <a:pt x="64" y="73"/>
                      <a:pt x="65" y="71"/>
                    </a:cubicBezTo>
                    <a:cubicBezTo>
                      <a:pt x="66" y="70"/>
                      <a:pt x="67" y="68"/>
                      <a:pt x="68" y="66"/>
                    </a:cubicBezTo>
                    <a:cubicBezTo>
                      <a:pt x="68" y="67"/>
                      <a:pt x="68" y="67"/>
                      <a:pt x="68" y="67"/>
                    </a:cubicBezTo>
                    <a:lnTo>
                      <a:pt x="68" y="66"/>
                    </a:lnTo>
                    <a:cubicBezTo>
                      <a:pt x="74" y="56"/>
                      <a:pt x="79" y="46"/>
                      <a:pt x="84" y="35"/>
                    </a:cubicBezTo>
                    <a:cubicBezTo>
                      <a:pt x="85" y="33"/>
                      <a:pt x="86" y="31"/>
                      <a:pt x="86" y="28"/>
                    </a:cubicBezTo>
                    <a:lnTo>
                      <a:pt x="87" y="27"/>
                    </a:lnTo>
                    <a:cubicBezTo>
                      <a:pt x="87" y="26"/>
                      <a:pt x="87" y="25"/>
                      <a:pt x="87" y="25"/>
                    </a:cubicBezTo>
                    <a:cubicBezTo>
                      <a:pt x="87" y="24"/>
                      <a:pt x="87" y="24"/>
                      <a:pt x="87" y="24"/>
                    </a:cubicBezTo>
                    <a:cubicBezTo>
                      <a:pt x="87" y="23"/>
                      <a:pt x="87" y="22"/>
                      <a:pt x="86" y="22"/>
                    </a:cubicBezTo>
                    <a:cubicBezTo>
                      <a:pt x="85" y="22"/>
                      <a:pt x="83" y="22"/>
                      <a:pt x="82" y="23"/>
                    </a:cubicBezTo>
                    <a:cubicBezTo>
                      <a:pt x="81" y="23"/>
                      <a:pt x="79" y="24"/>
                      <a:pt x="78" y="24"/>
                    </a:cubicBezTo>
                    <a:cubicBezTo>
                      <a:pt x="77" y="25"/>
                      <a:pt x="76" y="25"/>
                      <a:pt x="75" y="25"/>
                    </a:cubicBezTo>
                    <a:cubicBezTo>
                      <a:pt x="75" y="26"/>
                      <a:pt x="74" y="27"/>
                      <a:pt x="72" y="27"/>
                    </a:cubicBezTo>
                    <a:cubicBezTo>
                      <a:pt x="71" y="29"/>
                      <a:pt x="69" y="30"/>
                      <a:pt x="68" y="32"/>
                    </a:cubicBezTo>
                    <a:cubicBezTo>
                      <a:pt x="65" y="34"/>
                      <a:pt x="64" y="36"/>
                      <a:pt x="61" y="39"/>
                    </a:cubicBezTo>
                    <a:cubicBezTo>
                      <a:pt x="56" y="46"/>
                      <a:pt x="51" y="53"/>
                      <a:pt x="46" y="61"/>
                    </a:cubicBezTo>
                    <a:cubicBezTo>
                      <a:pt x="43" y="66"/>
                      <a:pt x="40" y="71"/>
                      <a:pt x="37" y="75"/>
                    </a:cubicBezTo>
                    <a:cubicBezTo>
                      <a:pt x="38" y="75"/>
                      <a:pt x="38" y="75"/>
                      <a:pt x="38" y="74"/>
                    </a:cubicBezTo>
                    <a:cubicBezTo>
                      <a:pt x="36" y="77"/>
                      <a:pt x="35" y="80"/>
                      <a:pt x="33" y="82"/>
                    </a:cubicBezTo>
                    <a:cubicBezTo>
                      <a:pt x="34" y="83"/>
                      <a:pt x="34" y="83"/>
                      <a:pt x="34" y="84"/>
                    </a:cubicBezTo>
                    <a:cubicBezTo>
                      <a:pt x="35" y="84"/>
                      <a:pt x="36" y="84"/>
                      <a:pt x="36" y="84"/>
                    </a:cubicBezTo>
                    <a:lnTo>
                      <a:pt x="37" y="85"/>
                    </a:lnTo>
                    <a:cubicBezTo>
                      <a:pt x="37" y="85"/>
                      <a:pt x="38" y="85"/>
                      <a:pt x="39" y="85"/>
                    </a:cubicBezTo>
                    <a:cubicBezTo>
                      <a:pt x="40" y="85"/>
                      <a:pt x="41" y="85"/>
                      <a:pt x="41" y="85"/>
                    </a:cubicBezTo>
                    <a:moveTo>
                      <a:pt x="30" y="105"/>
                    </a:moveTo>
                    <a:cubicBezTo>
                      <a:pt x="26" y="103"/>
                      <a:pt x="23" y="102"/>
                      <a:pt x="20" y="99"/>
                    </a:cubicBezTo>
                    <a:cubicBezTo>
                      <a:pt x="18" y="100"/>
                      <a:pt x="15" y="99"/>
                      <a:pt x="13" y="98"/>
                    </a:cubicBezTo>
                    <a:cubicBezTo>
                      <a:pt x="8" y="96"/>
                      <a:pt x="6" y="90"/>
                      <a:pt x="9" y="85"/>
                    </a:cubicBezTo>
                    <a:lnTo>
                      <a:pt x="9" y="84"/>
                    </a:lnTo>
                    <a:cubicBezTo>
                      <a:pt x="8" y="82"/>
                      <a:pt x="8" y="80"/>
                      <a:pt x="7" y="77"/>
                    </a:cubicBezTo>
                    <a:cubicBezTo>
                      <a:pt x="4" y="70"/>
                      <a:pt x="2" y="63"/>
                      <a:pt x="2" y="56"/>
                    </a:cubicBezTo>
                    <a:cubicBezTo>
                      <a:pt x="1" y="49"/>
                      <a:pt x="0" y="43"/>
                      <a:pt x="1" y="36"/>
                    </a:cubicBezTo>
                    <a:cubicBezTo>
                      <a:pt x="2" y="30"/>
                      <a:pt x="8" y="26"/>
                      <a:pt x="14" y="27"/>
                    </a:cubicBezTo>
                    <a:cubicBezTo>
                      <a:pt x="20" y="28"/>
                      <a:pt x="23" y="35"/>
                      <a:pt x="22" y="41"/>
                    </a:cubicBezTo>
                    <a:lnTo>
                      <a:pt x="22" y="42"/>
                    </a:lnTo>
                    <a:lnTo>
                      <a:pt x="22" y="43"/>
                    </a:lnTo>
                    <a:cubicBezTo>
                      <a:pt x="22" y="48"/>
                      <a:pt x="22" y="51"/>
                      <a:pt x="23" y="54"/>
                    </a:cubicBezTo>
                    <a:cubicBezTo>
                      <a:pt x="23" y="56"/>
                      <a:pt x="23" y="58"/>
                      <a:pt x="24" y="59"/>
                    </a:cubicBezTo>
                    <a:cubicBezTo>
                      <a:pt x="26" y="56"/>
                      <a:pt x="28" y="52"/>
                      <a:pt x="30" y="49"/>
                    </a:cubicBezTo>
                    <a:cubicBezTo>
                      <a:pt x="36" y="39"/>
                      <a:pt x="42" y="29"/>
                      <a:pt x="49" y="21"/>
                    </a:cubicBezTo>
                    <a:cubicBezTo>
                      <a:pt x="54" y="16"/>
                      <a:pt x="59" y="11"/>
                      <a:pt x="65" y="8"/>
                    </a:cubicBezTo>
                    <a:cubicBezTo>
                      <a:pt x="70" y="4"/>
                      <a:pt x="78" y="2"/>
                      <a:pt x="84" y="1"/>
                    </a:cubicBezTo>
                    <a:cubicBezTo>
                      <a:pt x="90" y="0"/>
                      <a:pt x="97" y="1"/>
                      <a:pt x="101" y="6"/>
                    </a:cubicBezTo>
                    <a:cubicBezTo>
                      <a:pt x="103" y="8"/>
                      <a:pt x="105" y="10"/>
                      <a:pt x="106" y="13"/>
                    </a:cubicBezTo>
                    <a:cubicBezTo>
                      <a:pt x="107" y="17"/>
                      <a:pt x="108" y="20"/>
                      <a:pt x="108" y="24"/>
                    </a:cubicBezTo>
                    <a:cubicBezTo>
                      <a:pt x="108" y="31"/>
                      <a:pt x="106" y="36"/>
                      <a:pt x="104" y="42"/>
                    </a:cubicBezTo>
                    <a:cubicBezTo>
                      <a:pt x="101" y="47"/>
                      <a:pt x="100" y="51"/>
                      <a:pt x="97" y="55"/>
                    </a:cubicBezTo>
                    <a:cubicBezTo>
                      <a:pt x="96" y="59"/>
                      <a:pt x="94" y="62"/>
                      <a:pt x="92" y="66"/>
                    </a:cubicBezTo>
                    <a:cubicBezTo>
                      <a:pt x="89" y="73"/>
                      <a:pt x="85" y="79"/>
                      <a:pt x="81" y="85"/>
                    </a:cubicBezTo>
                    <a:cubicBezTo>
                      <a:pt x="76" y="91"/>
                      <a:pt x="71" y="95"/>
                      <a:pt x="65" y="99"/>
                    </a:cubicBezTo>
                    <a:cubicBezTo>
                      <a:pt x="62" y="101"/>
                      <a:pt x="59" y="102"/>
                      <a:pt x="55" y="103"/>
                    </a:cubicBezTo>
                    <a:cubicBezTo>
                      <a:pt x="52" y="105"/>
                      <a:pt x="48" y="106"/>
                      <a:pt x="44" y="106"/>
                    </a:cubicBezTo>
                    <a:cubicBezTo>
                      <a:pt x="44" y="106"/>
                      <a:pt x="43" y="106"/>
                      <a:pt x="41" y="106"/>
                    </a:cubicBezTo>
                    <a:cubicBezTo>
                      <a:pt x="37" y="106"/>
                      <a:pt x="33" y="106"/>
                      <a:pt x="30" y="1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8" name="Google Shape;2788;p30"/>
              <p:cNvSpPr/>
              <p:nvPr/>
            </p:nvSpPr>
            <p:spPr>
              <a:xfrm>
                <a:off x="3470760" y="1025280"/>
                <a:ext cx="40320" cy="1476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41" extrusionOk="0">
                    <a:moveTo>
                      <a:pt x="20" y="40"/>
                    </a:moveTo>
                    <a:cubicBezTo>
                      <a:pt x="19" y="40"/>
                      <a:pt x="18" y="40"/>
                      <a:pt x="17" y="40"/>
                    </a:cubicBezTo>
                    <a:cubicBezTo>
                      <a:pt x="16" y="40"/>
                      <a:pt x="14" y="40"/>
                      <a:pt x="13" y="40"/>
                    </a:cubicBezTo>
                    <a:cubicBezTo>
                      <a:pt x="4" y="39"/>
                      <a:pt x="0" y="29"/>
                      <a:pt x="6" y="22"/>
                    </a:cubicBezTo>
                    <a:cubicBezTo>
                      <a:pt x="9" y="18"/>
                      <a:pt x="16" y="16"/>
                      <a:pt x="21" y="14"/>
                    </a:cubicBezTo>
                    <a:cubicBezTo>
                      <a:pt x="24" y="13"/>
                      <a:pt x="28" y="12"/>
                      <a:pt x="31" y="11"/>
                    </a:cubicBezTo>
                    <a:cubicBezTo>
                      <a:pt x="38" y="10"/>
                      <a:pt x="45" y="8"/>
                      <a:pt x="53" y="7"/>
                    </a:cubicBezTo>
                    <a:cubicBezTo>
                      <a:pt x="59" y="6"/>
                      <a:pt x="66" y="5"/>
                      <a:pt x="73" y="4"/>
                    </a:cubicBezTo>
                    <a:cubicBezTo>
                      <a:pt x="82" y="3"/>
                      <a:pt x="91" y="2"/>
                      <a:pt x="100" y="1"/>
                    </a:cubicBezTo>
                    <a:cubicBezTo>
                      <a:pt x="105" y="0"/>
                      <a:pt x="111" y="5"/>
                      <a:pt x="111" y="10"/>
                    </a:cubicBezTo>
                    <a:cubicBezTo>
                      <a:pt x="111" y="16"/>
                      <a:pt x="106" y="20"/>
                      <a:pt x="101" y="21"/>
                    </a:cubicBezTo>
                    <a:cubicBezTo>
                      <a:pt x="100" y="21"/>
                      <a:pt x="98" y="21"/>
                      <a:pt x="96" y="22"/>
                    </a:cubicBezTo>
                    <a:lnTo>
                      <a:pt x="97" y="22"/>
                    </a:lnTo>
                    <a:cubicBezTo>
                      <a:pt x="86" y="23"/>
                      <a:pt x="74" y="25"/>
                      <a:pt x="63" y="26"/>
                    </a:cubicBezTo>
                    <a:cubicBezTo>
                      <a:pt x="58" y="28"/>
                      <a:pt x="52" y="29"/>
                      <a:pt x="46" y="29"/>
                    </a:cubicBezTo>
                    <a:cubicBezTo>
                      <a:pt x="41" y="30"/>
                      <a:pt x="37" y="32"/>
                      <a:pt x="32" y="33"/>
                    </a:cubicBezTo>
                    <a:lnTo>
                      <a:pt x="33" y="33"/>
                    </a:lnTo>
                    <a:cubicBezTo>
                      <a:pt x="32" y="33"/>
                      <a:pt x="31" y="33"/>
                      <a:pt x="31" y="33"/>
                    </a:cubicBezTo>
                    <a:cubicBezTo>
                      <a:pt x="29" y="37"/>
                      <a:pt x="25" y="40"/>
                      <a:pt x="21" y="40"/>
                    </a:cubicBezTo>
                    <a:cubicBezTo>
                      <a:pt x="20" y="40"/>
                      <a:pt x="20" y="40"/>
                      <a:pt x="20" y="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9" name="Google Shape;2789;p30"/>
              <p:cNvSpPr/>
              <p:nvPr/>
            </p:nvSpPr>
            <p:spPr>
              <a:xfrm>
                <a:off x="3512520" y="1025640"/>
                <a:ext cx="20520" cy="91440"/>
              </a:xfrm>
              <a:custGeom>
                <a:avLst/>
                <a:gdLst/>
                <a:ahLst/>
                <a:cxnLst/>
                <a:rect l="l" t="t" r="r" b="b"/>
                <a:pathLst>
                  <a:path w="57" h="254" extrusionOk="0">
                    <a:moveTo>
                      <a:pt x="35" y="243"/>
                    </a:moveTo>
                    <a:cubicBezTo>
                      <a:pt x="35" y="223"/>
                      <a:pt x="35" y="204"/>
                      <a:pt x="36" y="184"/>
                    </a:cubicBezTo>
                    <a:lnTo>
                      <a:pt x="36" y="185"/>
                    </a:lnTo>
                    <a:cubicBezTo>
                      <a:pt x="36" y="177"/>
                      <a:pt x="36" y="171"/>
                      <a:pt x="36" y="163"/>
                    </a:cubicBezTo>
                    <a:cubicBezTo>
                      <a:pt x="36" y="164"/>
                      <a:pt x="36" y="164"/>
                      <a:pt x="36" y="164"/>
                    </a:cubicBezTo>
                    <a:cubicBezTo>
                      <a:pt x="36" y="155"/>
                      <a:pt x="36" y="147"/>
                      <a:pt x="36" y="137"/>
                    </a:cubicBezTo>
                    <a:cubicBezTo>
                      <a:pt x="36" y="138"/>
                      <a:pt x="36" y="138"/>
                      <a:pt x="36" y="139"/>
                    </a:cubicBezTo>
                    <a:cubicBezTo>
                      <a:pt x="36" y="138"/>
                      <a:pt x="36" y="138"/>
                      <a:pt x="36" y="137"/>
                    </a:cubicBezTo>
                    <a:lnTo>
                      <a:pt x="36" y="138"/>
                    </a:lnTo>
                    <a:cubicBezTo>
                      <a:pt x="37" y="129"/>
                      <a:pt x="37" y="119"/>
                      <a:pt x="37" y="109"/>
                    </a:cubicBezTo>
                    <a:cubicBezTo>
                      <a:pt x="37" y="94"/>
                      <a:pt x="36" y="78"/>
                      <a:pt x="36" y="62"/>
                    </a:cubicBezTo>
                    <a:cubicBezTo>
                      <a:pt x="36" y="61"/>
                      <a:pt x="36" y="60"/>
                      <a:pt x="36" y="59"/>
                    </a:cubicBezTo>
                    <a:cubicBezTo>
                      <a:pt x="32" y="69"/>
                      <a:pt x="28" y="80"/>
                      <a:pt x="25" y="91"/>
                    </a:cubicBezTo>
                    <a:cubicBezTo>
                      <a:pt x="25" y="92"/>
                      <a:pt x="24" y="93"/>
                      <a:pt x="24" y="94"/>
                    </a:cubicBezTo>
                    <a:cubicBezTo>
                      <a:pt x="24" y="98"/>
                      <a:pt x="23" y="103"/>
                      <a:pt x="18" y="105"/>
                    </a:cubicBezTo>
                    <a:cubicBezTo>
                      <a:pt x="14" y="106"/>
                      <a:pt x="9" y="106"/>
                      <a:pt x="5" y="102"/>
                    </a:cubicBezTo>
                    <a:cubicBezTo>
                      <a:pt x="0" y="96"/>
                      <a:pt x="3" y="89"/>
                      <a:pt x="5" y="83"/>
                    </a:cubicBezTo>
                    <a:cubicBezTo>
                      <a:pt x="6" y="79"/>
                      <a:pt x="8" y="75"/>
                      <a:pt x="9" y="71"/>
                    </a:cubicBezTo>
                    <a:cubicBezTo>
                      <a:pt x="11" y="64"/>
                      <a:pt x="13" y="59"/>
                      <a:pt x="16" y="53"/>
                    </a:cubicBezTo>
                    <a:cubicBezTo>
                      <a:pt x="18" y="46"/>
                      <a:pt x="21" y="39"/>
                      <a:pt x="23" y="32"/>
                    </a:cubicBezTo>
                    <a:cubicBezTo>
                      <a:pt x="24" y="28"/>
                      <a:pt x="25" y="25"/>
                      <a:pt x="27" y="22"/>
                    </a:cubicBezTo>
                    <a:cubicBezTo>
                      <a:pt x="29" y="16"/>
                      <a:pt x="31" y="8"/>
                      <a:pt x="37" y="3"/>
                    </a:cubicBezTo>
                    <a:cubicBezTo>
                      <a:pt x="39" y="2"/>
                      <a:pt x="41" y="0"/>
                      <a:pt x="44" y="1"/>
                    </a:cubicBezTo>
                    <a:cubicBezTo>
                      <a:pt x="47" y="1"/>
                      <a:pt x="50" y="2"/>
                      <a:pt x="52" y="4"/>
                    </a:cubicBezTo>
                    <a:cubicBezTo>
                      <a:pt x="53" y="6"/>
                      <a:pt x="54" y="7"/>
                      <a:pt x="55" y="9"/>
                    </a:cubicBezTo>
                    <a:cubicBezTo>
                      <a:pt x="55" y="12"/>
                      <a:pt x="56" y="14"/>
                      <a:pt x="56" y="17"/>
                    </a:cubicBezTo>
                    <a:cubicBezTo>
                      <a:pt x="56" y="20"/>
                      <a:pt x="56" y="23"/>
                      <a:pt x="56" y="26"/>
                    </a:cubicBezTo>
                    <a:cubicBezTo>
                      <a:pt x="56" y="31"/>
                      <a:pt x="56" y="35"/>
                      <a:pt x="56" y="41"/>
                    </a:cubicBezTo>
                    <a:cubicBezTo>
                      <a:pt x="56" y="51"/>
                      <a:pt x="56" y="62"/>
                      <a:pt x="56" y="73"/>
                    </a:cubicBezTo>
                    <a:cubicBezTo>
                      <a:pt x="56" y="94"/>
                      <a:pt x="56" y="116"/>
                      <a:pt x="56" y="138"/>
                    </a:cubicBezTo>
                    <a:lnTo>
                      <a:pt x="56" y="137"/>
                    </a:lnTo>
                    <a:cubicBezTo>
                      <a:pt x="56" y="138"/>
                      <a:pt x="56" y="138"/>
                      <a:pt x="56" y="139"/>
                    </a:cubicBezTo>
                    <a:lnTo>
                      <a:pt x="56" y="138"/>
                    </a:lnTo>
                    <a:cubicBezTo>
                      <a:pt x="56" y="139"/>
                      <a:pt x="56" y="140"/>
                      <a:pt x="56" y="141"/>
                    </a:cubicBezTo>
                    <a:cubicBezTo>
                      <a:pt x="56" y="141"/>
                      <a:pt x="56" y="143"/>
                      <a:pt x="56" y="144"/>
                    </a:cubicBezTo>
                    <a:cubicBezTo>
                      <a:pt x="56" y="145"/>
                      <a:pt x="56" y="147"/>
                      <a:pt x="56" y="148"/>
                    </a:cubicBezTo>
                    <a:cubicBezTo>
                      <a:pt x="56" y="147"/>
                      <a:pt x="56" y="147"/>
                      <a:pt x="56" y="147"/>
                    </a:cubicBezTo>
                    <a:cubicBezTo>
                      <a:pt x="56" y="149"/>
                      <a:pt x="56" y="151"/>
                      <a:pt x="56" y="154"/>
                    </a:cubicBezTo>
                    <a:cubicBezTo>
                      <a:pt x="56" y="155"/>
                      <a:pt x="56" y="155"/>
                      <a:pt x="56" y="156"/>
                    </a:cubicBezTo>
                    <a:cubicBezTo>
                      <a:pt x="56" y="158"/>
                      <a:pt x="56" y="159"/>
                      <a:pt x="56" y="161"/>
                    </a:cubicBezTo>
                    <a:cubicBezTo>
                      <a:pt x="56" y="162"/>
                      <a:pt x="56" y="162"/>
                      <a:pt x="56" y="163"/>
                    </a:cubicBezTo>
                    <a:cubicBezTo>
                      <a:pt x="56" y="165"/>
                      <a:pt x="56" y="168"/>
                      <a:pt x="56" y="169"/>
                    </a:cubicBezTo>
                    <a:lnTo>
                      <a:pt x="56" y="168"/>
                    </a:lnTo>
                    <a:cubicBezTo>
                      <a:pt x="56" y="172"/>
                      <a:pt x="56" y="176"/>
                      <a:pt x="56" y="180"/>
                    </a:cubicBezTo>
                    <a:cubicBezTo>
                      <a:pt x="56" y="182"/>
                      <a:pt x="56" y="183"/>
                      <a:pt x="56" y="184"/>
                    </a:cubicBezTo>
                    <a:cubicBezTo>
                      <a:pt x="56" y="203"/>
                      <a:pt x="56" y="222"/>
                      <a:pt x="56" y="242"/>
                    </a:cubicBezTo>
                    <a:cubicBezTo>
                      <a:pt x="56" y="247"/>
                      <a:pt x="52" y="253"/>
                      <a:pt x="46" y="253"/>
                    </a:cubicBezTo>
                    <a:cubicBezTo>
                      <a:pt x="41" y="253"/>
                      <a:pt x="35" y="249"/>
                      <a:pt x="35" y="24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0" name="Google Shape;2790;p30"/>
              <p:cNvSpPr/>
              <p:nvPr/>
            </p:nvSpPr>
            <p:spPr>
              <a:xfrm>
                <a:off x="3368880" y="893520"/>
                <a:ext cx="1036080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2878" h="40" extrusionOk="0">
                    <a:moveTo>
                      <a:pt x="2865" y="39"/>
                    </a:moveTo>
                    <a:cubicBezTo>
                      <a:pt x="2836" y="39"/>
                      <a:pt x="2807" y="38"/>
                      <a:pt x="2778" y="38"/>
                    </a:cubicBezTo>
                    <a:cubicBezTo>
                      <a:pt x="2747" y="38"/>
                      <a:pt x="2716" y="38"/>
                      <a:pt x="2685" y="38"/>
                    </a:cubicBezTo>
                    <a:cubicBezTo>
                      <a:pt x="2623" y="37"/>
                      <a:pt x="2562" y="36"/>
                      <a:pt x="2501" y="36"/>
                    </a:cubicBezTo>
                    <a:cubicBezTo>
                      <a:pt x="2489" y="36"/>
                      <a:pt x="2477" y="36"/>
                      <a:pt x="2465" y="36"/>
                    </a:cubicBezTo>
                    <a:cubicBezTo>
                      <a:pt x="2466" y="36"/>
                      <a:pt x="2466" y="36"/>
                      <a:pt x="2467" y="36"/>
                    </a:cubicBezTo>
                    <a:cubicBezTo>
                      <a:pt x="2465" y="36"/>
                      <a:pt x="2463" y="36"/>
                      <a:pt x="2461" y="36"/>
                    </a:cubicBezTo>
                    <a:lnTo>
                      <a:pt x="2462" y="36"/>
                    </a:lnTo>
                    <a:cubicBezTo>
                      <a:pt x="2457" y="36"/>
                      <a:pt x="2451" y="36"/>
                      <a:pt x="2445" y="36"/>
                    </a:cubicBezTo>
                    <a:cubicBezTo>
                      <a:pt x="2444" y="36"/>
                      <a:pt x="2443" y="36"/>
                      <a:pt x="2441" y="36"/>
                    </a:cubicBezTo>
                    <a:cubicBezTo>
                      <a:pt x="2440" y="36"/>
                      <a:pt x="2440" y="36"/>
                      <a:pt x="2439" y="36"/>
                    </a:cubicBezTo>
                    <a:cubicBezTo>
                      <a:pt x="2440" y="36"/>
                      <a:pt x="2440" y="36"/>
                      <a:pt x="2440" y="36"/>
                    </a:cubicBezTo>
                    <a:cubicBezTo>
                      <a:pt x="2429" y="36"/>
                      <a:pt x="2417" y="36"/>
                      <a:pt x="2405" y="35"/>
                    </a:cubicBezTo>
                    <a:cubicBezTo>
                      <a:pt x="2406" y="35"/>
                      <a:pt x="2407" y="35"/>
                      <a:pt x="2407" y="35"/>
                    </a:cubicBezTo>
                    <a:cubicBezTo>
                      <a:pt x="2346" y="35"/>
                      <a:pt x="2285" y="35"/>
                      <a:pt x="2225" y="34"/>
                    </a:cubicBezTo>
                    <a:cubicBezTo>
                      <a:pt x="2164" y="34"/>
                      <a:pt x="2104" y="34"/>
                      <a:pt x="2044" y="33"/>
                    </a:cubicBezTo>
                    <a:cubicBezTo>
                      <a:pt x="1981" y="33"/>
                      <a:pt x="1918" y="32"/>
                      <a:pt x="1856" y="32"/>
                    </a:cubicBezTo>
                    <a:cubicBezTo>
                      <a:pt x="1793" y="32"/>
                      <a:pt x="1730" y="31"/>
                      <a:pt x="1667" y="31"/>
                    </a:cubicBezTo>
                    <a:cubicBezTo>
                      <a:pt x="1545" y="30"/>
                      <a:pt x="1422" y="29"/>
                      <a:pt x="1299" y="29"/>
                    </a:cubicBezTo>
                    <a:cubicBezTo>
                      <a:pt x="1177" y="28"/>
                      <a:pt x="1055" y="27"/>
                      <a:pt x="934" y="27"/>
                    </a:cubicBezTo>
                    <a:cubicBezTo>
                      <a:pt x="810" y="26"/>
                      <a:pt x="687" y="25"/>
                      <a:pt x="563" y="24"/>
                    </a:cubicBezTo>
                    <a:cubicBezTo>
                      <a:pt x="449" y="24"/>
                      <a:pt x="334" y="23"/>
                      <a:pt x="219" y="22"/>
                    </a:cubicBezTo>
                    <a:cubicBezTo>
                      <a:pt x="220" y="22"/>
                      <a:pt x="221" y="22"/>
                      <a:pt x="221" y="22"/>
                    </a:cubicBezTo>
                    <a:cubicBezTo>
                      <a:pt x="183" y="22"/>
                      <a:pt x="146" y="22"/>
                      <a:pt x="109" y="22"/>
                    </a:cubicBezTo>
                    <a:cubicBezTo>
                      <a:pt x="91" y="22"/>
                      <a:pt x="74" y="22"/>
                      <a:pt x="56" y="22"/>
                    </a:cubicBezTo>
                    <a:cubicBezTo>
                      <a:pt x="47" y="22"/>
                      <a:pt x="38" y="22"/>
                      <a:pt x="28" y="22"/>
                    </a:cubicBezTo>
                    <a:cubicBezTo>
                      <a:pt x="22" y="22"/>
                      <a:pt x="17" y="22"/>
                      <a:pt x="11" y="22"/>
                    </a:cubicBezTo>
                    <a:cubicBezTo>
                      <a:pt x="4" y="22"/>
                      <a:pt x="0" y="17"/>
                      <a:pt x="0" y="11"/>
                    </a:cubicBezTo>
                    <a:cubicBezTo>
                      <a:pt x="0" y="8"/>
                      <a:pt x="2" y="5"/>
                      <a:pt x="4" y="3"/>
                    </a:cubicBezTo>
                    <a:cubicBezTo>
                      <a:pt x="7" y="1"/>
                      <a:pt x="9" y="0"/>
                      <a:pt x="12" y="0"/>
                    </a:cubicBezTo>
                    <a:cubicBezTo>
                      <a:pt x="17" y="0"/>
                      <a:pt x="22" y="1"/>
                      <a:pt x="27" y="1"/>
                    </a:cubicBezTo>
                    <a:cubicBezTo>
                      <a:pt x="34" y="1"/>
                      <a:pt x="42" y="1"/>
                      <a:pt x="50" y="1"/>
                    </a:cubicBezTo>
                    <a:cubicBezTo>
                      <a:pt x="65" y="1"/>
                      <a:pt x="81" y="1"/>
                      <a:pt x="96" y="1"/>
                    </a:cubicBezTo>
                    <a:cubicBezTo>
                      <a:pt x="127" y="1"/>
                      <a:pt x="158" y="2"/>
                      <a:pt x="189" y="3"/>
                    </a:cubicBezTo>
                    <a:cubicBezTo>
                      <a:pt x="250" y="3"/>
                      <a:pt x="312" y="3"/>
                      <a:pt x="374" y="4"/>
                    </a:cubicBezTo>
                    <a:cubicBezTo>
                      <a:pt x="497" y="4"/>
                      <a:pt x="620" y="6"/>
                      <a:pt x="743" y="6"/>
                    </a:cubicBezTo>
                    <a:cubicBezTo>
                      <a:pt x="864" y="7"/>
                      <a:pt x="987" y="8"/>
                      <a:pt x="1109" y="8"/>
                    </a:cubicBezTo>
                    <a:cubicBezTo>
                      <a:pt x="1113" y="8"/>
                      <a:pt x="1117" y="8"/>
                      <a:pt x="1121" y="8"/>
                    </a:cubicBezTo>
                    <a:lnTo>
                      <a:pt x="1120" y="8"/>
                    </a:lnTo>
                    <a:cubicBezTo>
                      <a:pt x="1241" y="8"/>
                      <a:pt x="1363" y="9"/>
                      <a:pt x="1484" y="10"/>
                    </a:cubicBezTo>
                    <a:cubicBezTo>
                      <a:pt x="1575" y="11"/>
                      <a:pt x="1666" y="11"/>
                      <a:pt x="1756" y="12"/>
                    </a:cubicBezTo>
                    <a:lnTo>
                      <a:pt x="1755" y="12"/>
                    </a:lnTo>
                    <a:cubicBezTo>
                      <a:pt x="1878" y="12"/>
                      <a:pt x="2001" y="13"/>
                      <a:pt x="2125" y="14"/>
                    </a:cubicBezTo>
                    <a:cubicBezTo>
                      <a:pt x="2150" y="14"/>
                      <a:pt x="2176" y="14"/>
                      <a:pt x="2202" y="14"/>
                    </a:cubicBezTo>
                    <a:cubicBezTo>
                      <a:pt x="2202" y="14"/>
                      <a:pt x="2201" y="14"/>
                      <a:pt x="2200" y="14"/>
                    </a:cubicBezTo>
                    <a:cubicBezTo>
                      <a:pt x="2202" y="14"/>
                      <a:pt x="2203" y="14"/>
                      <a:pt x="2204" y="14"/>
                    </a:cubicBezTo>
                    <a:lnTo>
                      <a:pt x="2203" y="14"/>
                    </a:lnTo>
                    <a:cubicBezTo>
                      <a:pt x="2211" y="14"/>
                      <a:pt x="2218" y="14"/>
                      <a:pt x="2226" y="14"/>
                    </a:cubicBezTo>
                    <a:cubicBezTo>
                      <a:pt x="2225" y="14"/>
                      <a:pt x="2225" y="14"/>
                      <a:pt x="2225" y="14"/>
                    </a:cubicBezTo>
                    <a:cubicBezTo>
                      <a:pt x="2277" y="14"/>
                      <a:pt x="2330" y="15"/>
                      <a:pt x="2383" y="15"/>
                    </a:cubicBezTo>
                    <a:cubicBezTo>
                      <a:pt x="2438" y="15"/>
                      <a:pt x="2493" y="16"/>
                      <a:pt x="2549" y="16"/>
                    </a:cubicBezTo>
                    <a:cubicBezTo>
                      <a:pt x="2548" y="16"/>
                      <a:pt x="2548" y="16"/>
                      <a:pt x="2547" y="16"/>
                    </a:cubicBezTo>
                    <a:cubicBezTo>
                      <a:pt x="2630" y="17"/>
                      <a:pt x="2713" y="17"/>
                      <a:pt x="2795" y="17"/>
                    </a:cubicBezTo>
                    <a:lnTo>
                      <a:pt x="2794" y="17"/>
                    </a:lnTo>
                    <a:cubicBezTo>
                      <a:pt x="2817" y="17"/>
                      <a:pt x="2841" y="17"/>
                      <a:pt x="2865" y="17"/>
                    </a:cubicBezTo>
                    <a:cubicBezTo>
                      <a:pt x="2871" y="17"/>
                      <a:pt x="2876" y="21"/>
                      <a:pt x="2877" y="27"/>
                    </a:cubicBezTo>
                    <a:cubicBezTo>
                      <a:pt x="2877" y="31"/>
                      <a:pt x="2876" y="34"/>
                      <a:pt x="2874" y="36"/>
                    </a:cubicBezTo>
                    <a:cubicBezTo>
                      <a:pt x="2872" y="38"/>
                      <a:pt x="2869" y="39"/>
                      <a:pt x="2865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1" name="Google Shape;2791;p30"/>
              <p:cNvSpPr/>
              <p:nvPr/>
            </p:nvSpPr>
            <p:spPr>
              <a:xfrm>
                <a:off x="4346640" y="891000"/>
                <a:ext cx="94680" cy="32040"/>
              </a:xfrm>
              <a:custGeom>
                <a:avLst/>
                <a:gdLst/>
                <a:ahLst/>
                <a:cxnLst/>
                <a:rect l="l" t="t" r="r" b="b"/>
                <a:pathLst>
                  <a:path w="263" h="89" extrusionOk="0">
                    <a:moveTo>
                      <a:pt x="66" y="77"/>
                    </a:moveTo>
                    <a:cubicBezTo>
                      <a:pt x="66" y="71"/>
                      <a:pt x="71" y="66"/>
                      <a:pt x="76" y="66"/>
                    </a:cubicBezTo>
                    <a:cubicBezTo>
                      <a:pt x="94" y="64"/>
                      <a:pt x="111" y="63"/>
                      <a:pt x="128" y="61"/>
                    </a:cubicBezTo>
                    <a:cubicBezTo>
                      <a:pt x="144" y="60"/>
                      <a:pt x="159" y="59"/>
                      <a:pt x="174" y="57"/>
                    </a:cubicBezTo>
                    <a:cubicBezTo>
                      <a:pt x="181" y="57"/>
                      <a:pt x="186" y="56"/>
                      <a:pt x="192" y="54"/>
                    </a:cubicBezTo>
                    <a:cubicBezTo>
                      <a:pt x="195" y="54"/>
                      <a:pt x="198" y="54"/>
                      <a:pt x="201" y="53"/>
                    </a:cubicBezTo>
                    <a:cubicBezTo>
                      <a:pt x="204" y="52"/>
                      <a:pt x="207" y="52"/>
                      <a:pt x="211" y="50"/>
                    </a:cubicBezTo>
                    <a:cubicBezTo>
                      <a:pt x="216" y="49"/>
                      <a:pt x="220" y="48"/>
                      <a:pt x="224" y="46"/>
                    </a:cubicBezTo>
                    <a:cubicBezTo>
                      <a:pt x="227" y="45"/>
                      <a:pt x="230" y="43"/>
                      <a:pt x="232" y="42"/>
                    </a:cubicBezTo>
                    <a:cubicBezTo>
                      <a:pt x="233" y="42"/>
                      <a:pt x="234" y="42"/>
                      <a:pt x="234" y="41"/>
                    </a:cubicBezTo>
                    <a:cubicBezTo>
                      <a:pt x="230" y="41"/>
                      <a:pt x="225" y="40"/>
                      <a:pt x="221" y="39"/>
                    </a:cubicBezTo>
                    <a:cubicBezTo>
                      <a:pt x="176" y="34"/>
                      <a:pt x="131" y="31"/>
                      <a:pt x="86" y="27"/>
                    </a:cubicBezTo>
                    <a:cubicBezTo>
                      <a:pt x="64" y="25"/>
                      <a:pt x="41" y="23"/>
                      <a:pt x="19" y="22"/>
                    </a:cubicBezTo>
                    <a:cubicBezTo>
                      <a:pt x="17" y="24"/>
                      <a:pt x="15" y="25"/>
                      <a:pt x="12" y="25"/>
                    </a:cubicBezTo>
                    <a:cubicBezTo>
                      <a:pt x="6" y="26"/>
                      <a:pt x="1" y="21"/>
                      <a:pt x="1" y="15"/>
                    </a:cubicBezTo>
                    <a:cubicBezTo>
                      <a:pt x="0" y="13"/>
                      <a:pt x="0" y="10"/>
                      <a:pt x="1" y="7"/>
                    </a:cubicBezTo>
                    <a:cubicBezTo>
                      <a:pt x="5" y="1"/>
                      <a:pt x="12" y="0"/>
                      <a:pt x="18" y="1"/>
                    </a:cubicBezTo>
                    <a:cubicBezTo>
                      <a:pt x="24" y="1"/>
                      <a:pt x="30" y="1"/>
                      <a:pt x="36" y="1"/>
                    </a:cubicBezTo>
                    <a:cubicBezTo>
                      <a:pt x="47" y="3"/>
                      <a:pt x="59" y="4"/>
                      <a:pt x="70" y="4"/>
                    </a:cubicBezTo>
                    <a:cubicBezTo>
                      <a:pt x="94" y="7"/>
                      <a:pt x="118" y="9"/>
                      <a:pt x="142" y="11"/>
                    </a:cubicBezTo>
                    <a:cubicBezTo>
                      <a:pt x="164" y="13"/>
                      <a:pt x="187" y="15"/>
                      <a:pt x="209" y="17"/>
                    </a:cubicBezTo>
                    <a:cubicBezTo>
                      <a:pt x="215" y="18"/>
                      <a:pt x="220" y="18"/>
                      <a:pt x="225" y="19"/>
                    </a:cubicBezTo>
                    <a:cubicBezTo>
                      <a:pt x="228" y="19"/>
                      <a:pt x="231" y="20"/>
                      <a:pt x="234" y="20"/>
                    </a:cubicBezTo>
                    <a:cubicBezTo>
                      <a:pt x="239" y="21"/>
                      <a:pt x="245" y="21"/>
                      <a:pt x="251" y="23"/>
                    </a:cubicBezTo>
                    <a:cubicBezTo>
                      <a:pt x="256" y="25"/>
                      <a:pt x="260" y="29"/>
                      <a:pt x="262" y="35"/>
                    </a:cubicBezTo>
                    <a:cubicBezTo>
                      <a:pt x="262" y="38"/>
                      <a:pt x="262" y="40"/>
                      <a:pt x="262" y="43"/>
                    </a:cubicBezTo>
                    <a:cubicBezTo>
                      <a:pt x="260" y="46"/>
                      <a:pt x="259" y="49"/>
                      <a:pt x="256" y="51"/>
                    </a:cubicBezTo>
                    <a:cubicBezTo>
                      <a:pt x="255" y="53"/>
                      <a:pt x="252" y="55"/>
                      <a:pt x="249" y="57"/>
                    </a:cubicBezTo>
                    <a:cubicBezTo>
                      <a:pt x="246" y="59"/>
                      <a:pt x="243" y="60"/>
                      <a:pt x="240" y="62"/>
                    </a:cubicBezTo>
                    <a:cubicBezTo>
                      <a:pt x="235" y="65"/>
                      <a:pt x="230" y="67"/>
                      <a:pt x="224" y="68"/>
                    </a:cubicBezTo>
                    <a:cubicBezTo>
                      <a:pt x="214" y="72"/>
                      <a:pt x="203" y="75"/>
                      <a:pt x="191" y="76"/>
                    </a:cubicBezTo>
                    <a:cubicBezTo>
                      <a:pt x="180" y="78"/>
                      <a:pt x="168" y="79"/>
                      <a:pt x="157" y="80"/>
                    </a:cubicBezTo>
                    <a:cubicBezTo>
                      <a:pt x="134" y="82"/>
                      <a:pt x="111" y="84"/>
                      <a:pt x="89" y="87"/>
                    </a:cubicBezTo>
                    <a:cubicBezTo>
                      <a:pt x="85" y="87"/>
                      <a:pt x="82" y="87"/>
                      <a:pt x="78" y="88"/>
                    </a:cubicBezTo>
                    <a:lnTo>
                      <a:pt x="77" y="88"/>
                    </a:lnTo>
                    <a:cubicBezTo>
                      <a:pt x="71" y="88"/>
                      <a:pt x="66" y="82"/>
                      <a:pt x="66" y="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2" name="Google Shape;2792;p30"/>
              <p:cNvSpPr/>
              <p:nvPr/>
            </p:nvSpPr>
            <p:spPr>
              <a:xfrm>
                <a:off x="4155480" y="630720"/>
                <a:ext cx="23040" cy="519480"/>
              </a:xfrm>
              <a:custGeom>
                <a:avLst/>
                <a:gdLst/>
                <a:ahLst/>
                <a:cxnLst/>
                <a:rect l="l" t="t" r="r" b="b"/>
                <a:pathLst>
                  <a:path w="64" h="1443" extrusionOk="0">
                    <a:moveTo>
                      <a:pt x="41" y="1432"/>
                    </a:moveTo>
                    <a:cubicBezTo>
                      <a:pt x="40" y="1401"/>
                      <a:pt x="39" y="1370"/>
                      <a:pt x="38" y="1339"/>
                    </a:cubicBezTo>
                    <a:cubicBezTo>
                      <a:pt x="38" y="1308"/>
                      <a:pt x="36" y="1278"/>
                      <a:pt x="36" y="1248"/>
                    </a:cubicBezTo>
                    <a:cubicBezTo>
                      <a:pt x="35" y="1216"/>
                      <a:pt x="35" y="1184"/>
                      <a:pt x="35" y="1152"/>
                    </a:cubicBezTo>
                    <a:cubicBezTo>
                      <a:pt x="35" y="1153"/>
                      <a:pt x="35" y="1153"/>
                      <a:pt x="35" y="1153"/>
                    </a:cubicBezTo>
                    <a:cubicBezTo>
                      <a:pt x="35" y="1152"/>
                      <a:pt x="35" y="1150"/>
                      <a:pt x="35" y="1148"/>
                    </a:cubicBezTo>
                    <a:lnTo>
                      <a:pt x="35" y="1149"/>
                    </a:lnTo>
                    <a:cubicBezTo>
                      <a:pt x="35" y="1145"/>
                      <a:pt x="35" y="1142"/>
                      <a:pt x="35" y="1138"/>
                    </a:cubicBezTo>
                    <a:cubicBezTo>
                      <a:pt x="35" y="1107"/>
                      <a:pt x="34" y="1076"/>
                      <a:pt x="33" y="1046"/>
                    </a:cubicBezTo>
                    <a:cubicBezTo>
                      <a:pt x="32" y="1016"/>
                      <a:pt x="30" y="986"/>
                      <a:pt x="28" y="956"/>
                    </a:cubicBezTo>
                    <a:cubicBezTo>
                      <a:pt x="27" y="925"/>
                      <a:pt x="24" y="894"/>
                      <a:pt x="22" y="863"/>
                    </a:cubicBezTo>
                    <a:cubicBezTo>
                      <a:pt x="20" y="831"/>
                      <a:pt x="17" y="799"/>
                      <a:pt x="14" y="767"/>
                    </a:cubicBezTo>
                    <a:cubicBezTo>
                      <a:pt x="11" y="737"/>
                      <a:pt x="9" y="706"/>
                      <a:pt x="8" y="676"/>
                    </a:cubicBezTo>
                    <a:cubicBezTo>
                      <a:pt x="7" y="646"/>
                      <a:pt x="6" y="616"/>
                      <a:pt x="6" y="586"/>
                    </a:cubicBezTo>
                    <a:cubicBezTo>
                      <a:pt x="6" y="525"/>
                      <a:pt x="6" y="463"/>
                      <a:pt x="5" y="402"/>
                    </a:cubicBezTo>
                    <a:cubicBezTo>
                      <a:pt x="4" y="359"/>
                      <a:pt x="4" y="315"/>
                      <a:pt x="4" y="273"/>
                    </a:cubicBezTo>
                    <a:lnTo>
                      <a:pt x="4" y="274"/>
                    </a:lnTo>
                    <a:cubicBezTo>
                      <a:pt x="4" y="254"/>
                      <a:pt x="5" y="234"/>
                      <a:pt x="6" y="214"/>
                    </a:cubicBezTo>
                    <a:cubicBezTo>
                      <a:pt x="6" y="194"/>
                      <a:pt x="6" y="175"/>
                      <a:pt x="6" y="155"/>
                    </a:cubicBezTo>
                    <a:cubicBezTo>
                      <a:pt x="6" y="156"/>
                      <a:pt x="6" y="156"/>
                      <a:pt x="6" y="157"/>
                    </a:cubicBezTo>
                    <a:cubicBezTo>
                      <a:pt x="6" y="132"/>
                      <a:pt x="6" y="107"/>
                      <a:pt x="4" y="82"/>
                    </a:cubicBezTo>
                    <a:cubicBezTo>
                      <a:pt x="4" y="77"/>
                      <a:pt x="4" y="71"/>
                      <a:pt x="4" y="66"/>
                    </a:cubicBezTo>
                    <a:cubicBezTo>
                      <a:pt x="4" y="59"/>
                      <a:pt x="3" y="52"/>
                      <a:pt x="3" y="46"/>
                    </a:cubicBezTo>
                    <a:cubicBezTo>
                      <a:pt x="2" y="39"/>
                      <a:pt x="2" y="33"/>
                      <a:pt x="2" y="28"/>
                    </a:cubicBezTo>
                    <a:cubicBezTo>
                      <a:pt x="1" y="22"/>
                      <a:pt x="0" y="17"/>
                      <a:pt x="1" y="11"/>
                    </a:cubicBezTo>
                    <a:cubicBezTo>
                      <a:pt x="1" y="5"/>
                      <a:pt x="7" y="0"/>
                      <a:pt x="13" y="1"/>
                    </a:cubicBezTo>
                    <a:cubicBezTo>
                      <a:pt x="19" y="1"/>
                      <a:pt x="24" y="8"/>
                      <a:pt x="23" y="14"/>
                    </a:cubicBezTo>
                    <a:lnTo>
                      <a:pt x="23" y="15"/>
                    </a:lnTo>
                    <a:cubicBezTo>
                      <a:pt x="22" y="15"/>
                      <a:pt x="22" y="17"/>
                      <a:pt x="22" y="17"/>
                    </a:cubicBezTo>
                    <a:cubicBezTo>
                      <a:pt x="23" y="35"/>
                      <a:pt x="24" y="52"/>
                      <a:pt x="25" y="70"/>
                    </a:cubicBezTo>
                    <a:cubicBezTo>
                      <a:pt x="25" y="89"/>
                      <a:pt x="26" y="109"/>
                      <a:pt x="26" y="128"/>
                    </a:cubicBezTo>
                    <a:lnTo>
                      <a:pt x="26" y="127"/>
                    </a:lnTo>
                    <a:cubicBezTo>
                      <a:pt x="26" y="136"/>
                      <a:pt x="26" y="145"/>
                      <a:pt x="26" y="154"/>
                    </a:cubicBezTo>
                    <a:lnTo>
                      <a:pt x="26" y="155"/>
                    </a:lnTo>
                    <a:cubicBezTo>
                      <a:pt x="26" y="175"/>
                      <a:pt x="25" y="195"/>
                      <a:pt x="25" y="214"/>
                    </a:cubicBezTo>
                    <a:cubicBezTo>
                      <a:pt x="25" y="234"/>
                      <a:pt x="25" y="254"/>
                      <a:pt x="24" y="274"/>
                    </a:cubicBezTo>
                    <a:cubicBezTo>
                      <a:pt x="24" y="274"/>
                      <a:pt x="24" y="273"/>
                      <a:pt x="24" y="272"/>
                    </a:cubicBezTo>
                    <a:cubicBezTo>
                      <a:pt x="24" y="280"/>
                      <a:pt x="24" y="287"/>
                      <a:pt x="24" y="294"/>
                    </a:cubicBezTo>
                    <a:cubicBezTo>
                      <a:pt x="24" y="295"/>
                      <a:pt x="24" y="296"/>
                      <a:pt x="24" y="298"/>
                    </a:cubicBezTo>
                    <a:cubicBezTo>
                      <a:pt x="24" y="297"/>
                      <a:pt x="24" y="297"/>
                      <a:pt x="24" y="297"/>
                    </a:cubicBezTo>
                    <a:cubicBezTo>
                      <a:pt x="25" y="328"/>
                      <a:pt x="25" y="359"/>
                      <a:pt x="25" y="389"/>
                    </a:cubicBezTo>
                    <a:cubicBezTo>
                      <a:pt x="25" y="420"/>
                      <a:pt x="25" y="451"/>
                      <a:pt x="25" y="482"/>
                    </a:cubicBezTo>
                    <a:cubicBezTo>
                      <a:pt x="26" y="512"/>
                      <a:pt x="26" y="542"/>
                      <a:pt x="27" y="572"/>
                    </a:cubicBezTo>
                    <a:cubicBezTo>
                      <a:pt x="27" y="588"/>
                      <a:pt x="27" y="603"/>
                      <a:pt x="27" y="618"/>
                    </a:cubicBezTo>
                    <a:cubicBezTo>
                      <a:pt x="27" y="634"/>
                      <a:pt x="27" y="649"/>
                      <a:pt x="28" y="665"/>
                    </a:cubicBezTo>
                    <a:cubicBezTo>
                      <a:pt x="29" y="682"/>
                      <a:pt x="29" y="698"/>
                      <a:pt x="30" y="715"/>
                    </a:cubicBezTo>
                    <a:cubicBezTo>
                      <a:pt x="31" y="730"/>
                      <a:pt x="32" y="745"/>
                      <a:pt x="34" y="761"/>
                    </a:cubicBezTo>
                    <a:cubicBezTo>
                      <a:pt x="36" y="790"/>
                      <a:pt x="39" y="819"/>
                      <a:pt x="41" y="849"/>
                    </a:cubicBezTo>
                    <a:cubicBezTo>
                      <a:pt x="44" y="880"/>
                      <a:pt x="46" y="911"/>
                      <a:pt x="48" y="942"/>
                    </a:cubicBezTo>
                    <a:cubicBezTo>
                      <a:pt x="50" y="975"/>
                      <a:pt x="52" y="1007"/>
                      <a:pt x="53" y="1039"/>
                    </a:cubicBezTo>
                    <a:cubicBezTo>
                      <a:pt x="55" y="1058"/>
                      <a:pt x="55" y="1076"/>
                      <a:pt x="55" y="1094"/>
                    </a:cubicBezTo>
                    <a:cubicBezTo>
                      <a:pt x="56" y="1114"/>
                      <a:pt x="56" y="1134"/>
                      <a:pt x="56" y="1154"/>
                    </a:cubicBezTo>
                    <a:cubicBezTo>
                      <a:pt x="56" y="1213"/>
                      <a:pt x="58" y="1273"/>
                      <a:pt x="59" y="1333"/>
                    </a:cubicBezTo>
                    <a:cubicBezTo>
                      <a:pt x="60" y="1366"/>
                      <a:pt x="61" y="1398"/>
                      <a:pt x="62" y="1431"/>
                    </a:cubicBezTo>
                    <a:cubicBezTo>
                      <a:pt x="63" y="1436"/>
                      <a:pt x="58" y="1442"/>
                      <a:pt x="52" y="1442"/>
                    </a:cubicBezTo>
                    <a:cubicBezTo>
                      <a:pt x="46" y="1442"/>
                      <a:pt x="41" y="1438"/>
                      <a:pt x="41" y="14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3" name="Google Shape;2793;p30"/>
              <p:cNvSpPr/>
              <p:nvPr/>
            </p:nvSpPr>
            <p:spPr>
              <a:xfrm>
                <a:off x="3905640" y="756720"/>
                <a:ext cx="381240" cy="299520"/>
              </a:xfrm>
              <a:custGeom>
                <a:avLst/>
                <a:gdLst/>
                <a:ahLst/>
                <a:cxnLst/>
                <a:rect l="l" t="t" r="r" b="b"/>
                <a:pathLst>
                  <a:path w="1059" h="832" extrusionOk="0">
                    <a:moveTo>
                      <a:pt x="1044" y="831"/>
                    </a:moveTo>
                    <a:cubicBezTo>
                      <a:pt x="1027" y="828"/>
                      <a:pt x="1010" y="825"/>
                      <a:pt x="993" y="823"/>
                    </a:cubicBezTo>
                    <a:cubicBezTo>
                      <a:pt x="994" y="823"/>
                      <a:pt x="994" y="823"/>
                      <a:pt x="995" y="823"/>
                    </a:cubicBezTo>
                    <a:cubicBezTo>
                      <a:pt x="950" y="817"/>
                      <a:pt x="905" y="812"/>
                      <a:pt x="860" y="807"/>
                    </a:cubicBezTo>
                    <a:cubicBezTo>
                      <a:pt x="835" y="804"/>
                      <a:pt x="811" y="802"/>
                      <a:pt x="787" y="799"/>
                    </a:cubicBezTo>
                    <a:cubicBezTo>
                      <a:pt x="776" y="797"/>
                      <a:pt x="765" y="796"/>
                      <a:pt x="754" y="795"/>
                    </a:cubicBezTo>
                    <a:cubicBezTo>
                      <a:pt x="742" y="793"/>
                      <a:pt x="730" y="792"/>
                      <a:pt x="719" y="790"/>
                    </a:cubicBezTo>
                    <a:cubicBezTo>
                      <a:pt x="697" y="786"/>
                      <a:pt x="674" y="783"/>
                      <a:pt x="651" y="779"/>
                    </a:cubicBezTo>
                    <a:cubicBezTo>
                      <a:pt x="628" y="775"/>
                      <a:pt x="605" y="770"/>
                      <a:pt x="582" y="765"/>
                    </a:cubicBezTo>
                    <a:cubicBezTo>
                      <a:pt x="536" y="756"/>
                      <a:pt x="491" y="746"/>
                      <a:pt x="445" y="736"/>
                    </a:cubicBezTo>
                    <a:cubicBezTo>
                      <a:pt x="423" y="732"/>
                      <a:pt x="401" y="726"/>
                      <a:pt x="378" y="721"/>
                    </a:cubicBezTo>
                    <a:cubicBezTo>
                      <a:pt x="367" y="718"/>
                      <a:pt x="356" y="715"/>
                      <a:pt x="345" y="712"/>
                    </a:cubicBezTo>
                    <a:cubicBezTo>
                      <a:pt x="339" y="710"/>
                      <a:pt x="334" y="709"/>
                      <a:pt x="328" y="707"/>
                    </a:cubicBezTo>
                    <a:cubicBezTo>
                      <a:pt x="323" y="705"/>
                      <a:pt x="317" y="704"/>
                      <a:pt x="311" y="701"/>
                    </a:cubicBezTo>
                    <a:cubicBezTo>
                      <a:pt x="305" y="700"/>
                      <a:pt x="299" y="697"/>
                      <a:pt x="293" y="696"/>
                    </a:cubicBezTo>
                    <a:cubicBezTo>
                      <a:pt x="288" y="693"/>
                      <a:pt x="282" y="691"/>
                      <a:pt x="276" y="689"/>
                    </a:cubicBezTo>
                    <a:cubicBezTo>
                      <a:pt x="265" y="684"/>
                      <a:pt x="255" y="679"/>
                      <a:pt x="244" y="673"/>
                    </a:cubicBezTo>
                    <a:cubicBezTo>
                      <a:pt x="234" y="668"/>
                      <a:pt x="224" y="662"/>
                      <a:pt x="214" y="657"/>
                    </a:cubicBezTo>
                    <a:cubicBezTo>
                      <a:pt x="205" y="652"/>
                      <a:pt x="195" y="647"/>
                      <a:pt x="186" y="641"/>
                    </a:cubicBezTo>
                    <a:cubicBezTo>
                      <a:pt x="181" y="637"/>
                      <a:pt x="176" y="634"/>
                      <a:pt x="170" y="630"/>
                    </a:cubicBezTo>
                    <a:cubicBezTo>
                      <a:pt x="165" y="627"/>
                      <a:pt x="160" y="623"/>
                      <a:pt x="155" y="620"/>
                    </a:cubicBezTo>
                    <a:cubicBezTo>
                      <a:pt x="145" y="613"/>
                      <a:pt x="137" y="606"/>
                      <a:pt x="128" y="598"/>
                    </a:cubicBezTo>
                    <a:cubicBezTo>
                      <a:pt x="111" y="583"/>
                      <a:pt x="94" y="567"/>
                      <a:pt x="78" y="551"/>
                    </a:cubicBezTo>
                    <a:cubicBezTo>
                      <a:pt x="66" y="537"/>
                      <a:pt x="52" y="522"/>
                      <a:pt x="40" y="507"/>
                    </a:cubicBezTo>
                    <a:cubicBezTo>
                      <a:pt x="35" y="500"/>
                      <a:pt x="30" y="493"/>
                      <a:pt x="26" y="485"/>
                    </a:cubicBezTo>
                    <a:cubicBezTo>
                      <a:pt x="25" y="485"/>
                      <a:pt x="25" y="484"/>
                      <a:pt x="25" y="483"/>
                    </a:cubicBezTo>
                    <a:cubicBezTo>
                      <a:pt x="25" y="483"/>
                      <a:pt x="25" y="484"/>
                      <a:pt x="25" y="485"/>
                    </a:cubicBezTo>
                    <a:cubicBezTo>
                      <a:pt x="25" y="483"/>
                      <a:pt x="24" y="483"/>
                      <a:pt x="24" y="482"/>
                    </a:cubicBezTo>
                    <a:cubicBezTo>
                      <a:pt x="24" y="481"/>
                      <a:pt x="24" y="481"/>
                      <a:pt x="23" y="481"/>
                    </a:cubicBezTo>
                    <a:cubicBezTo>
                      <a:pt x="20" y="475"/>
                      <a:pt x="16" y="468"/>
                      <a:pt x="14" y="461"/>
                    </a:cubicBezTo>
                    <a:cubicBezTo>
                      <a:pt x="11" y="454"/>
                      <a:pt x="8" y="447"/>
                      <a:pt x="7" y="440"/>
                    </a:cubicBezTo>
                    <a:cubicBezTo>
                      <a:pt x="4" y="433"/>
                      <a:pt x="3" y="426"/>
                      <a:pt x="2" y="420"/>
                    </a:cubicBezTo>
                    <a:cubicBezTo>
                      <a:pt x="1" y="413"/>
                      <a:pt x="0" y="405"/>
                      <a:pt x="0" y="398"/>
                    </a:cubicBezTo>
                    <a:lnTo>
                      <a:pt x="0" y="397"/>
                    </a:lnTo>
                    <a:lnTo>
                      <a:pt x="0" y="398"/>
                    </a:lnTo>
                    <a:cubicBezTo>
                      <a:pt x="0" y="396"/>
                      <a:pt x="0" y="394"/>
                      <a:pt x="0" y="393"/>
                    </a:cubicBezTo>
                    <a:lnTo>
                      <a:pt x="0" y="394"/>
                    </a:lnTo>
                    <a:cubicBezTo>
                      <a:pt x="0" y="382"/>
                      <a:pt x="1" y="370"/>
                      <a:pt x="5" y="359"/>
                    </a:cubicBezTo>
                    <a:cubicBezTo>
                      <a:pt x="7" y="353"/>
                      <a:pt x="8" y="348"/>
                      <a:pt x="11" y="342"/>
                    </a:cubicBezTo>
                    <a:cubicBezTo>
                      <a:pt x="14" y="337"/>
                      <a:pt x="17" y="331"/>
                      <a:pt x="20" y="327"/>
                    </a:cubicBezTo>
                    <a:cubicBezTo>
                      <a:pt x="26" y="317"/>
                      <a:pt x="33" y="308"/>
                      <a:pt x="42" y="300"/>
                    </a:cubicBezTo>
                    <a:cubicBezTo>
                      <a:pt x="49" y="292"/>
                      <a:pt x="57" y="284"/>
                      <a:pt x="66" y="277"/>
                    </a:cubicBezTo>
                    <a:cubicBezTo>
                      <a:pt x="74" y="270"/>
                      <a:pt x="82" y="262"/>
                      <a:pt x="91" y="255"/>
                    </a:cubicBezTo>
                    <a:cubicBezTo>
                      <a:pt x="94" y="253"/>
                      <a:pt x="96" y="250"/>
                      <a:pt x="99" y="248"/>
                    </a:cubicBezTo>
                    <a:cubicBezTo>
                      <a:pt x="104" y="245"/>
                      <a:pt x="109" y="242"/>
                      <a:pt x="114" y="239"/>
                    </a:cubicBezTo>
                    <a:cubicBezTo>
                      <a:pt x="119" y="237"/>
                      <a:pt x="124" y="235"/>
                      <a:pt x="130" y="232"/>
                    </a:cubicBezTo>
                    <a:cubicBezTo>
                      <a:pt x="141" y="228"/>
                      <a:pt x="152" y="225"/>
                      <a:pt x="163" y="221"/>
                    </a:cubicBezTo>
                    <a:cubicBezTo>
                      <a:pt x="175" y="217"/>
                      <a:pt x="186" y="214"/>
                      <a:pt x="197" y="210"/>
                    </a:cubicBezTo>
                    <a:cubicBezTo>
                      <a:pt x="219" y="203"/>
                      <a:pt x="240" y="196"/>
                      <a:pt x="261" y="189"/>
                    </a:cubicBezTo>
                    <a:cubicBezTo>
                      <a:pt x="285" y="182"/>
                      <a:pt x="307" y="174"/>
                      <a:pt x="331" y="165"/>
                    </a:cubicBezTo>
                    <a:cubicBezTo>
                      <a:pt x="373" y="150"/>
                      <a:pt x="414" y="131"/>
                      <a:pt x="457" y="119"/>
                    </a:cubicBezTo>
                    <a:cubicBezTo>
                      <a:pt x="503" y="105"/>
                      <a:pt x="549" y="93"/>
                      <a:pt x="595" y="81"/>
                    </a:cubicBezTo>
                    <a:cubicBezTo>
                      <a:pt x="617" y="76"/>
                      <a:pt x="639" y="71"/>
                      <a:pt x="661" y="66"/>
                    </a:cubicBezTo>
                    <a:cubicBezTo>
                      <a:pt x="684" y="60"/>
                      <a:pt x="707" y="55"/>
                      <a:pt x="730" y="51"/>
                    </a:cubicBezTo>
                    <a:cubicBezTo>
                      <a:pt x="748" y="47"/>
                      <a:pt x="765" y="44"/>
                      <a:pt x="783" y="40"/>
                    </a:cubicBezTo>
                    <a:cubicBezTo>
                      <a:pt x="803" y="36"/>
                      <a:pt x="821" y="32"/>
                      <a:pt x="840" y="28"/>
                    </a:cubicBezTo>
                    <a:lnTo>
                      <a:pt x="839" y="28"/>
                    </a:lnTo>
                    <a:cubicBezTo>
                      <a:pt x="849" y="26"/>
                      <a:pt x="858" y="23"/>
                      <a:pt x="867" y="20"/>
                    </a:cubicBezTo>
                    <a:cubicBezTo>
                      <a:pt x="876" y="17"/>
                      <a:pt x="885" y="14"/>
                      <a:pt x="893" y="12"/>
                    </a:cubicBezTo>
                    <a:cubicBezTo>
                      <a:pt x="897" y="10"/>
                      <a:pt x="900" y="9"/>
                      <a:pt x="903" y="7"/>
                    </a:cubicBezTo>
                    <a:cubicBezTo>
                      <a:pt x="905" y="3"/>
                      <a:pt x="910" y="0"/>
                      <a:pt x="915" y="1"/>
                    </a:cubicBezTo>
                    <a:cubicBezTo>
                      <a:pt x="921" y="2"/>
                      <a:pt x="924" y="8"/>
                      <a:pt x="923" y="14"/>
                    </a:cubicBezTo>
                    <a:cubicBezTo>
                      <a:pt x="921" y="23"/>
                      <a:pt x="913" y="27"/>
                      <a:pt x="905" y="30"/>
                    </a:cubicBezTo>
                    <a:cubicBezTo>
                      <a:pt x="900" y="32"/>
                      <a:pt x="895" y="34"/>
                      <a:pt x="889" y="35"/>
                    </a:cubicBezTo>
                    <a:cubicBezTo>
                      <a:pt x="878" y="39"/>
                      <a:pt x="867" y="42"/>
                      <a:pt x="855" y="45"/>
                    </a:cubicBezTo>
                    <a:cubicBezTo>
                      <a:pt x="832" y="51"/>
                      <a:pt x="808" y="56"/>
                      <a:pt x="785" y="60"/>
                    </a:cubicBezTo>
                    <a:cubicBezTo>
                      <a:pt x="762" y="65"/>
                      <a:pt x="740" y="69"/>
                      <a:pt x="718" y="74"/>
                    </a:cubicBezTo>
                    <a:cubicBezTo>
                      <a:pt x="696" y="79"/>
                      <a:pt x="674" y="83"/>
                      <a:pt x="652" y="88"/>
                    </a:cubicBezTo>
                    <a:cubicBezTo>
                      <a:pt x="619" y="97"/>
                      <a:pt x="585" y="105"/>
                      <a:pt x="552" y="113"/>
                    </a:cubicBezTo>
                    <a:lnTo>
                      <a:pt x="553" y="113"/>
                    </a:lnTo>
                    <a:cubicBezTo>
                      <a:pt x="530" y="119"/>
                      <a:pt x="508" y="125"/>
                      <a:pt x="486" y="132"/>
                    </a:cubicBezTo>
                    <a:cubicBezTo>
                      <a:pt x="475" y="135"/>
                      <a:pt x="464" y="139"/>
                      <a:pt x="452" y="142"/>
                    </a:cubicBezTo>
                    <a:cubicBezTo>
                      <a:pt x="441" y="146"/>
                      <a:pt x="430" y="150"/>
                      <a:pt x="419" y="153"/>
                    </a:cubicBezTo>
                    <a:cubicBezTo>
                      <a:pt x="398" y="161"/>
                      <a:pt x="377" y="169"/>
                      <a:pt x="356" y="177"/>
                    </a:cubicBezTo>
                    <a:cubicBezTo>
                      <a:pt x="334" y="186"/>
                      <a:pt x="310" y="194"/>
                      <a:pt x="288" y="202"/>
                    </a:cubicBezTo>
                    <a:cubicBezTo>
                      <a:pt x="267" y="209"/>
                      <a:pt x="246" y="215"/>
                      <a:pt x="226" y="222"/>
                    </a:cubicBezTo>
                    <a:cubicBezTo>
                      <a:pt x="203" y="229"/>
                      <a:pt x="180" y="237"/>
                      <a:pt x="158" y="245"/>
                    </a:cubicBezTo>
                    <a:cubicBezTo>
                      <a:pt x="151" y="247"/>
                      <a:pt x="145" y="249"/>
                      <a:pt x="138" y="252"/>
                    </a:cubicBezTo>
                    <a:cubicBezTo>
                      <a:pt x="132" y="254"/>
                      <a:pt x="126" y="257"/>
                      <a:pt x="120" y="261"/>
                    </a:cubicBezTo>
                    <a:cubicBezTo>
                      <a:pt x="117" y="263"/>
                      <a:pt x="114" y="264"/>
                      <a:pt x="112" y="266"/>
                    </a:cubicBezTo>
                    <a:cubicBezTo>
                      <a:pt x="95" y="279"/>
                      <a:pt x="80" y="293"/>
                      <a:pt x="64" y="307"/>
                    </a:cubicBezTo>
                    <a:cubicBezTo>
                      <a:pt x="57" y="314"/>
                      <a:pt x="51" y="321"/>
                      <a:pt x="45" y="328"/>
                    </a:cubicBezTo>
                    <a:cubicBezTo>
                      <a:pt x="42" y="333"/>
                      <a:pt x="39" y="338"/>
                      <a:pt x="36" y="343"/>
                    </a:cubicBezTo>
                    <a:cubicBezTo>
                      <a:pt x="34" y="346"/>
                      <a:pt x="32" y="349"/>
                      <a:pt x="31" y="352"/>
                    </a:cubicBezTo>
                    <a:cubicBezTo>
                      <a:pt x="29" y="357"/>
                      <a:pt x="27" y="362"/>
                      <a:pt x="26" y="366"/>
                    </a:cubicBezTo>
                    <a:cubicBezTo>
                      <a:pt x="25" y="369"/>
                      <a:pt x="25" y="372"/>
                      <a:pt x="24" y="376"/>
                    </a:cubicBezTo>
                    <a:cubicBezTo>
                      <a:pt x="23" y="381"/>
                      <a:pt x="22" y="387"/>
                      <a:pt x="22" y="393"/>
                    </a:cubicBezTo>
                    <a:cubicBezTo>
                      <a:pt x="22" y="400"/>
                      <a:pt x="23" y="406"/>
                      <a:pt x="24" y="412"/>
                    </a:cubicBezTo>
                    <a:cubicBezTo>
                      <a:pt x="24" y="416"/>
                      <a:pt x="25" y="419"/>
                      <a:pt x="25" y="422"/>
                    </a:cubicBezTo>
                    <a:cubicBezTo>
                      <a:pt x="26" y="426"/>
                      <a:pt x="27" y="430"/>
                      <a:pt x="28" y="433"/>
                    </a:cubicBezTo>
                    <a:cubicBezTo>
                      <a:pt x="29" y="437"/>
                      <a:pt x="29" y="440"/>
                      <a:pt x="31" y="443"/>
                    </a:cubicBezTo>
                    <a:cubicBezTo>
                      <a:pt x="32" y="447"/>
                      <a:pt x="33" y="450"/>
                      <a:pt x="35" y="454"/>
                    </a:cubicBezTo>
                    <a:cubicBezTo>
                      <a:pt x="36" y="457"/>
                      <a:pt x="38" y="461"/>
                      <a:pt x="39" y="464"/>
                    </a:cubicBezTo>
                    <a:cubicBezTo>
                      <a:pt x="41" y="468"/>
                      <a:pt x="43" y="471"/>
                      <a:pt x="45" y="474"/>
                    </a:cubicBezTo>
                    <a:cubicBezTo>
                      <a:pt x="47" y="478"/>
                      <a:pt x="50" y="482"/>
                      <a:pt x="52" y="486"/>
                    </a:cubicBezTo>
                    <a:cubicBezTo>
                      <a:pt x="55" y="490"/>
                      <a:pt x="57" y="493"/>
                      <a:pt x="60" y="497"/>
                    </a:cubicBezTo>
                    <a:cubicBezTo>
                      <a:pt x="65" y="503"/>
                      <a:pt x="71" y="510"/>
                      <a:pt x="76" y="515"/>
                    </a:cubicBezTo>
                    <a:cubicBezTo>
                      <a:pt x="82" y="522"/>
                      <a:pt x="88" y="529"/>
                      <a:pt x="95" y="536"/>
                    </a:cubicBezTo>
                    <a:cubicBezTo>
                      <a:pt x="115" y="556"/>
                      <a:pt x="135" y="576"/>
                      <a:pt x="158" y="594"/>
                    </a:cubicBezTo>
                    <a:cubicBezTo>
                      <a:pt x="164" y="599"/>
                      <a:pt x="170" y="604"/>
                      <a:pt x="177" y="609"/>
                    </a:cubicBezTo>
                    <a:cubicBezTo>
                      <a:pt x="184" y="613"/>
                      <a:pt x="191" y="618"/>
                      <a:pt x="199" y="623"/>
                    </a:cubicBezTo>
                    <a:lnTo>
                      <a:pt x="200" y="623"/>
                    </a:lnTo>
                    <a:cubicBezTo>
                      <a:pt x="200" y="624"/>
                      <a:pt x="200" y="624"/>
                      <a:pt x="201" y="624"/>
                    </a:cubicBezTo>
                    <a:cubicBezTo>
                      <a:pt x="200" y="624"/>
                      <a:pt x="200" y="624"/>
                      <a:pt x="200" y="623"/>
                    </a:cubicBezTo>
                    <a:cubicBezTo>
                      <a:pt x="202" y="625"/>
                      <a:pt x="205" y="626"/>
                      <a:pt x="207" y="628"/>
                    </a:cubicBezTo>
                    <a:cubicBezTo>
                      <a:pt x="208" y="628"/>
                      <a:pt x="208" y="629"/>
                      <a:pt x="208" y="629"/>
                    </a:cubicBezTo>
                    <a:lnTo>
                      <a:pt x="209" y="629"/>
                    </a:lnTo>
                    <a:cubicBezTo>
                      <a:pt x="208" y="629"/>
                      <a:pt x="208" y="629"/>
                      <a:pt x="208" y="629"/>
                    </a:cubicBezTo>
                    <a:cubicBezTo>
                      <a:pt x="209" y="629"/>
                      <a:pt x="209" y="629"/>
                      <a:pt x="209" y="629"/>
                    </a:cubicBezTo>
                    <a:cubicBezTo>
                      <a:pt x="210" y="630"/>
                      <a:pt x="211" y="630"/>
                      <a:pt x="211" y="630"/>
                    </a:cubicBezTo>
                    <a:cubicBezTo>
                      <a:pt x="223" y="637"/>
                      <a:pt x="236" y="644"/>
                      <a:pt x="248" y="651"/>
                    </a:cubicBezTo>
                    <a:cubicBezTo>
                      <a:pt x="254" y="654"/>
                      <a:pt x="260" y="657"/>
                      <a:pt x="267" y="660"/>
                    </a:cubicBezTo>
                    <a:cubicBezTo>
                      <a:pt x="272" y="663"/>
                      <a:pt x="278" y="665"/>
                      <a:pt x="284" y="668"/>
                    </a:cubicBezTo>
                    <a:cubicBezTo>
                      <a:pt x="289" y="670"/>
                      <a:pt x="295" y="673"/>
                      <a:pt x="301" y="675"/>
                    </a:cubicBezTo>
                    <a:cubicBezTo>
                      <a:pt x="307" y="677"/>
                      <a:pt x="313" y="679"/>
                      <a:pt x="318" y="682"/>
                    </a:cubicBezTo>
                    <a:cubicBezTo>
                      <a:pt x="324" y="684"/>
                      <a:pt x="331" y="686"/>
                      <a:pt x="336" y="687"/>
                    </a:cubicBezTo>
                    <a:cubicBezTo>
                      <a:pt x="342" y="689"/>
                      <a:pt x="348" y="691"/>
                      <a:pt x="354" y="693"/>
                    </a:cubicBezTo>
                    <a:cubicBezTo>
                      <a:pt x="398" y="704"/>
                      <a:pt x="444" y="714"/>
                      <a:pt x="489" y="723"/>
                    </a:cubicBezTo>
                    <a:cubicBezTo>
                      <a:pt x="534" y="733"/>
                      <a:pt x="578" y="743"/>
                      <a:pt x="623" y="752"/>
                    </a:cubicBezTo>
                    <a:cubicBezTo>
                      <a:pt x="641" y="756"/>
                      <a:pt x="657" y="759"/>
                      <a:pt x="675" y="762"/>
                    </a:cubicBezTo>
                    <a:cubicBezTo>
                      <a:pt x="691" y="764"/>
                      <a:pt x="707" y="767"/>
                      <a:pt x="723" y="769"/>
                    </a:cubicBezTo>
                    <a:lnTo>
                      <a:pt x="722" y="769"/>
                    </a:lnTo>
                    <a:cubicBezTo>
                      <a:pt x="768" y="775"/>
                      <a:pt x="815" y="781"/>
                      <a:pt x="862" y="786"/>
                    </a:cubicBezTo>
                    <a:cubicBezTo>
                      <a:pt x="907" y="791"/>
                      <a:pt x="952" y="796"/>
                      <a:pt x="997" y="802"/>
                    </a:cubicBezTo>
                    <a:cubicBezTo>
                      <a:pt x="1014" y="804"/>
                      <a:pt x="1031" y="806"/>
                      <a:pt x="1048" y="809"/>
                    </a:cubicBezTo>
                    <a:cubicBezTo>
                      <a:pt x="1054" y="810"/>
                      <a:pt x="1058" y="816"/>
                      <a:pt x="1057" y="822"/>
                    </a:cubicBezTo>
                    <a:cubicBezTo>
                      <a:pt x="1056" y="827"/>
                      <a:pt x="1051" y="831"/>
                      <a:pt x="1046" y="831"/>
                    </a:cubicBezTo>
                    <a:lnTo>
                      <a:pt x="1044" y="83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4" name="Google Shape;2794;p30"/>
              <p:cNvSpPr/>
              <p:nvPr/>
            </p:nvSpPr>
            <p:spPr>
              <a:xfrm>
                <a:off x="3659040" y="926640"/>
                <a:ext cx="34200" cy="51480"/>
              </a:xfrm>
              <a:custGeom>
                <a:avLst/>
                <a:gdLst/>
                <a:ahLst/>
                <a:cxnLst/>
                <a:rect l="l" t="t" r="r" b="b"/>
                <a:pathLst>
                  <a:path w="95" h="143" extrusionOk="0">
                    <a:moveTo>
                      <a:pt x="67" y="142"/>
                    </a:moveTo>
                    <a:cubicBezTo>
                      <a:pt x="61" y="141"/>
                      <a:pt x="56" y="136"/>
                      <a:pt x="57" y="130"/>
                    </a:cubicBezTo>
                    <a:cubicBezTo>
                      <a:pt x="58" y="111"/>
                      <a:pt x="60" y="92"/>
                      <a:pt x="61" y="73"/>
                    </a:cubicBezTo>
                    <a:cubicBezTo>
                      <a:pt x="63" y="66"/>
                      <a:pt x="63" y="59"/>
                      <a:pt x="64" y="52"/>
                    </a:cubicBezTo>
                    <a:cubicBezTo>
                      <a:pt x="62" y="54"/>
                      <a:pt x="59" y="57"/>
                      <a:pt x="57" y="59"/>
                    </a:cubicBezTo>
                    <a:cubicBezTo>
                      <a:pt x="51" y="64"/>
                      <a:pt x="46" y="70"/>
                      <a:pt x="40" y="74"/>
                    </a:cubicBezTo>
                    <a:cubicBezTo>
                      <a:pt x="33" y="80"/>
                      <a:pt x="28" y="85"/>
                      <a:pt x="21" y="91"/>
                    </a:cubicBezTo>
                    <a:cubicBezTo>
                      <a:pt x="19" y="95"/>
                      <a:pt x="14" y="97"/>
                      <a:pt x="10" y="96"/>
                    </a:cubicBezTo>
                    <a:cubicBezTo>
                      <a:pt x="4" y="95"/>
                      <a:pt x="0" y="89"/>
                      <a:pt x="1" y="83"/>
                    </a:cubicBezTo>
                    <a:cubicBezTo>
                      <a:pt x="3" y="77"/>
                      <a:pt x="8" y="74"/>
                      <a:pt x="13" y="70"/>
                    </a:cubicBezTo>
                    <a:cubicBezTo>
                      <a:pt x="17" y="66"/>
                      <a:pt x="21" y="63"/>
                      <a:pt x="25" y="59"/>
                    </a:cubicBezTo>
                    <a:cubicBezTo>
                      <a:pt x="32" y="53"/>
                      <a:pt x="39" y="46"/>
                      <a:pt x="46" y="41"/>
                    </a:cubicBezTo>
                    <a:cubicBezTo>
                      <a:pt x="52" y="34"/>
                      <a:pt x="58" y="28"/>
                      <a:pt x="63" y="21"/>
                    </a:cubicBezTo>
                    <a:cubicBezTo>
                      <a:pt x="65" y="19"/>
                      <a:pt x="66" y="17"/>
                      <a:pt x="67" y="16"/>
                    </a:cubicBezTo>
                    <a:cubicBezTo>
                      <a:pt x="70" y="13"/>
                      <a:pt x="72" y="9"/>
                      <a:pt x="75" y="6"/>
                    </a:cubicBezTo>
                    <a:cubicBezTo>
                      <a:pt x="82" y="0"/>
                      <a:pt x="93" y="5"/>
                      <a:pt x="94" y="14"/>
                    </a:cubicBezTo>
                    <a:cubicBezTo>
                      <a:pt x="94" y="16"/>
                      <a:pt x="94" y="17"/>
                      <a:pt x="94" y="18"/>
                    </a:cubicBezTo>
                    <a:cubicBezTo>
                      <a:pt x="93" y="21"/>
                      <a:pt x="92" y="22"/>
                      <a:pt x="92" y="25"/>
                    </a:cubicBezTo>
                    <a:cubicBezTo>
                      <a:pt x="91" y="27"/>
                      <a:pt x="91" y="28"/>
                      <a:pt x="91" y="30"/>
                    </a:cubicBezTo>
                    <a:cubicBezTo>
                      <a:pt x="89" y="34"/>
                      <a:pt x="89" y="37"/>
                      <a:pt x="88" y="41"/>
                    </a:cubicBezTo>
                    <a:cubicBezTo>
                      <a:pt x="87" y="47"/>
                      <a:pt x="85" y="54"/>
                      <a:pt x="84" y="61"/>
                    </a:cubicBezTo>
                    <a:cubicBezTo>
                      <a:pt x="81" y="84"/>
                      <a:pt x="79" y="108"/>
                      <a:pt x="78" y="132"/>
                    </a:cubicBezTo>
                    <a:cubicBezTo>
                      <a:pt x="78" y="137"/>
                      <a:pt x="73" y="142"/>
                      <a:pt x="67" y="1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5" name="Google Shape;2795;p30"/>
              <p:cNvSpPr/>
              <p:nvPr/>
            </p:nvSpPr>
            <p:spPr>
              <a:xfrm>
                <a:off x="3857760" y="930240"/>
                <a:ext cx="45720" cy="73440"/>
              </a:xfrm>
              <a:custGeom>
                <a:avLst/>
                <a:gdLst/>
                <a:ahLst/>
                <a:cxnLst/>
                <a:rect l="l" t="t" r="r" b="b"/>
                <a:pathLst>
                  <a:path w="127" h="204" extrusionOk="0">
                    <a:moveTo>
                      <a:pt x="18" y="202"/>
                    </a:moveTo>
                    <a:cubicBezTo>
                      <a:pt x="15" y="202"/>
                      <a:pt x="12" y="201"/>
                      <a:pt x="9" y="200"/>
                    </a:cubicBezTo>
                    <a:cubicBezTo>
                      <a:pt x="3" y="198"/>
                      <a:pt x="0" y="191"/>
                      <a:pt x="2" y="186"/>
                    </a:cubicBezTo>
                    <a:cubicBezTo>
                      <a:pt x="4" y="180"/>
                      <a:pt x="10" y="177"/>
                      <a:pt x="16" y="179"/>
                    </a:cubicBezTo>
                    <a:cubicBezTo>
                      <a:pt x="17" y="179"/>
                      <a:pt x="18" y="180"/>
                      <a:pt x="20" y="180"/>
                    </a:cubicBezTo>
                    <a:lnTo>
                      <a:pt x="21" y="180"/>
                    </a:lnTo>
                    <a:cubicBezTo>
                      <a:pt x="23" y="180"/>
                      <a:pt x="24" y="180"/>
                      <a:pt x="27" y="180"/>
                    </a:cubicBezTo>
                    <a:cubicBezTo>
                      <a:pt x="26" y="180"/>
                      <a:pt x="25" y="180"/>
                      <a:pt x="25" y="180"/>
                    </a:cubicBezTo>
                    <a:cubicBezTo>
                      <a:pt x="28" y="180"/>
                      <a:pt x="31" y="180"/>
                      <a:pt x="34" y="180"/>
                    </a:cubicBezTo>
                    <a:cubicBezTo>
                      <a:pt x="42" y="180"/>
                      <a:pt x="51" y="180"/>
                      <a:pt x="59" y="179"/>
                    </a:cubicBezTo>
                    <a:cubicBezTo>
                      <a:pt x="65" y="178"/>
                      <a:pt x="70" y="177"/>
                      <a:pt x="76" y="176"/>
                    </a:cubicBezTo>
                    <a:cubicBezTo>
                      <a:pt x="79" y="174"/>
                      <a:pt x="82" y="173"/>
                      <a:pt x="85" y="172"/>
                    </a:cubicBezTo>
                    <a:cubicBezTo>
                      <a:pt x="87" y="172"/>
                      <a:pt x="88" y="170"/>
                      <a:pt x="90" y="170"/>
                    </a:cubicBezTo>
                    <a:cubicBezTo>
                      <a:pt x="92" y="169"/>
                      <a:pt x="93" y="167"/>
                      <a:pt x="95" y="167"/>
                    </a:cubicBezTo>
                    <a:cubicBezTo>
                      <a:pt x="95" y="166"/>
                      <a:pt x="96" y="166"/>
                      <a:pt x="97" y="165"/>
                    </a:cubicBezTo>
                    <a:cubicBezTo>
                      <a:pt x="97" y="165"/>
                      <a:pt x="98" y="164"/>
                      <a:pt x="98" y="163"/>
                    </a:cubicBezTo>
                    <a:cubicBezTo>
                      <a:pt x="99" y="163"/>
                      <a:pt x="99" y="162"/>
                      <a:pt x="100" y="160"/>
                    </a:cubicBezTo>
                    <a:cubicBezTo>
                      <a:pt x="101" y="159"/>
                      <a:pt x="101" y="159"/>
                      <a:pt x="102" y="158"/>
                    </a:cubicBezTo>
                    <a:cubicBezTo>
                      <a:pt x="102" y="156"/>
                      <a:pt x="102" y="156"/>
                      <a:pt x="102" y="155"/>
                    </a:cubicBezTo>
                    <a:cubicBezTo>
                      <a:pt x="103" y="152"/>
                      <a:pt x="104" y="151"/>
                      <a:pt x="104" y="148"/>
                    </a:cubicBezTo>
                    <a:cubicBezTo>
                      <a:pt x="104" y="147"/>
                      <a:pt x="104" y="145"/>
                      <a:pt x="104" y="144"/>
                    </a:cubicBezTo>
                    <a:cubicBezTo>
                      <a:pt x="104" y="144"/>
                      <a:pt x="104" y="143"/>
                      <a:pt x="104" y="142"/>
                    </a:cubicBezTo>
                    <a:cubicBezTo>
                      <a:pt x="104" y="141"/>
                      <a:pt x="104" y="139"/>
                      <a:pt x="104" y="138"/>
                    </a:cubicBezTo>
                    <a:cubicBezTo>
                      <a:pt x="103" y="136"/>
                      <a:pt x="102" y="135"/>
                      <a:pt x="102" y="134"/>
                    </a:cubicBezTo>
                    <a:cubicBezTo>
                      <a:pt x="101" y="132"/>
                      <a:pt x="100" y="130"/>
                      <a:pt x="99" y="128"/>
                    </a:cubicBezTo>
                    <a:lnTo>
                      <a:pt x="100" y="129"/>
                    </a:lnTo>
                    <a:cubicBezTo>
                      <a:pt x="98" y="126"/>
                      <a:pt x="96" y="123"/>
                      <a:pt x="94" y="120"/>
                    </a:cubicBezTo>
                    <a:cubicBezTo>
                      <a:pt x="92" y="117"/>
                      <a:pt x="90" y="114"/>
                      <a:pt x="88" y="112"/>
                    </a:cubicBezTo>
                    <a:cubicBezTo>
                      <a:pt x="86" y="110"/>
                      <a:pt x="84" y="109"/>
                      <a:pt x="82" y="107"/>
                    </a:cubicBezTo>
                    <a:cubicBezTo>
                      <a:pt x="75" y="102"/>
                      <a:pt x="67" y="97"/>
                      <a:pt x="60" y="91"/>
                    </a:cubicBezTo>
                    <a:cubicBezTo>
                      <a:pt x="57" y="89"/>
                      <a:pt x="55" y="87"/>
                      <a:pt x="53" y="84"/>
                    </a:cubicBezTo>
                    <a:cubicBezTo>
                      <a:pt x="51" y="81"/>
                      <a:pt x="51" y="78"/>
                      <a:pt x="51" y="74"/>
                    </a:cubicBezTo>
                    <a:cubicBezTo>
                      <a:pt x="51" y="71"/>
                      <a:pt x="52" y="68"/>
                      <a:pt x="55" y="65"/>
                    </a:cubicBezTo>
                    <a:cubicBezTo>
                      <a:pt x="56" y="63"/>
                      <a:pt x="59" y="60"/>
                      <a:pt x="62" y="58"/>
                    </a:cubicBezTo>
                    <a:cubicBezTo>
                      <a:pt x="64" y="56"/>
                      <a:pt x="66" y="53"/>
                      <a:pt x="68" y="50"/>
                    </a:cubicBezTo>
                    <a:cubicBezTo>
                      <a:pt x="70" y="48"/>
                      <a:pt x="72" y="45"/>
                      <a:pt x="73" y="43"/>
                    </a:cubicBezTo>
                    <a:cubicBezTo>
                      <a:pt x="75" y="40"/>
                      <a:pt x="76" y="38"/>
                      <a:pt x="77" y="35"/>
                    </a:cubicBezTo>
                    <a:cubicBezTo>
                      <a:pt x="78" y="34"/>
                      <a:pt x="79" y="32"/>
                      <a:pt x="79" y="31"/>
                    </a:cubicBezTo>
                    <a:cubicBezTo>
                      <a:pt x="79" y="29"/>
                      <a:pt x="79" y="28"/>
                      <a:pt x="80" y="28"/>
                    </a:cubicBezTo>
                    <a:cubicBezTo>
                      <a:pt x="80" y="28"/>
                      <a:pt x="79" y="28"/>
                      <a:pt x="79" y="29"/>
                    </a:cubicBezTo>
                    <a:cubicBezTo>
                      <a:pt x="79" y="28"/>
                      <a:pt x="80" y="27"/>
                      <a:pt x="80" y="26"/>
                    </a:cubicBezTo>
                    <a:cubicBezTo>
                      <a:pt x="80" y="26"/>
                      <a:pt x="79" y="26"/>
                      <a:pt x="79" y="25"/>
                    </a:cubicBezTo>
                    <a:cubicBezTo>
                      <a:pt x="79" y="24"/>
                      <a:pt x="79" y="24"/>
                      <a:pt x="78" y="24"/>
                    </a:cubicBezTo>
                    <a:lnTo>
                      <a:pt x="77" y="23"/>
                    </a:lnTo>
                    <a:cubicBezTo>
                      <a:pt x="77" y="22"/>
                      <a:pt x="76" y="22"/>
                      <a:pt x="76" y="22"/>
                    </a:cubicBezTo>
                    <a:lnTo>
                      <a:pt x="77" y="22"/>
                    </a:lnTo>
                    <a:lnTo>
                      <a:pt x="76" y="22"/>
                    </a:lnTo>
                    <a:cubicBezTo>
                      <a:pt x="77" y="22"/>
                      <a:pt x="77" y="22"/>
                      <a:pt x="77" y="22"/>
                    </a:cubicBezTo>
                    <a:lnTo>
                      <a:pt x="76" y="22"/>
                    </a:lnTo>
                    <a:cubicBezTo>
                      <a:pt x="76" y="22"/>
                      <a:pt x="75" y="22"/>
                      <a:pt x="74" y="22"/>
                    </a:cubicBezTo>
                    <a:lnTo>
                      <a:pt x="73" y="22"/>
                    </a:lnTo>
                    <a:lnTo>
                      <a:pt x="72" y="22"/>
                    </a:lnTo>
                    <a:cubicBezTo>
                      <a:pt x="69" y="22"/>
                      <a:pt x="67" y="22"/>
                      <a:pt x="65" y="23"/>
                    </a:cubicBezTo>
                    <a:cubicBezTo>
                      <a:pt x="60" y="24"/>
                      <a:pt x="55" y="26"/>
                      <a:pt x="51" y="28"/>
                    </a:cubicBezTo>
                    <a:cubicBezTo>
                      <a:pt x="49" y="28"/>
                      <a:pt x="48" y="29"/>
                      <a:pt x="46" y="30"/>
                    </a:cubicBezTo>
                    <a:cubicBezTo>
                      <a:pt x="45" y="31"/>
                      <a:pt x="44" y="31"/>
                      <a:pt x="43" y="32"/>
                    </a:cubicBezTo>
                    <a:cubicBezTo>
                      <a:pt x="45" y="34"/>
                      <a:pt x="45" y="36"/>
                      <a:pt x="45" y="39"/>
                    </a:cubicBezTo>
                    <a:cubicBezTo>
                      <a:pt x="45" y="45"/>
                      <a:pt x="39" y="50"/>
                      <a:pt x="34" y="49"/>
                    </a:cubicBezTo>
                    <a:cubicBezTo>
                      <a:pt x="28" y="49"/>
                      <a:pt x="23" y="47"/>
                      <a:pt x="20" y="43"/>
                    </a:cubicBezTo>
                    <a:cubicBezTo>
                      <a:pt x="18" y="42"/>
                      <a:pt x="17" y="40"/>
                      <a:pt x="16" y="38"/>
                    </a:cubicBezTo>
                    <a:cubicBezTo>
                      <a:pt x="16" y="35"/>
                      <a:pt x="16" y="33"/>
                      <a:pt x="16" y="31"/>
                    </a:cubicBezTo>
                    <a:cubicBezTo>
                      <a:pt x="17" y="25"/>
                      <a:pt x="22" y="21"/>
                      <a:pt x="25" y="18"/>
                    </a:cubicBezTo>
                    <a:cubicBezTo>
                      <a:pt x="37" y="9"/>
                      <a:pt x="52" y="3"/>
                      <a:pt x="67" y="0"/>
                    </a:cubicBezTo>
                    <a:cubicBezTo>
                      <a:pt x="69" y="0"/>
                      <a:pt x="72" y="0"/>
                      <a:pt x="74" y="0"/>
                    </a:cubicBezTo>
                    <a:cubicBezTo>
                      <a:pt x="77" y="0"/>
                      <a:pt x="80" y="1"/>
                      <a:pt x="83" y="1"/>
                    </a:cubicBezTo>
                    <a:cubicBezTo>
                      <a:pt x="87" y="3"/>
                      <a:pt x="91" y="6"/>
                      <a:pt x="95" y="10"/>
                    </a:cubicBezTo>
                    <a:cubicBezTo>
                      <a:pt x="98" y="13"/>
                      <a:pt x="101" y="18"/>
                      <a:pt x="101" y="24"/>
                    </a:cubicBezTo>
                    <a:cubicBezTo>
                      <a:pt x="101" y="30"/>
                      <a:pt x="99" y="36"/>
                      <a:pt x="97" y="43"/>
                    </a:cubicBezTo>
                    <a:cubicBezTo>
                      <a:pt x="95" y="48"/>
                      <a:pt x="92" y="53"/>
                      <a:pt x="89" y="58"/>
                    </a:cubicBezTo>
                    <a:cubicBezTo>
                      <a:pt x="88" y="60"/>
                      <a:pt x="87" y="61"/>
                      <a:pt x="85" y="64"/>
                    </a:cubicBezTo>
                    <a:cubicBezTo>
                      <a:pt x="84" y="66"/>
                      <a:pt x="82" y="68"/>
                      <a:pt x="80" y="70"/>
                    </a:cubicBezTo>
                    <a:cubicBezTo>
                      <a:pt x="79" y="71"/>
                      <a:pt x="77" y="74"/>
                      <a:pt x="75" y="75"/>
                    </a:cubicBezTo>
                    <a:cubicBezTo>
                      <a:pt x="80" y="79"/>
                      <a:pt x="84" y="82"/>
                      <a:pt x="90" y="86"/>
                    </a:cubicBezTo>
                    <a:cubicBezTo>
                      <a:pt x="93" y="89"/>
                      <a:pt x="97" y="91"/>
                      <a:pt x="99" y="94"/>
                    </a:cubicBezTo>
                    <a:cubicBezTo>
                      <a:pt x="104" y="99"/>
                      <a:pt x="108" y="103"/>
                      <a:pt x="112" y="109"/>
                    </a:cubicBezTo>
                    <a:cubicBezTo>
                      <a:pt x="120" y="119"/>
                      <a:pt x="125" y="131"/>
                      <a:pt x="126" y="143"/>
                    </a:cubicBezTo>
                    <a:cubicBezTo>
                      <a:pt x="126" y="150"/>
                      <a:pt x="125" y="157"/>
                      <a:pt x="122" y="163"/>
                    </a:cubicBezTo>
                    <a:cubicBezTo>
                      <a:pt x="120" y="169"/>
                      <a:pt x="118" y="174"/>
                      <a:pt x="113" y="179"/>
                    </a:cubicBezTo>
                    <a:cubicBezTo>
                      <a:pt x="110" y="183"/>
                      <a:pt x="105" y="186"/>
                      <a:pt x="101" y="188"/>
                    </a:cubicBezTo>
                    <a:cubicBezTo>
                      <a:pt x="94" y="192"/>
                      <a:pt x="87" y="194"/>
                      <a:pt x="81" y="197"/>
                    </a:cubicBezTo>
                    <a:cubicBezTo>
                      <a:pt x="70" y="199"/>
                      <a:pt x="59" y="201"/>
                      <a:pt x="49" y="201"/>
                    </a:cubicBezTo>
                    <a:cubicBezTo>
                      <a:pt x="44" y="202"/>
                      <a:pt x="39" y="202"/>
                      <a:pt x="34" y="203"/>
                    </a:cubicBezTo>
                    <a:cubicBezTo>
                      <a:pt x="32" y="203"/>
                      <a:pt x="29" y="203"/>
                      <a:pt x="26" y="203"/>
                    </a:cubicBezTo>
                    <a:cubicBezTo>
                      <a:pt x="25" y="203"/>
                      <a:pt x="24" y="203"/>
                      <a:pt x="24" y="203"/>
                    </a:cubicBezTo>
                    <a:cubicBezTo>
                      <a:pt x="22" y="203"/>
                      <a:pt x="20" y="203"/>
                      <a:pt x="18" y="20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6" name="Google Shape;2796;p30"/>
              <p:cNvSpPr/>
              <p:nvPr/>
            </p:nvSpPr>
            <p:spPr>
              <a:xfrm>
                <a:off x="4181760" y="941040"/>
                <a:ext cx="33120" cy="70560"/>
              </a:xfrm>
              <a:custGeom>
                <a:avLst/>
                <a:gdLst/>
                <a:ahLst/>
                <a:cxnLst/>
                <a:rect l="l" t="t" r="r" b="b"/>
                <a:pathLst>
                  <a:path w="92" h="196" extrusionOk="0">
                    <a:moveTo>
                      <a:pt x="30" y="194"/>
                    </a:moveTo>
                    <a:cubicBezTo>
                      <a:pt x="27" y="194"/>
                      <a:pt x="24" y="193"/>
                      <a:pt x="21" y="193"/>
                    </a:cubicBezTo>
                    <a:cubicBezTo>
                      <a:pt x="19" y="192"/>
                      <a:pt x="18" y="192"/>
                      <a:pt x="16" y="191"/>
                    </a:cubicBezTo>
                    <a:cubicBezTo>
                      <a:pt x="13" y="191"/>
                      <a:pt x="10" y="189"/>
                      <a:pt x="8" y="188"/>
                    </a:cubicBezTo>
                    <a:cubicBezTo>
                      <a:pt x="2" y="185"/>
                      <a:pt x="0" y="178"/>
                      <a:pt x="3" y="172"/>
                    </a:cubicBezTo>
                    <a:cubicBezTo>
                      <a:pt x="5" y="167"/>
                      <a:pt x="12" y="164"/>
                      <a:pt x="18" y="167"/>
                    </a:cubicBezTo>
                    <a:cubicBezTo>
                      <a:pt x="19" y="168"/>
                      <a:pt x="20" y="168"/>
                      <a:pt x="21" y="168"/>
                    </a:cubicBezTo>
                    <a:cubicBezTo>
                      <a:pt x="22" y="169"/>
                      <a:pt x="23" y="169"/>
                      <a:pt x="24" y="170"/>
                    </a:cubicBezTo>
                    <a:cubicBezTo>
                      <a:pt x="28" y="171"/>
                      <a:pt x="33" y="172"/>
                      <a:pt x="37" y="172"/>
                    </a:cubicBezTo>
                    <a:cubicBezTo>
                      <a:pt x="39" y="172"/>
                      <a:pt x="41" y="172"/>
                      <a:pt x="43" y="172"/>
                    </a:cubicBezTo>
                    <a:cubicBezTo>
                      <a:pt x="45" y="172"/>
                      <a:pt x="47" y="172"/>
                      <a:pt x="50" y="172"/>
                    </a:cubicBezTo>
                    <a:cubicBezTo>
                      <a:pt x="51" y="172"/>
                      <a:pt x="53" y="172"/>
                      <a:pt x="55" y="171"/>
                    </a:cubicBezTo>
                    <a:cubicBezTo>
                      <a:pt x="56" y="171"/>
                      <a:pt x="57" y="171"/>
                      <a:pt x="58" y="171"/>
                    </a:cubicBezTo>
                    <a:cubicBezTo>
                      <a:pt x="58" y="170"/>
                      <a:pt x="59" y="170"/>
                      <a:pt x="60" y="170"/>
                    </a:cubicBezTo>
                    <a:cubicBezTo>
                      <a:pt x="60" y="169"/>
                      <a:pt x="61" y="169"/>
                      <a:pt x="61" y="168"/>
                    </a:cubicBezTo>
                    <a:cubicBezTo>
                      <a:pt x="62" y="168"/>
                      <a:pt x="63" y="168"/>
                      <a:pt x="63" y="167"/>
                    </a:cubicBezTo>
                    <a:cubicBezTo>
                      <a:pt x="63" y="167"/>
                      <a:pt x="64" y="166"/>
                      <a:pt x="64" y="165"/>
                    </a:cubicBezTo>
                    <a:cubicBezTo>
                      <a:pt x="65" y="165"/>
                      <a:pt x="65" y="165"/>
                      <a:pt x="65" y="164"/>
                    </a:cubicBezTo>
                    <a:lnTo>
                      <a:pt x="66" y="163"/>
                    </a:lnTo>
                    <a:cubicBezTo>
                      <a:pt x="67" y="162"/>
                      <a:pt x="67" y="161"/>
                      <a:pt x="67" y="160"/>
                    </a:cubicBezTo>
                    <a:cubicBezTo>
                      <a:pt x="67" y="159"/>
                      <a:pt x="68" y="158"/>
                      <a:pt x="68" y="157"/>
                    </a:cubicBezTo>
                    <a:cubicBezTo>
                      <a:pt x="68" y="154"/>
                      <a:pt x="68" y="153"/>
                      <a:pt x="68" y="150"/>
                    </a:cubicBezTo>
                    <a:cubicBezTo>
                      <a:pt x="68" y="143"/>
                      <a:pt x="67" y="136"/>
                      <a:pt x="66" y="129"/>
                    </a:cubicBezTo>
                    <a:cubicBezTo>
                      <a:pt x="65" y="123"/>
                      <a:pt x="64" y="119"/>
                      <a:pt x="63" y="114"/>
                    </a:cubicBezTo>
                    <a:cubicBezTo>
                      <a:pt x="62" y="110"/>
                      <a:pt x="61" y="107"/>
                      <a:pt x="60" y="103"/>
                    </a:cubicBezTo>
                    <a:cubicBezTo>
                      <a:pt x="58" y="100"/>
                      <a:pt x="57" y="98"/>
                      <a:pt x="56" y="95"/>
                    </a:cubicBezTo>
                    <a:cubicBezTo>
                      <a:pt x="54" y="93"/>
                      <a:pt x="53" y="91"/>
                      <a:pt x="52" y="89"/>
                    </a:cubicBezTo>
                    <a:cubicBezTo>
                      <a:pt x="51" y="88"/>
                      <a:pt x="50" y="86"/>
                      <a:pt x="48" y="85"/>
                    </a:cubicBezTo>
                    <a:cubicBezTo>
                      <a:pt x="47" y="84"/>
                      <a:pt x="46" y="83"/>
                      <a:pt x="45" y="82"/>
                    </a:cubicBezTo>
                    <a:cubicBezTo>
                      <a:pt x="44" y="82"/>
                      <a:pt x="43" y="80"/>
                      <a:pt x="42" y="80"/>
                    </a:cubicBezTo>
                    <a:cubicBezTo>
                      <a:pt x="41" y="79"/>
                      <a:pt x="40" y="79"/>
                      <a:pt x="40" y="79"/>
                    </a:cubicBezTo>
                    <a:cubicBezTo>
                      <a:pt x="39" y="79"/>
                      <a:pt x="37" y="78"/>
                      <a:pt x="36" y="77"/>
                    </a:cubicBezTo>
                    <a:lnTo>
                      <a:pt x="35" y="77"/>
                    </a:lnTo>
                    <a:cubicBezTo>
                      <a:pt x="33" y="77"/>
                      <a:pt x="32" y="77"/>
                      <a:pt x="31" y="77"/>
                    </a:cubicBezTo>
                    <a:cubicBezTo>
                      <a:pt x="32" y="77"/>
                      <a:pt x="32" y="77"/>
                      <a:pt x="33" y="77"/>
                    </a:cubicBezTo>
                    <a:cubicBezTo>
                      <a:pt x="32" y="77"/>
                      <a:pt x="30" y="77"/>
                      <a:pt x="29" y="77"/>
                    </a:cubicBezTo>
                    <a:cubicBezTo>
                      <a:pt x="30" y="77"/>
                      <a:pt x="30" y="77"/>
                      <a:pt x="30" y="77"/>
                    </a:cubicBezTo>
                    <a:cubicBezTo>
                      <a:pt x="30" y="77"/>
                      <a:pt x="29" y="77"/>
                      <a:pt x="28" y="77"/>
                    </a:cubicBezTo>
                    <a:cubicBezTo>
                      <a:pt x="27" y="77"/>
                      <a:pt x="27" y="77"/>
                      <a:pt x="26" y="78"/>
                    </a:cubicBezTo>
                    <a:cubicBezTo>
                      <a:pt x="25" y="80"/>
                      <a:pt x="22" y="82"/>
                      <a:pt x="20" y="83"/>
                    </a:cubicBezTo>
                    <a:cubicBezTo>
                      <a:pt x="14" y="86"/>
                      <a:pt x="8" y="83"/>
                      <a:pt x="5" y="77"/>
                    </a:cubicBezTo>
                    <a:cubicBezTo>
                      <a:pt x="3" y="73"/>
                      <a:pt x="4" y="69"/>
                      <a:pt x="5" y="66"/>
                    </a:cubicBezTo>
                    <a:cubicBezTo>
                      <a:pt x="7" y="64"/>
                      <a:pt x="9" y="62"/>
                      <a:pt x="11" y="61"/>
                    </a:cubicBezTo>
                    <a:cubicBezTo>
                      <a:pt x="12" y="60"/>
                      <a:pt x="12" y="59"/>
                      <a:pt x="13" y="58"/>
                    </a:cubicBezTo>
                    <a:cubicBezTo>
                      <a:pt x="14" y="57"/>
                      <a:pt x="14" y="56"/>
                      <a:pt x="15" y="55"/>
                    </a:cubicBezTo>
                    <a:lnTo>
                      <a:pt x="14" y="56"/>
                    </a:lnTo>
                    <a:cubicBezTo>
                      <a:pt x="17" y="52"/>
                      <a:pt x="18" y="48"/>
                      <a:pt x="20" y="44"/>
                    </a:cubicBezTo>
                    <a:cubicBezTo>
                      <a:pt x="22" y="40"/>
                      <a:pt x="24" y="35"/>
                      <a:pt x="25" y="30"/>
                    </a:cubicBezTo>
                    <a:cubicBezTo>
                      <a:pt x="26" y="27"/>
                      <a:pt x="27" y="23"/>
                      <a:pt x="28" y="20"/>
                    </a:cubicBezTo>
                    <a:cubicBezTo>
                      <a:pt x="29" y="15"/>
                      <a:pt x="30" y="9"/>
                      <a:pt x="32" y="5"/>
                    </a:cubicBezTo>
                    <a:cubicBezTo>
                      <a:pt x="35" y="2"/>
                      <a:pt x="39" y="0"/>
                      <a:pt x="42" y="1"/>
                    </a:cubicBezTo>
                    <a:cubicBezTo>
                      <a:pt x="47" y="1"/>
                      <a:pt x="50" y="3"/>
                      <a:pt x="51" y="8"/>
                    </a:cubicBezTo>
                    <a:cubicBezTo>
                      <a:pt x="52" y="8"/>
                      <a:pt x="52" y="9"/>
                      <a:pt x="52" y="10"/>
                    </a:cubicBezTo>
                    <a:cubicBezTo>
                      <a:pt x="52" y="9"/>
                      <a:pt x="52" y="9"/>
                      <a:pt x="52" y="9"/>
                    </a:cubicBezTo>
                    <a:cubicBezTo>
                      <a:pt x="53" y="12"/>
                      <a:pt x="52" y="16"/>
                      <a:pt x="51" y="18"/>
                    </a:cubicBezTo>
                    <a:cubicBezTo>
                      <a:pt x="50" y="18"/>
                      <a:pt x="50" y="19"/>
                      <a:pt x="50" y="19"/>
                    </a:cubicBezTo>
                    <a:cubicBezTo>
                      <a:pt x="48" y="29"/>
                      <a:pt x="46" y="39"/>
                      <a:pt x="42" y="48"/>
                    </a:cubicBezTo>
                    <a:cubicBezTo>
                      <a:pt x="41" y="51"/>
                      <a:pt x="40" y="53"/>
                      <a:pt x="39" y="56"/>
                    </a:cubicBezTo>
                    <a:cubicBezTo>
                      <a:pt x="51" y="58"/>
                      <a:pt x="61" y="66"/>
                      <a:pt x="69" y="76"/>
                    </a:cubicBezTo>
                    <a:cubicBezTo>
                      <a:pt x="78" y="87"/>
                      <a:pt x="83" y="101"/>
                      <a:pt x="86" y="116"/>
                    </a:cubicBezTo>
                    <a:cubicBezTo>
                      <a:pt x="88" y="123"/>
                      <a:pt x="89" y="130"/>
                      <a:pt x="89" y="137"/>
                    </a:cubicBezTo>
                    <a:cubicBezTo>
                      <a:pt x="90" y="147"/>
                      <a:pt x="91" y="158"/>
                      <a:pt x="88" y="168"/>
                    </a:cubicBezTo>
                    <a:cubicBezTo>
                      <a:pt x="86" y="174"/>
                      <a:pt x="83" y="178"/>
                      <a:pt x="79" y="183"/>
                    </a:cubicBezTo>
                    <a:cubicBezTo>
                      <a:pt x="74" y="188"/>
                      <a:pt x="68" y="191"/>
                      <a:pt x="61" y="193"/>
                    </a:cubicBezTo>
                    <a:cubicBezTo>
                      <a:pt x="56" y="195"/>
                      <a:pt x="50" y="195"/>
                      <a:pt x="44" y="195"/>
                    </a:cubicBezTo>
                    <a:cubicBezTo>
                      <a:pt x="39" y="195"/>
                      <a:pt x="35" y="195"/>
                      <a:pt x="30" y="1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7" name="Google Shape;2797;p30"/>
              <p:cNvSpPr/>
              <p:nvPr/>
            </p:nvSpPr>
            <p:spPr>
              <a:xfrm>
                <a:off x="4196520" y="928080"/>
                <a:ext cx="59400" cy="32400"/>
              </a:xfrm>
              <a:custGeom>
                <a:avLst/>
                <a:gdLst/>
                <a:ahLst/>
                <a:cxnLst/>
                <a:rect l="l" t="t" r="r" b="b"/>
                <a:pathLst>
                  <a:path w="165" h="90" extrusionOk="0">
                    <a:moveTo>
                      <a:pt x="0" y="79"/>
                    </a:moveTo>
                    <a:cubicBezTo>
                      <a:pt x="0" y="77"/>
                      <a:pt x="0" y="76"/>
                      <a:pt x="0" y="74"/>
                    </a:cubicBezTo>
                    <a:cubicBezTo>
                      <a:pt x="0" y="72"/>
                      <a:pt x="0" y="69"/>
                      <a:pt x="0" y="66"/>
                    </a:cubicBezTo>
                    <a:cubicBezTo>
                      <a:pt x="2" y="60"/>
                      <a:pt x="4" y="55"/>
                      <a:pt x="8" y="50"/>
                    </a:cubicBezTo>
                    <a:cubicBezTo>
                      <a:pt x="17" y="39"/>
                      <a:pt x="29" y="32"/>
                      <a:pt x="41" y="27"/>
                    </a:cubicBezTo>
                    <a:cubicBezTo>
                      <a:pt x="50" y="24"/>
                      <a:pt x="59" y="21"/>
                      <a:pt x="67" y="18"/>
                    </a:cubicBezTo>
                    <a:cubicBezTo>
                      <a:pt x="73" y="17"/>
                      <a:pt x="78" y="16"/>
                      <a:pt x="83" y="14"/>
                    </a:cubicBezTo>
                    <a:cubicBezTo>
                      <a:pt x="105" y="9"/>
                      <a:pt x="129" y="5"/>
                      <a:pt x="151" y="2"/>
                    </a:cubicBezTo>
                    <a:cubicBezTo>
                      <a:pt x="157" y="0"/>
                      <a:pt x="162" y="4"/>
                      <a:pt x="163" y="9"/>
                    </a:cubicBezTo>
                    <a:cubicBezTo>
                      <a:pt x="164" y="14"/>
                      <a:pt x="161" y="20"/>
                      <a:pt x="155" y="21"/>
                    </a:cubicBezTo>
                    <a:cubicBezTo>
                      <a:pt x="142" y="23"/>
                      <a:pt x="129" y="25"/>
                      <a:pt x="116" y="28"/>
                    </a:cubicBezTo>
                    <a:cubicBezTo>
                      <a:pt x="104" y="31"/>
                      <a:pt x="93" y="33"/>
                      <a:pt x="82" y="36"/>
                    </a:cubicBezTo>
                    <a:cubicBezTo>
                      <a:pt x="73" y="39"/>
                      <a:pt x="63" y="42"/>
                      <a:pt x="54" y="45"/>
                    </a:cubicBezTo>
                    <a:lnTo>
                      <a:pt x="55" y="45"/>
                    </a:lnTo>
                    <a:cubicBezTo>
                      <a:pt x="54" y="45"/>
                      <a:pt x="54" y="45"/>
                      <a:pt x="54" y="45"/>
                    </a:cubicBezTo>
                    <a:cubicBezTo>
                      <a:pt x="53" y="45"/>
                      <a:pt x="53" y="45"/>
                      <a:pt x="53" y="45"/>
                    </a:cubicBezTo>
                    <a:cubicBezTo>
                      <a:pt x="49" y="47"/>
                      <a:pt x="45" y="49"/>
                      <a:pt x="40" y="52"/>
                    </a:cubicBezTo>
                    <a:cubicBezTo>
                      <a:pt x="37" y="53"/>
                      <a:pt x="34" y="55"/>
                      <a:pt x="31" y="58"/>
                    </a:cubicBezTo>
                    <a:cubicBezTo>
                      <a:pt x="30" y="59"/>
                      <a:pt x="29" y="59"/>
                      <a:pt x="28" y="60"/>
                    </a:cubicBezTo>
                    <a:cubicBezTo>
                      <a:pt x="27" y="62"/>
                      <a:pt x="26" y="63"/>
                      <a:pt x="25" y="63"/>
                    </a:cubicBezTo>
                    <a:cubicBezTo>
                      <a:pt x="24" y="65"/>
                      <a:pt x="24" y="66"/>
                      <a:pt x="23" y="67"/>
                    </a:cubicBezTo>
                    <a:lnTo>
                      <a:pt x="22" y="68"/>
                    </a:lnTo>
                    <a:lnTo>
                      <a:pt x="22" y="69"/>
                    </a:lnTo>
                    <a:cubicBezTo>
                      <a:pt x="21" y="70"/>
                      <a:pt x="21" y="70"/>
                      <a:pt x="21" y="71"/>
                    </a:cubicBezTo>
                    <a:cubicBezTo>
                      <a:pt x="21" y="73"/>
                      <a:pt x="22" y="75"/>
                      <a:pt x="22" y="77"/>
                    </a:cubicBezTo>
                    <a:cubicBezTo>
                      <a:pt x="23" y="83"/>
                      <a:pt x="17" y="88"/>
                      <a:pt x="11" y="89"/>
                    </a:cubicBezTo>
                    <a:cubicBezTo>
                      <a:pt x="6" y="89"/>
                      <a:pt x="0" y="84"/>
                      <a:pt x="0" y="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8" name="Google Shape;2798;p30"/>
              <p:cNvSpPr/>
              <p:nvPr/>
            </p:nvSpPr>
            <p:spPr>
              <a:xfrm>
                <a:off x="4221720" y="681120"/>
                <a:ext cx="39600" cy="51120"/>
              </a:xfrm>
              <a:custGeom>
                <a:avLst/>
                <a:gdLst/>
                <a:ahLst/>
                <a:cxnLst/>
                <a:rect l="l" t="t" r="r" b="b"/>
                <a:pathLst>
                  <a:path w="110" h="142" extrusionOk="0">
                    <a:moveTo>
                      <a:pt x="89" y="136"/>
                    </a:moveTo>
                    <a:cubicBezTo>
                      <a:pt x="82" y="125"/>
                      <a:pt x="75" y="114"/>
                      <a:pt x="67" y="104"/>
                    </a:cubicBezTo>
                    <a:cubicBezTo>
                      <a:pt x="63" y="99"/>
                      <a:pt x="59" y="93"/>
                      <a:pt x="54" y="88"/>
                    </a:cubicBezTo>
                    <a:cubicBezTo>
                      <a:pt x="49" y="82"/>
                      <a:pt x="45" y="76"/>
                      <a:pt x="41" y="71"/>
                    </a:cubicBezTo>
                    <a:cubicBezTo>
                      <a:pt x="35" y="65"/>
                      <a:pt x="29" y="59"/>
                      <a:pt x="24" y="53"/>
                    </a:cubicBezTo>
                    <a:cubicBezTo>
                      <a:pt x="20" y="47"/>
                      <a:pt x="15" y="41"/>
                      <a:pt x="11" y="35"/>
                    </a:cubicBezTo>
                    <a:cubicBezTo>
                      <a:pt x="8" y="32"/>
                      <a:pt x="6" y="27"/>
                      <a:pt x="3" y="23"/>
                    </a:cubicBezTo>
                    <a:cubicBezTo>
                      <a:pt x="1" y="20"/>
                      <a:pt x="0" y="16"/>
                      <a:pt x="0" y="12"/>
                    </a:cubicBezTo>
                    <a:cubicBezTo>
                      <a:pt x="0" y="9"/>
                      <a:pt x="0" y="6"/>
                      <a:pt x="3" y="4"/>
                    </a:cubicBezTo>
                    <a:cubicBezTo>
                      <a:pt x="5" y="1"/>
                      <a:pt x="8" y="0"/>
                      <a:pt x="11" y="0"/>
                    </a:cubicBezTo>
                    <a:cubicBezTo>
                      <a:pt x="15" y="0"/>
                      <a:pt x="18" y="2"/>
                      <a:pt x="22" y="5"/>
                    </a:cubicBezTo>
                    <a:cubicBezTo>
                      <a:pt x="27" y="8"/>
                      <a:pt x="28" y="14"/>
                      <a:pt x="25" y="19"/>
                    </a:cubicBezTo>
                    <a:cubicBezTo>
                      <a:pt x="28" y="22"/>
                      <a:pt x="30" y="26"/>
                      <a:pt x="32" y="29"/>
                    </a:cubicBezTo>
                    <a:cubicBezTo>
                      <a:pt x="45" y="45"/>
                      <a:pt x="59" y="61"/>
                      <a:pt x="71" y="76"/>
                    </a:cubicBezTo>
                    <a:cubicBezTo>
                      <a:pt x="84" y="92"/>
                      <a:pt x="96" y="107"/>
                      <a:pt x="106" y="124"/>
                    </a:cubicBezTo>
                    <a:cubicBezTo>
                      <a:pt x="109" y="129"/>
                      <a:pt x="108" y="136"/>
                      <a:pt x="103" y="139"/>
                    </a:cubicBezTo>
                    <a:cubicBezTo>
                      <a:pt x="102" y="140"/>
                      <a:pt x="99" y="141"/>
                      <a:pt x="98" y="141"/>
                    </a:cubicBezTo>
                    <a:cubicBezTo>
                      <a:pt x="94" y="141"/>
                      <a:pt x="91" y="139"/>
                      <a:pt x="89" y="1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9" name="Google Shape;2799;p30"/>
              <p:cNvSpPr/>
              <p:nvPr/>
            </p:nvSpPr>
            <p:spPr>
              <a:xfrm>
                <a:off x="4224240" y="676440"/>
                <a:ext cx="43920" cy="6516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181" extrusionOk="0">
                    <a:moveTo>
                      <a:pt x="6" y="179"/>
                    </a:moveTo>
                    <a:cubicBezTo>
                      <a:pt x="1" y="175"/>
                      <a:pt x="0" y="169"/>
                      <a:pt x="3" y="163"/>
                    </a:cubicBezTo>
                    <a:cubicBezTo>
                      <a:pt x="10" y="152"/>
                      <a:pt x="18" y="140"/>
                      <a:pt x="25" y="129"/>
                    </a:cubicBezTo>
                    <a:lnTo>
                      <a:pt x="24" y="130"/>
                    </a:lnTo>
                    <a:cubicBezTo>
                      <a:pt x="27" y="126"/>
                      <a:pt x="29" y="121"/>
                      <a:pt x="32" y="116"/>
                    </a:cubicBezTo>
                    <a:cubicBezTo>
                      <a:pt x="44" y="97"/>
                      <a:pt x="55" y="77"/>
                      <a:pt x="66" y="57"/>
                    </a:cubicBezTo>
                    <a:cubicBezTo>
                      <a:pt x="70" y="48"/>
                      <a:pt x="75" y="39"/>
                      <a:pt x="80" y="30"/>
                    </a:cubicBezTo>
                    <a:cubicBezTo>
                      <a:pt x="83" y="25"/>
                      <a:pt x="86" y="21"/>
                      <a:pt x="89" y="17"/>
                    </a:cubicBezTo>
                    <a:cubicBezTo>
                      <a:pt x="94" y="10"/>
                      <a:pt x="101" y="0"/>
                      <a:pt x="111" y="3"/>
                    </a:cubicBezTo>
                    <a:cubicBezTo>
                      <a:pt x="117" y="4"/>
                      <a:pt x="121" y="11"/>
                      <a:pt x="119" y="17"/>
                    </a:cubicBezTo>
                    <a:cubicBezTo>
                      <a:pt x="117" y="21"/>
                      <a:pt x="114" y="24"/>
                      <a:pt x="110" y="24"/>
                    </a:cubicBezTo>
                    <a:cubicBezTo>
                      <a:pt x="109" y="25"/>
                      <a:pt x="108" y="27"/>
                      <a:pt x="108" y="27"/>
                    </a:cubicBezTo>
                    <a:cubicBezTo>
                      <a:pt x="106" y="29"/>
                      <a:pt x="104" y="32"/>
                      <a:pt x="103" y="34"/>
                    </a:cubicBezTo>
                    <a:cubicBezTo>
                      <a:pt x="101" y="38"/>
                      <a:pt x="98" y="41"/>
                      <a:pt x="96" y="44"/>
                    </a:cubicBezTo>
                    <a:cubicBezTo>
                      <a:pt x="92" y="52"/>
                      <a:pt x="88" y="59"/>
                      <a:pt x="84" y="66"/>
                    </a:cubicBezTo>
                    <a:cubicBezTo>
                      <a:pt x="80" y="75"/>
                      <a:pt x="74" y="85"/>
                      <a:pt x="69" y="94"/>
                    </a:cubicBezTo>
                    <a:cubicBezTo>
                      <a:pt x="60" y="110"/>
                      <a:pt x="50" y="126"/>
                      <a:pt x="41" y="142"/>
                    </a:cubicBezTo>
                    <a:cubicBezTo>
                      <a:pt x="40" y="144"/>
                      <a:pt x="38" y="147"/>
                      <a:pt x="37" y="149"/>
                    </a:cubicBezTo>
                    <a:lnTo>
                      <a:pt x="37" y="148"/>
                    </a:lnTo>
                    <a:cubicBezTo>
                      <a:pt x="37" y="149"/>
                      <a:pt x="36" y="149"/>
                      <a:pt x="36" y="150"/>
                    </a:cubicBezTo>
                    <a:lnTo>
                      <a:pt x="36" y="149"/>
                    </a:lnTo>
                    <a:cubicBezTo>
                      <a:pt x="31" y="158"/>
                      <a:pt x="26" y="167"/>
                      <a:pt x="21" y="176"/>
                    </a:cubicBezTo>
                    <a:cubicBezTo>
                      <a:pt x="19" y="179"/>
                      <a:pt x="15" y="180"/>
                      <a:pt x="12" y="180"/>
                    </a:cubicBezTo>
                    <a:cubicBezTo>
                      <a:pt x="10" y="180"/>
                      <a:pt x="8" y="180"/>
                      <a:pt x="6" y="1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0" name="Google Shape;2800;p30"/>
              <p:cNvSpPr/>
              <p:nvPr/>
            </p:nvSpPr>
            <p:spPr>
              <a:xfrm>
                <a:off x="4281480" y="690120"/>
                <a:ext cx="2736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76" h="33" extrusionOk="0">
                    <a:moveTo>
                      <a:pt x="13" y="31"/>
                    </a:moveTo>
                    <a:cubicBezTo>
                      <a:pt x="8" y="30"/>
                      <a:pt x="4" y="28"/>
                      <a:pt x="2" y="23"/>
                    </a:cubicBezTo>
                    <a:cubicBezTo>
                      <a:pt x="0" y="18"/>
                      <a:pt x="2" y="13"/>
                      <a:pt x="4" y="9"/>
                    </a:cubicBezTo>
                    <a:cubicBezTo>
                      <a:pt x="7" y="7"/>
                      <a:pt x="10" y="6"/>
                      <a:pt x="14" y="5"/>
                    </a:cubicBezTo>
                    <a:lnTo>
                      <a:pt x="13" y="5"/>
                    </a:lnTo>
                    <a:cubicBezTo>
                      <a:pt x="16" y="4"/>
                      <a:pt x="18" y="3"/>
                      <a:pt x="20" y="2"/>
                    </a:cubicBezTo>
                    <a:cubicBezTo>
                      <a:pt x="25" y="0"/>
                      <a:pt x="32" y="1"/>
                      <a:pt x="34" y="7"/>
                    </a:cubicBezTo>
                    <a:cubicBezTo>
                      <a:pt x="35" y="8"/>
                      <a:pt x="35" y="9"/>
                      <a:pt x="35" y="11"/>
                    </a:cubicBezTo>
                    <a:cubicBezTo>
                      <a:pt x="45" y="11"/>
                      <a:pt x="54" y="9"/>
                      <a:pt x="63" y="9"/>
                    </a:cubicBezTo>
                    <a:cubicBezTo>
                      <a:pt x="69" y="9"/>
                      <a:pt x="74" y="13"/>
                      <a:pt x="75" y="19"/>
                    </a:cubicBezTo>
                    <a:cubicBezTo>
                      <a:pt x="75" y="25"/>
                      <a:pt x="71" y="30"/>
                      <a:pt x="65" y="30"/>
                    </a:cubicBezTo>
                    <a:cubicBezTo>
                      <a:pt x="53" y="31"/>
                      <a:pt x="42" y="32"/>
                      <a:pt x="30" y="32"/>
                    </a:cubicBezTo>
                    <a:cubicBezTo>
                      <a:pt x="29" y="32"/>
                      <a:pt x="28" y="32"/>
                      <a:pt x="27" y="32"/>
                    </a:cubicBezTo>
                    <a:cubicBezTo>
                      <a:pt x="22" y="32"/>
                      <a:pt x="17" y="32"/>
                      <a:pt x="13" y="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1" name="Google Shape;2801;p30"/>
              <p:cNvSpPr/>
              <p:nvPr/>
            </p:nvSpPr>
            <p:spPr>
              <a:xfrm>
                <a:off x="4272840" y="708480"/>
                <a:ext cx="48240" cy="1620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45" extrusionOk="0">
                    <a:moveTo>
                      <a:pt x="7" y="42"/>
                    </a:moveTo>
                    <a:cubicBezTo>
                      <a:pt x="3" y="41"/>
                      <a:pt x="0" y="36"/>
                      <a:pt x="0" y="32"/>
                    </a:cubicBezTo>
                    <a:cubicBezTo>
                      <a:pt x="2" y="25"/>
                      <a:pt x="7" y="20"/>
                      <a:pt x="14" y="22"/>
                    </a:cubicBezTo>
                    <a:lnTo>
                      <a:pt x="15" y="22"/>
                    </a:lnTo>
                    <a:cubicBezTo>
                      <a:pt x="16" y="22"/>
                      <a:pt x="17" y="22"/>
                      <a:pt x="19" y="22"/>
                    </a:cubicBezTo>
                    <a:cubicBezTo>
                      <a:pt x="27" y="21"/>
                      <a:pt x="36" y="19"/>
                      <a:pt x="44" y="17"/>
                    </a:cubicBezTo>
                    <a:cubicBezTo>
                      <a:pt x="53" y="16"/>
                      <a:pt x="62" y="14"/>
                      <a:pt x="70" y="12"/>
                    </a:cubicBezTo>
                    <a:cubicBezTo>
                      <a:pt x="87" y="9"/>
                      <a:pt x="104" y="5"/>
                      <a:pt x="121" y="2"/>
                    </a:cubicBezTo>
                    <a:cubicBezTo>
                      <a:pt x="126" y="0"/>
                      <a:pt x="132" y="4"/>
                      <a:pt x="132" y="9"/>
                    </a:cubicBezTo>
                    <a:cubicBezTo>
                      <a:pt x="133" y="14"/>
                      <a:pt x="130" y="20"/>
                      <a:pt x="125" y="21"/>
                    </a:cubicBezTo>
                    <a:cubicBezTo>
                      <a:pt x="105" y="25"/>
                      <a:pt x="85" y="30"/>
                      <a:pt x="65" y="34"/>
                    </a:cubicBezTo>
                    <a:cubicBezTo>
                      <a:pt x="57" y="37"/>
                      <a:pt x="49" y="38"/>
                      <a:pt x="41" y="39"/>
                    </a:cubicBezTo>
                    <a:cubicBezTo>
                      <a:pt x="34" y="41"/>
                      <a:pt x="27" y="43"/>
                      <a:pt x="20" y="44"/>
                    </a:cubicBezTo>
                    <a:cubicBezTo>
                      <a:pt x="18" y="44"/>
                      <a:pt x="16" y="44"/>
                      <a:pt x="14" y="44"/>
                    </a:cubicBezTo>
                    <a:cubicBezTo>
                      <a:pt x="12" y="44"/>
                      <a:pt x="9" y="44"/>
                      <a:pt x="7" y="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2" name="Google Shape;2802;p30"/>
              <p:cNvSpPr/>
              <p:nvPr/>
            </p:nvSpPr>
            <p:spPr>
              <a:xfrm>
                <a:off x="4314240" y="670320"/>
                <a:ext cx="58320" cy="86760"/>
              </a:xfrm>
              <a:custGeom>
                <a:avLst/>
                <a:gdLst/>
                <a:ahLst/>
                <a:cxnLst/>
                <a:rect l="l" t="t" r="r" b="b"/>
                <a:pathLst>
                  <a:path w="162" h="241" extrusionOk="0">
                    <a:moveTo>
                      <a:pt x="13" y="240"/>
                    </a:moveTo>
                    <a:cubicBezTo>
                      <a:pt x="10" y="240"/>
                      <a:pt x="7" y="239"/>
                      <a:pt x="5" y="236"/>
                    </a:cubicBezTo>
                    <a:cubicBezTo>
                      <a:pt x="2" y="231"/>
                      <a:pt x="0" y="226"/>
                      <a:pt x="1" y="220"/>
                    </a:cubicBezTo>
                    <a:cubicBezTo>
                      <a:pt x="2" y="213"/>
                      <a:pt x="6" y="207"/>
                      <a:pt x="9" y="201"/>
                    </a:cubicBezTo>
                    <a:cubicBezTo>
                      <a:pt x="16" y="192"/>
                      <a:pt x="24" y="184"/>
                      <a:pt x="34" y="178"/>
                    </a:cubicBezTo>
                    <a:cubicBezTo>
                      <a:pt x="42" y="173"/>
                      <a:pt x="53" y="169"/>
                      <a:pt x="63" y="169"/>
                    </a:cubicBezTo>
                    <a:cubicBezTo>
                      <a:pt x="66" y="167"/>
                      <a:pt x="68" y="164"/>
                      <a:pt x="70" y="161"/>
                    </a:cubicBezTo>
                    <a:cubicBezTo>
                      <a:pt x="76" y="155"/>
                      <a:pt x="80" y="149"/>
                      <a:pt x="86" y="143"/>
                    </a:cubicBezTo>
                    <a:cubicBezTo>
                      <a:pt x="90" y="137"/>
                      <a:pt x="95" y="130"/>
                      <a:pt x="100" y="124"/>
                    </a:cubicBezTo>
                    <a:cubicBezTo>
                      <a:pt x="102" y="122"/>
                      <a:pt x="103" y="119"/>
                      <a:pt x="105" y="117"/>
                    </a:cubicBezTo>
                    <a:cubicBezTo>
                      <a:pt x="107" y="113"/>
                      <a:pt x="110" y="110"/>
                      <a:pt x="112" y="106"/>
                    </a:cubicBezTo>
                    <a:cubicBezTo>
                      <a:pt x="115" y="102"/>
                      <a:pt x="118" y="98"/>
                      <a:pt x="120" y="93"/>
                    </a:cubicBezTo>
                    <a:cubicBezTo>
                      <a:pt x="125" y="84"/>
                      <a:pt x="129" y="76"/>
                      <a:pt x="133" y="67"/>
                    </a:cubicBezTo>
                    <a:cubicBezTo>
                      <a:pt x="134" y="63"/>
                      <a:pt x="136" y="59"/>
                      <a:pt x="137" y="55"/>
                    </a:cubicBezTo>
                    <a:cubicBezTo>
                      <a:pt x="138" y="52"/>
                      <a:pt x="139" y="49"/>
                      <a:pt x="139" y="46"/>
                    </a:cubicBezTo>
                    <a:cubicBezTo>
                      <a:pt x="139" y="43"/>
                      <a:pt x="139" y="39"/>
                      <a:pt x="139" y="35"/>
                    </a:cubicBezTo>
                    <a:cubicBezTo>
                      <a:pt x="139" y="33"/>
                      <a:pt x="139" y="31"/>
                      <a:pt x="139" y="29"/>
                    </a:cubicBezTo>
                    <a:lnTo>
                      <a:pt x="139" y="28"/>
                    </a:lnTo>
                    <a:cubicBezTo>
                      <a:pt x="139" y="29"/>
                      <a:pt x="139" y="29"/>
                      <a:pt x="139" y="30"/>
                    </a:cubicBezTo>
                    <a:cubicBezTo>
                      <a:pt x="138" y="30"/>
                      <a:pt x="137" y="31"/>
                      <a:pt x="137" y="32"/>
                    </a:cubicBezTo>
                    <a:cubicBezTo>
                      <a:pt x="137" y="33"/>
                      <a:pt x="136" y="34"/>
                      <a:pt x="136" y="34"/>
                    </a:cubicBezTo>
                    <a:cubicBezTo>
                      <a:pt x="140" y="38"/>
                      <a:pt x="140" y="44"/>
                      <a:pt x="137" y="48"/>
                    </a:cubicBezTo>
                    <a:cubicBezTo>
                      <a:pt x="134" y="52"/>
                      <a:pt x="126" y="54"/>
                      <a:pt x="122" y="51"/>
                    </a:cubicBezTo>
                    <a:cubicBezTo>
                      <a:pt x="118" y="48"/>
                      <a:pt x="115" y="44"/>
                      <a:pt x="115" y="39"/>
                    </a:cubicBezTo>
                    <a:cubicBezTo>
                      <a:pt x="113" y="33"/>
                      <a:pt x="115" y="27"/>
                      <a:pt x="118" y="21"/>
                    </a:cubicBezTo>
                    <a:cubicBezTo>
                      <a:pt x="120" y="16"/>
                      <a:pt x="124" y="11"/>
                      <a:pt x="129" y="7"/>
                    </a:cubicBezTo>
                    <a:cubicBezTo>
                      <a:pt x="133" y="3"/>
                      <a:pt x="140" y="0"/>
                      <a:pt x="146" y="3"/>
                    </a:cubicBezTo>
                    <a:cubicBezTo>
                      <a:pt x="149" y="4"/>
                      <a:pt x="151" y="5"/>
                      <a:pt x="153" y="7"/>
                    </a:cubicBezTo>
                    <a:cubicBezTo>
                      <a:pt x="155" y="9"/>
                      <a:pt x="157" y="11"/>
                      <a:pt x="158" y="14"/>
                    </a:cubicBezTo>
                    <a:cubicBezTo>
                      <a:pt x="161" y="21"/>
                      <a:pt x="161" y="29"/>
                      <a:pt x="161" y="36"/>
                    </a:cubicBezTo>
                    <a:cubicBezTo>
                      <a:pt x="161" y="44"/>
                      <a:pt x="160" y="52"/>
                      <a:pt x="158" y="59"/>
                    </a:cubicBezTo>
                    <a:cubicBezTo>
                      <a:pt x="155" y="67"/>
                      <a:pt x="152" y="75"/>
                      <a:pt x="148" y="83"/>
                    </a:cubicBezTo>
                    <a:cubicBezTo>
                      <a:pt x="146" y="90"/>
                      <a:pt x="141" y="97"/>
                      <a:pt x="138" y="104"/>
                    </a:cubicBezTo>
                    <a:cubicBezTo>
                      <a:pt x="136" y="106"/>
                      <a:pt x="135" y="108"/>
                      <a:pt x="133" y="111"/>
                    </a:cubicBezTo>
                    <a:cubicBezTo>
                      <a:pt x="132" y="113"/>
                      <a:pt x="130" y="116"/>
                      <a:pt x="129" y="118"/>
                    </a:cubicBezTo>
                    <a:cubicBezTo>
                      <a:pt x="125" y="123"/>
                      <a:pt x="122" y="129"/>
                      <a:pt x="118" y="134"/>
                    </a:cubicBezTo>
                    <a:cubicBezTo>
                      <a:pt x="115" y="139"/>
                      <a:pt x="111" y="143"/>
                      <a:pt x="107" y="148"/>
                    </a:cubicBezTo>
                    <a:cubicBezTo>
                      <a:pt x="100" y="157"/>
                      <a:pt x="93" y="166"/>
                      <a:pt x="85" y="175"/>
                    </a:cubicBezTo>
                    <a:cubicBezTo>
                      <a:pt x="88" y="177"/>
                      <a:pt x="91" y="179"/>
                      <a:pt x="95" y="181"/>
                    </a:cubicBezTo>
                    <a:cubicBezTo>
                      <a:pt x="101" y="185"/>
                      <a:pt x="106" y="190"/>
                      <a:pt x="111" y="196"/>
                    </a:cubicBezTo>
                    <a:cubicBezTo>
                      <a:pt x="115" y="200"/>
                      <a:pt x="115" y="207"/>
                      <a:pt x="110" y="211"/>
                    </a:cubicBezTo>
                    <a:cubicBezTo>
                      <a:pt x="108" y="212"/>
                      <a:pt x="105" y="214"/>
                      <a:pt x="102" y="214"/>
                    </a:cubicBezTo>
                    <a:cubicBezTo>
                      <a:pt x="100" y="213"/>
                      <a:pt x="97" y="212"/>
                      <a:pt x="95" y="210"/>
                    </a:cubicBezTo>
                    <a:cubicBezTo>
                      <a:pt x="94" y="209"/>
                      <a:pt x="94" y="208"/>
                      <a:pt x="93" y="208"/>
                    </a:cubicBezTo>
                    <a:cubicBezTo>
                      <a:pt x="91" y="205"/>
                      <a:pt x="88" y="203"/>
                      <a:pt x="86" y="201"/>
                    </a:cubicBezTo>
                    <a:cubicBezTo>
                      <a:pt x="83" y="199"/>
                      <a:pt x="81" y="198"/>
                      <a:pt x="79" y="196"/>
                    </a:cubicBezTo>
                    <a:cubicBezTo>
                      <a:pt x="77" y="196"/>
                      <a:pt x="76" y="194"/>
                      <a:pt x="74" y="194"/>
                    </a:cubicBezTo>
                    <a:cubicBezTo>
                      <a:pt x="73" y="193"/>
                      <a:pt x="72" y="193"/>
                      <a:pt x="70" y="193"/>
                    </a:cubicBezTo>
                    <a:cubicBezTo>
                      <a:pt x="67" y="196"/>
                      <a:pt x="65" y="199"/>
                      <a:pt x="62" y="202"/>
                    </a:cubicBezTo>
                    <a:cubicBezTo>
                      <a:pt x="53" y="211"/>
                      <a:pt x="45" y="219"/>
                      <a:pt x="37" y="229"/>
                    </a:cubicBezTo>
                    <a:cubicBezTo>
                      <a:pt x="32" y="233"/>
                      <a:pt x="28" y="238"/>
                      <a:pt x="22" y="239"/>
                    </a:cubicBezTo>
                    <a:cubicBezTo>
                      <a:pt x="20" y="240"/>
                      <a:pt x="18" y="240"/>
                      <a:pt x="16" y="240"/>
                    </a:cubicBezTo>
                    <a:cubicBezTo>
                      <a:pt x="15" y="240"/>
                      <a:pt x="14" y="240"/>
                      <a:pt x="13" y="2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3" name="Google Shape;2803;p30"/>
              <p:cNvSpPr/>
              <p:nvPr/>
            </p:nvSpPr>
            <p:spPr>
              <a:xfrm>
                <a:off x="4379760" y="692280"/>
                <a:ext cx="52200" cy="148320"/>
              </a:xfrm>
              <a:custGeom>
                <a:avLst/>
                <a:gdLst/>
                <a:ahLst/>
                <a:cxnLst/>
                <a:rect l="l" t="t" r="r" b="b"/>
                <a:pathLst>
                  <a:path w="145" h="412" extrusionOk="0">
                    <a:moveTo>
                      <a:pt x="47" y="410"/>
                    </a:moveTo>
                    <a:cubicBezTo>
                      <a:pt x="43" y="410"/>
                      <a:pt x="40" y="408"/>
                      <a:pt x="38" y="405"/>
                    </a:cubicBezTo>
                    <a:cubicBezTo>
                      <a:pt x="32" y="403"/>
                      <a:pt x="27" y="397"/>
                      <a:pt x="24" y="393"/>
                    </a:cubicBezTo>
                    <a:cubicBezTo>
                      <a:pt x="19" y="386"/>
                      <a:pt x="16" y="380"/>
                      <a:pt x="13" y="373"/>
                    </a:cubicBezTo>
                    <a:cubicBezTo>
                      <a:pt x="7" y="359"/>
                      <a:pt x="4" y="343"/>
                      <a:pt x="2" y="327"/>
                    </a:cubicBezTo>
                    <a:cubicBezTo>
                      <a:pt x="0" y="311"/>
                      <a:pt x="0" y="295"/>
                      <a:pt x="3" y="279"/>
                    </a:cubicBezTo>
                    <a:cubicBezTo>
                      <a:pt x="5" y="265"/>
                      <a:pt x="10" y="252"/>
                      <a:pt x="15" y="240"/>
                    </a:cubicBezTo>
                    <a:cubicBezTo>
                      <a:pt x="18" y="235"/>
                      <a:pt x="20" y="230"/>
                      <a:pt x="23" y="224"/>
                    </a:cubicBezTo>
                    <a:cubicBezTo>
                      <a:pt x="27" y="216"/>
                      <a:pt x="32" y="207"/>
                      <a:pt x="36" y="199"/>
                    </a:cubicBezTo>
                    <a:cubicBezTo>
                      <a:pt x="39" y="194"/>
                      <a:pt x="45" y="192"/>
                      <a:pt x="50" y="195"/>
                    </a:cubicBezTo>
                    <a:cubicBezTo>
                      <a:pt x="55" y="197"/>
                      <a:pt x="57" y="203"/>
                      <a:pt x="54" y="209"/>
                    </a:cubicBezTo>
                    <a:cubicBezTo>
                      <a:pt x="50" y="216"/>
                      <a:pt x="46" y="224"/>
                      <a:pt x="42" y="231"/>
                    </a:cubicBezTo>
                    <a:cubicBezTo>
                      <a:pt x="39" y="238"/>
                      <a:pt x="36" y="244"/>
                      <a:pt x="33" y="250"/>
                    </a:cubicBezTo>
                    <a:cubicBezTo>
                      <a:pt x="31" y="257"/>
                      <a:pt x="28" y="263"/>
                      <a:pt x="26" y="270"/>
                    </a:cubicBezTo>
                    <a:cubicBezTo>
                      <a:pt x="25" y="276"/>
                      <a:pt x="24" y="282"/>
                      <a:pt x="22" y="288"/>
                    </a:cubicBezTo>
                    <a:cubicBezTo>
                      <a:pt x="22" y="294"/>
                      <a:pt x="21" y="301"/>
                      <a:pt x="21" y="307"/>
                    </a:cubicBezTo>
                    <a:cubicBezTo>
                      <a:pt x="21" y="313"/>
                      <a:pt x="22" y="320"/>
                      <a:pt x="22" y="327"/>
                    </a:cubicBezTo>
                    <a:cubicBezTo>
                      <a:pt x="24" y="334"/>
                      <a:pt x="25" y="341"/>
                      <a:pt x="26" y="348"/>
                    </a:cubicBezTo>
                    <a:cubicBezTo>
                      <a:pt x="28" y="354"/>
                      <a:pt x="30" y="359"/>
                      <a:pt x="32" y="364"/>
                    </a:cubicBezTo>
                    <a:cubicBezTo>
                      <a:pt x="33" y="367"/>
                      <a:pt x="35" y="370"/>
                      <a:pt x="36" y="373"/>
                    </a:cubicBezTo>
                    <a:cubicBezTo>
                      <a:pt x="38" y="376"/>
                      <a:pt x="39" y="378"/>
                      <a:pt x="41" y="380"/>
                    </a:cubicBezTo>
                    <a:cubicBezTo>
                      <a:pt x="42" y="382"/>
                      <a:pt x="43" y="382"/>
                      <a:pt x="43" y="383"/>
                    </a:cubicBezTo>
                    <a:cubicBezTo>
                      <a:pt x="45" y="384"/>
                      <a:pt x="46" y="386"/>
                      <a:pt x="47" y="386"/>
                    </a:cubicBezTo>
                    <a:cubicBezTo>
                      <a:pt x="47" y="387"/>
                      <a:pt x="48" y="387"/>
                      <a:pt x="49" y="388"/>
                    </a:cubicBezTo>
                    <a:cubicBezTo>
                      <a:pt x="50" y="389"/>
                      <a:pt x="51" y="389"/>
                      <a:pt x="52" y="389"/>
                    </a:cubicBezTo>
                    <a:cubicBezTo>
                      <a:pt x="52" y="390"/>
                      <a:pt x="52" y="390"/>
                      <a:pt x="52" y="390"/>
                    </a:cubicBezTo>
                    <a:cubicBezTo>
                      <a:pt x="53" y="390"/>
                      <a:pt x="53" y="390"/>
                      <a:pt x="53" y="390"/>
                    </a:cubicBezTo>
                    <a:cubicBezTo>
                      <a:pt x="54" y="390"/>
                      <a:pt x="54" y="390"/>
                      <a:pt x="55" y="390"/>
                    </a:cubicBezTo>
                    <a:lnTo>
                      <a:pt x="56" y="390"/>
                    </a:lnTo>
                    <a:cubicBezTo>
                      <a:pt x="56" y="389"/>
                      <a:pt x="56" y="389"/>
                      <a:pt x="57" y="389"/>
                    </a:cubicBezTo>
                    <a:lnTo>
                      <a:pt x="58" y="389"/>
                    </a:lnTo>
                    <a:cubicBezTo>
                      <a:pt x="58" y="388"/>
                      <a:pt x="59" y="387"/>
                      <a:pt x="59" y="387"/>
                    </a:cubicBezTo>
                    <a:cubicBezTo>
                      <a:pt x="60" y="386"/>
                      <a:pt x="60" y="386"/>
                      <a:pt x="61" y="384"/>
                    </a:cubicBezTo>
                    <a:cubicBezTo>
                      <a:pt x="63" y="381"/>
                      <a:pt x="63" y="378"/>
                      <a:pt x="64" y="375"/>
                    </a:cubicBezTo>
                    <a:lnTo>
                      <a:pt x="64" y="376"/>
                    </a:lnTo>
                    <a:cubicBezTo>
                      <a:pt x="66" y="366"/>
                      <a:pt x="67" y="357"/>
                      <a:pt x="69" y="347"/>
                    </a:cubicBezTo>
                    <a:cubicBezTo>
                      <a:pt x="70" y="340"/>
                      <a:pt x="71" y="333"/>
                      <a:pt x="72" y="326"/>
                    </a:cubicBezTo>
                    <a:cubicBezTo>
                      <a:pt x="75" y="305"/>
                      <a:pt x="78" y="283"/>
                      <a:pt x="80" y="262"/>
                    </a:cubicBezTo>
                    <a:cubicBezTo>
                      <a:pt x="81" y="250"/>
                      <a:pt x="82" y="239"/>
                      <a:pt x="84" y="228"/>
                    </a:cubicBezTo>
                    <a:cubicBezTo>
                      <a:pt x="85" y="220"/>
                      <a:pt x="85" y="212"/>
                      <a:pt x="86" y="205"/>
                    </a:cubicBezTo>
                    <a:cubicBezTo>
                      <a:pt x="87" y="199"/>
                      <a:pt x="87" y="194"/>
                      <a:pt x="88" y="189"/>
                    </a:cubicBezTo>
                    <a:cubicBezTo>
                      <a:pt x="90" y="176"/>
                      <a:pt x="92" y="163"/>
                      <a:pt x="93" y="150"/>
                    </a:cubicBezTo>
                    <a:cubicBezTo>
                      <a:pt x="95" y="139"/>
                      <a:pt x="98" y="128"/>
                      <a:pt x="100" y="117"/>
                    </a:cubicBezTo>
                    <a:cubicBezTo>
                      <a:pt x="102" y="109"/>
                      <a:pt x="104" y="100"/>
                      <a:pt x="106" y="91"/>
                    </a:cubicBezTo>
                    <a:cubicBezTo>
                      <a:pt x="97" y="100"/>
                      <a:pt x="86" y="106"/>
                      <a:pt x="75" y="108"/>
                    </a:cubicBezTo>
                    <a:cubicBezTo>
                      <a:pt x="63" y="111"/>
                      <a:pt x="49" y="108"/>
                      <a:pt x="42" y="97"/>
                    </a:cubicBezTo>
                    <a:cubicBezTo>
                      <a:pt x="39" y="92"/>
                      <a:pt x="37" y="87"/>
                      <a:pt x="36" y="82"/>
                    </a:cubicBezTo>
                    <a:cubicBezTo>
                      <a:pt x="35" y="75"/>
                      <a:pt x="35" y="68"/>
                      <a:pt x="35" y="61"/>
                    </a:cubicBezTo>
                    <a:cubicBezTo>
                      <a:pt x="36" y="57"/>
                      <a:pt x="36" y="52"/>
                      <a:pt x="38" y="48"/>
                    </a:cubicBezTo>
                    <a:cubicBezTo>
                      <a:pt x="38" y="43"/>
                      <a:pt x="39" y="39"/>
                      <a:pt x="40" y="35"/>
                    </a:cubicBezTo>
                    <a:cubicBezTo>
                      <a:pt x="44" y="22"/>
                      <a:pt x="50" y="9"/>
                      <a:pt x="62" y="3"/>
                    </a:cubicBezTo>
                    <a:cubicBezTo>
                      <a:pt x="67" y="0"/>
                      <a:pt x="74" y="0"/>
                      <a:pt x="79" y="3"/>
                    </a:cubicBezTo>
                    <a:cubicBezTo>
                      <a:pt x="82" y="5"/>
                      <a:pt x="86" y="9"/>
                      <a:pt x="89" y="12"/>
                    </a:cubicBezTo>
                    <a:cubicBezTo>
                      <a:pt x="92" y="17"/>
                      <a:pt x="91" y="24"/>
                      <a:pt x="86" y="27"/>
                    </a:cubicBezTo>
                    <a:cubicBezTo>
                      <a:pt x="81" y="31"/>
                      <a:pt x="74" y="30"/>
                      <a:pt x="71" y="24"/>
                    </a:cubicBezTo>
                    <a:cubicBezTo>
                      <a:pt x="70" y="24"/>
                      <a:pt x="70" y="24"/>
                      <a:pt x="70" y="24"/>
                    </a:cubicBezTo>
                    <a:cubicBezTo>
                      <a:pt x="70" y="24"/>
                      <a:pt x="68" y="25"/>
                      <a:pt x="68" y="26"/>
                    </a:cubicBezTo>
                    <a:cubicBezTo>
                      <a:pt x="67" y="27"/>
                      <a:pt x="67" y="28"/>
                      <a:pt x="66" y="29"/>
                    </a:cubicBezTo>
                    <a:cubicBezTo>
                      <a:pt x="66" y="30"/>
                      <a:pt x="65" y="31"/>
                      <a:pt x="64" y="33"/>
                    </a:cubicBezTo>
                    <a:cubicBezTo>
                      <a:pt x="63" y="36"/>
                      <a:pt x="61" y="40"/>
                      <a:pt x="60" y="43"/>
                    </a:cubicBezTo>
                    <a:cubicBezTo>
                      <a:pt x="59" y="49"/>
                      <a:pt x="58" y="54"/>
                      <a:pt x="57" y="60"/>
                    </a:cubicBezTo>
                    <a:cubicBezTo>
                      <a:pt x="57" y="62"/>
                      <a:pt x="57" y="65"/>
                      <a:pt x="57" y="68"/>
                    </a:cubicBezTo>
                    <a:cubicBezTo>
                      <a:pt x="57" y="70"/>
                      <a:pt x="57" y="72"/>
                      <a:pt x="57" y="75"/>
                    </a:cubicBezTo>
                    <a:cubicBezTo>
                      <a:pt x="57" y="77"/>
                      <a:pt x="58" y="79"/>
                      <a:pt x="59" y="81"/>
                    </a:cubicBezTo>
                    <a:cubicBezTo>
                      <a:pt x="59" y="82"/>
                      <a:pt x="59" y="82"/>
                      <a:pt x="59" y="83"/>
                    </a:cubicBezTo>
                    <a:cubicBezTo>
                      <a:pt x="59" y="84"/>
                      <a:pt x="60" y="84"/>
                      <a:pt x="60" y="84"/>
                    </a:cubicBezTo>
                    <a:cubicBezTo>
                      <a:pt x="60" y="84"/>
                      <a:pt x="60" y="85"/>
                      <a:pt x="61" y="85"/>
                    </a:cubicBezTo>
                    <a:lnTo>
                      <a:pt x="61" y="86"/>
                    </a:lnTo>
                    <a:cubicBezTo>
                      <a:pt x="62" y="86"/>
                      <a:pt x="63" y="86"/>
                      <a:pt x="63" y="87"/>
                    </a:cubicBezTo>
                    <a:lnTo>
                      <a:pt x="64" y="87"/>
                    </a:lnTo>
                    <a:cubicBezTo>
                      <a:pt x="64" y="87"/>
                      <a:pt x="65" y="87"/>
                      <a:pt x="66" y="87"/>
                    </a:cubicBezTo>
                    <a:lnTo>
                      <a:pt x="67" y="87"/>
                    </a:lnTo>
                    <a:cubicBezTo>
                      <a:pt x="68" y="87"/>
                      <a:pt x="69" y="87"/>
                      <a:pt x="70" y="87"/>
                    </a:cubicBezTo>
                    <a:cubicBezTo>
                      <a:pt x="71" y="87"/>
                      <a:pt x="72" y="87"/>
                      <a:pt x="74" y="86"/>
                    </a:cubicBezTo>
                    <a:cubicBezTo>
                      <a:pt x="74" y="86"/>
                      <a:pt x="75" y="86"/>
                      <a:pt x="76" y="86"/>
                    </a:cubicBezTo>
                    <a:cubicBezTo>
                      <a:pt x="78" y="84"/>
                      <a:pt x="80" y="84"/>
                      <a:pt x="82" y="83"/>
                    </a:cubicBezTo>
                    <a:cubicBezTo>
                      <a:pt x="84" y="82"/>
                      <a:pt x="86" y="80"/>
                      <a:pt x="88" y="79"/>
                    </a:cubicBezTo>
                    <a:cubicBezTo>
                      <a:pt x="91" y="76"/>
                      <a:pt x="95" y="73"/>
                      <a:pt x="98" y="70"/>
                    </a:cubicBezTo>
                    <a:cubicBezTo>
                      <a:pt x="104" y="65"/>
                      <a:pt x="109" y="59"/>
                      <a:pt x="114" y="52"/>
                    </a:cubicBezTo>
                    <a:cubicBezTo>
                      <a:pt x="116" y="50"/>
                      <a:pt x="118" y="47"/>
                      <a:pt x="120" y="44"/>
                    </a:cubicBezTo>
                    <a:cubicBezTo>
                      <a:pt x="121" y="43"/>
                      <a:pt x="121" y="41"/>
                      <a:pt x="122" y="40"/>
                    </a:cubicBezTo>
                    <a:cubicBezTo>
                      <a:pt x="125" y="35"/>
                      <a:pt x="131" y="33"/>
                      <a:pt x="137" y="36"/>
                    </a:cubicBezTo>
                    <a:cubicBezTo>
                      <a:pt x="142" y="38"/>
                      <a:pt x="144" y="45"/>
                      <a:pt x="141" y="50"/>
                    </a:cubicBezTo>
                    <a:cubicBezTo>
                      <a:pt x="141" y="51"/>
                      <a:pt x="141" y="52"/>
                      <a:pt x="140" y="54"/>
                    </a:cubicBezTo>
                    <a:cubicBezTo>
                      <a:pt x="140" y="53"/>
                      <a:pt x="140" y="53"/>
                      <a:pt x="141" y="52"/>
                    </a:cubicBezTo>
                    <a:cubicBezTo>
                      <a:pt x="139" y="57"/>
                      <a:pt x="137" y="62"/>
                      <a:pt x="135" y="66"/>
                    </a:cubicBezTo>
                    <a:cubicBezTo>
                      <a:pt x="134" y="72"/>
                      <a:pt x="131" y="79"/>
                      <a:pt x="130" y="85"/>
                    </a:cubicBezTo>
                    <a:cubicBezTo>
                      <a:pt x="127" y="94"/>
                      <a:pt x="125" y="104"/>
                      <a:pt x="122" y="113"/>
                    </a:cubicBezTo>
                    <a:cubicBezTo>
                      <a:pt x="121" y="115"/>
                      <a:pt x="121" y="118"/>
                      <a:pt x="120" y="121"/>
                    </a:cubicBezTo>
                    <a:cubicBezTo>
                      <a:pt x="119" y="127"/>
                      <a:pt x="118" y="133"/>
                      <a:pt x="117" y="140"/>
                    </a:cubicBezTo>
                    <a:cubicBezTo>
                      <a:pt x="116" y="144"/>
                      <a:pt x="115" y="147"/>
                      <a:pt x="114" y="151"/>
                    </a:cubicBezTo>
                    <a:cubicBezTo>
                      <a:pt x="113" y="154"/>
                      <a:pt x="113" y="158"/>
                      <a:pt x="113" y="161"/>
                    </a:cubicBezTo>
                    <a:cubicBezTo>
                      <a:pt x="111" y="172"/>
                      <a:pt x="109" y="182"/>
                      <a:pt x="108" y="192"/>
                    </a:cubicBezTo>
                    <a:cubicBezTo>
                      <a:pt x="106" y="205"/>
                      <a:pt x="104" y="217"/>
                      <a:pt x="103" y="230"/>
                    </a:cubicBezTo>
                    <a:cubicBezTo>
                      <a:pt x="102" y="241"/>
                      <a:pt x="101" y="252"/>
                      <a:pt x="99" y="263"/>
                    </a:cubicBezTo>
                    <a:cubicBezTo>
                      <a:pt x="97" y="285"/>
                      <a:pt x="95" y="307"/>
                      <a:pt x="92" y="329"/>
                    </a:cubicBezTo>
                    <a:lnTo>
                      <a:pt x="92" y="330"/>
                    </a:lnTo>
                    <a:cubicBezTo>
                      <a:pt x="91" y="337"/>
                      <a:pt x="90" y="344"/>
                      <a:pt x="89" y="351"/>
                    </a:cubicBezTo>
                    <a:cubicBezTo>
                      <a:pt x="88" y="357"/>
                      <a:pt x="87" y="362"/>
                      <a:pt x="86" y="368"/>
                    </a:cubicBezTo>
                    <a:cubicBezTo>
                      <a:pt x="85" y="375"/>
                      <a:pt x="84" y="380"/>
                      <a:pt x="82" y="387"/>
                    </a:cubicBezTo>
                    <a:cubicBezTo>
                      <a:pt x="81" y="393"/>
                      <a:pt x="77" y="399"/>
                      <a:pt x="72" y="404"/>
                    </a:cubicBezTo>
                    <a:cubicBezTo>
                      <a:pt x="68" y="408"/>
                      <a:pt x="63" y="411"/>
                      <a:pt x="56" y="411"/>
                    </a:cubicBezTo>
                    <a:cubicBezTo>
                      <a:pt x="56" y="411"/>
                      <a:pt x="55" y="411"/>
                      <a:pt x="54" y="411"/>
                    </a:cubicBezTo>
                    <a:cubicBezTo>
                      <a:pt x="52" y="411"/>
                      <a:pt x="49" y="411"/>
                      <a:pt x="47" y="4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4" name="Google Shape;2804;p30"/>
              <p:cNvSpPr/>
              <p:nvPr/>
            </p:nvSpPr>
            <p:spPr>
              <a:xfrm>
                <a:off x="4446360" y="669240"/>
                <a:ext cx="29160" cy="56880"/>
              </a:xfrm>
              <a:custGeom>
                <a:avLst/>
                <a:gdLst/>
                <a:ahLst/>
                <a:cxnLst/>
                <a:rect l="l" t="t" r="r" b="b"/>
                <a:pathLst>
                  <a:path w="81" h="158" extrusionOk="0">
                    <a:moveTo>
                      <a:pt x="56" y="31"/>
                    </a:moveTo>
                    <a:lnTo>
                      <a:pt x="57" y="31"/>
                    </a:lnTo>
                    <a:cubicBezTo>
                      <a:pt x="57" y="30"/>
                      <a:pt x="57" y="30"/>
                      <a:pt x="57" y="30"/>
                    </a:cubicBezTo>
                    <a:cubicBezTo>
                      <a:pt x="57" y="28"/>
                      <a:pt x="57" y="28"/>
                      <a:pt x="56" y="27"/>
                    </a:cubicBezTo>
                    <a:lnTo>
                      <a:pt x="56" y="26"/>
                    </a:lnTo>
                    <a:cubicBezTo>
                      <a:pt x="56" y="25"/>
                      <a:pt x="55" y="25"/>
                      <a:pt x="55" y="24"/>
                    </a:cubicBezTo>
                    <a:cubicBezTo>
                      <a:pt x="54" y="24"/>
                      <a:pt x="54" y="23"/>
                      <a:pt x="54" y="23"/>
                    </a:cubicBezTo>
                    <a:lnTo>
                      <a:pt x="53" y="23"/>
                    </a:lnTo>
                    <a:lnTo>
                      <a:pt x="52" y="23"/>
                    </a:lnTo>
                    <a:cubicBezTo>
                      <a:pt x="52" y="24"/>
                      <a:pt x="52" y="24"/>
                      <a:pt x="51" y="24"/>
                    </a:cubicBezTo>
                    <a:cubicBezTo>
                      <a:pt x="51" y="24"/>
                      <a:pt x="50" y="24"/>
                      <a:pt x="50" y="25"/>
                    </a:cubicBezTo>
                    <a:cubicBezTo>
                      <a:pt x="49" y="26"/>
                      <a:pt x="49" y="26"/>
                      <a:pt x="49" y="26"/>
                    </a:cubicBezTo>
                    <a:cubicBezTo>
                      <a:pt x="49" y="26"/>
                      <a:pt x="49" y="27"/>
                      <a:pt x="48" y="27"/>
                    </a:cubicBezTo>
                    <a:lnTo>
                      <a:pt x="48" y="28"/>
                    </a:lnTo>
                    <a:lnTo>
                      <a:pt x="48" y="29"/>
                    </a:lnTo>
                    <a:lnTo>
                      <a:pt x="48" y="30"/>
                    </a:lnTo>
                    <a:lnTo>
                      <a:pt x="49" y="30"/>
                    </a:lnTo>
                    <a:cubicBezTo>
                      <a:pt x="50" y="30"/>
                      <a:pt x="50" y="30"/>
                      <a:pt x="50" y="30"/>
                    </a:cubicBezTo>
                    <a:lnTo>
                      <a:pt x="51" y="30"/>
                    </a:lnTo>
                    <a:cubicBezTo>
                      <a:pt x="52" y="31"/>
                      <a:pt x="54" y="31"/>
                      <a:pt x="56" y="31"/>
                    </a:cubicBezTo>
                    <a:moveTo>
                      <a:pt x="32" y="157"/>
                    </a:moveTo>
                    <a:cubicBezTo>
                      <a:pt x="29" y="156"/>
                      <a:pt x="26" y="155"/>
                      <a:pt x="23" y="155"/>
                    </a:cubicBezTo>
                    <a:cubicBezTo>
                      <a:pt x="18" y="154"/>
                      <a:pt x="12" y="153"/>
                      <a:pt x="7" y="150"/>
                    </a:cubicBezTo>
                    <a:cubicBezTo>
                      <a:pt x="6" y="148"/>
                      <a:pt x="4" y="146"/>
                      <a:pt x="3" y="144"/>
                    </a:cubicBezTo>
                    <a:cubicBezTo>
                      <a:pt x="1" y="142"/>
                      <a:pt x="1" y="140"/>
                      <a:pt x="0" y="137"/>
                    </a:cubicBezTo>
                    <a:cubicBezTo>
                      <a:pt x="0" y="132"/>
                      <a:pt x="3" y="126"/>
                      <a:pt x="7" y="123"/>
                    </a:cubicBezTo>
                    <a:cubicBezTo>
                      <a:pt x="10" y="118"/>
                      <a:pt x="14" y="114"/>
                      <a:pt x="18" y="109"/>
                    </a:cubicBezTo>
                    <a:cubicBezTo>
                      <a:pt x="21" y="106"/>
                      <a:pt x="24" y="102"/>
                      <a:pt x="27" y="99"/>
                    </a:cubicBezTo>
                    <a:cubicBezTo>
                      <a:pt x="33" y="91"/>
                      <a:pt x="39" y="82"/>
                      <a:pt x="45" y="73"/>
                    </a:cubicBezTo>
                    <a:cubicBezTo>
                      <a:pt x="48" y="69"/>
                      <a:pt x="50" y="63"/>
                      <a:pt x="53" y="59"/>
                    </a:cubicBezTo>
                    <a:cubicBezTo>
                      <a:pt x="53" y="56"/>
                      <a:pt x="54" y="55"/>
                      <a:pt x="55" y="53"/>
                    </a:cubicBezTo>
                    <a:cubicBezTo>
                      <a:pt x="51" y="53"/>
                      <a:pt x="48" y="52"/>
                      <a:pt x="45" y="52"/>
                    </a:cubicBezTo>
                    <a:cubicBezTo>
                      <a:pt x="32" y="49"/>
                      <a:pt x="23" y="36"/>
                      <a:pt x="26" y="24"/>
                    </a:cubicBezTo>
                    <a:cubicBezTo>
                      <a:pt x="27" y="17"/>
                      <a:pt x="30" y="13"/>
                      <a:pt x="35" y="8"/>
                    </a:cubicBezTo>
                    <a:cubicBezTo>
                      <a:pt x="40" y="4"/>
                      <a:pt x="46" y="1"/>
                      <a:pt x="52" y="0"/>
                    </a:cubicBezTo>
                    <a:cubicBezTo>
                      <a:pt x="59" y="0"/>
                      <a:pt x="64" y="3"/>
                      <a:pt x="69" y="7"/>
                    </a:cubicBezTo>
                    <a:cubicBezTo>
                      <a:pt x="74" y="12"/>
                      <a:pt x="77" y="18"/>
                      <a:pt x="78" y="24"/>
                    </a:cubicBezTo>
                    <a:cubicBezTo>
                      <a:pt x="80" y="31"/>
                      <a:pt x="80" y="38"/>
                      <a:pt x="79" y="45"/>
                    </a:cubicBezTo>
                    <a:cubicBezTo>
                      <a:pt x="78" y="53"/>
                      <a:pt x="75" y="60"/>
                      <a:pt x="72" y="68"/>
                    </a:cubicBezTo>
                    <a:cubicBezTo>
                      <a:pt x="67" y="79"/>
                      <a:pt x="61" y="89"/>
                      <a:pt x="54" y="98"/>
                    </a:cubicBezTo>
                    <a:cubicBezTo>
                      <a:pt x="47" y="108"/>
                      <a:pt x="40" y="118"/>
                      <a:pt x="32" y="128"/>
                    </a:cubicBezTo>
                    <a:cubicBezTo>
                      <a:pt x="31" y="129"/>
                      <a:pt x="29" y="132"/>
                      <a:pt x="27" y="133"/>
                    </a:cubicBezTo>
                    <a:cubicBezTo>
                      <a:pt x="30" y="134"/>
                      <a:pt x="33" y="134"/>
                      <a:pt x="36" y="135"/>
                    </a:cubicBezTo>
                    <a:cubicBezTo>
                      <a:pt x="42" y="136"/>
                      <a:pt x="46" y="142"/>
                      <a:pt x="45" y="148"/>
                    </a:cubicBezTo>
                    <a:cubicBezTo>
                      <a:pt x="43" y="154"/>
                      <a:pt x="39" y="157"/>
                      <a:pt x="34" y="157"/>
                    </a:cubicBezTo>
                    <a:cubicBezTo>
                      <a:pt x="33" y="157"/>
                      <a:pt x="32" y="157"/>
                      <a:pt x="32" y="1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5" name="Google Shape;2805;p30"/>
              <p:cNvSpPr/>
              <p:nvPr/>
            </p:nvSpPr>
            <p:spPr>
              <a:xfrm>
                <a:off x="4500000" y="709200"/>
                <a:ext cx="2916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81" h="28" extrusionOk="0">
                    <a:moveTo>
                      <a:pt x="5" y="23"/>
                    </a:moveTo>
                    <a:cubicBezTo>
                      <a:pt x="4" y="22"/>
                      <a:pt x="3" y="21"/>
                      <a:pt x="3" y="19"/>
                    </a:cubicBezTo>
                    <a:cubicBezTo>
                      <a:pt x="0" y="15"/>
                      <a:pt x="2" y="11"/>
                      <a:pt x="4" y="8"/>
                    </a:cubicBezTo>
                    <a:cubicBezTo>
                      <a:pt x="7" y="4"/>
                      <a:pt x="11" y="3"/>
                      <a:pt x="14" y="3"/>
                    </a:cubicBezTo>
                    <a:cubicBezTo>
                      <a:pt x="18" y="2"/>
                      <a:pt x="21" y="2"/>
                      <a:pt x="25" y="1"/>
                    </a:cubicBezTo>
                    <a:cubicBezTo>
                      <a:pt x="30" y="1"/>
                      <a:pt x="34" y="1"/>
                      <a:pt x="38" y="1"/>
                    </a:cubicBezTo>
                    <a:cubicBezTo>
                      <a:pt x="48" y="1"/>
                      <a:pt x="58" y="1"/>
                      <a:pt x="68" y="0"/>
                    </a:cubicBezTo>
                    <a:cubicBezTo>
                      <a:pt x="74" y="0"/>
                      <a:pt x="79" y="4"/>
                      <a:pt x="80" y="10"/>
                    </a:cubicBezTo>
                    <a:cubicBezTo>
                      <a:pt x="80" y="16"/>
                      <a:pt x="76" y="22"/>
                      <a:pt x="70" y="22"/>
                    </a:cubicBezTo>
                    <a:cubicBezTo>
                      <a:pt x="61" y="22"/>
                      <a:pt x="52" y="22"/>
                      <a:pt x="44" y="22"/>
                    </a:cubicBezTo>
                    <a:cubicBezTo>
                      <a:pt x="37" y="23"/>
                      <a:pt x="29" y="23"/>
                      <a:pt x="22" y="23"/>
                    </a:cubicBezTo>
                    <a:cubicBezTo>
                      <a:pt x="21" y="23"/>
                      <a:pt x="21" y="23"/>
                      <a:pt x="20" y="23"/>
                    </a:cubicBezTo>
                    <a:cubicBezTo>
                      <a:pt x="20" y="24"/>
                      <a:pt x="19" y="25"/>
                      <a:pt x="19" y="25"/>
                    </a:cubicBezTo>
                    <a:cubicBezTo>
                      <a:pt x="17" y="26"/>
                      <a:pt x="15" y="27"/>
                      <a:pt x="13" y="27"/>
                    </a:cubicBezTo>
                    <a:cubicBezTo>
                      <a:pt x="10" y="27"/>
                      <a:pt x="7" y="25"/>
                      <a:pt x="5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6" name="Google Shape;2806;p30"/>
              <p:cNvSpPr/>
              <p:nvPr/>
            </p:nvSpPr>
            <p:spPr>
              <a:xfrm>
                <a:off x="4510080" y="684720"/>
                <a:ext cx="12960" cy="49320"/>
              </a:xfrm>
              <a:custGeom>
                <a:avLst/>
                <a:gdLst/>
                <a:ahLst/>
                <a:cxnLst/>
                <a:rect l="l" t="t" r="r" b="b"/>
                <a:pathLst>
                  <a:path w="36" h="137" extrusionOk="0">
                    <a:moveTo>
                      <a:pt x="0" y="126"/>
                    </a:moveTo>
                    <a:cubicBezTo>
                      <a:pt x="0" y="106"/>
                      <a:pt x="1" y="86"/>
                      <a:pt x="3" y="67"/>
                    </a:cubicBezTo>
                    <a:cubicBezTo>
                      <a:pt x="5" y="57"/>
                      <a:pt x="6" y="48"/>
                      <a:pt x="7" y="38"/>
                    </a:cubicBezTo>
                    <a:cubicBezTo>
                      <a:pt x="8" y="33"/>
                      <a:pt x="9" y="29"/>
                      <a:pt x="10" y="23"/>
                    </a:cubicBezTo>
                    <a:cubicBezTo>
                      <a:pt x="11" y="19"/>
                      <a:pt x="12" y="15"/>
                      <a:pt x="12" y="11"/>
                    </a:cubicBezTo>
                    <a:lnTo>
                      <a:pt x="12" y="10"/>
                    </a:lnTo>
                    <a:lnTo>
                      <a:pt x="12" y="11"/>
                    </a:lnTo>
                    <a:cubicBezTo>
                      <a:pt x="14" y="4"/>
                      <a:pt x="20" y="0"/>
                      <a:pt x="26" y="1"/>
                    </a:cubicBezTo>
                    <a:cubicBezTo>
                      <a:pt x="28" y="2"/>
                      <a:pt x="31" y="4"/>
                      <a:pt x="32" y="6"/>
                    </a:cubicBezTo>
                    <a:cubicBezTo>
                      <a:pt x="34" y="9"/>
                      <a:pt x="35" y="12"/>
                      <a:pt x="34" y="16"/>
                    </a:cubicBezTo>
                    <a:cubicBezTo>
                      <a:pt x="32" y="22"/>
                      <a:pt x="31" y="29"/>
                      <a:pt x="30" y="35"/>
                    </a:cubicBezTo>
                    <a:cubicBezTo>
                      <a:pt x="28" y="43"/>
                      <a:pt x="27" y="51"/>
                      <a:pt x="26" y="58"/>
                    </a:cubicBezTo>
                    <a:cubicBezTo>
                      <a:pt x="25" y="68"/>
                      <a:pt x="24" y="77"/>
                      <a:pt x="23" y="87"/>
                    </a:cubicBezTo>
                    <a:cubicBezTo>
                      <a:pt x="23" y="91"/>
                      <a:pt x="22" y="97"/>
                      <a:pt x="21" y="101"/>
                    </a:cubicBezTo>
                    <a:cubicBezTo>
                      <a:pt x="21" y="107"/>
                      <a:pt x="21" y="112"/>
                      <a:pt x="21" y="118"/>
                    </a:cubicBezTo>
                    <a:cubicBezTo>
                      <a:pt x="21" y="120"/>
                      <a:pt x="21" y="122"/>
                      <a:pt x="21" y="125"/>
                    </a:cubicBezTo>
                    <a:cubicBezTo>
                      <a:pt x="21" y="131"/>
                      <a:pt x="17" y="136"/>
                      <a:pt x="11" y="136"/>
                    </a:cubicBezTo>
                    <a:lnTo>
                      <a:pt x="10" y="136"/>
                    </a:lnTo>
                    <a:cubicBezTo>
                      <a:pt x="5" y="136"/>
                      <a:pt x="0" y="132"/>
                      <a:pt x="0" y="1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7" name="Google Shape;2807;p30"/>
              <p:cNvSpPr/>
              <p:nvPr/>
            </p:nvSpPr>
            <p:spPr>
              <a:xfrm>
                <a:off x="4557600" y="667440"/>
                <a:ext cx="46800" cy="104760"/>
              </a:xfrm>
              <a:custGeom>
                <a:avLst/>
                <a:gdLst/>
                <a:ahLst/>
                <a:cxnLst/>
                <a:rect l="l" t="t" r="r" b="b"/>
                <a:pathLst>
                  <a:path w="130" h="291" extrusionOk="0">
                    <a:moveTo>
                      <a:pt x="1" y="281"/>
                    </a:moveTo>
                    <a:cubicBezTo>
                      <a:pt x="0" y="275"/>
                      <a:pt x="4" y="269"/>
                      <a:pt x="10" y="268"/>
                    </a:cubicBezTo>
                    <a:cubicBezTo>
                      <a:pt x="12" y="268"/>
                      <a:pt x="14" y="267"/>
                      <a:pt x="17" y="267"/>
                    </a:cubicBezTo>
                    <a:cubicBezTo>
                      <a:pt x="17" y="267"/>
                      <a:pt x="16" y="267"/>
                      <a:pt x="15" y="267"/>
                    </a:cubicBezTo>
                    <a:cubicBezTo>
                      <a:pt x="19" y="266"/>
                      <a:pt x="22" y="265"/>
                      <a:pt x="25" y="264"/>
                    </a:cubicBezTo>
                    <a:cubicBezTo>
                      <a:pt x="33" y="262"/>
                      <a:pt x="41" y="259"/>
                      <a:pt x="49" y="256"/>
                    </a:cubicBezTo>
                    <a:cubicBezTo>
                      <a:pt x="55" y="254"/>
                      <a:pt x="61" y="251"/>
                      <a:pt x="66" y="248"/>
                    </a:cubicBezTo>
                    <a:cubicBezTo>
                      <a:pt x="70" y="246"/>
                      <a:pt x="73" y="244"/>
                      <a:pt x="77" y="241"/>
                    </a:cubicBezTo>
                    <a:cubicBezTo>
                      <a:pt x="80" y="239"/>
                      <a:pt x="82" y="236"/>
                      <a:pt x="85" y="234"/>
                    </a:cubicBezTo>
                    <a:cubicBezTo>
                      <a:pt x="87" y="232"/>
                      <a:pt x="89" y="230"/>
                      <a:pt x="91" y="227"/>
                    </a:cubicBezTo>
                    <a:cubicBezTo>
                      <a:pt x="93" y="225"/>
                      <a:pt x="95" y="222"/>
                      <a:pt x="97" y="219"/>
                    </a:cubicBezTo>
                    <a:cubicBezTo>
                      <a:pt x="98" y="216"/>
                      <a:pt x="99" y="214"/>
                      <a:pt x="101" y="211"/>
                    </a:cubicBezTo>
                    <a:cubicBezTo>
                      <a:pt x="102" y="208"/>
                      <a:pt x="103" y="205"/>
                      <a:pt x="104" y="202"/>
                    </a:cubicBezTo>
                    <a:cubicBezTo>
                      <a:pt x="105" y="200"/>
                      <a:pt x="106" y="196"/>
                      <a:pt x="106" y="193"/>
                    </a:cubicBezTo>
                    <a:cubicBezTo>
                      <a:pt x="106" y="190"/>
                      <a:pt x="106" y="187"/>
                      <a:pt x="107" y="184"/>
                    </a:cubicBezTo>
                    <a:cubicBezTo>
                      <a:pt x="106" y="180"/>
                      <a:pt x="106" y="176"/>
                      <a:pt x="106" y="173"/>
                    </a:cubicBezTo>
                    <a:cubicBezTo>
                      <a:pt x="105" y="168"/>
                      <a:pt x="105" y="164"/>
                      <a:pt x="103" y="160"/>
                    </a:cubicBezTo>
                    <a:cubicBezTo>
                      <a:pt x="102" y="156"/>
                      <a:pt x="101" y="153"/>
                      <a:pt x="100" y="149"/>
                    </a:cubicBezTo>
                    <a:cubicBezTo>
                      <a:pt x="99" y="148"/>
                      <a:pt x="98" y="145"/>
                      <a:pt x="97" y="144"/>
                    </a:cubicBezTo>
                    <a:cubicBezTo>
                      <a:pt x="96" y="142"/>
                      <a:pt x="95" y="140"/>
                      <a:pt x="94" y="138"/>
                    </a:cubicBezTo>
                    <a:cubicBezTo>
                      <a:pt x="92" y="137"/>
                      <a:pt x="90" y="134"/>
                      <a:pt x="88" y="133"/>
                    </a:cubicBezTo>
                    <a:cubicBezTo>
                      <a:pt x="87" y="131"/>
                      <a:pt x="85" y="129"/>
                      <a:pt x="82" y="127"/>
                    </a:cubicBezTo>
                    <a:cubicBezTo>
                      <a:pt x="81" y="126"/>
                      <a:pt x="79" y="124"/>
                      <a:pt x="77" y="123"/>
                    </a:cubicBezTo>
                    <a:cubicBezTo>
                      <a:pt x="75" y="122"/>
                      <a:pt x="74" y="121"/>
                      <a:pt x="72" y="121"/>
                    </a:cubicBezTo>
                    <a:cubicBezTo>
                      <a:pt x="70" y="120"/>
                      <a:pt x="69" y="120"/>
                      <a:pt x="67" y="119"/>
                    </a:cubicBezTo>
                    <a:lnTo>
                      <a:pt x="66" y="119"/>
                    </a:lnTo>
                    <a:lnTo>
                      <a:pt x="64" y="120"/>
                    </a:lnTo>
                    <a:cubicBezTo>
                      <a:pt x="60" y="122"/>
                      <a:pt x="57" y="123"/>
                      <a:pt x="53" y="123"/>
                    </a:cubicBezTo>
                    <a:cubicBezTo>
                      <a:pt x="49" y="122"/>
                      <a:pt x="44" y="119"/>
                      <a:pt x="43" y="113"/>
                    </a:cubicBezTo>
                    <a:cubicBezTo>
                      <a:pt x="43" y="111"/>
                      <a:pt x="43" y="109"/>
                      <a:pt x="43" y="106"/>
                    </a:cubicBezTo>
                    <a:cubicBezTo>
                      <a:pt x="45" y="103"/>
                      <a:pt x="46" y="101"/>
                      <a:pt x="49" y="99"/>
                    </a:cubicBezTo>
                    <a:cubicBezTo>
                      <a:pt x="51" y="98"/>
                      <a:pt x="53" y="97"/>
                      <a:pt x="56" y="97"/>
                    </a:cubicBezTo>
                    <a:cubicBezTo>
                      <a:pt x="57" y="96"/>
                      <a:pt x="57" y="95"/>
                      <a:pt x="58" y="94"/>
                    </a:cubicBezTo>
                    <a:cubicBezTo>
                      <a:pt x="60" y="91"/>
                      <a:pt x="63" y="88"/>
                      <a:pt x="64" y="85"/>
                    </a:cubicBezTo>
                    <a:cubicBezTo>
                      <a:pt x="67" y="80"/>
                      <a:pt x="69" y="76"/>
                      <a:pt x="71" y="71"/>
                    </a:cubicBezTo>
                    <a:cubicBezTo>
                      <a:pt x="74" y="66"/>
                      <a:pt x="75" y="60"/>
                      <a:pt x="77" y="54"/>
                    </a:cubicBezTo>
                    <a:cubicBezTo>
                      <a:pt x="78" y="51"/>
                      <a:pt x="79" y="47"/>
                      <a:pt x="80" y="43"/>
                    </a:cubicBezTo>
                    <a:cubicBezTo>
                      <a:pt x="80" y="41"/>
                      <a:pt x="80" y="39"/>
                      <a:pt x="80" y="37"/>
                    </a:cubicBezTo>
                    <a:cubicBezTo>
                      <a:pt x="80" y="35"/>
                      <a:pt x="80" y="33"/>
                      <a:pt x="80" y="32"/>
                    </a:cubicBezTo>
                    <a:cubicBezTo>
                      <a:pt x="80" y="31"/>
                      <a:pt x="80" y="30"/>
                      <a:pt x="79" y="29"/>
                    </a:cubicBezTo>
                    <a:cubicBezTo>
                      <a:pt x="79" y="28"/>
                      <a:pt x="78" y="28"/>
                      <a:pt x="78" y="27"/>
                    </a:cubicBezTo>
                    <a:cubicBezTo>
                      <a:pt x="78" y="26"/>
                      <a:pt x="78" y="26"/>
                      <a:pt x="78" y="26"/>
                    </a:cubicBezTo>
                    <a:cubicBezTo>
                      <a:pt x="77" y="25"/>
                      <a:pt x="77" y="25"/>
                      <a:pt x="77" y="25"/>
                    </a:cubicBezTo>
                    <a:lnTo>
                      <a:pt x="77" y="24"/>
                    </a:lnTo>
                    <a:lnTo>
                      <a:pt x="76" y="24"/>
                    </a:lnTo>
                    <a:lnTo>
                      <a:pt x="75" y="24"/>
                    </a:lnTo>
                    <a:lnTo>
                      <a:pt x="75" y="23"/>
                    </a:lnTo>
                    <a:cubicBezTo>
                      <a:pt x="74" y="24"/>
                      <a:pt x="74" y="24"/>
                      <a:pt x="74" y="24"/>
                    </a:cubicBezTo>
                    <a:cubicBezTo>
                      <a:pt x="73" y="24"/>
                      <a:pt x="73" y="24"/>
                      <a:pt x="72" y="24"/>
                    </a:cubicBezTo>
                    <a:lnTo>
                      <a:pt x="73" y="24"/>
                    </a:lnTo>
                    <a:cubicBezTo>
                      <a:pt x="72" y="24"/>
                      <a:pt x="71" y="25"/>
                      <a:pt x="70" y="25"/>
                    </a:cubicBezTo>
                    <a:lnTo>
                      <a:pt x="71" y="25"/>
                    </a:lnTo>
                    <a:cubicBezTo>
                      <a:pt x="70" y="26"/>
                      <a:pt x="68" y="26"/>
                      <a:pt x="68" y="27"/>
                    </a:cubicBezTo>
                    <a:cubicBezTo>
                      <a:pt x="67" y="28"/>
                      <a:pt x="66" y="28"/>
                      <a:pt x="66" y="29"/>
                    </a:cubicBezTo>
                    <a:lnTo>
                      <a:pt x="66" y="30"/>
                    </a:lnTo>
                    <a:cubicBezTo>
                      <a:pt x="67" y="36"/>
                      <a:pt x="63" y="42"/>
                      <a:pt x="57" y="43"/>
                    </a:cubicBezTo>
                    <a:cubicBezTo>
                      <a:pt x="55" y="43"/>
                      <a:pt x="53" y="43"/>
                      <a:pt x="51" y="43"/>
                    </a:cubicBezTo>
                    <a:cubicBezTo>
                      <a:pt x="47" y="43"/>
                      <a:pt x="45" y="42"/>
                      <a:pt x="43" y="39"/>
                    </a:cubicBezTo>
                    <a:cubicBezTo>
                      <a:pt x="41" y="36"/>
                      <a:pt x="40" y="33"/>
                      <a:pt x="40" y="30"/>
                    </a:cubicBezTo>
                    <a:cubicBezTo>
                      <a:pt x="40" y="26"/>
                      <a:pt x="42" y="22"/>
                      <a:pt x="45" y="19"/>
                    </a:cubicBezTo>
                    <a:cubicBezTo>
                      <a:pt x="50" y="12"/>
                      <a:pt x="57" y="7"/>
                      <a:pt x="66" y="3"/>
                    </a:cubicBezTo>
                    <a:cubicBezTo>
                      <a:pt x="72" y="0"/>
                      <a:pt x="81" y="0"/>
                      <a:pt x="87" y="4"/>
                    </a:cubicBezTo>
                    <a:cubicBezTo>
                      <a:pt x="102" y="14"/>
                      <a:pt x="103" y="33"/>
                      <a:pt x="101" y="49"/>
                    </a:cubicBezTo>
                    <a:cubicBezTo>
                      <a:pt x="99" y="60"/>
                      <a:pt x="95" y="71"/>
                      <a:pt x="90" y="81"/>
                    </a:cubicBezTo>
                    <a:cubicBezTo>
                      <a:pt x="91" y="81"/>
                      <a:pt x="91" y="81"/>
                      <a:pt x="91" y="80"/>
                    </a:cubicBezTo>
                    <a:cubicBezTo>
                      <a:pt x="90" y="82"/>
                      <a:pt x="89" y="84"/>
                      <a:pt x="88" y="86"/>
                    </a:cubicBezTo>
                    <a:cubicBezTo>
                      <a:pt x="88" y="85"/>
                      <a:pt x="89" y="85"/>
                      <a:pt x="89" y="85"/>
                    </a:cubicBezTo>
                    <a:cubicBezTo>
                      <a:pt x="88" y="86"/>
                      <a:pt x="88" y="87"/>
                      <a:pt x="87" y="88"/>
                    </a:cubicBezTo>
                    <a:cubicBezTo>
                      <a:pt x="88" y="88"/>
                      <a:pt x="88" y="87"/>
                      <a:pt x="88" y="86"/>
                    </a:cubicBezTo>
                    <a:cubicBezTo>
                      <a:pt x="86" y="91"/>
                      <a:pt x="84" y="96"/>
                      <a:pt x="81" y="100"/>
                    </a:cubicBezTo>
                    <a:cubicBezTo>
                      <a:pt x="84" y="102"/>
                      <a:pt x="85" y="103"/>
                      <a:pt x="88" y="104"/>
                    </a:cubicBezTo>
                    <a:cubicBezTo>
                      <a:pt x="94" y="108"/>
                      <a:pt x="100" y="113"/>
                      <a:pt x="105" y="118"/>
                    </a:cubicBezTo>
                    <a:cubicBezTo>
                      <a:pt x="109" y="123"/>
                      <a:pt x="113" y="129"/>
                      <a:pt x="117" y="135"/>
                    </a:cubicBezTo>
                    <a:cubicBezTo>
                      <a:pt x="121" y="142"/>
                      <a:pt x="123" y="149"/>
                      <a:pt x="125" y="157"/>
                    </a:cubicBezTo>
                    <a:cubicBezTo>
                      <a:pt x="129" y="173"/>
                      <a:pt x="129" y="190"/>
                      <a:pt x="126" y="205"/>
                    </a:cubicBezTo>
                    <a:cubicBezTo>
                      <a:pt x="122" y="220"/>
                      <a:pt x="115" y="233"/>
                      <a:pt x="105" y="245"/>
                    </a:cubicBezTo>
                    <a:cubicBezTo>
                      <a:pt x="95" y="256"/>
                      <a:pt x="82" y="264"/>
                      <a:pt x="69" y="271"/>
                    </a:cubicBezTo>
                    <a:cubicBezTo>
                      <a:pt x="59" y="276"/>
                      <a:pt x="47" y="280"/>
                      <a:pt x="35" y="285"/>
                    </a:cubicBezTo>
                    <a:cubicBezTo>
                      <a:pt x="28" y="287"/>
                      <a:pt x="21" y="289"/>
                      <a:pt x="14" y="290"/>
                    </a:cubicBezTo>
                    <a:cubicBezTo>
                      <a:pt x="13" y="290"/>
                      <a:pt x="13" y="290"/>
                      <a:pt x="12" y="290"/>
                    </a:cubicBezTo>
                    <a:cubicBezTo>
                      <a:pt x="7" y="290"/>
                      <a:pt x="1" y="286"/>
                      <a:pt x="1" y="2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8" name="Google Shape;2808;p30"/>
              <p:cNvSpPr/>
              <p:nvPr/>
            </p:nvSpPr>
            <p:spPr>
              <a:xfrm>
                <a:off x="4394160" y="948240"/>
                <a:ext cx="41040" cy="4140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5" extrusionOk="0">
                    <a:moveTo>
                      <a:pt x="95" y="112"/>
                    </a:moveTo>
                    <a:cubicBezTo>
                      <a:pt x="82" y="103"/>
                      <a:pt x="70" y="92"/>
                      <a:pt x="59" y="81"/>
                    </a:cubicBezTo>
                    <a:cubicBezTo>
                      <a:pt x="49" y="70"/>
                      <a:pt x="39" y="60"/>
                      <a:pt x="29" y="49"/>
                    </a:cubicBezTo>
                    <a:cubicBezTo>
                      <a:pt x="25" y="45"/>
                      <a:pt x="21" y="40"/>
                      <a:pt x="17" y="35"/>
                    </a:cubicBezTo>
                    <a:cubicBezTo>
                      <a:pt x="15" y="33"/>
                      <a:pt x="13" y="31"/>
                      <a:pt x="10" y="28"/>
                    </a:cubicBezTo>
                    <a:cubicBezTo>
                      <a:pt x="9" y="27"/>
                      <a:pt x="8" y="25"/>
                      <a:pt x="7" y="23"/>
                    </a:cubicBezTo>
                    <a:cubicBezTo>
                      <a:pt x="5" y="21"/>
                      <a:pt x="3" y="19"/>
                      <a:pt x="2" y="17"/>
                    </a:cubicBezTo>
                    <a:cubicBezTo>
                      <a:pt x="0" y="13"/>
                      <a:pt x="0" y="8"/>
                      <a:pt x="4" y="4"/>
                    </a:cubicBezTo>
                    <a:cubicBezTo>
                      <a:pt x="7" y="1"/>
                      <a:pt x="12" y="0"/>
                      <a:pt x="16" y="2"/>
                    </a:cubicBezTo>
                    <a:cubicBezTo>
                      <a:pt x="19" y="3"/>
                      <a:pt x="21" y="5"/>
                      <a:pt x="22" y="8"/>
                    </a:cubicBezTo>
                    <a:cubicBezTo>
                      <a:pt x="29" y="17"/>
                      <a:pt x="37" y="25"/>
                      <a:pt x="44" y="34"/>
                    </a:cubicBezTo>
                    <a:cubicBezTo>
                      <a:pt x="51" y="42"/>
                      <a:pt x="57" y="49"/>
                      <a:pt x="64" y="57"/>
                    </a:cubicBezTo>
                    <a:cubicBezTo>
                      <a:pt x="70" y="62"/>
                      <a:pt x="75" y="67"/>
                      <a:pt x="80" y="73"/>
                    </a:cubicBezTo>
                    <a:cubicBezTo>
                      <a:pt x="85" y="77"/>
                      <a:pt x="91" y="81"/>
                      <a:pt x="96" y="86"/>
                    </a:cubicBezTo>
                    <a:cubicBezTo>
                      <a:pt x="99" y="89"/>
                      <a:pt x="104" y="92"/>
                      <a:pt x="108" y="95"/>
                    </a:cubicBezTo>
                    <a:cubicBezTo>
                      <a:pt x="112" y="98"/>
                      <a:pt x="113" y="105"/>
                      <a:pt x="110" y="109"/>
                    </a:cubicBezTo>
                    <a:cubicBezTo>
                      <a:pt x="108" y="112"/>
                      <a:pt x="105" y="114"/>
                      <a:pt x="101" y="114"/>
                    </a:cubicBezTo>
                    <a:cubicBezTo>
                      <a:pt x="99" y="114"/>
                      <a:pt x="97" y="113"/>
                      <a:pt x="95" y="1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9" name="Google Shape;2809;p30"/>
              <p:cNvSpPr/>
              <p:nvPr/>
            </p:nvSpPr>
            <p:spPr>
              <a:xfrm>
                <a:off x="4386600" y="940680"/>
                <a:ext cx="66960" cy="81720"/>
              </a:xfrm>
              <a:custGeom>
                <a:avLst/>
                <a:gdLst/>
                <a:ahLst/>
                <a:cxnLst/>
                <a:rect l="l" t="t" r="r" b="b"/>
                <a:pathLst>
                  <a:path w="186" h="227" extrusionOk="0">
                    <a:moveTo>
                      <a:pt x="7" y="225"/>
                    </a:moveTo>
                    <a:cubicBezTo>
                      <a:pt x="2" y="222"/>
                      <a:pt x="0" y="217"/>
                      <a:pt x="3" y="211"/>
                    </a:cubicBezTo>
                    <a:cubicBezTo>
                      <a:pt x="8" y="201"/>
                      <a:pt x="14" y="190"/>
                      <a:pt x="20" y="179"/>
                    </a:cubicBezTo>
                    <a:cubicBezTo>
                      <a:pt x="25" y="170"/>
                      <a:pt x="30" y="160"/>
                      <a:pt x="36" y="151"/>
                    </a:cubicBezTo>
                    <a:lnTo>
                      <a:pt x="35" y="151"/>
                    </a:lnTo>
                    <a:cubicBezTo>
                      <a:pt x="36" y="151"/>
                      <a:pt x="36" y="151"/>
                      <a:pt x="36" y="150"/>
                    </a:cubicBezTo>
                    <a:cubicBezTo>
                      <a:pt x="37" y="149"/>
                      <a:pt x="38" y="147"/>
                      <a:pt x="39" y="146"/>
                    </a:cubicBezTo>
                    <a:lnTo>
                      <a:pt x="38" y="146"/>
                    </a:lnTo>
                    <a:cubicBezTo>
                      <a:pt x="42" y="141"/>
                      <a:pt x="45" y="136"/>
                      <a:pt x="48" y="131"/>
                    </a:cubicBezTo>
                    <a:lnTo>
                      <a:pt x="47" y="131"/>
                    </a:lnTo>
                    <a:cubicBezTo>
                      <a:pt x="48" y="131"/>
                      <a:pt x="48" y="130"/>
                      <a:pt x="49" y="129"/>
                    </a:cubicBezTo>
                    <a:lnTo>
                      <a:pt x="48" y="130"/>
                    </a:lnTo>
                    <a:cubicBezTo>
                      <a:pt x="52" y="124"/>
                      <a:pt x="55" y="120"/>
                      <a:pt x="58" y="115"/>
                    </a:cubicBezTo>
                    <a:cubicBezTo>
                      <a:pt x="60" y="111"/>
                      <a:pt x="63" y="107"/>
                      <a:pt x="66" y="104"/>
                    </a:cubicBezTo>
                    <a:cubicBezTo>
                      <a:pt x="70" y="98"/>
                      <a:pt x="74" y="91"/>
                      <a:pt x="78" y="85"/>
                    </a:cubicBezTo>
                    <a:cubicBezTo>
                      <a:pt x="81" y="81"/>
                      <a:pt x="84" y="77"/>
                      <a:pt x="87" y="74"/>
                    </a:cubicBezTo>
                    <a:cubicBezTo>
                      <a:pt x="91" y="69"/>
                      <a:pt x="94" y="64"/>
                      <a:pt x="98" y="60"/>
                    </a:cubicBezTo>
                    <a:cubicBezTo>
                      <a:pt x="102" y="55"/>
                      <a:pt x="106" y="49"/>
                      <a:pt x="111" y="44"/>
                    </a:cubicBezTo>
                    <a:cubicBezTo>
                      <a:pt x="118" y="36"/>
                      <a:pt x="125" y="28"/>
                      <a:pt x="133" y="21"/>
                    </a:cubicBezTo>
                    <a:cubicBezTo>
                      <a:pt x="139" y="16"/>
                      <a:pt x="144" y="11"/>
                      <a:pt x="150" y="8"/>
                    </a:cubicBezTo>
                    <a:cubicBezTo>
                      <a:pt x="156" y="4"/>
                      <a:pt x="163" y="0"/>
                      <a:pt x="170" y="1"/>
                    </a:cubicBezTo>
                    <a:cubicBezTo>
                      <a:pt x="172" y="1"/>
                      <a:pt x="173" y="1"/>
                      <a:pt x="175" y="2"/>
                    </a:cubicBezTo>
                    <a:cubicBezTo>
                      <a:pt x="181" y="3"/>
                      <a:pt x="185" y="9"/>
                      <a:pt x="183" y="14"/>
                    </a:cubicBezTo>
                    <a:cubicBezTo>
                      <a:pt x="182" y="20"/>
                      <a:pt x="176" y="24"/>
                      <a:pt x="171" y="23"/>
                    </a:cubicBezTo>
                    <a:lnTo>
                      <a:pt x="170" y="23"/>
                    </a:lnTo>
                    <a:lnTo>
                      <a:pt x="169" y="23"/>
                    </a:lnTo>
                    <a:lnTo>
                      <a:pt x="168" y="23"/>
                    </a:lnTo>
                    <a:cubicBezTo>
                      <a:pt x="168" y="23"/>
                      <a:pt x="167" y="23"/>
                      <a:pt x="166" y="24"/>
                    </a:cubicBezTo>
                    <a:cubicBezTo>
                      <a:pt x="165" y="24"/>
                      <a:pt x="164" y="25"/>
                      <a:pt x="163" y="25"/>
                    </a:cubicBezTo>
                    <a:cubicBezTo>
                      <a:pt x="160" y="27"/>
                      <a:pt x="157" y="29"/>
                      <a:pt x="154" y="31"/>
                    </a:cubicBezTo>
                    <a:cubicBezTo>
                      <a:pt x="150" y="35"/>
                      <a:pt x="145" y="39"/>
                      <a:pt x="141" y="43"/>
                    </a:cubicBezTo>
                    <a:cubicBezTo>
                      <a:pt x="131" y="53"/>
                      <a:pt x="122" y="63"/>
                      <a:pt x="113" y="74"/>
                    </a:cubicBezTo>
                    <a:cubicBezTo>
                      <a:pt x="109" y="80"/>
                      <a:pt x="104" y="85"/>
                      <a:pt x="99" y="91"/>
                    </a:cubicBezTo>
                    <a:cubicBezTo>
                      <a:pt x="96" y="96"/>
                      <a:pt x="92" y="101"/>
                      <a:pt x="89" y="106"/>
                    </a:cubicBezTo>
                    <a:cubicBezTo>
                      <a:pt x="85" y="111"/>
                      <a:pt x="81" y="116"/>
                      <a:pt x="78" y="121"/>
                    </a:cubicBezTo>
                    <a:cubicBezTo>
                      <a:pt x="74" y="127"/>
                      <a:pt x="70" y="134"/>
                      <a:pt x="65" y="141"/>
                    </a:cubicBezTo>
                    <a:cubicBezTo>
                      <a:pt x="66" y="140"/>
                      <a:pt x="66" y="140"/>
                      <a:pt x="66" y="140"/>
                    </a:cubicBezTo>
                    <a:lnTo>
                      <a:pt x="65" y="141"/>
                    </a:lnTo>
                    <a:lnTo>
                      <a:pt x="65" y="142"/>
                    </a:lnTo>
                    <a:cubicBezTo>
                      <a:pt x="62" y="147"/>
                      <a:pt x="59" y="152"/>
                      <a:pt x="56" y="157"/>
                    </a:cubicBezTo>
                    <a:cubicBezTo>
                      <a:pt x="55" y="158"/>
                      <a:pt x="54" y="159"/>
                      <a:pt x="53" y="161"/>
                    </a:cubicBezTo>
                    <a:lnTo>
                      <a:pt x="52" y="162"/>
                    </a:lnTo>
                    <a:cubicBezTo>
                      <a:pt x="53" y="162"/>
                      <a:pt x="53" y="161"/>
                      <a:pt x="53" y="161"/>
                    </a:cubicBezTo>
                    <a:cubicBezTo>
                      <a:pt x="48" y="170"/>
                      <a:pt x="42" y="180"/>
                      <a:pt x="37" y="189"/>
                    </a:cubicBezTo>
                    <a:cubicBezTo>
                      <a:pt x="31" y="200"/>
                      <a:pt x="26" y="210"/>
                      <a:pt x="21" y="221"/>
                    </a:cubicBezTo>
                    <a:cubicBezTo>
                      <a:pt x="19" y="224"/>
                      <a:pt x="15" y="226"/>
                      <a:pt x="12" y="226"/>
                    </a:cubicBezTo>
                    <a:cubicBezTo>
                      <a:pt x="10" y="226"/>
                      <a:pt x="9" y="226"/>
                      <a:pt x="7" y="2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0" name="Google Shape;2810;p30"/>
              <p:cNvSpPr/>
              <p:nvPr/>
            </p:nvSpPr>
            <p:spPr>
              <a:xfrm>
                <a:off x="3907440" y="882000"/>
                <a:ext cx="124200" cy="125280"/>
              </a:xfrm>
              <a:custGeom>
                <a:avLst/>
                <a:gdLst/>
                <a:ahLst/>
                <a:cxnLst/>
                <a:rect l="l" t="t" r="r" b="b"/>
                <a:pathLst>
                  <a:path w="345" h="348" extrusionOk="0">
                    <a:moveTo>
                      <a:pt x="324" y="344"/>
                    </a:moveTo>
                    <a:cubicBezTo>
                      <a:pt x="322" y="341"/>
                      <a:pt x="319" y="337"/>
                      <a:pt x="315" y="334"/>
                    </a:cubicBezTo>
                    <a:cubicBezTo>
                      <a:pt x="313" y="332"/>
                      <a:pt x="311" y="330"/>
                      <a:pt x="309" y="328"/>
                    </a:cubicBezTo>
                    <a:cubicBezTo>
                      <a:pt x="301" y="323"/>
                      <a:pt x="292" y="318"/>
                      <a:pt x="285" y="313"/>
                    </a:cubicBezTo>
                    <a:cubicBezTo>
                      <a:pt x="277" y="306"/>
                      <a:pt x="270" y="299"/>
                      <a:pt x="262" y="292"/>
                    </a:cubicBezTo>
                    <a:cubicBezTo>
                      <a:pt x="262" y="293"/>
                      <a:pt x="262" y="293"/>
                      <a:pt x="262" y="293"/>
                    </a:cubicBezTo>
                    <a:cubicBezTo>
                      <a:pt x="246" y="278"/>
                      <a:pt x="231" y="262"/>
                      <a:pt x="216" y="247"/>
                    </a:cubicBezTo>
                    <a:cubicBezTo>
                      <a:pt x="200" y="232"/>
                      <a:pt x="185" y="216"/>
                      <a:pt x="171" y="200"/>
                    </a:cubicBezTo>
                    <a:cubicBezTo>
                      <a:pt x="156" y="183"/>
                      <a:pt x="140" y="166"/>
                      <a:pt x="124" y="150"/>
                    </a:cubicBezTo>
                    <a:cubicBezTo>
                      <a:pt x="109" y="134"/>
                      <a:pt x="93" y="117"/>
                      <a:pt x="78" y="100"/>
                    </a:cubicBezTo>
                    <a:cubicBezTo>
                      <a:pt x="66" y="86"/>
                      <a:pt x="53" y="72"/>
                      <a:pt x="41" y="59"/>
                    </a:cubicBezTo>
                    <a:cubicBezTo>
                      <a:pt x="35" y="52"/>
                      <a:pt x="28" y="46"/>
                      <a:pt x="23" y="39"/>
                    </a:cubicBezTo>
                    <a:cubicBezTo>
                      <a:pt x="19" y="36"/>
                      <a:pt x="16" y="32"/>
                      <a:pt x="13" y="29"/>
                    </a:cubicBezTo>
                    <a:cubicBezTo>
                      <a:pt x="10" y="25"/>
                      <a:pt x="6" y="22"/>
                      <a:pt x="4" y="18"/>
                    </a:cubicBezTo>
                    <a:cubicBezTo>
                      <a:pt x="0" y="13"/>
                      <a:pt x="2" y="5"/>
                      <a:pt x="8" y="2"/>
                    </a:cubicBezTo>
                    <a:cubicBezTo>
                      <a:pt x="10" y="0"/>
                      <a:pt x="14" y="0"/>
                      <a:pt x="17" y="1"/>
                    </a:cubicBezTo>
                    <a:cubicBezTo>
                      <a:pt x="20" y="3"/>
                      <a:pt x="22" y="5"/>
                      <a:pt x="22" y="7"/>
                    </a:cubicBezTo>
                    <a:lnTo>
                      <a:pt x="23" y="7"/>
                    </a:lnTo>
                    <a:cubicBezTo>
                      <a:pt x="24" y="10"/>
                      <a:pt x="26" y="12"/>
                      <a:pt x="28" y="15"/>
                    </a:cubicBezTo>
                    <a:cubicBezTo>
                      <a:pt x="35" y="23"/>
                      <a:pt x="43" y="32"/>
                      <a:pt x="50" y="40"/>
                    </a:cubicBezTo>
                    <a:cubicBezTo>
                      <a:pt x="57" y="47"/>
                      <a:pt x="64" y="56"/>
                      <a:pt x="71" y="64"/>
                    </a:cubicBezTo>
                    <a:cubicBezTo>
                      <a:pt x="86" y="80"/>
                      <a:pt x="101" y="97"/>
                      <a:pt x="116" y="113"/>
                    </a:cubicBezTo>
                    <a:cubicBezTo>
                      <a:pt x="132" y="130"/>
                      <a:pt x="147" y="146"/>
                      <a:pt x="163" y="163"/>
                    </a:cubicBezTo>
                    <a:cubicBezTo>
                      <a:pt x="178" y="179"/>
                      <a:pt x="192" y="195"/>
                      <a:pt x="207" y="210"/>
                    </a:cubicBezTo>
                    <a:cubicBezTo>
                      <a:pt x="217" y="220"/>
                      <a:pt x="227" y="230"/>
                      <a:pt x="237" y="240"/>
                    </a:cubicBezTo>
                    <a:cubicBezTo>
                      <a:pt x="248" y="250"/>
                      <a:pt x="259" y="260"/>
                      <a:pt x="269" y="271"/>
                    </a:cubicBezTo>
                    <a:cubicBezTo>
                      <a:pt x="280" y="280"/>
                      <a:pt x="290" y="289"/>
                      <a:pt x="301" y="297"/>
                    </a:cubicBezTo>
                    <a:cubicBezTo>
                      <a:pt x="301" y="298"/>
                      <a:pt x="302" y="298"/>
                      <a:pt x="302" y="298"/>
                    </a:cubicBezTo>
                    <a:lnTo>
                      <a:pt x="301" y="297"/>
                    </a:lnTo>
                    <a:cubicBezTo>
                      <a:pt x="308" y="302"/>
                      <a:pt x="315" y="306"/>
                      <a:pt x="321" y="311"/>
                    </a:cubicBezTo>
                    <a:cubicBezTo>
                      <a:pt x="322" y="311"/>
                      <a:pt x="322" y="311"/>
                      <a:pt x="322" y="311"/>
                    </a:cubicBezTo>
                    <a:cubicBezTo>
                      <a:pt x="329" y="317"/>
                      <a:pt x="334" y="322"/>
                      <a:pt x="340" y="329"/>
                    </a:cubicBezTo>
                    <a:cubicBezTo>
                      <a:pt x="344" y="334"/>
                      <a:pt x="344" y="340"/>
                      <a:pt x="340" y="344"/>
                    </a:cubicBezTo>
                    <a:cubicBezTo>
                      <a:pt x="338" y="346"/>
                      <a:pt x="335" y="347"/>
                      <a:pt x="332" y="347"/>
                    </a:cubicBezTo>
                    <a:cubicBezTo>
                      <a:pt x="329" y="347"/>
                      <a:pt x="326" y="346"/>
                      <a:pt x="324" y="3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1" name="Google Shape;2811;p30"/>
              <p:cNvSpPr/>
              <p:nvPr/>
            </p:nvSpPr>
            <p:spPr>
              <a:xfrm>
                <a:off x="3924720" y="854640"/>
                <a:ext cx="170280" cy="178200"/>
              </a:xfrm>
              <a:custGeom>
                <a:avLst/>
                <a:gdLst/>
                <a:ahLst/>
                <a:cxnLst/>
                <a:rect l="l" t="t" r="r" b="b"/>
                <a:pathLst>
                  <a:path w="473" h="495" extrusionOk="0">
                    <a:moveTo>
                      <a:pt x="452" y="491"/>
                    </a:moveTo>
                    <a:cubicBezTo>
                      <a:pt x="451" y="491"/>
                      <a:pt x="451" y="490"/>
                      <a:pt x="451" y="490"/>
                    </a:cubicBezTo>
                    <a:lnTo>
                      <a:pt x="451" y="491"/>
                    </a:lnTo>
                    <a:cubicBezTo>
                      <a:pt x="451" y="490"/>
                      <a:pt x="450" y="489"/>
                      <a:pt x="450" y="488"/>
                    </a:cubicBezTo>
                    <a:cubicBezTo>
                      <a:pt x="450" y="489"/>
                      <a:pt x="450" y="489"/>
                      <a:pt x="450" y="489"/>
                    </a:cubicBezTo>
                    <a:cubicBezTo>
                      <a:pt x="434" y="474"/>
                      <a:pt x="419" y="460"/>
                      <a:pt x="404" y="444"/>
                    </a:cubicBezTo>
                    <a:cubicBezTo>
                      <a:pt x="389" y="429"/>
                      <a:pt x="374" y="414"/>
                      <a:pt x="359" y="398"/>
                    </a:cubicBezTo>
                    <a:cubicBezTo>
                      <a:pt x="345" y="382"/>
                      <a:pt x="331" y="366"/>
                      <a:pt x="316" y="351"/>
                    </a:cubicBezTo>
                    <a:cubicBezTo>
                      <a:pt x="301" y="336"/>
                      <a:pt x="286" y="320"/>
                      <a:pt x="271" y="305"/>
                    </a:cubicBezTo>
                    <a:cubicBezTo>
                      <a:pt x="255" y="289"/>
                      <a:pt x="239" y="274"/>
                      <a:pt x="224" y="258"/>
                    </a:cubicBezTo>
                    <a:cubicBezTo>
                      <a:pt x="208" y="242"/>
                      <a:pt x="193" y="227"/>
                      <a:pt x="178" y="211"/>
                    </a:cubicBezTo>
                    <a:cubicBezTo>
                      <a:pt x="163" y="196"/>
                      <a:pt x="148" y="181"/>
                      <a:pt x="134" y="165"/>
                    </a:cubicBezTo>
                    <a:cubicBezTo>
                      <a:pt x="119" y="148"/>
                      <a:pt x="104" y="131"/>
                      <a:pt x="87" y="114"/>
                    </a:cubicBezTo>
                    <a:cubicBezTo>
                      <a:pt x="73" y="98"/>
                      <a:pt x="58" y="83"/>
                      <a:pt x="42" y="67"/>
                    </a:cubicBezTo>
                    <a:cubicBezTo>
                      <a:pt x="39" y="63"/>
                      <a:pt x="35" y="59"/>
                      <a:pt x="32" y="55"/>
                    </a:cubicBezTo>
                    <a:cubicBezTo>
                      <a:pt x="28" y="51"/>
                      <a:pt x="25" y="48"/>
                      <a:pt x="22" y="44"/>
                    </a:cubicBezTo>
                    <a:cubicBezTo>
                      <a:pt x="15" y="35"/>
                      <a:pt x="9" y="26"/>
                      <a:pt x="3" y="17"/>
                    </a:cubicBezTo>
                    <a:cubicBezTo>
                      <a:pt x="0" y="12"/>
                      <a:pt x="3" y="5"/>
                      <a:pt x="8" y="2"/>
                    </a:cubicBezTo>
                    <a:cubicBezTo>
                      <a:pt x="13" y="0"/>
                      <a:pt x="20" y="2"/>
                      <a:pt x="23" y="7"/>
                    </a:cubicBezTo>
                    <a:cubicBezTo>
                      <a:pt x="24" y="10"/>
                      <a:pt x="26" y="13"/>
                      <a:pt x="28" y="17"/>
                    </a:cubicBezTo>
                    <a:cubicBezTo>
                      <a:pt x="31" y="21"/>
                      <a:pt x="34" y="27"/>
                      <a:pt x="38" y="31"/>
                    </a:cubicBezTo>
                    <a:lnTo>
                      <a:pt x="38" y="32"/>
                    </a:lnTo>
                    <a:cubicBezTo>
                      <a:pt x="39" y="33"/>
                      <a:pt x="40" y="33"/>
                      <a:pt x="40" y="34"/>
                    </a:cubicBezTo>
                    <a:cubicBezTo>
                      <a:pt x="40" y="33"/>
                      <a:pt x="39" y="33"/>
                      <a:pt x="39" y="33"/>
                    </a:cubicBezTo>
                    <a:cubicBezTo>
                      <a:pt x="41" y="35"/>
                      <a:pt x="42" y="37"/>
                      <a:pt x="45" y="39"/>
                    </a:cubicBezTo>
                    <a:cubicBezTo>
                      <a:pt x="44" y="39"/>
                      <a:pt x="44" y="38"/>
                      <a:pt x="44" y="38"/>
                    </a:cubicBezTo>
                    <a:cubicBezTo>
                      <a:pt x="47" y="42"/>
                      <a:pt x="51" y="47"/>
                      <a:pt x="55" y="51"/>
                    </a:cubicBezTo>
                    <a:cubicBezTo>
                      <a:pt x="59" y="55"/>
                      <a:pt x="63" y="59"/>
                      <a:pt x="66" y="63"/>
                    </a:cubicBezTo>
                    <a:cubicBezTo>
                      <a:pt x="73" y="70"/>
                      <a:pt x="80" y="78"/>
                      <a:pt x="86" y="85"/>
                    </a:cubicBezTo>
                    <a:cubicBezTo>
                      <a:pt x="102" y="101"/>
                      <a:pt x="117" y="118"/>
                      <a:pt x="132" y="135"/>
                    </a:cubicBezTo>
                    <a:cubicBezTo>
                      <a:pt x="147" y="151"/>
                      <a:pt x="161" y="167"/>
                      <a:pt x="176" y="183"/>
                    </a:cubicBezTo>
                    <a:cubicBezTo>
                      <a:pt x="190" y="199"/>
                      <a:pt x="206" y="214"/>
                      <a:pt x="221" y="229"/>
                    </a:cubicBezTo>
                    <a:cubicBezTo>
                      <a:pt x="236" y="245"/>
                      <a:pt x="253" y="260"/>
                      <a:pt x="269" y="276"/>
                    </a:cubicBezTo>
                    <a:cubicBezTo>
                      <a:pt x="284" y="291"/>
                      <a:pt x="298" y="305"/>
                      <a:pt x="313" y="320"/>
                    </a:cubicBezTo>
                    <a:cubicBezTo>
                      <a:pt x="329" y="336"/>
                      <a:pt x="344" y="352"/>
                      <a:pt x="359" y="369"/>
                    </a:cubicBezTo>
                    <a:cubicBezTo>
                      <a:pt x="374" y="384"/>
                      <a:pt x="388" y="400"/>
                      <a:pt x="403" y="415"/>
                    </a:cubicBezTo>
                    <a:cubicBezTo>
                      <a:pt x="414" y="426"/>
                      <a:pt x="425" y="437"/>
                      <a:pt x="437" y="449"/>
                    </a:cubicBezTo>
                    <a:cubicBezTo>
                      <a:pt x="447" y="457"/>
                      <a:pt x="457" y="466"/>
                      <a:pt x="467" y="475"/>
                    </a:cubicBezTo>
                    <a:cubicBezTo>
                      <a:pt x="471" y="479"/>
                      <a:pt x="472" y="486"/>
                      <a:pt x="468" y="491"/>
                    </a:cubicBezTo>
                    <a:cubicBezTo>
                      <a:pt x="467" y="492"/>
                      <a:pt x="464" y="494"/>
                      <a:pt x="461" y="494"/>
                    </a:cubicBezTo>
                    <a:lnTo>
                      <a:pt x="460" y="494"/>
                    </a:lnTo>
                    <a:cubicBezTo>
                      <a:pt x="457" y="494"/>
                      <a:pt x="454" y="493"/>
                      <a:pt x="452" y="49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2" name="Google Shape;2812;p30"/>
              <p:cNvSpPr/>
              <p:nvPr/>
            </p:nvSpPr>
            <p:spPr>
              <a:xfrm>
                <a:off x="3954240" y="841320"/>
                <a:ext cx="173880" cy="194760"/>
              </a:xfrm>
              <a:custGeom>
                <a:avLst/>
                <a:gdLst/>
                <a:ahLst/>
                <a:cxnLst/>
                <a:rect l="l" t="t" r="r" b="b"/>
                <a:pathLst>
                  <a:path w="483" h="541" extrusionOk="0">
                    <a:moveTo>
                      <a:pt x="462" y="537"/>
                    </a:moveTo>
                    <a:cubicBezTo>
                      <a:pt x="458" y="532"/>
                      <a:pt x="453" y="526"/>
                      <a:pt x="448" y="521"/>
                    </a:cubicBezTo>
                    <a:cubicBezTo>
                      <a:pt x="443" y="515"/>
                      <a:pt x="439" y="511"/>
                      <a:pt x="433" y="505"/>
                    </a:cubicBezTo>
                    <a:cubicBezTo>
                      <a:pt x="423" y="495"/>
                      <a:pt x="413" y="486"/>
                      <a:pt x="403" y="476"/>
                    </a:cubicBezTo>
                    <a:lnTo>
                      <a:pt x="402" y="475"/>
                    </a:lnTo>
                    <a:cubicBezTo>
                      <a:pt x="400" y="473"/>
                      <a:pt x="398" y="472"/>
                      <a:pt x="397" y="470"/>
                    </a:cubicBezTo>
                    <a:lnTo>
                      <a:pt x="396" y="470"/>
                    </a:lnTo>
                    <a:cubicBezTo>
                      <a:pt x="396" y="469"/>
                      <a:pt x="396" y="469"/>
                      <a:pt x="396" y="469"/>
                    </a:cubicBezTo>
                    <a:cubicBezTo>
                      <a:pt x="394" y="468"/>
                      <a:pt x="393" y="466"/>
                      <a:pt x="391" y="465"/>
                    </a:cubicBezTo>
                    <a:cubicBezTo>
                      <a:pt x="390" y="465"/>
                      <a:pt x="390" y="464"/>
                      <a:pt x="390" y="464"/>
                    </a:cubicBezTo>
                    <a:cubicBezTo>
                      <a:pt x="375" y="450"/>
                      <a:pt x="360" y="436"/>
                      <a:pt x="345" y="421"/>
                    </a:cubicBezTo>
                    <a:cubicBezTo>
                      <a:pt x="338" y="414"/>
                      <a:pt x="331" y="406"/>
                      <a:pt x="324" y="398"/>
                    </a:cubicBezTo>
                    <a:cubicBezTo>
                      <a:pt x="317" y="389"/>
                      <a:pt x="310" y="381"/>
                      <a:pt x="302" y="373"/>
                    </a:cubicBezTo>
                    <a:cubicBezTo>
                      <a:pt x="288" y="356"/>
                      <a:pt x="274" y="340"/>
                      <a:pt x="260" y="324"/>
                    </a:cubicBezTo>
                    <a:cubicBezTo>
                      <a:pt x="246" y="307"/>
                      <a:pt x="231" y="292"/>
                      <a:pt x="217" y="275"/>
                    </a:cubicBezTo>
                    <a:cubicBezTo>
                      <a:pt x="196" y="252"/>
                      <a:pt x="176" y="228"/>
                      <a:pt x="157" y="204"/>
                    </a:cubicBezTo>
                    <a:cubicBezTo>
                      <a:pt x="151" y="198"/>
                      <a:pt x="146" y="191"/>
                      <a:pt x="140" y="184"/>
                    </a:cubicBezTo>
                    <a:cubicBezTo>
                      <a:pt x="135" y="177"/>
                      <a:pt x="130" y="171"/>
                      <a:pt x="124" y="164"/>
                    </a:cubicBezTo>
                    <a:lnTo>
                      <a:pt x="125" y="165"/>
                    </a:lnTo>
                    <a:cubicBezTo>
                      <a:pt x="124" y="165"/>
                      <a:pt x="124" y="164"/>
                      <a:pt x="124" y="164"/>
                    </a:cubicBezTo>
                    <a:cubicBezTo>
                      <a:pt x="124" y="164"/>
                      <a:pt x="124" y="163"/>
                      <a:pt x="123" y="163"/>
                    </a:cubicBezTo>
                    <a:cubicBezTo>
                      <a:pt x="124" y="163"/>
                      <a:pt x="124" y="164"/>
                      <a:pt x="124" y="164"/>
                    </a:cubicBezTo>
                    <a:cubicBezTo>
                      <a:pt x="123" y="162"/>
                      <a:pt x="122" y="161"/>
                      <a:pt x="120" y="160"/>
                    </a:cubicBezTo>
                    <a:cubicBezTo>
                      <a:pt x="121" y="160"/>
                      <a:pt x="121" y="160"/>
                      <a:pt x="122" y="161"/>
                    </a:cubicBezTo>
                    <a:cubicBezTo>
                      <a:pt x="120" y="160"/>
                      <a:pt x="120" y="159"/>
                      <a:pt x="119" y="158"/>
                    </a:cubicBezTo>
                    <a:lnTo>
                      <a:pt x="119" y="159"/>
                    </a:lnTo>
                    <a:cubicBezTo>
                      <a:pt x="119" y="158"/>
                      <a:pt x="118" y="157"/>
                      <a:pt x="118" y="156"/>
                    </a:cubicBezTo>
                    <a:cubicBezTo>
                      <a:pt x="116" y="155"/>
                      <a:pt x="116" y="154"/>
                      <a:pt x="115" y="153"/>
                    </a:cubicBezTo>
                    <a:cubicBezTo>
                      <a:pt x="114" y="152"/>
                      <a:pt x="114" y="151"/>
                      <a:pt x="112" y="149"/>
                    </a:cubicBezTo>
                    <a:cubicBezTo>
                      <a:pt x="112" y="150"/>
                      <a:pt x="113" y="150"/>
                      <a:pt x="113" y="151"/>
                    </a:cubicBezTo>
                    <a:cubicBezTo>
                      <a:pt x="112" y="149"/>
                      <a:pt x="111" y="149"/>
                      <a:pt x="111" y="148"/>
                    </a:cubicBezTo>
                    <a:cubicBezTo>
                      <a:pt x="111" y="148"/>
                      <a:pt x="110" y="147"/>
                      <a:pt x="109" y="146"/>
                    </a:cubicBezTo>
                    <a:cubicBezTo>
                      <a:pt x="110" y="147"/>
                      <a:pt x="110" y="147"/>
                      <a:pt x="110" y="147"/>
                    </a:cubicBezTo>
                    <a:cubicBezTo>
                      <a:pt x="109" y="146"/>
                      <a:pt x="109" y="145"/>
                      <a:pt x="108" y="144"/>
                    </a:cubicBezTo>
                    <a:cubicBezTo>
                      <a:pt x="94" y="128"/>
                      <a:pt x="81" y="112"/>
                      <a:pt x="67" y="96"/>
                    </a:cubicBezTo>
                    <a:cubicBezTo>
                      <a:pt x="59" y="87"/>
                      <a:pt x="51" y="78"/>
                      <a:pt x="43" y="69"/>
                    </a:cubicBezTo>
                    <a:cubicBezTo>
                      <a:pt x="36" y="61"/>
                      <a:pt x="30" y="54"/>
                      <a:pt x="23" y="46"/>
                    </a:cubicBezTo>
                    <a:cubicBezTo>
                      <a:pt x="20" y="42"/>
                      <a:pt x="17" y="39"/>
                      <a:pt x="14" y="35"/>
                    </a:cubicBezTo>
                    <a:cubicBezTo>
                      <a:pt x="11" y="29"/>
                      <a:pt x="7" y="24"/>
                      <a:pt x="3" y="18"/>
                    </a:cubicBezTo>
                    <a:cubicBezTo>
                      <a:pt x="0" y="14"/>
                      <a:pt x="1" y="7"/>
                      <a:pt x="6" y="3"/>
                    </a:cubicBezTo>
                    <a:cubicBezTo>
                      <a:pt x="10" y="0"/>
                      <a:pt x="18" y="1"/>
                      <a:pt x="21" y="6"/>
                    </a:cubicBezTo>
                    <a:cubicBezTo>
                      <a:pt x="27" y="14"/>
                      <a:pt x="33" y="23"/>
                      <a:pt x="38" y="31"/>
                    </a:cubicBezTo>
                    <a:cubicBezTo>
                      <a:pt x="44" y="38"/>
                      <a:pt x="49" y="45"/>
                      <a:pt x="55" y="52"/>
                    </a:cubicBezTo>
                    <a:cubicBezTo>
                      <a:pt x="71" y="71"/>
                      <a:pt x="87" y="90"/>
                      <a:pt x="103" y="109"/>
                    </a:cubicBezTo>
                    <a:cubicBezTo>
                      <a:pt x="109" y="116"/>
                      <a:pt x="115" y="124"/>
                      <a:pt x="120" y="131"/>
                    </a:cubicBezTo>
                    <a:cubicBezTo>
                      <a:pt x="129" y="141"/>
                      <a:pt x="137" y="151"/>
                      <a:pt x="144" y="160"/>
                    </a:cubicBezTo>
                    <a:cubicBezTo>
                      <a:pt x="153" y="172"/>
                      <a:pt x="162" y="182"/>
                      <a:pt x="171" y="192"/>
                    </a:cubicBezTo>
                    <a:cubicBezTo>
                      <a:pt x="170" y="192"/>
                      <a:pt x="170" y="192"/>
                      <a:pt x="169" y="192"/>
                    </a:cubicBezTo>
                    <a:cubicBezTo>
                      <a:pt x="175" y="198"/>
                      <a:pt x="180" y="204"/>
                      <a:pt x="185" y="211"/>
                    </a:cubicBezTo>
                    <a:cubicBezTo>
                      <a:pt x="185" y="210"/>
                      <a:pt x="185" y="210"/>
                      <a:pt x="185" y="209"/>
                    </a:cubicBezTo>
                    <a:cubicBezTo>
                      <a:pt x="212" y="243"/>
                      <a:pt x="241" y="275"/>
                      <a:pt x="270" y="307"/>
                    </a:cubicBezTo>
                    <a:cubicBezTo>
                      <a:pt x="299" y="338"/>
                      <a:pt x="327" y="371"/>
                      <a:pt x="356" y="403"/>
                    </a:cubicBezTo>
                    <a:cubicBezTo>
                      <a:pt x="363" y="411"/>
                      <a:pt x="372" y="419"/>
                      <a:pt x="380" y="426"/>
                    </a:cubicBezTo>
                    <a:cubicBezTo>
                      <a:pt x="388" y="434"/>
                      <a:pt x="396" y="441"/>
                      <a:pt x="404" y="449"/>
                    </a:cubicBezTo>
                    <a:lnTo>
                      <a:pt x="405" y="449"/>
                    </a:lnTo>
                    <a:cubicBezTo>
                      <a:pt x="404" y="449"/>
                      <a:pt x="404" y="449"/>
                      <a:pt x="404" y="449"/>
                    </a:cubicBezTo>
                    <a:cubicBezTo>
                      <a:pt x="405" y="449"/>
                      <a:pt x="405" y="449"/>
                      <a:pt x="405" y="449"/>
                    </a:cubicBezTo>
                    <a:cubicBezTo>
                      <a:pt x="407" y="451"/>
                      <a:pt x="408" y="452"/>
                      <a:pt x="410" y="454"/>
                    </a:cubicBezTo>
                    <a:lnTo>
                      <a:pt x="410" y="455"/>
                    </a:lnTo>
                    <a:cubicBezTo>
                      <a:pt x="411" y="455"/>
                      <a:pt x="411" y="455"/>
                      <a:pt x="411" y="455"/>
                    </a:cubicBezTo>
                    <a:cubicBezTo>
                      <a:pt x="412" y="456"/>
                      <a:pt x="414" y="458"/>
                      <a:pt x="416" y="461"/>
                    </a:cubicBezTo>
                    <a:cubicBezTo>
                      <a:pt x="416" y="460"/>
                      <a:pt x="416" y="460"/>
                      <a:pt x="416" y="460"/>
                    </a:cubicBezTo>
                    <a:cubicBezTo>
                      <a:pt x="427" y="470"/>
                      <a:pt x="438" y="480"/>
                      <a:pt x="448" y="491"/>
                    </a:cubicBezTo>
                    <a:cubicBezTo>
                      <a:pt x="459" y="501"/>
                      <a:pt x="469" y="512"/>
                      <a:pt x="478" y="522"/>
                    </a:cubicBezTo>
                    <a:cubicBezTo>
                      <a:pt x="482" y="526"/>
                      <a:pt x="482" y="533"/>
                      <a:pt x="478" y="537"/>
                    </a:cubicBezTo>
                    <a:cubicBezTo>
                      <a:pt x="476" y="539"/>
                      <a:pt x="474" y="540"/>
                      <a:pt x="471" y="540"/>
                    </a:cubicBezTo>
                    <a:cubicBezTo>
                      <a:pt x="468" y="540"/>
                      <a:pt x="465" y="539"/>
                      <a:pt x="462" y="5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3" name="Google Shape;2813;p30"/>
              <p:cNvSpPr/>
              <p:nvPr/>
            </p:nvSpPr>
            <p:spPr>
              <a:xfrm>
                <a:off x="3974760" y="827640"/>
                <a:ext cx="190800" cy="219960"/>
              </a:xfrm>
              <a:custGeom>
                <a:avLst/>
                <a:gdLst/>
                <a:ahLst/>
                <a:cxnLst/>
                <a:rect l="l" t="t" r="r" b="b"/>
                <a:pathLst>
                  <a:path w="530" h="611" extrusionOk="0">
                    <a:moveTo>
                      <a:pt x="516" y="610"/>
                    </a:moveTo>
                    <a:cubicBezTo>
                      <a:pt x="513" y="610"/>
                      <a:pt x="511" y="609"/>
                      <a:pt x="509" y="607"/>
                    </a:cubicBezTo>
                    <a:cubicBezTo>
                      <a:pt x="506" y="605"/>
                      <a:pt x="504" y="603"/>
                      <a:pt x="502" y="600"/>
                    </a:cubicBezTo>
                    <a:lnTo>
                      <a:pt x="502" y="601"/>
                    </a:lnTo>
                    <a:cubicBezTo>
                      <a:pt x="502" y="600"/>
                      <a:pt x="501" y="600"/>
                      <a:pt x="501" y="599"/>
                    </a:cubicBezTo>
                    <a:cubicBezTo>
                      <a:pt x="501" y="599"/>
                      <a:pt x="500" y="599"/>
                      <a:pt x="500" y="598"/>
                    </a:cubicBezTo>
                    <a:cubicBezTo>
                      <a:pt x="500" y="599"/>
                      <a:pt x="500" y="599"/>
                      <a:pt x="501" y="599"/>
                    </a:cubicBezTo>
                    <a:cubicBezTo>
                      <a:pt x="497" y="596"/>
                      <a:pt x="494" y="592"/>
                      <a:pt x="490" y="589"/>
                    </a:cubicBezTo>
                    <a:cubicBezTo>
                      <a:pt x="486" y="586"/>
                      <a:pt x="483" y="583"/>
                      <a:pt x="479" y="579"/>
                    </a:cubicBezTo>
                    <a:cubicBezTo>
                      <a:pt x="471" y="572"/>
                      <a:pt x="465" y="564"/>
                      <a:pt x="459" y="556"/>
                    </a:cubicBezTo>
                    <a:cubicBezTo>
                      <a:pt x="445" y="540"/>
                      <a:pt x="431" y="524"/>
                      <a:pt x="417" y="507"/>
                    </a:cubicBezTo>
                    <a:cubicBezTo>
                      <a:pt x="408" y="495"/>
                      <a:pt x="399" y="483"/>
                      <a:pt x="389" y="471"/>
                    </a:cubicBezTo>
                    <a:cubicBezTo>
                      <a:pt x="388" y="471"/>
                      <a:pt x="388" y="470"/>
                      <a:pt x="387" y="469"/>
                    </a:cubicBezTo>
                    <a:lnTo>
                      <a:pt x="388" y="469"/>
                    </a:lnTo>
                    <a:cubicBezTo>
                      <a:pt x="387" y="469"/>
                      <a:pt x="387" y="469"/>
                      <a:pt x="387" y="469"/>
                    </a:cubicBezTo>
                    <a:cubicBezTo>
                      <a:pt x="387" y="469"/>
                      <a:pt x="386" y="469"/>
                      <a:pt x="386" y="468"/>
                    </a:cubicBezTo>
                    <a:cubicBezTo>
                      <a:pt x="386" y="468"/>
                      <a:pt x="386" y="469"/>
                      <a:pt x="387" y="469"/>
                    </a:cubicBezTo>
                    <a:cubicBezTo>
                      <a:pt x="386" y="468"/>
                      <a:pt x="385" y="466"/>
                      <a:pt x="384" y="465"/>
                    </a:cubicBezTo>
                    <a:cubicBezTo>
                      <a:pt x="384" y="466"/>
                      <a:pt x="384" y="466"/>
                      <a:pt x="384" y="466"/>
                    </a:cubicBezTo>
                    <a:cubicBezTo>
                      <a:pt x="383" y="465"/>
                      <a:pt x="383" y="464"/>
                      <a:pt x="382" y="464"/>
                    </a:cubicBezTo>
                    <a:cubicBezTo>
                      <a:pt x="382" y="463"/>
                      <a:pt x="382" y="463"/>
                      <a:pt x="382" y="462"/>
                    </a:cubicBezTo>
                    <a:lnTo>
                      <a:pt x="381" y="462"/>
                    </a:lnTo>
                    <a:cubicBezTo>
                      <a:pt x="381" y="462"/>
                      <a:pt x="381" y="461"/>
                      <a:pt x="380" y="461"/>
                    </a:cubicBezTo>
                    <a:lnTo>
                      <a:pt x="381" y="461"/>
                    </a:lnTo>
                    <a:cubicBezTo>
                      <a:pt x="377" y="457"/>
                      <a:pt x="374" y="453"/>
                      <a:pt x="371" y="449"/>
                    </a:cubicBezTo>
                    <a:cubicBezTo>
                      <a:pt x="371" y="450"/>
                      <a:pt x="371" y="450"/>
                      <a:pt x="371" y="450"/>
                    </a:cubicBezTo>
                    <a:cubicBezTo>
                      <a:pt x="354" y="430"/>
                      <a:pt x="338" y="409"/>
                      <a:pt x="322" y="388"/>
                    </a:cubicBezTo>
                    <a:lnTo>
                      <a:pt x="322" y="389"/>
                    </a:lnTo>
                    <a:cubicBezTo>
                      <a:pt x="321" y="387"/>
                      <a:pt x="319" y="385"/>
                      <a:pt x="317" y="383"/>
                    </a:cubicBezTo>
                    <a:cubicBezTo>
                      <a:pt x="290" y="351"/>
                      <a:pt x="262" y="319"/>
                      <a:pt x="236" y="286"/>
                    </a:cubicBezTo>
                    <a:cubicBezTo>
                      <a:pt x="208" y="254"/>
                      <a:pt x="180" y="221"/>
                      <a:pt x="151" y="188"/>
                    </a:cubicBezTo>
                    <a:cubicBezTo>
                      <a:pt x="123" y="156"/>
                      <a:pt x="93" y="124"/>
                      <a:pt x="65" y="92"/>
                    </a:cubicBezTo>
                    <a:cubicBezTo>
                      <a:pt x="58" y="84"/>
                      <a:pt x="51" y="77"/>
                      <a:pt x="45" y="70"/>
                    </a:cubicBezTo>
                    <a:cubicBezTo>
                      <a:pt x="39" y="63"/>
                      <a:pt x="33" y="56"/>
                      <a:pt x="27" y="49"/>
                    </a:cubicBezTo>
                    <a:cubicBezTo>
                      <a:pt x="27" y="49"/>
                      <a:pt x="28" y="49"/>
                      <a:pt x="28" y="50"/>
                    </a:cubicBezTo>
                    <a:cubicBezTo>
                      <a:pt x="27" y="49"/>
                      <a:pt x="27" y="49"/>
                      <a:pt x="26" y="49"/>
                    </a:cubicBezTo>
                    <a:cubicBezTo>
                      <a:pt x="26" y="48"/>
                      <a:pt x="25" y="46"/>
                      <a:pt x="24" y="45"/>
                    </a:cubicBezTo>
                    <a:lnTo>
                      <a:pt x="23" y="45"/>
                    </a:lnTo>
                    <a:cubicBezTo>
                      <a:pt x="23" y="44"/>
                      <a:pt x="22" y="43"/>
                      <a:pt x="21" y="42"/>
                    </a:cubicBezTo>
                    <a:cubicBezTo>
                      <a:pt x="22" y="42"/>
                      <a:pt x="22" y="42"/>
                      <a:pt x="22" y="42"/>
                    </a:cubicBezTo>
                    <a:cubicBezTo>
                      <a:pt x="21" y="42"/>
                      <a:pt x="21" y="42"/>
                      <a:pt x="21" y="42"/>
                    </a:cubicBezTo>
                    <a:lnTo>
                      <a:pt x="21" y="41"/>
                    </a:lnTo>
                    <a:lnTo>
                      <a:pt x="20" y="41"/>
                    </a:lnTo>
                    <a:cubicBezTo>
                      <a:pt x="14" y="34"/>
                      <a:pt x="9" y="27"/>
                      <a:pt x="4" y="19"/>
                    </a:cubicBezTo>
                    <a:cubicBezTo>
                      <a:pt x="0" y="14"/>
                      <a:pt x="1" y="7"/>
                      <a:pt x="6" y="4"/>
                    </a:cubicBezTo>
                    <a:cubicBezTo>
                      <a:pt x="11" y="0"/>
                      <a:pt x="18" y="2"/>
                      <a:pt x="21" y="6"/>
                    </a:cubicBezTo>
                    <a:cubicBezTo>
                      <a:pt x="28" y="17"/>
                      <a:pt x="36" y="27"/>
                      <a:pt x="43" y="37"/>
                    </a:cubicBezTo>
                    <a:lnTo>
                      <a:pt x="43" y="36"/>
                    </a:lnTo>
                    <a:lnTo>
                      <a:pt x="43" y="37"/>
                    </a:lnTo>
                    <a:cubicBezTo>
                      <a:pt x="44" y="38"/>
                      <a:pt x="44" y="39"/>
                      <a:pt x="46" y="39"/>
                    </a:cubicBezTo>
                    <a:cubicBezTo>
                      <a:pt x="47" y="42"/>
                      <a:pt x="50" y="45"/>
                      <a:pt x="51" y="47"/>
                    </a:cubicBezTo>
                    <a:lnTo>
                      <a:pt x="51" y="46"/>
                    </a:lnTo>
                    <a:cubicBezTo>
                      <a:pt x="52" y="48"/>
                      <a:pt x="53" y="49"/>
                      <a:pt x="55" y="51"/>
                    </a:cubicBezTo>
                    <a:cubicBezTo>
                      <a:pt x="54" y="51"/>
                      <a:pt x="54" y="50"/>
                      <a:pt x="54" y="50"/>
                    </a:cubicBezTo>
                    <a:cubicBezTo>
                      <a:pt x="61" y="58"/>
                      <a:pt x="67" y="66"/>
                      <a:pt x="74" y="73"/>
                    </a:cubicBezTo>
                    <a:cubicBezTo>
                      <a:pt x="81" y="81"/>
                      <a:pt x="88" y="89"/>
                      <a:pt x="95" y="97"/>
                    </a:cubicBezTo>
                    <a:cubicBezTo>
                      <a:pt x="109" y="113"/>
                      <a:pt x="124" y="130"/>
                      <a:pt x="138" y="146"/>
                    </a:cubicBezTo>
                    <a:cubicBezTo>
                      <a:pt x="153" y="163"/>
                      <a:pt x="167" y="180"/>
                      <a:pt x="182" y="197"/>
                    </a:cubicBezTo>
                    <a:cubicBezTo>
                      <a:pt x="196" y="212"/>
                      <a:pt x="209" y="228"/>
                      <a:pt x="223" y="244"/>
                    </a:cubicBezTo>
                    <a:cubicBezTo>
                      <a:pt x="250" y="277"/>
                      <a:pt x="278" y="309"/>
                      <a:pt x="306" y="341"/>
                    </a:cubicBezTo>
                    <a:cubicBezTo>
                      <a:pt x="324" y="362"/>
                      <a:pt x="341" y="382"/>
                      <a:pt x="358" y="402"/>
                    </a:cubicBezTo>
                    <a:cubicBezTo>
                      <a:pt x="367" y="414"/>
                      <a:pt x="377" y="426"/>
                      <a:pt x="386" y="438"/>
                    </a:cubicBezTo>
                    <a:lnTo>
                      <a:pt x="387" y="438"/>
                    </a:lnTo>
                    <a:cubicBezTo>
                      <a:pt x="386" y="438"/>
                      <a:pt x="386" y="437"/>
                      <a:pt x="386" y="437"/>
                    </a:cubicBezTo>
                    <a:cubicBezTo>
                      <a:pt x="389" y="441"/>
                      <a:pt x="393" y="445"/>
                      <a:pt x="396" y="449"/>
                    </a:cubicBezTo>
                    <a:lnTo>
                      <a:pt x="395" y="448"/>
                    </a:lnTo>
                    <a:cubicBezTo>
                      <a:pt x="395" y="448"/>
                      <a:pt x="396" y="448"/>
                      <a:pt x="396" y="449"/>
                    </a:cubicBezTo>
                    <a:cubicBezTo>
                      <a:pt x="396" y="449"/>
                      <a:pt x="396" y="450"/>
                      <a:pt x="397" y="450"/>
                    </a:cubicBezTo>
                    <a:lnTo>
                      <a:pt x="396" y="450"/>
                    </a:lnTo>
                    <a:cubicBezTo>
                      <a:pt x="397" y="450"/>
                      <a:pt x="397" y="450"/>
                      <a:pt x="397" y="450"/>
                    </a:cubicBezTo>
                    <a:lnTo>
                      <a:pt x="397" y="451"/>
                    </a:lnTo>
                    <a:cubicBezTo>
                      <a:pt x="398" y="451"/>
                      <a:pt x="399" y="452"/>
                      <a:pt x="399" y="454"/>
                    </a:cubicBezTo>
                    <a:cubicBezTo>
                      <a:pt x="399" y="453"/>
                      <a:pt x="399" y="452"/>
                      <a:pt x="399" y="452"/>
                    </a:cubicBezTo>
                    <a:cubicBezTo>
                      <a:pt x="399" y="454"/>
                      <a:pt x="400" y="454"/>
                      <a:pt x="401" y="455"/>
                    </a:cubicBezTo>
                    <a:cubicBezTo>
                      <a:pt x="402" y="456"/>
                      <a:pt x="403" y="457"/>
                      <a:pt x="403" y="458"/>
                    </a:cubicBezTo>
                    <a:lnTo>
                      <a:pt x="403" y="457"/>
                    </a:lnTo>
                    <a:cubicBezTo>
                      <a:pt x="416" y="473"/>
                      <a:pt x="428" y="490"/>
                      <a:pt x="442" y="506"/>
                    </a:cubicBezTo>
                    <a:cubicBezTo>
                      <a:pt x="441" y="506"/>
                      <a:pt x="441" y="505"/>
                      <a:pt x="441" y="505"/>
                    </a:cubicBezTo>
                    <a:cubicBezTo>
                      <a:pt x="450" y="515"/>
                      <a:pt x="459" y="526"/>
                      <a:pt x="469" y="537"/>
                    </a:cubicBezTo>
                    <a:cubicBezTo>
                      <a:pt x="478" y="547"/>
                      <a:pt x="487" y="557"/>
                      <a:pt x="497" y="567"/>
                    </a:cubicBezTo>
                    <a:cubicBezTo>
                      <a:pt x="497" y="567"/>
                      <a:pt x="497" y="566"/>
                      <a:pt x="496" y="566"/>
                    </a:cubicBezTo>
                    <a:cubicBezTo>
                      <a:pt x="505" y="575"/>
                      <a:pt x="515" y="583"/>
                      <a:pt x="524" y="592"/>
                    </a:cubicBezTo>
                    <a:cubicBezTo>
                      <a:pt x="529" y="596"/>
                      <a:pt x="528" y="603"/>
                      <a:pt x="524" y="607"/>
                    </a:cubicBezTo>
                    <a:cubicBezTo>
                      <a:pt x="522" y="609"/>
                      <a:pt x="519" y="610"/>
                      <a:pt x="516" y="6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4" name="Google Shape;2814;p30"/>
              <p:cNvSpPr/>
              <p:nvPr/>
            </p:nvSpPr>
            <p:spPr>
              <a:xfrm>
                <a:off x="4005000" y="820800"/>
                <a:ext cx="167040" cy="200160"/>
              </a:xfrm>
              <a:custGeom>
                <a:avLst/>
                <a:gdLst/>
                <a:ahLst/>
                <a:cxnLst/>
                <a:rect l="l" t="t" r="r" b="b"/>
                <a:pathLst>
                  <a:path w="464" h="556" extrusionOk="0">
                    <a:moveTo>
                      <a:pt x="452" y="555"/>
                    </a:moveTo>
                    <a:cubicBezTo>
                      <a:pt x="448" y="554"/>
                      <a:pt x="446" y="552"/>
                      <a:pt x="443" y="550"/>
                    </a:cubicBezTo>
                    <a:cubicBezTo>
                      <a:pt x="443" y="549"/>
                      <a:pt x="442" y="548"/>
                      <a:pt x="442" y="547"/>
                    </a:cubicBezTo>
                    <a:cubicBezTo>
                      <a:pt x="439" y="544"/>
                      <a:pt x="435" y="540"/>
                      <a:pt x="432" y="537"/>
                    </a:cubicBezTo>
                    <a:cubicBezTo>
                      <a:pt x="429" y="533"/>
                      <a:pt x="426" y="529"/>
                      <a:pt x="423" y="526"/>
                    </a:cubicBezTo>
                    <a:lnTo>
                      <a:pt x="423" y="525"/>
                    </a:lnTo>
                    <a:lnTo>
                      <a:pt x="422" y="525"/>
                    </a:lnTo>
                    <a:lnTo>
                      <a:pt x="423" y="525"/>
                    </a:lnTo>
                    <a:cubicBezTo>
                      <a:pt x="411" y="511"/>
                      <a:pt x="399" y="498"/>
                      <a:pt x="387" y="484"/>
                    </a:cubicBezTo>
                    <a:cubicBezTo>
                      <a:pt x="388" y="484"/>
                      <a:pt x="388" y="485"/>
                      <a:pt x="388" y="485"/>
                    </a:cubicBezTo>
                    <a:cubicBezTo>
                      <a:pt x="387" y="484"/>
                      <a:pt x="386" y="482"/>
                      <a:pt x="384" y="481"/>
                    </a:cubicBezTo>
                    <a:cubicBezTo>
                      <a:pt x="384" y="480"/>
                      <a:pt x="383" y="479"/>
                      <a:pt x="383" y="478"/>
                    </a:cubicBezTo>
                    <a:lnTo>
                      <a:pt x="383" y="479"/>
                    </a:lnTo>
                    <a:cubicBezTo>
                      <a:pt x="382" y="478"/>
                      <a:pt x="381" y="477"/>
                      <a:pt x="381" y="477"/>
                    </a:cubicBezTo>
                    <a:cubicBezTo>
                      <a:pt x="368" y="460"/>
                      <a:pt x="354" y="445"/>
                      <a:pt x="340" y="429"/>
                    </a:cubicBezTo>
                    <a:cubicBezTo>
                      <a:pt x="333" y="421"/>
                      <a:pt x="326" y="413"/>
                      <a:pt x="319" y="406"/>
                    </a:cubicBezTo>
                    <a:cubicBezTo>
                      <a:pt x="312" y="397"/>
                      <a:pt x="305" y="389"/>
                      <a:pt x="298" y="381"/>
                    </a:cubicBezTo>
                    <a:cubicBezTo>
                      <a:pt x="295" y="377"/>
                      <a:pt x="292" y="374"/>
                      <a:pt x="290" y="371"/>
                    </a:cubicBezTo>
                    <a:cubicBezTo>
                      <a:pt x="290" y="371"/>
                      <a:pt x="289" y="371"/>
                      <a:pt x="289" y="370"/>
                    </a:cubicBezTo>
                    <a:cubicBezTo>
                      <a:pt x="288" y="369"/>
                      <a:pt x="288" y="368"/>
                      <a:pt x="287" y="367"/>
                    </a:cubicBezTo>
                    <a:cubicBezTo>
                      <a:pt x="286" y="366"/>
                      <a:pt x="285" y="365"/>
                      <a:pt x="284" y="364"/>
                    </a:cubicBezTo>
                    <a:cubicBezTo>
                      <a:pt x="285" y="364"/>
                      <a:pt x="285" y="364"/>
                      <a:pt x="285" y="364"/>
                    </a:cubicBezTo>
                    <a:lnTo>
                      <a:pt x="284" y="364"/>
                    </a:lnTo>
                    <a:cubicBezTo>
                      <a:pt x="284" y="363"/>
                      <a:pt x="283" y="363"/>
                      <a:pt x="282" y="361"/>
                    </a:cubicBezTo>
                    <a:cubicBezTo>
                      <a:pt x="282" y="362"/>
                      <a:pt x="283" y="363"/>
                      <a:pt x="283" y="363"/>
                    </a:cubicBezTo>
                    <a:cubicBezTo>
                      <a:pt x="269" y="346"/>
                      <a:pt x="255" y="329"/>
                      <a:pt x="241" y="312"/>
                    </a:cubicBezTo>
                    <a:cubicBezTo>
                      <a:pt x="234" y="304"/>
                      <a:pt x="226" y="295"/>
                      <a:pt x="219" y="286"/>
                    </a:cubicBezTo>
                    <a:cubicBezTo>
                      <a:pt x="213" y="277"/>
                      <a:pt x="206" y="268"/>
                      <a:pt x="200" y="259"/>
                    </a:cubicBezTo>
                    <a:cubicBezTo>
                      <a:pt x="188" y="244"/>
                      <a:pt x="178" y="227"/>
                      <a:pt x="166" y="211"/>
                    </a:cubicBezTo>
                    <a:cubicBezTo>
                      <a:pt x="160" y="202"/>
                      <a:pt x="153" y="192"/>
                      <a:pt x="146" y="184"/>
                    </a:cubicBezTo>
                    <a:cubicBezTo>
                      <a:pt x="140" y="175"/>
                      <a:pt x="134" y="168"/>
                      <a:pt x="127" y="160"/>
                    </a:cubicBezTo>
                    <a:cubicBezTo>
                      <a:pt x="128" y="160"/>
                      <a:pt x="128" y="161"/>
                      <a:pt x="128" y="161"/>
                    </a:cubicBezTo>
                    <a:cubicBezTo>
                      <a:pt x="128" y="161"/>
                      <a:pt x="128" y="160"/>
                      <a:pt x="127" y="160"/>
                    </a:cubicBezTo>
                    <a:cubicBezTo>
                      <a:pt x="127" y="160"/>
                      <a:pt x="127" y="159"/>
                      <a:pt x="126" y="159"/>
                    </a:cubicBezTo>
                    <a:lnTo>
                      <a:pt x="127" y="159"/>
                    </a:lnTo>
                    <a:cubicBezTo>
                      <a:pt x="122" y="153"/>
                      <a:pt x="116" y="147"/>
                      <a:pt x="111" y="141"/>
                    </a:cubicBezTo>
                    <a:cubicBezTo>
                      <a:pt x="112" y="141"/>
                      <a:pt x="112" y="141"/>
                      <a:pt x="112" y="142"/>
                    </a:cubicBezTo>
                    <a:cubicBezTo>
                      <a:pt x="99" y="125"/>
                      <a:pt x="85" y="110"/>
                      <a:pt x="71" y="94"/>
                    </a:cubicBezTo>
                    <a:cubicBezTo>
                      <a:pt x="56" y="78"/>
                      <a:pt x="41" y="61"/>
                      <a:pt x="26" y="45"/>
                    </a:cubicBezTo>
                    <a:cubicBezTo>
                      <a:pt x="21" y="41"/>
                      <a:pt x="18" y="37"/>
                      <a:pt x="14" y="33"/>
                    </a:cubicBezTo>
                    <a:cubicBezTo>
                      <a:pt x="12" y="30"/>
                      <a:pt x="11" y="29"/>
                      <a:pt x="9" y="26"/>
                    </a:cubicBezTo>
                    <a:cubicBezTo>
                      <a:pt x="7" y="24"/>
                      <a:pt x="6" y="21"/>
                      <a:pt x="4" y="18"/>
                    </a:cubicBezTo>
                    <a:cubicBezTo>
                      <a:pt x="0" y="13"/>
                      <a:pt x="2" y="6"/>
                      <a:pt x="8" y="2"/>
                    </a:cubicBezTo>
                    <a:cubicBezTo>
                      <a:pt x="14" y="0"/>
                      <a:pt x="21" y="2"/>
                      <a:pt x="23" y="9"/>
                    </a:cubicBezTo>
                    <a:cubicBezTo>
                      <a:pt x="23" y="9"/>
                      <a:pt x="24" y="9"/>
                      <a:pt x="24" y="10"/>
                    </a:cubicBezTo>
                    <a:lnTo>
                      <a:pt x="24" y="11"/>
                    </a:lnTo>
                    <a:lnTo>
                      <a:pt x="24" y="12"/>
                    </a:lnTo>
                    <a:cubicBezTo>
                      <a:pt x="26" y="14"/>
                      <a:pt x="27" y="16"/>
                      <a:pt x="29" y="18"/>
                    </a:cubicBezTo>
                    <a:cubicBezTo>
                      <a:pt x="31" y="21"/>
                      <a:pt x="33" y="23"/>
                      <a:pt x="35" y="25"/>
                    </a:cubicBezTo>
                    <a:cubicBezTo>
                      <a:pt x="34" y="25"/>
                      <a:pt x="34" y="25"/>
                      <a:pt x="34" y="24"/>
                    </a:cubicBezTo>
                    <a:cubicBezTo>
                      <a:pt x="34" y="25"/>
                      <a:pt x="35" y="26"/>
                      <a:pt x="36" y="26"/>
                    </a:cubicBezTo>
                    <a:cubicBezTo>
                      <a:pt x="35" y="26"/>
                      <a:pt x="35" y="26"/>
                      <a:pt x="35" y="25"/>
                    </a:cubicBezTo>
                    <a:cubicBezTo>
                      <a:pt x="48" y="39"/>
                      <a:pt x="60" y="53"/>
                      <a:pt x="73" y="68"/>
                    </a:cubicBezTo>
                    <a:cubicBezTo>
                      <a:pt x="79" y="74"/>
                      <a:pt x="84" y="81"/>
                      <a:pt x="90" y="88"/>
                    </a:cubicBezTo>
                    <a:cubicBezTo>
                      <a:pt x="97" y="95"/>
                      <a:pt x="103" y="101"/>
                      <a:pt x="109" y="109"/>
                    </a:cubicBezTo>
                    <a:lnTo>
                      <a:pt x="108" y="108"/>
                    </a:lnTo>
                    <a:cubicBezTo>
                      <a:pt x="114" y="115"/>
                      <a:pt x="120" y="122"/>
                      <a:pt x="126" y="130"/>
                    </a:cubicBezTo>
                    <a:cubicBezTo>
                      <a:pt x="126" y="129"/>
                      <a:pt x="126" y="129"/>
                      <a:pt x="126" y="129"/>
                    </a:cubicBezTo>
                    <a:cubicBezTo>
                      <a:pt x="131" y="136"/>
                      <a:pt x="136" y="143"/>
                      <a:pt x="142" y="149"/>
                    </a:cubicBezTo>
                    <a:lnTo>
                      <a:pt x="141" y="149"/>
                    </a:lnTo>
                    <a:cubicBezTo>
                      <a:pt x="155" y="166"/>
                      <a:pt x="169" y="184"/>
                      <a:pt x="182" y="201"/>
                    </a:cubicBezTo>
                    <a:cubicBezTo>
                      <a:pt x="188" y="210"/>
                      <a:pt x="194" y="219"/>
                      <a:pt x="200" y="228"/>
                    </a:cubicBezTo>
                    <a:cubicBezTo>
                      <a:pt x="207" y="237"/>
                      <a:pt x="213" y="246"/>
                      <a:pt x="219" y="255"/>
                    </a:cubicBezTo>
                    <a:cubicBezTo>
                      <a:pt x="226" y="263"/>
                      <a:pt x="233" y="272"/>
                      <a:pt x="240" y="281"/>
                    </a:cubicBezTo>
                    <a:cubicBezTo>
                      <a:pt x="239" y="281"/>
                      <a:pt x="239" y="281"/>
                      <a:pt x="239" y="281"/>
                    </a:cubicBezTo>
                    <a:cubicBezTo>
                      <a:pt x="243" y="284"/>
                      <a:pt x="246" y="289"/>
                      <a:pt x="249" y="293"/>
                    </a:cubicBezTo>
                    <a:cubicBezTo>
                      <a:pt x="249" y="292"/>
                      <a:pt x="249" y="292"/>
                      <a:pt x="249" y="291"/>
                    </a:cubicBezTo>
                    <a:cubicBezTo>
                      <a:pt x="267" y="314"/>
                      <a:pt x="287" y="336"/>
                      <a:pt x="305" y="359"/>
                    </a:cubicBezTo>
                    <a:cubicBezTo>
                      <a:pt x="305" y="358"/>
                      <a:pt x="305" y="358"/>
                      <a:pt x="305" y="358"/>
                    </a:cubicBezTo>
                    <a:cubicBezTo>
                      <a:pt x="307" y="361"/>
                      <a:pt x="310" y="364"/>
                      <a:pt x="313" y="368"/>
                    </a:cubicBezTo>
                    <a:lnTo>
                      <a:pt x="312" y="367"/>
                    </a:lnTo>
                    <a:cubicBezTo>
                      <a:pt x="326" y="383"/>
                      <a:pt x="340" y="399"/>
                      <a:pt x="354" y="415"/>
                    </a:cubicBezTo>
                    <a:cubicBezTo>
                      <a:pt x="369" y="431"/>
                      <a:pt x="383" y="447"/>
                      <a:pt x="397" y="463"/>
                    </a:cubicBezTo>
                    <a:cubicBezTo>
                      <a:pt x="407" y="476"/>
                      <a:pt x="418" y="488"/>
                      <a:pt x="429" y="500"/>
                    </a:cubicBezTo>
                    <a:cubicBezTo>
                      <a:pt x="439" y="512"/>
                      <a:pt x="450" y="524"/>
                      <a:pt x="460" y="536"/>
                    </a:cubicBezTo>
                    <a:cubicBezTo>
                      <a:pt x="462" y="538"/>
                      <a:pt x="463" y="541"/>
                      <a:pt x="463" y="544"/>
                    </a:cubicBezTo>
                    <a:cubicBezTo>
                      <a:pt x="463" y="547"/>
                      <a:pt x="462" y="550"/>
                      <a:pt x="460" y="552"/>
                    </a:cubicBezTo>
                    <a:cubicBezTo>
                      <a:pt x="458" y="554"/>
                      <a:pt x="455" y="555"/>
                      <a:pt x="453" y="555"/>
                    </a:cubicBezTo>
                    <a:cubicBezTo>
                      <a:pt x="452" y="555"/>
                      <a:pt x="452" y="555"/>
                      <a:pt x="452" y="55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5" name="Google Shape;2815;p30"/>
              <p:cNvSpPr/>
              <p:nvPr/>
            </p:nvSpPr>
            <p:spPr>
              <a:xfrm>
                <a:off x="4027320" y="813960"/>
                <a:ext cx="146520" cy="168840"/>
              </a:xfrm>
              <a:custGeom>
                <a:avLst/>
                <a:gdLst/>
                <a:ahLst/>
                <a:cxnLst/>
                <a:rect l="l" t="t" r="r" b="b"/>
                <a:pathLst>
                  <a:path w="407" h="469" extrusionOk="0">
                    <a:moveTo>
                      <a:pt x="390" y="467"/>
                    </a:moveTo>
                    <a:cubicBezTo>
                      <a:pt x="385" y="464"/>
                      <a:pt x="381" y="460"/>
                      <a:pt x="377" y="456"/>
                    </a:cubicBezTo>
                    <a:cubicBezTo>
                      <a:pt x="374" y="453"/>
                      <a:pt x="370" y="449"/>
                      <a:pt x="367" y="445"/>
                    </a:cubicBezTo>
                    <a:cubicBezTo>
                      <a:pt x="361" y="437"/>
                      <a:pt x="354" y="429"/>
                      <a:pt x="347" y="422"/>
                    </a:cubicBezTo>
                    <a:cubicBezTo>
                      <a:pt x="340" y="414"/>
                      <a:pt x="333" y="406"/>
                      <a:pt x="326" y="398"/>
                    </a:cubicBezTo>
                    <a:cubicBezTo>
                      <a:pt x="319" y="389"/>
                      <a:pt x="312" y="380"/>
                      <a:pt x="306" y="372"/>
                    </a:cubicBezTo>
                    <a:cubicBezTo>
                      <a:pt x="286" y="347"/>
                      <a:pt x="266" y="322"/>
                      <a:pt x="245" y="296"/>
                    </a:cubicBezTo>
                    <a:lnTo>
                      <a:pt x="246" y="297"/>
                    </a:lnTo>
                    <a:cubicBezTo>
                      <a:pt x="242" y="292"/>
                      <a:pt x="238" y="288"/>
                      <a:pt x="234" y="282"/>
                    </a:cubicBezTo>
                    <a:cubicBezTo>
                      <a:pt x="234" y="283"/>
                      <a:pt x="234" y="283"/>
                      <a:pt x="234" y="283"/>
                    </a:cubicBezTo>
                    <a:lnTo>
                      <a:pt x="234" y="282"/>
                    </a:lnTo>
                    <a:cubicBezTo>
                      <a:pt x="233" y="282"/>
                      <a:pt x="233" y="281"/>
                      <a:pt x="233" y="281"/>
                    </a:cubicBezTo>
                    <a:lnTo>
                      <a:pt x="233" y="282"/>
                    </a:lnTo>
                    <a:cubicBezTo>
                      <a:pt x="230" y="277"/>
                      <a:pt x="226" y="273"/>
                      <a:pt x="222" y="268"/>
                    </a:cubicBezTo>
                    <a:lnTo>
                      <a:pt x="223" y="268"/>
                    </a:lnTo>
                    <a:cubicBezTo>
                      <a:pt x="222" y="268"/>
                      <a:pt x="222" y="268"/>
                      <a:pt x="222" y="268"/>
                    </a:cubicBezTo>
                    <a:lnTo>
                      <a:pt x="222" y="267"/>
                    </a:lnTo>
                    <a:cubicBezTo>
                      <a:pt x="218" y="263"/>
                      <a:pt x="213" y="257"/>
                      <a:pt x="209" y="253"/>
                    </a:cubicBezTo>
                    <a:lnTo>
                      <a:pt x="209" y="252"/>
                    </a:lnTo>
                    <a:lnTo>
                      <a:pt x="208" y="252"/>
                    </a:lnTo>
                    <a:cubicBezTo>
                      <a:pt x="209" y="252"/>
                      <a:pt x="209" y="252"/>
                      <a:pt x="209" y="252"/>
                    </a:cubicBezTo>
                    <a:cubicBezTo>
                      <a:pt x="205" y="248"/>
                      <a:pt x="201" y="243"/>
                      <a:pt x="197" y="238"/>
                    </a:cubicBezTo>
                    <a:cubicBezTo>
                      <a:pt x="198" y="238"/>
                      <a:pt x="198" y="239"/>
                      <a:pt x="198" y="239"/>
                    </a:cubicBezTo>
                    <a:cubicBezTo>
                      <a:pt x="183" y="222"/>
                      <a:pt x="169" y="205"/>
                      <a:pt x="154" y="187"/>
                    </a:cubicBezTo>
                    <a:cubicBezTo>
                      <a:pt x="140" y="172"/>
                      <a:pt x="126" y="156"/>
                      <a:pt x="112" y="140"/>
                    </a:cubicBezTo>
                    <a:cubicBezTo>
                      <a:pt x="97" y="124"/>
                      <a:pt x="83" y="108"/>
                      <a:pt x="68" y="93"/>
                    </a:cubicBezTo>
                    <a:cubicBezTo>
                      <a:pt x="60" y="83"/>
                      <a:pt x="52" y="74"/>
                      <a:pt x="43" y="66"/>
                    </a:cubicBezTo>
                    <a:cubicBezTo>
                      <a:pt x="36" y="59"/>
                      <a:pt x="29" y="51"/>
                      <a:pt x="22" y="44"/>
                    </a:cubicBezTo>
                    <a:cubicBezTo>
                      <a:pt x="20" y="41"/>
                      <a:pt x="17" y="38"/>
                      <a:pt x="15" y="35"/>
                    </a:cubicBezTo>
                    <a:lnTo>
                      <a:pt x="14" y="34"/>
                    </a:lnTo>
                    <a:lnTo>
                      <a:pt x="15" y="35"/>
                    </a:lnTo>
                    <a:cubicBezTo>
                      <a:pt x="14" y="34"/>
                      <a:pt x="14" y="33"/>
                      <a:pt x="12" y="33"/>
                    </a:cubicBezTo>
                    <a:cubicBezTo>
                      <a:pt x="13" y="33"/>
                      <a:pt x="14" y="33"/>
                      <a:pt x="14" y="34"/>
                    </a:cubicBezTo>
                    <a:cubicBezTo>
                      <a:pt x="12" y="33"/>
                      <a:pt x="11" y="31"/>
                      <a:pt x="11" y="30"/>
                    </a:cubicBezTo>
                    <a:lnTo>
                      <a:pt x="11" y="31"/>
                    </a:lnTo>
                    <a:cubicBezTo>
                      <a:pt x="8" y="27"/>
                      <a:pt x="5" y="23"/>
                      <a:pt x="3" y="19"/>
                    </a:cubicBezTo>
                    <a:cubicBezTo>
                      <a:pt x="0" y="14"/>
                      <a:pt x="0" y="8"/>
                      <a:pt x="5" y="4"/>
                    </a:cubicBezTo>
                    <a:cubicBezTo>
                      <a:pt x="11" y="0"/>
                      <a:pt x="18" y="2"/>
                      <a:pt x="21" y="8"/>
                    </a:cubicBezTo>
                    <a:cubicBezTo>
                      <a:pt x="22" y="9"/>
                      <a:pt x="23" y="10"/>
                      <a:pt x="24" y="12"/>
                    </a:cubicBezTo>
                    <a:cubicBezTo>
                      <a:pt x="26" y="16"/>
                      <a:pt x="29" y="19"/>
                      <a:pt x="32" y="23"/>
                    </a:cubicBezTo>
                    <a:cubicBezTo>
                      <a:pt x="46" y="39"/>
                      <a:pt x="60" y="54"/>
                      <a:pt x="74" y="70"/>
                    </a:cubicBezTo>
                    <a:cubicBezTo>
                      <a:pt x="89" y="86"/>
                      <a:pt x="103" y="102"/>
                      <a:pt x="117" y="119"/>
                    </a:cubicBezTo>
                    <a:cubicBezTo>
                      <a:pt x="147" y="153"/>
                      <a:pt x="177" y="186"/>
                      <a:pt x="206" y="220"/>
                    </a:cubicBezTo>
                    <a:cubicBezTo>
                      <a:pt x="220" y="236"/>
                      <a:pt x="234" y="253"/>
                      <a:pt x="248" y="270"/>
                    </a:cubicBezTo>
                    <a:cubicBezTo>
                      <a:pt x="263" y="288"/>
                      <a:pt x="278" y="305"/>
                      <a:pt x="292" y="323"/>
                    </a:cubicBezTo>
                    <a:cubicBezTo>
                      <a:pt x="304" y="337"/>
                      <a:pt x="315" y="352"/>
                      <a:pt x="326" y="366"/>
                    </a:cubicBezTo>
                    <a:cubicBezTo>
                      <a:pt x="326" y="365"/>
                      <a:pt x="326" y="365"/>
                      <a:pt x="326" y="365"/>
                    </a:cubicBezTo>
                    <a:cubicBezTo>
                      <a:pt x="338" y="379"/>
                      <a:pt x="350" y="393"/>
                      <a:pt x="362" y="407"/>
                    </a:cubicBezTo>
                    <a:cubicBezTo>
                      <a:pt x="368" y="414"/>
                      <a:pt x="374" y="421"/>
                      <a:pt x="380" y="427"/>
                    </a:cubicBezTo>
                    <a:cubicBezTo>
                      <a:pt x="385" y="433"/>
                      <a:pt x="391" y="440"/>
                      <a:pt x="397" y="445"/>
                    </a:cubicBezTo>
                    <a:cubicBezTo>
                      <a:pt x="397" y="446"/>
                      <a:pt x="398" y="446"/>
                      <a:pt x="398" y="447"/>
                    </a:cubicBezTo>
                    <a:cubicBezTo>
                      <a:pt x="399" y="447"/>
                      <a:pt x="399" y="447"/>
                      <a:pt x="400" y="447"/>
                    </a:cubicBezTo>
                    <a:cubicBezTo>
                      <a:pt x="405" y="450"/>
                      <a:pt x="406" y="457"/>
                      <a:pt x="404" y="461"/>
                    </a:cubicBezTo>
                    <a:cubicBezTo>
                      <a:pt x="402" y="465"/>
                      <a:pt x="398" y="468"/>
                      <a:pt x="394" y="468"/>
                    </a:cubicBezTo>
                    <a:cubicBezTo>
                      <a:pt x="392" y="468"/>
                      <a:pt x="391" y="467"/>
                      <a:pt x="390" y="46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6" name="Google Shape;2816;p30"/>
              <p:cNvSpPr/>
              <p:nvPr/>
            </p:nvSpPr>
            <p:spPr>
              <a:xfrm>
                <a:off x="4054320" y="801720"/>
                <a:ext cx="123840" cy="136800"/>
              </a:xfrm>
              <a:custGeom>
                <a:avLst/>
                <a:gdLst/>
                <a:ahLst/>
                <a:cxnLst/>
                <a:rect l="l" t="t" r="r" b="b"/>
                <a:pathLst>
                  <a:path w="344" h="380" extrusionOk="0">
                    <a:moveTo>
                      <a:pt x="329" y="378"/>
                    </a:moveTo>
                    <a:cubicBezTo>
                      <a:pt x="325" y="378"/>
                      <a:pt x="322" y="375"/>
                      <a:pt x="320" y="373"/>
                    </a:cubicBezTo>
                    <a:cubicBezTo>
                      <a:pt x="317" y="371"/>
                      <a:pt x="315" y="369"/>
                      <a:pt x="313" y="367"/>
                    </a:cubicBezTo>
                    <a:cubicBezTo>
                      <a:pt x="310" y="364"/>
                      <a:pt x="306" y="360"/>
                      <a:pt x="303" y="356"/>
                    </a:cubicBezTo>
                    <a:cubicBezTo>
                      <a:pt x="295" y="349"/>
                      <a:pt x="288" y="341"/>
                      <a:pt x="280" y="333"/>
                    </a:cubicBezTo>
                    <a:cubicBezTo>
                      <a:pt x="265" y="317"/>
                      <a:pt x="251" y="300"/>
                      <a:pt x="238" y="282"/>
                    </a:cubicBezTo>
                    <a:cubicBezTo>
                      <a:pt x="227" y="267"/>
                      <a:pt x="217" y="252"/>
                      <a:pt x="206" y="238"/>
                    </a:cubicBezTo>
                    <a:cubicBezTo>
                      <a:pt x="200" y="230"/>
                      <a:pt x="195" y="222"/>
                      <a:pt x="188" y="214"/>
                    </a:cubicBezTo>
                    <a:cubicBezTo>
                      <a:pt x="183" y="207"/>
                      <a:pt x="178" y="200"/>
                      <a:pt x="172" y="193"/>
                    </a:cubicBezTo>
                    <a:cubicBezTo>
                      <a:pt x="168" y="188"/>
                      <a:pt x="164" y="184"/>
                      <a:pt x="160" y="179"/>
                    </a:cubicBezTo>
                    <a:cubicBezTo>
                      <a:pt x="157" y="175"/>
                      <a:pt x="153" y="170"/>
                      <a:pt x="149" y="166"/>
                    </a:cubicBezTo>
                    <a:cubicBezTo>
                      <a:pt x="142" y="159"/>
                      <a:pt x="135" y="151"/>
                      <a:pt x="128" y="143"/>
                    </a:cubicBezTo>
                    <a:cubicBezTo>
                      <a:pt x="112" y="127"/>
                      <a:pt x="96" y="110"/>
                      <a:pt x="80" y="94"/>
                    </a:cubicBezTo>
                    <a:cubicBezTo>
                      <a:pt x="70" y="84"/>
                      <a:pt x="59" y="74"/>
                      <a:pt x="48" y="64"/>
                    </a:cubicBezTo>
                    <a:lnTo>
                      <a:pt x="48" y="63"/>
                    </a:lnTo>
                    <a:lnTo>
                      <a:pt x="48" y="64"/>
                    </a:lnTo>
                    <a:cubicBezTo>
                      <a:pt x="41" y="57"/>
                      <a:pt x="34" y="51"/>
                      <a:pt x="28" y="45"/>
                    </a:cubicBezTo>
                    <a:cubicBezTo>
                      <a:pt x="24" y="42"/>
                      <a:pt x="21" y="39"/>
                      <a:pt x="17" y="36"/>
                    </a:cubicBezTo>
                    <a:cubicBezTo>
                      <a:pt x="12" y="30"/>
                      <a:pt x="6" y="25"/>
                      <a:pt x="3" y="18"/>
                    </a:cubicBezTo>
                    <a:cubicBezTo>
                      <a:pt x="0" y="12"/>
                      <a:pt x="2" y="6"/>
                      <a:pt x="8" y="3"/>
                    </a:cubicBezTo>
                    <a:cubicBezTo>
                      <a:pt x="12" y="0"/>
                      <a:pt x="19" y="2"/>
                      <a:pt x="22" y="8"/>
                    </a:cubicBezTo>
                    <a:cubicBezTo>
                      <a:pt x="23" y="8"/>
                      <a:pt x="23" y="9"/>
                      <a:pt x="23" y="10"/>
                    </a:cubicBezTo>
                    <a:cubicBezTo>
                      <a:pt x="24" y="11"/>
                      <a:pt x="25" y="12"/>
                      <a:pt x="26" y="14"/>
                    </a:cubicBezTo>
                    <a:cubicBezTo>
                      <a:pt x="34" y="23"/>
                      <a:pt x="43" y="31"/>
                      <a:pt x="51" y="39"/>
                    </a:cubicBezTo>
                    <a:cubicBezTo>
                      <a:pt x="59" y="47"/>
                      <a:pt x="68" y="55"/>
                      <a:pt x="76" y="63"/>
                    </a:cubicBezTo>
                    <a:cubicBezTo>
                      <a:pt x="91" y="78"/>
                      <a:pt x="107" y="94"/>
                      <a:pt x="122" y="110"/>
                    </a:cubicBezTo>
                    <a:cubicBezTo>
                      <a:pt x="137" y="127"/>
                      <a:pt x="154" y="143"/>
                      <a:pt x="168" y="160"/>
                    </a:cubicBezTo>
                    <a:cubicBezTo>
                      <a:pt x="183" y="177"/>
                      <a:pt x="197" y="194"/>
                      <a:pt x="210" y="212"/>
                    </a:cubicBezTo>
                    <a:cubicBezTo>
                      <a:pt x="221" y="226"/>
                      <a:pt x="231" y="240"/>
                      <a:pt x="241" y="254"/>
                    </a:cubicBezTo>
                    <a:cubicBezTo>
                      <a:pt x="251" y="268"/>
                      <a:pt x="262" y="280"/>
                      <a:pt x="272" y="293"/>
                    </a:cubicBezTo>
                    <a:cubicBezTo>
                      <a:pt x="290" y="314"/>
                      <a:pt x="309" y="333"/>
                      <a:pt x="329" y="351"/>
                    </a:cubicBezTo>
                    <a:cubicBezTo>
                      <a:pt x="329" y="351"/>
                      <a:pt x="328" y="351"/>
                      <a:pt x="327" y="351"/>
                    </a:cubicBezTo>
                    <a:cubicBezTo>
                      <a:pt x="330" y="353"/>
                      <a:pt x="332" y="355"/>
                      <a:pt x="335" y="357"/>
                    </a:cubicBezTo>
                    <a:cubicBezTo>
                      <a:pt x="336" y="358"/>
                      <a:pt x="337" y="358"/>
                      <a:pt x="338" y="359"/>
                    </a:cubicBezTo>
                    <a:cubicBezTo>
                      <a:pt x="341" y="362"/>
                      <a:pt x="343" y="368"/>
                      <a:pt x="341" y="372"/>
                    </a:cubicBezTo>
                    <a:lnTo>
                      <a:pt x="340" y="372"/>
                    </a:lnTo>
                    <a:cubicBezTo>
                      <a:pt x="338" y="376"/>
                      <a:pt x="335" y="379"/>
                      <a:pt x="331" y="379"/>
                    </a:cubicBezTo>
                    <a:cubicBezTo>
                      <a:pt x="330" y="379"/>
                      <a:pt x="330" y="378"/>
                      <a:pt x="329" y="3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7" name="Google Shape;2817;p30"/>
              <p:cNvSpPr/>
              <p:nvPr/>
            </p:nvSpPr>
            <p:spPr>
              <a:xfrm>
                <a:off x="4083480" y="794880"/>
                <a:ext cx="78840" cy="83880"/>
              </a:xfrm>
              <a:custGeom>
                <a:avLst/>
                <a:gdLst/>
                <a:ahLst/>
                <a:cxnLst/>
                <a:rect l="l" t="t" r="r" b="b"/>
                <a:pathLst>
                  <a:path w="219" h="233" extrusionOk="0">
                    <a:moveTo>
                      <a:pt x="198" y="228"/>
                    </a:moveTo>
                    <a:cubicBezTo>
                      <a:pt x="193" y="222"/>
                      <a:pt x="188" y="215"/>
                      <a:pt x="183" y="209"/>
                    </a:cubicBezTo>
                    <a:cubicBezTo>
                      <a:pt x="178" y="203"/>
                      <a:pt x="173" y="196"/>
                      <a:pt x="168" y="190"/>
                    </a:cubicBezTo>
                    <a:lnTo>
                      <a:pt x="169" y="191"/>
                    </a:lnTo>
                    <a:cubicBezTo>
                      <a:pt x="162" y="183"/>
                      <a:pt x="155" y="174"/>
                      <a:pt x="148" y="166"/>
                    </a:cubicBezTo>
                    <a:cubicBezTo>
                      <a:pt x="140" y="158"/>
                      <a:pt x="133" y="150"/>
                      <a:pt x="126" y="143"/>
                    </a:cubicBezTo>
                    <a:cubicBezTo>
                      <a:pt x="109" y="126"/>
                      <a:pt x="93" y="109"/>
                      <a:pt x="77" y="93"/>
                    </a:cubicBezTo>
                    <a:cubicBezTo>
                      <a:pt x="55" y="69"/>
                      <a:pt x="32" y="45"/>
                      <a:pt x="8" y="23"/>
                    </a:cubicBezTo>
                    <a:cubicBezTo>
                      <a:pt x="7" y="23"/>
                      <a:pt x="7" y="22"/>
                      <a:pt x="6" y="21"/>
                    </a:cubicBezTo>
                    <a:cubicBezTo>
                      <a:pt x="4" y="21"/>
                      <a:pt x="3" y="19"/>
                      <a:pt x="2" y="17"/>
                    </a:cubicBezTo>
                    <a:cubicBezTo>
                      <a:pt x="0" y="14"/>
                      <a:pt x="0" y="11"/>
                      <a:pt x="0" y="8"/>
                    </a:cubicBezTo>
                    <a:cubicBezTo>
                      <a:pt x="2" y="5"/>
                      <a:pt x="4" y="2"/>
                      <a:pt x="9" y="0"/>
                    </a:cubicBezTo>
                    <a:cubicBezTo>
                      <a:pt x="12" y="0"/>
                      <a:pt x="16" y="1"/>
                      <a:pt x="18" y="4"/>
                    </a:cubicBezTo>
                    <a:cubicBezTo>
                      <a:pt x="50" y="35"/>
                      <a:pt x="80" y="68"/>
                      <a:pt x="111" y="101"/>
                    </a:cubicBezTo>
                    <a:cubicBezTo>
                      <a:pt x="126" y="116"/>
                      <a:pt x="141" y="131"/>
                      <a:pt x="156" y="147"/>
                    </a:cubicBezTo>
                    <a:cubicBezTo>
                      <a:pt x="171" y="163"/>
                      <a:pt x="186" y="179"/>
                      <a:pt x="200" y="197"/>
                    </a:cubicBezTo>
                    <a:cubicBezTo>
                      <a:pt x="201" y="198"/>
                      <a:pt x="201" y="198"/>
                      <a:pt x="201" y="199"/>
                    </a:cubicBezTo>
                    <a:lnTo>
                      <a:pt x="201" y="198"/>
                    </a:lnTo>
                    <a:cubicBezTo>
                      <a:pt x="202" y="199"/>
                      <a:pt x="203" y="200"/>
                      <a:pt x="204" y="202"/>
                    </a:cubicBezTo>
                    <a:cubicBezTo>
                      <a:pt x="204" y="201"/>
                      <a:pt x="204" y="201"/>
                      <a:pt x="204" y="201"/>
                    </a:cubicBezTo>
                    <a:cubicBezTo>
                      <a:pt x="205" y="203"/>
                      <a:pt x="206" y="204"/>
                      <a:pt x="207" y="206"/>
                    </a:cubicBezTo>
                    <a:lnTo>
                      <a:pt x="207" y="205"/>
                    </a:lnTo>
                    <a:cubicBezTo>
                      <a:pt x="209" y="208"/>
                      <a:pt x="211" y="211"/>
                      <a:pt x="214" y="214"/>
                    </a:cubicBezTo>
                    <a:cubicBezTo>
                      <a:pt x="218" y="218"/>
                      <a:pt x="218" y="225"/>
                      <a:pt x="214" y="229"/>
                    </a:cubicBezTo>
                    <a:cubicBezTo>
                      <a:pt x="212" y="231"/>
                      <a:pt x="209" y="232"/>
                      <a:pt x="206" y="232"/>
                    </a:cubicBezTo>
                    <a:cubicBezTo>
                      <a:pt x="203" y="232"/>
                      <a:pt x="201" y="231"/>
                      <a:pt x="198" y="2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8" name="Google Shape;2818;p30"/>
              <p:cNvSpPr/>
              <p:nvPr/>
            </p:nvSpPr>
            <p:spPr>
              <a:xfrm>
                <a:off x="4110840" y="784440"/>
                <a:ext cx="53280" cy="53640"/>
              </a:xfrm>
              <a:custGeom>
                <a:avLst/>
                <a:gdLst/>
                <a:ahLst/>
                <a:cxnLst/>
                <a:rect l="l" t="t" r="r" b="b"/>
                <a:pathLst>
                  <a:path w="148" h="149" extrusionOk="0">
                    <a:moveTo>
                      <a:pt x="128" y="145"/>
                    </a:moveTo>
                    <a:cubicBezTo>
                      <a:pt x="124" y="141"/>
                      <a:pt x="119" y="136"/>
                      <a:pt x="114" y="131"/>
                    </a:cubicBezTo>
                    <a:cubicBezTo>
                      <a:pt x="111" y="127"/>
                      <a:pt x="107" y="123"/>
                      <a:pt x="104" y="120"/>
                    </a:cubicBezTo>
                    <a:cubicBezTo>
                      <a:pt x="96" y="111"/>
                      <a:pt x="87" y="103"/>
                      <a:pt x="79" y="95"/>
                    </a:cubicBezTo>
                    <a:cubicBezTo>
                      <a:pt x="64" y="79"/>
                      <a:pt x="48" y="64"/>
                      <a:pt x="33" y="49"/>
                    </a:cubicBezTo>
                    <a:cubicBezTo>
                      <a:pt x="28" y="44"/>
                      <a:pt x="24" y="39"/>
                      <a:pt x="19" y="35"/>
                    </a:cubicBezTo>
                    <a:cubicBezTo>
                      <a:pt x="17" y="33"/>
                      <a:pt x="15" y="31"/>
                      <a:pt x="13" y="29"/>
                    </a:cubicBezTo>
                    <a:cubicBezTo>
                      <a:pt x="9" y="25"/>
                      <a:pt x="5" y="21"/>
                      <a:pt x="3" y="16"/>
                    </a:cubicBezTo>
                    <a:cubicBezTo>
                      <a:pt x="0" y="8"/>
                      <a:pt x="7" y="0"/>
                      <a:pt x="15" y="2"/>
                    </a:cubicBezTo>
                    <a:cubicBezTo>
                      <a:pt x="17" y="2"/>
                      <a:pt x="19" y="3"/>
                      <a:pt x="21" y="4"/>
                    </a:cubicBezTo>
                    <a:cubicBezTo>
                      <a:pt x="23" y="6"/>
                      <a:pt x="24" y="8"/>
                      <a:pt x="25" y="10"/>
                    </a:cubicBezTo>
                    <a:cubicBezTo>
                      <a:pt x="32" y="20"/>
                      <a:pt x="41" y="28"/>
                      <a:pt x="49" y="36"/>
                    </a:cubicBezTo>
                    <a:cubicBezTo>
                      <a:pt x="57" y="43"/>
                      <a:pt x="64" y="52"/>
                      <a:pt x="72" y="59"/>
                    </a:cubicBezTo>
                    <a:cubicBezTo>
                      <a:pt x="87" y="76"/>
                      <a:pt x="103" y="91"/>
                      <a:pt x="119" y="108"/>
                    </a:cubicBezTo>
                    <a:cubicBezTo>
                      <a:pt x="126" y="114"/>
                      <a:pt x="132" y="120"/>
                      <a:pt x="139" y="127"/>
                    </a:cubicBezTo>
                    <a:cubicBezTo>
                      <a:pt x="140" y="128"/>
                      <a:pt x="141" y="128"/>
                      <a:pt x="142" y="129"/>
                    </a:cubicBezTo>
                    <a:cubicBezTo>
                      <a:pt x="146" y="133"/>
                      <a:pt x="147" y="139"/>
                      <a:pt x="143" y="144"/>
                    </a:cubicBezTo>
                    <a:cubicBezTo>
                      <a:pt x="141" y="146"/>
                      <a:pt x="138" y="148"/>
                      <a:pt x="135" y="148"/>
                    </a:cubicBezTo>
                    <a:cubicBezTo>
                      <a:pt x="132" y="148"/>
                      <a:pt x="130" y="147"/>
                      <a:pt x="128" y="1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9" name="Google Shape;2819;p30"/>
              <p:cNvSpPr/>
              <p:nvPr/>
            </p:nvSpPr>
            <p:spPr>
              <a:xfrm>
                <a:off x="4136760" y="780840"/>
                <a:ext cx="23040" cy="21960"/>
              </a:xfrm>
              <a:custGeom>
                <a:avLst/>
                <a:gdLst/>
                <a:ahLst/>
                <a:cxnLst/>
                <a:rect l="l" t="t" r="r" b="b"/>
                <a:pathLst>
                  <a:path w="64" h="61" extrusionOk="0">
                    <a:moveTo>
                      <a:pt x="44" y="57"/>
                    </a:moveTo>
                    <a:cubicBezTo>
                      <a:pt x="36" y="48"/>
                      <a:pt x="28" y="39"/>
                      <a:pt x="20" y="31"/>
                    </a:cubicBezTo>
                    <a:lnTo>
                      <a:pt x="21" y="32"/>
                    </a:lnTo>
                    <a:cubicBezTo>
                      <a:pt x="17" y="28"/>
                      <a:pt x="13" y="26"/>
                      <a:pt x="9" y="22"/>
                    </a:cubicBezTo>
                    <a:cubicBezTo>
                      <a:pt x="6" y="21"/>
                      <a:pt x="3" y="19"/>
                      <a:pt x="2" y="16"/>
                    </a:cubicBezTo>
                    <a:cubicBezTo>
                      <a:pt x="0" y="9"/>
                      <a:pt x="5" y="2"/>
                      <a:pt x="12" y="1"/>
                    </a:cubicBezTo>
                    <a:cubicBezTo>
                      <a:pt x="15" y="0"/>
                      <a:pt x="19" y="2"/>
                      <a:pt x="21" y="5"/>
                    </a:cubicBezTo>
                    <a:cubicBezTo>
                      <a:pt x="23" y="6"/>
                      <a:pt x="26" y="7"/>
                      <a:pt x="27" y="9"/>
                    </a:cubicBezTo>
                    <a:cubicBezTo>
                      <a:pt x="31" y="13"/>
                      <a:pt x="34" y="16"/>
                      <a:pt x="38" y="19"/>
                    </a:cubicBezTo>
                    <a:cubicBezTo>
                      <a:pt x="45" y="27"/>
                      <a:pt x="52" y="35"/>
                      <a:pt x="59" y="42"/>
                    </a:cubicBezTo>
                    <a:cubicBezTo>
                      <a:pt x="63" y="47"/>
                      <a:pt x="63" y="53"/>
                      <a:pt x="59" y="58"/>
                    </a:cubicBezTo>
                    <a:cubicBezTo>
                      <a:pt x="57" y="59"/>
                      <a:pt x="54" y="60"/>
                      <a:pt x="51" y="60"/>
                    </a:cubicBezTo>
                    <a:cubicBezTo>
                      <a:pt x="49" y="60"/>
                      <a:pt x="46" y="59"/>
                      <a:pt x="44" y="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0" name="Google Shape;2820;p30"/>
              <p:cNvSpPr/>
              <p:nvPr/>
            </p:nvSpPr>
            <p:spPr>
              <a:xfrm>
                <a:off x="3894120" y="758520"/>
                <a:ext cx="417600" cy="301680"/>
              </a:xfrm>
              <a:custGeom>
                <a:avLst/>
                <a:gdLst/>
                <a:ahLst/>
                <a:cxnLst/>
                <a:rect l="l" t="t" r="r" b="b"/>
                <a:pathLst>
                  <a:path w="1160" h="838" extrusionOk="0">
                    <a:moveTo>
                      <a:pt x="1137" y="837"/>
                    </a:moveTo>
                    <a:cubicBezTo>
                      <a:pt x="1097" y="836"/>
                      <a:pt x="1056" y="833"/>
                      <a:pt x="1015" y="832"/>
                    </a:cubicBezTo>
                    <a:cubicBezTo>
                      <a:pt x="994" y="831"/>
                      <a:pt x="973" y="830"/>
                      <a:pt x="952" y="829"/>
                    </a:cubicBezTo>
                    <a:cubicBezTo>
                      <a:pt x="932" y="827"/>
                      <a:pt x="912" y="826"/>
                      <a:pt x="891" y="825"/>
                    </a:cubicBezTo>
                    <a:cubicBezTo>
                      <a:pt x="851" y="823"/>
                      <a:pt x="811" y="822"/>
                      <a:pt x="771" y="818"/>
                    </a:cubicBezTo>
                    <a:cubicBezTo>
                      <a:pt x="730" y="813"/>
                      <a:pt x="688" y="807"/>
                      <a:pt x="648" y="798"/>
                    </a:cubicBezTo>
                    <a:cubicBezTo>
                      <a:pt x="620" y="792"/>
                      <a:pt x="592" y="785"/>
                      <a:pt x="564" y="779"/>
                    </a:cubicBezTo>
                    <a:cubicBezTo>
                      <a:pt x="537" y="773"/>
                      <a:pt x="510" y="765"/>
                      <a:pt x="482" y="758"/>
                    </a:cubicBezTo>
                    <a:cubicBezTo>
                      <a:pt x="443" y="749"/>
                      <a:pt x="403" y="740"/>
                      <a:pt x="363" y="730"/>
                    </a:cubicBezTo>
                    <a:cubicBezTo>
                      <a:pt x="344" y="725"/>
                      <a:pt x="324" y="720"/>
                      <a:pt x="305" y="714"/>
                    </a:cubicBezTo>
                    <a:cubicBezTo>
                      <a:pt x="286" y="708"/>
                      <a:pt x="268" y="701"/>
                      <a:pt x="250" y="694"/>
                    </a:cubicBezTo>
                    <a:cubicBezTo>
                      <a:pt x="222" y="683"/>
                      <a:pt x="195" y="670"/>
                      <a:pt x="169" y="653"/>
                    </a:cubicBezTo>
                    <a:cubicBezTo>
                      <a:pt x="143" y="636"/>
                      <a:pt x="118" y="617"/>
                      <a:pt x="95" y="595"/>
                    </a:cubicBezTo>
                    <a:cubicBezTo>
                      <a:pt x="96" y="596"/>
                      <a:pt x="97" y="596"/>
                      <a:pt x="98" y="597"/>
                    </a:cubicBezTo>
                    <a:cubicBezTo>
                      <a:pt x="95" y="594"/>
                      <a:pt x="92" y="592"/>
                      <a:pt x="90" y="590"/>
                    </a:cubicBezTo>
                    <a:cubicBezTo>
                      <a:pt x="91" y="590"/>
                      <a:pt x="91" y="590"/>
                      <a:pt x="91" y="591"/>
                    </a:cubicBezTo>
                    <a:cubicBezTo>
                      <a:pt x="63" y="562"/>
                      <a:pt x="35" y="531"/>
                      <a:pt x="18" y="495"/>
                    </a:cubicBezTo>
                    <a:cubicBezTo>
                      <a:pt x="10" y="477"/>
                      <a:pt x="5" y="457"/>
                      <a:pt x="2" y="438"/>
                    </a:cubicBezTo>
                    <a:cubicBezTo>
                      <a:pt x="1" y="428"/>
                      <a:pt x="0" y="417"/>
                      <a:pt x="2" y="406"/>
                    </a:cubicBezTo>
                    <a:cubicBezTo>
                      <a:pt x="3" y="396"/>
                      <a:pt x="5" y="386"/>
                      <a:pt x="9" y="377"/>
                    </a:cubicBezTo>
                    <a:cubicBezTo>
                      <a:pt x="14" y="362"/>
                      <a:pt x="21" y="348"/>
                      <a:pt x="29" y="335"/>
                    </a:cubicBezTo>
                    <a:cubicBezTo>
                      <a:pt x="36" y="322"/>
                      <a:pt x="44" y="309"/>
                      <a:pt x="52" y="297"/>
                    </a:cubicBezTo>
                    <a:lnTo>
                      <a:pt x="53" y="297"/>
                    </a:lnTo>
                    <a:cubicBezTo>
                      <a:pt x="53" y="296"/>
                      <a:pt x="53" y="295"/>
                      <a:pt x="53" y="295"/>
                    </a:cubicBezTo>
                    <a:lnTo>
                      <a:pt x="53" y="296"/>
                    </a:lnTo>
                    <a:cubicBezTo>
                      <a:pt x="58" y="289"/>
                      <a:pt x="64" y="283"/>
                      <a:pt x="70" y="276"/>
                    </a:cubicBezTo>
                    <a:cubicBezTo>
                      <a:pt x="84" y="262"/>
                      <a:pt x="100" y="250"/>
                      <a:pt x="117" y="239"/>
                    </a:cubicBezTo>
                    <a:cubicBezTo>
                      <a:pt x="126" y="233"/>
                      <a:pt x="134" y="227"/>
                      <a:pt x="144" y="222"/>
                    </a:cubicBezTo>
                    <a:cubicBezTo>
                      <a:pt x="152" y="217"/>
                      <a:pt x="161" y="213"/>
                      <a:pt x="170" y="209"/>
                    </a:cubicBezTo>
                    <a:cubicBezTo>
                      <a:pt x="187" y="200"/>
                      <a:pt x="206" y="192"/>
                      <a:pt x="224" y="183"/>
                    </a:cubicBezTo>
                    <a:cubicBezTo>
                      <a:pt x="242" y="175"/>
                      <a:pt x="259" y="166"/>
                      <a:pt x="277" y="158"/>
                    </a:cubicBezTo>
                    <a:cubicBezTo>
                      <a:pt x="288" y="153"/>
                      <a:pt x="299" y="148"/>
                      <a:pt x="310" y="143"/>
                    </a:cubicBezTo>
                    <a:lnTo>
                      <a:pt x="309" y="143"/>
                    </a:lnTo>
                    <a:cubicBezTo>
                      <a:pt x="310" y="143"/>
                      <a:pt x="310" y="143"/>
                      <a:pt x="310" y="143"/>
                    </a:cubicBezTo>
                    <a:cubicBezTo>
                      <a:pt x="311" y="143"/>
                      <a:pt x="311" y="143"/>
                      <a:pt x="312" y="142"/>
                    </a:cubicBezTo>
                    <a:cubicBezTo>
                      <a:pt x="312" y="142"/>
                      <a:pt x="312" y="143"/>
                      <a:pt x="311" y="143"/>
                    </a:cubicBezTo>
                    <a:cubicBezTo>
                      <a:pt x="312" y="142"/>
                      <a:pt x="312" y="142"/>
                      <a:pt x="312" y="142"/>
                    </a:cubicBezTo>
                    <a:cubicBezTo>
                      <a:pt x="313" y="142"/>
                      <a:pt x="315" y="141"/>
                      <a:pt x="317" y="141"/>
                    </a:cubicBezTo>
                    <a:cubicBezTo>
                      <a:pt x="317" y="140"/>
                      <a:pt x="318" y="140"/>
                      <a:pt x="318" y="140"/>
                    </a:cubicBezTo>
                    <a:cubicBezTo>
                      <a:pt x="319" y="139"/>
                      <a:pt x="319" y="139"/>
                      <a:pt x="319" y="139"/>
                    </a:cubicBezTo>
                    <a:lnTo>
                      <a:pt x="320" y="139"/>
                    </a:lnTo>
                    <a:cubicBezTo>
                      <a:pt x="338" y="131"/>
                      <a:pt x="356" y="124"/>
                      <a:pt x="374" y="117"/>
                    </a:cubicBezTo>
                    <a:cubicBezTo>
                      <a:pt x="393" y="110"/>
                      <a:pt x="412" y="104"/>
                      <a:pt x="432" y="99"/>
                    </a:cubicBezTo>
                    <a:cubicBezTo>
                      <a:pt x="471" y="89"/>
                      <a:pt x="511" y="81"/>
                      <a:pt x="551" y="75"/>
                    </a:cubicBezTo>
                    <a:cubicBezTo>
                      <a:pt x="558" y="74"/>
                      <a:pt x="564" y="72"/>
                      <a:pt x="571" y="71"/>
                    </a:cubicBezTo>
                    <a:cubicBezTo>
                      <a:pt x="571" y="72"/>
                      <a:pt x="570" y="72"/>
                      <a:pt x="569" y="72"/>
                    </a:cubicBezTo>
                    <a:cubicBezTo>
                      <a:pt x="588" y="69"/>
                      <a:pt x="607" y="65"/>
                      <a:pt x="627" y="62"/>
                    </a:cubicBezTo>
                    <a:cubicBezTo>
                      <a:pt x="648" y="58"/>
                      <a:pt x="669" y="55"/>
                      <a:pt x="689" y="52"/>
                    </a:cubicBezTo>
                    <a:cubicBezTo>
                      <a:pt x="709" y="48"/>
                      <a:pt x="729" y="44"/>
                      <a:pt x="749" y="40"/>
                    </a:cubicBezTo>
                    <a:cubicBezTo>
                      <a:pt x="768" y="36"/>
                      <a:pt x="786" y="32"/>
                      <a:pt x="806" y="28"/>
                    </a:cubicBezTo>
                    <a:cubicBezTo>
                      <a:pt x="826" y="24"/>
                      <a:pt x="846" y="19"/>
                      <a:pt x="866" y="14"/>
                    </a:cubicBezTo>
                    <a:cubicBezTo>
                      <a:pt x="876" y="11"/>
                      <a:pt x="885" y="9"/>
                      <a:pt x="895" y="6"/>
                    </a:cubicBezTo>
                    <a:cubicBezTo>
                      <a:pt x="899" y="5"/>
                      <a:pt x="904" y="4"/>
                      <a:pt x="908" y="3"/>
                    </a:cubicBezTo>
                    <a:cubicBezTo>
                      <a:pt x="913" y="2"/>
                      <a:pt x="917" y="0"/>
                      <a:pt x="922" y="1"/>
                    </a:cubicBezTo>
                    <a:cubicBezTo>
                      <a:pt x="924" y="1"/>
                      <a:pt x="927" y="1"/>
                      <a:pt x="929" y="2"/>
                    </a:cubicBezTo>
                    <a:cubicBezTo>
                      <a:pt x="935" y="5"/>
                      <a:pt x="939" y="11"/>
                      <a:pt x="940" y="17"/>
                    </a:cubicBezTo>
                    <a:cubicBezTo>
                      <a:pt x="940" y="24"/>
                      <a:pt x="937" y="30"/>
                      <a:pt x="931" y="33"/>
                    </a:cubicBezTo>
                    <a:cubicBezTo>
                      <a:pt x="928" y="36"/>
                      <a:pt x="923" y="37"/>
                      <a:pt x="918" y="38"/>
                    </a:cubicBezTo>
                    <a:cubicBezTo>
                      <a:pt x="913" y="39"/>
                      <a:pt x="908" y="40"/>
                      <a:pt x="903" y="41"/>
                    </a:cubicBezTo>
                    <a:cubicBezTo>
                      <a:pt x="895" y="44"/>
                      <a:pt x="886" y="46"/>
                      <a:pt x="877" y="48"/>
                    </a:cubicBezTo>
                    <a:cubicBezTo>
                      <a:pt x="857" y="54"/>
                      <a:pt x="838" y="59"/>
                      <a:pt x="818" y="63"/>
                    </a:cubicBezTo>
                    <a:cubicBezTo>
                      <a:pt x="798" y="68"/>
                      <a:pt x="778" y="72"/>
                      <a:pt x="758" y="76"/>
                    </a:cubicBezTo>
                    <a:cubicBezTo>
                      <a:pt x="739" y="80"/>
                      <a:pt x="720" y="84"/>
                      <a:pt x="701" y="88"/>
                    </a:cubicBezTo>
                    <a:cubicBezTo>
                      <a:pt x="681" y="91"/>
                      <a:pt x="661" y="95"/>
                      <a:pt x="640" y="98"/>
                    </a:cubicBezTo>
                    <a:cubicBezTo>
                      <a:pt x="620" y="101"/>
                      <a:pt x="600" y="105"/>
                      <a:pt x="580" y="108"/>
                    </a:cubicBezTo>
                    <a:cubicBezTo>
                      <a:pt x="560" y="112"/>
                      <a:pt x="541" y="114"/>
                      <a:pt x="521" y="118"/>
                    </a:cubicBezTo>
                    <a:cubicBezTo>
                      <a:pt x="501" y="122"/>
                      <a:pt x="481" y="126"/>
                      <a:pt x="461" y="131"/>
                    </a:cubicBezTo>
                    <a:cubicBezTo>
                      <a:pt x="451" y="134"/>
                      <a:pt x="441" y="136"/>
                      <a:pt x="432" y="139"/>
                    </a:cubicBezTo>
                    <a:cubicBezTo>
                      <a:pt x="433" y="139"/>
                      <a:pt x="434" y="138"/>
                      <a:pt x="434" y="138"/>
                    </a:cubicBezTo>
                    <a:cubicBezTo>
                      <a:pt x="415" y="143"/>
                      <a:pt x="397" y="150"/>
                      <a:pt x="379" y="157"/>
                    </a:cubicBezTo>
                    <a:cubicBezTo>
                      <a:pt x="360" y="164"/>
                      <a:pt x="342" y="171"/>
                      <a:pt x="324" y="179"/>
                    </a:cubicBezTo>
                    <a:cubicBezTo>
                      <a:pt x="296" y="191"/>
                      <a:pt x="270" y="205"/>
                      <a:pt x="242" y="218"/>
                    </a:cubicBezTo>
                    <a:cubicBezTo>
                      <a:pt x="215" y="231"/>
                      <a:pt x="187" y="244"/>
                      <a:pt x="161" y="258"/>
                    </a:cubicBezTo>
                    <a:cubicBezTo>
                      <a:pt x="145" y="267"/>
                      <a:pt x="131" y="277"/>
                      <a:pt x="117" y="288"/>
                    </a:cubicBezTo>
                    <a:cubicBezTo>
                      <a:pt x="110" y="293"/>
                      <a:pt x="103" y="299"/>
                      <a:pt x="97" y="305"/>
                    </a:cubicBezTo>
                    <a:cubicBezTo>
                      <a:pt x="92" y="310"/>
                      <a:pt x="88" y="315"/>
                      <a:pt x="85" y="319"/>
                    </a:cubicBezTo>
                    <a:cubicBezTo>
                      <a:pt x="78" y="330"/>
                      <a:pt x="71" y="340"/>
                      <a:pt x="66" y="351"/>
                    </a:cubicBezTo>
                    <a:cubicBezTo>
                      <a:pt x="59" y="362"/>
                      <a:pt x="53" y="373"/>
                      <a:pt x="48" y="385"/>
                    </a:cubicBezTo>
                    <a:cubicBezTo>
                      <a:pt x="46" y="390"/>
                      <a:pt x="45" y="396"/>
                      <a:pt x="44" y="401"/>
                    </a:cubicBezTo>
                    <a:cubicBezTo>
                      <a:pt x="44" y="400"/>
                      <a:pt x="44" y="400"/>
                      <a:pt x="44" y="400"/>
                    </a:cubicBezTo>
                    <a:cubicBezTo>
                      <a:pt x="44" y="400"/>
                      <a:pt x="44" y="401"/>
                      <a:pt x="43" y="402"/>
                    </a:cubicBezTo>
                    <a:cubicBezTo>
                      <a:pt x="42" y="405"/>
                      <a:pt x="42" y="408"/>
                      <a:pt x="42" y="411"/>
                    </a:cubicBezTo>
                    <a:cubicBezTo>
                      <a:pt x="41" y="414"/>
                      <a:pt x="41" y="417"/>
                      <a:pt x="41" y="420"/>
                    </a:cubicBezTo>
                    <a:cubicBezTo>
                      <a:pt x="41" y="426"/>
                      <a:pt x="42" y="432"/>
                      <a:pt x="43" y="437"/>
                    </a:cubicBezTo>
                    <a:cubicBezTo>
                      <a:pt x="44" y="445"/>
                      <a:pt x="46" y="452"/>
                      <a:pt x="48" y="459"/>
                    </a:cubicBezTo>
                    <a:cubicBezTo>
                      <a:pt x="49" y="464"/>
                      <a:pt x="52" y="470"/>
                      <a:pt x="53" y="476"/>
                    </a:cubicBezTo>
                    <a:cubicBezTo>
                      <a:pt x="56" y="481"/>
                      <a:pt x="59" y="487"/>
                      <a:pt x="62" y="492"/>
                    </a:cubicBezTo>
                    <a:cubicBezTo>
                      <a:pt x="69" y="502"/>
                      <a:pt x="75" y="512"/>
                      <a:pt x="82" y="521"/>
                    </a:cubicBezTo>
                    <a:cubicBezTo>
                      <a:pt x="94" y="536"/>
                      <a:pt x="106" y="549"/>
                      <a:pt x="119" y="562"/>
                    </a:cubicBezTo>
                    <a:cubicBezTo>
                      <a:pt x="119" y="562"/>
                      <a:pt x="120" y="563"/>
                      <a:pt x="121" y="564"/>
                    </a:cubicBezTo>
                    <a:cubicBezTo>
                      <a:pt x="120" y="563"/>
                      <a:pt x="120" y="563"/>
                      <a:pt x="119" y="562"/>
                    </a:cubicBezTo>
                    <a:cubicBezTo>
                      <a:pt x="121" y="563"/>
                      <a:pt x="123" y="565"/>
                      <a:pt x="124" y="567"/>
                    </a:cubicBezTo>
                    <a:cubicBezTo>
                      <a:pt x="138" y="580"/>
                      <a:pt x="152" y="592"/>
                      <a:pt x="168" y="603"/>
                    </a:cubicBezTo>
                    <a:cubicBezTo>
                      <a:pt x="175" y="609"/>
                      <a:pt x="183" y="614"/>
                      <a:pt x="192" y="619"/>
                    </a:cubicBezTo>
                    <a:cubicBezTo>
                      <a:pt x="199" y="625"/>
                      <a:pt x="207" y="629"/>
                      <a:pt x="215" y="633"/>
                    </a:cubicBezTo>
                    <a:cubicBezTo>
                      <a:pt x="222" y="637"/>
                      <a:pt x="230" y="642"/>
                      <a:pt x="238" y="646"/>
                    </a:cubicBezTo>
                    <a:cubicBezTo>
                      <a:pt x="247" y="649"/>
                      <a:pt x="256" y="653"/>
                      <a:pt x="264" y="657"/>
                    </a:cubicBezTo>
                    <a:cubicBezTo>
                      <a:pt x="283" y="664"/>
                      <a:pt x="302" y="671"/>
                      <a:pt x="321" y="677"/>
                    </a:cubicBezTo>
                    <a:cubicBezTo>
                      <a:pt x="342" y="684"/>
                      <a:pt x="363" y="689"/>
                      <a:pt x="384" y="694"/>
                    </a:cubicBezTo>
                    <a:cubicBezTo>
                      <a:pt x="387" y="695"/>
                      <a:pt x="390" y="696"/>
                      <a:pt x="393" y="696"/>
                    </a:cubicBezTo>
                    <a:cubicBezTo>
                      <a:pt x="421" y="703"/>
                      <a:pt x="448" y="709"/>
                      <a:pt x="476" y="716"/>
                    </a:cubicBezTo>
                    <a:cubicBezTo>
                      <a:pt x="504" y="723"/>
                      <a:pt x="532" y="730"/>
                      <a:pt x="560" y="737"/>
                    </a:cubicBezTo>
                    <a:lnTo>
                      <a:pt x="559" y="737"/>
                    </a:lnTo>
                    <a:cubicBezTo>
                      <a:pt x="562" y="737"/>
                      <a:pt x="563" y="738"/>
                      <a:pt x="565" y="738"/>
                    </a:cubicBezTo>
                    <a:lnTo>
                      <a:pt x="564" y="738"/>
                    </a:lnTo>
                    <a:cubicBezTo>
                      <a:pt x="565" y="738"/>
                      <a:pt x="566" y="738"/>
                      <a:pt x="566" y="738"/>
                    </a:cubicBezTo>
                    <a:lnTo>
                      <a:pt x="567" y="739"/>
                    </a:lnTo>
                    <a:lnTo>
                      <a:pt x="566" y="738"/>
                    </a:lnTo>
                    <a:cubicBezTo>
                      <a:pt x="568" y="739"/>
                      <a:pt x="570" y="739"/>
                      <a:pt x="571" y="740"/>
                    </a:cubicBezTo>
                    <a:lnTo>
                      <a:pt x="571" y="739"/>
                    </a:lnTo>
                    <a:cubicBezTo>
                      <a:pt x="603" y="747"/>
                      <a:pt x="635" y="754"/>
                      <a:pt x="667" y="761"/>
                    </a:cubicBezTo>
                    <a:cubicBezTo>
                      <a:pt x="698" y="768"/>
                      <a:pt x="730" y="773"/>
                      <a:pt x="762" y="777"/>
                    </a:cubicBezTo>
                    <a:cubicBezTo>
                      <a:pt x="802" y="781"/>
                      <a:pt x="842" y="784"/>
                      <a:pt x="883" y="785"/>
                    </a:cubicBezTo>
                    <a:cubicBezTo>
                      <a:pt x="903" y="785"/>
                      <a:pt x="924" y="787"/>
                      <a:pt x="944" y="788"/>
                    </a:cubicBezTo>
                    <a:cubicBezTo>
                      <a:pt x="965" y="790"/>
                      <a:pt x="986" y="791"/>
                      <a:pt x="1007" y="792"/>
                    </a:cubicBezTo>
                    <a:cubicBezTo>
                      <a:pt x="1029" y="793"/>
                      <a:pt x="1051" y="794"/>
                      <a:pt x="1074" y="794"/>
                    </a:cubicBezTo>
                    <a:cubicBezTo>
                      <a:pt x="1085" y="795"/>
                      <a:pt x="1096" y="795"/>
                      <a:pt x="1108" y="795"/>
                    </a:cubicBezTo>
                    <a:cubicBezTo>
                      <a:pt x="1119" y="795"/>
                      <a:pt x="1131" y="795"/>
                      <a:pt x="1142" y="798"/>
                    </a:cubicBezTo>
                    <a:cubicBezTo>
                      <a:pt x="1151" y="799"/>
                      <a:pt x="1159" y="808"/>
                      <a:pt x="1158" y="818"/>
                    </a:cubicBezTo>
                    <a:cubicBezTo>
                      <a:pt x="1158" y="829"/>
                      <a:pt x="1149" y="837"/>
                      <a:pt x="1138" y="837"/>
                    </a:cubicBezTo>
                    <a:lnTo>
                      <a:pt x="1137" y="83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CUSTOM_9_1">
    <p:spTree>
      <p:nvGrpSpPr>
        <p:cNvPr id="1" name="Shape 28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22" name="Google Shape;2822;p31"/>
          <p:cNvSpPr/>
          <p:nvPr/>
        </p:nvSpPr>
        <p:spPr>
          <a:xfrm>
            <a:off x="-302011" y="-169892"/>
            <a:ext cx="9748023" cy="5483284"/>
          </a:xfrm>
          <a:custGeom>
            <a:avLst/>
            <a:gdLst/>
            <a:ahLst/>
            <a:cxnLst/>
            <a:rect l="l" t="t" r="r" b="b"/>
            <a:pathLst>
              <a:path w="24222" h="15750" extrusionOk="0">
                <a:moveTo>
                  <a:pt x="19" y="15749"/>
                </a:moveTo>
                <a:lnTo>
                  <a:pt x="19" y="15748"/>
                </a:lnTo>
                <a:lnTo>
                  <a:pt x="1079" y="15748"/>
                </a:lnTo>
                <a:lnTo>
                  <a:pt x="1079" y="15749"/>
                </a:lnTo>
                <a:lnTo>
                  <a:pt x="1147" y="15749"/>
                </a:lnTo>
                <a:lnTo>
                  <a:pt x="1147" y="15748"/>
                </a:lnTo>
                <a:lnTo>
                  <a:pt x="2046" y="15748"/>
                </a:lnTo>
                <a:lnTo>
                  <a:pt x="2046" y="15749"/>
                </a:lnTo>
                <a:lnTo>
                  <a:pt x="2115" y="15749"/>
                </a:lnTo>
                <a:lnTo>
                  <a:pt x="2115" y="15748"/>
                </a:lnTo>
                <a:lnTo>
                  <a:pt x="3174" y="15748"/>
                </a:lnTo>
                <a:lnTo>
                  <a:pt x="3174" y="15749"/>
                </a:lnTo>
                <a:lnTo>
                  <a:pt x="3244" y="15749"/>
                </a:lnTo>
                <a:lnTo>
                  <a:pt x="3244" y="15748"/>
                </a:lnTo>
                <a:lnTo>
                  <a:pt x="4143" y="15748"/>
                </a:lnTo>
                <a:lnTo>
                  <a:pt x="4143" y="15749"/>
                </a:lnTo>
                <a:lnTo>
                  <a:pt x="4211" y="15749"/>
                </a:lnTo>
                <a:lnTo>
                  <a:pt x="4211" y="15748"/>
                </a:lnTo>
                <a:lnTo>
                  <a:pt x="5271" y="15748"/>
                </a:lnTo>
                <a:lnTo>
                  <a:pt x="5271" y="15749"/>
                </a:lnTo>
                <a:lnTo>
                  <a:pt x="5339" y="15749"/>
                </a:lnTo>
                <a:lnTo>
                  <a:pt x="5339" y="15748"/>
                </a:lnTo>
                <a:lnTo>
                  <a:pt x="6238" y="15748"/>
                </a:lnTo>
                <a:lnTo>
                  <a:pt x="6238" y="15749"/>
                </a:lnTo>
                <a:lnTo>
                  <a:pt x="6308" y="15749"/>
                </a:lnTo>
                <a:lnTo>
                  <a:pt x="6308" y="15748"/>
                </a:lnTo>
                <a:lnTo>
                  <a:pt x="7366" y="15748"/>
                </a:lnTo>
                <a:lnTo>
                  <a:pt x="7366" y="15749"/>
                </a:lnTo>
                <a:lnTo>
                  <a:pt x="7436" y="15749"/>
                </a:lnTo>
                <a:lnTo>
                  <a:pt x="7436" y="15748"/>
                </a:lnTo>
                <a:lnTo>
                  <a:pt x="8335" y="15748"/>
                </a:lnTo>
                <a:lnTo>
                  <a:pt x="8335" y="15749"/>
                </a:lnTo>
                <a:lnTo>
                  <a:pt x="8403" y="15749"/>
                </a:lnTo>
                <a:lnTo>
                  <a:pt x="8403" y="15748"/>
                </a:lnTo>
                <a:lnTo>
                  <a:pt x="9463" y="15748"/>
                </a:lnTo>
                <a:lnTo>
                  <a:pt x="9463" y="15749"/>
                </a:lnTo>
                <a:lnTo>
                  <a:pt x="9531" y="15749"/>
                </a:lnTo>
                <a:lnTo>
                  <a:pt x="9531" y="15748"/>
                </a:lnTo>
                <a:lnTo>
                  <a:pt x="10430" y="15748"/>
                </a:lnTo>
                <a:lnTo>
                  <a:pt x="10430" y="15749"/>
                </a:lnTo>
                <a:lnTo>
                  <a:pt x="10500" y="15749"/>
                </a:lnTo>
                <a:lnTo>
                  <a:pt x="10500" y="15748"/>
                </a:lnTo>
                <a:lnTo>
                  <a:pt x="11559" y="15748"/>
                </a:lnTo>
                <a:lnTo>
                  <a:pt x="11559" y="15749"/>
                </a:lnTo>
                <a:lnTo>
                  <a:pt x="11628" y="15749"/>
                </a:lnTo>
                <a:lnTo>
                  <a:pt x="11628" y="15748"/>
                </a:lnTo>
                <a:lnTo>
                  <a:pt x="12526" y="15748"/>
                </a:lnTo>
                <a:lnTo>
                  <a:pt x="12526" y="15749"/>
                </a:lnTo>
                <a:lnTo>
                  <a:pt x="12594" y="15749"/>
                </a:lnTo>
                <a:lnTo>
                  <a:pt x="12594" y="15748"/>
                </a:lnTo>
                <a:lnTo>
                  <a:pt x="13654" y="15748"/>
                </a:lnTo>
                <a:lnTo>
                  <a:pt x="13654" y="15749"/>
                </a:lnTo>
                <a:lnTo>
                  <a:pt x="13722" y="15749"/>
                </a:lnTo>
                <a:lnTo>
                  <a:pt x="13722" y="15748"/>
                </a:lnTo>
                <a:lnTo>
                  <a:pt x="14622" y="15748"/>
                </a:lnTo>
                <a:lnTo>
                  <a:pt x="14622" y="15749"/>
                </a:lnTo>
                <a:lnTo>
                  <a:pt x="14691" y="15749"/>
                </a:lnTo>
                <a:lnTo>
                  <a:pt x="14691" y="15748"/>
                </a:lnTo>
                <a:lnTo>
                  <a:pt x="15750" y="15748"/>
                </a:lnTo>
                <a:lnTo>
                  <a:pt x="15750" y="15749"/>
                </a:lnTo>
                <a:lnTo>
                  <a:pt x="15819" y="15749"/>
                </a:lnTo>
                <a:lnTo>
                  <a:pt x="15819" y="15748"/>
                </a:lnTo>
                <a:lnTo>
                  <a:pt x="16718" y="15748"/>
                </a:lnTo>
                <a:lnTo>
                  <a:pt x="16718" y="15749"/>
                </a:lnTo>
                <a:lnTo>
                  <a:pt x="16786" y="15749"/>
                </a:lnTo>
                <a:lnTo>
                  <a:pt x="16786" y="15748"/>
                </a:lnTo>
                <a:lnTo>
                  <a:pt x="17846" y="15748"/>
                </a:lnTo>
                <a:lnTo>
                  <a:pt x="17846" y="15749"/>
                </a:lnTo>
                <a:lnTo>
                  <a:pt x="17914" y="15749"/>
                </a:lnTo>
                <a:lnTo>
                  <a:pt x="17914" y="15748"/>
                </a:lnTo>
                <a:lnTo>
                  <a:pt x="18814" y="15748"/>
                </a:lnTo>
                <a:lnTo>
                  <a:pt x="18814" y="15749"/>
                </a:lnTo>
                <a:lnTo>
                  <a:pt x="18883" y="15749"/>
                </a:lnTo>
                <a:lnTo>
                  <a:pt x="18883" y="15748"/>
                </a:lnTo>
                <a:lnTo>
                  <a:pt x="19942" y="15748"/>
                </a:lnTo>
                <a:lnTo>
                  <a:pt x="19942" y="15749"/>
                </a:lnTo>
                <a:lnTo>
                  <a:pt x="20011" y="15749"/>
                </a:lnTo>
                <a:lnTo>
                  <a:pt x="20011" y="15748"/>
                </a:lnTo>
                <a:lnTo>
                  <a:pt x="20910" y="15748"/>
                </a:lnTo>
                <a:lnTo>
                  <a:pt x="20910" y="15749"/>
                </a:lnTo>
                <a:lnTo>
                  <a:pt x="20978" y="15749"/>
                </a:lnTo>
                <a:lnTo>
                  <a:pt x="20978" y="15748"/>
                </a:lnTo>
                <a:lnTo>
                  <a:pt x="22038" y="15748"/>
                </a:lnTo>
                <a:lnTo>
                  <a:pt x="22038" y="15749"/>
                </a:lnTo>
                <a:lnTo>
                  <a:pt x="22106" y="15749"/>
                </a:lnTo>
                <a:lnTo>
                  <a:pt x="22106" y="15748"/>
                </a:lnTo>
                <a:lnTo>
                  <a:pt x="23006" y="15748"/>
                </a:lnTo>
                <a:lnTo>
                  <a:pt x="23006" y="15749"/>
                </a:lnTo>
                <a:lnTo>
                  <a:pt x="23075" y="15749"/>
                </a:lnTo>
                <a:lnTo>
                  <a:pt x="23075" y="15748"/>
                </a:lnTo>
                <a:lnTo>
                  <a:pt x="24134" y="15748"/>
                </a:lnTo>
                <a:lnTo>
                  <a:pt x="24134" y="15749"/>
                </a:lnTo>
                <a:lnTo>
                  <a:pt x="24203" y="15749"/>
                </a:lnTo>
                <a:lnTo>
                  <a:pt x="24203" y="15748"/>
                </a:lnTo>
                <a:lnTo>
                  <a:pt x="24221" y="15748"/>
                </a:lnTo>
                <a:lnTo>
                  <a:pt x="24221" y="15680"/>
                </a:lnTo>
                <a:lnTo>
                  <a:pt x="24203" y="15680"/>
                </a:lnTo>
                <a:lnTo>
                  <a:pt x="24203" y="14726"/>
                </a:lnTo>
                <a:lnTo>
                  <a:pt x="24221" y="14726"/>
                </a:lnTo>
                <a:lnTo>
                  <a:pt x="24221" y="14657"/>
                </a:lnTo>
                <a:lnTo>
                  <a:pt x="24203" y="14657"/>
                </a:lnTo>
                <a:lnTo>
                  <a:pt x="24203" y="13651"/>
                </a:lnTo>
                <a:lnTo>
                  <a:pt x="24221" y="13651"/>
                </a:lnTo>
                <a:lnTo>
                  <a:pt x="24221" y="13583"/>
                </a:lnTo>
                <a:lnTo>
                  <a:pt x="24203" y="13583"/>
                </a:lnTo>
                <a:lnTo>
                  <a:pt x="24203" y="12630"/>
                </a:lnTo>
                <a:lnTo>
                  <a:pt x="24221" y="12630"/>
                </a:lnTo>
                <a:lnTo>
                  <a:pt x="24221" y="12561"/>
                </a:lnTo>
                <a:lnTo>
                  <a:pt x="24203" y="12561"/>
                </a:lnTo>
                <a:lnTo>
                  <a:pt x="24203" y="11556"/>
                </a:lnTo>
                <a:lnTo>
                  <a:pt x="24221" y="11556"/>
                </a:lnTo>
                <a:lnTo>
                  <a:pt x="24221" y="11487"/>
                </a:lnTo>
                <a:lnTo>
                  <a:pt x="24203" y="11487"/>
                </a:lnTo>
                <a:lnTo>
                  <a:pt x="24203" y="10533"/>
                </a:lnTo>
                <a:lnTo>
                  <a:pt x="24221" y="10533"/>
                </a:lnTo>
                <a:lnTo>
                  <a:pt x="24221" y="10465"/>
                </a:lnTo>
                <a:lnTo>
                  <a:pt x="24203" y="10465"/>
                </a:lnTo>
                <a:lnTo>
                  <a:pt x="24203" y="9459"/>
                </a:lnTo>
                <a:lnTo>
                  <a:pt x="24221" y="9459"/>
                </a:lnTo>
                <a:lnTo>
                  <a:pt x="24221" y="9391"/>
                </a:lnTo>
                <a:lnTo>
                  <a:pt x="24203" y="9391"/>
                </a:lnTo>
                <a:lnTo>
                  <a:pt x="24203" y="8438"/>
                </a:lnTo>
                <a:lnTo>
                  <a:pt x="24221" y="8438"/>
                </a:lnTo>
                <a:lnTo>
                  <a:pt x="24221" y="8369"/>
                </a:lnTo>
                <a:lnTo>
                  <a:pt x="24203" y="8369"/>
                </a:lnTo>
                <a:lnTo>
                  <a:pt x="24203" y="7364"/>
                </a:lnTo>
                <a:lnTo>
                  <a:pt x="24221" y="7364"/>
                </a:lnTo>
                <a:lnTo>
                  <a:pt x="24221" y="7296"/>
                </a:lnTo>
                <a:lnTo>
                  <a:pt x="24203" y="7296"/>
                </a:lnTo>
                <a:lnTo>
                  <a:pt x="24203" y="6342"/>
                </a:lnTo>
                <a:lnTo>
                  <a:pt x="24221" y="6342"/>
                </a:lnTo>
                <a:lnTo>
                  <a:pt x="24221" y="6274"/>
                </a:lnTo>
                <a:lnTo>
                  <a:pt x="24203" y="6274"/>
                </a:lnTo>
                <a:lnTo>
                  <a:pt x="24203" y="5268"/>
                </a:lnTo>
                <a:lnTo>
                  <a:pt x="24221" y="5268"/>
                </a:lnTo>
                <a:lnTo>
                  <a:pt x="24221" y="5200"/>
                </a:lnTo>
                <a:lnTo>
                  <a:pt x="24203" y="5200"/>
                </a:lnTo>
                <a:lnTo>
                  <a:pt x="24203" y="4247"/>
                </a:lnTo>
                <a:lnTo>
                  <a:pt x="24221" y="4247"/>
                </a:lnTo>
                <a:lnTo>
                  <a:pt x="24221" y="4178"/>
                </a:lnTo>
                <a:lnTo>
                  <a:pt x="24203" y="4178"/>
                </a:lnTo>
                <a:lnTo>
                  <a:pt x="24203" y="3172"/>
                </a:lnTo>
                <a:lnTo>
                  <a:pt x="24221" y="3172"/>
                </a:lnTo>
                <a:lnTo>
                  <a:pt x="24221" y="3104"/>
                </a:lnTo>
                <a:lnTo>
                  <a:pt x="24203" y="3104"/>
                </a:lnTo>
                <a:lnTo>
                  <a:pt x="24203" y="2150"/>
                </a:lnTo>
                <a:lnTo>
                  <a:pt x="24221" y="2150"/>
                </a:lnTo>
                <a:lnTo>
                  <a:pt x="24221" y="2082"/>
                </a:lnTo>
                <a:lnTo>
                  <a:pt x="24203" y="2082"/>
                </a:lnTo>
                <a:lnTo>
                  <a:pt x="24203" y="1076"/>
                </a:lnTo>
                <a:lnTo>
                  <a:pt x="24221" y="1076"/>
                </a:lnTo>
                <a:lnTo>
                  <a:pt x="24221" y="1007"/>
                </a:lnTo>
                <a:lnTo>
                  <a:pt x="24203" y="1007"/>
                </a:lnTo>
                <a:lnTo>
                  <a:pt x="24203" y="55"/>
                </a:lnTo>
                <a:lnTo>
                  <a:pt x="24221" y="55"/>
                </a:lnTo>
                <a:lnTo>
                  <a:pt x="24221" y="0"/>
                </a:lnTo>
                <a:lnTo>
                  <a:pt x="0" y="0"/>
                </a:lnTo>
                <a:lnTo>
                  <a:pt x="0" y="15749"/>
                </a:lnTo>
                <a:lnTo>
                  <a:pt x="19" y="15749"/>
                </a:lnTo>
                <a:moveTo>
                  <a:pt x="23075" y="55"/>
                </a:moveTo>
                <a:lnTo>
                  <a:pt x="24134" y="55"/>
                </a:lnTo>
                <a:lnTo>
                  <a:pt x="24134" y="1007"/>
                </a:lnTo>
                <a:lnTo>
                  <a:pt x="23075" y="1007"/>
                </a:lnTo>
                <a:lnTo>
                  <a:pt x="23075" y="55"/>
                </a:lnTo>
                <a:moveTo>
                  <a:pt x="23075" y="1076"/>
                </a:moveTo>
                <a:lnTo>
                  <a:pt x="24134" y="1076"/>
                </a:lnTo>
                <a:lnTo>
                  <a:pt x="24134" y="2082"/>
                </a:lnTo>
                <a:lnTo>
                  <a:pt x="23075" y="2082"/>
                </a:lnTo>
                <a:lnTo>
                  <a:pt x="23075" y="1076"/>
                </a:lnTo>
                <a:moveTo>
                  <a:pt x="23075" y="2150"/>
                </a:moveTo>
                <a:lnTo>
                  <a:pt x="24134" y="2150"/>
                </a:lnTo>
                <a:lnTo>
                  <a:pt x="24134" y="3104"/>
                </a:lnTo>
                <a:lnTo>
                  <a:pt x="23075" y="3104"/>
                </a:lnTo>
                <a:lnTo>
                  <a:pt x="23075" y="2150"/>
                </a:lnTo>
                <a:moveTo>
                  <a:pt x="23075" y="3172"/>
                </a:moveTo>
                <a:lnTo>
                  <a:pt x="24134" y="3172"/>
                </a:lnTo>
                <a:lnTo>
                  <a:pt x="24134" y="4178"/>
                </a:lnTo>
                <a:lnTo>
                  <a:pt x="23075" y="4178"/>
                </a:lnTo>
                <a:lnTo>
                  <a:pt x="23075" y="3172"/>
                </a:lnTo>
                <a:moveTo>
                  <a:pt x="23075" y="4247"/>
                </a:moveTo>
                <a:lnTo>
                  <a:pt x="24134" y="4247"/>
                </a:lnTo>
                <a:lnTo>
                  <a:pt x="24134" y="5200"/>
                </a:lnTo>
                <a:lnTo>
                  <a:pt x="23075" y="5200"/>
                </a:lnTo>
                <a:lnTo>
                  <a:pt x="23075" y="4247"/>
                </a:lnTo>
                <a:moveTo>
                  <a:pt x="23075" y="5268"/>
                </a:moveTo>
                <a:lnTo>
                  <a:pt x="24134" y="5268"/>
                </a:lnTo>
                <a:lnTo>
                  <a:pt x="24134" y="6274"/>
                </a:lnTo>
                <a:lnTo>
                  <a:pt x="23075" y="6274"/>
                </a:lnTo>
                <a:lnTo>
                  <a:pt x="23075" y="5268"/>
                </a:lnTo>
                <a:moveTo>
                  <a:pt x="23075" y="6342"/>
                </a:moveTo>
                <a:lnTo>
                  <a:pt x="24134" y="6342"/>
                </a:lnTo>
                <a:lnTo>
                  <a:pt x="24134" y="7296"/>
                </a:lnTo>
                <a:lnTo>
                  <a:pt x="23075" y="7296"/>
                </a:lnTo>
                <a:lnTo>
                  <a:pt x="23075" y="6342"/>
                </a:lnTo>
                <a:moveTo>
                  <a:pt x="23075" y="7364"/>
                </a:moveTo>
                <a:lnTo>
                  <a:pt x="24134" y="7364"/>
                </a:lnTo>
                <a:lnTo>
                  <a:pt x="24134" y="8369"/>
                </a:lnTo>
                <a:lnTo>
                  <a:pt x="23075" y="8369"/>
                </a:lnTo>
                <a:lnTo>
                  <a:pt x="23075" y="7364"/>
                </a:lnTo>
                <a:moveTo>
                  <a:pt x="23075" y="8438"/>
                </a:moveTo>
                <a:lnTo>
                  <a:pt x="24134" y="8438"/>
                </a:lnTo>
                <a:lnTo>
                  <a:pt x="24134" y="9391"/>
                </a:lnTo>
                <a:lnTo>
                  <a:pt x="23075" y="9391"/>
                </a:lnTo>
                <a:lnTo>
                  <a:pt x="23075" y="8438"/>
                </a:lnTo>
                <a:moveTo>
                  <a:pt x="23075" y="9459"/>
                </a:moveTo>
                <a:lnTo>
                  <a:pt x="24134" y="9459"/>
                </a:lnTo>
                <a:lnTo>
                  <a:pt x="24134" y="10465"/>
                </a:lnTo>
                <a:lnTo>
                  <a:pt x="23075" y="10465"/>
                </a:lnTo>
                <a:lnTo>
                  <a:pt x="23075" y="9459"/>
                </a:lnTo>
                <a:moveTo>
                  <a:pt x="23075" y="10533"/>
                </a:moveTo>
                <a:lnTo>
                  <a:pt x="24134" y="10533"/>
                </a:lnTo>
                <a:lnTo>
                  <a:pt x="24134" y="11487"/>
                </a:lnTo>
                <a:lnTo>
                  <a:pt x="23075" y="11487"/>
                </a:lnTo>
                <a:lnTo>
                  <a:pt x="23075" y="10533"/>
                </a:lnTo>
                <a:moveTo>
                  <a:pt x="23075" y="11556"/>
                </a:moveTo>
                <a:lnTo>
                  <a:pt x="24134" y="11556"/>
                </a:lnTo>
                <a:lnTo>
                  <a:pt x="24134" y="12561"/>
                </a:lnTo>
                <a:lnTo>
                  <a:pt x="23075" y="12561"/>
                </a:lnTo>
                <a:lnTo>
                  <a:pt x="23075" y="11556"/>
                </a:lnTo>
                <a:moveTo>
                  <a:pt x="23075" y="12630"/>
                </a:moveTo>
                <a:lnTo>
                  <a:pt x="24134" y="12630"/>
                </a:lnTo>
                <a:lnTo>
                  <a:pt x="24134" y="13583"/>
                </a:lnTo>
                <a:lnTo>
                  <a:pt x="23075" y="13583"/>
                </a:lnTo>
                <a:lnTo>
                  <a:pt x="23075" y="12630"/>
                </a:lnTo>
                <a:moveTo>
                  <a:pt x="23075" y="13651"/>
                </a:moveTo>
                <a:lnTo>
                  <a:pt x="24134" y="13651"/>
                </a:lnTo>
                <a:lnTo>
                  <a:pt x="24134" y="14657"/>
                </a:lnTo>
                <a:lnTo>
                  <a:pt x="23075" y="14657"/>
                </a:lnTo>
                <a:lnTo>
                  <a:pt x="23075" y="13651"/>
                </a:lnTo>
                <a:moveTo>
                  <a:pt x="23075" y="14726"/>
                </a:moveTo>
                <a:lnTo>
                  <a:pt x="24134" y="14726"/>
                </a:lnTo>
                <a:lnTo>
                  <a:pt x="24134" y="15680"/>
                </a:lnTo>
                <a:lnTo>
                  <a:pt x="23075" y="15680"/>
                </a:lnTo>
                <a:lnTo>
                  <a:pt x="23075" y="14726"/>
                </a:lnTo>
                <a:moveTo>
                  <a:pt x="22106" y="55"/>
                </a:moveTo>
                <a:lnTo>
                  <a:pt x="23006" y="55"/>
                </a:lnTo>
                <a:lnTo>
                  <a:pt x="23006" y="1007"/>
                </a:lnTo>
                <a:lnTo>
                  <a:pt x="22106" y="1007"/>
                </a:lnTo>
                <a:lnTo>
                  <a:pt x="22106" y="55"/>
                </a:lnTo>
                <a:moveTo>
                  <a:pt x="22106" y="1076"/>
                </a:moveTo>
                <a:lnTo>
                  <a:pt x="23006" y="1076"/>
                </a:lnTo>
                <a:lnTo>
                  <a:pt x="23006" y="2082"/>
                </a:lnTo>
                <a:lnTo>
                  <a:pt x="22106" y="2082"/>
                </a:lnTo>
                <a:lnTo>
                  <a:pt x="22106" y="1076"/>
                </a:lnTo>
                <a:moveTo>
                  <a:pt x="22106" y="2150"/>
                </a:moveTo>
                <a:lnTo>
                  <a:pt x="23006" y="2150"/>
                </a:lnTo>
                <a:lnTo>
                  <a:pt x="23006" y="3104"/>
                </a:lnTo>
                <a:lnTo>
                  <a:pt x="22106" y="3104"/>
                </a:lnTo>
                <a:lnTo>
                  <a:pt x="22106" y="2150"/>
                </a:lnTo>
                <a:moveTo>
                  <a:pt x="22106" y="3172"/>
                </a:moveTo>
                <a:lnTo>
                  <a:pt x="23006" y="3172"/>
                </a:lnTo>
                <a:lnTo>
                  <a:pt x="23006" y="4178"/>
                </a:lnTo>
                <a:lnTo>
                  <a:pt x="22106" y="4178"/>
                </a:lnTo>
                <a:lnTo>
                  <a:pt x="22106" y="3172"/>
                </a:lnTo>
                <a:moveTo>
                  <a:pt x="22106" y="4247"/>
                </a:moveTo>
                <a:lnTo>
                  <a:pt x="23006" y="4247"/>
                </a:lnTo>
                <a:lnTo>
                  <a:pt x="23006" y="5200"/>
                </a:lnTo>
                <a:lnTo>
                  <a:pt x="22106" y="5200"/>
                </a:lnTo>
                <a:lnTo>
                  <a:pt x="22106" y="4247"/>
                </a:lnTo>
                <a:moveTo>
                  <a:pt x="22106" y="5268"/>
                </a:moveTo>
                <a:lnTo>
                  <a:pt x="23006" y="5268"/>
                </a:lnTo>
                <a:lnTo>
                  <a:pt x="23006" y="6274"/>
                </a:lnTo>
                <a:lnTo>
                  <a:pt x="22106" y="6274"/>
                </a:lnTo>
                <a:lnTo>
                  <a:pt x="22106" y="5268"/>
                </a:lnTo>
                <a:moveTo>
                  <a:pt x="22106" y="6342"/>
                </a:moveTo>
                <a:lnTo>
                  <a:pt x="23006" y="6342"/>
                </a:lnTo>
                <a:lnTo>
                  <a:pt x="23006" y="7296"/>
                </a:lnTo>
                <a:lnTo>
                  <a:pt x="22106" y="7296"/>
                </a:lnTo>
                <a:lnTo>
                  <a:pt x="22106" y="6342"/>
                </a:lnTo>
                <a:moveTo>
                  <a:pt x="22106" y="7364"/>
                </a:moveTo>
                <a:lnTo>
                  <a:pt x="23006" y="7364"/>
                </a:lnTo>
                <a:lnTo>
                  <a:pt x="23006" y="8369"/>
                </a:lnTo>
                <a:lnTo>
                  <a:pt x="22106" y="8369"/>
                </a:lnTo>
                <a:lnTo>
                  <a:pt x="22106" y="7364"/>
                </a:lnTo>
                <a:moveTo>
                  <a:pt x="22106" y="8438"/>
                </a:moveTo>
                <a:lnTo>
                  <a:pt x="23006" y="8438"/>
                </a:lnTo>
                <a:lnTo>
                  <a:pt x="23006" y="9391"/>
                </a:lnTo>
                <a:lnTo>
                  <a:pt x="22106" y="9391"/>
                </a:lnTo>
                <a:lnTo>
                  <a:pt x="22106" y="8438"/>
                </a:lnTo>
                <a:moveTo>
                  <a:pt x="22106" y="9459"/>
                </a:moveTo>
                <a:lnTo>
                  <a:pt x="23006" y="9459"/>
                </a:lnTo>
                <a:lnTo>
                  <a:pt x="23006" y="10465"/>
                </a:lnTo>
                <a:lnTo>
                  <a:pt x="22106" y="10465"/>
                </a:lnTo>
                <a:lnTo>
                  <a:pt x="22106" y="9459"/>
                </a:lnTo>
                <a:moveTo>
                  <a:pt x="22106" y="10533"/>
                </a:moveTo>
                <a:lnTo>
                  <a:pt x="23006" y="10533"/>
                </a:lnTo>
                <a:lnTo>
                  <a:pt x="23006" y="11487"/>
                </a:lnTo>
                <a:lnTo>
                  <a:pt x="22106" y="11487"/>
                </a:lnTo>
                <a:lnTo>
                  <a:pt x="22106" y="10533"/>
                </a:lnTo>
                <a:moveTo>
                  <a:pt x="22106" y="11556"/>
                </a:moveTo>
                <a:lnTo>
                  <a:pt x="23006" y="11556"/>
                </a:lnTo>
                <a:lnTo>
                  <a:pt x="23006" y="12561"/>
                </a:lnTo>
                <a:lnTo>
                  <a:pt x="22106" y="12561"/>
                </a:lnTo>
                <a:lnTo>
                  <a:pt x="22106" y="11556"/>
                </a:lnTo>
                <a:moveTo>
                  <a:pt x="22106" y="12630"/>
                </a:moveTo>
                <a:lnTo>
                  <a:pt x="23006" y="12630"/>
                </a:lnTo>
                <a:lnTo>
                  <a:pt x="23006" y="13583"/>
                </a:lnTo>
                <a:lnTo>
                  <a:pt x="22106" y="13583"/>
                </a:lnTo>
                <a:lnTo>
                  <a:pt x="22106" y="12630"/>
                </a:lnTo>
                <a:moveTo>
                  <a:pt x="22106" y="13651"/>
                </a:moveTo>
                <a:lnTo>
                  <a:pt x="23006" y="13651"/>
                </a:lnTo>
                <a:lnTo>
                  <a:pt x="23006" y="14657"/>
                </a:lnTo>
                <a:lnTo>
                  <a:pt x="22106" y="14657"/>
                </a:lnTo>
                <a:lnTo>
                  <a:pt x="22106" y="13651"/>
                </a:lnTo>
                <a:moveTo>
                  <a:pt x="22106" y="14726"/>
                </a:moveTo>
                <a:lnTo>
                  <a:pt x="23006" y="14726"/>
                </a:lnTo>
                <a:lnTo>
                  <a:pt x="23006" y="15680"/>
                </a:lnTo>
                <a:lnTo>
                  <a:pt x="22106" y="15680"/>
                </a:lnTo>
                <a:lnTo>
                  <a:pt x="22106" y="14726"/>
                </a:lnTo>
                <a:moveTo>
                  <a:pt x="20978" y="55"/>
                </a:moveTo>
                <a:lnTo>
                  <a:pt x="22038" y="55"/>
                </a:lnTo>
                <a:lnTo>
                  <a:pt x="22038" y="1007"/>
                </a:lnTo>
                <a:lnTo>
                  <a:pt x="20978" y="1007"/>
                </a:lnTo>
                <a:lnTo>
                  <a:pt x="20978" y="55"/>
                </a:lnTo>
                <a:moveTo>
                  <a:pt x="20978" y="1076"/>
                </a:moveTo>
                <a:lnTo>
                  <a:pt x="22038" y="1076"/>
                </a:lnTo>
                <a:lnTo>
                  <a:pt x="22038" y="2082"/>
                </a:lnTo>
                <a:lnTo>
                  <a:pt x="20978" y="2082"/>
                </a:lnTo>
                <a:lnTo>
                  <a:pt x="20978" y="1076"/>
                </a:lnTo>
                <a:moveTo>
                  <a:pt x="20978" y="2150"/>
                </a:moveTo>
                <a:lnTo>
                  <a:pt x="22038" y="2150"/>
                </a:lnTo>
                <a:lnTo>
                  <a:pt x="22038" y="3104"/>
                </a:lnTo>
                <a:lnTo>
                  <a:pt x="20978" y="3104"/>
                </a:lnTo>
                <a:lnTo>
                  <a:pt x="20978" y="2150"/>
                </a:lnTo>
                <a:moveTo>
                  <a:pt x="20978" y="3172"/>
                </a:moveTo>
                <a:lnTo>
                  <a:pt x="22038" y="3172"/>
                </a:lnTo>
                <a:lnTo>
                  <a:pt x="22038" y="4178"/>
                </a:lnTo>
                <a:lnTo>
                  <a:pt x="20978" y="4178"/>
                </a:lnTo>
                <a:lnTo>
                  <a:pt x="20978" y="3172"/>
                </a:lnTo>
                <a:moveTo>
                  <a:pt x="20978" y="4247"/>
                </a:moveTo>
                <a:lnTo>
                  <a:pt x="22038" y="4247"/>
                </a:lnTo>
                <a:lnTo>
                  <a:pt x="22038" y="5200"/>
                </a:lnTo>
                <a:lnTo>
                  <a:pt x="20978" y="5200"/>
                </a:lnTo>
                <a:lnTo>
                  <a:pt x="20978" y="4247"/>
                </a:lnTo>
                <a:moveTo>
                  <a:pt x="20978" y="5268"/>
                </a:moveTo>
                <a:lnTo>
                  <a:pt x="22038" y="5268"/>
                </a:lnTo>
                <a:lnTo>
                  <a:pt x="22038" y="6274"/>
                </a:lnTo>
                <a:lnTo>
                  <a:pt x="20978" y="6274"/>
                </a:lnTo>
                <a:lnTo>
                  <a:pt x="20978" y="5268"/>
                </a:lnTo>
                <a:moveTo>
                  <a:pt x="20978" y="6342"/>
                </a:moveTo>
                <a:lnTo>
                  <a:pt x="22038" y="6342"/>
                </a:lnTo>
                <a:lnTo>
                  <a:pt x="22038" y="7296"/>
                </a:lnTo>
                <a:lnTo>
                  <a:pt x="20978" y="7296"/>
                </a:lnTo>
                <a:lnTo>
                  <a:pt x="20978" y="6342"/>
                </a:lnTo>
                <a:moveTo>
                  <a:pt x="20978" y="7364"/>
                </a:moveTo>
                <a:lnTo>
                  <a:pt x="22038" y="7364"/>
                </a:lnTo>
                <a:lnTo>
                  <a:pt x="22038" y="8369"/>
                </a:lnTo>
                <a:lnTo>
                  <a:pt x="20978" y="8369"/>
                </a:lnTo>
                <a:lnTo>
                  <a:pt x="20978" y="7364"/>
                </a:lnTo>
                <a:moveTo>
                  <a:pt x="20978" y="8438"/>
                </a:moveTo>
                <a:lnTo>
                  <a:pt x="22038" y="8438"/>
                </a:lnTo>
                <a:lnTo>
                  <a:pt x="22038" y="9391"/>
                </a:lnTo>
                <a:lnTo>
                  <a:pt x="20978" y="9391"/>
                </a:lnTo>
                <a:lnTo>
                  <a:pt x="20978" y="8438"/>
                </a:lnTo>
                <a:moveTo>
                  <a:pt x="20978" y="9459"/>
                </a:moveTo>
                <a:lnTo>
                  <a:pt x="22038" y="9459"/>
                </a:lnTo>
                <a:lnTo>
                  <a:pt x="22038" y="10465"/>
                </a:lnTo>
                <a:lnTo>
                  <a:pt x="20978" y="10465"/>
                </a:lnTo>
                <a:lnTo>
                  <a:pt x="20978" y="9459"/>
                </a:lnTo>
                <a:moveTo>
                  <a:pt x="20978" y="10533"/>
                </a:moveTo>
                <a:lnTo>
                  <a:pt x="22038" y="10533"/>
                </a:lnTo>
                <a:lnTo>
                  <a:pt x="22038" y="11487"/>
                </a:lnTo>
                <a:lnTo>
                  <a:pt x="20978" y="11487"/>
                </a:lnTo>
                <a:lnTo>
                  <a:pt x="20978" y="10533"/>
                </a:lnTo>
                <a:moveTo>
                  <a:pt x="20978" y="11556"/>
                </a:moveTo>
                <a:lnTo>
                  <a:pt x="22038" y="11556"/>
                </a:lnTo>
                <a:lnTo>
                  <a:pt x="22038" y="12561"/>
                </a:lnTo>
                <a:lnTo>
                  <a:pt x="20978" y="12561"/>
                </a:lnTo>
                <a:lnTo>
                  <a:pt x="20978" y="11556"/>
                </a:lnTo>
                <a:moveTo>
                  <a:pt x="20978" y="12630"/>
                </a:moveTo>
                <a:lnTo>
                  <a:pt x="22038" y="12630"/>
                </a:lnTo>
                <a:lnTo>
                  <a:pt x="22038" y="13583"/>
                </a:lnTo>
                <a:lnTo>
                  <a:pt x="20978" y="13583"/>
                </a:lnTo>
                <a:lnTo>
                  <a:pt x="20978" y="12630"/>
                </a:lnTo>
                <a:moveTo>
                  <a:pt x="20978" y="13651"/>
                </a:moveTo>
                <a:lnTo>
                  <a:pt x="22038" y="13651"/>
                </a:lnTo>
                <a:lnTo>
                  <a:pt x="22038" y="14657"/>
                </a:lnTo>
                <a:lnTo>
                  <a:pt x="20978" y="14657"/>
                </a:lnTo>
                <a:lnTo>
                  <a:pt x="20978" y="13651"/>
                </a:lnTo>
                <a:moveTo>
                  <a:pt x="20978" y="14726"/>
                </a:moveTo>
                <a:lnTo>
                  <a:pt x="22038" y="14726"/>
                </a:lnTo>
                <a:lnTo>
                  <a:pt x="22038" y="15680"/>
                </a:lnTo>
                <a:lnTo>
                  <a:pt x="20978" y="15680"/>
                </a:lnTo>
                <a:lnTo>
                  <a:pt x="20978" y="14726"/>
                </a:lnTo>
                <a:moveTo>
                  <a:pt x="20011" y="55"/>
                </a:moveTo>
                <a:lnTo>
                  <a:pt x="20910" y="55"/>
                </a:lnTo>
                <a:lnTo>
                  <a:pt x="20910" y="1007"/>
                </a:lnTo>
                <a:lnTo>
                  <a:pt x="20011" y="1007"/>
                </a:lnTo>
                <a:lnTo>
                  <a:pt x="20011" y="55"/>
                </a:lnTo>
                <a:moveTo>
                  <a:pt x="20011" y="1076"/>
                </a:moveTo>
                <a:lnTo>
                  <a:pt x="20910" y="1076"/>
                </a:lnTo>
                <a:lnTo>
                  <a:pt x="20910" y="2082"/>
                </a:lnTo>
                <a:lnTo>
                  <a:pt x="20011" y="2082"/>
                </a:lnTo>
                <a:lnTo>
                  <a:pt x="20011" y="1076"/>
                </a:lnTo>
                <a:moveTo>
                  <a:pt x="20011" y="2150"/>
                </a:moveTo>
                <a:lnTo>
                  <a:pt x="20910" y="2150"/>
                </a:lnTo>
                <a:lnTo>
                  <a:pt x="20910" y="3104"/>
                </a:lnTo>
                <a:lnTo>
                  <a:pt x="20011" y="3104"/>
                </a:lnTo>
                <a:lnTo>
                  <a:pt x="20011" y="2150"/>
                </a:lnTo>
                <a:moveTo>
                  <a:pt x="20011" y="3172"/>
                </a:moveTo>
                <a:lnTo>
                  <a:pt x="20910" y="3172"/>
                </a:lnTo>
                <a:lnTo>
                  <a:pt x="20910" y="4178"/>
                </a:lnTo>
                <a:lnTo>
                  <a:pt x="20011" y="4178"/>
                </a:lnTo>
                <a:lnTo>
                  <a:pt x="20011" y="3172"/>
                </a:lnTo>
                <a:moveTo>
                  <a:pt x="20011" y="4247"/>
                </a:moveTo>
                <a:lnTo>
                  <a:pt x="20910" y="4247"/>
                </a:lnTo>
                <a:lnTo>
                  <a:pt x="20910" y="5200"/>
                </a:lnTo>
                <a:lnTo>
                  <a:pt x="20011" y="5200"/>
                </a:lnTo>
                <a:lnTo>
                  <a:pt x="20011" y="4247"/>
                </a:lnTo>
                <a:moveTo>
                  <a:pt x="20011" y="5268"/>
                </a:moveTo>
                <a:lnTo>
                  <a:pt x="20910" y="5268"/>
                </a:lnTo>
                <a:lnTo>
                  <a:pt x="20910" y="6274"/>
                </a:lnTo>
                <a:lnTo>
                  <a:pt x="20011" y="6274"/>
                </a:lnTo>
                <a:lnTo>
                  <a:pt x="20011" y="5268"/>
                </a:lnTo>
                <a:moveTo>
                  <a:pt x="20011" y="6342"/>
                </a:moveTo>
                <a:lnTo>
                  <a:pt x="20910" y="6342"/>
                </a:lnTo>
                <a:lnTo>
                  <a:pt x="20910" y="7296"/>
                </a:lnTo>
                <a:lnTo>
                  <a:pt x="20011" y="7296"/>
                </a:lnTo>
                <a:lnTo>
                  <a:pt x="20011" y="6342"/>
                </a:lnTo>
                <a:moveTo>
                  <a:pt x="20011" y="7364"/>
                </a:moveTo>
                <a:lnTo>
                  <a:pt x="20910" y="7364"/>
                </a:lnTo>
                <a:lnTo>
                  <a:pt x="20910" y="8369"/>
                </a:lnTo>
                <a:lnTo>
                  <a:pt x="20011" y="8369"/>
                </a:lnTo>
                <a:lnTo>
                  <a:pt x="20011" y="7364"/>
                </a:lnTo>
                <a:moveTo>
                  <a:pt x="20011" y="8438"/>
                </a:moveTo>
                <a:lnTo>
                  <a:pt x="20910" y="8438"/>
                </a:lnTo>
                <a:lnTo>
                  <a:pt x="20910" y="9391"/>
                </a:lnTo>
                <a:lnTo>
                  <a:pt x="20011" y="9391"/>
                </a:lnTo>
                <a:lnTo>
                  <a:pt x="20011" y="8438"/>
                </a:lnTo>
                <a:moveTo>
                  <a:pt x="20011" y="9459"/>
                </a:moveTo>
                <a:lnTo>
                  <a:pt x="20910" y="9459"/>
                </a:lnTo>
                <a:lnTo>
                  <a:pt x="20910" y="10465"/>
                </a:lnTo>
                <a:lnTo>
                  <a:pt x="20011" y="10465"/>
                </a:lnTo>
                <a:lnTo>
                  <a:pt x="20011" y="9459"/>
                </a:lnTo>
                <a:moveTo>
                  <a:pt x="20011" y="10533"/>
                </a:moveTo>
                <a:lnTo>
                  <a:pt x="20910" y="10533"/>
                </a:lnTo>
                <a:lnTo>
                  <a:pt x="20910" y="11487"/>
                </a:lnTo>
                <a:lnTo>
                  <a:pt x="20011" y="11487"/>
                </a:lnTo>
                <a:lnTo>
                  <a:pt x="20011" y="10533"/>
                </a:lnTo>
                <a:moveTo>
                  <a:pt x="20011" y="11556"/>
                </a:moveTo>
                <a:lnTo>
                  <a:pt x="20910" y="11556"/>
                </a:lnTo>
                <a:lnTo>
                  <a:pt x="20910" y="12561"/>
                </a:lnTo>
                <a:lnTo>
                  <a:pt x="20011" y="12561"/>
                </a:lnTo>
                <a:lnTo>
                  <a:pt x="20011" y="11556"/>
                </a:lnTo>
                <a:moveTo>
                  <a:pt x="20011" y="12630"/>
                </a:moveTo>
                <a:lnTo>
                  <a:pt x="20910" y="12630"/>
                </a:lnTo>
                <a:lnTo>
                  <a:pt x="20910" y="13583"/>
                </a:lnTo>
                <a:lnTo>
                  <a:pt x="20011" y="13583"/>
                </a:lnTo>
                <a:lnTo>
                  <a:pt x="20011" y="12630"/>
                </a:lnTo>
                <a:moveTo>
                  <a:pt x="20011" y="13651"/>
                </a:moveTo>
                <a:lnTo>
                  <a:pt x="20910" y="13651"/>
                </a:lnTo>
                <a:lnTo>
                  <a:pt x="20910" y="14657"/>
                </a:lnTo>
                <a:lnTo>
                  <a:pt x="20011" y="14657"/>
                </a:lnTo>
                <a:lnTo>
                  <a:pt x="20011" y="13651"/>
                </a:lnTo>
                <a:moveTo>
                  <a:pt x="20011" y="14726"/>
                </a:moveTo>
                <a:lnTo>
                  <a:pt x="20910" y="14726"/>
                </a:lnTo>
                <a:lnTo>
                  <a:pt x="20910" y="15680"/>
                </a:lnTo>
                <a:lnTo>
                  <a:pt x="20011" y="15680"/>
                </a:lnTo>
                <a:lnTo>
                  <a:pt x="20011" y="14726"/>
                </a:lnTo>
                <a:moveTo>
                  <a:pt x="18883" y="55"/>
                </a:moveTo>
                <a:lnTo>
                  <a:pt x="19942" y="55"/>
                </a:lnTo>
                <a:lnTo>
                  <a:pt x="19942" y="1007"/>
                </a:lnTo>
                <a:lnTo>
                  <a:pt x="18883" y="1007"/>
                </a:lnTo>
                <a:lnTo>
                  <a:pt x="18883" y="55"/>
                </a:lnTo>
                <a:moveTo>
                  <a:pt x="18883" y="1076"/>
                </a:moveTo>
                <a:lnTo>
                  <a:pt x="19942" y="1076"/>
                </a:lnTo>
                <a:lnTo>
                  <a:pt x="19942" y="2082"/>
                </a:lnTo>
                <a:lnTo>
                  <a:pt x="18883" y="2082"/>
                </a:lnTo>
                <a:lnTo>
                  <a:pt x="18883" y="1076"/>
                </a:lnTo>
                <a:moveTo>
                  <a:pt x="18883" y="2150"/>
                </a:moveTo>
                <a:lnTo>
                  <a:pt x="19942" y="2150"/>
                </a:lnTo>
                <a:lnTo>
                  <a:pt x="19942" y="3104"/>
                </a:lnTo>
                <a:lnTo>
                  <a:pt x="18883" y="3104"/>
                </a:lnTo>
                <a:lnTo>
                  <a:pt x="18883" y="2150"/>
                </a:lnTo>
                <a:moveTo>
                  <a:pt x="18883" y="3172"/>
                </a:moveTo>
                <a:lnTo>
                  <a:pt x="19942" y="3172"/>
                </a:lnTo>
                <a:lnTo>
                  <a:pt x="19942" y="4178"/>
                </a:lnTo>
                <a:lnTo>
                  <a:pt x="18883" y="4178"/>
                </a:lnTo>
                <a:lnTo>
                  <a:pt x="18883" y="3172"/>
                </a:lnTo>
                <a:moveTo>
                  <a:pt x="18883" y="4247"/>
                </a:moveTo>
                <a:lnTo>
                  <a:pt x="19942" y="4247"/>
                </a:lnTo>
                <a:lnTo>
                  <a:pt x="19942" y="5200"/>
                </a:lnTo>
                <a:lnTo>
                  <a:pt x="18883" y="5200"/>
                </a:lnTo>
                <a:lnTo>
                  <a:pt x="18883" y="4247"/>
                </a:lnTo>
                <a:moveTo>
                  <a:pt x="18883" y="5268"/>
                </a:moveTo>
                <a:lnTo>
                  <a:pt x="19942" y="5268"/>
                </a:lnTo>
                <a:lnTo>
                  <a:pt x="19942" y="6274"/>
                </a:lnTo>
                <a:lnTo>
                  <a:pt x="18883" y="6274"/>
                </a:lnTo>
                <a:lnTo>
                  <a:pt x="18883" y="5268"/>
                </a:lnTo>
                <a:moveTo>
                  <a:pt x="18883" y="6342"/>
                </a:moveTo>
                <a:lnTo>
                  <a:pt x="19942" y="6342"/>
                </a:lnTo>
                <a:lnTo>
                  <a:pt x="19942" y="7296"/>
                </a:lnTo>
                <a:lnTo>
                  <a:pt x="18883" y="7296"/>
                </a:lnTo>
                <a:lnTo>
                  <a:pt x="18883" y="6342"/>
                </a:lnTo>
                <a:moveTo>
                  <a:pt x="18883" y="7364"/>
                </a:moveTo>
                <a:lnTo>
                  <a:pt x="19942" y="7364"/>
                </a:lnTo>
                <a:lnTo>
                  <a:pt x="19942" y="8369"/>
                </a:lnTo>
                <a:lnTo>
                  <a:pt x="18883" y="8369"/>
                </a:lnTo>
                <a:lnTo>
                  <a:pt x="18883" y="7364"/>
                </a:lnTo>
                <a:moveTo>
                  <a:pt x="18883" y="8438"/>
                </a:moveTo>
                <a:lnTo>
                  <a:pt x="19942" y="8438"/>
                </a:lnTo>
                <a:lnTo>
                  <a:pt x="19942" y="9391"/>
                </a:lnTo>
                <a:lnTo>
                  <a:pt x="18883" y="9391"/>
                </a:lnTo>
                <a:lnTo>
                  <a:pt x="18883" y="8438"/>
                </a:lnTo>
                <a:moveTo>
                  <a:pt x="18883" y="9459"/>
                </a:moveTo>
                <a:lnTo>
                  <a:pt x="19942" y="9459"/>
                </a:lnTo>
                <a:lnTo>
                  <a:pt x="19942" y="10465"/>
                </a:lnTo>
                <a:lnTo>
                  <a:pt x="18883" y="10465"/>
                </a:lnTo>
                <a:lnTo>
                  <a:pt x="18883" y="9459"/>
                </a:lnTo>
                <a:moveTo>
                  <a:pt x="18883" y="10533"/>
                </a:moveTo>
                <a:lnTo>
                  <a:pt x="19942" y="10533"/>
                </a:lnTo>
                <a:lnTo>
                  <a:pt x="19942" y="11487"/>
                </a:lnTo>
                <a:lnTo>
                  <a:pt x="18883" y="11487"/>
                </a:lnTo>
                <a:lnTo>
                  <a:pt x="18883" y="10533"/>
                </a:lnTo>
                <a:moveTo>
                  <a:pt x="18883" y="11556"/>
                </a:moveTo>
                <a:lnTo>
                  <a:pt x="19942" y="11556"/>
                </a:lnTo>
                <a:lnTo>
                  <a:pt x="19942" y="12561"/>
                </a:lnTo>
                <a:lnTo>
                  <a:pt x="18883" y="12561"/>
                </a:lnTo>
                <a:lnTo>
                  <a:pt x="18883" y="11556"/>
                </a:lnTo>
                <a:moveTo>
                  <a:pt x="18883" y="12630"/>
                </a:moveTo>
                <a:lnTo>
                  <a:pt x="19942" y="12630"/>
                </a:lnTo>
                <a:lnTo>
                  <a:pt x="19942" y="13583"/>
                </a:lnTo>
                <a:lnTo>
                  <a:pt x="18883" y="13583"/>
                </a:lnTo>
                <a:lnTo>
                  <a:pt x="18883" y="12630"/>
                </a:lnTo>
                <a:moveTo>
                  <a:pt x="18883" y="13651"/>
                </a:moveTo>
                <a:lnTo>
                  <a:pt x="19942" y="13651"/>
                </a:lnTo>
                <a:lnTo>
                  <a:pt x="19942" y="14657"/>
                </a:lnTo>
                <a:lnTo>
                  <a:pt x="18883" y="14657"/>
                </a:lnTo>
                <a:lnTo>
                  <a:pt x="18883" y="13651"/>
                </a:lnTo>
                <a:moveTo>
                  <a:pt x="18883" y="14726"/>
                </a:moveTo>
                <a:lnTo>
                  <a:pt x="19942" y="14726"/>
                </a:lnTo>
                <a:lnTo>
                  <a:pt x="19942" y="15680"/>
                </a:lnTo>
                <a:lnTo>
                  <a:pt x="18883" y="15680"/>
                </a:lnTo>
                <a:lnTo>
                  <a:pt x="18883" y="14726"/>
                </a:lnTo>
                <a:moveTo>
                  <a:pt x="17914" y="55"/>
                </a:moveTo>
                <a:lnTo>
                  <a:pt x="18814" y="55"/>
                </a:lnTo>
                <a:lnTo>
                  <a:pt x="18814" y="1007"/>
                </a:lnTo>
                <a:lnTo>
                  <a:pt x="17914" y="1007"/>
                </a:lnTo>
                <a:lnTo>
                  <a:pt x="17914" y="55"/>
                </a:lnTo>
                <a:moveTo>
                  <a:pt x="17914" y="1076"/>
                </a:moveTo>
                <a:lnTo>
                  <a:pt x="18814" y="1076"/>
                </a:lnTo>
                <a:lnTo>
                  <a:pt x="18814" y="2082"/>
                </a:lnTo>
                <a:lnTo>
                  <a:pt x="17914" y="2082"/>
                </a:lnTo>
                <a:lnTo>
                  <a:pt x="17914" y="1076"/>
                </a:lnTo>
                <a:moveTo>
                  <a:pt x="17914" y="2150"/>
                </a:moveTo>
                <a:lnTo>
                  <a:pt x="18814" y="2150"/>
                </a:lnTo>
                <a:lnTo>
                  <a:pt x="18814" y="3104"/>
                </a:lnTo>
                <a:lnTo>
                  <a:pt x="17914" y="3104"/>
                </a:lnTo>
                <a:lnTo>
                  <a:pt x="17914" y="2150"/>
                </a:lnTo>
                <a:moveTo>
                  <a:pt x="17914" y="3172"/>
                </a:moveTo>
                <a:lnTo>
                  <a:pt x="18814" y="3172"/>
                </a:lnTo>
                <a:lnTo>
                  <a:pt x="18814" y="4178"/>
                </a:lnTo>
                <a:lnTo>
                  <a:pt x="17914" y="4178"/>
                </a:lnTo>
                <a:lnTo>
                  <a:pt x="17914" y="3172"/>
                </a:lnTo>
                <a:moveTo>
                  <a:pt x="17914" y="4247"/>
                </a:moveTo>
                <a:lnTo>
                  <a:pt x="18814" y="4247"/>
                </a:lnTo>
                <a:lnTo>
                  <a:pt x="18814" y="5200"/>
                </a:lnTo>
                <a:lnTo>
                  <a:pt x="17914" y="5200"/>
                </a:lnTo>
                <a:lnTo>
                  <a:pt x="17914" y="4247"/>
                </a:lnTo>
                <a:moveTo>
                  <a:pt x="17914" y="5268"/>
                </a:moveTo>
                <a:lnTo>
                  <a:pt x="18814" y="5268"/>
                </a:lnTo>
                <a:lnTo>
                  <a:pt x="18814" y="6274"/>
                </a:lnTo>
                <a:lnTo>
                  <a:pt x="17914" y="6274"/>
                </a:lnTo>
                <a:lnTo>
                  <a:pt x="17914" y="5268"/>
                </a:lnTo>
                <a:moveTo>
                  <a:pt x="17914" y="6342"/>
                </a:moveTo>
                <a:lnTo>
                  <a:pt x="18814" y="6342"/>
                </a:lnTo>
                <a:lnTo>
                  <a:pt x="18814" y="7296"/>
                </a:lnTo>
                <a:lnTo>
                  <a:pt x="17914" y="7296"/>
                </a:lnTo>
                <a:lnTo>
                  <a:pt x="17914" y="6342"/>
                </a:lnTo>
                <a:moveTo>
                  <a:pt x="17914" y="7364"/>
                </a:moveTo>
                <a:lnTo>
                  <a:pt x="18814" y="7364"/>
                </a:lnTo>
                <a:lnTo>
                  <a:pt x="18814" y="8369"/>
                </a:lnTo>
                <a:lnTo>
                  <a:pt x="17914" y="8369"/>
                </a:lnTo>
                <a:lnTo>
                  <a:pt x="17914" y="7364"/>
                </a:lnTo>
                <a:moveTo>
                  <a:pt x="17914" y="8438"/>
                </a:moveTo>
                <a:lnTo>
                  <a:pt x="18814" y="8438"/>
                </a:lnTo>
                <a:lnTo>
                  <a:pt x="18814" y="9391"/>
                </a:lnTo>
                <a:lnTo>
                  <a:pt x="17914" y="9391"/>
                </a:lnTo>
                <a:lnTo>
                  <a:pt x="17914" y="8438"/>
                </a:lnTo>
                <a:moveTo>
                  <a:pt x="17914" y="9459"/>
                </a:moveTo>
                <a:lnTo>
                  <a:pt x="18814" y="9459"/>
                </a:lnTo>
                <a:lnTo>
                  <a:pt x="18814" y="10465"/>
                </a:lnTo>
                <a:lnTo>
                  <a:pt x="17914" y="10465"/>
                </a:lnTo>
                <a:lnTo>
                  <a:pt x="17914" y="9459"/>
                </a:lnTo>
                <a:moveTo>
                  <a:pt x="17914" y="10533"/>
                </a:moveTo>
                <a:lnTo>
                  <a:pt x="18814" y="10533"/>
                </a:lnTo>
                <a:lnTo>
                  <a:pt x="18814" y="11487"/>
                </a:lnTo>
                <a:lnTo>
                  <a:pt x="17914" y="11487"/>
                </a:lnTo>
                <a:lnTo>
                  <a:pt x="17914" y="10533"/>
                </a:lnTo>
                <a:moveTo>
                  <a:pt x="17914" y="11556"/>
                </a:moveTo>
                <a:lnTo>
                  <a:pt x="18814" y="11556"/>
                </a:lnTo>
                <a:lnTo>
                  <a:pt x="18814" y="12561"/>
                </a:lnTo>
                <a:lnTo>
                  <a:pt x="17914" y="12561"/>
                </a:lnTo>
                <a:lnTo>
                  <a:pt x="17914" y="11556"/>
                </a:lnTo>
                <a:moveTo>
                  <a:pt x="17914" y="12630"/>
                </a:moveTo>
                <a:lnTo>
                  <a:pt x="18814" y="12630"/>
                </a:lnTo>
                <a:lnTo>
                  <a:pt x="18814" y="13583"/>
                </a:lnTo>
                <a:lnTo>
                  <a:pt x="17914" y="13583"/>
                </a:lnTo>
                <a:lnTo>
                  <a:pt x="17914" y="12630"/>
                </a:lnTo>
                <a:moveTo>
                  <a:pt x="17914" y="13651"/>
                </a:moveTo>
                <a:lnTo>
                  <a:pt x="18814" y="13651"/>
                </a:lnTo>
                <a:lnTo>
                  <a:pt x="18814" y="14657"/>
                </a:lnTo>
                <a:lnTo>
                  <a:pt x="17914" y="14657"/>
                </a:lnTo>
                <a:lnTo>
                  <a:pt x="17914" y="13651"/>
                </a:lnTo>
                <a:moveTo>
                  <a:pt x="17914" y="14726"/>
                </a:moveTo>
                <a:lnTo>
                  <a:pt x="18814" y="14726"/>
                </a:lnTo>
                <a:lnTo>
                  <a:pt x="18814" y="15680"/>
                </a:lnTo>
                <a:lnTo>
                  <a:pt x="17914" y="15680"/>
                </a:lnTo>
                <a:lnTo>
                  <a:pt x="17914" y="14726"/>
                </a:lnTo>
                <a:moveTo>
                  <a:pt x="16786" y="55"/>
                </a:moveTo>
                <a:lnTo>
                  <a:pt x="17846" y="55"/>
                </a:lnTo>
                <a:lnTo>
                  <a:pt x="17846" y="1007"/>
                </a:lnTo>
                <a:lnTo>
                  <a:pt x="16786" y="1007"/>
                </a:lnTo>
                <a:lnTo>
                  <a:pt x="16786" y="55"/>
                </a:lnTo>
                <a:moveTo>
                  <a:pt x="16786" y="1076"/>
                </a:moveTo>
                <a:lnTo>
                  <a:pt x="17846" y="1076"/>
                </a:lnTo>
                <a:lnTo>
                  <a:pt x="17846" y="2082"/>
                </a:lnTo>
                <a:lnTo>
                  <a:pt x="16786" y="2082"/>
                </a:lnTo>
                <a:lnTo>
                  <a:pt x="16786" y="1076"/>
                </a:lnTo>
                <a:moveTo>
                  <a:pt x="16786" y="2150"/>
                </a:moveTo>
                <a:lnTo>
                  <a:pt x="17846" y="2150"/>
                </a:lnTo>
                <a:lnTo>
                  <a:pt x="17846" y="3104"/>
                </a:lnTo>
                <a:lnTo>
                  <a:pt x="16786" y="3104"/>
                </a:lnTo>
                <a:lnTo>
                  <a:pt x="16786" y="2150"/>
                </a:lnTo>
                <a:moveTo>
                  <a:pt x="16786" y="3172"/>
                </a:moveTo>
                <a:lnTo>
                  <a:pt x="17846" y="3172"/>
                </a:lnTo>
                <a:lnTo>
                  <a:pt x="17846" y="4178"/>
                </a:lnTo>
                <a:lnTo>
                  <a:pt x="16786" y="4178"/>
                </a:lnTo>
                <a:lnTo>
                  <a:pt x="16786" y="3172"/>
                </a:lnTo>
                <a:moveTo>
                  <a:pt x="16786" y="4247"/>
                </a:moveTo>
                <a:lnTo>
                  <a:pt x="17846" y="4247"/>
                </a:lnTo>
                <a:lnTo>
                  <a:pt x="17846" y="5200"/>
                </a:lnTo>
                <a:lnTo>
                  <a:pt x="16786" y="5200"/>
                </a:lnTo>
                <a:lnTo>
                  <a:pt x="16786" y="4247"/>
                </a:lnTo>
                <a:moveTo>
                  <a:pt x="16786" y="5268"/>
                </a:moveTo>
                <a:lnTo>
                  <a:pt x="17846" y="5268"/>
                </a:lnTo>
                <a:lnTo>
                  <a:pt x="17846" y="6274"/>
                </a:lnTo>
                <a:lnTo>
                  <a:pt x="16786" y="6274"/>
                </a:lnTo>
                <a:lnTo>
                  <a:pt x="16786" y="5268"/>
                </a:lnTo>
                <a:moveTo>
                  <a:pt x="16786" y="6342"/>
                </a:moveTo>
                <a:lnTo>
                  <a:pt x="17846" y="6342"/>
                </a:lnTo>
                <a:lnTo>
                  <a:pt x="17846" y="7296"/>
                </a:lnTo>
                <a:lnTo>
                  <a:pt x="16786" y="7296"/>
                </a:lnTo>
                <a:lnTo>
                  <a:pt x="16786" y="6342"/>
                </a:lnTo>
                <a:moveTo>
                  <a:pt x="16786" y="7364"/>
                </a:moveTo>
                <a:lnTo>
                  <a:pt x="17846" y="7364"/>
                </a:lnTo>
                <a:lnTo>
                  <a:pt x="17846" y="8369"/>
                </a:lnTo>
                <a:lnTo>
                  <a:pt x="16786" y="8369"/>
                </a:lnTo>
                <a:lnTo>
                  <a:pt x="16786" y="7364"/>
                </a:lnTo>
                <a:moveTo>
                  <a:pt x="16786" y="8438"/>
                </a:moveTo>
                <a:lnTo>
                  <a:pt x="17846" y="8438"/>
                </a:lnTo>
                <a:lnTo>
                  <a:pt x="17846" y="9391"/>
                </a:lnTo>
                <a:lnTo>
                  <a:pt x="16786" y="9391"/>
                </a:lnTo>
                <a:lnTo>
                  <a:pt x="16786" y="8438"/>
                </a:lnTo>
                <a:moveTo>
                  <a:pt x="16786" y="9459"/>
                </a:moveTo>
                <a:lnTo>
                  <a:pt x="17846" y="9459"/>
                </a:lnTo>
                <a:lnTo>
                  <a:pt x="17846" y="10465"/>
                </a:lnTo>
                <a:lnTo>
                  <a:pt x="16786" y="10465"/>
                </a:lnTo>
                <a:lnTo>
                  <a:pt x="16786" y="9459"/>
                </a:lnTo>
                <a:moveTo>
                  <a:pt x="16786" y="10533"/>
                </a:moveTo>
                <a:lnTo>
                  <a:pt x="17846" y="10533"/>
                </a:lnTo>
                <a:lnTo>
                  <a:pt x="17846" y="11487"/>
                </a:lnTo>
                <a:lnTo>
                  <a:pt x="16786" y="11487"/>
                </a:lnTo>
                <a:lnTo>
                  <a:pt x="16786" y="10533"/>
                </a:lnTo>
                <a:moveTo>
                  <a:pt x="16786" y="11556"/>
                </a:moveTo>
                <a:lnTo>
                  <a:pt x="17846" y="11556"/>
                </a:lnTo>
                <a:lnTo>
                  <a:pt x="17846" y="12561"/>
                </a:lnTo>
                <a:lnTo>
                  <a:pt x="16786" y="12561"/>
                </a:lnTo>
                <a:lnTo>
                  <a:pt x="16786" y="11556"/>
                </a:lnTo>
                <a:moveTo>
                  <a:pt x="16786" y="12630"/>
                </a:moveTo>
                <a:lnTo>
                  <a:pt x="17846" y="12630"/>
                </a:lnTo>
                <a:lnTo>
                  <a:pt x="17846" y="13583"/>
                </a:lnTo>
                <a:lnTo>
                  <a:pt x="16786" y="13583"/>
                </a:lnTo>
                <a:lnTo>
                  <a:pt x="16786" y="12630"/>
                </a:lnTo>
                <a:moveTo>
                  <a:pt x="16786" y="13651"/>
                </a:moveTo>
                <a:lnTo>
                  <a:pt x="17846" y="13651"/>
                </a:lnTo>
                <a:lnTo>
                  <a:pt x="17846" y="14657"/>
                </a:lnTo>
                <a:lnTo>
                  <a:pt x="16786" y="14657"/>
                </a:lnTo>
                <a:lnTo>
                  <a:pt x="16786" y="13651"/>
                </a:lnTo>
                <a:moveTo>
                  <a:pt x="16786" y="14726"/>
                </a:moveTo>
                <a:lnTo>
                  <a:pt x="17846" y="14726"/>
                </a:lnTo>
                <a:lnTo>
                  <a:pt x="17846" y="15680"/>
                </a:lnTo>
                <a:lnTo>
                  <a:pt x="16786" y="15680"/>
                </a:lnTo>
                <a:lnTo>
                  <a:pt x="16786" y="14726"/>
                </a:lnTo>
                <a:moveTo>
                  <a:pt x="15819" y="55"/>
                </a:moveTo>
                <a:lnTo>
                  <a:pt x="16718" y="55"/>
                </a:lnTo>
                <a:lnTo>
                  <a:pt x="16718" y="1007"/>
                </a:lnTo>
                <a:lnTo>
                  <a:pt x="15819" y="1007"/>
                </a:lnTo>
                <a:lnTo>
                  <a:pt x="15819" y="55"/>
                </a:lnTo>
                <a:moveTo>
                  <a:pt x="15819" y="1076"/>
                </a:moveTo>
                <a:lnTo>
                  <a:pt x="16718" y="1076"/>
                </a:lnTo>
                <a:lnTo>
                  <a:pt x="16718" y="2082"/>
                </a:lnTo>
                <a:lnTo>
                  <a:pt x="15819" y="2082"/>
                </a:lnTo>
                <a:lnTo>
                  <a:pt x="15819" y="1076"/>
                </a:lnTo>
                <a:moveTo>
                  <a:pt x="15819" y="2150"/>
                </a:moveTo>
                <a:lnTo>
                  <a:pt x="16718" y="2150"/>
                </a:lnTo>
                <a:lnTo>
                  <a:pt x="16718" y="3104"/>
                </a:lnTo>
                <a:lnTo>
                  <a:pt x="15819" y="3104"/>
                </a:lnTo>
                <a:lnTo>
                  <a:pt x="15819" y="2150"/>
                </a:lnTo>
                <a:moveTo>
                  <a:pt x="15819" y="3172"/>
                </a:moveTo>
                <a:lnTo>
                  <a:pt x="16718" y="3172"/>
                </a:lnTo>
                <a:lnTo>
                  <a:pt x="16718" y="4178"/>
                </a:lnTo>
                <a:lnTo>
                  <a:pt x="15819" y="4178"/>
                </a:lnTo>
                <a:lnTo>
                  <a:pt x="15819" y="3172"/>
                </a:lnTo>
                <a:moveTo>
                  <a:pt x="15819" y="4247"/>
                </a:moveTo>
                <a:lnTo>
                  <a:pt x="16718" y="4247"/>
                </a:lnTo>
                <a:lnTo>
                  <a:pt x="16718" y="5200"/>
                </a:lnTo>
                <a:lnTo>
                  <a:pt x="15819" y="5200"/>
                </a:lnTo>
                <a:lnTo>
                  <a:pt x="15819" y="4247"/>
                </a:lnTo>
                <a:moveTo>
                  <a:pt x="15819" y="5268"/>
                </a:moveTo>
                <a:lnTo>
                  <a:pt x="16718" y="5268"/>
                </a:lnTo>
                <a:lnTo>
                  <a:pt x="16718" y="6274"/>
                </a:lnTo>
                <a:lnTo>
                  <a:pt x="15819" y="6274"/>
                </a:lnTo>
                <a:lnTo>
                  <a:pt x="15819" y="5268"/>
                </a:lnTo>
                <a:moveTo>
                  <a:pt x="15819" y="6342"/>
                </a:moveTo>
                <a:lnTo>
                  <a:pt x="16718" y="6342"/>
                </a:lnTo>
                <a:lnTo>
                  <a:pt x="16718" y="7296"/>
                </a:lnTo>
                <a:lnTo>
                  <a:pt x="15819" y="7296"/>
                </a:lnTo>
                <a:lnTo>
                  <a:pt x="15819" y="6342"/>
                </a:lnTo>
                <a:moveTo>
                  <a:pt x="15819" y="7364"/>
                </a:moveTo>
                <a:lnTo>
                  <a:pt x="16718" y="7364"/>
                </a:lnTo>
                <a:lnTo>
                  <a:pt x="16718" y="8369"/>
                </a:lnTo>
                <a:lnTo>
                  <a:pt x="15819" y="8369"/>
                </a:lnTo>
                <a:lnTo>
                  <a:pt x="15819" y="7364"/>
                </a:lnTo>
                <a:moveTo>
                  <a:pt x="15819" y="8438"/>
                </a:moveTo>
                <a:lnTo>
                  <a:pt x="16718" y="8438"/>
                </a:lnTo>
                <a:lnTo>
                  <a:pt x="16718" y="9391"/>
                </a:lnTo>
                <a:lnTo>
                  <a:pt x="15819" y="9391"/>
                </a:lnTo>
                <a:lnTo>
                  <a:pt x="15819" y="8438"/>
                </a:lnTo>
                <a:moveTo>
                  <a:pt x="15819" y="9459"/>
                </a:moveTo>
                <a:lnTo>
                  <a:pt x="16718" y="9459"/>
                </a:lnTo>
                <a:lnTo>
                  <a:pt x="16718" y="10465"/>
                </a:lnTo>
                <a:lnTo>
                  <a:pt x="15819" y="10465"/>
                </a:lnTo>
                <a:lnTo>
                  <a:pt x="15819" y="9459"/>
                </a:lnTo>
                <a:moveTo>
                  <a:pt x="15819" y="10533"/>
                </a:moveTo>
                <a:lnTo>
                  <a:pt x="16718" y="10533"/>
                </a:lnTo>
                <a:lnTo>
                  <a:pt x="16718" y="11487"/>
                </a:lnTo>
                <a:lnTo>
                  <a:pt x="15819" y="11487"/>
                </a:lnTo>
                <a:lnTo>
                  <a:pt x="15819" y="10533"/>
                </a:lnTo>
                <a:moveTo>
                  <a:pt x="15819" y="11556"/>
                </a:moveTo>
                <a:lnTo>
                  <a:pt x="16718" y="11556"/>
                </a:lnTo>
                <a:lnTo>
                  <a:pt x="16718" y="12561"/>
                </a:lnTo>
                <a:lnTo>
                  <a:pt x="15819" y="12561"/>
                </a:lnTo>
                <a:lnTo>
                  <a:pt x="15819" y="11556"/>
                </a:lnTo>
                <a:moveTo>
                  <a:pt x="15819" y="12630"/>
                </a:moveTo>
                <a:lnTo>
                  <a:pt x="16718" y="12630"/>
                </a:lnTo>
                <a:lnTo>
                  <a:pt x="16718" y="13583"/>
                </a:lnTo>
                <a:lnTo>
                  <a:pt x="15819" y="13583"/>
                </a:lnTo>
                <a:lnTo>
                  <a:pt x="15819" y="12630"/>
                </a:lnTo>
                <a:moveTo>
                  <a:pt x="15819" y="13651"/>
                </a:moveTo>
                <a:lnTo>
                  <a:pt x="16718" y="13651"/>
                </a:lnTo>
                <a:lnTo>
                  <a:pt x="16718" y="14657"/>
                </a:lnTo>
                <a:lnTo>
                  <a:pt x="15819" y="14657"/>
                </a:lnTo>
                <a:lnTo>
                  <a:pt x="15819" y="13651"/>
                </a:lnTo>
                <a:moveTo>
                  <a:pt x="15819" y="14726"/>
                </a:moveTo>
                <a:lnTo>
                  <a:pt x="16718" y="14726"/>
                </a:lnTo>
                <a:lnTo>
                  <a:pt x="16718" y="15680"/>
                </a:lnTo>
                <a:lnTo>
                  <a:pt x="15819" y="15680"/>
                </a:lnTo>
                <a:lnTo>
                  <a:pt x="15819" y="14726"/>
                </a:lnTo>
                <a:moveTo>
                  <a:pt x="14691" y="55"/>
                </a:moveTo>
                <a:lnTo>
                  <a:pt x="15750" y="55"/>
                </a:lnTo>
                <a:lnTo>
                  <a:pt x="15750" y="1007"/>
                </a:lnTo>
                <a:lnTo>
                  <a:pt x="14691" y="1007"/>
                </a:lnTo>
                <a:lnTo>
                  <a:pt x="14691" y="55"/>
                </a:lnTo>
                <a:moveTo>
                  <a:pt x="14691" y="1076"/>
                </a:moveTo>
                <a:lnTo>
                  <a:pt x="15750" y="1076"/>
                </a:lnTo>
                <a:lnTo>
                  <a:pt x="15750" y="2082"/>
                </a:lnTo>
                <a:lnTo>
                  <a:pt x="14691" y="2082"/>
                </a:lnTo>
                <a:lnTo>
                  <a:pt x="14691" y="1076"/>
                </a:lnTo>
                <a:moveTo>
                  <a:pt x="14691" y="2150"/>
                </a:moveTo>
                <a:lnTo>
                  <a:pt x="15750" y="2150"/>
                </a:lnTo>
                <a:lnTo>
                  <a:pt x="15750" y="3104"/>
                </a:lnTo>
                <a:lnTo>
                  <a:pt x="14691" y="3104"/>
                </a:lnTo>
                <a:lnTo>
                  <a:pt x="14691" y="2150"/>
                </a:lnTo>
                <a:moveTo>
                  <a:pt x="14691" y="3172"/>
                </a:moveTo>
                <a:lnTo>
                  <a:pt x="15750" y="3172"/>
                </a:lnTo>
                <a:lnTo>
                  <a:pt x="15750" y="4178"/>
                </a:lnTo>
                <a:lnTo>
                  <a:pt x="14691" y="4178"/>
                </a:lnTo>
                <a:lnTo>
                  <a:pt x="14691" y="3172"/>
                </a:lnTo>
                <a:moveTo>
                  <a:pt x="14691" y="4247"/>
                </a:moveTo>
                <a:lnTo>
                  <a:pt x="15750" y="4247"/>
                </a:lnTo>
                <a:lnTo>
                  <a:pt x="15750" y="5200"/>
                </a:lnTo>
                <a:lnTo>
                  <a:pt x="14691" y="5200"/>
                </a:lnTo>
                <a:lnTo>
                  <a:pt x="14691" y="4247"/>
                </a:lnTo>
                <a:moveTo>
                  <a:pt x="14691" y="5268"/>
                </a:moveTo>
                <a:lnTo>
                  <a:pt x="15750" y="5268"/>
                </a:lnTo>
                <a:lnTo>
                  <a:pt x="15750" y="6274"/>
                </a:lnTo>
                <a:lnTo>
                  <a:pt x="14691" y="6274"/>
                </a:lnTo>
                <a:lnTo>
                  <a:pt x="14691" y="5268"/>
                </a:lnTo>
                <a:moveTo>
                  <a:pt x="14691" y="6342"/>
                </a:moveTo>
                <a:lnTo>
                  <a:pt x="15750" y="6342"/>
                </a:lnTo>
                <a:lnTo>
                  <a:pt x="15750" y="7296"/>
                </a:lnTo>
                <a:lnTo>
                  <a:pt x="14691" y="7296"/>
                </a:lnTo>
                <a:lnTo>
                  <a:pt x="14691" y="6342"/>
                </a:lnTo>
                <a:moveTo>
                  <a:pt x="14691" y="7364"/>
                </a:moveTo>
                <a:lnTo>
                  <a:pt x="15750" y="7364"/>
                </a:lnTo>
                <a:lnTo>
                  <a:pt x="15750" y="8369"/>
                </a:lnTo>
                <a:lnTo>
                  <a:pt x="14691" y="8369"/>
                </a:lnTo>
                <a:lnTo>
                  <a:pt x="14691" y="7364"/>
                </a:lnTo>
                <a:moveTo>
                  <a:pt x="14691" y="8438"/>
                </a:moveTo>
                <a:lnTo>
                  <a:pt x="15750" y="8438"/>
                </a:lnTo>
                <a:lnTo>
                  <a:pt x="15750" y="9391"/>
                </a:lnTo>
                <a:lnTo>
                  <a:pt x="14691" y="9391"/>
                </a:lnTo>
                <a:lnTo>
                  <a:pt x="14691" y="8438"/>
                </a:lnTo>
                <a:moveTo>
                  <a:pt x="14691" y="9459"/>
                </a:moveTo>
                <a:lnTo>
                  <a:pt x="15750" y="9459"/>
                </a:lnTo>
                <a:lnTo>
                  <a:pt x="15750" y="10465"/>
                </a:lnTo>
                <a:lnTo>
                  <a:pt x="14691" y="10465"/>
                </a:lnTo>
                <a:lnTo>
                  <a:pt x="14691" y="9459"/>
                </a:lnTo>
                <a:moveTo>
                  <a:pt x="14691" y="10533"/>
                </a:moveTo>
                <a:lnTo>
                  <a:pt x="15750" y="10533"/>
                </a:lnTo>
                <a:lnTo>
                  <a:pt x="15750" y="11487"/>
                </a:lnTo>
                <a:lnTo>
                  <a:pt x="14691" y="11487"/>
                </a:lnTo>
                <a:lnTo>
                  <a:pt x="14691" y="10533"/>
                </a:lnTo>
                <a:moveTo>
                  <a:pt x="14691" y="11556"/>
                </a:moveTo>
                <a:lnTo>
                  <a:pt x="15750" y="11556"/>
                </a:lnTo>
                <a:lnTo>
                  <a:pt x="15750" y="12561"/>
                </a:lnTo>
                <a:lnTo>
                  <a:pt x="14691" y="12561"/>
                </a:lnTo>
                <a:lnTo>
                  <a:pt x="14691" y="11556"/>
                </a:lnTo>
                <a:moveTo>
                  <a:pt x="14691" y="12630"/>
                </a:moveTo>
                <a:lnTo>
                  <a:pt x="15750" y="12630"/>
                </a:lnTo>
                <a:lnTo>
                  <a:pt x="15750" y="13583"/>
                </a:lnTo>
                <a:lnTo>
                  <a:pt x="14691" y="13583"/>
                </a:lnTo>
                <a:lnTo>
                  <a:pt x="14691" y="12630"/>
                </a:lnTo>
                <a:moveTo>
                  <a:pt x="14691" y="13651"/>
                </a:moveTo>
                <a:lnTo>
                  <a:pt x="15750" y="13651"/>
                </a:lnTo>
                <a:lnTo>
                  <a:pt x="15750" y="14657"/>
                </a:lnTo>
                <a:lnTo>
                  <a:pt x="14691" y="14657"/>
                </a:lnTo>
                <a:lnTo>
                  <a:pt x="14691" y="13651"/>
                </a:lnTo>
                <a:moveTo>
                  <a:pt x="14691" y="14726"/>
                </a:moveTo>
                <a:lnTo>
                  <a:pt x="15750" y="14726"/>
                </a:lnTo>
                <a:lnTo>
                  <a:pt x="15750" y="15680"/>
                </a:lnTo>
                <a:lnTo>
                  <a:pt x="14691" y="15680"/>
                </a:lnTo>
                <a:lnTo>
                  <a:pt x="14691" y="14726"/>
                </a:lnTo>
                <a:moveTo>
                  <a:pt x="13722" y="55"/>
                </a:moveTo>
                <a:lnTo>
                  <a:pt x="14622" y="55"/>
                </a:lnTo>
                <a:lnTo>
                  <a:pt x="14622" y="1007"/>
                </a:lnTo>
                <a:lnTo>
                  <a:pt x="13722" y="1007"/>
                </a:lnTo>
                <a:lnTo>
                  <a:pt x="13722" y="55"/>
                </a:lnTo>
                <a:moveTo>
                  <a:pt x="13722" y="1076"/>
                </a:moveTo>
                <a:lnTo>
                  <a:pt x="14622" y="1076"/>
                </a:lnTo>
                <a:lnTo>
                  <a:pt x="14622" y="2082"/>
                </a:lnTo>
                <a:lnTo>
                  <a:pt x="13722" y="2082"/>
                </a:lnTo>
                <a:lnTo>
                  <a:pt x="13722" y="1076"/>
                </a:lnTo>
                <a:moveTo>
                  <a:pt x="13722" y="2150"/>
                </a:moveTo>
                <a:lnTo>
                  <a:pt x="14622" y="2150"/>
                </a:lnTo>
                <a:lnTo>
                  <a:pt x="14622" y="3104"/>
                </a:lnTo>
                <a:lnTo>
                  <a:pt x="13722" y="3104"/>
                </a:lnTo>
                <a:lnTo>
                  <a:pt x="13722" y="2150"/>
                </a:lnTo>
                <a:moveTo>
                  <a:pt x="13722" y="3172"/>
                </a:moveTo>
                <a:lnTo>
                  <a:pt x="14622" y="3172"/>
                </a:lnTo>
                <a:lnTo>
                  <a:pt x="14622" y="4178"/>
                </a:lnTo>
                <a:lnTo>
                  <a:pt x="13722" y="4178"/>
                </a:lnTo>
                <a:lnTo>
                  <a:pt x="13722" y="3172"/>
                </a:lnTo>
                <a:moveTo>
                  <a:pt x="13722" y="4247"/>
                </a:moveTo>
                <a:lnTo>
                  <a:pt x="14622" y="4247"/>
                </a:lnTo>
                <a:lnTo>
                  <a:pt x="14622" y="5200"/>
                </a:lnTo>
                <a:lnTo>
                  <a:pt x="13722" y="5200"/>
                </a:lnTo>
                <a:lnTo>
                  <a:pt x="13722" y="4247"/>
                </a:lnTo>
                <a:moveTo>
                  <a:pt x="13722" y="5268"/>
                </a:moveTo>
                <a:lnTo>
                  <a:pt x="14622" y="5268"/>
                </a:lnTo>
                <a:lnTo>
                  <a:pt x="14622" y="6274"/>
                </a:lnTo>
                <a:lnTo>
                  <a:pt x="13722" y="6274"/>
                </a:lnTo>
                <a:lnTo>
                  <a:pt x="13722" y="5268"/>
                </a:lnTo>
                <a:moveTo>
                  <a:pt x="13722" y="6342"/>
                </a:moveTo>
                <a:lnTo>
                  <a:pt x="14622" y="6342"/>
                </a:lnTo>
                <a:lnTo>
                  <a:pt x="14622" y="7296"/>
                </a:lnTo>
                <a:lnTo>
                  <a:pt x="13722" y="7296"/>
                </a:lnTo>
                <a:lnTo>
                  <a:pt x="13722" y="6342"/>
                </a:lnTo>
                <a:moveTo>
                  <a:pt x="13722" y="7364"/>
                </a:moveTo>
                <a:lnTo>
                  <a:pt x="14622" y="7364"/>
                </a:lnTo>
                <a:lnTo>
                  <a:pt x="14622" y="8369"/>
                </a:lnTo>
                <a:lnTo>
                  <a:pt x="13722" y="8369"/>
                </a:lnTo>
                <a:lnTo>
                  <a:pt x="13722" y="7364"/>
                </a:lnTo>
                <a:moveTo>
                  <a:pt x="13722" y="8438"/>
                </a:moveTo>
                <a:lnTo>
                  <a:pt x="14622" y="8438"/>
                </a:lnTo>
                <a:lnTo>
                  <a:pt x="14622" y="9391"/>
                </a:lnTo>
                <a:lnTo>
                  <a:pt x="13722" y="9391"/>
                </a:lnTo>
                <a:lnTo>
                  <a:pt x="13722" y="8438"/>
                </a:lnTo>
                <a:moveTo>
                  <a:pt x="13722" y="9459"/>
                </a:moveTo>
                <a:lnTo>
                  <a:pt x="14622" y="9459"/>
                </a:lnTo>
                <a:lnTo>
                  <a:pt x="14622" y="10465"/>
                </a:lnTo>
                <a:lnTo>
                  <a:pt x="13722" y="10465"/>
                </a:lnTo>
                <a:lnTo>
                  <a:pt x="13722" y="9459"/>
                </a:lnTo>
                <a:moveTo>
                  <a:pt x="13722" y="10533"/>
                </a:moveTo>
                <a:lnTo>
                  <a:pt x="14622" y="10533"/>
                </a:lnTo>
                <a:lnTo>
                  <a:pt x="14622" y="11487"/>
                </a:lnTo>
                <a:lnTo>
                  <a:pt x="13722" y="11487"/>
                </a:lnTo>
                <a:lnTo>
                  <a:pt x="13722" y="10533"/>
                </a:lnTo>
                <a:moveTo>
                  <a:pt x="13722" y="11556"/>
                </a:moveTo>
                <a:lnTo>
                  <a:pt x="14622" y="11556"/>
                </a:lnTo>
                <a:lnTo>
                  <a:pt x="14622" y="12561"/>
                </a:lnTo>
                <a:lnTo>
                  <a:pt x="13722" y="12561"/>
                </a:lnTo>
                <a:lnTo>
                  <a:pt x="13722" y="11556"/>
                </a:lnTo>
                <a:moveTo>
                  <a:pt x="13722" y="12630"/>
                </a:moveTo>
                <a:lnTo>
                  <a:pt x="14622" y="12630"/>
                </a:lnTo>
                <a:lnTo>
                  <a:pt x="14622" y="13583"/>
                </a:lnTo>
                <a:lnTo>
                  <a:pt x="13722" y="13583"/>
                </a:lnTo>
                <a:lnTo>
                  <a:pt x="13722" y="12630"/>
                </a:lnTo>
                <a:moveTo>
                  <a:pt x="13722" y="13651"/>
                </a:moveTo>
                <a:lnTo>
                  <a:pt x="14622" y="13651"/>
                </a:lnTo>
                <a:lnTo>
                  <a:pt x="14622" y="14657"/>
                </a:lnTo>
                <a:lnTo>
                  <a:pt x="13722" y="14657"/>
                </a:lnTo>
                <a:lnTo>
                  <a:pt x="13722" y="13651"/>
                </a:lnTo>
                <a:moveTo>
                  <a:pt x="13722" y="14726"/>
                </a:moveTo>
                <a:lnTo>
                  <a:pt x="14622" y="14726"/>
                </a:lnTo>
                <a:lnTo>
                  <a:pt x="14622" y="15680"/>
                </a:lnTo>
                <a:lnTo>
                  <a:pt x="13722" y="15680"/>
                </a:lnTo>
                <a:lnTo>
                  <a:pt x="13722" y="14726"/>
                </a:lnTo>
                <a:moveTo>
                  <a:pt x="12594" y="55"/>
                </a:moveTo>
                <a:lnTo>
                  <a:pt x="13654" y="55"/>
                </a:lnTo>
                <a:lnTo>
                  <a:pt x="13654" y="1007"/>
                </a:lnTo>
                <a:lnTo>
                  <a:pt x="12594" y="1007"/>
                </a:lnTo>
                <a:lnTo>
                  <a:pt x="12594" y="55"/>
                </a:lnTo>
                <a:moveTo>
                  <a:pt x="12594" y="1076"/>
                </a:moveTo>
                <a:lnTo>
                  <a:pt x="13654" y="1076"/>
                </a:lnTo>
                <a:lnTo>
                  <a:pt x="13654" y="2082"/>
                </a:lnTo>
                <a:lnTo>
                  <a:pt x="12594" y="2082"/>
                </a:lnTo>
                <a:lnTo>
                  <a:pt x="12594" y="1076"/>
                </a:lnTo>
                <a:moveTo>
                  <a:pt x="12594" y="2150"/>
                </a:moveTo>
                <a:lnTo>
                  <a:pt x="13654" y="2150"/>
                </a:lnTo>
                <a:lnTo>
                  <a:pt x="13654" y="3104"/>
                </a:lnTo>
                <a:lnTo>
                  <a:pt x="12594" y="3104"/>
                </a:lnTo>
                <a:lnTo>
                  <a:pt x="12594" y="2150"/>
                </a:lnTo>
                <a:moveTo>
                  <a:pt x="12594" y="3172"/>
                </a:moveTo>
                <a:lnTo>
                  <a:pt x="13654" y="3172"/>
                </a:lnTo>
                <a:lnTo>
                  <a:pt x="13654" y="4178"/>
                </a:lnTo>
                <a:lnTo>
                  <a:pt x="12594" y="4178"/>
                </a:lnTo>
                <a:lnTo>
                  <a:pt x="12594" y="3172"/>
                </a:lnTo>
                <a:moveTo>
                  <a:pt x="12594" y="4247"/>
                </a:moveTo>
                <a:lnTo>
                  <a:pt x="13654" y="4247"/>
                </a:lnTo>
                <a:lnTo>
                  <a:pt x="13654" y="5200"/>
                </a:lnTo>
                <a:lnTo>
                  <a:pt x="12594" y="5200"/>
                </a:lnTo>
                <a:lnTo>
                  <a:pt x="12594" y="4247"/>
                </a:lnTo>
                <a:moveTo>
                  <a:pt x="12594" y="5268"/>
                </a:moveTo>
                <a:lnTo>
                  <a:pt x="13654" y="5268"/>
                </a:lnTo>
                <a:lnTo>
                  <a:pt x="13654" y="6274"/>
                </a:lnTo>
                <a:lnTo>
                  <a:pt x="12594" y="6274"/>
                </a:lnTo>
                <a:lnTo>
                  <a:pt x="12594" y="5268"/>
                </a:lnTo>
                <a:moveTo>
                  <a:pt x="12594" y="6342"/>
                </a:moveTo>
                <a:lnTo>
                  <a:pt x="13654" y="6342"/>
                </a:lnTo>
                <a:lnTo>
                  <a:pt x="13654" y="7296"/>
                </a:lnTo>
                <a:lnTo>
                  <a:pt x="12594" y="7296"/>
                </a:lnTo>
                <a:lnTo>
                  <a:pt x="12594" y="6342"/>
                </a:lnTo>
                <a:moveTo>
                  <a:pt x="12594" y="7364"/>
                </a:moveTo>
                <a:lnTo>
                  <a:pt x="13654" y="7364"/>
                </a:lnTo>
                <a:lnTo>
                  <a:pt x="13654" y="8369"/>
                </a:lnTo>
                <a:lnTo>
                  <a:pt x="12594" y="8369"/>
                </a:lnTo>
                <a:lnTo>
                  <a:pt x="12594" y="7364"/>
                </a:lnTo>
                <a:moveTo>
                  <a:pt x="12594" y="8438"/>
                </a:moveTo>
                <a:lnTo>
                  <a:pt x="13654" y="8438"/>
                </a:lnTo>
                <a:lnTo>
                  <a:pt x="13654" y="9391"/>
                </a:lnTo>
                <a:lnTo>
                  <a:pt x="12594" y="9391"/>
                </a:lnTo>
                <a:lnTo>
                  <a:pt x="12594" y="8438"/>
                </a:lnTo>
                <a:moveTo>
                  <a:pt x="12594" y="9459"/>
                </a:moveTo>
                <a:lnTo>
                  <a:pt x="13654" y="9459"/>
                </a:lnTo>
                <a:lnTo>
                  <a:pt x="13654" y="10465"/>
                </a:lnTo>
                <a:lnTo>
                  <a:pt x="12594" y="10465"/>
                </a:lnTo>
                <a:lnTo>
                  <a:pt x="12594" y="9459"/>
                </a:lnTo>
                <a:moveTo>
                  <a:pt x="12594" y="10533"/>
                </a:moveTo>
                <a:lnTo>
                  <a:pt x="13654" y="10533"/>
                </a:lnTo>
                <a:lnTo>
                  <a:pt x="13654" y="11487"/>
                </a:lnTo>
                <a:lnTo>
                  <a:pt x="12594" y="11487"/>
                </a:lnTo>
                <a:lnTo>
                  <a:pt x="12594" y="10533"/>
                </a:lnTo>
                <a:moveTo>
                  <a:pt x="12594" y="11556"/>
                </a:moveTo>
                <a:lnTo>
                  <a:pt x="13654" y="11556"/>
                </a:lnTo>
                <a:lnTo>
                  <a:pt x="13654" y="12561"/>
                </a:lnTo>
                <a:lnTo>
                  <a:pt x="12594" y="12561"/>
                </a:lnTo>
                <a:lnTo>
                  <a:pt x="12594" y="11556"/>
                </a:lnTo>
                <a:moveTo>
                  <a:pt x="12594" y="12630"/>
                </a:moveTo>
                <a:lnTo>
                  <a:pt x="13654" y="12630"/>
                </a:lnTo>
                <a:lnTo>
                  <a:pt x="13654" y="13583"/>
                </a:lnTo>
                <a:lnTo>
                  <a:pt x="12594" y="13583"/>
                </a:lnTo>
                <a:lnTo>
                  <a:pt x="12594" y="12630"/>
                </a:lnTo>
                <a:moveTo>
                  <a:pt x="12594" y="13651"/>
                </a:moveTo>
                <a:lnTo>
                  <a:pt x="13654" y="13651"/>
                </a:lnTo>
                <a:lnTo>
                  <a:pt x="13654" y="14657"/>
                </a:lnTo>
                <a:lnTo>
                  <a:pt x="12594" y="14657"/>
                </a:lnTo>
                <a:lnTo>
                  <a:pt x="12594" y="13651"/>
                </a:lnTo>
                <a:moveTo>
                  <a:pt x="12594" y="14726"/>
                </a:moveTo>
                <a:lnTo>
                  <a:pt x="13654" y="14726"/>
                </a:lnTo>
                <a:lnTo>
                  <a:pt x="13654" y="15680"/>
                </a:lnTo>
                <a:lnTo>
                  <a:pt x="12594" y="15680"/>
                </a:lnTo>
                <a:lnTo>
                  <a:pt x="12594" y="14726"/>
                </a:lnTo>
                <a:moveTo>
                  <a:pt x="11628" y="55"/>
                </a:moveTo>
                <a:lnTo>
                  <a:pt x="12526" y="55"/>
                </a:lnTo>
                <a:lnTo>
                  <a:pt x="12526" y="1007"/>
                </a:lnTo>
                <a:lnTo>
                  <a:pt x="11628" y="1007"/>
                </a:lnTo>
                <a:lnTo>
                  <a:pt x="11628" y="55"/>
                </a:lnTo>
                <a:moveTo>
                  <a:pt x="11628" y="1076"/>
                </a:moveTo>
                <a:lnTo>
                  <a:pt x="12526" y="1076"/>
                </a:lnTo>
                <a:lnTo>
                  <a:pt x="12526" y="2082"/>
                </a:lnTo>
                <a:lnTo>
                  <a:pt x="11628" y="2082"/>
                </a:lnTo>
                <a:lnTo>
                  <a:pt x="11628" y="1076"/>
                </a:lnTo>
                <a:moveTo>
                  <a:pt x="11628" y="2150"/>
                </a:moveTo>
                <a:lnTo>
                  <a:pt x="12526" y="2150"/>
                </a:lnTo>
                <a:lnTo>
                  <a:pt x="12526" y="3104"/>
                </a:lnTo>
                <a:lnTo>
                  <a:pt x="11628" y="3104"/>
                </a:lnTo>
                <a:lnTo>
                  <a:pt x="11628" y="2150"/>
                </a:lnTo>
                <a:moveTo>
                  <a:pt x="11628" y="3172"/>
                </a:moveTo>
                <a:lnTo>
                  <a:pt x="12526" y="3172"/>
                </a:lnTo>
                <a:lnTo>
                  <a:pt x="12526" y="4178"/>
                </a:lnTo>
                <a:lnTo>
                  <a:pt x="11628" y="4178"/>
                </a:lnTo>
                <a:lnTo>
                  <a:pt x="11628" y="3172"/>
                </a:lnTo>
                <a:moveTo>
                  <a:pt x="11628" y="4247"/>
                </a:moveTo>
                <a:lnTo>
                  <a:pt x="12526" y="4247"/>
                </a:lnTo>
                <a:lnTo>
                  <a:pt x="12526" y="5200"/>
                </a:lnTo>
                <a:lnTo>
                  <a:pt x="11628" y="5200"/>
                </a:lnTo>
                <a:lnTo>
                  <a:pt x="11628" y="4247"/>
                </a:lnTo>
                <a:moveTo>
                  <a:pt x="11628" y="5268"/>
                </a:moveTo>
                <a:lnTo>
                  <a:pt x="12526" y="5268"/>
                </a:lnTo>
                <a:lnTo>
                  <a:pt x="12526" y="6274"/>
                </a:lnTo>
                <a:lnTo>
                  <a:pt x="11628" y="6274"/>
                </a:lnTo>
                <a:lnTo>
                  <a:pt x="11628" y="5268"/>
                </a:lnTo>
                <a:moveTo>
                  <a:pt x="11628" y="6342"/>
                </a:moveTo>
                <a:lnTo>
                  <a:pt x="12526" y="6342"/>
                </a:lnTo>
                <a:lnTo>
                  <a:pt x="12526" y="7296"/>
                </a:lnTo>
                <a:lnTo>
                  <a:pt x="11628" y="7296"/>
                </a:lnTo>
                <a:lnTo>
                  <a:pt x="11628" y="6342"/>
                </a:lnTo>
                <a:moveTo>
                  <a:pt x="11628" y="7364"/>
                </a:moveTo>
                <a:lnTo>
                  <a:pt x="12526" y="7364"/>
                </a:lnTo>
                <a:lnTo>
                  <a:pt x="12526" y="8369"/>
                </a:lnTo>
                <a:lnTo>
                  <a:pt x="11628" y="8369"/>
                </a:lnTo>
                <a:lnTo>
                  <a:pt x="11628" y="7364"/>
                </a:lnTo>
                <a:moveTo>
                  <a:pt x="11628" y="8438"/>
                </a:moveTo>
                <a:lnTo>
                  <a:pt x="12526" y="8438"/>
                </a:lnTo>
                <a:lnTo>
                  <a:pt x="12526" y="9391"/>
                </a:lnTo>
                <a:lnTo>
                  <a:pt x="11628" y="9391"/>
                </a:lnTo>
                <a:lnTo>
                  <a:pt x="11628" y="8438"/>
                </a:lnTo>
                <a:moveTo>
                  <a:pt x="11628" y="9459"/>
                </a:moveTo>
                <a:lnTo>
                  <a:pt x="12526" y="9459"/>
                </a:lnTo>
                <a:lnTo>
                  <a:pt x="12526" y="10465"/>
                </a:lnTo>
                <a:lnTo>
                  <a:pt x="11628" y="10465"/>
                </a:lnTo>
                <a:lnTo>
                  <a:pt x="11628" y="9459"/>
                </a:lnTo>
                <a:moveTo>
                  <a:pt x="11628" y="10533"/>
                </a:moveTo>
                <a:lnTo>
                  <a:pt x="12526" y="10533"/>
                </a:lnTo>
                <a:lnTo>
                  <a:pt x="12526" y="11487"/>
                </a:lnTo>
                <a:lnTo>
                  <a:pt x="11628" y="11487"/>
                </a:lnTo>
                <a:lnTo>
                  <a:pt x="11628" y="10533"/>
                </a:lnTo>
                <a:moveTo>
                  <a:pt x="11628" y="11556"/>
                </a:moveTo>
                <a:lnTo>
                  <a:pt x="12526" y="11556"/>
                </a:lnTo>
                <a:lnTo>
                  <a:pt x="12526" y="12561"/>
                </a:lnTo>
                <a:lnTo>
                  <a:pt x="11628" y="12561"/>
                </a:lnTo>
                <a:lnTo>
                  <a:pt x="11628" y="11556"/>
                </a:lnTo>
                <a:moveTo>
                  <a:pt x="11628" y="12630"/>
                </a:moveTo>
                <a:lnTo>
                  <a:pt x="12526" y="12630"/>
                </a:lnTo>
                <a:lnTo>
                  <a:pt x="12526" y="13583"/>
                </a:lnTo>
                <a:lnTo>
                  <a:pt x="11628" y="13583"/>
                </a:lnTo>
                <a:lnTo>
                  <a:pt x="11628" y="12630"/>
                </a:lnTo>
                <a:moveTo>
                  <a:pt x="11628" y="13651"/>
                </a:moveTo>
                <a:lnTo>
                  <a:pt x="12526" y="13651"/>
                </a:lnTo>
                <a:lnTo>
                  <a:pt x="12526" y="14657"/>
                </a:lnTo>
                <a:lnTo>
                  <a:pt x="11628" y="14657"/>
                </a:lnTo>
                <a:lnTo>
                  <a:pt x="11628" y="13651"/>
                </a:lnTo>
                <a:moveTo>
                  <a:pt x="11628" y="14726"/>
                </a:moveTo>
                <a:lnTo>
                  <a:pt x="12526" y="14726"/>
                </a:lnTo>
                <a:lnTo>
                  <a:pt x="12526" y="15680"/>
                </a:lnTo>
                <a:lnTo>
                  <a:pt x="11628" y="15680"/>
                </a:lnTo>
                <a:lnTo>
                  <a:pt x="11628" y="14726"/>
                </a:lnTo>
                <a:moveTo>
                  <a:pt x="10500" y="55"/>
                </a:moveTo>
                <a:lnTo>
                  <a:pt x="11559" y="55"/>
                </a:lnTo>
                <a:lnTo>
                  <a:pt x="11559" y="1007"/>
                </a:lnTo>
                <a:lnTo>
                  <a:pt x="10500" y="1007"/>
                </a:lnTo>
                <a:lnTo>
                  <a:pt x="10500" y="55"/>
                </a:lnTo>
                <a:moveTo>
                  <a:pt x="10500" y="1076"/>
                </a:moveTo>
                <a:lnTo>
                  <a:pt x="11559" y="1076"/>
                </a:lnTo>
                <a:lnTo>
                  <a:pt x="11559" y="2082"/>
                </a:lnTo>
                <a:lnTo>
                  <a:pt x="10500" y="2082"/>
                </a:lnTo>
                <a:lnTo>
                  <a:pt x="10500" y="1076"/>
                </a:lnTo>
                <a:moveTo>
                  <a:pt x="10500" y="2150"/>
                </a:moveTo>
                <a:lnTo>
                  <a:pt x="11559" y="2150"/>
                </a:lnTo>
                <a:lnTo>
                  <a:pt x="11559" y="3104"/>
                </a:lnTo>
                <a:lnTo>
                  <a:pt x="10500" y="3104"/>
                </a:lnTo>
                <a:lnTo>
                  <a:pt x="10500" y="2150"/>
                </a:lnTo>
                <a:moveTo>
                  <a:pt x="10500" y="3172"/>
                </a:moveTo>
                <a:lnTo>
                  <a:pt x="11559" y="3172"/>
                </a:lnTo>
                <a:lnTo>
                  <a:pt x="11559" y="4178"/>
                </a:lnTo>
                <a:lnTo>
                  <a:pt x="10500" y="4178"/>
                </a:lnTo>
                <a:lnTo>
                  <a:pt x="10500" y="3172"/>
                </a:lnTo>
                <a:moveTo>
                  <a:pt x="10500" y="4247"/>
                </a:moveTo>
                <a:lnTo>
                  <a:pt x="11559" y="4247"/>
                </a:lnTo>
                <a:lnTo>
                  <a:pt x="11559" y="5200"/>
                </a:lnTo>
                <a:lnTo>
                  <a:pt x="10500" y="5200"/>
                </a:lnTo>
                <a:lnTo>
                  <a:pt x="10500" y="4247"/>
                </a:lnTo>
                <a:moveTo>
                  <a:pt x="10500" y="5268"/>
                </a:moveTo>
                <a:lnTo>
                  <a:pt x="11559" y="5268"/>
                </a:lnTo>
                <a:lnTo>
                  <a:pt x="11559" y="6274"/>
                </a:lnTo>
                <a:lnTo>
                  <a:pt x="10500" y="6274"/>
                </a:lnTo>
                <a:lnTo>
                  <a:pt x="10500" y="5268"/>
                </a:lnTo>
                <a:moveTo>
                  <a:pt x="10500" y="6342"/>
                </a:moveTo>
                <a:lnTo>
                  <a:pt x="11559" y="6342"/>
                </a:lnTo>
                <a:lnTo>
                  <a:pt x="11559" y="7296"/>
                </a:lnTo>
                <a:lnTo>
                  <a:pt x="10500" y="7296"/>
                </a:lnTo>
                <a:lnTo>
                  <a:pt x="10500" y="6342"/>
                </a:lnTo>
                <a:moveTo>
                  <a:pt x="10500" y="7364"/>
                </a:moveTo>
                <a:lnTo>
                  <a:pt x="11559" y="7364"/>
                </a:lnTo>
                <a:lnTo>
                  <a:pt x="11559" y="8369"/>
                </a:lnTo>
                <a:lnTo>
                  <a:pt x="10500" y="8369"/>
                </a:lnTo>
                <a:lnTo>
                  <a:pt x="10500" y="7364"/>
                </a:lnTo>
                <a:moveTo>
                  <a:pt x="10500" y="8438"/>
                </a:moveTo>
                <a:lnTo>
                  <a:pt x="11559" y="8438"/>
                </a:lnTo>
                <a:lnTo>
                  <a:pt x="11559" y="9391"/>
                </a:lnTo>
                <a:lnTo>
                  <a:pt x="10500" y="9391"/>
                </a:lnTo>
                <a:lnTo>
                  <a:pt x="10500" y="8438"/>
                </a:lnTo>
                <a:moveTo>
                  <a:pt x="10500" y="9459"/>
                </a:moveTo>
                <a:lnTo>
                  <a:pt x="11559" y="9459"/>
                </a:lnTo>
                <a:lnTo>
                  <a:pt x="11559" y="10465"/>
                </a:lnTo>
                <a:lnTo>
                  <a:pt x="10500" y="10465"/>
                </a:lnTo>
                <a:lnTo>
                  <a:pt x="10500" y="9459"/>
                </a:lnTo>
                <a:moveTo>
                  <a:pt x="10500" y="10533"/>
                </a:moveTo>
                <a:lnTo>
                  <a:pt x="11559" y="10533"/>
                </a:lnTo>
                <a:lnTo>
                  <a:pt x="11559" y="11487"/>
                </a:lnTo>
                <a:lnTo>
                  <a:pt x="10500" y="11487"/>
                </a:lnTo>
                <a:lnTo>
                  <a:pt x="10500" y="10533"/>
                </a:lnTo>
                <a:moveTo>
                  <a:pt x="10500" y="11556"/>
                </a:moveTo>
                <a:lnTo>
                  <a:pt x="11559" y="11556"/>
                </a:lnTo>
                <a:lnTo>
                  <a:pt x="11559" y="12561"/>
                </a:lnTo>
                <a:lnTo>
                  <a:pt x="10500" y="12561"/>
                </a:lnTo>
                <a:lnTo>
                  <a:pt x="10500" y="11556"/>
                </a:lnTo>
                <a:moveTo>
                  <a:pt x="10500" y="12630"/>
                </a:moveTo>
                <a:lnTo>
                  <a:pt x="11559" y="12630"/>
                </a:lnTo>
                <a:lnTo>
                  <a:pt x="11559" y="13583"/>
                </a:lnTo>
                <a:lnTo>
                  <a:pt x="10500" y="13583"/>
                </a:lnTo>
                <a:lnTo>
                  <a:pt x="10500" y="12630"/>
                </a:lnTo>
                <a:moveTo>
                  <a:pt x="10500" y="13651"/>
                </a:moveTo>
                <a:lnTo>
                  <a:pt x="11559" y="13651"/>
                </a:lnTo>
                <a:lnTo>
                  <a:pt x="11559" y="14657"/>
                </a:lnTo>
                <a:lnTo>
                  <a:pt x="10500" y="14657"/>
                </a:lnTo>
                <a:lnTo>
                  <a:pt x="10500" y="13651"/>
                </a:lnTo>
                <a:moveTo>
                  <a:pt x="10500" y="14726"/>
                </a:moveTo>
                <a:lnTo>
                  <a:pt x="11559" y="14726"/>
                </a:lnTo>
                <a:lnTo>
                  <a:pt x="11559" y="15680"/>
                </a:lnTo>
                <a:lnTo>
                  <a:pt x="10500" y="15680"/>
                </a:lnTo>
                <a:lnTo>
                  <a:pt x="10500" y="14726"/>
                </a:lnTo>
                <a:moveTo>
                  <a:pt x="9531" y="55"/>
                </a:moveTo>
                <a:lnTo>
                  <a:pt x="10430" y="55"/>
                </a:lnTo>
                <a:lnTo>
                  <a:pt x="10430" y="1007"/>
                </a:lnTo>
                <a:lnTo>
                  <a:pt x="9531" y="1007"/>
                </a:lnTo>
                <a:lnTo>
                  <a:pt x="9531" y="55"/>
                </a:lnTo>
                <a:moveTo>
                  <a:pt x="9531" y="1076"/>
                </a:moveTo>
                <a:lnTo>
                  <a:pt x="10430" y="1076"/>
                </a:lnTo>
                <a:lnTo>
                  <a:pt x="10430" y="2082"/>
                </a:lnTo>
                <a:lnTo>
                  <a:pt x="9531" y="2082"/>
                </a:lnTo>
                <a:lnTo>
                  <a:pt x="9531" y="1076"/>
                </a:lnTo>
                <a:moveTo>
                  <a:pt x="9531" y="2150"/>
                </a:moveTo>
                <a:lnTo>
                  <a:pt x="10430" y="2150"/>
                </a:lnTo>
                <a:lnTo>
                  <a:pt x="10430" y="3104"/>
                </a:lnTo>
                <a:lnTo>
                  <a:pt x="9531" y="3104"/>
                </a:lnTo>
                <a:lnTo>
                  <a:pt x="9531" y="2150"/>
                </a:lnTo>
                <a:moveTo>
                  <a:pt x="9531" y="3172"/>
                </a:moveTo>
                <a:lnTo>
                  <a:pt x="10430" y="3172"/>
                </a:lnTo>
                <a:lnTo>
                  <a:pt x="10430" y="4178"/>
                </a:lnTo>
                <a:lnTo>
                  <a:pt x="9531" y="4178"/>
                </a:lnTo>
                <a:lnTo>
                  <a:pt x="9531" y="3172"/>
                </a:lnTo>
                <a:moveTo>
                  <a:pt x="9531" y="4247"/>
                </a:moveTo>
                <a:lnTo>
                  <a:pt x="10430" y="4247"/>
                </a:lnTo>
                <a:lnTo>
                  <a:pt x="10430" y="5200"/>
                </a:lnTo>
                <a:lnTo>
                  <a:pt x="9531" y="5200"/>
                </a:lnTo>
                <a:lnTo>
                  <a:pt x="9531" y="4247"/>
                </a:lnTo>
                <a:moveTo>
                  <a:pt x="9531" y="5268"/>
                </a:moveTo>
                <a:lnTo>
                  <a:pt x="10430" y="5268"/>
                </a:lnTo>
                <a:lnTo>
                  <a:pt x="10430" y="6274"/>
                </a:lnTo>
                <a:lnTo>
                  <a:pt x="9531" y="6274"/>
                </a:lnTo>
                <a:lnTo>
                  <a:pt x="9531" y="5268"/>
                </a:lnTo>
                <a:moveTo>
                  <a:pt x="9531" y="6342"/>
                </a:moveTo>
                <a:lnTo>
                  <a:pt x="10430" y="6342"/>
                </a:lnTo>
                <a:lnTo>
                  <a:pt x="10430" y="7296"/>
                </a:lnTo>
                <a:lnTo>
                  <a:pt x="9531" y="7296"/>
                </a:lnTo>
                <a:lnTo>
                  <a:pt x="9531" y="6342"/>
                </a:lnTo>
                <a:moveTo>
                  <a:pt x="9531" y="7364"/>
                </a:moveTo>
                <a:lnTo>
                  <a:pt x="10430" y="7364"/>
                </a:lnTo>
                <a:lnTo>
                  <a:pt x="10430" y="8369"/>
                </a:lnTo>
                <a:lnTo>
                  <a:pt x="9531" y="8369"/>
                </a:lnTo>
                <a:lnTo>
                  <a:pt x="9531" y="7364"/>
                </a:lnTo>
                <a:moveTo>
                  <a:pt x="9531" y="8438"/>
                </a:moveTo>
                <a:lnTo>
                  <a:pt x="10430" y="8438"/>
                </a:lnTo>
                <a:lnTo>
                  <a:pt x="10430" y="9391"/>
                </a:lnTo>
                <a:lnTo>
                  <a:pt x="9531" y="9391"/>
                </a:lnTo>
                <a:lnTo>
                  <a:pt x="9531" y="8438"/>
                </a:lnTo>
                <a:moveTo>
                  <a:pt x="9531" y="9459"/>
                </a:moveTo>
                <a:lnTo>
                  <a:pt x="10430" y="9459"/>
                </a:lnTo>
                <a:lnTo>
                  <a:pt x="10430" y="10465"/>
                </a:lnTo>
                <a:lnTo>
                  <a:pt x="9531" y="10465"/>
                </a:lnTo>
                <a:lnTo>
                  <a:pt x="9531" y="9459"/>
                </a:lnTo>
                <a:moveTo>
                  <a:pt x="9531" y="10533"/>
                </a:moveTo>
                <a:lnTo>
                  <a:pt x="10430" y="10533"/>
                </a:lnTo>
                <a:lnTo>
                  <a:pt x="10430" y="11487"/>
                </a:lnTo>
                <a:lnTo>
                  <a:pt x="9531" y="11487"/>
                </a:lnTo>
                <a:lnTo>
                  <a:pt x="9531" y="10533"/>
                </a:lnTo>
                <a:moveTo>
                  <a:pt x="9531" y="11556"/>
                </a:moveTo>
                <a:lnTo>
                  <a:pt x="10430" y="11556"/>
                </a:lnTo>
                <a:lnTo>
                  <a:pt x="10430" y="12561"/>
                </a:lnTo>
                <a:lnTo>
                  <a:pt x="9531" y="12561"/>
                </a:lnTo>
                <a:lnTo>
                  <a:pt x="9531" y="11556"/>
                </a:lnTo>
                <a:moveTo>
                  <a:pt x="9531" y="12630"/>
                </a:moveTo>
                <a:lnTo>
                  <a:pt x="10430" y="12630"/>
                </a:lnTo>
                <a:lnTo>
                  <a:pt x="10430" y="13583"/>
                </a:lnTo>
                <a:lnTo>
                  <a:pt x="9531" y="13583"/>
                </a:lnTo>
                <a:lnTo>
                  <a:pt x="9531" y="12630"/>
                </a:lnTo>
                <a:moveTo>
                  <a:pt x="9531" y="13651"/>
                </a:moveTo>
                <a:lnTo>
                  <a:pt x="10430" y="13651"/>
                </a:lnTo>
                <a:lnTo>
                  <a:pt x="10430" y="14657"/>
                </a:lnTo>
                <a:lnTo>
                  <a:pt x="9531" y="14657"/>
                </a:lnTo>
                <a:lnTo>
                  <a:pt x="9531" y="13651"/>
                </a:lnTo>
                <a:moveTo>
                  <a:pt x="9531" y="14726"/>
                </a:moveTo>
                <a:lnTo>
                  <a:pt x="10430" y="14726"/>
                </a:lnTo>
                <a:lnTo>
                  <a:pt x="10430" y="15680"/>
                </a:lnTo>
                <a:lnTo>
                  <a:pt x="9531" y="15680"/>
                </a:lnTo>
                <a:lnTo>
                  <a:pt x="9531" y="14726"/>
                </a:lnTo>
                <a:moveTo>
                  <a:pt x="8403" y="55"/>
                </a:moveTo>
                <a:lnTo>
                  <a:pt x="9463" y="55"/>
                </a:lnTo>
                <a:lnTo>
                  <a:pt x="9463" y="1007"/>
                </a:lnTo>
                <a:lnTo>
                  <a:pt x="8403" y="1007"/>
                </a:lnTo>
                <a:lnTo>
                  <a:pt x="8403" y="55"/>
                </a:lnTo>
                <a:moveTo>
                  <a:pt x="8403" y="1076"/>
                </a:moveTo>
                <a:lnTo>
                  <a:pt x="9463" y="1076"/>
                </a:lnTo>
                <a:lnTo>
                  <a:pt x="9463" y="2082"/>
                </a:lnTo>
                <a:lnTo>
                  <a:pt x="8403" y="2082"/>
                </a:lnTo>
                <a:lnTo>
                  <a:pt x="8403" y="1076"/>
                </a:lnTo>
                <a:moveTo>
                  <a:pt x="8403" y="2150"/>
                </a:moveTo>
                <a:lnTo>
                  <a:pt x="9463" y="2150"/>
                </a:lnTo>
                <a:lnTo>
                  <a:pt x="9463" y="3104"/>
                </a:lnTo>
                <a:lnTo>
                  <a:pt x="8403" y="3104"/>
                </a:lnTo>
                <a:lnTo>
                  <a:pt x="8403" y="2150"/>
                </a:lnTo>
                <a:moveTo>
                  <a:pt x="8403" y="3172"/>
                </a:moveTo>
                <a:lnTo>
                  <a:pt x="9463" y="3172"/>
                </a:lnTo>
                <a:lnTo>
                  <a:pt x="9463" y="4178"/>
                </a:lnTo>
                <a:lnTo>
                  <a:pt x="8403" y="4178"/>
                </a:lnTo>
                <a:lnTo>
                  <a:pt x="8403" y="3172"/>
                </a:lnTo>
                <a:moveTo>
                  <a:pt x="8403" y="4247"/>
                </a:moveTo>
                <a:lnTo>
                  <a:pt x="9463" y="4247"/>
                </a:lnTo>
                <a:lnTo>
                  <a:pt x="9463" y="5200"/>
                </a:lnTo>
                <a:lnTo>
                  <a:pt x="8403" y="5200"/>
                </a:lnTo>
                <a:lnTo>
                  <a:pt x="8403" y="4247"/>
                </a:lnTo>
                <a:moveTo>
                  <a:pt x="8403" y="5268"/>
                </a:moveTo>
                <a:lnTo>
                  <a:pt x="9463" y="5268"/>
                </a:lnTo>
                <a:lnTo>
                  <a:pt x="9463" y="6274"/>
                </a:lnTo>
                <a:lnTo>
                  <a:pt x="8403" y="6274"/>
                </a:lnTo>
                <a:lnTo>
                  <a:pt x="8403" y="5268"/>
                </a:lnTo>
                <a:moveTo>
                  <a:pt x="8403" y="6342"/>
                </a:moveTo>
                <a:lnTo>
                  <a:pt x="9463" y="6342"/>
                </a:lnTo>
                <a:lnTo>
                  <a:pt x="9463" y="7296"/>
                </a:lnTo>
                <a:lnTo>
                  <a:pt x="8403" y="7296"/>
                </a:lnTo>
                <a:lnTo>
                  <a:pt x="8403" y="6342"/>
                </a:lnTo>
                <a:moveTo>
                  <a:pt x="8403" y="7364"/>
                </a:moveTo>
                <a:lnTo>
                  <a:pt x="9463" y="7364"/>
                </a:lnTo>
                <a:lnTo>
                  <a:pt x="9463" y="8369"/>
                </a:lnTo>
                <a:lnTo>
                  <a:pt x="8403" y="8369"/>
                </a:lnTo>
                <a:lnTo>
                  <a:pt x="8403" y="7364"/>
                </a:lnTo>
                <a:moveTo>
                  <a:pt x="8403" y="8438"/>
                </a:moveTo>
                <a:lnTo>
                  <a:pt x="9463" y="8438"/>
                </a:lnTo>
                <a:lnTo>
                  <a:pt x="9463" y="9391"/>
                </a:lnTo>
                <a:lnTo>
                  <a:pt x="8403" y="9391"/>
                </a:lnTo>
                <a:lnTo>
                  <a:pt x="8403" y="8438"/>
                </a:lnTo>
                <a:moveTo>
                  <a:pt x="8403" y="9459"/>
                </a:moveTo>
                <a:lnTo>
                  <a:pt x="9463" y="9459"/>
                </a:lnTo>
                <a:lnTo>
                  <a:pt x="9463" y="10465"/>
                </a:lnTo>
                <a:lnTo>
                  <a:pt x="8403" y="10465"/>
                </a:lnTo>
                <a:lnTo>
                  <a:pt x="8403" y="9459"/>
                </a:lnTo>
                <a:moveTo>
                  <a:pt x="8403" y="10533"/>
                </a:moveTo>
                <a:lnTo>
                  <a:pt x="9463" y="10533"/>
                </a:lnTo>
                <a:lnTo>
                  <a:pt x="9463" y="11487"/>
                </a:lnTo>
                <a:lnTo>
                  <a:pt x="8403" y="11487"/>
                </a:lnTo>
                <a:lnTo>
                  <a:pt x="8403" y="10533"/>
                </a:lnTo>
                <a:moveTo>
                  <a:pt x="8403" y="11556"/>
                </a:moveTo>
                <a:lnTo>
                  <a:pt x="9463" y="11556"/>
                </a:lnTo>
                <a:lnTo>
                  <a:pt x="9463" y="12561"/>
                </a:lnTo>
                <a:lnTo>
                  <a:pt x="8403" y="12561"/>
                </a:lnTo>
                <a:lnTo>
                  <a:pt x="8403" y="11556"/>
                </a:lnTo>
                <a:moveTo>
                  <a:pt x="8403" y="12630"/>
                </a:moveTo>
                <a:lnTo>
                  <a:pt x="9463" y="12630"/>
                </a:lnTo>
                <a:lnTo>
                  <a:pt x="9463" y="13583"/>
                </a:lnTo>
                <a:lnTo>
                  <a:pt x="8403" y="13583"/>
                </a:lnTo>
                <a:lnTo>
                  <a:pt x="8403" y="12630"/>
                </a:lnTo>
                <a:moveTo>
                  <a:pt x="8403" y="13651"/>
                </a:moveTo>
                <a:lnTo>
                  <a:pt x="9463" y="13651"/>
                </a:lnTo>
                <a:lnTo>
                  <a:pt x="9463" y="14657"/>
                </a:lnTo>
                <a:lnTo>
                  <a:pt x="8403" y="14657"/>
                </a:lnTo>
                <a:lnTo>
                  <a:pt x="8403" y="13651"/>
                </a:lnTo>
                <a:moveTo>
                  <a:pt x="8403" y="14726"/>
                </a:moveTo>
                <a:lnTo>
                  <a:pt x="9463" y="14726"/>
                </a:lnTo>
                <a:lnTo>
                  <a:pt x="9463" y="15680"/>
                </a:lnTo>
                <a:lnTo>
                  <a:pt x="8403" y="15680"/>
                </a:lnTo>
                <a:lnTo>
                  <a:pt x="8403" y="14726"/>
                </a:lnTo>
                <a:moveTo>
                  <a:pt x="7436" y="55"/>
                </a:moveTo>
                <a:lnTo>
                  <a:pt x="8335" y="55"/>
                </a:lnTo>
                <a:lnTo>
                  <a:pt x="8335" y="1007"/>
                </a:lnTo>
                <a:lnTo>
                  <a:pt x="7436" y="1007"/>
                </a:lnTo>
                <a:lnTo>
                  <a:pt x="7436" y="55"/>
                </a:lnTo>
                <a:moveTo>
                  <a:pt x="7436" y="1076"/>
                </a:moveTo>
                <a:lnTo>
                  <a:pt x="8335" y="1076"/>
                </a:lnTo>
                <a:lnTo>
                  <a:pt x="8335" y="2082"/>
                </a:lnTo>
                <a:lnTo>
                  <a:pt x="7436" y="2082"/>
                </a:lnTo>
                <a:lnTo>
                  <a:pt x="7436" y="1076"/>
                </a:lnTo>
                <a:moveTo>
                  <a:pt x="7436" y="2150"/>
                </a:moveTo>
                <a:lnTo>
                  <a:pt x="8335" y="2150"/>
                </a:lnTo>
                <a:lnTo>
                  <a:pt x="8335" y="3104"/>
                </a:lnTo>
                <a:lnTo>
                  <a:pt x="7436" y="3104"/>
                </a:lnTo>
                <a:lnTo>
                  <a:pt x="7436" y="2150"/>
                </a:lnTo>
                <a:moveTo>
                  <a:pt x="7436" y="3172"/>
                </a:moveTo>
                <a:lnTo>
                  <a:pt x="8335" y="3172"/>
                </a:lnTo>
                <a:lnTo>
                  <a:pt x="8335" y="4178"/>
                </a:lnTo>
                <a:lnTo>
                  <a:pt x="7436" y="4178"/>
                </a:lnTo>
                <a:lnTo>
                  <a:pt x="7436" y="3172"/>
                </a:lnTo>
                <a:moveTo>
                  <a:pt x="7436" y="4247"/>
                </a:moveTo>
                <a:lnTo>
                  <a:pt x="8335" y="4247"/>
                </a:lnTo>
                <a:lnTo>
                  <a:pt x="8335" y="5200"/>
                </a:lnTo>
                <a:lnTo>
                  <a:pt x="7436" y="5200"/>
                </a:lnTo>
                <a:lnTo>
                  <a:pt x="7436" y="4247"/>
                </a:lnTo>
                <a:moveTo>
                  <a:pt x="7436" y="5268"/>
                </a:moveTo>
                <a:lnTo>
                  <a:pt x="8335" y="5268"/>
                </a:lnTo>
                <a:lnTo>
                  <a:pt x="8335" y="6274"/>
                </a:lnTo>
                <a:lnTo>
                  <a:pt x="7436" y="6274"/>
                </a:lnTo>
                <a:lnTo>
                  <a:pt x="7436" y="5268"/>
                </a:lnTo>
                <a:moveTo>
                  <a:pt x="7436" y="6342"/>
                </a:moveTo>
                <a:lnTo>
                  <a:pt x="8335" y="6342"/>
                </a:lnTo>
                <a:lnTo>
                  <a:pt x="8335" y="7296"/>
                </a:lnTo>
                <a:lnTo>
                  <a:pt x="7436" y="7296"/>
                </a:lnTo>
                <a:lnTo>
                  <a:pt x="7436" y="6342"/>
                </a:lnTo>
                <a:moveTo>
                  <a:pt x="7436" y="7364"/>
                </a:moveTo>
                <a:lnTo>
                  <a:pt x="8335" y="7364"/>
                </a:lnTo>
                <a:lnTo>
                  <a:pt x="8335" y="8369"/>
                </a:lnTo>
                <a:lnTo>
                  <a:pt x="7436" y="8369"/>
                </a:lnTo>
                <a:lnTo>
                  <a:pt x="7436" y="7364"/>
                </a:lnTo>
                <a:moveTo>
                  <a:pt x="7436" y="8438"/>
                </a:moveTo>
                <a:lnTo>
                  <a:pt x="8335" y="8438"/>
                </a:lnTo>
                <a:lnTo>
                  <a:pt x="8335" y="9391"/>
                </a:lnTo>
                <a:lnTo>
                  <a:pt x="7436" y="9391"/>
                </a:lnTo>
                <a:lnTo>
                  <a:pt x="7436" y="8438"/>
                </a:lnTo>
                <a:moveTo>
                  <a:pt x="7436" y="9459"/>
                </a:moveTo>
                <a:lnTo>
                  <a:pt x="8335" y="9459"/>
                </a:lnTo>
                <a:lnTo>
                  <a:pt x="8335" y="10465"/>
                </a:lnTo>
                <a:lnTo>
                  <a:pt x="7436" y="10465"/>
                </a:lnTo>
                <a:lnTo>
                  <a:pt x="7436" y="9459"/>
                </a:lnTo>
                <a:moveTo>
                  <a:pt x="7436" y="10533"/>
                </a:moveTo>
                <a:lnTo>
                  <a:pt x="8335" y="10533"/>
                </a:lnTo>
                <a:lnTo>
                  <a:pt x="8335" y="11487"/>
                </a:lnTo>
                <a:lnTo>
                  <a:pt x="7436" y="11487"/>
                </a:lnTo>
                <a:lnTo>
                  <a:pt x="7436" y="10533"/>
                </a:lnTo>
                <a:moveTo>
                  <a:pt x="7436" y="11556"/>
                </a:moveTo>
                <a:lnTo>
                  <a:pt x="8335" y="11556"/>
                </a:lnTo>
                <a:lnTo>
                  <a:pt x="8335" y="12561"/>
                </a:lnTo>
                <a:lnTo>
                  <a:pt x="7436" y="12561"/>
                </a:lnTo>
                <a:lnTo>
                  <a:pt x="7436" y="11556"/>
                </a:lnTo>
                <a:moveTo>
                  <a:pt x="7436" y="12630"/>
                </a:moveTo>
                <a:lnTo>
                  <a:pt x="8335" y="12630"/>
                </a:lnTo>
                <a:lnTo>
                  <a:pt x="8335" y="13583"/>
                </a:lnTo>
                <a:lnTo>
                  <a:pt x="7436" y="13583"/>
                </a:lnTo>
                <a:lnTo>
                  <a:pt x="7436" y="12630"/>
                </a:lnTo>
                <a:moveTo>
                  <a:pt x="7436" y="13651"/>
                </a:moveTo>
                <a:lnTo>
                  <a:pt x="8335" y="13651"/>
                </a:lnTo>
                <a:lnTo>
                  <a:pt x="8335" y="14657"/>
                </a:lnTo>
                <a:lnTo>
                  <a:pt x="7436" y="14657"/>
                </a:lnTo>
                <a:lnTo>
                  <a:pt x="7436" y="13651"/>
                </a:lnTo>
                <a:moveTo>
                  <a:pt x="7436" y="14726"/>
                </a:moveTo>
                <a:lnTo>
                  <a:pt x="8335" y="14726"/>
                </a:lnTo>
                <a:lnTo>
                  <a:pt x="8335" y="15680"/>
                </a:lnTo>
                <a:lnTo>
                  <a:pt x="7436" y="15680"/>
                </a:lnTo>
                <a:lnTo>
                  <a:pt x="7436" y="14726"/>
                </a:lnTo>
                <a:moveTo>
                  <a:pt x="6308" y="55"/>
                </a:moveTo>
                <a:lnTo>
                  <a:pt x="7366" y="55"/>
                </a:lnTo>
                <a:lnTo>
                  <a:pt x="7366" y="1007"/>
                </a:lnTo>
                <a:lnTo>
                  <a:pt x="6308" y="1007"/>
                </a:lnTo>
                <a:lnTo>
                  <a:pt x="6308" y="55"/>
                </a:lnTo>
                <a:moveTo>
                  <a:pt x="6308" y="1076"/>
                </a:moveTo>
                <a:lnTo>
                  <a:pt x="7366" y="1076"/>
                </a:lnTo>
                <a:lnTo>
                  <a:pt x="7366" y="2082"/>
                </a:lnTo>
                <a:lnTo>
                  <a:pt x="6308" y="2082"/>
                </a:lnTo>
                <a:lnTo>
                  <a:pt x="6308" y="1076"/>
                </a:lnTo>
                <a:moveTo>
                  <a:pt x="6308" y="2150"/>
                </a:moveTo>
                <a:lnTo>
                  <a:pt x="7366" y="2150"/>
                </a:lnTo>
                <a:lnTo>
                  <a:pt x="7366" y="3104"/>
                </a:lnTo>
                <a:lnTo>
                  <a:pt x="6308" y="3104"/>
                </a:lnTo>
                <a:lnTo>
                  <a:pt x="6308" y="2150"/>
                </a:lnTo>
                <a:moveTo>
                  <a:pt x="6308" y="3172"/>
                </a:moveTo>
                <a:lnTo>
                  <a:pt x="7366" y="3172"/>
                </a:lnTo>
                <a:lnTo>
                  <a:pt x="7366" y="4178"/>
                </a:lnTo>
                <a:lnTo>
                  <a:pt x="6308" y="4178"/>
                </a:lnTo>
                <a:lnTo>
                  <a:pt x="6308" y="3172"/>
                </a:lnTo>
                <a:moveTo>
                  <a:pt x="6308" y="4247"/>
                </a:moveTo>
                <a:lnTo>
                  <a:pt x="7366" y="4247"/>
                </a:lnTo>
                <a:lnTo>
                  <a:pt x="7366" y="5200"/>
                </a:lnTo>
                <a:lnTo>
                  <a:pt x="6308" y="5200"/>
                </a:lnTo>
                <a:lnTo>
                  <a:pt x="6308" y="4247"/>
                </a:lnTo>
                <a:moveTo>
                  <a:pt x="6308" y="5268"/>
                </a:moveTo>
                <a:lnTo>
                  <a:pt x="7366" y="5268"/>
                </a:lnTo>
                <a:lnTo>
                  <a:pt x="7366" y="6274"/>
                </a:lnTo>
                <a:lnTo>
                  <a:pt x="6308" y="6274"/>
                </a:lnTo>
                <a:lnTo>
                  <a:pt x="6308" y="5268"/>
                </a:lnTo>
                <a:moveTo>
                  <a:pt x="6308" y="6342"/>
                </a:moveTo>
                <a:lnTo>
                  <a:pt x="7366" y="6342"/>
                </a:lnTo>
                <a:lnTo>
                  <a:pt x="7366" y="7296"/>
                </a:lnTo>
                <a:lnTo>
                  <a:pt x="6308" y="7296"/>
                </a:lnTo>
                <a:lnTo>
                  <a:pt x="6308" y="6342"/>
                </a:lnTo>
                <a:moveTo>
                  <a:pt x="6308" y="7364"/>
                </a:moveTo>
                <a:lnTo>
                  <a:pt x="7366" y="7364"/>
                </a:lnTo>
                <a:lnTo>
                  <a:pt x="7366" y="8369"/>
                </a:lnTo>
                <a:lnTo>
                  <a:pt x="6308" y="8369"/>
                </a:lnTo>
                <a:lnTo>
                  <a:pt x="6308" y="7364"/>
                </a:lnTo>
                <a:moveTo>
                  <a:pt x="6308" y="8438"/>
                </a:moveTo>
                <a:lnTo>
                  <a:pt x="7366" y="8438"/>
                </a:lnTo>
                <a:lnTo>
                  <a:pt x="7366" y="9391"/>
                </a:lnTo>
                <a:lnTo>
                  <a:pt x="6308" y="9391"/>
                </a:lnTo>
                <a:lnTo>
                  <a:pt x="6308" y="8438"/>
                </a:lnTo>
                <a:moveTo>
                  <a:pt x="6308" y="9459"/>
                </a:moveTo>
                <a:lnTo>
                  <a:pt x="7366" y="9459"/>
                </a:lnTo>
                <a:lnTo>
                  <a:pt x="7366" y="10465"/>
                </a:lnTo>
                <a:lnTo>
                  <a:pt x="6308" y="10465"/>
                </a:lnTo>
                <a:lnTo>
                  <a:pt x="6308" y="9459"/>
                </a:lnTo>
                <a:moveTo>
                  <a:pt x="6308" y="10533"/>
                </a:moveTo>
                <a:lnTo>
                  <a:pt x="7366" y="10533"/>
                </a:lnTo>
                <a:lnTo>
                  <a:pt x="7366" y="11487"/>
                </a:lnTo>
                <a:lnTo>
                  <a:pt x="6308" y="11487"/>
                </a:lnTo>
                <a:lnTo>
                  <a:pt x="6308" y="10533"/>
                </a:lnTo>
                <a:moveTo>
                  <a:pt x="6308" y="11556"/>
                </a:moveTo>
                <a:lnTo>
                  <a:pt x="7366" y="11556"/>
                </a:lnTo>
                <a:lnTo>
                  <a:pt x="7366" y="12561"/>
                </a:lnTo>
                <a:lnTo>
                  <a:pt x="6308" y="12561"/>
                </a:lnTo>
                <a:lnTo>
                  <a:pt x="6308" y="11556"/>
                </a:lnTo>
                <a:moveTo>
                  <a:pt x="6308" y="12630"/>
                </a:moveTo>
                <a:lnTo>
                  <a:pt x="7366" y="12630"/>
                </a:lnTo>
                <a:lnTo>
                  <a:pt x="7366" y="13583"/>
                </a:lnTo>
                <a:lnTo>
                  <a:pt x="6308" y="13583"/>
                </a:lnTo>
                <a:lnTo>
                  <a:pt x="6308" y="12630"/>
                </a:lnTo>
                <a:moveTo>
                  <a:pt x="6308" y="13651"/>
                </a:moveTo>
                <a:lnTo>
                  <a:pt x="7366" y="13651"/>
                </a:lnTo>
                <a:lnTo>
                  <a:pt x="7366" y="14657"/>
                </a:lnTo>
                <a:lnTo>
                  <a:pt x="6308" y="14657"/>
                </a:lnTo>
                <a:lnTo>
                  <a:pt x="6308" y="13651"/>
                </a:lnTo>
                <a:moveTo>
                  <a:pt x="6308" y="14726"/>
                </a:moveTo>
                <a:lnTo>
                  <a:pt x="7366" y="14726"/>
                </a:lnTo>
                <a:lnTo>
                  <a:pt x="7366" y="15680"/>
                </a:lnTo>
                <a:lnTo>
                  <a:pt x="6308" y="15680"/>
                </a:lnTo>
                <a:lnTo>
                  <a:pt x="6308" y="14726"/>
                </a:lnTo>
                <a:moveTo>
                  <a:pt x="5339" y="55"/>
                </a:moveTo>
                <a:lnTo>
                  <a:pt x="6238" y="55"/>
                </a:lnTo>
                <a:lnTo>
                  <a:pt x="6238" y="1007"/>
                </a:lnTo>
                <a:lnTo>
                  <a:pt x="5339" y="1007"/>
                </a:lnTo>
                <a:lnTo>
                  <a:pt x="5339" y="55"/>
                </a:lnTo>
                <a:moveTo>
                  <a:pt x="5339" y="1076"/>
                </a:moveTo>
                <a:lnTo>
                  <a:pt x="6238" y="1076"/>
                </a:lnTo>
                <a:lnTo>
                  <a:pt x="6238" y="2082"/>
                </a:lnTo>
                <a:lnTo>
                  <a:pt x="5339" y="2082"/>
                </a:lnTo>
                <a:lnTo>
                  <a:pt x="5339" y="1076"/>
                </a:lnTo>
                <a:moveTo>
                  <a:pt x="5339" y="2150"/>
                </a:moveTo>
                <a:lnTo>
                  <a:pt x="6238" y="2150"/>
                </a:lnTo>
                <a:lnTo>
                  <a:pt x="6238" y="3104"/>
                </a:lnTo>
                <a:lnTo>
                  <a:pt x="5339" y="3104"/>
                </a:lnTo>
                <a:lnTo>
                  <a:pt x="5339" y="2150"/>
                </a:lnTo>
                <a:moveTo>
                  <a:pt x="5339" y="3172"/>
                </a:moveTo>
                <a:lnTo>
                  <a:pt x="6238" y="3172"/>
                </a:lnTo>
                <a:lnTo>
                  <a:pt x="6238" y="4178"/>
                </a:lnTo>
                <a:lnTo>
                  <a:pt x="5339" y="4178"/>
                </a:lnTo>
                <a:lnTo>
                  <a:pt x="5339" y="3172"/>
                </a:lnTo>
                <a:moveTo>
                  <a:pt x="5339" y="4247"/>
                </a:moveTo>
                <a:lnTo>
                  <a:pt x="6238" y="4247"/>
                </a:lnTo>
                <a:lnTo>
                  <a:pt x="6238" y="5200"/>
                </a:lnTo>
                <a:lnTo>
                  <a:pt x="5339" y="5200"/>
                </a:lnTo>
                <a:lnTo>
                  <a:pt x="5339" y="4247"/>
                </a:lnTo>
                <a:moveTo>
                  <a:pt x="5339" y="5268"/>
                </a:moveTo>
                <a:lnTo>
                  <a:pt x="6238" y="5268"/>
                </a:lnTo>
                <a:lnTo>
                  <a:pt x="6238" y="6274"/>
                </a:lnTo>
                <a:lnTo>
                  <a:pt x="5339" y="6274"/>
                </a:lnTo>
                <a:lnTo>
                  <a:pt x="5339" y="5268"/>
                </a:lnTo>
                <a:moveTo>
                  <a:pt x="5339" y="6342"/>
                </a:moveTo>
                <a:lnTo>
                  <a:pt x="6238" y="6342"/>
                </a:lnTo>
                <a:lnTo>
                  <a:pt x="6238" y="7296"/>
                </a:lnTo>
                <a:lnTo>
                  <a:pt x="5339" y="7296"/>
                </a:lnTo>
                <a:lnTo>
                  <a:pt x="5339" y="6342"/>
                </a:lnTo>
                <a:moveTo>
                  <a:pt x="5339" y="7364"/>
                </a:moveTo>
                <a:lnTo>
                  <a:pt x="6238" y="7364"/>
                </a:lnTo>
                <a:lnTo>
                  <a:pt x="6238" y="8369"/>
                </a:lnTo>
                <a:lnTo>
                  <a:pt x="5339" y="8369"/>
                </a:lnTo>
                <a:lnTo>
                  <a:pt x="5339" y="7364"/>
                </a:lnTo>
                <a:moveTo>
                  <a:pt x="5339" y="8438"/>
                </a:moveTo>
                <a:lnTo>
                  <a:pt x="6238" y="8438"/>
                </a:lnTo>
                <a:lnTo>
                  <a:pt x="6238" y="9391"/>
                </a:lnTo>
                <a:lnTo>
                  <a:pt x="5339" y="9391"/>
                </a:lnTo>
                <a:lnTo>
                  <a:pt x="5339" y="8438"/>
                </a:lnTo>
                <a:moveTo>
                  <a:pt x="5339" y="9459"/>
                </a:moveTo>
                <a:lnTo>
                  <a:pt x="6238" y="9459"/>
                </a:lnTo>
                <a:lnTo>
                  <a:pt x="6238" y="10465"/>
                </a:lnTo>
                <a:lnTo>
                  <a:pt x="5339" y="10465"/>
                </a:lnTo>
                <a:lnTo>
                  <a:pt x="5339" y="9459"/>
                </a:lnTo>
                <a:moveTo>
                  <a:pt x="5339" y="10533"/>
                </a:moveTo>
                <a:lnTo>
                  <a:pt x="6238" y="10533"/>
                </a:lnTo>
                <a:lnTo>
                  <a:pt x="6238" y="11487"/>
                </a:lnTo>
                <a:lnTo>
                  <a:pt x="5339" y="11487"/>
                </a:lnTo>
                <a:lnTo>
                  <a:pt x="5339" y="10533"/>
                </a:lnTo>
                <a:moveTo>
                  <a:pt x="5339" y="11556"/>
                </a:moveTo>
                <a:lnTo>
                  <a:pt x="6238" y="11556"/>
                </a:lnTo>
                <a:lnTo>
                  <a:pt x="6238" y="12561"/>
                </a:lnTo>
                <a:lnTo>
                  <a:pt x="5339" y="12561"/>
                </a:lnTo>
                <a:lnTo>
                  <a:pt x="5339" y="11556"/>
                </a:lnTo>
                <a:moveTo>
                  <a:pt x="5339" y="12630"/>
                </a:moveTo>
                <a:lnTo>
                  <a:pt x="6238" y="12630"/>
                </a:lnTo>
                <a:lnTo>
                  <a:pt x="6238" y="13583"/>
                </a:lnTo>
                <a:lnTo>
                  <a:pt x="5339" y="13583"/>
                </a:lnTo>
                <a:lnTo>
                  <a:pt x="5339" y="12630"/>
                </a:lnTo>
                <a:moveTo>
                  <a:pt x="5339" y="13651"/>
                </a:moveTo>
                <a:lnTo>
                  <a:pt x="6238" y="13651"/>
                </a:lnTo>
                <a:lnTo>
                  <a:pt x="6238" y="14657"/>
                </a:lnTo>
                <a:lnTo>
                  <a:pt x="5339" y="14657"/>
                </a:lnTo>
                <a:lnTo>
                  <a:pt x="5339" y="13651"/>
                </a:lnTo>
                <a:moveTo>
                  <a:pt x="5339" y="14726"/>
                </a:moveTo>
                <a:lnTo>
                  <a:pt x="6238" y="14726"/>
                </a:lnTo>
                <a:lnTo>
                  <a:pt x="6238" y="15680"/>
                </a:lnTo>
                <a:lnTo>
                  <a:pt x="5339" y="15680"/>
                </a:lnTo>
                <a:lnTo>
                  <a:pt x="5339" y="14726"/>
                </a:lnTo>
                <a:moveTo>
                  <a:pt x="4211" y="55"/>
                </a:moveTo>
                <a:lnTo>
                  <a:pt x="5271" y="55"/>
                </a:lnTo>
                <a:lnTo>
                  <a:pt x="5271" y="1007"/>
                </a:lnTo>
                <a:lnTo>
                  <a:pt x="4211" y="1007"/>
                </a:lnTo>
                <a:lnTo>
                  <a:pt x="4211" y="55"/>
                </a:lnTo>
                <a:moveTo>
                  <a:pt x="4211" y="1076"/>
                </a:moveTo>
                <a:lnTo>
                  <a:pt x="5271" y="1076"/>
                </a:lnTo>
                <a:lnTo>
                  <a:pt x="5271" y="2082"/>
                </a:lnTo>
                <a:lnTo>
                  <a:pt x="4211" y="2082"/>
                </a:lnTo>
                <a:lnTo>
                  <a:pt x="4211" y="1076"/>
                </a:lnTo>
                <a:moveTo>
                  <a:pt x="4211" y="2150"/>
                </a:moveTo>
                <a:lnTo>
                  <a:pt x="5271" y="2150"/>
                </a:lnTo>
                <a:lnTo>
                  <a:pt x="5271" y="3104"/>
                </a:lnTo>
                <a:lnTo>
                  <a:pt x="4211" y="3104"/>
                </a:lnTo>
                <a:lnTo>
                  <a:pt x="4211" y="2150"/>
                </a:lnTo>
                <a:moveTo>
                  <a:pt x="4211" y="3172"/>
                </a:moveTo>
                <a:lnTo>
                  <a:pt x="5271" y="3172"/>
                </a:lnTo>
                <a:lnTo>
                  <a:pt x="5271" y="4178"/>
                </a:lnTo>
                <a:lnTo>
                  <a:pt x="4211" y="4178"/>
                </a:lnTo>
                <a:lnTo>
                  <a:pt x="4211" y="3172"/>
                </a:lnTo>
                <a:moveTo>
                  <a:pt x="4211" y="4247"/>
                </a:moveTo>
                <a:lnTo>
                  <a:pt x="5271" y="4247"/>
                </a:lnTo>
                <a:lnTo>
                  <a:pt x="5271" y="5200"/>
                </a:lnTo>
                <a:lnTo>
                  <a:pt x="4211" y="5200"/>
                </a:lnTo>
                <a:lnTo>
                  <a:pt x="4211" y="4247"/>
                </a:lnTo>
                <a:moveTo>
                  <a:pt x="4211" y="5268"/>
                </a:moveTo>
                <a:lnTo>
                  <a:pt x="5271" y="5268"/>
                </a:lnTo>
                <a:lnTo>
                  <a:pt x="5271" y="6274"/>
                </a:lnTo>
                <a:lnTo>
                  <a:pt x="4211" y="6274"/>
                </a:lnTo>
                <a:lnTo>
                  <a:pt x="4211" y="5268"/>
                </a:lnTo>
                <a:moveTo>
                  <a:pt x="4211" y="6342"/>
                </a:moveTo>
                <a:lnTo>
                  <a:pt x="5271" y="6342"/>
                </a:lnTo>
                <a:lnTo>
                  <a:pt x="5271" y="7296"/>
                </a:lnTo>
                <a:lnTo>
                  <a:pt x="4211" y="7296"/>
                </a:lnTo>
                <a:lnTo>
                  <a:pt x="4211" y="6342"/>
                </a:lnTo>
                <a:moveTo>
                  <a:pt x="4211" y="7364"/>
                </a:moveTo>
                <a:lnTo>
                  <a:pt x="5271" y="7364"/>
                </a:lnTo>
                <a:lnTo>
                  <a:pt x="5271" y="8369"/>
                </a:lnTo>
                <a:lnTo>
                  <a:pt x="4211" y="8369"/>
                </a:lnTo>
                <a:lnTo>
                  <a:pt x="4211" y="7364"/>
                </a:lnTo>
                <a:moveTo>
                  <a:pt x="4211" y="8438"/>
                </a:moveTo>
                <a:lnTo>
                  <a:pt x="5271" y="8438"/>
                </a:lnTo>
                <a:lnTo>
                  <a:pt x="5271" y="9391"/>
                </a:lnTo>
                <a:lnTo>
                  <a:pt x="4211" y="9391"/>
                </a:lnTo>
                <a:lnTo>
                  <a:pt x="4211" y="8438"/>
                </a:lnTo>
                <a:moveTo>
                  <a:pt x="4211" y="9459"/>
                </a:moveTo>
                <a:lnTo>
                  <a:pt x="5271" y="9459"/>
                </a:lnTo>
                <a:lnTo>
                  <a:pt x="5271" y="10465"/>
                </a:lnTo>
                <a:lnTo>
                  <a:pt x="4211" y="10465"/>
                </a:lnTo>
                <a:lnTo>
                  <a:pt x="4211" y="9459"/>
                </a:lnTo>
                <a:moveTo>
                  <a:pt x="4211" y="10533"/>
                </a:moveTo>
                <a:lnTo>
                  <a:pt x="5271" y="10533"/>
                </a:lnTo>
                <a:lnTo>
                  <a:pt x="5271" y="11487"/>
                </a:lnTo>
                <a:lnTo>
                  <a:pt x="4211" y="11487"/>
                </a:lnTo>
                <a:lnTo>
                  <a:pt x="4211" y="10533"/>
                </a:lnTo>
                <a:moveTo>
                  <a:pt x="4211" y="11556"/>
                </a:moveTo>
                <a:lnTo>
                  <a:pt x="5271" y="11556"/>
                </a:lnTo>
                <a:lnTo>
                  <a:pt x="5271" y="12561"/>
                </a:lnTo>
                <a:lnTo>
                  <a:pt x="4211" y="12561"/>
                </a:lnTo>
                <a:lnTo>
                  <a:pt x="4211" y="11556"/>
                </a:lnTo>
                <a:moveTo>
                  <a:pt x="4211" y="12630"/>
                </a:moveTo>
                <a:lnTo>
                  <a:pt x="5271" y="12630"/>
                </a:lnTo>
                <a:lnTo>
                  <a:pt x="5271" y="13583"/>
                </a:lnTo>
                <a:lnTo>
                  <a:pt x="4211" y="13583"/>
                </a:lnTo>
                <a:lnTo>
                  <a:pt x="4211" y="12630"/>
                </a:lnTo>
                <a:moveTo>
                  <a:pt x="4211" y="13651"/>
                </a:moveTo>
                <a:lnTo>
                  <a:pt x="5271" y="13651"/>
                </a:lnTo>
                <a:lnTo>
                  <a:pt x="5271" y="14657"/>
                </a:lnTo>
                <a:lnTo>
                  <a:pt x="4211" y="14657"/>
                </a:lnTo>
                <a:lnTo>
                  <a:pt x="4211" y="13651"/>
                </a:lnTo>
                <a:moveTo>
                  <a:pt x="4211" y="14726"/>
                </a:moveTo>
                <a:lnTo>
                  <a:pt x="5271" y="14726"/>
                </a:lnTo>
                <a:lnTo>
                  <a:pt x="5271" y="15680"/>
                </a:lnTo>
                <a:lnTo>
                  <a:pt x="4211" y="15680"/>
                </a:lnTo>
                <a:lnTo>
                  <a:pt x="4211" y="14726"/>
                </a:lnTo>
                <a:moveTo>
                  <a:pt x="3244" y="55"/>
                </a:moveTo>
                <a:lnTo>
                  <a:pt x="4143" y="55"/>
                </a:lnTo>
                <a:lnTo>
                  <a:pt x="4143" y="1007"/>
                </a:lnTo>
                <a:lnTo>
                  <a:pt x="3244" y="1007"/>
                </a:lnTo>
                <a:lnTo>
                  <a:pt x="3244" y="55"/>
                </a:lnTo>
                <a:moveTo>
                  <a:pt x="3244" y="1076"/>
                </a:moveTo>
                <a:lnTo>
                  <a:pt x="4143" y="1076"/>
                </a:lnTo>
                <a:lnTo>
                  <a:pt x="4143" y="2082"/>
                </a:lnTo>
                <a:lnTo>
                  <a:pt x="3244" y="2082"/>
                </a:lnTo>
                <a:lnTo>
                  <a:pt x="3244" y="1076"/>
                </a:lnTo>
                <a:moveTo>
                  <a:pt x="3244" y="2150"/>
                </a:moveTo>
                <a:lnTo>
                  <a:pt x="4143" y="2150"/>
                </a:lnTo>
                <a:lnTo>
                  <a:pt x="4143" y="3104"/>
                </a:lnTo>
                <a:lnTo>
                  <a:pt x="3244" y="3104"/>
                </a:lnTo>
                <a:lnTo>
                  <a:pt x="3244" y="2150"/>
                </a:lnTo>
                <a:moveTo>
                  <a:pt x="3244" y="3172"/>
                </a:moveTo>
                <a:lnTo>
                  <a:pt x="4143" y="3172"/>
                </a:lnTo>
                <a:lnTo>
                  <a:pt x="4143" y="4178"/>
                </a:lnTo>
                <a:lnTo>
                  <a:pt x="3244" y="4178"/>
                </a:lnTo>
                <a:lnTo>
                  <a:pt x="3244" y="3172"/>
                </a:lnTo>
                <a:moveTo>
                  <a:pt x="3244" y="4247"/>
                </a:moveTo>
                <a:lnTo>
                  <a:pt x="4143" y="4247"/>
                </a:lnTo>
                <a:lnTo>
                  <a:pt x="4143" y="5200"/>
                </a:lnTo>
                <a:lnTo>
                  <a:pt x="3244" y="5200"/>
                </a:lnTo>
                <a:lnTo>
                  <a:pt x="3244" y="4247"/>
                </a:lnTo>
                <a:moveTo>
                  <a:pt x="3244" y="5268"/>
                </a:moveTo>
                <a:lnTo>
                  <a:pt x="4143" y="5268"/>
                </a:lnTo>
                <a:lnTo>
                  <a:pt x="4143" y="6274"/>
                </a:lnTo>
                <a:lnTo>
                  <a:pt x="3244" y="6274"/>
                </a:lnTo>
                <a:lnTo>
                  <a:pt x="3244" y="5268"/>
                </a:lnTo>
                <a:moveTo>
                  <a:pt x="3244" y="6342"/>
                </a:moveTo>
                <a:lnTo>
                  <a:pt x="4143" y="6342"/>
                </a:lnTo>
                <a:lnTo>
                  <a:pt x="4143" y="7296"/>
                </a:lnTo>
                <a:lnTo>
                  <a:pt x="3244" y="7296"/>
                </a:lnTo>
                <a:lnTo>
                  <a:pt x="3244" y="6342"/>
                </a:lnTo>
                <a:moveTo>
                  <a:pt x="3244" y="7364"/>
                </a:moveTo>
                <a:lnTo>
                  <a:pt x="4143" y="7364"/>
                </a:lnTo>
                <a:lnTo>
                  <a:pt x="4143" y="8369"/>
                </a:lnTo>
                <a:lnTo>
                  <a:pt x="3244" y="8369"/>
                </a:lnTo>
                <a:lnTo>
                  <a:pt x="3244" y="7364"/>
                </a:lnTo>
                <a:moveTo>
                  <a:pt x="3244" y="8438"/>
                </a:moveTo>
                <a:lnTo>
                  <a:pt x="4143" y="8438"/>
                </a:lnTo>
                <a:lnTo>
                  <a:pt x="4143" y="9391"/>
                </a:lnTo>
                <a:lnTo>
                  <a:pt x="3244" y="9391"/>
                </a:lnTo>
                <a:lnTo>
                  <a:pt x="3244" y="8438"/>
                </a:lnTo>
                <a:moveTo>
                  <a:pt x="3244" y="9459"/>
                </a:moveTo>
                <a:lnTo>
                  <a:pt x="4143" y="9459"/>
                </a:lnTo>
                <a:lnTo>
                  <a:pt x="4143" y="10465"/>
                </a:lnTo>
                <a:lnTo>
                  <a:pt x="3244" y="10465"/>
                </a:lnTo>
                <a:lnTo>
                  <a:pt x="3244" y="9459"/>
                </a:lnTo>
                <a:moveTo>
                  <a:pt x="3244" y="10533"/>
                </a:moveTo>
                <a:lnTo>
                  <a:pt x="4143" y="10533"/>
                </a:lnTo>
                <a:lnTo>
                  <a:pt x="4143" y="11487"/>
                </a:lnTo>
                <a:lnTo>
                  <a:pt x="3244" y="11487"/>
                </a:lnTo>
                <a:lnTo>
                  <a:pt x="3244" y="10533"/>
                </a:lnTo>
                <a:moveTo>
                  <a:pt x="3244" y="11556"/>
                </a:moveTo>
                <a:lnTo>
                  <a:pt x="4143" y="11556"/>
                </a:lnTo>
                <a:lnTo>
                  <a:pt x="4143" y="12561"/>
                </a:lnTo>
                <a:lnTo>
                  <a:pt x="3244" y="12561"/>
                </a:lnTo>
                <a:lnTo>
                  <a:pt x="3244" y="11556"/>
                </a:lnTo>
                <a:moveTo>
                  <a:pt x="3244" y="12630"/>
                </a:moveTo>
                <a:lnTo>
                  <a:pt x="4143" y="12630"/>
                </a:lnTo>
                <a:lnTo>
                  <a:pt x="4143" y="13583"/>
                </a:lnTo>
                <a:lnTo>
                  <a:pt x="3244" y="13583"/>
                </a:lnTo>
                <a:lnTo>
                  <a:pt x="3244" y="12630"/>
                </a:lnTo>
                <a:moveTo>
                  <a:pt x="3244" y="13651"/>
                </a:moveTo>
                <a:lnTo>
                  <a:pt x="4143" y="13651"/>
                </a:lnTo>
                <a:lnTo>
                  <a:pt x="4143" y="14657"/>
                </a:lnTo>
                <a:lnTo>
                  <a:pt x="3244" y="14657"/>
                </a:lnTo>
                <a:lnTo>
                  <a:pt x="3244" y="13651"/>
                </a:lnTo>
                <a:moveTo>
                  <a:pt x="3244" y="14726"/>
                </a:moveTo>
                <a:lnTo>
                  <a:pt x="4143" y="14726"/>
                </a:lnTo>
                <a:lnTo>
                  <a:pt x="4143" y="15680"/>
                </a:lnTo>
                <a:lnTo>
                  <a:pt x="3244" y="15680"/>
                </a:lnTo>
                <a:lnTo>
                  <a:pt x="3244" y="14726"/>
                </a:lnTo>
                <a:moveTo>
                  <a:pt x="2115" y="55"/>
                </a:moveTo>
                <a:lnTo>
                  <a:pt x="3174" y="55"/>
                </a:lnTo>
                <a:lnTo>
                  <a:pt x="3174" y="1007"/>
                </a:lnTo>
                <a:lnTo>
                  <a:pt x="2115" y="1007"/>
                </a:lnTo>
                <a:lnTo>
                  <a:pt x="2115" y="55"/>
                </a:lnTo>
                <a:moveTo>
                  <a:pt x="2115" y="1076"/>
                </a:moveTo>
                <a:lnTo>
                  <a:pt x="3174" y="1076"/>
                </a:lnTo>
                <a:lnTo>
                  <a:pt x="3174" y="2082"/>
                </a:lnTo>
                <a:lnTo>
                  <a:pt x="2115" y="2082"/>
                </a:lnTo>
                <a:lnTo>
                  <a:pt x="2115" y="1076"/>
                </a:lnTo>
                <a:moveTo>
                  <a:pt x="2115" y="2150"/>
                </a:moveTo>
                <a:lnTo>
                  <a:pt x="3174" y="2150"/>
                </a:lnTo>
                <a:lnTo>
                  <a:pt x="3174" y="3104"/>
                </a:lnTo>
                <a:lnTo>
                  <a:pt x="2115" y="3104"/>
                </a:lnTo>
                <a:lnTo>
                  <a:pt x="2115" y="2150"/>
                </a:lnTo>
                <a:moveTo>
                  <a:pt x="2115" y="3172"/>
                </a:moveTo>
                <a:lnTo>
                  <a:pt x="3174" y="3172"/>
                </a:lnTo>
                <a:lnTo>
                  <a:pt x="3174" y="4178"/>
                </a:lnTo>
                <a:lnTo>
                  <a:pt x="2115" y="4178"/>
                </a:lnTo>
                <a:lnTo>
                  <a:pt x="2115" y="3172"/>
                </a:lnTo>
                <a:moveTo>
                  <a:pt x="2115" y="4247"/>
                </a:moveTo>
                <a:lnTo>
                  <a:pt x="3174" y="4247"/>
                </a:lnTo>
                <a:lnTo>
                  <a:pt x="3174" y="5200"/>
                </a:lnTo>
                <a:lnTo>
                  <a:pt x="2115" y="5200"/>
                </a:lnTo>
                <a:lnTo>
                  <a:pt x="2115" y="4247"/>
                </a:lnTo>
                <a:moveTo>
                  <a:pt x="2115" y="5268"/>
                </a:moveTo>
                <a:lnTo>
                  <a:pt x="3174" y="5268"/>
                </a:lnTo>
                <a:lnTo>
                  <a:pt x="3174" y="6274"/>
                </a:lnTo>
                <a:lnTo>
                  <a:pt x="2115" y="6274"/>
                </a:lnTo>
                <a:lnTo>
                  <a:pt x="2115" y="5268"/>
                </a:lnTo>
                <a:moveTo>
                  <a:pt x="2115" y="6342"/>
                </a:moveTo>
                <a:lnTo>
                  <a:pt x="3174" y="6342"/>
                </a:lnTo>
                <a:lnTo>
                  <a:pt x="3174" y="7296"/>
                </a:lnTo>
                <a:lnTo>
                  <a:pt x="2115" y="7296"/>
                </a:lnTo>
                <a:lnTo>
                  <a:pt x="2115" y="6342"/>
                </a:lnTo>
                <a:moveTo>
                  <a:pt x="2115" y="7364"/>
                </a:moveTo>
                <a:lnTo>
                  <a:pt x="3174" y="7364"/>
                </a:lnTo>
                <a:lnTo>
                  <a:pt x="3174" y="8369"/>
                </a:lnTo>
                <a:lnTo>
                  <a:pt x="2115" y="8369"/>
                </a:lnTo>
                <a:lnTo>
                  <a:pt x="2115" y="7364"/>
                </a:lnTo>
                <a:moveTo>
                  <a:pt x="2115" y="8438"/>
                </a:moveTo>
                <a:lnTo>
                  <a:pt x="3174" y="8438"/>
                </a:lnTo>
                <a:lnTo>
                  <a:pt x="3174" y="9391"/>
                </a:lnTo>
                <a:lnTo>
                  <a:pt x="2115" y="9391"/>
                </a:lnTo>
                <a:lnTo>
                  <a:pt x="2115" y="8438"/>
                </a:lnTo>
                <a:moveTo>
                  <a:pt x="2115" y="9459"/>
                </a:moveTo>
                <a:lnTo>
                  <a:pt x="3174" y="9459"/>
                </a:lnTo>
                <a:lnTo>
                  <a:pt x="3174" y="10465"/>
                </a:lnTo>
                <a:lnTo>
                  <a:pt x="2115" y="10465"/>
                </a:lnTo>
                <a:lnTo>
                  <a:pt x="2115" y="9459"/>
                </a:lnTo>
                <a:moveTo>
                  <a:pt x="2115" y="10533"/>
                </a:moveTo>
                <a:lnTo>
                  <a:pt x="3174" y="10533"/>
                </a:lnTo>
                <a:lnTo>
                  <a:pt x="3174" y="11487"/>
                </a:lnTo>
                <a:lnTo>
                  <a:pt x="2115" y="11487"/>
                </a:lnTo>
                <a:lnTo>
                  <a:pt x="2115" y="10533"/>
                </a:lnTo>
                <a:moveTo>
                  <a:pt x="2115" y="11556"/>
                </a:moveTo>
                <a:lnTo>
                  <a:pt x="3174" y="11556"/>
                </a:lnTo>
                <a:lnTo>
                  <a:pt x="3174" y="12561"/>
                </a:lnTo>
                <a:lnTo>
                  <a:pt x="2115" y="12561"/>
                </a:lnTo>
                <a:lnTo>
                  <a:pt x="2115" y="11556"/>
                </a:lnTo>
                <a:moveTo>
                  <a:pt x="2115" y="12630"/>
                </a:moveTo>
                <a:lnTo>
                  <a:pt x="3174" y="12630"/>
                </a:lnTo>
                <a:lnTo>
                  <a:pt x="3174" y="13583"/>
                </a:lnTo>
                <a:lnTo>
                  <a:pt x="2115" y="13583"/>
                </a:lnTo>
                <a:lnTo>
                  <a:pt x="2115" y="12630"/>
                </a:lnTo>
                <a:moveTo>
                  <a:pt x="2115" y="13651"/>
                </a:moveTo>
                <a:lnTo>
                  <a:pt x="3174" y="13651"/>
                </a:lnTo>
                <a:lnTo>
                  <a:pt x="3174" y="14657"/>
                </a:lnTo>
                <a:lnTo>
                  <a:pt x="2115" y="14657"/>
                </a:lnTo>
                <a:lnTo>
                  <a:pt x="2115" y="13651"/>
                </a:lnTo>
                <a:moveTo>
                  <a:pt x="2115" y="14726"/>
                </a:moveTo>
                <a:lnTo>
                  <a:pt x="3174" y="14726"/>
                </a:lnTo>
                <a:lnTo>
                  <a:pt x="3174" y="15680"/>
                </a:lnTo>
                <a:lnTo>
                  <a:pt x="2115" y="15680"/>
                </a:lnTo>
                <a:lnTo>
                  <a:pt x="2115" y="14726"/>
                </a:lnTo>
                <a:moveTo>
                  <a:pt x="1147" y="55"/>
                </a:moveTo>
                <a:lnTo>
                  <a:pt x="2046" y="55"/>
                </a:lnTo>
                <a:lnTo>
                  <a:pt x="2046" y="1007"/>
                </a:lnTo>
                <a:lnTo>
                  <a:pt x="1147" y="1007"/>
                </a:lnTo>
                <a:lnTo>
                  <a:pt x="1147" y="55"/>
                </a:lnTo>
                <a:moveTo>
                  <a:pt x="1147" y="1076"/>
                </a:moveTo>
                <a:lnTo>
                  <a:pt x="2046" y="1076"/>
                </a:lnTo>
                <a:lnTo>
                  <a:pt x="2046" y="2082"/>
                </a:lnTo>
                <a:lnTo>
                  <a:pt x="1147" y="2082"/>
                </a:lnTo>
                <a:lnTo>
                  <a:pt x="1147" y="1076"/>
                </a:lnTo>
                <a:moveTo>
                  <a:pt x="1147" y="2150"/>
                </a:moveTo>
                <a:lnTo>
                  <a:pt x="2046" y="2150"/>
                </a:lnTo>
                <a:lnTo>
                  <a:pt x="2046" y="3104"/>
                </a:lnTo>
                <a:lnTo>
                  <a:pt x="1147" y="3104"/>
                </a:lnTo>
                <a:lnTo>
                  <a:pt x="1147" y="2150"/>
                </a:lnTo>
                <a:moveTo>
                  <a:pt x="1147" y="3172"/>
                </a:moveTo>
                <a:lnTo>
                  <a:pt x="2046" y="3172"/>
                </a:lnTo>
                <a:lnTo>
                  <a:pt x="2046" y="4178"/>
                </a:lnTo>
                <a:lnTo>
                  <a:pt x="1147" y="4178"/>
                </a:lnTo>
                <a:lnTo>
                  <a:pt x="1147" y="3172"/>
                </a:lnTo>
                <a:moveTo>
                  <a:pt x="1147" y="4247"/>
                </a:moveTo>
                <a:lnTo>
                  <a:pt x="2046" y="4247"/>
                </a:lnTo>
                <a:lnTo>
                  <a:pt x="2046" y="5200"/>
                </a:lnTo>
                <a:lnTo>
                  <a:pt x="1147" y="5200"/>
                </a:lnTo>
                <a:lnTo>
                  <a:pt x="1147" y="4247"/>
                </a:lnTo>
                <a:moveTo>
                  <a:pt x="1147" y="5268"/>
                </a:moveTo>
                <a:lnTo>
                  <a:pt x="2046" y="5268"/>
                </a:lnTo>
                <a:lnTo>
                  <a:pt x="2046" y="6274"/>
                </a:lnTo>
                <a:lnTo>
                  <a:pt x="1147" y="6274"/>
                </a:lnTo>
                <a:lnTo>
                  <a:pt x="1147" y="5268"/>
                </a:lnTo>
                <a:moveTo>
                  <a:pt x="1147" y="6342"/>
                </a:moveTo>
                <a:lnTo>
                  <a:pt x="2046" y="6342"/>
                </a:lnTo>
                <a:lnTo>
                  <a:pt x="2046" y="7296"/>
                </a:lnTo>
                <a:lnTo>
                  <a:pt x="1147" y="7296"/>
                </a:lnTo>
                <a:lnTo>
                  <a:pt x="1147" y="6342"/>
                </a:lnTo>
                <a:moveTo>
                  <a:pt x="1147" y="7364"/>
                </a:moveTo>
                <a:lnTo>
                  <a:pt x="2046" y="7364"/>
                </a:lnTo>
                <a:lnTo>
                  <a:pt x="2046" y="8369"/>
                </a:lnTo>
                <a:lnTo>
                  <a:pt x="1147" y="8369"/>
                </a:lnTo>
                <a:lnTo>
                  <a:pt x="1147" y="7364"/>
                </a:lnTo>
                <a:moveTo>
                  <a:pt x="1147" y="8438"/>
                </a:moveTo>
                <a:lnTo>
                  <a:pt x="2046" y="8438"/>
                </a:lnTo>
                <a:lnTo>
                  <a:pt x="2046" y="9391"/>
                </a:lnTo>
                <a:lnTo>
                  <a:pt x="1147" y="9391"/>
                </a:lnTo>
                <a:lnTo>
                  <a:pt x="1147" y="8438"/>
                </a:lnTo>
                <a:moveTo>
                  <a:pt x="1147" y="9459"/>
                </a:moveTo>
                <a:lnTo>
                  <a:pt x="2046" y="9459"/>
                </a:lnTo>
                <a:lnTo>
                  <a:pt x="2046" y="10465"/>
                </a:lnTo>
                <a:lnTo>
                  <a:pt x="1147" y="10465"/>
                </a:lnTo>
                <a:lnTo>
                  <a:pt x="1147" y="9459"/>
                </a:lnTo>
                <a:moveTo>
                  <a:pt x="1147" y="10533"/>
                </a:moveTo>
                <a:lnTo>
                  <a:pt x="2046" y="10533"/>
                </a:lnTo>
                <a:lnTo>
                  <a:pt x="2046" y="11487"/>
                </a:lnTo>
                <a:lnTo>
                  <a:pt x="1147" y="11487"/>
                </a:lnTo>
                <a:lnTo>
                  <a:pt x="1147" y="10533"/>
                </a:lnTo>
                <a:moveTo>
                  <a:pt x="1147" y="11556"/>
                </a:moveTo>
                <a:lnTo>
                  <a:pt x="2046" y="11556"/>
                </a:lnTo>
                <a:lnTo>
                  <a:pt x="2046" y="12561"/>
                </a:lnTo>
                <a:lnTo>
                  <a:pt x="1147" y="12561"/>
                </a:lnTo>
                <a:lnTo>
                  <a:pt x="1147" y="11556"/>
                </a:lnTo>
                <a:moveTo>
                  <a:pt x="1147" y="12630"/>
                </a:moveTo>
                <a:lnTo>
                  <a:pt x="2046" y="12630"/>
                </a:lnTo>
                <a:lnTo>
                  <a:pt x="2046" y="13583"/>
                </a:lnTo>
                <a:lnTo>
                  <a:pt x="1147" y="13583"/>
                </a:lnTo>
                <a:lnTo>
                  <a:pt x="1147" y="12630"/>
                </a:lnTo>
                <a:moveTo>
                  <a:pt x="1147" y="13651"/>
                </a:moveTo>
                <a:lnTo>
                  <a:pt x="2046" y="13651"/>
                </a:lnTo>
                <a:lnTo>
                  <a:pt x="2046" y="14657"/>
                </a:lnTo>
                <a:lnTo>
                  <a:pt x="1147" y="14657"/>
                </a:lnTo>
                <a:lnTo>
                  <a:pt x="1147" y="13651"/>
                </a:lnTo>
                <a:moveTo>
                  <a:pt x="1147" y="14726"/>
                </a:moveTo>
                <a:lnTo>
                  <a:pt x="2046" y="14726"/>
                </a:lnTo>
                <a:lnTo>
                  <a:pt x="2046" y="15680"/>
                </a:lnTo>
                <a:lnTo>
                  <a:pt x="1147" y="15680"/>
                </a:lnTo>
                <a:lnTo>
                  <a:pt x="1147" y="14726"/>
                </a:lnTo>
                <a:moveTo>
                  <a:pt x="19" y="55"/>
                </a:moveTo>
                <a:lnTo>
                  <a:pt x="1079" y="55"/>
                </a:lnTo>
                <a:lnTo>
                  <a:pt x="1079" y="1007"/>
                </a:lnTo>
                <a:lnTo>
                  <a:pt x="19" y="1007"/>
                </a:lnTo>
                <a:lnTo>
                  <a:pt x="19" y="55"/>
                </a:lnTo>
                <a:moveTo>
                  <a:pt x="19" y="1076"/>
                </a:moveTo>
                <a:lnTo>
                  <a:pt x="1079" y="1076"/>
                </a:lnTo>
                <a:lnTo>
                  <a:pt x="1079" y="2082"/>
                </a:lnTo>
                <a:lnTo>
                  <a:pt x="19" y="2082"/>
                </a:lnTo>
                <a:lnTo>
                  <a:pt x="19" y="1076"/>
                </a:lnTo>
                <a:moveTo>
                  <a:pt x="19" y="2150"/>
                </a:moveTo>
                <a:lnTo>
                  <a:pt x="1079" y="2150"/>
                </a:lnTo>
                <a:lnTo>
                  <a:pt x="1079" y="3104"/>
                </a:lnTo>
                <a:lnTo>
                  <a:pt x="19" y="3104"/>
                </a:lnTo>
                <a:lnTo>
                  <a:pt x="19" y="2150"/>
                </a:lnTo>
                <a:moveTo>
                  <a:pt x="19" y="3172"/>
                </a:moveTo>
                <a:lnTo>
                  <a:pt x="1079" y="3172"/>
                </a:lnTo>
                <a:lnTo>
                  <a:pt x="1079" y="4178"/>
                </a:lnTo>
                <a:lnTo>
                  <a:pt x="19" y="4178"/>
                </a:lnTo>
                <a:lnTo>
                  <a:pt x="19" y="3172"/>
                </a:lnTo>
                <a:moveTo>
                  <a:pt x="19" y="4247"/>
                </a:moveTo>
                <a:lnTo>
                  <a:pt x="1079" y="4247"/>
                </a:lnTo>
                <a:lnTo>
                  <a:pt x="1079" y="5200"/>
                </a:lnTo>
                <a:lnTo>
                  <a:pt x="19" y="5200"/>
                </a:lnTo>
                <a:lnTo>
                  <a:pt x="19" y="4247"/>
                </a:lnTo>
                <a:moveTo>
                  <a:pt x="19" y="5268"/>
                </a:moveTo>
                <a:lnTo>
                  <a:pt x="1079" y="5268"/>
                </a:lnTo>
                <a:lnTo>
                  <a:pt x="1079" y="6274"/>
                </a:lnTo>
                <a:lnTo>
                  <a:pt x="19" y="6274"/>
                </a:lnTo>
                <a:lnTo>
                  <a:pt x="19" y="5268"/>
                </a:lnTo>
                <a:moveTo>
                  <a:pt x="19" y="6342"/>
                </a:moveTo>
                <a:lnTo>
                  <a:pt x="1079" y="6342"/>
                </a:lnTo>
                <a:lnTo>
                  <a:pt x="1079" y="7296"/>
                </a:lnTo>
                <a:lnTo>
                  <a:pt x="19" y="7296"/>
                </a:lnTo>
                <a:lnTo>
                  <a:pt x="19" y="6342"/>
                </a:lnTo>
                <a:moveTo>
                  <a:pt x="19" y="7364"/>
                </a:moveTo>
                <a:lnTo>
                  <a:pt x="1079" y="7364"/>
                </a:lnTo>
                <a:lnTo>
                  <a:pt x="1079" y="8369"/>
                </a:lnTo>
                <a:lnTo>
                  <a:pt x="19" y="8369"/>
                </a:lnTo>
                <a:lnTo>
                  <a:pt x="19" y="7364"/>
                </a:lnTo>
                <a:moveTo>
                  <a:pt x="19" y="8438"/>
                </a:moveTo>
                <a:lnTo>
                  <a:pt x="1079" y="8438"/>
                </a:lnTo>
                <a:lnTo>
                  <a:pt x="1079" y="9391"/>
                </a:lnTo>
                <a:lnTo>
                  <a:pt x="19" y="9391"/>
                </a:lnTo>
                <a:lnTo>
                  <a:pt x="19" y="8438"/>
                </a:lnTo>
                <a:moveTo>
                  <a:pt x="19" y="9459"/>
                </a:moveTo>
                <a:lnTo>
                  <a:pt x="1079" y="9459"/>
                </a:lnTo>
                <a:lnTo>
                  <a:pt x="1079" y="10465"/>
                </a:lnTo>
                <a:lnTo>
                  <a:pt x="19" y="10465"/>
                </a:lnTo>
                <a:lnTo>
                  <a:pt x="19" y="9459"/>
                </a:lnTo>
                <a:moveTo>
                  <a:pt x="19" y="10533"/>
                </a:moveTo>
                <a:lnTo>
                  <a:pt x="1079" y="10533"/>
                </a:lnTo>
                <a:lnTo>
                  <a:pt x="1079" y="11487"/>
                </a:lnTo>
                <a:lnTo>
                  <a:pt x="19" y="11487"/>
                </a:lnTo>
                <a:lnTo>
                  <a:pt x="19" y="10533"/>
                </a:lnTo>
                <a:moveTo>
                  <a:pt x="19" y="11556"/>
                </a:moveTo>
                <a:lnTo>
                  <a:pt x="1079" y="11556"/>
                </a:lnTo>
                <a:lnTo>
                  <a:pt x="1079" y="12561"/>
                </a:lnTo>
                <a:lnTo>
                  <a:pt x="19" y="12561"/>
                </a:lnTo>
                <a:lnTo>
                  <a:pt x="19" y="11556"/>
                </a:lnTo>
                <a:moveTo>
                  <a:pt x="19" y="12630"/>
                </a:moveTo>
                <a:lnTo>
                  <a:pt x="1079" y="12630"/>
                </a:lnTo>
                <a:lnTo>
                  <a:pt x="1079" y="13583"/>
                </a:lnTo>
                <a:lnTo>
                  <a:pt x="19" y="13583"/>
                </a:lnTo>
                <a:lnTo>
                  <a:pt x="19" y="12630"/>
                </a:lnTo>
                <a:moveTo>
                  <a:pt x="19" y="13651"/>
                </a:moveTo>
                <a:lnTo>
                  <a:pt x="1079" y="13651"/>
                </a:lnTo>
                <a:lnTo>
                  <a:pt x="1079" y="14657"/>
                </a:lnTo>
                <a:lnTo>
                  <a:pt x="19" y="14657"/>
                </a:lnTo>
                <a:lnTo>
                  <a:pt x="19" y="13651"/>
                </a:lnTo>
                <a:moveTo>
                  <a:pt x="19" y="14726"/>
                </a:moveTo>
                <a:lnTo>
                  <a:pt x="1079" y="14726"/>
                </a:lnTo>
                <a:lnTo>
                  <a:pt x="1079" y="15680"/>
                </a:lnTo>
                <a:lnTo>
                  <a:pt x="19" y="15680"/>
                </a:lnTo>
                <a:lnTo>
                  <a:pt x="19" y="14726"/>
                </a:lnTo>
              </a:path>
            </a:pathLst>
          </a:custGeom>
          <a:solidFill>
            <a:schemeClr val="dk2"/>
          </a:solidFill>
          <a:ln>
            <a:noFill/>
          </a:ln>
        </p:spPr>
      </p:sp>
      <p:grpSp>
        <p:nvGrpSpPr>
          <p:cNvPr id="2823" name="Google Shape;2823;p31"/>
          <p:cNvGrpSpPr/>
          <p:nvPr/>
        </p:nvGrpSpPr>
        <p:grpSpPr>
          <a:xfrm>
            <a:off x="-2353038" y="2360040"/>
            <a:ext cx="4472200" cy="3618308"/>
            <a:chOff x="-2353038" y="2360040"/>
            <a:chExt cx="4472200" cy="3618308"/>
          </a:xfrm>
        </p:grpSpPr>
        <p:grpSp>
          <p:nvGrpSpPr>
            <p:cNvPr id="2824" name="Google Shape;2824;p31"/>
            <p:cNvGrpSpPr/>
            <p:nvPr/>
          </p:nvGrpSpPr>
          <p:grpSpPr>
            <a:xfrm>
              <a:off x="-1304272" y="4305826"/>
              <a:ext cx="2017489" cy="1007583"/>
              <a:chOff x="54720" y="2121120"/>
              <a:chExt cx="937800" cy="468360"/>
            </a:xfrm>
          </p:grpSpPr>
          <p:sp>
            <p:nvSpPr>
              <p:cNvPr id="2825" name="Google Shape;2825;p31"/>
              <p:cNvSpPr/>
              <p:nvPr/>
            </p:nvSpPr>
            <p:spPr>
              <a:xfrm>
                <a:off x="54720" y="2316960"/>
                <a:ext cx="52920" cy="2088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58" extrusionOk="0">
                    <a:moveTo>
                      <a:pt x="5" y="53"/>
                    </a:moveTo>
                    <a:cubicBezTo>
                      <a:pt x="2" y="50"/>
                      <a:pt x="0" y="47"/>
                      <a:pt x="1" y="43"/>
                    </a:cubicBezTo>
                    <a:cubicBezTo>
                      <a:pt x="1" y="35"/>
                      <a:pt x="7" y="30"/>
                      <a:pt x="14" y="30"/>
                    </a:cubicBezTo>
                    <a:cubicBezTo>
                      <a:pt x="15" y="30"/>
                      <a:pt x="15" y="30"/>
                      <a:pt x="15" y="30"/>
                    </a:cubicBezTo>
                    <a:lnTo>
                      <a:pt x="16" y="30"/>
                    </a:lnTo>
                    <a:cubicBezTo>
                      <a:pt x="20" y="29"/>
                      <a:pt x="25" y="28"/>
                      <a:pt x="30" y="27"/>
                    </a:cubicBezTo>
                    <a:cubicBezTo>
                      <a:pt x="46" y="22"/>
                      <a:pt x="62" y="17"/>
                      <a:pt x="79" y="13"/>
                    </a:cubicBezTo>
                    <a:cubicBezTo>
                      <a:pt x="96" y="8"/>
                      <a:pt x="112" y="4"/>
                      <a:pt x="130" y="1"/>
                    </a:cubicBezTo>
                    <a:cubicBezTo>
                      <a:pt x="136" y="0"/>
                      <a:pt x="143" y="4"/>
                      <a:pt x="145" y="11"/>
                    </a:cubicBezTo>
                    <a:cubicBezTo>
                      <a:pt x="146" y="18"/>
                      <a:pt x="142" y="25"/>
                      <a:pt x="135" y="26"/>
                    </a:cubicBezTo>
                    <a:cubicBezTo>
                      <a:pt x="112" y="29"/>
                      <a:pt x="90" y="36"/>
                      <a:pt x="68" y="42"/>
                    </a:cubicBezTo>
                    <a:cubicBezTo>
                      <a:pt x="60" y="44"/>
                      <a:pt x="52" y="47"/>
                      <a:pt x="44" y="49"/>
                    </a:cubicBezTo>
                    <a:cubicBezTo>
                      <a:pt x="40" y="50"/>
                      <a:pt x="36" y="52"/>
                      <a:pt x="31" y="53"/>
                    </a:cubicBezTo>
                    <a:cubicBezTo>
                      <a:pt x="26" y="54"/>
                      <a:pt x="20" y="57"/>
                      <a:pt x="15" y="57"/>
                    </a:cubicBezTo>
                    <a:lnTo>
                      <a:pt x="14" y="57"/>
                    </a:lnTo>
                    <a:cubicBezTo>
                      <a:pt x="11" y="57"/>
                      <a:pt x="8" y="55"/>
                      <a:pt x="5" y="5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6" name="Google Shape;2826;p31"/>
              <p:cNvSpPr/>
              <p:nvPr/>
            </p:nvSpPr>
            <p:spPr>
              <a:xfrm>
                <a:off x="59400" y="2343240"/>
                <a:ext cx="64800" cy="18000"/>
              </a:xfrm>
              <a:custGeom>
                <a:avLst/>
                <a:gdLst/>
                <a:ahLst/>
                <a:cxnLst/>
                <a:rect l="l" t="t" r="r" b="b"/>
                <a:pathLst>
                  <a:path w="180" h="50" extrusionOk="0">
                    <a:moveTo>
                      <a:pt x="16" y="48"/>
                    </a:moveTo>
                    <a:cubicBezTo>
                      <a:pt x="13" y="48"/>
                      <a:pt x="10" y="47"/>
                      <a:pt x="7" y="45"/>
                    </a:cubicBezTo>
                    <a:cubicBezTo>
                      <a:pt x="2" y="42"/>
                      <a:pt x="0" y="36"/>
                      <a:pt x="1" y="31"/>
                    </a:cubicBezTo>
                    <a:cubicBezTo>
                      <a:pt x="2" y="24"/>
                      <a:pt x="10" y="19"/>
                      <a:pt x="17" y="20"/>
                    </a:cubicBezTo>
                    <a:cubicBezTo>
                      <a:pt x="18" y="21"/>
                      <a:pt x="20" y="21"/>
                      <a:pt x="21" y="22"/>
                    </a:cubicBezTo>
                    <a:cubicBezTo>
                      <a:pt x="22" y="22"/>
                      <a:pt x="23" y="22"/>
                      <a:pt x="23" y="22"/>
                    </a:cubicBezTo>
                    <a:cubicBezTo>
                      <a:pt x="26" y="23"/>
                      <a:pt x="29" y="23"/>
                      <a:pt x="31" y="23"/>
                    </a:cubicBezTo>
                    <a:cubicBezTo>
                      <a:pt x="37" y="22"/>
                      <a:pt x="42" y="22"/>
                      <a:pt x="47" y="21"/>
                    </a:cubicBezTo>
                    <a:cubicBezTo>
                      <a:pt x="56" y="20"/>
                      <a:pt x="65" y="19"/>
                      <a:pt x="74" y="18"/>
                    </a:cubicBezTo>
                    <a:cubicBezTo>
                      <a:pt x="83" y="17"/>
                      <a:pt x="92" y="15"/>
                      <a:pt x="102" y="13"/>
                    </a:cubicBezTo>
                    <a:cubicBezTo>
                      <a:pt x="123" y="9"/>
                      <a:pt x="144" y="6"/>
                      <a:pt x="165" y="2"/>
                    </a:cubicBezTo>
                    <a:cubicBezTo>
                      <a:pt x="171" y="0"/>
                      <a:pt x="176" y="4"/>
                      <a:pt x="178" y="10"/>
                    </a:cubicBezTo>
                    <a:cubicBezTo>
                      <a:pt x="179" y="16"/>
                      <a:pt x="175" y="22"/>
                      <a:pt x="169" y="24"/>
                    </a:cubicBezTo>
                    <a:cubicBezTo>
                      <a:pt x="144" y="29"/>
                      <a:pt x="120" y="34"/>
                      <a:pt x="95" y="39"/>
                    </a:cubicBezTo>
                    <a:cubicBezTo>
                      <a:pt x="83" y="42"/>
                      <a:pt x="70" y="43"/>
                      <a:pt x="57" y="46"/>
                    </a:cubicBezTo>
                    <a:cubicBezTo>
                      <a:pt x="46" y="48"/>
                      <a:pt x="37" y="49"/>
                      <a:pt x="26" y="49"/>
                    </a:cubicBezTo>
                    <a:cubicBezTo>
                      <a:pt x="23" y="49"/>
                      <a:pt x="20" y="49"/>
                      <a:pt x="16" y="4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7" name="Google Shape;2827;p31"/>
              <p:cNvSpPr/>
              <p:nvPr/>
            </p:nvSpPr>
            <p:spPr>
              <a:xfrm>
                <a:off x="159120" y="2258280"/>
                <a:ext cx="60120" cy="19836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551" extrusionOk="0">
                    <a:moveTo>
                      <a:pt x="50" y="544"/>
                    </a:moveTo>
                    <a:cubicBezTo>
                      <a:pt x="38" y="539"/>
                      <a:pt x="28" y="532"/>
                      <a:pt x="18" y="523"/>
                    </a:cubicBezTo>
                    <a:cubicBezTo>
                      <a:pt x="14" y="520"/>
                      <a:pt x="10" y="515"/>
                      <a:pt x="6" y="510"/>
                    </a:cubicBezTo>
                    <a:cubicBezTo>
                      <a:pt x="3" y="506"/>
                      <a:pt x="1" y="500"/>
                      <a:pt x="1" y="494"/>
                    </a:cubicBezTo>
                    <a:cubicBezTo>
                      <a:pt x="0" y="489"/>
                      <a:pt x="3" y="483"/>
                      <a:pt x="5" y="479"/>
                    </a:cubicBezTo>
                    <a:cubicBezTo>
                      <a:pt x="8" y="474"/>
                      <a:pt x="14" y="471"/>
                      <a:pt x="18" y="468"/>
                    </a:cubicBezTo>
                    <a:cubicBezTo>
                      <a:pt x="24" y="464"/>
                      <a:pt x="32" y="465"/>
                      <a:pt x="36" y="471"/>
                    </a:cubicBezTo>
                    <a:cubicBezTo>
                      <a:pt x="40" y="477"/>
                      <a:pt x="38" y="485"/>
                      <a:pt x="33" y="489"/>
                    </a:cubicBezTo>
                    <a:cubicBezTo>
                      <a:pt x="31" y="490"/>
                      <a:pt x="30" y="491"/>
                      <a:pt x="29" y="492"/>
                    </a:cubicBezTo>
                    <a:cubicBezTo>
                      <a:pt x="28" y="492"/>
                      <a:pt x="28" y="492"/>
                      <a:pt x="28" y="492"/>
                    </a:cubicBezTo>
                    <a:cubicBezTo>
                      <a:pt x="28" y="493"/>
                      <a:pt x="28" y="493"/>
                      <a:pt x="27" y="493"/>
                    </a:cubicBezTo>
                    <a:lnTo>
                      <a:pt x="27" y="494"/>
                    </a:lnTo>
                    <a:lnTo>
                      <a:pt x="28" y="495"/>
                    </a:lnTo>
                    <a:lnTo>
                      <a:pt x="27" y="494"/>
                    </a:lnTo>
                    <a:cubicBezTo>
                      <a:pt x="28" y="495"/>
                      <a:pt x="28" y="496"/>
                      <a:pt x="28" y="497"/>
                    </a:cubicBezTo>
                    <a:cubicBezTo>
                      <a:pt x="30" y="499"/>
                      <a:pt x="32" y="501"/>
                      <a:pt x="35" y="503"/>
                    </a:cubicBezTo>
                    <a:cubicBezTo>
                      <a:pt x="36" y="506"/>
                      <a:pt x="39" y="507"/>
                      <a:pt x="41" y="510"/>
                    </a:cubicBezTo>
                    <a:cubicBezTo>
                      <a:pt x="44" y="512"/>
                      <a:pt x="47" y="514"/>
                      <a:pt x="51" y="516"/>
                    </a:cubicBezTo>
                    <a:cubicBezTo>
                      <a:pt x="54" y="517"/>
                      <a:pt x="56" y="519"/>
                      <a:pt x="60" y="520"/>
                    </a:cubicBezTo>
                    <a:cubicBezTo>
                      <a:pt x="61" y="521"/>
                      <a:pt x="64" y="522"/>
                      <a:pt x="66" y="522"/>
                    </a:cubicBezTo>
                    <a:cubicBezTo>
                      <a:pt x="68" y="523"/>
                      <a:pt x="70" y="524"/>
                      <a:pt x="72" y="524"/>
                    </a:cubicBezTo>
                    <a:cubicBezTo>
                      <a:pt x="75" y="524"/>
                      <a:pt x="76" y="524"/>
                      <a:pt x="79" y="524"/>
                    </a:cubicBezTo>
                    <a:cubicBezTo>
                      <a:pt x="81" y="524"/>
                      <a:pt x="82" y="524"/>
                      <a:pt x="84" y="524"/>
                    </a:cubicBezTo>
                    <a:cubicBezTo>
                      <a:pt x="85" y="524"/>
                      <a:pt x="86" y="524"/>
                      <a:pt x="88" y="523"/>
                    </a:cubicBezTo>
                    <a:cubicBezTo>
                      <a:pt x="89" y="522"/>
                      <a:pt x="90" y="522"/>
                      <a:pt x="92" y="521"/>
                    </a:cubicBezTo>
                    <a:cubicBezTo>
                      <a:pt x="93" y="521"/>
                      <a:pt x="93" y="521"/>
                      <a:pt x="95" y="520"/>
                    </a:cubicBezTo>
                    <a:cubicBezTo>
                      <a:pt x="95" y="520"/>
                      <a:pt x="96" y="520"/>
                      <a:pt x="96" y="519"/>
                    </a:cubicBezTo>
                    <a:cubicBezTo>
                      <a:pt x="97" y="518"/>
                      <a:pt x="97" y="518"/>
                      <a:pt x="98" y="517"/>
                    </a:cubicBezTo>
                    <a:cubicBezTo>
                      <a:pt x="99" y="517"/>
                      <a:pt x="99" y="517"/>
                      <a:pt x="99" y="516"/>
                    </a:cubicBezTo>
                    <a:cubicBezTo>
                      <a:pt x="100" y="515"/>
                      <a:pt x="100" y="515"/>
                      <a:pt x="100" y="514"/>
                    </a:cubicBezTo>
                    <a:cubicBezTo>
                      <a:pt x="101" y="514"/>
                      <a:pt x="102" y="513"/>
                      <a:pt x="102" y="512"/>
                    </a:cubicBezTo>
                    <a:cubicBezTo>
                      <a:pt x="102" y="511"/>
                      <a:pt x="103" y="510"/>
                      <a:pt x="103" y="508"/>
                    </a:cubicBezTo>
                    <a:cubicBezTo>
                      <a:pt x="103" y="506"/>
                      <a:pt x="104" y="503"/>
                      <a:pt x="104" y="501"/>
                    </a:cubicBezTo>
                    <a:cubicBezTo>
                      <a:pt x="107" y="482"/>
                      <a:pt x="107" y="462"/>
                      <a:pt x="107" y="443"/>
                    </a:cubicBezTo>
                    <a:cubicBezTo>
                      <a:pt x="107" y="431"/>
                      <a:pt x="107" y="419"/>
                      <a:pt x="106" y="407"/>
                    </a:cubicBezTo>
                    <a:cubicBezTo>
                      <a:pt x="106" y="395"/>
                      <a:pt x="104" y="384"/>
                      <a:pt x="103" y="372"/>
                    </a:cubicBezTo>
                    <a:cubicBezTo>
                      <a:pt x="102" y="366"/>
                      <a:pt x="102" y="359"/>
                      <a:pt x="100" y="353"/>
                    </a:cubicBezTo>
                    <a:cubicBezTo>
                      <a:pt x="99" y="341"/>
                      <a:pt x="96" y="330"/>
                      <a:pt x="93" y="318"/>
                    </a:cubicBezTo>
                    <a:cubicBezTo>
                      <a:pt x="93" y="319"/>
                      <a:pt x="93" y="319"/>
                      <a:pt x="93" y="319"/>
                    </a:cubicBezTo>
                    <a:cubicBezTo>
                      <a:pt x="93" y="319"/>
                      <a:pt x="93" y="318"/>
                      <a:pt x="93" y="317"/>
                    </a:cubicBezTo>
                    <a:cubicBezTo>
                      <a:pt x="90" y="309"/>
                      <a:pt x="88" y="300"/>
                      <a:pt x="85" y="293"/>
                    </a:cubicBezTo>
                    <a:cubicBezTo>
                      <a:pt x="82" y="287"/>
                      <a:pt x="81" y="281"/>
                      <a:pt x="78" y="276"/>
                    </a:cubicBezTo>
                    <a:cubicBezTo>
                      <a:pt x="72" y="263"/>
                      <a:pt x="66" y="250"/>
                      <a:pt x="60" y="237"/>
                    </a:cubicBezTo>
                    <a:cubicBezTo>
                      <a:pt x="54" y="225"/>
                      <a:pt x="49" y="214"/>
                      <a:pt x="43" y="202"/>
                    </a:cubicBezTo>
                    <a:cubicBezTo>
                      <a:pt x="39" y="192"/>
                      <a:pt x="35" y="182"/>
                      <a:pt x="31" y="172"/>
                    </a:cubicBezTo>
                    <a:cubicBezTo>
                      <a:pt x="25" y="154"/>
                      <a:pt x="21" y="135"/>
                      <a:pt x="21" y="116"/>
                    </a:cubicBezTo>
                    <a:cubicBezTo>
                      <a:pt x="20" y="97"/>
                      <a:pt x="24" y="78"/>
                      <a:pt x="30" y="61"/>
                    </a:cubicBezTo>
                    <a:cubicBezTo>
                      <a:pt x="37" y="45"/>
                      <a:pt x="47" y="29"/>
                      <a:pt x="60" y="17"/>
                    </a:cubicBezTo>
                    <a:cubicBezTo>
                      <a:pt x="71" y="6"/>
                      <a:pt x="86" y="0"/>
                      <a:pt x="102" y="0"/>
                    </a:cubicBezTo>
                    <a:cubicBezTo>
                      <a:pt x="117" y="0"/>
                      <a:pt x="132" y="6"/>
                      <a:pt x="143" y="15"/>
                    </a:cubicBezTo>
                    <a:cubicBezTo>
                      <a:pt x="149" y="20"/>
                      <a:pt x="153" y="25"/>
                      <a:pt x="157" y="32"/>
                    </a:cubicBezTo>
                    <a:cubicBezTo>
                      <a:pt x="160" y="38"/>
                      <a:pt x="163" y="45"/>
                      <a:pt x="164" y="52"/>
                    </a:cubicBezTo>
                    <a:cubicBezTo>
                      <a:pt x="166" y="59"/>
                      <a:pt x="165" y="66"/>
                      <a:pt x="164" y="72"/>
                    </a:cubicBezTo>
                    <a:cubicBezTo>
                      <a:pt x="164" y="74"/>
                      <a:pt x="163" y="76"/>
                      <a:pt x="163" y="78"/>
                    </a:cubicBezTo>
                    <a:cubicBezTo>
                      <a:pt x="162" y="85"/>
                      <a:pt x="154" y="90"/>
                      <a:pt x="147" y="88"/>
                    </a:cubicBezTo>
                    <a:cubicBezTo>
                      <a:pt x="141" y="87"/>
                      <a:pt x="135" y="80"/>
                      <a:pt x="137" y="73"/>
                    </a:cubicBezTo>
                    <a:cubicBezTo>
                      <a:pt x="138" y="70"/>
                      <a:pt x="138" y="67"/>
                      <a:pt x="138" y="65"/>
                    </a:cubicBezTo>
                    <a:cubicBezTo>
                      <a:pt x="139" y="64"/>
                      <a:pt x="139" y="63"/>
                      <a:pt x="139" y="62"/>
                    </a:cubicBezTo>
                    <a:cubicBezTo>
                      <a:pt x="139" y="60"/>
                      <a:pt x="139" y="59"/>
                      <a:pt x="138" y="57"/>
                    </a:cubicBezTo>
                    <a:cubicBezTo>
                      <a:pt x="138" y="56"/>
                      <a:pt x="138" y="54"/>
                      <a:pt x="138" y="53"/>
                    </a:cubicBezTo>
                    <a:cubicBezTo>
                      <a:pt x="137" y="51"/>
                      <a:pt x="136" y="50"/>
                      <a:pt x="136" y="48"/>
                    </a:cubicBezTo>
                    <a:cubicBezTo>
                      <a:pt x="135" y="47"/>
                      <a:pt x="135" y="45"/>
                      <a:pt x="134" y="44"/>
                    </a:cubicBezTo>
                    <a:cubicBezTo>
                      <a:pt x="132" y="42"/>
                      <a:pt x="131" y="41"/>
                      <a:pt x="130" y="39"/>
                    </a:cubicBezTo>
                    <a:cubicBezTo>
                      <a:pt x="130" y="38"/>
                      <a:pt x="128" y="37"/>
                      <a:pt x="127" y="35"/>
                    </a:cubicBezTo>
                    <a:cubicBezTo>
                      <a:pt x="127" y="35"/>
                      <a:pt x="126" y="34"/>
                      <a:pt x="125" y="34"/>
                    </a:cubicBezTo>
                    <a:cubicBezTo>
                      <a:pt x="124" y="32"/>
                      <a:pt x="122" y="31"/>
                      <a:pt x="121" y="31"/>
                    </a:cubicBezTo>
                    <a:cubicBezTo>
                      <a:pt x="119" y="30"/>
                      <a:pt x="117" y="29"/>
                      <a:pt x="116" y="28"/>
                    </a:cubicBezTo>
                    <a:cubicBezTo>
                      <a:pt x="114" y="28"/>
                      <a:pt x="113" y="27"/>
                      <a:pt x="112" y="27"/>
                    </a:cubicBezTo>
                    <a:cubicBezTo>
                      <a:pt x="111" y="27"/>
                      <a:pt x="109" y="26"/>
                      <a:pt x="107" y="26"/>
                    </a:cubicBezTo>
                    <a:cubicBezTo>
                      <a:pt x="106" y="26"/>
                      <a:pt x="104" y="25"/>
                      <a:pt x="103" y="25"/>
                    </a:cubicBezTo>
                    <a:cubicBezTo>
                      <a:pt x="101" y="25"/>
                      <a:pt x="99" y="26"/>
                      <a:pt x="98" y="26"/>
                    </a:cubicBezTo>
                    <a:cubicBezTo>
                      <a:pt x="96" y="26"/>
                      <a:pt x="95" y="27"/>
                      <a:pt x="93" y="27"/>
                    </a:cubicBezTo>
                    <a:cubicBezTo>
                      <a:pt x="91" y="28"/>
                      <a:pt x="90" y="28"/>
                      <a:pt x="89" y="28"/>
                    </a:cubicBezTo>
                    <a:cubicBezTo>
                      <a:pt x="87" y="30"/>
                      <a:pt x="85" y="30"/>
                      <a:pt x="83" y="31"/>
                    </a:cubicBezTo>
                    <a:cubicBezTo>
                      <a:pt x="82" y="32"/>
                      <a:pt x="81" y="33"/>
                      <a:pt x="79" y="34"/>
                    </a:cubicBezTo>
                    <a:cubicBezTo>
                      <a:pt x="77" y="35"/>
                      <a:pt x="75" y="37"/>
                      <a:pt x="74" y="39"/>
                    </a:cubicBezTo>
                    <a:cubicBezTo>
                      <a:pt x="71" y="41"/>
                      <a:pt x="69" y="44"/>
                      <a:pt x="68" y="46"/>
                    </a:cubicBezTo>
                    <a:cubicBezTo>
                      <a:pt x="65" y="49"/>
                      <a:pt x="63" y="52"/>
                      <a:pt x="61" y="55"/>
                    </a:cubicBezTo>
                    <a:cubicBezTo>
                      <a:pt x="59" y="59"/>
                      <a:pt x="57" y="63"/>
                      <a:pt x="55" y="68"/>
                    </a:cubicBezTo>
                    <a:cubicBezTo>
                      <a:pt x="55" y="67"/>
                      <a:pt x="55" y="67"/>
                      <a:pt x="55" y="67"/>
                    </a:cubicBezTo>
                    <a:lnTo>
                      <a:pt x="55" y="68"/>
                    </a:lnTo>
                    <a:lnTo>
                      <a:pt x="54" y="69"/>
                    </a:lnTo>
                    <a:lnTo>
                      <a:pt x="55" y="68"/>
                    </a:lnTo>
                    <a:cubicBezTo>
                      <a:pt x="53" y="73"/>
                      <a:pt x="51" y="79"/>
                      <a:pt x="49" y="85"/>
                    </a:cubicBezTo>
                    <a:lnTo>
                      <a:pt x="49" y="84"/>
                    </a:lnTo>
                    <a:cubicBezTo>
                      <a:pt x="48" y="89"/>
                      <a:pt x="47" y="94"/>
                      <a:pt x="46" y="98"/>
                    </a:cubicBezTo>
                    <a:cubicBezTo>
                      <a:pt x="46" y="104"/>
                      <a:pt x="45" y="109"/>
                      <a:pt x="45" y="114"/>
                    </a:cubicBezTo>
                    <a:cubicBezTo>
                      <a:pt x="46" y="120"/>
                      <a:pt x="46" y="126"/>
                      <a:pt x="47" y="132"/>
                    </a:cubicBezTo>
                    <a:cubicBezTo>
                      <a:pt x="48" y="139"/>
                      <a:pt x="49" y="146"/>
                      <a:pt x="51" y="153"/>
                    </a:cubicBezTo>
                    <a:cubicBezTo>
                      <a:pt x="53" y="161"/>
                      <a:pt x="56" y="169"/>
                      <a:pt x="59" y="177"/>
                    </a:cubicBezTo>
                    <a:cubicBezTo>
                      <a:pt x="62" y="184"/>
                      <a:pt x="65" y="191"/>
                      <a:pt x="68" y="197"/>
                    </a:cubicBezTo>
                    <a:cubicBezTo>
                      <a:pt x="71" y="204"/>
                      <a:pt x="74" y="210"/>
                      <a:pt x="76" y="216"/>
                    </a:cubicBezTo>
                    <a:cubicBezTo>
                      <a:pt x="82" y="228"/>
                      <a:pt x="88" y="239"/>
                      <a:pt x="93" y="251"/>
                    </a:cubicBezTo>
                    <a:cubicBezTo>
                      <a:pt x="96" y="257"/>
                      <a:pt x="100" y="263"/>
                      <a:pt x="102" y="270"/>
                    </a:cubicBezTo>
                    <a:cubicBezTo>
                      <a:pt x="105" y="277"/>
                      <a:pt x="108" y="285"/>
                      <a:pt x="111" y="293"/>
                    </a:cubicBezTo>
                    <a:cubicBezTo>
                      <a:pt x="114" y="302"/>
                      <a:pt x="116" y="310"/>
                      <a:pt x="118" y="319"/>
                    </a:cubicBezTo>
                    <a:cubicBezTo>
                      <a:pt x="121" y="327"/>
                      <a:pt x="123" y="335"/>
                      <a:pt x="124" y="343"/>
                    </a:cubicBezTo>
                    <a:cubicBezTo>
                      <a:pt x="125" y="351"/>
                      <a:pt x="126" y="359"/>
                      <a:pt x="127" y="367"/>
                    </a:cubicBezTo>
                    <a:cubicBezTo>
                      <a:pt x="128" y="374"/>
                      <a:pt x="128" y="381"/>
                      <a:pt x="129" y="388"/>
                    </a:cubicBezTo>
                    <a:cubicBezTo>
                      <a:pt x="130" y="394"/>
                      <a:pt x="130" y="400"/>
                      <a:pt x="131" y="406"/>
                    </a:cubicBezTo>
                    <a:cubicBezTo>
                      <a:pt x="131" y="420"/>
                      <a:pt x="132" y="434"/>
                      <a:pt x="132" y="447"/>
                    </a:cubicBezTo>
                    <a:cubicBezTo>
                      <a:pt x="132" y="462"/>
                      <a:pt x="131" y="476"/>
                      <a:pt x="131" y="491"/>
                    </a:cubicBezTo>
                    <a:cubicBezTo>
                      <a:pt x="130" y="494"/>
                      <a:pt x="130" y="497"/>
                      <a:pt x="130" y="501"/>
                    </a:cubicBezTo>
                    <a:cubicBezTo>
                      <a:pt x="129" y="508"/>
                      <a:pt x="128" y="517"/>
                      <a:pt x="125" y="524"/>
                    </a:cubicBezTo>
                    <a:cubicBezTo>
                      <a:pt x="123" y="527"/>
                      <a:pt x="121" y="531"/>
                      <a:pt x="118" y="534"/>
                    </a:cubicBezTo>
                    <a:cubicBezTo>
                      <a:pt x="116" y="536"/>
                      <a:pt x="113" y="539"/>
                      <a:pt x="110" y="541"/>
                    </a:cubicBezTo>
                    <a:cubicBezTo>
                      <a:pt x="103" y="546"/>
                      <a:pt x="94" y="549"/>
                      <a:pt x="85" y="550"/>
                    </a:cubicBezTo>
                    <a:cubicBezTo>
                      <a:pt x="83" y="550"/>
                      <a:pt x="81" y="550"/>
                      <a:pt x="78" y="550"/>
                    </a:cubicBezTo>
                    <a:cubicBezTo>
                      <a:pt x="68" y="550"/>
                      <a:pt x="59" y="547"/>
                      <a:pt x="50" y="5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8" name="Google Shape;2828;p31"/>
              <p:cNvSpPr/>
              <p:nvPr/>
            </p:nvSpPr>
            <p:spPr>
              <a:xfrm>
                <a:off x="158040" y="2487240"/>
                <a:ext cx="44640" cy="5400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150" extrusionOk="0">
                    <a:moveTo>
                      <a:pt x="47" y="144"/>
                    </a:moveTo>
                    <a:cubicBezTo>
                      <a:pt x="39" y="140"/>
                      <a:pt x="33" y="133"/>
                      <a:pt x="28" y="127"/>
                    </a:cubicBezTo>
                    <a:cubicBezTo>
                      <a:pt x="16" y="113"/>
                      <a:pt x="8" y="95"/>
                      <a:pt x="4" y="78"/>
                    </a:cubicBezTo>
                    <a:cubicBezTo>
                      <a:pt x="1" y="69"/>
                      <a:pt x="1" y="59"/>
                      <a:pt x="0" y="50"/>
                    </a:cubicBezTo>
                    <a:cubicBezTo>
                      <a:pt x="0" y="41"/>
                      <a:pt x="0" y="32"/>
                      <a:pt x="3" y="23"/>
                    </a:cubicBezTo>
                    <a:cubicBezTo>
                      <a:pt x="5" y="16"/>
                      <a:pt x="8" y="9"/>
                      <a:pt x="14" y="5"/>
                    </a:cubicBezTo>
                    <a:cubicBezTo>
                      <a:pt x="17" y="3"/>
                      <a:pt x="20" y="1"/>
                      <a:pt x="24" y="1"/>
                    </a:cubicBezTo>
                    <a:cubicBezTo>
                      <a:pt x="28" y="1"/>
                      <a:pt x="31" y="2"/>
                      <a:pt x="35" y="4"/>
                    </a:cubicBezTo>
                    <a:cubicBezTo>
                      <a:pt x="35" y="4"/>
                      <a:pt x="36" y="5"/>
                      <a:pt x="38" y="5"/>
                    </a:cubicBezTo>
                    <a:cubicBezTo>
                      <a:pt x="44" y="9"/>
                      <a:pt x="45" y="18"/>
                      <a:pt x="41" y="24"/>
                    </a:cubicBezTo>
                    <a:cubicBezTo>
                      <a:pt x="38" y="29"/>
                      <a:pt x="33" y="30"/>
                      <a:pt x="28" y="30"/>
                    </a:cubicBezTo>
                    <a:lnTo>
                      <a:pt x="28" y="32"/>
                    </a:lnTo>
                    <a:cubicBezTo>
                      <a:pt x="27" y="34"/>
                      <a:pt x="27" y="36"/>
                      <a:pt x="27" y="37"/>
                    </a:cubicBezTo>
                    <a:cubicBezTo>
                      <a:pt x="26" y="41"/>
                      <a:pt x="26" y="45"/>
                      <a:pt x="26" y="48"/>
                    </a:cubicBezTo>
                    <a:cubicBezTo>
                      <a:pt x="26" y="54"/>
                      <a:pt x="26" y="59"/>
                      <a:pt x="27" y="64"/>
                    </a:cubicBezTo>
                    <a:cubicBezTo>
                      <a:pt x="28" y="68"/>
                      <a:pt x="28" y="72"/>
                      <a:pt x="29" y="76"/>
                    </a:cubicBezTo>
                    <a:cubicBezTo>
                      <a:pt x="31" y="81"/>
                      <a:pt x="32" y="86"/>
                      <a:pt x="35" y="90"/>
                    </a:cubicBezTo>
                    <a:cubicBezTo>
                      <a:pt x="36" y="94"/>
                      <a:pt x="38" y="97"/>
                      <a:pt x="40" y="101"/>
                    </a:cubicBezTo>
                    <a:cubicBezTo>
                      <a:pt x="42" y="104"/>
                      <a:pt x="43" y="107"/>
                      <a:pt x="46" y="110"/>
                    </a:cubicBezTo>
                    <a:cubicBezTo>
                      <a:pt x="47" y="112"/>
                      <a:pt x="49" y="114"/>
                      <a:pt x="51" y="116"/>
                    </a:cubicBezTo>
                    <a:cubicBezTo>
                      <a:pt x="52" y="117"/>
                      <a:pt x="53" y="118"/>
                      <a:pt x="54" y="119"/>
                    </a:cubicBezTo>
                    <a:cubicBezTo>
                      <a:pt x="56" y="120"/>
                      <a:pt x="57" y="121"/>
                      <a:pt x="59" y="122"/>
                    </a:cubicBezTo>
                    <a:lnTo>
                      <a:pt x="60" y="122"/>
                    </a:lnTo>
                    <a:cubicBezTo>
                      <a:pt x="61" y="122"/>
                      <a:pt x="61" y="123"/>
                      <a:pt x="61" y="123"/>
                    </a:cubicBezTo>
                    <a:cubicBezTo>
                      <a:pt x="62" y="123"/>
                      <a:pt x="63" y="124"/>
                      <a:pt x="64" y="124"/>
                    </a:cubicBezTo>
                    <a:lnTo>
                      <a:pt x="65" y="124"/>
                    </a:lnTo>
                    <a:cubicBezTo>
                      <a:pt x="65" y="124"/>
                      <a:pt x="66" y="124"/>
                      <a:pt x="67" y="124"/>
                    </a:cubicBezTo>
                    <a:cubicBezTo>
                      <a:pt x="67" y="123"/>
                      <a:pt x="68" y="123"/>
                      <a:pt x="68" y="123"/>
                    </a:cubicBezTo>
                    <a:cubicBezTo>
                      <a:pt x="69" y="123"/>
                      <a:pt x="70" y="122"/>
                      <a:pt x="70" y="122"/>
                    </a:cubicBezTo>
                    <a:lnTo>
                      <a:pt x="69" y="123"/>
                    </a:lnTo>
                    <a:lnTo>
                      <a:pt x="68" y="123"/>
                    </a:lnTo>
                    <a:cubicBezTo>
                      <a:pt x="69" y="123"/>
                      <a:pt x="69" y="123"/>
                      <a:pt x="69" y="123"/>
                    </a:cubicBezTo>
                    <a:cubicBezTo>
                      <a:pt x="70" y="123"/>
                      <a:pt x="70" y="122"/>
                      <a:pt x="70" y="122"/>
                    </a:cubicBezTo>
                    <a:lnTo>
                      <a:pt x="70" y="123"/>
                    </a:lnTo>
                    <a:cubicBezTo>
                      <a:pt x="71" y="122"/>
                      <a:pt x="72" y="122"/>
                      <a:pt x="73" y="121"/>
                    </a:cubicBezTo>
                    <a:cubicBezTo>
                      <a:pt x="74" y="121"/>
                      <a:pt x="74" y="120"/>
                      <a:pt x="75" y="119"/>
                    </a:cubicBezTo>
                    <a:cubicBezTo>
                      <a:pt x="76" y="119"/>
                      <a:pt x="77" y="118"/>
                      <a:pt x="78" y="117"/>
                    </a:cubicBezTo>
                    <a:cubicBezTo>
                      <a:pt x="79" y="115"/>
                      <a:pt x="81" y="114"/>
                      <a:pt x="82" y="113"/>
                    </a:cubicBezTo>
                    <a:cubicBezTo>
                      <a:pt x="84" y="111"/>
                      <a:pt x="85" y="109"/>
                      <a:pt x="86" y="107"/>
                    </a:cubicBezTo>
                    <a:cubicBezTo>
                      <a:pt x="88" y="103"/>
                      <a:pt x="90" y="99"/>
                      <a:pt x="92" y="94"/>
                    </a:cubicBezTo>
                    <a:cubicBezTo>
                      <a:pt x="93" y="91"/>
                      <a:pt x="95" y="88"/>
                      <a:pt x="95" y="85"/>
                    </a:cubicBezTo>
                    <a:cubicBezTo>
                      <a:pt x="96" y="81"/>
                      <a:pt x="97" y="77"/>
                      <a:pt x="98" y="73"/>
                    </a:cubicBezTo>
                    <a:cubicBezTo>
                      <a:pt x="98" y="72"/>
                      <a:pt x="98" y="70"/>
                      <a:pt x="98" y="68"/>
                    </a:cubicBezTo>
                    <a:cubicBezTo>
                      <a:pt x="98" y="66"/>
                      <a:pt x="98" y="64"/>
                      <a:pt x="98" y="61"/>
                    </a:cubicBezTo>
                    <a:cubicBezTo>
                      <a:pt x="97" y="59"/>
                      <a:pt x="97" y="58"/>
                      <a:pt x="96" y="57"/>
                    </a:cubicBezTo>
                    <a:cubicBezTo>
                      <a:pt x="96" y="55"/>
                      <a:pt x="95" y="53"/>
                      <a:pt x="95" y="51"/>
                    </a:cubicBezTo>
                    <a:cubicBezTo>
                      <a:pt x="93" y="49"/>
                      <a:pt x="93" y="47"/>
                      <a:pt x="92" y="46"/>
                    </a:cubicBezTo>
                    <a:cubicBezTo>
                      <a:pt x="91" y="44"/>
                      <a:pt x="90" y="43"/>
                      <a:pt x="89" y="41"/>
                    </a:cubicBezTo>
                    <a:cubicBezTo>
                      <a:pt x="88" y="40"/>
                      <a:pt x="86" y="39"/>
                      <a:pt x="85" y="37"/>
                    </a:cubicBezTo>
                    <a:cubicBezTo>
                      <a:pt x="84" y="36"/>
                      <a:pt x="82" y="34"/>
                      <a:pt x="81" y="33"/>
                    </a:cubicBezTo>
                    <a:cubicBezTo>
                      <a:pt x="79" y="32"/>
                      <a:pt x="77" y="30"/>
                      <a:pt x="75" y="30"/>
                    </a:cubicBezTo>
                    <a:cubicBezTo>
                      <a:pt x="74" y="29"/>
                      <a:pt x="73" y="29"/>
                      <a:pt x="72" y="28"/>
                    </a:cubicBezTo>
                    <a:cubicBezTo>
                      <a:pt x="71" y="27"/>
                      <a:pt x="70" y="27"/>
                      <a:pt x="68" y="26"/>
                    </a:cubicBezTo>
                    <a:cubicBezTo>
                      <a:pt x="67" y="26"/>
                      <a:pt x="66" y="26"/>
                      <a:pt x="65" y="26"/>
                    </a:cubicBezTo>
                    <a:cubicBezTo>
                      <a:pt x="64" y="26"/>
                      <a:pt x="63" y="26"/>
                      <a:pt x="62" y="26"/>
                    </a:cubicBezTo>
                    <a:cubicBezTo>
                      <a:pt x="61" y="26"/>
                      <a:pt x="59" y="26"/>
                      <a:pt x="57" y="26"/>
                    </a:cubicBezTo>
                    <a:cubicBezTo>
                      <a:pt x="50" y="26"/>
                      <a:pt x="44" y="21"/>
                      <a:pt x="44" y="14"/>
                    </a:cubicBezTo>
                    <a:cubicBezTo>
                      <a:pt x="43" y="7"/>
                      <a:pt x="49" y="1"/>
                      <a:pt x="56" y="0"/>
                    </a:cubicBezTo>
                    <a:cubicBezTo>
                      <a:pt x="60" y="0"/>
                      <a:pt x="64" y="0"/>
                      <a:pt x="69" y="1"/>
                    </a:cubicBezTo>
                    <a:cubicBezTo>
                      <a:pt x="73" y="1"/>
                      <a:pt x="77" y="2"/>
                      <a:pt x="81" y="4"/>
                    </a:cubicBezTo>
                    <a:cubicBezTo>
                      <a:pt x="89" y="8"/>
                      <a:pt x="97" y="13"/>
                      <a:pt x="103" y="20"/>
                    </a:cubicBezTo>
                    <a:cubicBezTo>
                      <a:pt x="109" y="26"/>
                      <a:pt x="113" y="32"/>
                      <a:pt x="117" y="40"/>
                    </a:cubicBezTo>
                    <a:cubicBezTo>
                      <a:pt x="121" y="48"/>
                      <a:pt x="123" y="58"/>
                      <a:pt x="123" y="67"/>
                    </a:cubicBezTo>
                    <a:cubicBezTo>
                      <a:pt x="123" y="85"/>
                      <a:pt x="117" y="103"/>
                      <a:pt x="108" y="118"/>
                    </a:cubicBezTo>
                    <a:cubicBezTo>
                      <a:pt x="104" y="126"/>
                      <a:pt x="99" y="132"/>
                      <a:pt x="92" y="138"/>
                    </a:cubicBezTo>
                    <a:cubicBezTo>
                      <a:pt x="89" y="141"/>
                      <a:pt x="86" y="143"/>
                      <a:pt x="82" y="145"/>
                    </a:cubicBezTo>
                    <a:cubicBezTo>
                      <a:pt x="78" y="147"/>
                      <a:pt x="74" y="148"/>
                      <a:pt x="69" y="149"/>
                    </a:cubicBezTo>
                    <a:cubicBezTo>
                      <a:pt x="68" y="149"/>
                      <a:pt x="67" y="149"/>
                      <a:pt x="66" y="149"/>
                    </a:cubicBezTo>
                    <a:cubicBezTo>
                      <a:pt x="59" y="149"/>
                      <a:pt x="53" y="147"/>
                      <a:pt x="47" y="1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9" name="Google Shape;2829;p31"/>
              <p:cNvSpPr/>
              <p:nvPr/>
            </p:nvSpPr>
            <p:spPr>
              <a:xfrm>
                <a:off x="285480" y="2259000"/>
                <a:ext cx="77760" cy="142920"/>
              </a:xfrm>
              <a:custGeom>
                <a:avLst/>
                <a:gdLst/>
                <a:ahLst/>
                <a:cxnLst/>
                <a:rect l="l" t="t" r="r" b="b"/>
                <a:pathLst>
                  <a:path w="216" h="397" extrusionOk="0">
                    <a:moveTo>
                      <a:pt x="50" y="371"/>
                    </a:moveTo>
                    <a:cubicBezTo>
                      <a:pt x="51" y="371"/>
                      <a:pt x="52" y="371"/>
                      <a:pt x="54" y="371"/>
                    </a:cubicBezTo>
                    <a:cubicBezTo>
                      <a:pt x="55" y="370"/>
                      <a:pt x="57" y="370"/>
                      <a:pt x="59" y="370"/>
                    </a:cubicBezTo>
                    <a:lnTo>
                      <a:pt x="61" y="369"/>
                    </a:lnTo>
                    <a:cubicBezTo>
                      <a:pt x="62" y="369"/>
                      <a:pt x="63" y="368"/>
                      <a:pt x="64" y="367"/>
                    </a:cubicBezTo>
                    <a:cubicBezTo>
                      <a:pt x="63" y="367"/>
                      <a:pt x="63" y="368"/>
                      <a:pt x="63" y="368"/>
                    </a:cubicBezTo>
                    <a:cubicBezTo>
                      <a:pt x="63" y="367"/>
                      <a:pt x="65" y="367"/>
                      <a:pt x="66" y="366"/>
                    </a:cubicBezTo>
                    <a:cubicBezTo>
                      <a:pt x="68" y="364"/>
                      <a:pt x="70" y="362"/>
                      <a:pt x="72" y="360"/>
                    </a:cubicBezTo>
                    <a:cubicBezTo>
                      <a:pt x="76" y="357"/>
                      <a:pt x="79" y="353"/>
                      <a:pt x="81" y="349"/>
                    </a:cubicBezTo>
                    <a:lnTo>
                      <a:pt x="81" y="350"/>
                    </a:lnTo>
                    <a:lnTo>
                      <a:pt x="82" y="349"/>
                    </a:lnTo>
                    <a:cubicBezTo>
                      <a:pt x="88" y="341"/>
                      <a:pt x="94" y="332"/>
                      <a:pt x="100" y="323"/>
                    </a:cubicBezTo>
                    <a:cubicBezTo>
                      <a:pt x="99" y="324"/>
                      <a:pt x="99" y="324"/>
                      <a:pt x="98" y="324"/>
                    </a:cubicBezTo>
                    <a:cubicBezTo>
                      <a:pt x="108" y="309"/>
                      <a:pt x="116" y="292"/>
                      <a:pt x="123" y="275"/>
                    </a:cubicBezTo>
                    <a:cubicBezTo>
                      <a:pt x="123" y="276"/>
                      <a:pt x="123" y="276"/>
                      <a:pt x="123" y="276"/>
                    </a:cubicBezTo>
                    <a:lnTo>
                      <a:pt x="123" y="275"/>
                    </a:lnTo>
                    <a:cubicBezTo>
                      <a:pt x="128" y="264"/>
                      <a:pt x="133" y="254"/>
                      <a:pt x="137" y="243"/>
                    </a:cubicBezTo>
                    <a:cubicBezTo>
                      <a:pt x="137" y="242"/>
                      <a:pt x="137" y="240"/>
                      <a:pt x="137" y="239"/>
                    </a:cubicBezTo>
                    <a:cubicBezTo>
                      <a:pt x="137" y="237"/>
                      <a:pt x="137" y="235"/>
                      <a:pt x="137" y="233"/>
                    </a:cubicBezTo>
                    <a:cubicBezTo>
                      <a:pt x="137" y="232"/>
                      <a:pt x="136" y="231"/>
                      <a:pt x="136" y="230"/>
                    </a:cubicBezTo>
                    <a:cubicBezTo>
                      <a:pt x="136" y="229"/>
                      <a:pt x="136" y="228"/>
                      <a:pt x="135" y="228"/>
                    </a:cubicBezTo>
                    <a:cubicBezTo>
                      <a:pt x="135" y="227"/>
                      <a:pt x="135" y="226"/>
                      <a:pt x="134" y="225"/>
                    </a:cubicBezTo>
                    <a:cubicBezTo>
                      <a:pt x="133" y="224"/>
                      <a:pt x="133" y="223"/>
                      <a:pt x="132" y="223"/>
                    </a:cubicBezTo>
                    <a:cubicBezTo>
                      <a:pt x="132" y="222"/>
                      <a:pt x="132" y="222"/>
                      <a:pt x="131" y="221"/>
                    </a:cubicBezTo>
                    <a:cubicBezTo>
                      <a:pt x="130" y="221"/>
                      <a:pt x="130" y="221"/>
                      <a:pt x="130" y="220"/>
                    </a:cubicBezTo>
                    <a:cubicBezTo>
                      <a:pt x="129" y="219"/>
                      <a:pt x="128" y="219"/>
                      <a:pt x="128" y="219"/>
                    </a:cubicBezTo>
                    <a:cubicBezTo>
                      <a:pt x="127" y="218"/>
                      <a:pt x="126" y="218"/>
                      <a:pt x="125" y="217"/>
                    </a:cubicBezTo>
                    <a:cubicBezTo>
                      <a:pt x="124" y="217"/>
                      <a:pt x="123" y="216"/>
                      <a:pt x="123" y="216"/>
                    </a:cubicBezTo>
                    <a:cubicBezTo>
                      <a:pt x="122" y="216"/>
                      <a:pt x="121" y="216"/>
                      <a:pt x="119" y="216"/>
                    </a:cubicBezTo>
                    <a:cubicBezTo>
                      <a:pt x="118" y="216"/>
                      <a:pt x="116" y="216"/>
                      <a:pt x="115" y="215"/>
                    </a:cubicBezTo>
                    <a:cubicBezTo>
                      <a:pt x="114" y="216"/>
                      <a:pt x="112" y="216"/>
                      <a:pt x="111" y="216"/>
                    </a:cubicBezTo>
                    <a:cubicBezTo>
                      <a:pt x="109" y="216"/>
                      <a:pt x="108" y="216"/>
                      <a:pt x="107" y="216"/>
                    </a:cubicBezTo>
                    <a:cubicBezTo>
                      <a:pt x="104" y="218"/>
                      <a:pt x="100" y="219"/>
                      <a:pt x="96" y="221"/>
                    </a:cubicBezTo>
                    <a:cubicBezTo>
                      <a:pt x="93" y="222"/>
                      <a:pt x="90" y="223"/>
                      <a:pt x="87" y="225"/>
                    </a:cubicBezTo>
                    <a:cubicBezTo>
                      <a:pt x="83" y="228"/>
                      <a:pt x="79" y="230"/>
                      <a:pt x="75" y="233"/>
                    </a:cubicBezTo>
                    <a:cubicBezTo>
                      <a:pt x="73" y="235"/>
                      <a:pt x="71" y="237"/>
                      <a:pt x="69" y="239"/>
                    </a:cubicBezTo>
                    <a:cubicBezTo>
                      <a:pt x="66" y="242"/>
                      <a:pt x="63" y="245"/>
                      <a:pt x="60" y="248"/>
                    </a:cubicBezTo>
                    <a:cubicBezTo>
                      <a:pt x="55" y="255"/>
                      <a:pt x="51" y="261"/>
                      <a:pt x="48" y="268"/>
                    </a:cubicBezTo>
                    <a:cubicBezTo>
                      <a:pt x="48" y="267"/>
                      <a:pt x="48" y="267"/>
                      <a:pt x="48" y="267"/>
                    </a:cubicBezTo>
                    <a:cubicBezTo>
                      <a:pt x="44" y="274"/>
                      <a:pt x="40" y="282"/>
                      <a:pt x="36" y="291"/>
                    </a:cubicBezTo>
                    <a:cubicBezTo>
                      <a:pt x="34" y="297"/>
                      <a:pt x="31" y="302"/>
                      <a:pt x="30" y="308"/>
                    </a:cubicBezTo>
                    <a:cubicBezTo>
                      <a:pt x="29" y="313"/>
                      <a:pt x="28" y="317"/>
                      <a:pt x="27" y="321"/>
                    </a:cubicBezTo>
                    <a:cubicBezTo>
                      <a:pt x="27" y="325"/>
                      <a:pt x="27" y="328"/>
                      <a:pt x="27" y="332"/>
                    </a:cubicBezTo>
                    <a:cubicBezTo>
                      <a:pt x="27" y="335"/>
                      <a:pt x="27" y="337"/>
                      <a:pt x="27" y="339"/>
                    </a:cubicBezTo>
                    <a:cubicBezTo>
                      <a:pt x="27" y="342"/>
                      <a:pt x="28" y="343"/>
                      <a:pt x="28" y="346"/>
                    </a:cubicBezTo>
                    <a:cubicBezTo>
                      <a:pt x="29" y="348"/>
                      <a:pt x="30" y="349"/>
                      <a:pt x="30" y="350"/>
                    </a:cubicBezTo>
                    <a:cubicBezTo>
                      <a:pt x="31" y="352"/>
                      <a:pt x="31" y="354"/>
                      <a:pt x="33" y="355"/>
                    </a:cubicBezTo>
                    <a:cubicBezTo>
                      <a:pt x="34" y="357"/>
                      <a:pt x="35" y="360"/>
                      <a:pt x="37" y="362"/>
                    </a:cubicBezTo>
                    <a:cubicBezTo>
                      <a:pt x="39" y="364"/>
                      <a:pt x="41" y="367"/>
                      <a:pt x="43" y="369"/>
                    </a:cubicBezTo>
                    <a:lnTo>
                      <a:pt x="44" y="370"/>
                    </a:lnTo>
                    <a:cubicBezTo>
                      <a:pt x="45" y="370"/>
                      <a:pt x="45" y="370"/>
                      <a:pt x="46" y="370"/>
                    </a:cubicBezTo>
                    <a:cubicBezTo>
                      <a:pt x="47" y="370"/>
                      <a:pt x="47" y="371"/>
                      <a:pt x="48" y="371"/>
                    </a:cubicBezTo>
                    <a:cubicBezTo>
                      <a:pt x="49" y="371"/>
                      <a:pt x="49" y="371"/>
                      <a:pt x="50" y="371"/>
                    </a:cubicBezTo>
                    <a:moveTo>
                      <a:pt x="42" y="396"/>
                    </a:moveTo>
                    <a:cubicBezTo>
                      <a:pt x="38" y="395"/>
                      <a:pt x="35" y="394"/>
                      <a:pt x="31" y="392"/>
                    </a:cubicBezTo>
                    <a:cubicBezTo>
                      <a:pt x="28" y="390"/>
                      <a:pt x="26" y="388"/>
                      <a:pt x="23" y="385"/>
                    </a:cubicBezTo>
                    <a:cubicBezTo>
                      <a:pt x="17" y="379"/>
                      <a:pt x="12" y="371"/>
                      <a:pt x="8" y="363"/>
                    </a:cubicBezTo>
                    <a:cubicBezTo>
                      <a:pt x="0" y="347"/>
                      <a:pt x="1" y="328"/>
                      <a:pt x="4" y="310"/>
                    </a:cubicBezTo>
                    <a:cubicBezTo>
                      <a:pt x="7" y="296"/>
                      <a:pt x="13" y="283"/>
                      <a:pt x="19" y="269"/>
                    </a:cubicBezTo>
                    <a:cubicBezTo>
                      <a:pt x="24" y="257"/>
                      <a:pt x="32" y="245"/>
                      <a:pt x="40" y="234"/>
                    </a:cubicBezTo>
                    <a:cubicBezTo>
                      <a:pt x="44" y="229"/>
                      <a:pt x="48" y="225"/>
                      <a:pt x="52" y="221"/>
                    </a:cubicBezTo>
                    <a:cubicBezTo>
                      <a:pt x="57" y="215"/>
                      <a:pt x="63" y="211"/>
                      <a:pt x="69" y="207"/>
                    </a:cubicBezTo>
                    <a:cubicBezTo>
                      <a:pt x="80" y="200"/>
                      <a:pt x="93" y="194"/>
                      <a:pt x="105" y="191"/>
                    </a:cubicBezTo>
                    <a:cubicBezTo>
                      <a:pt x="117" y="188"/>
                      <a:pt x="130" y="190"/>
                      <a:pt x="141" y="197"/>
                    </a:cubicBezTo>
                    <a:cubicBezTo>
                      <a:pt x="145" y="199"/>
                      <a:pt x="149" y="202"/>
                      <a:pt x="151" y="205"/>
                    </a:cubicBezTo>
                    <a:cubicBezTo>
                      <a:pt x="153" y="201"/>
                      <a:pt x="155" y="197"/>
                      <a:pt x="156" y="193"/>
                    </a:cubicBezTo>
                    <a:cubicBezTo>
                      <a:pt x="159" y="184"/>
                      <a:pt x="162" y="176"/>
                      <a:pt x="164" y="168"/>
                    </a:cubicBezTo>
                    <a:cubicBezTo>
                      <a:pt x="167" y="159"/>
                      <a:pt x="169" y="151"/>
                      <a:pt x="172" y="141"/>
                    </a:cubicBezTo>
                    <a:cubicBezTo>
                      <a:pt x="172" y="142"/>
                      <a:pt x="172" y="142"/>
                      <a:pt x="172" y="143"/>
                    </a:cubicBezTo>
                    <a:cubicBezTo>
                      <a:pt x="172" y="141"/>
                      <a:pt x="173" y="139"/>
                      <a:pt x="174" y="137"/>
                    </a:cubicBezTo>
                    <a:cubicBezTo>
                      <a:pt x="174" y="132"/>
                      <a:pt x="174" y="127"/>
                      <a:pt x="174" y="122"/>
                    </a:cubicBezTo>
                    <a:lnTo>
                      <a:pt x="174" y="123"/>
                    </a:lnTo>
                    <a:cubicBezTo>
                      <a:pt x="174" y="121"/>
                      <a:pt x="174" y="120"/>
                      <a:pt x="174" y="119"/>
                    </a:cubicBezTo>
                    <a:cubicBezTo>
                      <a:pt x="174" y="120"/>
                      <a:pt x="174" y="120"/>
                      <a:pt x="174" y="121"/>
                    </a:cubicBezTo>
                    <a:cubicBezTo>
                      <a:pt x="174" y="118"/>
                      <a:pt x="174" y="116"/>
                      <a:pt x="174" y="113"/>
                    </a:cubicBezTo>
                    <a:cubicBezTo>
                      <a:pt x="173" y="110"/>
                      <a:pt x="173" y="106"/>
                      <a:pt x="173" y="103"/>
                    </a:cubicBezTo>
                    <a:cubicBezTo>
                      <a:pt x="173" y="104"/>
                      <a:pt x="173" y="105"/>
                      <a:pt x="173" y="105"/>
                    </a:cubicBezTo>
                    <a:cubicBezTo>
                      <a:pt x="173" y="104"/>
                      <a:pt x="173" y="103"/>
                      <a:pt x="173" y="102"/>
                    </a:cubicBezTo>
                    <a:cubicBezTo>
                      <a:pt x="173" y="101"/>
                      <a:pt x="173" y="99"/>
                      <a:pt x="173" y="98"/>
                    </a:cubicBezTo>
                    <a:cubicBezTo>
                      <a:pt x="173" y="98"/>
                      <a:pt x="173" y="97"/>
                      <a:pt x="173" y="96"/>
                    </a:cubicBezTo>
                    <a:lnTo>
                      <a:pt x="173" y="95"/>
                    </a:lnTo>
                    <a:lnTo>
                      <a:pt x="173" y="96"/>
                    </a:lnTo>
                    <a:cubicBezTo>
                      <a:pt x="173" y="95"/>
                      <a:pt x="173" y="95"/>
                      <a:pt x="173" y="94"/>
                    </a:cubicBezTo>
                    <a:lnTo>
                      <a:pt x="173" y="95"/>
                    </a:lnTo>
                    <a:cubicBezTo>
                      <a:pt x="173" y="89"/>
                      <a:pt x="174" y="82"/>
                      <a:pt x="174" y="76"/>
                    </a:cubicBezTo>
                    <a:cubicBezTo>
                      <a:pt x="174" y="70"/>
                      <a:pt x="175" y="64"/>
                      <a:pt x="175" y="59"/>
                    </a:cubicBezTo>
                    <a:cubicBezTo>
                      <a:pt x="175" y="56"/>
                      <a:pt x="176" y="53"/>
                      <a:pt x="176" y="50"/>
                    </a:cubicBezTo>
                    <a:cubicBezTo>
                      <a:pt x="176" y="48"/>
                      <a:pt x="177" y="45"/>
                      <a:pt x="178" y="42"/>
                    </a:cubicBezTo>
                    <a:cubicBezTo>
                      <a:pt x="178" y="38"/>
                      <a:pt x="179" y="35"/>
                      <a:pt x="180" y="31"/>
                    </a:cubicBezTo>
                    <a:cubicBezTo>
                      <a:pt x="181" y="25"/>
                      <a:pt x="183" y="20"/>
                      <a:pt x="185" y="15"/>
                    </a:cubicBezTo>
                    <a:cubicBezTo>
                      <a:pt x="186" y="10"/>
                      <a:pt x="188" y="6"/>
                      <a:pt x="192" y="3"/>
                    </a:cubicBezTo>
                    <a:cubicBezTo>
                      <a:pt x="196" y="0"/>
                      <a:pt x="203" y="0"/>
                      <a:pt x="208" y="3"/>
                    </a:cubicBezTo>
                    <a:cubicBezTo>
                      <a:pt x="213" y="6"/>
                      <a:pt x="214" y="12"/>
                      <a:pt x="215" y="17"/>
                    </a:cubicBezTo>
                    <a:cubicBezTo>
                      <a:pt x="215" y="20"/>
                      <a:pt x="215" y="24"/>
                      <a:pt x="214" y="27"/>
                    </a:cubicBezTo>
                    <a:cubicBezTo>
                      <a:pt x="214" y="29"/>
                      <a:pt x="214" y="31"/>
                      <a:pt x="214" y="33"/>
                    </a:cubicBezTo>
                    <a:cubicBezTo>
                      <a:pt x="213" y="45"/>
                      <a:pt x="213" y="56"/>
                      <a:pt x="211" y="67"/>
                    </a:cubicBezTo>
                    <a:cubicBezTo>
                      <a:pt x="210" y="80"/>
                      <a:pt x="208" y="94"/>
                      <a:pt x="205" y="106"/>
                    </a:cubicBezTo>
                    <a:cubicBezTo>
                      <a:pt x="203" y="116"/>
                      <a:pt x="200" y="126"/>
                      <a:pt x="197" y="135"/>
                    </a:cubicBezTo>
                    <a:cubicBezTo>
                      <a:pt x="198" y="159"/>
                      <a:pt x="198" y="182"/>
                      <a:pt x="197" y="205"/>
                    </a:cubicBezTo>
                    <a:cubicBezTo>
                      <a:pt x="197" y="232"/>
                      <a:pt x="196" y="258"/>
                      <a:pt x="194" y="285"/>
                    </a:cubicBezTo>
                    <a:cubicBezTo>
                      <a:pt x="192" y="309"/>
                      <a:pt x="189" y="333"/>
                      <a:pt x="186" y="357"/>
                    </a:cubicBezTo>
                    <a:cubicBezTo>
                      <a:pt x="187" y="358"/>
                      <a:pt x="188" y="359"/>
                      <a:pt x="188" y="361"/>
                    </a:cubicBezTo>
                    <a:cubicBezTo>
                      <a:pt x="189" y="368"/>
                      <a:pt x="185" y="376"/>
                      <a:pt x="178" y="377"/>
                    </a:cubicBezTo>
                    <a:cubicBezTo>
                      <a:pt x="172" y="377"/>
                      <a:pt x="167" y="377"/>
                      <a:pt x="163" y="373"/>
                    </a:cubicBezTo>
                    <a:cubicBezTo>
                      <a:pt x="159" y="369"/>
                      <a:pt x="158" y="363"/>
                      <a:pt x="158" y="358"/>
                    </a:cubicBezTo>
                    <a:cubicBezTo>
                      <a:pt x="160" y="352"/>
                      <a:pt x="161" y="345"/>
                      <a:pt x="162" y="339"/>
                    </a:cubicBezTo>
                    <a:cubicBezTo>
                      <a:pt x="164" y="328"/>
                      <a:pt x="165" y="317"/>
                      <a:pt x="167" y="307"/>
                    </a:cubicBezTo>
                    <a:cubicBezTo>
                      <a:pt x="167" y="307"/>
                      <a:pt x="167" y="308"/>
                      <a:pt x="167" y="309"/>
                    </a:cubicBezTo>
                    <a:cubicBezTo>
                      <a:pt x="169" y="283"/>
                      <a:pt x="172" y="258"/>
                      <a:pt x="173" y="233"/>
                    </a:cubicBezTo>
                    <a:cubicBezTo>
                      <a:pt x="173" y="231"/>
                      <a:pt x="173" y="229"/>
                      <a:pt x="173" y="228"/>
                    </a:cubicBezTo>
                    <a:cubicBezTo>
                      <a:pt x="172" y="230"/>
                      <a:pt x="171" y="233"/>
                      <a:pt x="169" y="235"/>
                    </a:cubicBezTo>
                    <a:cubicBezTo>
                      <a:pt x="169" y="235"/>
                      <a:pt x="170" y="235"/>
                      <a:pt x="170" y="234"/>
                    </a:cubicBezTo>
                    <a:cubicBezTo>
                      <a:pt x="167" y="243"/>
                      <a:pt x="164" y="251"/>
                      <a:pt x="161" y="260"/>
                    </a:cubicBezTo>
                    <a:cubicBezTo>
                      <a:pt x="161" y="261"/>
                      <a:pt x="160" y="262"/>
                      <a:pt x="160" y="263"/>
                    </a:cubicBezTo>
                    <a:cubicBezTo>
                      <a:pt x="158" y="271"/>
                      <a:pt x="157" y="279"/>
                      <a:pt x="154" y="287"/>
                    </a:cubicBezTo>
                    <a:cubicBezTo>
                      <a:pt x="153" y="292"/>
                      <a:pt x="147" y="296"/>
                      <a:pt x="141" y="296"/>
                    </a:cubicBezTo>
                    <a:cubicBezTo>
                      <a:pt x="135" y="309"/>
                      <a:pt x="128" y="322"/>
                      <a:pt x="121" y="335"/>
                    </a:cubicBezTo>
                    <a:cubicBezTo>
                      <a:pt x="112" y="352"/>
                      <a:pt x="101" y="367"/>
                      <a:pt x="88" y="380"/>
                    </a:cubicBezTo>
                    <a:cubicBezTo>
                      <a:pt x="82" y="385"/>
                      <a:pt x="76" y="390"/>
                      <a:pt x="68" y="394"/>
                    </a:cubicBezTo>
                    <a:cubicBezTo>
                      <a:pt x="63" y="395"/>
                      <a:pt x="57" y="396"/>
                      <a:pt x="51" y="396"/>
                    </a:cubicBezTo>
                    <a:cubicBezTo>
                      <a:pt x="48" y="396"/>
                      <a:pt x="45" y="396"/>
                      <a:pt x="42" y="3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0" name="Google Shape;2830;p31"/>
              <p:cNvSpPr/>
              <p:nvPr/>
            </p:nvSpPr>
            <p:spPr>
              <a:xfrm>
                <a:off x="376200" y="2321640"/>
                <a:ext cx="41400" cy="8136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226" extrusionOk="0">
                    <a:moveTo>
                      <a:pt x="91" y="221"/>
                    </a:moveTo>
                    <a:cubicBezTo>
                      <a:pt x="72" y="199"/>
                      <a:pt x="56" y="174"/>
                      <a:pt x="40" y="150"/>
                    </a:cubicBezTo>
                    <a:cubicBezTo>
                      <a:pt x="36" y="144"/>
                      <a:pt x="33" y="137"/>
                      <a:pt x="29" y="131"/>
                    </a:cubicBezTo>
                    <a:cubicBezTo>
                      <a:pt x="25" y="125"/>
                      <a:pt x="22" y="118"/>
                      <a:pt x="19" y="111"/>
                    </a:cubicBezTo>
                    <a:cubicBezTo>
                      <a:pt x="15" y="101"/>
                      <a:pt x="12" y="93"/>
                      <a:pt x="9" y="83"/>
                    </a:cubicBezTo>
                    <a:cubicBezTo>
                      <a:pt x="4" y="66"/>
                      <a:pt x="0" y="48"/>
                      <a:pt x="4" y="30"/>
                    </a:cubicBezTo>
                    <a:cubicBezTo>
                      <a:pt x="6" y="16"/>
                      <a:pt x="17" y="0"/>
                      <a:pt x="33" y="2"/>
                    </a:cubicBezTo>
                    <a:cubicBezTo>
                      <a:pt x="40" y="3"/>
                      <a:pt x="45" y="11"/>
                      <a:pt x="43" y="18"/>
                    </a:cubicBezTo>
                    <a:cubicBezTo>
                      <a:pt x="43" y="24"/>
                      <a:pt x="38" y="28"/>
                      <a:pt x="32" y="29"/>
                    </a:cubicBezTo>
                    <a:cubicBezTo>
                      <a:pt x="31" y="29"/>
                      <a:pt x="31" y="29"/>
                      <a:pt x="31" y="30"/>
                    </a:cubicBezTo>
                    <a:lnTo>
                      <a:pt x="31" y="31"/>
                    </a:lnTo>
                    <a:cubicBezTo>
                      <a:pt x="30" y="32"/>
                      <a:pt x="30" y="33"/>
                      <a:pt x="29" y="34"/>
                    </a:cubicBezTo>
                    <a:cubicBezTo>
                      <a:pt x="29" y="35"/>
                      <a:pt x="29" y="37"/>
                      <a:pt x="29" y="38"/>
                    </a:cubicBezTo>
                    <a:cubicBezTo>
                      <a:pt x="28" y="40"/>
                      <a:pt x="28" y="42"/>
                      <a:pt x="28" y="45"/>
                    </a:cubicBezTo>
                    <a:cubicBezTo>
                      <a:pt x="28" y="49"/>
                      <a:pt x="29" y="52"/>
                      <a:pt x="29" y="56"/>
                    </a:cubicBezTo>
                    <a:cubicBezTo>
                      <a:pt x="30" y="62"/>
                      <a:pt x="31" y="67"/>
                      <a:pt x="32" y="72"/>
                    </a:cubicBezTo>
                    <a:cubicBezTo>
                      <a:pt x="35" y="81"/>
                      <a:pt x="38" y="91"/>
                      <a:pt x="42" y="100"/>
                    </a:cubicBezTo>
                    <a:cubicBezTo>
                      <a:pt x="45" y="108"/>
                      <a:pt x="49" y="116"/>
                      <a:pt x="54" y="123"/>
                    </a:cubicBezTo>
                    <a:cubicBezTo>
                      <a:pt x="56" y="128"/>
                      <a:pt x="58" y="132"/>
                      <a:pt x="61" y="136"/>
                    </a:cubicBezTo>
                    <a:cubicBezTo>
                      <a:pt x="67" y="145"/>
                      <a:pt x="73" y="155"/>
                      <a:pt x="79" y="164"/>
                    </a:cubicBezTo>
                    <a:cubicBezTo>
                      <a:pt x="86" y="174"/>
                      <a:pt x="93" y="183"/>
                      <a:pt x="100" y="192"/>
                    </a:cubicBezTo>
                    <a:cubicBezTo>
                      <a:pt x="103" y="196"/>
                      <a:pt x="106" y="200"/>
                      <a:pt x="110" y="204"/>
                    </a:cubicBezTo>
                    <a:cubicBezTo>
                      <a:pt x="114" y="210"/>
                      <a:pt x="114" y="218"/>
                      <a:pt x="109" y="222"/>
                    </a:cubicBezTo>
                    <a:cubicBezTo>
                      <a:pt x="106" y="225"/>
                      <a:pt x="103" y="225"/>
                      <a:pt x="100" y="225"/>
                    </a:cubicBezTo>
                    <a:cubicBezTo>
                      <a:pt x="96" y="225"/>
                      <a:pt x="93" y="224"/>
                      <a:pt x="91" y="2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1" name="Google Shape;2831;p31"/>
              <p:cNvSpPr/>
              <p:nvPr/>
            </p:nvSpPr>
            <p:spPr>
              <a:xfrm>
                <a:off x="377640" y="2327760"/>
                <a:ext cx="55080" cy="8280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230" extrusionOk="0">
                    <a:moveTo>
                      <a:pt x="10" y="228"/>
                    </a:moveTo>
                    <a:cubicBezTo>
                      <a:pt x="4" y="226"/>
                      <a:pt x="0" y="218"/>
                      <a:pt x="3" y="212"/>
                    </a:cubicBezTo>
                    <a:cubicBezTo>
                      <a:pt x="7" y="197"/>
                      <a:pt x="13" y="183"/>
                      <a:pt x="19" y="169"/>
                    </a:cubicBezTo>
                    <a:cubicBezTo>
                      <a:pt x="25" y="156"/>
                      <a:pt x="31" y="144"/>
                      <a:pt x="37" y="132"/>
                    </a:cubicBezTo>
                    <a:cubicBezTo>
                      <a:pt x="43" y="119"/>
                      <a:pt x="50" y="106"/>
                      <a:pt x="57" y="93"/>
                    </a:cubicBezTo>
                    <a:cubicBezTo>
                      <a:pt x="63" y="81"/>
                      <a:pt x="70" y="68"/>
                      <a:pt x="77" y="56"/>
                    </a:cubicBezTo>
                    <a:cubicBezTo>
                      <a:pt x="84" y="42"/>
                      <a:pt x="92" y="29"/>
                      <a:pt x="103" y="18"/>
                    </a:cubicBezTo>
                    <a:cubicBezTo>
                      <a:pt x="108" y="13"/>
                      <a:pt x="113" y="7"/>
                      <a:pt x="119" y="4"/>
                    </a:cubicBezTo>
                    <a:cubicBezTo>
                      <a:pt x="123" y="3"/>
                      <a:pt x="126" y="1"/>
                      <a:pt x="129" y="1"/>
                    </a:cubicBezTo>
                    <a:cubicBezTo>
                      <a:pt x="133" y="0"/>
                      <a:pt x="136" y="0"/>
                      <a:pt x="140" y="0"/>
                    </a:cubicBezTo>
                    <a:cubicBezTo>
                      <a:pt x="147" y="0"/>
                      <a:pt x="152" y="7"/>
                      <a:pt x="152" y="14"/>
                    </a:cubicBezTo>
                    <a:cubicBezTo>
                      <a:pt x="152" y="21"/>
                      <a:pt x="145" y="27"/>
                      <a:pt x="138" y="26"/>
                    </a:cubicBezTo>
                    <a:cubicBezTo>
                      <a:pt x="137" y="26"/>
                      <a:pt x="136" y="26"/>
                      <a:pt x="135" y="26"/>
                    </a:cubicBezTo>
                    <a:cubicBezTo>
                      <a:pt x="135" y="26"/>
                      <a:pt x="136" y="26"/>
                      <a:pt x="137" y="26"/>
                    </a:cubicBezTo>
                    <a:cubicBezTo>
                      <a:pt x="135" y="26"/>
                      <a:pt x="135" y="26"/>
                      <a:pt x="134" y="26"/>
                    </a:cubicBezTo>
                    <a:lnTo>
                      <a:pt x="133" y="27"/>
                    </a:lnTo>
                    <a:lnTo>
                      <a:pt x="132" y="27"/>
                    </a:lnTo>
                    <a:cubicBezTo>
                      <a:pt x="131" y="28"/>
                      <a:pt x="131" y="28"/>
                      <a:pt x="130" y="28"/>
                    </a:cubicBezTo>
                    <a:cubicBezTo>
                      <a:pt x="130" y="28"/>
                      <a:pt x="129" y="29"/>
                      <a:pt x="128" y="29"/>
                    </a:cubicBezTo>
                    <a:cubicBezTo>
                      <a:pt x="127" y="31"/>
                      <a:pt x="125" y="32"/>
                      <a:pt x="123" y="34"/>
                    </a:cubicBezTo>
                    <a:cubicBezTo>
                      <a:pt x="120" y="37"/>
                      <a:pt x="117" y="40"/>
                      <a:pt x="115" y="44"/>
                    </a:cubicBezTo>
                    <a:cubicBezTo>
                      <a:pt x="109" y="51"/>
                      <a:pt x="104" y="59"/>
                      <a:pt x="99" y="67"/>
                    </a:cubicBezTo>
                    <a:cubicBezTo>
                      <a:pt x="88" y="87"/>
                      <a:pt x="77" y="107"/>
                      <a:pt x="67" y="128"/>
                    </a:cubicBezTo>
                    <a:cubicBezTo>
                      <a:pt x="61" y="139"/>
                      <a:pt x="55" y="151"/>
                      <a:pt x="49" y="163"/>
                    </a:cubicBezTo>
                    <a:cubicBezTo>
                      <a:pt x="45" y="172"/>
                      <a:pt x="41" y="182"/>
                      <a:pt x="36" y="192"/>
                    </a:cubicBezTo>
                    <a:cubicBezTo>
                      <a:pt x="33" y="201"/>
                      <a:pt x="29" y="211"/>
                      <a:pt x="27" y="220"/>
                    </a:cubicBezTo>
                    <a:cubicBezTo>
                      <a:pt x="25" y="225"/>
                      <a:pt x="20" y="229"/>
                      <a:pt x="14" y="229"/>
                    </a:cubicBezTo>
                    <a:cubicBezTo>
                      <a:pt x="13" y="229"/>
                      <a:pt x="11" y="229"/>
                      <a:pt x="10" y="2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2" name="Google Shape;2832;p31"/>
              <p:cNvSpPr/>
              <p:nvPr/>
            </p:nvSpPr>
            <p:spPr>
              <a:xfrm>
                <a:off x="528480" y="2267280"/>
                <a:ext cx="47520" cy="18936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526" extrusionOk="0">
                    <a:moveTo>
                      <a:pt x="30" y="525"/>
                    </a:moveTo>
                    <a:cubicBezTo>
                      <a:pt x="26" y="525"/>
                      <a:pt x="22" y="524"/>
                      <a:pt x="18" y="522"/>
                    </a:cubicBezTo>
                    <a:cubicBezTo>
                      <a:pt x="14" y="521"/>
                      <a:pt x="11" y="518"/>
                      <a:pt x="8" y="515"/>
                    </a:cubicBezTo>
                    <a:cubicBezTo>
                      <a:pt x="2" y="511"/>
                      <a:pt x="1" y="502"/>
                      <a:pt x="7" y="497"/>
                    </a:cubicBezTo>
                    <a:cubicBezTo>
                      <a:pt x="11" y="492"/>
                      <a:pt x="20" y="491"/>
                      <a:pt x="25" y="496"/>
                    </a:cubicBezTo>
                    <a:cubicBezTo>
                      <a:pt x="26" y="496"/>
                      <a:pt x="27" y="497"/>
                      <a:pt x="28" y="497"/>
                    </a:cubicBezTo>
                    <a:lnTo>
                      <a:pt x="28" y="498"/>
                    </a:lnTo>
                    <a:lnTo>
                      <a:pt x="29" y="498"/>
                    </a:lnTo>
                    <a:lnTo>
                      <a:pt x="28" y="498"/>
                    </a:lnTo>
                    <a:cubicBezTo>
                      <a:pt x="29" y="498"/>
                      <a:pt x="29" y="498"/>
                      <a:pt x="29" y="498"/>
                    </a:cubicBezTo>
                    <a:cubicBezTo>
                      <a:pt x="30" y="499"/>
                      <a:pt x="32" y="499"/>
                      <a:pt x="33" y="499"/>
                    </a:cubicBezTo>
                    <a:cubicBezTo>
                      <a:pt x="32" y="499"/>
                      <a:pt x="32" y="499"/>
                      <a:pt x="32" y="499"/>
                    </a:cubicBezTo>
                    <a:lnTo>
                      <a:pt x="33" y="499"/>
                    </a:lnTo>
                    <a:lnTo>
                      <a:pt x="34" y="499"/>
                    </a:lnTo>
                    <a:lnTo>
                      <a:pt x="33" y="499"/>
                    </a:lnTo>
                    <a:cubicBezTo>
                      <a:pt x="37" y="498"/>
                      <a:pt x="41" y="498"/>
                      <a:pt x="45" y="497"/>
                    </a:cubicBezTo>
                    <a:cubicBezTo>
                      <a:pt x="50" y="496"/>
                      <a:pt x="56" y="495"/>
                      <a:pt x="60" y="494"/>
                    </a:cubicBezTo>
                    <a:cubicBezTo>
                      <a:pt x="64" y="493"/>
                      <a:pt x="68" y="492"/>
                      <a:pt x="71" y="490"/>
                    </a:cubicBezTo>
                    <a:cubicBezTo>
                      <a:pt x="75" y="489"/>
                      <a:pt x="78" y="487"/>
                      <a:pt x="82" y="485"/>
                    </a:cubicBezTo>
                    <a:cubicBezTo>
                      <a:pt x="84" y="483"/>
                      <a:pt x="87" y="482"/>
                      <a:pt x="89" y="480"/>
                    </a:cubicBezTo>
                    <a:cubicBezTo>
                      <a:pt x="91" y="478"/>
                      <a:pt x="93" y="477"/>
                      <a:pt x="95" y="475"/>
                    </a:cubicBezTo>
                    <a:cubicBezTo>
                      <a:pt x="96" y="474"/>
                      <a:pt x="97" y="472"/>
                      <a:pt x="99" y="471"/>
                    </a:cubicBezTo>
                    <a:cubicBezTo>
                      <a:pt x="100" y="469"/>
                      <a:pt x="101" y="468"/>
                      <a:pt x="102" y="466"/>
                    </a:cubicBezTo>
                    <a:cubicBezTo>
                      <a:pt x="102" y="465"/>
                      <a:pt x="103" y="465"/>
                      <a:pt x="103" y="464"/>
                    </a:cubicBezTo>
                    <a:cubicBezTo>
                      <a:pt x="104" y="462"/>
                      <a:pt x="104" y="461"/>
                      <a:pt x="104" y="460"/>
                    </a:cubicBezTo>
                    <a:cubicBezTo>
                      <a:pt x="104" y="459"/>
                      <a:pt x="105" y="458"/>
                      <a:pt x="105" y="458"/>
                    </a:cubicBezTo>
                    <a:cubicBezTo>
                      <a:pt x="105" y="456"/>
                      <a:pt x="105" y="454"/>
                      <a:pt x="105" y="453"/>
                    </a:cubicBezTo>
                    <a:cubicBezTo>
                      <a:pt x="105" y="452"/>
                      <a:pt x="105" y="451"/>
                      <a:pt x="105" y="450"/>
                    </a:cubicBezTo>
                    <a:cubicBezTo>
                      <a:pt x="104" y="446"/>
                      <a:pt x="104" y="443"/>
                      <a:pt x="103" y="440"/>
                    </a:cubicBezTo>
                    <a:cubicBezTo>
                      <a:pt x="102" y="435"/>
                      <a:pt x="100" y="430"/>
                      <a:pt x="98" y="425"/>
                    </a:cubicBezTo>
                    <a:cubicBezTo>
                      <a:pt x="95" y="419"/>
                      <a:pt x="92" y="413"/>
                      <a:pt x="89" y="407"/>
                    </a:cubicBezTo>
                    <a:cubicBezTo>
                      <a:pt x="89" y="408"/>
                      <a:pt x="89" y="408"/>
                      <a:pt x="89" y="408"/>
                    </a:cubicBezTo>
                    <a:cubicBezTo>
                      <a:pt x="87" y="404"/>
                      <a:pt x="84" y="399"/>
                      <a:pt x="81" y="394"/>
                    </a:cubicBezTo>
                    <a:cubicBezTo>
                      <a:pt x="75" y="383"/>
                      <a:pt x="68" y="372"/>
                      <a:pt x="61" y="361"/>
                    </a:cubicBezTo>
                    <a:cubicBezTo>
                      <a:pt x="53" y="348"/>
                      <a:pt x="46" y="335"/>
                      <a:pt x="39" y="323"/>
                    </a:cubicBezTo>
                    <a:cubicBezTo>
                      <a:pt x="35" y="314"/>
                      <a:pt x="31" y="306"/>
                      <a:pt x="27" y="298"/>
                    </a:cubicBezTo>
                    <a:cubicBezTo>
                      <a:pt x="23" y="289"/>
                      <a:pt x="20" y="280"/>
                      <a:pt x="17" y="271"/>
                    </a:cubicBezTo>
                    <a:cubicBezTo>
                      <a:pt x="10" y="252"/>
                      <a:pt x="5" y="233"/>
                      <a:pt x="3" y="213"/>
                    </a:cubicBezTo>
                    <a:cubicBezTo>
                      <a:pt x="0" y="194"/>
                      <a:pt x="1" y="174"/>
                      <a:pt x="3" y="155"/>
                    </a:cubicBezTo>
                    <a:cubicBezTo>
                      <a:pt x="5" y="135"/>
                      <a:pt x="11" y="116"/>
                      <a:pt x="17" y="97"/>
                    </a:cubicBezTo>
                    <a:cubicBezTo>
                      <a:pt x="21" y="82"/>
                      <a:pt x="27" y="67"/>
                      <a:pt x="34" y="52"/>
                    </a:cubicBezTo>
                    <a:cubicBezTo>
                      <a:pt x="37" y="46"/>
                      <a:pt x="41" y="40"/>
                      <a:pt x="44" y="34"/>
                    </a:cubicBezTo>
                    <a:cubicBezTo>
                      <a:pt x="49" y="27"/>
                      <a:pt x="53" y="21"/>
                      <a:pt x="58" y="16"/>
                    </a:cubicBezTo>
                    <a:cubicBezTo>
                      <a:pt x="63" y="11"/>
                      <a:pt x="68" y="7"/>
                      <a:pt x="75" y="4"/>
                    </a:cubicBezTo>
                    <a:cubicBezTo>
                      <a:pt x="81" y="0"/>
                      <a:pt x="89" y="0"/>
                      <a:pt x="96" y="0"/>
                    </a:cubicBezTo>
                    <a:cubicBezTo>
                      <a:pt x="110" y="2"/>
                      <a:pt x="120" y="13"/>
                      <a:pt x="125" y="26"/>
                    </a:cubicBezTo>
                    <a:cubicBezTo>
                      <a:pt x="131" y="38"/>
                      <a:pt x="131" y="52"/>
                      <a:pt x="128" y="65"/>
                    </a:cubicBezTo>
                    <a:cubicBezTo>
                      <a:pt x="127" y="72"/>
                      <a:pt x="124" y="78"/>
                      <a:pt x="121" y="84"/>
                    </a:cubicBezTo>
                    <a:cubicBezTo>
                      <a:pt x="118" y="90"/>
                      <a:pt x="114" y="94"/>
                      <a:pt x="107" y="94"/>
                    </a:cubicBezTo>
                    <a:cubicBezTo>
                      <a:pt x="102" y="94"/>
                      <a:pt x="97" y="92"/>
                      <a:pt x="95" y="87"/>
                    </a:cubicBezTo>
                    <a:cubicBezTo>
                      <a:pt x="92" y="84"/>
                      <a:pt x="92" y="79"/>
                      <a:pt x="92" y="74"/>
                    </a:cubicBezTo>
                    <a:cubicBezTo>
                      <a:pt x="91" y="69"/>
                      <a:pt x="91" y="62"/>
                      <a:pt x="92" y="56"/>
                    </a:cubicBezTo>
                    <a:cubicBezTo>
                      <a:pt x="92" y="49"/>
                      <a:pt x="97" y="44"/>
                      <a:pt x="104" y="44"/>
                    </a:cubicBezTo>
                    <a:lnTo>
                      <a:pt x="104" y="43"/>
                    </a:lnTo>
                    <a:cubicBezTo>
                      <a:pt x="104" y="41"/>
                      <a:pt x="103" y="40"/>
                      <a:pt x="103" y="39"/>
                    </a:cubicBezTo>
                    <a:cubicBezTo>
                      <a:pt x="103" y="38"/>
                      <a:pt x="103" y="37"/>
                      <a:pt x="102" y="37"/>
                    </a:cubicBezTo>
                    <a:cubicBezTo>
                      <a:pt x="102" y="35"/>
                      <a:pt x="101" y="34"/>
                      <a:pt x="100" y="34"/>
                    </a:cubicBezTo>
                    <a:cubicBezTo>
                      <a:pt x="100" y="32"/>
                      <a:pt x="100" y="32"/>
                      <a:pt x="99" y="31"/>
                    </a:cubicBezTo>
                    <a:lnTo>
                      <a:pt x="100" y="32"/>
                    </a:lnTo>
                    <a:cubicBezTo>
                      <a:pt x="99" y="31"/>
                      <a:pt x="98" y="30"/>
                      <a:pt x="97" y="28"/>
                    </a:cubicBezTo>
                    <a:lnTo>
                      <a:pt x="96" y="28"/>
                    </a:lnTo>
                    <a:lnTo>
                      <a:pt x="95" y="27"/>
                    </a:lnTo>
                    <a:lnTo>
                      <a:pt x="96" y="28"/>
                    </a:lnTo>
                    <a:cubicBezTo>
                      <a:pt x="95" y="27"/>
                      <a:pt x="95" y="27"/>
                      <a:pt x="93" y="27"/>
                    </a:cubicBezTo>
                    <a:lnTo>
                      <a:pt x="93" y="26"/>
                    </a:lnTo>
                    <a:cubicBezTo>
                      <a:pt x="93" y="26"/>
                      <a:pt x="94" y="27"/>
                      <a:pt x="95" y="27"/>
                    </a:cubicBezTo>
                    <a:cubicBezTo>
                      <a:pt x="93" y="26"/>
                      <a:pt x="92" y="26"/>
                      <a:pt x="91" y="26"/>
                    </a:cubicBezTo>
                    <a:cubicBezTo>
                      <a:pt x="91" y="26"/>
                      <a:pt x="90" y="26"/>
                      <a:pt x="89" y="26"/>
                    </a:cubicBezTo>
                    <a:cubicBezTo>
                      <a:pt x="88" y="27"/>
                      <a:pt x="88" y="27"/>
                      <a:pt x="87" y="27"/>
                    </a:cubicBezTo>
                    <a:lnTo>
                      <a:pt x="86" y="27"/>
                    </a:lnTo>
                    <a:cubicBezTo>
                      <a:pt x="85" y="27"/>
                      <a:pt x="84" y="28"/>
                      <a:pt x="84" y="28"/>
                    </a:cubicBezTo>
                    <a:cubicBezTo>
                      <a:pt x="83" y="29"/>
                      <a:pt x="82" y="30"/>
                      <a:pt x="81" y="30"/>
                    </a:cubicBezTo>
                    <a:cubicBezTo>
                      <a:pt x="79" y="31"/>
                      <a:pt x="77" y="33"/>
                      <a:pt x="75" y="35"/>
                    </a:cubicBezTo>
                    <a:cubicBezTo>
                      <a:pt x="74" y="37"/>
                      <a:pt x="72" y="38"/>
                      <a:pt x="71" y="40"/>
                    </a:cubicBezTo>
                    <a:cubicBezTo>
                      <a:pt x="68" y="45"/>
                      <a:pt x="65" y="49"/>
                      <a:pt x="62" y="54"/>
                    </a:cubicBezTo>
                    <a:lnTo>
                      <a:pt x="62" y="53"/>
                    </a:lnTo>
                    <a:cubicBezTo>
                      <a:pt x="57" y="62"/>
                      <a:pt x="53" y="70"/>
                      <a:pt x="50" y="79"/>
                    </a:cubicBezTo>
                    <a:cubicBezTo>
                      <a:pt x="50" y="80"/>
                      <a:pt x="49" y="80"/>
                      <a:pt x="49" y="80"/>
                    </a:cubicBezTo>
                    <a:lnTo>
                      <a:pt x="50" y="79"/>
                    </a:lnTo>
                    <a:cubicBezTo>
                      <a:pt x="43" y="95"/>
                      <a:pt x="37" y="112"/>
                      <a:pt x="33" y="128"/>
                    </a:cubicBezTo>
                    <a:cubicBezTo>
                      <a:pt x="33" y="127"/>
                      <a:pt x="33" y="127"/>
                      <a:pt x="33" y="126"/>
                    </a:cubicBezTo>
                    <a:cubicBezTo>
                      <a:pt x="30" y="137"/>
                      <a:pt x="28" y="148"/>
                      <a:pt x="27" y="159"/>
                    </a:cubicBezTo>
                    <a:cubicBezTo>
                      <a:pt x="26" y="168"/>
                      <a:pt x="25" y="177"/>
                      <a:pt x="25" y="186"/>
                    </a:cubicBezTo>
                    <a:cubicBezTo>
                      <a:pt x="25" y="195"/>
                      <a:pt x="26" y="204"/>
                      <a:pt x="27" y="214"/>
                    </a:cubicBezTo>
                    <a:lnTo>
                      <a:pt x="27" y="213"/>
                    </a:lnTo>
                    <a:cubicBezTo>
                      <a:pt x="28" y="224"/>
                      <a:pt x="30" y="233"/>
                      <a:pt x="33" y="243"/>
                    </a:cubicBezTo>
                    <a:cubicBezTo>
                      <a:pt x="37" y="257"/>
                      <a:pt x="42" y="271"/>
                      <a:pt x="47" y="285"/>
                    </a:cubicBezTo>
                    <a:cubicBezTo>
                      <a:pt x="47" y="284"/>
                      <a:pt x="47" y="284"/>
                      <a:pt x="47" y="283"/>
                    </a:cubicBezTo>
                    <a:cubicBezTo>
                      <a:pt x="52" y="294"/>
                      <a:pt x="57" y="305"/>
                      <a:pt x="63" y="316"/>
                    </a:cubicBezTo>
                    <a:cubicBezTo>
                      <a:pt x="67" y="322"/>
                      <a:pt x="70" y="328"/>
                      <a:pt x="74" y="335"/>
                    </a:cubicBezTo>
                    <a:cubicBezTo>
                      <a:pt x="80" y="345"/>
                      <a:pt x="86" y="356"/>
                      <a:pt x="93" y="366"/>
                    </a:cubicBezTo>
                    <a:cubicBezTo>
                      <a:pt x="103" y="382"/>
                      <a:pt x="113" y="398"/>
                      <a:pt x="120" y="415"/>
                    </a:cubicBezTo>
                    <a:cubicBezTo>
                      <a:pt x="124" y="422"/>
                      <a:pt x="127" y="430"/>
                      <a:pt x="128" y="438"/>
                    </a:cubicBezTo>
                    <a:cubicBezTo>
                      <a:pt x="130" y="442"/>
                      <a:pt x="130" y="447"/>
                      <a:pt x="131" y="451"/>
                    </a:cubicBezTo>
                    <a:cubicBezTo>
                      <a:pt x="131" y="455"/>
                      <a:pt x="131" y="460"/>
                      <a:pt x="130" y="464"/>
                    </a:cubicBezTo>
                    <a:cubicBezTo>
                      <a:pt x="129" y="472"/>
                      <a:pt x="125" y="479"/>
                      <a:pt x="120" y="486"/>
                    </a:cubicBezTo>
                    <a:cubicBezTo>
                      <a:pt x="116" y="492"/>
                      <a:pt x="109" y="497"/>
                      <a:pt x="103" y="502"/>
                    </a:cubicBezTo>
                    <a:cubicBezTo>
                      <a:pt x="89" y="513"/>
                      <a:pt x="72" y="518"/>
                      <a:pt x="55" y="522"/>
                    </a:cubicBezTo>
                    <a:cubicBezTo>
                      <a:pt x="47" y="524"/>
                      <a:pt x="39" y="525"/>
                      <a:pt x="31" y="525"/>
                    </a:cubicBezTo>
                    <a:cubicBezTo>
                      <a:pt x="30" y="525"/>
                      <a:pt x="30" y="525"/>
                      <a:pt x="30" y="5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3" name="Google Shape;2833;p31"/>
              <p:cNvSpPr/>
              <p:nvPr/>
            </p:nvSpPr>
            <p:spPr>
              <a:xfrm>
                <a:off x="434160" y="2487600"/>
                <a:ext cx="81000" cy="101880"/>
              </a:xfrm>
              <a:custGeom>
                <a:avLst/>
                <a:gdLst/>
                <a:ahLst/>
                <a:cxnLst/>
                <a:rect l="l" t="t" r="r" b="b"/>
                <a:pathLst>
                  <a:path w="225" h="283" extrusionOk="0">
                    <a:moveTo>
                      <a:pt x="89" y="256"/>
                    </a:moveTo>
                    <a:cubicBezTo>
                      <a:pt x="88" y="256"/>
                      <a:pt x="87" y="256"/>
                      <a:pt x="87" y="256"/>
                    </a:cubicBezTo>
                    <a:cubicBezTo>
                      <a:pt x="87" y="256"/>
                      <a:pt x="89" y="256"/>
                      <a:pt x="90" y="256"/>
                    </a:cubicBezTo>
                    <a:cubicBezTo>
                      <a:pt x="91" y="255"/>
                      <a:pt x="91" y="255"/>
                      <a:pt x="91" y="254"/>
                    </a:cubicBezTo>
                    <a:cubicBezTo>
                      <a:pt x="91" y="253"/>
                      <a:pt x="91" y="252"/>
                      <a:pt x="91" y="251"/>
                    </a:cubicBezTo>
                    <a:cubicBezTo>
                      <a:pt x="90" y="243"/>
                      <a:pt x="89" y="236"/>
                      <a:pt x="89" y="228"/>
                    </a:cubicBezTo>
                    <a:cubicBezTo>
                      <a:pt x="86" y="212"/>
                      <a:pt x="83" y="196"/>
                      <a:pt x="82" y="180"/>
                    </a:cubicBezTo>
                    <a:cubicBezTo>
                      <a:pt x="80" y="180"/>
                      <a:pt x="80" y="182"/>
                      <a:pt x="79" y="183"/>
                    </a:cubicBezTo>
                    <a:cubicBezTo>
                      <a:pt x="75" y="186"/>
                      <a:pt x="72" y="189"/>
                      <a:pt x="69" y="193"/>
                    </a:cubicBezTo>
                    <a:cubicBezTo>
                      <a:pt x="68" y="194"/>
                      <a:pt x="67" y="196"/>
                      <a:pt x="66" y="198"/>
                    </a:cubicBezTo>
                    <a:cubicBezTo>
                      <a:pt x="65" y="199"/>
                      <a:pt x="65" y="200"/>
                      <a:pt x="64" y="201"/>
                    </a:cubicBezTo>
                    <a:cubicBezTo>
                      <a:pt x="64" y="204"/>
                      <a:pt x="62" y="205"/>
                      <a:pt x="62" y="208"/>
                    </a:cubicBezTo>
                    <a:cubicBezTo>
                      <a:pt x="61" y="210"/>
                      <a:pt x="61" y="212"/>
                      <a:pt x="61" y="214"/>
                    </a:cubicBezTo>
                    <a:cubicBezTo>
                      <a:pt x="61" y="217"/>
                      <a:pt x="60" y="220"/>
                      <a:pt x="60" y="223"/>
                    </a:cubicBezTo>
                    <a:cubicBezTo>
                      <a:pt x="60" y="225"/>
                      <a:pt x="61" y="226"/>
                      <a:pt x="61" y="228"/>
                    </a:cubicBezTo>
                    <a:cubicBezTo>
                      <a:pt x="61" y="229"/>
                      <a:pt x="61" y="229"/>
                      <a:pt x="61" y="230"/>
                    </a:cubicBezTo>
                    <a:cubicBezTo>
                      <a:pt x="61" y="231"/>
                      <a:pt x="61" y="231"/>
                      <a:pt x="61" y="231"/>
                    </a:cubicBezTo>
                    <a:cubicBezTo>
                      <a:pt x="62" y="234"/>
                      <a:pt x="64" y="236"/>
                      <a:pt x="66" y="239"/>
                    </a:cubicBezTo>
                    <a:cubicBezTo>
                      <a:pt x="67" y="241"/>
                      <a:pt x="68" y="243"/>
                      <a:pt x="69" y="245"/>
                    </a:cubicBezTo>
                    <a:cubicBezTo>
                      <a:pt x="71" y="246"/>
                      <a:pt x="71" y="247"/>
                      <a:pt x="72" y="248"/>
                    </a:cubicBezTo>
                    <a:cubicBezTo>
                      <a:pt x="73" y="249"/>
                      <a:pt x="73" y="249"/>
                      <a:pt x="75" y="250"/>
                    </a:cubicBezTo>
                    <a:cubicBezTo>
                      <a:pt x="76" y="251"/>
                      <a:pt x="77" y="252"/>
                      <a:pt x="79" y="253"/>
                    </a:cubicBezTo>
                    <a:cubicBezTo>
                      <a:pt x="80" y="254"/>
                      <a:pt x="81" y="254"/>
                      <a:pt x="82" y="254"/>
                    </a:cubicBezTo>
                    <a:cubicBezTo>
                      <a:pt x="83" y="255"/>
                      <a:pt x="83" y="255"/>
                      <a:pt x="84" y="255"/>
                    </a:cubicBezTo>
                    <a:cubicBezTo>
                      <a:pt x="86" y="256"/>
                      <a:pt x="87" y="256"/>
                      <a:pt x="89" y="256"/>
                    </a:cubicBezTo>
                    <a:moveTo>
                      <a:pt x="69" y="277"/>
                    </a:moveTo>
                    <a:cubicBezTo>
                      <a:pt x="61" y="274"/>
                      <a:pt x="55" y="268"/>
                      <a:pt x="50" y="261"/>
                    </a:cubicBezTo>
                    <a:cubicBezTo>
                      <a:pt x="47" y="258"/>
                      <a:pt x="44" y="255"/>
                      <a:pt x="43" y="252"/>
                    </a:cubicBezTo>
                    <a:cubicBezTo>
                      <a:pt x="41" y="248"/>
                      <a:pt x="38" y="244"/>
                      <a:pt x="37" y="240"/>
                    </a:cubicBezTo>
                    <a:cubicBezTo>
                      <a:pt x="34" y="232"/>
                      <a:pt x="34" y="223"/>
                      <a:pt x="35" y="214"/>
                    </a:cubicBezTo>
                    <a:cubicBezTo>
                      <a:pt x="36" y="206"/>
                      <a:pt x="38" y="198"/>
                      <a:pt x="41" y="191"/>
                    </a:cubicBezTo>
                    <a:cubicBezTo>
                      <a:pt x="44" y="183"/>
                      <a:pt x="50" y="176"/>
                      <a:pt x="56" y="169"/>
                    </a:cubicBezTo>
                    <a:cubicBezTo>
                      <a:pt x="63" y="162"/>
                      <a:pt x="71" y="156"/>
                      <a:pt x="78" y="150"/>
                    </a:cubicBezTo>
                    <a:cubicBezTo>
                      <a:pt x="78" y="149"/>
                      <a:pt x="78" y="148"/>
                      <a:pt x="78" y="148"/>
                    </a:cubicBezTo>
                    <a:cubicBezTo>
                      <a:pt x="76" y="120"/>
                      <a:pt x="75" y="92"/>
                      <a:pt x="76" y="63"/>
                    </a:cubicBezTo>
                    <a:cubicBezTo>
                      <a:pt x="76" y="63"/>
                      <a:pt x="76" y="62"/>
                      <a:pt x="76" y="61"/>
                    </a:cubicBezTo>
                    <a:cubicBezTo>
                      <a:pt x="70" y="70"/>
                      <a:pt x="64" y="79"/>
                      <a:pt x="57" y="87"/>
                    </a:cubicBezTo>
                    <a:cubicBezTo>
                      <a:pt x="52" y="94"/>
                      <a:pt x="47" y="100"/>
                      <a:pt x="43" y="106"/>
                    </a:cubicBezTo>
                    <a:cubicBezTo>
                      <a:pt x="38" y="112"/>
                      <a:pt x="33" y="117"/>
                      <a:pt x="28" y="123"/>
                    </a:cubicBezTo>
                    <a:cubicBezTo>
                      <a:pt x="27" y="126"/>
                      <a:pt x="26" y="127"/>
                      <a:pt x="23" y="129"/>
                    </a:cubicBezTo>
                    <a:cubicBezTo>
                      <a:pt x="19" y="133"/>
                      <a:pt x="12" y="133"/>
                      <a:pt x="7" y="130"/>
                    </a:cubicBezTo>
                    <a:cubicBezTo>
                      <a:pt x="1" y="126"/>
                      <a:pt x="0" y="119"/>
                      <a:pt x="3" y="113"/>
                    </a:cubicBezTo>
                    <a:cubicBezTo>
                      <a:pt x="4" y="110"/>
                      <a:pt x="6" y="108"/>
                      <a:pt x="8" y="106"/>
                    </a:cubicBezTo>
                    <a:cubicBezTo>
                      <a:pt x="9" y="104"/>
                      <a:pt x="12" y="102"/>
                      <a:pt x="13" y="100"/>
                    </a:cubicBezTo>
                    <a:cubicBezTo>
                      <a:pt x="16" y="97"/>
                      <a:pt x="19" y="94"/>
                      <a:pt x="22" y="91"/>
                    </a:cubicBezTo>
                    <a:cubicBezTo>
                      <a:pt x="27" y="84"/>
                      <a:pt x="32" y="78"/>
                      <a:pt x="37" y="71"/>
                    </a:cubicBezTo>
                    <a:cubicBezTo>
                      <a:pt x="44" y="62"/>
                      <a:pt x="52" y="52"/>
                      <a:pt x="59" y="42"/>
                    </a:cubicBezTo>
                    <a:cubicBezTo>
                      <a:pt x="62" y="37"/>
                      <a:pt x="66" y="31"/>
                      <a:pt x="70" y="25"/>
                    </a:cubicBezTo>
                    <a:cubicBezTo>
                      <a:pt x="74" y="20"/>
                      <a:pt x="77" y="13"/>
                      <a:pt x="81" y="7"/>
                    </a:cubicBezTo>
                    <a:cubicBezTo>
                      <a:pt x="85" y="2"/>
                      <a:pt x="93" y="0"/>
                      <a:pt x="99" y="3"/>
                    </a:cubicBezTo>
                    <a:cubicBezTo>
                      <a:pt x="102" y="5"/>
                      <a:pt x="105" y="7"/>
                      <a:pt x="106" y="11"/>
                    </a:cubicBezTo>
                    <a:cubicBezTo>
                      <a:pt x="108" y="17"/>
                      <a:pt x="107" y="21"/>
                      <a:pt x="106" y="27"/>
                    </a:cubicBezTo>
                    <a:cubicBezTo>
                      <a:pt x="105" y="32"/>
                      <a:pt x="104" y="38"/>
                      <a:pt x="104" y="44"/>
                    </a:cubicBezTo>
                    <a:cubicBezTo>
                      <a:pt x="103" y="52"/>
                      <a:pt x="103" y="60"/>
                      <a:pt x="102" y="68"/>
                    </a:cubicBezTo>
                    <a:cubicBezTo>
                      <a:pt x="101" y="76"/>
                      <a:pt x="101" y="83"/>
                      <a:pt x="101" y="90"/>
                    </a:cubicBezTo>
                    <a:cubicBezTo>
                      <a:pt x="101" y="96"/>
                      <a:pt x="101" y="103"/>
                      <a:pt x="101" y="109"/>
                    </a:cubicBezTo>
                    <a:cubicBezTo>
                      <a:pt x="101" y="116"/>
                      <a:pt x="101" y="124"/>
                      <a:pt x="102" y="131"/>
                    </a:cubicBezTo>
                    <a:cubicBezTo>
                      <a:pt x="107" y="128"/>
                      <a:pt x="112" y="124"/>
                      <a:pt x="117" y="122"/>
                    </a:cubicBezTo>
                    <a:cubicBezTo>
                      <a:pt x="128" y="114"/>
                      <a:pt x="140" y="106"/>
                      <a:pt x="151" y="99"/>
                    </a:cubicBezTo>
                    <a:cubicBezTo>
                      <a:pt x="156" y="95"/>
                      <a:pt x="161" y="91"/>
                      <a:pt x="167" y="88"/>
                    </a:cubicBezTo>
                    <a:cubicBezTo>
                      <a:pt x="170" y="85"/>
                      <a:pt x="173" y="83"/>
                      <a:pt x="176" y="81"/>
                    </a:cubicBezTo>
                    <a:cubicBezTo>
                      <a:pt x="179" y="80"/>
                      <a:pt x="182" y="78"/>
                      <a:pt x="185" y="78"/>
                    </a:cubicBezTo>
                    <a:cubicBezTo>
                      <a:pt x="190" y="77"/>
                      <a:pt x="193" y="78"/>
                      <a:pt x="198" y="80"/>
                    </a:cubicBezTo>
                    <a:cubicBezTo>
                      <a:pt x="203" y="83"/>
                      <a:pt x="207" y="90"/>
                      <a:pt x="210" y="96"/>
                    </a:cubicBezTo>
                    <a:cubicBezTo>
                      <a:pt x="213" y="105"/>
                      <a:pt x="214" y="114"/>
                      <a:pt x="215" y="123"/>
                    </a:cubicBezTo>
                    <a:cubicBezTo>
                      <a:pt x="217" y="134"/>
                      <a:pt x="217" y="147"/>
                      <a:pt x="218" y="158"/>
                    </a:cubicBezTo>
                    <a:cubicBezTo>
                      <a:pt x="218" y="171"/>
                      <a:pt x="219" y="184"/>
                      <a:pt x="220" y="197"/>
                    </a:cubicBezTo>
                    <a:cubicBezTo>
                      <a:pt x="220" y="204"/>
                      <a:pt x="220" y="211"/>
                      <a:pt x="220" y="218"/>
                    </a:cubicBezTo>
                    <a:cubicBezTo>
                      <a:pt x="221" y="225"/>
                      <a:pt x="221" y="233"/>
                      <a:pt x="221" y="240"/>
                    </a:cubicBezTo>
                    <a:cubicBezTo>
                      <a:pt x="221" y="241"/>
                      <a:pt x="221" y="242"/>
                      <a:pt x="222" y="242"/>
                    </a:cubicBezTo>
                    <a:cubicBezTo>
                      <a:pt x="224" y="248"/>
                      <a:pt x="219" y="255"/>
                      <a:pt x="213" y="257"/>
                    </a:cubicBezTo>
                    <a:cubicBezTo>
                      <a:pt x="207" y="259"/>
                      <a:pt x="199" y="256"/>
                      <a:pt x="197" y="249"/>
                    </a:cubicBezTo>
                    <a:cubicBezTo>
                      <a:pt x="196" y="246"/>
                      <a:pt x="195" y="243"/>
                      <a:pt x="195" y="241"/>
                    </a:cubicBezTo>
                    <a:cubicBezTo>
                      <a:pt x="195" y="239"/>
                      <a:pt x="195" y="237"/>
                      <a:pt x="195" y="235"/>
                    </a:cubicBezTo>
                    <a:cubicBezTo>
                      <a:pt x="195" y="232"/>
                      <a:pt x="195" y="229"/>
                      <a:pt x="195" y="226"/>
                    </a:cubicBezTo>
                    <a:cubicBezTo>
                      <a:pt x="195" y="226"/>
                      <a:pt x="195" y="227"/>
                      <a:pt x="195" y="228"/>
                    </a:cubicBezTo>
                    <a:cubicBezTo>
                      <a:pt x="195" y="212"/>
                      <a:pt x="195" y="198"/>
                      <a:pt x="194" y="183"/>
                    </a:cubicBezTo>
                    <a:cubicBezTo>
                      <a:pt x="193" y="165"/>
                      <a:pt x="192" y="146"/>
                      <a:pt x="190" y="127"/>
                    </a:cubicBezTo>
                    <a:cubicBezTo>
                      <a:pt x="189" y="122"/>
                      <a:pt x="188" y="116"/>
                      <a:pt x="187" y="111"/>
                    </a:cubicBezTo>
                    <a:cubicBezTo>
                      <a:pt x="186" y="109"/>
                      <a:pt x="186" y="108"/>
                      <a:pt x="186" y="106"/>
                    </a:cubicBezTo>
                    <a:cubicBezTo>
                      <a:pt x="180" y="110"/>
                      <a:pt x="174" y="114"/>
                      <a:pt x="168" y="117"/>
                    </a:cubicBezTo>
                    <a:cubicBezTo>
                      <a:pt x="161" y="123"/>
                      <a:pt x="153" y="127"/>
                      <a:pt x="146" y="132"/>
                    </a:cubicBezTo>
                    <a:cubicBezTo>
                      <a:pt x="132" y="141"/>
                      <a:pt x="118" y="151"/>
                      <a:pt x="104" y="161"/>
                    </a:cubicBezTo>
                    <a:cubicBezTo>
                      <a:pt x="105" y="169"/>
                      <a:pt x="106" y="177"/>
                      <a:pt x="107" y="185"/>
                    </a:cubicBezTo>
                    <a:cubicBezTo>
                      <a:pt x="109" y="198"/>
                      <a:pt x="111" y="211"/>
                      <a:pt x="113" y="224"/>
                    </a:cubicBezTo>
                    <a:cubicBezTo>
                      <a:pt x="114" y="233"/>
                      <a:pt x="116" y="241"/>
                      <a:pt x="117" y="249"/>
                    </a:cubicBezTo>
                    <a:cubicBezTo>
                      <a:pt x="118" y="257"/>
                      <a:pt x="116" y="264"/>
                      <a:pt x="112" y="271"/>
                    </a:cubicBezTo>
                    <a:cubicBezTo>
                      <a:pt x="111" y="274"/>
                      <a:pt x="108" y="277"/>
                      <a:pt x="106" y="278"/>
                    </a:cubicBezTo>
                    <a:cubicBezTo>
                      <a:pt x="103" y="281"/>
                      <a:pt x="98" y="282"/>
                      <a:pt x="94" y="282"/>
                    </a:cubicBezTo>
                    <a:cubicBezTo>
                      <a:pt x="93" y="282"/>
                      <a:pt x="92" y="282"/>
                      <a:pt x="90" y="282"/>
                    </a:cubicBezTo>
                    <a:cubicBezTo>
                      <a:pt x="83" y="282"/>
                      <a:pt x="76" y="281"/>
                      <a:pt x="69" y="2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4" name="Google Shape;2834;p31"/>
              <p:cNvSpPr/>
              <p:nvPr/>
            </p:nvSpPr>
            <p:spPr>
              <a:xfrm>
                <a:off x="518760" y="2477160"/>
                <a:ext cx="11520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30" extrusionOk="0">
                    <a:moveTo>
                      <a:pt x="1" y="13"/>
                    </a:moveTo>
                    <a:cubicBezTo>
                      <a:pt x="2" y="5"/>
                      <a:pt x="9" y="0"/>
                      <a:pt x="16" y="0"/>
                    </a:cubicBezTo>
                    <a:cubicBezTo>
                      <a:pt x="24" y="0"/>
                      <a:pt x="31" y="8"/>
                      <a:pt x="30" y="15"/>
                    </a:cubicBezTo>
                    <a:cubicBezTo>
                      <a:pt x="30" y="23"/>
                      <a:pt x="23" y="29"/>
                      <a:pt x="14" y="29"/>
                    </a:cubicBezTo>
                    <a:cubicBezTo>
                      <a:pt x="7" y="29"/>
                      <a:pt x="0" y="21"/>
                      <a:pt x="1" y="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5" name="Google Shape;2835;p31"/>
              <p:cNvSpPr/>
              <p:nvPr/>
            </p:nvSpPr>
            <p:spPr>
              <a:xfrm>
                <a:off x="535320" y="2503080"/>
                <a:ext cx="48600" cy="79200"/>
              </a:xfrm>
              <a:custGeom>
                <a:avLst/>
                <a:gdLst/>
                <a:ahLst/>
                <a:cxnLst/>
                <a:rect l="l" t="t" r="r" b="b"/>
                <a:pathLst>
                  <a:path w="135" h="220" extrusionOk="0">
                    <a:moveTo>
                      <a:pt x="112" y="218"/>
                    </a:moveTo>
                    <a:cubicBezTo>
                      <a:pt x="109" y="216"/>
                      <a:pt x="105" y="214"/>
                      <a:pt x="104" y="210"/>
                    </a:cubicBezTo>
                    <a:cubicBezTo>
                      <a:pt x="102" y="207"/>
                      <a:pt x="102" y="203"/>
                      <a:pt x="102" y="199"/>
                    </a:cubicBezTo>
                    <a:cubicBezTo>
                      <a:pt x="102" y="184"/>
                      <a:pt x="101" y="168"/>
                      <a:pt x="99" y="152"/>
                    </a:cubicBezTo>
                    <a:cubicBezTo>
                      <a:pt x="98" y="148"/>
                      <a:pt x="98" y="143"/>
                      <a:pt x="97" y="139"/>
                    </a:cubicBezTo>
                    <a:cubicBezTo>
                      <a:pt x="97" y="138"/>
                      <a:pt x="97" y="138"/>
                      <a:pt x="97" y="138"/>
                    </a:cubicBezTo>
                    <a:cubicBezTo>
                      <a:pt x="97" y="137"/>
                      <a:pt x="97" y="136"/>
                      <a:pt x="97" y="136"/>
                    </a:cubicBezTo>
                    <a:cubicBezTo>
                      <a:pt x="95" y="126"/>
                      <a:pt x="93" y="117"/>
                      <a:pt x="91" y="108"/>
                    </a:cubicBezTo>
                    <a:cubicBezTo>
                      <a:pt x="89" y="102"/>
                      <a:pt x="87" y="96"/>
                      <a:pt x="85" y="91"/>
                    </a:cubicBezTo>
                    <a:cubicBezTo>
                      <a:pt x="83" y="87"/>
                      <a:pt x="81" y="84"/>
                      <a:pt x="80" y="80"/>
                    </a:cubicBezTo>
                    <a:cubicBezTo>
                      <a:pt x="78" y="78"/>
                      <a:pt x="78" y="77"/>
                      <a:pt x="77" y="76"/>
                    </a:cubicBezTo>
                    <a:cubicBezTo>
                      <a:pt x="76" y="75"/>
                      <a:pt x="75" y="74"/>
                      <a:pt x="74" y="73"/>
                    </a:cubicBezTo>
                    <a:lnTo>
                      <a:pt x="73" y="72"/>
                    </a:lnTo>
                    <a:cubicBezTo>
                      <a:pt x="73" y="71"/>
                      <a:pt x="73" y="71"/>
                      <a:pt x="72" y="71"/>
                    </a:cubicBezTo>
                    <a:cubicBezTo>
                      <a:pt x="71" y="71"/>
                      <a:pt x="71" y="71"/>
                      <a:pt x="70" y="71"/>
                    </a:cubicBezTo>
                    <a:cubicBezTo>
                      <a:pt x="70" y="73"/>
                      <a:pt x="69" y="74"/>
                      <a:pt x="67" y="75"/>
                    </a:cubicBezTo>
                    <a:cubicBezTo>
                      <a:pt x="66" y="77"/>
                      <a:pt x="65" y="80"/>
                      <a:pt x="63" y="81"/>
                    </a:cubicBezTo>
                    <a:lnTo>
                      <a:pt x="64" y="81"/>
                    </a:lnTo>
                    <a:cubicBezTo>
                      <a:pt x="59" y="89"/>
                      <a:pt x="55" y="98"/>
                      <a:pt x="52" y="106"/>
                    </a:cubicBezTo>
                    <a:cubicBezTo>
                      <a:pt x="48" y="115"/>
                      <a:pt x="45" y="124"/>
                      <a:pt x="43" y="133"/>
                    </a:cubicBezTo>
                    <a:cubicBezTo>
                      <a:pt x="40" y="144"/>
                      <a:pt x="38" y="156"/>
                      <a:pt x="36" y="168"/>
                    </a:cubicBezTo>
                    <a:cubicBezTo>
                      <a:pt x="36" y="168"/>
                      <a:pt x="36" y="169"/>
                      <a:pt x="36" y="170"/>
                    </a:cubicBezTo>
                    <a:cubicBezTo>
                      <a:pt x="36" y="175"/>
                      <a:pt x="37" y="179"/>
                      <a:pt x="36" y="183"/>
                    </a:cubicBezTo>
                    <a:cubicBezTo>
                      <a:pt x="36" y="189"/>
                      <a:pt x="32" y="193"/>
                      <a:pt x="28" y="195"/>
                    </a:cubicBezTo>
                    <a:cubicBezTo>
                      <a:pt x="24" y="198"/>
                      <a:pt x="18" y="197"/>
                      <a:pt x="14" y="195"/>
                    </a:cubicBezTo>
                    <a:cubicBezTo>
                      <a:pt x="10" y="192"/>
                      <a:pt x="9" y="188"/>
                      <a:pt x="9" y="183"/>
                    </a:cubicBezTo>
                    <a:cubicBezTo>
                      <a:pt x="9" y="178"/>
                      <a:pt x="9" y="173"/>
                      <a:pt x="10" y="169"/>
                    </a:cubicBezTo>
                    <a:cubicBezTo>
                      <a:pt x="10" y="149"/>
                      <a:pt x="8" y="129"/>
                      <a:pt x="6" y="110"/>
                    </a:cubicBezTo>
                    <a:cubicBezTo>
                      <a:pt x="5" y="99"/>
                      <a:pt x="4" y="88"/>
                      <a:pt x="3" y="77"/>
                    </a:cubicBezTo>
                    <a:cubicBezTo>
                      <a:pt x="2" y="55"/>
                      <a:pt x="0" y="32"/>
                      <a:pt x="6" y="11"/>
                    </a:cubicBezTo>
                    <a:cubicBezTo>
                      <a:pt x="9" y="4"/>
                      <a:pt x="17" y="0"/>
                      <a:pt x="23" y="3"/>
                    </a:cubicBezTo>
                    <a:cubicBezTo>
                      <a:pt x="30" y="5"/>
                      <a:pt x="34" y="13"/>
                      <a:pt x="31" y="20"/>
                    </a:cubicBezTo>
                    <a:cubicBezTo>
                      <a:pt x="31" y="21"/>
                      <a:pt x="31" y="21"/>
                      <a:pt x="31" y="22"/>
                    </a:cubicBezTo>
                    <a:cubicBezTo>
                      <a:pt x="30" y="26"/>
                      <a:pt x="29" y="29"/>
                      <a:pt x="28" y="33"/>
                    </a:cubicBezTo>
                    <a:cubicBezTo>
                      <a:pt x="28" y="32"/>
                      <a:pt x="28" y="32"/>
                      <a:pt x="28" y="31"/>
                    </a:cubicBezTo>
                    <a:cubicBezTo>
                      <a:pt x="28" y="38"/>
                      <a:pt x="27" y="46"/>
                      <a:pt x="28" y="53"/>
                    </a:cubicBezTo>
                    <a:cubicBezTo>
                      <a:pt x="28" y="52"/>
                      <a:pt x="28" y="52"/>
                      <a:pt x="28" y="52"/>
                    </a:cubicBezTo>
                    <a:cubicBezTo>
                      <a:pt x="28" y="66"/>
                      <a:pt x="29" y="80"/>
                      <a:pt x="30" y="94"/>
                    </a:cubicBezTo>
                    <a:cubicBezTo>
                      <a:pt x="34" y="84"/>
                      <a:pt x="38" y="75"/>
                      <a:pt x="43" y="67"/>
                    </a:cubicBezTo>
                    <a:cubicBezTo>
                      <a:pt x="48" y="58"/>
                      <a:pt x="55" y="48"/>
                      <a:pt x="66" y="45"/>
                    </a:cubicBezTo>
                    <a:cubicBezTo>
                      <a:pt x="72" y="44"/>
                      <a:pt x="77" y="45"/>
                      <a:pt x="81" y="47"/>
                    </a:cubicBezTo>
                    <a:cubicBezTo>
                      <a:pt x="87" y="49"/>
                      <a:pt x="92" y="53"/>
                      <a:pt x="96" y="59"/>
                    </a:cubicBezTo>
                    <a:cubicBezTo>
                      <a:pt x="104" y="68"/>
                      <a:pt x="109" y="80"/>
                      <a:pt x="112" y="91"/>
                    </a:cubicBezTo>
                    <a:cubicBezTo>
                      <a:pt x="117" y="105"/>
                      <a:pt x="120" y="119"/>
                      <a:pt x="122" y="133"/>
                    </a:cubicBezTo>
                    <a:cubicBezTo>
                      <a:pt x="122" y="132"/>
                      <a:pt x="122" y="131"/>
                      <a:pt x="122" y="131"/>
                    </a:cubicBezTo>
                    <a:cubicBezTo>
                      <a:pt x="122" y="132"/>
                      <a:pt x="122" y="134"/>
                      <a:pt x="122" y="136"/>
                    </a:cubicBezTo>
                    <a:cubicBezTo>
                      <a:pt x="123" y="136"/>
                      <a:pt x="123" y="136"/>
                      <a:pt x="123" y="137"/>
                    </a:cubicBezTo>
                    <a:cubicBezTo>
                      <a:pt x="123" y="137"/>
                      <a:pt x="123" y="138"/>
                      <a:pt x="123" y="139"/>
                    </a:cubicBezTo>
                    <a:lnTo>
                      <a:pt x="123" y="140"/>
                    </a:lnTo>
                    <a:cubicBezTo>
                      <a:pt x="123" y="143"/>
                      <a:pt x="124" y="146"/>
                      <a:pt x="125" y="149"/>
                    </a:cubicBezTo>
                    <a:cubicBezTo>
                      <a:pt x="125" y="149"/>
                      <a:pt x="125" y="148"/>
                      <a:pt x="124" y="148"/>
                    </a:cubicBezTo>
                    <a:cubicBezTo>
                      <a:pt x="125" y="149"/>
                      <a:pt x="125" y="149"/>
                      <a:pt x="125" y="149"/>
                    </a:cubicBezTo>
                    <a:lnTo>
                      <a:pt x="125" y="150"/>
                    </a:lnTo>
                    <a:lnTo>
                      <a:pt x="125" y="149"/>
                    </a:lnTo>
                    <a:cubicBezTo>
                      <a:pt x="126" y="158"/>
                      <a:pt x="126" y="167"/>
                      <a:pt x="127" y="176"/>
                    </a:cubicBezTo>
                    <a:cubicBezTo>
                      <a:pt x="127" y="181"/>
                      <a:pt x="128" y="187"/>
                      <a:pt x="129" y="193"/>
                    </a:cubicBezTo>
                    <a:cubicBezTo>
                      <a:pt x="134" y="198"/>
                      <a:pt x="134" y="206"/>
                      <a:pt x="130" y="211"/>
                    </a:cubicBezTo>
                    <a:cubicBezTo>
                      <a:pt x="128" y="214"/>
                      <a:pt x="126" y="216"/>
                      <a:pt x="123" y="217"/>
                    </a:cubicBezTo>
                    <a:cubicBezTo>
                      <a:pt x="122" y="218"/>
                      <a:pt x="119" y="219"/>
                      <a:pt x="118" y="219"/>
                    </a:cubicBezTo>
                    <a:cubicBezTo>
                      <a:pt x="116" y="219"/>
                      <a:pt x="114" y="218"/>
                      <a:pt x="112" y="21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6" name="Google Shape;2836;p31"/>
              <p:cNvSpPr/>
              <p:nvPr/>
            </p:nvSpPr>
            <p:spPr>
              <a:xfrm>
                <a:off x="591840" y="2506680"/>
                <a:ext cx="33120" cy="57600"/>
              </a:xfrm>
              <a:custGeom>
                <a:avLst/>
                <a:gdLst/>
                <a:ahLst/>
                <a:cxnLst/>
                <a:rect l="l" t="t" r="r" b="b"/>
                <a:pathLst>
                  <a:path w="92" h="160" extrusionOk="0">
                    <a:moveTo>
                      <a:pt x="66" y="154"/>
                    </a:moveTo>
                    <a:cubicBezTo>
                      <a:pt x="59" y="143"/>
                      <a:pt x="53" y="133"/>
                      <a:pt x="46" y="122"/>
                    </a:cubicBezTo>
                    <a:cubicBezTo>
                      <a:pt x="40" y="112"/>
                      <a:pt x="34" y="102"/>
                      <a:pt x="28" y="91"/>
                    </a:cubicBezTo>
                    <a:cubicBezTo>
                      <a:pt x="21" y="78"/>
                      <a:pt x="14" y="64"/>
                      <a:pt x="8" y="51"/>
                    </a:cubicBezTo>
                    <a:cubicBezTo>
                      <a:pt x="5" y="44"/>
                      <a:pt x="2" y="36"/>
                      <a:pt x="1" y="28"/>
                    </a:cubicBezTo>
                    <a:cubicBezTo>
                      <a:pt x="0" y="22"/>
                      <a:pt x="0" y="14"/>
                      <a:pt x="4" y="8"/>
                    </a:cubicBezTo>
                    <a:cubicBezTo>
                      <a:pt x="7" y="3"/>
                      <a:pt x="14" y="0"/>
                      <a:pt x="19" y="1"/>
                    </a:cubicBezTo>
                    <a:cubicBezTo>
                      <a:pt x="24" y="1"/>
                      <a:pt x="29" y="4"/>
                      <a:pt x="33" y="7"/>
                    </a:cubicBezTo>
                    <a:cubicBezTo>
                      <a:pt x="39" y="11"/>
                      <a:pt x="40" y="20"/>
                      <a:pt x="36" y="26"/>
                    </a:cubicBezTo>
                    <a:cubicBezTo>
                      <a:pt x="35" y="28"/>
                      <a:pt x="32" y="31"/>
                      <a:pt x="29" y="31"/>
                    </a:cubicBezTo>
                    <a:lnTo>
                      <a:pt x="29" y="32"/>
                    </a:lnTo>
                    <a:cubicBezTo>
                      <a:pt x="30" y="37"/>
                      <a:pt x="33" y="42"/>
                      <a:pt x="35" y="48"/>
                    </a:cubicBezTo>
                    <a:lnTo>
                      <a:pt x="35" y="47"/>
                    </a:lnTo>
                    <a:cubicBezTo>
                      <a:pt x="40" y="59"/>
                      <a:pt x="46" y="71"/>
                      <a:pt x="53" y="83"/>
                    </a:cubicBezTo>
                    <a:lnTo>
                      <a:pt x="53" y="84"/>
                    </a:lnTo>
                    <a:cubicBezTo>
                      <a:pt x="56" y="88"/>
                      <a:pt x="58" y="92"/>
                      <a:pt x="61" y="97"/>
                    </a:cubicBezTo>
                    <a:cubicBezTo>
                      <a:pt x="61" y="96"/>
                      <a:pt x="60" y="96"/>
                      <a:pt x="60" y="95"/>
                    </a:cubicBezTo>
                    <a:cubicBezTo>
                      <a:pt x="69" y="110"/>
                      <a:pt x="78" y="125"/>
                      <a:pt x="88" y="139"/>
                    </a:cubicBezTo>
                    <a:cubicBezTo>
                      <a:pt x="91" y="145"/>
                      <a:pt x="89" y="153"/>
                      <a:pt x="83" y="157"/>
                    </a:cubicBezTo>
                    <a:cubicBezTo>
                      <a:pt x="82" y="158"/>
                      <a:pt x="79" y="159"/>
                      <a:pt x="76" y="159"/>
                    </a:cubicBezTo>
                    <a:cubicBezTo>
                      <a:pt x="72" y="159"/>
                      <a:pt x="68" y="157"/>
                      <a:pt x="66" y="1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7" name="Google Shape;2837;p31"/>
              <p:cNvSpPr/>
              <p:nvPr/>
            </p:nvSpPr>
            <p:spPr>
              <a:xfrm>
                <a:off x="602280" y="2504520"/>
                <a:ext cx="44640" cy="7704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214" extrusionOk="0">
                    <a:moveTo>
                      <a:pt x="11" y="213"/>
                    </a:moveTo>
                    <a:cubicBezTo>
                      <a:pt x="4" y="211"/>
                      <a:pt x="0" y="204"/>
                      <a:pt x="2" y="196"/>
                    </a:cubicBezTo>
                    <a:cubicBezTo>
                      <a:pt x="10" y="169"/>
                      <a:pt x="18" y="141"/>
                      <a:pt x="28" y="114"/>
                    </a:cubicBezTo>
                    <a:cubicBezTo>
                      <a:pt x="30" y="108"/>
                      <a:pt x="32" y="102"/>
                      <a:pt x="35" y="96"/>
                    </a:cubicBezTo>
                    <a:cubicBezTo>
                      <a:pt x="38" y="88"/>
                      <a:pt x="41" y="80"/>
                      <a:pt x="45" y="71"/>
                    </a:cubicBezTo>
                    <a:cubicBezTo>
                      <a:pt x="50" y="56"/>
                      <a:pt x="59" y="42"/>
                      <a:pt x="67" y="28"/>
                    </a:cubicBezTo>
                    <a:cubicBezTo>
                      <a:pt x="71" y="21"/>
                      <a:pt x="77" y="15"/>
                      <a:pt x="82" y="10"/>
                    </a:cubicBezTo>
                    <a:cubicBezTo>
                      <a:pt x="88" y="4"/>
                      <a:pt x="95" y="0"/>
                      <a:pt x="103" y="0"/>
                    </a:cubicBezTo>
                    <a:cubicBezTo>
                      <a:pt x="107" y="0"/>
                      <a:pt x="112" y="1"/>
                      <a:pt x="115" y="4"/>
                    </a:cubicBezTo>
                    <a:cubicBezTo>
                      <a:pt x="118" y="7"/>
                      <a:pt x="120" y="10"/>
                      <a:pt x="121" y="14"/>
                    </a:cubicBezTo>
                    <a:cubicBezTo>
                      <a:pt x="123" y="21"/>
                      <a:pt x="120" y="29"/>
                      <a:pt x="113" y="31"/>
                    </a:cubicBezTo>
                    <a:cubicBezTo>
                      <a:pt x="108" y="33"/>
                      <a:pt x="103" y="32"/>
                      <a:pt x="100" y="28"/>
                    </a:cubicBezTo>
                    <a:cubicBezTo>
                      <a:pt x="99" y="29"/>
                      <a:pt x="99" y="29"/>
                      <a:pt x="99" y="30"/>
                    </a:cubicBezTo>
                    <a:cubicBezTo>
                      <a:pt x="96" y="32"/>
                      <a:pt x="94" y="35"/>
                      <a:pt x="91" y="38"/>
                    </a:cubicBezTo>
                    <a:cubicBezTo>
                      <a:pt x="92" y="38"/>
                      <a:pt x="92" y="38"/>
                      <a:pt x="92" y="37"/>
                    </a:cubicBezTo>
                    <a:cubicBezTo>
                      <a:pt x="89" y="42"/>
                      <a:pt x="85" y="47"/>
                      <a:pt x="82" y="52"/>
                    </a:cubicBezTo>
                    <a:cubicBezTo>
                      <a:pt x="78" y="60"/>
                      <a:pt x="73" y="70"/>
                      <a:pt x="68" y="79"/>
                    </a:cubicBezTo>
                    <a:lnTo>
                      <a:pt x="68" y="80"/>
                    </a:lnTo>
                    <a:cubicBezTo>
                      <a:pt x="64" y="90"/>
                      <a:pt x="60" y="99"/>
                      <a:pt x="56" y="109"/>
                    </a:cubicBezTo>
                    <a:cubicBezTo>
                      <a:pt x="56" y="108"/>
                      <a:pt x="57" y="108"/>
                      <a:pt x="57" y="107"/>
                    </a:cubicBezTo>
                    <a:cubicBezTo>
                      <a:pt x="52" y="120"/>
                      <a:pt x="47" y="134"/>
                      <a:pt x="42" y="148"/>
                    </a:cubicBezTo>
                    <a:cubicBezTo>
                      <a:pt x="38" y="161"/>
                      <a:pt x="35" y="173"/>
                      <a:pt x="31" y="186"/>
                    </a:cubicBezTo>
                    <a:lnTo>
                      <a:pt x="31" y="185"/>
                    </a:lnTo>
                    <a:cubicBezTo>
                      <a:pt x="29" y="191"/>
                      <a:pt x="28" y="197"/>
                      <a:pt x="27" y="203"/>
                    </a:cubicBezTo>
                    <a:cubicBezTo>
                      <a:pt x="25" y="209"/>
                      <a:pt x="20" y="213"/>
                      <a:pt x="14" y="213"/>
                    </a:cubicBezTo>
                    <a:cubicBezTo>
                      <a:pt x="13" y="213"/>
                      <a:pt x="13" y="213"/>
                      <a:pt x="11" y="2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8" name="Google Shape;2838;p31"/>
              <p:cNvSpPr/>
              <p:nvPr/>
            </p:nvSpPr>
            <p:spPr>
              <a:xfrm>
                <a:off x="466560" y="2156400"/>
                <a:ext cx="113400" cy="88920"/>
              </a:xfrm>
              <a:custGeom>
                <a:avLst/>
                <a:gdLst/>
                <a:ahLst/>
                <a:cxnLst/>
                <a:rect l="l" t="t" r="r" b="b"/>
                <a:pathLst>
                  <a:path w="315" h="247" extrusionOk="0">
                    <a:moveTo>
                      <a:pt x="208" y="191"/>
                    </a:moveTo>
                    <a:cubicBezTo>
                      <a:pt x="209" y="191"/>
                      <a:pt x="210" y="191"/>
                      <a:pt x="212" y="191"/>
                    </a:cubicBezTo>
                    <a:cubicBezTo>
                      <a:pt x="213" y="191"/>
                      <a:pt x="215" y="191"/>
                      <a:pt x="216" y="190"/>
                    </a:cubicBezTo>
                    <a:cubicBezTo>
                      <a:pt x="218" y="190"/>
                      <a:pt x="219" y="190"/>
                      <a:pt x="221" y="188"/>
                    </a:cubicBezTo>
                    <a:cubicBezTo>
                      <a:pt x="223" y="188"/>
                      <a:pt x="225" y="187"/>
                      <a:pt x="227" y="186"/>
                    </a:cubicBezTo>
                    <a:cubicBezTo>
                      <a:pt x="230" y="184"/>
                      <a:pt x="233" y="182"/>
                      <a:pt x="235" y="180"/>
                    </a:cubicBezTo>
                    <a:cubicBezTo>
                      <a:pt x="239" y="177"/>
                      <a:pt x="242" y="174"/>
                      <a:pt x="244" y="172"/>
                    </a:cubicBezTo>
                    <a:cubicBezTo>
                      <a:pt x="251" y="166"/>
                      <a:pt x="257" y="159"/>
                      <a:pt x="262" y="152"/>
                    </a:cubicBezTo>
                    <a:cubicBezTo>
                      <a:pt x="265" y="148"/>
                      <a:pt x="269" y="143"/>
                      <a:pt x="272" y="138"/>
                    </a:cubicBezTo>
                    <a:cubicBezTo>
                      <a:pt x="275" y="133"/>
                      <a:pt x="278" y="127"/>
                      <a:pt x="280" y="122"/>
                    </a:cubicBezTo>
                    <a:cubicBezTo>
                      <a:pt x="282" y="117"/>
                      <a:pt x="284" y="111"/>
                      <a:pt x="286" y="106"/>
                    </a:cubicBezTo>
                    <a:cubicBezTo>
                      <a:pt x="286" y="102"/>
                      <a:pt x="287" y="98"/>
                      <a:pt x="288" y="95"/>
                    </a:cubicBezTo>
                    <a:cubicBezTo>
                      <a:pt x="288" y="92"/>
                      <a:pt x="288" y="91"/>
                      <a:pt x="288" y="89"/>
                    </a:cubicBezTo>
                    <a:cubicBezTo>
                      <a:pt x="288" y="87"/>
                      <a:pt x="288" y="85"/>
                      <a:pt x="288" y="82"/>
                    </a:cubicBezTo>
                    <a:cubicBezTo>
                      <a:pt x="288" y="81"/>
                      <a:pt x="287" y="79"/>
                      <a:pt x="287" y="78"/>
                    </a:cubicBezTo>
                    <a:cubicBezTo>
                      <a:pt x="286" y="76"/>
                      <a:pt x="286" y="75"/>
                      <a:pt x="285" y="73"/>
                    </a:cubicBezTo>
                    <a:cubicBezTo>
                      <a:pt x="284" y="71"/>
                      <a:pt x="283" y="68"/>
                      <a:pt x="282" y="66"/>
                    </a:cubicBezTo>
                    <a:cubicBezTo>
                      <a:pt x="280" y="64"/>
                      <a:pt x="279" y="61"/>
                      <a:pt x="278" y="60"/>
                    </a:cubicBezTo>
                    <a:cubicBezTo>
                      <a:pt x="276" y="57"/>
                      <a:pt x="274" y="56"/>
                      <a:pt x="272" y="53"/>
                    </a:cubicBezTo>
                    <a:lnTo>
                      <a:pt x="271" y="53"/>
                    </a:lnTo>
                    <a:cubicBezTo>
                      <a:pt x="271" y="52"/>
                      <a:pt x="270" y="52"/>
                      <a:pt x="269" y="52"/>
                    </a:cubicBezTo>
                    <a:cubicBezTo>
                      <a:pt x="268" y="51"/>
                      <a:pt x="267" y="50"/>
                      <a:pt x="266" y="50"/>
                    </a:cubicBezTo>
                    <a:cubicBezTo>
                      <a:pt x="265" y="50"/>
                      <a:pt x="265" y="49"/>
                      <a:pt x="264" y="49"/>
                    </a:cubicBezTo>
                    <a:cubicBezTo>
                      <a:pt x="263" y="49"/>
                      <a:pt x="261" y="49"/>
                      <a:pt x="260" y="48"/>
                    </a:cubicBezTo>
                    <a:cubicBezTo>
                      <a:pt x="258" y="48"/>
                      <a:pt x="256" y="48"/>
                      <a:pt x="255" y="48"/>
                    </a:cubicBezTo>
                    <a:cubicBezTo>
                      <a:pt x="253" y="48"/>
                      <a:pt x="251" y="48"/>
                      <a:pt x="250" y="48"/>
                    </a:cubicBezTo>
                    <a:cubicBezTo>
                      <a:pt x="249" y="49"/>
                      <a:pt x="248" y="49"/>
                      <a:pt x="247" y="49"/>
                    </a:cubicBezTo>
                    <a:cubicBezTo>
                      <a:pt x="245" y="49"/>
                      <a:pt x="244" y="50"/>
                      <a:pt x="242" y="50"/>
                    </a:cubicBezTo>
                    <a:cubicBezTo>
                      <a:pt x="240" y="52"/>
                      <a:pt x="239" y="52"/>
                      <a:pt x="236" y="53"/>
                    </a:cubicBezTo>
                    <a:cubicBezTo>
                      <a:pt x="235" y="54"/>
                      <a:pt x="234" y="55"/>
                      <a:pt x="233" y="56"/>
                    </a:cubicBezTo>
                    <a:cubicBezTo>
                      <a:pt x="232" y="57"/>
                      <a:pt x="230" y="58"/>
                      <a:pt x="229" y="59"/>
                    </a:cubicBezTo>
                    <a:cubicBezTo>
                      <a:pt x="228" y="61"/>
                      <a:pt x="226" y="63"/>
                      <a:pt x="225" y="64"/>
                    </a:cubicBezTo>
                    <a:cubicBezTo>
                      <a:pt x="222" y="67"/>
                      <a:pt x="220" y="71"/>
                      <a:pt x="218" y="74"/>
                    </a:cubicBezTo>
                    <a:cubicBezTo>
                      <a:pt x="214" y="81"/>
                      <a:pt x="211" y="87"/>
                      <a:pt x="208" y="93"/>
                    </a:cubicBezTo>
                    <a:cubicBezTo>
                      <a:pt x="205" y="99"/>
                      <a:pt x="204" y="104"/>
                      <a:pt x="202" y="110"/>
                    </a:cubicBezTo>
                    <a:cubicBezTo>
                      <a:pt x="201" y="116"/>
                      <a:pt x="200" y="121"/>
                      <a:pt x="198" y="127"/>
                    </a:cubicBezTo>
                    <a:cubicBezTo>
                      <a:pt x="197" y="134"/>
                      <a:pt x="191" y="138"/>
                      <a:pt x="184" y="137"/>
                    </a:cubicBezTo>
                    <a:lnTo>
                      <a:pt x="183" y="137"/>
                    </a:lnTo>
                    <a:cubicBezTo>
                      <a:pt x="182" y="139"/>
                      <a:pt x="182" y="141"/>
                      <a:pt x="182" y="144"/>
                    </a:cubicBezTo>
                    <a:cubicBezTo>
                      <a:pt x="181" y="147"/>
                      <a:pt x="181" y="151"/>
                      <a:pt x="181" y="155"/>
                    </a:cubicBezTo>
                    <a:cubicBezTo>
                      <a:pt x="181" y="158"/>
                      <a:pt x="181" y="160"/>
                      <a:pt x="182" y="163"/>
                    </a:cubicBezTo>
                    <a:cubicBezTo>
                      <a:pt x="182" y="165"/>
                      <a:pt x="182" y="167"/>
                      <a:pt x="183" y="170"/>
                    </a:cubicBezTo>
                    <a:cubicBezTo>
                      <a:pt x="183" y="171"/>
                      <a:pt x="184" y="172"/>
                      <a:pt x="184" y="174"/>
                    </a:cubicBezTo>
                    <a:cubicBezTo>
                      <a:pt x="184" y="175"/>
                      <a:pt x="185" y="176"/>
                      <a:pt x="186" y="177"/>
                    </a:cubicBezTo>
                    <a:cubicBezTo>
                      <a:pt x="187" y="179"/>
                      <a:pt x="187" y="180"/>
                      <a:pt x="188" y="181"/>
                    </a:cubicBezTo>
                    <a:cubicBezTo>
                      <a:pt x="189" y="182"/>
                      <a:pt x="190" y="183"/>
                      <a:pt x="191" y="184"/>
                    </a:cubicBezTo>
                    <a:cubicBezTo>
                      <a:pt x="192" y="186"/>
                      <a:pt x="193" y="186"/>
                      <a:pt x="194" y="187"/>
                    </a:cubicBezTo>
                    <a:cubicBezTo>
                      <a:pt x="195" y="187"/>
                      <a:pt x="195" y="188"/>
                      <a:pt x="195" y="188"/>
                    </a:cubicBezTo>
                    <a:cubicBezTo>
                      <a:pt x="197" y="189"/>
                      <a:pt x="198" y="190"/>
                      <a:pt x="200" y="190"/>
                    </a:cubicBezTo>
                    <a:cubicBezTo>
                      <a:pt x="201" y="191"/>
                      <a:pt x="202" y="191"/>
                      <a:pt x="203" y="191"/>
                    </a:cubicBezTo>
                    <a:cubicBezTo>
                      <a:pt x="202" y="191"/>
                      <a:pt x="202" y="191"/>
                      <a:pt x="202" y="191"/>
                    </a:cubicBezTo>
                    <a:lnTo>
                      <a:pt x="204" y="191"/>
                    </a:lnTo>
                    <a:cubicBezTo>
                      <a:pt x="205" y="191"/>
                      <a:pt x="207" y="191"/>
                      <a:pt x="208" y="191"/>
                    </a:cubicBezTo>
                    <a:moveTo>
                      <a:pt x="41" y="242"/>
                    </a:moveTo>
                    <a:cubicBezTo>
                      <a:pt x="34" y="239"/>
                      <a:pt x="28" y="234"/>
                      <a:pt x="23" y="229"/>
                    </a:cubicBezTo>
                    <a:cubicBezTo>
                      <a:pt x="18" y="222"/>
                      <a:pt x="14" y="214"/>
                      <a:pt x="10" y="206"/>
                    </a:cubicBezTo>
                    <a:cubicBezTo>
                      <a:pt x="3" y="190"/>
                      <a:pt x="0" y="172"/>
                      <a:pt x="2" y="154"/>
                    </a:cubicBezTo>
                    <a:cubicBezTo>
                      <a:pt x="2" y="132"/>
                      <a:pt x="9" y="110"/>
                      <a:pt x="18" y="90"/>
                    </a:cubicBezTo>
                    <a:cubicBezTo>
                      <a:pt x="22" y="80"/>
                      <a:pt x="27" y="70"/>
                      <a:pt x="34" y="62"/>
                    </a:cubicBezTo>
                    <a:cubicBezTo>
                      <a:pt x="38" y="58"/>
                      <a:pt x="41" y="54"/>
                      <a:pt x="46" y="52"/>
                    </a:cubicBezTo>
                    <a:cubicBezTo>
                      <a:pt x="50" y="48"/>
                      <a:pt x="56" y="46"/>
                      <a:pt x="61" y="45"/>
                    </a:cubicBezTo>
                    <a:cubicBezTo>
                      <a:pt x="67" y="42"/>
                      <a:pt x="75" y="42"/>
                      <a:pt x="82" y="43"/>
                    </a:cubicBezTo>
                    <a:cubicBezTo>
                      <a:pt x="81" y="33"/>
                      <a:pt x="80" y="24"/>
                      <a:pt x="79" y="15"/>
                    </a:cubicBezTo>
                    <a:cubicBezTo>
                      <a:pt x="78" y="7"/>
                      <a:pt x="84" y="1"/>
                      <a:pt x="91" y="0"/>
                    </a:cubicBezTo>
                    <a:cubicBezTo>
                      <a:pt x="98" y="0"/>
                      <a:pt x="105" y="5"/>
                      <a:pt x="105" y="12"/>
                    </a:cubicBezTo>
                    <a:cubicBezTo>
                      <a:pt x="106" y="29"/>
                      <a:pt x="107" y="46"/>
                      <a:pt x="108" y="62"/>
                    </a:cubicBezTo>
                    <a:cubicBezTo>
                      <a:pt x="108" y="63"/>
                      <a:pt x="109" y="63"/>
                      <a:pt x="109" y="63"/>
                    </a:cubicBezTo>
                    <a:cubicBezTo>
                      <a:pt x="113" y="71"/>
                      <a:pt x="115" y="81"/>
                      <a:pt x="115" y="90"/>
                    </a:cubicBezTo>
                    <a:cubicBezTo>
                      <a:pt x="116" y="98"/>
                      <a:pt x="116" y="108"/>
                      <a:pt x="108" y="113"/>
                    </a:cubicBezTo>
                    <a:cubicBezTo>
                      <a:pt x="100" y="117"/>
                      <a:pt x="91" y="114"/>
                      <a:pt x="88" y="106"/>
                    </a:cubicBezTo>
                    <a:cubicBezTo>
                      <a:pt x="86" y="102"/>
                      <a:pt x="86" y="96"/>
                      <a:pt x="85" y="91"/>
                    </a:cubicBezTo>
                    <a:cubicBezTo>
                      <a:pt x="85" y="87"/>
                      <a:pt x="85" y="84"/>
                      <a:pt x="84" y="81"/>
                    </a:cubicBezTo>
                    <a:cubicBezTo>
                      <a:pt x="84" y="78"/>
                      <a:pt x="84" y="75"/>
                      <a:pt x="84" y="73"/>
                    </a:cubicBezTo>
                    <a:cubicBezTo>
                      <a:pt x="84" y="73"/>
                      <a:pt x="83" y="72"/>
                      <a:pt x="83" y="71"/>
                    </a:cubicBezTo>
                    <a:cubicBezTo>
                      <a:pt x="82" y="71"/>
                      <a:pt x="81" y="70"/>
                      <a:pt x="81" y="70"/>
                    </a:cubicBezTo>
                    <a:lnTo>
                      <a:pt x="82" y="71"/>
                    </a:lnTo>
                    <a:cubicBezTo>
                      <a:pt x="81" y="70"/>
                      <a:pt x="81" y="70"/>
                      <a:pt x="80" y="70"/>
                    </a:cubicBezTo>
                    <a:cubicBezTo>
                      <a:pt x="80" y="69"/>
                      <a:pt x="79" y="69"/>
                      <a:pt x="78" y="68"/>
                    </a:cubicBezTo>
                    <a:cubicBezTo>
                      <a:pt x="77" y="68"/>
                      <a:pt x="77" y="68"/>
                      <a:pt x="77" y="68"/>
                    </a:cubicBezTo>
                    <a:cubicBezTo>
                      <a:pt x="77" y="68"/>
                      <a:pt x="76" y="68"/>
                      <a:pt x="75" y="68"/>
                    </a:cubicBezTo>
                    <a:cubicBezTo>
                      <a:pt x="74" y="68"/>
                      <a:pt x="73" y="68"/>
                      <a:pt x="71" y="68"/>
                    </a:cubicBezTo>
                    <a:cubicBezTo>
                      <a:pt x="70" y="68"/>
                      <a:pt x="70" y="68"/>
                      <a:pt x="69" y="69"/>
                    </a:cubicBezTo>
                    <a:cubicBezTo>
                      <a:pt x="67" y="70"/>
                      <a:pt x="66" y="70"/>
                      <a:pt x="64" y="71"/>
                    </a:cubicBezTo>
                    <a:cubicBezTo>
                      <a:pt x="63" y="71"/>
                      <a:pt x="61" y="72"/>
                      <a:pt x="59" y="73"/>
                    </a:cubicBezTo>
                    <a:cubicBezTo>
                      <a:pt x="59" y="73"/>
                      <a:pt x="58" y="74"/>
                      <a:pt x="57" y="74"/>
                    </a:cubicBezTo>
                    <a:cubicBezTo>
                      <a:pt x="56" y="75"/>
                      <a:pt x="56" y="76"/>
                      <a:pt x="54" y="77"/>
                    </a:cubicBezTo>
                    <a:cubicBezTo>
                      <a:pt x="55" y="77"/>
                      <a:pt x="56" y="76"/>
                      <a:pt x="56" y="75"/>
                    </a:cubicBezTo>
                    <a:cubicBezTo>
                      <a:pt x="54" y="77"/>
                      <a:pt x="53" y="78"/>
                      <a:pt x="52" y="80"/>
                    </a:cubicBezTo>
                    <a:cubicBezTo>
                      <a:pt x="50" y="83"/>
                      <a:pt x="48" y="85"/>
                      <a:pt x="46" y="88"/>
                    </a:cubicBezTo>
                    <a:cubicBezTo>
                      <a:pt x="43" y="93"/>
                      <a:pt x="41" y="99"/>
                      <a:pt x="39" y="104"/>
                    </a:cubicBezTo>
                    <a:cubicBezTo>
                      <a:pt x="35" y="112"/>
                      <a:pt x="32" y="120"/>
                      <a:pt x="30" y="129"/>
                    </a:cubicBezTo>
                    <a:cubicBezTo>
                      <a:pt x="29" y="135"/>
                      <a:pt x="28" y="141"/>
                      <a:pt x="27" y="148"/>
                    </a:cubicBezTo>
                    <a:cubicBezTo>
                      <a:pt x="26" y="152"/>
                      <a:pt x="26" y="157"/>
                      <a:pt x="26" y="161"/>
                    </a:cubicBezTo>
                    <a:cubicBezTo>
                      <a:pt x="26" y="166"/>
                      <a:pt x="26" y="170"/>
                      <a:pt x="27" y="174"/>
                    </a:cubicBezTo>
                    <a:cubicBezTo>
                      <a:pt x="27" y="178"/>
                      <a:pt x="28" y="181"/>
                      <a:pt x="29" y="186"/>
                    </a:cubicBezTo>
                    <a:cubicBezTo>
                      <a:pt x="30" y="189"/>
                      <a:pt x="31" y="193"/>
                      <a:pt x="32" y="195"/>
                    </a:cubicBezTo>
                    <a:cubicBezTo>
                      <a:pt x="32" y="196"/>
                      <a:pt x="33" y="197"/>
                      <a:pt x="33" y="197"/>
                    </a:cubicBezTo>
                    <a:cubicBezTo>
                      <a:pt x="33" y="197"/>
                      <a:pt x="32" y="196"/>
                      <a:pt x="32" y="195"/>
                    </a:cubicBezTo>
                    <a:cubicBezTo>
                      <a:pt x="34" y="198"/>
                      <a:pt x="35" y="201"/>
                      <a:pt x="36" y="204"/>
                    </a:cubicBezTo>
                    <a:cubicBezTo>
                      <a:pt x="39" y="207"/>
                      <a:pt x="41" y="211"/>
                      <a:pt x="43" y="214"/>
                    </a:cubicBezTo>
                    <a:lnTo>
                      <a:pt x="44" y="215"/>
                    </a:lnTo>
                    <a:cubicBezTo>
                      <a:pt x="45" y="215"/>
                      <a:pt x="46" y="216"/>
                      <a:pt x="46" y="216"/>
                    </a:cubicBezTo>
                    <a:lnTo>
                      <a:pt x="45" y="216"/>
                    </a:lnTo>
                    <a:cubicBezTo>
                      <a:pt x="46" y="216"/>
                      <a:pt x="47" y="217"/>
                      <a:pt x="49" y="218"/>
                    </a:cubicBezTo>
                    <a:cubicBezTo>
                      <a:pt x="48" y="218"/>
                      <a:pt x="47" y="217"/>
                      <a:pt x="47" y="217"/>
                    </a:cubicBezTo>
                    <a:cubicBezTo>
                      <a:pt x="48" y="218"/>
                      <a:pt x="49" y="218"/>
                      <a:pt x="50" y="219"/>
                    </a:cubicBezTo>
                    <a:cubicBezTo>
                      <a:pt x="52" y="219"/>
                      <a:pt x="53" y="219"/>
                      <a:pt x="54" y="220"/>
                    </a:cubicBezTo>
                    <a:cubicBezTo>
                      <a:pt x="56" y="220"/>
                      <a:pt x="58" y="220"/>
                      <a:pt x="60" y="221"/>
                    </a:cubicBezTo>
                    <a:cubicBezTo>
                      <a:pt x="61" y="221"/>
                      <a:pt x="63" y="221"/>
                      <a:pt x="66" y="221"/>
                    </a:cubicBezTo>
                    <a:cubicBezTo>
                      <a:pt x="66" y="221"/>
                      <a:pt x="67" y="221"/>
                      <a:pt x="68" y="221"/>
                    </a:cubicBezTo>
                    <a:cubicBezTo>
                      <a:pt x="70" y="221"/>
                      <a:pt x="71" y="220"/>
                      <a:pt x="73" y="220"/>
                    </a:cubicBezTo>
                    <a:cubicBezTo>
                      <a:pt x="74" y="219"/>
                      <a:pt x="76" y="219"/>
                      <a:pt x="78" y="218"/>
                    </a:cubicBezTo>
                    <a:cubicBezTo>
                      <a:pt x="81" y="217"/>
                      <a:pt x="84" y="215"/>
                      <a:pt x="87" y="214"/>
                    </a:cubicBezTo>
                    <a:cubicBezTo>
                      <a:pt x="92" y="211"/>
                      <a:pt x="96" y="207"/>
                      <a:pt x="101" y="204"/>
                    </a:cubicBezTo>
                    <a:cubicBezTo>
                      <a:pt x="101" y="204"/>
                      <a:pt x="101" y="205"/>
                      <a:pt x="100" y="205"/>
                    </a:cubicBezTo>
                    <a:cubicBezTo>
                      <a:pt x="106" y="200"/>
                      <a:pt x="112" y="195"/>
                      <a:pt x="117" y="190"/>
                    </a:cubicBezTo>
                    <a:lnTo>
                      <a:pt x="118" y="189"/>
                    </a:lnTo>
                    <a:cubicBezTo>
                      <a:pt x="118" y="189"/>
                      <a:pt x="117" y="189"/>
                      <a:pt x="117" y="190"/>
                    </a:cubicBezTo>
                    <a:cubicBezTo>
                      <a:pt x="123" y="184"/>
                      <a:pt x="128" y="177"/>
                      <a:pt x="134" y="171"/>
                    </a:cubicBezTo>
                    <a:cubicBezTo>
                      <a:pt x="140" y="163"/>
                      <a:pt x="145" y="155"/>
                      <a:pt x="150" y="147"/>
                    </a:cubicBezTo>
                    <a:cubicBezTo>
                      <a:pt x="153" y="142"/>
                      <a:pt x="155" y="137"/>
                      <a:pt x="158" y="131"/>
                    </a:cubicBezTo>
                    <a:cubicBezTo>
                      <a:pt x="160" y="122"/>
                      <a:pt x="162" y="113"/>
                      <a:pt x="165" y="105"/>
                    </a:cubicBezTo>
                    <a:cubicBezTo>
                      <a:pt x="168" y="98"/>
                      <a:pt x="170" y="91"/>
                      <a:pt x="173" y="84"/>
                    </a:cubicBezTo>
                    <a:cubicBezTo>
                      <a:pt x="175" y="81"/>
                      <a:pt x="177" y="78"/>
                      <a:pt x="179" y="77"/>
                    </a:cubicBezTo>
                    <a:cubicBezTo>
                      <a:pt x="182" y="75"/>
                      <a:pt x="184" y="74"/>
                      <a:pt x="187" y="74"/>
                    </a:cubicBezTo>
                    <a:cubicBezTo>
                      <a:pt x="188" y="74"/>
                      <a:pt x="189" y="74"/>
                      <a:pt x="190" y="74"/>
                    </a:cubicBezTo>
                    <a:cubicBezTo>
                      <a:pt x="190" y="73"/>
                      <a:pt x="191" y="71"/>
                      <a:pt x="191" y="70"/>
                    </a:cubicBezTo>
                    <a:cubicBezTo>
                      <a:pt x="200" y="55"/>
                      <a:pt x="209" y="40"/>
                      <a:pt x="225" y="31"/>
                    </a:cubicBezTo>
                    <a:cubicBezTo>
                      <a:pt x="240" y="22"/>
                      <a:pt x="257" y="20"/>
                      <a:pt x="273" y="25"/>
                    </a:cubicBezTo>
                    <a:cubicBezTo>
                      <a:pt x="281" y="28"/>
                      <a:pt x="286" y="32"/>
                      <a:pt x="292" y="38"/>
                    </a:cubicBezTo>
                    <a:cubicBezTo>
                      <a:pt x="295" y="40"/>
                      <a:pt x="297" y="43"/>
                      <a:pt x="299" y="47"/>
                    </a:cubicBezTo>
                    <a:cubicBezTo>
                      <a:pt x="302" y="50"/>
                      <a:pt x="304" y="55"/>
                      <a:pt x="306" y="59"/>
                    </a:cubicBezTo>
                    <a:cubicBezTo>
                      <a:pt x="310" y="67"/>
                      <a:pt x="312" y="74"/>
                      <a:pt x="313" y="82"/>
                    </a:cubicBezTo>
                    <a:cubicBezTo>
                      <a:pt x="314" y="91"/>
                      <a:pt x="312" y="100"/>
                      <a:pt x="310" y="109"/>
                    </a:cubicBezTo>
                    <a:cubicBezTo>
                      <a:pt x="309" y="117"/>
                      <a:pt x="306" y="126"/>
                      <a:pt x="302" y="133"/>
                    </a:cubicBezTo>
                    <a:cubicBezTo>
                      <a:pt x="299" y="141"/>
                      <a:pt x="295" y="149"/>
                      <a:pt x="289" y="157"/>
                    </a:cubicBezTo>
                    <a:cubicBezTo>
                      <a:pt x="285" y="164"/>
                      <a:pt x="279" y="171"/>
                      <a:pt x="274" y="177"/>
                    </a:cubicBezTo>
                    <a:cubicBezTo>
                      <a:pt x="268" y="184"/>
                      <a:pt x="261" y="191"/>
                      <a:pt x="254" y="197"/>
                    </a:cubicBezTo>
                    <a:cubicBezTo>
                      <a:pt x="242" y="208"/>
                      <a:pt x="226" y="217"/>
                      <a:pt x="208" y="217"/>
                    </a:cubicBezTo>
                    <a:cubicBezTo>
                      <a:pt x="201" y="217"/>
                      <a:pt x="194" y="216"/>
                      <a:pt x="187" y="213"/>
                    </a:cubicBezTo>
                    <a:cubicBezTo>
                      <a:pt x="180" y="209"/>
                      <a:pt x="175" y="204"/>
                      <a:pt x="170" y="198"/>
                    </a:cubicBezTo>
                    <a:cubicBezTo>
                      <a:pt x="165" y="193"/>
                      <a:pt x="161" y="185"/>
                      <a:pt x="159" y="177"/>
                    </a:cubicBezTo>
                    <a:cubicBezTo>
                      <a:pt x="151" y="188"/>
                      <a:pt x="142" y="198"/>
                      <a:pt x="134" y="208"/>
                    </a:cubicBezTo>
                    <a:cubicBezTo>
                      <a:pt x="121" y="220"/>
                      <a:pt x="106" y="232"/>
                      <a:pt x="91" y="240"/>
                    </a:cubicBezTo>
                    <a:cubicBezTo>
                      <a:pt x="83" y="243"/>
                      <a:pt x="75" y="246"/>
                      <a:pt x="67" y="246"/>
                    </a:cubicBezTo>
                    <a:cubicBezTo>
                      <a:pt x="66" y="246"/>
                      <a:pt x="64" y="246"/>
                      <a:pt x="64" y="246"/>
                    </a:cubicBezTo>
                    <a:cubicBezTo>
                      <a:pt x="56" y="246"/>
                      <a:pt x="48" y="245"/>
                      <a:pt x="41" y="2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9" name="Google Shape;2839;p31"/>
              <p:cNvSpPr/>
              <p:nvPr/>
            </p:nvSpPr>
            <p:spPr>
              <a:xfrm>
                <a:off x="575640" y="2165040"/>
                <a:ext cx="39240" cy="7560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210" extrusionOk="0">
                    <a:moveTo>
                      <a:pt x="23" y="208"/>
                    </a:moveTo>
                    <a:cubicBezTo>
                      <a:pt x="16" y="208"/>
                      <a:pt x="12" y="201"/>
                      <a:pt x="12" y="195"/>
                    </a:cubicBezTo>
                    <a:cubicBezTo>
                      <a:pt x="13" y="188"/>
                      <a:pt x="19" y="181"/>
                      <a:pt x="26" y="183"/>
                    </a:cubicBezTo>
                    <a:cubicBezTo>
                      <a:pt x="27" y="183"/>
                      <a:pt x="28" y="183"/>
                      <a:pt x="28" y="183"/>
                    </a:cubicBezTo>
                    <a:cubicBezTo>
                      <a:pt x="29" y="183"/>
                      <a:pt x="29" y="183"/>
                      <a:pt x="30" y="183"/>
                    </a:cubicBezTo>
                    <a:cubicBezTo>
                      <a:pt x="31" y="182"/>
                      <a:pt x="31" y="182"/>
                      <a:pt x="33" y="182"/>
                    </a:cubicBezTo>
                    <a:cubicBezTo>
                      <a:pt x="34" y="181"/>
                      <a:pt x="37" y="180"/>
                      <a:pt x="39" y="180"/>
                    </a:cubicBezTo>
                    <a:cubicBezTo>
                      <a:pt x="44" y="177"/>
                      <a:pt x="49" y="175"/>
                      <a:pt x="54" y="172"/>
                    </a:cubicBezTo>
                    <a:cubicBezTo>
                      <a:pt x="58" y="170"/>
                      <a:pt x="61" y="167"/>
                      <a:pt x="65" y="165"/>
                    </a:cubicBezTo>
                    <a:cubicBezTo>
                      <a:pt x="66" y="164"/>
                      <a:pt x="67" y="163"/>
                      <a:pt x="68" y="162"/>
                    </a:cubicBezTo>
                    <a:cubicBezTo>
                      <a:pt x="69" y="161"/>
                      <a:pt x="70" y="160"/>
                      <a:pt x="70" y="159"/>
                    </a:cubicBezTo>
                    <a:cubicBezTo>
                      <a:pt x="71" y="159"/>
                      <a:pt x="72" y="158"/>
                      <a:pt x="72" y="157"/>
                    </a:cubicBezTo>
                    <a:cubicBezTo>
                      <a:pt x="72" y="156"/>
                      <a:pt x="73" y="155"/>
                      <a:pt x="73" y="155"/>
                    </a:cubicBezTo>
                    <a:cubicBezTo>
                      <a:pt x="73" y="154"/>
                      <a:pt x="73" y="154"/>
                      <a:pt x="73" y="154"/>
                    </a:cubicBezTo>
                    <a:cubicBezTo>
                      <a:pt x="73" y="153"/>
                      <a:pt x="73" y="153"/>
                      <a:pt x="73" y="153"/>
                    </a:cubicBezTo>
                    <a:lnTo>
                      <a:pt x="73" y="152"/>
                    </a:lnTo>
                    <a:lnTo>
                      <a:pt x="73" y="151"/>
                    </a:lnTo>
                    <a:cubicBezTo>
                      <a:pt x="73" y="152"/>
                      <a:pt x="73" y="152"/>
                      <a:pt x="73" y="152"/>
                    </a:cubicBezTo>
                    <a:cubicBezTo>
                      <a:pt x="73" y="152"/>
                      <a:pt x="73" y="151"/>
                      <a:pt x="72" y="150"/>
                    </a:cubicBezTo>
                    <a:cubicBezTo>
                      <a:pt x="72" y="150"/>
                      <a:pt x="72" y="149"/>
                      <a:pt x="71" y="149"/>
                    </a:cubicBezTo>
                    <a:cubicBezTo>
                      <a:pt x="62" y="141"/>
                      <a:pt x="52" y="134"/>
                      <a:pt x="43" y="126"/>
                    </a:cubicBezTo>
                    <a:cubicBezTo>
                      <a:pt x="22" y="109"/>
                      <a:pt x="0" y="85"/>
                      <a:pt x="4" y="55"/>
                    </a:cubicBezTo>
                    <a:cubicBezTo>
                      <a:pt x="5" y="49"/>
                      <a:pt x="7" y="43"/>
                      <a:pt x="10" y="37"/>
                    </a:cubicBezTo>
                    <a:cubicBezTo>
                      <a:pt x="13" y="32"/>
                      <a:pt x="17" y="26"/>
                      <a:pt x="21" y="22"/>
                    </a:cubicBezTo>
                    <a:cubicBezTo>
                      <a:pt x="31" y="11"/>
                      <a:pt x="43" y="3"/>
                      <a:pt x="56" y="1"/>
                    </a:cubicBezTo>
                    <a:cubicBezTo>
                      <a:pt x="62" y="0"/>
                      <a:pt x="69" y="0"/>
                      <a:pt x="74" y="1"/>
                    </a:cubicBezTo>
                    <a:cubicBezTo>
                      <a:pt x="81" y="3"/>
                      <a:pt x="86" y="7"/>
                      <a:pt x="91" y="11"/>
                    </a:cubicBezTo>
                    <a:cubicBezTo>
                      <a:pt x="96" y="15"/>
                      <a:pt x="100" y="19"/>
                      <a:pt x="104" y="23"/>
                    </a:cubicBezTo>
                    <a:cubicBezTo>
                      <a:pt x="108" y="29"/>
                      <a:pt x="108" y="37"/>
                      <a:pt x="102" y="42"/>
                    </a:cubicBezTo>
                    <a:cubicBezTo>
                      <a:pt x="97" y="47"/>
                      <a:pt x="88" y="46"/>
                      <a:pt x="83" y="41"/>
                    </a:cubicBezTo>
                    <a:cubicBezTo>
                      <a:pt x="81" y="39"/>
                      <a:pt x="79" y="36"/>
                      <a:pt x="77" y="33"/>
                    </a:cubicBezTo>
                    <a:cubicBezTo>
                      <a:pt x="76" y="32"/>
                      <a:pt x="74" y="31"/>
                      <a:pt x="73" y="30"/>
                    </a:cubicBezTo>
                    <a:cubicBezTo>
                      <a:pt x="72" y="29"/>
                      <a:pt x="71" y="29"/>
                      <a:pt x="70" y="28"/>
                    </a:cubicBezTo>
                    <a:cubicBezTo>
                      <a:pt x="70" y="28"/>
                      <a:pt x="71" y="29"/>
                      <a:pt x="72" y="29"/>
                    </a:cubicBezTo>
                    <a:cubicBezTo>
                      <a:pt x="70" y="28"/>
                      <a:pt x="70" y="28"/>
                      <a:pt x="69" y="28"/>
                    </a:cubicBezTo>
                    <a:lnTo>
                      <a:pt x="68" y="27"/>
                    </a:lnTo>
                    <a:cubicBezTo>
                      <a:pt x="67" y="27"/>
                      <a:pt x="67" y="27"/>
                      <a:pt x="67" y="26"/>
                    </a:cubicBezTo>
                    <a:lnTo>
                      <a:pt x="66" y="26"/>
                    </a:lnTo>
                    <a:cubicBezTo>
                      <a:pt x="67" y="27"/>
                      <a:pt x="67" y="27"/>
                      <a:pt x="67" y="27"/>
                    </a:cubicBezTo>
                    <a:lnTo>
                      <a:pt x="66" y="26"/>
                    </a:lnTo>
                    <a:cubicBezTo>
                      <a:pt x="65" y="26"/>
                      <a:pt x="64" y="26"/>
                      <a:pt x="63" y="26"/>
                    </a:cubicBezTo>
                    <a:cubicBezTo>
                      <a:pt x="63" y="26"/>
                      <a:pt x="62" y="26"/>
                      <a:pt x="60" y="26"/>
                    </a:cubicBezTo>
                    <a:cubicBezTo>
                      <a:pt x="60" y="27"/>
                      <a:pt x="59" y="27"/>
                      <a:pt x="59" y="27"/>
                    </a:cubicBezTo>
                    <a:cubicBezTo>
                      <a:pt x="58" y="28"/>
                      <a:pt x="56" y="28"/>
                      <a:pt x="55" y="28"/>
                    </a:cubicBezTo>
                    <a:cubicBezTo>
                      <a:pt x="54" y="29"/>
                      <a:pt x="53" y="29"/>
                      <a:pt x="52" y="30"/>
                    </a:cubicBezTo>
                    <a:cubicBezTo>
                      <a:pt x="53" y="29"/>
                      <a:pt x="53" y="29"/>
                      <a:pt x="53" y="29"/>
                    </a:cubicBezTo>
                    <a:cubicBezTo>
                      <a:pt x="51" y="30"/>
                      <a:pt x="49" y="32"/>
                      <a:pt x="48" y="33"/>
                    </a:cubicBezTo>
                    <a:cubicBezTo>
                      <a:pt x="46" y="35"/>
                      <a:pt x="44" y="36"/>
                      <a:pt x="42" y="37"/>
                    </a:cubicBezTo>
                    <a:lnTo>
                      <a:pt x="43" y="37"/>
                    </a:lnTo>
                    <a:cubicBezTo>
                      <a:pt x="40" y="40"/>
                      <a:pt x="38" y="43"/>
                      <a:pt x="35" y="46"/>
                    </a:cubicBezTo>
                    <a:cubicBezTo>
                      <a:pt x="34" y="47"/>
                      <a:pt x="33" y="49"/>
                      <a:pt x="33" y="50"/>
                    </a:cubicBezTo>
                    <a:cubicBezTo>
                      <a:pt x="32" y="51"/>
                      <a:pt x="31" y="52"/>
                      <a:pt x="31" y="53"/>
                    </a:cubicBezTo>
                    <a:cubicBezTo>
                      <a:pt x="31" y="53"/>
                      <a:pt x="31" y="54"/>
                      <a:pt x="30" y="55"/>
                    </a:cubicBezTo>
                    <a:cubicBezTo>
                      <a:pt x="30" y="56"/>
                      <a:pt x="30" y="58"/>
                      <a:pt x="30" y="59"/>
                    </a:cubicBezTo>
                    <a:cubicBezTo>
                      <a:pt x="30" y="60"/>
                      <a:pt x="30" y="61"/>
                      <a:pt x="30" y="62"/>
                    </a:cubicBezTo>
                    <a:cubicBezTo>
                      <a:pt x="30" y="63"/>
                      <a:pt x="30" y="64"/>
                      <a:pt x="30" y="65"/>
                    </a:cubicBezTo>
                    <a:cubicBezTo>
                      <a:pt x="30" y="67"/>
                      <a:pt x="30" y="69"/>
                      <a:pt x="31" y="71"/>
                    </a:cubicBezTo>
                    <a:cubicBezTo>
                      <a:pt x="31" y="71"/>
                      <a:pt x="31" y="72"/>
                      <a:pt x="32" y="74"/>
                    </a:cubicBezTo>
                    <a:cubicBezTo>
                      <a:pt x="33" y="76"/>
                      <a:pt x="34" y="78"/>
                      <a:pt x="35" y="80"/>
                    </a:cubicBezTo>
                    <a:cubicBezTo>
                      <a:pt x="37" y="82"/>
                      <a:pt x="38" y="84"/>
                      <a:pt x="39" y="86"/>
                    </a:cubicBezTo>
                    <a:cubicBezTo>
                      <a:pt x="42" y="89"/>
                      <a:pt x="44" y="92"/>
                      <a:pt x="46" y="95"/>
                    </a:cubicBezTo>
                    <a:cubicBezTo>
                      <a:pt x="53" y="102"/>
                      <a:pt x="60" y="107"/>
                      <a:pt x="68" y="113"/>
                    </a:cubicBezTo>
                    <a:cubicBezTo>
                      <a:pt x="73" y="117"/>
                      <a:pt x="78" y="121"/>
                      <a:pt x="83" y="124"/>
                    </a:cubicBezTo>
                    <a:cubicBezTo>
                      <a:pt x="82" y="124"/>
                      <a:pt x="81" y="124"/>
                      <a:pt x="81" y="124"/>
                    </a:cubicBezTo>
                    <a:cubicBezTo>
                      <a:pt x="84" y="125"/>
                      <a:pt x="86" y="127"/>
                      <a:pt x="88" y="129"/>
                    </a:cubicBezTo>
                    <a:cubicBezTo>
                      <a:pt x="90" y="131"/>
                      <a:pt x="93" y="134"/>
                      <a:pt x="94" y="136"/>
                    </a:cubicBezTo>
                    <a:cubicBezTo>
                      <a:pt x="96" y="139"/>
                      <a:pt x="97" y="142"/>
                      <a:pt x="98" y="145"/>
                    </a:cubicBezTo>
                    <a:cubicBezTo>
                      <a:pt x="100" y="149"/>
                      <a:pt x="100" y="152"/>
                      <a:pt x="100" y="156"/>
                    </a:cubicBezTo>
                    <a:cubicBezTo>
                      <a:pt x="99" y="163"/>
                      <a:pt x="95" y="170"/>
                      <a:pt x="91" y="175"/>
                    </a:cubicBezTo>
                    <a:cubicBezTo>
                      <a:pt x="87" y="181"/>
                      <a:pt x="81" y="186"/>
                      <a:pt x="74" y="190"/>
                    </a:cubicBezTo>
                    <a:cubicBezTo>
                      <a:pt x="67" y="195"/>
                      <a:pt x="59" y="199"/>
                      <a:pt x="51" y="203"/>
                    </a:cubicBezTo>
                    <a:cubicBezTo>
                      <a:pt x="48" y="204"/>
                      <a:pt x="45" y="205"/>
                      <a:pt x="42" y="206"/>
                    </a:cubicBezTo>
                    <a:cubicBezTo>
                      <a:pt x="39" y="208"/>
                      <a:pt x="37" y="208"/>
                      <a:pt x="34" y="209"/>
                    </a:cubicBezTo>
                    <a:cubicBezTo>
                      <a:pt x="32" y="209"/>
                      <a:pt x="31" y="209"/>
                      <a:pt x="29" y="209"/>
                    </a:cubicBezTo>
                    <a:cubicBezTo>
                      <a:pt x="27" y="209"/>
                      <a:pt x="25" y="209"/>
                      <a:pt x="23" y="2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0" name="Google Shape;2840;p31"/>
              <p:cNvSpPr/>
              <p:nvPr/>
            </p:nvSpPr>
            <p:spPr>
              <a:xfrm>
                <a:off x="636120" y="2174040"/>
                <a:ext cx="34560" cy="51480"/>
              </a:xfrm>
              <a:custGeom>
                <a:avLst/>
                <a:gdLst/>
                <a:ahLst/>
                <a:cxnLst/>
                <a:rect l="l" t="t" r="r" b="b"/>
                <a:pathLst>
                  <a:path w="96" h="143" extrusionOk="0">
                    <a:moveTo>
                      <a:pt x="70" y="136"/>
                    </a:moveTo>
                    <a:cubicBezTo>
                      <a:pt x="63" y="126"/>
                      <a:pt x="57" y="116"/>
                      <a:pt x="50" y="105"/>
                    </a:cubicBezTo>
                    <a:cubicBezTo>
                      <a:pt x="43" y="96"/>
                      <a:pt x="36" y="87"/>
                      <a:pt x="30" y="78"/>
                    </a:cubicBezTo>
                    <a:cubicBezTo>
                      <a:pt x="21" y="65"/>
                      <a:pt x="11" y="52"/>
                      <a:pt x="5" y="37"/>
                    </a:cubicBezTo>
                    <a:cubicBezTo>
                      <a:pt x="3" y="31"/>
                      <a:pt x="0" y="25"/>
                      <a:pt x="0" y="18"/>
                    </a:cubicBezTo>
                    <a:cubicBezTo>
                      <a:pt x="0" y="12"/>
                      <a:pt x="2" y="7"/>
                      <a:pt x="8" y="3"/>
                    </a:cubicBezTo>
                    <a:cubicBezTo>
                      <a:pt x="10" y="2"/>
                      <a:pt x="13" y="1"/>
                      <a:pt x="15" y="1"/>
                    </a:cubicBezTo>
                    <a:cubicBezTo>
                      <a:pt x="18" y="0"/>
                      <a:pt x="21" y="1"/>
                      <a:pt x="24" y="2"/>
                    </a:cubicBezTo>
                    <a:cubicBezTo>
                      <a:pt x="27" y="2"/>
                      <a:pt x="30" y="3"/>
                      <a:pt x="33" y="3"/>
                    </a:cubicBezTo>
                    <a:cubicBezTo>
                      <a:pt x="40" y="5"/>
                      <a:pt x="45" y="12"/>
                      <a:pt x="44" y="19"/>
                    </a:cubicBezTo>
                    <a:cubicBezTo>
                      <a:pt x="43" y="25"/>
                      <a:pt x="36" y="30"/>
                      <a:pt x="30" y="30"/>
                    </a:cubicBezTo>
                    <a:lnTo>
                      <a:pt x="30" y="31"/>
                    </a:lnTo>
                    <a:lnTo>
                      <a:pt x="30" y="30"/>
                    </a:lnTo>
                    <a:cubicBezTo>
                      <a:pt x="32" y="34"/>
                      <a:pt x="34" y="37"/>
                      <a:pt x="36" y="41"/>
                    </a:cubicBezTo>
                    <a:cubicBezTo>
                      <a:pt x="44" y="54"/>
                      <a:pt x="53" y="66"/>
                      <a:pt x="62" y="79"/>
                    </a:cubicBezTo>
                    <a:cubicBezTo>
                      <a:pt x="72" y="93"/>
                      <a:pt x="82" y="108"/>
                      <a:pt x="92" y="122"/>
                    </a:cubicBezTo>
                    <a:cubicBezTo>
                      <a:pt x="95" y="128"/>
                      <a:pt x="94" y="136"/>
                      <a:pt x="88" y="140"/>
                    </a:cubicBezTo>
                    <a:cubicBezTo>
                      <a:pt x="86" y="141"/>
                      <a:pt x="83" y="142"/>
                      <a:pt x="81" y="142"/>
                    </a:cubicBezTo>
                    <a:cubicBezTo>
                      <a:pt x="76" y="142"/>
                      <a:pt x="72" y="140"/>
                      <a:pt x="70" y="1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1" name="Google Shape;2841;p31"/>
              <p:cNvSpPr/>
              <p:nvPr/>
            </p:nvSpPr>
            <p:spPr>
              <a:xfrm>
                <a:off x="636480" y="2172600"/>
                <a:ext cx="53640" cy="83160"/>
              </a:xfrm>
              <a:custGeom>
                <a:avLst/>
                <a:gdLst/>
                <a:ahLst/>
                <a:cxnLst/>
                <a:rect l="l" t="t" r="r" b="b"/>
                <a:pathLst>
                  <a:path w="149" h="231" extrusionOk="0">
                    <a:moveTo>
                      <a:pt x="10" y="230"/>
                    </a:moveTo>
                    <a:cubicBezTo>
                      <a:pt x="3" y="227"/>
                      <a:pt x="0" y="220"/>
                      <a:pt x="2" y="214"/>
                    </a:cubicBezTo>
                    <a:cubicBezTo>
                      <a:pt x="6" y="199"/>
                      <a:pt x="11" y="184"/>
                      <a:pt x="17" y="169"/>
                    </a:cubicBezTo>
                    <a:cubicBezTo>
                      <a:pt x="21" y="156"/>
                      <a:pt x="26" y="144"/>
                      <a:pt x="32" y="132"/>
                    </a:cubicBezTo>
                    <a:cubicBezTo>
                      <a:pt x="35" y="126"/>
                      <a:pt x="37" y="120"/>
                      <a:pt x="40" y="114"/>
                    </a:cubicBezTo>
                    <a:cubicBezTo>
                      <a:pt x="44" y="107"/>
                      <a:pt x="47" y="99"/>
                      <a:pt x="52" y="90"/>
                    </a:cubicBezTo>
                    <a:cubicBezTo>
                      <a:pt x="54" y="85"/>
                      <a:pt x="57" y="81"/>
                      <a:pt x="60" y="75"/>
                    </a:cubicBezTo>
                    <a:cubicBezTo>
                      <a:pt x="65" y="67"/>
                      <a:pt x="70" y="58"/>
                      <a:pt x="75" y="50"/>
                    </a:cubicBezTo>
                    <a:cubicBezTo>
                      <a:pt x="84" y="35"/>
                      <a:pt x="95" y="21"/>
                      <a:pt x="107" y="9"/>
                    </a:cubicBezTo>
                    <a:cubicBezTo>
                      <a:pt x="113" y="5"/>
                      <a:pt x="119" y="1"/>
                      <a:pt x="127" y="0"/>
                    </a:cubicBezTo>
                    <a:cubicBezTo>
                      <a:pt x="133" y="0"/>
                      <a:pt x="140" y="1"/>
                      <a:pt x="143" y="6"/>
                    </a:cubicBezTo>
                    <a:cubicBezTo>
                      <a:pt x="148" y="12"/>
                      <a:pt x="147" y="21"/>
                      <a:pt x="141" y="26"/>
                    </a:cubicBezTo>
                    <a:cubicBezTo>
                      <a:pt x="137" y="29"/>
                      <a:pt x="132" y="29"/>
                      <a:pt x="128" y="27"/>
                    </a:cubicBezTo>
                    <a:cubicBezTo>
                      <a:pt x="127" y="28"/>
                      <a:pt x="126" y="28"/>
                      <a:pt x="125" y="29"/>
                    </a:cubicBezTo>
                    <a:cubicBezTo>
                      <a:pt x="123" y="30"/>
                      <a:pt x="121" y="32"/>
                      <a:pt x="120" y="33"/>
                    </a:cubicBezTo>
                    <a:cubicBezTo>
                      <a:pt x="116" y="37"/>
                      <a:pt x="113" y="41"/>
                      <a:pt x="110" y="44"/>
                    </a:cubicBezTo>
                    <a:cubicBezTo>
                      <a:pt x="103" y="54"/>
                      <a:pt x="96" y="63"/>
                      <a:pt x="91" y="73"/>
                    </a:cubicBezTo>
                    <a:cubicBezTo>
                      <a:pt x="87" y="81"/>
                      <a:pt x="82" y="88"/>
                      <a:pt x="78" y="95"/>
                    </a:cubicBezTo>
                    <a:cubicBezTo>
                      <a:pt x="75" y="100"/>
                      <a:pt x="72" y="106"/>
                      <a:pt x="69" y="111"/>
                    </a:cubicBezTo>
                    <a:cubicBezTo>
                      <a:pt x="66" y="117"/>
                      <a:pt x="63" y="123"/>
                      <a:pt x="60" y="129"/>
                    </a:cubicBezTo>
                    <a:cubicBezTo>
                      <a:pt x="56" y="138"/>
                      <a:pt x="53" y="145"/>
                      <a:pt x="49" y="153"/>
                    </a:cubicBezTo>
                    <a:lnTo>
                      <a:pt x="49" y="152"/>
                    </a:lnTo>
                    <a:cubicBezTo>
                      <a:pt x="47" y="157"/>
                      <a:pt x="45" y="163"/>
                      <a:pt x="42" y="169"/>
                    </a:cubicBezTo>
                    <a:cubicBezTo>
                      <a:pt x="40" y="174"/>
                      <a:pt x="38" y="180"/>
                      <a:pt x="36" y="185"/>
                    </a:cubicBezTo>
                    <a:cubicBezTo>
                      <a:pt x="32" y="198"/>
                      <a:pt x="28" y="210"/>
                      <a:pt x="25" y="222"/>
                    </a:cubicBezTo>
                    <a:cubicBezTo>
                      <a:pt x="24" y="227"/>
                      <a:pt x="18" y="230"/>
                      <a:pt x="13" y="230"/>
                    </a:cubicBezTo>
                    <a:cubicBezTo>
                      <a:pt x="12" y="230"/>
                      <a:pt x="11" y="230"/>
                      <a:pt x="10" y="2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2" name="Google Shape;2842;p31"/>
              <p:cNvSpPr/>
              <p:nvPr/>
            </p:nvSpPr>
            <p:spPr>
              <a:xfrm>
                <a:off x="707760" y="2251440"/>
                <a:ext cx="55440" cy="210600"/>
              </a:xfrm>
              <a:custGeom>
                <a:avLst/>
                <a:gdLst/>
                <a:ahLst/>
                <a:cxnLst/>
                <a:rect l="l" t="t" r="r" b="b"/>
                <a:pathLst>
                  <a:path w="154" h="585" extrusionOk="0">
                    <a:moveTo>
                      <a:pt x="2" y="573"/>
                    </a:moveTo>
                    <a:cubicBezTo>
                      <a:pt x="0" y="568"/>
                      <a:pt x="3" y="562"/>
                      <a:pt x="8" y="559"/>
                    </a:cubicBezTo>
                    <a:cubicBezTo>
                      <a:pt x="9" y="558"/>
                      <a:pt x="9" y="557"/>
                      <a:pt x="9" y="557"/>
                    </a:cubicBezTo>
                    <a:cubicBezTo>
                      <a:pt x="13" y="539"/>
                      <a:pt x="17" y="522"/>
                      <a:pt x="20" y="504"/>
                    </a:cubicBezTo>
                    <a:cubicBezTo>
                      <a:pt x="21" y="494"/>
                      <a:pt x="23" y="484"/>
                      <a:pt x="25" y="475"/>
                    </a:cubicBezTo>
                    <a:cubicBezTo>
                      <a:pt x="26" y="466"/>
                      <a:pt x="27" y="458"/>
                      <a:pt x="28" y="450"/>
                    </a:cubicBezTo>
                    <a:cubicBezTo>
                      <a:pt x="31" y="424"/>
                      <a:pt x="34" y="399"/>
                      <a:pt x="35" y="374"/>
                    </a:cubicBezTo>
                    <a:cubicBezTo>
                      <a:pt x="37" y="346"/>
                      <a:pt x="39" y="317"/>
                      <a:pt x="41" y="288"/>
                    </a:cubicBezTo>
                    <a:cubicBezTo>
                      <a:pt x="42" y="274"/>
                      <a:pt x="42" y="261"/>
                      <a:pt x="43" y="247"/>
                    </a:cubicBezTo>
                    <a:cubicBezTo>
                      <a:pt x="44" y="236"/>
                      <a:pt x="45" y="225"/>
                      <a:pt x="46" y="214"/>
                    </a:cubicBezTo>
                    <a:cubicBezTo>
                      <a:pt x="48" y="196"/>
                      <a:pt x="49" y="179"/>
                      <a:pt x="51" y="161"/>
                    </a:cubicBezTo>
                    <a:cubicBezTo>
                      <a:pt x="53" y="142"/>
                      <a:pt x="57" y="123"/>
                      <a:pt x="62" y="104"/>
                    </a:cubicBezTo>
                    <a:cubicBezTo>
                      <a:pt x="66" y="86"/>
                      <a:pt x="71" y="69"/>
                      <a:pt x="77" y="52"/>
                    </a:cubicBezTo>
                    <a:cubicBezTo>
                      <a:pt x="80" y="45"/>
                      <a:pt x="83" y="39"/>
                      <a:pt x="86" y="32"/>
                    </a:cubicBezTo>
                    <a:cubicBezTo>
                      <a:pt x="89" y="27"/>
                      <a:pt x="92" y="21"/>
                      <a:pt x="97" y="16"/>
                    </a:cubicBezTo>
                    <a:cubicBezTo>
                      <a:pt x="100" y="12"/>
                      <a:pt x="105" y="8"/>
                      <a:pt x="111" y="7"/>
                    </a:cubicBezTo>
                    <a:cubicBezTo>
                      <a:pt x="116" y="6"/>
                      <a:pt x="122" y="6"/>
                      <a:pt x="127" y="9"/>
                    </a:cubicBezTo>
                    <a:cubicBezTo>
                      <a:pt x="130" y="3"/>
                      <a:pt x="136" y="0"/>
                      <a:pt x="142" y="3"/>
                    </a:cubicBezTo>
                    <a:cubicBezTo>
                      <a:pt x="149" y="5"/>
                      <a:pt x="153" y="13"/>
                      <a:pt x="150" y="20"/>
                    </a:cubicBezTo>
                    <a:cubicBezTo>
                      <a:pt x="147" y="27"/>
                      <a:pt x="145" y="35"/>
                      <a:pt x="143" y="43"/>
                    </a:cubicBezTo>
                    <a:cubicBezTo>
                      <a:pt x="143" y="57"/>
                      <a:pt x="141" y="70"/>
                      <a:pt x="137" y="83"/>
                    </a:cubicBezTo>
                    <a:cubicBezTo>
                      <a:pt x="136" y="87"/>
                      <a:pt x="135" y="90"/>
                      <a:pt x="132" y="93"/>
                    </a:cubicBezTo>
                    <a:cubicBezTo>
                      <a:pt x="127" y="99"/>
                      <a:pt x="118" y="99"/>
                      <a:pt x="112" y="93"/>
                    </a:cubicBezTo>
                    <a:cubicBezTo>
                      <a:pt x="105" y="86"/>
                      <a:pt x="109" y="75"/>
                      <a:pt x="111" y="66"/>
                    </a:cubicBezTo>
                    <a:cubicBezTo>
                      <a:pt x="112" y="60"/>
                      <a:pt x="113" y="54"/>
                      <a:pt x="115" y="48"/>
                    </a:cubicBezTo>
                    <a:cubicBezTo>
                      <a:pt x="116" y="45"/>
                      <a:pt x="116" y="43"/>
                      <a:pt x="117" y="41"/>
                    </a:cubicBezTo>
                    <a:cubicBezTo>
                      <a:pt x="117" y="39"/>
                      <a:pt x="116" y="38"/>
                      <a:pt x="116" y="36"/>
                    </a:cubicBezTo>
                    <a:cubicBezTo>
                      <a:pt x="116" y="35"/>
                      <a:pt x="116" y="34"/>
                      <a:pt x="116" y="33"/>
                    </a:cubicBezTo>
                    <a:cubicBezTo>
                      <a:pt x="116" y="34"/>
                      <a:pt x="115" y="34"/>
                      <a:pt x="115" y="34"/>
                    </a:cubicBezTo>
                    <a:cubicBezTo>
                      <a:pt x="113" y="36"/>
                      <a:pt x="112" y="39"/>
                      <a:pt x="110" y="41"/>
                    </a:cubicBezTo>
                    <a:cubicBezTo>
                      <a:pt x="107" y="48"/>
                      <a:pt x="104" y="53"/>
                      <a:pt x="101" y="60"/>
                    </a:cubicBezTo>
                    <a:cubicBezTo>
                      <a:pt x="95" y="74"/>
                      <a:pt x="91" y="89"/>
                      <a:pt x="87" y="103"/>
                    </a:cubicBezTo>
                    <a:cubicBezTo>
                      <a:pt x="80" y="128"/>
                      <a:pt x="76" y="154"/>
                      <a:pt x="73" y="180"/>
                    </a:cubicBezTo>
                    <a:cubicBezTo>
                      <a:pt x="73" y="179"/>
                      <a:pt x="73" y="179"/>
                      <a:pt x="73" y="178"/>
                    </a:cubicBezTo>
                    <a:cubicBezTo>
                      <a:pt x="71" y="193"/>
                      <a:pt x="70" y="208"/>
                      <a:pt x="68" y="223"/>
                    </a:cubicBezTo>
                    <a:cubicBezTo>
                      <a:pt x="67" y="234"/>
                      <a:pt x="66" y="245"/>
                      <a:pt x="66" y="256"/>
                    </a:cubicBezTo>
                    <a:cubicBezTo>
                      <a:pt x="64" y="284"/>
                      <a:pt x="62" y="311"/>
                      <a:pt x="60" y="339"/>
                    </a:cubicBezTo>
                    <a:cubicBezTo>
                      <a:pt x="56" y="392"/>
                      <a:pt x="51" y="445"/>
                      <a:pt x="44" y="497"/>
                    </a:cubicBezTo>
                    <a:cubicBezTo>
                      <a:pt x="42" y="510"/>
                      <a:pt x="40" y="523"/>
                      <a:pt x="38" y="536"/>
                    </a:cubicBezTo>
                    <a:cubicBezTo>
                      <a:pt x="37" y="543"/>
                      <a:pt x="36" y="550"/>
                      <a:pt x="35" y="557"/>
                    </a:cubicBezTo>
                    <a:cubicBezTo>
                      <a:pt x="35" y="561"/>
                      <a:pt x="34" y="566"/>
                      <a:pt x="32" y="570"/>
                    </a:cubicBezTo>
                    <a:cubicBezTo>
                      <a:pt x="31" y="574"/>
                      <a:pt x="29" y="577"/>
                      <a:pt x="26" y="579"/>
                    </a:cubicBezTo>
                    <a:cubicBezTo>
                      <a:pt x="23" y="582"/>
                      <a:pt x="20" y="583"/>
                      <a:pt x="16" y="584"/>
                    </a:cubicBezTo>
                    <a:cubicBezTo>
                      <a:pt x="15" y="584"/>
                      <a:pt x="15" y="584"/>
                      <a:pt x="14" y="584"/>
                    </a:cubicBezTo>
                    <a:cubicBezTo>
                      <a:pt x="9" y="584"/>
                      <a:pt x="3" y="579"/>
                      <a:pt x="2" y="5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3" name="Google Shape;2843;p31"/>
              <p:cNvSpPr/>
              <p:nvPr/>
            </p:nvSpPr>
            <p:spPr>
              <a:xfrm>
                <a:off x="682920" y="2334960"/>
                <a:ext cx="97560" cy="48960"/>
              </a:xfrm>
              <a:custGeom>
                <a:avLst/>
                <a:gdLst/>
                <a:ahLst/>
                <a:cxnLst/>
                <a:rect l="l" t="t" r="r" b="b"/>
                <a:pathLst>
                  <a:path w="271" h="136" extrusionOk="0">
                    <a:moveTo>
                      <a:pt x="3" y="128"/>
                    </a:moveTo>
                    <a:cubicBezTo>
                      <a:pt x="0" y="122"/>
                      <a:pt x="1" y="115"/>
                      <a:pt x="3" y="110"/>
                    </a:cubicBezTo>
                    <a:cubicBezTo>
                      <a:pt x="6" y="102"/>
                      <a:pt x="13" y="97"/>
                      <a:pt x="20" y="92"/>
                    </a:cubicBezTo>
                    <a:cubicBezTo>
                      <a:pt x="26" y="87"/>
                      <a:pt x="34" y="84"/>
                      <a:pt x="41" y="80"/>
                    </a:cubicBezTo>
                    <a:cubicBezTo>
                      <a:pt x="50" y="76"/>
                      <a:pt x="58" y="73"/>
                      <a:pt x="66" y="69"/>
                    </a:cubicBezTo>
                    <a:cubicBezTo>
                      <a:pt x="79" y="64"/>
                      <a:pt x="92" y="60"/>
                      <a:pt x="104" y="55"/>
                    </a:cubicBezTo>
                    <a:cubicBezTo>
                      <a:pt x="116" y="51"/>
                      <a:pt x="128" y="47"/>
                      <a:pt x="140" y="43"/>
                    </a:cubicBezTo>
                    <a:cubicBezTo>
                      <a:pt x="153" y="38"/>
                      <a:pt x="166" y="33"/>
                      <a:pt x="179" y="29"/>
                    </a:cubicBezTo>
                    <a:cubicBezTo>
                      <a:pt x="204" y="19"/>
                      <a:pt x="229" y="11"/>
                      <a:pt x="254" y="2"/>
                    </a:cubicBezTo>
                    <a:cubicBezTo>
                      <a:pt x="259" y="0"/>
                      <a:pt x="266" y="3"/>
                      <a:pt x="267" y="9"/>
                    </a:cubicBezTo>
                    <a:cubicBezTo>
                      <a:pt x="270" y="15"/>
                      <a:pt x="266" y="20"/>
                      <a:pt x="261" y="23"/>
                    </a:cubicBezTo>
                    <a:cubicBezTo>
                      <a:pt x="234" y="33"/>
                      <a:pt x="207" y="43"/>
                      <a:pt x="180" y="52"/>
                    </a:cubicBezTo>
                    <a:cubicBezTo>
                      <a:pt x="155" y="62"/>
                      <a:pt x="129" y="71"/>
                      <a:pt x="105" y="81"/>
                    </a:cubicBezTo>
                    <a:cubicBezTo>
                      <a:pt x="95" y="85"/>
                      <a:pt x="85" y="89"/>
                      <a:pt x="76" y="93"/>
                    </a:cubicBezTo>
                    <a:cubicBezTo>
                      <a:pt x="64" y="97"/>
                      <a:pt x="53" y="103"/>
                      <a:pt x="42" y="108"/>
                    </a:cubicBezTo>
                    <a:cubicBezTo>
                      <a:pt x="39" y="110"/>
                      <a:pt x="36" y="112"/>
                      <a:pt x="33" y="114"/>
                    </a:cubicBezTo>
                    <a:cubicBezTo>
                      <a:pt x="32" y="115"/>
                      <a:pt x="30" y="117"/>
                      <a:pt x="29" y="118"/>
                    </a:cubicBezTo>
                    <a:lnTo>
                      <a:pt x="28" y="119"/>
                    </a:lnTo>
                    <a:cubicBezTo>
                      <a:pt x="29" y="125"/>
                      <a:pt x="26" y="131"/>
                      <a:pt x="20" y="134"/>
                    </a:cubicBezTo>
                    <a:cubicBezTo>
                      <a:pt x="19" y="135"/>
                      <a:pt x="17" y="135"/>
                      <a:pt x="15" y="135"/>
                    </a:cubicBezTo>
                    <a:cubicBezTo>
                      <a:pt x="10" y="135"/>
                      <a:pt x="5" y="132"/>
                      <a:pt x="3" y="1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4" name="Google Shape;2844;p31"/>
              <p:cNvSpPr/>
              <p:nvPr/>
            </p:nvSpPr>
            <p:spPr>
              <a:xfrm>
                <a:off x="792720" y="2257920"/>
                <a:ext cx="80640" cy="153720"/>
              </a:xfrm>
              <a:custGeom>
                <a:avLst/>
                <a:gdLst/>
                <a:ahLst/>
                <a:cxnLst/>
                <a:rect l="l" t="t" r="r" b="b"/>
                <a:pathLst>
                  <a:path w="224" h="427" extrusionOk="0">
                    <a:moveTo>
                      <a:pt x="188" y="116"/>
                    </a:moveTo>
                    <a:cubicBezTo>
                      <a:pt x="188" y="120"/>
                      <a:pt x="187" y="123"/>
                      <a:pt x="187" y="127"/>
                    </a:cubicBezTo>
                    <a:cubicBezTo>
                      <a:pt x="187" y="128"/>
                      <a:pt x="187" y="130"/>
                      <a:pt x="187" y="131"/>
                    </a:cubicBezTo>
                    <a:cubicBezTo>
                      <a:pt x="188" y="128"/>
                      <a:pt x="189" y="124"/>
                      <a:pt x="190" y="120"/>
                    </a:cubicBezTo>
                    <a:cubicBezTo>
                      <a:pt x="190" y="116"/>
                      <a:pt x="191" y="111"/>
                      <a:pt x="193" y="106"/>
                    </a:cubicBezTo>
                    <a:cubicBezTo>
                      <a:pt x="193" y="104"/>
                      <a:pt x="193" y="102"/>
                      <a:pt x="194" y="99"/>
                    </a:cubicBezTo>
                    <a:cubicBezTo>
                      <a:pt x="194" y="92"/>
                      <a:pt x="196" y="84"/>
                      <a:pt x="197" y="76"/>
                    </a:cubicBezTo>
                    <a:lnTo>
                      <a:pt x="197" y="77"/>
                    </a:lnTo>
                    <a:cubicBezTo>
                      <a:pt x="197" y="76"/>
                      <a:pt x="197" y="76"/>
                      <a:pt x="197" y="75"/>
                    </a:cubicBezTo>
                    <a:cubicBezTo>
                      <a:pt x="197" y="70"/>
                      <a:pt x="197" y="65"/>
                      <a:pt x="198" y="60"/>
                    </a:cubicBezTo>
                    <a:lnTo>
                      <a:pt x="197" y="61"/>
                    </a:lnTo>
                    <a:cubicBezTo>
                      <a:pt x="194" y="74"/>
                      <a:pt x="191" y="88"/>
                      <a:pt x="189" y="102"/>
                    </a:cubicBezTo>
                    <a:cubicBezTo>
                      <a:pt x="190" y="102"/>
                      <a:pt x="190" y="101"/>
                      <a:pt x="190" y="100"/>
                    </a:cubicBezTo>
                    <a:cubicBezTo>
                      <a:pt x="189" y="106"/>
                      <a:pt x="189" y="110"/>
                      <a:pt x="188" y="116"/>
                    </a:cubicBezTo>
                    <a:moveTo>
                      <a:pt x="49" y="400"/>
                    </a:moveTo>
                    <a:cubicBezTo>
                      <a:pt x="50" y="400"/>
                      <a:pt x="51" y="400"/>
                      <a:pt x="52" y="400"/>
                    </a:cubicBezTo>
                    <a:cubicBezTo>
                      <a:pt x="53" y="400"/>
                      <a:pt x="54" y="399"/>
                      <a:pt x="55" y="399"/>
                    </a:cubicBezTo>
                    <a:cubicBezTo>
                      <a:pt x="56" y="399"/>
                      <a:pt x="57" y="398"/>
                      <a:pt x="59" y="398"/>
                    </a:cubicBezTo>
                    <a:cubicBezTo>
                      <a:pt x="60" y="397"/>
                      <a:pt x="61" y="396"/>
                      <a:pt x="63" y="396"/>
                    </a:cubicBezTo>
                    <a:cubicBezTo>
                      <a:pt x="65" y="395"/>
                      <a:pt x="67" y="393"/>
                      <a:pt x="69" y="392"/>
                    </a:cubicBezTo>
                    <a:cubicBezTo>
                      <a:pt x="71" y="390"/>
                      <a:pt x="73" y="389"/>
                      <a:pt x="74" y="387"/>
                    </a:cubicBezTo>
                    <a:cubicBezTo>
                      <a:pt x="78" y="383"/>
                      <a:pt x="81" y="379"/>
                      <a:pt x="85" y="375"/>
                    </a:cubicBezTo>
                    <a:cubicBezTo>
                      <a:pt x="91" y="367"/>
                      <a:pt x="96" y="358"/>
                      <a:pt x="102" y="349"/>
                    </a:cubicBezTo>
                    <a:cubicBezTo>
                      <a:pt x="114" y="327"/>
                      <a:pt x="124" y="304"/>
                      <a:pt x="134" y="282"/>
                    </a:cubicBezTo>
                    <a:cubicBezTo>
                      <a:pt x="136" y="278"/>
                      <a:pt x="138" y="273"/>
                      <a:pt x="140" y="270"/>
                    </a:cubicBezTo>
                    <a:cubicBezTo>
                      <a:pt x="140" y="269"/>
                      <a:pt x="139" y="269"/>
                      <a:pt x="139" y="269"/>
                    </a:cubicBezTo>
                    <a:cubicBezTo>
                      <a:pt x="138" y="268"/>
                      <a:pt x="137" y="267"/>
                      <a:pt x="136" y="266"/>
                    </a:cubicBezTo>
                    <a:cubicBezTo>
                      <a:pt x="134" y="264"/>
                      <a:pt x="132" y="262"/>
                      <a:pt x="130" y="260"/>
                    </a:cubicBezTo>
                    <a:cubicBezTo>
                      <a:pt x="126" y="257"/>
                      <a:pt x="122" y="255"/>
                      <a:pt x="118" y="252"/>
                    </a:cubicBezTo>
                    <a:cubicBezTo>
                      <a:pt x="116" y="252"/>
                      <a:pt x="115" y="251"/>
                      <a:pt x="113" y="250"/>
                    </a:cubicBezTo>
                    <a:cubicBezTo>
                      <a:pt x="111" y="250"/>
                      <a:pt x="109" y="248"/>
                      <a:pt x="106" y="248"/>
                    </a:cubicBezTo>
                    <a:cubicBezTo>
                      <a:pt x="106" y="248"/>
                      <a:pt x="105" y="247"/>
                      <a:pt x="104" y="247"/>
                    </a:cubicBezTo>
                    <a:cubicBezTo>
                      <a:pt x="103" y="247"/>
                      <a:pt x="103" y="247"/>
                      <a:pt x="103" y="247"/>
                    </a:cubicBezTo>
                    <a:cubicBezTo>
                      <a:pt x="102" y="247"/>
                      <a:pt x="101" y="247"/>
                      <a:pt x="99" y="248"/>
                    </a:cubicBezTo>
                    <a:cubicBezTo>
                      <a:pt x="97" y="248"/>
                      <a:pt x="95" y="248"/>
                      <a:pt x="93" y="249"/>
                    </a:cubicBezTo>
                    <a:cubicBezTo>
                      <a:pt x="89" y="250"/>
                      <a:pt x="87" y="251"/>
                      <a:pt x="84" y="252"/>
                    </a:cubicBezTo>
                    <a:cubicBezTo>
                      <a:pt x="84" y="252"/>
                      <a:pt x="85" y="252"/>
                      <a:pt x="85" y="251"/>
                    </a:cubicBezTo>
                    <a:cubicBezTo>
                      <a:pt x="82" y="252"/>
                      <a:pt x="80" y="254"/>
                      <a:pt x="77" y="255"/>
                    </a:cubicBezTo>
                    <a:cubicBezTo>
                      <a:pt x="75" y="257"/>
                      <a:pt x="74" y="258"/>
                      <a:pt x="72" y="259"/>
                    </a:cubicBezTo>
                    <a:cubicBezTo>
                      <a:pt x="73" y="258"/>
                      <a:pt x="73" y="258"/>
                      <a:pt x="74" y="258"/>
                    </a:cubicBezTo>
                    <a:cubicBezTo>
                      <a:pt x="71" y="259"/>
                      <a:pt x="70" y="261"/>
                      <a:pt x="68" y="263"/>
                    </a:cubicBezTo>
                    <a:cubicBezTo>
                      <a:pt x="65" y="265"/>
                      <a:pt x="63" y="268"/>
                      <a:pt x="60" y="271"/>
                    </a:cubicBezTo>
                    <a:cubicBezTo>
                      <a:pt x="56" y="276"/>
                      <a:pt x="53" y="281"/>
                      <a:pt x="50" y="287"/>
                    </a:cubicBezTo>
                    <a:cubicBezTo>
                      <a:pt x="46" y="294"/>
                      <a:pt x="42" y="301"/>
                      <a:pt x="39" y="308"/>
                    </a:cubicBezTo>
                    <a:cubicBezTo>
                      <a:pt x="36" y="315"/>
                      <a:pt x="34" y="323"/>
                      <a:pt x="31" y="331"/>
                    </a:cubicBezTo>
                    <a:cubicBezTo>
                      <a:pt x="31" y="335"/>
                      <a:pt x="29" y="339"/>
                      <a:pt x="29" y="344"/>
                    </a:cubicBezTo>
                    <a:cubicBezTo>
                      <a:pt x="28" y="348"/>
                      <a:pt x="28" y="352"/>
                      <a:pt x="28" y="356"/>
                    </a:cubicBezTo>
                    <a:cubicBezTo>
                      <a:pt x="28" y="359"/>
                      <a:pt x="28" y="362"/>
                      <a:pt x="29" y="365"/>
                    </a:cubicBezTo>
                    <a:cubicBezTo>
                      <a:pt x="29" y="369"/>
                      <a:pt x="30" y="373"/>
                      <a:pt x="31" y="376"/>
                    </a:cubicBezTo>
                    <a:cubicBezTo>
                      <a:pt x="32" y="381"/>
                      <a:pt x="34" y="385"/>
                      <a:pt x="36" y="389"/>
                    </a:cubicBezTo>
                    <a:cubicBezTo>
                      <a:pt x="36" y="391"/>
                      <a:pt x="37" y="392"/>
                      <a:pt x="38" y="392"/>
                    </a:cubicBezTo>
                    <a:cubicBezTo>
                      <a:pt x="38" y="393"/>
                      <a:pt x="39" y="395"/>
                      <a:pt x="39" y="396"/>
                    </a:cubicBezTo>
                    <a:cubicBezTo>
                      <a:pt x="40" y="396"/>
                      <a:pt x="41" y="396"/>
                      <a:pt x="41" y="397"/>
                    </a:cubicBezTo>
                    <a:lnTo>
                      <a:pt x="41" y="398"/>
                    </a:lnTo>
                    <a:cubicBezTo>
                      <a:pt x="42" y="398"/>
                      <a:pt x="42" y="398"/>
                      <a:pt x="43" y="398"/>
                    </a:cubicBezTo>
                    <a:cubicBezTo>
                      <a:pt x="43" y="399"/>
                      <a:pt x="43" y="399"/>
                      <a:pt x="44" y="399"/>
                    </a:cubicBezTo>
                    <a:cubicBezTo>
                      <a:pt x="45" y="399"/>
                      <a:pt x="45" y="399"/>
                      <a:pt x="46" y="400"/>
                    </a:cubicBezTo>
                    <a:lnTo>
                      <a:pt x="47" y="400"/>
                    </a:lnTo>
                    <a:cubicBezTo>
                      <a:pt x="48" y="400"/>
                      <a:pt x="49" y="400"/>
                      <a:pt x="49" y="400"/>
                    </a:cubicBezTo>
                    <a:moveTo>
                      <a:pt x="28" y="419"/>
                    </a:moveTo>
                    <a:cubicBezTo>
                      <a:pt x="22" y="415"/>
                      <a:pt x="17" y="409"/>
                      <a:pt x="14" y="402"/>
                    </a:cubicBezTo>
                    <a:cubicBezTo>
                      <a:pt x="13" y="399"/>
                      <a:pt x="11" y="395"/>
                      <a:pt x="10" y="391"/>
                    </a:cubicBezTo>
                    <a:cubicBezTo>
                      <a:pt x="8" y="386"/>
                      <a:pt x="7" y="381"/>
                      <a:pt x="6" y="376"/>
                    </a:cubicBezTo>
                    <a:cubicBezTo>
                      <a:pt x="0" y="350"/>
                      <a:pt x="6" y="322"/>
                      <a:pt x="17" y="298"/>
                    </a:cubicBezTo>
                    <a:cubicBezTo>
                      <a:pt x="27" y="275"/>
                      <a:pt x="41" y="251"/>
                      <a:pt x="61" y="236"/>
                    </a:cubicBezTo>
                    <a:cubicBezTo>
                      <a:pt x="66" y="232"/>
                      <a:pt x="72" y="230"/>
                      <a:pt x="77" y="227"/>
                    </a:cubicBezTo>
                    <a:cubicBezTo>
                      <a:pt x="83" y="225"/>
                      <a:pt x="89" y="223"/>
                      <a:pt x="95" y="222"/>
                    </a:cubicBezTo>
                    <a:cubicBezTo>
                      <a:pt x="108" y="220"/>
                      <a:pt x="121" y="225"/>
                      <a:pt x="132" y="231"/>
                    </a:cubicBezTo>
                    <a:cubicBezTo>
                      <a:pt x="138" y="234"/>
                      <a:pt x="145" y="239"/>
                      <a:pt x="151" y="244"/>
                    </a:cubicBezTo>
                    <a:cubicBezTo>
                      <a:pt x="151" y="243"/>
                      <a:pt x="151" y="242"/>
                      <a:pt x="152" y="241"/>
                    </a:cubicBezTo>
                    <a:cubicBezTo>
                      <a:pt x="151" y="241"/>
                      <a:pt x="151" y="242"/>
                      <a:pt x="151" y="242"/>
                    </a:cubicBezTo>
                    <a:cubicBezTo>
                      <a:pt x="154" y="235"/>
                      <a:pt x="157" y="227"/>
                      <a:pt x="160" y="220"/>
                    </a:cubicBezTo>
                    <a:cubicBezTo>
                      <a:pt x="162" y="216"/>
                      <a:pt x="163" y="212"/>
                      <a:pt x="165" y="208"/>
                    </a:cubicBezTo>
                    <a:cubicBezTo>
                      <a:pt x="164" y="196"/>
                      <a:pt x="163" y="184"/>
                      <a:pt x="163" y="172"/>
                    </a:cubicBezTo>
                    <a:cubicBezTo>
                      <a:pt x="163" y="164"/>
                      <a:pt x="163" y="156"/>
                      <a:pt x="163" y="148"/>
                    </a:cubicBezTo>
                    <a:cubicBezTo>
                      <a:pt x="163" y="141"/>
                      <a:pt x="163" y="134"/>
                      <a:pt x="163" y="126"/>
                    </a:cubicBezTo>
                    <a:cubicBezTo>
                      <a:pt x="163" y="120"/>
                      <a:pt x="163" y="113"/>
                      <a:pt x="164" y="107"/>
                    </a:cubicBezTo>
                    <a:cubicBezTo>
                      <a:pt x="165" y="99"/>
                      <a:pt x="166" y="92"/>
                      <a:pt x="167" y="85"/>
                    </a:cubicBezTo>
                    <a:cubicBezTo>
                      <a:pt x="168" y="75"/>
                      <a:pt x="170" y="65"/>
                      <a:pt x="173" y="55"/>
                    </a:cubicBezTo>
                    <a:cubicBezTo>
                      <a:pt x="175" y="46"/>
                      <a:pt x="177" y="38"/>
                      <a:pt x="181" y="30"/>
                    </a:cubicBezTo>
                    <a:cubicBezTo>
                      <a:pt x="183" y="22"/>
                      <a:pt x="187" y="15"/>
                      <a:pt x="191" y="8"/>
                    </a:cubicBezTo>
                    <a:cubicBezTo>
                      <a:pt x="195" y="3"/>
                      <a:pt x="201" y="0"/>
                      <a:pt x="208" y="0"/>
                    </a:cubicBezTo>
                    <a:cubicBezTo>
                      <a:pt x="215" y="0"/>
                      <a:pt x="221" y="6"/>
                      <a:pt x="222" y="13"/>
                    </a:cubicBezTo>
                    <a:cubicBezTo>
                      <a:pt x="223" y="18"/>
                      <a:pt x="222" y="24"/>
                      <a:pt x="222" y="29"/>
                    </a:cubicBezTo>
                    <a:cubicBezTo>
                      <a:pt x="222" y="33"/>
                      <a:pt x="222" y="36"/>
                      <a:pt x="222" y="40"/>
                    </a:cubicBezTo>
                    <a:cubicBezTo>
                      <a:pt x="222" y="46"/>
                      <a:pt x="222" y="52"/>
                      <a:pt x="221" y="58"/>
                    </a:cubicBezTo>
                    <a:cubicBezTo>
                      <a:pt x="221" y="65"/>
                      <a:pt x="221" y="72"/>
                      <a:pt x="219" y="79"/>
                    </a:cubicBezTo>
                    <a:cubicBezTo>
                      <a:pt x="218" y="87"/>
                      <a:pt x="217" y="94"/>
                      <a:pt x="216" y="102"/>
                    </a:cubicBezTo>
                    <a:cubicBezTo>
                      <a:pt x="215" y="107"/>
                      <a:pt x="214" y="113"/>
                      <a:pt x="213" y="119"/>
                    </a:cubicBezTo>
                    <a:cubicBezTo>
                      <a:pt x="212" y="125"/>
                      <a:pt x="211" y="131"/>
                      <a:pt x="209" y="136"/>
                    </a:cubicBezTo>
                    <a:cubicBezTo>
                      <a:pt x="206" y="150"/>
                      <a:pt x="202" y="163"/>
                      <a:pt x="198" y="177"/>
                    </a:cubicBezTo>
                    <a:cubicBezTo>
                      <a:pt x="197" y="184"/>
                      <a:pt x="195" y="191"/>
                      <a:pt x="193" y="197"/>
                    </a:cubicBezTo>
                    <a:cubicBezTo>
                      <a:pt x="191" y="201"/>
                      <a:pt x="190" y="205"/>
                      <a:pt x="189" y="209"/>
                    </a:cubicBezTo>
                    <a:cubicBezTo>
                      <a:pt x="189" y="216"/>
                      <a:pt x="189" y="223"/>
                      <a:pt x="189" y="230"/>
                    </a:cubicBezTo>
                    <a:cubicBezTo>
                      <a:pt x="190" y="256"/>
                      <a:pt x="191" y="283"/>
                      <a:pt x="191" y="309"/>
                    </a:cubicBezTo>
                    <a:cubicBezTo>
                      <a:pt x="191" y="314"/>
                      <a:pt x="191" y="318"/>
                      <a:pt x="191" y="322"/>
                    </a:cubicBezTo>
                    <a:cubicBezTo>
                      <a:pt x="191" y="331"/>
                      <a:pt x="191" y="341"/>
                      <a:pt x="191" y="351"/>
                    </a:cubicBezTo>
                    <a:cubicBezTo>
                      <a:pt x="190" y="358"/>
                      <a:pt x="184" y="364"/>
                      <a:pt x="177" y="363"/>
                    </a:cubicBezTo>
                    <a:cubicBezTo>
                      <a:pt x="170" y="363"/>
                      <a:pt x="164" y="356"/>
                      <a:pt x="165" y="349"/>
                    </a:cubicBezTo>
                    <a:cubicBezTo>
                      <a:pt x="165" y="339"/>
                      <a:pt x="166" y="328"/>
                      <a:pt x="166" y="318"/>
                    </a:cubicBezTo>
                    <a:cubicBezTo>
                      <a:pt x="166" y="314"/>
                      <a:pt x="166" y="309"/>
                      <a:pt x="166" y="304"/>
                    </a:cubicBezTo>
                    <a:cubicBezTo>
                      <a:pt x="164" y="305"/>
                      <a:pt x="161" y="305"/>
                      <a:pt x="159" y="304"/>
                    </a:cubicBezTo>
                    <a:cubicBezTo>
                      <a:pt x="156" y="303"/>
                      <a:pt x="154" y="301"/>
                      <a:pt x="152" y="300"/>
                    </a:cubicBezTo>
                    <a:cubicBezTo>
                      <a:pt x="148" y="311"/>
                      <a:pt x="142" y="323"/>
                      <a:pt x="137" y="334"/>
                    </a:cubicBezTo>
                    <a:cubicBezTo>
                      <a:pt x="129" y="351"/>
                      <a:pt x="120" y="367"/>
                      <a:pt x="110" y="383"/>
                    </a:cubicBezTo>
                    <a:cubicBezTo>
                      <a:pt x="105" y="390"/>
                      <a:pt x="99" y="396"/>
                      <a:pt x="94" y="403"/>
                    </a:cubicBezTo>
                    <a:cubicBezTo>
                      <a:pt x="88" y="409"/>
                      <a:pt x="81" y="414"/>
                      <a:pt x="73" y="419"/>
                    </a:cubicBezTo>
                    <a:cubicBezTo>
                      <a:pt x="66" y="423"/>
                      <a:pt x="59" y="425"/>
                      <a:pt x="50" y="426"/>
                    </a:cubicBezTo>
                    <a:lnTo>
                      <a:pt x="49" y="426"/>
                    </a:lnTo>
                    <a:cubicBezTo>
                      <a:pt x="41" y="426"/>
                      <a:pt x="34" y="423"/>
                      <a:pt x="28" y="4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5" name="Google Shape;2845;p31"/>
              <p:cNvSpPr/>
              <p:nvPr/>
            </p:nvSpPr>
            <p:spPr>
              <a:xfrm>
                <a:off x="896400" y="2310120"/>
                <a:ext cx="96120" cy="183240"/>
              </a:xfrm>
              <a:custGeom>
                <a:avLst/>
                <a:gdLst/>
                <a:ahLst/>
                <a:cxnLst/>
                <a:rect l="l" t="t" r="r" b="b"/>
                <a:pathLst>
                  <a:path w="267" h="509" extrusionOk="0">
                    <a:moveTo>
                      <a:pt x="108" y="482"/>
                    </a:moveTo>
                    <a:cubicBezTo>
                      <a:pt x="109" y="482"/>
                      <a:pt x="110" y="482"/>
                      <a:pt x="111" y="482"/>
                    </a:cubicBezTo>
                    <a:lnTo>
                      <a:pt x="110" y="482"/>
                    </a:lnTo>
                    <a:cubicBezTo>
                      <a:pt x="110" y="482"/>
                      <a:pt x="111" y="482"/>
                      <a:pt x="112" y="482"/>
                    </a:cubicBezTo>
                    <a:cubicBezTo>
                      <a:pt x="114" y="481"/>
                      <a:pt x="116" y="481"/>
                      <a:pt x="117" y="480"/>
                    </a:cubicBezTo>
                    <a:cubicBezTo>
                      <a:pt x="118" y="479"/>
                      <a:pt x="118" y="479"/>
                      <a:pt x="119" y="479"/>
                    </a:cubicBezTo>
                    <a:cubicBezTo>
                      <a:pt x="120" y="478"/>
                      <a:pt x="120" y="478"/>
                      <a:pt x="121" y="478"/>
                    </a:cubicBezTo>
                    <a:cubicBezTo>
                      <a:pt x="121" y="477"/>
                      <a:pt x="123" y="476"/>
                      <a:pt x="123" y="476"/>
                    </a:cubicBezTo>
                    <a:cubicBezTo>
                      <a:pt x="123" y="476"/>
                      <a:pt x="122" y="476"/>
                      <a:pt x="122" y="477"/>
                    </a:cubicBezTo>
                    <a:cubicBezTo>
                      <a:pt x="123" y="476"/>
                      <a:pt x="123" y="476"/>
                      <a:pt x="123" y="475"/>
                    </a:cubicBezTo>
                    <a:cubicBezTo>
                      <a:pt x="123" y="475"/>
                      <a:pt x="124" y="475"/>
                      <a:pt x="124" y="474"/>
                    </a:cubicBezTo>
                    <a:lnTo>
                      <a:pt x="125" y="472"/>
                    </a:lnTo>
                    <a:cubicBezTo>
                      <a:pt x="125" y="472"/>
                      <a:pt x="124" y="473"/>
                      <a:pt x="124" y="474"/>
                    </a:cubicBezTo>
                    <a:cubicBezTo>
                      <a:pt x="125" y="472"/>
                      <a:pt x="125" y="471"/>
                      <a:pt x="125" y="471"/>
                    </a:cubicBezTo>
                    <a:cubicBezTo>
                      <a:pt x="126" y="468"/>
                      <a:pt x="127" y="465"/>
                      <a:pt x="127" y="463"/>
                    </a:cubicBezTo>
                    <a:cubicBezTo>
                      <a:pt x="127" y="459"/>
                      <a:pt x="128" y="456"/>
                      <a:pt x="128" y="452"/>
                    </a:cubicBezTo>
                    <a:cubicBezTo>
                      <a:pt x="128" y="448"/>
                      <a:pt x="128" y="444"/>
                      <a:pt x="129" y="440"/>
                    </a:cubicBezTo>
                    <a:cubicBezTo>
                      <a:pt x="130" y="433"/>
                      <a:pt x="129" y="426"/>
                      <a:pt x="129" y="419"/>
                    </a:cubicBezTo>
                    <a:cubicBezTo>
                      <a:pt x="129" y="412"/>
                      <a:pt x="128" y="405"/>
                      <a:pt x="128" y="398"/>
                    </a:cubicBezTo>
                    <a:cubicBezTo>
                      <a:pt x="128" y="395"/>
                      <a:pt x="127" y="392"/>
                      <a:pt x="127" y="389"/>
                    </a:cubicBezTo>
                    <a:cubicBezTo>
                      <a:pt x="127" y="386"/>
                      <a:pt x="126" y="383"/>
                      <a:pt x="125" y="380"/>
                    </a:cubicBezTo>
                    <a:cubicBezTo>
                      <a:pt x="122" y="354"/>
                      <a:pt x="117" y="327"/>
                      <a:pt x="114" y="301"/>
                    </a:cubicBezTo>
                    <a:cubicBezTo>
                      <a:pt x="112" y="303"/>
                      <a:pt x="111" y="306"/>
                      <a:pt x="109" y="309"/>
                    </a:cubicBezTo>
                    <a:cubicBezTo>
                      <a:pt x="101" y="323"/>
                      <a:pt x="93" y="337"/>
                      <a:pt x="88" y="351"/>
                    </a:cubicBezTo>
                    <a:cubicBezTo>
                      <a:pt x="83" y="360"/>
                      <a:pt x="81" y="369"/>
                      <a:pt x="78" y="379"/>
                    </a:cubicBezTo>
                    <a:cubicBezTo>
                      <a:pt x="76" y="386"/>
                      <a:pt x="74" y="393"/>
                      <a:pt x="73" y="401"/>
                    </a:cubicBezTo>
                    <a:cubicBezTo>
                      <a:pt x="72" y="405"/>
                      <a:pt x="72" y="410"/>
                      <a:pt x="72" y="415"/>
                    </a:cubicBezTo>
                    <a:cubicBezTo>
                      <a:pt x="72" y="422"/>
                      <a:pt x="73" y="428"/>
                      <a:pt x="74" y="435"/>
                    </a:cubicBezTo>
                    <a:cubicBezTo>
                      <a:pt x="75" y="441"/>
                      <a:pt x="76" y="447"/>
                      <a:pt x="78" y="453"/>
                    </a:cubicBezTo>
                    <a:cubicBezTo>
                      <a:pt x="78" y="456"/>
                      <a:pt x="79" y="458"/>
                      <a:pt x="79" y="460"/>
                    </a:cubicBezTo>
                    <a:cubicBezTo>
                      <a:pt x="81" y="462"/>
                      <a:pt x="82" y="464"/>
                      <a:pt x="83" y="467"/>
                    </a:cubicBezTo>
                    <a:cubicBezTo>
                      <a:pt x="84" y="468"/>
                      <a:pt x="85" y="469"/>
                      <a:pt x="86" y="471"/>
                    </a:cubicBezTo>
                    <a:cubicBezTo>
                      <a:pt x="87" y="472"/>
                      <a:pt x="88" y="473"/>
                      <a:pt x="89" y="474"/>
                    </a:cubicBezTo>
                    <a:cubicBezTo>
                      <a:pt x="90" y="475"/>
                      <a:pt x="91" y="476"/>
                      <a:pt x="92" y="477"/>
                    </a:cubicBezTo>
                    <a:cubicBezTo>
                      <a:pt x="93" y="478"/>
                      <a:pt x="95" y="478"/>
                      <a:pt x="96" y="479"/>
                    </a:cubicBezTo>
                    <a:cubicBezTo>
                      <a:pt x="96" y="480"/>
                      <a:pt x="97" y="480"/>
                      <a:pt x="99" y="481"/>
                    </a:cubicBezTo>
                    <a:cubicBezTo>
                      <a:pt x="98" y="481"/>
                      <a:pt x="97" y="480"/>
                      <a:pt x="97" y="480"/>
                    </a:cubicBezTo>
                    <a:cubicBezTo>
                      <a:pt x="98" y="481"/>
                      <a:pt x="99" y="481"/>
                      <a:pt x="100" y="481"/>
                    </a:cubicBezTo>
                    <a:cubicBezTo>
                      <a:pt x="102" y="482"/>
                      <a:pt x="103" y="482"/>
                      <a:pt x="104" y="482"/>
                    </a:cubicBezTo>
                    <a:cubicBezTo>
                      <a:pt x="105" y="482"/>
                      <a:pt x="106" y="482"/>
                      <a:pt x="108" y="482"/>
                    </a:cubicBezTo>
                    <a:moveTo>
                      <a:pt x="85" y="503"/>
                    </a:moveTo>
                    <a:cubicBezTo>
                      <a:pt x="78" y="500"/>
                      <a:pt x="72" y="494"/>
                      <a:pt x="67" y="488"/>
                    </a:cubicBezTo>
                    <a:cubicBezTo>
                      <a:pt x="62" y="482"/>
                      <a:pt x="58" y="475"/>
                      <a:pt x="56" y="469"/>
                    </a:cubicBezTo>
                    <a:cubicBezTo>
                      <a:pt x="53" y="461"/>
                      <a:pt x="51" y="452"/>
                      <a:pt x="50" y="443"/>
                    </a:cubicBezTo>
                    <a:cubicBezTo>
                      <a:pt x="48" y="435"/>
                      <a:pt x="47" y="426"/>
                      <a:pt x="47" y="418"/>
                    </a:cubicBezTo>
                    <a:cubicBezTo>
                      <a:pt x="47" y="409"/>
                      <a:pt x="49" y="400"/>
                      <a:pt x="50" y="390"/>
                    </a:cubicBezTo>
                    <a:cubicBezTo>
                      <a:pt x="57" y="355"/>
                      <a:pt x="74" y="321"/>
                      <a:pt x="93" y="291"/>
                    </a:cubicBezTo>
                    <a:cubicBezTo>
                      <a:pt x="98" y="282"/>
                      <a:pt x="104" y="274"/>
                      <a:pt x="110" y="265"/>
                    </a:cubicBezTo>
                    <a:cubicBezTo>
                      <a:pt x="109" y="261"/>
                      <a:pt x="109" y="257"/>
                      <a:pt x="109" y="253"/>
                    </a:cubicBezTo>
                    <a:cubicBezTo>
                      <a:pt x="108" y="246"/>
                      <a:pt x="107" y="240"/>
                      <a:pt x="107" y="234"/>
                    </a:cubicBezTo>
                    <a:cubicBezTo>
                      <a:pt x="107" y="228"/>
                      <a:pt x="107" y="224"/>
                      <a:pt x="107" y="219"/>
                    </a:cubicBezTo>
                    <a:cubicBezTo>
                      <a:pt x="106" y="206"/>
                      <a:pt x="106" y="193"/>
                      <a:pt x="106" y="180"/>
                    </a:cubicBezTo>
                    <a:cubicBezTo>
                      <a:pt x="106" y="167"/>
                      <a:pt x="106" y="154"/>
                      <a:pt x="107" y="141"/>
                    </a:cubicBezTo>
                    <a:cubicBezTo>
                      <a:pt x="108" y="133"/>
                      <a:pt x="109" y="124"/>
                      <a:pt x="109" y="116"/>
                    </a:cubicBezTo>
                    <a:cubicBezTo>
                      <a:pt x="107" y="120"/>
                      <a:pt x="105" y="124"/>
                      <a:pt x="103" y="128"/>
                    </a:cubicBezTo>
                    <a:cubicBezTo>
                      <a:pt x="93" y="147"/>
                      <a:pt x="82" y="167"/>
                      <a:pt x="66" y="182"/>
                    </a:cubicBezTo>
                    <a:cubicBezTo>
                      <a:pt x="61" y="187"/>
                      <a:pt x="55" y="193"/>
                      <a:pt x="48" y="196"/>
                    </a:cubicBezTo>
                    <a:cubicBezTo>
                      <a:pt x="41" y="199"/>
                      <a:pt x="33" y="199"/>
                      <a:pt x="26" y="196"/>
                    </a:cubicBezTo>
                    <a:cubicBezTo>
                      <a:pt x="19" y="194"/>
                      <a:pt x="14" y="188"/>
                      <a:pt x="12" y="182"/>
                    </a:cubicBezTo>
                    <a:cubicBezTo>
                      <a:pt x="9" y="176"/>
                      <a:pt x="8" y="170"/>
                      <a:pt x="7" y="165"/>
                    </a:cubicBezTo>
                    <a:cubicBezTo>
                      <a:pt x="5" y="153"/>
                      <a:pt x="3" y="140"/>
                      <a:pt x="2" y="127"/>
                    </a:cubicBezTo>
                    <a:cubicBezTo>
                      <a:pt x="1" y="115"/>
                      <a:pt x="0" y="102"/>
                      <a:pt x="0" y="88"/>
                    </a:cubicBezTo>
                    <a:cubicBezTo>
                      <a:pt x="0" y="81"/>
                      <a:pt x="0" y="73"/>
                      <a:pt x="0" y="66"/>
                    </a:cubicBezTo>
                    <a:cubicBezTo>
                      <a:pt x="0" y="59"/>
                      <a:pt x="0" y="53"/>
                      <a:pt x="1" y="47"/>
                    </a:cubicBezTo>
                    <a:cubicBezTo>
                      <a:pt x="1" y="43"/>
                      <a:pt x="1" y="39"/>
                      <a:pt x="2" y="35"/>
                    </a:cubicBezTo>
                    <a:cubicBezTo>
                      <a:pt x="2" y="28"/>
                      <a:pt x="4" y="19"/>
                      <a:pt x="11" y="16"/>
                    </a:cubicBezTo>
                    <a:cubicBezTo>
                      <a:pt x="15" y="14"/>
                      <a:pt x="19" y="14"/>
                      <a:pt x="23" y="16"/>
                    </a:cubicBezTo>
                    <a:cubicBezTo>
                      <a:pt x="27" y="18"/>
                      <a:pt x="29" y="22"/>
                      <a:pt x="30" y="26"/>
                    </a:cubicBezTo>
                    <a:cubicBezTo>
                      <a:pt x="30" y="28"/>
                      <a:pt x="30" y="29"/>
                      <a:pt x="30" y="31"/>
                    </a:cubicBezTo>
                    <a:cubicBezTo>
                      <a:pt x="29" y="32"/>
                      <a:pt x="29" y="32"/>
                      <a:pt x="29" y="34"/>
                    </a:cubicBezTo>
                    <a:cubicBezTo>
                      <a:pt x="28" y="38"/>
                      <a:pt x="27" y="43"/>
                      <a:pt x="26" y="48"/>
                    </a:cubicBezTo>
                    <a:lnTo>
                      <a:pt x="26" y="47"/>
                    </a:lnTo>
                    <a:cubicBezTo>
                      <a:pt x="26" y="54"/>
                      <a:pt x="25" y="60"/>
                      <a:pt x="25" y="67"/>
                    </a:cubicBezTo>
                    <a:cubicBezTo>
                      <a:pt x="25" y="74"/>
                      <a:pt x="25" y="82"/>
                      <a:pt x="25" y="90"/>
                    </a:cubicBezTo>
                    <a:cubicBezTo>
                      <a:pt x="25" y="98"/>
                      <a:pt x="25" y="106"/>
                      <a:pt x="26" y="115"/>
                    </a:cubicBezTo>
                    <a:cubicBezTo>
                      <a:pt x="26" y="120"/>
                      <a:pt x="26" y="125"/>
                      <a:pt x="27" y="129"/>
                    </a:cubicBezTo>
                    <a:cubicBezTo>
                      <a:pt x="28" y="134"/>
                      <a:pt x="28" y="139"/>
                      <a:pt x="29" y="143"/>
                    </a:cubicBezTo>
                    <a:cubicBezTo>
                      <a:pt x="30" y="151"/>
                      <a:pt x="31" y="158"/>
                      <a:pt x="33" y="165"/>
                    </a:cubicBezTo>
                    <a:cubicBezTo>
                      <a:pt x="33" y="167"/>
                      <a:pt x="34" y="169"/>
                      <a:pt x="35" y="171"/>
                    </a:cubicBezTo>
                    <a:lnTo>
                      <a:pt x="35" y="170"/>
                    </a:lnTo>
                    <a:cubicBezTo>
                      <a:pt x="35" y="171"/>
                      <a:pt x="35" y="171"/>
                      <a:pt x="35" y="172"/>
                    </a:cubicBezTo>
                    <a:lnTo>
                      <a:pt x="36" y="172"/>
                    </a:lnTo>
                    <a:lnTo>
                      <a:pt x="37" y="172"/>
                    </a:lnTo>
                    <a:cubicBezTo>
                      <a:pt x="37" y="172"/>
                      <a:pt x="38" y="172"/>
                      <a:pt x="39" y="171"/>
                    </a:cubicBezTo>
                    <a:cubicBezTo>
                      <a:pt x="39" y="172"/>
                      <a:pt x="38" y="172"/>
                      <a:pt x="38" y="172"/>
                    </a:cubicBezTo>
                    <a:cubicBezTo>
                      <a:pt x="39" y="171"/>
                      <a:pt x="39" y="171"/>
                      <a:pt x="39" y="171"/>
                    </a:cubicBezTo>
                    <a:cubicBezTo>
                      <a:pt x="40" y="171"/>
                      <a:pt x="41" y="170"/>
                      <a:pt x="42" y="169"/>
                    </a:cubicBezTo>
                    <a:cubicBezTo>
                      <a:pt x="45" y="167"/>
                      <a:pt x="47" y="165"/>
                      <a:pt x="50" y="162"/>
                    </a:cubicBezTo>
                    <a:cubicBezTo>
                      <a:pt x="54" y="158"/>
                      <a:pt x="58" y="154"/>
                      <a:pt x="61" y="149"/>
                    </a:cubicBezTo>
                    <a:cubicBezTo>
                      <a:pt x="61" y="150"/>
                      <a:pt x="61" y="150"/>
                      <a:pt x="61" y="150"/>
                    </a:cubicBezTo>
                    <a:lnTo>
                      <a:pt x="61" y="149"/>
                    </a:lnTo>
                    <a:lnTo>
                      <a:pt x="62" y="148"/>
                    </a:lnTo>
                    <a:lnTo>
                      <a:pt x="61" y="149"/>
                    </a:lnTo>
                    <a:cubicBezTo>
                      <a:pt x="65" y="144"/>
                      <a:pt x="69" y="139"/>
                      <a:pt x="72" y="133"/>
                    </a:cubicBezTo>
                    <a:cubicBezTo>
                      <a:pt x="80" y="120"/>
                      <a:pt x="87" y="106"/>
                      <a:pt x="94" y="92"/>
                    </a:cubicBezTo>
                    <a:cubicBezTo>
                      <a:pt x="101" y="77"/>
                      <a:pt x="107" y="62"/>
                      <a:pt x="114" y="48"/>
                    </a:cubicBezTo>
                    <a:cubicBezTo>
                      <a:pt x="117" y="41"/>
                      <a:pt x="119" y="35"/>
                      <a:pt x="121" y="29"/>
                    </a:cubicBezTo>
                    <a:cubicBezTo>
                      <a:pt x="123" y="26"/>
                      <a:pt x="124" y="23"/>
                      <a:pt x="125" y="20"/>
                    </a:cubicBezTo>
                    <a:cubicBezTo>
                      <a:pt x="126" y="16"/>
                      <a:pt x="127" y="12"/>
                      <a:pt x="129" y="8"/>
                    </a:cubicBezTo>
                    <a:cubicBezTo>
                      <a:pt x="132" y="3"/>
                      <a:pt x="138" y="0"/>
                      <a:pt x="143" y="1"/>
                    </a:cubicBezTo>
                    <a:cubicBezTo>
                      <a:pt x="149" y="3"/>
                      <a:pt x="155" y="9"/>
                      <a:pt x="154" y="15"/>
                    </a:cubicBezTo>
                    <a:cubicBezTo>
                      <a:pt x="153" y="24"/>
                      <a:pt x="150" y="34"/>
                      <a:pt x="148" y="43"/>
                    </a:cubicBezTo>
                    <a:cubicBezTo>
                      <a:pt x="146" y="51"/>
                      <a:pt x="145" y="59"/>
                      <a:pt x="143" y="66"/>
                    </a:cubicBezTo>
                    <a:cubicBezTo>
                      <a:pt x="141" y="74"/>
                      <a:pt x="139" y="82"/>
                      <a:pt x="138" y="90"/>
                    </a:cubicBezTo>
                    <a:cubicBezTo>
                      <a:pt x="136" y="98"/>
                      <a:pt x="135" y="107"/>
                      <a:pt x="134" y="116"/>
                    </a:cubicBezTo>
                    <a:cubicBezTo>
                      <a:pt x="134" y="122"/>
                      <a:pt x="133" y="129"/>
                      <a:pt x="132" y="135"/>
                    </a:cubicBezTo>
                    <a:cubicBezTo>
                      <a:pt x="132" y="141"/>
                      <a:pt x="131" y="146"/>
                      <a:pt x="131" y="152"/>
                    </a:cubicBezTo>
                    <a:cubicBezTo>
                      <a:pt x="131" y="165"/>
                      <a:pt x="131" y="178"/>
                      <a:pt x="130" y="192"/>
                    </a:cubicBezTo>
                    <a:cubicBezTo>
                      <a:pt x="130" y="206"/>
                      <a:pt x="131" y="220"/>
                      <a:pt x="131" y="235"/>
                    </a:cubicBezTo>
                    <a:cubicBezTo>
                      <a:pt x="134" y="231"/>
                      <a:pt x="135" y="228"/>
                      <a:pt x="138" y="225"/>
                    </a:cubicBezTo>
                    <a:cubicBezTo>
                      <a:pt x="140" y="222"/>
                      <a:pt x="142" y="219"/>
                      <a:pt x="145" y="216"/>
                    </a:cubicBezTo>
                    <a:cubicBezTo>
                      <a:pt x="151" y="207"/>
                      <a:pt x="157" y="198"/>
                      <a:pt x="164" y="189"/>
                    </a:cubicBezTo>
                    <a:cubicBezTo>
                      <a:pt x="169" y="183"/>
                      <a:pt x="173" y="178"/>
                      <a:pt x="177" y="172"/>
                    </a:cubicBezTo>
                    <a:cubicBezTo>
                      <a:pt x="180" y="169"/>
                      <a:pt x="181" y="167"/>
                      <a:pt x="183" y="165"/>
                    </a:cubicBezTo>
                    <a:cubicBezTo>
                      <a:pt x="190" y="156"/>
                      <a:pt x="197" y="147"/>
                      <a:pt x="203" y="139"/>
                    </a:cubicBezTo>
                    <a:cubicBezTo>
                      <a:pt x="209" y="130"/>
                      <a:pt x="216" y="122"/>
                      <a:pt x="223" y="113"/>
                    </a:cubicBezTo>
                    <a:cubicBezTo>
                      <a:pt x="230" y="103"/>
                      <a:pt x="238" y="93"/>
                      <a:pt x="247" y="82"/>
                    </a:cubicBezTo>
                    <a:cubicBezTo>
                      <a:pt x="250" y="78"/>
                      <a:pt x="256" y="76"/>
                      <a:pt x="261" y="79"/>
                    </a:cubicBezTo>
                    <a:cubicBezTo>
                      <a:pt x="265" y="83"/>
                      <a:pt x="266" y="89"/>
                      <a:pt x="264" y="93"/>
                    </a:cubicBezTo>
                    <a:cubicBezTo>
                      <a:pt x="251" y="110"/>
                      <a:pt x="238" y="127"/>
                      <a:pt x="225" y="144"/>
                    </a:cubicBezTo>
                    <a:cubicBezTo>
                      <a:pt x="216" y="155"/>
                      <a:pt x="208" y="167"/>
                      <a:pt x="199" y="178"/>
                    </a:cubicBezTo>
                    <a:cubicBezTo>
                      <a:pt x="199" y="178"/>
                      <a:pt x="200" y="178"/>
                      <a:pt x="200" y="177"/>
                    </a:cubicBezTo>
                    <a:cubicBezTo>
                      <a:pt x="194" y="186"/>
                      <a:pt x="187" y="194"/>
                      <a:pt x="181" y="203"/>
                    </a:cubicBezTo>
                    <a:cubicBezTo>
                      <a:pt x="177" y="209"/>
                      <a:pt x="173" y="215"/>
                      <a:pt x="168" y="221"/>
                    </a:cubicBezTo>
                    <a:cubicBezTo>
                      <a:pt x="166" y="223"/>
                      <a:pt x="164" y="226"/>
                      <a:pt x="162" y="229"/>
                    </a:cubicBezTo>
                    <a:cubicBezTo>
                      <a:pt x="155" y="239"/>
                      <a:pt x="148" y="249"/>
                      <a:pt x="142" y="259"/>
                    </a:cubicBezTo>
                    <a:cubicBezTo>
                      <a:pt x="139" y="262"/>
                      <a:pt x="136" y="266"/>
                      <a:pt x="134" y="270"/>
                    </a:cubicBezTo>
                    <a:cubicBezTo>
                      <a:pt x="134" y="277"/>
                      <a:pt x="135" y="283"/>
                      <a:pt x="135" y="289"/>
                    </a:cubicBezTo>
                    <a:lnTo>
                      <a:pt x="135" y="288"/>
                    </a:lnTo>
                    <a:lnTo>
                      <a:pt x="135" y="289"/>
                    </a:lnTo>
                    <a:cubicBezTo>
                      <a:pt x="135" y="290"/>
                      <a:pt x="136" y="291"/>
                      <a:pt x="136" y="292"/>
                    </a:cubicBezTo>
                    <a:cubicBezTo>
                      <a:pt x="136" y="294"/>
                      <a:pt x="136" y="296"/>
                      <a:pt x="136" y="298"/>
                    </a:cubicBezTo>
                    <a:cubicBezTo>
                      <a:pt x="137" y="302"/>
                      <a:pt x="138" y="306"/>
                      <a:pt x="138" y="309"/>
                    </a:cubicBezTo>
                    <a:cubicBezTo>
                      <a:pt x="139" y="316"/>
                      <a:pt x="141" y="323"/>
                      <a:pt x="141" y="329"/>
                    </a:cubicBezTo>
                    <a:cubicBezTo>
                      <a:pt x="143" y="341"/>
                      <a:pt x="145" y="354"/>
                      <a:pt x="148" y="366"/>
                    </a:cubicBezTo>
                    <a:cubicBezTo>
                      <a:pt x="149" y="377"/>
                      <a:pt x="151" y="390"/>
                      <a:pt x="152" y="402"/>
                    </a:cubicBezTo>
                    <a:cubicBezTo>
                      <a:pt x="152" y="408"/>
                      <a:pt x="153" y="414"/>
                      <a:pt x="153" y="419"/>
                    </a:cubicBezTo>
                    <a:cubicBezTo>
                      <a:pt x="153" y="426"/>
                      <a:pt x="153" y="432"/>
                      <a:pt x="153" y="438"/>
                    </a:cubicBezTo>
                    <a:cubicBezTo>
                      <a:pt x="153" y="437"/>
                      <a:pt x="153" y="437"/>
                      <a:pt x="153" y="436"/>
                    </a:cubicBezTo>
                    <a:cubicBezTo>
                      <a:pt x="153" y="442"/>
                      <a:pt x="153" y="449"/>
                      <a:pt x="152" y="454"/>
                    </a:cubicBezTo>
                    <a:cubicBezTo>
                      <a:pt x="151" y="465"/>
                      <a:pt x="151" y="476"/>
                      <a:pt x="146" y="487"/>
                    </a:cubicBezTo>
                    <a:cubicBezTo>
                      <a:pt x="139" y="500"/>
                      <a:pt x="122" y="508"/>
                      <a:pt x="107" y="508"/>
                    </a:cubicBezTo>
                    <a:cubicBezTo>
                      <a:pt x="99" y="508"/>
                      <a:pt x="92" y="506"/>
                      <a:pt x="85" y="50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6" name="Google Shape;2846;p31"/>
              <p:cNvSpPr/>
              <p:nvPr/>
            </p:nvSpPr>
            <p:spPr>
              <a:xfrm>
                <a:off x="173520" y="2121120"/>
                <a:ext cx="86040" cy="140760"/>
              </a:xfrm>
              <a:custGeom>
                <a:avLst/>
                <a:gdLst/>
                <a:ahLst/>
                <a:cxnLst/>
                <a:rect l="l" t="t" r="r" b="b"/>
                <a:pathLst>
                  <a:path w="239" h="391" extrusionOk="0">
                    <a:moveTo>
                      <a:pt x="10" y="388"/>
                    </a:moveTo>
                    <a:cubicBezTo>
                      <a:pt x="4" y="386"/>
                      <a:pt x="0" y="377"/>
                      <a:pt x="4" y="372"/>
                    </a:cubicBezTo>
                    <a:cubicBezTo>
                      <a:pt x="11" y="359"/>
                      <a:pt x="19" y="346"/>
                      <a:pt x="27" y="334"/>
                    </a:cubicBezTo>
                    <a:cubicBezTo>
                      <a:pt x="34" y="321"/>
                      <a:pt x="41" y="310"/>
                      <a:pt x="48" y="298"/>
                    </a:cubicBezTo>
                    <a:cubicBezTo>
                      <a:pt x="61" y="276"/>
                      <a:pt x="74" y="254"/>
                      <a:pt x="88" y="233"/>
                    </a:cubicBezTo>
                    <a:cubicBezTo>
                      <a:pt x="98" y="218"/>
                      <a:pt x="107" y="203"/>
                      <a:pt x="117" y="187"/>
                    </a:cubicBezTo>
                    <a:cubicBezTo>
                      <a:pt x="125" y="175"/>
                      <a:pt x="133" y="161"/>
                      <a:pt x="141" y="148"/>
                    </a:cubicBezTo>
                    <a:cubicBezTo>
                      <a:pt x="140" y="148"/>
                      <a:pt x="140" y="148"/>
                      <a:pt x="140" y="148"/>
                    </a:cubicBezTo>
                    <a:cubicBezTo>
                      <a:pt x="165" y="103"/>
                      <a:pt x="188" y="56"/>
                      <a:pt x="211" y="10"/>
                    </a:cubicBezTo>
                    <a:cubicBezTo>
                      <a:pt x="214" y="3"/>
                      <a:pt x="222" y="0"/>
                      <a:pt x="229" y="4"/>
                    </a:cubicBezTo>
                    <a:cubicBezTo>
                      <a:pt x="235" y="7"/>
                      <a:pt x="238" y="15"/>
                      <a:pt x="235" y="21"/>
                    </a:cubicBezTo>
                    <a:cubicBezTo>
                      <a:pt x="227" y="36"/>
                      <a:pt x="220" y="50"/>
                      <a:pt x="212" y="64"/>
                    </a:cubicBezTo>
                    <a:cubicBezTo>
                      <a:pt x="207" y="76"/>
                      <a:pt x="201" y="87"/>
                      <a:pt x="195" y="98"/>
                    </a:cubicBezTo>
                    <a:cubicBezTo>
                      <a:pt x="183" y="121"/>
                      <a:pt x="170" y="144"/>
                      <a:pt x="157" y="167"/>
                    </a:cubicBezTo>
                    <a:cubicBezTo>
                      <a:pt x="142" y="191"/>
                      <a:pt x="127" y="216"/>
                      <a:pt x="111" y="240"/>
                    </a:cubicBezTo>
                    <a:cubicBezTo>
                      <a:pt x="97" y="263"/>
                      <a:pt x="83" y="285"/>
                      <a:pt x="69" y="307"/>
                    </a:cubicBezTo>
                    <a:cubicBezTo>
                      <a:pt x="65" y="314"/>
                      <a:pt x="61" y="322"/>
                      <a:pt x="56" y="329"/>
                    </a:cubicBezTo>
                    <a:cubicBezTo>
                      <a:pt x="46" y="346"/>
                      <a:pt x="36" y="365"/>
                      <a:pt x="27" y="383"/>
                    </a:cubicBezTo>
                    <a:cubicBezTo>
                      <a:pt x="25" y="387"/>
                      <a:pt x="20" y="390"/>
                      <a:pt x="16" y="390"/>
                    </a:cubicBezTo>
                    <a:cubicBezTo>
                      <a:pt x="13" y="390"/>
                      <a:pt x="11" y="390"/>
                      <a:pt x="10" y="3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7" name="Google Shape;2847;p31"/>
              <p:cNvSpPr/>
              <p:nvPr/>
            </p:nvSpPr>
            <p:spPr>
              <a:xfrm>
                <a:off x="235800" y="2178000"/>
                <a:ext cx="48240" cy="7020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195" extrusionOk="0">
                    <a:moveTo>
                      <a:pt x="64" y="194"/>
                    </a:moveTo>
                    <a:cubicBezTo>
                      <a:pt x="60" y="193"/>
                      <a:pt x="58" y="191"/>
                      <a:pt x="56" y="188"/>
                    </a:cubicBezTo>
                    <a:cubicBezTo>
                      <a:pt x="53" y="184"/>
                      <a:pt x="53" y="181"/>
                      <a:pt x="54" y="177"/>
                    </a:cubicBezTo>
                    <a:cubicBezTo>
                      <a:pt x="59" y="159"/>
                      <a:pt x="64" y="142"/>
                      <a:pt x="69" y="124"/>
                    </a:cubicBezTo>
                    <a:cubicBezTo>
                      <a:pt x="65" y="128"/>
                      <a:pt x="62" y="131"/>
                      <a:pt x="58" y="134"/>
                    </a:cubicBezTo>
                    <a:cubicBezTo>
                      <a:pt x="50" y="141"/>
                      <a:pt x="42" y="148"/>
                      <a:pt x="33" y="153"/>
                    </a:cubicBezTo>
                    <a:cubicBezTo>
                      <a:pt x="30" y="155"/>
                      <a:pt x="27" y="157"/>
                      <a:pt x="23" y="158"/>
                    </a:cubicBezTo>
                    <a:cubicBezTo>
                      <a:pt x="20" y="159"/>
                      <a:pt x="16" y="160"/>
                      <a:pt x="13" y="159"/>
                    </a:cubicBezTo>
                    <a:cubicBezTo>
                      <a:pt x="9" y="159"/>
                      <a:pt x="6" y="158"/>
                      <a:pt x="4" y="155"/>
                    </a:cubicBezTo>
                    <a:cubicBezTo>
                      <a:pt x="2" y="152"/>
                      <a:pt x="0" y="148"/>
                      <a:pt x="0" y="144"/>
                    </a:cubicBezTo>
                    <a:cubicBezTo>
                      <a:pt x="0" y="138"/>
                      <a:pt x="3" y="133"/>
                      <a:pt x="5" y="127"/>
                    </a:cubicBezTo>
                    <a:cubicBezTo>
                      <a:pt x="7" y="124"/>
                      <a:pt x="9" y="120"/>
                      <a:pt x="10" y="116"/>
                    </a:cubicBezTo>
                    <a:cubicBezTo>
                      <a:pt x="18" y="98"/>
                      <a:pt x="25" y="80"/>
                      <a:pt x="32" y="61"/>
                    </a:cubicBezTo>
                    <a:cubicBezTo>
                      <a:pt x="36" y="53"/>
                      <a:pt x="41" y="44"/>
                      <a:pt x="45" y="35"/>
                    </a:cubicBezTo>
                    <a:cubicBezTo>
                      <a:pt x="48" y="31"/>
                      <a:pt x="50" y="27"/>
                      <a:pt x="52" y="24"/>
                    </a:cubicBezTo>
                    <a:cubicBezTo>
                      <a:pt x="56" y="18"/>
                      <a:pt x="59" y="14"/>
                      <a:pt x="63" y="10"/>
                    </a:cubicBezTo>
                    <a:cubicBezTo>
                      <a:pt x="67" y="6"/>
                      <a:pt x="72" y="3"/>
                      <a:pt x="77" y="1"/>
                    </a:cubicBezTo>
                    <a:cubicBezTo>
                      <a:pt x="80" y="1"/>
                      <a:pt x="82" y="0"/>
                      <a:pt x="84" y="0"/>
                    </a:cubicBezTo>
                    <a:cubicBezTo>
                      <a:pt x="87" y="1"/>
                      <a:pt x="90" y="1"/>
                      <a:pt x="92" y="2"/>
                    </a:cubicBezTo>
                    <a:cubicBezTo>
                      <a:pt x="99" y="4"/>
                      <a:pt x="102" y="13"/>
                      <a:pt x="100" y="19"/>
                    </a:cubicBezTo>
                    <a:cubicBezTo>
                      <a:pt x="98" y="26"/>
                      <a:pt x="90" y="29"/>
                      <a:pt x="83" y="27"/>
                    </a:cubicBezTo>
                    <a:lnTo>
                      <a:pt x="83" y="28"/>
                    </a:lnTo>
                    <a:cubicBezTo>
                      <a:pt x="82" y="28"/>
                      <a:pt x="81" y="28"/>
                      <a:pt x="81" y="29"/>
                    </a:cubicBezTo>
                    <a:cubicBezTo>
                      <a:pt x="80" y="30"/>
                      <a:pt x="79" y="31"/>
                      <a:pt x="78" y="32"/>
                    </a:cubicBezTo>
                    <a:cubicBezTo>
                      <a:pt x="74" y="37"/>
                      <a:pt x="71" y="42"/>
                      <a:pt x="69" y="47"/>
                    </a:cubicBezTo>
                    <a:cubicBezTo>
                      <a:pt x="65" y="52"/>
                      <a:pt x="62" y="58"/>
                      <a:pt x="59" y="64"/>
                    </a:cubicBezTo>
                    <a:cubicBezTo>
                      <a:pt x="56" y="70"/>
                      <a:pt x="53" y="76"/>
                      <a:pt x="51" y="82"/>
                    </a:cubicBezTo>
                    <a:cubicBezTo>
                      <a:pt x="46" y="93"/>
                      <a:pt x="42" y="103"/>
                      <a:pt x="38" y="114"/>
                    </a:cubicBezTo>
                    <a:cubicBezTo>
                      <a:pt x="38" y="116"/>
                      <a:pt x="37" y="117"/>
                      <a:pt x="36" y="120"/>
                    </a:cubicBezTo>
                    <a:cubicBezTo>
                      <a:pt x="44" y="113"/>
                      <a:pt x="51" y="107"/>
                      <a:pt x="59" y="100"/>
                    </a:cubicBezTo>
                    <a:cubicBezTo>
                      <a:pt x="58" y="101"/>
                      <a:pt x="58" y="101"/>
                      <a:pt x="58" y="102"/>
                    </a:cubicBezTo>
                    <a:cubicBezTo>
                      <a:pt x="60" y="99"/>
                      <a:pt x="62" y="97"/>
                      <a:pt x="65" y="95"/>
                    </a:cubicBezTo>
                    <a:cubicBezTo>
                      <a:pt x="67" y="92"/>
                      <a:pt x="69" y="89"/>
                      <a:pt x="71" y="86"/>
                    </a:cubicBezTo>
                    <a:cubicBezTo>
                      <a:pt x="75" y="82"/>
                      <a:pt x="79" y="77"/>
                      <a:pt x="83" y="71"/>
                    </a:cubicBezTo>
                    <a:cubicBezTo>
                      <a:pt x="85" y="68"/>
                      <a:pt x="87" y="64"/>
                      <a:pt x="90" y="61"/>
                    </a:cubicBezTo>
                    <a:cubicBezTo>
                      <a:pt x="92" y="54"/>
                      <a:pt x="94" y="49"/>
                      <a:pt x="96" y="42"/>
                    </a:cubicBezTo>
                    <a:cubicBezTo>
                      <a:pt x="98" y="39"/>
                      <a:pt x="99" y="35"/>
                      <a:pt x="101" y="31"/>
                    </a:cubicBezTo>
                    <a:cubicBezTo>
                      <a:pt x="103" y="25"/>
                      <a:pt x="105" y="19"/>
                      <a:pt x="109" y="15"/>
                    </a:cubicBezTo>
                    <a:cubicBezTo>
                      <a:pt x="113" y="11"/>
                      <a:pt x="119" y="9"/>
                      <a:pt x="125" y="12"/>
                    </a:cubicBezTo>
                    <a:cubicBezTo>
                      <a:pt x="130" y="14"/>
                      <a:pt x="133" y="21"/>
                      <a:pt x="132" y="26"/>
                    </a:cubicBezTo>
                    <a:cubicBezTo>
                      <a:pt x="130" y="35"/>
                      <a:pt x="126" y="43"/>
                      <a:pt x="122" y="52"/>
                    </a:cubicBezTo>
                    <a:cubicBezTo>
                      <a:pt x="120" y="57"/>
                      <a:pt x="117" y="63"/>
                      <a:pt x="113" y="69"/>
                    </a:cubicBezTo>
                    <a:cubicBezTo>
                      <a:pt x="103" y="98"/>
                      <a:pt x="93" y="128"/>
                      <a:pt x="85" y="158"/>
                    </a:cubicBezTo>
                    <a:cubicBezTo>
                      <a:pt x="85" y="158"/>
                      <a:pt x="85" y="157"/>
                      <a:pt x="85" y="156"/>
                    </a:cubicBezTo>
                    <a:cubicBezTo>
                      <a:pt x="83" y="165"/>
                      <a:pt x="81" y="174"/>
                      <a:pt x="78" y="183"/>
                    </a:cubicBezTo>
                    <a:cubicBezTo>
                      <a:pt x="77" y="189"/>
                      <a:pt x="72" y="194"/>
                      <a:pt x="66" y="194"/>
                    </a:cubicBezTo>
                    <a:cubicBezTo>
                      <a:pt x="65" y="194"/>
                      <a:pt x="65" y="194"/>
                      <a:pt x="64" y="1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8" name="Google Shape;2848;p31"/>
              <p:cNvSpPr/>
              <p:nvPr/>
            </p:nvSpPr>
            <p:spPr>
              <a:xfrm>
                <a:off x="148680" y="2147400"/>
                <a:ext cx="52200" cy="63720"/>
              </a:xfrm>
              <a:custGeom>
                <a:avLst/>
                <a:gdLst/>
                <a:ahLst/>
                <a:cxnLst/>
                <a:rect l="l" t="t" r="r" b="b"/>
                <a:pathLst>
                  <a:path w="145" h="177" extrusionOk="0">
                    <a:moveTo>
                      <a:pt x="52" y="50"/>
                    </a:moveTo>
                    <a:cubicBezTo>
                      <a:pt x="55" y="50"/>
                      <a:pt x="57" y="50"/>
                      <a:pt x="60" y="50"/>
                    </a:cubicBezTo>
                    <a:cubicBezTo>
                      <a:pt x="61" y="50"/>
                      <a:pt x="62" y="49"/>
                      <a:pt x="63" y="49"/>
                    </a:cubicBezTo>
                    <a:cubicBezTo>
                      <a:pt x="66" y="44"/>
                      <a:pt x="69" y="39"/>
                      <a:pt x="73" y="34"/>
                    </a:cubicBezTo>
                    <a:cubicBezTo>
                      <a:pt x="75" y="32"/>
                      <a:pt x="76" y="30"/>
                      <a:pt x="78" y="29"/>
                    </a:cubicBezTo>
                    <a:cubicBezTo>
                      <a:pt x="76" y="28"/>
                      <a:pt x="75" y="28"/>
                      <a:pt x="74" y="28"/>
                    </a:cubicBezTo>
                    <a:cubicBezTo>
                      <a:pt x="71" y="27"/>
                      <a:pt x="68" y="26"/>
                      <a:pt x="64" y="26"/>
                    </a:cubicBezTo>
                    <a:cubicBezTo>
                      <a:pt x="62" y="25"/>
                      <a:pt x="61" y="25"/>
                      <a:pt x="58" y="25"/>
                    </a:cubicBezTo>
                    <a:cubicBezTo>
                      <a:pt x="56" y="25"/>
                      <a:pt x="54" y="25"/>
                      <a:pt x="51" y="26"/>
                    </a:cubicBezTo>
                    <a:cubicBezTo>
                      <a:pt x="48" y="26"/>
                      <a:pt x="46" y="27"/>
                      <a:pt x="42" y="28"/>
                    </a:cubicBezTo>
                    <a:cubicBezTo>
                      <a:pt x="40" y="28"/>
                      <a:pt x="38" y="29"/>
                      <a:pt x="36" y="30"/>
                    </a:cubicBezTo>
                    <a:lnTo>
                      <a:pt x="34" y="31"/>
                    </a:lnTo>
                    <a:cubicBezTo>
                      <a:pt x="32" y="32"/>
                      <a:pt x="31" y="33"/>
                      <a:pt x="30" y="34"/>
                    </a:cubicBezTo>
                    <a:cubicBezTo>
                      <a:pt x="29" y="34"/>
                      <a:pt x="29" y="34"/>
                      <a:pt x="29" y="34"/>
                    </a:cubicBezTo>
                    <a:cubicBezTo>
                      <a:pt x="29" y="35"/>
                      <a:pt x="28" y="35"/>
                      <a:pt x="27" y="36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29" y="35"/>
                      <a:pt x="29" y="35"/>
                      <a:pt x="29" y="35"/>
                    </a:cubicBezTo>
                    <a:lnTo>
                      <a:pt x="28" y="35"/>
                    </a:lnTo>
                    <a:cubicBezTo>
                      <a:pt x="29" y="35"/>
                      <a:pt x="29" y="35"/>
                      <a:pt x="29" y="34"/>
                    </a:cubicBezTo>
                    <a:cubicBezTo>
                      <a:pt x="29" y="35"/>
                      <a:pt x="28" y="35"/>
                      <a:pt x="28" y="35"/>
                    </a:cubicBezTo>
                    <a:cubicBezTo>
                      <a:pt x="27" y="35"/>
                      <a:pt x="27" y="36"/>
                      <a:pt x="27" y="36"/>
                    </a:cubicBezTo>
                    <a:cubicBezTo>
                      <a:pt x="27" y="37"/>
                      <a:pt x="27" y="37"/>
                      <a:pt x="27" y="37"/>
                    </a:cubicBezTo>
                    <a:lnTo>
                      <a:pt x="27" y="38"/>
                    </a:lnTo>
                    <a:lnTo>
                      <a:pt x="27" y="39"/>
                    </a:lnTo>
                    <a:cubicBezTo>
                      <a:pt x="27" y="39"/>
                      <a:pt x="27" y="40"/>
                      <a:pt x="27" y="41"/>
                    </a:cubicBezTo>
                    <a:lnTo>
                      <a:pt x="27" y="40"/>
                    </a:lnTo>
                    <a:cubicBezTo>
                      <a:pt x="27" y="41"/>
                      <a:pt x="28" y="41"/>
                      <a:pt x="28" y="42"/>
                    </a:cubicBezTo>
                    <a:cubicBezTo>
                      <a:pt x="29" y="42"/>
                      <a:pt x="29" y="42"/>
                      <a:pt x="29" y="43"/>
                    </a:cubicBezTo>
                    <a:cubicBezTo>
                      <a:pt x="30" y="43"/>
                      <a:pt x="30" y="43"/>
                      <a:pt x="31" y="44"/>
                    </a:cubicBezTo>
                    <a:lnTo>
                      <a:pt x="30" y="44"/>
                    </a:lnTo>
                    <a:cubicBezTo>
                      <a:pt x="31" y="44"/>
                      <a:pt x="31" y="44"/>
                      <a:pt x="31" y="44"/>
                    </a:cubicBezTo>
                    <a:cubicBezTo>
                      <a:pt x="32" y="45"/>
                      <a:pt x="32" y="45"/>
                      <a:pt x="32" y="45"/>
                    </a:cubicBezTo>
                    <a:lnTo>
                      <a:pt x="31" y="44"/>
                    </a:lnTo>
                    <a:cubicBezTo>
                      <a:pt x="32" y="45"/>
                      <a:pt x="33" y="45"/>
                      <a:pt x="33" y="46"/>
                    </a:cubicBezTo>
                    <a:cubicBezTo>
                      <a:pt x="34" y="46"/>
                      <a:pt x="36" y="47"/>
                      <a:pt x="37" y="48"/>
                    </a:cubicBezTo>
                    <a:cubicBezTo>
                      <a:pt x="39" y="48"/>
                      <a:pt x="40" y="49"/>
                      <a:pt x="41" y="49"/>
                    </a:cubicBezTo>
                    <a:cubicBezTo>
                      <a:pt x="43" y="49"/>
                      <a:pt x="45" y="50"/>
                      <a:pt x="47" y="50"/>
                    </a:cubicBezTo>
                    <a:cubicBezTo>
                      <a:pt x="48" y="50"/>
                      <a:pt x="50" y="50"/>
                      <a:pt x="52" y="50"/>
                    </a:cubicBezTo>
                    <a:moveTo>
                      <a:pt x="96" y="123"/>
                    </a:moveTo>
                    <a:cubicBezTo>
                      <a:pt x="100" y="120"/>
                      <a:pt x="104" y="117"/>
                      <a:pt x="107" y="114"/>
                    </a:cubicBezTo>
                    <a:cubicBezTo>
                      <a:pt x="110" y="108"/>
                      <a:pt x="112" y="101"/>
                      <a:pt x="114" y="94"/>
                    </a:cubicBezTo>
                    <a:cubicBezTo>
                      <a:pt x="114" y="95"/>
                      <a:pt x="114" y="95"/>
                      <a:pt x="114" y="96"/>
                    </a:cubicBezTo>
                    <a:cubicBezTo>
                      <a:pt x="115" y="91"/>
                      <a:pt x="116" y="87"/>
                      <a:pt x="117" y="82"/>
                    </a:cubicBezTo>
                    <a:cubicBezTo>
                      <a:pt x="117" y="80"/>
                      <a:pt x="117" y="77"/>
                      <a:pt x="117" y="74"/>
                    </a:cubicBezTo>
                    <a:cubicBezTo>
                      <a:pt x="117" y="73"/>
                      <a:pt x="117" y="71"/>
                      <a:pt x="117" y="69"/>
                    </a:cubicBezTo>
                    <a:cubicBezTo>
                      <a:pt x="117" y="67"/>
                      <a:pt x="116" y="66"/>
                      <a:pt x="116" y="64"/>
                    </a:cubicBezTo>
                    <a:cubicBezTo>
                      <a:pt x="115" y="63"/>
                      <a:pt x="115" y="61"/>
                      <a:pt x="114" y="59"/>
                    </a:cubicBezTo>
                    <a:cubicBezTo>
                      <a:pt x="114" y="58"/>
                      <a:pt x="113" y="56"/>
                      <a:pt x="112" y="55"/>
                    </a:cubicBezTo>
                    <a:cubicBezTo>
                      <a:pt x="108" y="57"/>
                      <a:pt x="104" y="59"/>
                      <a:pt x="100" y="61"/>
                    </a:cubicBezTo>
                    <a:cubicBezTo>
                      <a:pt x="97" y="63"/>
                      <a:pt x="93" y="65"/>
                      <a:pt x="89" y="67"/>
                    </a:cubicBezTo>
                    <a:cubicBezTo>
                      <a:pt x="90" y="67"/>
                      <a:pt x="90" y="67"/>
                      <a:pt x="91" y="68"/>
                    </a:cubicBezTo>
                    <a:cubicBezTo>
                      <a:pt x="95" y="71"/>
                      <a:pt x="98" y="76"/>
                      <a:pt x="98" y="81"/>
                    </a:cubicBezTo>
                    <a:cubicBezTo>
                      <a:pt x="100" y="87"/>
                      <a:pt x="100" y="92"/>
                      <a:pt x="100" y="98"/>
                    </a:cubicBezTo>
                    <a:cubicBezTo>
                      <a:pt x="104" y="102"/>
                      <a:pt x="105" y="109"/>
                      <a:pt x="101" y="115"/>
                    </a:cubicBezTo>
                    <a:cubicBezTo>
                      <a:pt x="100" y="117"/>
                      <a:pt x="99" y="119"/>
                      <a:pt x="98" y="121"/>
                    </a:cubicBezTo>
                    <a:lnTo>
                      <a:pt x="98" y="120"/>
                    </a:lnTo>
                    <a:cubicBezTo>
                      <a:pt x="98" y="121"/>
                      <a:pt x="98" y="121"/>
                      <a:pt x="97" y="122"/>
                    </a:cubicBezTo>
                    <a:cubicBezTo>
                      <a:pt x="97" y="122"/>
                      <a:pt x="97" y="123"/>
                      <a:pt x="96" y="123"/>
                    </a:cubicBezTo>
                    <a:moveTo>
                      <a:pt x="64" y="140"/>
                    </a:moveTo>
                    <a:cubicBezTo>
                      <a:pt x="65" y="140"/>
                      <a:pt x="66" y="140"/>
                      <a:pt x="68" y="140"/>
                    </a:cubicBezTo>
                    <a:cubicBezTo>
                      <a:pt x="69" y="140"/>
                      <a:pt x="71" y="139"/>
                      <a:pt x="73" y="139"/>
                    </a:cubicBezTo>
                    <a:cubicBezTo>
                      <a:pt x="73" y="138"/>
                      <a:pt x="73" y="138"/>
                      <a:pt x="74" y="138"/>
                    </a:cubicBezTo>
                    <a:cubicBezTo>
                      <a:pt x="75" y="138"/>
                      <a:pt x="77" y="137"/>
                      <a:pt x="78" y="136"/>
                    </a:cubicBezTo>
                    <a:cubicBezTo>
                      <a:pt x="82" y="134"/>
                      <a:pt x="85" y="132"/>
                      <a:pt x="89" y="130"/>
                    </a:cubicBezTo>
                    <a:lnTo>
                      <a:pt x="88" y="130"/>
                    </a:lnTo>
                    <a:cubicBezTo>
                      <a:pt x="85" y="131"/>
                      <a:pt x="80" y="130"/>
                      <a:pt x="76" y="128"/>
                    </a:cubicBezTo>
                    <a:cubicBezTo>
                      <a:pt x="73" y="125"/>
                      <a:pt x="71" y="121"/>
                      <a:pt x="71" y="116"/>
                    </a:cubicBezTo>
                    <a:cubicBezTo>
                      <a:pt x="71" y="112"/>
                      <a:pt x="72" y="108"/>
                      <a:pt x="72" y="104"/>
                    </a:cubicBezTo>
                    <a:cubicBezTo>
                      <a:pt x="73" y="102"/>
                      <a:pt x="73" y="101"/>
                      <a:pt x="73" y="100"/>
                    </a:cubicBezTo>
                    <a:cubicBezTo>
                      <a:pt x="72" y="101"/>
                      <a:pt x="72" y="102"/>
                      <a:pt x="72" y="102"/>
                    </a:cubicBezTo>
                    <a:cubicBezTo>
                      <a:pt x="71" y="104"/>
                      <a:pt x="69" y="106"/>
                      <a:pt x="68" y="109"/>
                    </a:cubicBezTo>
                    <a:cubicBezTo>
                      <a:pt x="68" y="111"/>
                      <a:pt x="66" y="113"/>
                      <a:pt x="66" y="116"/>
                    </a:cubicBezTo>
                    <a:cubicBezTo>
                      <a:pt x="65" y="120"/>
                      <a:pt x="64" y="123"/>
                      <a:pt x="64" y="127"/>
                    </a:cubicBezTo>
                    <a:cubicBezTo>
                      <a:pt x="64" y="130"/>
                      <a:pt x="63" y="133"/>
                      <a:pt x="63" y="136"/>
                    </a:cubicBezTo>
                    <a:cubicBezTo>
                      <a:pt x="63" y="137"/>
                      <a:pt x="63" y="139"/>
                      <a:pt x="64" y="140"/>
                    </a:cubicBezTo>
                    <a:moveTo>
                      <a:pt x="60" y="175"/>
                    </a:moveTo>
                    <a:cubicBezTo>
                      <a:pt x="55" y="173"/>
                      <a:pt x="51" y="169"/>
                      <a:pt x="47" y="165"/>
                    </a:cubicBezTo>
                    <a:cubicBezTo>
                      <a:pt x="44" y="162"/>
                      <a:pt x="42" y="159"/>
                      <a:pt x="41" y="155"/>
                    </a:cubicBezTo>
                    <a:lnTo>
                      <a:pt x="40" y="154"/>
                    </a:lnTo>
                    <a:cubicBezTo>
                      <a:pt x="39" y="152"/>
                      <a:pt x="37" y="148"/>
                      <a:pt x="37" y="145"/>
                    </a:cubicBezTo>
                    <a:cubicBezTo>
                      <a:pt x="36" y="141"/>
                      <a:pt x="35" y="137"/>
                      <a:pt x="35" y="133"/>
                    </a:cubicBezTo>
                    <a:cubicBezTo>
                      <a:pt x="34" y="124"/>
                      <a:pt x="36" y="116"/>
                      <a:pt x="38" y="107"/>
                    </a:cubicBezTo>
                    <a:cubicBezTo>
                      <a:pt x="40" y="98"/>
                      <a:pt x="44" y="90"/>
                      <a:pt x="47" y="81"/>
                    </a:cubicBezTo>
                    <a:cubicBezTo>
                      <a:pt x="48" y="80"/>
                      <a:pt x="49" y="77"/>
                      <a:pt x="50" y="76"/>
                    </a:cubicBezTo>
                    <a:lnTo>
                      <a:pt x="49" y="76"/>
                    </a:lnTo>
                    <a:cubicBezTo>
                      <a:pt x="40" y="76"/>
                      <a:pt x="32" y="73"/>
                      <a:pt x="25" y="70"/>
                    </a:cubicBezTo>
                    <a:cubicBezTo>
                      <a:pt x="17" y="66"/>
                      <a:pt x="11" y="61"/>
                      <a:pt x="6" y="55"/>
                    </a:cubicBezTo>
                    <a:cubicBezTo>
                      <a:pt x="2" y="49"/>
                      <a:pt x="0" y="41"/>
                      <a:pt x="2" y="34"/>
                    </a:cubicBezTo>
                    <a:cubicBezTo>
                      <a:pt x="3" y="26"/>
                      <a:pt x="8" y="19"/>
                      <a:pt x="14" y="14"/>
                    </a:cubicBezTo>
                    <a:cubicBezTo>
                      <a:pt x="27" y="4"/>
                      <a:pt x="46" y="0"/>
                      <a:pt x="62" y="1"/>
                    </a:cubicBezTo>
                    <a:cubicBezTo>
                      <a:pt x="76" y="2"/>
                      <a:pt x="89" y="6"/>
                      <a:pt x="101" y="13"/>
                    </a:cubicBezTo>
                    <a:cubicBezTo>
                      <a:pt x="105" y="12"/>
                      <a:pt x="109" y="12"/>
                      <a:pt x="113" y="13"/>
                    </a:cubicBezTo>
                    <a:cubicBezTo>
                      <a:pt x="120" y="14"/>
                      <a:pt x="126" y="20"/>
                      <a:pt x="128" y="27"/>
                    </a:cubicBezTo>
                    <a:cubicBezTo>
                      <a:pt x="128" y="29"/>
                      <a:pt x="128" y="32"/>
                      <a:pt x="128" y="35"/>
                    </a:cubicBezTo>
                    <a:cubicBezTo>
                      <a:pt x="133" y="42"/>
                      <a:pt x="138" y="49"/>
                      <a:pt x="140" y="58"/>
                    </a:cubicBezTo>
                    <a:cubicBezTo>
                      <a:pt x="144" y="74"/>
                      <a:pt x="142" y="90"/>
                      <a:pt x="137" y="105"/>
                    </a:cubicBezTo>
                    <a:cubicBezTo>
                      <a:pt x="140" y="110"/>
                      <a:pt x="139" y="116"/>
                      <a:pt x="135" y="121"/>
                    </a:cubicBezTo>
                    <a:cubicBezTo>
                      <a:pt x="133" y="123"/>
                      <a:pt x="131" y="125"/>
                      <a:pt x="129" y="127"/>
                    </a:cubicBezTo>
                    <a:cubicBezTo>
                      <a:pt x="127" y="130"/>
                      <a:pt x="126" y="134"/>
                      <a:pt x="124" y="137"/>
                    </a:cubicBezTo>
                    <a:cubicBezTo>
                      <a:pt x="119" y="145"/>
                      <a:pt x="114" y="152"/>
                      <a:pt x="107" y="159"/>
                    </a:cubicBezTo>
                    <a:cubicBezTo>
                      <a:pt x="98" y="166"/>
                      <a:pt x="88" y="173"/>
                      <a:pt x="76" y="176"/>
                    </a:cubicBezTo>
                    <a:cubicBezTo>
                      <a:pt x="75" y="176"/>
                      <a:pt x="72" y="176"/>
                      <a:pt x="71" y="176"/>
                    </a:cubicBezTo>
                    <a:cubicBezTo>
                      <a:pt x="67" y="176"/>
                      <a:pt x="64" y="176"/>
                      <a:pt x="60" y="17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849" name="Google Shape;2849;p31"/>
            <p:cNvGrpSpPr/>
            <p:nvPr/>
          </p:nvGrpSpPr>
          <p:grpSpPr>
            <a:xfrm>
              <a:off x="-2353038" y="2360040"/>
              <a:ext cx="3149761" cy="2128238"/>
              <a:chOff x="3131640" y="4042440"/>
              <a:chExt cx="1464120" cy="989280"/>
            </a:xfrm>
          </p:grpSpPr>
          <p:sp>
            <p:nvSpPr>
              <p:cNvPr id="2850" name="Google Shape;2850;p31"/>
              <p:cNvSpPr/>
              <p:nvPr/>
            </p:nvSpPr>
            <p:spPr>
              <a:xfrm>
                <a:off x="3785040" y="4059720"/>
                <a:ext cx="13320" cy="820440"/>
              </a:xfrm>
              <a:custGeom>
                <a:avLst/>
                <a:gdLst/>
                <a:ahLst/>
                <a:cxnLst/>
                <a:rect l="l" t="t" r="r" b="b"/>
                <a:pathLst>
                  <a:path w="37" h="2279" extrusionOk="0">
                    <a:moveTo>
                      <a:pt x="0" y="2268"/>
                    </a:moveTo>
                    <a:cubicBezTo>
                      <a:pt x="0" y="2260"/>
                      <a:pt x="1" y="2251"/>
                      <a:pt x="1" y="2243"/>
                    </a:cubicBezTo>
                    <a:cubicBezTo>
                      <a:pt x="1" y="2232"/>
                      <a:pt x="1" y="2220"/>
                      <a:pt x="1" y="2208"/>
                    </a:cubicBezTo>
                    <a:cubicBezTo>
                      <a:pt x="1" y="2184"/>
                      <a:pt x="2" y="2160"/>
                      <a:pt x="2" y="2136"/>
                    </a:cubicBezTo>
                    <a:cubicBezTo>
                      <a:pt x="3" y="2087"/>
                      <a:pt x="3" y="2038"/>
                      <a:pt x="3" y="1990"/>
                    </a:cubicBezTo>
                    <a:cubicBezTo>
                      <a:pt x="4" y="1897"/>
                      <a:pt x="4" y="1803"/>
                      <a:pt x="6" y="1710"/>
                    </a:cubicBezTo>
                    <a:cubicBezTo>
                      <a:pt x="6" y="1614"/>
                      <a:pt x="6" y="1518"/>
                      <a:pt x="7" y="1422"/>
                    </a:cubicBezTo>
                    <a:cubicBezTo>
                      <a:pt x="8" y="1375"/>
                      <a:pt x="8" y="1327"/>
                      <a:pt x="8" y="1280"/>
                    </a:cubicBezTo>
                    <a:cubicBezTo>
                      <a:pt x="8" y="1232"/>
                      <a:pt x="9" y="1183"/>
                      <a:pt x="10" y="1135"/>
                    </a:cubicBezTo>
                    <a:cubicBezTo>
                      <a:pt x="10" y="1037"/>
                      <a:pt x="11" y="940"/>
                      <a:pt x="12" y="842"/>
                    </a:cubicBezTo>
                    <a:cubicBezTo>
                      <a:pt x="13" y="745"/>
                      <a:pt x="13" y="648"/>
                      <a:pt x="14" y="551"/>
                    </a:cubicBezTo>
                    <a:cubicBezTo>
                      <a:pt x="14" y="456"/>
                      <a:pt x="15" y="361"/>
                      <a:pt x="15" y="266"/>
                    </a:cubicBezTo>
                    <a:cubicBezTo>
                      <a:pt x="15" y="221"/>
                      <a:pt x="16" y="177"/>
                      <a:pt x="16" y="132"/>
                    </a:cubicBezTo>
                    <a:cubicBezTo>
                      <a:pt x="16" y="111"/>
                      <a:pt x="16" y="90"/>
                      <a:pt x="16" y="69"/>
                    </a:cubicBezTo>
                    <a:cubicBezTo>
                      <a:pt x="17" y="50"/>
                      <a:pt x="17" y="30"/>
                      <a:pt x="17" y="10"/>
                    </a:cubicBezTo>
                    <a:cubicBezTo>
                      <a:pt x="17" y="4"/>
                      <a:pt x="21" y="0"/>
                      <a:pt x="26" y="0"/>
                    </a:cubicBezTo>
                    <a:cubicBezTo>
                      <a:pt x="31" y="0"/>
                      <a:pt x="36" y="4"/>
                      <a:pt x="36" y="10"/>
                    </a:cubicBezTo>
                    <a:cubicBezTo>
                      <a:pt x="35" y="31"/>
                      <a:pt x="35" y="52"/>
                      <a:pt x="35" y="73"/>
                    </a:cubicBezTo>
                    <a:cubicBezTo>
                      <a:pt x="35" y="96"/>
                      <a:pt x="34" y="120"/>
                      <a:pt x="34" y="142"/>
                    </a:cubicBezTo>
                    <a:cubicBezTo>
                      <a:pt x="34" y="189"/>
                      <a:pt x="34" y="236"/>
                      <a:pt x="33" y="283"/>
                    </a:cubicBezTo>
                    <a:cubicBezTo>
                      <a:pt x="32" y="378"/>
                      <a:pt x="31" y="474"/>
                      <a:pt x="31" y="569"/>
                    </a:cubicBezTo>
                    <a:cubicBezTo>
                      <a:pt x="29" y="668"/>
                      <a:pt x="29" y="766"/>
                      <a:pt x="28" y="864"/>
                    </a:cubicBezTo>
                    <a:cubicBezTo>
                      <a:pt x="28" y="959"/>
                      <a:pt x="27" y="1055"/>
                      <a:pt x="27" y="1150"/>
                    </a:cubicBezTo>
                    <a:cubicBezTo>
                      <a:pt x="26" y="1246"/>
                      <a:pt x="25" y="1341"/>
                      <a:pt x="25" y="1437"/>
                    </a:cubicBezTo>
                    <a:cubicBezTo>
                      <a:pt x="24" y="1534"/>
                      <a:pt x="23" y="1630"/>
                      <a:pt x="22" y="1727"/>
                    </a:cubicBezTo>
                    <a:cubicBezTo>
                      <a:pt x="22" y="1821"/>
                      <a:pt x="21" y="1915"/>
                      <a:pt x="21" y="2009"/>
                    </a:cubicBezTo>
                    <a:cubicBezTo>
                      <a:pt x="20" y="2053"/>
                      <a:pt x="20" y="2098"/>
                      <a:pt x="20" y="2142"/>
                    </a:cubicBezTo>
                    <a:cubicBezTo>
                      <a:pt x="20" y="2166"/>
                      <a:pt x="20" y="2190"/>
                      <a:pt x="20" y="2213"/>
                    </a:cubicBezTo>
                    <a:cubicBezTo>
                      <a:pt x="20" y="2224"/>
                      <a:pt x="20" y="2234"/>
                      <a:pt x="20" y="2245"/>
                    </a:cubicBezTo>
                    <a:cubicBezTo>
                      <a:pt x="20" y="2250"/>
                      <a:pt x="20" y="2254"/>
                      <a:pt x="20" y="2259"/>
                    </a:cubicBezTo>
                    <a:cubicBezTo>
                      <a:pt x="20" y="2262"/>
                      <a:pt x="20" y="2265"/>
                      <a:pt x="20" y="2268"/>
                    </a:cubicBezTo>
                    <a:cubicBezTo>
                      <a:pt x="20" y="2273"/>
                      <a:pt x="15" y="2278"/>
                      <a:pt x="10" y="2278"/>
                    </a:cubicBezTo>
                    <a:cubicBezTo>
                      <a:pt x="5" y="2278"/>
                      <a:pt x="0" y="2273"/>
                      <a:pt x="0" y="226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1" name="Google Shape;2851;p31"/>
              <p:cNvSpPr/>
              <p:nvPr/>
            </p:nvSpPr>
            <p:spPr>
              <a:xfrm>
                <a:off x="3775320" y="4042440"/>
                <a:ext cx="31320" cy="82080"/>
              </a:xfrm>
              <a:custGeom>
                <a:avLst/>
                <a:gdLst/>
                <a:ahLst/>
                <a:cxnLst/>
                <a:rect l="l" t="t" r="r" b="b"/>
                <a:pathLst>
                  <a:path w="87" h="228" extrusionOk="0">
                    <a:moveTo>
                      <a:pt x="3" y="222"/>
                    </a:moveTo>
                    <a:cubicBezTo>
                      <a:pt x="2" y="220"/>
                      <a:pt x="0" y="218"/>
                      <a:pt x="0" y="215"/>
                    </a:cubicBezTo>
                    <a:cubicBezTo>
                      <a:pt x="0" y="212"/>
                      <a:pt x="0" y="209"/>
                      <a:pt x="0" y="206"/>
                    </a:cubicBezTo>
                    <a:cubicBezTo>
                      <a:pt x="0" y="200"/>
                      <a:pt x="2" y="193"/>
                      <a:pt x="3" y="186"/>
                    </a:cubicBezTo>
                    <a:cubicBezTo>
                      <a:pt x="4" y="180"/>
                      <a:pt x="5" y="175"/>
                      <a:pt x="6" y="169"/>
                    </a:cubicBezTo>
                    <a:cubicBezTo>
                      <a:pt x="9" y="161"/>
                      <a:pt x="11" y="151"/>
                      <a:pt x="14" y="142"/>
                    </a:cubicBezTo>
                    <a:cubicBezTo>
                      <a:pt x="19" y="123"/>
                      <a:pt x="26" y="105"/>
                      <a:pt x="32" y="85"/>
                    </a:cubicBezTo>
                    <a:cubicBezTo>
                      <a:pt x="36" y="73"/>
                      <a:pt x="40" y="60"/>
                      <a:pt x="43" y="48"/>
                    </a:cubicBezTo>
                    <a:cubicBezTo>
                      <a:pt x="45" y="38"/>
                      <a:pt x="46" y="28"/>
                      <a:pt x="47" y="17"/>
                    </a:cubicBezTo>
                    <a:cubicBezTo>
                      <a:pt x="47" y="18"/>
                      <a:pt x="47" y="18"/>
                      <a:pt x="47" y="18"/>
                    </a:cubicBezTo>
                    <a:cubicBezTo>
                      <a:pt x="47" y="16"/>
                      <a:pt x="47" y="13"/>
                      <a:pt x="47" y="11"/>
                    </a:cubicBezTo>
                    <a:cubicBezTo>
                      <a:pt x="47" y="6"/>
                      <a:pt x="51" y="0"/>
                      <a:pt x="56" y="0"/>
                    </a:cubicBezTo>
                    <a:cubicBezTo>
                      <a:pt x="63" y="0"/>
                      <a:pt x="67" y="6"/>
                      <a:pt x="66" y="11"/>
                    </a:cubicBezTo>
                    <a:cubicBezTo>
                      <a:pt x="66" y="16"/>
                      <a:pt x="65" y="20"/>
                      <a:pt x="65" y="25"/>
                    </a:cubicBezTo>
                    <a:cubicBezTo>
                      <a:pt x="65" y="25"/>
                      <a:pt x="65" y="26"/>
                      <a:pt x="66" y="27"/>
                    </a:cubicBezTo>
                    <a:cubicBezTo>
                      <a:pt x="67" y="30"/>
                      <a:pt x="67" y="35"/>
                      <a:pt x="67" y="39"/>
                    </a:cubicBezTo>
                    <a:cubicBezTo>
                      <a:pt x="69" y="58"/>
                      <a:pt x="72" y="77"/>
                      <a:pt x="74" y="96"/>
                    </a:cubicBezTo>
                    <a:cubicBezTo>
                      <a:pt x="77" y="116"/>
                      <a:pt x="79" y="135"/>
                      <a:pt x="82" y="154"/>
                    </a:cubicBezTo>
                    <a:cubicBezTo>
                      <a:pt x="83" y="162"/>
                      <a:pt x="84" y="170"/>
                      <a:pt x="85" y="177"/>
                    </a:cubicBezTo>
                    <a:cubicBezTo>
                      <a:pt x="86" y="183"/>
                      <a:pt x="82" y="187"/>
                      <a:pt x="77" y="188"/>
                    </a:cubicBezTo>
                    <a:cubicBezTo>
                      <a:pt x="72" y="188"/>
                      <a:pt x="67" y="185"/>
                      <a:pt x="66" y="180"/>
                    </a:cubicBezTo>
                    <a:cubicBezTo>
                      <a:pt x="65" y="159"/>
                      <a:pt x="62" y="138"/>
                      <a:pt x="59" y="117"/>
                    </a:cubicBezTo>
                    <a:cubicBezTo>
                      <a:pt x="58" y="107"/>
                      <a:pt x="56" y="96"/>
                      <a:pt x="54" y="86"/>
                    </a:cubicBezTo>
                    <a:cubicBezTo>
                      <a:pt x="52" y="99"/>
                      <a:pt x="49" y="112"/>
                      <a:pt x="46" y="124"/>
                    </a:cubicBezTo>
                    <a:cubicBezTo>
                      <a:pt x="42" y="141"/>
                      <a:pt x="38" y="158"/>
                      <a:pt x="34" y="175"/>
                    </a:cubicBezTo>
                    <a:cubicBezTo>
                      <a:pt x="32" y="182"/>
                      <a:pt x="30" y="189"/>
                      <a:pt x="28" y="197"/>
                    </a:cubicBezTo>
                    <a:cubicBezTo>
                      <a:pt x="27" y="201"/>
                      <a:pt x="26" y="204"/>
                      <a:pt x="25" y="208"/>
                    </a:cubicBezTo>
                    <a:cubicBezTo>
                      <a:pt x="24" y="210"/>
                      <a:pt x="24" y="212"/>
                      <a:pt x="23" y="214"/>
                    </a:cubicBezTo>
                    <a:cubicBezTo>
                      <a:pt x="23" y="216"/>
                      <a:pt x="22" y="218"/>
                      <a:pt x="21" y="219"/>
                    </a:cubicBezTo>
                    <a:cubicBezTo>
                      <a:pt x="20" y="222"/>
                      <a:pt x="19" y="223"/>
                      <a:pt x="17" y="225"/>
                    </a:cubicBezTo>
                    <a:cubicBezTo>
                      <a:pt x="15" y="226"/>
                      <a:pt x="13" y="227"/>
                      <a:pt x="11" y="227"/>
                    </a:cubicBezTo>
                    <a:cubicBezTo>
                      <a:pt x="8" y="227"/>
                      <a:pt x="5" y="225"/>
                      <a:pt x="3" y="2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2" name="Google Shape;2852;p31"/>
              <p:cNvSpPr/>
              <p:nvPr/>
            </p:nvSpPr>
            <p:spPr>
              <a:xfrm>
                <a:off x="3210840" y="4638600"/>
                <a:ext cx="130536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3626" h="35" extrusionOk="0">
                    <a:moveTo>
                      <a:pt x="1" y="25"/>
                    </a:moveTo>
                    <a:cubicBezTo>
                      <a:pt x="0" y="20"/>
                      <a:pt x="4" y="15"/>
                      <a:pt x="9" y="15"/>
                    </a:cubicBezTo>
                    <a:cubicBezTo>
                      <a:pt x="11" y="15"/>
                      <a:pt x="13" y="15"/>
                      <a:pt x="15" y="15"/>
                    </a:cubicBezTo>
                    <a:cubicBezTo>
                      <a:pt x="14" y="15"/>
                      <a:pt x="14" y="15"/>
                      <a:pt x="13" y="15"/>
                    </a:cubicBezTo>
                    <a:cubicBezTo>
                      <a:pt x="88" y="16"/>
                      <a:pt x="162" y="15"/>
                      <a:pt x="237" y="15"/>
                    </a:cubicBezTo>
                    <a:cubicBezTo>
                      <a:pt x="313" y="15"/>
                      <a:pt x="389" y="15"/>
                      <a:pt x="464" y="15"/>
                    </a:cubicBezTo>
                    <a:cubicBezTo>
                      <a:pt x="503" y="15"/>
                      <a:pt x="541" y="15"/>
                      <a:pt x="580" y="14"/>
                    </a:cubicBezTo>
                    <a:cubicBezTo>
                      <a:pt x="618" y="14"/>
                      <a:pt x="655" y="13"/>
                      <a:pt x="694" y="13"/>
                    </a:cubicBezTo>
                    <a:cubicBezTo>
                      <a:pt x="767" y="13"/>
                      <a:pt x="841" y="12"/>
                      <a:pt x="915" y="12"/>
                    </a:cubicBezTo>
                    <a:cubicBezTo>
                      <a:pt x="1067" y="12"/>
                      <a:pt x="1219" y="11"/>
                      <a:pt x="1371" y="11"/>
                    </a:cubicBezTo>
                    <a:cubicBezTo>
                      <a:pt x="1409" y="11"/>
                      <a:pt x="1447" y="10"/>
                      <a:pt x="1485" y="10"/>
                    </a:cubicBezTo>
                    <a:cubicBezTo>
                      <a:pt x="1522" y="10"/>
                      <a:pt x="1559" y="9"/>
                      <a:pt x="1597" y="9"/>
                    </a:cubicBezTo>
                    <a:cubicBezTo>
                      <a:pt x="1673" y="9"/>
                      <a:pt x="1750" y="9"/>
                      <a:pt x="1827" y="8"/>
                    </a:cubicBezTo>
                    <a:cubicBezTo>
                      <a:pt x="1982" y="8"/>
                      <a:pt x="2137" y="8"/>
                      <a:pt x="2292" y="7"/>
                    </a:cubicBezTo>
                    <a:cubicBezTo>
                      <a:pt x="2331" y="7"/>
                      <a:pt x="2370" y="7"/>
                      <a:pt x="2409" y="7"/>
                    </a:cubicBezTo>
                    <a:cubicBezTo>
                      <a:pt x="2448" y="7"/>
                      <a:pt x="2486" y="7"/>
                      <a:pt x="2525" y="6"/>
                    </a:cubicBezTo>
                    <a:cubicBezTo>
                      <a:pt x="2600" y="6"/>
                      <a:pt x="2675" y="5"/>
                      <a:pt x="2751" y="5"/>
                    </a:cubicBezTo>
                    <a:cubicBezTo>
                      <a:pt x="2827" y="5"/>
                      <a:pt x="2903" y="5"/>
                      <a:pt x="2980" y="5"/>
                    </a:cubicBezTo>
                    <a:cubicBezTo>
                      <a:pt x="3020" y="4"/>
                      <a:pt x="3059" y="4"/>
                      <a:pt x="3100" y="4"/>
                    </a:cubicBezTo>
                    <a:cubicBezTo>
                      <a:pt x="3138" y="4"/>
                      <a:pt x="3175" y="4"/>
                      <a:pt x="3213" y="4"/>
                    </a:cubicBezTo>
                    <a:cubicBezTo>
                      <a:pt x="3284" y="3"/>
                      <a:pt x="3354" y="2"/>
                      <a:pt x="3425" y="2"/>
                    </a:cubicBezTo>
                    <a:cubicBezTo>
                      <a:pt x="3458" y="2"/>
                      <a:pt x="3492" y="1"/>
                      <a:pt x="3525" y="1"/>
                    </a:cubicBezTo>
                    <a:cubicBezTo>
                      <a:pt x="3541" y="1"/>
                      <a:pt x="3556" y="0"/>
                      <a:pt x="3572" y="0"/>
                    </a:cubicBezTo>
                    <a:cubicBezTo>
                      <a:pt x="3586" y="0"/>
                      <a:pt x="3600" y="0"/>
                      <a:pt x="3614" y="0"/>
                    </a:cubicBezTo>
                    <a:cubicBezTo>
                      <a:pt x="3619" y="0"/>
                      <a:pt x="3624" y="3"/>
                      <a:pt x="3624" y="9"/>
                    </a:cubicBezTo>
                    <a:cubicBezTo>
                      <a:pt x="3625" y="13"/>
                      <a:pt x="3621" y="19"/>
                      <a:pt x="3615" y="19"/>
                    </a:cubicBezTo>
                    <a:cubicBezTo>
                      <a:pt x="3600" y="19"/>
                      <a:pt x="3584" y="19"/>
                      <a:pt x="3569" y="19"/>
                    </a:cubicBezTo>
                    <a:lnTo>
                      <a:pt x="3570" y="19"/>
                    </a:lnTo>
                    <a:cubicBezTo>
                      <a:pt x="3534" y="18"/>
                      <a:pt x="3498" y="18"/>
                      <a:pt x="3463" y="18"/>
                    </a:cubicBezTo>
                    <a:cubicBezTo>
                      <a:pt x="3426" y="18"/>
                      <a:pt x="3389" y="18"/>
                      <a:pt x="3353" y="18"/>
                    </a:cubicBezTo>
                    <a:cubicBezTo>
                      <a:pt x="3314" y="18"/>
                      <a:pt x="3274" y="18"/>
                      <a:pt x="3234" y="18"/>
                    </a:cubicBezTo>
                    <a:cubicBezTo>
                      <a:pt x="3198" y="18"/>
                      <a:pt x="3161" y="19"/>
                      <a:pt x="3125" y="19"/>
                    </a:cubicBezTo>
                    <a:cubicBezTo>
                      <a:pt x="2971" y="19"/>
                      <a:pt x="2817" y="20"/>
                      <a:pt x="2664" y="20"/>
                    </a:cubicBezTo>
                    <a:cubicBezTo>
                      <a:pt x="2588" y="21"/>
                      <a:pt x="2512" y="22"/>
                      <a:pt x="2437" y="22"/>
                    </a:cubicBezTo>
                    <a:cubicBezTo>
                      <a:pt x="2397" y="22"/>
                      <a:pt x="2358" y="22"/>
                      <a:pt x="2318" y="22"/>
                    </a:cubicBezTo>
                    <a:cubicBezTo>
                      <a:pt x="2280" y="23"/>
                      <a:pt x="2243" y="23"/>
                      <a:pt x="2205" y="23"/>
                    </a:cubicBezTo>
                    <a:cubicBezTo>
                      <a:pt x="2050" y="24"/>
                      <a:pt x="1894" y="25"/>
                      <a:pt x="1738" y="26"/>
                    </a:cubicBezTo>
                    <a:cubicBezTo>
                      <a:pt x="1587" y="26"/>
                      <a:pt x="1434" y="26"/>
                      <a:pt x="1282" y="27"/>
                    </a:cubicBezTo>
                    <a:cubicBezTo>
                      <a:pt x="1207" y="28"/>
                      <a:pt x="1131" y="28"/>
                      <a:pt x="1056" y="29"/>
                    </a:cubicBezTo>
                    <a:cubicBezTo>
                      <a:pt x="979" y="29"/>
                      <a:pt x="902" y="29"/>
                      <a:pt x="826" y="30"/>
                    </a:cubicBezTo>
                    <a:cubicBezTo>
                      <a:pt x="752" y="30"/>
                      <a:pt x="678" y="30"/>
                      <a:pt x="604" y="30"/>
                    </a:cubicBezTo>
                    <a:cubicBezTo>
                      <a:pt x="527" y="30"/>
                      <a:pt x="450" y="31"/>
                      <a:pt x="373" y="32"/>
                    </a:cubicBezTo>
                    <a:cubicBezTo>
                      <a:pt x="312" y="32"/>
                      <a:pt x="251" y="32"/>
                      <a:pt x="189" y="33"/>
                    </a:cubicBezTo>
                    <a:cubicBezTo>
                      <a:pt x="158" y="33"/>
                      <a:pt x="127" y="33"/>
                      <a:pt x="96" y="33"/>
                    </a:cubicBezTo>
                    <a:cubicBezTo>
                      <a:pt x="80" y="33"/>
                      <a:pt x="65" y="33"/>
                      <a:pt x="49" y="34"/>
                    </a:cubicBezTo>
                    <a:cubicBezTo>
                      <a:pt x="36" y="34"/>
                      <a:pt x="23" y="34"/>
                      <a:pt x="10" y="34"/>
                    </a:cubicBezTo>
                    <a:cubicBezTo>
                      <a:pt x="5" y="34"/>
                      <a:pt x="1" y="30"/>
                      <a:pt x="1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3" name="Google Shape;2853;p31"/>
              <p:cNvSpPr/>
              <p:nvPr/>
            </p:nvSpPr>
            <p:spPr>
              <a:xfrm>
                <a:off x="4468320" y="4629600"/>
                <a:ext cx="67320" cy="29160"/>
              </a:xfrm>
              <a:custGeom>
                <a:avLst/>
                <a:gdLst/>
                <a:ahLst/>
                <a:cxnLst/>
                <a:rect l="l" t="t" r="r" b="b"/>
                <a:pathLst>
                  <a:path w="187" h="81" extrusionOk="0">
                    <a:moveTo>
                      <a:pt x="49" y="75"/>
                    </a:moveTo>
                    <a:cubicBezTo>
                      <a:pt x="47" y="71"/>
                      <a:pt x="49" y="64"/>
                      <a:pt x="54" y="62"/>
                    </a:cubicBezTo>
                    <a:cubicBezTo>
                      <a:pt x="63" y="58"/>
                      <a:pt x="74" y="55"/>
                      <a:pt x="84" y="53"/>
                    </a:cubicBezTo>
                    <a:cubicBezTo>
                      <a:pt x="94" y="50"/>
                      <a:pt x="104" y="48"/>
                      <a:pt x="115" y="46"/>
                    </a:cubicBezTo>
                    <a:cubicBezTo>
                      <a:pt x="118" y="45"/>
                      <a:pt x="121" y="44"/>
                      <a:pt x="123" y="44"/>
                    </a:cubicBezTo>
                    <a:cubicBezTo>
                      <a:pt x="121" y="43"/>
                      <a:pt x="118" y="43"/>
                      <a:pt x="115" y="42"/>
                    </a:cubicBezTo>
                    <a:cubicBezTo>
                      <a:pt x="96" y="38"/>
                      <a:pt x="77" y="35"/>
                      <a:pt x="59" y="31"/>
                    </a:cubicBezTo>
                    <a:cubicBezTo>
                      <a:pt x="50" y="29"/>
                      <a:pt x="41" y="27"/>
                      <a:pt x="33" y="25"/>
                    </a:cubicBezTo>
                    <a:cubicBezTo>
                      <a:pt x="27" y="23"/>
                      <a:pt x="20" y="22"/>
                      <a:pt x="14" y="20"/>
                    </a:cubicBezTo>
                    <a:cubicBezTo>
                      <a:pt x="12" y="20"/>
                      <a:pt x="10" y="20"/>
                      <a:pt x="9" y="19"/>
                    </a:cubicBezTo>
                    <a:cubicBezTo>
                      <a:pt x="8" y="18"/>
                      <a:pt x="7" y="18"/>
                      <a:pt x="6" y="18"/>
                    </a:cubicBezTo>
                    <a:cubicBezTo>
                      <a:pt x="3" y="16"/>
                      <a:pt x="0" y="11"/>
                      <a:pt x="2" y="7"/>
                    </a:cubicBezTo>
                    <a:cubicBezTo>
                      <a:pt x="3" y="2"/>
                      <a:pt x="7" y="0"/>
                      <a:pt x="12" y="0"/>
                    </a:cubicBezTo>
                    <a:cubicBezTo>
                      <a:pt x="14" y="0"/>
                      <a:pt x="17" y="1"/>
                      <a:pt x="20" y="2"/>
                    </a:cubicBezTo>
                    <a:cubicBezTo>
                      <a:pt x="23" y="3"/>
                      <a:pt x="25" y="4"/>
                      <a:pt x="27" y="5"/>
                    </a:cubicBezTo>
                    <a:cubicBezTo>
                      <a:pt x="65" y="15"/>
                      <a:pt x="104" y="23"/>
                      <a:pt x="143" y="29"/>
                    </a:cubicBezTo>
                    <a:cubicBezTo>
                      <a:pt x="146" y="30"/>
                      <a:pt x="148" y="30"/>
                      <a:pt x="151" y="31"/>
                    </a:cubicBezTo>
                    <a:cubicBezTo>
                      <a:pt x="153" y="31"/>
                      <a:pt x="155" y="32"/>
                      <a:pt x="157" y="32"/>
                    </a:cubicBezTo>
                    <a:cubicBezTo>
                      <a:pt x="162" y="32"/>
                      <a:pt x="168" y="33"/>
                      <a:pt x="173" y="34"/>
                    </a:cubicBezTo>
                    <a:cubicBezTo>
                      <a:pt x="174" y="34"/>
                      <a:pt x="175" y="34"/>
                      <a:pt x="176" y="34"/>
                    </a:cubicBezTo>
                    <a:cubicBezTo>
                      <a:pt x="182" y="35"/>
                      <a:pt x="186" y="42"/>
                      <a:pt x="183" y="47"/>
                    </a:cubicBezTo>
                    <a:cubicBezTo>
                      <a:pt x="182" y="49"/>
                      <a:pt x="181" y="50"/>
                      <a:pt x="180" y="51"/>
                    </a:cubicBezTo>
                    <a:cubicBezTo>
                      <a:pt x="178" y="52"/>
                      <a:pt x="176" y="52"/>
                      <a:pt x="174" y="53"/>
                    </a:cubicBezTo>
                    <a:cubicBezTo>
                      <a:pt x="161" y="55"/>
                      <a:pt x="150" y="57"/>
                      <a:pt x="137" y="59"/>
                    </a:cubicBezTo>
                    <a:cubicBezTo>
                      <a:pt x="125" y="62"/>
                      <a:pt x="112" y="64"/>
                      <a:pt x="100" y="68"/>
                    </a:cubicBezTo>
                    <a:cubicBezTo>
                      <a:pt x="98" y="68"/>
                      <a:pt x="95" y="69"/>
                      <a:pt x="93" y="69"/>
                    </a:cubicBezTo>
                    <a:cubicBezTo>
                      <a:pt x="84" y="72"/>
                      <a:pt x="76" y="74"/>
                      <a:pt x="68" y="77"/>
                    </a:cubicBezTo>
                    <a:cubicBezTo>
                      <a:pt x="66" y="78"/>
                      <a:pt x="64" y="79"/>
                      <a:pt x="62" y="79"/>
                    </a:cubicBezTo>
                    <a:cubicBezTo>
                      <a:pt x="61" y="80"/>
                      <a:pt x="59" y="80"/>
                      <a:pt x="58" y="80"/>
                    </a:cubicBezTo>
                    <a:cubicBezTo>
                      <a:pt x="54" y="80"/>
                      <a:pt x="51" y="78"/>
                      <a:pt x="49" y="7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4" name="Google Shape;2854;p31"/>
              <p:cNvSpPr/>
              <p:nvPr/>
            </p:nvSpPr>
            <p:spPr>
              <a:xfrm>
                <a:off x="4497840" y="4677120"/>
                <a:ext cx="21600" cy="41760"/>
              </a:xfrm>
              <a:custGeom>
                <a:avLst/>
                <a:gdLst/>
                <a:ahLst/>
                <a:cxnLst/>
                <a:rect l="l" t="t" r="r" b="b"/>
                <a:pathLst>
                  <a:path w="60" h="116" extrusionOk="0">
                    <a:moveTo>
                      <a:pt x="40" y="109"/>
                    </a:moveTo>
                    <a:cubicBezTo>
                      <a:pt x="38" y="103"/>
                      <a:pt x="35" y="97"/>
                      <a:pt x="33" y="91"/>
                    </a:cubicBezTo>
                    <a:cubicBezTo>
                      <a:pt x="31" y="86"/>
                      <a:pt x="29" y="81"/>
                      <a:pt x="28" y="75"/>
                    </a:cubicBezTo>
                    <a:cubicBezTo>
                      <a:pt x="24" y="64"/>
                      <a:pt x="21" y="53"/>
                      <a:pt x="17" y="43"/>
                    </a:cubicBezTo>
                    <a:cubicBezTo>
                      <a:pt x="16" y="40"/>
                      <a:pt x="15" y="37"/>
                      <a:pt x="14" y="35"/>
                    </a:cubicBezTo>
                    <a:cubicBezTo>
                      <a:pt x="13" y="32"/>
                      <a:pt x="11" y="29"/>
                      <a:pt x="10" y="26"/>
                    </a:cubicBezTo>
                    <a:cubicBezTo>
                      <a:pt x="9" y="24"/>
                      <a:pt x="8" y="22"/>
                      <a:pt x="6" y="20"/>
                    </a:cubicBezTo>
                    <a:lnTo>
                      <a:pt x="5" y="20"/>
                    </a:lnTo>
                    <a:lnTo>
                      <a:pt x="6" y="20"/>
                    </a:lnTo>
                    <a:cubicBezTo>
                      <a:pt x="5" y="20"/>
                      <a:pt x="5" y="20"/>
                      <a:pt x="5" y="20"/>
                    </a:cubicBezTo>
                    <a:cubicBezTo>
                      <a:pt x="2" y="17"/>
                      <a:pt x="0" y="11"/>
                      <a:pt x="3" y="7"/>
                    </a:cubicBezTo>
                    <a:cubicBezTo>
                      <a:pt x="5" y="2"/>
                      <a:pt x="12" y="0"/>
                      <a:pt x="17" y="4"/>
                    </a:cubicBezTo>
                    <a:cubicBezTo>
                      <a:pt x="19" y="6"/>
                      <a:pt x="21" y="8"/>
                      <a:pt x="23" y="11"/>
                    </a:cubicBezTo>
                    <a:cubicBezTo>
                      <a:pt x="25" y="14"/>
                      <a:pt x="26" y="17"/>
                      <a:pt x="28" y="21"/>
                    </a:cubicBezTo>
                    <a:cubicBezTo>
                      <a:pt x="31" y="26"/>
                      <a:pt x="32" y="31"/>
                      <a:pt x="34" y="36"/>
                    </a:cubicBezTo>
                    <a:cubicBezTo>
                      <a:pt x="36" y="42"/>
                      <a:pt x="38" y="47"/>
                      <a:pt x="40" y="53"/>
                    </a:cubicBezTo>
                    <a:cubicBezTo>
                      <a:pt x="43" y="66"/>
                      <a:pt x="47" y="79"/>
                      <a:pt x="52" y="92"/>
                    </a:cubicBezTo>
                    <a:cubicBezTo>
                      <a:pt x="54" y="95"/>
                      <a:pt x="55" y="98"/>
                      <a:pt x="57" y="102"/>
                    </a:cubicBezTo>
                    <a:cubicBezTo>
                      <a:pt x="59" y="106"/>
                      <a:pt x="57" y="112"/>
                      <a:pt x="53" y="113"/>
                    </a:cubicBezTo>
                    <a:cubicBezTo>
                      <a:pt x="52" y="114"/>
                      <a:pt x="50" y="115"/>
                      <a:pt x="49" y="115"/>
                    </a:cubicBezTo>
                    <a:cubicBezTo>
                      <a:pt x="46" y="115"/>
                      <a:pt x="42" y="112"/>
                      <a:pt x="40" y="10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5" name="Google Shape;2855;p31"/>
              <p:cNvSpPr/>
              <p:nvPr/>
            </p:nvSpPr>
            <p:spPr>
              <a:xfrm>
                <a:off x="4483800" y="4678200"/>
                <a:ext cx="6300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175" h="167" extrusionOk="0">
                    <a:moveTo>
                      <a:pt x="3" y="163"/>
                    </a:moveTo>
                    <a:cubicBezTo>
                      <a:pt x="0" y="160"/>
                      <a:pt x="0" y="155"/>
                      <a:pt x="3" y="151"/>
                    </a:cubicBezTo>
                    <a:cubicBezTo>
                      <a:pt x="29" y="121"/>
                      <a:pt x="54" y="91"/>
                      <a:pt x="81" y="61"/>
                    </a:cubicBezTo>
                    <a:cubicBezTo>
                      <a:pt x="84" y="58"/>
                      <a:pt x="86" y="55"/>
                      <a:pt x="89" y="52"/>
                    </a:cubicBezTo>
                    <a:cubicBezTo>
                      <a:pt x="93" y="48"/>
                      <a:pt x="97" y="43"/>
                      <a:pt x="101" y="40"/>
                    </a:cubicBezTo>
                    <a:lnTo>
                      <a:pt x="100" y="40"/>
                    </a:lnTo>
                    <a:cubicBezTo>
                      <a:pt x="103" y="38"/>
                      <a:pt x="107" y="34"/>
                      <a:pt x="110" y="31"/>
                    </a:cubicBezTo>
                    <a:cubicBezTo>
                      <a:pt x="113" y="28"/>
                      <a:pt x="116" y="26"/>
                      <a:pt x="119" y="23"/>
                    </a:cubicBezTo>
                    <a:cubicBezTo>
                      <a:pt x="124" y="18"/>
                      <a:pt x="130" y="14"/>
                      <a:pt x="136" y="10"/>
                    </a:cubicBezTo>
                    <a:cubicBezTo>
                      <a:pt x="144" y="5"/>
                      <a:pt x="153" y="2"/>
                      <a:pt x="163" y="1"/>
                    </a:cubicBezTo>
                    <a:cubicBezTo>
                      <a:pt x="169" y="0"/>
                      <a:pt x="173" y="5"/>
                      <a:pt x="173" y="10"/>
                    </a:cubicBezTo>
                    <a:cubicBezTo>
                      <a:pt x="174" y="15"/>
                      <a:pt x="170" y="19"/>
                      <a:pt x="165" y="20"/>
                    </a:cubicBezTo>
                    <a:cubicBezTo>
                      <a:pt x="163" y="20"/>
                      <a:pt x="162" y="20"/>
                      <a:pt x="161" y="20"/>
                    </a:cubicBezTo>
                    <a:cubicBezTo>
                      <a:pt x="159" y="21"/>
                      <a:pt x="158" y="21"/>
                      <a:pt x="156" y="21"/>
                    </a:cubicBezTo>
                    <a:cubicBezTo>
                      <a:pt x="155" y="22"/>
                      <a:pt x="153" y="22"/>
                      <a:pt x="152" y="22"/>
                    </a:cubicBezTo>
                    <a:cubicBezTo>
                      <a:pt x="150" y="24"/>
                      <a:pt x="148" y="24"/>
                      <a:pt x="146" y="25"/>
                    </a:cubicBezTo>
                    <a:cubicBezTo>
                      <a:pt x="144" y="26"/>
                      <a:pt x="141" y="29"/>
                      <a:pt x="138" y="31"/>
                    </a:cubicBezTo>
                    <a:cubicBezTo>
                      <a:pt x="129" y="37"/>
                      <a:pt x="121" y="44"/>
                      <a:pt x="113" y="52"/>
                    </a:cubicBezTo>
                    <a:cubicBezTo>
                      <a:pt x="99" y="66"/>
                      <a:pt x="85" y="81"/>
                      <a:pt x="72" y="96"/>
                    </a:cubicBezTo>
                    <a:cubicBezTo>
                      <a:pt x="60" y="110"/>
                      <a:pt x="47" y="124"/>
                      <a:pt x="36" y="139"/>
                    </a:cubicBezTo>
                    <a:cubicBezTo>
                      <a:pt x="29" y="146"/>
                      <a:pt x="22" y="155"/>
                      <a:pt x="15" y="163"/>
                    </a:cubicBezTo>
                    <a:cubicBezTo>
                      <a:pt x="14" y="165"/>
                      <a:pt x="12" y="166"/>
                      <a:pt x="9" y="166"/>
                    </a:cubicBezTo>
                    <a:cubicBezTo>
                      <a:pt x="7" y="166"/>
                      <a:pt x="5" y="165"/>
                      <a:pt x="3" y="1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6" name="Google Shape;2856;p31"/>
              <p:cNvSpPr/>
              <p:nvPr/>
            </p:nvSpPr>
            <p:spPr>
              <a:xfrm>
                <a:off x="3702960" y="4066920"/>
                <a:ext cx="54360" cy="137160"/>
              </a:xfrm>
              <a:custGeom>
                <a:avLst/>
                <a:gdLst/>
                <a:ahLst/>
                <a:cxnLst/>
                <a:rect l="l" t="t" r="r" b="b"/>
                <a:pathLst>
                  <a:path w="151" h="381" extrusionOk="0">
                    <a:moveTo>
                      <a:pt x="48" y="380"/>
                    </a:moveTo>
                    <a:cubicBezTo>
                      <a:pt x="42" y="378"/>
                      <a:pt x="37" y="375"/>
                      <a:pt x="32" y="371"/>
                    </a:cubicBezTo>
                    <a:cubicBezTo>
                      <a:pt x="28" y="368"/>
                      <a:pt x="24" y="363"/>
                      <a:pt x="21" y="358"/>
                    </a:cubicBezTo>
                    <a:cubicBezTo>
                      <a:pt x="17" y="353"/>
                      <a:pt x="14" y="347"/>
                      <a:pt x="11" y="341"/>
                    </a:cubicBezTo>
                    <a:cubicBezTo>
                      <a:pt x="6" y="330"/>
                      <a:pt x="3" y="317"/>
                      <a:pt x="1" y="304"/>
                    </a:cubicBezTo>
                    <a:cubicBezTo>
                      <a:pt x="0" y="298"/>
                      <a:pt x="0" y="292"/>
                      <a:pt x="0" y="285"/>
                    </a:cubicBezTo>
                    <a:cubicBezTo>
                      <a:pt x="1" y="279"/>
                      <a:pt x="2" y="273"/>
                      <a:pt x="4" y="266"/>
                    </a:cubicBezTo>
                    <a:cubicBezTo>
                      <a:pt x="6" y="257"/>
                      <a:pt x="9" y="249"/>
                      <a:pt x="12" y="241"/>
                    </a:cubicBezTo>
                    <a:cubicBezTo>
                      <a:pt x="14" y="230"/>
                      <a:pt x="18" y="220"/>
                      <a:pt x="21" y="210"/>
                    </a:cubicBezTo>
                    <a:cubicBezTo>
                      <a:pt x="23" y="206"/>
                      <a:pt x="28" y="203"/>
                      <a:pt x="33" y="205"/>
                    </a:cubicBezTo>
                    <a:cubicBezTo>
                      <a:pt x="37" y="206"/>
                      <a:pt x="39" y="211"/>
                      <a:pt x="37" y="215"/>
                    </a:cubicBezTo>
                    <a:cubicBezTo>
                      <a:pt x="34" y="223"/>
                      <a:pt x="32" y="231"/>
                      <a:pt x="30" y="238"/>
                    </a:cubicBezTo>
                    <a:cubicBezTo>
                      <a:pt x="27" y="246"/>
                      <a:pt x="24" y="255"/>
                      <a:pt x="22" y="263"/>
                    </a:cubicBezTo>
                    <a:lnTo>
                      <a:pt x="21" y="264"/>
                    </a:lnTo>
                    <a:cubicBezTo>
                      <a:pt x="20" y="270"/>
                      <a:pt x="19" y="275"/>
                      <a:pt x="18" y="281"/>
                    </a:cubicBezTo>
                    <a:cubicBezTo>
                      <a:pt x="17" y="284"/>
                      <a:pt x="17" y="287"/>
                      <a:pt x="17" y="289"/>
                    </a:cubicBezTo>
                    <a:cubicBezTo>
                      <a:pt x="17" y="294"/>
                      <a:pt x="18" y="299"/>
                      <a:pt x="19" y="303"/>
                    </a:cubicBezTo>
                    <a:cubicBezTo>
                      <a:pt x="19" y="302"/>
                      <a:pt x="18" y="302"/>
                      <a:pt x="18" y="302"/>
                    </a:cubicBezTo>
                    <a:cubicBezTo>
                      <a:pt x="19" y="308"/>
                      <a:pt x="20" y="313"/>
                      <a:pt x="21" y="318"/>
                    </a:cubicBezTo>
                    <a:cubicBezTo>
                      <a:pt x="21" y="317"/>
                      <a:pt x="21" y="317"/>
                      <a:pt x="21" y="317"/>
                    </a:cubicBezTo>
                    <a:cubicBezTo>
                      <a:pt x="22" y="321"/>
                      <a:pt x="23" y="324"/>
                      <a:pt x="24" y="328"/>
                    </a:cubicBezTo>
                    <a:cubicBezTo>
                      <a:pt x="26" y="332"/>
                      <a:pt x="27" y="335"/>
                      <a:pt x="29" y="339"/>
                    </a:cubicBezTo>
                    <a:cubicBezTo>
                      <a:pt x="31" y="342"/>
                      <a:pt x="33" y="345"/>
                      <a:pt x="35" y="348"/>
                    </a:cubicBezTo>
                    <a:cubicBezTo>
                      <a:pt x="37" y="350"/>
                      <a:pt x="38" y="352"/>
                      <a:pt x="41" y="354"/>
                    </a:cubicBezTo>
                    <a:cubicBezTo>
                      <a:pt x="41" y="355"/>
                      <a:pt x="42" y="356"/>
                      <a:pt x="44" y="358"/>
                    </a:cubicBezTo>
                    <a:cubicBezTo>
                      <a:pt x="45" y="359"/>
                      <a:pt x="47" y="359"/>
                      <a:pt x="48" y="361"/>
                    </a:cubicBezTo>
                    <a:lnTo>
                      <a:pt x="49" y="361"/>
                    </a:lnTo>
                    <a:cubicBezTo>
                      <a:pt x="50" y="362"/>
                      <a:pt x="51" y="362"/>
                      <a:pt x="51" y="362"/>
                    </a:cubicBezTo>
                    <a:lnTo>
                      <a:pt x="52" y="362"/>
                    </a:lnTo>
                    <a:lnTo>
                      <a:pt x="51" y="362"/>
                    </a:lnTo>
                    <a:cubicBezTo>
                      <a:pt x="52" y="362"/>
                      <a:pt x="52" y="362"/>
                      <a:pt x="52" y="362"/>
                    </a:cubicBezTo>
                    <a:cubicBezTo>
                      <a:pt x="53" y="362"/>
                      <a:pt x="53" y="362"/>
                      <a:pt x="53" y="362"/>
                    </a:cubicBezTo>
                    <a:cubicBezTo>
                      <a:pt x="53" y="361"/>
                      <a:pt x="53" y="361"/>
                      <a:pt x="53" y="361"/>
                    </a:cubicBezTo>
                    <a:cubicBezTo>
                      <a:pt x="53" y="362"/>
                      <a:pt x="53" y="362"/>
                      <a:pt x="53" y="362"/>
                    </a:cubicBezTo>
                    <a:lnTo>
                      <a:pt x="53" y="361"/>
                    </a:lnTo>
                    <a:cubicBezTo>
                      <a:pt x="54" y="361"/>
                      <a:pt x="54" y="361"/>
                      <a:pt x="54" y="360"/>
                    </a:cubicBezTo>
                    <a:cubicBezTo>
                      <a:pt x="55" y="359"/>
                      <a:pt x="56" y="357"/>
                      <a:pt x="56" y="356"/>
                    </a:cubicBezTo>
                    <a:cubicBezTo>
                      <a:pt x="62" y="344"/>
                      <a:pt x="65" y="332"/>
                      <a:pt x="69" y="319"/>
                    </a:cubicBezTo>
                    <a:cubicBezTo>
                      <a:pt x="69" y="320"/>
                      <a:pt x="69" y="320"/>
                      <a:pt x="69" y="320"/>
                    </a:cubicBezTo>
                    <a:cubicBezTo>
                      <a:pt x="73" y="303"/>
                      <a:pt x="77" y="286"/>
                      <a:pt x="80" y="268"/>
                    </a:cubicBezTo>
                    <a:cubicBezTo>
                      <a:pt x="83" y="250"/>
                      <a:pt x="87" y="232"/>
                      <a:pt x="90" y="214"/>
                    </a:cubicBezTo>
                    <a:cubicBezTo>
                      <a:pt x="93" y="193"/>
                      <a:pt x="96" y="173"/>
                      <a:pt x="99" y="153"/>
                    </a:cubicBezTo>
                    <a:cubicBezTo>
                      <a:pt x="100" y="148"/>
                      <a:pt x="100" y="144"/>
                      <a:pt x="101" y="140"/>
                    </a:cubicBezTo>
                    <a:cubicBezTo>
                      <a:pt x="98" y="143"/>
                      <a:pt x="94" y="145"/>
                      <a:pt x="91" y="148"/>
                    </a:cubicBezTo>
                    <a:cubicBezTo>
                      <a:pt x="88" y="149"/>
                      <a:pt x="86" y="150"/>
                      <a:pt x="84" y="151"/>
                    </a:cubicBezTo>
                    <a:cubicBezTo>
                      <a:pt x="81" y="153"/>
                      <a:pt x="79" y="153"/>
                      <a:pt x="77" y="153"/>
                    </a:cubicBezTo>
                    <a:cubicBezTo>
                      <a:pt x="71" y="154"/>
                      <a:pt x="66" y="151"/>
                      <a:pt x="61" y="147"/>
                    </a:cubicBezTo>
                    <a:cubicBezTo>
                      <a:pt x="55" y="141"/>
                      <a:pt x="53" y="132"/>
                      <a:pt x="53" y="123"/>
                    </a:cubicBezTo>
                    <a:cubicBezTo>
                      <a:pt x="52" y="119"/>
                      <a:pt x="53" y="113"/>
                      <a:pt x="53" y="109"/>
                    </a:cubicBezTo>
                    <a:cubicBezTo>
                      <a:pt x="53" y="100"/>
                      <a:pt x="55" y="90"/>
                      <a:pt x="56" y="81"/>
                    </a:cubicBezTo>
                    <a:cubicBezTo>
                      <a:pt x="58" y="69"/>
                      <a:pt x="61" y="56"/>
                      <a:pt x="65" y="44"/>
                    </a:cubicBezTo>
                    <a:cubicBezTo>
                      <a:pt x="67" y="37"/>
                      <a:pt x="70" y="30"/>
                      <a:pt x="73" y="24"/>
                    </a:cubicBezTo>
                    <a:cubicBezTo>
                      <a:pt x="75" y="18"/>
                      <a:pt x="78" y="12"/>
                      <a:pt x="80" y="7"/>
                    </a:cubicBezTo>
                    <a:cubicBezTo>
                      <a:pt x="83" y="2"/>
                      <a:pt x="89" y="0"/>
                      <a:pt x="93" y="3"/>
                    </a:cubicBezTo>
                    <a:cubicBezTo>
                      <a:pt x="98" y="5"/>
                      <a:pt x="100" y="11"/>
                      <a:pt x="98" y="16"/>
                    </a:cubicBezTo>
                    <a:cubicBezTo>
                      <a:pt x="94" y="21"/>
                      <a:pt x="92" y="27"/>
                      <a:pt x="89" y="32"/>
                    </a:cubicBezTo>
                    <a:cubicBezTo>
                      <a:pt x="86" y="41"/>
                      <a:pt x="81" y="49"/>
                      <a:pt x="79" y="59"/>
                    </a:cubicBezTo>
                    <a:cubicBezTo>
                      <a:pt x="78" y="62"/>
                      <a:pt x="77" y="65"/>
                      <a:pt x="76" y="67"/>
                    </a:cubicBezTo>
                    <a:cubicBezTo>
                      <a:pt x="75" y="73"/>
                      <a:pt x="74" y="79"/>
                      <a:pt x="73" y="85"/>
                    </a:cubicBezTo>
                    <a:cubicBezTo>
                      <a:pt x="72" y="90"/>
                      <a:pt x="72" y="95"/>
                      <a:pt x="71" y="100"/>
                    </a:cubicBezTo>
                    <a:cubicBezTo>
                      <a:pt x="70" y="105"/>
                      <a:pt x="70" y="109"/>
                      <a:pt x="70" y="114"/>
                    </a:cubicBezTo>
                    <a:cubicBezTo>
                      <a:pt x="70" y="118"/>
                      <a:pt x="70" y="123"/>
                      <a:pt x="70" y="127"/>
                    </a:cubicBezTo>
                    <a:cubicBezTo>
                      <a:pt x="71" y="127"/>
                      <a:pt x="71" y="129"/>
                      <a:pt x="71" y="129"/>
                    </a:cubicBezTo>
                    <a:cubicBezTo>
                      <a:pt x="71" y="130"/>
                      <a:pt x="72" y="130"/>
                      <a:pt x="72" y="130"/>
                    </a:cubicBezTo>
                    <a:lnTo>
                      <a:pt x="71" y="130"/>
                    </a:lnTo>
                    <a:cubicBezTo>
                      <a:pt x="72" y="130"/>
                      <a:pt x="72" y="131"/>
                      <a:pt x="72" y="132"/>
                    </a:cubicBezTo>
                    <a:lnTo>
                      <a:pt x="73" y="133"/>
                    </a:lnTo>
                    <a:cubicBezTo>
                      <a:pt x="73" y="133"/>
                      <a:pt x="73" y="134"/>
                      <a:pt x="74" y="134"/>
                    </a:cubicBezTo>
                    <a:lnTo>
                      <a:pt x="74" y="135"/>
                    </a:lnTo>
                    <a:cubicBezTo>
                      <a:pt x="75" y="135"/>
                      <a:pt x="75" y="135"/>
                      <a:pt x="75" y="135"/>
                    </a:cubicBezTo>
                    <a:lnTo>
                      <a:pt x="76" y="135"/>
                    </a:lnTo>
                    <a:lnTo>
                      <a:pt x="77" y="135"/>
                    </a:lnTo>
                    <a:cubicBezTo>
                      <a:pt x="78" y="134"/>
                      <a:pt x="79" y="134"/>
                      <a:pt x="79" y="134"/>
                    </a:cubicBezTo>
                    <a:cubicBezTo>
                      <a:pt x="80" y="133"/>
                      <a:pt x="82" y="132"/>
                      <a:pt x="83" y="132"/>
                    </a:cubicBezTo>
                    <a:cubicBezTo>
                      <a:pt x="86" y="129"/>
                      <a:pt x="89" y="127"/>
                      <a:pt x="92" y="124"/>
                    </a:cubicBezTo>
                    <a:cubicBezTo>
                      <a:pt x="95" y="120"/>
                      <a:pt x="99" y="117"/>
                      <a:pt x="102" y="113"/>
                    </a:cubicBezTo>
                    <a:cubicBezTo>
                      <a:pt x="104" y="112"/>
                      <a:pt x="105" y="109"/>
                      <a:pt x="107" y="108"/>
                    </a:cubicBezTo>
                    <a:cubicBezTo>
                      <a:pt x="107" y="104"/>
                      <a:pt x="108" y="100"/>
                      <a:pt x="109" y="95"/>
                    </a:cubicBezTo>
                    <a:cubicBezTo>
                      <a:pt x="109" y="91"/>
                      <a:pt x="111" y="87"/>
                      <a:pt x="112" y="83"/>
                    </a:cubicBezTo>
                    <a:cubicBezTo>
                      <a:pt x="114" y="74"/>
                      <a:pt x="116" y="66"/>
                      <a:pt x="119" y="58"/>
                    </a:cubicBezTo>
                    <a:cubicBezTo>
                      <a:pt x="121" y="52"/>
                      <a:pt x="123" y="47"/>
                      <a:pt x="126" y="42"/>
                    </a:cubicBezTo>
                    <a:cubicBezTo>
                      <a:pt x="129" y="38"/>
                      <a:pt x="132" y="34"/>
                      <a:pt x="138" y="34"/>
                    </a:cubicBezTo>
                    <a:cubicBezTo>
                      <a:pt x="143" y="34"/>
                      <a:pt x="147" y="37"/>
                      <a:pt x="148" y="42"/>
                    </a:cubicBezTo>
                    <a:cubicBezTo>
                      <a:pt x="150" y="46"/>
                      <a:pt x="150" y="52"/>
                      <a:pt x="148" y="56"/>
                    </a:cubicBezTo>
                    <a:cubicBezTo>
                      <a:pt x="147" y="64"/>
                      <a:pt x="145" y="71"/>
                      <a:pt x="142" y="78"/>
                    </a:cubicBezTo>
                    <a:cubicBezTo>
                      <a:pt x="139" y="86"/>
                      <a:pt x="136" y="93"/>
                      <a:pt x="132" y="100"/>
                    </a:cubicBezTo>
                    <a:lnTo>
                      <a:pt x="132" y="99"/>
                    </a:lnTo>
                    <a:cubicBezTo>
                      <a:pt x="129" y="104"/>
                      <a:pt x="127" y="108"/>
                      <a:pt x="124" y="112"/>
                    </a:cubicBezTo>
                    <a:cubicBezTo>
                      <a:pt x="123" y="113"/>
                      <a:pt x="122" y="114"/>
                      <a:pt x="122" y="115"/>
                    </a:cubicBezTo>
                    <a:cubicBezTo>
                      <a:pt x="121" y="118"/>
                      <a:pt x="121" y="120"/>
                      <a:pt x="120" y="122"/>
                    </a:cubicBezTo>
                    <a:cubicBezTo>
                      <a:pt x="119" y="127"/>
                      <a:pt x="119" y="131"/>
                      <a:pt x="118" y="136"/>
                    </a:cubicBezTo>
                    <a:cubicBezTo>
                      <a:pt x="115" y="154"/>
                      <a:pt x="112" y="173"/>
                      <a:pt x="109" y="192"/>
                    </a:cubicBezTo>
                    <a:cubicBezTo>
                      <a:pt x="105" y="211"/>
                      <a:pt x="102" y="231"/>
                      <a:pt x="98" y="251"/>
                    </a:cubicBezTo>
                    <a:cubicBezTo>
                      <a:pt x="97" y="259"/>
                      <a:pt x="96" y="267"/>
                      <a:pt x="94" y="274"/>
                    </a:cubicBezTo>
                    <a:cubicBezTo>
                      <a:pt x="93" y="284"/>
                      <a:pt x="91" y="293"/>
                      <a:pt x="89" y="302"/>
                    </a:cubicBezTo>
                    <a:cubicBezTo>
                      <a:pt x="87" y="312"/>
                      <a:pt x="85" y="322"/>
                      <a:pt x="83" y="331"/>
                    </a:cubicBezTo>
                    <a:cubicBezTo>
                      <a:pt x="80" y="340"/>
                      <a:pt x="77" y="349"/>
                      <a:pt x="74" y="358"/>
                    </a:cubicBezTo>
                    <a:cubicBezTo>
                      <a:pt x="72" y="365"/>
                      <a:pt x="69" y="373"/>
                      <a:pt x="63" y="377"/>
                    </a:cubicBezTo>
                    <a:cubicBezTo>
                      <a:pt x="60" y="379"/>
                      <a:pt x="59" y="379"/>
                      <a:pt x="56" y="380"/>
                    </a:cubicBezTo>
                    <a:cubicBezTo>
                      <a:pt x="55" y="380"/>
                      <a:pt x="53" y="380"/>
                      <a:pt x="52" y="380"/>
                    </a:cubicBezTo>
                    <a:cubicBezTo>
                      <a:pt x="51" y="380"/>
                      <a:pt x="49" y="380"/>
                      <a:pt x="48" y="3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7" name="Google Shape;2857;p31"/>
              <p:cNvSpPr/>
              <p:nvPr/>
            </p:nvSpPr>
            <p:spPr>
              <a:xfrm>
                <a:off x="3736440" y="4669920"/>
                <a:ext cx="35280" cy="61200"/>
              </a:xfrm>
              <a:custGeom>
                <a:avLst/>
                <a:gdLst/>
                <a:ahLst/>
                <a:cxnLst/>
                <a:rect l="l" t="t" r="r" b="b"/>
                <a:pathLst>
                  <a:path w="98" h="170" extrusionOk="0">
                    <a:moveTo>
                      <a:pt x="40" y="151"/>
                    </a:moveTo>
                    <a:cubicBezTo>
                      <a:pt x="41" y="151"/>
                      <a:pt x="41" y="151"/>
                      <a:pt x="41" y="151"/>
                    </a:cubicBezTo>
                    <a:cubicBezTo>
                      <a:pt x="43" y="150"/>
                      <a:pt x="43" y="149"/>
                      <a:pt x="44" y="149"/>
                    </a:cubicBezTo>
                    <a:cubicBezTo>
                      <a:pt x="45" y="148"/>
                      <a:pt x="46" y="147"/>
                      <a:pt x="47" y="147"/>
                    </a:cubicBezTo>
                    <a:cubicBezTo>
                      <a:pt x="49" y="144"/>
                      <a:pt x="51" y="142"/>
                      <a:pt x="53" y="140"/>
                    </a:cubicBezTo>
                    <a:cubicBezTo>
                      <a:pt x="57" y="136"/>
                      <a:pt x="60" y="131"/>
                      <a:pt x="62" y="126"/>
                    </a:cubicBezTo>
                    <a:cubicBezTo>
                      <a:pt x="65" y="122"/>
                      <a:pt x="68" y="117"/>
                      <a:pt x="70" y="112"/>
                    </a:cubicBezTo>
                    <a:cubicBezTo>
                      <a:pt x="70" y="112"/>
                      <a:pt x="69" y="112"/>
                      <a:pt x="69" y="113"/>
                    </a:cubicBezTo>
                    <a:cubicBezTo>
                      <a:pt x="72" y="108"/>
                      <a:pt x="74" y="102"/>
                      <a:pt x="75" y="96"/>
                    </a:cubicBezTo>
                    <a:cubicBezTo>
                      <a:pt x="76" y="92"/>
                      <a:pt x="78" y="87"/>
                      <a:pt x="78" y="82"/>
                    </a:cubicBezTo>
                    <a:cubicBezTo>
                      <a:pt x="79" y="77"/>
                      <a:pt x="79" y="71"/>
                      <a:pt x="80" y="66"/>
                    </a:cubicBezTo>
                    <a:cubicBezTo>
                      <a:pt x="80" y="60"/>
                      <a:pt x="79" y="54"/>
                      <a:pt x="78" y="48"/>
                    </a:cubicBezTo>
                    <a:cubicBezTo>
                      <a:pt x="79" y="48"/>
                      <a:pt x="79" y="48"/>
                      <a:pt x="79" y="49"/>
                    </a:cubicBezTo>
                    <a:cubicBezTo>
                      <a:pt x="78" y="43"/>
                      <a:pt x="77" y="37"/>
                      <a:pt x="75" y="32"/>
                    </a:cubicBezTo>
                    <a:lnTo>
                      <a:pt x="76" y="32"/>
                    </a:lnTo>
                    <a:lnTo>
                      <a:pt x="75" y="32"/>
                    </a:lnTo>
                    <a:cubicBezTo>
                      <a:pt x="75" y="31"/>
                      <a:pt x="75" y="31"/>
                      <a:pt x="75" y="31"/>
                    </a:cubicBezTo>
                    <a:lnTo>
                      <a:pt x="75" y="32"/>
                    </a:lnTo>
                    <a:cubicBezTo>
                      <a:pt x="75" y="29"/>
                      <a:pt x="74" y="27"/>
                      <a:pt x="74" y="25"/>
                    </a:cubicBezTo>
                    <a:cubicBezTo>
                      <a:pt x="73" y="24"/>
                      <a:pt x="72" y="23"/>
                      <a:pt x="72" y="22"/>
                    </a:cubicBezTo>
                    <a:lnTo>
                      <a:pt x="72" y="21"/>
                    </a:lnTo>
                    <a:cubicBezTo>
                      <a:pt x="71" y="21"/>
                      <a:pt x="71" y="21"/>
                      <a:pt x="71" y="20"/>
                    </a:cubicBezTo>
                    <a:cubicBezTo>
                      <a:pt x="70" y="20"/>
                      <a:pt x="70" y="20"/>
                      <a:pt x="69" y="19"/>
                    </a:cubicBezTo>
                    <a:lnTo>
                      <a:pt x="68" y="18"/>
                    </a:lnTo>
                    <a:lnTo>
                      <a:pt x="67" y="18"/>
                    </a:lnTo>
                    <a:cubicBezTo>
                      <a:pt x="67" y="18"/>
                      <a:pt x="66" y="18"/>
                      <a:pt x="65" y="18"/>
                    </a:cubicBezTo>
                    <a:cubicBezTo>
                      <a:pt x="65" y="18"/>
                      <a:pt x="64" y="18"/>
                      <a:pt x="64" y="19"/>
                    </a:cubicBezTo>
                    <a:cubicBezTo>
                      <a:pt x="63" y="19"/>
                      <a:pt x="63" y="19"/>
                      <a:pt x="62" y="19"/>
                    </a:cubicBezTo>
                    <a:cubicBezTo>
                      <a:pt x="62" y="19"/>
                      <a:pt x="62" y="20"/>
                      <a:pt x="61" y="20"/>
                    </a:cubicBezTo>
                    <a:cubicBezTo>
                      <a:pt x="60" y="20"/>
                      <a:pt x="59" y="21"/>
                      <a:pt x="58" y="22"/>
                    </a:cubicBezTo>
                    <a:cubicBezTo>
                      <a:pt x="55" y="24"/>
                      <a:pt x="53" y="25"/>
                      <a:pt x="51" y="28"/>
                    </a:cubicBezTo>
                    <a:cubicBezTo>
                      <a:pt x="49" y="29"/>
                      <a:pt x="47" y="32"/>
                      <a:pt x="46" y="34"/>
                    </a:cubicBezTo>
                    <a:cubicBezTo>
                      <a:pt x="43" y="36"/>
                      <a:pt x="41" y="39"/>
                      <a:pt x="40" y="42"/>
                    </a:cubicBezTo>
                    <a:lnTo>
                      <a:pt x="39" y="42"/>
                    </a:lnTo>
                    <a:cubicBezTo>
                      <a:pt x="39" y="46"/>
                      <a:pt x="38" y="49"/>
                      <a:pt x="38" y="52"/>
                    </a:cubicBezTo>
                    <a:cubicBezTo>
                      <a:pt x="37" y="59"/>
                      <a:pt x="36" y="67"/>
                      <a:pt x="35" y="75"/>
                    </a:cubicBezTo>
                    <a:cubicBezTo>
                      <a:pt x="34" y="84"/>
                      <a:pt x="34" y="92"/>
                      <a:pt x="34" y="101"/>
                    </a:cubicBezTo>
                    <a:cubicBezTo>
                      <a:pt x="34" y="105"/>
                      <a:pt x="34" y="109"/>
                      <a:pt x="34" y="114"/>
                    </a:cubicBezTo>
                    <a:cubicBezTo>
                      <a:pt x="34" y="118"/>
                      <a:pt x="35" y="122"/>
                      <a:pt x="35" y="126"/>
                    </a:cubicBezTo>
                    <a:cubicBezTo>
                      <a:pt x="36" y="133"/>
                      <a:pt x="37" y="139"/>
                      <a:pt x="39" y="145"/>
                    </a:cubicBezTo>
                    <a:cubicBezTo>
                      <a:pt x="39" y="147"/>
                      <a:pt x="39" y="148"/>
                      <a:pt x="39" y="149"/>
                    </a:cubicBezTo>
                    <a:cubicBezTo>
                      <a:pt x="40" y="149"/>
                      <a:pt x="40" y="149"/>
                      <a:pt x="40" y="150"/>
                    </a:cubicBezTo>
                    <a:lnTo>
                      <a:pt x="40" y="151"/>
                    </a:lnTo>
                    <a:moveTo>
                      <a:pt x="29" y="165"/>
                    </a:moveTo>
                    <a:cubicBezTo>
                      <a:pt x="27" y="163"/>
                      <a:pt x="26" y="162"/>
                      <a:pt x="25" y="159"/>
                    </a:cubicBezTo>
                    <a:cubicBezTo>
                      <a:pt x="23" y="158"/>
                      <a:pt x="22" y="155"/>
                      <a:pt x="22" y="152"/>
                    </a:cubicBezTo>
                    <a:cubicBezTo>
                      <a:pt x="21" y="148"/>
                      <a:pt x="20" y="145"/>
                      <a:pt x="19" y="141"/>
                    </a:cubicBezTo>
                    <a:cubicBezTo>
                      <a:pt x="19" y="137"/>
                      <a:pt x="18" y="132"/>
                      <a:pt x="18" y="127"/>
                    </a:cubicBezTo>
                    <a:lnTo>
                      <a:pt x="18" y="126"/>
                    </a:lnTo>
                    <a:cubicBezTo>
                      <a:pt x="17" y="129"/>
                      <a:pt x="17" y="131"/>
                      <a:pt x="16" y="134"/>
                    </a:cubicBezTo>
                    <a:cubicBezTo>
                      <a:pt x="16" y="138"/>
                      <a:pt x="12" y="141"/>
                      <a:pt x="8" y="141"/>
                    </a:cubicBezTo>
                    <a:cubicBezTo>
                      <a:pt x="4" y="140"/>
                      <a:pt x="0" y="136"/>
                      <a:pt x="0" y="131"/>
                    </a:cubicBezTo>
                    <a:cubicBezTo>
                      <a:pt x="2" y="122"/>
                      <a:pt x="4" y="111"/>
                      <a:pt x="5" y="101"/>
                    </a:cubicBezTo>
                    <a:cubicBezTo>
                      <a:pt x="7" y="94"/>
                      <a:pt x="8" y="88"/>
                      <a:pt x="9" y="81"/>
                    </a:cubicBezTo>
                    <a:cubicBezTo>
                      <a:pt x="12" y="68"/>
                      <a:pt x="15" y="55"/>
                      <a:pt x="20" y="42"/>
                    </a:cubicBezTo>
                    <a:cubicBezTo>
                      <a:pt x="21" y="37"/>
                      <a:pt x="22" y="33"/>
                      <a:pt x="22" y="28"/>
                    </a:cubicBezTo>
                    <a:cubicBezTo>
                      <a:pt x="23" y="23"/>
                      <a:pt x="29" y="20"/>
                      <a:pt x="33" y="21"/>
                    </a:cubicBezTo>
                    <a:cubicBezTo>
                      <a:pt x="36" y="18"/>
                      <a:pt x="39" y="15"/>
                      <a:pt x="41" y="13"/>
                    </a:cubicBezTo>
                    <a:cubicBezTo>
                      <a:pt x="46" y="8"/>
                      <a:pt x="50" y="5"/>
                      <a:pt x="55" y="3"/>
                    </a:cubicBezTo>
                    <a:cubicBezTo>
                      <a:pt x="61" y="0"/>
                      <a:pt x="67" y="0"/>
                      <a:pt x="72" y="1"/>
                    </a:cubicBezTo>
                    <a:cubicBezTo>
                      <a:pt x="76" y="2"/>
                      <a:pt x="81" y="6"/>
                      <a:pt x="84" y="9"/>
                    </a:cubicBezTo>
                    <a:cubicBezTo>
                      <a:pt x="88" y="13"/>
                      <a:pt x="90" y="19"/>
                      <a:pt x="91" y="24"/>
                    </a:cubicBezTo>
                    <a:cubicBezTo>
                      <a:pt x="93" y="30"/>
                      <a:pt x="94" y="36"/>
                      <a:pt x="95" y="42"/>
                    </a:cubicBezTo>
                    <a:cubicBezTo>
                      <a:pt x="96" y="49"/>
                      <a:pt x="97" y="57"/>
                      <a:pt x="97" y="64"/>
                    </a:cubicBezTo>
                    <a:cubicBezTo>
                      <a:pt x="97" y="88"/>
                      <a:pt x="90" y="112"/>
                      <a:pt x="78" y="134"/>
                    </a:cubicBezTo>
                    <a:cubicBezTo>
                      <a:pt x="72" y="144"/>
                      <a:pt x="65" y="154"/>
                      <a:pt x="57" y="162"/>
                    </a:cubicBezTo>
                    <a:cubicBezTo>
                      <a:pt x="53" y="165"/>
                      <a:pt x="48" y="168"/>
                      <a:pt x="43" y="169"/>
                    </a:cubicBezTo>
                    <a:cubicBezTo>
                      <a:pt x="42" y="169"/>
                      <a:pt x="41" y="169"/>
                      <a:pt x="40" y="169"/>
                    </a:cubicBezTo>
                    <a:cubicBezTo>
                      <a:pt x="36" y="169"/>
                      <a:pt x="32" y="168"/>
                      <a:pt x="29" y="1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8" name="Google Shape;2858;p31"/>
              <p:cNvSpPr/>
              <p:nvPr/>
            </p:nvSpPr>
            <p:spPr>
              <a:xfrm>
                <a:off x="3295800" y="4114440"/>
                <a:ext cx="43920" cy="7200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200" extrusionOk="0">
                    <a:moveTo>
                      <a:pt x="14" y="199"/>
                    </a:moveTo>
                    <a:cubicBezTo>
                      <a:pt x="7" y="196"/>
                      <a:pt x="3" y="190"/>
                      <a:pt x="1" y="183"/>
                    </a:cubicBezTo>
                    <a:cubicBezTo>
                      <a:pt x="0" y="180"/>
                      <a:pt x="1" y="176"/>
                      <a:pt x="2" y="173"/>
                    </a:cubicBezTo>
                    <a:cubicBezTo>
                      <a:pt x="3" y="168"/>
                      <a:pt x="5" y="164"/>
                      <a:pt x="7" y="160"/>
                    </a:cubicBezTo>
                    <a:cubicBezTo>
                      <a:pt x="9" y="155"/>
                      <a:pt x="11" y="150"/>
                      <a:pt x="14" y="145"/>
                    </a:cubicBezTo>
                    <a:cubicBezTo>
                      <a:pt x="16" y="141"/>
                      <a:pt x="21" y="139"/>
                      <a:pt x="25" y="141"/>
                    </a:cubicBezTo>
                    <a:cubicBezTo>
                      <a:pt x="29" y="143"/>
                      <a:pt x="32" y="149"/>
                      <a:pt x="30" y="153"/>
                    </a:cubicBezTo>
                    <a:cubicBezTo>
                      <a:pt x="27" y="158"/>
                      <a:pt x="24" y="164"/>
                      <a:pt x="22" y="170"/>
                    </a:cubicBezTo>
                    <a:cubicBezTo>
                      <a:pt x="21" y="171"/>
                      <a:pt x="21" y="174"/>
                      <a:pt x="19" y="176"/>
                    </a:cubicBezTo>
                    <a:cubicBezTo>
                      <a:pt x="19" y="177"/>
                      <a:pt x="19" y="178"/>
                      <a:pt x="19" y="178"/>
                    </a:cubicBezTo>
                    <a:lnTo>
                      <a:pt x="19" y="179"/>
                    </a:lnTo>
                    <a:lnTo>
                      <a:pt x="19" y="180"/>
                    </a:lnTo>
                    <a:lnTo>
                      <a:pt x="20" y="180"/>
                    </a:lnTo>
                    <a:lnTo>
                      <a:pt x="20" y="181"/>
                    </a:lnTo>
                    <a:lnTo>
                      <a:pt x="21" y="181"/>
                    </a:lnTo>
                    <a:cubicBezTo>
                      <a:pt x="22" y="181"/>
                      <a:pt x="23" y="180"/>
                      <a:pt x="24" y="180"/>
                    </a:cubicBezTo>
                    <a:cubicBezTo>
                      <a:pt x="25" y="180"/>
                      <a:pt x="26" y="180"/>
                      <a:pt x="27" y="180"/>
                    </a:cubicBezTo>
                    <a:cubicBezTo>
                      <a:pt x="29" y="179"/>
                      <a:pt x="30" y="178"/>
                      <a:pt x="32" y="178"/>
                    </a:cubicBezTo>
                    <a:cubicBezTo>
                      <a:pt x="34" y="177"/>
                      <a:pt x="37" y="175"/>
                      <a:pt x="39" y="174"/>
                    </a:cubicBezTo>
                    <a:cubicBezTo>
                      <a:pt x="41" y="172"/>
                      <a:pt x="44" y="170"/>
                      <a:pt x="46" y="169"/>
                    </a:cubicBezTo>
                    <a:cubicBezTo>
                      <a:pt x="48" y="167"/>
                      <a:pt x="50" y="166"/>
                      <a:pt x="51" y="164"/>
                    </a:cubicBezTo>
                    <a:cubicBezTo>
                      <a:pt x="53" y="163"/>
                      <a:pt x="54" y="162"/>
                      <a:pt x="54" y="160"/>
                    </a:cubicBezTo>
                    <a:cubicBezTo>
                      <a:pt x="57" y="157"/>
                      <a:pt x="58" y="155"/>
                      <a:pt x="60" y="152"/>
                    </a:cubicBezTo>
                    <a:cubicBezTo>
                      <a:pt x="61" y="149"/>
                      <a:pt x="64" y="145"/>
                      <a:pt x="65" y="141"/>
                    </a:cubicBezTo>
                    <a:cubicBezTo>
                      <a:pt x="67" y="136"/>
                      <a:pt x="68" y="132"/>
                      <a:pt x="69" y="128"/>
                    </a:cubicBezTo>
                    <a:cubicBezTo>
                      <a:pt x="71" y="123"/>
                      <a:pt x="72" y="118"/>
                      <a:pt x="74" y="113"/>
                    </a:cubicBezTo>
                    <a:cubicBezTo>
                      <a:pt x="76" y="103"/>
                      <a:pt x="79" y="94"/>
                      <a:pt x="82" y="85"/>
                    </a:cubicBezTo>
                    <a:cubicBezTo>
                      <a:pt x="82" y="82"/>
                      <a:pt x="83" y="80"/>
                      <a:pt x="84" y="77"/>
                    </a:cubicBezTo>
                    <a:cubicBezTo>
                      <a:pt x="83" y="79"/>
                      <a:pt x="82" y="81"/>
                      <a:pt x="80" y="83"/>
                    </a:cubicBezTo>
                    <a:cubicBezTo>
                      <a:pt x="76" y="90"/>
                      <a:pt x="71" y="96"/>
                      <a:pt x="66" y="103"/>
                    </a:cubicBezTo>
                    <a:cubicBezTo>
                      <a:pt x="67" y="102"/>
                      <a:pt x="67" y="102"/>
                      <a:pt x="67" y="102"/>
                    </a:cubicBezTo>
                    <a:cubicBezTo>
                      <a:pt x="63" y="107"/>
                      <a:pt x="59" y="111"/>
                      <a:pt x="55" y="116"/>
                    </a:cubicBezTo>
                    <a:cubicBezTo>
                      <a:pt x="50" y="121"/>
                      <a:pt x="46" y="125"/>
                      <a:pt x="40" y="129"/>
                    </a:cubicBezTo>
                    <a:cubicBezTo>
                      <a:pt x="36" y="133"/>
                      <a:pt x="30" y="135"/>
                      <a:pt x="25" y="136"/>
                    </a:cubicBezTo>
                    <a:cubicBezTo>
                      <a:pt x="22" y="136"/>
                      <a:pt x="19" y="137"/>
                      <a:pt x="17" y="136"/>
                    </a:cubicBezTo>
                    <a:cubicBezTo>
                      <a:pt x="14" y="135"/>
                      <a:pt x="11" y="134"/>
                      <a:pt x="9" y="132"/>
                    </a:cubicBezTo>
                    <a:cubicBezTo>
                      <a:pt x="5" y="129"/>
                      <a:pt x="3" y="123"/>
                      <a:pt x="3" y="118"/>
                    </a:cubicBezTo>
                    <a:cubicBezTo>
                      <a:pt x="2" y="114"/>
                      <a:pt x="2" y="110"/>
                      <a:pt x="3" y="106"/>
                    </a:cubicBezTo>
                    <a:cubicBezTo>
                      <a:pt x="4" y="101"/>
                      <a:pt x="4" y="96"/>
                      <a:pt x="4" y="92"/>
                    </a:cubicBezTo>
                    <a:cubicBezTo>
                      <a:pt x="5" y="86"/>
                      <a:pt x="6" y="81"/>
                      <a:pt x="7" y="76"/>
                    </a:cubicBezTo>
                    <a:cubicBezTo>
                      <a:pt x="8" y="71"/>
                      <a:pt x="9" y="66"/>
                      <a:pt x="10" y="61"/>
                    </a:cubicBezTo>
                    <a:cubicBezTo>
                      <a:pt x="12" y="51"/>
                      <a:pt x="15" y="42"/>
                      <a:pt x="18" y="32"/>
                    </a:cubicBezTo>
                    <a:cubicBezTo>
                      <a:pt x="20" y="24"/>
                      <a:pt x="22" y="16"/>
                      <a:pt x="25" y="8"/>
                    </a:cubicBezTo>
                    <a:cubicBezTo>
                      <a:pt x="26" y="2"/>
                      <a:pt x="32" y="0"/>
                      <a:pt x="37" y="1"/>
                    </a:cubicBezTo>
                    <a:cubicBezTo>
                      <a:pt x="41" y="2"/>
                      <a:pt x="44" y="8"/>
                      <a:pt x="43" y="13"/>
                    </a:cubicBezTo>
                    <a:cubicBezTo>
                      <a:pt x="40" y="21"/>
                      <a:pt x="38" y="29"/>
                      <a:pt x="35" y="37"/>
                    </a:cubicBezTo>
                    <a:cubicBezTo>
                      <a:pt x="33" y="43"/>
                      <a:pt x="32" y="47"/>
                      <a:pt x="30" y="52"/>
                    </a:cubicBezTo>
                    <a:cubicBezTo>
                      <a:pt x="29" y="56"/>
                      <a:pt x="28" y="60"/>
                      <a:pt x="28" y="64"/>
                    </a:cubicBezTo>
                    <a:cubicBezTo>
                      <a:pt x="26" y="69"/>
                      <a:pt x="25" y="75"/>
                      <a:pt x="24" y="79"/>
                    </a:cubicBezTo>
                    <a:cubicBezTo>
                      <a:pt x="23" y="85"/>
                      <a:pt x="22" y="90"/>
                      <a:pt x="22" y="96"/>
                    </a:cubicBezTo>
                    <a:cubicBezTo>
                      <a:pt x="21" y="102"/>
                      <a:pt x="21" y="107"/>
                      <a:pt x="21" y="114"/>
                    </a:cubicBezTo>
                    <a:cubicBezTo>
                      <a:pt x="21" y="115"/>
                      <a:pt x="21" y="116"/>
                      <a:pt x="21" y="117"/>
                    </a:cubicBezTo>
                    <a:lnTo>
                      <a:pt x="21" y="118"/>
                    </a:lnTo>
                    <a:cubicBezTo>
                      <a:pt x="22" y="118"/>
                      <a:pt x="22" y="118"/>
                      <a:pt x="22" y="118"/>
                    </a:cubicBezTo>
                    <a:cubicBezTo>
                      <a:pt x="23" y="118"/>
                      <a:pt x="23" y="118"/>
                      <a:pt x="23" y="118"/>
                    </a:cubicBezTo>
                    <a:cubicBezTo>
                      <a:pt x="24" y="118"/>
                      <a:pt x="25" y="117"/>
                      <a:pt x="26" y="117"/>
                    </a:cubicBezTo>
                    <a:cubicBezTo>
                      <a:pt x="26" y="117"/>
                      <a:pt x="27" y="117"/>
                      <a:pt x="28" y="116"/>
                    </a:cubicBezTo>
                    <a:cubicBezTo>
                      <a:pt x="30" y="115"/>
                      <a:pt x="32" y="113"/>
                      <a:pt x="33" y="112"/>
                    </a:cubicBezTo>
                    <a:lnTo>
                      <a:pt x="33" y="113"/>
                    </a:lnTo>
                    <a:cubicBezTo>
                      <a:pt x="36" y="110"/>
                      <a:pt x="40" y="106"/>
                      <a:pt x="43" y="103"/>
                    </a:cubicBezTo>
                    <a:cubicBezTo>
                      <a:pt x="50" y="95"/>
                      <a:pt x="57" y="86"/>
                      <a:pt x="63" y="78"/>
                    </a:cubicBezTo>
                    <a:cubicBezTo>
                      <a:pt x="74" y="62"/>
                      <a:pt x="83" y="48"/>
                      <a:pt x="92" y="32"/>
                    </a:cubicBezTo>
                    <a:cubicBezTo>
                      <a:pt x="93" y="30"/>
                      <a:pt x="95" y="28"/>
                      <a:pt x="96" y="25"/>
                    </a:cubicBezTo>
                    <a:cubicBezTo>
                      <a:pt x="96" y="26"/>
                      <a:pt x="95" y="26"/>
                      <a:pt x="95" y="26"/>
                    </a:cubicBezTo>
                    <a:lnTo>
                      <a:pt x="96" y="26"/>
                    </a:lnTo>
                    <a:lnTo>
                      <a:pt x="95" y="26"/>
                    </a:lnTo>
                    <a:cubicBezTo>
                      <a:pt x="96" y="26"/>
                      <a:pt x="96" y="26"/>
                      <a:pt x="96" y="26"/>
                    </a:cubicBezTo>
                    <a:cubicBezTo>
                      <a:pt x="96" y="25"/>
                      <a:pt x="96" y="25"/>
                      <a:pt x="96" y="25"/>
                    </a:cubicBezTo>
                    <a:lnTo>
                      <a:pt x="96" y="26"/>
                    </a:lnTo>
                    <a:cubicBezTo>
                      <a:pt x="98" y="21"/>
                      <a:pt x="100" y="15"/>
                      <a:pt x="103" y="11"/>
                    </a:cubicBezTo>
                    <a:cubicBezTo>
                      <a:pt x="106" y="7"/>
                      <a:pt x="110" y="5"/>
                      <a:pt x="114" y="7"/>
                    </a:cubicBezTo>
                    <a:cubicBezTo>
                      <a:pt x="118" y="8"/>
                      <a:pt x="121" y="12"/>
                      <a:pt x="120" y="17"/>
                    </a:cubicBezTo>
                    <a:cubicBezTo>
                      <a:pt x="120" y="21"/>
                      <a:pt x="118" y="24"/>
                      <a:pt x="118" y="27"/>
                    </a:cubicBezTo>
                    <a:cubicBezTo>
                      <a:pt x="117" y="30"/>
                      <a:pt x="115" y="34"/>
                      <a:pt x="114" y="37"/>
                    </a:cubicBezTo>
                    <a:cubicBezTo>
                      <a:pt x="113" y="42"/>
                      <a:pt x="112" y="46"/>
                      <a:pt x="110" y="51"/>
                    </a:cubicBezTo>
                    <a:cubicBezTo>
                      <a:pt x="108" y="60"/>
                      <a:pt x="105" y="68"/>
                      <a:pt x="102" y="78"/>
                    </a:cubicBezTo>
                    <a:cubicBezTo>
                      <a:pt x="96" y="97"/>
                      <a:pt x="91" y="117"/>
                      <a:pt x="86" y="136"/>
                    </a:cubicBezTo>
                    <a:cubicBezTo>
                      <a:pt x="85" y="139"/>
                      <a:pt x="83" y="142"/>
                      <a:pt x="82" y="145"/>
                    </a:cubicBezTo>
                    <a:cubicBezTo>
                      <a:pt x="80" y="152"/>
                      <a:pt x="77" y="158"/>
                      <a:pt x="74" y="164"/>
                    </a:cubicBezTo>
                    <a:cubicBezTo>
                      <a:pt x="69" y="171"/>
                      <a:pt x="64" y="178"/>
                      <a:pt x="57" y="184"/>
                    </a:cubicBezTo>
                    <a:cubicBezTo>
                      <a:pt x="50" y="189"/>
                      <a:pt x="43" y="193"/>
                      <a:pt x="36" y="196"/>
                    </a:cubicBezTo>
                    <a:cubicBezTo>
                      <a:pt x="32" y="198"/>
                      <a:pt x="29" y="198"/>
                      <a:pt x="25" y="199"/>
                    </a:cubicBezTo>
                    <a:cubicBezTo>
                      <a:pt x="23" y="199"/>
                      <a:pt x="22" y="199"/>
                      <a:pt x="20" y="199"/>
                    </a:cubicBezTo>
                    <a:cubicBezTo>
                      <a:pt x="18" y="199"/>
                      <a:pt x="16" y="199"/>
                      <a:pt x="14" y="1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9" name="Google Shape;2859;p31"/>
              <p:cNvSpPr/>
              <p:nvPr/>
            </p:nvSpPr>
            <p:spPr>
              <a:xfrm>
                <a:off x="3350520" y="4104360"/>
                <a:ext cx="21240" cy="25200"/>
              </a:xfrm>
              <a:custGeom>
                <a:avLst/>
                <a:gdLst/>
                <a:ahLst/>
                <a:cxnLst/>
                <a:rect l="l" t="t" r="r" b="b"/>
                <a:pathLst>
                  <a:path w="59" h="70" extrusionOk="0">
                    <a:moveTo>
                      <a:pt x="22" y="69"/>
                    </a:moveTo>
                    <a:cubicBezTo>
                      <a:pt x="19" y="69"/>
                      <a:pt x="16" y="68"/>
                      <a:pt x="13" y="66"/>
                    </a:cubicBezTo>
                    <a:cubicBezTo>
                      <a:pt x="12" y="65"/>
                      <a:pt x="11" y="64"/>
                      <a:pt x="10" y="63"/>
                    </a:cubicBezTo>
                    <a:cubicBezTo>
                      <a:pt x="9" y="61"/>
                      <a:pt x="9" y="60"/>
                      <a:pt x="9" y="58"/>
                    </a:cubicBezTo>
                    <a:cubicBezTo>
                      <a:pt x="8" y="53"/>
                      <a:pt x="12" y="48"/>
                      <a:pt x="14" y="43"/>
                    </a:cubicBezTo>
                    <a:cubicBezTo>
                      <a:pt x="15" y="43"/>
                      <a:pt x="15" y="42"/>
                      <a:pt x="15" y="42"/>
                    </a:cubicBezTo>
                    <a:cubicBezTo>
                      <a:pt x="9" y="42"/>
                      <a:pt x="4" y="40"/>
                      <a:pt x="2" y="35"/>
                    </a:cubicBezTo>
                    <a:cubicBezTo>
                      <a:pt x="0" y="28"/>
                      <a:pt x="1" y="22"/>
                      <a:pt x="4" y="16"/>
                    </a:cubicBezTo>
                    <a:cubicBezTo>
                      <a:pt x="6" y="11"/>
                      <a:pt x="10" y="5"/>
                      <a:pt x="15" y="3"/>
                    </a:cubicBezTo>
                    <a:cubicBezTo>
                      <a:pt x="18" y="1"/>
                      <a:pt x="21" y="0"/>
                      <a:pt x="24" y="0"/>
                    </a:cubicBezTo>
                    <a:cubicBezTo>
                      <a:pt x="27" y="0"/>
                      <a:pt x="30" y="2"/>
                      <a:pt x="33" y="4"/>
                    </a:cubicBezTo>
                    <a:cubicBezTo>
                      <a:pt x="35" y="5"/>
                      <a:pt x="37" y="8"/>
                      <a:pt x="37" y="11"/>
                    </a:cubicBezTo>
                    <a:cubicBezTo>
                      <a:pt x="38" y="14"/>
                      <a:pt x="39" y="17"/>
                      <a:pt x="39" y="21"/>
                    </a:cubicBezTo>
                    <a:cubicBezTo>
                      <a:pt x="39" y="27"/>
                      <a:pt x="38" y="33"/>
                      <a:pt x="36" y="39"/>
                    </a:cubicBezTo>
                    <a:cubicBezTo>
                      <a:pt x="35" y="42"/>
                      <a:pt x="34" y="45"/>
                      <a:pt x="33" y="48"/>
                    </a:cubicBezTo>
                    <a:cubicBezTo>
                      <a:pt x="33" y="49"/>
                      <a:pt x="32" y="49"/>
                      <a:pt x="32" y="50"/>
                    </a:cubicBezTo>
                    <a:cubicBezTo>
                      <a:pt x="37" y="49"/>
                      <a:pt x="43" y="48"/>
                      <a:pt x="48" y="47"/>
                    </a:cubicBezTo>
                    <a:cubicBezTo>
                      <a:pt x="52" y="47"/>
                      <a:pt x="57" y="50"/>
                      <a:pt x="57" y="54"/>
                    </a:cubicBezTo>
                    <a:cubicBezTo>
                      <a:pt x="58" y="58"/>
                      <a:pt x="55" y="64"/>
                      <a:pt x="51" y="65"/>
                    </a:cubicBezTo>
                    <a:cubicBezTo>
                      <a:pt x="47" y="66"/>
                      <a:pt x="42" y="67"/>
                      <a:pt x="38" y="67"/>
                    </a:cubicBezTo>
                    <a:cubicBezTo>
                      <a:pt x="33" y="68"/>
                      <a:pt x="28" y="69"/>
                      <a:pt x="23" y="69"/>
                    </a:cubicBezTo>
                    <a:lnTo>
                      <a:pt x="22" y="6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60" name="Google Shape;2860;p31"/>
              <p:cNvSpPr/>
              <p:nvPr/>
            </p:nvSpPr>
            <p:spPr>
              <a:xfrm>
                <a:off x="3370320" y="4136760"/>
                <a:ext cx="25200" cy="9360"/>
              </a:xfrm>
              <a:custGeom>
                <a:avLst/>
                <a:gdLst/>
                <a:ahLst/>
                <a:cxnLst/>
                <a:rect l="l" t="t" r="r" b="b"/>
                <a:pathLst>
                  <a:path w="70" h="26" extrusionOk="0">
                    <a:moveTo>
                      <a:pt x="17" y="25"/>
                    </a:moveTo>
                    <a:cubicBezTo>
                      <a:pt x="13" y="25"/>
                      <a:pt x="8" y="24"/>
                      <a:pt x="4" y="21"/>
                    </a:cubicBezTo>
                    <a:cubicBezTo>
                      <a:pt x="2" y="19"/>
                      <a:pt x="0" y="15"/>
                      <a:pt x="0" y="12"/>
                    </a:cubicBezTo>
                    <a:cubicBezTo>
                      <a:pt x="1" y="9"/>
                      <a:pt x="3" y="6"/>
                      <a:pt x="5" y="5"/>
                    </a:cubicBezTo>
                    <a:cubicBezTo>
                      <a:pt x="9" y="2"/>
                      <a:pt x="14" y="3"/>
                      <a:pt x="17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21" y="6"/>
                      <a:pt x="23" y="6"/>
                      <a:pt x="25" y="6"/>
                    </a:cubicBezTo>
                    <a:lnTo>
                      <a:pt x="26" y="6"/>
                    </a:lnTo>
                    <a:lnTo>
                      <a:pt x="25" y="6"/>
                    </a:lnTo>
                    <a:cubicBezTo>
                      <a:pt x="31" y="6"/>
                      <a:pt x="35" y="5"/>
                      <a:pt x="40" y="5"/>
                    </a:cubicBezTo>
                    <a:cubicBezTo>
                      <a:pt x="45" y="3"/>
                      <a:pt x="51" y="2"/>
                      <a:pt x="56" y="1"/>
                    </a:cubicBezTo>
                    <a:cubicBezTo>
                      <a:pt x="61" y="0"/>
                      <a:pt x="66" y="3"/>
                      <a:pt x="67" y="8"/>
                    </a:cubicBezTo>
                    <a:cubicBezTo>
                      <a:pt x="69" y="13"/>
                      <a:pt x="66" y="19"/>
                      <a:pt x="60" y="19"/>
                    </a:cubicBezTo>
                    <a:cubicBezTo>
                      <a:pt x="51" y="21"/>
                      <a:pt x="42" y="23"/>
                      <a:pt x="32" y="24"/>
                    </a:cubicBezTo>
                    <a:cubicBezTo>
                      <a:pt x="28" y="25"/>
                      <a:pt x="25" y="25"/>
                      <a:pt x="21" y="25"/>
                    </a:cubicBezTo>
                    <a:cubicBezTo>
                      <a:pt x="20" y="25"/>
                      <a:pt x="18" y="25"/>
                      <a:pt x="17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61" name="Google Shape;2861;p31"/>
              <p:cNvSpPr/>
              <p:nvPr/>
            </p:nvSpPr>
            <p:spPr>
              <a:xfrm>
                <a:off x="3366000" y="4146120"/>
                <a:ext cx="41400" cy="1368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38" extrusionOk="0">
                    <a:moveTo>
                      <a:pt x="7" y="35"/>
                    </a:moveTo>
                    <a:cubicBezTo>
                      <a:pt x="2" y="33"/>
                      <a:pt x="0" y="27"/>
                      <a:pt x="2" y="22"/>
                    </a:cubicBezTo>
                    <a:cubicBezTo>
                      <a:pt x="3" y="21"/>
                      <a:pt x="5" y="18"/>
                      <a:pt x="8" y="18"/>
                    </a:cubicBezTo>
                    <a:cubicBezTo>
                      <a:pt x="10" y="16"/>
                      <a:pt x="13" y="17"/>
                      <a:pt x="15" y="18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8" y="18"/>
                      <a:pt x="20" y="18"/>
                      <a:pt x="22" y="18"/>
                    </a:cubicBezTo>
                    <a:cubicBezTo>
                      <a:pt x="27" y="18"/>
                      <a:pt x="32" y="17"/>
                      <a:pt x="36" y="16"/>
                    </a:cubicBezTo>
                    <a:cubicBezTo>
                      <a:pt x="41" y="16"/>
                      <a:pt x="46" y="15"/>
                      <a:pt x="50" y="14"/>
                    </a:cubicBezTo>
                    <a:cubicBezTo>
                      <a:pt x="56" y="13"/>
                      <a:pt x="62" y="11"/>
                      <a:pt x="68" y="10"/>
                    </a:cubicBezTo>
                    <a:cubicBezTo>
                      <a:pt x="79" y="7"/>
                      <a:pt x="92" y="4"/>
                      <a:pt x="103" y="1"/>
                    </a:cubicBezTo>
                    <a:cubicBezTo>
                      <a:pt x="107" y="0"/>
                      <a:pt x="111" y="2"/>
                      <a:pt x="113" y="6"/>
                    </a:cubicBezTo>
                    <a:cubicBezTo>
                      <a:pt x="114" y="10"/>
                      <a:pt x="113" y="15"/>
                      <a:pt x="108" y="16"/>
                    </a:cubicBezTo>
                    <a:cubicBezTo>
                      <a:pt x="93" y="21"/>
                      <a:pt x="79" y="26"/>
                      <a:pt x="64" y="29"/>
                    </a:cubicBezTo>
                    <a:cubicBezTo>
                      <a:pt x="56" y="31"/>
                      <a:pt x="49" y="33"/>
                      <a:pt x="41" y="34"/>
                    </a:cubicBezTo>
                    <a:cubicBezTo>
                      <a:pt x="37" y="35"/>
                      <a:pt x="33" y="36"/>
                      <a:pt x="30" y="36"/>
                    </a:cubicBezTo>
                    <a:cubicBezTo>
                      <a:pt x="27" y="36"/>
                      <a:pt x="23" y="37"/>
                      <a:pt x="21" y="37"/>
                    </a:cubicBezTo>
                    <a:cubicBezTo>
                      <a:pt x="19" y="37"/>
                      <a:pt x="18" y="37"/>
                      <a:pt x="18" y="37"/>
                    </a:cubicBezTo>
                    <a:cubicBezTo>
                      <a:pt x="14" y="37"/>
                      <a:pt x="10" y="37"/>
                      <a:pt x="7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62" name="Google Shape;2862;p31"/>
              <p:cNvSpPr/>
              <p:nvPr/>
            </p:nvSpPr>
            <p:spPr>
              <a:xfrm>
                <a:off x="3435120" y="4105080"/>
                <a:ext cx="71280" cy="57960"/>
              </a:xfrm>
              <a:custGeom>
                <a:avLst/>
                <a:gdLst/>
                <a:ahLst/>
                <a:cxnLst/>
                <a:rect l="l" t="t" r="r" b="b"/>
                <a:pathLst>
                  <a:path w="198" h="161" extrusionOk="0">
                    <a:moveTo>
                      <a:pt x="28" y="160"/>
                    </a:moveTo>
                    <a:cubicBezTo>
                      <a:pt x="22" y="159"/>
                      <a:pt x="18" y="158"/>
                      <a:pt x="13" y="154"/>
                    </a:cubicBezTo>
                    <a:cubicBezTo>
                      <a:pt x="8" y="150"/>
                      <a:pt x="5" y="144"/>
                      <a:pt x="4" y="139"/>
                    </a:cubicBezTo>
                    <a:cubicBezTo>
                      <a:pt x="0" y="126"/>
                      <a:pt x="0" y="112"/>
                      <a:pt x="2" y="99"/>
                    </a:cubicBezTo>
                    <a:cubicBezTo>
                      <a:pt x="3" y="95"/>
                      <a:pt x="4" y="90"/>
                      <a:pt x="5" y="86"/>
                    </a:cubicBezTo>
                    <a:cubicBezTo>
                      <a:pt x="6" y="80"/>
                      <a:pt x="8" y="74"/>
                      <a:pt x="11" y="69"/>
                    </a:cubicBezTo>
                    <a:cubicBezTo>
                      <a:pt x="13" y="60"/>
                      <a:pt x="17" y="53"/>
                      <a:pt x="21" y="46"/>
                    </a:cubicBezTo>
                    <a:cubicBezTo>
                      <a:pt x="25" y="38"/>
                      <a:pt x="30" y="30"/>
                      <a:pt x="36" y="24"/>
                    </a:cubicBezTo>
                    <a:cubicBezTo>
                      <a:pt x="41" y="18"/>
                      <a:pt x="47" y="13"/>
                      <a:pt x="54" y="9"/>
                    </a:cubicBezTo>
                    <a:cubicBezTo>
                      <a:pt x="61" y="6"/>
                      <a:pt x="69" y="4"/>
                      <a:pt x="77" y="7"/>
                    </a:cubicBezTo>
                    <a:cubicBezTo>
                      <a:pt x="80" y="8"/>
                      <a:pt x="82" y="10"/>
                      <a:pt x="85" y="12"/>
                    </a:cubicBezTo>
                    <a:cubicBezTo>
                      <a:pt x="85" y="11"/>
                      <a:pt x="85" y="9"/>
                      <a:pt x="86" y="8"/>
                    </a:cubicBezTo>
                    <a:cubicBezTo>
                      <a:pt x="87" y="3"/>
                      <a:pt x="93" y="0"/>
                      <a:pt x="97" y="2"/>
                    </a:cubicBezTo>
                    <a:cubicBezTo>
                      <a:pt x="103" y="3"/>
                      <a:pt x="105" y="8"/>
                      <a:pt x="104" y="14"/>
                    </a:cubicBezTo>
                    <a:cubicBezTo>
                      <a:pt x="103" y="19"/>
                      <a:pt x="101" y="24"/>
                      <a:pt x="99" y="29"/>
                    </a:cubicBezTo>
                    <a:cubicBezTo>
                      <a:pt x="98" y="31"/>
                      <a:pt x="98" y="34"/>
                      <a:pt x="97" y="36"/>
                    </a:cubicBezTo>
                    <a:cubicBezTo>
                      <a:pt x="97" y="38"/>
                      <a:pt x="96" y="39"/>
                      <a:pt x="96" y="41"/>
                    </a:cubicBezTo>
                    <a:cubicBezTo>
                      <a:pt x="94" y="43"/>
                      <a:pt x="93" y="45"/>
                      <a:pt x="91" y="46"/>
                    </a:cubicBezTo>
                    <a:cubicBezTo>
                      <a:pt x="88" y="48"/>
                      <a:pt x="84" y="48"/>
                      <a:pt x="81" y="46"/>
                    </a:cubicBezTo>
                    <a:cubicBezTo>
                      <a:pt x="78" y="45"/>
                      <a:pt x="77" y="41"/>
                      <a:pt x="77" y="38"/>
                    </a:cubicBezTo>
                    <a:cubicBezTo>
                      <a:pt x="77" y="37"/>
                      <a:pt x="77" y="36"/>
                      <a:pt x="77" y="35"/>
                    </a:cubicBezTo>
                    <a:lnTo>
                      <a:pt x="77" y="34"/>
                    </a:lnTo>
                    <a:cubicBezTo>
                      <a:pt x="76" y="34"/>
                      <a:pt x="76" y="33"/>
                      <a:pt x="76" y="32"/>
                    </a:cubicBezTo>
                    <a:cubicBezTo>
                      <a:pt x="76" y="31"/>
                      <a:pt x="76" y="31"/>
                      <a:pt x="75" y="30"/>
                    </a:cubicBezTo>
                    <a:cubicBezTo>
                      <a:pt x="75" y="29"/>
                      <a:pt x="75" y="28"/>
                      <a:pt x="74" y="27"/>
                    </a:cubicBezTo>
                    <a:lnTo>
                      <a:pt x="73" y="27"/>
                    </a:lnTo>
                    <a:cubicBezTo>
                      <a:pt x="73" y="27"/>
                      <a:pt x="73" y="26"/>
                      <a:pt x="72" y="26"/>
                    </a:cubicBezTo>
                    <a:cubicBezTo>
                      <a:pt x="72" y="25"/>
                      <a:pt x="72" y="25"/>
                      <a:pt x="71" y="25"/>
                    </a:cubicBezTo>
                    <a:lnTo>
                      <a:pt x="72" y="25"/>
                    </a:lnTo>
                    <a:lnTo>
                      <a:pt x="71" y="25"/>
                    </a:lnTo>
                    <a:lnTo>
                      <a:pt x="71" y="24"/>
                    </a:lnTo>
                    <a:cubicBezTo>
                      <a:pt x="70" y="24"/>
                      <a:pt x="70" y="24"/>
                      <a:pt x="69" y="24"/>
                    </a:cubicBezTo>
                    <a:lnTo>
                      <a:pt x="68" y="24"/>
                    </a:lnTo>
                    <a:cubicBezTo>
                      <a:pt x="67" y="24"/>
                      <a:pt x="66" y="24"/>
                      <a:pt x="66" y="24"/>
                    </a:cubicBezTo>
                    <a:cubicBezTo>
                      <a:pt x="65" y="24"/>
                      <a:pt x="64" y="25"/>
                      <a:pt x="63" y="25"/>
                    </a:cubicBezTo>
                    <a:lnTo>
                      <a:pt x="64" y="25"/>
                    </a:lnTo>
                    <a:cubicBezTo>
                      <a:pt x="63" y="25"/>
                      <a:pt x="62" y="25"/>
                      <a:pt x="62" y="25"/>
                    </a:cubicBezTo>
                    <a:cubicBezTo>
                      <a:pt x="61" y="26"/>
                      <a:pt x="60" y="27"/>
                      <a:pt x="59" y="27"/>
                    </a:cubicBezTo>
                    <a:cubicBezTo>
                      <a:pt x="58" y="28"/>
                      <a:pt x="57" y="29"/>
                      <a:pt x="55" y="29"/>
                    </a:cubicBezTo>
                    <a:cubicBezTo>
                      <a:pt x="54" y="31"/>
                      <a:pt x="52" y="32"/>
                      <a:pt x="50" y="34"/>
                    </a:cubicBezTo>
                    <a:cubicBezTo>
                      <a:pt x="48" y="36"/>
                      <a:pt x="47" y="39"/>
                      <a:pt x="44" y="41"/>
                    </a:cubicBezTo>
                    <a:cubicBezTo>
                      <a:pt x="45" y="41"/>
                      <a:pt x="45" y="41"/>
                      <a:pt x="45" y="40"/>
                    </a:cubicBezTo>
                    <a:cubicBezTo>
                      <a:pt x="41" y="46"/>
                      <a:pt x="38" y="52"/>
                      <a:pt x="34" y="57"/>
                    </a:cubicBezTo>
                    <a:cubicBezTo>
                      <a:pt x="31" y="63"/>
                      <a:pt x="29" y="67"/>
                      <a:pt x="27" y="73"/>
                    </a:cubicBezTo>
                    <a:cubicBezTo>
                      <a:pt x="24" y="81"/>
                      <a:pt x="22" y="89"/>
                      <a:pt x="20" y="98"/>
                    </a:cubicBezTo>
                    <a:cubicBezTo>
                      <a:pt x="19" y="102"/>
                      <a:pt x="19" y="105"/>
                      <a:pt x="18" y="109"/>
                    </a:cubicBezTo>
                    <a:cubicBezTo>
                      <a:pt x="18" y="112"/>
                      <a:pt x="18" y="115"/>
                      <a:pt x="18" y="117"/>
                    </a:cubicBezTo>
                    <a:cubicBezTo>
                      <a:pt x="18" y="120"/>
                      <a:pt x="19" y="123"/>
                      <a:pt x="19" y="126"/>
                    </a:cubicBezTo>
                    <a:lnTo>
                      <a:pt x="19" y="127"/>
                    </a:lnTo>
                    <a:cubicBezTo>
                      <a:pt x="19" y="126"/>
                      <a:pt x="19" y="126"/>
                      <a:pt x="19" y="126"/>
                    </a:cubicBezTo>
                    <a:cubicBezTo>
                      <a:pt x="19" y="128"/>
                      <a:pt x="20" y="130"/>
                      <a:pt x="20" y="133"/>
                    </a:cubicBezTo>
                    <a:cubicBezTo>
                      <a:pt x="21" y="134"/>
                      <a:pt x="22" y="135"/>
                      <a:pt x="22" y="136"/>
                    </a:cubicBezTo>
                    <a:cubicBezTo>
                      <a:pt x="22" y="137"/>
                      <a:pt x="23" y="137"/>
                      <a:pt x="23" y="138"/>
                    </a:cubicBezTo>
                    <a:cubicBezTo>
                      <a:pt x="23" y="137"/>
                      <a:pt x="23" y="137"/>
                      <a:pt x="22" y="137"/>
                    </a:cubicBezTo>
                    <a:cubicBezTo>
                      <a:pt x="23" y="137"/>
                      <a:pt x="23" y="138"/>
                      <a:pt x="23" y="138"/>
                    </a:cubicBezTo>
                    <a:cubicBezTo>
                      <a:pt x="24" y="139"/>
                      <a:pt x="24" y="140"/>
                      <a:pt x="25" y="140"/>
                    </a:cubicBezTo>
                    <a:lnTo>
                      <a:pt x="24" y="140"/>
                    </a:lnTo>
                    <a:cubicBezTo>
                      <a:pt x="25" y="140"/>
                      <a:pt x="25" y="140"/>
                      <a:pt x="25" y="140"/>
                    </a:cubicBezTo>
                    <a:cubicBezTo>
                      <a:pt x="26" y="141"/>
                      <a:pt x="26" y="141"/>
                      <a:pt x="26" y="141"/>
                    </a:cubicBezTo>
                    <a:lnTo>
                      <a:pt x="27" y="141"/>
                    </a:lnTo>
                    <a:cubicBezTo>
                      <a:pt x="28" y="141"/>
                      <a:pt x="29" y="141"/>
                      <a:pt x="29" y="141"/>
                    </a:cubicBezTo>
                    <a:cubicBezTo>
                      <a:pt x="30" y="142"/>
                      <a:pt x="30" y="142"/>
                      <a:pt x="31" y="142"/>
                    </a:cubicBezTo>
                    <a:cubicBezTo>
                      <a:pt x="31" y="142"/>
                      <a:pt x="31" y="141"/>
                      <a:pt x="32" y="141"/>
                    </a:cubicBezTo>
                    <a:cubicBezTo>
                      <a:pt x="33" y="141"/>
                      <a:pt x="34" y="141"/>
                      <a:pt x="35" y="141"/>
                    </a:cubicBezTo>
                    <a:cubicBezTo>
                      <a:pt x="37" y="140"/>
                      <a:pt x="39" y="140"/>
                      <a:pt x="41" y="138"/>
                    </a:cubicBezTo>
                    <a:cubicBezTo>
                      <a:pt x="43" y="137"/>
                      <a:pt x="45" y="137"/>
                      <a:pt x="47" y="136"/>
                    </a:cubicBezTo>
                    <a:cubicBezTo>
                      <a:pt x="49" y="134"/>
                      <a:pt x="51" y="133"/>
                      <a:pt x="52" y="131"/>
                    </a:cubicBezTo>
                    <a:cubicBezTo>
                      <a:pt x="57" y="128"/>
                      <a:pt x="61" y="124"/>
                      <a:pt x="64" y="120"/>
                    </a:cubicBezTo>
                    <a:cubicBezTo>
                      <a:pt x="67" y="117"/>
                      <a:pt x="69" y="115"/>
                      <a:pt x="72" y="112"/>
                    </a:cubicBezTo>
                    <a:cubicBezTo>
                      <a:pt x="75" y="108"/>
                      <a:pt x="78" y="105"/>
                      <a:pt x="80" y="101"/>
                    </a:cubicBezTo>
                    <a:lnTo>
                      <a:pt x="80" y="102"/>
                    </a:lnTo>
                    <a:cubicBezTo>
                      <a:pt x="82" y="98"/>
                      <a:pt x="85" y="95"/>
                      <a:pt x="86" y="92"/>
                    </a:cubicBezTo>
                    <a:cubicBezTo>
                      <a:pt x="89" y="87"/>
                      <a:pt x="92" y="81"/>
                      <a:pt x="94" y="75"/>
                    </a:cubicBezTo>
                    <a:cubicBezTo>
                      <a:pt x="94" y="74"/>
                      <a:pt x="95" y="73"/>
                      <a:pt x="95" y="72"/>
                    </a:cubicBezTo>
                    <a:cubicBezTo>
                      <a:pt x="96" y="71"/>
                      <a:pt x="96" y="71"/>
                      <a:pt x="96" y="70"/>
                    </a:cubicBezTo>
                    <a:cubicBezTo>
                      <a:pt x="97" y="65"/>
                      <a:pt x="103" y="62"/>
                      <a:pt x="108" y="64"/>
                    </a:cubicBezTo>
                    <a:cubicBezTo>
                      <a:pt x="112" y="65"/>
                      <a:pt x="116" y="71"/>
                      <a:pt x="114" y="76"/>
                    </a:cubicBezTo>
                    <a:lnTo>
                      <a:pt x="114" y="77"/>
                    </a:lnTo>
                    <a:cubicBezTo>
                      <a:pt x="113" y="78"/>
                      <a:pt x="112" y="80"/>
                      <a:pt x="112" y="81"/>
                    </a:cubicBezTo>
                    <a:cubicBezTo>
                      <a:pt x="112" y="83"/>
                      <a:pt x="111" y="85"/>
                      <a:pt x="111" y="88"/>
                    </a:cubicBezTo>
                    <a:cubicBezTo>
                      <a:pt x="111" y="90"/>
                      <a:pt x="111" y="92"/>
                      <a:pt x="111" y="95"/>
                    </a:cubicBezTo>
                    <a:cubicBezTo>
                      <a:pt x="111" y="96"/>
                      <a:pt x="111" y="98"/>
                      <a:pt x="111" y="100"/>
                    </a:cubicBezTo>
                    <a:cubicBezTo>
                      <a:pt x="112" y="101"/>
                      <a:pt x="112" y="102"/>
                      <a:pt x="112" y="103"/>
                    </a:cubicBezTo>
                    <a:cubicBezTo>
                      <a:pt x="112" y="103"/>
                      <a:pt x="112" y="105"/>
                      <a:pt x="113" y="105"/>
                    </a:cubicBezTo>
                    <a:cubicBezTo>
                      <a:pt x="113" y="106"/>
                      <a:pt x="114" y="106"/>
                      <a:pt x="114" y="108"/>
                    </a:cubicBezTo>
                    <a:cubicBezTo>
                      <a:pt x="114" y="108"/>
                      <a:pt x="115" y="108"/>
                      <a:pt x="115" y="109"/>
                    </a:cubicBezTo>
                    <a:cubicBezTo>
                      <a:pt x="115" y="109"/>
                      <a:pt x="116" y="109"/>
                      <a:pt x="116" y="110"/>
                    </a:cubicBezTo>
                    <a:lnTo>
                      <a:pt x="116" y="109"/>
                    </a:lnTo>
                    <a:cubicBezTo>
                      <a:pt x="116" y="110"/>
                      <a:pt x="117" y="110"/>
                      <a:pt x="117" y="110"/>
                    </a:cubicBezTo>
                    <a:lnTo>
                      <a:pt x="116" y="110"/>
                    </a:lnTo>
                    <a:cubicBezTo>
                      <a:pt x="117" y="110"/>
                      <a:pt x="117" y="110"/>
                      <a:pt x="117" y="110"/>
                    </a:cubicBezTo>
                    <a:cubicBezTo>
                      <a:pt x="117" y="110"/>
                      <a:pt x="118" y="110"/>
                      <a:pt x="118" y="111"/>
                    </a:cubicBezTo>
                    <a:lnTo>
                      <a:pt x="119" y="111"/>
                    </a:lnTo>
                    <a:cubicBezTo>
                      <a:pt x="119" y="111"/>
                      <a:pt x="120" y="111"/>
                      <a:pt x="120" y="112"/>
                    </a:cubicBezTo>
                    <a:cubicBezTo>
                      <a:pt x="121" y="112"/>
                      <a:pt x="121" y="112"/>
                      <a:pt x="121" y="112"/>
                    </a:cubicBezTo>
                    <a:cubicBezTo>
                      <a:pt x="122" y="111"/>
                      <a:pt x="122" y="111"/>
                      <a:pt x="122" y="111"/>
                    </a:cubicBezTo>
                    <a:cubicBezTo>
                      <a:pt x="124" y="111"/>
                      <a:pt x="125" y="111"/>
                      <a:pt x="126" y="110"/>
                    </a:cubicBezTo>
                    <a:cubicBezTo>
                      <a:pt x="127" y="110"/>
                      <a:pt x="128" y="110"/>
                      <a:pt x="129" y="109"/>
                    </a:cubicBezTo>
                    <a:cubicBezTo>
                      <a:pt x="131" y="109"/>
                      <a:pt x="132" y="108"/>
                      <a:pt x="133" y="108"/>
                    </a:cubicBezTo>
                    <a:cubicBezTo>
                      <a:pt x="134" y="106"/>
                      <a:pt x="136" y="105"/>
                      <a:pt x="138" y="104"/>
                    </a:cubicBezTo>
                    <a:cubicBezTo>
                      <a:pt x="140" y="102"/>
                      <a:pt x="143" y="99"/>
                      <a:pt x="145" y="96"/>
                    </a:cubicBezTo>
                    <a:cubicBezTo>
                      <a:pt x="149" y="93"/>
                      <a:pt x="152" y="89"/>
                      <a:pt x="156" y="84"/>
                    </a:cubicBezTo>
                    <a:cubicBezTo>
                      <a:pt x="161" y="76"/>
                      <a:pt x="167" y="67"/>
                      <a:pt x="172" y="57"/>
                    </a:cubicBezTo>
                    <a:cubicBezTo>
                      <a:pt x="174" y="55"/>
                      <a:pt x="175" y="52"/>
                      <a:pt x="176" y="50"/>
                    </a:cubicBezTo>
                    <a:cubicBezTo>
                      <a:pt x="177" y="48"/>
                      <a:pt x="177" y="47"/>
                      <a:pt x="177" y="46"/>
                    </a:cubicBezTo>
                    <a:cubicBezTo>
                      <a:pt x="177" y="45"/>
                      <a:pt x="178" y="43"/>
                      <a:pt x="178" y="42"/>
                    </a:cubicBezTo>
                    <a:cubicBezTo>
                      <a:pt x="178" y="41"/>
                      <a:pt x="178" y="41"/>
                      <a:pt x="178" y="40"/>
                    </a:cubicBezTo>
                    <a:lnTo>
                      <a:pt x="178" y="41"/>
                    </a:lnTo>
                    <a:cubicBezTo>
                      <a:pt x="178" y="40"/>
                      <a:pt x="178" y="39"/>
                      <a:pt x="178" y="38"/>
                    </a:cubicBezTo>
                    <a:cubicBezTo>
                      <a:pt x="178" y="38"/>
                      <a:pt x="177" y="37"/>
                      <a:pt x="177" y="36"/>
                    </a:cubicBezTo>
                    <a:cubicBezTo>
                      <a:pt x="177" y="35"/>
                      <a:pt x="176" y="34"/>
                      <a:pt x="175" y="32"/>
                    </a:cubicBezTo>
                    <a:cubicBezTo>
                      <a:pt x="175" y="31"/>
                      <a:pt x="175" y="31"/>
                      <a:pt x="175" y="31"/>
                    </a:cubicBezTo>
                    <a:cubicBezTo>
                      <a:pt x="174" y="29"/>
                      <a:pt x="174" y="29"/>
                      <a:pt x="173" y="28"/>
                    </a:cubicBezTo>
                    <a:cubicBezTo>
                      <a:pt x="172" y="28"/>
                      <a:pt x="172" y="28"/>
                      <a:pt x="172" y="27"/>
                    </a:cubicBezTo>
                    <a:cubicBezTo>
                      <a:pt x="171" y="27"/>
                      <a:pt x="171" y="27"/>
                      <a:pt x="170" y="27"/>
                    </a:cubicBezTo>
                    <a:cubicBezTo>
                      <a:pt x="170" y="26"/>
                      <a:pt x="170" y="26"/>
                      <a:pt x="169" y="26"/>
                    </a:cubicBezTo>
                    <a:cubicBezTo>
                      <a:pt x="168" y="25"/>
                      <a:pt x="167" y="25"/>
                      <a:pt x="166" y="25"/>
                    </a:cubicBezTo>
                    <a:cubicBezTo>
                      <a:pt x="165" y="25"/>
                      <a:pt x="164" y="24"/>
                      <a:pt x="163" y="24"/>
                    </a:cubicBezTo>
                    <a:cubicBezTo>
                      <a:pt x="162" y="24"/>
                      <a:pt x="161" y="24"/>
                      <a:pt x="160" y="24"/>
                    </a:cubicBezTo>
                    <a:cubicBezTo>
                      <a:pt x="159" y="24"/>
                      <a:pt x="158" y="24"/>
                      <a:pt x="157" y="25"/>
                    </a:cubicBezTo>
                    <a:cubicBezTo>
                      <a:pt x="156" y="25"/>
                      <a:pt x="154" y="25"/>
                      <a:pt x="153" y="25"/>
                    </a:cubicBezTo>
                    <a:cubicBezTo>
                      <a:pt x="153" y="26"/>
                      <a:pt x="152" y="26"/>
                      <a:pt x="150" y="27"/>
                    </a:cubicBezTo>
                    <a:cubicBezTo>
                      <a:pt x="148" y="28"/>
                      <a:pt x="146" y="29"/>
                      <a:pt x="145" y="30"/>
                    </a:cubicBezTo>
                    <a:cubicBezTo>
                      <a:pt x="142" y="31"/>
                      <a:pt x="140" y="33"/>
                      <a:pt x="138" y="34"/>
                    </a:cubicBezTo>
                    <a:cubicBezTo>
                      <a:pt x="138" y="35"/>
                      <a:pt x="136" y="36"/>
                      <a:pt x="136" y="36"/>
                    </a:cubicBezTo>
                    <a:cubicBezTo>
                      <a:pt x="135" y="38"/>
                      <a:pt x="135" y="38"/>
                      <a:pt x="133" y="39"/>
                    </a:cubicBezTo>
                    <a:cubicBezTo>
                      <a:pt x="131" y="43"/>
                      <a:pt x="125" y="43"/>
                      <a:pt x="121" y="41"/>
                    </a:cubicBezTo>
                    <a:cubicBezTo>
                      <a:pt x="117" y="37"/>
                      <a:pt x="117" y="31"/>
                      <a:pt x="119" y="28"/>
                    </a:cubicBezTo>
                    <a:cubicBezTo>
                      <a:pt x="121" y="25"/>
                      <a:pt x="123" y="24"/>
                      <a:pt x="125" y="22"/>
                    </a:cubicBezTo>
                    <a:cubicBezTo>
                      <a:pt x="127" y="20"/>
                      <a:pt x="129" y="18"/>
                      <a:pt x="132" y="16"/>
                    </a:cubicBezTo>
                    <a:cubicBezTo>
                      <a:pt x="137" y="13"/>
                      <a:pt x="143" y="10"/>
                      <a:pt x="149" y="7"/>
                    </a:cubicBezTo>
                    <a:cubicBezTo>
                      <a:pt x="160" y="4"/>
                      <a:pt x="173" y="5"/>
                      <a:pt x="183" y="13"/>
                    </a:cubicBezTo>
                    <a:cubicBezTo>
                      <a:pt x="187" y="15"/>
                      <a:pt x="191" y="20"/>
                      <a:pt x="193" y="25"/>
                    </a:cubicBezTo>
                    <a:cubicBezTo>
                      <a:pt x="195" y="31"/>
                      <a:pt x="197" y="37"/>
                      <a:pt x="196" y="43"/>
                    </a:cubicBezTo>
                    <a:cubicBezTo>
                      <a:pt x="195" y="53"/>
                      <a:pt x="191" y="62"/>
                      <a:pt x="185" y="71"/>
                    </a:cubicBezTo>
                    <a:cubicBezTo>
                      <a:pt x="183" y="75"/>
                      <a:pt x="181" y="79"/>
                      <a:pt x="178" y="83"/>
                    </a:cubicBezTo>
                    <a:cubicBezTo>
                      <a:pt x="172" y="92"/>
                      <a:pt x="167" y="100"/>
                      <a:pt x="160" y="108"/>
                    </a:cubicBezTo>
                    <a:cubicBezTo>
                      <a:pt x="155" y="113"/>
                      <a:pt x="151" y="117"/>
                      <a:pt x="146" y="121"/>
                    </a:cubicBezTo>
                    <a:cubicBezTo>
                      <a:pt x="140" y="125"/>
                      <a:pt x="134" y="127"/>
                      <a:pt x="128" y="129"/>
                    </a:cubicBezTo>
                    <a:cubicBezTo>
                      <a:pt x="122" y="130"/>
                      <a:pt x="116" y="130"/>
                      <a:pt x="111" y="128"/>
                    </a:cubicBezTo>
                    <a:cubicBezTo>
                      <a:pt x="105" y="126"/>
                      <a:pt x="101" y="122"/>
                      <a:pt x="98" y="116"/>
                    </a:cubicBezTo>
                    <a:cubicBezTo>
                      <a:pt x="97" y="115"/>
                      <a:pt x="96" y="112"/>
                      <a:pt x="95" y="110"/>
                    </a:cubicBezTo>
                    <a:cubicBezTo>
                      <a:pt x="91" y="116"/>
                      <a:pt x="87" y="122"/>
                      <a:pt x="82" y="127"/>
                    </a:cubicBezTo>
                    <a:cubicBezTo>
                      <a:pt x="76" y="134"/>
                      <a:pt x="69" y="141"/>
                      <a:pt x="62" y="147"/>
                    </a:cubicBezTo>
                    <a:cubicBezTo>
                      <a:pt x="58" y="150"/>
                      <a:pt x="52" y="154"/>
                      <a:pt x="47" y="156"/>
                    </a:cubicBezTo>
                    <a:cubicBezTo>
                      <a:pt x="41" y="158"/>
                      <a:pt x="36" y="160"/>
                      <a:pt x="30" y="160"/>
                    </a:cubicBezTo>
                    <a:cubicBezTo>
                      <a:pt x="29" y="160"/>
                      <a:pt x="29" y="160"/>
                      <a:pt x="28" y="1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63" name="Google Shape;2863;p31"/>
              <p:cNvSpPr/>
              <p:nvPr/>
            </p:nvSpPr>
            <p:spPr>
              <a:xfrm>
                <a:off x="3502440" y="4104720"/>
                <a:ext cx="33480" cy="53280"/>
              </a:xfrm>
              <a:custGeom>
                <a:avLst/>
                <a:gdLst/>
                <a:ahLst/>
                <a:cxnLst/>
                <a:rect l="l" t="t" r="r" b="b"/>
                <a:pathLst>
                  <a:path w="93" h="148" extrusionOk="0">
                    <a:moveTo>
                      <a:pt x="0" y="138"/>
                    </a:moveTo>
                    <a:cubicBezTo>
                      <a:pt x="0" y="133"/>
                      <a:pt x="4" y="128"/>
                      <a:pt x="9" y="128"/>
                    </a:cubicBezTo>
                    <a:cubicBezTo>
                      <a:pt x="14" y="127"/>
                      <a:pt x="21" y="127"/>
                      <a:pt x="27" y="126"/>
                    </a:cubicBezTo>
                    <a:cubicBezTo>
                      <a:pt x="32" y="125"/>
                      <a:pt x="37" y="124"/>
                      <a:pt x="42" y="123"/>
                    </a:cubicBezTo>
                    <a:cubicBezTo>
                      <a:pt x="44" y="122"/>
                      <a:pt x="46" y="122"/>
                      <a:pt x="48" y="120"/>
                    </a:cubicBezTo>
                    <a:cubicBezTo>
                      <a:pt x="49" y="120"/>
                      <a:pt x="49" y="120"/>
                      <a:pt x="50" y="120"/>
                    </a:cubicBezTo>
                    <a:cubicBezTo>
                      <a:pt x="50" y="119"/>
                      <a:pt x="51" y="119"/>
                      <a:pt x="51" y="119"/>
                    </a:cubicBezTo>
                    <a:cubicBezTo>
                      <a:pt x="51" y="119"/>
                      <a:pt x="51" y="118"/>
                      <a:pt x="50" y="118"/>
                    </a:cubicBezTo>
                    <a:cubicBezTo>
                      <a:pt x="51" y="118"/>
                      <a:pt x="51" y="119"/>
                      <a:pt x="51" y="119"/>
                    </a:cubicBezTo>
                    <a:cubicBezTo>
                      <a:pt x="47" y="115"/>
                      <a:pt x="44" y="112"/>
                      <a:pt x="39" y="108"/>
                    </a:cubicBezTo>
                    <a:cubicBezTo>
                      <a:pt x="40" y="108"/>
                      <a:pt x="40" y="109"/>
                      <a:pt x="41" y="109"/>
                    </a:cubicBezTo>
                    <a:cubicBezTo>
                      <a:pt x="35" y="103"/>
                      <a:pt x="29" y="97"/>
                      <a:pt x="23" y="91"/>
                    </a:cubicBezTo>
                    <a:cubicBezTo>
                      <a:pt x="20" y="88"/>
                      <a:pt x="17" y="84"/>
                      <a:pt x="14" y="80"/>
                    </a:cubicBezTo>
                    <a:cubicBezTo>
                      <a:pt x="12" y="76"/>
                      <a:pt x="10" y="71"/>
                      <a:pt x="9" y="67"/>
                    </a:cubicBezTo>
                    <a:cubicBezTo>
                      <a:pt x="7" y="58"/>
                      <a:pt x="7" y="48"/>
                      <a:pt x="10" y="39"/>
                    </a:cubicBezTo>
                    <a:cubicBezTo>
                      <a:pt x="13" y="31"/>
                      <a:pt x="19" y="24"/>
                      <a:pt x="25" y="18"/>
                    </a:cubicBezTo>
                    <a:cubicBezTo>
                      <a:pt x="33" y="11"/>
                      <a:pt x="42" y="7"/>
                      <a:pt x="51" y="4"/>
                    </a:cubicBezTo>
                    <a:cubicBezTo>
                      <a:pt x="55" y="3"/>
                      <a:pt x="59" y="2"/>
                      <a:pt x="64" y="1"/>
                    </a:cubicBezTo>
                    <a:cubicBezTo>
                      <a:pt x="69" y="0"/>
                      <a:pt x="74" y="1"/>
                      <a:pt x="79" y="3"/>
                    </a:cubicBezTo>
                    <a:cubicBezTo>
                      <a:pt x="86" y="4"/>
                      <a:pt x="92" y="10"/>
                      <a:pt x="92" y="17"/>
                    </a:cubicBezTo>
                    <a:cubicBezTo>
                      <a:pt x="92" y="18"/>
                      <a:pt x="92" y="20"/>
                      <a:pt x="92" y="21"/>
                    </a:cubicBezTo>
                    <a:cubicBezTo>
                      <a:pt x="92" y="23"/>
                      <a:pt x="91" y="25"/>
                      <a:pt x="90" y="26"/>
                    </a:cubicBezTo>
                    <a:cubicBezTo>
                      <a:pt x="87" y="28"/>
                      <a:pt x="84" y="29"/>
                      <a:pt x="80" y="28"/>
                    </a:cubicBezTo>
                    <a:cubicBezTo>
                      <a:pt x="77" y="27"/>
                      <a:pt x="75" y="24"/>
                      <a:pt x="74" y="21"/>
                    </a:cubicBezTo>
                    <a:lnTo>
                      <a:pt x="73" y="21"/>
                    </a:lnTo>
                    <a:lnTo>
                      <a:pt x="72" y="21"/>
                    </a:lnTo>
                    <a:cubicBezTo>
                      <a:pt x="71" y="20"/>
                      <a:pt x="70" y="20"/>
                      <a:pt x="69" y="20"/>
                    </a:cubicBezTo>
                    <a:cubicBezTo>
                      <a:pt x="68" y="20"/>
                      <a:pt x="67" y="20"/>
                      <a:pt x="66" y="20"/>
                    </a:cubicBezTo>
                    <a:lnTo>
                      <a:pt x="67" y="20"/>
                    </a:lnTo>
                    <a:cubicBezTo>
                      <a:pt x="66" y="20"/>
                      <a:pt x="65" y="20"/>
                      <a:pt x="63" y="20"/>
                    </a:cubicBezTo>
                    <a:cubicBezTo>
                      <a:pt x="61" y="21"/>
                      <a:pt x="59" y="21"/>
                      <a:pt x="56" y="22"/>
                    </a:cubicBezTo>
                    <a:cubicBezTo>
                      <a:pt x="53" y="23"/>
                      <a:pt x="51" y="24"/>
                      <a:pt x="48" y="25"/>
                    </a:cubicBezTo>
                    <a:cubicBezTo>
                      <a:pt x="46" y="26"/>
                      <a:pt x="44" y="27"/>
                      <a:pt x="42" y="28"/>
                    </a:cubicBezTo>
                    <a:cubicBezTo>
                      <a:pt x="41" y="29"/>
                      <a:pt x="40" y="30"/>
                      <a:pt x="38" y="31"/>
                    </a:cubicBezTo>
                    <a:cubicBezTo>
                      <a:pt x="38" y="32"/>
                      <a:pt x="37" y="33"/>
                      <a:pt x="35" y="34"/>
                    </a:cubicBezTo>
                    <a:cubicBezTo>
                      <a:pt x="34" y="35"/>
                      <a:pt x="33" y="36"/>
                      <a:pt x="32" y="38"/>
                    </a:cubicBezTo>
                    <a:cubicBezTo>
                      <a:pt x="31" y="39"/>
                      <a:pt x="30" y="41"/>
                      <a:pt x="30" y="42"/>
                    </a:cubicBezTo>
                    <a:cubicBezTo>
                      <a:pt x="29" y="43"/>
                      <a:pt x="28" y="44"/>
                      <a:pt x="28" y="45"/>
                    </a:cubicBezTo>
                    <a:cubicBezTo>
                      <a:pt x="28" y="46"/>
                      <a:pt x="27" y="48"/>
                      <a:pt x="27" y="49"/>
                    </a:cubicBezTo>
                    <a:cubicBezTo>
                      <a:pt x="27" y="50"/>
                      <a:pt x="27" y="50"/>
                      <a:pt x="27" y="52"/>
                    </a:cubicBezTo>
                    <a:cubicBezTo>
                      <a:pt x="26" y="53"/>
                      <a:pt x="26" y="54"/>
                      <a:pt x="26" y="55"/>
                    </a:cubicBezTo>
                    <a:cubicBezTo>
                      <a:pt x="27" y="57"/>
                      <a:pt x="27" y="59"/>
                      <a:pt x="27" y="60"/>
                    </a:cubicBezTo>
                    <a:cubicBezTo>
                      <a:pt x="27" y="62"/>
                      <a:pt x="27" y="63"/>
                      <a:pt x="28" y="64"/>
                    </a:cubicBezTo>
                    <a:cubicBezTo>
                      <a:pt x="28" y="65"/>
                      <a:pt x="28" y="66"/>
                      <a:pt x="29" y="68"/>
                    </a:cubicBezTo>
                    <a:cubicBezTo>
                      <a:pt x="30" y="69"/>
                      <a:pt x="30" y="70"/>
                      <a:pt x="31" y="71"/>
                    </a:cubicBezTo>
                    <a:cubicBezTo>
                      <a:pt x="32" y="73"/>
                      <a:pt x="34" y="74"/>
                      <a:pt x="35" y="77"/>
                    </a:cubicBezTo>
                    <a:cubicBezTo>
                      <a:pt x="41" y="83"/>
                      <a:pt x="46" y="89"/>
                      <a:pt x="53" y="95"/>
                    </a:cubicBezTo>
                    <a:cubicBezTo>
                      <a:pt x="55" y="97"/>
                      <a:pt x="58" y="99"/>
                      <a:pt x="61" y="102"/>
                    </a:cubicBezTo>
                    <a:cubicBezTo>
                      <a:pt x="63" y="105"/>
                      <a:pt x="66" y="107"/>
                      <a:pt x="69" y="110"/>
                    </a:cubicBezTo>
                    <a:cubicBezTo>
                      <a:pt x="69" y="112"/>
                      <a:pt x="70" y="114"/>
                      <a:pt x="70" y="116"/>
                    </a:cubicBezTo>
                    <a:cubicBezTo>
                      <a:pt x="71" y="119"/>
                      <a:pt x="70" y="122"/>
                      <a:pt x="70" y="124"/>
                    </a:cubicBezTo>
                    <a:cubicBezTo>
                      <a:pt x="69" y="129"/>
                      <a:pt x="65" y="132"/>
                      <a:pt x="61" y="135"/>
                    </a:cubicBezTo>
                    <a:cubicBezTo>
                      <a:pt x="58" y="137"/>
                      <a:pt x="53" y="139"/>
                      <a:pt x="48" y="140"/>
                    </a:cubicBezTo>
                    <a:cubicBezTo>
                      <a:pt x="42" y="142"/>
                      <a:pt x="35" y="143"/>
                      <a:pt x="29" y="144"/>
                    </a:cubicBezTo>
                    <a:cubicBezTo>
                      <a:pt x="30" y="144"/>
                      <a:pt x="30" y="144"/>
                      <a:pt x="30" y="144"/>
                    </a:cubicBezTo>
                    <a:cubicBezTo>
                      <a:pt x="24" y="145"/>
                      <a:pt x="17" y="146"/>
                      <a:pt x="11" y="147"/>
                    </a:cubicBezTo>
                    <a:cubicBezTo>
                      <a:pt x="10" y="147"/>
                      <a:pt x="10" y="147"/>
                      <a:pt x="10" y="147"/>
                    </a:cubicBezTo>
                    <a:cubicBezTo>
                      <a:pt x="5" y="147"/>
                      <a:pt x="1" y="143"/>
                      <a:pt x="0" y="1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64" name="Google Shape;2864;p31"/>
              <p:cNvSpPr/>
              <p:nvPr/>
            </p:nvSpPr>
            <p:spPr>
              <a:xfrm>
                <a:off x="3543120" y="4102200"/>
                <a:ext cx="45360" cy="5868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163" extrusionOk="0">
                    <a:moveTo>
                      <a:pt x="20" y="140"/>
                    </a:moveTo>
                    <a:cubicBezTo>
                      <a:pt x="20" y="138"/>
                      <a:pt x="21" y="137"/>
                      <a:pt x="23" y="137"/>
                    </a:cubicBezTo>
                    <a:cubicBezTo>
                      <a:pt x="26" y="133"/>
                      <a:pt x="29" y="129"/>
                      <a:pt x="32" y="125"/>
                    </a:cubicBezTo>
                    <a:cubicBezTo>
                      <a:pt x="31" y="126"/>
                      <a:pt x="31" y="126"/>
                      <a:pt x="31" y="126"/>
                    </a:cubicBezTo>
                    <a:cubicBezTo>
                      <a:pt x="30" y="126"/>
                      <a:pt x="28" y="127"/>
                      <a:pt x="27" y="127"/>
                    </a:cubicBezTo>
                    <a:cubicBezTo>
                      <a:pt x="27" y="128"/>
                      <a:pt x="26" y="129"/>
                      <a:pt x="26" y="129"/>
                    </a:cubicBezTo>
                    <a:cubicBezTo>
                      <a:pt x="25" y="129"/>
                      <a:pt x="24" y="130"/>
                      <a:pt x="24" y="130"/>
                    </a:cubicBezTo>
                    <a:cubicBezTo>
                      <a:pt x="23" y="131"/>
                      <a:pt x="23" y="131"/>
                      <a:pt x="23" y="131"/>
                    </a:cubicBezTo>
                    <a:cubicBezTo>
                      <a:pt x="23" y="132"/>
                      <a:pt x="22" y="133"/>
                      <a:pt x="21" y="134"/>
                    </a:cubicBezTo>
                    <a:cubicBezTo>
                      <a:pt x="21" y="135"/>
                      <a:pt x="21" y="136"/>
                      <a:pt x="20" y="137"/>
                    </a:cubicBezTo>
                    <a:lnTo>
                      <a:pt x="20" y="138"/>
                    </a:lnTo>
                    <a:cubicBezTo>
                      <a:pt x="20" y="139"/>
                      <a:pt x="20" y="139"/>
                      <a:pt x="20" y="140"/>
                    </a:cubicBezTo>
                    <a:moveTo>
                      <a:pt x="10" y="161"/>
                    </a:moveTo>
                    <a:cubicBezTo>
                      <a:pt x="6" y="159"/>
                      <a:pt x="2" y="155"/>
                      <a:pt x="1" y="150"/>
                    </a:cubicBezTo>
                    <a:cubicBezTo>
                      <a:pt x="0" y="144"/>
                      <a:pt x="0" y="138"/>
                      <a:pt x="2" y="133"/>
                    </a:cubicBezTo>
                    <a:cubicBezTo>
                      <a:pt x="4" y="127"/>
                      <a:pt x="7" y="122"/>
                      <a:pt x="10" y="117"/>
                    </a:cubicBezTo>
                    <a:cubicBezTo>
                      <a:pt x="15" y="113"/>
                      <a:pt x="21" y="110"/>
                      <a:pt x="27" y="108"/>
                    </a:cubicBezTo>
                    <a:cubicBezTo>
                      <a:pt x="33" y="106"/>
                      <a:pt x="38" y="105"/>
                      <a:pt x="45" y="105"/>
                    </a:cubicBezTo>
                    <a:cubicBezTo>
                      <a:pt x="45" y="105"/>
                      <a:pt x="46" y="105"/>
                      <a:pt x="47" y="105"/>
                    </a:cubicBezTo>
                    <a:cubicBezTo>
                      <a:pt x="47" y="104"/>
                      <a:pt x="47" y="103"/>
                      <a:pt x="47" y="103"/>
                    </a:cubicBezTo>
                    <a:cubicBezTo>
                      <a:pt x="50" y="99"/>
                      <a:pt x="52" y="94"/>
                      <a:pt x="55" y="89"/>
                    </a:cubicBezTo>
                    <a:cubicBezTo>
                      <a:pt x="58" y="85"/>
                      <a:pt x="60" y="80"/>
                      <a:pt x="62" y="75"/>
                    </a:cubicBezTo>
                    <a:cubicBezTo>
                      <a:pt x="63" y="72"/>
                      <a:pt x="65" y="70"/>
                      <a:pt x="66" y="67"/>
                    </a:cubicBezTo>
                    <a:cubicBezTo>
                      <a:pt x="66" y="66"/>
                      <a:pt x="66" y="66"/>
                      <a:pt x="66" y="65"/>
                    </a:cubicBezTo>
                    <a:cubicBezTo>
                      <a:pt x="65" y="65"/>
                      <a:pt x="64" y="66"/>
                      <a:pt x="63" y="65"/>
                    </a:cubicBezTo>
                    <a:cubicBezTo>
                      <a:pt x="58" y="64"/>
                      <a:pt x="54" y="60"/>
                      <a:pt x="54" y="55"/>
                    </a:cubicBezTo>
                    <a:cubicBezTo>
                      <a:pt x="54" y="49"/>
                      <a:pt x="56" y="43"/>
                      <a:pt x="59" y="38"/>
                    </a:cubicBezTo>
                    <a:cubicBezTo>
                      <a:pt x="59" y="35"/>
                      <a:pt x="60" y="33"/>
                      <a:pt x="61" y="31"/>
                    </a:cubicBezTo>
                    <a:cubicBezTo>
                      <a:pt x="63" y="27"/>
                      <a:pt x="65" y="22"/>
                      <a:pt x="67" y="17"/>
                    </a:cubicBezTo>
                    <a:cubicBezTo>
                      <a:pt x="69" y="14"/>
                      <a:pt x="71" y="10"/>
                      <a:pt x="74" y="7"/>
                    </a:cubicBezTo>
                    <a:cubicBezTo>
                      <a:pt x="76" y="4"/>
                      <a:pt x="77" y="3"/>
                      <a:pt x="79" y="2"/>
                    </a:cubicBezTo>
                    <a:cubicBezTo>
                      <a:pt x="81" y="0"/>
                      <a:pt x="84" y="0"/>
                      <a:pt x="87" y="0"/>
                    </a:cubicBezTo>
                    <a:cubicBezTo>
                      <a:pt x="91" y="2"/>
                      <a:pt x="95" y="5"/>
                      <a:pt x="96" y="10"/>
                    </a:cubicBezTo>
                    <a:cubicBezTo>
                      <a:pt x="98" y="16"/>
                      <a:pt x="97" y="22"/>
                      <a:pt x="95" y="29"/>
                    </a:cubicBezTo>
                    <a:cubicBezTo>
                      <a:pt x="94" y="35"/>
                      <a:pt x="93" y="41"/>
                      <a:pt x="91" y="48"/>
                    </a:cubicBezTo>
                    <a:cubicBezTo>
                      <a:pt x="90" y="54"/>
                      <a:pt x="87" y="60"/>
                      <a:pt x="85" y="66"/>
                    </a:cubicBezTo>
                    <a:cubicBezTo>
                      <a:pt x="83" y="71"/>
                      <a:pt x="80" y="76"/>
                      <a:pt x="79" y="81"/>
                    </a:cubicBezTo>
                    <a:cubicBezTo>
                      <a:pt x="76" y="86"/>
                      <a:pt x="74" y="91"/>
                      <a:pt x="72" y="95"/>
                    </a:cubicBezTo>
                    <a:cubicBezTo>
                      <a:pt x="70" y="99"/>
                      <a:pt x="67" y="103"/>
                      <a:pt x="66" y="106"/>
                    </a:cubicBezTo>
                    <a:cubicBezTo>
                      <a:pt x="76" y="109"/>
                      <a:pt x="85" y="113"/>
                      <a:pt x="94" y="118"/>
                    </a:cubicBezTo>
                    <a:cubicBezTo>
                      <a:pt x="101" y="122"/>
                      <a:pt x="107" y="126"/>
                      <a:pt x="114" y="129"/>
                    </a:cubicBezTo>
                    <a:cubicBezTo>
                      <a:pt x="115" y="130"/>
                      <a:pt x="117" y="131"/>
                      <a:pt x="118" y="131"/>
                    </a:cubicBezTo>
                    <a:cubicBezTo>
                      <a:pt x="123" y="133"/>
                      <a:pt x="125" y="139"/>
                      <a:pt x="123" y="144"/>
                    </a:cubicBezTo>
                    <a:cubicBezTo>
                      <a:pt x="121" y="148"/>
                      <a:pt x="115" y="151"/>
                      <a:pt x="111" y="148"/>
                    </a:cubicBezTo>
                    <a:cubicBezTo>
                      <a:pt x="101" y="144"/>
                      <a:pt x="93" y="138"/>
                      <a:pt x="84" y="133"/>
                    </a:cubicBezTo>
                    <a:cubicBezTo>
                      <a:pt x="79" y="131"/>
                      <a:pt x="73" y="128"/>
                      <a:pt x="68" y="126"/>
                    </a:cubicBezTo>
                    <a:cubicBezTo>
                      <a:pt x="69" y="126"/>
                      <a:pt x="69" y="126"/>
                      <a:pt x="69" y="126"/>
                    </a:cubicBezTo>
                    <a:lnTo>
                      <a:pt x="68" y="126"/>
                    </a:lnTo>
                    <a:lnTo>
                      <a:pt x="67" y="126"/>
                    </a:lnTo>
                    <a:lnTo>
                      <a:pt x="68" y="126"/>
                    </a:lnTo>
                    <a:cubicBezTo>
                      <a:pt x="65" y="125"/>
                      <a:pt x="63" y="124"/>
                      <a:pt x="60" y="123"/>
                    </a:cubicBezTo>
                    <a:cubicBezTo>
                      <a:pt x="58" y="123"/>
                      <a:pt x="57" y="123"/>
                      <a:pt x="56" y="123"/>
                    </a:cubicBezTo>
                    <a:cubicBezTo>
                      <a:pt x="55" y="123"/>
                      <a:pt x="55" y="123"/>
                      <a:pt x="55" y="123"/>
                    </a:cubicBezTo>
                    <a:cubicBezTo>
                      <a:pt x="50" y="131"/>
                      <a:pt x="44" y="138"/>
                      <a:pt x="38" y="146"/>
                    </a:cubicBezTo>
                    <a:cubicBezTo>
                      <a:pt x="35" y="151"/>
                      <a:pt x="30" y="155"/>
                      <a:pt x="26" y="159"/>
                    </a:cubicBezTo>
                    <a:cubicBezTo>
                      <a:pt x="23" y="161"/>
                      <a:pt x="19" y="162"/>
                      <a:pt x="15" y="162"/>
                    </a:cubicBezTo>
                    <a:cubicBezTo>
                      <a:pt x="13" y="162"/>
                      <a:pt x="12" y="162"/>
                      <a:pt x="10" y="16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65" name="Google Shape;2865;p31"/>
              <p:cNvSpPr/>
              <p:nvPr/>
            </p:nvSpPr>
            <p:spPr>
              <a:xfrm>
                <a:off x="3600720" y="4115880"/>
                <a:ext cx="1548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43" h="77" extrusionOk="0">
                    <a:moveTo>
                      <a:pt x="22" y="70"/>
                    </a:moveTo>
                    <a:cubicBezTo>
                      <a:pt x="18" y="59"/>
                      <a:pt x="14" y="49"/>
                      <a:pt x="9" y="39"/>
                    </a:cubicBezTo>
                    <a:cubicBezTo>
                      <a:pt x="5" y="31"/>
                      <a:pt x="2" y="23"/>
                      <a:pt x="1" y="15"/>
                    </a:cubicBezTo>
                    <a:cubicBezTo>
                      <a:pt x="0" y="12"/>
                      <a:pt x="0" y="10"/>
                      <a:pt x="1" y="8"/>
                    </a:cubicBezTo>
                    <a:cubicBezTo>
                      <a:pt x="1" y="5"/>
                      <a:pt x="3" y="3"/>
                      <a:pt x="5" y="1"/>
                    </a:cubicBezTo>
                    <a:cubicBezTo>
                      <a:pt x="8" y="0"/>
                      <a:pt x="11" y="0"/>
                      <a:pt x="14" y="0"/>
                    </a:cubicBezTo>
                    <a:cubicBezTo>
                      <a:pt x="15" y="0"/>
                      <a:pt x="16" y="1"/>
                      <a:pt x="17" y="1"/>
                    </a:cubicBezTo>
                    <a:cubicBezTo>
                      <a:pt x="22" y="3"/>
                      <a:pt x="25" y="8"/>
                      <a:pt x="23" y="13"/>
                    </a:cubicBezTo>
                    <a:cubicBezTo>
                      <a:pt x="23" y="15"/>
                      <a:pt x="22" y="16"/>
                      <a:pt x="21" y="17"/>
                    </a:cubicBezTo>
                    <a:cubicBezTo>
                      <a:pt x="23" y="25"/>
                      <a:pt x="27" y="33"/>
                      <a:pt x="30" y="41"/>
                    </a:cubicBezTo>
                    <a:cubicBezTo>
                      <a:pt x="33" y="48"/>
                      <a:pt x="37" y="56"/>
                      <a:pt x="40" y="63"/>
                    </a:cubicBezTo>
                    <a:cubicBezTo>
                      <a:pt x="42" y="68"/>
                      <a:pt x="39" y="74"/>
                      <a:pt x="35" y="75"/>
                    </a:cubicBezTo>
                    <a:cubicBezTo>
                      <a:pt x="33" y="76"/>
                      <a:pt x="32" y="76"/>
                      <a:pt x="32" y="76"/>
                    </a:cubicBezTo>
                    <a:cubicBezTo>
                      <a:pt x="28" y="76"/>
                      <a:pt x="24" y="74"/>
                      <a:pt x="22" y="7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66" name="Google Shape;2866;p31"/>
              <p:cNvSpPr/>
              <p:nvPr/>
            </p:nvSpPr>
            <p:spPr>
              <a:xfrm>
                <a:off x="3592800" y="4117320"/>
                <a:ext cx="38520" cy="38520"/>
              </a:xfrm>
              <a:custGeom>
                <a:avLst/>
                <a:gdLst/>
                <a:ahLst/>
                <a:cxnLst/>
                <a:rect l="l" t="t" r="r" b="b"/>
                <a:pathLst>
                  <a:path w="107" h="107" extrusionOk="0">
                    <a:moveTo>
                      <a:pt x="5" y="103"/>
                    </a:moveTo>
                    <a:cubicBezTo>
                      <a:pt x="1" y="100"/>
                      <a:pt x="0" y="94"/>
                      <a:pt x="3" y="90"/>
                    </a:cubicBezTo>
                    <a:cubicBezTo>
                      <a:pt x="15" y="77"/>
                      <a:pt x="26" y="63"/>
                      <a:pt x="38" y="49"/>
                    </a:cubicBezTo>
                    <a:cubicBezTo>
                      <a:pt x="44" y="42"/>
                      <a:pt x="50" y="35"/>
                      <a:pt x="57" y="28"/>
                    </a:cubicBezTo>
                    <a:cubicBezTo>
                      <a:pt x="63" y="20"/>
                      <a:pt x="71" y="12"/>
                      <a:pt x="79" y="6"/>
                    </a:cubicBezTo>
                    <a:cubicBezTo>
                      <a:pt x="83" y="3"/>
                      <a:pt x="88" y="0"/>
                      <a:pt x="93" y="0"/>
                    </a:cubicBezTo>
                    <a:cubicBezTo>
                      <a:pt x="97" y="0"/>
                      <a:pt x="100" y="2"/>
                      <a:pt x="103" y="5"/>
                    </a:cubicBezTo>
                    <a:cubicBezTo>
                      <a:pt x="106" y="8"/>
                      <a:pt x="106" y="15"/>
                      <a:pt x="103" y="18"/>
                    </a:cubicBezTo>
                    <a:cubicBezTo>
                      <a:pt x="99" y="21"/>
                      <a:pt x="95" y="21"/>
                      <a:pt x="92" y="20"/>
                    </a:cubicBezTo>
                    <a:cubicBezTo>
                      <a:pt x="91" y="20"/>
                      <a:pt x="91" y="20"/>
                      <a:pt x="91" y="20"/>
                    </a:cubicBezTo>
                    <a:cubicBezTo>
                      <a:pt x="90" y="21"/>
                      <a:pt x="89" y="22"/>
                      <a:pt x="87" y="23"/>
                    </a:cubicBezTo>
                    <a:cubicBezTo>
                      <a:pt x="83" y="27"/>
                      <a:pt x="79" y="31"/>
                      <a:pt x="75" y="35"/>
                    </a:cubicBezTo>
                    <a:cubicBezTo>
                      <a:pt x="75" y="35"/>
                      <a:pt x="75" y="34"/>
                      <a:pt x="76" y="34"/>
                    </a:cubicBezTo>
                    <a:cubicBezTo>
                      <a:pt x="65" y="45"/>
                      <a:pt x="55" y="57"/>
                      <a:pt x="45" y="68"/>
                    </a:cubicBezTo>
                    <a:cubicBezTo>
                      <a:pt x="36" y="80"/>
                      <a:pt x="27" y="91"/>
                      <a:pt x="17" y="102"/>
                    </a:cubicBezTo>
                    <a:cubicBezTo>
                      <a:pt x="16" y="105"/>
                      <a:pt x="13" y="106"/>
                      <a:pt x="10" y="106"/>
                    </a:cubicBezTo>
                    <a:cubicBezTo>
                      <a:pt x="8" y="106"/>
                      <a:pt x="6" y="105"/>
                      <a:pt x="5" y="10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67" name="Google Shape;2867;p31"/>
              <p:cNvSpPr/>
              <p:nvPr/>
            </p:nvSpPr>
            <p:spPr>
              <a:xfrm>
                <a:off x="3634560" y="4098240"/>
                <a:ext cx="55080" cy="3456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96" extrusionOk="0">
                    <a:moveTo>
                      <a:pt x="24" y="20"/>
                    </a:moveTo>
                    <a:lnTo>
                      <a:pt x="23" y="20"/>
                    </a:lnTo>
                    <a:lnTo>
                      <a:pt x="22" y="20"/>
                    </a:lnTo>
                    <a:cubicBezTo>
                      <a:pt x="22" y="20"/>
                      <a:pt x="23" y="20"/>
                      <a:pt x="24" y="20"/>
                    </a:cubicBezTo>
                    <a:moveTo>
                      <a:pt x="31" y="94"/>
                    </a:moveTo>
                    <a:cubicBezTo>
                      <a:pt x="30" y="94"/>
                      <a:pt x="30" y="94"/>
                      <a:pt x="29" y="93"/>
                    </a:cubicBezTo>
                    <a:cubicBezTo>
                      <a:pt x="27" y="92"/>
                      <a:pt x="27" y="92"/>
                      <a:pt x="26" y="91"/>
                    </a:cubicBezTo>
                    <a:cubicBezTo>
                      <a:pt x="24" y="89"/>
                      <a:pt x="22" y="87"/>
                      <a:pt x="22" y="85"/>
                    </a:cubicBezTo>
                    <a:cubicBezTo>
                      <a:pt x="20" y="81"/>
                      <a:pt x="22" y="77"/>
                      <a:pt x="23" y="72"/>
                    </a:cubicBezTo>
                    <a:cubicBezTo>
                      <a:pt x="25" y="64"/>
                      <a:pt x="26" y="56"/>
                      <a:pt x="26" y="48"/>
                    </a:cubicBezTo>
                    <a:cubicBezTo>
                      <a:pt x="27" y="45"/>
                      <a:pt x="27" y="42"/>
                      <a:pt x="27" y="39"/>
                    </a:cubicBezTo>
                    <a:cubicBezTo>
                      <a:pt x="25" y="40"/>
                      <a:pt x="23" y="39"/>
                      <a:pt x="20" y="39"/>
                    </a:cubicBezTo>
                    <a:lnTo>
                      <a:pt x="19" y="38"/>
                    </a:lnTo>
                    <a:cubicBezTo>
                      <a:pt x="15" y="38"/>
                      <a:pt x="11" y="37"/>
                      <a:pt x="7" y="35"/>
                    </a:cubicBezTo>
                    <a:cubicBezTo>
                      <a:pt x="0" y="29"/>
                      <a:pt x="0" y="21"/>
                      <a:pt x="2" y="14"/>
                    </a:cubicBezTo>
                    <a:cubicBezTo>
                      <a:pt x="4" y="10"/>
                      <a:pt x="6" y="7"/>
                      <a:pt x="9" y="4"/>
                    </a:cubicBezTo>
                    <a:cubicBezTo>
                      <a:pt x="13" y="2"/>
                      <a:pt x="17" y="1"/>
                      <a:pt x="21" y="0"/>
                    </a:cubicBezTo>
                    <a:cubicBezTo>
                      <a:pt x="29" y="0"/>
                      <a:pt x="37" y="4"/>
                      <a:pt x="41" y="11"/>
                    </a:cubicBezTo>
                    <a:cubicBezTo>
                      <a:pt x="46" y="20"/>
                      <a:pt x="46" y="29"/>
                      <a:pt x="46" y="39"/>
                    </a:cubicBezTo>
                    <a:cubicBezTo>
                      <a:pt x="46" y="45"/>
                      <a:pt x="45" y="52"/>
                      <a:pt x="44" y="58"/>
                    </a:cubicBezTo>
                    <a:cubicBezTo>
                      <a:pt x="44" y="61"/>
                      <a:pt x="43" y="64"/>
                      <a:pt x="43" y="68"/>
                    </a:cubicBezTo>
                    <a:cubicBezTo>
                      <a:pt x="42" y="70"/>
                      <a:pt x="42" y="73"/>
                      <a:pt x="41" y="75"/>
                    </a:cubicBezTo>
                    <a:cubicBezTo>
                      <a:pt x="44" y="74"/>
                      <a:pt x="47" y="74"/>
                      <a:pt x="49" y="73"/>
                    </a:cubicBezTo>
                    <a:cubicBezTo>
                      <a:pt x="60" y="70"/>
                      <a:pt x="70" y="65"/>
                      <a:pt x="81" y="61"/>
                    </a:cubicBezTo>
                    <a:cubicBezTo>
                      <a:pt x="86" y="59"/>
                      <a:pt x="92" y="56"/>
                      <a:pt x="98" y="53"/>
                    </a:cubicBezTo>
                    <a:cubicBezTo>
                      <a:pt x="112" y="47"/>
                      <a:pt x="126" y="42"/>
                      <a:pt x="140" y="36"/>
                    </a:cubicBezTo>
                    <a:cubicBezTo>
                      <a:pt x="144" y="34"/>
                      <a:pt x="149" y="36"/>
                      <a:pt x="150" y="40"/>
                    </a:cubicBezTo>
                    <a:cubicBezTo>
                      <a:pt x="152" y="45"/>
                      <a:pt x="150" y="49"/>
                      <a:pt x="146" y="51"/>
                    </a:cubicBezTo>
                    <a:cubicBezTo>
                      <a:pt x="129" y="59"/>
                      <a:pt x="113" y="66"/>
                      <a:pt x="97" y="73"/>
                    </a:cubicBezTo>
                    <a:cubicBezTo>
                      <a:pt x="86" y="78"/>
                      <a:pt x="74" y="83"/>
                      <a:pt x="63" y="88"/>
                    </a:cubicBezTo>
                    <a:cubicBezTo>
                      <a:pt x="58" y="89"/>
                      <a:pt x="53" y="92"/>
                      <a:pt x="47" y="93"/>
                    </a:cubicBezTo>
                    <a:cubicBezTo>
                      <a:pt x="44" y="94"/>
                      <a:pt x="41" y="94"/>
                      <a:pt x="39" y="94"/>
                    </a:cubicBezTo>
                    <a:cubicBezTo>
                      <a:pt x="38" y="95"/>
                      <a:pt x="37" y="95"/>
                      <a:pt x="36" y="95"/>
                    </a:cubicBezTo>
                    <a:cubicBezTo>
                      <a:pt x="34" y="95"/>
                      <a:pt x="33" y="94"/>
                      <a:pt x="31" y="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68" name="Google Shape;2868;p31"/>
              <p:cNvSpPr/>
              <p:nvPr/>
            </p:nvSpPr>
            <p:spPr>
              <a:xfrm>
                <a:off x="3516480" y="4921560"/>
                <a:ext cx="59040" cy="110160"/>
              </a:xfrm>
              <a:custGeom>
                <a:avLst/>
                <a:gdLst/>
                <a:ahLst/>
                <a:cxnLst/>
                <a:rect l="l" t="t" r="r" b="b"/>
                <a:pathLst>
                  <a:path w="164" h="306" extrusionOk="0">
                    <a:moveTo>
                      <a:pt x="28" y="304"/>
                    </a:moveTo>
                    <a:cubicBezTo>
                      <a:pt x="24" y="302"/>
                      <a:pt x="20" y="300"/>
                      <a:pt x="17" y="298"/>
                    </a:cubicBezTo>
                    <a:cubicBezTo>
                      <a:pt x="5" y="285"/>
                      <a:pt x="0" y="266"/>
                      <a:pt x="0" y="248"/>
                    </a:cubicBezTo>
                    <a:cubicBezTo>
                      <a:pt x="0" y="240"/>
                      <a:pt x="2" y="231"/>
                      <a:pt x="6" y="222"/>
                    </a:cubicBezTo>
                    <a:cubicBezTo>
                      <a:pt x="10" y="214"/>
                      <a:pt x="15" y="206"/>
                      <a:pt x="20" y="199"/>
                    </a:cubicBezTo>
                    <a:cubicBezTo>
                      <a:pt x="26" y="191"/>
                      <a:pt x="33" y="184"/>
                      <a:pt x="39" y="177"/>
                    </a:cubicBezTo>
                    <a:cubicBezTo>
                      <a:pt x="42" y="174"/>
                      <a:pt x="47" y="173"/>
                      <a:pt x="51" y="176"/>
                    </a:cubicBezTo>
                    <a:cubicBezTo>
                      <a:pt x="54" y="179"/>
                      <a:pt x="55" y="184"/>
                      <a:pt x="52" y="188"/>
                    </a:cubicBezTo>
                    <a:cubicBezTo>
                      <a:pt x="45" y="195"/>
                      <a:pt x="39" y="203"/>
                      <a:pt x="33" y="210"/>
                    </a:cubicBezTo>
                    <a:cubicBezTo>
                      <a:pt x="31" y="214"/>
                      <a:pt x="28" y="218"/>
                      <a:pt x="26" y="222"/>
                    </a:cubicBezTo>
                    <a:cubicBezTo>
                      <a:pt x="24" y="225"/>
                      <a:pt x="23" y="228"/>
                      <a:pt x="22" y="231"/>
                    </a:cubicBezTo>
                    <a:cubicBezTo>
                      <a:pt x="21" y="234"/>
                      <a:pt x="20" y="237"/>
                      <a:pt x="19" y="240"/>
                    </a:cubicBezTo>
                    <a:cubicBezTo>
                      <a:pt x="19" y="242"/>
                      <a:pt x="18" y="244"/>
                      <a:pt x="18" y="246"/>
                    </a:cubicBezTo>
                    <a:cubicBezTo>
                      <a:pt x="18" y="248"/>
                      <a:pt x="18" y="250"/>
                      <a:pt x="18" y="252"/>
                    </a:cubicBezTo>
                    <a:cubicBezTo>
                      <a:pt x="18" y="255"/>
                      <a:pt x="18" y="257"/>
                      <a:pt x="19" y="260"/>
                    </a:cubicBezTo>
                    <a:cubicBezTo>
                      <a:pt x="19" y="263"/>
                      <a:pt x="20" y="265"/>
                      <a:pt x="20" y="267"/>
                    </a:cubicBezTo>
                    <a:cubicBezTo>
                      <a:pt x="21" y="269"/>
                      <a:pt x="21" y="272"/>
                      <a:pt x="23" y="273"/>
                    </a:cubicBezTo>
                    <a:cubicBezTo>
                      <a:pt x="23" y="274"/>
                      <a:pt x="24" y="276"/>
                      <a:pt x="25" y="278"/>
                    </a:cubicBezTo>
                    <a:cubicBezTo>
                      <a:pt x="26" y="279"/>
                      <a:pt x="27" y="280"/>
                      <a:pt x="27" y="281"/>
                    </a:cubicBezTo>
                    <a:cubicBezTo>
                      <a:pt x="28" y="282"/>
                      <a:pt x="29" y="283"/>
                      <a:pt x="30" y="284"/>
                    </a:cubicBezTo>
                    <a:cubicBezTo>
                      <a:pt x="30" y="284"/>
                      <a:pt x="31" y="285"/>
                      <a:pt x="32" y="286"/>
                    </a:cubicBezTo>
                    <a:lnTo>
                      <a:pt x="33" y="286"/>
                    </a:lnTo>
                    <a:cubicBezTo>
                      <a:pt x="33" y="287"/>
                      <a:pt x="34" y="287"/>
                      <a:pt x="34" y="287"/>
                    </a:cubicBezTo>
                    <a:lnTo>
                      <a:pt x="35" y="287"/>
                    </a:lnTo>
                    <a:lnTo>
                      <a:pt x="36" y="287"/>
                    </a:lnTo>
                    <a:lnTo>
                      <a:pt x="37" y="287"/>
                    </a:lnTo>
                    <a:cubicBezTo>
                      <a:pt x="38" y="287"/>
                      <a:pt x="40" y="287"/>
                      <a:pt x="41" y="286"/>
                    </a:cubicBezTo>
                    <a:cubicBezTo>
                      <a:pt x="41" y="286"/>
                      <a:pt x="42" y="286"/>
                      <a:pt x="43" y="286"/>
                    </a:cubicBezTo>
                    <a:cubicBezTo>
                      <a:pt x="44" y="285"/>
                      <a:pt x="45" y="284"/>
                      <a:pt x="45" y="284"/>
                    </a:cubicBezTo>
                    <a:cubicBezTo>
                      <a:pt x="46" y="284"/>
                      <a:pt x="47" y="284"/>
                      <a:pt x="47" y="283"/>
                    </a:cubicBezTo>
                    <a:cubicBezTo>
                      <a:pt x="47" y="283"/>
                      <a:pt x="48" y="283"/>
                      <a:pt x="48" y="282"/>
                    </a:cubicBezTo>
                    <a:cubicBezTo>
                      <a:pt x="49" y="280"/>
                      <a:pt x="51" y="279"/>
                      <a:pt x="53" y="276"/>
                    </a:cubicBezTo>
                    <a:lnTo>
                      <a:pt x="52" y="277"/>
                    </a:lnTo>
                    <a:cubicBezTo>
                      <a:pt x="53" y="277"/>
                      <a:pt x="53" y="276"/>
                      <a:pt x="53" y="276"/>
                    </a:cubicBezTo>
                    <a:cubicBezTo>
                      <a:pt x="56" y="272"/>
                      <a:pt x="58" y="268"/>
                      <a:pt x="60" y="264"/>
                    </a:cubicBezTo>
                    <a:cubicBezTo>
                      <a:pt x="64" y="258"/>
                      <a:pt x="66" y="252"/>
                      <a:pt x="69" y="246"/>
                    </a:cubicBezTo>
                    <a:lnTo>
                      <a:pt x="69" y="247"/>
                    </a:lnTo>
                    <a:cubicBezTo>
                      <a:pt x="70" y="242"/>
                      <a:pt x="72" y="238"/>
                      <a:pt x="74" y="234"/>
                    </a:cubicBezTo>
                    <a:cubicBezTo>
                      <a:pt x="75" y="229"/>
                      <a:pt x="77" y="224"/>
                      <a:pt x="78" y="220"/>
                    </a:cubicBezTo>
                    <a:cubicBezTo>
                      <a:pt x="81" y="210"/>
                      <a:pt x="83" y="201"/>
                      <a:pt x="86" y="192"/>
                    </a:cubicBezTo>
                    <a:cubicBezTo>
                      <a:pt x="92" y="173"/>
                      <a:pt x="97" y="154"/>
                      <a:pt x="103" y="135"/>
                    </a:cubicBezTo>
                    <a:cubicBezTo>
                      <a:pt x="108" y="117"/>
                      <a:pt x="114" y="99"/>
                      <a:pt x="120" y="81"/>
                    </a:cubicBezTo>
                    <a:cubicBezTo>
                      <a:pt x="121" y="78"/>
                      <a:pt x="122" y="76"/>
                      <a:pt x="123" y="73"/>
                    </a:cubicBezTo>
                    <a:cubicBezTo>
                      <a:pt x="121" y="75"/>
                      <a:pt x="120" y="76"/>
                      <a:pt x="119" y="78"/>
                    </a:cubicBezTo>
                    <a:cubicBezTo>
                      <a:pt x="116" y="80"/>
                      <a:pt x="115" y="82"/>
                      <a:pt x="113" y="84"/>
                    </a:cubicBezTo>
                    <a:cubicBezTo>
                      <a:pt x="109" y="89"/>
                      <a:pt x="105" y="93"/>
                      <a:pt x="101" y="97"/>
                    </a:cubicBezTo>
                    <a:cubicBezTo>
                      <a:pt x="96" y="101"/>
                      <a:pt x="91" y="106"/>
                      <a:pt x="86" y="110"/>
                    </a:cubicBezTo>
                    <a:cubicBezTo>
                      <a:pt x="76" y="117"/>
                      <a:pt x="65" y="124"/>
                      <a:pt x="53" y="122"/>
                    </a:cubicBezTo>
                    <a:cubicBezTo>
                      <a:pt x="48" y="121"/>
                      <a:pt x="44" y="117"/>
                      <a:pt x="41" y="112"/>
                    </a:cubicBezTo>
                    <a:cubicBezTo>
                      <a:pt x="38" y="107"/>
                      <a:pt x="37" y="101"/>
                      <a:pt x="38" y="96"/>
                    </a:cubicBezTo>
                    <a:cubicBezTo>
                      <a:pt x="38" y="80"/>
                      <a:pt x="41" y="66"/>
                      <a:pt x="43" y="51"/>
                    </a:cubicBezTo>
                    <a:cubicBezTo>
                      <a:pt x="44" y="43"/>
                      <a:pt x="47" y="36"/>
                      <a:pt x="48" y="29"/>
                    </a:cubicBezTo>
                    <a:cubicBezTo>
                      <a:pt x="50" y="22"/>
                      <a:pt x="52" y="16"/>
                      <a:pt x="53" y="9"/>
                    </a:cubicBezTo>
                    <a:lnTo>
                      <a:pt x="53" y="8"/>
                    </a:lnTo>
                    <a:cubicBezTo>
                      <a:pt x="55" y="2"/>
                      <a:pt x="60" y="0"/>
                      <a:pt x="66" y="1"/>
                    </a:cubicBezTo>
                    <a:cubicBezTo>
                      <a:pt x="70" y="3"/>
                      <a:pt x="74" y="8"/>
                      <a:pt x="72" y="13"/>
                    </a:cubicBezTo>
                    <a:lnTo>
                      <a:pt x="72" y="14"/>
                    </a:lnTo>
                    <a:cubicBezTo>
                      <a:pt x="72" y="13"/>
                      <a:pt x="72" y="13"/>
                      <a:pt x="72" y="13"/>
                    </a:cubicBezTo>
                    <a:cubicBezTo>
                      <a:pt x="72" y="14"/>
                      <a:pt x="72" y="15"/>
                      <a:pt x="72" y="15"/>
                    </a:cubicBezTo>
                    <a:cubicBezTo>
                      <a:pt x="69" y="23"/>
                      <a:pt x="66" y="32"/>
                      <a:pt x="63" y="41"/>
                    </a:cubicBezTo>
                    <a:cubicBezTo>
                      <a:pt x="63" y="41"/>
                      <a:pt x="63" y="40"/>
                      <a:pt x="64" y="40"/>
                    </a:cubicBezTo>
                    <a:cubicBezTo>
                      <a:pt x="63" y="40"/>
                      <a:pt x="63" y="41"/>
                      <a:pt x="63" y="41"/>
                    </a:cubicBezTo>
                    <a:cubicBezTo>
                      <a:pt x="63" y="45"/>
                      <a:pt x="62" y="49"/>
                      <a:pt x="61" y="52"/>
                    </a:cubicBezTo>
                    <a:cubicBezTo>
                      <a:pt x="60" y="57"/>
                      <a:pt x="59" y="61"/>
                      <a:pt x="59" y="64"/>
                    </a:cubicBezTo>
                    <a:cubicBezTo>
                      <a:pt x="58" y="71"/>
                      <a:pt x="56" y="78"/>
                      <a:pt x="56" y="85"/>
                    </a:cubicBezTo>
                    <a:cubicBezTo>
                      <a:pt x="56" y="89"/>
                      <a:pt x="55" y="93"/>
                      <a:pt x="56" y="97"/>
                    </a:cubicBezTo>
                    <a:cubicBezTo>
                      <a:pt x="56" y="99"/>
                      <a:pt x="56" y="100"/>
                      <a:pt x="56" y="101"/>
                    </a:cubicBezTo>
                    <a:lnTo>
                      <a:pt x="56" y="102"/>
                    </a:lnTo>
                    <a:lnTo>
                      <a:pt x="56" y="103"/>
                    </a:lnTo>
                    <a:lnTo>
                      <a:pt x="57" y="103"/>
                    </a:lnTo>
                    <a:lnTo>
                      <a:pt x="58" y="104"/>
                    </a:lnTo>
                    <a:lnTo>
                      <a:pt x="59" y="104"/>
                    </a:lnTo>
                    <a:cubicBezTo>
                      <a:pt x="59" y="104"/>
                      <a:pt x="60" y="103"/>
                      <a:pt x="62" y="103"/>
                    </a:cubicBezTo>
                    <a:cubicBezTo>
                      <a:pt x="63" y="103"/>
                      <a:pt x="64" y="102"/>
                      <a:pt x="65" y="102"/>
                    </a:cubicBezTo>
                    <a:cubicBezTo>
                      <a:pt x="66" y="101"/>
                      <a:pt x="67" y="100"/>
                      <a:pt x="69" y="99"/>
                    </a:cubicBezTo>
                    <a:cubicBezTo>
                      <a:pt x="73" y="97"/>
                      <a:pt x="76" y="95"/>
                      <a:pt x="79" y="92"/>
                    </a:cubicBezTo>
                    <a:cubicBezTo>
                      <a:pt x="87" y="86"/>
                      <a:pt x="94" y="79"/>
                      <a:pt x="101" y="72"/>
                    </a:cubicBezTo>
                    <a:cubicBezTo>
                      <a:pt x="100" y="73"/>
                      <a:pt x="100" y="73"/>
                      <a:pt x="100" y="73"/>
                    </a:cubicBezTo>
                    <a:cubicBezTo>
                      <a:pt x="103" y="69"/>
                      <a:pt x="106" y="66"/>
                      <a:pt x="109" y="62"/>
                    </a:cubicBezTo>
                    <a:cubicBezTo>
                      <a:pt x="111" y="61"/>
                      <a:pt x="112" y="59"/>
                      <a:pt x="113" y="58"/>
                    </a:cubicBezTo>
                    <a:cubicBezTo>
                      <a:pt x="115" y="55"/>
                      <a:pt x="116" y="54"/>
                      <a:pt x="118" y="51"/>
                    </a:cubicBezTo>
                    <a:cubicBezTo>
                      <a:pt x="122" y="45"/>
                      <a:pt x="127" y="39"/>
                      <a:pt x="131" y="33"/>
                    </a:cubicBezTo>
                    <a:cubicBezTo>
                      <a:pt x="133" y="30"/>
                      <a:pt x="134" y="27"/>
                      <a:pt x="136" y="25"/>
                    </a:cubicBezTo>
                    <a:cubicBezTo>
                      <a:pt x="137" y="22"/>
                      <a:pt x="139" y="20"/>
                      <a:pt x="140" y="19"/>
                    </a:cubicBezTo>
                    <a:cubicBezTo>
                      <a:pt x="140" y="18"/>
                      <a:pt x="141" y="16"/>
                      <a:pt x="142" y="15"/>
                    </a:cubicBezTo>
                    <a:cubicBezTo>
                      <a:pt x="143" y="13"/>
                      <a:pt x="145" y="11"/>
                      <a:pt x="147" y="9"/>
                    </a:cubicBezTo>
                    <a:cubicBezTo>
                      <a:pt x="150" y="7"/>
                      <a:pt x="154" y="6"/>
                      <a:pt x="158" y="8"/>
                    </a:cubicBezTo>
                    <a:cubicBezTo>
                      <a:pt x="161" y="11"/>
                      <a:pt x="163" y="15"/>
                      <a:pt x="162" y="19"/>
                    </a:cubicBezTo>
                    <a:cubicBezTo>
                      <a:pt x="160" y="26"/>
                      <a:pt x="157" y="32"/>
                      <a:pt x="154" y="39"/>
                    </a:cubicBezTo>
                    <a:cubicBezTo>
                      <a:pt x="151" y="45"/>
                      <a:pt x="148" y="52"/>
                      <a:pt x="146" y="59"/>
                    </a:cubicBezTo>
                    <a:lnTo>
                      <a:pt x="146" y="58"/>
                    </a:lnTo>
                    <a:cubicBezTo>
                      <a:pt x="143" y="66"/>
                      <a:pt x="140" y="75"/>
                      <a:pt x="137" y="84"/>
                    </a:cubicBezTo>
                    <a:cubicBezTo>
                      <a:pt x="134" y="93"/>
                      <a:pt x="130" y="102"/>
                      <a:pt x="127" y="111"/>
                    </a:cubicBezTo>
                    <a:cubicBezTo>
                      <a:pt x="122" y="129"/>
                      <a:pt x="116" y="147"/>
                      <a:pt x="111" y="166"/>
                    </a:cubicBezTo>
                    <a:cubicBezTo>
                      <a:pt x="105" y="185"/>
                      <a:pt x="100" y="205"/>
                      <a:pt x="94" y="224"/>
                    </a:cubicBezTo>
                    <a:cubicBezTo>
                      <a:pt x="93" y="228"/>
                      <a:pt x="91" y="233"/>
                      <a:pt x="90" y="238"/>
                    </a:cubicBezTo>
                    <a:cubicBezTo>
                      <a:pt x="88" y="242"/>
                      <a:pt x="87" y="247"/>
                      <a:pt x="85" y="251"/>
                    </a:cubicBezTo>
                    <a:cubicBezTo>
                      <a:pt x="84" y="256"/>
                      <a:pt x="81" y="260"/>
                      <a:pt x="80" y="265"/>
                    </a:cubicBezTo>
                    <a:cubicBezTo>
                      <a:pt x="77" y="270"/>
                      <a:pt x="74" y="274"/>
                      <a:pt x="72" y="280"/>
                    </a:cubicBezTo>
                    <a:cubicBezTo>
                      <a:pt x="69" y="285"/>
                      <a:pt x="65" y="290"/>
                      <a:pt x="60" y="295"/>
                    </a:cubicBezTo>
                    <a:cubicBezTo>
                      <a:pt x="55" y="301"/>
                      <a:pt x="48" y="304"/>
                      <a:pt x="40" y="305"/>
                    </a:cubicBezTo>
                    <a:cubicBezTo>
                      <a:pt x="38" y="305"/>
                      <a:pt x="37" y="305"/>
                      <a:pt x="36" y="305"/>
                    </a:cubicBezTo>
                    <a:cubicBezTo>
                      <a:pt x="33" y="305"/>
                      <a:pt x="31" y="305"/>
                      <a:pt x="28" y="30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69" name="Google Shape;2869;p31"/>
              <p:cNvSpPr/>
              <p:nvPr/>
            </p:nvSpPr>
            <p:spPr>
              <a:xfrm>
                <a:off x="3611520" y="4934880"/>
                <a:ext cx="23760" cy="8280"/>
              </a:xfrm>
              <a:custGeom>
                <a:avLst/>
                <a:gdLst/>
                <a:ahLst/>
                <a:cxnLst/>
                <a:rect l="l" t="t" r="r" b="b"/>
                <a:pathLst>
                  <a:path w="66" h="23" extrusionOk="0">
                    <a:moveTo>
                      <a:pt x="13" y="22"/>
                    </a:moveTo>
                    <a:cubicBezTo>
                      <a:pt x="11" y="22"/>
                      <a:pt x="10" y="22"/>
                      <a:pt x="8" y="21"/>
                    </a:cubicBezTo>
                    <a:cubicBezTo>
                      <a:pt x="3" y="21"/>
                      <a:pt x="0" y="17"/>
                      <a:pt x="0" y="12"/>
                    </a:cubicBezTo>
                    <a:cubicBezTo>
                      <a:pt x="0" y="7"/>
                      <a:pt x="5" y="2"/>
                      <a:pt x="10" y="3"/>
                    </a:cubicBezTo>
                    <a:cubicBezTo>
                      <a:pt x="11" y="3"/>
                      <a:pt x="13" y="3"/>
                      <a:pt x="14" y="3"/>
                    </a:cubicBezTo>
                    <a:cubicBezTo>
                      <a:pt x="28" y="2"/>
                      <a:pt x="41" y="1"/>
                      <a:pt x="54" y="0"/>
                    </a:cubicBezTo>
                    <a:cubicBezTo>
                      <a:pt x="59" y="0"/>
                      <a:pt x="63" y="3"/>
                      <a:pt x="64" y="8"/>
                    </a:cubicBezTo>
                    <a:cubicBezTo>
                      <a:pt x="65" y="13"/>
                      <a:pt x="61" y="18"/>
                      <a:pt x="56" y="18"/>
                    </a:cubicBezTo>
                    <a:cubicBezTo>
                      <a:pt x="48" y="19"/>
                      <a:pt x="39" y="20"/>
                      <a:pt x="31" y="20"/>
                    </a:cubicBezTo>
                    <a:cubicBezTo>
                      <a:pt x="27" y="20"/>
                      <a:pt x="23" y="21"/>
                      <a:pt x="19" y="21"/>
                    </a:cubicBezTo>
                    <a:cubicBezTo>
                      <a:pt x="18" y="22"/>
                      <a:pt x="16" y="22"/>
                      <a:pt x="14" y="22"/>
                    </a:cubicBezTo>
                    <a:lnTo>
                      <a:pt x="13" y="2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0" name="Google Shape;2870;p31"/>
              <p:cNvSpPr/>
              <p:nvPr/>
            </p:nvSpPr>
            <p:spPr>
              <a:xfrm>
                <a:off x="3599640" y="4946400"/>
                <a:ext cx="4500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36" extrusionOk="0">
                    <a:moveTo>
                      <a:pt x="8" y="35"/>
                    </a:moveTo>
                    <a:cubicBezTo>
                      <a:pt x="3" y="34"/>
                      <a:pt x="0" y="31"/>
                      <a:pt x="0" y="25"/>
                    </a:cubicBezTo>
                    <a:cubicBezTo>
                      <a:pt x="0" y="25"/>
                      <a:pt x="0" y="24"/>
                      <a:pt x="0" y="23"/>
                    </a:cubicBezTo>
                    <a:cubicBezTo>
                      <a:pt x="0" y="24"/>
                      <a:pt x="0" y="24"/>
                      <a:pt x="0" y="24"/>
                    </a:cubicBezTo>
                    <a:lnTo>
                      <a:pt x="0" y="23"/>
                    </a:lnTo>
                    <a:cubicBezTo>
                      <a:pt x="1" y="17"/>
                      <a:pt x="7" y="15"/>
                      <a:pt x="12" y="16"/>
                    </a:cubicBezTo>
                    <a:lnTo>
                      <a:pt x="13" y="16"/>
                    </a:lnTo>
                    <a:cubicBezTo>
                      <a:pt x="23" y="16"/>
                      <a:pt x="32" y="14"/>
                      <a:pt x="42" y="12"/>
                    </a:cubicBezTo>
                    <a:cubicBezTo>
                      <a:pt x="50" y="11"/>
                      <a:pt x="57" y="10"/>
                      <a:pt x="64" y="9"/>
                    </a:cubicBezTo>
                    <a:cubicBezTo>
                      <a:pt x="81" y="6"/>
                      <a:pt x="98" y="3"/>
                      <a:pt x="114" y="1"/>
                    </a:cubicBezTo>
                    <a:cubicBezTo>
                      <a:pt x="118" y="0"/>
                      <a:pt x="122" y="3"/>
                      <a:pt x="123" y="7"/>
                    </a:cubicBezTo>
                    <a:cubicBezTo>
                      <a:pt x="124" y="11"/>
                      <a:pt x="121" y="16"/>
                      <a:pt x="117" y="17"/>
                    </a:cubicBezTo>
                    <a:cubicBezTo>
                      <a:pt x="100" y="20"/>
                      <a:pt x="82" y="23"/>
                      <a:pt x="65" y="26"/>
                    </a:cubicBezTo>
                    <a:cubicBezTo>
                      <a:pt x="58" y="27"/>
                      <a:pt x="51" y="29"/>
                      <a:pt x="44" y="30"/>
                    </a:cubicBezTo>
                    <a:cubicBezTo>
                      <a:pt x="40" y="31"/>
                      <a:pt x="35" y="32"/>
                      <a:pt x="31" y="32"/>
                    </a:cubicBezTo>
                    <a:cubicBezTo>
                      <a:pt x="28" y="33"/>
                      <a:pt x="26" y="34"/>
                      <a:pt x="24" y="34"/>
                    </a:cubicBezTo>
                    <a:cubicBezTo>
                      <a:pt x="21" y="34"/>
                      <a:pt x="19" y="35"/>
                      <a:pt x="16" y="35"/>
                    </a:cubicBezTo>
                    <a:cubicBezTo>
                      <a:pt x="14" y="35"/>
                      <a:pt x="12" y="35"/>
                      <a:pt x="11" y="35"/>
                    </a:cubicBezTo>
                    <a:cubicBezTo>
                      <a:pt x="10" y="35"/>
                      <a:pt x="9" y="35"/>
                      <a:pt x="8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1" name="Google Shape;2871;p31"/>
              <p:cNvSpPr/>
              <p:nvPr/>
            </p:nvSpPr>
            <p:spPr>
              <a:xfrm>
                <a:off x="3648240" y="4906440"/>
                <a:ext cx="48960" cy="74880"/>
              </a:xfrm>
              <a:custGeom>
                <a:avLst/>
                <a:gdLst/>
                <a:ahLst/>
                <a:cxnLst/>
                <a:rect l="l" t="t" r="r" b="b"/>
                <a:pathLst>
                  <a:path w="136" h="208" extrusionOk="0">
                    <a:moveTo>
                      <a:pt x="22" y="181"/>
                    </a:moveTo>
                    <a:cubicBezTo>
                      <a:pt x="26" y="177"/>
                      <a:pt x="30" y="173"/>
                      <a:pt x="33" y="169"/>
                    </a:cubicBezTo>
                    <a:lnTo>
                      <a:pt x="33" y="170"/>
                    </a:lnTo>
                    <a:cubicBezTo>
                      <a:pt x="40" y="161"/>
                      <a:pt x="48" y="153"/>
                      <a:pt x="55" y="144"/>
                    </a:cubicBezTo>
                    <a:cubicBezTo>
                      <a:pt x="55" y="143"/>
                      <a:pt x="56" y="143"/>
                      <a:pt x="56" y="142"/>
                    </a:cubicBezTo>
                    <a:lnTo>
                      <a:pt x="55" y="142"/>
                    </a:lnTo>
                    <a:cubicBezTo>
                      <a:pt x="55" y="142"/>
                      <a:pt x="55" y="141"/>
                      <a:pt x="54" y="141"/>
                    </a:cubicBezTo>
                    <a:cubicBezTo>
                      <a:pt x="54" y="141"/>
                      <a:pt x="53" y="141"/>
                      <a:pt x="52" y="141"/>
                    </a:cubicBezTo>
                    <a:cubicBezTo>
                      <a:pt x="52" y="141"/>
                      <a:pt x="51" y="141"/>
                      <a:pt x="51" y="142"/>
                    </a:cubicBezTo>
                    <a:cubicBezTo>
                      <a:pt x="50" y="142"/>
                      <a:pt x="50" y="142"/>
                      <a:pt x="49" y="142"/>
                    </a:cubicBezTo>
                    <a:lnTo>
                      <a:pt x="50" y="142"/>
                    </a:lnTo>
                    <a:lnTo>
                      <a:pt x="49" y="142"/>
                    </a:lnTo>
                    <a:lnTo>
                      <a:pt x="48" y="142"/>
                    </a:lnTo>
                    <a:cubicBezTo>
                      <a:pt x="49" y="142"/>
                      <a:pt x="49" y="142"/>
                      <a:pt x="49" y="142"/>
                    </a:cubicBezTo>
                    <a:cubicBezTo>
                      <a:pt x="48" y="142"/>
                      <a:pt x="48" y="143"/>
                      <a:pt x="47" y="143"/>
                    </a:cubicBezTo>
                    <a:cubicBezTo>
                      <a:pt x="46" y="143"/>
                      <a:pt x="45" y="144"/>
                      <a:pt x="44" y="145"/>
                    </a:cubicBezTo>
                    <a:cubicBezTo>
                      <a:pt x="43" y="146"/>
                      <a:pt x="43" y="146"/>
                      <a:pt x="42" y="148"/>
                    </a:cubicBezTo>
                    <a:cubicBezTo>
                      <a:pt x="40" y="149"/>
                      <a:pt x="38" y="152"/>
                      <a:pt x="36" y="154"/>
                    </a:cubicBezTo>
                    <a:cubicBezTo>
                      <a:pt x="33" y="159"/>
                      <a:pt x="30" y="163"/>
                      <a:pt x="27" y="168"/>
                    </a:cubicBezTo>
                    <a:cubicBezTo>
                      <a:pt x="26" y="171"/>
                      <a:pt x="24" y="175"/>
                      <a:pt x="23" y="178"/>
                    </a:cubicBezTo>
                    <a:cubicBezTo>
                      <a:pt x="22" y="180"/>
                      <a:pt x="22" y="180"/>
                      <a:pt x="22" y="181"/>
                    </a:cubicBezTo>
                    <a:moveTo>
                      <a:pt x="9" y="206"/>
                    </a:moveTo>
                    <a:cubicBezTo>
                      <a:pt x="8" y="206"/>
                      <a:pt x="6" y="205"/>
                      <a:pt x="5" y="204"/>
                    </a:cubicBezTo>
                    <a:cubicBezTo>
                      <a:pt x="2" y="202"/>
                      <a:pt x="1" y="198"/>
                      <a:pt x="1" y="195"/>
                    </a:cubicBezTo>
                    <a:cubicBezTo>
                      <a:pt x="0" y="191"/>
                      <a:pt x="1" y="187"/>
                      <a:pt x="2" y="183"/>
                    </a:cubicBezTo>
                    <a:cubicBezTo>
                      <a:pt x="3" y="179"/>
                      <a:pt x="4" y="174"/>
                      <a:pt x="6" y="170"/>
                    </a:cubicBezTo>
                    <a:cubicBezTo>
                      <a:pt x="9" y="162"/>
                      <a:pt x="14" y="154"/>
                      <a:pt x="19" y="148"/>
                    </a:cubicBezTo>
                    <a:cubicBezTo>
                      <a:pt x="23" y="141"/>
                      <a:pt x="28" y="134"/>
                      <a:pt x="34" y="129"/>
                    </a:cubicBezTo>
                    <a:cubicBezTo>
                      <a:pt x="41" y="125"/>
                      <a:pt x="49" y="122"/>
                      <a:pt x="57" y="123"/>
                    </a:cubicBezTo>
                    <a:cubicBezTo>
                      <a:pt x="61" y="124"/>
                      <a:pt x="65" y="125"/>
                      <a:pt x="68" y="127"/>
                    </a:cubicBezTo>
                    <a:cubicBezTo>
                      <a:pt x="71" y="123"/>
                      <a:pt x="74" y="119"/>
                      <a:pt x="77" y="115"/>
                    </a:cubicBezTo>
                    <a:lnTo>
                      <a:pt x="76" y="116"/>
                    </a:lnTo>
                    <a:cubicBezTo>
                      <a:pt x="79" y="111"/>
                      <a:pt x="83" y="107"/>
                      <a:pt x="86" y="103"/>
                    </a:cubicBezTo>
                    <a:cubicBezTo>
                      <a:pt x="91" y="95"/>
                      <a:pt x="96" y="87"/>
                      <a:pt x="100" y="79"/>
                    </a:cubicBezTo>
                    <a:cubicBezTo>
                      <a:pt x="103" y="72"/>
                      <a:pt x="107" y="66"/>
                      <a:pt x="109" y="59"/>
                    </a:cubicBezTo>
                    <a:lnTo>
                      <a:pt x="109" y="60"/>
                    </a:lnTo>
                    <a:cubicBezTo>
                      <a:pt x="111" y="54"/>
                      <a:pt x="113" y="47"/>
                      <a:pt x="114" y="42"/>
                    </a:cubicBezTo>
                    <a:cubicBezTo>
                      <a:pt x="114" y="41"/>
                      <a:pt x="115" y="41"/>
                      <a:pt x="115" y="41"/>
                    </a:cubicBezTo>
                    <a:cubicBezTo>
                      <a:pt x="115" y="41"/>
                      <a:pt x="114" y="41"/>
                      <a:pt x="114" y="42"/>
                    </a:cubicBezTo>
                    <a:cubicBezTo>
                      <a:pt x="115" y="38"/>
                      <a:pt x="116" y="35"/>
                      <a:pt x="116" y="31"/>
                    </a:cubicBezTo>
                    <a:cubicBezTo>
                      <a:pt x="117" y="28"/>
                      <a:pt x="117" y="25"/>
                      <a:pt x="117" y="22"/>
                    </a:cubicBezTo>
                    <a:lnTo>
                      <a:pt x="117" y="21"/>
                    </a:lnTo>
                    <a:cubicBezTo>
                      <a:pt x="117" y="21"/>
                      <a:pt x="117" y="20"/>
                      <a:pt x="116" y="20"/>
                    </a:cubicBezTo>
                    <a:cubicBezTo>
                      <a:pt x="116" y="19"/>
                      <a:pt x="116" y="19"/>
                      <a:pt x="116" y="19"/>
                    </a:cubicBezTo>
                    <a:lnTo>
                      <a:pt x="115" y="19"/>
                    </a:lnTo>
                    <a:cubicBezTo>
                      <a:pt x="114" y="20"/>
                      <a:pt x="114" y="21"/>
                      <a:pt x="112" y="22"/>
                    </a:cubicBezTo>
                    <a:cubicBezTo>
                      <a:pt x="110" y="25"/>
                      <a:pt x="107" y="29"/>
                      <a:pt x="104" y="33"/>
                    </a:cubicBezTo>
                    <a:cubicBezTo>
                      <a:pt x="101" y="36"/>
                      <a:pt x="100" y="38"/>
                      <a:pt x="98" y="42"/>
                    </a:cubicBezTo>
                    <a:lnTo>
                      <a:pt x="98" y="41"/>
                    </a:lnTo>
                    <a:cubicBezTo>
                      <a:pt x="97" y="44"/>
                      <a:pt x="95" y="47"/>
                      <a:pt x="94" y="50"/>
                    </a:cubicBezTo>
                    <a:cubicBezTo>
                      <a:pt x="93" y="52"/>
                      <a:pt x="93" y="54"/>
                      <a:pt x="93" y="55"/>
                    </a:cubicBezTo>
                    <a:cubicBezTo>
                      <a:pt x="96" y="58"/>
                      <a:pt x="97" y="62"/>
                      <a:pt x="96" y="67"/>
                    </a:cubicBezTo>
                    <a:cubicBezTo>
                      <a:pt x="94" y="71"/>
                      <a:pt x="89" y="74"/>
                      <a:pt x="84" y="73"/>
                    </a:cubicBezTo>
                    <a:cubicBezTo>
                      <a:pt x="80" y="72"/>
                      <a:pt x="77" y="70"/>
                      <a:pt x="75" y="66"/>
                    </a:cubicBezTo>
                    <a:cubicBezTo>
                      <a:pt x="72" y="61"/>
                      <a:pt x="73" y="55"/>
                      <a:pt x="75" y="50"/>
                    </a:cubicBezTo>
                    <a:cubicBezTo>
                      <a:pt x="76" y="44"/>
                      <a:pt x="79" y="38"/>
                      <a:pt x="82" y="33"/>
                    </a:cubicBezTo>
                    <a:cubicBezTo>
                      <a:pt x="84" y="28"/>
                      <a:pt x="87" y="24"/>
                      <a:pt x="91" y="19"/>
                    </a:cubicBezTo>
                    <a:cubicBezTo>
                      <a:pt x="92" y="18"/>
                      <a:pt x="93" y="16"/>
                      <a:pt x="95" y="14"/>
                    </a:cubicBezTo>
                    <a:cubicBezTo>
                      <a:pt x="96" y="13"/>
                      <a:pt x="97" y="12"/>
                      <a:pt x="97" y="11"/>
                    </a:cubicBezTo>
                    <a:cubicBezTo>
                      <a:pt x="100" y="8"/>
                      <a:pt x="102" y="5"/>
                      <a:pt x="105" y="4"/>
                    </a:cubicBezTo>
                    <a:cubicBezTo>
                      <a:pt x="106" y="2"/>
                      <a:pt x="107" y="2"/>
                      <a:pt x="108" y="1"/>
                    </a:cubicBezTo>
                    <a:cubicBezTo>
                      <a:pt x="110" y="1"/>
                      <a:pt x="111" y="0"/>
                      <a:pt x="112" y="0"/>
                    </a:cubicBezTo>
                    <a:cubicBezTo>
                      <a:pt x="114" y="0"/>
                      <a:pt x="117" y="0"/>
                      <a:pt x="119" y="0"/>
                    </a:cubicBezTo>
                    <a:cubicBezTo>
                      <a:pt x="125" y="1"/>
                      <a:pt x="129" y="5"/>
                      <a:pt x="132" y="10"/>
                    </a:cubicBezTo>
                    <a:cubicBezTo>
                      <a:pt x="133" y="12"/>
                      <a:pt x="133" y="14"/>
                      <a:pt x="134" y="17"/>
                    </a:cubicBezTo>
                    <a:cubicBezTo>
                      <a:pt x="135" y="20"/>
                      <a:pt x="135" y="22"/>
                      <a:pt x="135" y="25"/>
                    </a:cubicBezTo>
                    <a:cubicBezTo>
                      <a:pt x="134" y="32"/>
                      <a:pt x="133" y="39"/>
                      <a:pt x="132" y="46"/>
                    </a:cubicBezTo>
                    <a:cubicBezTo>
                      <a:pt x="128" y="59"/>
                      <a:pt x="123" y="71"/>
                      <a:pt x="117" y="83"/>
                    </a:cubicBezTo>
                    <a:cubicBezTo>
                      <a:pt x="112" y="92"/>
                      <a:pt x="108" y="100"/>
                      <a:pt x="103" y="108"/>
                    </a:cubicBezTo>
                    <a:cubicBezTo>
                      <a:pt x="98" y="113"/>
                      <a:pt x="95" y="118"/>
                      <a:pt x="91" y="124"/>
                    </a:cubicBezTo>
                    <a:cubicBezTo>
                      <a:pt x="88" y="128"/>
                      <a:pt x="85" y="133"/>
                      <a:pt x="82" y="138"/>
                    </a:cubicBezTo>
                    <a:cubicBezTo>
                      <a:pt x="84" y="141"/>
                      <a:pt x="87" y="144"/>
                      <a:pt x="90" y="147"/>
                    </a:cubicBezTo>
                    <a:cubicBezTo>
                      <a:pt x="93" y="150"/>
                      <a:pt x="93" y="156"/>
                      <a:pt x="90" y="160"/>
                    </a:cubicBezTo>
                    <a:cubicBezTo>
                      <a:pt x="86" y="163"/>
                      <a:pt x="80" y="163"/>
                      <a:pt x="77" y="159"/>
                    </a:cubicBezTo>
                    <a:cubicBezTo>
                      <a:pt x="75" y="157"/>
                      <a:pt x="72" y="154"/>
                      <a:pt x="70" y="152"/>
                    </a:cubicBezTo>
                    <a:cubicBezTo>
                      <a:pt x="68" y="154"/>
                      <a:pt x="66" y="157"/>
                      <a:pt x="64" y="160"/>
                    </a:cubicBezTo>
                    <a:cubicBezTo>
                      <a:pt x="59" y="166"/>
                      <a:pt x="54" y="172"/>
                      <a:pt x="48" y="178"/>
                    </a:cubicBezTo>
                    <a:cubicBezTo>
                      <a:pt x="44" y="184"/>
                      <a:pt x="38" y="189"/>
                      <a:pt x="33" y="195"/>
                    </a:cubicBezTo>
                    <a:cubicBezTo>
                      <a:pt x="34" y="195"/>
                      <a:pt x="34" y="194"/>
                      <a:pt x="34" y="194"/>
                    </a:cubicBezTo>
                    <a:cubicBezTo>
                      <a:pt x="33" y="195"/>
                      <a:pt x="33" y="196"/>
                      <a:pt x="32" y="196"/>
                    </a:cubicBezTo>
                    <a:cubicBezTo>
                      <a:pt x="32" y="196"/>
                      <a:pt x="33" y="196"/>
                      <a:pt x="33" y="195"/>
                    </a:cubicBezTo>
                    <a:cubicBezTo>
                      <a:pt x="32" y="196"/>
                      <a:pt x="31" y="197"/>
                      <a:pt x="30" y="198"/>
                    </a:cubicBezTo>
                    <a:cubicBezTo>
                      <a:pt x="31" y="198"/>
                      <a:pt x="31" y="198"/>
                      <a:pt x="31" y="198"/>
                    </a:cubicBezTo>
                    <a:cubicBezTo>
                      <a:pt x="30" y="198"/>
                      <a:pt x="30" y="198"/>
                      <a:pt x="30" y="198"/>
                    </a:cubicBezTo>
                    <a:cubicBezTo>
                      <a:pt x="26" y="202"/>
                      <a:pt x="20" y="207"/>
                      <a:pt x="14" y="207"/>
                    </a:cubicBezTo>
                    <a:cubicBezTo>
                      <a:pt x="12" y="207"/>
                      <a:pt x="11" y="207"/>
                      <a:pt x="9" y="20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2" name="Google Shape;2872;p31"/>
              <p:cNvSpPr/>
              <p:nvPr/>
            </p:nvSpPr>
            <p:spPr>
              <a:xfrm>
                <a:off x="3714840" y="4921200"/>
                <a:ext cx="6336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176" h="120" extrusionOk="0">
                    <a:moveTo>
                      <a:pt x="26" y="119"/>
                    </a:moveTo>
                    <a:cubicBezTo>
                      <a:pt x="20" y="119"/>
                      <a:pt x="14" y="118"/>
                      <a:pt x="9" y="113"/>
                    </a:cubicBezTo>
                    <a:cubicBezTo>
                      <a:pt x="7" y="112"/>
                      <a:pt x="5" y="110"/>
                      <a:pt x="4" y="108"/>
                    </a:cubicBezTo>
                    <a:cubicBezTo>
                      <a:pt x="2" y="105"/>
                      <a:pt x="2" y="103"/>
                      <a:pt x="1" y="100"/>
                    </a:cubicBezTo>
                    <a:cubicBezTo>
                      <a:pt x="1" y="97"/>
                      <a:pt x="0" y="94"/>
                      <a:pt x="0" y="91"/>
                    </a:cubicBezTo>
                    <a:cubicBezTo>
                      <a:pt x="0" y="87"/>
                      <a:pt x="0" y="84"/>
                      <a:pt x="1" y="80"/>
                    </a:cubicBezTo>
                    <a:cubicBezTo>
                      <a:pt x="2" y="66"/>
                      <a:pt x="7" y="53"/>
                      <a:pt x="14" y="41"/>
                    </a:cubicBezTo>
                    <a:cubicBezTo>
                      <a:pt x="16" y="36"/>
                      <a:pt x="20" y="31"/>
                      <a:pt x="24" y="26"/>
                    </a:cubicBezTo>
                    <a:cubicBezTo>
                      <a:pt x="28" y="20"/>
                      <a:pt x="33" y="16"/>
                      <a:pt x="38" y="12"/>
                    </a:cubicBezTo>
                    <a:cubicBezTo>
                      <a:pt x="42" y="9"/>
                      <a:pt x="47" y="7"/>
                      <a:pt x="51" y="6"/>
                    </a:cubicBezTo>
                    <a:cubicBezTo>
                      <a:pt x="56" y="5"/>
                      <a:pt x="61" y="5"/>
                      <a:pt x="65" y="6"/>
                    </a:cubicBezTo>
                    <a:cubicBezTo>
                      <a:pt x="71" y="8"/>
                      <a:pt x="75" y="12"/>
                      <a:pt x="78" y="16"/>
                    </a:cubicBezTo>
                    <a:cubicBezTo>
                      <a:pt x="82" y="19"/>
                      <a:pt x="83" y="23"/>
                      <a:pt x="81" y="27"/>
                    </a:cubicBezTo>
                    <a:cubicBezTo>
                      <a:pt x="81" y="28"/>
                      <a:pt x="80" y="30"/>
                      <a:pt x="79" y="31"/>
                    </a:cubicBezTo>
                    <a:cubicBezTo>
                      <a:pt x="74" y="37"/>
                      <a:pt x="64" y="35"/>
                      <a:pt x="62" y="27"/>
                    </a:cubicBezTo>
                    <a:lnTo>
                      <a:pt x="62" y="26"/>
                    </a:lnTo>
                    <a:lnTo>
                      <a:pt x="61" y="26"/>
                    </a:lnTo>
                    <a:lnTo>
                      <a:pt x="62" y="26"/>
                    </a:lnTo>
                    <a:cubicBezTo>
                      <a:pt x="61" y="25"/>
                      <a:pt x="61" y="25"/>
                      <a:pt x="60" y="25"/>
                    </a:cubicBezTo>
                    <a:cubicBezTo>
                      <a:pt x="60" y="24"/>
                      <a:pt x="58" y="24"/>
                      <a:pt x="58" y="24"/>
                    </a:cubicBezTo>
                    <a:cubicBezTo>
                      <a:pt x="57" y="24"/>
                      <a:pt x="57" y="24"/>
                      <a:pt x="57" y="24"/>
                    </a:cubicBezTo>
                    <a:lnTo>
                      <a:pt x="58" y="24"/>
                    </a:lnTo>
                    <a:cubicBezTo>
                      <a:pt x="57" y="24"/>
                      <a:pt x="57" y="24"/>
                      <a:pt x="57" y="24"/>
                    </a:cubicBezTo>
                    <a:lnTo>
                      <a:pt x="56" y="24"/>
                    </a:lnTo>
                    <a:cubicBezTo>
                      <a:pt x="55" y="24"/>
                      <a:pt x="54" y="24"/>
                      <a:pt x="54" y="24"/>
                    </a:cubicBezTo>
                    <a:lnTo>
                      <a:pt x="53" y="24"/>
                    </a:lnTo>
                    <a:cubicBezTo>
                      <a:pt x="53" y="24"/>
                      <a:pt x="52" y="24"/>
                      <a:pt x="51" y="25"/>
                    </a:cubicBezTo>
                    <a:lnTo>
                      <a:pt x="50" y="26"/>
                    </a:lnTo>
                    <a:cubicBezTo>
                      <a:pt x="48" y="27"/>
                      <a:pt x="47" y="27"/>
                      <a:pt x="47" y="28"/>
                    </a:cubicBezTo>
                    <a:cubicBezTo>
                      <a:pt x="45" y="29"/>
                      <a:pt x="44" y="30"/>
                      <a:pt x="43" y="31"/>
                    </a:cubicBezTo>
                    <a:lnTo>
                      <a:pt x="43" y="32"/>
                    </a:lnTo>
                    <a:lnTo>
                      <a:pt x="42" y="32"/>
                    </a:lnTo>
                    <a:cubicBezTo>
                      <a:pt x="43" y="32"/>
                      <a:pt x="43" y="32"/>
                      <a:pt x="43" y="32"/>
                    </a:cubicBezTo>
                    <a:cubicBezTo>
                      <a:pt x="40" y="34"/>
                      <a:pt x="38" y="37"/>
                      <a:pt x="36" y="40"/>
                    </a:cubicBezTo>
                    <a:cubicBezTo>
                      <a:pt x="33" y="45"/>
                      <a:pt x="30" y="49"/>
                      <a:pt x="27" y="54"/>
                    </a:cubicBezTo>
                    <a:cubicBezTo>
                      <a:pt x="25" y="57"/>
                      <a:pt x="24" y="60"/>
                      <a:pt x="23" y="64"/>
                    </a:cubicBezTo>
                    <a:cubicBezTo>
                      <a:pt x="22" y="67"/>
                      <a:pt x="20" y="70"/>
                      <a:pt x="20" y="73"/>
                    </a:cubicBezTo>
                    <a:cubicBezTo>
                      <a:pt x="19" y="76"/>
                      <a:pt x="19" y="79"/>
                      <a:pt x="19" y="82"/>
                    </a:cubicBezTo>
                    <a:cubicBezTo>
                      <a:pt x="18" y="84"/>
                      <a:pt x="18" y="86"/>
                      <a:pt x="18" y="88"/>
                    </a:cubicBezTo>
                    <a:cubicBezTo>
                      <a:pt x="19" y="91"/>
                      <a:pt x="19" y="94"/>
                      <a:pt x="19" y="97"/>
                    </a:cubicBezTo>
                    <a:cubicBezTo>
                      <a:pt x="19" y="98"/>
                      <a:pt x="20" y="98"/>
                      <a:pt x="20" y="98"/>
                    </a:cubicBezTo>
                    <a:cubicBezTo>
                      <a:pt x="20" y="99"/>
                      <a:pt x="20" y="99"/>
                      <a:pt x="20" y="99"/>
                    </a:cubicBezTo>
                    <a:lnTo>
                      <a:pt x="21" y="100"/>
                    </a:lnTo>
                    <a:cubicBezTo>
                      <a:pt x="20" y="100"/>
                      <a:pt x="20" y="99"/>
                      <a:pt x="20" y="99"/>
                    </a:cubicBezTo>
                    <a:cubicBezTo>
                      <a:pt x="21" y="100"/>
                      <a:pt x="21" y="100"/>
                      <a:pt x="21" y="100"/>
                    </a:cubicBezTo>
                    <a:cubicBezTo>
                      <a:pt x="22" y="100"/>
                      <a:pt x="22" y="100"/>
                      <a:pt x="22" y="100"/>
                    </a:cubicBezTo>
                    <a:lnTo>
                      <a:pt x="23" y="100"/>
                    </a:lnTo>
                    <a:cubicBezTo>
                      <a:pt x="24" y="101"/>
                      <a:pt x="25" y="101"/>
                      <a:pt x="25" y="101"/>
                    </a:cubicBezTo>
                    <a:cubicBezTo>
                      <a:pt x="26" y="101"/>
                      <a:pt x="27" y="101"/>
                      <a:pt x="28" y="101"/>
                    </a:cubicBezTo>
                    <a:cubicBezTo>
                      <a:pt x="27" y="101"/>
                      <a:pt x="27" y="101"/>
                      <a:pt x="27" y="101"/>
                    </a:cubicBezTo>
                    <a:cubicBezTo>
                      <a:pt x="28" y="101"/>
                      <a:pt x="29" y="100"/>
                      <a:pt x="30" y="100"/>
                    </a:cubicBezTo>
                    <a:cubicBezTo>
                      <a:pt x="31" y="100"/>
                      <a:pt x="32" y="100"/>
                      <a:pt x="33" y="100"/>
                    </a:cubicBezTo>
                    <a:cubicBezTo>
                      <a:pt x="36" y="99"/>
                      <a:pt x="38" y="98"/>
                      <a:pt x="40" y="97"/>
                    </a:cubicBezTo>
                    <a:cubicBezTo>
                      <a:pt x="44" y="95"/>
                      <a:pt x="48" y="93"/>
                      <a:pt x="53" y="90"/>
                    </a:cubicBezTo>
                    <a:cubicBezTo>
                      <a:pt x="58" y="87"/>
                      <a:pt x="64" y="83"/>
                      <a:pt x="69" y="78"/>
                    </a:cubicBezTo>
                    <a:cubicBezTo>
                      <a:pt x="72" y="76"/>
                      <a:pt x="75" y="73"/>
                      <a:pt x="77" y="71"/>
                    </a:cubicBezTo>
                    <a:lnTo>
                      <a:pt x="78" y="71"/>
                    </a:lnTo>
                    <a:cubicBezTo>
                      <a:pt x="78" y="70"/>
                      <a:pt x="78" y="69"/>
                      <a:pt x="79" y="68"/>
                    </a:cubicBezTo>
                    <a:cubicBezTo>
                      <a:pt x="81" y="65"/>
                      <a:pt x="83" y="60"/>
                      <a:pt x="87" y="59"/>
                    </a:cubicBezTo>
                    <a:cubicBezTo>
                      <a:pt x="91" y="57"/>
                      <a:pt x="96" y="59"/>
                      <a:pt x="99" y="62"/>
                    </a:cubicBezTo>
                    <a:cubicBezTo>
                      <a:pt x="104" y="69"/>
                      <a:pt x="97" y="77"/>
                      <a:pt x="93" y="82"/>
                    </a:cubicBezTo>
                    <a:cubicBezTo>
                      <a:pt x="93" y="83"/>
                      <a:pt x="93" y="83"/>
                      <a:pt x="93" y="83"/>
                    </a:cubicBezTo>
                    <a:cubicBezTo>
                      <a:pt x="92" y="84"/>
                      <a:pt x="92" y="86"/>
                      <a:pt x="91" y="87"/>
                    </a:cubicBezTo>
                    <a:cubicBezTo>
                      <a:pt x="91" y="88"/>
                      <a:pt x="91" y="89"/>
                      <a:pt x="90" y="90"/>
                    </a:cubicBezTo>
                    <a:cubicBezTo>
                      <a:pt x="90" y="91"/>
                      <a:pt x="90" y="93"/>
                      <a:pt x="90" y="94"/>
                    </a:cubicBezTo>
                    <a:lnTo>
                      <a:pt x="91" y="95"/>
                    </a:lnTo>
                    <a:lnTo>
                      <a:pt x="90" y="94"/>
                    </a:lnTo>
                    <a:cubicBezTo>
                      <a:pt x="90" y="95"/>
                      <a:pt x="91" y="95"/>
                      <a:pt x="91" y="96"/>
                    </a:cubicBezTo>
                    <a:cubicBezTo>
                      <a:pt x="92" y="97"/>
                      <a:pt x="92" y="97"/>
                      <a:pt x="92" y="97"/>
                    </a:cubicBezTo>
                    <a:cubicBezTo>
                      <a:pt x="92" y="98"/>
                      <a:pt x="93" y="98"/>
                      <a:pt x="93" y="99"/>
                    </a:cubicBezTo>
                    <a:lnTo>
                      <a:pt x="93" y="98"/>
                    </a:lnTo>
                    <a:lnTo>
                      <a:pt x="93" y="99"/>
                    </a:lnTo>
                    <a:cubicBezTo>
                      <a:pt x="94" y="99"/>
                      <a:pt x="94" y="99"/>
                      <a:pt x="95" y="99"/>
                    </a:cubicBezTo>
                    <a:cubicBezTo>
                      <a:pt x="96" y="99"/>
                      <a:pt x="96" y="99"/>
                      <a:pt x="96" y="99"/>
                    </a:cubicBezTo>
                    <a:lnTo>
                      <a:pt x="95" y="99"/>
                    </a:lnTo>
                    <a:lnTo>
                      <a:pt x="94" y="99"/>
                    </a:lnTo>
                    <a:cubicBezTo>
                      <a:pt x="95" y="99"/>
                      <a:pt x="96" y="99"/>
                      <a:pt x="96" y="99"/>
                    </a:cubicBezTo>
                    <a:cubicBezTo>
                      <a:pt x="97" y="99"/>
                      <a:pt x="98" y="98"/>
                      <a:pt x="99" y="98"/>
                    </a:cubicBezTo>
                    <a:cubicBezTo>
                      <a:pt x="100" y="98"/>
                      <a:pt x="100" y="98"/>
                      <a:pt x="101" y="97"/>
                    </a:cubicBezTo>
                    <a:cubicBezTo>
                      <a:pt x="103" y="97"/>
                      <a:pt x="104" y="96"/>
                      <a:pt x="106" y="95"/>
                    </a:cubicBezTo>
                    <a:cubicBezTo>
                      <a:pt x="108" y="93"/>
                      <a:pt x="111" y="91"/>
                      <a:pt x="113" y="90"/>
                    </a:cubicBezTo>
                    <a:cubicBezTo>
                      <a:pt x="117" y="86"/>
                      <a:pt x="121" y="83"/>
                      <a:pt x="124" y="79"/>
                    </a:cubicBezTo>
                    <a:cubicBezTo>
                      <a:pt x="131" y="73"/>
                      <a:pt x="136" y="66"/>
                      <a:pt x="142" y="59"/>
                    </a:cubicBezTo>
                    <a:cubicBezTo>
                      <a:pt x="143" y="56"/>
                      <a:pt x="145" y="54"/>
                      <a:pt x="147" y="52"/>
                    </a:cubicBezTo>
                    <a:cubicBezTo>
                      <a:pt x="149" y="48"/>
                      <a:pt x="150" y="45"/>
                      <a:pt x="152" y="42"/>
                    </a:cubicBezTo>
                    <a:cubicBezTo>
                      <a:pt x="153" y="40"/>
                      <a:pt x="155" y="38"/>
                      <a:pt x="155" y="35"/>
                    </a:cubicBezTo>
                    <a:cubicBezTo>
                      <a:pt x="156" y="35"/>
                      <a:pt x="156" y="35"/>
                      <a:pt x="156" y="34"/>
                    </a:cubicBezTo>
                    <a:cubicBezTo>
                      <a:pt x="156" y="35"/>
                      <a:pt x="156" y="35"/>
                      <a:pt x="156" y="35"/>
                    </a:cubicBezTo>
                    <a:cubicBezTo>
                      <a:pt x="156" y="34"/>
                      <a:pt x="156" y="34"/>
                      <a:pt x="156" y="34"/>
                    </a:cubicBezTo>
                    <a:cubicBezTo>
                      <a:pt x="156" y="33"/>
                      <a:pt x="156" y="33"/>
                      <a:pt x="156" y="33"/>
                    </a:cubicBezTo>
                    <a:cubicBezTo>
                      <a:pt x="156" y="32"/>
                      <a:pt x="156" y="32"/>
                      <a:pt x="156" y="31"/>
                    </a:cubicBezTo>
                    <a:cubicBezTo>
                      <a:pt x="155" y="30"/>
                      <a:pt x="155" y="30"/>
                      <a:pt x="155" y="30"/>
                    </a:cubicBezTo>
                    <a:cubicBezTo>
                      <a:pt x="155" y="30"/>
                      <a:pt x="155" y="29"/>
                      <a:pt x="155" y="28"/>
                    </a:cubicBezTo>
                    <a:lnTo>
                      <a:pt x="154" y="28"/>
                    </a:lnTo>
                    <a:cubicBezTo>
                      <a:pt x="153" y="27"/>
                      <a:pt x="152" y="26"/>
                      <a:pt x="151" y="25"/>
                    </a:cubicBezTo>
                    <a:cubicBezTo>
                      <a:pt x="150" y="24"/>
                      <a:pt x="149" y="23"/>
                      <a:pt x="149" y="23"/>
                    </a:cubicBezTo>
                    <a:cubicBezTo>
                      <a:pt x="148" y="22"/>
                      <a:pt x="147" y="21"/>
                      <a:pt x="146" y="21"/>
                    </a:cubicBezTo>
                    <a:cubicBezTo>
                      <a:pt x="145" y="21"/>
                      <a:pt x="145" y="20"/>
                      <a:pt x="144" y="20"/>
                    </a:cubicBezTo>
                    <a:cubicBezTo>
                      <a:pt x="143" y="20"/>
                      <a:pt x="143" y="20"/>
                      <a:pt x="143" y="20"/>
                    </a:cubicBezTo>
                    <a:cubicBezTo>
                      <a:pt x="142" y="20"/>
                      <a:pt x="141" y="19"/>
                      <a:pt x="139" y="19"/>
                    </a:cubicBezTo>
                    <a:cubicBezTo>
                      <a:pt x="138" y="19"/>
                      <a:pt x="138" y="19"/>
                      <a:pt x="137" y="19"/>
                    </a:cubicBezTo>
                    <a:cubicBezTo>
                      <a:pt x="136" y="19"/>
                      <a:pt x="135" y="19"/>
                      <a:pt x="134" y="20"/>
                    </a:cubicBezTo>
                    <a:cubicBezTo>
                      <a:pt x="131" y="20"/>
                      <a:pt x="129" y="20"/>
                      <a:pt x="127" y="21"/>
                    </a:cubicBezTo>
                    <a:cubicBezTo>
                      <a:pt x="125" y="21"/>
                      <a:pt x="123" y="23"/>
                      <a:pt x="121" y="23"/>
                    </a:cubicBezTo>
                    <a:cubicBezTo>
                      <a:pt x="120" y="24"/>
                      <a:pt x="118" y="24"/>
                      <a:pt x="117" y="26"/>
                    </a:cubicBezTo>
                    <a:cubicBezTo>
                      <a:pt x="115" y="26"/>
                      <a:pt x="115" y="27"/>
                      <a:pt x="114" y="28"/>
                    </a:cubicBezTo>
                    <a:cubicBezTo>
                      <a:pt x="112" y="29"/>
                      <a:pt x="111" y="31"/>
                      <a:pt x="109" y="32"/>
                    </a:cubicBezTo>
                    <a:cubicBezTo>
                      <a:pt x="107" y="34"/>
                      <a:pt x="105" y="37"/>
                      <a:pt x="103" y="39"/>
                    </a:cubicBezTo>
                    <a:cubicBezTo>
                      <a:pt x="100" y="44"/>
                      <a:pt x="97" y="48"/>
                      <a:pt x="94" y="53"/>
                    </a:cubicBezTo>
                    <a:cubicBezTo>
                      <a:pt x="92" y="57"/>
                      <a:pt x="86" y="58"/>
                      <a:pt x="82" y="56"/>
                    </a:cubicBezTo>
                    <a:cubicBezTo>
                      <a:pt x="78" y="53"/>
                      <a:pt x="77" y="48"/>
                      <a:pt x="79" y="44"/>
                    </a:cubicBezTo>
                    <a:cubicBezTo>
                      <a:pt x="85" y="35"/>
                      <a:pt x="90" y="26"/>
                      <a:pt x="97" y="18"/>
                    </a:cubicBezTo>
                    <a:cubicBezTo>
                      <a:pt x="102" y="14"/>
                      <a:pt x="107" y="10"/>
                      <a:pt x="113" y="7"/>
                    </a:cubicBezTo>
                    <a:cubicBezTo>
                      <a:pt x="119" y="4"/>
                      <a:pt x="126" y="2"/>
                      <a:pt x="133" y="1"/>
                    </a:cubicBezTo>
                    <a:cubicBezTo>
                      <a:pt x="139" y="0"/>
                      <a:pt x="146" y="1"/>
                      <a:pt x="151" y="3"/>
                    </a:cubicBezTo>
                    <a:cubicBezTo>
                      <a:pt x="157" y="6"/>
                      <a:pt x="163" y="9"/>
                      <a:pt x="167" y="14"/>
                    </a:cubicBezTo>
                    <a:cubicBezTo>
                      <a:pt x="171" y="19"/>
                      <a:pt x="173" y="24"/>
                      <a:pt x="174" y="30"/>
                    </a:cubicBezTo>
                    <a:cubicBezTo>
                      <a:pt x="175" y="35"/>
                      <a:pt x="173" y="41"/>
                      <a:pt x="170" y="46"/>
                    </a:cubicBezTo>
                    <a:cubicBezTo>
                      <a:pt x="168" y="51"/>
                      <a:pt x="166" y="54"/>
                      <a:pt x="164" y="58"/>
                    </a:cubicBezTo>
                    <a:cubicBezTo>
                      <a:pt x="162" y="62"/>
                      <a:pt x="159" y="66"/>
                      <a:pt x="156" y="70"/>
                    </a:cubicBezTo>
                    <a:cubicBezTo>
                      <a:pt x="148" y="80"/>
                      <a:pt x="140" y="89"/>
                      <a:pt x="131" y="97"/>
                    </a:cubicBezTo>
                    <a:cubicBezTo>
                      <a:pt x="123" y="105"/>
                      <a:pt x="114" y="113"/>
                      <a:pt x="103" y="116"/>
                    </a:cubicBezTo>
                    <a:cubicBezTo>
                      <a:pt x="99" y="118"/>
                      <a:pt x="93" y="119"/>
                      <a:pt x="88" y="117"/>
                    </a:cubicBezTo>
                    <a:cubicBezTo>
                      <a:pt x="83" y="116"/>
                      <a:pt x="79" y="112"/>
                      <a:pt x="76" y="108"/>
                    </a:cubicBezTo>
                    <a:cubicBezTo>
                      <a:pt x="74" y="105"/>
                      <a:pt x="73" y="102"/>
                      <a:pt x="72" y="99"/>
                    </a:cubicBezTo>
                    <a:cubicBezTo>
                      <a:pt x="72" y="100"/>
                      <a:pt x="71" y="100"/>
                      <a:pt x="71" y="100"/>
                    </a:cubicBezTo>
                    <a:cubicBezTo>
                      <a:pt x="62" y="106"/>
                      <a:pt x="54" y="111"/>
                      <a:pt x="44" y="115"/>
                    </a:cubicBezTo>
                    <a:cubicBezTo>
                      <a:pt x="39" y="118"/>
                      <a:pt x="33" y="119"/>
                      <a:pt x="27" y="119"/>
                    </a:cubicBezTo>
                    <a:cubicBezTo>
                      <a:pt x="26" y="119"/>
                      <a:pt x="26" y="119"/>
                      <a:pt x="26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3" name="Google Shape;2873;p31"/>
              <p:cNvSpPr/>
              <p:nvPr/>
            </p:nvSpPr>
            <p:spPr>
              <a:xfrm>
                <a:off x="3775680" y="4917240"/>
                <a:ext cx="27000" cy="50040"/>
              </a:xfrm>
              <a:custGeom>
                <a:avLst/>
                <a:gdLst/>
                <a:ahLst/>
                <a:cxnLst/>
                <a:rect l="l" t="t" r="r" b="b"/>
                <a:pathLst>
                  <a:path w="75" h="139" extrusionOk="0">
                    <a:moveTo>
                      <a:pt x="12" y="131"/>
                    </a:moveTo>
                    <a:cubicBezTo>
                      <a:pt x="11" y="126"/>
                      <a:pt x="14" y="121"/>
                      <a:pt x="19" y="120"/>
                    </a:cubicBezTo>
                    <a:cubicBezTo>
                      <a:pt x="25" y="118"/>
                      <a:pt x="32" y="116"/>
                      <a:pt x="38" y="115"/>
                    </a:cubicBezTo>
                    <a:cubicBezTo>
                      <a:pt x="38" y="115"/>
                      <a:pt x="39" y="115"/>
                      <a:pt x="39" y="114"/>
                    </a:cubicBezTo>
                    <a:cubicBezTo>
                      <a:pt x="39" y="114"/>
                      <a:pt x="39" y="115"/>
                      <a:pt x="38" y="115"/>
                    </a:cubicBezTo>
                    <a:cubicBezTo>
                      <a:pt x="41" y="113"/>
                      <a:pt x="44" y="112"/>
                      <a:pt x="48" y="111"/>
                    </a:cubicBezTo>
                    <a:cubicBezTo>
                      <a:pt x="49" y="110"/>
                      <a:pt x="50" y="109"/>
                      <a:pt x="51" y="109"/>
                    </a:cubicBezTo>
                    <a:cubicBezTo>
                      <a:pt x="52" y="108"/>
                      <a:pt x="53" y="108"/>
                      <a:pt x="53" y="108"/>
                    </a:cubicBezTo>
                    <a:lnTo>
                      <a:pt x="52" y="108"/>
                    </a:lnTo>
                    <a:cubicBezTo>
                      <a:pt x="53" y="108"/>
                      <a:pt x="54" y="107"/>
                      <a:pt x="54" y="106"/>
                    </a:cubicBezTo>
                    <a:cubicBezTo>
                      <a:pt x="55" y="106"/>
                      <a:pt x="55" y="106"/>
                      <a:pt x="55" y="106"/>
                    </a:cubicBezTo>
                    <a:cubicBezTo>
                      <a:pt x="55" y="106"/>
                      <a:pt x="54" y="106"/>
                      <a:pt x="54" y="105"/>
                    </a:cubicBezTo>
                    <a:cubicBezTo>
                      <a:pt x="54" y="106"/>
                      <a:pt x="55" y="106"/>
                      <a:pt x="55" y="106"/>
                    </a:cubicBezTo>
                    <a:cubicBezTo>
                      <a:pt x="55" y="106"/>
                      <a:pt x="54" y="106"/>
                      <a:pt x="54" y="105"/>
                    </a:cubicBezTo>
                    <a:cubicBezTo>
                      <a:pt x="50" y="101"/>
                      <a:pt x="46" y="98"/>
                      <a:pt x="42" y="95"/>
                    </a:cubicBezTo>
                    <a:lnTo>
                      <a:pt x="43" y="95"/>
                    </a:lnTo>
                    <a:cubicBezTo>
                      <a:pt x="36" y="91"/>
                      <a:pt x="29" y="85"/>
                      <a:pt x="22" y="80"/>
                    </a:cubicBezTo>
                    <a:cubicBezTo>
                      <a:pt x="15" y="74"/>
                      <a:pt x="7" y="67"/>
                      <a:pt x="4" y="58"/>
                    </a:cubicBezTo>
                    <a:cubicBezTo>
                      <a:pt x="0" y="48"/>
                      <a:pt x="0" y="38"/>
                      <a:pt x="4" y="28"/>
                    </a:cubicBezTo>
                    <a:cubicBezTo>
                      <a:pt x="5" y="24"/>
                      <a:pt x="9" y="20"/>
                      <a:pt x="12" y="16"/>
                    </a:cubicBezTo>
                    <a:cubicBezTo>
                      <a:pt x="15" y="13"/>
                      <a:pt x="19" y="10"/>
                      <a:pt x="23" y="8"/>
                    </a:cubicBezTo>
                    <a:cubicBezTo>
                      <a:pt x="32" y="2"/>
                      <a:pt x="43" y="0"/>
                      <a:pt x="54" y="2"/>
                    </a:cubicBezTo>
                    <a:cubicBezTo>
                      <a:pt x="58" y="3"/>
                      <a:pt x="62" y="5"/>
                      <a:pt x="65" y="8"/>
                    </a:cubicBezTo>
                    <a:cubicBezTo>
                      <a:pt x="66" y="9"/>
                      <a:pt x="68" y="11"/>
                      <a:pt x="68" y="13"/>
                    </a:cubicBezTo>
                    <a:cubicBezTo>
                      <a:pt x="69" y="15"/>
                      <a:pt x="69" y="17"/>
                      <a:pt x="69" y="19"/>
                    </a:cubicBezTo>
                    <a:cubicBezTo>
                      <a:pt x="69" y="21"/>
                      <a:pt x="68" y="23"/>
                      <a:pt x="68" y="25"/>
                    </a:cubicBezTo>
                    <a:cubicBezTo>
                      <a:pt x="67" y="27"/>
                      <a:pt x="67" y="29"/>
                      <a:pt x="66" y="31"/>
                    </a:cubicBezTo>
                    <a:cubicBezTo>
                      <a:pt x="66" y="37"/>
                      <a:pt x="60" y="41"/>
                      <a:pt x="55" y="41"/>
                    </a:cubicBezTo>
                    <a:cubicBezTo>
                      <a:pt x="49" y="39"/>
                      <a:pt x="46" y="34"/>
                      <a:pt x="47" y="28"/>
                    </a:cubicBezTo>
                    <a:cubicBezTo>
                      <a:pt x="47" y="27"/>
                      <a:pt x="47" y="26"/>
                      <a:pt x="48" y="25"/>
                    </a:cubicBezTo>
                    <a:cubicBezTo>
                      <a:pt x="48" y="24"/>
                      <a:pt x="48" y="23"/>
                      <a:pt x="48" y="21"/>
                    </a:cubicBezTo>
                    <a:lnTo>
                      <a:pt x="47" y="21"/>
                    </a:lnTo>
                    <a:cubicBezTo>
                      <a:pt x="46" y="21"/>
                      <a:pt x="44" y="21"/>
                      <a:pt x="43" y="21"/>
                    </a:cubicBezTo>
                    <a:cubicBezTo>
                      <a:pt x="42" y="21"/>
                      <a:pt x="41" y="21"/>
                      <a:pt x="41" y="21"/>
                    </a:cubicBezTo>
                    <a:cubicBezTo>
                      <a:pt x="40" y="21"/>
                      <a:pt x="39" y="21"/>
                      <a:pt x="38" y="21"/>
                    </a:cubicBezTo>
                    <a:cubicBezTo>
                      <a:pt x="37" y="22"/>
                      <a:pt x="36" y="23"/>
                      <a:pt x="35" y="23"/>
                    </a:cubicBezTo>
                    <a:cubicBezTo>
                      <a:pt x="34" y="23"/>
                      <a:pt x="33" y="24"/>
                      <a:pt x="32" y="25"/>
                    </a:cubicBezTo>
                    <a:cubicBezTo>
                      <a:pt x="30" y="25"/>
                      <a:pt x="29" y="26"/>
                      <a:pt x="28" y="27"/>
                    </a:cubicBezTo>
                    <a:cubicBezTo>
                      <a:pt x="27" y="28"/>
                      <a:pt x="26" y="30"/>
                      <a:pt x="25" y="31"/>
                    </a:cubicBezTo>
                    <a:cubicBezTo>
                      <a:pt x="24" y="31"/>
                      <a:pt x="23" y="31"/>
                      <a:pt x="23" y="32"/>
                    </a:cubicBezTo>
                    <a:cubicBezTo>
                      <a:pt x="22" y="33"/>
                      <a:pt x="22" y="34"/>
                      <a:pt x="22" y="35"/>
                    </a:cubicBezTo>
                    <a:cubicBezTo>
                      <a:pt x="21" y="35"/>
                      <a:pt x="21" y="35"/>
                      <a:pt x="20" y="36"/>
                    </a:cubicBezTo>
                    <a:cubicBezTo>
                      <a:pt x="20" y="37"/>
                      <a:pt x="20" y="37"/>
                      <a:pt x="20" y="38"/>
                    </a:cubicBezTo>
                    <a:cubicBezTo>
                      <a:pt x="20" y="39"/>
                      <a:pt x="20" y="40"/>
                      <a:pt x="20" y="41"/>
                    </a:cubicBezTo>
                    <a:cubicBezTo>
                      <a:pt x="19" y="42"/>
                      <a:pt x="19" y="43"/>
                      <a:pt x="19" y="44"/>
                    </a:cubicBezTo>
                    <a:cubicBezTo>
                      <a:pt x="20" y="45"/>
                      <a:pt x="20" y="47"/>
                      <a:pt x="20" y="49"/>
                    </a:cubicBezTo>
                    <a:lnTo>
                      <a:pt x="20" y="48"/>
                    </a:lnTo>
                    <a:cubicBezTo>
                      <a:pt x="20" y="49"/>
                      <a:pt x="20" y="49"/>
                      <a:pt x="20" y="50"/>
                    </a:cubicBezTo>
                    <a:cubicBezTo>
                      <a:pt x="20" y="51"/>
                      <a:pt x="21" y="52"/>
                      <a:pt x="22" y="53"/>
                    </a:cubicBezTo>
                    <a:lnTo>
                      <a:pt x="21" y="52"/>
                    </a:lnTo>
                    <a:cubicBezTo>
                      <a:pt x="22" y="53"/>
                      <a:pt x="22" y="53"/>
                      <a:pt x="22" y="54"/>
                    </a:cubicBezTo>
                    <a:cubicBezTo>
                      <a:pt x="23" y="55"/>
                      <a:pt x="23" y="56"/>
                      <a:pt x="24" y="56"/>
                    </a:cubicBezTo>
                    <a:lnTo>
                      <a:pt x="23" y="56"/>
                    </a:lnTo>
                    <a:cubicBezTo>
                      <a:pt x="25" y="57"/>
                      <a:pt x="26" y="59"/>
                      <a:pt x="27" y="60"/>
                    </a:cubicBezTo>
                    <a:cubicBezTo>
                      <a:pt x="33" y="65"/>
                      <a:pt x="38" y="69"/>
                      <a:pt x="43" y="73"/>
                    </a:cubicBezTo>
                    <a:cubicBezTo>
                      <a:pt x="47" y="76"/>
                      <a:pt x="51" y="79"/>
                      <a:pt x="55" y="82"/>
                    </a:cubicBezTo>
                    <a:cubicBezTo>
                      <a:pt x="56" y="83"/>
                      <a:pt x="57" y="83"/>
                      <a:pt x="58" y="84"/>
                    </a:cubicBezTo>
                    <a:lnTo>
                      <a:pt x="57" y="83"/>
                    </a:lnTo>
                    <a:cubicBezTo>
                      <a:pt x="62" y="87"/>
                      <a:pt x="66" y="90"/>
                      <a:pt x="69" y="94"/>
                    </a:cubicBezTo>
                    <a:cubicBezTo>
                      <a:pt x="72" y="98"/>
                      <a:pt x="74" y="102"/>
                      <a:pt x="74" y="107"/>
                    </a:cubicBezTo>
                    <a:cubicBezTo>
                      <a:pt x="74" y="112"/>
                      <a:pt x="71" y="117"/>
                      <a:pt x="67" y="120"/>
                    </a:cubicBezTo>
                    <a:cubicBezTo>
                      <a:pt x="64" y="124"/>
                      <a:pt x="59" y="126"/>
                      <a:pt x="54" y="128"/>
                    </a:cubicBezTo>
                    <a:cubicBezTo>
                      <a:pt x="50" y="130"/>
                      <a:pt x="46" y="131"/>
                      <a:pt x="41" y="133"/>
                    </a:cubicBezTo>
                    <a:cubicBezTo>
                      <a:pt x="36" y="134"/>
                      <a:pt x="29" y="136"/>
                      <a:pt x="23" y="138"/>
                    </a:cubicBezTo>
                    <a:cubicBezTo>
                      <a:pt x="23" y="138"/>
                      <a:pt x="22" y="138"/>
                      <a:pt x="21" y="138"/>
                    </a:cubicBezTo>
                    <a:cubicBezTo>
                      <a:pt x="17" y="138"/>
                      <a:pt x="13" y="135"/>
                      <a:pt x="12" y="1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4" name="Google Shape;2874;p31"/>
              <p:cNvSpPr/>
              <p:nvPr/>
            </p:nvSpPr>
            <p:spPr>
              <a:xfrm>
                <a:off x="3816720" y="4888800"/>
                <a:ext cx="34200" cy="91080"/>
              </a:xfrm>
              <a:custGeom>
                <a:avLst/>
                <a:gdLst/>
                <a:ahLst/>
                <a:cxnLst/>
                <a:rect l="l" t="t" r="r" b="b"/>
                <a:pathLst>
                  <a:path w="95" h="253" extrusionOk="0">
                    <a:moveTo>
                      <a:pt x="27" y="250"/>
                    </a:moveTo>
                    <a:cubicBezTo>
                      <a:pt x="23" y="246"/>
                      <a:pt x="18" y="242"/>
                      <a:pt x="15" y="237"/>
                    </a:cubicBezTo>
                    <a:cubicBezTo>
                      <a:pt x="11" y="233"/>
                      <a:pt x="8" y="227"/>
                      <a:pt x="6" y="222"/>
                    </a:cubicBezTo>
                    <a:cubicBezTo>
                      <a:pt x="0" y="210"/>
                      <a:pt x="0" y="197"/>
                      <a:pt x="1" y="184"/>
                    </a:cubicBezTo>
                    <a:cubicBezTo>
                      <a:pt x="2" y="174"/>
                      <a:pt x="3" y="163"/>
                      <a:pt x="4" y="153"/>
                    </a:cubicBezTo>
                    <a:cubicBezTo>
                      <a:pt x="6" y="148"/>
                      <a:pt x="6" y="143"/>
                      <a:pt x="7" y="138"/>
                    </a:cubicBezTo>
                    <a:cubicBezTo>
                      <a:pt x="8" y="133"/>
                      <a:pt x="10" y="127"/>
                      <a:pt x="11" y="121"/>
                    </a:cubicBezTo>
                    <a:cubicBezTo>
                      <a:pt x="13" y="112"/>
                      <a:pt x="16" y="103"/>
                      <a:pt x="18" y="93"/>
                    </a:cubicBezTo>
                    <a:cubicBezTo>
                      <a:pt x="18" y="90"/>
                      <a:pt x="20" y="86"/>
                      <a:pt x="21" y="84"/>
                    </a:cubicBezTo>
                    <a:cubicBezTo>
                      <a:pt x="22" y="80"/>
                      <a:pt x="23" y="76"/>
                      <a:pt x="24" y="72"/>
                    </a:cubicBezTo>
                    <a:cubicBezTo>
                      <a:pt x="24" y="73"/>
                      <a:pt x="24" y="73"/>
                      <a:pt x="24" y="73"/>
                    </a:cubicBezTo>
                    <a:cubicBezTo>
                      <a:pt x="25" y="72"/>
                      <a:pt x="25" y="70"/>
                      <a:pt x="26" y="69"/>
                    </a:cubicBezTo>
                    <a:cubicBezTo>
                      <a:pt x="25" y="69"/>
                      <a:pt x="25" y="70"/>
                      <a:pt x="25" y="70"/>
                    </a:cubicBezTo>
                    <a:cubicBezTo>
                      <a:pt x="26" y="69"/>
                      <a:pt x="26" y="68"/>
                      <a:pt x="27" y="67"/>
                    </a:cubicBezTo>
                    <a:lnTo>
                      <a:pt x="26" y="67"/>
                    </a:lnTo>
                    <a:cubicBezTo>
                      <a:pt x="27" y="67"/>
                      <a:pt x="27" y="65"/>
                      <a:pt x="27" y="65"/>
                    </a:cubicBezTo>
                    <a:lnTo>
                      <a:pt x="27" y="66"/>
                    </a:lnTo>
                    <a:cubicBezTo>
                      <a:pt x="27" y="65"/>
                      <a:pt x="27" y="64"/>
                      <a:pt x="28" y="64"/>
                    </a:cubicBezTo>
                    <a:cubicBezTo>
                      <a:pt x="28" y="63"/>
                      <a:pt x="28" y="62"/>
                      <a:pt x="29" y="61"/>
                    </a:cubicBezTo>
                    <a:cubicBezTo>
                      <a:pt x="28" y="61"/>
                      <a:pt x="28" y="61"/>
                      <a:pt x="28" y="62"/>
                    </a:cubicBezTo>
                    <a:cubicBezTo>
                      <a:pt x="30" y="60"/>
                      <a:pt x="30" y="57"/>
                      <a:pt x="31" y="55"/>
                    </a:cubicBezTo>
                    <a:cubicBezTo>
                      <a:pt x="32" y="53"/>
                      <a:pt x="33" y="50"/>
                      <a:pt x="34" y="49"/>
                    </a:cubicBezTo>
                    <a:cubicBezTo>
                      <a:pt x="37" y="42"/>
                      <a:pt x="40" y="36"/>
                      <a:pt x="44" y="30"/>
                    </a:cubicBezTo>
                    <a:cubicBezTo>
                      <a:pt x="46" y="24"/>
                      <a:pt x="50" y="19"/>
                      <a:pt x="54" y="14"/>
                    </a:cubicBezTo>
                    <a:cubicBezTo>
                      <a:pt x="58" y="10"/>
                      <a:pt x="63" y="6"/>
                      <a:pt x="68" y="4"/>
                    </a:cubicBezTo>
                    <a:cubicBezTo>
                      <a:pt x="73" y="1"/>
                      <a:pt x="79" y="0"/>
                      <a:pt x="84" y="3"/>
                    </a:cubicBezTo>
                    <a:cubicBezTo>
                      <a:pt x="85" y="3"/>
                      <a:pt x="86" y="4"/>
                      <a:pt x="87" y="4"/>
                    </a:cubicBezTo>
                    <a:cubicBezTo>
                      <a:pt x="88" y="5"/>
                      <a:pt x="90" y="7"/>
                      <a:pt x="91" y="8"/>
                    </a:cubicBezTo>
                    <a:cubicBezTo>
                      <a:pt x="91" y="10"/>
                      <a:pt x="92" y="11"/>
                      <a:pt x="92" y="12"/>
                    </a:cubicBezTo>
                    <a:cubicBezTo>
                      <a:pt x="94" y="18"/>
                      <a:pt x="91" y="23"/>
                      <a:pt x="85" y="24"/>
                    </a:cubicBezTo>
                    <a:cubicBezTo>
                      <a:pt x="82" y="25"/>
                      <a:pt x="78" y="24"/>
                      <a:pt x="76" y="21"/>
                    </a:cubicBezTo>
                    <a:cubicBezTo>
                      <a:pt x="74" y="21"/>
                      <a:pt x="74" y="22"/>
                      <a:pt x="73" y="22"/>
                    </a:cubicBezTo>
                    <a:cubicBezTo>
                      <a:pt x="71" y="23"/>
                      <a:pt x="71" y="24"/>
                      <a:pt x="70" y="24"/>
                    </a:cubicBezTo>
                    <a:cubicBezTo>
                      <a:pt x="69" y="25"/>
                      <a:pt x="69" y="25"/>
                      <a:pt x="68" y="26"/>
                    </a:cubicBezTo>
                    <a:cubicBezTo>
                      <a:pt x="67" y="28"/>
                      <a:pt x="66" y="29"/>
                      <a:pt x="64" y="30"/>
                    </a:cubicBezTo>
                    <a:cubicBezTo>
                      <a:pt x="65" y="30"/>
                      <a:pt x="65" y="29"/>
                      <a:pt x="65" y="29"/>
                    </a:cubicBezTo>
                    <a:cubicBezTo>
                      <a:pt x="62" y="34"/>
                      <a:pt x="59" y="39"/>
                      <a:pt x="56" y="44"/>
                    </a:cubicBezTo>
                    <a:cubicBezTo>
                      <a:pt x="54" y="47"/>
                      <a:pt x="52" y="50"/>
                      <a:pt x="51" y="54"/>
                    </a:cubicBezTo>
                    <a:cubicBezTo>
                      <a:pt x="49" y="56"/>
                      <a:pt x="48" y="59"/>
                      <a:pt x="47" y="62"/>
                    </a:cubicBezTo>
                    <a:cubicBezTo>
                      <a:pt x="44" y="68"/>
                      <a:pt x="42" y="74"/>
                      <a:pt x="39" y="80"/>
                    </a:cubicBezTo>
                    <a:lnTo>
                      <a:pt x="39" y="79"/>
                    </a:lnTo>
                    <a:cubicBezTo>
                      <a:pt x="38" y="83"/>
                      <a:pt x="37" y="86"/>
                      <a:pt x="36" y="90"/>
                    </a:cubicBezTo>
                    <a:cubicBezTo>
                      <a:pt x="35" y="93"/>
                      <a:pt x="34" y="95"/>
                      <a:pt x="34" y="98"/>
                    </a:cubicBezTo>
                    <a:cubicBezTo>
                      <a:pt x="32" y="105"/>
                      <a:pt x="30" y="112"/>
                      <a:pt x="28" y="119"/>
                    </a:cubicBezTo>
                    <a:cubicBezTo>
                      <a:pt x="26" y="128"/>
                      <a:pt x="24" y="138"/>
                      <a:pt x="22" y="148"/>
                    </a:cubicBezTo>
                    <a:cubicBezTo>
                      <a:pt x="21" y="151"/>
                      <a:pt x="21" y="155"/>
                      <a:pt x="20" y="158"/>
                    </a:cubicBezTo>
                    <a:cubicBezTo>
                      <a:pt x="20" y="160"/>
                      <a:pt x="20" y="162"/>
                      <a:pt x="20" y="163"/>
                    </a:cubicBezTo>
                    <a:cubicBezTo>
                      <a:pt x="19" y="169"/>
                      <a:pt x="18" y="175"/>
                      <a:pt x="18" y="181"/>
                    </a:cubicBezTo>
                    <a:cubicBezTo>
                      <a:pt x="18" y="180"/>
                      <a:pt x="18" y="180"/>
                      <a:pt x="18" y="180"/>
                    </a:cubicBezTo>
                    <a:cubicBezTo>
                      <a:pt x="17" y="186"/>
                      <a:pt x="17" y="192"/>
                      <a:pt x="18" y="199"/>
                    </a:cubicBezTo>
                    <a:cubicBezTo>
                      <a:pt x="18" y="198"/>
                      <a:pt x="18" y="198"/>
                      <a:pt x="18" y="198"/>
                    </a:cubicBezTo>
                    <a:cubicBezTo>
                      <a:pt x="18" y="200"/>
                      <a:pt x="18" y="202"/>
                      <a:pt x="18" y="205"/>
                    </a:cubicBezTo>
                    <a:cubicBezTo>
                      <a:pt x="18" y="206"/>
                      <a:pt x="19" y="208"/>
                      <a:pt x="20" y="210"/>
                    </a:cubicBezTo>
                    <a:cubicBezTo>
                      <a:pt x="20" y="212"/>
                      <a:pt x="21" y="214"/>
                      <a:pt x="22" y="216"/>
                    </a:cubicBezTo>
                    <a:cubicBezTo>
                      <a:pt x="23" y="218"/>
                      <a:pt x="24" y="220"/>
                      <a:pt x="25" y="222"/>
                    </a:cubicBezTo>
                    <a:cubicBezTo>
                      <a:pt x="27" y="224"/>
                      <a:pt x="28" y="226"/>
                      <a:pt x="30" y="228"/>
                    </a:cubicBezTo>
                    <a:cubicBezTo>
                      <a:pt x="31" y="230"/>
                      <a:pt x="33" y="232"/>
                      <a:pt x="35" y="234"/>
                    </a:cubicBezTo>
                    <a:cubicBezTo>
                      <a:pt x="36" y="234"/>
                      <a:pt x="37" y="236"/>
                      <a:pt x="38" y="236"/>
                    </a:cubicBezTo>
                    <a:cubicBezTo>
                      <a:pt x="41" y="240"/>
                      <a:pt x="42" y="245"/>
                      <a:pt x="39" y="248"/>
                    </a:cubicBezTo>
                    <a:cubicBezTo>
                      <a:pt x="37" y="251"/>
                      <a:pt x="35" y="252"/>
                      <a:pt x="32" y="252"/>
                    </a:cubicBezTo>
                    <a:cubicBezTo>
                      <a:pt x="30" y="252"/>
                      <a:pt x="28" y="251"/>
                      <a:pt x="27" y="2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5" name="Google Shape;2875;p31"/>
              <p:cNvSpPr/>
              <p:nvPr/>
            </p:nvSpPr>
            <p:spPr>
              <a:xfrm>
                <a:off x="3840120" y="4910400"/>
                <a:ext cx="33120" cy="55800"/>
              </a:xfrm>
              <a:custGeom>
                <a:avLst/>
                <a:gdLst/>
                <a:ahLst/>
                <a:cxnLst/>
                <a:rect l="l" t="t" r="r" b="b"/>
                <a:pathLst>
                  <a:path w="92" h="155" extrusionOk="0">
                    <a:moveTo>
                      <a:pt x="68" y="53"/>
                    </a:moveTo>
                    <a:cubicBezTo>
                      <a:pt x="69" y="51"/>
                      <a:pt x="69" y="49"/>
                      <a:pt x="70" y="47"/>
                    </a:cubicBezTo>
                    <a:cubicBezTo>
                      <a:pt x="70" y="43"/>
                      <a:pt x="71" y="39"/>
                      <a:pt x="72" y="36"/>
                    </a:cubicBezTo>
                    <a:cubicBezTo>
                      <a:pt x="72" y="32"/>
                      <a:pt x="72" y="28"/>
                      <a:pt x="72" y="23"/>
                    </a:cubicBezTo>
                    <a:cubicBezTo>
                      <a:pt x="72" y="24"/>
                      <a:pt x="72" y="25"/>
                      <a:pt x="71" y="25"/>
                    </a:cubicBezTo>
                    <a:cubicBezTo>
                      <a:pt x="70" y="27"/>
                      <a:pt x="70" y="29"/>
                      <a:pt x="69" y="31"/>
                    </a:cubicBezTo>
                    <a:cubicBezTo>
                      <a:pt x="69" y="34"/>
                      <a:pt x="68" y="36"/>
                      <a:pt x="68" y="39"/>
                    </a:cubicBezTo>
                    <a:cubicBezTo>
                      <a:pt x="68" y="42"/>
                      <a:pt x="67" y="44"/>
                      <a:pt x="67" y="47"/>
                    </a:cubicBezTo>
                    <a:cubicBezTo>
                      <a:pt x="67" y="49"/>
                      <a:pt x="68" y="51"/>
                      <a:pt x="68" y="53"/>
                    </a:cubicBezTo>
                    <a:moveTo>
                      <a:pt x="20" y="134"/>
                    </a:moveTo>
                    <a:lnTo>
                      <a:pt x="21" y="134"/>
                    </a:lnTo>
                    <a:cubicBezTo>
                      <a:pt x="22" y="134"/>
                      <a:pt x="22" y="134"/>
                      <a:pt x="23" y="133"/>
                    </a:cubicBezTo>
                    <a:cubicBezTo>
                      <a:pt x="24" y="132"/>
                      <a:pt x="25" y="131"/>
                      <a:pt x="26" y="130"/>
                    </a:cubicBezTo>
                    <a:cubicBezTo>
                      <a:pt x="27" y="128"/>
                      <a:pt x="28" y="128"/>
                      <a:pt x="28" y="127"/>
                    </a:cubicBezTo>
                    <a:lnTo>
                      <a:pt x="27" y="127"/>
                    </a:lnTo>
                    <a:lnTo>
                      <a:pt x="26" y="127"/>
                    </a:lnTo>
                    <a:cubicBezTo>
                      <a:pt x="25" y="127"/>
                      <a:pt x="25" y="127"/>
                      <a:pt x="24" y="127"/>
                    </a:cubicBezTo>
                    <a:lnTo>
                      <a:pt x="24" y="128"/>
                    </a:lnTo>
                    <a:cubicBezTo>
                      <a:pt x="23" y="128"/>
                      <a:pt x="23" y="128"/>
                      <a:pt x="23" y="128"/>
                    </a:cubicBezTo>
                    <a:lnTo>
                      <a:pt x="22" y="129"/>
                    </a:lnTo>
                    <a:cubicBezTo>
                      <a:pt x="21" y="130"/>
                      <a:pt x="21" y="130"/>
                      <a:pt x="21" y="130"/>
                    </a:cubicBezTo>
                    <a:lnTo>
                      <a:pt x="21" y="131"/>
                    </a:lnTo>
                    <a:cubicBezTo>
                      <a:pt x="21" y="130"/>
                      <a:pt x="21" y="130"/>
                      <a:pt x="21" y="130"/>
                    </a:cubicBezTo>
                    <a:cubicBezTo>
                      <a:pt x="21" y="131"/>
                      <a:pt x="21" y="131"/>
                      <a:pt x="20" y="131"/>
                    </a:cubicBezTo>
                    <a:cubicBezTo>
                      <a:pt x="20" y="132"/>
                      <a:pt x="20" y="132"/>
                      <a:pt x="20" y="132"/>
                    </a:cubicBezTo>
                    <a:cubicBezTo>
                      <a:pt x="20" y="132"/>
                      <a:pt x="20" y="133"/>
                      <a:pt x="20" y="134"/>
                    </a:cubicBezTo>
                    <a:moveTo>
                      <a:pt x="14" y="153"/>
                    </a:moveTo>
                    <a:cubicBezTo>
                      <a:pt x="10" y="152"/>
                      <a:pt x="7" y="150"/>
                      <a:pt x="5" y="146"/>
                    </a:cubicBezTo>
                    <a:cubicBezTo>
                      <a:pt x="0" y="139"/>
                      <a:pt x="0" y="129"/>
                      <a:pt x="4" y="122"/>
                    </a:cubicBezTo>
                    <a:cubicBezTo>
                      <a:pt x="9" y="114"/>
                      <a:pt x="17" y="109"/>
                      <a:pt x="27" y="108"/>
                    </a:cubicBezTo>
                    <a:cubicBezTo>
                      <a:pt x="31" y="108"/>
                      <a:pt x="36" y="109"/>
                      <a:pt x="40" y="110"/>
                    </a:cubicBezTo>
                    <a:lnTo>
                      <a:pt x="41" y="110"/>
                    </a:lnTo>
                    <a:cubicBezTo>
                      <a:pt x="44" y="104"/>
                      <a:pt x="47" y="99"/>
                      <a:pt x="50" y="93"/>
                    </a:cubicBezTo>
                    <a:cubicBezTo>
                      <a:pt x="50" y="93"/>
                      <a:pt x="50" y="94"/>
                      <a:pt x="49" y="95"/>
                    </a:cubicBezTo>
                    <a:cubicBezTo>
                      <a:pt x="55" y="85"/>
                      <a:pt x="59" y="76"/>
                      <a:pt x="63" y="67"/>
                    </a:cubicBezTo>
                    <a:cubicBezTo>
                      <a:pt x="62" y="67"/>
                      <a:pt x="61" y="67"/>
                      <a:pt x="59" y="67"/>
                    </a:cubicBezTo>
                    <a:cubicBezTo>
                      <a:pt x="54" y="68"/>
                      <a:pt x="49" y="63"/>
                      <a:pt x="49" y="58"/>
                    </a:cubicBezTo>
                    <a:cubicBezTo>
                      <a:pt x="49" y="53"/>
                      <a:pt x="49" y="48"/>
                      <a:pt x="49" y="43"/>
                    </a:cubicBezTo>
                    <a:cubicBezTo>
                      <a:pt x="49" y="38"/>
                      <a:pt x="50" y="32"/>
                      <a:pt x="51" y="27"/>
                    </a:cubicBezTo>
                    <a:cubicBezTo>
                      <a:pt x="52" y="24"/>
                      <a:pt x="53" y="21"/>
                      <a:pt x="54" y="18"/>
                    </a:cubicBezTo>
                    <a:cubicBezTo>
                      <a:pt x="56" y="12"/>
                      <a:pt x="59" y="7"/>
                      <a:pt x="63" y="3"/>
                    </a:cubicBezTo>
                    <a:cubicBezTo>
                      <a:pt x="66" y="1"/>
                      <a:pt x="68" y="1"/>
                      <a:pt x="70" y="0"/>
                    </a:cubicBezTo>
                    <a:cubicBezTo>
                      <a:pt x="73" y="0"/>
                      <a:pt x="76" y="0"/>
                      <a:pt x="79" y="1"/>
                    </a:cubicBezTo>
                    <a:cubicBezTo>
                      <a:pt x="84" y="3"/>
                      <a:pt x="87" y="7"/>
                      <a:pt x="89" y="12"/>
                    </a:cubicBezTo>
                    <a:cubicBezTo>
                      <a:pt x="91" y="17"/>
                      <a:pt x="91" y="23"/>
                      <a:pt x="90" y="29"/>
                    </a:cubicBezTo>
                    <a:cubicBezTo>
                      <a:pt x="90" y="36"/>
                      <a:pt x="89" y="43"/>
                      <a:pt x="87" y="50"/>
                    </a:cubicBezTo>
                    <a:cubicBezTo>
                      <a:pt x="85" y="60"/>
                      <a:pt x="81" y="69"/>
                      <a:pt x="77" y="79"/>
                    </a:cubicBezTo>
                    <a:cubicBezTo>
                      <a:pt x="75" y="83"/>
                      <a:pt x="73" y="88"/>
                      <a:pt x="70" y="92"/>
                    </a:cubicBezTo>
                    <a:cubicBezTo>
                      <a:pt x="68" y="97"/>
                      <a:pt x="66" y="102"/>
                      <a:pt x="63" y="106"/>
                    </a:cubicBezTo>
                    <a:cubicBezTo>
                      <a:pt x="61" y="110"/>
                      <a:pt x="59" y="114"/>
                      <a:pt x="56" y="118"/>
                    </a:cubicBezTo>
                    <a:cubicBezTo>
                      <a:pt x="59" y="120"/>
                      <a:pt x="61" y="121"/>
                      <a:pt x="63" y="122"/>
                    </a:cubicBezTo>
                    <a:cubicBezTo>
                      <a:pt x="70" y="127"/>
                      <a:pt x="78" y="131"/>
                      <a:pt x="86" y="135"/>
                    </a:cubicBezTo>
                    <a:cubicBezTo>
                      <a:pt x="90" y="138"/>
                      <a:pt x="91" y="143"/>
                      <a:pt x="88" y="148"/>
                    </a:cubicBezTo>
                    <a:cubicBezTo>
                      <a:pt x="87" y="149"/>
                      <a:pt x="85" y="151"/>
                      <a:pt x="83" y="152"/>
                    </a:cubicBezTo>
                    <a:cubicBezTo>
                      <a:pt x="80" y="152"/>
                      <a:pt x="78" y="152"/>
                      <a:pt x="76" y="150"/>
                    </a:cubicBezTo>
                    <a:cubicBezTo>
                      <a:pt x="70" y="147"/>
                      <a:pt x="64" y="144"/>
                      <a:pt x="58" y="141"/>
                    </a:cubicBezTo>
                    <a:cubicBezTo>
                      <a:pt x="55" y="139"/>
                      <a:pt x="53" y="138"/>
                      <a:pt x="51" y="136"/>
                    </a:cubicBezTo>
                    <a:cubicBezTo>
                      <a:pt x="49" y="135"/>
                      <a:pt x="48" y="134"/>
                      <a:pt x="47" y="134"/>
                    </a:cubicBezTo>
                    <a:cubicBezTo>
                      <a:pt x="46" y="134"/>
                      <a:pt x="45" y="135"/>
                      <a:pt x="45" y="135"/>
                    </a:cubicBezTo>
                    <a:cubicBezTo>
                      <a:pt x="45" y="136"/>
                      <a:pt x="45" y="136"/>
                      <a:pt x="44" y="137"/>
                    </a:cubicBezTo>
                    <a:lnTo>
                      <a:pt x="45" y="136"/>
                    </a:lnTo>
                    <a:cubicBezTo>
                      <a:pt x="44" y="137"/>
                      <a:pt x="44" y="138"/>
                      <a:pt x="43" y="138"/>
                    </a:cubicBezTo>
                    <a:cubicBezTo>
                      <a:pt x="44" y="138"/>
                      <a:pt x="44" y="138"/>
                      <a:pt x="44" y="138"/>
                    </a:cubicBezTo>
                    <a:cubicBezTo>
                      <a:pt x="41" y="141"/>
                      <a:pt x="39" y="143"/>
                      <a:pt x="37" y="146"/>
                    </a:cubicBezTo>
                    <a:cubicBezTo>
                      <a:pt x="34" y="149"/>
                      <a:pt x="30" y="151"/>
                      <a:pt x="27" y="153"/>
                    </a:cubicBezTo>
                    <a:cubicBezTo>
                      <a:pt x="24" y="153"/>
                      <a:pt x="22" y="154"/>
                      <a:pt x="20" y="154"/>
                    </a:cubicBezTo>
                    <a:cubicBezTo>
                      <a:pt x="18" y="154"/>
                      <a:pt x="16" y="154"/>
                      <a:pt x="14" y="15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6" name="Google Shape;2876;p31"/>
              <p:cNvSpPr/>
              <p:nvPr/>
            </p:nvSpPr>
            <p:spPr>
              <a:xfrm>
                <a:off x="3904560" y="4920840"/>
                <a:ext cx="22680" cy="42120"/>
              </a:xfrm>
              <a:custGeom>
                <a:avLst/>
                <a:gdLst/>
                <a:ahLst/>
                <a:cxnLst/>
                <a:rect l="l" t="t" r="r" b="b"/>
                <a:pathLst>
                  <a:path w="63" h="117" extrusionOk="0">
                    <a:moveTo>
                      <a:pt x="43" y="112"/>
                    </a:moveTo>
                    <a:cubicBezTo>
                      <a:pt x="35" y="97"/>
                      <a:pt x="26" y="82"/>
                      <a:pt x="18" y="67"/>
                    </a:cubicBezTo>
                    <a:cubicBezTo>
                      <a:pt x="14" y="59"/>
                      <a:pt x="11" y="51"/>
                      <a:pt x="8" y="43"/>
                    </a:cubicBezTo>
                    <a:cubicBezTo>
                      <a:pt x="6" y="39"/>
                      <a:pt x="4" y="35"/>
                      <a:pt x="3" y="31"/>
                    </a:cubicBezTo>
                    <a:cubicBezTo>
                      <a:pt x="2" y="26"/>
                      <a:pt x="1" y="21"/>
                      <a:pt x="0" y="16"/>
                    </a:cubicBezTo>
                    <a:cubicBezTo>
                      <a:pt x="0" y="14"/>
                      <a:pt x="0" y="11"/>
                      <a:pt x="1" y="10"/>
                    </a:cubicBezTo>
                    <a:cubicBezTo>
                      <a:pt x="2" y="7"/>
                      <a:pt x="2" y="6"/>
                      <a:pt x="3" y="4"/>
                    </a:cubicBezTo>
                    <a:cubicBezTo>
                      <a:pt x="6" y="1"/>
                      <a:pt x="10" y="0"/>
                      <a:pt x="13" y="1"/>
                    </a:cubicBezTo>
                    <a:lnTo>
                      <a:pt x="14" y="1"/>
                    </a:lnTo>
                    <a:lnTo>
                      <a:pt x="13" y="1"/>
                    </a:lnTo>
                    <a:cubicBezTo>
                      <a:pt x="18" y="2"/>
                      <a:pt x="21" y="7"/>
                      <a:pt x="21" y="11"/>
                    </a:cubicBezTo>
                    <a:cubicBezTo>
                      <a:pt x="21" y="13"/>
                      <a:pt x="20" y="14"/>
                      <a:pt x="19" y="15"/>
                    </a:cubicBezTo>
                    <a:cubicBezTo>
                      <a:pt x="20" y="17"/>
                      <a:pt x="20" y="18"/>
                      <a:pt x="20" y="20"/>
                    </a:cubicBezTo>
                    <a:cubicBezTo>
                      <a:pt x="20" y="23"/>
                      <a:pt x="21" y="27"/>
                      <a:pt x="23" y="29"/>
                    </a:cubicBezTo>
                    <a:cubicBezTo>
                      <a:pt x="24" y="36"/>
                      <a:pt x="27" y="42"/>
                      <a:pt x="30" y="48"/>
                    </a:cubicBezTo>
                    <a:cubicBezTo>
                      <a:pt x="29" y="47"/>
                      <a:pt x="29" y="47"/>
                      <a:pt x="29" y="47"/>
                    </a:cubicBezTo>
                    <a:cubicBezTo>
                      <a:pt x="31" y="51"/>
                      <a:pt x="32" y="55"/>
                      <a:pt x="35" y="59"/>
                    </a:cubicBezTo>
                    <a:cubicBezTo>
                      <a:pt x="37" y="64"/>
                      <a:pt x="40" y="70"/>
                      <a:pt x="42" y="74"/>
                    </a:cubicBezTo>
                    <a:cubicBezTo>
                      <a:pt x="48" y="84"/>
                      <a:pt x="53" y="94"/>
                      <a:pt x="59" y="103"/>
                    </a:cubicBezTo>
                    <a:cubicBezTo>
                      <a:pt x="62" y="107"/>
                      <a:pt x="60" y="113"/>
                      <a:pt x="56" y="115"/>
                    </a:cubicBezTo>
                    <a:cubicBezTo>
                      <a:pt x="55" y="116"/>
                      <a:pt x="53" y="116"/>
                      <a:pt x="52" y="116"/>
                    </a:cubicBezTo>
                    <a:cubicBezTo>
                      <a:pt x="48" y="116"/>
                      <a:pt x="45" y="114"/>
                      <a:pt x="43" y="1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7" name="Google Shape;2877;p31"/>
              <p:cNvSpPr/>
              <p:nvPr/>
            </p:nvSpPr>
            <p:spPr>
              <a:xfrm>
                <a:off x="3902040" y="4926960"/>
                <a:ext cx="38160" cy="51120"/>
              </a:xfrm>
              <a:custGeom>
                <a:avLst/>
                <a:gdLst/>
                <a:ahLst/>
                <a:cxnLst/>
                <a:rect l="l" t="t" r="r" b="b"/>
                <a:pathLst>
                  <a:path w="106" h="142" extrusionOk="0">
                    <a:moveTo>
                      <a:pt x="6" y="140"/>
                    </a:moveTo>
                    <a:cubicBezTo>
                      <a:pt x="2" y="138"/>
                      <a:pt x="0" y="133"/>
                      <a:pt x="2" y="129"/>
                    </a:cubicBezTo>
                    <a:cubicBezTo>
                      <a:pt x="6" y="119"/>
                      <a:pt x="10" y="109"/>
                      <a:pt x="15" y="99"/>
                    </a:cubicBezTo>
                    <a:cubicBezTo>
                      <a:pt x="18" y="90"/>
                      <a:pt x="23" y="82"/>
                      <a:pt x="28" y="74"/>
                    </a:cubicBezTo>
                    <a:cubicBezTo>
                      <a:pt x="34" y="65"/>
                      <a:pt x="39" y="57"/>
                      <a:pt x="44" y="49"/>
                    </a:cubicBezTo>
                    <a:cubicBezTo>
                      <a:pt x="48" y="44"/>
                      <a:pt x="50" y="40"/>
                      <a:pt x="54" y="35"/>
                    </a:cubicBezTo>
                    <a:cubicBezTo>
                      <a:pt x="57" y="30"/>
                      <a:pt x="60" y="26"/>
                      <a:pt x="64" y="22"/>
                    </a:cubicBezTo>
                    <a:cubicBezTo>
                      <a:pt x="65" y="20"/>
                      <a:pt x="67" y="18"/>
                      <a:pt x="69" y="16"/>
                    </a:cubicBezTo>
                    <a:cubicBezTo>
                      <a:pt x="72" y="13"/>
                      <a:pt x="75" y="10"/>
                      <a:pt x="78" y="7"/>
                    </a:cubicBezTo>
                    <a:cubicBezTo>
                      <a:pt x="82" y="4"/>
                      <a:pt x="85" y="1"/>
                      <a:pt x="89" y="1"/>
                    </a:cubicBezTo>
                    <a:cubicBezTo>
                      <a:pt x="92" y="0"/>
                      <a:pt x="94" y="0"/>
                      <a:pt x="97" y="1"/>
                    </a:cubicBezTo>
                    <a:cubicBezTo>
                      <a:pt x="102" y="3"/>
                      <a:pt x="105" y="8"/>
                      <a:pt x="103" y="13"/>
                    </a:cubicBezTo>
                    <a:cubicBezTo>
                      <a:pt x="102" y="18"/>
                      <a:pt x="97" y="21"/>
                      <a:pt x="92" y="20"/>
                    </a:cubicBezTo>
                    <a:cubicBezTo>
                      <a:pt x="91" y="21"/>
                      <a:pt x="91" y="21"/>
                      <a:pt x="90" y="22"/>
                    </a:cubicBezTo>
                    <a:cubicBezTo>
                      <a:pt x="87" y="24"/>
                      <a:pt x="84" y="27"/>
                      <a:pt x="81" y="30"/>
                    </a:cubicBezTo>
                    <a:cubicBezTo>
                      <a:pt x="77" y="35"/>
                      <a:pt x="73" y="40"/>
                      <a:pt x="69" y="45"/>
                    </a:cubicBezTo>
                    <a:lnTo>
                      <a:pt x="69" y="44"/>
                    </a:lnTo>
                    <a:cubicBezTo>
                      <a:pt x="66" y="49"/>
                      <a:pt x="62" y="54"/>
                      <a:pt x="59" y="58"/>
                    </a:cubicBezTo>
                    <a:cubicBezTo>
                      <a:pt x="56" y="63"/>
                      <a:pt x="53" y="67"/>
                      <a:pt x="50" y="71"/>
                    </a:cubicBezTo>
                    <a:cubicBezTo>
                      <a:pt x="45" y="79"/>
                      <a:pt x="40" y="87"/>
                      <a:pt x="35" y="95"/>
                    </a:cubicBezTo>
                    <a:cubicBezTo>
                      <a:pt x="34" y="99"/>
                      <a:pt x="32" y="102"/>
                      <a:pt x="31" y="105"/>
                    </a:cubicBezTo>
                    <a:cubicBezTo>
                      <a:pt x="29" y="108"/>
                      <a:pt x="28" y="111"/>
                      <a:pt x="26" y="114"/>
                    </a:cubicBezTo>
                    <a:cubicBezTo>
                      <a:pt x="23" y="121"/>
                      <a:pt x="20" y="129"/>
                      <a:pt x="17" y="136"/>
                    </a:cubicBezTo>
                    <a:cubicBezTo>
                      <a:pt x="16" y="139"/>
                      <a:pt x="13" y="141"/>
                      <a:pt x="9" y="141"/>
                    </a:cubicBezTo>
                    <a:cubicBezTo>
                      <a:pt x="8" y="141"/>
                      <a:pt x="7" y="141"/>
                      <a:pt x="6" y="1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8" name="Google Shape;2878;p31"/>
              <p:cNvSpPr/>
              <p:nvPr/>
            </p:nvSpPr>
            <p:spPr>
              <a:xfrm>
                <a:off x="3948120" y="4943520"/>
                <a:ext cx="50040" cy="13320"/>
              </a:xfrm>
              <a:custGeom>
                <a:avLst/>
                <a:gdLst/>
                <a:ahLst/>
                <a:cxnLst/>
                <a:rect l="l" t="t" r="r" b="b"/>
                <a:pathLst>
                  <a:path w="139" h="37" extrusionOk="0">
                    <a:moveTo>
                      <a:pt x="6" y="35"/>
                    </a:moveTo>
                    <a:cubicBezTo>
                      <a:pt x="4" y="33"/>
                      <a:pt x="1" y="31"/>
                      <a:pt x="1" y="28"/>
                    </a:cubicBezTo>
                    <a:cubicBezTo>
                      <a:pt x="0" y="24"/>
                      <a:pt x="2" y="19"/>
                      <a:pt x="5" y="18"/>
                    </a:cubicBezTo>
                    <a:cubicBezTo>
                      <a:pt x="10" y="15"/>
                      <a:pt x="15" y="14"/>
                      <a:pt x="21" y="13"/>
                    </a:cubicBezTo>
                    <a:cubicBezTo>
                      <a:pt x="23" y="12"/>
                      <a:pt x="26" y="12"/>
                      <a:pt x="28" y="11"/>
                    </a:cubicBezTo>
                    <a:cubicBezTo>
                      <a:pt x="33" y="11"/>
                      <a:pt x="37" y="10"/>
                      <a:pt x="42" y="9"/>
                    </a:cubicBezTo>
                    <a:cubicBezTo>
                      <a:pt x="51" y="8"/>
                      <a:pt x="61" y="7"/>
                      <a:pt x="69" y="5"/>
                    </a:cubicBezTo>
                    <a:cubicBezTo>
                      <a:pt x="89" y="4"/>
                      <a:pt x="109" y="1"/>
                      <a:pt x="128" y="0"/>
                    </a:cubicBezTo>
                    <a:cubicBezTo>
                      <a:pt x="132" y="0"/>
                      <a:pt x="136" y="3"/>
                      <a:pt x="137" y="7"/>
                    </a:cubicBezTo>
                    <a:cubicBezTo>
                      <a:pt x="138" y="12"/>
                      <a:pt x="134" y="16"/>
                      <a:pt x="130" y="17"/>
                    </a:cubicBezTo>
                    <a:cubicBezTo>
                      <a:pt x="117" y="18"/>
                      <a:pt x="104" y="19"/>
                      <a:pt x="91" y="21"/>
                    </a:cubicBezTo>
                    <a:cubicBezTo>
                      <a:pt x="85" y="21"/>
                      <a:pt x="78" y="22"/>
                      <a:pt x="71" y="23"/>
                    </a:cubicBezTo>
                    <a:cubicBezTo>
                      <a:pt x="65" y="24"/>
                      <a:pt x="60" y="25"/>
                      <a:pt x="54" y="25"/>
                    </a:cubicBezTo>
                    <a:cubicBezTo>
                      <a:pt x="42" y="28"/>
                      <a:pt x="30" y="29"/>
                      <a:pt x="19" y="33"/>
                    </a:cubicBezTo>
                    <a:cubicBezTo>
                      <a:pt x="18" y="33"/>
                      <a:pt x="16" y="33"/>
                      <a:pt x="15" y="34"/>
                    </a:cubicBezTo>
                    <a:cubicBezTo>
                      <a:pt x="14" y="35"/>
                      <a:pt x="12" y="36"/>
                      <a:pt x="10" y="36"/>
                    </a:cubicBezTo>
                    <a:cubicBezTo>
                      <a:pt x="9" y="36"/>
                      <a:pt x="7" y="35"/>
                      <a:pt x="6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9" name="Google Shape;2879;p31"/>
              <p:cNvSpPr/>
              <p:nvPr/>
            </p:nvSpPr>
            <p:spPr>
              <a:xfrm>
                <a:off x="4006800" y="4908960"/>
                <a:ext cx="24480" cy="67680"/>
              </a:xfrm>
              <a:custGeom>
                <a:avLst/>
                <a:gdLst/>
                <a:ahLst/>
                <a:cxnLst/>
                <a:rect l="l" t="t" r="r" b="b"/>
                <a:pathLst>
                  <a:path w="68" h="188" extrusionOk="0">
                    <a:moveTo>
                      <a:pt x="7" y="186"/>
                    </a:moveTo>
                    <a:cubicBezTo>
                      <a:pt x="3" y="184"/>
                      <a:pt x="0" y="179"/>
                      <a:pt x="1" y="174"/>
                    </a:cubicBezTo>
                    <a:cubicBezTo>
                      <a:pt x="7" y="155"/>
                      <a:pt x="13" y="135"/>
                      <a:pt x="18" y="115"/>
                    </a:cubicBezTo>
                    <a:cubicBezTo>
                      <a:pt x="24" y="97"/>
                      <a:pt x="28" y="78"/>
                      <a:pt x="33" y="60"/>
                    </a:cubicBezTo>
                    <a:cubicBezTo>
                      <a:pt x="35" y="50"/>
                      <a:pt x="38" y="41"/>
                      <a:pt x="40" y="32"/>
                    </a:cubicBezTo>
                    <a:cubicBezTo>
                      <a:pt x="42" y="24"/>
                      <a:pt x="45" y="16"/>
                      <a:pt x="46" y="9"/>
                    </a:cubicBezTo>
                    <a:cubicBezTo>
                      <a:pt x="47" y="3"/>
                      <a:pt x="53" y="0"/>
                      <a:pt x="59" y="1"/>
                    </a:cubicBezTo>
                    <a:cubicBezTo>
                      <a:pt x="64" y="2"/>
                      <a:pt x="67" y="9"/>
                      <a:pt x="65" y="14"/>
                    </a:cubicBezTo>
                    <a:cubicBezTo>
                      <a:pt x="59" y="32"/>
                      <a:pt x="54" y="51"/>
                      <a:pt x="49" y="69"/>
                    </a:cubicBezTo>
                    <a:cubicBezTo>
                      <a:pt x="43" y="89"/>
                      <a:pt x="39" y="108"/>
                      <a:pt x="34" y="127"/>
                    </a:cubicBezTo>
                    <a:cubicBezTo>
                      <a:pt x="28" y="145"/>
                      <a:pt x="24" y="162"/>
                      <a:pt x="19" y="180"/>
                    </a:cubicBezTo>
                    <a:cubicBezTo>
                      <a:pt x="18" y="184"/>
                      <a:pt x="14" y="187"/>
                      <a:pt x="10" y="187"/>
                    </a:cubicBezTo>
                    <a:cubicBezTo>
                      <a:pt x="9" y="187"/>
                      <a:pt x="8" y="186"/>
                      <a:pt x="7" y="1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0" name="Google Shape;2880;p31"/>
              <p:cNvSpPr/>
              <p:nvPr/>
            </p:nvSpPr>
            <p:spPr>
              <a:xfrm>
                <a:off x="4023360" y="4921920"/>
                <a:ext cx="18360" cy="47880"/>
              </a:xfrm>
              <a:custGeom>
                <a:avLst/>
                <a:gdLst/>
                <a:ahLst/>
                <a:cxnLst/>
                <a:rect l="l" t="t" r="r" b="b"/>
                <a:pathLst>
                  <a:path w="51" h="133" extrusionOk="0">
                    <a:moveTo>
                      <a:pt x="8" y="132"/>
                    </a:moveTo>
                    <a:cubicBezTo>
                      <a:pt x="5" y="131"/>
                      <a:pt x="4" y="130"/>
                      <a:pt x="2" y="128"/>
                    </a:cubicBezTo>
                    <a:cubicBezTo>
                      <a:pt x="0" y="125"/>
                      <a:pt x="0" y="123"/>
                      <a:pt x="1" y="120"/>
                    </a:cubicBezTo>
                    <a:cubicBezTo>
                      <a:pt x="1" y="119"/>
                      <a:pt x="1" y="118"/>
                      <a:pt x="1" y="117"/>
                    </a:cubicBezTo>
                    <a:lnTo>
                      <a:pt x="1" y="116"/>
                    </a:lnTo>
                    <a:lnTo>
                      <a:pt x="2" y="116"/>
                    </a:lnTo>
                    <a:lnTo>
                      <a:pt x="1" y="116"/>
                    </a:lnTo>
                    <a:cubicBezTo>
                      <a:pt x="5" y="99"/>
                      <a:pt x="9" y="82"/>
                      <a:pt x="12" y="65"/>
                    </a:cubicBezTo>
                    <a:cubicBezTo>
                      <a:pt x="14" y="57"/>
                      <a:pt x="16" y="50"/>
                      <a:pt x="18" y="42"/>
                    </a:cubicBezTo>
                    <a:cubicBezTo>
                      <a:pt x="19" y="36"/>
                      <a:pt x="21" y="30"/>
                      <a:pt x="22" y="24"/>
                    </a:cubicBezTo>
                    <a:cubicBezTo>
                      <a:pt x="24" y="18"/>
                      <a:pt x="26" y="14"/>
                      <a:pt x="29" y="9"/>
                    </a:cubicBezTo>
                    <a:cubicBezTo>
                      <a:pt x="30" y="6"/>
                      <a:pt x="32" y="4"/>
                      <a:pt x="35" y="2"/>
                    </a:cubicBezTo>
                    <a:lnTo>
                      <a:pt x="36" y="1"/>
                    </a:lnTo>
                    <a:cubicBezTo>
                      <a:pt x="41" y="0"/>
                      <a:pt x="47" y="3"/>
                      <a:pt x="49" y="8"/>
                    </a:cubicBezTo>
                    <a:cubicBezTo>
                      <a:pt x="50" y="12"/>
                      <a:pt x="48" y="17"/>
                      <a:pt x="45" y="18"/>
                    </a:cubicBezTo>
                    <a:cubicBezTo>
                      <a:pt x="44" y="19"/>
                      <a:pt x="44" y="20"/>
                      <a:pt x="43" y="21"/>
                    </a:cubicBezTo>
                    <a:cubicBezTo>
                      <a:pt x="43" y="23"/>
                      <a:pt x="42" y="25"/>
                      <a:pt x="41" y="26"/>
                    </a:cubicBezTo>
                    <a:cubicBezTo>
                      <a:pt x="38" y="35"/>
                      <a:pt x="36" y="43"/>
                      <a:pt x="34" y="51"/>
                    </a:cubicBezTo>
                    <a:cubicBezTo>
                      <a:pt x="28" y="75"/>
                      <a:pt x="23" y="100"/>
                      <a:pt x="19" y="124"/>
                    </a:cubicBezTo>
                    <a:cubicBezTo>
                      <a:pt x="18" y="128"/>
                      <a:pt x="14" y="132"/>
                      <a:pt x="9" y="132"/>
                    </a:cubicBezTo>
                    <a:lnTo>
                      <a:pt x="8" y="13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1" name="Google Shape;2881;p31"/>
              <p:cNvSpPr/>
              <p:nvPr/>
            </p:nvSpPr>
            <p:spPr>
              <a:xfrm>
                <a:off x="3996360" y="4901760"/>
                <a:ext cx="82800" cy="24120"/>
              </a:xfrm>
              <a:custGeom>
                <a:avLst/>
                <a:gdLst/>
                <a:ahLst/>
                <a:cxnLst/>
                <a:rect l="l" t="t" r="r" b="b"/>
                <a:pathLst>
                  <a:path w="230" h="67" extrusionOk="0">
                    <a:moveTo>
                      <a:pt x="9" y="65"/>
                    </a:moveTo>
                    <a:cubicBezTo>
                      <a:pt x="6" y="63"/>
                      <a:pt x="2" y="60"/>
                      <a:pt x="1" y="57"/>
                    </a:cubicBezTo>
                    <a:cubicBezTo>
                      <a:pt x="0" y="52"/>
                      <a:pt x="1" y="46"/>
                      <a:pt x="4" y="42"/>
                    </a:cubicBezTo>
                    <a:cubicBezTo>
                      <a:pt x="12" y="32"/>
                      <a:pt x="23" y="28"/>
                      <a:pt x="35" y="24"/>
                    </a:cubicBezTo>
                    <a:cubicBezTo>
                      <a:pt x="43" y="20"/>
                      <a:pt x="53" y="18"/>
                      <a:pt x="62" y="16"/>
                    </a:cubicBezTo>
                    <a:cubicBezTo>
                      <a:pt x="68" y="15"/>
                      <a:pt x="75" y="14"/>
                      <a:pt x="81" y="12"/>
                    </a:cubicBezTo>
                    <a:cubicBezTo>
                      <a:pt x="85" y="11"/>
                      <a:pt x="89" y="11"/>
                      <a:pt x="92" y="10"/>
                    </a:cubicBezTo>
                    <a:cubicBezTo>
                      <a:pt x="96" y="10"/>
                      <a:pt x="99" y="9"/>
                      <a:pt x="102" y="9"/>
                    </a:cubicBezTo>
                    <a:cubicBezTo>
                      <a:pt x="104" y="8"/>
                      <a:pt x="106" y="8"/>
                      <a:pt x="107" y="8"/>
                    </a:cubicBezTo>
                    <a:cubicBezTo>
                      <a:pt x="112" y="8"/>
                      <a:pt x="118" y="7"/>
                      <a:pt x="123" y="7"/>
                    </a:cubicBezTo>
                    <a:cubicBezTo>
                      <a:pt x="128" y="6"/>
                      <a:pt x="132" y="6"/>
                      <a:pt x="137" y="6"/>
                    </a:cubicBezTo>
                    <a:cubicBezTo>
                      <a:pt x="164" y="4"/>
                      <a:pt x="192" y="1"/>
                      <a:pt x="220" y="0"/>
                    </a:cubicBezTo>
                    <a:cubicBezTo>
                      <a:pt x="224" y="0"/>
                      <a:pt x="228" y="3"/>
                      <a:pt x="229" y="7"/>
                    </a:cubicBezTo>
                    <a:cubicBezTo>
                      <a:pt x="229" y="11"/>
                      <a:pt x="226" y="16"/>
                      <a:pt x="222" y="16"/>
                    </a:cubicBezTo>
                    <a:cubicBezTo>
                      <a:pt x="200" y="17"/>
                      <a:pt x="178" y="19"/>
                      <a:pt x="157" y="21"/>
                    </a:cubicBezTo>
                    <a:cubicBezTo>
                      <a:pt x="148" y="21"/>
                      <a:pt x="138" y="22"/>
                      <a:pt x="128" y="23"/>
                    </a:cubicBezTo>
                    <a:cubicBezTo>
                      <a:pt x="122" y="24"/>
                      <a:pt x="116" y="24"/>
                      <a:pt x="110" y="25"/>
                    </a:cubicBezTo>
                    <a:cubicBezTo>
                      <a:pt x="106" y="25"/>
                      <a:pt x="101" y="27"/>
                      <a:pt x="97" y="27"/>
                    </a:cubicBezTo>
                    <a:cubicBezTo>
                      <a:pt x="93" y="28"/>
                      <a:pt x="90" y="28"/>
                      <a:pt x="87" y="29"/>
                    </a:cubicBezTo>
                    <a:cubicBezTo>
                      <a:pt x="82" y="30"/>
                      <a:pt x="77" y="31"/>
                      <a:pt x="72" y="32"/>
                    </a:cubicBezTo>
                    <a:cubicBezTo>
                      <a:pt x="69" y="32"/>
                      <a:pt x="67" y="33"/>
                      <a:pt x="64" y="34"/>
                    </a:cubicBezTo>
                    <a:cubicBezTo>
                      <a:pt x="59" y="35"/>
                      <a:pt x="54" y="36"/>
                      <a:pt x="49" y="38"/>
                    </a:cubicBezTo>
                    <a:cubicBezTo>
                      <a:pt x="50" y="38"/>
                      <a:pt x="50" y="38"/>
                      <a:pt x="50" y="37"/>
                    </a:cubicBezTo>
                    <a:cubicBezTo>
                      <a:pt x="44" y="39"/>
                      <a:pt x="39" y="41"/>
                      <a:pt x="33" y="43"/>
                    </a:cubicBezTo>
                    <a:cubicBezTo>
                      <a:pt x="30" y="45"/>
                      <a:pt x="28" y="46"/>
                      <a:pt x="26" y="48"/>
                    </a:cubicBezTo>
                    <a:cubicBezTo>
                      <a:pt x="25" y="48"/>
                      <a:pt x="24" y="49"/>
                      <a:pt x="23" y="49"/>
                    </a:cubicBezTo>
                    <a:cubicBezTo>
                      <a:pt x="22" y="50"/>
                      <a:pt x="22" y="50"/>
                      <a:pt x="21" y="51"/>
                    </a:cubicBezTo>
                    <a:cubicBezTo>
                      <a:pt x="23" y="53"/>
                      <a:pt x="23" y="56"/>
                      <a:pt x="22" y="59"/>
                    </a:cubicBezTo>
                    <a:cubicBezTo>
                      <a:pt x="21" y="63"/>
                      <a:pt x="17" y="66"/>
                      <a:pt x="13" y="66"/>
                    </a:cubicBezTo>
                    <a:cubicBezTo>
                      <a:pt x="12" y="66"/>
                      <a:pt x="10" y="66"/>
                      <a:pt x="9" y="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2" name="Google Shape;2882;p31"/>
              <p:cNvSpPr/>
              <p:nvPr/>
            </p:nvSpPr>
            <p:spPr>
              <a:xfrm>
                <a:off x="4047840" y="4898880"/>
                <a:ext cx="47160" cy="102960"/>
              </a:xfrm>
              <a:custGeom>
                <a:avLst/>
                <a:gdLst/>
                <a:ahLst/>
                <a:cxnLst/>
                <a:rect l="l" t="t" r="r" b="b"/>
                <a:pathLst>
                  <a:path w="131" h="286" extrusionOk="0">
                    <a:moveTo>
                      <a:pt x="7" y="284"/>
                    </a:moveTo>
                    <a:cubicBezTo>
                      <a:pt x="2" y="283"/>
                      <a:pt x="0" y="277"/>
                      <a:pt x="2" y="272"/>
                    </a:cubicBezTo>
                    <a:cubicBezTo>
                      <a:pt x="10" y="253"/>
                      <a:pt x="18" y="234"/>
                      <a:pt x="25" y="215"/>
                    </a:cubicBezTo>
                    <a:cubicBezTo>
                      <a:pt x="32" y="198"/>
                      <a:pt x="39" y="182"/>
                      <a:pt x="46" y="166"/>
                    </a:cubicBezTo>
                    <a:cubicBezTo>
                      <a:pt x="62" y="128"/>
                      <a:pt x="76" y="92"/>
                      <a:pt x="92" y="54"/>
                    </a:cubicBezTo>
                    <a:cubicBezTo>
                      <a:pt x="96" y="43"/>
                      <a:pt x="101" y="31"/>
                      <a:pt x="106" y="19"/>
                    </a:cubicBezTo>
                    <a:lnTo>
                      <a:pt x="105" y="20"/>
                    </a:lnTo>
                    <a:cubicBezTo>
                      <a:pt x="107" y="16"/>
                      <a:pt x="108" y="12"/>
                      <a:pt x="109" y="8"/>
                    </a:cubicBezTo>
                    <a:cubicBezTo>
                      <a:pt x="111" y="3"/>
                      <a:pt x="116" y="0"/>
                      <a:pt x="122" y="1"/>
                    </a:cubicBezTo>
                    <a:cubicBezTo>
                      <a:pt x="126" y="3"/>
                      <a:pt x="130" y="8"/>
                      <a:pt x="128" y="13"/>
                    </a:cubicBezTo>
                    <a:cubicBezTo>
                      <a:pt x="124" y="22"/>
                      <a:pt x="121" y="31"/>
                      <a:pt x="117" y="40"/>
                    </a:cubicBezTo>
                    <a:cubicBezTo>
                      <a:pt x="113" y="49"/>
                      <a:pt x="110" y="57"/>
                      <a:pt x="106" y="66"/>
                    </a:cubicBezTo>
                    <a:cubicBezTo>
                      <a:pt x="98" y="83"/>
                      <a:pt x="91" y="101"/>
                      <a:pt x="83" y="118"/>
                    </a:cubicBezTo>
                    <a:cubicBezTo>
                      <a:pt x="68" y="154"/>
                      <a:pt x="53" y="189"/>
                      <a:pt x="39" y="226"/>
                    </a:cubicBezTo>
                    <a:cubicBezTo>
                      <a:pt x="35" y="234"/>
                      <a:pt x="32" y="242"/>
                      <a:pt x="29" y="250"/>
                    </a:cubicBezTo>
                    <a:lnTo>
                      <a:pt x="29" y="249"/>
                    </a:lnTo>
                    <a:cubicBezTo>
                      <a:pt x="26" y="259"/>
                      <a:pt x="22" y="269"/>
                      <a:pt x="19" y="278"/>
                    </a:cubicBezTo>
                    <a:cubicBezTo>
                      <a:pt x="17" y="282"/>
                      <a:pt x="14" y="285"/>
                      <a:pt x="10" y="285"/>
                    </a:cubicBezTo>
                    <a:cubicBezTo>
                      <a:pt x="9" y="285"/>
                      <a:pt x="8" y="284"/>
                      <a:pt x="7" y="28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3" name="Google Shape;2883;p31"/>
              <p:cNvSpPr/>
              <p:nvPr/>
            </p:nvSpPr>
            <p:spPr>
              <a:xfrm>
                <a:off x="4077000" y="4926240"/>
                <a:ext cx="29520" cy="51840"/>
              </a:xfrm>
              <a:custGeom>
                <a:avLst/>
                <a:gdLst/>
                <a:ahLst/>
                <a:cxnLst/>
                <a:rect l="l" t="t" r="r" b="b"/>
                <a:pathLst>
                  <a:path w="82" h="144" extrusionOk="0">
                    <a:moveTo>
                      <a:pt x="24" y="138"/>
                    </a:moveTo>
                    <a:cubicBezTo>
                      <a:pt x="21" y="133"/>
                      <a:pt x="23" y="127"/>
                      <a:pt x="28" y="125"/>
                    </a:cubicBezTo>
                    <a:cubicBezTo>
                      <a:pt x="28" y="125"/>
                      <a:pt x="29" y="124"/>
                      <a:pt x="30" y="123"/>
                    </a:cubicBezTo>
                    <a:cubicBezTo>
                      <a:pt x="35" y="120"/>
                      <a:pt x="39" y="117"/>
                      <a:pt x="43" y="114"/>
                    </a:cubicBezTo>
                    <a:cubicBezTo>
                      <a:pt x="45" y="112"/>
                      <a:pt x="47" y="111"/>
                      <a:pt x="49" y="109"/>
                    </a:cubicBezTo>
                    <a:cubicBezTo>
                      <a:pt x="50" y="107"/>
                      <a:pt x="52" y="105"/>
                      <a:pt x="53" y="103"/>
                    </a:cubicBezTo>
                    <a:cubicBezTo>
                      <a:pt x="55" y="101"/>
                      <a:pt x="56" y="99"/>
                      <a:pt x="57" y="98"/>
                    </a:cubicBezTo>
                    <a:cubicBezTo>
                      <a:pt x="57" y="97"/>
                      <a:pt x="58" y="95"/>
                      <a:pt x="59" y="94"/>
                    </a:cubicBezTo>
                    <a:lnTo>
                      <a:pt x="59" y="93"/>
                    </a:lnTo>
                    <a:cubicBezTo>
                      <a:pt x="59" y="92"/>
                      <a:pt x="59" y="91"/>
                      <a:pt x="59" y="90"/>
                    </a:cubicBezTo>
                    <a:cubicBezTo>
                      <a:pt x="59" y="90"/>
                      <a:pt x="59" y="89"/>
                      <a:pt x="59" y="88"/>
                    </a:cubicBezTo>
                    <a:lnTo>
                      <a:pt x="59" y="89"/>
                    </a:lnTo>
                    <a:cubicBezTo>
                      <a:pt x="59" y="90"/>
                      <a:pt x="59" y="90"/>
                      <a:pt x="59" y="90"/>
                    </a:cubicBezTo>
                    <a:lnTo>
                      <a:pt x="59" y="89"/>
                    </a:lnTo>
                    <a:lnTo>
                      <a:pt x="59" y="88"/>
                    </a:lnTo>
                    <a:cubicBezTo>
                      <a:pt x="59" y="89"/>
                      <a:pt x="59" y="89"/>
                      <a:pt x="59" y="89"/>
                    </a:cubicBezTo>
                    <a:cubicBezTo>
                      <a:pt x="59" y="88"/>
                      <a:pt x="59" y="87"/>
                      <a:pt x="59" y="87"/>
                    </a:cubicBezTo>
                    <a:cubicBezTo>
                      <a:pt x="59" y="86"/>
                      <a:pt x="59" y="86"/>
                      <a:pt x="59" y="85"/>
                    </a:cubicBezTo>
                    <a:lnTo>
                      <a:pt x="59" y="84"/>
                    </a:lnTo>
                    <a:cubicBezTo>
                      <a:pt x="58" y="84"/>
                      <a:pt x="58" y="83"/>
                      <a:pt x="58" y="83"/>
                    </a:cubicBezTo>
                    <a:cubicBezTo>
                      <a:pt x="57" y="83"/>
                      <a:pt x="57" y="82"/>
                      <a:pt x="57" y="81"/>
                    </a:cubicBezTo>
                    <a:cubicBezTo>
                      <a:pt x="56" y="81"/>
                      <a:pt x="56" y="81"/>
                      <a:pt x="56" y="80"/>
                    </a:cubicBezTo>
                    <a:lnTo>
                      <a:pt x="55" y="80"/>
                    </a:lnTo>
                    <a:lnTo>
                      <a:pt x="55" y="79"/>
                    </a:lnTo>
                    <a:cubicBezTo>
                      <a:pt x="53" y="79"/>
                      <a:pt x="53" y="78"/>
                      <a:pt x="52" y="77"/>
                    </a:cubicBezTo>
                    <a:cubicBezTo>
                      <a:pt x="51" y="77"/>
                      <a:pt x="50" y="77"/>
                      <a:pt x="49" y="77"/>
                    </a:cubicBezTo>
                    <a:cubicBezTo>
                      <a:pt x="48" y="76"/>
                      <a:pt x="47" y="76"/>
                      <a:pt x="46" y="76"/>
                    </a:cubicBezTo>
                    <a:cubicBezTo>
                      <a:pt x="44" y="75"/>
                      <a:pt x="43" y="75"/>
                      <a:pt x="42" y="75"/>
                    </a:cubicBezTo>
                    <a:cubicBezTo>
                      <a:pt x="39" y="74"/>
                      <a:pt x="35" y="75"/>
                      <a:pt x="32" y="74"/>
                    </a:cubicBezTo>
                    <a:cubicBezTo>
                      <a:pt x="28" y="73"/>
                      <a:pt x="25" y="69"/>
                      <a:pt x="25" y="63"/>
                    </a:cubicBezTo>
                    <a:cubicBezTo>
                      <a:pt x="25" y="60"/>
                      <a:pt x="27" y="56"/>
                      <a:pt x="29" y="53"/>
                    </a:cubicBezTo>
                    <a:cubicBezTo>
                      <a:pt x="31" y="52"/>
                      <a:pt x="31" y="50"/>
                      <a:pt x="32" y="48"/>
                    </a:cubicBezTo>
                    <a:cubicBezTo>
                      <a:pt x="34" y="45"/>
                      <a:pt x="36" y="41"/>
                      <a:pt x="38" y="38"/>
                    </a:cubicBezTo>
                    <a:cubicBezTo>
                      <a:pt x="38" y="37"/>
                      <a:pt x="38" y="36"/>
                      <a:pt x="38" y="35"/>
                    </a:cubicBezTo>
                    <a:cubicBezTo>
                      <a:pt x="39" y="34"/>
                      <a:pt x="39" y="32"/>
                      <a:pt x="39" y="31"/>
                    </a:cubicBezTo>
                    <a:cubicBezTo>
                      <a:pt x="39" y="30"/>
                      <a:pt x="39" y="29"/>
                      <a:pt x="39" y="27"/>
                    </a:cubicBezTo>
                    <a:lnTo>
                      <a:pt x="39" y="26"/>
                    </a:lnTo>
                    <a:cubicBezTo>
                      <a:pt x="39" y="25"/>
                      <a:pt x="39" y="25"/>
                      <a:pt x="39" y="25"/>
                    </a:cubicBezTo>
                    <a:cubicBezTo>
                      <a:pt x="39" y="24"/>
                      <a:pt x="38" y="24"/>
                      <a:pt x="38" y="24"/>
                    </a:cubicBezTo>
                    <a:lnTo>
                      <a:pt x="39" y="24"/>
                    </a:lnTo>
                    <a:lnTo>
                      <a:pt x="38" y="24"/>
                    </a:lnTo>
                    <a:lnTo>
                      <a:pt x="39" y="24"/>
                    </a:lnTo>
                    <a:cubicBezTo>
                      <a:pt x="39" y="25"/>
                      <a:pt x="39" y="25"/>
                      <a:pt x="39" y="25"/>
                    </a:cubicBezTo>
                    <a:lnTo>
                      <a:pt x="38" y="24"/>
                    </a:lnTo>
                    <a:lnTo>
                      <a:pt x="38" y="23"/>
                    </a:lnTo>
                    <a:cubicBezTo>
                      <a:pt x="38" y="23"/>
                      <a:pt x="37" y="22"/>
                      <a:pt x="36" y="21"/>
                    </a:cubicBezTo>
                    <a:lnTo>
                      <a:pt x="37" y="22"/>
                    </a:lnTo>
                    <a:cubicBezTo>
                      <a:pt x="36" y="22"/>
                      <a:pt x="36" y="21"/>
                      <a:pt x="36" y="21"/>
                    </a:cubicBezTo>
                    <a:cubicBezTo>
                      <a:pt x="35" y="21"/>
                      <a:pt x="35" y="21"/>
                      <a:pt x="35" y="20"/>
                    </a:cubicBezTo>
                    <a:lnTo>
                      <a:pt x="34" y="20"/>
                    </a:lnTo>
                    <a:cubicBezTo>
                      <a:pt x="33" y="20"/>
                      <a:pt x="33" y="20"/>
                      <a:pt x="33" y="20"/>
                    </a:cubicBezTo>
                    <a:cubicBezTo>
                      <a:pt x="32" y="21"/>
                      <a:pt x="31" y="21"/>
                      <a:pt x="30" y="21"/>
                    </a:cubicBezTo>
                    <a:cubicBezTo>
                      <a:pt x="29" y="22"/>
                      <a:pt x="28" y="22"/>
                      <a:pt x="27" y="23"/>
                    </a:cubicBezTo>
                    <a:lnTo>
                      <a:pt x="26" y="24"/>
                    </a:lnTo>
                    <a:cubicBezTo>
                      <a:pt x="25" y="24"/>
                      <a:pt x="24" y="25"/>
                      <a:pt x="23" y="26"/>
                    </a:cubicBezTo>
                    <a:cubicBezTo>
                      <a:pt x="23" y="27"/>
                      <a:pt x="22" y="27"/>
                      <a:pt x="22" y="27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1" y="28"/>
                      <a:pt x="21" y="28"/>
                      <a:pt x="21" y="29"/>
                    </a:cubicBezTo>
                    <a:cubicBezTo>
                      <a:pt x="21" y="30"/>
                      <a:pt x="21" y="30"/>
                      <a:pt x="21" y="30"/>
                    </a:cubicBezTo>
                    <a:lnTo>
                      <a:pt x="21" y="31"/>
                    </a:lnTo>
                    <a:cubicBezTo>
                      <a:pt x="20" y="36"/>
                      <a:pt x="14" y="39"/>
                      <a:pt x="9" y="38"/>
                    </a:cubicBezTo>
                    <a:cubicBezTo>
                      <a:pt x="4" y="36"/>
                      <a:pt x="0" y="30"/>
                      <a:pt x="3" y="25"/>
                    </a:cubicBezTo>
                    <a:lnTo>
                      <a:pt x="3" y="24"/>
                    </a:lnTo>
                    <a:cubicBezTo>
                      <a:pt x="3" y="23"/>
                      <a:pt x="4" y="21"/>
                      <a:pt x="4" y="20"/>
                    </a:cubicBezTo>
                    <a:cubicBezTo>
                      <a:pt x="6" y="17"/>
                      <a:pt x="8" y="15"/>
                      <a:pt x="10" y="13"/>
                    </a:cubicBezTo>
                    <a:cubicBezTo>
                      <a:pt x="14" y="8"/>
                      <a:pt x="20" y="5"/>
                      <a:pt x="25" y="3"/>
                    </a:cubicBezTo>
                    <a:cubicBezTo>
                      <a:pt x="31" y="0"/>
                      <a:pt x="38" y="0"/>
                      <a:pt x="43" y="3"/>
                    </a:cubicBezTo>
                    <a:cubicBezTo>
                      <a:pt x="49" y="6"/>
                      <a:pt x="53" y="12"/>
                      <a:pt x="56" y="17"/>
                    </a:cubicBezTo>
                    <a:cubicBezTo>
                      <a:pt x="58" y="24"/>
                      <a:pt x="58" y="30"/>
                      <a:pt x="57" y="37"/>
                    </a:cubicBezTo>
                    <a:cubicBezTo>
                      <a:pt x="56" y="42"/>
                      <a:pt x="53" y="47"/>
                      <a:pt x="51" y="52"/>
                    </a:cubicBezTo>
                    <a:cubicBezTo>
                      <a:pt x="50" y="54"/>
                      <a:pt x="50" y="56"/>
                      <a:pt x="49" y="57"/>
                    </a:cubicBezTo>
                    <a:cubicBezTo>
                      <a:pt x="49" y="58"/>
                      <a:pt x="50" y="58"/>
                      <a:pt x="50" y="58"/>
                    </a:cubicBezTo>
                    <a:cubicBezTo>
                      <a:pt x="57" y="59"/>
                      <a:pt x="63" y="62"/>
                      <a:pt x="68" y="66"/>
                    </a:cubicBezTo>
                    <a:cubicBezTo>
                      <a:pt x="78" y="75"/>
                      <a:pt x="81" y="90"/>
                      <a:pt x="75" y="102"/>
                    </a:cubicBezTo>
                    <a:cubicBezTo>
                      <a:pt x="73" y="108"/>
                      <a:pt x="69" y="114"/>
                      <a:pt x="64" y="119"/>
                    </a:cubicBezTo>
                    <a:cubicBezTo>
                      <a:pt x="61" y="123"/>
                      <a:pt x="57" y="127"/>
                      <a:pt x="52" y="130"/>
                    </a:cubicBezTo>
                    <a:cubicBezTo>
                      <a:pt x="48" y="134"/>
                      <a:pt x="42" y="139"/>
                      <a:pt x="36" y="142"/>
                    </a:cubicBezTo>
                    <a:cubicBezTo>
                      <a:pt x="35" y="143"/>
                      <a:pt x="34" y="143"/>
                      <a:pt x="32" y="143"/>
                    </a:cubicBezTo>
                    <a:cubicBezTo>
                      <a:pt x="29" y="143"/>
                      <a:pt x="25" y="141"/>
                      <a:pt x="24" y="1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4" name="Google Shape;2884;p31"/>
              <p:cNvSpPr/>
              <p:nvPr/>
            </p:nvSpPr>
            <p:spPr>
              <a:xfrm>
                <a:off x="4115160" y="4883040"/>
                <a:ext cx="22680" cy="127800"/>
              </a:xfrm>
              <a:custGeom>
                <a:avLst/>
                <a:gdLst/>
                <a:ahLst/>
                <a:cxnLst/>
                <a:rect l="l" t="t" r="r" b="b"/>
                <a:pathLst>
                  <a:path w="63" h="355" extrusionOk="0">
                    <a:moveTo>
                      <a:pt x="4" y="352"/>
                    </a:moveTo>
                    <a:cubicBezTo>
                      <a:pt x="0" y="349"/>
                      <a:pt x="0" y="343"/>
                      <a:pt x="3" y="339"/>
                    </a:cubicBezTo>
                    <a:cubicBezTo>
                      <a:pt x="4" y="338"/>
                      <a:pt x="5" y="337"/>
                      <a:pt x="6" y="335"/>
                    </a:cubicBezTo>
                    <a:cubicBezTo>
                      <a:pt x="6" y="334"/>
                      <a:pt x="7" y="334"/>
                      <a:pt x="7" y="333"/>
                    </a:cubicBezTo>
                    <a:lnTo>
                      <a:pt x="8" y="333"/>
                    </a:lnTo>
                    <a:cubicBezTo>
                      <a:pt x="8" y="332"/>
                      <a:pt x="8" y="332"/>
                      <a:pt x="8" y="332"/>
                    </a:cubicBezTo>
                    <a:cubicBezTo>
                      <a:pt x="8" y="332"/>
                      <a:pt x="9" y="332"/>
                      <a:pt x="9" y="331"/>
                    </a:cubicBezTo>
                    <a:cubicBezTo>
                      <a:pt x="13" y="324"/>
                      <a:pt x="17" y="318"/>
                      <a:pt x="21" y="311"/>
                    </a:cubicBezTo>
                    <a:cubicBezTo>
                      <a:pt x="24" y="306"/>
                      <a:pt x="26" y="300"/>
                      <a:pt x="28" y="295"/>
                    </a:cubicBezTo>
                    <a:cubicBezTo>
                      <a:pt x="31" y="289"/>
                      <a:pt x="32" y="283"/>
                      <a:pt x="34" y="277"/>
                    </a:cubicBezTo>
                    <a:cubicBezTo>
                      <a:pt x="35" y="271"/>
                      <a:pt x="36" y="266"/>
                      <a:pt x="37" y="260"/>
                    </a:cubicBezTo>
                    <a:cubicBezTo>
                      <a:pt x="38" y="256"/>
                      <a:pt x="39" y="250"/>
                      <a:pt x="40" y="246"/>
                    </a:cubicBezTo>
                    <a:cubicBezTo>
                      <a:pt x="41" y="242"/>
                      <a:pt x="41" y="238"/>
                      <a:pt x="42" y="233"/>
                    </a:cubicBezTo>
                    <a:cubicBezTo>
                      <a:pt x="42" y="228"/>
                      <a:pt x="43" y="222"/>
                      <a:pt x="44" y="217"/>
                    </a:cubicBezTo>
                    <a:cubicBezTo>
                      <a:pt x="44" y="213"/>
                      <a:pt x="44" y="208"/>
                      <a:pt x="44" y="205"/>
                    </a:cubicBezTo>
                    <a:cubicBezTo>
                      <a:pt x="44" y="201"/>
                      <a:pt x="45" y="197"/>
                      <a:pt x="45" y="192"/>
                    </a:cubicBezTo>
                    <a:cubicBezTo>
                      <a:pt x="45" y="183"/>
                      <a:pt x="45" y="175"/>
                      <a:pt x="45" y="166"/>
                    </a:cubicBezTo>
                    <a:cubicBezTo>
                      <a:pt x="45" y="161"/>
                      <a:pt x="44" y="157"/>
                      <a:pt x="44" y="151"/>
                    </a:cubicBezTo>
                    <a:cubicBezTo>
                      <a:pt x="44" y="148"/>
                      <a:pt x="44" y="144"/>
                      <a:pt x="44" y="140"/>
                    </a:cubicBezTo>
                    <a:cubicBezTo>
                      <a:pt x="42" y="130"/>
                      <a:pt x="42" y="120"/>
                      <a:pt x="41" y="110"/>
                    </a:cubicBezTo>
                    <a:cubicBezTo>
                      <a:pt x="38" y="90"/>
                      <a:pt x="35" y="70"/>
                      <a:pt x="33" y="49"/>
                    </a:cubicBezTo>
                    <a:cubicBezTo>
                      <a:pt x="33" y="45"/>
                      <a:pt x="32" y="40"/>
                      <a:pt x="31" y="35"/>
                    </a:cubicBezTo>
                    <a:cubicBezTo>
                      <a:pt x="31" y="30"/>
                      <a:pt x="31" y="24"/>
                      <a:pt x="31" y="17"/>
                    </a:cubicBezTo>
                    <a:cubicBezTo>
                      <a:pt x="31" y="13"/>
                      <a:pt x="33" y="9"/>
                      <a:pt x="35" y="5"/>
                    </a:cubicBezTo>
                    <a:cubicBezTo>
                      <a:pt x="38" y="2"/>
                      <a:pt x="41" y="0"/>
                      <a:pt x="46" y="0"/>
                    </a:cubicBezTo>
                    <a:cubicBezTo>
                      <a:pt x="51" y="0"/>
                      <a:pt x="56" y="3"/>
                      <a:pt x="56" y="9"/>
                    </a:cubicBezTo>
                    <a:cubicBezTo>
                      <a:pt x="56" y="13"/>
                      <a:pt x="54" y="17"/>
                      <a:pt x="50" y="19"/>
                    </a:cubicBezTo>
                    <a:cubicBezTo>
                      <a:pt x="50" y="20"/>
                      <a:pt x="50" y="20"/>
                      <a:pt x="50" y="21"/>
                    </a:cubicBezTo>
                    <a:cubicBezTo>
                      <a:pt x="49" y="25"/>
                      <a:pt x="49" y="29"/>
                      <a:pt x="50" y="33"/>
                    </a:cubicBezTo>
                    <a:cubicBezTo>
                      <a:pt x="51" y="45"/>
                      <a:pt x="52" y="57"/>
                      <a:pt x="53" y="69"/>
                    </a:cubicBezTo>
                    <a:cubicBezTo>
                      <a:pt x="54" y="79"/>
                      <a:pt x="55" y="89"/>
                      <a:pt x="56" y="99"/>
                    </a:cubicBezTo>
                    <a:cubicBezTo>
                      <a:pt x="58" y="109"/>
                      <a:pt x="59" y="120"/>
                      <a:pt x="59" y="130"/>
                    </a:cubicBezTo>
                    <a:cubicBezTo>
                      <a:pt x="61" y="141"/>
                      <a:pt x="61" y="151"/>
                      <a:pt x="61" y="161"/>
                    </a:cubicBezTo>
                    <a:cubicBezTo>
                      <a:pt x="62" y="172"/>
                      <a:pt x="62" y="182"/>
                      <a:pt x="61" y="192"/>
                    </a:cubicBezTo>
                    <a:cubicBezTo>
                      <a:pt x="61" y="196"/>
                      <a:pt x="61" y="200"/>
                      <a:pt x="61" y="204"/>
                    </a:cubicBezTo>
                    <a:cubicBezTo>
                      <a:pt x="61" y="209"/>
                      <a:pt x="61" y="214"/>
                      <a:pt x="60" y="219"/>
                    </a:cubicBezTo>
                    <a:cubicBezTo>
                      <a:pt x="59" y="229"/>
                      <a:pt x="58" y="238"/>
                      <a:pt x="56" y="248"/>
                    </a:cubicBezTo>
                    <a:cubicBezTo>
                      <a:pt x="56" y="253"/>
                      <a:pt x="55" y="258"/>
                      <a:pt x="54" y="263"/>
                    </a:cubicBezTo>
                    <a:cubicBezTo>
                      <a:pt x="53" y="268"/>
                      <a:pt x="52" y="274"/>
                      <a:pt x="51" y="280"/>
                    </a:cubicBezTo>
                    <a:cubicBezTo>
                      <a:pt x="49" y="284"/>
                      <a:pt x="48" y="288"/>
                      <a:pt x="47" y="292"/>
                    </a:cubicBezTo>
                    <a:cubicBezTo>
                      <a:pt x="45" y="298"/>
                      <a:pt x="44" y="303"/>
                      <a:pt x="41" y="309"/>
                    </a:cubicBezTo>
                    <a:cubicBezTo>
                      <a:pt x="38" y="315"/>
                      <a:pt x="35" y="321"/>
                      <a:pt x="32" y="327"/>
                    </a:cubicBezTo>
                    <a:cubicBezTo>
                      <a:pt x="28" y="335"/>
                      <a:pt x="23" y="344"/>
                      <a:pt x="17" y="351"/>
                    </a:cubicBezTo>
                    <a:cubicBezTo>
                      <a:pt x="16" y="353"/>
                      <a:pt x="13" y="354"/>
                      <a:pt x="10" y="354"/>
                    </a:cubicBezTo>
                    <a:cubicBezTo>
                      <a:pt x="8" y="354"/>
                      <a:pt x="6" y="354"/>
                      <a:pt x="4" y="3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5" name="Google Shape;2885;p31"/>
              <p:cNvSpPr/>
              <p:nvPr/>
            </p:nvSpPr>
            <p:spPr>
              <a:xfrm>
                <a:off x="4160880" y="4941000"/>
                <a:ext cx="2736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76" h="28" extrusionOk="0">
                    <a:moveTo>
                      <a:pt x="17" y="26"/>
                    </a:moveTo>
                    <a:cubicBezTo>
                      <a:pt x="11" y="25"/>
                      <a:pt x="4" y="24"/>
                      <a:pt x="2" y="18"/>
                    </a:cubicBezTo>
                    <a:cubicBezTo>
                      <a:pt x="0" y="12"/>
                      <a:pt x="3" y="7"/>
                      <a:pt x="7" y="5"/>
                    </a:cubicBezTo>
                    <a:cubicBezTo>
                      <a:pt x="9" y="5"/>
                      <a:pt x="10" y="4"/>
                      <a:pt x="12" y="4"/>
                    </a:cubicBezTo>
                    <a:cubicBezTo>
                      <a:pt x="15" y="4"/>
                      <a:pt x="17" y="5"/>
                      <a:pt x="19" y="7"/>
                    </a:cubicBezTo>
                    <a:cubicBezTo>
                      <a:pt x="21" y="8"/>
                      <a:pt x="24" y="8"/>
                      <a:pt x="27" y="8"/>
                    </a:cubicBezTo>
                    <a:lnTo>
                      <a:pt x="28" y="8"/>
                    </a:lnTo>
                    <a:lnTo>
                      <a:pt x="27" y="8"/>
                    </a:lnTo>
                    <a:cubicBezTo>
                      <a:pt x="29" y="8"/>
                      <a:pt x="31" y="9"/>
                      <a:pt x="33" y="8"/>
                    </a:cubicBezTo>
                    <a:cubicBezTo>
                      <a:pt x="35" y="8"/>
                      <a:pt x="37" y="8"/>
                      <a:pt x="39" y="8"/>
                    </a:cubicBezTo>
                    <a:cubicBezTo>
                      <a:pt x="43" y="7"/>
                      <a:pt x="47" y="6"/>
                      <a:pt x="51" y="5"/>
                    </a:cubicBezTo>
                    <a:cubicBezTo>
                      <a:pt x="55" y="4"/>
                      <a:pt x="58" y="3"/>
                      <a:pt x="62" y="1"/>
                    </a:cubicBezTo>
                    <a:cubicBezTo>
                      <a:pt x="66" y="0"/>
                      <a:pt x="71" y="2"/>
                      <a:pt x="73" y="7"/>
                    </a:cubicBezTo>
                    <a:cubicBezTo>
                      <a:pt x="75" y="11"/>
                      <a:pt x="73" y="17"/>
                      <a:pt x="68" y="18"/>
                    </a:cubicBezTo>
                    <a:cubicBezTo>
                      <a:pt x="59" y="22"/>
                      <a:pt x="50" y="25"/>
                      <a:pt x="41" y="26"/>
                    </a:cubicBezTo>
                    <a:cubicBezTo>
                      <a:pt x="38" y="27"/>
                      <a:pt x="34" y="27"/>
                      <a:pt x="31" y="27"/>
                    </a:cubicBezTo>
                    <a:cubicBezTo>
                      <a:pt x="27" y="27"/>
                      <a:pt x="22" y="27"/>
                      <a:pt x="17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6" name="Google Shape;2886;p31"/>
              <p:cNvSpPr/>
              <p:nvPr/>
            </p:nvSpPr>
            <p:spPr>
              <a:xfrm>
                <a:off x="4172040" y="4919400"/>
                <a:ext cx="11880" cy="45000"/>
              </a:xfrm>
              <a:custGeom>
                <a:avLst/>
                <a:gdLst/>
                <a:ahLst/>
                <a:cxnLst/>
                <a:rect l="l" t="t" r="r" b="b"/>
                <a:pathLst>
                  <a:path w="33" h="125" extrusionOk="0">
                    <a:moveTo>
                      <a:pt x="9" y="124"/>
                    </a:moveTo>
                    <a:cubicBezTo>
                      <a:pt x="4" y="124"/>
                      <a:pt x="0" y="120"/>
                      <a:pt x="0" y="115"/>
                    </a:cubicBezTo>
                    <a:cubicBezTo>
                      <a:pt x="0" y="106"/>
                      <a:pt x="0" y="96"/>
                      <a:pt x="0" y="87"/>
                    </a:cubicBezTo>
                    <a:cubicBezTo>
                      <a:pt x="0" y="78"/>
                      <a:pt x="1" y="69"/>
                      <a:pt x="1" y="60"/>
                    </a:cubicBezTo>
                    <a:cubicBezTo>
                      <a:pt x="3" y="42"/>
                      <a:pt x="5" y="24"/>
                      <a:pt x="12" y="7"/>
                    </a:cubicBezTo>
                    <a:cubicBezTo>
                      <a:pt x="14" y="3"/>
                      <a:pt x="18" y="0"/>
                      <a:pt x="24" y="1"/>
                    </a:cubicBezTo>
                    <a:cubicBezTo>
                      <a:pt x="29" y="3"/>
                      <a:pt x="32" y="9"/>
                      <a:pt x="29" y="14"/>
                    </a:cubicBezTo>
                    <a:cubicBezTo>
                      <a:pt x="29" y="15"/>
                      <a:pt x="29" y="15"/>
                      <a:pt x="29" y="16"/>
                    </a:cubicBezTo>
                    <a:cubicBezTo>
                      <a:pt x="28" y="20"/>
                      <a:pt x="26" y="24"/>
                      <a:pt x="25" y="28"/>
                    </a:cubicBezTo>
                    <a:cubicBezTo>
                      <a:pt x="25" y="31"/>
                      <a:pt x="24" y="33"/>
                      <a:pt x="23" y="36"/>
                    </a:cubicBezTo>
                    <a:cubicBezTo>
                      <a:pt x="22" y="39"/>
                      <a:pt x="22" y="42"/>
                      <a:pt x="22" y="46"/>
                    </a:cubicBezTo>
                    <a:cubicBezTo>
                      <a:pt x="21" y="51"/>
                      <a:pt x="20" y="57"/>
                      <a:pt x="19" y="63"/>
                    </a:cubicBezTo>
                    <a:cubicBezTo>
                      <a:pt x="19" y="71"/>
                      <a:pt x="18" y="79"/>
                      <a:pt x="18" y="88"/>
                    </a:cubicBezTo>
                    <a:cubicBezTo>
                      <a:pt x="18" y="97"/>
                      <a:pt x="18" y="106"/>
                      <a:pt x="18" y="116"/>
                    </a:cubicBezTo>
                    <a:cubicBezTo>
                      <a:pt x="18" y="120"/>
                      <a:pt x="14" y="124"/>
                      <a:pt x="9" y="1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7" name="Google Shape;2887;p31"/>
              <p:cNvSpPr/>
              <p:nvPr/>
            </p:nvSpPr>
            <p:spPr>
              <a:xfrm>
                <a:off x="4203720" y="4896720"/>
                <a:ext cx="30240" cy="78480"/>
              </a:xfrm>
              <a:custGeom>
                <a:avLst/>
                <a:gdLst/>
                <a:ahLst/>
                <a:cxnLst/>
                <a:rect l="l" t="t" r="r" b="b"/>
                <a:pathLst>
                  <a:path w="84" h="218" extrusionOk="0">
                    <a:moveTo>
                      <a:pt x="21" y="217"/>
                    </a:moveTo>
                    <a:cubicBezTo>
                      <a:pt x="19" y="217"/>
                      <a:pt x="16" y="216"/>
                      <a:pt x="14" y="214"/>
                    </a:cubicBezTo>
                    <a:cubicBezTo>
                      <a:pt x="13" y="212"/>
                      <a:pt x="12" y="209"/>
                      <a:pt x="12" y="206"/>
                    </a:cubicBezTo>
                    <a:cubicBezTo>
                      <a:pt x="14" y="191"/>
                      <a:pt x="16" y="176"/>
                      <a:pt x="18" y="162"/>
                    </a:cubicBezTo>
                    <a:cubicBezTo>
                      <a:pt x="19" y="154"/>
                      <a:pt x="20" y="147"/>
                      <a:pt x="22" y="139"/>
                    </a:cubicBezTo>
                    <a:cubicBezTo>
                      <a:pt x="23" y="133"/>
                      <a:pt x="24" y="126"/>
                      <a:pt x="26" y="119"/>
                    </a:cubicBezTo>
                    <a:cubicBezTo>
                      <a:pt x="25" y="120"/>
                      <a:pt x="25" y="120"/>
                      <a:pt x="25" y="120"/>
                    </a:cubicBezTo>
                    <a:cubicBezTo>
                      <a:pt x="25" y="119"/>
                      <a:pt x="26" y="119"/>
                      <a:pt x="26" y="118"/>
                    </a:cubicBezTo>
                    <a:cubicBezTo>
                      <a:pt x="26" y="118"/>
                      <a:pt x="26" y="117"/>
                      <a:pt x="27" y="117"/>
                    </a:cubicBezTo>
                    <a:lnTo>
                      <a:pt x="26" y="117"/>
                    </a:lnTo>
                    <a:cubicBezTo>
                      <a:pt x="27" y="117"/>
                      <a:pt x="27" y="117"/>
                      <a:pt x="27" y="117"/>
                    </a:cubicBezTo>
                    <a:cubicBezTo>
                      <a:pt x="27" y="116"/>
                      <a:pt x="27" y="116"/>
                      <a:pt x="27" y="116"/>
                    </a:cubicBezTo>
                    <a:cubicBezTo>
                      <a:pt x="27" y="114"/>
                      <a:pt x="27" y="112"/>
                      <a:pt x="28" y="110"/>
                    </a:cubicBezTo>
                    <a:cubicBezTo>
                      <a:pt x="28" y="111"/>
                      <a:pt x="28" y="111"/>
                      <a:pt x="28" y="111"/>
                    </a:cubicBezTo>
                    <a:lnTo>
                      <a:pt x="28" y="110"/>
                    </a:lnTo>
                    <a:cubicBezTo>
                      <a:pt x="27" y="112"/>
                      <a:pt x="26" y="113"/>
                      <a:pt x="25" y="114"/>
                    </a:cubicBezTo>
                    <a:cubicBezTo>
                      <a:pt x="25" y="115"/>
                      <a:pt x="24" y="117"/>
                      <a:pt x="23" y="119"/>
                    </a:cubicBezTo>
                    <a:cubicBezTo>
                      <a:pt x="22" y="120"/>
                      <a:pt x="21" y="121"/>
                      <a:pt x="21" y="122"/>
                    </a:cubicBezTo>
                    <a:cubicBezTo>
                      <a:pt x="21" y="121"/>
                      <a:pt x="21" y="121"/>
                      <a:pt x="21" y="121"/>
                    </a:cubicBezTo>
                    <a:cubicBezTo>
                      <a:pt x="21" y="122"/>
                      <a:pt x="21" y="123"/>
                      <a:pt x="20" y="124"/>
                    </a:cubicBezTo>
                    <a:cubicBezTo>
                      <a:pt x="18" y="128"/>
                      <a:pt x="12" y="131"/>
                      <a:pt x="7" y="128"/>
                    </a:cubicBezTo>
                    <a:cubicBezTo>
                      <a:pt x="3" y="126"/>
                      <a:pt x="0" y="120"/>
                      <a:pt x="3" y="116"/>
                    </a:cubicBezTo>
                    <a:cubicBezTo>
                      <a:pt x="6" y="109"/>
                      <a:pt x="10" y="103"/>
                      <a:pt x="14" y="97"/>
                    </a:cubicBezTo>
                    <a:lnTo>
                      <a:pt x="14" y="98"/>
                    </a:lnTo>
                    <a:cubicBezTo>
                      <a:pt x="16" y="95"/>
                      <a:pt x="17" y="93"/>
                      <a:pt x="19" y="91"/>
                    </a:cubicBezTo>
                    <a:cubicBezTo>
                      <a:pt x="19" y="91"/>
                      <a:pt x="18" y="91"/>
                      <a:pt x="18" y="92"/>
                    </a:cubicBezTo>
                    <a:cubicBezTo>
                      <a:pt x="27" y="80"/>
                      <a:pt x="36" y="67"/>
                      <a:pt x="43" y="54"/>
                    </a:cubicBezTo>
                    <a:cubicBezTo>
                      <a:pt x="45" y="48"/>
                      <a:pt x="48" y="41"/>
                      <a:pt x="50" y="35"/>
                    </a:cubicBezTo>
                    <a:cubicBezTo>
                      <a:pt x="51" y="31"/>
                      <a:pt x="53" y="27"/>
                      <a:pt x="54" y="24"/>
                    </a:cubicBezTo>
                    <a:cubicBezTo>
                      <a:pt x="55" y="21"/>
                      <a:pt x="56" y="18"/>
                      <a:pt x="57" y="16"/>
                    </a:cubicBezTo>
                    <a:cubicBezTo>
                      <a:pt x="58" y="14"/>
                      <a:pt x="59" y="11"/>
                      <a:pt x="60" y="9"/>
                    </a:cubicBezTo>
                    <a:cubicBezTo>
                      <a:pt x="62" y="7"/>
                      <a:pt x="63" y="6"/>
                      <a:pt x="64" y="4"/>
                    </a:cubicBezTo>
                    <a:cubicBezTo>
                      <a:pt x="67" y="0"/>
                      <a:pt x="72" y="0"/>
                      <a:pt x="76" y="2"/>
                    </a:cubicBezTo>
                    <a:cubicBezTo>
                      <a:pt x="78" y="2"/>
                      <a:pt x="80" y="3"/>
                      <a:pt x="81" y="5"/>
                    </a:cubicBezTo>
                    <a:cubicBezTo>
                      <a:pt x="83" y="7"/>
                      <a:pt x="83" y="10"/>
                      <a:pt x="83" y="12"/>
                    </a:cubicBezTo>
                    <a:cubicBezTo>
                      <a:pt x="83" y="15"/>
                      <a:pt x="81" y="18"/>
                      <a:pt x="81" y="20"/>
                    </a:cubicBezTo>
                    <a:cubicBezTo>
                      <a:pt x="80" y="21"/>
                      <a:pt x="80" y="22"/>
                      <a:pt x="79" y="24"/>
                    </a:cubicBezTo>
                    <a:cubicBezTo>
                      <a:pt x="77" y="28"/>
                      <a:pt x="75" y="33"/>
                      <a:pt x="73" y="38"/>
                    </a:cubicBezTo>
                    <a:cubicBezTo>
                      <a:pt x="69" y="46"/>
                      <a:pt x="64" y="55"/>
                      <a:pt x="59" y="63"/>
                    </a:cubicBezTo>
                    <a:cubicBezTo>
                      <a:pt x="59" y="64"/>
                      <a:pt x="59" y="64"/>
                      <a:pt x="58" y="66"/>
                    </a:cubicBezTo>
                    <a:cubicBezTo>
                      <a:pt x="57" y="70"/>
                      <a:pt x="55" y="74"/>
                      <a:pt x="54" y="79"/>
                    </a:cubicBezTo>
                    <a:cubicBezTo>
                      <a:pt x="53" y="82"/>
                      <a:pt x="52" y="86"/>
                      <a:pt x="51" y="89"/>
                    </a:cubicBezTo>
                    <a:cubicBezTo>
                      <a:pt x="50" y="95"/>
                      <a:pt x="48" y="99"/>
                      <a:pt x="47" y="105"/>
                    </a:cubicBezTo>
                    <a:lnTo>
                      <a:pt x="47" y="104"/>
                    </a:lnTo>
                    <a:cubicBezTo>
                      <a:pt x="46" y="109"/>
                      <a:pt x="45" y="114"/>
                      <a:pt x="43" y="120"/>
                    </a:cubicBezTo>
                    <a:lnTo>
                      <a:pt x="43" y="119"/>
                    </a:lnTo>
                    <a:cubicBezTo>
                      <a:pt x="43" y="120"/>
                      <a:pt x="43" y="121"/>
                      <a:pt x="43" y="123"/>
                    </a:cubicBezTo>
                    <a:lnTo>
                      <a:pt x="42" y="123"/>
                    </a:lnTo>
                    <a:lnTo>
                      <a:pt x="43" y="123"/>
                    </a:lnTo>
                    <a:cubicBezTo>
                      <a:pt x="42" y="123"/>
                      <a:pt x="42" y="123"/>
                      <a:pt x="42" y="123"/>
                    </a:cubicBezTo>
                    <a:lnTo>
                      <a:pt x="42" y="124"/>
                    </a:lnTo>
                    <a:lnTo>
                      <a:pt x="42" y="123"/>
                    </a:lnTo>
                    <a:cubicBezTo>
                      <a:pt x="42" y="124"/>
                      <a:pt x="42" y="124"/>
                      <a:pt x="42" y="124"/>
                    </a:cubicBezTo>
                    <a:lnTo>
                      <a:pt x="42" y="123"/>
                    </a:lnTo>
                    <a:cubicBezTo>
                      <a:pt x="40" y="135"/>
                      <a:pt x="38" y="147"/>
                      <a:pt x="37" y="159"/>
                    </a:cubicBezTo>
                    <a:cubicBezTo>
                      <a:pt x="35" y="172"/>
                      <a:pt x="33" y="184"/>
                      <a:pt x="32" y="197"/>
                    </a:cubicBezTo>
                    <a:lnTo>
                      <a:pt x="32" y="198"/>
                    </a:lnTo>
                    <a:cubicBezTo>
                      <a:pt x="32" y="201"/>
                      <a:pt x="31" y="204"/>
                      <a:pt x="31" y="208"/>
                    </a:cubicBezTo>
                    <a:cubicBezTo>
                      <a:pt x="31" y="213"/>
                      <a:pt x="27" y="217"/>
                      <a:pt x="21" y="2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8" name="Google Shape;2888;p31"/>
              <p:cNvSpPr/>
              <p:nvPr/>
            </p:nvSpPr>
            <p:spPr>
              <a:xfrm>
                <a:off x="3567600" y="4994640"/>
                <a:ext cx="77076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2141" h="33" extrusionOk="0">
                    <a:moveTo>
                      <a:pt x="10" y="32"/>
                    </a:moveTo>
                    <a:lnTo>
                      <a:pt x="9" y="32"/>
                    </a:lnTo>
                    <a:cubicBezTo>
                      <a:pt x="4" y="32"/>
                      <a:pt x="0" y="28"/>
                      <a:pt x="0" y="23"/>
                    </a:cubicBezTo>
                    <a:cubicBezTo>
                      <a:pt x="0" y="18"/>
                      <a:pt x="5" y="14"/>
                      <a:pt x="10" y="14"/>
                    </a:cubicBezTo>
                    <a:cubicBezTo>
                      <a:pt x="18" y="14"/>
                      <a:pt x="26" y="14"/>
                      <a:pt x="34" y="14"/>
                    </a:cubicBezTo>
                    <a:cubicBezTo>
                      <a:pt x="46" y="14"/>
                      <a:pt x="56" y="14"/>
                      <a:pt x="67" y="14"/>
                    </a:cubicBezTo>
                    <a:cubicBezTo>
                      <a:pt x="90" y="14"/>
                      <a:pt x="113" y="14"/>
                      <a:pt x="136" y="14"/>
                    </a:cubicBezTo>
                    <a:cubicBezTo>
                      <a:pt x="180" y="13"/>
                      <a:pt x="224" y="13"/>
                      <a:pt x="268" y="13"/>
                    </a:cubicBezTo>
                    <a:cubicBezTo>
                      <a:pt x="357" y="13"/>
                      <a:pt x="446" y="11"/>
                      <a:pt x="534" y="11"/>
                    </a:cubicBezTo>
                    <a:cubicBezTo>
                      <a:pt x="579" y="11"/>
                      <a:pt x="624" y="11"/>
                      <a:pt x="668" y="10"/>
                    </a:cubicBezTo>
                    <a:cubicBezTo>
                      <a:pt x="713" y="10"/>
                      <a:pt x="759" y="10"/>
                      <a:pt x="804" y="10"/>
                    </a:cubicBezTo>
                    <a:cubicBezTo>
                      <a:pt x="894" y="10"/>
                      <a:pt x="985" y="9"/>
                      <a:pt x="1075" y="8"/>
                    </a:cubicBezTo>
                    <a:cubicBezTo>
                      <a:pt x="1166" y="8"/>
                      <a:pt x="1256" y="7"/>
                      <a:pt x="1347" y="6"/>
                    </a:cubicBezTo>
                    <a:cubicBezTo>
                      <a:pt x="1436" y="6"/>
                      <a:pt x="1527" y="6"/>
                      <a:pt x="1617" y="5"/>
                    </a:cubicBezTo>
                    <a:cubicBezTo>
                      <a:pt x="1662" y="4"/>
                      <a:pt x="1708" y="4"/>
                      <a:pt x="1753" y="4"/>
                    </a:cubicBezTo>
                    <a:cubicBezTo>
                      <a:pt x="1799" y="3"/>
                      <a:pt x="1845" y="3"/>
                      <a:pt x="1890" y="3"/>
                    </a:cubicBezTo>
                    <a:cubicBezTo>
                      <a:pt x="1933" y="2"/>
                      <a:pt x="1977" y="2"/>
                      <a:pt x="2020" y="2"/>
                    </a:cubicBezTo>
                    <a:cubicBezTo>
                      <a:pt x="2030" y="1"/>
                      <a:pt x="2040" y="1"/>
                      <a:pt x="2050" y="0"/>
                    </a:cubicBezTo>
                    <a:cubicBezTo>
                      <a:pt x="2059" y="0"/>
                      <a:pt x="2068" y="0"/>
                      <a:pt x="2077" y="0"/>
                    </a:cubicBezTo>
                    <a:cubicBezTo>
                      <a:pt x="2095" y="0"/>
                      <a:pt x="2112" y="0"/>
                      <a:pt x="2130" y="0"/>
                    </a:cubicBezTo>
                    <a:cubicBezTo>
                      <a:pt x="2136" y="0"/>
                      <a:pt x="2140" y="5"/>
                      <a:pt x="2140" y="10"/>
                    </a:cubicBezTo>
                    <a:cubicBezTo>
                      <a:pt x="2140" y="16"/>
                      <a:pt x="2135" y="20"/>
                      <a:pt x="2130" y="20"/>
                    </a:cubicBezTo>
                    <a:cubicBezTo>
                      <a:pt x="2112" y="20"/>
                      <a:pt x="2094" y="20"/>
                      <a:pt x="2076" y="20"/>
                    </a:cubicBezTo>
                    <a:cubicBezTo>
                      <a:pt x="2067" y="20"/>
                      <a:pt x="2058" y="20"/>
                      <a:pt x="2049" y="20"/>
                    </a:cubicBezTo>
                    <a:cubicBezTo>
                      <a:pt x="2039" y="20"/>
                      <a:pt x="2029" y="20"/>
                      <a:pt x="2019" y="20"/>
                    </a:cubicBezTo>
                    <a:cubicBezTo>
                      <a:pt x="1975" y="20"/>
                      <a:pt x="1930" y="20"/>
                      <a:pt x="1886" y="20"/>
                    </a:cubicBezTo>
                    <a:cubicBezTo>
                      <a:pt x="1841" y="20"/>
                      <a:pt x="1795" y="20"/>
                      <a:pt x="1750" y="21"/>
                    </a:cubicBezTo>
                    <a:cubicBezTo>
                      <a:pt x="1705" y="21"/>
                      <a:pt x="1659" y="21"/>
                      <a:pt x="1614" y="21"/>
                    </a:cubicBezTo>
                    <a:cubicBezTo>
                      <a:pt x="1524" y="22"/>
                      <a:pt x="1433" y="23"/>
                      <a:pt x="1342" y="23"/>
                    </a:cubicBezTo>
                    <a:cubicBezTo>
                      <a:pt x="1297" y="23"/>
                      <a:pt x="1252" y="24"/>
                      <a:pt x="1207" y="24"/>
                    </a:cubicBezTo>
                    <a:cubicBezTo>
                      <a:pt x="1162" y="24"/>
                      <a:pt x="1118" y="24"/>
                      <a:pt x="1073" y="25"/>
                    </a:cubicBezTo>
                    <a:cubicBezTo>
                      <a:pt x="983" y="25"/>
                      <a:pt x="893" y="26"/>
                      <a:pt x="803" y="27"/>
                    </a:cubicBezTo>
                    <a:cubicBezTo>
                      <a:pt x="757" y="27"/>
                      <a:pt x="712" y="27"/>
                      <a:pt x="667" y="28"/>
                    </a:cubicBezTo>
                    <a:cubicBezTo>
                      <a:pt x="622" y="28"/>
                      <a:pt x="578" y="28"/>
                      <a:pt x="533" y="28"/>
                    </a:cubicBezTo>
                    <a:cubicBezTo>
                      <a:pt x="489" y="29"/>
                      <a:pt x="444" y="29"/>
                      <a:pt x="400" y="30"/>
                    </a:cubicBezTo>
                    <a:cubicBezTo>
                      <a:pt x="354" y="30"/>
                      <a:pt x="309" y="30"/>
                      <a:pt x="263" y="30"/>
                    </a:cubicBezTo>
                    <a:cubicBezTo>
                      <a:pt x="221" y="31"/>
                      <a:pt x="179" y="31"/>
                      <a:pt x="137" y="31"/>
                    </a:cubicBezTo>
                    <a:cubicBezTo>
                      <a:pt x="114" y="31"/>
                      <a:pt x="92" y="31"/>
                      <a:pt x="69" y="32"/>
                    </a:cubicBezTo>
                    <a:cubicBezTo>
                      <a:pt x="50" y="32"/>
                      <a:pt x="30" y="32"/>
                      <a:pt x="10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9" name="Google Shape;2889;p31"/>
              <p:cNvSpPr/>
              <p:nvPr/>
            </p:nvSpPr>
            <p:spPr>
              <a:xfrm>
                <a:off x="4120200" y="4723200"/>
                <a:ext cx="215640" cy="274320"/>
              </a:xfrm>
              <a:custGeom>
                <a:avLst/>
                <a:gdLst/>
                <a:ahLst/>
                <a:cxnLst/>
                <a:rect l="l" t="t" r="r" b="b"/>
                <a:pathLst>
                  <a:path w="599" h="762" extrusionOk="0">
                    <a:moveTo>
                      <a:pt x="579" y="758"/>
                    </a:moveTo>
                    <a:cubicBezTo>
                      <a:pt x="569" y="744"/>
                      <a:pt x="558" y="729"/>
                      <a:pt x="547" y="715"/>
                    </a:cubicBezTo>
                    <a:cubicBezTo>
                      <a:pt x="541" y="708"/>
                      <a:pt x="536" y="701"/>
                      <a:pt x="531" y="694"/>
                    </a:cubicBezTo>
                    <a:cubicBezTo>
                      <a:pt x="525" y="686"/>
                      <a:pt x="519" y="679"/>
                      <a:pt x="513" y="672"/>
                    </a:cubicBezTo>
                    <a:cubicBezTo>
                      <a:pt x="501" y="656"/>
                      <a:pt x="489" y="641"/>
                      <a:pt x="477" y="625"/>
                    </a:cubicBezTo>
                    <a:cubicBezTo>
                      <a:pt x="465" y="610"/>
                      <a:pt x="453" y="594"/>
                      <a:pt x="441" y="579"/>
                    </a:cubicBezTo>
                    <a:cubicBezTo>
                      <a:pt x="418" y="549"/>
                      <a:pt x="395" y="519"/>
                      <a:pt x="371" y="489"/>
                    </a:cubicBezTo>
                    <a:cubicBezTo>
                      <a:pt x="347" y="458"/>
                      <a:pt x="323" y="427"/>
                      <a:pt x="299" y="396"/>
                    </a:cubicBezTo>
                    <a:cubicBezTo>
                      <a:pt x="275" y="365"/>
                      <a:pt x="251" y="333"/>
                      <a:pt x="226" y="302"/>
                    </a:cubicBezTo>
                    <a:cubicBezTo>
                      <a:pt x="202" y="270"/>
                      <a:pt x="177" y="239"/>
                      <a:pt x="152" y="207"/>
                    </a:cubicBezTo>
                    <a:cubicBezTo>
                      <a:pt x="128" y="176"/>
                      <a:pt x="105" y="145"/>
                      <a:pt x="80" y="115"/>
                    </a:cubicBezTo>
                    <a:cubicBezTo>
                      <a:pt x="56" y="84"/>
                      <a:pt x="32" y="53"/>
                      <a:pt x="7" y="23"/>
                    </a:cubicBezTo>
                    <a:cubicBezTo>
                      <a:pt x="6" y="21"/>
                      <a:pt x="4" y="19"/>
                      <a:pt x="3" y="17"/>
                    </a:cubicBezTo>
                    <a:cubicBezTo>
                      <a:pt x="0" y="13"/>
                      <a:pt x="1" y="7"/>
                      <a:pt x="4" y="4"/>
                    </a:cubicBezTo>
                    <a:cubicBezTo>
                      <a:pt x="9" y="0"/>
                      <a:pt x="15" y="2"/>
                      <a:pt x="18" y="6"/>
                    </a:cubicBezTo>
                    <a:cubicBezTo>
                      <a:pt x="24" y="13"/>
                      <a:pt x="29" y="21"/>
                      <a:pt x="35" y="28"/>
                    </a:cubicBezTo>
                    <a:cubicBezTo>
                      <a:pt x="42" y="37"/>
                      <a:pt x="48" y="45"/>
                      <a:pt x="54" y="52"/>
                    </a:cubicBezTo>
                    <a:cubicBezTo>
                      <a:pt x="66" y="68"/>
                      <a:pt x="78" y="84"/>
                      <a:pt x="90" y="100"/>
                    </a:cubicBezTo>
                    <a:cubicBezTo>
                      <a:pt x="114" y="131"/>
                      <a:pt x="138" y="162"/>
                      <a:pt x="162" y="193"/>
                    </a:cubicBezTo>
                    <a:cubicBezTo>
                      <a:pt x="186" y="223"/>
                      <a:pt x="209" y="253"/>
                      <a:pt x="233" y="284"/>
                    </a:cubicBezTo>
                    <a:cubicBezTo>
                      <a:pt x="257" y="315"/>
                      <a:pt x="282" y="345"/>
                      <a:pt x="306" y="376"/>
                    </a:cubicBezTo>
                    <a:cubicBezTo>
                      <a:pt x="330" y="408"/>
                      <a:pt x="355" y="439"/>
                      <a:pt x="379" y="470"/>
                    </a:cubicBezTo>
                    <a:cubicBezTo>
                      <a:pt x="404" y="501"/>
                      <a:pt x="427" y="531"/>
                      <a:pt x="451" y="562"/>
                    </a:cubicBezTo>
                    <a:cubicBezTo>
                      <a:pt x="475" y="592"/>
                      <a:pt x="498" y="623"/>
                      <a:pt x="522" y="654"/>
                    </a:cubicBezTo>
                    <a:cubicBezTo>
                      <a:pt x="545" y="682"/>
                      <a:pt x="567" y="711"/>
                      <a:pt x="590" y="739"/>
                    </a:cubicBezTo>
                    <a:cubicBezTo>
                      <a:pt x="592" y="741"/>
                      <a:pt x="593" y="743"/>
                      <a:pt x="595" y="746"/>
                    </a:cubicBezTo>
                    <a:cubicBezTo>
                      <a:pt x="598" y="750"/>
                      <a:pt x="598" y="756"/>
                      <a:pt x="593" y="760"/>
                    </a:cubicBezTo>
                    <a:cubicBezTo>
                      <a:pt x="592" y="761"/>
                      <a:pt x="589" y="761"/>
                      <a:pt x="588" y="761"/>
                    </a:cubicBezTo>
                    <a:cubicBezTo>
                      <a:pt x="585" y="761"/>
                      <a:pt x="582" y="760"/>
                      <a:pt x="579" y="75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0" name="Google Shape;2890;p31"/>
              <p:cNvSpPr/>
              <p:nvPr/>
            </p:nvSpPr>
            <p:spPr>
              <a:xfrm>
                <a:off x="3292560" y="4186080"/>
                <a:ext cx="335520" cy="15480"/>
              </a:xfrm>
              <a:custGeom>
                <a:avLst/>
                <a:gdLst/>
                <a:ahLst/>
                <a:cxnLst/>
                <a:rect l="l" t="t" r="r" b="b"/>
                <a:pathLst>
                  <a:path w="932" h="43" extrusionOk="0">
                    <a:moveTo>
                      <a:pt x="0" y="32"/>
                    </a:moveTo>
                    <a:cubicBezTo>
                      <a:pt x="0" y="27"/>
                      <a:pt x="4" y="23"/>
                      <a:pt x="10" y="23"/>
                    </a:cubicBezTo>
                    <a:cubicBezTo>
                      <a:pt x="10" y="23"/>
                      <a:pt x="11" y="23"/>
                      <a:pt x="12" y="23"/>
                    </a:cubicBezTo>
                    <a:cubicBezTo>
                      <a:pt x="24" y="23"/>
                      <a:pt x="36" y="23"/>
                      <a:pt x="48" y="22"/>
                    </a:cubicBezTo>
                    <a:cubicBezTo>
                      <a:pt x="60" y="22"/>
                      <a:pt x="72" y="21"/>
                      <a:pt x="84" y="21"/>
                    </a:cubicBezTo>
                    <a:lnTo>
                      <a:pt x="83" y="21"/>
                    </a:lnTo>
                    <a:cubicBezTo>
                      <a:pt x="92" y="21"/>
                      <a:pt x="102" y="21"/>
                      <a:pt x="112" y="21"/>
                    </a:cubicBezTo>
                    <a:lnTo>
                      <a:pt x="113" y="21"/>
                    </a:lnTo>
                    <a:cubicBezTo>
                      <a:pt x="119" y="21"/>
                      <a:pt x="125" y="20"/>
                      <a:pt x="130" y="20"/>
                    </a:cubicBezTo>
                    <a:lnTo>
                      <a:pt x="131" y="20"/>
                    </a:lnTo>
                    <a:cubicBezTo>
                      <a:pt x="137" y="20"/>
                      <a:pt x="142" y="20"/>
                      <a:pt x="147" y="20"/>
                    </a:cubicBezTo>
                    <a:lnTo>
                      <a:pt x="148" y="20"/>
                    </a:lnTo>
                    <a:cubicBezTo>
                      <a:pt x="163" y="20"/>
                      <a:pt x="177" y="20"/>
                      <a:pt x="192" y="19"/>
                    </a:cubicBezTo>
                    <a:cubicBezTo>
                      <a:pt x="191" y="19"/>
                      <a:pt x="191" y="19"/>
                      <a:pt x="191" y="19"/>
                    </a:cubicBezTo>
                    <a:cubicBezTo>
                      <a:pt x="199" y="19"/>
                      <a:pt x="208" y="18"/>
                      <a:pt x="217" y="18"/>
                    </a:cubicBezTo>
                    <a:cubicBezTo>
                      <a:pt x="216" y="18"/>
                      <a:pt x="216" y="18"/>
                      <a:pt x="216" y="18"/>
                    </a:cubicBezTo>
                    <a:cubicBezTo>
                      <a:pt x="216" y="18"/>
                      <a:pt x="217" y="18"/>
                      <a:pt x="218" y="18"/>
                    </a:cubicBezTo>
                    <a:cubicBezTo>
                      <a:pt x="222" y="18"/>
                      <a:pt x="227" y="18"/>
                      <a:pt x="232" y="18"/>
                    </a:cubicBezTo>
                    <a:cubicBezTo>
                      <a:pt x="233" y="18"/>
                      <a:pt x="233" y="18"/>
                      <a:pt x="233" y="18"/>
                    </a:cubicBezTo>
                    <a:cubicBezTo>
                      <a:pt x="239" y="18"/>
                      <a:pt x="243" y="18"/>
                      <a:pt x="248" y="18"/>
                    </a:cubicBezTo>
                    <a:cubicBezTo>
                      <a:pt x="250" y="18"/>
                      <a:pt x="251" y="18"/>
                      <a:pt x="253" y="18"/>
                    </a:cubicBezTo>
                    <a:lnTo>
                      <a:pt x="254" y="18"/>
                    </a:lnTo>
                    <a:cubicBezTo>
                      <a:pt x="255" y="17"/>
                      <a:pt x="255" y="17"/>
                      <a:pt x="256" y="17"/>
                    </a:cubicBezTo>
                    <a:cubicBezTo>
                      <a:pt x="257" y="17"/>
                      <a:pt x="257" y="17"/>
                      <a:pt x="257" y="17"/>
                    </a:cubicBezTo>
                    <a:cubicBezTo>
                      <a:pt x="257" y="17"/>
                      <a:pt x="258" y="17"/>
                      <a:pt x="259" y="17"/>
                    </a:cubicBezTo>
                    <a:cubicBezTo>
                      <a:pt x="260" y="17"/>
                      <a:pt x="261" y="17"/>
                      <a:pt x="262" y="17"/>
                    </a:cubicBezTo>
                    <a:cubicBezTo>
                      <a:pt x="263" y="17"/>
                      <a:pt x="264" y="17"/>
                      <a:pt x="265" y="17"/>
                    </a:cubicBezTo>
                    <a:cubicBezTo>
                      <a:pt x="265" y="17"/>
                      <a:pt x="266" y="17"/>
                      <a:pt x="267" y="17"/>
                    </a:cubicBezTo>
                    <a:cubicBezTo>
                      <a:pt x="268" y="17"/>
                      <a:pt x="268" y="17"/>
                      <a:pt x="268" y="17"/>
                    </a:cubicBezTo>
                    <a:cubicBezTo>
                      <a:pt x="271" y="17"/>
                      <a:pt x="273" y="17"/>
                      <a:pt x="275" y="17"/>
                    </a:cubicBezTo>
                    <a:lnTo>
                      <a:pt x="276" y="17"/>
                    </a:lnTo>
                    <a:cubicBezTo>
                      <a:pt x="277" y="17"/>
                      <a:pt x="278" y="17"/>
                      <a:pt x="279" y="17"/>
                    </a:cubicBezTo>
                    <a:lnTo>
                      <a:pt x="280" y="17"/>
                    </a:lnTo>
                    <a:lnTo>
                      <a:pt x="281" y="17"/>
                    </a:lnTo>
                    <a:lnTo>
                      <a:pt x="280" y="17"/>
                    </a:lnTo>
                    <a:cubicBezTo>
                      <a:pt x="281" y="17"/>
                      <a:pt x="281" y="17"/>
                      <a:pt x="281" y="17"/>
                    </a:cubicBezTo>
                    <a:cubicBezTo>
                      <a:pt x="282" y="17"/>
                      <a:pt x="282" y="17"/>
                      <a:pt x="282" y="17"/>
                    </a:cubicBezTo>
                    <a:lnTo>
                      <a:pt x="281" y="17"/>
                    </a:lnTo>
                    <a:lnTo>
                      <a:pt x="282" y="17"/>
                    </a:lnTo>
                    <a:lnTo>
                      <a:pt x="283" y="17"/>
                    </a:lnTo>
                    <a:lnTo>
                      <a:pt x="284" y="17"/>
                    </a:lnTo>
                    <a:cubicBezTo>
                      <a:pt x="285" y="17"/>
                      <a:pt x="286" y="17"/>
                      <a:pt x="286" y="17"/>
                    </a:cubicBezTo>
                    <a:lnTo>
                      <a:pt x="285" y="17"/>
                    </a:lnTo>
                    <a:cubicBezTo>
                      <a:pt x="286" y="17"/>
                      <a:pt x="287" y="17"/>
                      <a:pt x="288" y="17"/>
                    </a:cubicBezTo>
                    <a:cubicBezTo>
                      <a:pt x="289" y="17"/>
                      <a:pt x="289" y="17"/>
                      <a:pt x="290" y="17"/>
                    </a:cubicBezTo>
                    <a:lnTo>
                      <a:pt x="292" y="17"/>
                    </a:lnTo>
                    <a:lnTo>
                      <a:pt x="293" y="17"/>
                    </a:lnTo>
                    <a:lnTo>
                      <a:pt x="292" y="17"/>
                    </a:lnTo>
                    <a:cubicBezTo>
                      <a:pt x="293" y="17"/>
                      <a:pt x="294" y="17"/>
                      <a:pt x="296" y="17"/>
                    </a:cubicBezTo>
                    <a:lnTo>
                      <a:pt x="295" y="17"/>
                    </a:lnTo>
                    <a:lnTo>
                      <a:pt x="296" y="17"/>
                    </a:lnTo>
                    <a:cubicBezTo>
                      <a:pt x="297" y="17"/>
                      <a:pt x="297" y="17"/>
                      <a:pt x="297" y="17"/>
                    </a:cubicBezTo>
                    <a:lnTo>
                      <a:pt x="298" y="17"/>
                    </a:lnTo>
                    <a:lnTo>
                      <a:pt x="299" y="17"/>
                    </a:lnTo>
                    <a:lnTo>
                      <a:pt x="298" y="17"/>
                    </a:lnTo>
                    <a:cubicBezTo>
                      <a:pt x="299" y="16"/>
                      <a:pt x="299" y="16"/>
                      <a:pt x="299" y="16"/>
                    </a:cubicBezTo>
                    <a:lnTo>
                      <a:pt x="300" y="16"/>
                    </a:lnTo>
                    <a:lnTo>
                      <a:pt x="301" y="16"/>
                    </a:lnTo>
                    <a:lnTo>
                      <a:pt x="300" y="16"/>
                    </a:lnTo>
                    <a:cubicBezTo>
                      <a:pt x="301" y="16"/>
                      <a:pt x="302" y="16"/>
                      <a:pt x="303" y="16"/>
                    </a:cubicBezTo>
                    <a:lnTo>
                      <a:pt x="304" y="16"/>
                    </a:lnTo>
                    <a:cubicBezTo>
                      <a:pt x="304" y="16"/>
                      <a:pt x="305" y="16"/>
                      <a:pt x="306" y="16"/>
                    </a:cubicBezTo>
                    <a:cubicBezTo>
                      <a:pt x="306" y="16"/>
                      <a:pt x="307" y="16"/>
                      <a:pt x="308" y="16"/>
                    </a:cubicBezTo>
                    <a:lnTo>
                      <a:pt x="307" y="16"/>
                    </a:lnTo>
                    <a:cubicBezTo>
                      <a:pt x="308" y="16"/>
                      <a:pt x="308" y="16"/>
                      <a:pt x="308" y="16"/>
                    </a:cubicBezTo>
                    <a:cubicBezTo>
                      <a:pt x="309" y="16"/>
                      <a:pt x="310" y="16"/>
                      <a:pt x="310" y="16"/>
                    </a:cubicBezTo>
                    <a:cubicBezTo>
                      <a:pt x="311" y="16"/>
                      <a:pt x="311" y="16"/>
                      <a:pt x="312" y="16"/>
                    </a:cubicBezTo>
                    <a:cubicBezTo>
                      <a:pt x="313" y="16"/>
                      <a:pt x="313" y="16"/>
                      <a:pt x="313" y="16"/>
                    </a:cubicBezTo>
                    <a:cubicBezTo>
                      <a:pt x="317" y="16"/>
                      <a:pt x="320" y="16"/>
                      <a:pt x="324" y="16"/>
                    </a:cubicBezTo>
                    <a:lnTo>
                      <a:pt x="325" y="16"/>
                    </a:lnTo>
                    <a:lnTo>
                      <a:pt x="326" y="16"/>
                    </a:lnTo>
                    <a:lnTo>
                      <a:pt x="325" y="16"/>
                    </a:lnTo>
                    <a:cubicBezTo>
                      <a:pt x="326" y="16"/>
                      <a:pt x="326" y="16"/>
                      <a:pt x="326" y="16"/>
                    </a:cubicBezTo>
                    <a:cubicBezTo>
                      <a:pt x="327" y="16"/>
                      <a:pt x="327" y="16"/>
                      <a:pt x="327" y="16"/>
                    </a:cubicBezTo>
                    <a:lnTo>
                      <a:pt x="326" y="16"/>
                    </a:lnTo>
                    <a:cubicBezTo>
                      <a:pt x="327" y="16"/>
                      <a:pt x="327" y="16"/>
                      <a:pt x="328" y="16"/>
                    </a:cubicBezTo>
                    <a:lnTo>
                      <a:pt x="329" y="16"/>
                    </a:lnTo>
                    <a:lnTo>
                      <a:pt x="330" y="16"/>
                    </a:lnTo>
                    <a:lnTo>
                      <a:pt x="331" y="16"/>
                    </a:lnTo>
                    <a:lnTo>
                      <a:pt x="332" y="16"/>
                    </a:lnTo>
                    <a:cubicBezTo>
                      <a:pt x="333" y="16"/>
                      <a:pt x="334" y="16"/>
                      <a:pt x="334" y="16"/>
                    </a:cubicBezTo>
                    <a:lnTo>
                      <a:pt x="335" y="16"/>
                    </a:lnTo>
                    <a:cubicBezTo>
                      <a:pt x="336" y="16"/>
                      <a:pt x="336" y="16"/>
                      <a:pt x="336" y="16"/>
                    </a:cubicBezTo>
                    <a:lnTo>
                      <a:pt x="337" y="16"/>
                    </a:lnTo>
                    <a:lnTo>
                      <a:pt x="338" y="16"/>
                    </a:lnTo>
                    <a:lnTo>
                      <a:pt x="339" y="16"/>
                    </a:lnTo>
                    <a:lnTo>
                      <a:pt x="338" y="16"/>
                    </a:lnTo>
                    <a:cubicBezTo>
                      <a:pt x="339" y="16"/>
                      <a:pt x="339" y="16"/>
                      <a:pt x="339" y="16"/>
                    </a:cubicBezTo>
                    <a:lnTo>
                      <a:pt x="340" y="16"/>
                    </a:lnTo>
                    <a:lnTo>
                      <a:pt x="339" y="16"/>
                    </a:lnTo>
                    <a:cubicBezTo>
                      <a:pt x="343" y="15"/>
                      <a:pt x="346" y="15"/>
                      <a:pt x="350" y="15"/>
                    </a:cubicBezTo>
                    <a:lnTo>
                      <a:pt x="351" y="15"/>
                    </a:lnTo>
                    <a:lnTo>
                      <a:pt x="352" y="15"/>
                    </a:lnTo>
                    <a:cubicBezTo>
                      <a:pt x="356" y="15"/>
                      <a:pt x="359" y="15"/>
                      <a:pt x="363" y="15"/>
                    </a:cubicBezTo>
                    <a:cubicBezTo>
                      <a:pt x="364" y="15"/>
                      <a:pt x="365" y="15"/>
                      <a:pt x="366" y="15"/>
                    </a:cubicBezTo>
                    <a:cubicBezTo>
                      <a:pt x="366" y="15"/>
                      <a:pt x="366" y="14"/>
                      <a:pt x="367" y="14"/>
                    </a:cubicBezTo>
                    <a:lnTo>
                      <a:pt x="366" y="14"/>
                    </a:lnTo>
                    <a:lnTo>
                      <a:pt x="367" y="14"/>
                    </a:lnTo>
                    <a:cubicBezTo>
                      <a:pt x="370" y="14"/>
                      <a:pt x="371" y="14"/>
                      <a:pt x="374" y="14"/>
                    </a:cubicBezTo>
                    <a:cubicBezTo>
                      <a:pt x="376" y="14"/>
                      <a:pt x="378" y="14"/>
                      <a:pt x="380" y="14"/>
                    </a:cubicBezTo>
                    <a:cubicBezTo>
                      <a:pt x="381" y="14"/>
                      <a:pt x="381" y="14"/>
                      <a:pt x="381" y="14"/>
                    </a:cubicBezTo>
                    <a:lnTo>
                      <a:pt x="382" y="14"/>
                    </a:lnTo>
                    <a:lnTo>
                      <a:pt x="381" y="14"/>
                    </a:lnTo>
                    <a:lnTo>
                      <a:pt x="382" y="14"/>
                    </a:lnTo>
                    <a:lnTo>
                      <a:pt x="383" y="14"/>
                    </a:lnTo>
                    <a:cubicBezTo>
                      <a:pt x="382" y="14"/>
                      <a:pt x="382" y="14"/>
                      <a:pt x="382" y="14"/>
                    </a:cubicBezTo>
                    <a:cubicBezTo>
                      <a:pt x="384" y="14"/>
                      <a:pt x="385" y="14"/>
                      <a:pt x="387" y="14"/>
                    </a:cubicBezTo>
                    <a:lnTo>
                      <a:pt x="388" y="14"/>
                    </a:lnTo>
                    <a:cubicBezTo>
                      <a:pt x="388" y="14"/>
                      <a:pt x="389" y="14"/>
                      <a:pt x="390" y="14"/>
                    </a:cubicBezTo>
                    <a:lnTo>
                      <a:pt x="389" y="14"/>
                    </a:lnTo>
                    <a:cubicBezTo>
                      <a:pt x="390" y="14"/>
                      <a:pt x="390" y="14"/>
                      <a:pt x="391" y="14"/>
                    </a:cubicBezTo>
                    <a:cubicBezTo>
                      <a:pt x="392" y="14"/>
                      <a:pt x="394" y="14"/>
                      <a:pt x="395" y="14"/>
                    </a:cubicBezTo>
                    <a:cubicBezTo>
                      <a:pt x="396" y="14"/>
                      <a:pt x="396" y="14"/>
                      <a:pt x="396" y="14"/>
                    </a:cubicBezTo>
                    <a:lnTo>
                      <a:pt x="397" y="14"/>
                    </a:lnTo>
                    <a:lnTo>
                      <a:pt x="398" y="14"/>
                    </a:lnTo>
                    <a:cubicBezTo>
                      <a:pt x="397" y="14"/>
                      <a:pt x="397" y="14"/>
                      <a:pt x="397" y="14"/>
                    </a:cubicBezTo>
                    <a:cubicBezTo>
                      <a:pt x="398" y="14"/>
                      <a:pt x="398" y="14"/>
                      <a:pt x="399" y="14"/>
                    </a:cubicBezTo>
                    <a:cubicBezTo>
                      <a:pt x="398" y="14"/>
                      <a:pt x="398" y="14"/>
                      <a:pt x="398" y="14"/>
                    </a:cubicBezTo>
                    <a:lnTo>
                      <a:pt x="399" y="14"/>
                    </a:lnTo>
                    <a:cubicBezTo>
                      <a:pt x="403" y="14"/>
                      <a:pt x="406" y="14"/>
                      <a:pt x="410" y="14"/>
                    </a:cubicBezTo>
                    <a:lnTo>
                      <a:pt x="411" y="14"/>
                    </a:lnTo>
                    <a:lnTo>
                      <a:pt x="410" y="14"/>
                    </a:lnTo>
                    <a:cubicBezTo>
                      <a:pt x="411" y="14"/>
                      <a:pt x="411" y="14"/>
                      <a:pt x="412" y="13"/>
                    </a:cubicBezTo>
                    <a:cubicBezTo>
                      <a:pt x="411" y="14"/>
                      <a:pt x="411" y="14"/>
                      <a:pt x="411" y="14"/>
                    </a:cubicBezTo>
                    <a:lnTo>
                      <a:pt x="412" y="13"/>
                    </a:lnTo>
                    <a:lnTo>
                      <a:pt x="413" y="13"/>
                    </a:lnTo>
                    <a:lnTo>
                      <a:pt x="412" y="13"/>
                    </a:lnTo>
                    <a:lnTo>
                      <a:pt x="413" y="13"/>
                    </a:lnTo>
                    <a:cubicBezTo>
                      <a:pt x="415" y="13"/>
                      <a:pt x="417" y="13"/>
                      <a:pt x="419" y="13"/>
                    </a:cubicBezTo>
                    <a:lnTo>
                      <a:pt x="418" y="13"/>
                    </a:lnTo>
                    <a:cubicBezTo>
                      <a:pt x="419" y="13"/>
                      <a:pt x="420" y="13"/>
                      <a:pt x="420" y="13"/>
                    </a:cubicBezTo>
                    <a:lnTo>
                      <a:pt x="419" y="13"/>
                    </a:lnTo>
                    <a:cubicBezTo>
                      <a:pt x="421" y="13"/>
                      <a:pt x="424" y="13"/>
                      <a:pt x="426" y="13"/>
                    </a:cubicBezTo>
                    <a:cubicBezTo>
                      <a:pt x="427" y="13"/>
                      <a:pt x="427" y="13"/>
                      <a:pt x="427" y="13"/>
                    </a:cubicBezTo>
                    <a:lnTo>
                      <a:pt x="428" y="13"/>
                    </a:lnTo>
                    <a:lnTo>
                      <a:pt x="429" y="13"/>
                    </a:lnTo>
                    <a:lnTo>
                      <a:pt x="430" y="13"/>
                    </a:lnTo>
                    <a:cubicBezTo>
                      <a:pt x="431" y="13"/>
                      <a:pt x="432" y="13"/>
                      <a:pt x="433" y="13"/>
                    </a:cubicBezTo>
                    <a:lnTo>
                      <a:pt x="434" y="13"/>
                    </a:lnTo>
                    <a:cubicBezTo>
                      <a:pt x="435" y="13"/>
                      <a:pt x="435" y="13"/>
                      <a:pt x="436" y="13"/>
                    </a:cubicBezTo>
                    <a:cubicBezTo>
                      <a:pt x="435" y="13"/>
                      <a:pt x="435" y="13"/>
                      <a:pt x="435" y="13"/>
                    </a:cubicBezTo>
                    <a:cubicBezTo>
                      <a:pt x="435" y="13"/>
                      <a:pt x="436" y="13"/>
                      <a:pt x="437" y="13"/>
                    </a:cubicBezTo>
                    <a:cubicBezTo>
                      <a:pt x="438" y="13"/>
                      <a:pt x="441" y="13"/>
                      <a:pt x="442" y="13"/>
                    </a:cubicBezTo>
                    <a:lnTo>
                      <a:pt x="443" y="13"/>
                    </a:lnTo>
                    <a:lnTo>
                      <a:pt x="444" y="13"/>
                    </a:lnTo>
                    <a:lnTo>
                      <a:pt x="443" y="13"/>
                    </a:lnTo>
                    <a:cubicBezTo>
                      <a:pt x="444" y="13"/>
                      <a:pt x="444" y="13"/>
                      <a:pt x="444" y="13"/>
                    </a:cubicBezTo>
                    <a:lnTo>
                      <a:pt x="445" y="13"/>
                    </a:lnTo>
                    <a:cubicBezTo>
                      <a:pt x="445" y="13"/>
                      <a:pt x="446" y="13"/>
                      <a:pt x="447" y="13"/>
                    </a:cubicBezTo>
                    <a:cubicBezTo>
                      <a:pt x="448" y="13"/>
                      <a:pt x="449" y="13"/>
                      <a:pt x="450" y="13"/>
                    </a:cubicBezTo>
                    <a:lnTo>
                      <a:pt x="449" y="13"/>
                    </a:lnTo>
                    <a:cubicBezTo>
                      <a:pt x="450" y="13"/>
                      <a:pt x="451" y="13"/>
                      <a:pt x="451" y="13"/>
                    </a:cubicBezTo>
                    <a:cubicBezTo>
                      <a:pt x="452" y="13"/>
                      <a:pt x="455" y="13"/>
                      <a:pt x="456" y="12"/>
                    </a:cubicBezTo>
                    <a:lnTo>
                      <a:pt x="457" y="12"/>
                    </a:lnTo>
                    <a:lnTo>
                      <a:pt x="456" y="12"/>
                    </a:lnTo>
                    <a:cubicBezTo>
                      <a:pt x="458" y="12"/>
                      <a:pt x="458" y="12"/>
                      <a:pt x="459" y="12"/>
                    </a:cubicBezTo>
                    <a:cubicBezTo>
                      <a:pt x="461" y="12"/>
                      <a:pt x="462" y="12"/>
                      <a:pt x="463" y="12"/>
                    </a:cubicBezTo>
                    <a:lnTo>
                      <a:pt x="465" y="12"/>
                    </a:lnTo>
                    <a:lnTo>
                      <a:pt x="466" y="12"/>
                    </a:lnTo>
                    <a:cubicBezTo>
                      <a:pt x="466" y="12"/>
                      <a:pt x="467" y="12"/>
                      <a:pt x="468" y="12"/>
                    </a:cubicBezTo>
                    <a:cubicBezTo>
                      <a:pt x="467" y="12"/>
                      <a:pt x="467" y="12"/>
                      <a:pt x="466" y="12"/>
                    </a:cubicBezTo>
                    <a:cubicBezTo>
                      <a:pt x="468" y="12"/>
                      <a:pt x="470" y="12"/>
                      <a:pt x="472" y="12"/>
                    </a:cubicBezTo>
                    <a:lnTo>
                      <a:pt x="471" y="12"/>
                    </a:lnTo>
                    <a:cubicBezTo>
                      <a:pt x="472" y="12"/>
                      <a:pt x="472" y="12"/>
                      <a:pt x="473" y="12"/>
                    </a:cubicBezTo>
                    <a:lnTo>
                      <a:pt x="472" y="12"/>
                    </a:lnTo>
                    <a:cubicBezTo>
                      <a:pt x="473" y="12"/>
                      <a:pt x="473" y="12"/>
                      <a:pt x="473" y="12"/>
                    </a:cubicBezTo>
                    <a:cubicBezTo>
                      <a:pt x="473" y="12"/>
                      <a:pt x="474" y="12"/>
                      <a:pt x="475" y="12"/>
                    </a:cubicBezTo>
                    <a:cubicBezTo>
                      <a:pt x="477" y="12"/>
                      <a:pt x="480" y="11"/>
                      <a:pt x="483" y="11"/>
                    </a:cubicBezTo>
                    <a:cubicBezTo>
                      <a:pt x="484" y="11"/>
                      <a:pt x="484" y="11"/>
                      <a:pt x="485" y="11"/>
                    </a:cubicBezTo>
                    <a:cubicBezTo>
                      <a:pt x="486" y="11"/>
                      <a:pt x="486" y="11"/>
                      <a:pt x="486" y="11"/>
                    </a:cubicBezTo>
                    <a:lnTo>
                      <a:pt x="487" y="11"/>
                    </a:lnTo>
                    <a:lnTo>
                      <a:pt x="488" y="11"/>
                    </a:lnTo>
                    <a:lnTo>
                      <a:pt x="489" y="11"/>
                    </a:lnTo>
                    <a:cubicBezTo>
                      <a:pt x="491" y="11"/>
                      <a:pt x="494" y="11"/>
                      <a:pt x="496" y="11"/>
                    </a:cubicBezTo>
                    <a:lnTo>
                      <a:pt x="497" y="11"/>
                    </a:lnTo>
                    <a:cubicBezTo>
                      <a:pt x="498" y="11"/>
                      <a:pt x="499" y="11"/>
                      <a:pt x="500" y="11"/>
                    </a:cubicBezTo>
                    <a:lnTo>
                      <a:pt x="501" y="11"/>
                    </a:lnTo>
                    <a:lnTo>
                      <a:pt x="502" y="11"/>
                    </a:lnTo>
                    <a:lnTo>
                      <a:pt x="503" y="11"/>
                    </a:lnTo>
                    <a:cubicBezTo>
                      <a:pt x="502" y="11"/>
                      <a:pt x="502" y="11"/>
                      <a:pt x="502" y="11"/>
                    </a:cubicBezTo>
                    <a:cubicBezTo>
                      <a:pt x="504" y="11"/>
                      <a:pt x="505" y="11"/>
                      <a:pt x="507" y="11"/>
                    </a:cubicBezTo>
                    <a:cubicBezTo>
                      <a:pt x="507" y="11"/>
                      <a:pt x="506" y="11"/>
                      <a:pt x="505" y="11"/>
                    </a:cubicBezTo>
                    <a:cubicBezTo>
                      <a:pt x="506" y="11"/>
                      <a:pt x="507" y="11"/>
                      <a:pt x="508" y="11"/>
                    </a:cubicBezTo>
                    <a:cubicBezTo>
                      <a:pt x="507" y="11"/>
                      <a:pt x="507" y="11"/>
                      <a:pt x="507" y="11"/>
                    </a:cubicBezTo>
                    <a:cubicBezTo>
                      <a:pt x="508" y="11"/>
                      <a:pt x="508" y="11"/>
                      <a:pt x="508" y="11"/>
                    </a:cubicBezTo>
                    <a:lnTo>
                      <a:pt x="509" y="11"/>
                    </a:lnTo>
                    <a:lnTo>
                      <a:pt x="510" y="11"/>
                    </a:lnTo>
                    <a:cubicBezTo>
                      <a:pt x="511" y="11"/>
                      <a:pt x="512" y="11"/>
                      <a:pt x="513" y="11"/>
                    </a:cubicBezTo>
                    <a:lnTo>
                      <a:pt x="514" y="11"/>
                    </a:lnTo>
                    <a:lnTo>
                      <a:pt x="515" y="11"/>
                    </a:lnTo>
                    <a:lnTo>
                      <a:pt x="514" y="11"/>
                    </a:lnTo>
                    <a:cubicBezTo>
                      <a:pt x="515" y="11"/>
                      <a:pt x="515" y="11"/>
                      <a:pt x="515" y="11"/>
                    </a:cubicBezTo>
                    <a:cubicBezTo>
                      <a:pt x="516" y="11"/>
                      <a:pt x="516" y="11"/>
                      <a:pt x="517" y="11"/>
                    </a:cubicBezTo>
                    <a:cubicBezTo>
                      <a:pt x="518" y="11"/>
                      <a:pt x="518" y="11"/>
                      <a:pt x="519" y="11"/>
                    </a:cubicBezTo>
                    <a:lnTo>
                      <a:pt x="520" y="11"/>
                    </a:lnTo>
                    <a:cubicBezTo>
                      <a:pt x="519" y="11"/>
                      <a:pt x="519" y="11"/>
                      <a:pt x="519" y="11"/>
                    </a:cubicBezTo>
                    <a:cubicBezTo>
                      <a:pt x="520" y="11"/>
                      <a:pt x="521" y="11"/>
                      <a:pt x="521" y="11"/>
                    </a:cubicBezTo>
                    <a:cubicBezTo>
                      <a:pt x="522" y="11"/>
                      <a:pt x="523" y="10"/>
                      <a:pt x="523" y="10"/>
                    </a:cubicBezTo>
                    <a:lnTo>
                      <a:pt x="524" y="10"/>
                    </a:lnTo>
                    <a:lnTo>
                      <a:pt x="523" y="10"/>
                    </a:lnTo>
                    <a:cubicBezTo>
                      <a:pt x="524" y="10"/>
                      <a:pt x="525" y="10"/>
                      <a:pt x="526" y="10"/>
                    </a:cubicBezTo>
                    <a:lnTo>
                      <a:pt x="527" y="10"/>
                    </a:lnTo>
                    <a:lnTo>
                      <a:pt x="526" y="10"/>
                    </a:lnTo>
                    <a:cubicBezTo>
                      <a:pt x="527" y="10"/>
                      <a:pt x="527" y="10"/>
                      <a:pt x="528" y="10"/>
                    </a:cubicBezTo>
                    <a:lnTo>
                      <a:pt x="529" y="10"/>
                    </a:lnTo>
                    <a:cubicBezTo>
                      <a:pt x="530" y="10"/>
                      <a:pt x="530" y="10"/>
                      <a:pt x="530" y="10"/>
                    </a:cubicBezTo>
                    <a:cubicBezTo>
                      <a:pt x="532" y="10"/>
                      <a:pt x="532" y="10"/>
                      <a:pt x="533" y="10"/>
                    </a:cubicBezTo>
                    <a:lnTo>
                      <a:pt x="534" y="10"/>
                    </a:lnTo>
                    <a:lnTo>
                      <a:pt x="533" y="10"/>
                    </a:lnTo>
                    <a:cubicBezTo>
                      <a:pt x="535" y="10"/>
                      <a:pt x="536" y="10"/>
                      <a:pt x="537" y="10"/>
                    </a:cubicBezTo>
                    <a:lnTo>
                      <a:pt x="538" y="10"/>
                    </a:lnTo>
                    <a:cubicBezTo>
                      <a:pt x="537" y="10"/>
                      <a:pt x="537" y="10"/>
                      <a:pt x="537" y="10"/>
                    </a:cubicBezTo>
                    <a:cubicBezTo>
                      <a:pt x="538" y="10"/>
                      <a:pt x="538" y="10"/>
                      <a:pt x="538" y="10"/>
                    </a:cubicBezTo>
                    <a:cubicBezTo>
                      <a:pt x="539" y="10"/>
                      <a:pt x="539" y="10"/>
                      <a:pt x="539" y="10"/>
                    </a:cubicBezTo>
                    <a:lnTo>
                      <a:pt x="540" y="10"/>
                    </a:lnTo>
                    <a:cubicBezTo>
                      <a:pt x="540" y="10"/>
                      <a:pt x="541" y="10"/>
                      <a:pt x="542" y="10"/>
                    </a:cubicBezTo>
                    <a:cubicBezTo>
                      <a:pt x="541" y="10"/>
                      <a:pt x="541" y="10"/>
                      <a:pt x="541" y="10"/>
                    </a:cubicBezTo>
                    <a:lnTo>
                      <a:pt x="540" y="10"/>
                    </a:lnTo>
                    <a:cubicBezTo>
                      <a:pt x="541" y="10"/>
                      <a:pt x="542" y="10"/>
                      <a:pt x="542" y="10"/>
                    </a:cubicBezTo>
                    <a:cubicBezTo>
                      <a:pt x="546" y="10"/>
                      <a:pt x="550" y="10"/>
                      <a:pt x="554" y="10"/>
                    </a:cubicBezTo>
                    <a:lnTo>
                      <a:pt x="555" y="10"/>
                    </a:lnTo>
                    <a:lnTo>
                      <a:pt x="554" y="10"/>
                    </a:lnTo>
                    <a:cubicBezTo>
                      <a:pt x="558" y="10"/>
                      <a:pt x="563" y="10"/>
                      <a:pt x="567" y="10"/>
                    </a:cubicBezTo>
                    <a:cubicBezTo>
                      <a:pt x="568" y="9"/>
                      <a:pt x="568" y="9"/>
                      <a:pt x="569" y="9"/>
                    </a:cubicBezTo>
                    <a:cubicBezTo>
                      <a:pt x="574" y="9"/>
                      <a:pt x="578" y="9"/>
                      <a:pt x="582" y="9"/>
                    </a:cubicBezTo>
                    <a:cubicBezTo>
                      <a:pt x="586" y="9"/>
                      <a:pt x="589" y="9"/>
                      <a:pt x="593" y="9"/>
                    </a:cubicBezTo>
                    <a:lnTo>
                      <a:pt x="594" y="9"/>
                    </a:lnTo>
                    <a:lnTo>
                      <a:pt x="593" y="9"/>
                    </a:lnTo>
                    <a:cubicBezTo>
                      <a:pt x="597" y="9"/>
                      <a:pt x="601" y="9"/>
                      <a:pt x="604" y="9"/>
                    </a:cubicBezTo>
                    <a:lnTo>
                      <a:pt x="605" y="9"/>
                    </a:lnTo>
                    <a:cubicBezTo>
                      <a:pt x="604" y="9"/>
                      <a:pt x="604" y="9"/>
                      <a:pt x="604" y="9"/>
                    </a:cubicBezTo>
                    <a:cubicBezTo>
                      <a:pt x="605" y="9"/>
                      <a:pt x="605" y="9"/>
                      <a:pt x="605" y="9"/>
                    </a:cubicBezTo>
                    <a:cubicBezTo>
                      <a:pt x="608" y="9"/>
                      <a:pt x="612" y="9"/>
                      <a:pt x="615" y="9"/>
                    </a:cubicBezTo>
                    <a:lnTo>
                      <a:pt x="616" y="9"/>
                    </a:lnTo>
                    <a:lnTo>
                      <a:pt x="617" y="9"/>
                    </a:lnTo>
                    <a:cubicBezTo>
                      <a:pt x="620" y="8"/>
                      <a:pt x="624" y="8"/>
                      <a:pt x="628" y="8"/>
                    </a:cubicBezTo>
                    <a:cubicBezTo>
                      <a:pt x="631" y="8"/>
                      <a:pt x="635" y="8"/>
                      <a:pt x="638" y="8"/>
                    </a:cubicBezTo>
                    <a:lnTo>
                      <a:pt x="639" y="8"/>
                    </a:lnTo>
                    <a:cubicBezTo>
                      <a:pt x="641" y="8"/>
                      <a:pt x="642" y="7"/>
                      <a:pt x="645" y="7"/>
                    </a:cubicBezTo>
                    <a:cubicBezTo>
                      <a:pt x="646" y="7"/>
                      <a:pt x="646" y="7"/>
                      <a:pt x="647" y="7"/>
                    </a:cubicBezTo>
                    <a:cubicBezTo>
                      <a:pt x="648" y="7"/>
                      <a:pt x="648" y="7"/>
                      <a:pt x="648" y="7"/>
                    </a:cubicBezTo>
                    <a:cubicBezTo>
                      <a:pt x="649" y="7"/>
                      <a:pt x="649" y="7"/>
                      <a:pt x="649" y="7"/>
                    </a:cubicBezTo>
                    <a:cubicBezTo>
                      <a:pt x="650" y="7"/>
                      <a:pt x="650" y="7"/>
                      <a:pt x="650" y="7"/>
                    </a:cubicBezTo>
                    <a:lnTo>
                      <a:pt x="651" y="7"/>
                    </a:lnTo>
                    <a:lnTo>
                      <a:pt x="652" y="7"/>
                    </a:lnTo>
                    <a:cubicBezTo>
                      <a:pt x="653" y="7"/>
                      <a:pt x="655" y="7"/>
                      <a:pt x="656" y="7"/>
                    </a:cubicBezTo>
                    <a:cubicBezTo>
                      <a:pt x="657" y="7"/>
                      <a:pt x="657" y="7"/>
                      <a:pt x="657" y="7"/>
                    </a:cubicBezTo>
                    <a:cubicBezTo>
                      <a:pt x="658" y="7"/>
                      <a:pt x="659" y="7"/>
                      <a:pt x="659" y="7"/>
                    </a:cubicBezTo>
                    <a:lnTo>
                      <a:pt x="660" y="7"/>
                    </a:lnTo>
                    <a:lnTo>
                      <a:pt x="661" y="7"/>
                    </a:lnTo>
                    <a:cubicBezTo>
                      <a:pt x="664" y="7"/>
                      <a:pt x="667" y="7"/>
                      <a:pt x="670" y="7"/>
                    </a:cubicBezTo>
                    <a:cubicBezTo>
                      <a:pt x="674" y="7"/>
                      <a:pt x="677" y="7"/>
                      <a:pt x="681" y="7"/>
                    </a:cubicBezTo>
                    <a:cubicBezTo>
                      <a:pt x="691" y="6"/>
                      <a:pt x="702" y="6"/>
                      <a:pt x="712" y="6"/>
                    </a:cubicBezTo>
                    <a:cubicBezTo>
                      <a:pt x="714" y="6"/>
                      <a:pt x="717" y="6"/>
                      <a:pt x="719" y="6"/>
                    </a:cubicBezTo>
                    <a:cubicBezTo>
                      <a:pt x="721" y="6"/>
                      <a:pt x="723" y="6"/>
                      <a:pt x="724" y="6"/>
                    </a:cubicBezTo>
                    <a:cubicBezTo>
                      <a:pt x="726" y="6"/>
                      <a:pt x="728" y="5"/>
                      <a:pt x="730" y="5"/>
                    </a:cubicBezTo>
                    <a:lnTo>
                      <a:pt x="731" y="5"/>
                    </a:lnTo>
                    <a:cubicBezTo>
                      <a:pt x="730" y="5"/>
                      <a:pt x="730" y="5"/>
                      <a:pt x="730" y="5"/>
                    </a:cubicBezTo>
                    <a:lnTo>
                      <a:pt x="731" y="5"/>
                    </a:lnTo>
                    <a:lnTo>
                      <a:pt x="732" y="5"/>
                    </a:lnTo>
                    <a:cubicBezTo>
                      <a:pt x="734" y="5"/>
                      <a:pt x="736" y="5"/>
                      <a:pt x="738" y="5"/>
                    </a:cubicBezTo>
                    <a:cubicBezTo>
                      <a:pt x="739" y="5"/>
                      <a:pt x="739" y="5"/>
                      <a:pt x="740" y="5"/>
                    </a:cubicBezTo>
                    <a:lnTo>
                      <a:pt x="739" y="5"/>
                    </a:lnTo>
                    <a:cubicBezTo>
                      <a:pt x="740" y="5"/>
                      <a:pt x="740" y="5"/>
                      <a:pt x="740" y="5"/>
                    </a:cubicBezTo>
                    <a:lnTo>
                      <a:pt x="741" y="5"/>
                    </a:lnTo>
                    <a:lnTo>
                      <a:pt x="742" y="5"/>
                    </a:lnTo>
                    <a:lnTo>
                      <a:pt x="743" y="5"/>
                    </a:lnTo>
                    <a:cubicBezTo>
                      <a:pt x="743" y="5"/>
                      <a:pt x="744" y="5"/>
                      <a:pt x="745" y="5"/>
                    </a:cubicBezTo>
                    <a:lnTo>
                      <a:pt x="746" y="5"/>
                    </a:lnTo>
                    <a:lnTo>
                      <a:pt x="747" y="5"/>
                    </a:lnTo>
                    <a:lnTo>
                      <a:pt x="748" y="5"/>
                    </a:lnTo>
                    <a:lnTo>
                      <a:pt x="749" y="4"/>
                    </a:lnTo>
                    <a:lnTo>
                      <a:pt x="748" y="4"/>
                    </a:lnTo>
                    <a:cubicBezTo>
                      <a:pt x="749" y="4"/>
                      <a:pt x="749" y="4"/>
                      <a:pt x="749" y="4"/>
                    </a:cubicBezTo>
                    <a:cubicBezTo>
                      <a:pt x="751" y="4"/>
                      <a:pt x="751" y="4"/>
                      <a:pt x="752" y="4"/>
                    </a:cubicBezTo>
                    <a:lnTo>
                      <a:pt x="753" y="4"/>
                    </a:lnTo>
                    <a:cubicBezTo>
                      <a:pt x="754" y="4"/>
                      <a:pt x="754" y="4"/>
                      <a:pt x="754" y="4"/>
                    </a:cubicBezTo>
                    <a:cubicBezTo>
                      <a:pt x="757" y="4"/>
                      <a:pt x="761" y="4"/>
                      <a:pt x="763" y="4"/>
                    </a:cubicBezTo>
                    <a:cubicBezTo>
                      <a:pt x="767" y="4"/>
                      <a:pt x="770" y="4"/>
                      <a:pt x="774" y="4"/>
                    </a:cubicBezTo>
                    <a:lnTo>
                      <a:pt x="773" y="4"/>
                    </a:lnTo>
                    <a:cubicBezTo>
                      <a:pt x="777" y="4"/>
                      <a:pt x="781" y="4"/>
                      <a:pt x="785" y="4"/>
                    </a:cubicBezTo>
                    <a:cubicBezTo>
                      <a:pt x="784" y="4"/>
                      <a:pt x="784" y="4"/>
                      <a:pt x="784" y="4"/>
                    </a:cubicBezTo>
                    <a:cubicBezTo>
                      <a:pt x="787" y="4"/>
                      <a:pt x="791" y="4"/>
                      <a:pt x="795" y="4"/>
                    </a:cubicBezTo>
                    <a:cubicBezTo>
                      <a:pt x="796" y="4"/>
                      <a:pt x="796" y="4"/>
                      <a:pt x="796" y="3"/>
                    </a:cubicBezTo>
                    <a:cubicBezTo>
                      <a:pt x="803" y="3"/>
                      <a:pt x="810" y="3"/>
                      <a:pt x="816" y="3"/>
                    </a:cubicBezTo>
                    <a:lnTo>
                      <a:pt x="815" y="3"/>
                    </a:lnTo>
                    <a:cubicBezTo>
                      <a:pt x="818" y="3"/>
                      <a:pt x="821" y="3"/>
                      <a:pt x="824" y="3"/>
                    </a:cubicBezTo>
                    <a:lnTo>
                      <a:pt x="825" y="3"/>
                    </a:lnTo>
                    <a:lnTo>
                      <a:pt x="826" y="3"/>
                    </a:lnTo>
                    <a:cubicBezTo>
                      <a:pt x="828" y="3"/>
                      <a:pt x="830" y="3"/>
                      <a:pt x="833" y="3"/>
                    </a:cubicBezTo>
                    <a:cubicBezTo>
                      <a:pt x="834" y="3"/>
                      <a:pt x="834" y="3"/>
                      <a:pt x="835" y="3"/>
                    </a:cubicBezTo>
                    <a:cubicBezTo>
                      <a:pt x="834" y="3"/>
                      <a:pt x="834" y="3"/>
                      <a:pt x="834" y="3"/>
                    </a:cubicBezTo>
                    <a:lnTo>
                      <a:pt x="835" y="3"/>
                    </a:lnTo>
                    <a:cubicBezTo>
                      <a:pt x="837" y="3"/>
                      <a:pt x="839" y="3"/>
                      <a:pt x="840" y="3"/>
                    </a:cubicBezTo>
                    <a:lnTo>
                      <a:pt x="839" y="3"/>
                    </a:lnTo>
                    <a:cubicBezTo>
                      <a:pt x="840" y="3"/>
                      <a:pt x="840" y="3"/>
                      <a:pt x="841" y="3"/>
                    </a:cubicBezTo>
                    <a:cubicBezTo>
                      <a:pt x="844" y="2"/>
                      <a:pt x="846" y="2"/>
                      <a:pt x="849" y="2"/>
                    </a:cubicBezTo>
                    <a:lnTo>
                      <a:pt x="850" y="2"/>
                    </a:lnTo>
                    <a:cubicBezTo>
                      <a:pt x="852" y="2"/>
                      <a:pt x="854" y="2"/>
                      <a:pt x="856" y="2"/>
                    </a:cubicBezTo>
                    <a:cubicBezTo>
                      <a:pt x="858" y="2"/>
                      <a:pt x="861" y="2"/>
                      <a:pt x="863" y="2"/>
                    </a:cubicBezTo>
                    <a:cubicBezTo>
                      <a:pt x="864" y="2"/>
                      <a:pt x="864" y="2"/>
                      <a:pt x="864" y="2"/>
                    </a:cubicBezTo>
                    <a:cubicBezTo>
                      <a:pt x="883" y="1"/>
                      <a:pt x="902" y="0"/>
                      <a:pt x="920" y="0"/>
                    </a:cubicBezTo>
                    <a:cubicBezTo>
                      <a:pt x="925" y="0"/>
                      <a:pt x="931" y="3"/>
                      <a:pt x="931" y="9"/>
                    </a:cubicBezTo>
                    <a:cubicBezTo>
                      <a:pt x="931" y="15"/>
                      <a:pt x="927" y="20"/>
                      <a:pt x="921" y="20"/>
                    </a:cubicBezTo>
                    <a:cubicBezTo>
                      <a:pt x="882" y="20"/>
                      <a:pt x="844" y="21"/>
                      <a:pt x="805" y="22"/>
                    </a:cubicBezTo>
                    <a:cubicBezTo>
                      <a:pt x="803" y="22"/>
                      <a:pt x="801" y="22"/>
                      <a:pt x="798" y="22"/>
                    </a:cubicBezTo>
                    <a:lnTo>
                      <a:pt x="797" y="22"/>
                    </a:lnTo>
                    <a:cubicBezTo>
                      <a:pt x="798" y="22"/>
                      <a:pt x="798" y="22"/>
                      <a:pt x="798" y="22"/>
                    </a:cubicBezTo>
                    <a:cubicBezTo>
                      <a:pt x="797" y="22"/>
                      <a:pt x="797" y="22"/>
                      <a:pt x="797" y="22"/>
                    </a:cubicBezTo>
                    <a:cubicBezTo>
                      <a:pt x="793" y="22"/>
                      <a:pt x="789" y="22"/>
                      <a:pt x="785" y="23"/>
                    </a:cubicBezTo>
                    <a:cubicBezTo>
                      <a:pt x="782" y="23"/>
                      <a:pt x="778" y="23"/>
                      <a:pt x="775" y="23"/>
                    </a:cubicBezTo>
                    <a:lnTo>
                      <a:pt x="774" y="23"/>
                    </a:lnTo>
                    <a:lnTo>
                      <a:pt x="773" y="23"/>
                    </a:lnTo>
                    <a:cubicBezTo>
                      <a:pt x="765" y="23"/>
                      <a:pt x="755" y="23"/>
                      <a:pt x="747" y="23"/>
                    </a:cubicBezTo>
                    <a:cubicBezTo>
                      <a:pt x="745" y="23"/>
                      <a:pt x="743" y="23"/>
                      <a:pt x="741" y="23"/>
                    </a:cubicBezTo>
                    <a:lnTo>
                      <a:pt x="740" y="23"/>
                    </a:lnTo>
                    <a:cubicBezTo>
                      <a:pt x="735" y="24"/>
                      <a:pt x="731" y="24"/>
                      <a:pt x="726" y="24"/>
                    </a:cubicBezTo>
                    <a:lnTo>
                      <a:pt x="725" y="24"/>
                    </a:lnTo>
                    <a:cubicBezTo>
                      <a:pt x="723" y="24"/>
                      <a:pt x="721" y="24"/>
                      <a:pt x="719" y="24"/>
                    </a:cubicBezTo>
                    <a:cubicBezTo>
                      <a:pt x="710" y="24"/>
                      <a:pt x="701" y="24"/>
                      <a:pt x="692" y="24"/>
                    </a:cubicBezTo>
                    <a:cubicBezTo>
                      <a:pt x="693" y="24"/>
                      <a:pt x="693" y="24"/>
                      <a:pt x="693" y="24"/>
                    </a:cubicBezTo>
                    <a:cubicBezTo>
                      <a:pt x="689" y="24"/>
                      <a:pt x="686" y="24"/>
                      <a:pt x="682" y="25"/>
                    </a:cubicBezTo>
                    <a:cubicBezTo>
                      <a:pt x="678" y="25"/>
                      <a:pt x="674" y="25"/>
                      <a:pt x="671" y="25"/>
                    </a:cubicBezTo>
                    <a:lnTo>
                      <a:pt x="672" y="25"/>
                    </a:lnTo>
                    <a:cubicBezTo>
                      <a:pt x="669" y="25"/>
                      <a:pt x="664" y="25"/>
                      <a:pt x="661" y="25"/>
                    </a:cubicBezTo>
                    <a:lnTo>
                      <a:pt x="660" y="25"/>
                    </a:lnTo>
                    <a:cubicBezTo>
                      <a:pt x="653" y="25"/>
                      <a:pt x="646" y="25"/>
                      <a:pt x="639" y="25"/>
                    </a:cubicBezTo>
                    <a:lnTo>
                      <a:pt x="638" y="25"/>
                    </a:lnTo>
                    <a:lnTo>
                      <a:pt x="639" y="25"/>
                    </a:lnTo>
                    <a:cubicBezTo>
                      <a:pt x="635" y="25"/>
                      <a:pt x="632" y="26"/>
                      <a:pt x="628" y="26"/>
                    </a:cubicBezTo>
                    <a:lnTo>
                      <a:pt x="629" y="26"/>
                    </a:lnTo>
                    <a:cubicBezTo>
                      <a:pt x="628" y="26"/>
                      <a:pt x="627" y="26"/>
                      <a:pt x="625" y="26"/>
                    </a:cubicBezTo>
                    <a:cubicBezTo>
                      <a:pt x="626" y="26"/>
                      <a:pt x="626" y="26"/>
                      <a:pt x="627" y="26"/>
                    </a:cubicBezTo>
                    <a:cubicBezTo>
                      <a:pt x="626" y="26"/>
                      <a:pt x="625" y="26"/>
                      <a:pt x="624" y="26"/>
                    </a:cubicBezTo>
                    <a:lnTo>
                      <a:pt x="622" y="26"/>
                    </a:lnTo>
                    <a:lnTo>
                      <a:pt x="621" y="26"/>
                    </a:lnTo>
                    <a:lnTo>
                      <a:pt x="620" y="26"/>
                    </a:lnTo>
                    <a:cubicBezTo>
                      <a:pt x="619" y="26"/>
                      <a:pt x="618" y="26"/>
                      <a:pt x="618" y="26"/>
                    </a:cubicBezTo>
                    <a:lnTo>
                      <a:pt x="617" y="26"/>
                    </a:lnTo>
                    <a:lnTo>
                      <a:pt x="616" y="26"/>
                    </a:lnTo>
                    <a:cubicBezTo>
                      <a:pt x="615" y="26"/>
                      <a:pt x="615" y="26"/>
                      <a:pt x="614" y="26"/>
                    </a:cubicBezTo>
                    <a:lnTo>
                      <a:pt x="613" y="26"/>
                    </a:lnTo>
                    <a:lnTo>
                      <a:pt x="612" y="26"/>
                    </a:lnTo>
                    <a:lnTo>
                      <a:pt x="611" y="26"/>
                    </a:lnTo>
                    <a:cubicBezTo>
                      <a:pt x="610" y="26"/>
                      <a:pt x="610" y="27"/>
                      <a:pt x="609" y="27"/>
                    </a:cubicBezTo>
                    <a:cubicBezTo>
                      <a:pt x="610" y="27"/>
                      <a:pt x="610" y="26"/>
                      <a:pt x="610" y="26"/>
                    </a:cubicBezTo>
                    <a:cubicBezTo>
                      <a:pt x="610" y="27"/>
                      <a:pt x="609" y="27"/>
                      <a:pt x="608" y="27"/>
                    </a:cubicBezTo>
                    <a:lnTo>
                      <a:pt x="607" y="27"/>
                    </a:lnTo>
                    <a:lnTo>
                      <a:pt x="608" y="27"/>
                    </a:lnTo>
                    <a:cubicBezTo>
                      <a:pt x="607" y="27"/>
                      <a:pt x="607" y="27"/>
                      <a:pt x="606" y="27"/>
                    </a:cubicBezTo>
                    <a:lnTo>
                      <a:pt x="605" y="27"/>
                    </a:lnTo>
                    <a:lnTo>
                      <a:pt x="604" y="27"/>
                    </a:lnTo>
                    <a:cubicBezTo>
                      <a:pt x="603" y="27"/>
                      <a:pt x="602" y="27"/>
                      <a:pt x="601" y="27"/>
                    </a:cubicBezTo>
                    <a:lnTo>
                      <a:pt x="602" y="27"/>
                    </a:lnTo>
                    <a:cubicBezTo>
                      <a:pt x="600" y="27"/>
                      <a:pt x="598" y="27"/>
                      <a:pt x="596" y="27"/>
                    </a:cubicBezTo>
                    <a:cubicBezTo>
                      <a:pt x="595" y="27"/>
                      <a:pt x="594" y="27"/>
                      <a:pt x="593" y="27"/>
                    </a:cubicBezTo>
                    <a:cubicBezTo>
                      <a:pt x="593" y="27"/>
                      <a:pt x="594" y="27"/>
                      <a:pt x="595" y="27"/>
                    </a:cubicBezTo>
                    <a:cubicBezTo>
                      <a:pt x="590" y="27"/>
                      <a:pt x="587" y="27"/>
                      <a:pt x="583" y="27"/>
                    </a:cubicBezTo>
                    <a:lnTo>
                      <a:pt x="582" y="27"/>
                    </a:lnTo>
                    <a:cubicBezTo>
                      <a:pt x="582" y="27"/>
                      <a:pt x="581" y="27"/>
                      <a:pt x="579" y="27"/>
                    </a:cubicBezTo>
                    <a:lnTo>
                      <a:pt x="578" y="27"/>
                    </a:lnTo>
                    <a:lnTo>
                      <a:pt x="579" y="27"/>
                    </a:lnTo>
                    <a:cubicBezTo>
                      <a:pt x="576" y="27"/>
                      <a:pt x="574" y="27"/>
                      <a:pt x="572" y="27"/>
                    </a:cubicBezTo>
                    <a:lnTo>
                      <a:pt x="571" y="27"/>
                    </a:lnTo>
                    <a:lnTo>
                      <a:pt x="570" y="27"/>
                    </a:lnTo>
                    <a:cubicBezTo>
                      <a:pt x="569" y="27"/>
                      <a:pt x="569" y="27"/>
                      <a:pt x="569" y="27"/>
                    </a:cubicBezTo>
                    <a:cubicBezTo>
                      <a:pt x="560" y="28"/>
                      <a:pt x="551" y="28"/>
                      <a:pt x="542" y="28"/>
                    </a:cubicBezTo>
                    <a:cubicBezTo>
                      <a:pt x="537" y="28"/>
                      <a:pt x="533" y="28"/>
                      <a:pt x="528" y="28"/>
                    </a:cubicBezTo>
                    <a:cubicBezTo>
                      <a:pt x="529" y="28"/>
                      <a:pt x="529" y="28"/>
                      <a:pt x="529" y="28"/>
                    </a:cubicBezTo>
                    <a:lnTo>
                      <a:pt x="528" y="28"/>
                    </a:lnTo>
                    <a:cubicBezTo>
                      <a:pt x="523" y="28"/>
                      <a:pt x="519" y="28"/>
                      <a:pt x="515" y="28"/>
                    </a:cubicBezTo>
                    <a:cubicBezTo>
                      <a:pt x="510" y="29"/>
                      <a:pt x="505" y="29"/>
                      <a:pt x="501" y="29"/>
                    </a:cubicBezTo>
                    <a:lnTo>
                      <a:pt x="500" y="29"/>
                    </a:lnTo>
                    <a:cubicBezTo>
                      <a:pt x="471" y="30"/>
                      <a:pt x="442" y="30"/>
                      <a:pt x="412" y="31"/>
                    </a:cubicBezTo>
                    <a:lnTo>
                      <a:pt x="413" y="31"/>
                    </a:lnTo>
                    <a:cubicBezTo>
                      <a:pt x="408" y="31"/>
                      <a:pt x="403" y="31"/>
                      <a:pt x="398" y="31"/>
                    </a:cubicBezTo>
                    <a:lnTo>
                      <a:pt x="397" y="31"/>
                    </a:lnTo>
                    <a:cubicBezTo>
                      <a:pt x="392" y="31"/>
                      <a:pt x="388" y="32"/>
                      <a:pt x="382" y="32"/>
                    </a:cubicBezTo>
                    <a:lnTo>
                      <a:pt x="383" y="32"/>
                    </a:lnTo>
                    <a:cubicBezTo>
                      <a:pt x="382" y="32"/>
                      <a:pt x="382" y="32"/>
                      <a:pt x="382" y="32"/>
                    </a:cubicBezTo>
                    <a:lnTo>
                      <a:pt x="381" y="32"/>
                    </a:lnTo>
                    <a:cubicBezTo>
                      <a:pt x="380" y="32"/>
                      <a:pt x="378" y="32"/>
                      <a:pt x="375" y="32"/>
                    </a:cubicBezTo>
                    <a:lnTo>
                      <a:pt x="374" y="32"/>
                    </a:lnTo>
                    <a:cubicBezTo>
                      <a:pt x="372" y="32"/>
                      <a:pt x="370" y="32"/>
                      <a:pt x="367" y="32"/>
                    </a:cubicBezTo>
                    <a:cubicBezTo>
                      <a:pt x="362" y="32"/>
                      <a:pt x="357" y="32"/>
                      <a:pt x="352" y="32"/>
                    </a:cubicBezTo>
                    <a:lnTo>
                      <a:pt x="351" y="32"/>
                    </a:lnTo>
                    <a:lnTo>
                      <a:pt x="350" y="32"/>
                    </a:lnTo>
                    <a:cubicBezTo>
                      <a:pt x="351" y="32"/>
                      <a:pt x="351" y="32"/>
                      <a:pt x="351" y="32"/>
                    </a:cubicBezTo>
                    <a:cubicBezTo>
                      <a:pt x="346" y="32"/>
                      <a:pt x="342" y="32"/>
                      <a:pt x="338" y="33"/>
                    </a:cubicBezTo>
                    <a:cubicBezTo>
                      <a:pt x="337" y="33"/>
                      <a:pt x="337" y="33"/>
                      <a:pt x="336" y="33"/>
                    </a:cubicBezTo>
                    <a:cubicBezTo>
                      <a:pt x="337" y="33"/>
                      <a:pt x="337" y="33"/>
                      <a:pt x="337" y="33"/>
                    </a:cubicBezTo>
                    <a:cubicBezTo>
                      <a:pt x="333" y="33"/>
                      <a:pt x="329" y="33"/>
                      <a:pt x="325" y="33"/>
                    </a:cubicBezTo>
                    <a:cubicBezTo>
                      <a:pt x="321" y="33"/>
                      <a:pt x="317" y="33"/>
                      <a:pt x="313" y="34"/>
                    </a:cubicBezTo>
                    <a:cubicBezTo>
                      <a:pt x="308" y="34"/>
                      <a:pt x="303" y="34"/>
                      <a:pt x="299" y="34"/>
                    </a:cubicBezTo>
                    <a:cubicBezTo>
                      <a:pt x="298" y="34"/>
                      <a:pt x="298" y="34"/>
                      <a:pt x="298" y="34"/>
                    </a:cubicBezTo>
                    <a:cubicBezTo>
                      <a:pt x="293" y="34"/>
                      <a:pt x="288" y="34"/>
                      <a:pt x="283" y="34"/>
                    </a:cubicBezTo>
                    <a:cubicBezTo>
                      <a:pt x="282" y="34"/>
                      <a:pt x="282" y="34"/>
                      <a:pt x="282" y="34"/>
                    </a:cubicBezTo>
                    <a:cubicBezTo>
                      <a:pt x="276" y="34"/>
                      <a:pt x="271" y="34"/>
                      <a:pt x="265" y="34"/>
                    </a:cubicBezTo>
                    <a:lnTo>
                      <a:pt x="266" y="34"/>
                    </a:lnTo>
                    <a:cubicBezTo>
                      <a:pt x="265" y="34"/>
                      <a:pt x="265" y="34"/>
                      <a:pt x="265" y="34"/>
                    </a:cubicBezTo>
                    <a:cubicBezTo>
                      <a:pt x="260" y="35"/>
                      <a:pt x="255" y="35"/>
                      <a:pt x="250" y="35"/>
                    </a:cubicBezTo>
                    <a:cubicBezTo>
                      <a:pt x="249" y="35"/>
                      <a:pt x="249" y="35"/>
                      <a:pt x="248" y="35"/>
                    </a:cubicBezTo>
                    <a:cubicBezTo>
                      <a:pt x="249" y="35"/>
                      <a:pt x="249" y="35"/>
                      <a:pt x="249" y="35"/>
                    </a:cubicBezTo>
                    <a:cubicBezTo>
                      <a:pt x="250" y="35"/>
                      <a:pt x="250" y="35"/>
                      <a:pt x="250" y="35"/>
                    </a:cubicBezTo>
                    <a:cubicBezTo>
                      <a:pt x="249" y="35"/>
                      <a:pt x="249" y="35"/>
                      <a:pt x="248" y="35"/>
                    </a:cubicBezTo>
                    <a:cubicBezTo>
                      <a:pt x="243" y="35"/>
                      <a:pt x="239" y="35"/>
                      <a:pt x="233" y="35"/>
                    </a:cubicBezTo>
                    <a:lnTo>
                      <a:pt x="232" y="35"/>
                    </a:lnTo>
                    <a:cubicBezTo>
                      <a:pt x="233" y="35"/>
                      <a:pt x="233" y="35"/>
                      <a:pt x="233" y="35"/>
                    </a:cubicBezTo>
                    <a:cubicBezTo>
                      <a:pt x="228" y="35"/>
                      <a:pt x="223" y="35"/>
                      <a:pt x="218" y="35"/>
                    </a:cubicBezTo>
                    <a:lnTo>
                      <a:pt x="217" y="35"/>
                    </a:lnTo>
                    <a:lnTo>
                      <a:pt x="218" y="35"/>
                    </a:lnTo>
                    <a:lnTo>
                      <a:pt x="217" y="35"/>
                    </a:lnTo>
                    <a:lnTo>
                      <a:pt x="216" y="35"/>
                    </a:lnTo>
                    <a:cubicBezTo>
                      <a:pt x="217" y="35"/>
                      <a:pt x="217" y="35"/>
                      <a:pt x="217" y="35"/>
                    </a:cubicBezTo>
                    <a:cubicBezTo>
                      <a:pt x="216" y="35"/>
                      <a:pt x="216" y="35"/>
                      <a:pt x="216" y="35"/>
                    </a:cubicBezTo>
                    <a:lnTo>
                      <a:pt x="215" y="35"/>
                    </a:lnTo>
                    <a:cubicBezTo>
                      <a:pt x="215" y="35"/>
                      <a:pt x="215" y="36"/>
                      <a:pt x="214" y="36"/>
                    </a:cubicBezTo>
                    <a:lnTo>
                      <a:pt x="215" y="36"/>
                    </a:lnTo>
                    <a:cubicBezTo>
                      <a:pt x="213" y="36"/>
                      <a:pt x="212" y="36"/>
                      <a:pt x="211" y="36"/>
                    </a:cubicBezTo>
                    <a:lnTo>
                      <a:pt x="210" y="36"/>
                    </a:lnTo>
                    <a:cubicBezTo>
                      <a:pt x="209" y="36"/>
                      <a:pt x="209" y="36"/>
                      <a:pt x="208" y="36"/>
                    </a:cubicBezTo>
                    <a:cubicBezTo>
                      <a:pt x="206" y="36"/>
                      <a:pt x="206" y="36"/>
                      <a:pt x="205" y="36"/>
                    </a:cubicBezTo>
                    <a:lnTo>
                      <a:pt x="206" y="36"/>
                    </a:lnTo>
                    <a:cubicBezTo>
                      <a:pt x="206" y="36"/>
                      <a:pt x="205" y="36"/>
                      <a:pt x="204" y="36"/>
                    </a:cubicBezTo>
                    <a:lnTo>
                      <a:pt x="203" y="36"/>
                    </a:lnTo>
                    <a:cubicBezTo>
                      <a:pt x="204" y="36"/>
                      <a:pt x="204" y="36"/>
                      <a:pt x="204" y="36"/>
                    </a:cubicBezTo>
                    <a:cubicBezTo>
                      <a:pt x="202" y="36"/>
                      <a:pt x="200" y="36"/>
                      <a:pt x="198" y="36"/>
                    </a:cubicBezTo>
                    <a:lnTo>
                      <a:pt x="197" y="36"/>
                    </a:lnTo>
                    <a:cubicBezTo>
                      <a:pt x="195" y="36"/>
                      <a:pt x="194" y="36"/>
                      <a:pt x="192" y="37"/>
                    </a:cubicBezTo>
                    <a:lnTo>
                      <a:pt x="191" y="37"/>
                    </a:lnTo>
                    <a:cubicBezTo>
                      <a:pt x="187" y="37"/>
                      <a:pt x="182" y="37"/>
                      <a:pt x="177" y="37"/>
                    </a:cubicBezTo>
                    <a:lnTo>
                      <a:pt x="176" y="37"/>
                    </a:lnTo>
                    <a:lnTo>
                      <a:pt x="177" y="37"/>
                    </a:lnTo>
                    <a:cubicBezTo>
                      <a:pt x="176" y="37"/>
                      <a:pt x="176" y="37"/>
                      <a:pt x="176" y="37"/>
                    </a:cubicBezTo>
                    <a:cubicBezTo>
                      <a:pt x="172" y="37"/>
                      <a:pt x="167" y="37"/>
                      <a:pt x="163" y="37"/>
                    </a:cubicBezTo>
                    <a:lnTo>
                      <a:pt x="162" y="37"/>
                    </a:lnTo>
                    <a:lnTo>
                      <a:pt x="163" y="37"/>
                    </a:lnTo>
                    <a:lnTo>
                      <a:pt x="162" y="37"/>
                    </a:lnTo>
                    <a:cubicBezTo>
                      <a:pt x="158" y="37"/>
                      <a:pt x="153" y="37"/>
                      <a:pt x="149" y="38"/>
                    </a:cubicBezTo>
                    <a:lnTo>
                      <a:pt x="148" y="38"/>
                    </a:lnTo>
                    <a:lnTo>
                      <a:pt x="147" y="38"/>
                    </a:lnTo>
                    <a:lnTo>
                      <a:pt x="148" y="38"/>
                    </a:lnTo>
                    <a:cubicBezTo>
                      <a:pt x="142" y="38"/>
                      <a:pt x="137" y="38"/>
                      <a:pt x="132" y="38"/>
                    </a:cubicBezTo>
                    <a:cubicBezTo>
                      <a:pt x="131" y="38"/>
                      <a:pt x="131" y="38"/>
                      <a:pt x="131" y="38"/>
                    </a:cubicBezTo>
                    <a:cubicBezTo>
                      <a:pt x="128" y="38"/>
                      <a:pt x="125" y="38"/>
                      <a:pt x="123" y="38"/>
                    </a:cubicBezTo>
                    <a:lnTo>
                      <a:pt x="124" y="38"/>
                    </a:lnTo>
                    <a:cubicBezTo>
                      <a:pt x="120" y="38"/>
                      <a:pt x="117" y="38"/>
                      <a:pt x="114" y="38"/>
                    </a:cubicBezTo>
                    <a:cubicBezTo>
                      <a:pt x="113" y="38"/>
                      <a:pt x="113" y="38"/>
                      <a:pt x="112" y="38"/>
                    </a:cubicBezTo>
                    <a:lnTo>
                      <a:pt x="113" y="38"/>
                    </a:lnTo>
                    <a:cubicBezTo>
                      <a:pt x="113" y="38"/>
                      <a:pt x="112" y="38"/>
                      <a:pt x="111" y="38"/>
                    </a:cubicBezTo>
                    <a:cubicBezTo>
                      <a:pt x="110" y="38"/>
                      <a:pt x="110" y="38"/>
                      <a:pt x="110" y="39"/>
                    </a:cubicBezTo>
                    <a:cubicBezTo>
                      <a:pt x="110" y="38"/>
                      <a:pt x="110" y="38"/>
                      <a:pt x="110" y="38"/>
                    </a:cubicBezTo>
                    <a:cubicBezTo>
                      <a:pt x="109" y="39"/>
                      <a:pt x="108" y="39"/>
                      <a:pt x="107" y="39"/>
                    </a:cubicBezTo>
                    <a:cubicBezTo>
                      <a:pt x="106" y="39"/>
                      <a:pt x="105" y="39"/>
                      <a:pt x="103" y="39"/>
                    </a:cubicBezTo>
                    <a:cubicBezTo>
                      <a:pt x="101" y="39"/>
                      <a:pt x="99" y="39"/>
                      <a:pt x="97" y="39"/>
                    </a:cubicBezTo>
                    <a:lnTo>
                      <a:pt x="98" y="39"/>
                    </a:lnTo>
                    <a:cubicBezTo>
                      <a:pt x="97" y="39"/>
                      <a:pt x="96" y="39"/>
                      <a:pt x="95" y="39"/>
                    </a:cubicBezTo>
                    <a:lnTo>
                      <a:pt x="94" y="39"/>
                    </a:lnTo>
                    <a:cubicBezTo>
                      <a:pt x="93" y="39"/>
                      <a:pt x="93" y="39"/>
                      <a:pt x="92" y="39"/>
                    </a:cubicBezTo>
                    <a:cubicBezTo>
                      <a:pt x="90" y="39"/>
                      <a:pt x="88" y="39"/>
                      <a:pt x="86" y="39"/>
                    </a:cubicBezTo>
                    <a:lnTo>
                      <a:pt x="85" y="39"/>
                    </a:lnTo>
                    <a:cubicBezTo>
                      <a:pt x="86" y="39"/>
                      <a:pt x="86" y="39"/>
                      <a:pt x="86" y="39"/>
                    </a:cubicBezTo>
                    <a:cubicBezTo>
                      <a:pt x="85" y="39"/>
                      <a:pt x="85" y="39"/>
                      <a:pt x="84" y="39"/>
                    </a:cubicBezTo>
                    <a:lnTo>
                      <a:pt x="85" y="39"/>
                    </a:lnTo>
                    <a:lnTo>
                      <a:pt x="84" y="39"/>
                    </a:lnTo>
                    <a:lnTo>
                      <a:pt x="83" y="39"/>
                    </a:lnTo>
                    <a:cubicBezTo>
                      <a:pt x="82" y="39"/>
                      <a:pt x="82" y="39"/>
                      <a:pt x="82" y="39"/>
                    </a:cubicBezTo>
                    <a:cubicBezTo>
                      <a:pt x="79" y="39"/>
                      <a:pt x="76" y="39"/>
                      <a:pt x="73" y="39"/>
                    </a:cubicBezTo>
                    <a:cubicBezTo>
                      <a:pt x="72" y="39"/>
                      <a:pt x="72" y="39"/>
                      <a:pt x="72" y="39"/>
                    </a:cubicBezTo>
                    <a:lnTo>
                      <a:pt x="71" y="39"/>
                    </a:lnTo>
                    <a:cubicBezTo>
                      <a:pt x="72" y="39"/>
                      <a:pt x="72" y="39"/>
                      <a:pt x="72" y="39"/>
                    </a:cubicBezTo>
                    <a:cubicBezTo>
                      <a:pt x="69" y="39"/>
                      <a:pt x="66" y="40"/>
                      <a:pt x="64" y="40"/>
                    </a:cubicBezTo>
                    <a:cubicBezTo>
                      <a:pt x="61" y="40"/>
                      <a:pt x="59" y="40"/>
                      <a:pt x="57" y="40"/>
                    </a:cubicBezTo>
                    <a:cubicBezTo>
                      <a:pt x="42" y="41"/>
                      <a:pt x="27" y="41"/>
                      <a:pt x="12" y="42"/>
                    </a:cubicBezTo>
                    <a:cubicBezTo>
                      <a:pt x="11" y="42"/>
                      <a:pt x="10" y="42"/>
                      <a:pt x="9" y="42"/>
                    </a:cubicBezTo>
                    <a:cubicBezTo>
                      <a:pt x="4" y="42"/>
                      <a:pt x="0" y="37"/>
                      <a:pt x="0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1" name="Google Shape;2891;p31"/>
              <p:cNvSpPr/>
              <p:nvPr/>
            </p:nvSpPr>
            <p:spPr>
              <a:xfrm>
                <a:off x="3286440" y="4197240"/>
                <a:ext cx="62280" cy="173880"/>
              </a:xfrm>
              <a:custGeom>
                <a:avLst/>
                <a:gdLst/>
                <a:ahLst/>
                <a:cxnLst/>
                <a:rect l="l" t="t" r="r" b="b"/>
                <a:pathLst>
                  <a:path w="173" h="483" extrusionOk="0">
                    <a:moveTo>
                      <a:pt x="151" y="474"/>
                    </a:moveTo>
                    <a:cubicBezTo>
                      <a:pt x="151" y="473"/>
                      <a:pt x="151" y="472"/>
                      <a:pt x="150" y="470"/>
                    </a:cubicBezTo>
                    <a:cubicBezTo>
                      <a:pt x="151" y="471"/>
                      <a:pt x="151" y="472"/>
                      <a:pt x="151" y="472"/>
                    </a:cubicBezTo>
                    <a:cubicBezTo>
                      <a:pt x="148" y="463"/>
                      <a:pt x="145" y="455"/>
                      <a:pt x="142" y="447"/>
                    </a:cubicBezTo>
                    <a:cubicBezTo>
                      <a:pt x="138" y="438"/>
                      <a:pt x="136" y="429"/>
                      <a:pt x="133" y="420"/>
                    </a:cubicBezTo>
                    <a:cubicBezTo>
                      <a:pt x="126" y="402"/>
                      <a:pt x="122" y="383"/>
                      <a:pt x="116" y="364"/>
                    </a:cubicBezTo>
                    <a:cubicBezTo>
                      <a:pt x="113" y="355"/>
                      <a:pt x="109" y="346"/>
                      <a:pt x="106" y="336"/>
                    </a:cubicBezTo>
                    <a:cubicBezTo>
                      <a:pt x="103" y="328"/>
                      <a:pt x="101" y="318"/>
                      <a:pt x="98" y="310"/>
                    </a:cubicBezTo>
                    <a:cubicBezTo>
                      <a:pt x="91" y="291"/>
                      <a:pt x="84" y="272"/>
                      <a:pt x="78" y="253"/>
                    </a:cubicBezTo>
                    <a:cubicBezTo>
                      <a:pt x="71" y="234"/>
                      <a:pt x="65" y="215"/>
                      <a:pt x="59" y="196"/>
                    </a:cubicBezTo>
                    <a:cubicBezTo>
                      <a:pt x="53" y="176"/>
                      <a:pt x="46" y="156"/>
                      <a:pt x="41" y="137"/>
                    </a:cubicBezTo>
                    <a:cubicBezTo>
                      <a:pt x="38" y="124"/>
                      <a:pt x="34" y="111"/>
                      <a:pt x="31" y="98"/>
                    </a:cubicBezTo>
                    <a:cubicBezTo>
                      <a:pt x="27" y="84"/>
                      <a:pt x="22" y="70"/>
                      <a:pt x="17" y="56"/>
                    </a:cubicBezTo>
                    <a:cubicBezTo>
                      <a:pt x="13" y="43"/>
                      <a:pt x="8" y="30"/>
                      <a:pt x="3" y="18"/>
                    </a:cubicBezTo>
                    <a:cubicBezTo>
                      <a:pt x="1" y="15"/>
                      <a:pt x="1" y="14"/>
                      <a:pt x="0" y="11"/>
                    </a:cubicBezTo>
                    <a:cubicBezTo>
                      <a:pt x="0" y="8"/>
                      <a:pt x="1" y="5"/>
                      <a:pt x="4" y="3"/>
                    </a:cubicBezTo>
                    <a:cubicBezTo>
                      <a:pt x="7" y="1"/>
                      <a:pt x="12" y="0"/>
                      <a:pt x="15" y="3"/>
                    </a:cubicBezTo>
                    <a:cubicBezTo>
                      <a:pt x="16" y="3"/>
                      <a:pt x="17" y="4"/>
                      <a:pt x="17" y="4"/>
                    </a:cubicBezTo>
                    <a:cubicBezTo>
                      <a:pt x="18" y="4"/>
                      <a:pt x="18" y="5"/>
                      <a:pt x="19" y="6"/>
                    </a:cubicBezTo>
                    <a:cubicBezTo>
                      <a:pt x="23" y="8"/>
                      <a:pt x="24" y="13"/>
                      <a:pt x="22" y="17"/>
                    </a:cubicBezTo>
                    <a:cubicBezTo>
                      <a:pt x="23" y="20"/>
                      <a:pt x="24" y="21"/>
                      <a:pt x="25" y="24"/>
                    </a:cubicBezTo>
                    <a:cubicBezTo>
                      <a:pt x="27" y="28"/>
                      <a:pt x="28" y="32"/>
                      <a:pt x="29" y="35"/>
                    </a:cubicBezTo>
                    <a:cubicBezTo>
                      <a:pt x="33" y="45"/>
                      <a:pt x="36" y="54"/>
                      <a:pt x="39" y="64"/>
                    </a:cubicBezTo>
                    <a:cubicBezTo>
                      <a:pt x="42" y="74"/>
                      <a:pt x="45" y="84"/>
                      <a:pt x="48" y="94"/>
                    </a:cubicBezTo>
                    <a:cubicBezTo>
                      <a:pt x="50" y="104"/>
                      <a:pt x="53" y="114"/>
                      <a:pt x="56" y="124"/>
                    </a:cubicBezTo>
                    <a:cubicBezTo>
                      <a:pt x="58" y="133"/>
                      <a:pt x="60" y="141"/>
                      <a:pt x="62" y="149"/>
                    </a:cubicBezTo>
                    <a:cubicBezTo>
                      <a:pt x="68" y="168"/>
                      <a:pt x="74" y="187"/>
                      <a:pt x="80" y="205"/>
                    </a:cubicBezTo>
                    <a:cubicBezTo>
                      <a:pt x="87" y="224"/>
                      <a:pt x="93" y="243"/>
                      <a:pt x="99" y="261"/>
                    </a:cubicBezTo>
                    <a:cubicBezTo>
                      <a:pt x="113" y="299"/>
                      <a:pt x="126" y="336"/>
                      <a:pt x="138" y="374"/>
                    </a:cubicBezTo>
                    <a:cubicBezTo>
                      <a:pt x="142" y="390"/>
                      <a:pt x="147" y="406"/>
                      <a:pt x="153" y="422"/>
                    </a:cubicBezTo>
                    <a:cubicBezTo>
                      <a:pt x="156" y="430"/>
                      <a:pt x="159" y="437"/>
                      <a:pt x="162" y="445"/>
                    </a:cubicBezTo>
                    <a:cubicBezTo>
                      <a:pt x="165" y="453"/>
                      <a:pt x="168" y="461"/>
                      <a:pt x="170" y="470"/>
                    </a:cubicBezTo>
                    <a:cubicBezTo>
                      <a:pt x="172" y="475"/>
                      <a:pt x="168" y="480"/>
                      <a:pt x="163" y="482"/>
                    </a:cubicBezTo>
                    <a:cubicBezTo>
                      <a:pt x="162" y="482"/>
                      <a:pt x="161" y="482"/>
                      <a:pt x="161" y="482"/>
                    </a:cubicBezTo>
                    <a:cubicBezTo>
                      <a:pt x="156" y="482"/>
                      <a:pt x="152" y="479"/>
                      <a:pt x="151" y="4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2" name="Google Shape;2892;p31"/>
              <p:cNvSpPr/>
              <p:nvPr/>
            </p:nvSpPr>
            <p:spPr>
              <a:xfrm>
                <a:off x="3336480" y="4200840"/>
                <a:ext cx="1063080" cy="599040"/>
              </a:xfrm>
              <a:custGeom>
                <a:avLst/>
                <a:gdLst/>
                <a:ahLst/>
                <a:cxnLst/>
                <a:rect l="l" t="t" r="r" b="b"/>
                <a:pathLst>
                  <a:path w="2953" h="1664" extrusionOk="0">
                    <a:moveTo>
                      <a:pt x="866" y="1662"/>
                    </a:moveTo>
                    <a:cubicBezTo>
                      <a:pt x="862" y="1661"/>
                      <a:pt x="859" y="1658"/>
                      <a:pt x="856" y="1654"/>
                    </a:cubicBezTo>
                    <a:cubicBezTo>
                      <a:pt x="849" y="1647"/>
                      <a:pt x="843" y="1639"/>
                      <a:pt x="837" y="1631"/>
                    </a:cubicBezTo>
                    <a:cubicBezTo>
                      <a:pt x="829" y="1620"/>
                      <a:pt x="822" y="1608"/>
                      <a:pt x="815" y="1596"/>
                    </a:cubicBezTo>
                    <a:cubicBezTo>
                      <a:pt x="809" y="1584"/>
                      <a:pt x="803" y="1572"/>
                      <a:pt x="798" y="1560"/>
                    </a:cubicBezTo>
                    <a:cubicBezTo>
                      <a:pt x="786" y="1534"/>
                      <a:pt x="776" y="1506"/>
                      <a:pt x="766" y="1479"/>
                    </a:cubicBezTo>
                    <a:cubicBezTo>
                      <a:pt x="749" y="1428"/>
                      <a:pt x="735" y="1376"/>
                      <a:pt x="720" y="1324"/>
                    </a:cubicBezTo>
                    <a:cubicBezTo>
                      <a:pt x="713" y="1299"/>
                      <a:pt x="706" y="1274"/>
                      <a:pt x="700" y="1249"/>
                    </a:cubicBezTo>
                    <a:cubicBezTo>
                      <a:pt x="693" y="1222"/>
                      <a:pt x="686" y="1195"/>
                      <a:pt x="678" y="1168"/>
                    </a:cubicBezTo>
                    <a:cubicBezTo>
                      <a:pt x="678" y="1168"/>
                      <a:pt x="678" y="1169"/>
                      <a:pt x="678" y="1170"/>
                    </a:cubicBezTo>
                    <a:cubicBezTo>
                      <a:pt x="672" y="1147"/>
                      <a:pt x="665" y="1124"/>
                      <a:pt x="658" y="1101"/>
                    </a:cubicBezTo>
                    <a:cubicBezTo>
                      <a:pt x="650" y="1079"/>
                      <a:pt x="643" y="1056"/>
                      <a:pt x="636" y="1033"/>
                    </a:cubicBezTo>
                    <a:cubicBezTo>
                      <a:pt x="631" y="1010"/>
                      <a:pt x="626" y="988"/>
                      <a:pt x="621" y="964"/>
                    </a:cubicBezTo>
                    <a:cubicBezTo>
                      <a:pt x="617" y="941"/>
                      <a:pt x="610" y="918"/>
                      <a:pt x="604" y="895"/>
                    </a:cubicBezTo>
                    <a:cubicBezTo>
                      <a:pt x="599" y="878"/>
                      <a:pt x="593" y="860"/>
                      <a:pt x="587" y="843"/>
                    </a:cubicBezTo>
                    <a:cubicBezTo>
                      <a:pt x="582" y="828"/>
                      <a:pt x="577" y="812"/>
                      <a:pt x="572" y="797"/>
                    </a:cubicBezTo>
                    <a:cubicBezTo>
                      <a:pt x="564" y="766"/>
                      <a:pt x="558" y="733"/>
                      <a:pt x="548" y="702"/>
                    </a:cubicBezTo>
                    <a:lnTo>
                      <a:pt x="548" y="703"/>
                    </a:lnTo>
                    <a:cubicBezTo>
                      <a:pt x="548" y="700"/>
                      <a:pt x="547" y="698"/>
                      <a:pt x="547" y="696"/>
                    </a:cubicBezTo>
                    <a:lnTo>
                      <a:pt x="547" y="695"/>
                    </a:lnTo>
                    <a:lnTo>
                      <a:pt x="546" y="695"/>
                    </a:lnTo>
                    <a:cubicBezTo>
                      <a:pt x="547" y="695"/>
                      <a:pt x="547" y="695"/>
                      <a:pt x="547" y="695"/>
                    </a:cubicBezTo>
                    <a:cubicBezTo>
                      <a:pt x="543" y="684"/>
                      <a:pt x="540" y="673"/>
                      <a:pt x="536" y="662"/>
                    </a:cubicBezTo>
                    <a:cubicBezTo>
                      <a:pt x="531" y="649"/>
                      <a:pt x="526" y="637"/>
                      <a:pt x="523" y="625"/>
                    </a:cubicBezTo>
                    <a:cubicBezTo>
                      <a:pt x="519" y="613"/>
                      <a:pt x="516" y="601"/>
                      <a:pt x="513" y="590"/>
                    </a:cubicBezTo>
                    <a:cubicBezTo>
                      <a:pt x="510" y="579"/>
                      <a:pt x="506" y="568"/>
                      <a:pt x="504" y="556"/>
                    </a:cubicBezTo>
                    <a:cubicBezTo>
                      <a:pt x="500" y="532"/>
                      <a:pt x="497" y="508"/>
                      <a:pt x="492" y="484"/>
                    </a:cubicBezTo>
                    <a:cubicBezTo>
                      <a:pt x="490" y="472"/>
                      <a:pt x="488" y="460"/>
                      <a:pt x="485" y="449"/>
                    </a:cubicBezTo>
                    <a:cubicBezTo>
                      <a:pt x="482" y="436"/>
                      <a:pt x="478" y="423"/>
                      <a:pt x="475" y="410"/>
                    </a:cubicBezTo>
                    <a:cubicBezTo>
                      <a:pt x="475" y="411"/>
                      <a:pt x="475" y="411"/>
                      <a:pt x="475" y="411"/>
                    </a:cubicBezTo>
                    <a:cubicBezTo>
                      <a:pt x="474" y="410"/>
                      <a:pt x="474" y="408"/>
                      <a:pt x="474" y="406"/>
                    </a:cubicBezTo>
                    <a:cubicBezTo>
                      <a:pt x="473" y="406"/>
                      <a:pt x="473" y="405"/>
                      <a:pt x="473" y="405"/>
                    </a:cubicBezTo>
                    <a:cubicBezTo>
                      <a:pt x="473" y="405"/>
                      <a:pt x="473" y="404"/>
                      <a:pt x="473" y="403"/>
                    </a:cubicBezTo>
                    <a:cubicBezTo>
                      <a:pt x="473" y="403"/>
                      <a:pt x="473" y="402"/>
                      <a:pt x="472" y="402"/>
                    </a:cubicBezTo>
                    <a:cubicBezTo>
                      <a:pt x="464" y="375"/>
                      <a:pt x="454" y="348"/>
                      <a:pt x="445" y="321"/>
                    </a:cubicBezTo>
                    <a:cubicBezTo>
                      <a:pt x="441" y="308"/>
                      <a:pt x="436" y="295"/>
                      <a:pt x="433" y="282"/>
                    </a:cubicBezTo>
                    <a:cubicBezTo>
                      <a:pt x="429" y="267"/>
                      <a:pt x="427" y="252"/>
                      <a:pt x="424" y="237"/>
                    </a:cubicBezTo>
                    <a:cubicBezTo>
                      <a:pt x="419" y="211"/>
                      <a:pt x="414" y="184"/>
                      <a:pt x="407" y="158"/>
                    </a:cubicBezTo>
                    <a:cubicBezTo>
                      <a:pt x="406" y="155"/>
                      <a:pt x="406" y="152"/>
                      <a:pt x="405" y="149"/>
                    </a:cubicBezTo>
                    <a:cubicBezTo>
                      <a:pt x="405" y="150"/>
                      <a:pt x="405" y="150"/>
                      <a:pt x="405" y="151"/>
                    </a:cubicBezTo>
                    <a:cubicBezTo>
                      <a:pt x="402" y="140"/>
                      <a:pt x="399" y="130"/>
                      <a:pt x="395" y="121"/>
                    </a:cubicBezTo>
                    <a:cubicBezTo>
                      <a:pt x="390" y="110"/>
                      <a:pt x="384" y="100"/>
                      <a:pt x="378" y="90"/>
                    </a:cubicBezTo>
                    <a:cubicBezTo>
                      <a:pt x="374" y="84"/>
                      <a:pt x="370" y="77"/>
                      <a:pt x="366" y="71"/>
                    </a:cubicBezTo>
                    <a:cubicBezTo>
                      <a:pt x="363" y="68"/>
                      <a:pt x="360" y="64"/>
                      <a:pt x="356" y="61"/>
                    </a:cubicBezTo>
                    <a:cubicBezTo>
                      <a:pt x="353" y="58"/>
                      <a:pt x="350" y="55"/>
                      <a:pt x="346" y="53"/>
                    </a:cubicBezTo>
                    <a:cubicBezTo>
                      <a:pt x="344" y="51"/>
                      <a:pt x="342" y="50"/>
                      <a:pt x="340" y="49"/>
                    </a:cubicBezTo>
                    <a:cubicBezTo>
                      <a:pt x="336" y="47"/>
                      <a:pt x="332" y="44"/>
                      <a:pt x="328" y="43"/>
                    </a:cubicBezTo>
                    <a:cubicBezTo>
                      <a:pt x="325" y="42"/>
                      <a:pt x="321" y="40"/>
                      <a:pt x="317" y="39"/>
                    </a:cubicBezTo>
                    <a:cubicBezTo>
                      <a:pt x="315" y="39"/>
                      <a:pt x="314" y="39"/>
                      <a:pt x="312" y="39"/>
                    </a:cubicBezTo>
                    <a:cubicBezTo>
                      <a:pt x="311" y="39"/>
                      <a:pt x="310" y="39"/>
                      <a:pt x="309" y="39"/>
                    </a:cubicBezTo>
                    <a:cubicBezTo>
                      <a:pt x="308" y="39"/>
                      <a:pt x="308" y="39"/>
                      <a:pt x="307" y="39"/>
                    </a:cubicBezTo>
                    <a:lnTo>
                      <a:pt x="306" y="39"/>
                    </a:lnTo>
                    <a:cubicBezTo>
                      <a:pt x="307" y="39"/>
                      <a:pt x="307" y="39"/>
                      <a:pt x="307" y="39"/>
                    </a:cubicBezTo>
                    <a:cubicBezTo>
                      <a:pt x="306" y="39"/>
                      <a:pt x="305" y="39"/>
                      <a:pt x="304" y="40"/>
                    </a:cubicBezTo>
                    <a:lnTo>
                      <a:pt x="303" y="40"/>
                    </a:lnTo>
                    <a:cubicBezTo>
                      <a:pt x="303" y="41"/>
                      <a:pt x="301" y="42"/>
                      <a:pt x="301" y="42"/>
                    </a:cubicBezTo>
                    <a:cubicBezTo>
                      <a:pt x="298" y="44"/>
                      <a:pt x="296" y="47"/>
                      <a:pt x="293" y="49"/>
                    </a:cubicBezTo>
                    <a:cubicBezTo>
                      <a:pt x="289" y="54"/>
                      <a:pt x="284" y="60"/>
                      <a:pt x="280" y="65"/>
                    </a:cubicBezTo>
                    <a:cubicBezTo>
                      <a:pt x="271" y="78"/>
                      <a:pt x="264" y="91"/>
                      <a:pt x="256" y="104"/>
                    </a:cubicBezTo>
                    <a:lnTo>
                      <a:pt x="255" y="105"/>
                    </a:lnTo>
                    <a:cubicBezTo>
                      <a:pt x="255" y="106"/>
                      <a:pt x="254" y="107"/>
                      <a:pt x="254" y="108"/>
                    </a:cubicBezTo>
                    <a:cubicBezTo>
                      <a:pt x="254" y="109"/>
                      <a:pt x="254" y="109"/>
                      <a:pt x="254" y="109"/>
                    </a:cubicBezTo>
                    <a:cubicBezTo>
                      <a:pt x="243" y="128"/>
                      <a:pt x="234" y="147"/>
                      <a:pt x="225" y="167"/>
                    </a:cubicBezTo>
                    <a:cubicBezTo>
                      <a:pt x="216" y="187"/>
                      <a:pt x="206" y="208"/>
                      <a:pt x="198" y="229"/>
                    </a:cubicBezTo>
                    <a:cubicBezTo>
                      <a:pt x="191" y="250"/>
                      <a:pt x="183" y="271"/>
                      <a:pt x="175" y="291"/>
                    </a:cubicBezTo>
                    <a:cubicBezTo>
                      <a:pt x="167" y="312"/>
                      <a:pt x="158" y="333"/>
                      <a:pt x="150" y="354"/>
                    </a:cubicBezTo>
                    <a:cubicBezTo>
                      <a:pt x="150" y="353"/>
                      <a:pt x="150" y="353"/>
                      <a:pt x="150" y="353"/>
                    </a:cubicBezTo>
                    <a:cubicBezTo>
                      <a:pt x="144" y="371"/>
                      <a:pt x="137" y="389"/>
                      <a:pt x="131" y="408"/>
                    </a:cubicBezTo>
                    <a:cubicBezTo>
                      <a:pt x="123" y="429"/>
                      <a:pt x="117" y="450"/>
                      <a:pt x="110" y="472"/>
                    </a:cubicBezTo>
                    <a:cubicBezTo>
                      <a:pt x="107" y="481"/>
                      <a:pt x="103" y="491"/>
                      <a:pt x="100" y="502"/>
                    </a:cubicBezTo>
                    <a:cubicBezTo>
                      <a:pt x="97" y="512"/>
                      <a:pt x="94" y="523"/>
                      <a:pt x="90" y="534"/>
                    </a:cubicBezTo>
                    <a:cubicBezTo>
                      <a:pt x="85" y="554"/>
                      <a:pt x="79" y="576"/>
                      <a:pt x="75" y="597"/>
                    </a:cubicBezTo>
                    <a:cubicBezTo>
                      <a:pt x="72" y="610"/>
                      <a:pt x="69" y="622"/>
                      <a:pt x="67" y="635"/>
                    </a:cubicBezTo>
                    <a:cubicBezTo>
                      <a:pt x="64" y="647"/>
                      <a:pt x="63" y="659"/>
                      <a:pt x="60" y="671"/>
                    </a:cubicBezTo>
                    <a:cubicBezTo>
                      <a:pt x="56" y="696"/>
                      <a:pt x="53" y="721"/>
                      <a:pt x="48" y="745"/>
                    </a:cubicBezTo>
                    <a:cubicBezTo>
                      <a:pt x="46" y="758"/>
                      <a:pt x="44" y="770"/>
                      <a:pt x="42" y="783"/>
                    </a:cubicBezTo>
                    <a:cubicBezTo>
                      <a:pt x="39" y="795"/>
                      <a:pt x="37" y="807"/>
                      <a:pt x="34" y="819"/>
                    </a:cubicBezTo>
                    <a:cubicBezTo>
                      <a:pt x="32" y="832"/>
                      <a:pt x="29" y="844"/>
                      <a:pt x="26" y="856"/>
                    </a:cubicBezTo>
                    <a:cubicBezTo>
                      <a:pt x="25" y="861"/>
                      <a:pt x="23" y="867"/>
                      <a:pt x="22" y="873"/>
                    </a:cubicBezTo>
                    <a:cubicBezTo>
                      <a:pt x="21" y="878"/>
                      <a:pt x="20" y="883"/>
                      <a:pt x="19" y="888"/>
                    </a:cubicBezTo>
                    <a:cubicBezTo>
                      <a:pt x="20" y="890"/>
                      <a:pt x="20" y="893"/>
                      <a:pt x="18" y="896"/>
                    </a:cubicBezTo>
                    <a:cubicBezTo>
                      <a:pt x="16" y="899"/>
                      <a:pt x="12" y="900"/>
                      <a:pt x="8" y="899"/>
                    </a:cubicBezTo>
                    <a:cubicBezTo>
                      <a:pt x="8" y="900"/>
                      <a:pt x="8" y="900"/>
                      <a:pt x="9" y="900"/>
                    </a:cubicBezTo>
                    <a:cubicBezTo>
                      <a:pt x="5" y="899"/>
                      <a:pt x="2" y="897"/>
                      <a:pt x="1" y="893"/>
                    </a:cubicBezTo>
                    <a:cubicBezTo>
                      <a:pt x="0" y="889"/>
                      <a:pt x="1" y="885"/>
                      <a:pt x="1" y="881"/>
                    </a:cubicBezTo>
                    <a:cubicBezTo>
                      <a:pt x="4" y="867"/>
                      <a:pt x="7" y="854"/>
                      <a:pt x="11" y="840"/>
                    </a:cubicBezTo>
                    <a:cubicBezTo>
                      <a:pt x="14" y="827"/>
                      <a:pt x="16" y="814"/>
                      <a:pt x="19" y="801"/>
                    </a:cubicBezTo>
                    <a:cubicBezTo>
                      <a:pt x="22" y="787"/>
                      <a:pt x="24" y="772"/>
                      <a:pt x="27" y="758"/>
                    </a:cubicBezTo>
                    <a:cubicBezTo>
                      <a:pt x="32" y="729"/>
                      <a:pt x="36" y="701"/>
                      <a:pt x="40" y="673"/>
                    </a:cubicBezTo>
                    <a:cubicBezTo>
                      <a:pt x="43" y="659"/>
                      <a:pt x="45" y="645"/>
                      <a:pt x="47" y="632"/>
                    </a:cubicBezTo>
                    <a:cubicBezTo>
                      <a:pt x="50" y="617"/>
                      <a:pt x="54" y="603"/>
                      <a:pt x="57" y="588"/>
                    </a:cubicBezTo>
                    <a:cubicBezTo>
                      <a:pt x="64" y="562"/>
                      <a:pt x="70" y="536"/>
                      <a:pt x="78" y="509"/>
                    </a:cubicBezTo>
                    <a:cubicBezTo>
                      <a:pt x="82" y="497"/>
                      <a:pt x="86" y="484"/>
                      <a:pt x="90" y="471"/>
                    </a:cubicBezTo>
                    <a:cubicBezTo>
                      <a:pt x="94" y="458"/>
                      <a:pt x="98" y="445"/>
                      <a:pt x="102" y="432"/>
                    </a:cubicBezTo>
                    <a:cubicBezTo>
                      <a:pt x="110" y="407"/>
                      <a:pt x="119" y="382"/>
                      <a:pt x="128" y="357"/>
                    </a:cubicBezTo>
                    <a:cubicBezTo>
                      <a:pt x="138" y="332"/>
                      <a:pt x="148" y="307"/>
                      <a:pt x="158" y="282"/>
                    </a:cubicBezTo>
                    <a:cubicBezTo>
                      <a:pt x="158" y="283"/>
                      <a:pt x="157" y="283"/>
                      <a:pt x="157" y="283"/>
                    </a:cubicBezTo>
                    <a:cubicBezTo>
                      <a:pt x="163" y="268"/>
                      <a:pt x="169" y="253"/>
                      <a:pt x="174" y="238"/>
                    </a:cubicBezTo>
                    <a:cubicBezTo>
                      <a:pt x="180" y="222"/>
                      <a:pt x="187" y="206"/>
                      <a:pt x="194" y="190"/>
                    </a:cubicBezTo>
                    <a:cubicBezTo>
                      <a:pt x="207" y="159"/>
                      <a:pt x="221" y="128"/>
                      <a:pt x="237" y="98"/>
                    </a:cubicBezTo>
                    <a:lnTo>
                      <a:pt x="238" y="97"/>
                    </a:lnTo>
                    <a:cubicBezTo>
                      <a:pt x="238" y="97"/>
                      <a:pt x="238" y="96"/>
                      <a:pt x="239" y="96"/>
                    </a:cubicBezTo>
                    <a:cubicBezTo>
                      <a:pt x="239" y="95"/>
                      <a:pt x="240" y="94"/>
                      <a:pt x="240" y="93"/>
                    </a:cubicBezTo>
                    <a:cubicBezTo>
                      <a:pt x="247" y="82"/>
                      <a:pt x="253" y="70"/>
                      <a:pt x="261" y="60"/>
                    </a:cubicBezTo>
                    <a:cubicBezTo>
                      <a:pt x="268" y="49"/>
                      <a:pt x="276" y="37"/>
                      <a:pt x="286" y="29"/>
                    </a:cubicBezTo>
                    <a:cubicBezTo>
                      <a:pt x="288" y="27"/>
                      <a:pt x="290" y="25"/>
                      <a:pt x="293" y="24"/>
                    </a:cubicBezTo>
                    <a:cubicBezTo>
                      <a:pt x="296" y="22"/>
                      <a:pt x="298" y="21"/>
                      <a:pt x="302" y="20"/>
                    </a:cubicBezTo>
                    <a:cubicBezTo>
                      <a:pt x="305" y="19"/>
                      <a:pt x="309" y="19"/>
                      <a:pt x="312" y="19"/>
                    </a:cubicBezTo>
                    <a:cubicBezTo>
                      <a:pt x="315" y="19"/>
                      <a:pt x="319" y="20"/>
                      <a:pt x="322" y="21"/>
                    </a:cubicBezTo>
                    <a:cubicBezTo>
                      <a:pt x="329" y="22"/>
                      <a:pt x="335" y="25"/>
                      <a:pt x="341" y="28"/>
                    </a:cubicBezTo>
                    <a:cubicBezTo>
                      <a:pt x="347" y="30"/>
                      <a:pt x="353" y="33"/>
                      <a:pt x="359" y="38"/>
                    </a:cubicBezTo>
                    <a:cubicBezTo>
                      <a:pt x="381" y="54"/>
                      <a:pt x="395" y="78"/>
                      <a:pt x="407" y="102"/>
                    </a:cubicBezTo>
                    <a:cubicBezTo>
                      <a:pt x="415" y="117"/>
                      <a:pt x="420" y="133"/>
                      <a:pt x="425" y="149"/>
                    </a:cubicBezTo>
                    <a:cubicBezTo>
                      <a:pt x="429" y="163"/>
                      <a:pt x="433" y="177"/>
                      <a:pt x="435" y="192"/>
                    </a:cubicBezTo>
                    <a:cubicBezTo>
                      <a:pt x="441" y="223"/>
                      <a:pt x="446" y="255"/>
                      <a:pt x="455" y="287"/>
                    </a:cubicBezTo>
                    <a:cubicBezTo>
                      <a:pt x="455" y="286"/>
                      <a:pt x="454" y="286"/>
                      <a:pt x="454" y="286"/>
                    </a:cubicBezTo>
                    <a:cubicBezTo>
                      <a:pt x="462" y="312"/>
                      <a:pt x="472" y="338"/>
                      <a:pt x="480" y="363"/>
                    </a:cubicBezTo>
                    <a:cubicBezTo>
                      <a:pt x="484" y="374"/>
                      <a:pt x="488" y="385"/>
                      <a:pt x="491" y="397"/>
                    </a:cubicBezTo>
                    <a:cubicBezTo>
                      <a:pt x="491" y="398"/>
                      <a:pt x="491" y="398"/>
                      <a:pt x="492" y="398"/>
                    </a:cubicBezTo>
                    <a:lnTo>
                      <a:pt x="492" y="399"/>
                    </a:lnTo>
                    <a:cubicBezTo>
                      <a:pt x="492" y="400"/>
                      <a:pt x="492" y="402"/>
                      <a:pt x="493" y="403"/>
                    </a:cubicBezTo>
                    <a:cubicBezTo>
                      <a:pt x="497" y="417"/>
                      <a:pt x="501" y="432"/>
                      <a:pt x="504" y="446"/>
                    </a:cubicBezTo>
                    <a:cubicBezTo>
                      <a:pt x="508" y="459"/>
                      <a:pt x="510" y="473"/>
                      <a:pt x="512" y="486"/>
                    </a:cubicBezTo>
                    <a:cubicBezTo>
                      <a:pt x="515" y="501"/>
                      <a:pt x="517" y="515"/>
                      <a:pt x="520" y="530"/>
                    </a:cubicBezTo>
                    <a:cubicBezTo>
                      <a:pt x="522" y="543"/>
                      <a:pt x="525" y="555"/>
                      <a:pt x="527" y="567"/>
                    </a:cubicBezTo>
                    <a:cubicBezTo>
                      <a:pt x="530" y="580"/>
                      <a:pt x="534" y="593"/>
                      <a:pt x="538" y="606"/>
                    </a:cubicBezTo>
                    <a:cubicBezTo>
                      <a:pt x="543" y="622"/>
                      <a:pt x="548" y="638"/>
                      <a:pt x="554" y="653"/>
                    </a:cubicBezTo>
                    <a:cubicBezTo>
                      <a:pt x="559" y="668"/>
                      <a:pt x="564" y="684"/>
                      <a:pt x="568" y="699"/>
                    </a:cubicBezTo>
                    <a:cubicBezTo>
                      <a:pt x="573" y="715"/>
                      <a:pt x="576" y="731"/>
                      <a:pt x="580" y="747"/>
                    </a:cubicBezTo>
                    <a:cubicBezTo>
                      <a:pt x="584" y="763"/>
                      <a:pt x="588" y="779"/>
                      <a:pt x="592" y="795"/>
                    </a:cubicBezTo>
                    <a:lnTo>
                      <a:pt x="593" y="796"/>
                    </a:lnTo>
                    <a:cubicBezTo>
                      <a:pt x="599" y="815"/>
                      <a:pt x="605" y="834"/>
                      <a:pt x="611" y="853"/>
                    </a:cubicBezTo>
                    <a:cubicBezTo>
                      <a:pt x="619" y="875"/>
                      <a:pt x="625" y="897"/>
                      <a:pt x="631" y="918"/>
                    </a:cubicBezTo>
                    <a:cubicBezTo>
                      <a:pt x="636" y="939"/>
                      <a:pt x="640" y="960"/>
                      <a:pt x="645" y="980"/>
                    </a:cubicBezTo>
                    <a:cubicBezTo>
                      <a:pt x="649" y="1001"/>
                      <a:pt x="653" y="1022"/>
                      <a:pt x="659" y="1043"/>
                    </a:cubicBezTo>
                    <a:cubicBezTo>
                      <a:pt x="665" y="1063"/>
                      <a:pt x="672" y="1084"/>
                      <a:pt x="679" y="1104"/>
                    </a:cubicBezTo>
                    <a:cubicBezTo>
                      <a:pt x="685" y="1125"/>
                      <a:pt x="692" y="1146"/>
                      <a:pt x="698" y="1167"/>
                    </a:cubicBezTo>
                    <a:cubicBezTo>
                      <a:pt x="710" y="1209"/>
                      <a:pt x="720" y="1252"/>
                      <a:pt x="732" y="1294"/>
                    </a:cubicBezTo>
                    <a:cubicBezTo>
                      <a:pt x="740" y="1320"/>
                      <a:pt x="747" y="1348"/>
                      <a:pt x="755" y="1375"/>
                    </a:cubicBezTo>
                    <a:cubicBezTo>
                      <a:pt x="763" y="1402"/>
                      <a:pt x="771" y="1429"/>
                      <a:pt x="780" y="1456"/>
                    </a:cubicBezTo>
                    <a:cubicBezTo>
                      <a:pt x="784" y="1470"/>
                      <a:pt x="789" y="1484"/>
                      <a:pt x="794" y="1497"/>
                    </a:cubicBezTo>
                    <a:cubicBezTo>
                      <a:pt x="798" y="1511"/>
                      <a:pt x="804" y="1525"/>
                      <a:pt x="810" y="1538"/>
                    </a:cubicBezTo>
                    <a:lnTo>
                      <a:pt x="809" y="1537"/>
                    </a:lnTo>
                    <a:cubicBezTo>
                      <a:pt x="819" y="1558"/>
                      <a:pt x="828" y="1578"/>
                      <a:pt x="840" y="1598"/>
                    </a:cubicBezTo>
                    <a:cubicBezTo>
                      <a:pt x="839" y="1597"/>
                      <a:pt x="839" y="1597"/>
                      <a:pt x="839" y="1597"/>
                    </a:cubicBezTo>
                    <a:cubicBezTo>
                      <a:pt x="845" y="1606"/>
                      <a:pt x="851" y="1616"/>
                      <a:pt x="858" y="1625"/>
                    </a:cubicBezTo>
                    <a:cubicBezTo>
                      <a:pt x="862" y="1630"/>
                      <a:pt x="867" y="1636"/>
                      <a:pt x="872" y="1641"/>
                    </a:cubicBezTo>
                    <a:cubicBezTo>
                      <a:pt x="873" y="1641"/>
                      <a:pt x="873" y="1641"/>
                      <a:pt x="873" y="1641"/>
                    </a:cubicBezTo>
                    <a:lnTo>
                      <a:pt x="874" y="1641"/>
                    </a:lnTo>
                    <a:cubicBezTo>
                      <a:pt x="875" y="1641"/>
                      <a:pt x="876" y="1640"/>
                      <a:pt x="878" y="1640"/>
                    </a:cubicBezTo>
                    <a:cubicBezTo>
                      <a:pt x="881" y="1639"/>
                      <a:pt x="884" y="1637"/>
                      <a:pt x="887" y="1635"/>
                    </a:cubicBezTo>
                    <a:cubicBezTo>
                      <a:pt x="891" y="1633"/>
                      <a:pt x="895" y="1630"/>
                      <a:pt x="899" y="1627"/>
                    </a:cubicBezTo>
                    <a:cubicBezTo>
                      <a:pt x="903" y="1623"/>
                      <a:pt x="907" y="1619"/>
                      <a:pt x="911" y="1616"/>
                    </a:cubicBezTo>
                    <a:cubicBezTo>
                      <a:pt x="918" y="1609"/>
                      <a:pt x="924" y="1601"/>
                      <a:pt x="929" y="1594"/>
                    </a:cubicBezTo>
                    <a:cubicBezTo>
                      <a:pt x="938" y="1581"/>
                      <a:pt x="947" y="1568"/>
                      <a:pt x="956" y="1555"/>
                    </a:cubicBezTo>
                    <a:cubicBezTo>
                      <a:pt x="964" y="1541"/>
                      <a:pt x="973" y="1528"/>
                      <a:pt x="981" y="1514"/>
                    </a:cubicBezTo>
                    <a:cubicBezTo>
                      <a:pt x="985" y="1506"/>
                      <a:pt x="989" y="1499"/>
                      <a:pt x="992" y="1491"/>
                    </a:cubicBezTo>
                    <a:cubicBezTo>
                      <a:pt x="996" y="1481"/>
                      <a:pt x="1001" y="1470"/>
                      <a:pt x="1005" y="1460"/>
                    </a:cubicBezTo>
                    <a:cubicBezTo>
                      <a:pt x="1012" y="1441"/>
                      <a:pt x="1020" y="1422"/>
                      <a:pt x="1027" y="1404"/>
                    </a:cubicBezTo>
                    <a:cubicBezTo>
                      <a:pt x="1027" y="1403"/>
                      <a:pt x="1027" y="1403"/>
                      <a:pt x="1027" y="1403"/>
                    </a:cubicBezTo>
                    <a:cubicBezTo>
                      <a:pt x="1033" y="1388"/>
                      <a:pt x="1038" y="1373"/>
                      <a:pt x="1043" y="1358"/>
                    </a:cubicBezTo>
                    <a:cubicBezTo>
                      <a:pt x="1047" y="1342"/>
                      <a:pt x="1051" y="1326"/>
                      <a:pt x="1056" y="1309"/>
                    </a:cubicBezTo>
                    <a:cubicBezTo>
                      <a:pt x="1060" y="1292"/>
                      <a:pt x="1065" y="1276"/>
                      <a:pt x="1070" y="1259"/>
                    </a:cubicBezTo>
                    <a:cubicBezTo>
                      <a:pt x="1075" y="1243"/>
                      <a:pt x="1079" y="1228"/>
                      <a:pt x="1083" y="1213"/>
                    </a:cubicBezTo>
                    <a:lnTo>
                      <a:pt x="1083" y="1214"/>
                    </a:lnTo>
                    <a:cubicBezTo>
                      <a:pt x="1089" y="1186"/>
                      <a:pt x="1094" y="1158"/>
                      <a:pt x="1100" y="1130"/>
                    </a:cubicBezTo>
                    <a:cubicBezTo>
                      <a:pt x="1103" y="1115"/>
                      <a:pt x="1106" y="1101"/>
                      <a:pt x="1109" y="1087"/>
                    </a:cubicBezTo>
                    <a:cubicBezTo>
                      <a:pt x="1112" y="1073"/>
                      <a:pt x="1114" y="1059"/>
                      <a:pt x="1117" y="1045"/>
                    </a:cubicBezTo>
                    <a:cubicBezTo>
                      <a:pt x="1122" y="1017"/>
                      <a:pt x="1128" y="991"/>
                      <a:pt x="1133" y="963"/>
                    </a:cubicBezTo>
                    <a:cubicBezTo>
                      <a:pt x="1135" y="949"/>
                      <a:pt x="1138" y="935"/>
                      <a:pt x="1140" y="921"/>
                    </a:cubicBezTo>
                    <a:cubicBezTo>
                      <a:pt x="1143" y="906"/>
                      <a:pt x="1146" y="890"/>
                      <a:pt x="1150" y="875"/>
                    </a:cubicBezTo>
                    <a:cubicBezTo>
                      <a:pt x="1153" y="861"/>
                      <a:pt x="1156" y="848"/>
                      <a:pt x="1158" y="834"/>
                    </a:cubicBezTo>
                    <a:cubicBezTo>
                      <a:pt x="1162" y="819"/>
                      <a:pt x="1165" y="804"/>
                      <a:pt x="1168" y="788"/>
                    </a:cubicBezTo>
                    <a:cubicBezTo>
                      <a:pt x="1171" y="773"/>
                      <a:pt x="1175" y="759"/>
                      <a:pt x="1179" y="744"/>
                    </a:cubicBezTo>
                    <a:cubicBezTo>
                      <a:pt x="1184" y="728"/>
                      <a:pt x="1188" y="713"/>
                      <a:pt x="1192" y="698"/>
                    </a:cubicBezTo>
                    <a:cubicBezTo>
                      <a:pt x="1196" y="684"/>
                      <a:pt x="1199" y="670"/>
                      <a:pt x="1202" y="656"/>
                    </a:cubicBezTo>
                    <a:cubicBezTo>
                      <a:pt x="1205" y="640"/>
                      <a:pt x="1207" y="626"/>
                      <a:pt x="1210" y="611"/>
                    </a:cubicBezTo>
                    <a:cubicBezTo>
                      <a:pt x="1214" y="596"/>
                      <a:pt x="1217" y="581"/>
                      <a:pt x="1221" y="566"/>
                    </a:cubicBezTo>
                    <a:cubicBezTo>
                      <a:pt x="1225" y="551"/>
                      <a:pt x="1229" y="537"/>
                      <a:pt x="1232" y="522"/>
                    </a:cubicBezTo>
                    <a:cubicBezTo>
                      <a:pt x="1232" y="523"/>
                      <a:pt x="1232" y="523"/>
                      <a:pt x="1232" y="523"/>
                    </a:cubicBezTo>
                    <a:cubicBezTo>
                      <a:pt x="1233" y="520"/>
                      <a:pt x="1234" y="516"/>
                      <a:pt x="1235" y="512"/>
                    </a:cubicBezTo>
                    <a:cubicBezTo>
                      <a:pt x="1235" y="512"/>
                      <a:pt x="1235" y="513"/>
                      <a:pt x="1234" y="513"/>
                    </a:cubicBezTo>
                    <a:cubicBezTo>
                      <a:pt x="1238" y="498"/>
                      <a:pt x="1241" y="484"/>
                      <a:pt x="1245" y="469"/>
                    </a:cubicBezTo>
                    <a:cubicBezTo>
                      <a:pt x="1249" y="453"/>
                      <a:pt x="1253" y="438"/>
                      <a:pt x="1258" y="423"/>
                    </a:cubicBezTo>
                    <a:cubicBezTo>
                      <a:pt x="1267" y="396"/>
                      <a:pt x="1277" y="370"/>
                      <a:pt x="1286" y="343"/>
                    </a:cubicBezTo>
                    <a:cubicBezTo>
                      <a:pt x="1291" y="331"/>
                      <a:pt x="1294" y="319"/>
                      <a:pt x="1298" y="307"/>
                    </a:cubicBezTo>
                    <a:cubicBezTo>
                      <a:pt x="1302" y="293"/>
                      <a:pt x="1305" y="279"/>
                      <a:pt x="1309" y="266"/>
                    </a:cubicBezTo>
                    <a:cubicBezTo>
                      <a:pt x="1311" y="259"/>
                      <a:pt x="1313" y="252"/>
                      <a:pt x="1315" y="246"/>
                    </a:cubicBezTo>
                    <a:cubicBezTo>
                      <a:pt x="1317" y="239"/>
                      <a:pt x="1320" y="233"/>
                      <a:pt x="1323" y="226"/>
                    </a:cubicBezTo>
                    <a:cubicBezTo>
                      <a:pt x="1329" y="213"/>
                      <a:pt x="1334" y="199"/>
                      <a:pt x="1340" y="185"/>
                    </a:cubicBezTo>
                    <a:cubicBezTo>
                      <a:pt x="1345" y="172"/>
                      <a:pt x="1351" y="159"/>
                      <a:pt x="1357" y="146"/>
                    </a:cubicBezTo>
                    <a:cubicBezTo>
                      <a:pt x="1363" y="133"/>
                      <a:pt x="1370" y="120"/>
                      <a:pt x="1377" y="107"/>
                    </a:cubicBezTo>
                    <a:cubicBezTo>
                      <a:pt x="1384" y="96"/>
                      <a:pt x="1390" y="84"/>
                      <a:pt x="1397" y="71"/>
                    </a:cubicBezTo>
                    <a:cubicBezTo>
                      <a:pt x="1404" y="59"/>
                      <a:pt x="1411" y="47"/>
                      <a:pt x="1419" y="35"/>
                    </a:cubicBezTo>
                    <a:cubicBezTo>
                      <a:pt x="1422" y="30"/>
                      <a:pt x="1426" y="25"/>
                      <a:pt x="1430" y="21"/>
                    </a:cubicBezTo>
                    <a:cubicBezTo>
                      <a:pt x="1434" y="16"/>
                      <a:pt x="1438" y="11"/>
                      <a:pt x="1443" y="7"/>
                    </a:cubicBezTo>
                    <a:cubicBezTo>
                      <a:pt x="1445" y="5"/>
                      <a:pt x="1448" y="3"/>
                      <a:pt x="1451" y="1"/>
                    </a:cubicBezTo>
                    <a:cubicBezTo>
                      <a:pt x="1453" y="1"/>
                      <a:pt x="1454" y="1"/>
                      <a:pt x="1456" y="1"/>
                    </a:cubicBezTo>
                    <a:cubicBezTo>
                      <a:pt x="1458" y="0"/>
                      <a:pt x="1460" y="0"/>
                      <a:pt x="1462" y="1"/>
                    </a:cubicBezTo>
                    <a:cubicBezTo>
                      <a:pt x="1468" y="1"/>
                      <a:pt x="1473" y="4"/>
                      <a:pt x="1478" y="6"/>
                    </a:cubicBezTo>
                    <a:cubicBezTo>
                      <a:pt x="1483" y="8"/>
                      <a:pt x="1488" y="11"/>
                      <a:pt x="1492" y="15"/>
                    </a:cubicBezTo>
                    <a:cubicBezTo>
                      <a:pt x="1503" y="23"/>
                      <a:pt x="1513" y="32"/>
                      <a:pt x="1523" y="42"/>
                    </a:cubicBezTo>
                    <a:cubicBezTo>
                      <a:pt x="1527" y="47"/>
                      <a:pt x="1532" y="52"/>
                      <a:pt x="1536" y="57"/>
                    </a:cubicBezTo>
                    <a:cubicBezTo>
                      <a:pt x="1541" y="64"/>
                      <a:pt x="1545" y="70"/>
                      <a:pt x="1549" y="77"/>
                    </a:cubicBezTo>
                    <a:cubicBezTo>
                      <a:pt x="1557" y="88"/>
                      <a:pt x="1563" y="99"/>
                      <a:pt x="1569" y="111"/>
                    </a:cubicBezTo>
                    <a:cubicBezTo>
                      <a:pt x="1574" y="123"/>
                      <a:pt x="1580" y="135"/>
                      <a:pt x="1584" y="148"/>
                    </a:cubicBezTo>
                    <a:cubicBezTo>
                      <a:pt x="1595" y="174"/>
                      <a:pt x="1604" y="201"/>
                      <a:pt x="1615" y="226"/>
                    </a:cubicBezTo>
                    <a:lnTo>
                      <a:pt x="1615" y="225"/>
                    </a:lnTo>
                    <a:cubicBezTo>
                      <a:pt x="1627" y="252"/>
                      <a:pt x="1639" y="279"/>
                      <a:pt x="1648" y="308"/>
                    </a:cubicBezTo>
                    <a:cubicBezTo>
                      <a:pt x="1650" y="314"/>
                      <a:pt x="1652" y="321"/>
                      <a:pt x="1654" y="328"/>
                    </a:cubicBezTo>
                    <a:cubicBezTo>
                      <a:pt x="1656" y="335"/>
                      <a:pt x="1658" y="342"/>
                      <a:pt x="1659" y="350"/>
                    </a:cubicBezTo>
                    <a:cubicBezTo>
                      <a:pt x="1662" y="364"/>
                      <a:pt x="1665" y="378"/>
                      <a:pt x="1667" y="392"/>
                    </a:cubicBezTo>
                    <a:cubicBezTo>
                      <a:pt x="1669" y="406"/>
                      <a:pt x="1671" y="421"/>
                      <a:pt x="1674" y="435"/>
                    </a:cubicBezTo>
                    <a:cubicBezTo>
                      <a:pt x="1677" y="450"/>
                      <a:pt x="1681" y="465"/>
                      <a:pt x="1685" y="479"/>
                    </a:cubicBezTo>
                    <a:cubicBezTo>
                      <a:pt x="1692" y="508"/>
                      <a:pt x="1701" y="537"/>
                      <a:pt x="1708" y="566"/>
                    </a:cubicBezTo>
                    <a:cubicBezTo>
                      <a:pt x="1712" y="580"/>
                      <a:pt x="1715" y="596"/>
                      <a:pt x="1719" y="610"/>
                    </a:cubicBezTo>
                    <a:cubicBezTo>
                      <a:pt x="1722" y="625"/>
                      <a:pt x="1725" y="639"/>
                      <a:pt x="1728" y="654"/>
                    </a:cubicBezTo>
                    <a:cubicBezTo>
                      <a:pt x="1734" y="683"/>
                      <a:pt x="1742" y="712"/>
                      <a:pt x="1749" y="740"/>
                    </a:cubicBezTo>
                    <a:cubicBezTo>
                      <a:pt x="1757" y="769"/>
                      <a:pt x="1764" y="798"/>
                      <a:pt x="1770" y="828"/>
                    </a:cubicBezTo>
                    <a:cubicBezTo>
                      <a:pt x="1775" y="857"/>
                      <a:pt x="1779" y="887"/>
                      <a:pt x="1783" y="917"/>
                    </a:cubicBezTo>
                    <a:cubicBezTo>
                      <a:pt x="1788" y="952"/>
                      <a:pt x="1793" y="987"/>
                      <a:pt x="1798" y="1022"/>
                    </a:cubicBezTo>
                    <a:cubicBezTo>
                      <a:pt x="1798" y="1021"/>
                      <a:pt x="1798" y="1020"/>
                      <a:pt x="1798" y="1020"/>
                    </a:cubicBezTo>
                    <a:cubicBezTo>
                      <a:pt x="1799" y="1031"/>
                      <a:pt x="1801" y="1042"/>
                      <a:pt x="1803" y="1053"/>
                    </a:cubicBezTo>
                    <a:cubicBezTo>
                      <a:pt x="1805" y="1064"/>
                      <a:pt x="1808" y="1075"/>
                      <a:pt x="1809" y="1086"/>
                    </a:cubicBezTo>
                    <a:cubicBezTo>
                      <a:pt x="1812" y="1108"/>
                      <a:pt x="1815" y="1130"/>
                      <a:pt x="1819" y="1151"/>
                    </a:cubicBezTo>
                    <a:lnTo>
                      <a:pt x="1819" y="1152"/>
                    </a:lnTo>
                    <a:lnTo>
                      <a:pt x="1819" y="1153"/>
                    </a:lnTo>
                    <a:lnTo>
                      <a:pt x="1819" y="1152"/>
                    </a:lnTo>
                    <a:cubicBezTo>
                      <a:pt x="1820" y="1161"/>
                      <a:pt x="1822" y="1169"/>
                      <a:pt x="1823" y="1178"/>
                    </a:cubicBezTo>
                    <a:cubicBezTo>
                      <a:pt x="1825" y="1186"/>
                      <a:pt x="1827" y="1196"/>
                      <a:pt x="1829" y="1204"/>
                    </a:cubicBezTo>
                    <a:cubicBezTo>
                      <a:pt x="1839" y="1236"/>
                      <a:pt x="1851" y="1269"/>
                      <a:pt x="1862" y="1300"/>
                    </a:cubicBezTo>
                    <a:cubicBezTo>
                      <a:pt x="1868" y="1316"/>
                      <a:pt x="1873" y="1332"/>
                      <a:pt x="1879" y="1348"/>
                    </a:cubicBezTo>
                    <a:cubicBezTo>
                      <a:pt x="1884" y="1365"/>
                      <a:pt x="1889" y="1382"/>
                      <a:pt x="1893" y="1398"/>
                    </a:cubicBezTo>
                    <a:cubicBezTo>
                      <a:pt x="1898" y="1413"/>
                      <a:pt x="1903" y="1428"/>
                      <a:pt x="1908" y="1442"/>
                    </a:cubicBezTo>
                    <a:cubicBezTo>
                      <a:pt x="1914" y="1456"/>
                      <a:pt x="1919" y="1470"/>
                      <a:pt x="1925" y="1483"/>
                    </a:cubicBezTo>
                    <a:lnTo>
                      <a:pt x="1925" y="1482"/>
                    </a:lnTo>
                    <a:cubicBezTo>
                      <a:pt x="1932" y="1499"/>
                      <a:pt x="1940" y="1515"/>
                      <a:pt x="1948" y="1531"/>
                    </a:cubicBezTo>
                    <a:cubicBezTo>
                      <a:pt x="1956" y="1546"/>
                      <a:pt x="1965" y="1562"/>
                      <a:pt x="1974" y="1577"/>
                    </a:cubicBezTo>
                    <a:cubicBezTo>
                      <a:pt x="1979" y="1585"/>
                      <a:pt x="1985" y="1593"/>
                      <a:pt x="1992" y="1601"/>
                    </a:cubicBezTo>
                    <a:cubicBezTo>
                      <a:pt x="1991" y="1601"/>
                      <a:pt x="1991" y="1601"/>
                      <a:pt x="1990" y="1600"/>
                    </a:cubicBezTo>
                    <a:cubicBezTo>
                      <a:pt x="1994" y="1604"/>
                      <a:pt x="1997" y="1608"/>
                      <a:pt x="2000" y="1612"/>
                    </a:cubicBezTo>
                    <a:cubicBezTo>
                      <a:pt x="2001" y="1612"/>
                      <a:pt x="2001" y="1612"/>
                      <a:pt x="2002" y="1612"/>
                    </a:cubicBezTo>
                    <a:lnTo>
                      <a:pt x="2002" y="1613"/>
                    </a:lnTo>
                    <a:cubicBezTo>
                      <a:pt x="2002" y="1613"/>
                      <a:pt x="2002" y="1612"/>
                      <a:pt x="2003" y="1612"/>
                    </a:cubicBezTo>
                    <a:lnTo>
                      <a:pt x="2004" y="1612"/>
                    </a:lnTo>
                    <a:cubicBezTo>
                      <a:pt x="2006" y="1611"/>
                      <a:pt x="2007" y="1610"/>
                      <a:pt x="2009" y="1609"/>
                    </a:cubicBezTo>
                    <a:cubicBezTo>
                      <a:pt x="2012" y="1606"/>
                      <a:pt x="2016" y="1602"/>
                      <a:pt x="2019" y="1599"/>
                    </a:cubicBezTo>
                    <a:cubicBezTo>
                      <a:pt x="2024" y="1595"/>
                      <a:pt x="2028" y="1590"/>
                      <a:pt x="2033" y="1585"/>
                    </a:cubicBezTo>
                    <a:cubicBezTo>
                      <a:pt x="2041" y="1579"/>
                      <a:pt x="2048" y="1572"/>
                      <a:pt x="2055" y="1565"/>
                    </a:cubicBezTo>
                    <a:cubicBezTo>
                      <a:pt x="2058" y="1562"/>
                      <a:pt x="2062" y="1558"/>
                      <a:pt x="2065" y="1553"/>
                    </a:cubicBezTo>
                    <a:cubicBezTo>
                      <a:pt x="2069" y="1548"/>
                      <a:pt x="2074" y="1544"/>
                      <a:pt x="2078" y="1539"/>
                    </a:cubicBezTo>
                    <a:cubicBezTo>
                      <a:pt x="2088" y="1528"/>
                      <a:pt x="2098" y="1518"/>
                      <a:pt x="2106" y="1507"/>
                    </a:cubicBezTo>
                    <a:cubicBezTo>
                      <a:pt x="2112" y="1499"/>
                      <a:pt x="2118" y="1491"/>
                      <a:pt x="2122" y="1483"/>
                    </a:cubicBezTo>
                    <a:cubicBezTo>
                      <a:pt x="2125" y="1478"/>
                      <a:pt x="2127" y="1473"/>
                      <a:pt x="2130" y="1468"/>
                    </a:cubicBezTo>
                    <a:cubicBezTo>
                      <a:pt x="2132" y="1462"/>
                      <a:pt x="2135" y="1456"/>
                      <a:pt x="2137" y="1450"/>
                    </a:cubicBezTo>
                    <a:cubicBezTo>
                      <a:pt x="2138" y="1446"/>
                      <a:pt x="2140" y="1442"/>
                      <a:pt x="2141" y="1438"/>
                    </a:cubicBezTo>
                    <a:cubicBezTo>
                      <a:pt x="2143" y="1433"/>
                      <a:pt x="2144" y="1428"/>
                      <a:pt x="2145" y="1424"/>
                    </a:cubicBezTo>
                    <a:cubicBezTo>
                      <a:pt x="2145" y="1424"/>
                      <a:pt x="2145" y="1423"/>
                      <a:pt x="2145" y="1422"/>
                    </a:cubicBezTo>
                    <a:cubicBezTo>
                      <a:pt x="2154" y="1382"/>
                      <a:pt x="2165" y="1342"/>
                      <a:pt x="2175" y="1302"/>
                    </a:cubicBezTo>
                    <a:cubicBezTo>
                      <a:pt x="2180" y="1282"/>
                      <a:pt x="2185" y="1263"/>
                      <a:pt x="2190" y="1243"/>
                    </a:cubicBezTo>
                    <a:cubicBezTo>
                      <a:pt x="2194" y="1233"/>
                      <a:pt x="2197" y="1222"/>
                      <a:pt x="2200" y="1211"/>
                    </a:cubicBezTo>
                    <a:cubicBezTo>
                      <a:pt x="2203" y="1200"/>
                      <a:pt x="2205" y="1190"/>
                      <a:pt x="2208" y="1179"/>
                    </a:cubicBezTo>
                    <a:cubicBezTo>
                      <a:pt x="2215" y="1149"/>
                      <a:pt x="2222" y="1119"/>
                      <a:pt x="2228" y="1089"/>
                    </a:cubicBezTo>
                    <a:cubicBezTo>
                      <a:pt x="2232" y="1073"/>
                      <a:pt x="2235" y="1056"/>
                      <a:pt x="2239" y="1040"/>
                    </a:cubicBezTo>
                    <a:cubicBezTo>
                      <a:pt x="2242" y="1026"/>
                      <a:pt x="2244" y="1012"/>
                      <a:pt x="2247" y="997"/>
                    </a:cubicBezTo>
                    <a:cubicBezTo>
                      <a:pt x="2250" y="983"/>
                      <a:pt x="2253" y="969"/>
                      <a:pt x="2256" y="954"/>
                    </a:cubicBezTo>
                    <a:cubicBezTo>
                      <a:pt x="2258" y="939"/>
                      <a:pt x="2260" y="924"/>
                      <a:pt x="2263" y="909"/>
                    </a:cubicBezTo>
                    <a:cubicBezTo>
                      <a:pt x="2267" y="878"/>
                      <a:pt x="2274" y="848"/>
                      <a:pt x="2281" y="819"/>
                    </a:cubicBezTo>
                    <a:cubicBezTo>
                      <a:pt x="2282" y="814"/>
                      <a:pt x="2284" y="809"/>
                      <a:pt x="2285" y="805"/>
                    </a:cubicBezTo>
                    <a:lnTo>
                      <a:pt x="2285" y="804"/>
                    </a:lnTo>
                    <a:cubicBezTo>
                      <a:pt x="2292" y="776"/>
                      <a:pt x="2298" y="748"/>
                      <a:pt x="2304" y="720"/>
                    </a:cubicBezTo>
                    <a:cubicBezTo>
                      <a:pt x="2308" y="705"/>
                      <a:pt x="2311" y="691"/>
                      <a:pt x="2316" y="676"/>
                    </a:cubicBezTo>
                    <a:cubicBezTo>
                      <a:pt x="2319" y="661"/>
                      <a:pt x="2323" y="647"/>
                      <a:pt x="2326" y="632"/>
                    </a:cubicBezTo>
                    <a:cubicBezTo>
                      <a:pt x="2332" y="604"/>
                      <a:pt x="2338" y="575"/>
                      <a:pt x="2345" y="547"/>
                    </a:cubicBezTo>
                    <a:cubicBezTo>
                      <a:pt x="2348" y="532"/>
                      <a:pt x="2352" y="517"/>
                      <a:pt x="2356" y="502"/>
                    </a:cubicBezTo>
                    <a:cubicBezTo>
                      <a:pt x="2360" y="488"/>
                      <a:pt x="2365" y="474"/>
                      <a:pt x="2369" y="459"/>
                    </a:cubicBezTo>
                    <a:cubicBezTo>
                      <a:pt x="2373" y="444"/>
                      <a:pt x="2378" y="429"/>
                      <a:pt x="2383" y="413"/>
                    </a:cubicBezTo>
                    <a:cubicBezTo>
                      <a:pt x="2387" y="400"/>
                      <a:pt x="2391" y="387"/>
                      <a:pt x="2395" y="374"/>
                    </a:cubicBezTo>
                    <a:cubicBezTo>
                      <a:pt x="2399" y="360"/>
                      <a:pt x="2403" y="346"/>
                      <a:pt x="2407" y="332"/>
                    </a:cubicBezTo>
                    <a:cubicBezTo>
                      <a:pt x="2412" y="318"/>
                      <a:pt x="2417" y="303"/>
                      <a:pt x="2422" y="289"/>
                    </a:cubicBezTo>
                    <a:cubicBezTo>
                      <a:pt x="2427" y="273"/>
                      <a:pt x="2434" y="257"/>
                      <a:pt x="2440" y="240"/>
                    </a:cubicBezTo>
                    <a:cubicBezTo>
                      <a:pt x="2446" y="227"/>
                      <a:pt x="2450" y="214"/>
                      <a:pt x="2455" y="201"/>
                    </a:cubicBezTo>
                    <a:cubicBezTo>
                      <a:pt x="2460" y="188"/>
                      <a:pt x="2466" y="176"/>
                      <a:pt x="2472" y="163"/>
                    </a:cubicBezTo>
                    <a:cubicBezTo>
                      <a:pt x="2479" y="150"/>
                      <a:pt x="2485" y="137"/>
                      <a:pt x="2493" y="124"/>
                    </a:cubicBezTo>
                    <a:cubicBezTo>
                      <a:pt x="2500" y="111"/>
                      <a:pt x="2507" y="99"/>
                      <a:pt x="2514" y="86"/>
                    </a:cubicBezTo>
                    <a:cubicBezTo>
                      <a:pt x="2522" y="75"/>
                      <a:pt x="2529" y="63"/>
                      <a:pt x="2536" y="51"/>
                    </a:cubicBezTo>
                    <a:cubicBezTo>
                      <a:pt x="2539" y="46"/>
                      <a:pt x="2543" y="40"/>
                      <a:pt x="2546" y="35"/>
                    </a:cubicBezTo>
                    <a:cubicBezTo>
                      <a:pt x="2549" y="32"/>
                      <a:pt x="2552" y="28"/>
                      <a:pt x="2556" y="25"/>
                    </a:cubicBezTo>
                    <a:cubicBezTo>
                      <a:pt x="2559" y="23"/>
                      <a:pt x="2562" y="21"/>
                      <a:pt x="2566" y="18"/>
                    </a:cubicBezTo>
                    <a:cubicBezTo>
                      <a:pt x="2571" y="15"/>
                      <a:pt x="2577" y="12"/>
                      <a:pt x="2582" y="10"/>
                    </a:cubicBezTo>
                    <a:cubicBezTo>
                      <a:pt x="2585" y="10"/>
                      <a:pt x="2588" y="9"/>
                      <a:pt x="2591" y="8"/>
                    </a:cubicBezTo>
                    <a:cubicBezTo>
                      <a:pt x="2595" y="8"/>
                      <a:pt x="2597" y="8"/>
                      <a:pt x="2600" y="8"/>
                    </a:cubicBezTo>
                    <a:cubicBezTo>
                      <a:pt x="2603" y="8"/>
                      <a:pt x="2607" y="8"/>
                      <a:pt x="2610" y="9"/>
                    </a:cubicBezTo>
                    <a:cubicBezTo>
                      <a:pt x="2613" y="10"/>
                      <a:pt x="2615" y="10"/>
                      <a:pt x="2617" y="11"/>
                    </a:cubicBezTo>
                    <a:cubicBezTo>
                      <a:pt x="2624" y="12"/>
                      <a:pt x="2630" y="15"/>
                      <a:pt x="2637" y="17"/>
                    </a:cubicBezTo>
                    <a:cubicBezTo>
                      <a:pt x="2643" y="20"/>
                      <a:pt x="2649" y="23"/>
                      <a:pt x="2655" y="26"/>
                    </a:cubicBezTo>
                    <a:cubicBezTo>
                      <a:pt x="2673" y="37"/>
                      <a:pt x="2688" y="52"/>
                      <a:pt x="2701" y="69"/>
                    </a:cubicBezTo>
                    <a:cubicBezTo>
                      <a:pt x="2707" y="78"/>
                      <a:pt x="2713" y="88"/>
                      <a:pt x="2717" y="99"/>
                    </a:cubicBezTo>
                    <a:cubicBezTo>
                      <a:pt x="2721" y="108"/>
                      <a:pt x="2724" y="117"/>
                      <a:pt x="2726" y="127"/>
                    </a:cubicBezTo>
                    <a:cubicBezTo>
                      <a:pt x="2739" y="170"/>
                      <a:pt x="2749" y="213"/>
                      <a:pt x="2761" y="256"/>
                    </a:cubicBezTo>
                    <a:cubicBezTo>
                      <a:pt x="2765" y="269"/>
                      <a:pt x="2769" y="283"/>
                      <a:pt x="2774" y="296"/>
                    </a:cubicBezTo>
                    <a:cubicBezTo>
                      <a:pt x="2778" y="310"/>
                      <a:pt x="2783" y="324"/>
                      <a:pt x="2787" y="338"/>
                    </a:cubicBezTo>
                    <a:cubicBezTo>
                      <a:pt x="2795" y="364"/>
                      <a:pt x="2802" y="392"/>
                      <a:pt x="2809" y="419"/>
                    </a:cubicBezTo>
                    <a:cubicBezTo>
                      <a:pt x="2813" y="433"/>
                      <a:pt x="2817" y="448"/>
                      <a:pt x="2820" y="462"/>
                    </a:cubicBezTo>
                    <a:cubicBezTo>
                      <a:pt x="2824" y="476"/>
                      <a:pt x="2827" y="490"/>
                      <a:pt x="2828" y="504"/>
                    </a:cubicBezTo>
                    <a:cubicBezTo>
                      <a:pt x="2832" y="532"/>
                      <a:pt x="2835" y="559"/>
                      <a:pt x="2839" y="587"/>
                    </a:cubicBezTo>
                    <a:cubicBezTo>
                      <a:pt x="2842" y="601"/>
                      <a:pt x="2844" y="615"/>
                      <a:pt x="2848" y="629"/>
                    </a:cubicBezTo>
                    <a:cubicBezTo>
                      <a:pt x="2852" y="643"/>
                      <a:pt x="2856" y="657"/>
                      <a:pt x="2860" y="671"/>
                    </a:cubicBezTo>
                    <a:cubicBezTo>
                      <a:pt x="2864" y="685"/>
                      <a:pt x="2867" y="699"/>
                      <a:pt x="2871" y="714"/>
                    </a:cubicBezTo>
                    <a:cubicBezTo>
                      <a:pt x="2875" y="727"/>
                      <a:pt x="2878" y="741"/>
                      <a:pt x="2883" y="754"/>
                    </a:cubicBezTo>
                    <a:cubicBezTo>
                      <a:pt x="2887" y="769"/>
                      <a:pt x="2890" y="783"/>
                      <a:pt x="2894" y="798"/>
                    </a:cubicBezTo>
                    <a:cubicBezTo>
                      <a:pt x="2896" y="812"/>
                      <a:pt x="2899" y="827"/>
                      <a:pt x="2902" y="841"/>
                    </a:cubicBezTo>
                    <a:cubicBezTo>
                      <a:pt x="2909" y="871"/>
                      <a:pt x="2917" y="902"/>
                      <a:pt x="2924" y="932"/>
                    </a:cubicBezTo>
                    <a:cubicBezTo>
                      <a:pt x="2927" y="945"/>
                      <a:pt x="2930" y="959"/>
                      <a:pt x="2933" y="972"/>
                    </a:cubicBezTo>
                    <a:cubicBezTo>
                      <a:pt x="2936" y="986"/>
                      <a:pt x="2938" y="1000"/>
                      <a:pt x="2940" y="1015"/>
                    </a:cubicBezTo>
                    <a:cubicBezTo>
                      <a:pt x="2944" y="1043"/>
                      <a:pt x="2948" y="1070"/>
                      <a:pt x="2951" y="1098"/>
                    </a:cubicBezTo>
                    <a:cubicBezTo>
                      <a:pt x="2952" y="1104"/>
                      <a:pt x="2947" y="1109"/>
                      <a:pt x="2942" y="1110"/>
                    </a:cubicBezTo>
                    <a:cubicBezTo>
                      <a:pt x="2936" y="1110"/>
                      <a:pt x="2931" y="1105"/>
                      <a:pt x="2931" y="1100"/>
                    </a:cubicBezTo>
                    <a:cubicBezTo>
                      <a:pt x="2929" y="1084"/>
                      <a:pt x="2927" y="1068"/>
                      <a:pt x="2925" y="1052"/>
                    </a:cubicBezTo>
                    <a:cubicBezTo>
                      <a:pt x="2923" y="1037"/>
                      <a:pt x="2920" y="1021"/>
                      <a:pt x="2918" y="1005"/>
                    </a:cubicBezTo>
                    <a:cubicBezTo>
                      <a:pt x="2916" y="991"/>
                      <a:pt x="2914" y="977"/>
                      <a:pt x="2911" y="963"/>
                    </a:cubicBezTo>
                    <a:cubicBezTo>
                      <a:pt x="2908" y="949"/>
                      <a:pt x="2905" y="935"/>
                      <a:pt x="2901" y="921"/>
                    </a:cubicBezTo>
                    <a:cubicBezTo>
                      <a:pt x="2894" y="890"/>
                      <a:pt x="2886" y="861"/>
                      <a:pt x="2880" y="830"/>
                    </a:cubicBezTo>
                    <a:cubicBezTo>
                      <a:pt x="2877" y="816"/>
                      <a:pt x="2874" y="801"/>
                      <a:pt x="2870" y="787"/>
                    </a:cubicBezTo>
                    <a:cubicBezTo>
                      <a:pt x="2867" y="772"/>
                      <a:pt x="2863" y="758"/>
                      <a:pt x="2859" y="742"/>
                    </a:cubicBezTo>
                    <a:cubicBezTo>
                      <a:pt x="2851" y="715"/>
                      <a:pt x="2843" y="688"/>
                      <a:pt x="2836" y="660"/>
                    </a:cubicBezTo>
                    <a:cubicBezTo>
                      <a:pt x="2832" y="647"/>
                      <a:pt x="2828" y="635"/>
                      <a:pt x="2825" y="621"/>
                    </a:cubicBezTo>
                    <a:cubicBezTo>
                      <a:pt x="2822" y="608"/>
                      <a:pt x="2820" y="595"/>
                      <a:pt x="2818" y="582"/>
                    </a:cubicBezTo>
                    <a:cubicBezTo>
                      <a:pt x="2817" y="569"/>
                      <a:pt x="2815" y="555"/>
                      <a:pt x="2813" y="542"/>
                    </a:cubicBezTo>
                    <a:cubicBezTo>
                      <a:pt x="2812" y="529"/>
                      <a:pt x="2810" y="515"/>
                      <a:pt x="2808" y="501"/>
                    </a:cubicBezTo>
                    <a:lnTo>
                      <a:pt x="2808" y="502"/>
                    </a:lnTo>
                    <a:cubicBezTo>
                      <a:pt x="2808" y="501"/>
                      <a:pt x="2808" y="501"/>
                      <a:pt x="2808" y="501"/>
                    </a:cubicBezTo>
                    <a:cubicBezTo>
                      <a:pt x="2806" y="490"/>
                      <a:pt x="2804" y="478"/>
                      <a:pt x="2801" y="466"/>
                    </a:cubicBezTo>
                    <a:cubicBezTo>
                      <a:pt x="2798" y="454"/>
                      <a:pt x="2795" y="442"/>
                      <a:pt x="2792" y="430"/>
                    </a:cubicBezTo>
                    <a:cubicBezTo>
                      <a:pt x="2786" y="407"/>
                      <a:pt x="2779" y="384"/>
                      <a:pt x="2773" y="360"/>
                    </a:cubicBezTo>
                    <a:cubicBezTo>
                      <a:pt x="2767" y="340"/>
                      <a:pt x="2760" y="320"/>
                      <a:pt x="2754" y="300"/>
                    </a:cubicBezTo>
                    <a:cubicBezTo>
                      <a:pt x="2748" y="282"/>
                      <a:pt x="2742" y="262"/>
                      <a:pt x="2737" y="243"/>
                    </a:cubicBezTo>
                    <a:cubicBezTo>
                      <a:pt x="2726" y="205"/>
                      <a:pt x="2717" y="167"/>
                      <a:pt x="2706" y="129"/>
                    </a:cubicBezTo>
                    <a:cubicBezTo>
                      <a:pt x="2706" y="128"/>
                      <a:pt x="2706" y="128"/>
                      <a:pt x="2706" y="128"/>
                    </a:cubicBezTo>
                    <a:cubicBezTo>
                      <a:pt x="2704" y="120"/>
                      <a:pt x="2701" y="113"/>
                      <a:pt x="2698" y="104"/>
                    </a:cubicBezTo>
                    <a:cubicBezTo>
                      <a:pt x="2695" y="100"/>
                      <a:pt x="2693" y="95"/>
                      <a:pt x="2691" y="91"/>
                    </a:cubicBezTo>
                    <a:cubicBezTo>
                      <a:pt x="2687" y="86"/>
                      <a:pt x="2684" y="81"/>
                      <a:pt x="2680" y="76"/>
                    </a:cubicBezTo>
                    <a:cubicBezTo>
                      <a:pt x="2675" y="70"/>
                      <a:pt x="2670" y="64"/>
                      <a:pt x="2664" y="58"/>
                    </a:cubicBezTo>
                    <a:cubicBezTo>
                      <a:pt x="2661" y="55"/>
                      <a:pt x="2658" y="52"/>
                      <a:pt x="2654" y="49"/>
                    </a:cubicBezTo>
                    <a:cubicBezTo>
                      <a:pt x="2652" y="48"/>
                      <a:pt x="2651" y="47"/>
                      <a:pt x="2649" y="46"/>
                    </a:cubicBezTo>
                    <a:cubicBezTo>
                      <a:pt x="2648" y="44"/>
                      <a:pt x="2646" y="44"/>
                      <a:pt x="2644" y="43"/>
                    </a:cubicBezTo>
                    <a:cubicBezTo>
                      <a:pt x="2639" y="40"/>
                      <a:pt x="2633" y="37"/>
                      <a:pt x="2627" y="35"/>
                    </a:cubicBezTo>
                    <a:cubicBezTo>
                      <a:pt x="2624" y="34"/>
                      <a:pt x="2621" y="33"/>
                      <a:pt x="2618" y="32"/>
                    </a:cubicBezTo>
                    <a:cubicBezTo>
                      <a:pt x="2615" y="31"/>
                      <a:pt x="2612" y="30"/>
                      <a:pt x="2609" y="29"/>
                    </a:cubicBezTo>
                    <a:cubicBezTo>
                      <a:pt x="2607" y="29"/>
                      <a:pt x="2606" y="29"/>
                      <a:pt x="2603" y="28"/>
                    </a:cubicBezTo>
                    <a:cubicBezTo>
                      <a:pt x="2604" y="28"/>
                      <a:pt x="2605" y="28"/>
                      <a:pt x="2605" y="29"/>
                    </a:cubicBezTo>
                    <a:cubicBezTo>
                      <a:pt x="2602" y="28"/>
                      <a:pt x="2599" y="28"/>
                      <a:pt x="2595" y="28"/>
                    </a:cubicBezTo>
                    <a:cubicBezTo>
                      <a:pt x="2596" y="28"/>
                      <a:pt x="2596" y="28"/>
                      <a:pt x="2597" y="28"/>
                    </a:cubicBezTo>
                    <a:cubicBezTo>
                      <a:pt x="2595" y="28"/>
                      <a:pt x="2594" y="28"/>
                      <a:pt x="2593" y="29"/>
                    </a:cubicBezTo>
                    <a:cubicBezTo>
                      <a:pt x="2594" y="29"/>
                      <a:pt x="2594" y="28"/>
                      <a:pt x="2594" y="28"/>
                    </a:cubicBezTo>
                    <a:cubicBezTo>
                      <a:pt x="2592" y="29"/>
                      <a:pt x="2590" y="29"/>
                      <a:pt x="2588" y="30"/>
                    </a:cubicBezTo>
                    <a:cubicBezTo>
                      <a:pt x="2586" y="30"/>
                      <a:pt x="2584" y="31"/>
                      <a:pt x="2582" y="32"/>
                    </a:cubicBezTo>
                    <a:cubicBezTo>
                      <a:pt x="2581" y="32"/>
                      <a:pt x="2579" y="33"/>
                      <a:pt x="2578" y="34"/>
                    </a:cubicBezTo>
                    <a:cubicBezTo>
                      <a:pt x="2575" y="36"/>
                      <a:pt x="2573" y="37"/>
                      <a:pt x="2570" y="39"/>
                    </a:cubicBezTo>
                    <a:cubicBezTo>
                      <a:pt x="2569" y="40"/>
                      <a:pt x="2567" y="42"/>
                      <a:pt x="2566" y="43"/>
                    </a:cubicBezTo>
                    <a:cubicBezTo>
                      <a:pt x="2565" y="44"/>
                      <a:pt x="2564" y="46"/>
                      <a:pt x="2563" y="47"/>
                    </a:cubicBezTo>
                    <a:cubicBezTo>
                      <a:pt x="2557" y="54"/>
                      <a:pt x="2553" y="62"/>
                      <a:pt x="2549" y="69"/>
                    </a:cubicBezTo>
                    <a:cubicBezTo>
                      <a:pt x="2544" y="76"/>
                      <a:pt x="2539" y="84"/>
                      <a:pt x="2535" y="91"/>
                    </a:cubicBezTo>
                    <a:cubicBezTo>
                      <a:pt x="2525" y="107"/>
                      <a:pt x="2515" y="123"/>
                      <a:pt x="2507" y="139"/>
                    </a:cubicBezTo>
                    <a:cubicBezTo>
                      <a:pt x="2500" y="151"/>
                      <a:pt x="2494" y="163"/>
                      <a:pt x="2488" y="175"/>
                    </a:cubicBezTo>
                    <a:cubicBezTo>
                      <a:pt x="2482" y="187"/>
                      <a:pt x="2476" y="200"/>
                      <a:pt x="2471" y="213"/>
                    </a:cubicBezTo>
                    <a:cubicBezTo>
                      <a:pt x="2468" y="223"/>
                      <a:pt x="2464" y="232"/>
                      <a:pt x="2461" y="241"/>
                    </a:cubicBezTo>
                    <a:cubicBezTo>
                      <a:pt x="2457" y="251"/>
                      <a:pt x="2453" y="261"/>
                      <a:pt x="2450" y="271"/>
                    </a:cubicBezTo>
                    <a:cubicBezTo>
                      <a:pt x="2446" y="281"/>
                      <a:pt x="2441" y="292"/>
                      <a:pt x="2438" y="302"/>
                    </a:cubicBezTo>
                    <a:cubicBezTo>
                      <a:pt x="2434" y="313"/>
                      <a:pt x="2430" y="324"/>
                      <a:pt x="2427" y="336"/>
                    </a:cubicBezTo>
                    <a:cubicBezTo>
                      <a:pt x="2420" y="357"/>
                      <a:pt x="2415" y="378"/>
                      <a:pt x="2408" y="399"/>
                    </a:cubicBezTo>
                    <a:cubicBezTo>
                      <a:pt x="2401" y="423"/>
                      <a:pt x="2394" y="445"/>
                      <a:pt x="2387" y="468"/>
                    </a:cubicBezTo>
                    <a:cubicBezTo>
                      <a:pt x="2380" y="490"/>
                      <a:pt x="2374" y="513"/>
                      <a:pt x="2368" y="535"/>
                    </a:cubicBezTo>
                    <a:lnTo>
                      <a:pt x="2368" y="534"/>
                    </a:lnTo>
                    <a:cubicBezTo>
                      <a:pt x="2368" y="535"/>
                      <a:pt x="2368" y="535"/>
                      <a:pt x="2368" y="535"/>
                    </a:cubicBezTo>
                    <a:cubicBezTo>
                      <a:pt x="2368" y="536"/>
                      <a:pt x="2368" y="536"/>
                      <a:pt x="2368" y="536"/>
                    </a:cubicBezTo>
                    <a:cubicBezTo>
                      <a:pt x="2360" y="568"/>
                      <a:pt x="2354" y="601"/>
                      <a:pt x="2346" y="633"/>
                    </a:cubicBezTo>
                    <a:cubicBezTo>
                      <a:pt x="2339" y="666"/>
                      <a:pt x="2330" y="698"/>
                      <a:pt x="2322" y="731"/>
                    </a:cubicBezTo>
                    <a:cubicBezTo>
                      <a:pt x="2318" y="749"/>
                      <a:pt x="2313" y="768"/>
                      <a:pt x="2309" y="787"/>
                    </a:cubicBezTo>
                    <a:cubicBezTo>
                      <a:pt x="2304" y="807"/>
                      <a:pt x="2299" y="828"/>
                      <a:pt x="2295" y="847"/>
                    </a:cubicBezTo>
                    <a:cubicBezTo>
                      <a:pt x="2291" y="862"/>
                      <a:pt x="2288" y="876"/>
                      <a:pt x="2285" y="890"/>
                    </a:cubicBezTo>
                    <a:cubicBezTo>
                      <a:pt x="2283" y="906"/>
                      <a:pt x="2281" y="921"/>
                      <a:pt x="2278" y="936"/>
                    </a:cubicBezTo>
                    <a:cubicBezTo>
                      <a:pt x="2276" y="952"/>
                      <a:pt x="2274" y="967"/>
                      <a:pt x="2271" y="983"/>
                    </a:cubicBezTo>
                    <a:cubicBezTo>
                      <a:pt x="2268" y="998"/>
                      <a:pt x="2265" y="1012"/>
                      <a:pt x="2261" y="1027"/>
                    </a:cubicBezTo>
                    <a:cubicBezTo>
                      <a:pt x="2255" y="1057"/>
                      <a:pt x="2249" y="1088"/>
                      <a:pt x="2242" y="1118"/>
                    </a:cubicBezTo>
                    <a:cubicBezTo>
                      <a:pt x="2236" y="1148"/>
                      <a:pt x="2230" y="1178"/>
                      <a:pt x="2222" y="1207"/>
                    </a:cubicBezTo>
                    <a:cubicBezTo>
                      <a:pt x="2220" y="1215"/>
                      <a:pt x="2218" y="1222"/>
                      <a:pt x="2215" y="1229"/>
                    </a:cubicBezTo>
                    <a:cubicBezTo>
                      <a:pt x="2213" y="1238"/>
                      <a:pt x="2211" y="1246"/>
                      <a:pt x="2208" y="1255"/>
                    </a:cubicBezTo>
                    <a:cubicBezTo>
                      <a:pt x="2204" y="1271"/>
                      <a:pt x="2199" y="1288"/>
                      <a:pt x="2195" y="1304"/>
                    </a:cubicBezTo>
                    <a:cubicBezTo>
                      <a:pt x="2191" y="1319"/>
                      <a:pt x="2188" y="1334"/>
                      <a:pt x="2184" y="1349"/>
                    </a:cubicBezTo>
                    <a:cubicBezTo>
                      <a:pt x="2180" y="1365"/>
                      <a:pt x="2176" y="1382"/>
                      <a:pt x="2172" y="1398"/>
                    </a:cubicBezTo>
                    <a:cubicBezTo>
                      <a:pt x="2168" y="1412"/>
                      <a:pt x="2166" y="1426"/>
                      <a:pt x="2162" y="1440"/>
                    </a:cubicBezTo>
                    <a:cubicBezTo>
                      <a:pt x="2158" y="1454"/>
                      <a:pt x="2153" y="1467"/>
                      <a:pt x="2147" y="1480"/>
                    </a:cubicBezTo>
                    <a:cubicBezTo>
                      <a:pt x="2140" y="1493"/>
                      <a:pt x="2134" y="1505"/>
                      <a:pt x="2125" y="1516"/>
                    </a:cubicBezTo>
                    <a:cubicBezTo>
                      <a:pt x="2117" y="1528"/>
                      <a:pt x="2106" y="1539"/>
                      <a:pt x="2097" y="1549"/>
                    </a:cubicBezTo>
                    <a:cubicBezTo>
                      <a:pt x="2092" y="1555"/>
                      <a:pt x="2088" y="1559"/>
                      <a:pt x="2083" y="1565"/>
                    </a:cubicBezTo>
                    <a:cubicBezTo>
                      <a:pt x="2078" y="1569"/>
                      <a:pt x="2074" y="1575"/>
                      <a:pt x="2070" y="1580"/>
                    </a:cubicBezTo>
                    <a:cubicBezTo>
                      <a:pt x="2062" y="1588"/>
                      <a:pt x="2052" y="1596"/>
                      <a:pt x="2044" y="1604"/>
                    </a:cubicBezTo>
                    <a:cubicBezTo>
                      <a:pt x="2039" y="1609"/>
                      <a:pt x="2034" y="1614"/>
                      <a:pt x="2029" y="1619"/>
                    </a:cubicBezTo>
                    <a:cubicBezTo>
                      <a:pt x="2027" y="1620"/>
                      <a:pt x="2024" y="1623"/>
                      <a:pt x="2022" y="1625"/>
                    </a:cubicBezTo>
                    <a:cubicBezTo>
                      <a:pt x="2018" y="1627"/>
                      <a:pt x="2014" y="1630"/>
                      <a:pt x="2010" y="1632"/>
                    </a:cubicBezTo>
                    <a:cubicBezTo>
                      <a:pt x="2007" y="1633"/>
                      <a:pt x="2003" y="1634"/>
                      <a:pt x="2000" y="1634"/>
                    </a:cubicBezTo>
                    <a:cubicBezTo>
                      <a:pt x="1997" y="1633"/>
                      <a:pt x="1996" y="1633"/>
                      <a:pt x="1994" y="1632"/>
                    </a:cubicBezTo>
                    <a:cubicBezTo>
                      <a:pt x="1992" y="1632"/>
                      <a:pt x="1990" y="1631"/>
                      <a:pt x="1989" y="1630"/>
                    </a:cubicBezTo>
                    <a:cubicBezTo>
                      <a:pt x="1986" y="1628"/>
                      <a:pt x="1984" y="1625"/>
                      <a:pt x="1982" y="1623"/>
                    </a:cubicBezTo>
                    <a:cubicBezTo>
                      <a:pt x="1979" y="1620"/>
                      <a:pt x="1977" y="1617"/>
                      <a:pt x="1975" y="1614"/>
                    </a:cubicBezTo>
                    <a:cubicBezTo>
                      <a:pt x="1969" y="1606"/>
                      <a:pt x="1963" y="1598"/>
                      <a:pt x="1957" y="1589"/>
                    </a:cubicBezTo>
                    <a:cubicBezTo>
                      <a:pt x="1954" y="1585"/>
                      <a:pt x="1953" y="1581"/>
                      <a:pt x="1950" y="1577"/>
                    </a:cubicBezTo>
                    <a:cubicBezTo>
                      <a:pt x="1947" y="1573"/>
                      <a:pt x="1944" y="1567"/>
                      <a:pt x="1942" y="1563"/>
                    </a:cubicBezTo>
                    <a:cubicBezTo>
                      <a:pt x="1936" y="1552"/>
                      <a:pt x="1930" y="1542"/>
                      <a:pt x="1925" y="1531"/>
                    </a:cubicBezTo>
                    <a:cubicBezTo>
                      <a:pt x="1920" y="1521"/>
                      <a:pt x="1915" y="1511"/>
                      <a:pt x="1911" y="1500"/>
                    </a:cubicBezTo>
                    <a:cubicBezTo>
                      <a:pt x="1906" y="1491"/>
                      <a:pt x="1902" y="1481"/>
                      <a:pt x="1898" y="1471"/>
                    </a:cubicBezTo>
                    <a:cubicBezTo>
                      <a:pt x="1894" y="1461"/>
                      <a:pt x="1890" y="1451"/>
                      <a:pt x="1886" y="1441"/>
                    </a:cubicBezTo>
                    <a:cubicBezTo>
                      <a:pt x="1883" y="1431"/>
                      <a:pt x="1879" y="1420"/>
                      <a:pt x="1876" y="1410"/>
                    </a:cubicBezTo>
                    <a:cubicBezTo>
                      <a:pt x="1873" y="1400"/>
                      <a:pt x="1870" y="1389"/>
                      <a:pt x="1867" y="1379"/>
                    </a:cubicBezTo>
                    <a:cubicBezTo>
                      <a:pt x="1862" y="1361"/>
                      <a:pt x="1855" y="1343"/>
                      <a:pt x="1849" y="1325"/>
                    </a:cubicBezTo>
                    <a:cubicBezTo>
                      <a:pt x="1843" y="1306"/>
                      <a:pt x="1836" y="1288"/>
                      <a:pt x="1829" y="1269"/>
                    </a:cubicBezTo>
                    <a:cubicBezTo>
                      <a:pt x="1826" y="1261"/>
                      <a:pt x="1824" y="1252"/>
                      <a:pt x="1821" y="1244"/>
                    </a:cubicBezTo>
                    <a:cubicBezTo>
                      <a:pt x="1818" y="1236"/>
                      <a:pt x="1815" y="1227"/>
                      <a:pt x="1813" y="1218"/>
                    </a:cubicBezTo>
                    <a:cubicBezTo>
                      <a:pt x="1810" y="1209"/>
                      <a:pt x="1807" y="1200"/>
                      <a:pt x="1805" y="1191"/>
                    </a:cubicBezTo>
                    <a:cubicBezTo>
                      <a:pt x="1803" y="1181"/>
                      <a:pt x="1802" y="1172"/>
                      <a:pt x="1800" y="1163"/>
                    </a:cubicBezTo>
                    <a:cubicBezTo>
                      <a:pt x="1800" y="1163"/>
                      <a:pt x="1801" y="1163"/>
                      <a:pt x="1801" y="1164"/>
                    </a:cubicBezTo>
                    <a:cubicBezTo>
                      <a:pt x="1800" y="1161"/>
                      <a:pt x="1799" y="1159"/>
                      <a:pt x="1799" y="1157"/>
                    </a:cubicBezTo>
                    <a:cubicBezTo>
                      <a:pt x="1799" y="1156"/>
                      <a:pt x="1799" y="1156"/>
                      <a:pt x="1799" y="1155"/>
                    </a:cubicBezTo>
                    <a:cubicBezTo>
                      <a:pt x="1796" y="1136"/>
                      <a:pt x="1794" y="1116"/>
                      <a:pt x="1791" y="1097"/>
                    </a:cubicBezTo>
                    <a:cubicBezTo>
                      <a:pt x="1788" y="1077"/>
                      <a:pt x="1784" y="1058"/>
                      <a:pt x="1781" y="1039"/>
                    </a:cubicBezTo>
                    <a:cubicBezTo>
                      <a:pt x="1778" y="1019"/>
                      <a:pt x="1775" y="999"/>
                      <a:pt x="1773" y="980"/>
                    </a:cubicBezTo>
                    <a:cubicBezTo>
                      <a:pt x="1767" y="938"/>
                      <a:pt x="1761" y="896"/>
                      <a:pt x="1755" y="854"/>
                    </a:cubicBezTo>
                    <a:lnTo>
                      <a:pt x="1755" y="853"/>
                    </a:lnTo>
                    <a:lnTo>
                      <a:pt x="1755" y="854"/>
                    </a:lnTo>
                    <a:cubicBezTo>
                      <a:pt x="1752" y="839"/>
                      <a:pt x="1749" y="825"/>
                      <a:pt x="1746" y="810"/>
                    </a:cubicBezTo>
                    <a:cubicBezTo>
                      <a:pt x="1743" y="795"/>
                      <a:pt x="1739" y="781"/>
                      <a:pt x="1736" y="766"/>
                    </a:cubicBezTo>
                    <a:cubicBezTo>
                      <a:pt x="1729" y="737"/>
                      <a:pt x="1721" y="709"/>
                      <a:pt x="1714" y="680"/>
                    </a:cubicBezTo>
                    <a:cubicBezTo>
                      <a:pt x="1707" y="651"/>
                      <a:pt x="1702" y="622"/>
                      <a:pt x="1695" y="593"/>
                    </a:cubicBezTo>
                    <a:cubicBezTo>
                      <a:pt x="1688" y="564"/>
                      <a:pt x="1681" y="536"/>
                      <a:pt x="1672" y="508"/>
                    </a:cubicBezTo>
                    <a:cubicBezTo>
                      <a:pt x="1667" y="490"/>
                      <a:pt x="1662" y="471"/>
                      <a:pt x="1658" y="452"/>
                    </a:cubicBezTo>
                    <a:cubicBezTo>
                      <a:pt x="1654" y="434"/>
                      <a:pt x="1651" y="415"/>
                      <a:pt x="1648" y="396"/>
                    </a:cubicBezTo>
                    <a:cubicBezTo>
                      <a:pt x="1648" y="397"/>
                      <a:pt x="1648" y="397"/>
                      <a:pt x="1648" y="397"/>
                    </a:cubicBezTo>
                    <a:cubicBezTo>
                      <a:pt x="1644" y="374"/>
                      <a:pt x="1640" y="350"/>
                      <a:pt x="1634" y="328"/>
                    </a:cubicBezTo>
                    <a:cubicBezTo>
                      <a:pt x="1630" y="316"/>
                      <a:pt x="1626" y="304"/>
                      <a:pt x="1622" y="293"/>
                    </a:cubicBezTo>
                    <a:cubicBezTo>
                      <a:pt x="1617" y="281"/>
                      <a:pt x="1612" y="269"/>
                      <a:pt x="1607" y="257"/>
                    </a:cubicBezTo>
                    <a:cubicBezTo>
                      <a:pt x="1607" y="258"/>
                      <a:pt x="1608" y="258"/>
                      <a:pt x="1608" y="258"/>
                    </a:cubicBezTo>
                    <a:cubicBezTo>
                      <a:pt x="1603" y="248"/>
                      <a:pt x="1598" y="238"/>
                      <a:pt x="1594" y="227"/>
                    </a:cubicBezTo>
                    <a:cubicBezTo>
                      <a:pt x="1589" y="216"/>
                      <a:pt x="1585" y="205"/>
                      <a:pt x="1580" y="194"/>
                    </a:cubicBezTo>
                    <a:cubicBezTo>
                      <a:pt x="1572" y="173"/>
                      <a:pt x="1564" y="151"/>
                      <a:pt x="1555" y="130"/>
                    </a:cubicBezTo>
                    <a:cubicBezTo>
                      <a:pt x="1549" y="117"/>
                      <a:pt x="1543" y="105"/>
                      <a:pt x="1536" y="93"/>
                    </a:cubicBezTo>
                    <a:cubicBezTo>
                      <a:pt x="1537" y="94"/>
                      <a:pt x="1537" y="94"/>
                      <a:pt x="1537" y="95"/>
                    </a:cubicBezTo>
                    <a:cubicBezTo>
                      <a:pt x="1537" y="94"/>
                      <a:pt x="1536" y="94"/>
                      <a:pt x="1536" y="93"/>
                    </a:cubicBezTo>
                    <a:cubicBezTo>
                      <a:pt x="1534" y="89"/>
                      <a:pt x="1531" y="85"/>
                      <a:pt x="1528" y="81"/>
                    </a:cubicBezTo>
                    <a:cubicBezTo>
                      <a:pt x="1525" y="76"/>
                      <a:pt x="1521" y="71"/>
                      <a:pt x="1518" y="67"/>
                    </a:cubicBezTo>
                    <a:cubicBezTo>
                      <a:pt x="1513" y="61"/>
                      <a:pt x="1507" y="55"/>
                      <a:pt x="1502" y="49"/>
                    </a:cubicBezTo>
                    <a:cubicBezTo>
                      <a:pt x="1499" y="46"/>
                      <a:pt x="1495" y="43"/>
                      <a:pt x="1491" y="40"/>
                    </a:cubicBezTo>
                    <a:cubicBezTo>
                      <a:pt x="1488" y="36"/>
                      <a:pt x="1484" y="33"/>
                      <a:pt x="1479" y="30"/>
                    </a:cubicBezTo>
                    <a:cubicBezTo>
                      <a:pt x="1477" y="28"/>
                      <a:pt x="1474" y="26"/>
                      <a:pt x="1472" y="25"/>
                    </a:cubicBezTo>
                    <a:cubicBezTo>
                      <a:pt x="1470" y="24"/>
                      <a:pt x="1468" y="23"/>
                      <a:pt x="1466" y="22"/>
                    </a:cubicBezTo>
                    <a:cubicBezTo>
                      <a:pt x="1465" y="22"/>
                      <a:pt x="1463" y="22"/>
                      <a:pt x="1462" y="21"/>
                    </a:cubicBezTo>
                    <a:cubicBezTo>
                      <a:pt x="1461" y="21"/>
                      <a:pt x="1461" y="21"/>
                      <a:pt x="1460" y="21"/>
                    </a:cubicBezTo>
                    <a:lnTo>
                      <a:pt x="1459" y="21"/>
                    </a:lnTo>
                    <a:lnTo>
                      <a:pt x="1458" y="21"/>
                    </a:lnTo>
                    <a:cubicBezTo>
                      <a:pt x="1457" y="22"/>
                      <a:pt x="1456" y="22"/>
                      <a:pt x="1456" y="23"/>
                    </a:cubicBezTo>
                    <a:cubicBezTo>
                      <a:pt x="1456" y="22"/>
                      <a:pt x="1456" y="22"/>
                      <a:pt x="1456" y="22"/>
                    </a:cubicBezTo>
                    <a:cubicBezTo>
                      <a:pt x="1454" y="24"/>
                      <a:pt x="1453" y="25"/>
                      <a:pt x="1451" y="28"/>
                    </a:cubicBezTo>
                    <a:cubicBezTo>
                      <a:pt x="1447" y="32"/>
                      <a:pt x="1443" y="36"/>
                      <a:pt x="1439" y="41"/>
                    </a:cubicBezTo>
                    <a:cubicBezTo>
                      <a:pt x="1430" y="54"/>
                      <a:pt x="1422" y="68"/>
                      <a:pt x="1414" y="82"/>
                    </a:cubicBezTo>
                    <a:cubicBezTo>
                      <a:pt x="1406" y="97"/>
                      <a:pt x="1398" y="111"/>
                      <a:pt x="1390" y="125"/>
                    </a:cubicBezTo>
                    <a:cubicBezTo>
                      <a:pt x="1380" y="144"/>
                      <a:pt x="1371" y="163"/>
                      <a:pt x="1362" y="182"/>
                    </a:cubicBezTo>
                    <a:cubicBezTo>
                      <a:pt x="1354" y="202"/>
                      <a:pt x="1346" y="222"/>
                      <a:pt x="1338" y="241"/>
                    </a:cubicBezTo>
                    <a:cubicBezTo>
                      <a:pt x="1333" y="255"/>
                      <a:pt x="1328" y="269"/>
                      <a:pt x="1324" y="284"/>
                    </a:cubicBezTo>
                    <a:cubicBezTo>
                      <a:pt x="1322" y="292"/>
                      <a:pt x="1320" y="301"/>
                      <a:pt x="1318" y="310"/>
                    </a:cubicBezTo>
                    <a:cubicBezTo>
                      <a:pt x="1316" y="318"/>
                      <a:pt x="1313" y="326"/>
                      <a:pt x="1311" y="334"/>
                    </a:cubicBezTo>
                    <a:cubicBezTo>
                      <a:pt x="1305" y="351"/>
                      <a:pt x="1299" y="368"/>
                      <a:pt x="1292" y="384"/>
                    </a:cubicBezTo>
                    <a:cubicBezTo>
                      <a:pt x="1286" y="402"/>
                      <a:pt x="1280" y="419"/>
                      <a:pt x="1274" y="437"/>
                    </a:cubicBezTo>
                    <a:cubicBezTo>
                      <a:pt x="1269" y="456"/>
                      <a:pt x="1263" y="476"/>
                      <a:pt x="1259" y="497"/>
                    </a:cubicBezTo>
                    <a:cubicBezTo>
                      <a:pt x="1259" y="496"/>
                      <a:pt x="1259" y="496"/>
                      <a:pt x="1259" y="496"/>
                    </a:cubicBezTo>
                    <a:cubicBezTo>
                      <a:pt x="1259" y="497"/>
                      <a:pt x="1259" y="497"/>
                      <a:pt x="1259" y="497"/>
                    </a:cubicBezTo>
                    <a:cubicBezTo>
                      <a:pt x="1258" y="498"/>
                      <a:pt x="1258" y="498"/>
                      <a:pt x="1258" y="498"/>
                    </a:cubicBezTo>
                    <a:cubicBezTo>
                      <a:pt x="1258" y="500"/>
                      <a:pt x="1258" y="502"/>
                      <a:pt x="1257" y="504"/>
                    </a:cubicBezTo>
                    <a:lnTo>
                      <a:pt x="1257" y="505"/>
                    </a:lnTo>
                    <a:cubicBezTo>
                      <a:pt x="1256" y="505"/>
                      <a:pt x="1256" y="505"/>
                      <a:pt x="1256" y="506"/>
                    </a:cubicBezTo>
                    <a:cubicBezTo>
                      <a:pt x="1251" y="532"/>
                      <a:pt x="1243" y="557"/>
                      <a:pt x="1237" y="582"/>
                    </a:cubicBezTo>
                    <a:cubicBezTo>
                      <a:pt x="1237" y="583"/>
                      <a:pt x="1236" y="584"/>
                      <a:pt x="1236" y="585"/>
                    </a:cubicBezTo>
                    <a:lnTo>
                      <a:pt x="1236" y="584"/>
                    </a:lnTo>
                    <a:cubicBezTo>
                      <a:pt x="1235" y="587"/>
                      <a:pt x="1235" y="589"/>
                      <a:pt x="1234" y="592"/>
                    </a:cubicBezTo>
                    <a:lnTo>
                      <a:pt x="1235" y="591"/>
                    </a:lnTo>
                    <a:cubicBezTo>
                      <a:pt x="1227" y="622"/>
                      <a:pt x="1223" y="654"/>
                      <a:pt x="1216" y="685"/>
                    </a:cubicBezTo>
                    <a:cubicBezTo>
                      <a:pt x="1212" y="700"/>
                      <a:pt x="1208" y="716"/>
                      <a:pt x="1203" y="731"/>
                    </a:cubicBezTo>
                    <a:cubicBezTo>
                      <a:pt x="1199" y="747"/>
                      <a:pt x="1195" y="762"/>
                      <a:pt x="1191" y="778"/>
                    </a:cubicBezTo>
                    <a:lnTo>
                      <a:pt x="1191" y="777"/>
                    </a:lnTo>
                    <a:lnTo>
                      <a:pt x="1191" y="778"/>
                    </a:lnTo>
                    <a:lnTo>
                      <a:pt x="1191" y="779"/>
                    </a:lnTo>
                    <a:lnTo>
                      <a:pt x="1191" y="778"/>
                    </a:lnTo>
                    <a:cubicBezTo>
                      <a:pt x="1188" y="793"/>
                      <a:pt x="1185" y="808"/>
                      <a:pt x="1182" y="822"/>
                    </a:cubicBezTo>
                    <a:cubicBezTo>
                      <a:pt x="1179" y="836"/>
                      <a:pt x="1176" y="849"/>
                      <a:pt x="1172" y="863"/>
                    </a:cubicBezTo>
                    <a:cubicBezTo>
                      <a:pt x="1166" y="892"/>
                      <a:pt x="1160" y="920"/>
                      <a:pt x="1156" y="949"/>
                    </a:cubicBezTo>
                    <a:cubicBezTo>
                      <a:pt x="1153" y="963"/>
                      <a:pt x="1151" y="977"/>
                      <a:pt x="1148" y="991"/>
                    </a:cubicBezTo>
                    <a:cubicBezTo>
                      <a:pt x="1145" y="1005"/>
                      <a:pt x="1142" y="1019"/>
                      <a:pt x="1140" y="1033"/>
                    </a:cubicBezTo>
                    <a:cubicBezTo>
                      <a:pt x="1137" y="1046"/>
                      <a:pt x="1135" y="1060"/>
                      <a:pt x="1132" y="1073"/>
                    </a:cubicBezTo>
                    <a:cubicBezTo>
                      <a:pt x="1129" y="1088"/>
                      <a:pt x="1126" y="1102"/>
                      <a:pt x="1123" y="1117"/>
                    </a:cubicBezTo>
                    <a:cubicBezTo>
                      <a:pt x="1117" y="1143"/>
                      <a:pt x="1112" y="1170"/>
                      <a:pt x="1107" y="1196"/>
                    </a:cubicBezTo>
                    <a:cubicBezTo>
                      <a:pt x="1104" y="1210"/>
                      <a:pt x="1101" y="1223"/>
                      <a:pt x="1097" y="1236"/>
                    </a:cubicBezTo>
                    <a:cubicBezTo>
                      <a:pt x="1093" y="1250"/>
                      <a:pt x="1089" y="1263"/>
                      <a:pt x="1085" y="1276"/>
                    </a:cubicBezTo>
                    <a:cubicBezTo>
                      <a:pt x="1081" y="1290"/>
                      <a:pt x="1077" y="1304"/>
                      <a:pt x="1073" y="1319"/>
                    </a:cubicBezTo>
                    <a:cubicBezTo>
                      <a:pt x="1069" y="1333"/>
                      <a:pt x="1066" y="1347"/>
                      <a:pt x="1062" y="1361"/>
                    </a:cubicBezTo>
                    <a:cubicBezTo>
                      <a:pt x="1055" y="1388"/>
                      <a:pt x="1044" y="1414"/>
                      <a:pt x="1034" y="1440"/>
                    </a:cubicBezTo>
                    <a:cubicBezTo>
                      <a:pt x="1028" y="1455"/>
                      <a:pt x="1023" y="1470"/>
                      <a:pt x="1016" y="1485"/>
                    </a:cubicBezTo>
                    <a:cubicBezTo>
                      <a:pt x="1013" y="1492"/>
                      <a:pt x="1010" y="1500"/>
                      <a:pt x="1007" y="1507"/>
                    </a:cubicBezTo>
                    <a:cubicBezTo>
                      <a:pt x="1003" y="1515"/>
                      <a:pt x="999" y="1523"/>
                      <a:pt x="995" y="1530"/>
                    </a:cubicBezTo>
                    <a:cubicBezTo>
                      <a:pt x="987" y="1543"/>
                      <a:pt x="979" y="1556"/>
                      <a:pt x="971" y="1569"/>
                    </a:cubicBezTo>
                    <a:cubicBezTo>
                      <a:pt x="963" y="1581"/>
                      <a:pt x="954" y="1594"/>
                      <a:pt x="945" y="1606"/>
                    </a:cubicBezTo>
                    <a:cubicBezTo>
                      <a:pt x="941" y="1611"/>
                      <a:pt x="937" y="1617"/>
                      <a:pt x="933" y="1622"/>
                    </a:cubicBezTo>
                    <a:cubicBezTo>
                      <a:pt x="928" y="1627"/>
                      <a:pt x="923" y="1633"/>
                      <a:pt x="917" y="1638"/>
                    </a:cubicBezTo>
                    <a:cubicBezTo>
                      <a:pt x="907" y="1647"/>
                      <a:pt x="896" y="1654"/>
                      <a:pt x="884" y="1659"/>
                    </a:cubicBezTo>
                    <a:cubicBezTo>
                      <a:pt x="881" y="1661"/>
                      <a:pt x="876" y="1663"/>
                      <a:pt x="872" y="1663"/>
                    </a:cubicBezTo>
                    <a:cubicBezTo>
                      <a:pt x="869" y="1663"/>
                      <a:pt x="868" y="1662"/>
                      <a:pt x="866" y="16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3" name="Google Shape;2893;p31"/>
              <p:cNvSpPr/>
              <p:nvPr/>
            </p:nvSpPr>
            <p:spPr>
              <a:xfrm>
                <a:off x="3239640" y="4519800"/>
                <a:ext cx="9360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260" h="25" extrusionOk="0">
                    <a:moveTo>
                      <a:pt x="0" y="15"/>
                    </a:moveTo>
                    <a:cubicBezTo>
                      <a:pt x="0" y="12"/>
                      <a:pt x="1" y="9"/>
                      <a:pt x="3" y="7"/>
                    </a:cubicBezTo>
                    <a:cubicBezTo>
                      <a:pt x="5" y="6"/>
                      <a:pt x="8" y="5"/>
                      <a:pt x="11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11" y="5"/>
                      <a:pt x="14" y="4"/>
                      <a:pt x="17" y="4"/>
                    </a:cubicBezTo>
                    <a:cubicBezTo>
                      <a:pt x="20" y="4"/>
                      <a:pt x="23" y="4"/>
                      <a:pt x="27" y="4"/>
                    </a:cubicBezTo>
                    <a:cubicBezTo>
                      <a:pt x="34" y="3"/>
                      <a:pt x="41" y="3"/>
                      <a:pt x="49" y="3"/>
                    </a:cubicBezTo>
                    <a:cubicBezTo>
                      <a:pt x="55" y="2"/>
                      <a:pt x="61" y="2"/>
                      <a:pt x="67" y="2"/>
                    </a:cubicBezTo>
                    <a:cubicBezTo>
                      <a:pt x="71" y="2"/>
                      <a:pt x="76" y="2"/>
                      <a:pt x="80" y="1"/>
                    </a:cubicBezTo>
                    <a:cubicBezTo>
                      <a:pt x="83" y="1"/>
                      <a:pt x="86" y="1"/>
                      <a:pt x="90" y="0"/>
                    </a:cubicBezTo>
                    <a:lnTo>
                      <a:pt x="91" y="0"/>
                    </a:lnTo>
                    <a:cubicBezTo>
                      <a:pt x="99" y="0"/>
                      <a:pt x="106" y="0"/>
                      <a:pt x="115" y="0"/>
                    </a:cubicBezTo>
                    <a:cubicBezTo>
                      <a:pt x="114" y="0"/>
                      <a:pt x="114" y="0"/>
                      <a:pt x="113" y="0"/>
                    </a:cubicBezTo>
                    <a:cubicBezTo>
                      <a:pt x="114" y="0"/>
                      <a:pt x="114" y="0"/>
                      <a:pt x="115" y="0"/>
                    </a:cubicBezTo>
                    <a:lnTo>
                      <a:pt x="114" y="0"/>
                    </a:lnTo>
                    <a:cubicBezTo>
                      <a:pt x="115" y="0"/>
                      <a:pt x="115" y="0"/>
                      <a:pt x="115" y="0"/>
                    </a:cubicBezTo>
                    <a:cubicBezTo>
                      <a:pt x="119" y="0"/>
                      <a:pt x="124" y="0"/>
                      <a:pt x="128" y="0"/>
                    </a:cubicBezTo>
                    <a:cubicBezTo>
                      <a:pt x="132" y="0"/>
                      <a:pt x="136" y="0"/>
                      <a:pt x="140" y="0"/>
                    </a:cubicBezTo>
                    <a:cubicBezTo>
                      <a:pt x="146" y="0"/>
                      <a:pt x="151" y="0"/>
                      <a:pt x="157" y="0"/>
                    </a:cubicBezTo>
                    <a:cubicBezTo>
                      <a:pt x="161" y="0"/>
                      <a:pt x="165" y="0"/>
                      <a:pt x="169" y="0"/>
                    </a:cubicBezTo>
                    <a:cubicBezTo>
                      <a:pt x="188" y="2"/>
                      <a:pt x="207" y="2"/>
                      <a:pt x="226" y="3"/>
                    </a:cubicBezTo>
                    <a:cubicBezTo>
                      <a:pt x="235" y="3"/>
                      <a:pt x="243" y="4"/>
                      <a:pt x="252" y="4"/>
                    </a:cubicBezTo>
                    <a:cubicBezTo>
                      <a:pt x="256" y="4"/>
                      <a:pt x="259" y="8"/>
                      <a:pt x="259" y="13"/>
                    </a:cubicBezTo>
                    <a:cubicBezTo>
                      <a:pt x="259" y="17"/>
                      <a:pt x="255" y="20"/>
                      <a:pt x="251" y="20"/>
                    </a:cubicBezTo>
                    <a:cubicBezTo>
                      <a:pt x="229" y="19"/>
                      <a:pt x="208" y="18"/>
                      <a:pt x="187" y="18"/>
                    </a:cubicBezTo>
                    <a:cubicBezTo>
                      <a:pt x="169" y="17"/>
                      <a:pt x="150" y="16"/>
                      <a:pt x="131" y="17"/>
                    </a:cubicBezTo>
                    <a:cubicBezTo>
                      <a:pt x="126" y="17"/>
                      <a:pt x="121" y="17"/>
                      <a:pt x="116" y="17"/>
                    </a:cubicBezTo>
                    <a:cubicBezTo>
                      <a:pt x="107" y="17"/>
                      <a:pt x="99" y="18"/>
                      <a:pt x="90" y="18"/>
                    </a:cubicBezTo>
                    <a:cubicBezTo>
                      <a:pt x="81" y="18"/>
                      <a:pt x="73" y="19"/>
                      <a:pt x="64" y="20"/>
                    </a:cubicBezTo>
                    <a:cubicBezTo>
                      <a:pt x="55" y="20"/>
                      <a:pt x="46" y="21"/>
                      <a:pt x="38" y="21"/>
                    </a:cubicBezTo>
                    <a:cubicBezTo>
                      <a:pt x="30" y="22"/>
                      <a:pt x="21" y="23"/>
                      <a:pt x="12" y="23"/>
                    </a:cubicBezTo>
                    <a:lnTo>
                      <a:pt x="12" y="24"/>
                    </a:lnTo>
                    <a:lnTo>
                      <a:pt x="11" y="24"/>
                    </a:lnTo>
                    <a:cubicBezTo>
                      <a:pt x="11" y="24"/>
                      <a:pt x="10" y="24"/>
                      <a:pt x="9" y="24"/>
                    </a:cubicBezTo>
                    <a:cubicBezTo>
                      <a:pt x="4" y="24"/>
                      <a:pt x="0" y="20"/>
                      <a:pt x="0" y="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4" name="Google Shape;2894;p31"/>
              <p:cNvSpPr/>
              <p:nvPr/>
            </p:nvSpPr>
            <p:spPr>
              <a:xfrm>
                <a:off x="3366360" y="4518720"/>
                <a:ext cx="51840" cy="11520"/>
              </a:xfrm>
              <a:custGeom>
                <a:avLst/>
                <a:gdLst/>
                <a:ahLst/>
                <a:cxnLst/>
                <a:rect l="l" t="t" r="r" b="b"/>
                <a:pathLst>
                  <a:path w="144" h="32" extrusionOk="0">
                    <a:moveTo>
                      <a:pt x="133" y="31"/>
                    </a:moveTo>
                    <a:cubicBezTo>
                      <a:pt x="123" y="29"/>
                      <a:pt x="113" y="28"/>
                      <a:pt x="103" y="26"/>
                    </a:cubicBezTo>
                    <a:cubicBezTo>
                      <a:pt x="94" y="25"/>
                      <a:pt x="84" y="24"/>
                      <a:pt x="74" y="23"/>
                    </a:cubicBezTo>
                    <a:cubicBezTo>
                      <a:pt x="75" y="23"/>
                      <a:pt x="75" y="23"/>
                      <a:pt x="75" y="23"/>
                    </a:cubicBezTo>
                    <a:cubicBezTo>
                      <a:pt x="65" y="21"/>
                      <a:pt x="55" y="21"/>
                      <a:pt x="44" y="20"/>
                    </a:cubicBezTo>
                    <a:cubicBezTo>
                      <a:pt x="32" y="20"/>
                      <a:pt x="21" y="20"/>
                      <a:pt x="9" y="19"/>
                    </a:cubicBezTo>
                    <a:cubicBezTo>
                      <a:pt x="4" y="19"/>
                      <a:pt x="0" y="14"/>
                      <a:pt x="0" y="10"/>
                    </a:cubicBezTo>
                    <a:cubicBezTo>
                      <a:pt x="0" y="5"/>
                      <a:pt x="5" y="0"/>
                      <a:pt x="10" y="0"/>
                    </a:cubicBezTo>
                    <a:cubicBezTo>
                      <a:pt x="21" y="0"/>
                      <a:pt x="32" y="1"/>
                      <a:pt x="44" y="2"/>
                    </a:cubicBezTo>
                    <a:cubicBezTo>
                      <a:pt x="55" y="3"/>
                      <a:pt x="66" y="4"/>
                      <a:pt x="77" y="5"/>
                    </a:cubicBezTo>
                    <a:lnTo>
                      <a:pt x="76" y="5"/>
                    </a:lnTo>
                    <a:cubicBezTo>
                      <a:pt x="86" y="6"/>
                      <a:pt x="95" y="7"/>
                      <a:pt x="105" y="9"/>
                    </a:cubicBezTo>
                    <a:cubicBezTo>
                      <a:pt x="115" y="10"/>
                      <a:pt x="125" y="12"/>
                      <a:pt x="136" y="14"/>
                    </a:cubicBezTo>
                    <a:cubicBezTo>
                      <a:pt x="140" y="14"/>
                      <a:pt x="143" y="19"/>
                      <a:pt x="142" y="24"/>
                    </a:cubicBezTo>
                    <a:cubicBezTo>
                      <a:pt x="141" y="28"/>
                      <a:pt x="138" y="31"/>
                      <a:pt x="134" y="31"/>
                    </a:cubicBezTo>
                    <a:cubicBezTo>
                      <a:pt x="133" y="31"/>
                      <a:pt x="133" y="31"/>
                      <a:pt x="133" y="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5" name="Google Shape;2895;p31"/>
              <p:cNvSpPr/>
              <p:nvPr/>
            </p:nvSpPr>
            <p:spPr>
              <a:xfrm>
                <a:off x="3453480" y="4512960"/>
                <a:ext cx="7776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216" h="33" extrusionOk="0">
                    <a:moveTo>
                      <a:pt x="97" y="31"/>
                    </a:moveTo>
                    <a:cubicBezTo>
                      <a:pt x="93" y="30"/>
                      <a:pt x="88" y="30"/>
                      <a:pt x="83" y="30"/>
                    </a:cubicBezTo>
                    <a:cubicBezTo>
                      <a:pt x="75" y="29"/>
                      <a:pt x="66" y="29"/>
                      <a:pt x="57" y="28"/>
                    </a:cubicBezTo>
                    <a:cubicBezTo>
                      <a:pt x="48" y="26"/>
                      <a:pt x="38" y="25"/>
                      <a:pt x="29" y="23"/>
                    </a:cubicBezTo>
                    <a:cubicBezTo>
                      <a:pt x="22" y="22"/>
                      <a:pt x="15" y="21"/>
                      <a:pt x="8" y="19"/>
                    </a:cubicBezTo>
                    <a:cubicBezTo>
                      <a:pt x="3" y="18"/>
                      <a:pt x="0" y="14"/>
                      <a:pt x="0" y="8"/>
                    </a:cubicBezTo>
                    <a:cubicBezTo>
                      <a:pt x="1" y="2"/>
                      <a:pt x="7" y="0"/>
                      <a:pt x="12" y="1"/>
                    </a:cubicBezTo>
                    <a:cubicBezTo>
                      <a:pt x="16" y="2"/>
                      <a:pt x="21" y="3"/>
                      <a:pt x="25" y="4"/>
                    </a:cubicBezTo>
                    <a:cubicBezTo>
                      <a:pt x="37" y="7"/>
                      <a:pt x="49" y="9"/>
                      <a:pt x="62" y="11"/>
                    </a:cubicBezTo>
                    <a:cubicBezTo>
                      <a:pt x="61" y="11"/>
                      <a:pt x="61" y="11"/>
                      <a:pt x="61" y="11"/>
                    </a:cubicBezTo>
                    <a:lnTo>
                      <a:pt x="62" y="11"/>
                    </a:lnTo>
                    <a:lnTo>
                      <a:pt x="63" y="11"/>
                    </a:lnTo>
                    <a:cubicBezTo>
                      <a:pt x="62" y="11"/>
                      <a:pt x="62" y="11"/>
                      <a:pt x="62" y="11"/>
                    </a:cubicBezTo>
                    <a:cubicBezTo>
                      <a:pt x="63" y="11"/>
                      <a:pt x="64" y="11"/>
                      <a:pt x="64" y="11"/>
                    </a:cubicBezTo>
                    <a:lnTo>
                      <a:pt x="65" y="11"/>
                    </a:lnTo>
                    <a:lnTo>
                      <a:pt x="66" y="11"/>
                    </a:lnTo>
                    <a:lnTo>
                      <a:pt x="67" y="11"/>
                    </a:lnTo>
                    <a:cubicBezTo>
                      <a:pt x="68" y="11"/>
                      <a:pt x="69" y="11"/>
                      <a:pt x="71" y="11"/>
                    </a:cubicBezTo>
                    <a:lnTo>
                      <a:pt x="70" y="11"/>
                    </a:lnTo>
                    <a:cubicBezTo>
                      <a:pt x="71" y="12"/>
                      <a:pt x="72" y="12"/>
                      <a:pt x="74" y="12"/>
                    </a:cubicBezTo>
                    <a:cubicBezTo>
                      <a:pt x="74" y="12"/>
                      <a:pt x="75" y="12"/>
                      <a:pt x="76" y="12"/>
                    </a:cubicBezTo>
                    <a:cubicBezTo>
                      <a:pt x="75" y="12"/>
                      <a:pt x="75" y="12"/>
                      <a:pt x="75" y="12"/>
                    </a:cubicBezTo>
                    <a:lnTo>
                      <a:pt x="76" y="12"/>
                    </a:lnTo>
                    <a:cubicBezTo>
                      <a:pt x="77" y="12"/>
                      <a:pt x="78" y="12"/>
                      <a:pt x="78" y="12"/>
                    </a:cubicBezTo>
                    <a:lnTo>
                      <a:pt x="79" y="12"/>
                    </a:lnTo>
                    <a:lnTo>
                      <a:pt x="80" y="12"/>
                    </a:lnTo>
                    <a:lnTo>
                      <a:pt x="79" y="12"/>
                    </a:lnTo>
                    <a:cubicBezTo>
                      <a:pt x="93" y="14"/>
                      <a:pt x="106" y="15"/>
                      <a:pt x="120" y="15"/>
                    </a:cubicBezTo>
                    <a:cubicBezTo>
                      <a:pt x="134" y="15"/>
                      <a:pt x="148" y="14"/>
                      <a:pt x="161" y="14"/>
                    </a:cubicBezTo>
                    <a:cubicBezTo>
                      <a:pt x="168" y="14"/>
                      <a:pt x="175" y="14"/>
                      <a:pt x="181" y="14"/>
                    </a:cubicBezTo>
                    <a:cubicBezTo>
                      <a:pt x="182" y="14"/>
                      <a:pt x="182" y="14"/>
                      <a:pt x="182" y="14"/>
                    </a:cubicBezTo>
                    <a:lnTo>
                      <a:pt x="183" y="14"/>
                    </a:lnTo>
                    <a:cubicBezTo>
                      <a:pt x="182" y="14"/>
                      <a:pt x="182" y="14"/>
                      <a:pt x="182" y="14"/>
                    </a:cubicBezTo>
                    <a:cubicBezTo>
                      <a:pt x="183" y="14"/>
                      <a:pt x="184" y="14"/>
                      <a:pt x="185" y="14"/>
                    </a:cubicBezTo>
                    <a:lnTo>
                      <a:pt x="186" y="14"/>
                    </a:lnTo>
                    <a:cubicBezTo>
                      <a:pt x="185" y="14"/>
                      <a:pt x="185" y="14"/>
                      <a:pt x="185" y="14"/>
                    </a:cubicBezTo>
                    <a:cubicBezTo>
                      <a:pt x="187" y="14"/>
                      <a:pt x="187" y="14"/>
                      <a:pt x="188" y="14"/>
                    </a:cubicBezTo>
                    <a:lnTo>
                      <a:pt x="189" y="14"/>
                    </a:lnTo>
                    <a:lnTo>
                      <a:pt x="188" y="14"/>
                    </a:lnTo>
                    <a:cubicBezTo>
                      <a:pt x="189" y="14"/>
                      <a:pt x="190" y="14"/>
                      <a:pt x="191" y="14"/>
                    </a:cubicBezTo>
                    <a:cubicBezTo>
                      <a:pt x="192" y="14"/>
                      <a:pt x="192" y="14"/>
                      <a:pt x="192" y="13"/>
                    </a:cubicBezTo>
                    <a:cubicBezTo>
                      <a:pt x="193" y="13"/>
                      <a:pt x="193" y="13"/>
                      <a:pt x="194" y="13"/>
                    </a:cubicBezTo>
                    <a:lnTo>
                      <a:pt x="195" y="13"/>
                    </a:lnTo>
                    <a:lnTo>
                      <a:pt x="196" y="13"/>
                    </a:lnTo>
                    <a:lnTo>
                      <a:pt x="195" y="13"/>
                    </a:lnTo>
                    <a:lnTo>
                      <a:pt x="196" y="13"/>
                    </a:lnTo>
                    <a:cubicBezTo>
                      <a:pt x="195" y="13"/>
                      <a:pt x="195" y="13"/>
                      <a:pt x="195" y="13"/>
                    </a:cubicBezTo>
                    <a:cubicBezTo>
                      <a:pt x="196" y="13"/>
                      <a:pt x="196" y="13"/>
                      <a:pt x="196" y="13"/>
                    </a:cubicBezTo>
                    <a:cubicBezTo>
                      <a:pt x="200" y="13"/>
                      <a:pt x="203" y="13"/>
                      <a:pt x="206" y="13"/>
                    </a:cubicBezTo>
                    <a:cubicBezTo>
                      <a:pt x="210" y="13"/>
                      <a:pt x="214" y="16"/>
                      <a:pt x="215" y="21"/>
                    </a:cubicBezTo>
                    <a:cubicBezTo>
                      <a:pt x="215" y="25"/>
                      <a:pt x="212" y="29"/>
                      <a:pt x="208" y="29"/>
                    </a:cubicBezTo>
                    <a:cubicBezTo>
                      <a:pt x="199" y="29"/>
                      <a:pt x="191" y="30"/>
                      <a:pt x="182" y="30"/>
                    </a:cubicBezTo>
                    <a:lnTo>
                      <a:pt x="181" y="30"/>
                    </a:lnTo>
                    <a:cubicBezTo>
                      <a:pt x="175" y="30"/>
                      <a:pt x="168" y="30"/>
                      <a:pt x="162" y="30"/>
                    </a:cubicBezTo>
                    <a:cubicBezTo>
                      <a:pt x="161" y="30"/>
                      <a:pt x="161" y="30"/>
                      <a:pt x="161" y="30"/>
                    </a:cubicBezTo>
                    <a:cubicBezTo>
                      <a:pt x="159" y="30"/>
                      <a:pt x="157" y="30"/>
                      <a:pt x="156" y="30"/>
                    </a:cubicBezTo>
                    <a:cubicBezTo>
                      <a:pt x="156" y="30"/>
                      <a:pt x="155" y="30"/>
                      <a:pt x="154" y="31"/>
                    </a:cubicBezTo>
                    <a:lnTo>
                      <a:pt x="153" y="31"/>
                    </a:lnTo>
                    <a:lnTo>
                      <a:pt x="154" y="31"/>
                    </a:lnTo>
                    <a:cubicBezTo>
                      <a:pt x="153" y="31"/>
                      <a:pt x="153" y="31"/>
                      <a:pt x="152" y="31"/>
                    </a:cubicBezTo>
                    <a:cubicBezTo>
                      <a:pt x="151" y="31"/>
                      <a:pt x="150" y="31"/>
                      <a:pt x="149" y="31"/>
                    </a:cubicBezTo>
                    <a:cubicBezTo>
                      <a:pt x="148" y="31"/>
                      <a:pt x="148" y="31"/>
                      <a:pt x="147" y="31"/>
                    </a:cubicBezTo>
                    <a:cubicBezTo>
                      <a:pt x="146" y="31"/>
                      <a:pt x="145" y="31"/>
                      <a:pt x="144" y="31"/>
                    </a:cubicBezTo>
                    <a:lnTo>
                      <a:pt x="143" y="31"/>
                    </a:lnTo>
                    <a:cubicBezTo>
                      <a:pt x="133" y="31"/>
                      <a:pt x="122" y="32"/>
                      <a:pt x="111" y="32"/>
                    </a:cubicBezTo>
                    <a:cubicBezTo>
                      <a:pt x="107" y="32"/>
                      <a:pt x="102" y="31"/>
                      <a:pt x="97" y="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6" name="Google Shape;2896;p31"/>
              <p:cNvSpPr/>
              <p:nvPr/>
            </p:nvSpPr>
            <p:spPr>
              <a:xfrm>
                <a:off x="3582360" y="4517280"/>
                <a:ext cx="7380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205" h="22" extrusionOk="0">
                    <a:moveTo>
                      <a:pt x="196" y="21"/>
                    </a:moveTo>
                    <a:cubicBezTo>
                      <a:pt x="158" y="21"/>
                      <a:pt x="119" y="20"/>
                      <a:pt x="81" y="19"/>
                    </a:cubicBezTo>
                    <a:cubicBezTo>
                      <a:pt x="70" y="18"/>
                      <a:pt x="58" y="18"/>
                      <a:pt x="47" y="18"/>
                    </a:cubicBezTo>
                    <a:cubicBezTo>
                      <a:pt x="35" y="18"/>
                      <a:pt x="24" y="18"/>
                      <a:pt x="12" y="18"/>
                    </a:cubicBezTo>
                    <a:lnTo>
                      <a:pt x="11" y="18"/>
                    </a:lnTo>
                    <a:lnTo>
                      <a:pt x="12" y="18"/>
                    </a:lnTo>
                    <a:cubicBezTo>
                      <a:pt x="11" y="18"/>
                      <a:pt x="10" y="18"/>
                      <a:pt x="10" y="18"/>
                    </a:cubicBezTo>
                    <a:cubicBezTo>
                      <a:pt x="5" y="18"/>
                      <a:pt x="0" y="14"/>
                      <a:pt x="0" y="9"/>
                    </a:cubicBezTo>
                    <a:cubicBezTo>
                      <a:pt x="1" y="3"/>
                      <a:pt x="5" y="0"/>
                      <a:pt x="10" y="0"/>
                    </a:cubicBezTo>
                    <a:cubicBezTo>
                      <a:pt x="30" y="0"/>
                      <a:pt x="48" y="0"/>
                      <a:pt x="67" y="1"/>
                    </a:cubicBezTo>
                    <a:cubicBezTo>
                      <a:pt x="76" y="2"/>
                      <a:pt x="85" y="2"/>
                      <a:pt x="94" y="3"/>
                    </a:cubicBezTo>
                    <a:cubicBezTo>
                      <a:pt x="104" y="3"/>
                      <a:pt x="113" y="3"/>
                      <a:pt x="123" y="4"/>
                    </a:cubicBezTo>
                    <a:cubicBezTo>
                      <a:pt x="147" y="5"/>
                      <a:pt x="172" y="6"/>
                      <a:pt x="197" y="7"/>
                    </a:cubicBezTo>
                    <a:cubicBezTo>
                      <a:pt x="201" y="7"/>
                      <a:pt x="204" y="10"/>
                      <a:pt x="204" y="14"/>
                    </a:cubicBezTo>
                    <a:cubicBezTo>
                      <a:pt x="204" y="18"/>
                      <a:pt x="200" y="21"/>
                      <a:pt x="196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7" name="Google Shape;2897;p31"/>
              <p:cNvSpPr/>
              <p:nvPr/>
            </p:nvSpPr>
            <p:spPr>
              <a:xfrm>
                <a:off x="3713040" y="4516920"/>
                <a:ext cx="58320" cy="8280"/>
              </a:xfrm>
              <a:custGeom>
                <a:avLst/>
                <a:gdLst/>
                <a:ahLst/>
                <a:cxnLst/>
                <a:rect l="l" t="t" r="r" b="b"/>
                <a:pathLst>
                  <a:path w="162" h="23" extrusionOk="0">
                    <a:moveTo>
                      <a:pt x="153" y="22"/>
                    </a:moveTo>
                    <a:cubicBezTo>
                      <a:pt x="132" y="22"/>
                      <a:pt x="111" y="22"/>
                      <a:pt x="90" y="22"/>
                    </a:cubicBezTo>
                    <a:cubicBezTo>
                      <a:pt x="70" y="22"/>
                      <a:pt x="51" y="22"/>
                      <a:pt x="32" y="22"/>
                    </a:cubicBezTo>
                    <a:cubicBezTo>
                      <a:pt x="29" y="22"/>
                      <a:pt x="25" y="21"/>
                      <a:pt x="22" y="21"/>
                    </a:cubicBezTo>
                    <a:cubicBezTo>
                      <a:pt x="19" y="21"/>
                      <a:pt x="16" y="21"/>
                      <a:pt x="13" y="21"/>
                    </a:cubicBezTo>
                    <a:cubicBezTo>
                      <a:pt x="10" y="20"/>
                      <a:pt x="7" y="19"/>
                      <a:pt x="5" y="17"/>
                    </a:cubicBezTo>
                    <a:cubicBezTo>
                      <a:pt x="0" y="11"/>
                      <a:pt x="2" y="4"/>
                      <a:pt x="8" y="1"/>
                    </a:cubicBezTo>
                    <a:cubicBezTo>
                      <a:pt x="10" y="1"/>
                      <a:pt x="13" y="0"/>
                      <a:pt x="14" y="1"/>
                    </a:cubicBezTo>
                    <a:cubicBezTo>
                      <a:pt x="16" y="1"/>
                      <a:pt x="17" y="1"/>
                      <a:pt x="19" y="3"/>
                    </a:cubicBezTo>
                    <a:lnTo>
                      <a:pt x="20" y="3"/>
                    </a:lnTo>
                    <a:cubicBezTo>
                      <a:pt x="29" y="4"/>
                      <a:pt x="39" y="4"/>
                      <a:pt x="48" y="4"/>
                    </a:cubicBezTo>
                    <a:cubicBezTo>
                      <a:pt x="58" y="4"/>
                      <a:pt x="69" y="5"/>
                      <a:pt x="79" y="5"/>
                    </a:cubicBezTo>
                    <a:cubicBezTo>
                      <a:pt x="99" y="5"/>
                      <a:pt x="118" y="5"/>
                      <a:pt x="137" y="6"/>
                    </a:cubicBezTo>
                    <a:cubicBezTo>
                      <a:pt x="143" y="6"/>
                      <a:pt x="148" y="6"/>
                      <a:pt x="154" y="7"/>
                    </a:cubicBezTo>
                    <a:cubicBezTo>
                      <a:pt x="158" y="7"/>
                      <a:pt x="161" y="10"/>
                      <a:pt x="161" y="15"/>
                    </a:cubicBezTo>
                    <a:cubicBezTo>
                      <a:pt x="161" y="19"/>
                      <a:pt x="157" y="22"/>
                      <a:pt x="153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8" name="Google Shape;2898;p31"/>
              <p:cNvSpPr/>
              <p:nvPr/>
            </p:nvSpPr>
            <p:spPr>
              <a:xfrm>
                <a:off x="3821040" y="4516920"/>
                <a:ext cx="85680" cy="8280"/>
              </a:xfrm>
              <a:custGeom>
                <a:avLst/>
                <a:gdLst/>
                <a:ahLst/>
                <a:cxnLst/>
                <a:rect l="l" t="t" r="r" b="b"/>
                <a:pathLst>
                  <a:path w="238" h="23" extrusionOk="0">
                    <a:moveTo>
                      <a:pt x="228" y="22"/>
                    </a:moveTo>
                    <a:cubicBezTo>
                      <a:pt x="190" y="22"/>
                      <a:pt x="151" y="21"/>
                      <a:pt x="112" y="20"/>
                    </a:cubicBezTo>
                    <a:cubicBezTo>
                      <a:pt x="97" y="19"/>
                      <a:pt x="81" y="19"/>
                      <a:pt x="65" y="19"/>
                    </a:cubicBezTo>
                    <a:cubicBezTo>
                      <a:pt x="49" y="19"/>
                      <a:pt x="34" y="18"/>
                      <a:pt x="19" y="19"/>
                    </a:cubicBezTo>
                    <a:cubicBezTo>
                      <a:pt x="18" y="19"/>
                      <a:pt x="18" y="19"/>
                      <a:pt x="17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6" y="19"/>
                      <a:pt x="14" y="19"/>
                      <a:pt x="13" y="19"/>
                    </a:cubicBezTo>
                    <a:lnTo>
                      <a:pt x="12" y="19"/>
                    </a:lnTo>
                    <a:cubicBezTo>
                      <a:pt x="9" y="20"/>
                      <a:pt x="6" y="19"/>
                      <a:pt x="4" y="17"/>
                    </a:cubicBezTo>
                    <a:cubicBezTo>
                      <a:pt x="0" y="14"/>
                      <a:pt x="0" y="7"/>
                      <a:pt x="4" y="3"/>
                    </a:cubicBezTo>
                    <a:cubicBezTo>
                      <a:pt x="6" y="1"/>
                      <a:pt x="9" y="1"/>
                      <a:pt x="13" y="0"/>
                    </a:cubicBezTo>
                    <a:cubicBezTo>
                      <a:pt x="14" y="0"/>
                      <a:pt x="17" y="0"/>
                      <a:pt x="19" y="0"/>
                    </a:cubicBezTo>
                    <a:cubicBezTo>
                      <a:pt x="24" y="1"/>
                      <a:pt x="28" y="1"/>
                      <a:pt x="34" y="1"/>
                    </a:cubicBezTo>
                    <a:cubicBezTo>
                      <a:pt x="43" y="1"/>
                      <a:pt x="52" y="1"/>
                      <a:pt x="62" y="2"/>
                    </a:cubicBezTo>
                    <a:cubicBezTo>
                      <a:pt x="80" y="3"/>
                      <a:pt x="98" y="3"/>
                      <a:pt x="117" y="4"/>
                    </a:cubicBezTo>
                    <a:cubicBezTo>
                      <a:pt x="134" y="5"/>
                      <a:pt x="152" y="5"/>
                      <a:pt x="170" y="5"/>
                    </a:cubicBezTo>
                    <a:cubicBezTo>
                      <a:pt x="190" y="6"/>
                      <a:pt x="210" y="6"/>
                      <a:pt x="229" y="7"/>
                    </a:cubicBezTo>
                    <a:cubicBezTo>
                      <a:pt x="234" y="7"/>
                      <a:pt x="237" y="11"/>
                      <a:pt x="237" y="15"/>
                    </a:cubicBezTo>
                    <a:cubicBezTo>
                      <a:pt x="236" y="19"/>
                      <a:pt x="233" y="22"/>
                      <a:pt x="228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9" name="Google Shape;2899;p31"/>
              <p:cNvSpPr/>
              <p:nvPr/>
            </p:nvSpPr>
            <p:spPr>
              <a:xfrm>
                <a:off x="3949200" y="4516920"/>
                <a:ext cx="6444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179" h="22" extrusionOk="0">
                    <a:moveTo>
                      <a:pt x="169" y="21"/>
                    </a:moveTo>
                    <a:cubicBezTo>
                      <a:pt x="151" y="19"/>
                      <a:pt x="133" y="19"/>
                      <a:pt x="116" y="18"/>
                    </a:cubicBezTo>
                    <a:cubicBezTo>
                      <a:pt x="107" y="18"/>
                      <a:pt x="98" y="18"/>
                      <a:pt x="89" y="18"/>
                    </a:cubicBezTo>
                    <a:cubicBezTo>
                      <a:pt x="80" y="18"/>
                      <a:pt x="72" y="18"/>
                      <a:pt x="64" y="18"/>
                    </a:cubicBezTo>
                    <a:cubicBezTo>
                      <a:pt x="58" y="18"/>
                      <a:pt x="52" y="18"/>
                      <a:pt x="47" y="19"/>
                    </a:cubicBezTo>
                    <a:lnTo>
                      <a:pt x="48" y="19"/>
                    </a:lnTo>
                    <a:cubicBezTo>
                      <a:pt x="40" y="19"/>
                      <a:pt x="33" y="19"/>
                      <a:pt x="25" y="19"/>
                    </a:cubicBezTo>
                    <a:cubicBezTo>
                      <a:pt x="21" y="19"/>
                      <a:pt x="19" y="19"/>
                      <a:pt x="15" y="19"/>
                    </a:cubicBezTo>
                    <a:cubicBezTo>
                      <a:pt x="12" y="19"/>
                      <a:pt x="9" y="19"/>
                      <a:pt x="6" y="18"/>
                    </a:cubicBezTo>
                    <a:cubicBezTo>
                      <a:pt x="3" y="17"/>
                      <a:pt x="1" y="14"/>
                      <a:pt x="0" y="10"/>
                    </a:cubicBezTo>
                    <a:cubicBezTo>
                      <a:pt x="0" y="5"/>
                      <a:pt x="3" y="1"/>
                      <a:pt x="8" y="0"/>
                    </a:cubicBezTo>
                    <a:cubicBezTo>
                      <a:pt x="10" y="0"/>
                      <a:pt x="12" y="0"/>
                      <a:pt x="13" y="1"/>
                    </a:cubicBezTo>
                    <a:cubicBezTo>
                      <a:pt x="14" y="1"/>
                      <a:pt x="14" y="1"/>
                      <a:pt x="14" y="1"/>
                    </a:cubicBezTo>
                    <a:lnTo>
                      <a:pt x="13" y="1"/>
                    </a:lnTo>
                    <a:cubicBezTo>
                      <a:pt x="22" y="1"/>
                      <a:pt x="30" y="1"/>
                      <a:pt x="39" y="1"/>
                    </a:cubicBezTo>
                    <a:cubicBezTo>
                      <a:pt x="47" y="1"/>
                      <a:pt x="55" y="1"/>
                      <a:pt x="63" y="0"/>
                    </a:cubicBezTo>
                    <a:cubicBezTo>
                      <a:pt x="64" y="0"/>
                      <a:pt x="64" y="0"/>
                      <a:pt x="65" y="0"/>
                    </a:cubicBezTo>
                    <a:cubicBezTo>
                      <a:pt x="81" y="0"/>
                      <a:pt x="98" y="1"/>
                      <a:pt x="115" y="1"/>
                    </a:cubicBezTo>
                    <a:cubicBezTo>
                      <a:pt x="133" y="2"/>
                      <a:pt x="151" y="3"/>
                      <a:pt x="169" y="4"/>
                    </a:cubicBezTo>
                    <a:cubicBezTo>
                      <a:pt x="174" y="4"/>
                      <a:pt x="178" y="8"/>
                      <a:pt x="178" y="12"/>
                    </a:cubicBezTo>
                    <a:cubicBezTo>
                      <a:pt x="177" y="17"/>
                      <a:pt x="174" y="21"/>
                      <a:pt x="169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0" name="Google Shape;2900;p31"/>
              <p:cNvSpPr/>
              <p:nvPr/>
            </p:nvSpPr>
            <p:spPr>
              <a:xfrm>
                <a:off x="4045320" y="4518720"/>
                <a:ext cx="7272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02" h="24" extrusionOk="0">
                    <a:moveTo>
                      <a:pt x="193" y="23"/>
                    </a:moveTo>
                    <a:cubicBezTo>
                      <a:pt x="173" y="22"/>
                      <a:pt x="153" y="21"/>
                      <a:pt x="133" y="21"/>
                    </a:cubicBezTo>
                    <a:cubicBezTo>
                      <a:pt x="113" y="21"/>
                      <a:pt x="94" y="20"/>
                      <a:pt x="74" y="20"/>
                    </a:cubicBezTo>
                    <a:cubicBezTo>
                      <a:pt x="56" y="20"/>
                      <a:pt x="39" y="20"/>
                      <a:pt x="22" y="20"/>
                    </a:cubicBezTo>
                    <a:lnTo>
                      <a:pt x="21" y="20"/>
                    </a:lnTo>
                    <a:cubicBezTo>
                      <a:pt x="19" y="20"/>
                      <a:pt x="17" y="20"/>
                      <a:pt x="15" y="20"/>
                    </a:cubicBezTo>
                    <a:lnTo>
                      <a:pt x="16" y="20"/>
                    </a:lnTo>
                    <a:cubicBezTo>
                      <a:pt x="12" y="20"/>
                      <a:pt x="8" y="20"/>
                      <a:pt x="4" y="17"/>
                    </a:cubicBezTo>
                    <a:cubicBezTo>
                      <a:pt x="2" y="15"/>
                      <a:pt x="0" y="10"/>
                      <a:pt x="2" y="6"/>
                    </a:cubicBezTo>
                    <a:cubicBezTo>
                      <a:pt x="4" y="3"/>
                      <a:pt x="9" y="0"/>
                      <a:pt x="13" y="1"/>
                    </a:cubicBezTo>
                    <a:cubicBezTo>
                      <a:pt x="15" y="1"/>
                      <a:pt x="18" y="1"/>
                      <a:pt x="21" y="1"/>
                    </a:cubicBezTo>
                    <a:cubicBezTo>
                      <a:pt x="22" y="1"/>
                      <a:pt x="24" y="1"/>
                      <a:pt x="25" y="1"/>
                    </a:cubicBezTo>
                    <a:cubicBezTo>
                      <a:pt x="31" y="1"/>
                      <a:pt x="36" y="2"/>
                      <a:pt x="41" y="2"/>
                    </a:cubicBezTo>
                    <a:cubicBezTo>
                      <a:pt x="51" y="2"/>
                      <a:pt x="60" y="2"/>
                      <a:pt x="70" y="2"/>
                    </a:cubicBezTo>
                    <a:cubicBezTo>
                      <a:pt x="89" y="3"/>
                      <a:pt x="108" y="3"/>
                      <a:pt x="127" y="4"/>
                    </a:cubicBezTo>
                    <a:cubicBezTo>
                      <a:pt x="149" y="5"/>
                      <a:pt x="171" y="5"/>
                      <a:pt x="193" y="6"/>
                    </a:cubicBezTo>
                    <a:cubicBezTo>
                      <a:pt x="198" y="6"/>
                      <a:pt x="201" y="10"/>
                      <a:pt x="201" y="14"/>
                    </a:cubicBezTo>
                    <a:cubicBezTo>
                      <a:pt x="201" y="19"/>
                      <a:pt x="197" y="23"/>
                      <a:pt x="193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1" name="Google Shape;2901;p31"/>
              <p:cNvSpPr/>
              <p:nvPr/>
            </p:nvSpPr>
            <p:spPr>
              <a:xfrm>
                <a:off x="4172040" y="4516200"/>
                <a:ext cx="7668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13" h="24" extrusionOk="0">
                    <a:moveTo>
                      <a:pt x="47" y="23"/>
                    </a:moveTo>
                    <a:cubicBezTo>
                      <a:pt x="41" y="23"/>
                      <a:pt x="35" y="23"/>
                      <a:pt x="28" y="23"/>
                    </a:cubicBezTo>
                    <a:cubicBezTo>
                      <a:pt x="25" y="22"/>
                      <a:pt x="22" y="22"/>
                      <a:pt x="18" y="21"/>
                    </a:cubicBezTo>
                    <a:cubicBezTo>
                      <a:pt x="17" y="21"/>
                      <a:pt x="15" y="21"/>
                      <a:pt x="13" y="21"/>
                    </a:cubicBezTo>
                    <a:cubicBezTo>
                      <a:pt x="10" y="20"/>
                      <a:pt x="7" y="20"/>
                      <a:pt x="5" y="18"/>
                    </a:cubicBezTo>
                    <a:cubicBezTo>
                      <a:pt x="2" y="14"/>
                      <a:pt x="0" y="9"/>
                      <a:pt x="3" y="5"/>
                    </a:cubicBezTo>
                    <a:cubicBezTo>
                      <a:pt x="6" y="2"/>
                      <a:pt x="11" y="0"/>
                      <a:pt x="15" y="2"/>
                    </a:cubicBezTo>
                    <a:lnTo>
                      <a:pt x="16" y="2"/>
                    </a:lnTo>
                    <a:cubicBezTo>
                      <a:pt x="19" y="3"/>
                      <a:pt x="22" y="3"/>
                      <a:pt x="25" y="4"/>
                    </a:cubicBezTo>
                    <a:cubicBezTo>
                      <a:pt x="34" y="5"/>
                      <a:pt x="43" y="5"/>
                      <a:pt x="52" y="5"/>
                    </a:cubicBezTo>
                    <a:cubicBezTo>
                      <a:pt x="62" y="5"/>
                      <a:pt x="73" y="6"/>
                      <a:pt x="84" y="6"/>
                    </a:cubicBezTo>
                    <a:cubicBezTo>
                      <a:pt x="102" y="5"/>
                      <a:pt x="120" y="5"/>
                      <a:pt x="137" y="6"/>
                    </a:cubicBezTo>
                    <a:cubicBezTo>
                      <a:pt x="160" y="6"/>
                      <a:pt x="182" y="6"/>
                      <a:pt x="204" y="6"/>
                    </a:cubicBezTo>
                    <a:cubicBezTo>
                      <a:pt x="209" y="6"/>
                      <a:pt x="212" y="10"/>
                      <a:pt x="212" y="15"/>
                    </a:cubicBezTo>
                    <a:cubicBezTo>
                      <a:pt x="212" y="20"/>
                      <a:pt x="208" y="23"/>
                      <a:pt x="204" y="23"/>
                    </a:cubicBezTo>
                    <a:cubicBezTo>
                      <a:pt x="164" y="23"/>
                      <a:pt x="125" y="22"/>
                      <a:pt x="85" y="23"/>
                    </a:cubicBezTo>
                    <a:cubicBezTo>
                      <a:pt x="78" y="23"/>
                      <a:pt x="71" y="23"/>
                      <a:pt x="65" y="23"/>
                    </a:cubicBezTo>
                    <a:cubicBezTo>
                      <a:pt x="62" y="23"/>
                      <a:pt x="58" y="23"/>
                      <a:pt x="55" y="23"/>
                    </a:cubicBezTo>
                    <a:cubicBezTo>
                      <a:pt x="52" y="23"/>
                      <a:pt x="50" y="23"/>
                      <a:pt x="47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2" name="Google Shape;2902;p31"/>
              <p:cNvSpPr/>
              <p:nvPr/>
            </p:nvSpPr>
            <p:spPr>
              <a:xfrm>
                <a:off x="4273560" y="4516920"/>
                <a:ext cx="6804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189" h="22" extrusionOk="0">
                    <a:moveTo>
                      <a:pt x="5" y="19"/>
                    </a:moveTo>
                    <a:cubicBezTo>
                      <a:pt x="0" y="16"/>
                      <a:pt x="0" y="8"/>
                      <a:pt x="4" y="4"/>
                    </a:cubicBezTo>
                    <a:cubicBezTo>
                      <a:pt x="7" y="1"/>
                      <a:pt x="11" y="1"/>
                      <a:pt x="15" y="1"/>
                    </a:cubicBezTo>
                    <a:cubicBezTo>
                      <a:pt x="18" y="1"/>
                      <a:pt x="21" y="1"/>
                      <a:pt x="24" y="1"/>
                    </a:cubicBezTo>
                    <a:cubicBezTo>
                      <a:pt x="23" y="1"/>
                      <a:pt x="22" y="1"/>
                      <a:pt x="22" y="1"/>
                    </a:cubicBezTo>
                    <a:cubicBezTo>
                      <a:pt x="29" y="1"/>
                      <a:pt x="36" y="1"/>
                      <a:pt x="42" y="1"/>
                    </a:cubicBezTo>
                    <a:lnTo>
                      <a:pt x="43" y="1"/>
                    </a:lnTo>
                    <a:lnTo>
                      <a:pt x="44" y="1"/>
                    </a:lnTo>
                    <a:cubicBezTo>
                      <a:pt x="45" y="1"/>
                      <a:pt x="45" y="0"/>
                      <a:pt x="46" y="0"/>
                    </a:cubicBezTo>
                    <a:cubicBezTo>
                      <a:pt x="47" y="0"/>
                      <a:pt x="48" y="0"/>
                      <a:pt x="49" y="0"/>
                    </a:cubicBezTo>
                    <a:lnTo>
                      <a:pt x="50" y="0"/>
                    </a:lnTo>
                    <a:lnTo>
                      <a:pt x="49" y="0"/>
                    </a:lnTo>
                    <a:cubicBezTo>
                      <a:pt x="50" y="0"/>
                      <a:pt x="50" y="0"/>
                      <a:pt x="52" y="0"/>
                    </a:cubicBezTo>
                    <a:lnTo>
                      <a:pt x="51" y="0"/>
                    </a:lnTo>
                    <a:cubicBezTo>
                      <a:pt x="52" y="0"/>
                      <a:pt x="52" y="0"/>
                      <a:pt x="52" y="0"/>
                    </a:cubicBezTo>
                    <a:cubicBezTo>
                      <a:pt x="53" y="0"/>
                      <a:pt x="53" y="0"/>
                      <a:pt x="54" y="0"/>
                    </a:cubicBezTo>
                    <a:lnTo>
                      <a:pt x="55" y="0"/>
                    </a:lnTo>
                    <a:cubicBezTo>
                      <a:pt x="74" y="0"/>
                      <a:pt x="92" y="0"/>
                      <a:pt x="110" y="1"/>
                    </a:cubicBezTo>
                    <a:cubicBezTo>
                      <a:pt x="130" y="1"/>
                      <a:pt x="149" y="1"/>
                      <a:pt x="168" y="2"/>
                    </a:cubicBezTo>
                    <a:cubicBezTo>
                      <a:pt x="172" y="2"/>
                      <a:pt x="176" y="2"/>
                      <a:pt x="180" y="2"/>
                    </a:cubicBezTo>
                    <a:cubicBezTo>
                      <a:pt x="184" y="2"/>
                      <a:pt x="188" y="6"/>
                      <a:pt x="188" y="11"/>
                    </a:cubicBezTo>
                    <a:cubicBezTo>
                      <a:pt x="188" y="15"/>
                      <a:pt x="184" y="18"/>
                      <a:pt x="180" y="18"/>
                    </a:cubicBezTo>
                    <a:cubicBezTo>
                      <a:pt x="140" y="18"/>
                      <a:pt x="100" y="17"/>
                      <a:pt x="60" y="18"/>
                    </a:cubicBezTo>
                    <a:cubicBezTo>
                      <a:pt x="59" y="18"/>
                      <a:pt x="57" y="18"/>
                      <a:pt x="56" y="18"/>
                    </a:cubicBezTo>
                    <a:cubicBezTo>
                      <a:pt x="49" y="18"/>
                      <a:pt x="41" y="19"/>
                      <a:pt x="33" y="19"/>
                    </a:cubicBezTo>
                    <a:cubicBezTo>
                      <a:pt x="31" y="19"/>
                      <a:pt x="27" y="19"/>
                      <a:pt x="24" y="19"/>
                    </a:cubicBezTo>
                    <a:cubicBezTo>
                      <a:pt x="21" y="20"/>
                      <a:pt x="17" y="20"/>
                      <a:pt x="13" y="20"/>
                    </a:cubicBezTo>
                    <a:cubicBezTo>
                      <a:pt x="12" y="21"/>
                      <a:pt x="11" y="21"/>
                      <a:pt x="10" y="21"/>
                    </a:cubicBezTo>
                    <a:cubicBezTo>
                      <a:pt x="8" y="21"/>
                      <a:pt x="7" y="20"/>
                      <a:pt x="5" y="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3" name="Google Shape;2903;p31"/>
              <p:cNvSpPr/>
              <p:nvPr/>
            </p:nvSpPr>
            <p:spPr>
              <a:xfrm>
                <a:off x="4384080" y="4518360"/>
                <a:ext cx="6156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171" h="27" extrusionOk="0">
                    <a:moveTo>
                      <a:pt x="161" y="26"/>
                    </a:moveTo>
                    <a:cubicBezTo>
                      <a:pt x="140" y="25"/>
                      <a:pt x="120" y="24"/>
                      <a:pt x="99" y="24"/>
                    </a:cubicBezTo>
                    <a:cubicBezTo>
                      <a:pt x="80" y="22"/>
                      <a:pt x="61" y="21"/>
                      <a:pt x="42" y="21"/>
                    </a:cubicBezTo>
                    <a:cubicBezTo>
                      <a:pt x="36" y="20"/>
                      <a:pt x="31" y="20"/>
                      <a:pt x="25" y="20"/>
                    </a:cubicBezTo>
                    <a:cubicBezTo>
                      <a:pt x="20" y="20"/>
                      <a:pt x="15" y="19"/>
                      <a:pt x="11" y="19"/>
                    </a:cubicBezTo>
                    <a:cubicBezTo>
                      <a:pt x="6" y="20"/>
                      <a:pt x="1" y="16"/>
                      <a:pt x="0" y="11"/>
                    </a:cubicBezTo>
                    <a:cubicBezTo>
                      <a:pt x="0" y="8"/>
                      <a:pt x="1" y="6"/>
                      <a:pt x="3" y="4"/>
                    </a:cubicBezTo>
                    <a:cubicBezTo>
                      <a:pt x="4" y="1"/>
                      <a:pt x="7" y="1"/>
                      <a:pt x="9" y="0"/>
                    </a:cubicBezTo>
                    <a:cubicBezTo>
                      <a:pt x="11" y="0"/>
                      <a:pt x="14" y="0"/>
                      <a:pt x="16" y="1"/>
                    </a:cubicBezTo>
                    <a:cubicBezTo>
                      <a:pt x="18" y="1"/>
                      <a:pt x="20" y="1"/>
                      <a:pt x="22" y="1"/>
                    </a:cubicBezTo>
                    <a:cubicBezTo>
                      <a:pt x="27" y="1"/>
                      <a:pt x="32" y="2"/>
                      <a:pt x="36" y="2"/>
                    </a:cubicBezTo>
                    <a:cubicBezTo>
                      <a:pt x="46" y="3"/>
                      <a:pt x="55" y="3"/>
                      <a:pt x="65" y="4"/>
                    </a:cubicBezTo>
                    <a:cubicBezTo>
                      <a:pt x="85" y="6"/>
                      <a:pt x="106" y="7"/>
                      <a:pt x="126" y="7"/>
                    </a:cubicBezTo>
                    <a:cubicBezTo>
                      <a:pt x="138" y="8"/>
                      <a:pt x="150" y="8"/>
                      <a:pt x="162" y="9"/>
                    </a:cubicBezTo>
                    <a:cubicBezTo>
                      <a:pt x="166" y="9"/>
                      <a:pt x="170" y="13"/>
                      <a:pt x="169" y="18"/>
                    </a:cubicBezTo>
                    <a:cubicBezTo>
                      <a:pt x="169" y="22"/>
                      <a:pt x="166" y="26"/>
                      <a:pt x="161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4" name="Google Shape;2904;p31"/>
              <p:cNvSpPr/>
              <p:nvPr/>
            </p:nvSpPr>
            <p:spPr>
              <a:xfrm>
                <a:off x="4465800" y="4515840"/>
                <a:ext cx="63000" cy="11520"/>
              </a:xfrm>
              <a:custGeom>
                <a:avLst/>
                <a:gdLst/>
                <a:ahLst/>
                <a:cxnLst/>
                <a:rect l="l" t="t" r="r" b="b"/>
                <a:pathLst>
                  <a:path w="175" h="32" extrusionOk="0">
                    <a:moveTo>
                      <a:pt x="164" y="31"/>
                    </a:moveTo>
                    <a:cubicBezTo>
                      <a:pt x="125" y="29"/>
                      <a:pt x="85" y="28"/>
                      <a:pt x="45" y="24"/>
                    </a:cubicBezTo>
                    <a:cubicBezTo>
                      <a:pt x="33" y="22"/>
                      <a:pt x="20" y="22"/>
                      <a:pt x="8" y="20"/>
                    </a:cubicBezTo>
                    <a:cubicBezTo>
                      <a:pt x="3" y="18"/>
                      <a:pt x="0" y="14"/>
                      <a:pt x="1" y="8"/>
                    </a:cubicBezTo>
                    <a:cubicBezTo>
                      <a:pt x="1" y="4"/>
                      <a:pt x="6" y="0"/>
                      <a:pt x="11" y="1"/>
                    </a:cubicBezTo>
                    <a:cubicBezTo>
                      <a:pt x="24" y="4"/>
                      <a:pt x="37" y="5"/>
                      <a:pt x="50" y="6"/>
                    </a:cubicBezTo>
                    <a:cubicBezTo>
                      <a:pt x="55" y="7"/>
                      <a:pt x="61" y="7"/>
                      <a:pt x="66" y="8"/>
                    </a:cubicBezTo>
                    <a:cubicBezTo>
                      <a:pt x="67" y="8"/>
                      <a:pt x="67" y="8"/>
                      <a:pt x="67" y="8"/>
                    </a:cubicBezTo>
                    <a:cubicBezTo>
                      <a:pt x="99" y="11"/>
                      <a:pt x="132" y="12"/>
                      <a:pt x="165" y="14"/>
                    </a:cubicBezTo>
                    <a:cubicBezTo>
                      <a:pt x="170" y="14"/>
                      <a:pt x="174" y="18"/>
                      <a:pt x="173" y="22"/>
                    </a:cubicBezTo>
                    <a:cubicBezTo>
                      <a:pt x="173" y="27"/>
                      <a:pt x="169" y="31"/>
                      <a:pt x="165" y="31"/>
                    </a:cubicBezTo>
                    <a:cubicBezTo>
                      <a:pt x="164" y="31"/>
                      <a:pt x="164" y="31"/>
                      <a:pt x="164" y="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5" name="Google Shape;2905;p31"/>
              <p:cNvSpPr/>
              <p:nvPr/>
            </p:nvSpPr>
            <p:spPr>
              <a:xfrm>
                <a:off x="4482360" y="4501800"/>
                <a:ext cx="65880" cy="33840"/>
              </a:xfrm>
              <a:custGeom>
                <a:avLst/>
                <a:gdLst/>
                <a:ahLst/>
                <a:cxnLst/>
                <a:rect l="l" t="t" r="r" b="b"/>
                <a:pathLst>
                  <a:path w="183" h="94" extrusionOk="0">
                    <a:moveTo>
                      <a:pt x="69" y="88"/>
                    </a:moveTo>
                    <a:cubicBezTo>
                      <a:pt x="67" y="84"/>
                      <a:pt x="69" y="78"/>
                      <a:pt x="74" y="76"/>
                    </a:cubicBezTo>
                    <a:cubicBezTo>
                      <a:pt x="88" y="68"/>
                      <a:pt x="103" y="61"/>
                      <a:pt x="118" y="54"/>
                    </a:cubicBezTo>
                    <a:cubicBezTo>
                      <a:pt x="126" y="50"/>
                      <a:pt x="134" y="47"/>
                      <a:pt x="142" y="43"/>
                    </a:cubicBezTo>
                    <a:cubicBezTo>
                      <a:pt x="143" y="42"/>
                      <a:pt x="145" y="42"/>
                      <a:pt x="146" y="41"/>
                    </a:cubicBezTo>
                    <a:cubicBezTo>
                      <a:pt x="143" y="41"/>
                      <a:pt x="141" y="40"/>
                      <a:pt x="138" y="40"/>
                    </a:cubicBezTo>
                    <a:cubicBezTo>
                      <a:pt x="128" y="39"/>
                      <a:pt x="118" y="38"/>
                      <a:pt x="108" y="37"/>
                    </a:cubicBezTo>
                    <a:cubicBezTo>
                      <a:pt x="98" y="36"/>
                      <a:pt x="88" y="34"/>
                      <a:pt x="77" y="33"/>
                    </a:cubicBezTo>
                    <a:cubicBezTo>
                      <a:pt x="68" y="32"/>
                      <a:pt x="58" y="29"/>
                      <a:pt x="50" y="28"/>
                    </a:cubicBezTo>
                    <a:cubicBezTo>
                      <a:pt x="36" y="25"/>
                      <a:pt x="22" y="22"/>
                      <a:pt x="9" y="19"/>
                    </a:cubicBezTo>
                    <a:cubicBezTo>
                      <a:pt x="4" y="18"/>
                      <a:pt x="0" y="14"/>
                      <a:pt x="1" y="8"/>
                    </a:cubicBezTo>
                    <a:cubicBezTo>
                      <a:pt x="2" y="4"/>
                      <a:pt x="7" y="0"/>
                      <a:pt x="12" y="1"/>
                    </a:cubicBezTo>
                    <a:cubicBezTo>
                      <a:pt x="14" y="1"/>
                      <a:pt x="16" y="1"/>
                      <a:pt x="19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9" y="2"/>
                      <a:pt x="19" y="3"/>
                      <a:pt x="20" y="3"/>
                    </a:cubicBezTo>
                    <a:cubicBezTo>
                      <a:pt x="21" y="3"/>
                      <a:pt x="21" y="3"/>
                      <a:pt x="21" y="3"/>
                    </a:cubicBezTo>
                    <a:lnTo>
                      <a:pt x="22" y="3"/>
                    </a:lnTo>
                    <a:lnTo>
                      <a:pt x="23" y="3"/>
                    </a:lnTo>
                    <a:lnTo>
                      <a:pt x="22" y="3"/>
                    </a:lnTo>
                    <a:cubicBezTo>
                      <a:pt x="23" y="3"/>
                      <a:pt x="23" y="3"/>
                      <a:pt x="24" y="4"/>
                    </a:cubicBezTo>
                    <a:cubicBezTo>
                      <a:pt x="25" y="4"/>
                      <a:pt x="25" y="4"/>
                      <a:pt x="26" y="4"/>
                    </a:cubicBezTo>
                    <a:lnTo>
                      <a:pt x="27" y="4"/>
                    </a:lnTo>
                    <a:cubicBezTo>
                      <a:pt x="46" y="8"/>
                      <a:pt x="65" y="13"/>
                      <a:pt x="84" y="16"/>
                    </a:cubicBezTo>
                    <a:cubicBezTo>
                      <a:pt x="104" y="19"/>
                      <a:pt x="124" y="21"/>
                      <a:pt x="144" y="23"/>
                    </a:cubicBezTo>
                    <a:cubicBezTo>
                      <a:pt x="149" y="24"/>
                      <a:pt x="153" y="24"/>
                      <a:pt x="158" y="25"/>
                    </a:cubicBezTo>
                    <a:cubicBezTo>
                      <a:pt x="160" y="25"/>
                      <a:pt x="162" y="25"/>
                      <a:pt x="164" y="25"/>
                    </a:cubicBezTo>
                    <a:cubicBezTo>
                      <a:pt x="169" y="26"/>
                      <a:pt x="174" y="26"/>
                      <a:pt x="177" y="29"/>
                    </a:cubicBezTo>
                    <a:cubicBezTo>
                      <a:pt x="180" y="31"/>
                      <a:pt x="181" y="32"/>
                      <a:pt x="181" y="35"/>
                    </a:cubicBezTo>
                    <a:cubicBezTo>
                      <a:pt x="182" y="37"/>
                      <a:pt x="182" y="39"/>
                      <a:pt x="181" y="42"/>
                    </a:cubicBezTo>
                    <a:cubicBezTo>
                      <a:pt x="179" y="46"/>
                      <a:pt x="174" y="48"/>
                      <a:pt x="169" y="50"/>
                    </a:cubicBezTo>
                    <a:cubicBezTo>
                      <a:pt x="164" y="53"/>
                      <a:pt x="160" y="54"/>
                      <a:pt x="155" y="57"/>
                    </a:cubicBezTo>
                    <a:cubicBezTo>
                      <a:pt x="137" y="65"/>
                      <a:pt x="120" y="73"/>
                      <a:pt x="102" y="82"/>
                    </a:cubicBezTo>
                    <a:cubicBezTo>
                      <a:pt x="96" y="85"/>
                      <a:pt x="89" y="89"/>
                      <a:pt x="82" y="92"/>
                    </a:cubicBezTo>
                    <a:cubicBezTo>
                      <a:pt x="81" y="93"/>
                      <a:pt x="79" y="93"/>
                      <a:pt x="78" y="93"/>
                    </a:cubicBezTo>
                    <a:cubicBezTo>
                      <a:pt x="74" y="93"/>
                      <a:pt x="71" y="92"/>
                      <a:pt x="69" y="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6" name="Google Shape;2906;p31"/>
              <p:cNvSpPr/>
              <p:nvPr/>
            </p:nvSpPr>
            <p:spPr>
              <a:xfrm>
                <a:off x="4504680" y="4539600"/>
                <a:ext cx="21960" cy="50400"/>
              </a:xfrm>
              <a:custGeom>
                <a:avLst/>
                <a:gdLst/>
                <a:ahLst/>
                <a:cxnLst/>
                <a:rect l="l" t="t" r="r" b="b"/>
                <a:pathLst>
                  <a:path w="61" h="140" extrusionOk="0">
                    <a:moveTo>
                      <a:pt x="41" y="132"/>
                    </a:moveTo>
                    <a:cubicBezTo>
                      <a:pt x="39" y="122"/>
                      <a:pt x="37" y="114"/>
                      <a:pt x="35" y="105"/>
                    </a:cubicBezTo>
                    <a:cubicBezTo>
                      <a:pt x="33" y="97"/>
                      <a:pt x="31" y="90"/>
                      <a:pt x="28" y="82"/>
                    </a:cubicBezTo>
                    <a:cubicBezTo>
                      <a:pt x="25" y="74"/>
                      <a:pt x="21" y="67"/>
                      <a:pt x="18" y="59"/>
                    </a:cubicBezTo>
                    <a:cubicBezTo>
                      <a:pt x="15" y="51"/>
                      <a:pt x="12" y="43"/>
                      <a:pt x="10" y="35"/>
                    </a:cubicBezTo>
                    <a:cubicBezTo>
                      <a:pt x="7" y="28"/>
                      <a:pt x="5" y="21"/>
                      <a:pt x="2" y="14"/>
                    </a:cubicBezTo>
                    <a:cubicBezTo>
                      <a:pt x="0" y="9"/>
                      <a:pt x="3" y="3"/>
                      <a:pt x="8" y="1"/>
                    </a:cubicBezTo>
                    <a:cubicBezTo>
                      <a:pt x="13" y="0"/>
                      <a:pt x="18" y="2"/>
                      <a:pt x="20" y="8"/>
                    </a:cubicBezTo>
                    <a:lnTo>
                      <a:pt x="20" y="7"/>
                    </a:lnTo>
                    <a:lnTo>
                      <a:pt x="20" y="8"/>
                    </a:lnTo>
                    <a:cubicBezTo>
                      <a:pt x="21" y="11"/>
                      <a:pt x="22" y="14"/>
                      <a:pt x="23" y="17"/>
                    </a:cubicBezTo>
                    <a:cubicBezTo>
                      <a:pt x="24" y="22"/>
                      <a:pt x="25" y="26"/>
                      <a:pt x="27" y="30"/>
                    </a:cubicBezTo>
                    <a:cubicBezTo>
                      <a:pt x="28" y="35"/>
                      <a:pt x="30" y="39"/>
                      <a:pt x="31" y="43"/>
                    </a:cubicBezTo>
                    <a:cubicBezTo>
                      <a:pt x="35" y="52"/>
                      <a:pt x="39" y="61"/>
                      <a:pt x="42" y="70"/>
                    </a:cubicBezTo>
                    <a:cubicBezTo>
                      <a:pt x="49" y="89"/>
                      <a:pt x="54" y="109"/>
                      <a:pt x="59" y="128"/>
                    </a:cubicBezTo>
                    <a:cubicBezTo>
                      <a:pt x="60" y="132"/>
                      <a:pt x="57" y="138"/>
                      <a:pt x="52" y="139"/>
                    </a:cubicBezTo>
                    <a:cubicBezTo>
                      <a:pt x="52" y="139"/>
                      <a:pt x="51" y="139"/>
                      <a:pt x="50" y="139"/>
                    </a:cubicBezTo>
                    <a:cubicBezTo>
                      <a:pt x="46" y="139"/>
                      <a:pt x="42" y="136"/>
                      <a:pt x="41" y="1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7" name="Google Shape;2907;p31"/>
              <p:cNvSpPr/>
              <p:nvPr/>
            </p:nvSpPr>
            <p:spPr>
              <a:xfrm>
                <a:off x="4499280" y="4555080"/>
                <a:ext cx="47520" cy="2808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78" extrusionOk="0">
                    <a:moveTo>
                      <a:pt x="2" y="72"/>
                    </a:moveTo>
                    <a:cubicBezTo>
                      <a:pt x="0" y="68"/>
                      <a:pt x="1" y="63"/>
                      <a:pt x="5" y="60"/>
                    </a:cubicBezTo>
                    <a:cubicBezTo>
                      <a:pt x="17" y="51"/>
                      <a:pt x="30" y="43"/>
                      <a:pt x="43" y="36"/>
                    </a:cubicBezTo>
                    <a:cubicBezTo>
                      <a:pt x="43" y="35"/>
                      <a:pt x="44" y="35"/>
                      <a:pt x="44" y="35"/>
                    </a:cubicBezTo>
                    <a:cubicBezTo>
                      <a:pt x="44" y="35"/>
                      <a:pt x="43" y="35"/>
                      <a:pt x="43" y="36"/>
                    </a:cubicBezTo>
                    <a:cubicBezTo>
                      <a:pt x="44" y="35"/>
                      <a:pt x="45" y="35"/>
                      <a:pt x="46" y="34"/>
                    </a:cubicBezTo>
                    <a:lnTo>
                      <a:pt x="45" y="35"/>
                    </a:lnTo>
                    <a:cubicBezTo>
                      <a:pt x="47" y="33"/>
                      <a:pt x="49" y="32"/>
                      <a:pt x="50" y="32"/>
                    </a:cubicBezTo>
                    <a:cubicBezTo>
                      <a:pt x="51" y="31"/>
                      <a:pt x="53" y="30"/>
                      <a:pt x="54" y="29"/>
                    </a:cubicBezTo>
                    <a:cubicBezTo>
                      <a:pt x="60" y="26"/>
                      <a:pt x="64" y="23"/>
                      <a:pt x="69" y="20"/>
                    </a:cubicBezTo>
                    <a:cubicBezTo>
                      <a:pt x="69" y="20"/>
                      <a:pt x="69" y="21"/>
                      <a:pt x="68" y="21"/>
                    </a:cubicBezTo>
                    <a:cubicBezTo>
                      <a:pt x="76" y="16"/>
                      <a:pt x="83" y="12"/>
                      <a:pt x="91" y="8"/>
                    </a:cubicBezTo>
                    <a:cubicBezTo>
                      <a:pt x="98" y="4"/>
                      <a:pt x="106" y="1"/>
                      <a:pt x="114" y="0"/>
                    </a:cubicBezTo>
                    <a:cubicBezTo>
                      <a:pt x="118" y="0"/>
                      <a:pt x="122" y="0"/>
                      <a:pt x="125" y="3"/>
                    </a:cubicBezTo>
                    <a:cubicBezTo>
                      <a:pt x="127" y="4"/>
                      <a:pt x="128" y="7"/>
                      <a:pt x="130" y="9"/>
                    </a:cubicBezTo>
                    <a:cubicBezTo>
                      <a:pt x="131" y="14"/>
                      <a:pt x="128" y="19"/>
                      <a:pt x="124" y="21"/>
                    </a:cubicBezTo>
                    <a:cubicBezTo>
                      <a:pt x="120" y="22"/>
                      <a:pt x="117" y="21"/>
                      <a:pt x="114" y="19"/>
                    </a:cubicBezTo>
                    <a:cubicBezTo>
                      <a:pt x="112" y="19"/>
                      <a:pt x="110" y="20"/>
                      <a:pt x="109" y="21"/>
                    </a:cubicBezTo>
                    <a:cubicBezTo>
                      <a:pt x="107" y="21"/>
                      <a:pt x="105" y="22"/>
                      <a:pt x="103" y="22"/>
                    </a:cubicBezTo>
                    <a:cubicBezTo>
                      <a:pt x="96" y="25"/>
                      <a:pt x="90" y="29"/>
                      <a:pt x="83" y="33"/>
                    </a:cubicBezTo>
                    <a:cubicBezTo>
                      <a:pt x="76" y="36"/>
                      <a:pt x="70" y="40"/>
                      <a:pt x="64" y="43"/>
                    </a:cubicBezTo>
                    <a:cubicBezTo>
                      <a:pt x="60" y="46"/>
                      <a:pt x="56" y="48"/>
                      <a:pt x="52" y="51"/>
                    </a:cubicBezTo>
                    <a:cubicBezTo>
                      <a:pt x="40" y="58"/>
                      <a:pt x="27" y="66"/>
                      <a:pt x="15" y="75"/>
                    </a:cubicBezTo>
                    <a:cubicBezTo>
                      <a:pt x="14" y="76"/>
                      <a:pt x="12" y="77"/>
                      <a:pt x="11" y="77"/>
                    </a:cubicBezTo>
                    <a:cubicBezTo>
                      <a:pt x="8" y="77"/>
                      <a:pt x="4" y="75"/>
                      <a:pt x="2" y="7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8" name="Google Shape;2908;p31"/>
              <p:cNvSpPr/>
              <p:nvPr/>
            </p:nvSpPr>
            <p:spPr>
              <a:xfrm>
                <a:off x="4565520" y="4536000"/>
                <a:ext cx="30240" cy="29160"/>
              </a:xfrm>
              <a:custGeom>
                <a:avLst/>
                <a:gdLst/>
                <a:ahLst/>
                <a:cxnLst/>
                <a:rect l="l" t="t" r="r" b="b"/>
                <a:pathLst>
                  <a:path w="84" h="81" extrusionOk="0">
                    <a:moveTo>
                      <a:pt x="23" y="78"/>
                    </a:moveTo>
                    <a:cubicBezTo>
                      <a:pt x="18" y="77"/>
                      <a:pt x="13" y="73"/>
                      <a:pt x="10" y="68"/>
                    </a:cubicBezTo>
                    <a:cubicBezTo>
                      <a:pt x="7" y="64"/>
                      <a:pt x="7" y="57"/>
                      <a:pt x="9" y="52"/>
                    </a:cubicBezTo>
                    <a:cubicBezTo>
                      <a:pt x="10" y="45"/>
                      <a:pt x="14" y="39"/>
                      <a:pt x="18" y="33"/>
                    </a:cubicBezTo>
                    <a:cubicBezTo>
                      <a:pt x="19" y="32"/>
                      <a:pt x="19" y="31"/>
                      <a:pt x="20" y="30"/>
                    </a:cubicBezTo>
                    <a:cubicBezTo>
                      <a:pt x="17" y="31"/>
                      <a:pt x="14" y="30"/>
                      <a:pt x="12" y="29"/>
                    </a:cubicBezTo>
                    <a:cubicBezTo>
                      <a:pt x="12" y="28"/>
                      <a:pt x="10" y="28"/>
                      <a:pt x="9" y="27"/>
                    </a:cubicBezTo>
                    <a:cubicBezTo>
                      <a:pt x="9" y="26"/>
                      <a:pt x="8" y="26"/>
                      <a:pt x="7" y="26"/>
                    </a:cubicBezTo>
                    <a:cubicBezTo>
                      <a:pt x="5" y="24"/>
                      <a:pt x="3" y="22"/>
                      <a:pt x="2" y="19"/>
                    </a:cubicBezTo>
                    <a:cubicBezTo>
                      <a:pt x="0" y="12"/>
                      <a:pt x="7" y="7"/>
                      <a:pt x="12" y="4"/>
                    </a:cubicBezTo>
                    <a:cubicBezTo>
                      <a:pt x="14" y="3"/>
                      <a:pt x="17" y="1"/>
                      <a:pt x="21" y="1"/>
                    </a:cubicBezTo>
                    <a:cubicBezTo>
                      <a:pt x="24" y="0"/>
                      <a:pt x="27" y="0"/>
                      <a:pt x="30" y="0"/>
                    </a:cubicBezTo>
                    <a:cubicBezTo>
                      <a:pt x="37" y="1"/>
                      <a:pt x="42" y="5"/>
                      <a:pt x="43" y="12"/>
                    </a:cubicBezTo>
                    <a:cubicBezTo>
                      <a:pt x="45" y="19"/>
                      <a:pt x="42" y="27"/>
                      <a:pt x="38" y="33"/>
                    </a:cubicBezTo>
                    <a:cubicBezTo>
                      <a:pt x="35" y="40"/>
                      <a:pt x="32" y="46"/>
                      <a:pt x="28" y="52"/>
                    </a:cubicBezTo>
                    <a:cubicBezTo>
                      <a:pt x="28" y="53"/>
                      <a:pt x="27" y="54"/>
                      <a:pt x="27" y="56"/>
                    </a:cubicBezTo>
                    <a:lnTo>
                      <a:pt x="27" y="57"/>
                    </a:lnTo>
                    <a:cubicBezTo>
                      <a:pt x="26" y="57"/>
                      <a:pt x="26" y="57"/>
                      <a:pt x="26" y="58"/>
                    </a:cubicBezTo>
                    <a:lnTo>
                      <a:pt x="27" y="59"/>
                    </a:lnTo>
                    <a:lnTo>
                      <a:pt x="27" y="60"/>
                    </a:lnTo>
                    <a:lnTo>
                      <a:pt x="28" y="60"/>
                    </a:lnTo>
                    <a:cubicBezTo>
                      <a:pt x="27" y="60"/>
                      <a:pt x="27" y="60"/>
                      <a:pt x="27" y="60"/>
                    </a:cubicBezTo>
                    <a:lnTo>
                      <a:pt x="28" y="60"/>
                    </a:lnTo>
                    <a:cubicBezTo>
                      <a:pt x="28" y="60"/>
                      <a:pt x="29" y="61"/>
                      <a:pt x="30" y="61"/>
                    </a:cubicBezTo>
                    <a:cubicBezTo>
                      <a:pt x="30" y="61"/>
                      <a:pt x="29" y="61"/>
                      <a:pt x="29" y="60"/>
                    </a:cubicBezTo>
                    <a:cubicBezTo>
                      <a:pt x="30" y="61"/>
                      <a:pt x="31" y="61"/>
                      <a:pt x="32" y="61"/>
                    </a:cubicBezTo>
                    <a:cubicBezTo>
                      <a:pt x="33" y="61"/>
                      <a:pt x="35" y="62"/>
                      <a:pt x="36" y="62"/>
                    </a:cubicBezTo>
                    <a:cubicBezTo>
                      <a:pt x="41" y="63"/>
                      <a:pt x="46" y="63"/>
                      <a:pt x="51" y="63"/>
                    </a:cubicBezTo>
                    <a:lnTo>
                      <a:pt x="52" y="63"/>
                    </a:lnTo>
                    <a:cubicBezTo>
                      <a:pt x="59" y="62"/>
                      <a:pt x="66" y="61"/>
                      <a:pt x="73" y="61"/>
                    </a:cubicBezTo>
                    <a:cubicBezTo>
                      <a:pt x="78" y="60"/>
                      <a:pt x="82" y="64"/>
                      <a:pt x="83" y="69"/>
                    </a:cubicBezTo>
                    <a:cubicBezTo>
                      <a:pt x="83" y="74"/>
                      <a:pt x="79" y="78"/>
                      <a:pt x="74" y="78"/>
                    </a:cubicBezTo>
                    <a:cubicBezTo>
                      <a:pt x="68" y="79"/>
                      <a:pt x="62" y="79"/>
                      <a:pt x="56" y="80"/>
                    </a:cubicBezTo>
                    <a:cubicBezTo>
                      <a:pt x="51" y="80"/>
                      <a:pt x="47" y="80"/>
                      <a:pt x="43" y="80"/>
                    </a:cubicBezTo>
                    <a:cubicBezTo>
                      <a:pt x="36" y="80"/>
                      <a:pt x="30" y="80"/>
                      <a:pt x="23" y="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9" name="Google Shape;2909;p31"/>
              <p:cNvSpPr/>
              <p:nvPr/>
            </p:nvSpPr>
            <p:spPr>
              <a:xfrm>
                <a:off x="3860280" y="4816440"/>
                <a:ext cx="7920" cy="51480"/>
              </a:xfrm>
              <a:custGeom>
                <a:avLst/>
                <a:gdLst/>
                <a:ahLst/>
                <a:cxnLst/>
                <a:rect l="l" t="t" r="r" b="b"/>
                <a:pathLst>
                  <a:path w="22" h="143" extrusionOk="0">
                    <a:moveTo>
                      <a:pt x="9" y="142"/>
                    </a:moveTo>
                    <a:cubicBezTo>
                      <a:pt x="4" y="140"/>
                      <a:pt x="1" y="135"/>
                      <a:pt x="2" y="130"/>
                    </a:cubicBezTo>
                    <a:cubicBezTo>
                      <a:pt x="2" y="120"/>
                      <a:pt x="2" y="111"/>
                      <a:pt x="1" y="102"/>
                    </a:cubicBezTo>
                    <a:cubicBezTo>
                      <a:pt x="0" y="92"/>
                      <a:pt x="0" y="82"/>
                      <a:pt x="0" y="72"/>
                    </a:cubicBezTo>
                    <a:cubicBezTo>
                      <a:pt x="0" y="62"/>
                      <a:pt x="1" y="51"/>
                      <a:pt x="1" y="41"/>
                    </a:cubicBezTo>
                    <a:cubicBezTo>
                      <a:pt x="2" y="30"/>
                      <a:pt x="2" y="19"/>
                      <a:pt x="3" y="9"/>
                    </a:cubicBezTo>
                    <a:cubicBezTo>
                      <a:pt x="3" y="4"/>
                      <a:pt x="7" y="0"/>
                      <a:pt x="12" y="0"/>
                    </a:cubicBezTo>
                    <a:cubicBezTo>
                      <a:pt x="17" y="1"/>
                      <a:pt x="21" y="5"/>
                      <a:pt x="20" y="10"/>
                    </a:cubicBezTo>
                    <a:cubicBezTo>
                      <a:pt x="20" y="23"/>
                      <a:pt x="18" y="37"/>
                      <a:pt x="18" y="51"/>
                    </a:cubicBezTo>
                    <a:cubicBezTo>
                      <a:pt x="18" y="65"/>
                      <a:pt x="18" y="78"/>
                      <a:pt x="18" y="92"/>
                    </a:cubicBezTo>
                    <a:cubicBezTo>
                      <a:pt x="19" y="100"/>
                      <a:pt x="20" y="108"/>
                      <a:pt x="20" y="117"/>
                    </a:cubicBezTo>
                    <a:cubicBezTo>
                      <a:pt x="20" y="121"/>
                      <a:pt x="21" y="125"/>
                      <a:pt x="21" y="130"/>
                    </a:cubicBezTo>
                    <a:cubicBezTo>
                      <a:pt x="21" y="133"/>
                      <a:pt x="21" y="137"/>
                      <a:pt x="18" y="139"/>
                    </a:cubicBezTo>
                    <a:cubicBezTo>
                      <a:pt x="16" y="141"/>
                      <a:pt x="14" y="142"/>
                      <a:pt x="11" y="142"/>
                    </a:cubicBezTo>
                    <a:cubicBezTo>
                      <a:pt x="11" y="142"/>
                      <a:pt x="10" y="142"/>
                      <a:pt x="9" y="1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0" name="Google Shape;2910;p31"/>
              <p:cNvSpPr/>
              <p:nvPr/>
            </p:nvSpPr>
            <p:spPr>
              <a:xfrm>
                <a:off x="3861360" y="4733280"/>
                <a:ext cx="9000" cy="60480"/>
              </a:xfrm>
              <a:custGeom>
                <a:avLst/>
                <a:gdLst/>
                <a:ahLst/>
                <a:cxnLst/>
                <a:rect l="l" t="t" r="r" b="b"/>
                <a:pathLst>
                  <a:path w="25" h="168" extrusionOk="0">
                    <a:moveTo>
                      <a:pt x="4" y="161"/>
                    </a:moveTo>
                    <a:cubicBezTo>
                      <a:pt x="3" y="158"/>
                      <a:pt x="3" y="156"/>
                      <a:pt x="3" y="153"/>
                    </a:cubicBezTo>
                    <a:cubicBezTo>
                      <a:pt x="3" y="150"/>
                      <a:pt x="3" y="146"/>
                      <a:pt x="2" y="143"/>
                    </a:cubicBezTo>
                    <a:cubicBezTo>
                      <a:pt x="2" y="135"/>
                      <a:pt x="2" y="128"/>
                      <a:pt x="1" y="120"/>
                    </a:cubicBezTo>
                    <a:lnTo>
                      <a:pt x="1" y="121"/>
                    </a:lnTo>
                    <a:cubicBezTo>
                      <a:pt x="1" y="120"/>
                      <a:pt x="1" y="119"/>
                      <a:pt x="1" y="119"/>
                    </a:cubicBezTo>
                    <a:cubicBezTo>
                      <a:pt x="1" y="115"/>
                      <a:pt x="1" y="112"/>
                      <a:pt x="1" y="109"/>
                    </a:cubicBezTo>
                    <a:cubicBezTo>
                      <a:pt x="1" y="108"/>
                      <a:pt x="1" y="106"/>
                      <a:pt x="1" y="105"/>
                    </a:cubicBezTo>
                    <a:lnTo>
                      <a:pt x="1" y="104"/>
                    </a:lnTo>
                    <a:cubicBezTo>
                      <a:pt x="0" y="88"/>
                      <a:pt x="0" y="73"/>
                      <a:pt x="1" y="58"/>
                    </a:cubicBezTo>
                    <a:cubicBezTo>
                      <a:pt x="1" y="41"/>
                      <a:pt x="0" y="24"/>
                      <a:pt x="0" y="8"/>
                    </a:cubicBezTo>
                    <a:cubicBezTo>
                      <a:pt x="0" y="3"/>
                      <a:pt x="4" y="0"/>
                      <a:pt x="9" y="0"/>
                    </a:cubicBezTo>
                    <a:cubicBezTo>
                      <a:pt x="14" y="0"/>
                      <a:pt x="17" y="4"/>
                      <a:pt x="17" y="9"/>
                    </a:cubicBezTo>
                    <a:cubicBezTo>
                      <a:pt x="17" y="23"/>
                      <a:pt x="18" y="37"/>
                      <a:pt x="18" y="51"/>
                    </a:cubicBezTo>
                    <a:cubicBezTo>
                      <a:pt x="18" y="62"/>
                      <a:pt x="18" y="74"/>
                      <a:pt x="18" y="86"/>
                    </a:cubicBezTo>
                    <a:lnTo>
                      <a:pt x="18" y="87"/>
                    </a:lnTo>
                    <a:lnTo>
                      <a:pt x="18" y="88"/>
                    </a:lnTo>
                    <a:lnTo>
                      <a:pt x="18" y="89"/>
                    </a:lnTo>
                    <a:cubicBezTo>
                      <a:pt x="18" y="90"/>
                      <a:pt x="18" y="91"/>
                      <a:pt x="18" y="92"/>
                    </a:cubicBezTo>
                    <a:cubicBezTo>
                      <a:pt x="18" y="93"/>
                      <a:pt x="18" y="93"/>
                      <a:pt x="18" y="94"/>
                    </a:cubicBezTo>
                    <a:lnTo>
                      <a:pt x="18" y="93"/>
                    </a:lnTo>
                    <a:cubicBezTo>
                      <a:pt x="18" y="94"/>
                      <a:pt x="18" y="94"/>
                      <a:pt x="18" y="94"/>
                    </a:cubicBezTo>
                    <a:cubicBezTo>
                      <a:pt x="18" y="95"/>
                      <a:pt x="18" y="95"/>
                      <a:pt x="18" y="96"/>
                    </a:cubicBezTo>
                    <a:lnTo>
                      <a:pt x="18" y="95"/>
                    </a:lnTo>
                    <a:cubicBezTo>
                      <a:pt x="18" y="96"/>
                      <a:pt x="18" y="97"/>
                      <a:pt x="18" y="97"/>
                    </a:cubicBezTo>
                    <a:cubicBezTo>
                      <a:pt x="18" y="98"/>
                      <a:pt x="18" y="98"/>
                      <a:pt x="18" y="98"/>
                    </a:cubicBezTo>
                    <a:cubicBezTo>
                      <a:pt x="18" y="99"/>
                      <a:pt x="18" y="100"/>
                      <a:pt x="18" y="101"/>
                    </a:cubicBezTo>
                    <a:lnTo>
                      <a:pt x="18" y="102"/>
                    </a:lnTo>
                    <a:lnTo>
                      <a:pt x="18" y="101"/>
                    </a:lnTo>
                    <a:cubicBezTo>
                      <a:pt x="18" y="102"/>
                      <a:pt x="18" y="102"/>
                      <a:pt x="18" y="102"/>
                    </a:cubicBezTo>
                    <a:cubicBezTo>
                      <a:pt x="18" y="103"/>
                      <a:pt x="18" y="103"/>
                      <a:pt x="18" y="103"/>
                    </a:cubicBezTo>
                    <a:lnTo>
                      <a:pt x="18" y="104"/>
                    </a:lnTo>
                    <a:lnTo>
                      <a:pt x="18" y="105"/>
                    </a:lnTo>
                    <a:cubicBezTo>
                      <a:pt x="18" y="104"/>
                      <a:pt x="18" y="104"/>
                      <a:pt x="18" y="104"/>
                    </a:cubicBezTo>
                    <a:cubicBezTo>
                      <a:pt x="20" y="120"/>
                      <a:pt x="20" y="136"/>
                      <a:pt x="22" y="152"/>
                    </a:cubicBezTo>
                    <a:cubicBezTo>
                      <a:pt x="22" y="153"/>
                      <a:pt x="22" y="154"/>
                      <a:pt x="22" y="154"/>
                    </a:cubicBezTo>
                    <a:cubicBezTo>
                      <a:pt x="24" y="160"/>
                      <a:pt x="20" y="165"/>
                      <a:pt x="15" y="167"/>
                    </a:cubicBezTo>
                    <a:cubicBezTo>
                      <a:pt x="15" y="167"/>
                      <a:pt x="14" y="167"/>
                      <a:pt x="13" y="167"/>
                    </a:cubicBezTo>
                    <a:cubicBezTo>
                      <a:pt x="10" y="167"/>
                      <a:pt x="6" y="164"/>
                      <a:pt x="4" y="16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1" name="Google Shape;2911;p31"/>
              <p:cNvSpPr/>
              <p:nvPr/>
            </p:nvSpPr>
            <p:spPr>
              <a:xfrm>
                <a:off x="3859560" y="4652280"/>
                <a:ext cx="11520" cy="48240"/>
              </a:xfrm>
              <a:custGeom>
                <a:avLst/>
                <a:gdLst/>
                <a:ahLst/>
                <a:cxnLst/>
                <a:rect l="l" t="t" r="r" b="b"/>
                <a:pathLst>
                  <a:path w="32" h="134" extrusionOk="0">
                    <a:moveTo>
                      <a:pt x="7" y="133"/>
                    </a:moveTo>
                    <a:cubicBezTo>
                      <a:pt x="3" y="132"/>
                      <a:pt x="0" y="126"/>
                      <a:pt x="1" y="122"/>
                    </a:cubicBezTo>
                    <a:cubicBezTo>
                      <a:pt x="1" y="118"/>
                      <a:pt x="2" y="114"/>
                      <a:pt x="2" y="109"/>
                    </a:cubicBezTo>
                    <a:cubicBezTo>
                      <a:pt x="2" y="110"/>
                      <a:pt x="2" y="110"/>
                      <a:pt x="2" y="110"/>
                    </a:cubicBezTo>
                    <a:cubicBezTo>
                      <a:pt x="3" y="107"/>
                      <a:pt x="3" y="104"/>
                      <a:pt x="3" y="101"/>
                    </a:cubicBezTo>
                    <a:lnTo>
                      <a:pt x="3" y="102"/>
                    </a:lnTo>
                    <a:cubicBezTo>
                      <a:pt x="3" y="98"/>
                      <a:pt x="4" y="95"/>
                      <a:pt x="4" y="91"/>
                    </a:cubicBezTo>
                    <a:cubicBezTo>
                      <a:pt x="4" y="92"/>
                      <a:pt x="4" y="92"/>
                      <a:pt x="4" y="92"/>
                    </a:cubicBezTo>
                    <a:cubicBezTo>
                      <a:pt x="4" y="89"/>
                      <a:pt x="4" y="87"/>
                      <a:pt x="5" y="84"/>
                    </a:cubicBezTo>
                    <a:lnTo>
                      <a:pt x="5" y="85"/>
                    </a:lnTo>
                    <a:cubicBezTo>
                      <a:pt x="6" y="75"/>
                      <a:pt x="7" y="64"/>
                      <a:pt x="8" y="54"/>
                    </a:cubicBezTo>
                    <a:lnTo>
                      <a:pt x="8" y="55"/>
                    </a:lnTo>
                    <a:cubicBezTo>
                      <a:pt x="8" y="54"/>
                      <a:pt x="8" y="53"/>
                      <a:pt x="8" y="52"/>
                    </a:cubicBezTo>
                    <a:lnTo>
                      <a:pt x="8" y="53"/>
                    </a:lnTo>
                    <a:cubicBezTo>
                      <a:pt x="8" y="52"/>
                      <a:pt x="8" y="52"/>
                      <a:pt x="8" y="52"/>
                    </a:cubicBezTo>
                    <a:cubicBezTo>
                      <a:pt x="8" y="51"/>
                      <a:pt x="8" y="50"/>
                      <a:pt x="8" y="49"/>
                    </a:cubicBezTo>
                    <a:lnTo>
                      <a:pt x="8" y="50"/>
                    </a:lnTo>
                    <a:cubicBezTo>
                      <a:pt x="8" y="48"/>
                      <a:pt x="9" y="47"/>
                      <a:pt x="9" y="45"/>
                    </a:cubicBezTo>
                    <a:lnTo>
                      <a:pt x="9" y="46"/>
                    </a:lnTo>
                    <a:cubicBezTo>
                      <a:pt x="9" y="45"/>
                      <a:pt x="9" y="45"/>
                      <a:pt x="9" y="45"/>
                    </a:cubicBezTo>
                    <a:lnTo>
                      <a:pt x="9" y="44"/>
                    </a:lnTo>
                    <a:lnTo>
                      <a:pt x="9" y="43"/>
                    </a:lnTo>
                    <a:lnTo>
                      <a:pt x="9" y="42"/>
                    </a:lnTo>
                    <a:cubicBezTo>
                      <a:pt x="10" y="31"/>
                      <a:pt x="11" y="20"/>
                      <a:pt x="12" y="8"/>
                    </a:cubicBezTo>
                    <a:cubicBezTo>
                      <a:pt x="13" y="3"/>
                      <a:pt x="17" y="0"/>
                      <a:pt x="22" y="0"/>
                    </a:cubicBezTo>
                    <a:cubicBezTo>
                      <a:pt x="26" y="0"/>
                      <a:pt x="31" y="5"/>
                      <a:pt x="30" y="9"/>
                    </a:cubicBezTo>
                    <a:cubicBezTo>
                      <a:pt x="29" y="24"/>
                      <a:pt x="27" y="38"/>
                      <a:pt x="26" y="52"/>
                    </a:cubicBezTo>
                    <a:cubicBezTo>
                      <a:pt x="26" y="53"/>
                      <a:pt x="26" y="54"/>
                      <a:pt x="26" y="54"/>
                    </a:cubicBezTo>
                    <a:lnTo>
                      <a:pt x="26" y="55"/>
                    </a:lnTo>
                    <a:cubicBezTo>
                      <a:pt x="25" y="59"/>
                      <a:pt x="25" y="65"/>
                      <a:pt x="24" y="69"/>
                    </a:cubicBezTo>
                    <a:cubicBezTo>
                      <a:pt x="23" y="79"/>
                      <a:pt x="22" y="90"/>
                      <a:pt x="22" y="100"/>
                    </a:cubicBezTo>
                    <a:cubicBezTo>
                      <a:pt x="21" y="104"/>
                      <a:pt x="21" y="108"/>
                      <a:pt x="21" y="113"/>
                    </a:cubicBezTo>
                    <a:cubicBezTo>
                      <a:pt x="20" y="117"/>
                      <a:pt x="20" y="121"/>
                      <a:pt x="19" y="125"/>
                    </a:cubicBezTo>
                    <a:cubicBezTo>
                      <a:pt x="19" y="130"/>
                      <a:pt x="14" y="133"/>
                      <a:pt x="10" y="133"/>
                    </a:cubicBezTo>
                    <a:cubicBezTo>
                      <a:pt x="9" y="133"/>
                      <a:pt x="8" y="133"/>
                      <a:pt x="7" y="1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2" name="Google Shape;2912;p31"/>
              <p:cNvSpPr/>
              <p:nvPr/>
            </p:nvSpPr>
            <p:spPr>
              <a:xfrm>
                <a:off x="3859200" y="4560480"/>
                <a:ext cx="9360" cy="56160"/>
              </a:xfrm>
              <a:custGeom>
                <a:avLst/>
                <a:gdLst/>
                <a:ahLst/>
                <a:cxnLst/>
                <a:rect l="l" t="t" r="r" b="b"/>
                <a:pathLst>
                  <a:path w="26" h="156" extrusionOk="0">
                    <a:moveTo>
                      <a:pt x="2" y="147"/>
                    </a:moveTo>
                    <a:cubicBezTo>
                      <a:pt x="2" y="145"/>
                      <a:pt x="1" y="142"/>
                      <a:pt x="1" y="140"/>
                    </a:cubicBezTo>
                    <a:cubicBezTo>
                      <a:pt x="1" y="137"/>
                      <a:pt x="1" y="134"/>
                      <a:pt x="1" y="131"/>
                    </a:cubicBezTo>
                    <a:cubicBezTo>
                      <a:pt x="1" y="128"/>
                      <a:pt x="1" y="125"/>
                      <a:pt x="1" y="122"/>
                    </a:cubicBezTo>
                    <a:cubicBezTo>
                      <a:pt x="0" y="113"/>
                      <a:pt x="1" y="104"/>
                      <a:pt x="1" y="94"/>
                    </a:cubicBezTo>
                    <a:cubicBezTo>
                      <a:pt x="2" y="74"/>
                      <a:pt x="4" y="54"/>
                      <a:pt x="6" y="34"/>
                    </a:cubicBezTo>
                    <a:cubicBezTo>
                      <a:pt x="7" y="26"/>
                      <a:pt x="7" y="17"/>
                      <a:pt x="8" y="9"/>
                    </a:cubicBezTo>
                    <a:cubicBezTo>
                      <a:pt x="8" y="4"/>
                      <a:pt x="12" y="0"/>
                      <a:pt x="16" y="0"/>
                    </a:cubicBezTo>
                    <a:cubicBezTo>
                      <a:pt x="21" y="0"/>
                      <a:pt x="25" y="5"/>
                      <a:pt x="25" y="10"/>
                    </a:cubicBezTo>
                    <a:cubicBezTo>
                      <a:pt x="23" y="29"/>
                      <a:pt x="22" y="48"/>
                      <a:pt x="20" y="67"/>
                    </a:cubicBezTo>
                    <a:cubicBezTo>
                      <a:pt x="20" y="76"/>
                      <a:pt x="19" y="85"/>
                      <a:pt x="19" y="94"/>
                    </a:cubicBezTo>
                    <a:cubicBezTo>
                      <a:pt x="19" y="103"/>
                      <a:pt x="19" y="112"/>
                      <a:pt x="19" y="120"/>
                    </a:cubicBezTo>
                    <a:cubicBezTo>
                      <a:pt x="19" y="126"/>
                      <a:pt x="19" y="131"/>
                      <a:pt x="19" y="137"/>
                    </a:cubicBezTo>
                    <a:cubicBezTo>
                      <a:pt x="23" y="140"/>
                      <a:pt x="24" y="146"/>
                      <a:pt x="20" y="150"/>
                    </a:cubicBezTo>
                    <a:lnTo>
                      <a:pt x="21" y="150"/>
                    </a:lnTo>
                    <a:cubicBezTo>
                      <a:pt x="19" y="152"/>
                      <a:pt x="17" y="154"/>
                      <a:pt x="13" y="155"/>
                    </a:cubicBezTo>
                    <a:lnTo>
                      <a:pt x="12" y="155"/>
                    </a:lnTo>
                    <a:cubicBezTo>
                      <a:pt x="8" y="155"/>
                      <a:pt x="4" y="151"/>
                      <a:pt x="2" y="14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3" name="Google Shape;2913;p31"/>
              <p:cNvSpPr/>
              <p:nvPr/>
            </p:nvSpPr>
            <p:spPr>
              <a:xfrm>
                <a:off x="3858120" y="4470480"/>
                <a:ext cx="9720" cy="6336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76" extrusionOk="0">
                    <a:moveTo>
                      <a:pt x="10" y="173"/>
                    </a:moveTo>
                    <a:cubicBezTo>
                      <a:pt x="6" y="170"/>
                      <a:pt x="5" y="165"/>
                      <a:pt x="5" y="161"/>
                    </a:cubicBezTo>
                    <a:cubicBezTo>
                      <a:pt x="4" y="154"/>
                      <a:pt x="4" y="147"/>
                      <a:pt x="3" y="140"/>
                    </a:cubicBezTo>
                    <a:cubicBezTo>
                      <a:pt x="3" y="126"/>
                      <a:pt x="2" y="111"/>
                      <a:pt x="1" y="97"/>
                    </a:cubicBezTo>
                    <a:cubicBezTo>
                      <a:pt x="1" y="87"/>
                      <a:pt x="1" y="79"/>
                      <a:pt x="1" y="69"/>
                    </a:cubicBezTo>
                    <a:cubicBezTo>
                      <a:pt x="0" y="49"/>
                      <a:pt x="1" y="28"/>
                      <a:pt x="1" y="8"/>
                    </a:cubicBezTo>
                    <a:cubicBezTo>
                      <a:pt x="1" y="3"/>
                      <a:pt x="5" y="0"/>
                      <a:pt x="10" y="0"/>
                    </a:cubicBezTo>
                    <a:cubicBezTo>
                      <a:pt x="14" y="0"/>
                      <a:pt x="18" y="5"/>
                      <a:pt x="18" y="9"/>
                    </a:cubicBezTo>
                    <a:cubicBezTo>
                      <a:pt x="18" y="29"/>
                      <a:pt x="18" y="49"/>
                      <a:pt x="18" y="69"/>
                    </a:cubicBezTo>
                    <a:cubicBezTo>
                      <a:pt x="18" y="84"/>
                      <a:pt x="19" y="98"/>
                      <a:pt x="20" y="113"/>
                    </a:cubicBezTo>
                    <a:cubicBezTo>
                      <a:pt x="20" y="122"/>
                      <a:pt x="21" y="130"/>
                      <a:pt x="21" y="139"/>
                    </a:cubicBezTo>
                    <a:cubicBezTo>
                      <a:pt x="22" y="146"/>
                      <a:pt x="22" y="153"/>
                      <a:pt x="23" y="160"/>
                    </a:cubicBezTo>
                    <a:cubicBezTo>
                      <a:pt x="26" y="163"/>
                      <a:pt x="26" y="167"/>
                      <a:pt x="24" y="171"/>
                    </a:cubicBezTo>
                    <a:cubicBezTo>
                      <a:pt x="22" y="174"/>
                      <a:pt x="19" y="175"/>
                      <a:pt x="16" y="175"/>
                    </a:cubicBezTo>
                    <a:cubicBezTo>
                      <a:pt x="14" y="175"/>
                      <a:pt x="11" y="175"/>
                      <a:pt x="10" y="1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4" name="Google Shape;2914;p31"/>
              <p:cNvSpPr/>
              <p:nvPr/>
            </p:nvSpPr>
            <p:spPr>
              <a:xfrm>
                <a:off x="3858120" y="4362840"/>
                <a:ext cx="10080" cy="64800"/>
              </a:xfrm>
              <a:custGeom>
                <a:avLst/>
                <a:gdLst/>
                <a:ahLst/>
                <a:cxnLst/>
                <a:rect l="l" t="t" r="r" b="b"/>
                <a:pathLst>
                  <a:path w="28" h="180" extrusionOk="0">
                    <a:moveTo>
                      <a:pt x="11" y="176"/>
                    </a:moveTo>
                    <a:cubicBezTo>
                      <a:pt x="7" y="173"/>
                      <a:pt x="6" y="167"/>
                      <a:pt x="5" y="162"/>
                    </a:cubicBezTo>
                    <a:cubicBezTo>
                      <a:pt x="5" y="157"/>
                      <a:pt x="4" y="153"/>
                      <a:pt x="4" y="149"/>
                    </a:cubicBezTo>
                    <a:cubicBezTo>
                      <a:pt x="2" y="139"/>
                      <a:pt x="2" y="129"/>
                      <a:pt x="1" y="119"/>
                    </a:cubicBezTo>
                    <a:cubicBezTo>
                      <a:pt x="0" y="100"/>
                      <a:pt x="0" y="81"/>
                      <a:pt x="1" y="62"/>
                    </a:cubicBezTo>
                    <a:cubicBezTo>
                      <a:pt x="1" y="44"/>
                      <a:pt x="2" y="26"/>
                      <a:pt x="3" y="8"/>
                    </a:cubicBezTo>
                    <a:cubicBezTo>
                      <a:pt x="3" y="3"/>
                      <a:pt x="7" y="0"/>
                      <a:pt x="12" y="0"/>
                    </a:cubicBezTo>
                    <a:cubicBezTo>
                      <a:pt x="16" y="1"/>
                      <a:pt x="19" y="4"/>
                      <a:pt x="19" y="9"/>
                    </a:cubicBezTo>
                    <a:cubicBezTo>
                      <a:pt x="19" y="23"/>
                      <a:pt x="19" y="38"/>
                      <a:pt x="18" y="52"/>
                    </a:cubicBezTo>
                    <a:cubicBezTo>
                      <a:pt x="17" y="65"/>
                      <a:pt x="17" y="78"/>
                      <a:pt x="18" y="90"/>
                    </a:cubicBezTo>
                    <a:cubicBezTo>
                      <a:pt x="19" y="112"/>
                      <a:pt x="20" y="133"/>
                      <a:pt x="23" y="154"/>
                    </a:cubicBezTo>
                    <a:lnTo>
                      <a:pt x="23" y="153"/>
                    </a:lnTo>
                    <a:cubicBezTo>
                      <a:pt x="23" y="157"/>
                      <a:pt x="24" y="160"/>
                      <a:pt x="25" y="164"/>
                    </a:cubicBezTo>
                    <a:cubicBezTo>
                      <a:pt x="27" y="167"/>
                      <a:pt x="27" y="171"/>
                      <a:pt x="25" y="174"/>
                    </a:cubicBezTo>
                    <a:cubicBezTo>
                      <a:pt x="23" y="177"/>
                      <a:pt x="20" y="179"/>
                      <a:pt x="17" y="179"/>
                    </a:cubicBezTo>
                    <a:cubicBezTo>
                      <a:pt x="15" y="179"/>
                      <a:pt x="13" y="178"/>
                      <a:pt x="11" y="1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5" name="Google Shape;2915;p31"/>
              <p:cNvSpPr/>
              <p:nvPr/>
            </p:nvSpPr>
            <p:spPr>
              <a:xfrm>
                <a:off x="3856320" y="4259520"/>
                <a:ext cx="7920" cy="62280"/>
              </a:xfrm>
              <a:custGeom>
                <a:avLst/>
                <a:gdLst/>
                <a:ahLst/>
                <a:cxnLst/>
                <a:rect l="l" t="t" r="r" b="b"/>
                <a:pathLst>
                  <a:path w="22" h="173" extrusionOk="0">
                    <a:moveTo>
                      <a:pt x="4" y="169"/>
                    </a:moveTo>
                    <a:cubicBezTo>
                      <a:pt x="4" y="169"/>
                      <a:pt x="4" y="170"/>
                      <a:pt x="5" y="170"/>
                    </a:cubicBezTo>
                    <a:cubicBezTo>
                      <a:pt x="2" y="168"/>
                      <a:pt x="2" y="165"/>
                      <a:pt x="1" y="162"/>
                    </a:cubicBezTo>
                    <a:cubicBezTo>
                      <a:pt x="0" y="159"/>
                      <a:pt x="0" y="156"/>
                      <a:pt x="0" y="154"/>
                    </a:cubicBezTo>
                    <a:cubicBezTo>
                      <a:pt x="0" y="150"/>
                      <a:pt x="0" y="145"/>
                      <a:pt x="0" y="141"/>
                    </a:cubicBezTo>
                    <a:cubicBezTo>
                      <a:pt x="1" y="131"/>
                      <a:pt x="1" y="121"/>
                      <a:pt x="1" y="111"/>
                    </a:cubicBezTo>
                    <a:cubicBezTo>
                      <a:pt x="2" y="92"/>
                      <a:pt x="2" y="74"/>
                      <a:pt x="2" y="55"/>
                    </a:cubicBezTo>
                    <a:cubicBezTo>
                      <a:pt x="1" y="39"/>
                      <a:pt x="1" y="24"/>
                      <a:pt x="0" y="8"/>
                    </a:cubicBezTo>
                    <a:cubicBezTo>
                      <a:pt x="0" y="4"/>
                      <a:pt x="4" y="1"/>
                      <a:pt x="8" y="1"/>
                    </a:cubicBezTo>
                    <a:cubicBezTo>
                      <a:pt x="13" y="0"/>
                      <a:pt x="17" y="4"/>
                      <a:pt x="17" y="8"/>
                    </a:cubicBezTo>
                    <a:cubicBezTo>
                      <a:pt x="18" y="29"/>
                      <a:pt x="18" y="50"/>
                      <a:pt x="19" y="71"/>
                    </a:cubicBezTo>
                    <a:cubicBezTo>
                      <a:pt x="19" y="89"/>
                      <a:pt x="19" y="108"/>
                      <a:pt x="19" y="127"/>
                    </a:cubicBezTo>
                    <a:cubicBezTo>
                      <a:pt x="19" y="134"/>
                      <a:pt x="19" y="142"/>
                      <a:pt x="19" y="149"/>
                    </a:cubicBezTo>
                    <a:lnTo>
                      <a:pt x="19" y="148"/>
                    </a:lnTo>
                    <a:cubicBezTo>
                      <a:pt x="19" y="152"/>
                      <a:pt x="19" y="155"/>
                      <a:pt x="20" y="159"/>
                    </a:cubicBezTo>
                    <a:cubicBezTo>
                      <a:pt x="21" y="162"/>
                      <a:pt x="21" y="165"/>
                      <a:pt x="19" y="168"/>
                    </a:cubicBezTo>
                    <a:cubicBezTo>
                      <a:pt x="17" y="170"/>
                      <a:pt x="14" y="172"/>
                      <a:pt x="11" y="172"/>
                    </a:cubicBezTo>
                    <a:cubicBezTo>
                      <a:pt x="9" y="172"/>
                      <a:pt x="6" y="171"/>
                      <a:pt x="4" y="16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6" name="Google Shape;2916;p31"/>
              <p:cNvSpPr/>
              <p:nvPr/>
            </p:nvSpPr>
            <p:spPr>
              <a:xfrm>
                <a:off x="3855960" y="4198320"/>
                <a:ext cx="9720" cy="4464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24" extrusionOk="0">
                    <a:moveTo>
                      <a:pt x="4" y="121"/>
                    </a:moveTo>
                    <a:cubicBezTo>
                      <a:pt x="1" y="119"/>
                      <a:pt x="0" y="116"/>
                      <a:pt x="0" y="111"/>
                    </a:cubicBezTo>
                    <a:lnTo>
                      <a:pt x="0" y="112"/>
                    </a:lnTo>
                    <a:cubicBezTo>
                      <a:pt x="0" y="111"/>
                      <a:pt x="0" y="111"/>
                      <a:pt x="0" y="111"/>
                    </a:cubicBezTo>
                    <a:lnTo>
                      <a:pt x="0" y="112"/>
                    </a:lnTo>
                    <a:lnTo>
                      <a:pt x="0" y="113"/>
                    </a:lnTo>
                    <a:cubicBezTo>
                      <a:pt x="0" y="110"/>
                      <a:pt x="0" y="107"/>
                      <a:pt x="0" y="104"/>
                    </a:cubicBezTo>
                    <a:cubicBezTo>
                      <a:pt x="0" y="101"/>
                      <a:pt x="1" y="98"/>
                      <a:pt x="1" y="94"/>
                    </a:cubicBezTo>
                    <a:cubicBezTo>
                      <a:pt x="1" y="88"/>
                      <a:pt x="3" y="81"/>
                      <a:pt x="3" y="75"/>
                    </a:cubicBezTo>
                    <a:cubicBezTo>
                      <a:pt x="3" y="72"/>
                      <a:pt x="4" y="69"/>
                      <a:pt x="4" y="66"/>
                    </a:cubicBezTo>
                    <a:cubicBezTo>
                      <a:pt x="4" y="65"/>
                      <a:pt x="4" y="65"/>
                      <a:pt x="4" y="65"/>
                    </a:cubicBezTo>
                    <a:cubicBezTo>
                      <a:pt x="5" y="57"/>
                      <a:pt x="5" y="49"/>
                      <a:pt x="6" y="40"/>
                    </a:cubicBezTo>
                    <a:cubicBezTo>
                      <a:pt x="7" y="30"/>
                      <a:pt x="8" y="19"/>
                      <a:pt x="8" y="9"/>
                    </a:cubicBezTo>
                    <a:cubicBezTo>
                      <a:pt x="9" y="4"/>
                      <a:pt x="12" y="0"/>
                      <a:pt x="18" y="1"/>
                    </a:cubicBezTo>
                    <a:cubicBezTo>
                      <a:pt x="22" y="1"/>
                      <a:pt x="26" y="5"/>
                      <a:pt x="26" y="10"/>
                    </a:cubicBezTo>
                    <a:cubicBezTo>
                      <a:pt x="24" y="35"/>
                      <a:pt x="22" y="61"/>
                      <a:pt x="20" y="87"/>
                    </a:cubicBezTo>
                    <a:cubicBezTo>
                      <a:pt x="20" y="86"/>
                      <a:pt x="20" y="86"/>
                      <a:pt x="20" y="86"/>
                    </a:cubicBezTo>
                    <a:cubicBezTo>
                      <a:pt x="19" y="94"/>
                      <a:pt x="19" y="101"/>
                      <a:pt x="18" y="109"/>
                    </a:cubicBezTo>
                    <a:cubicBezTo>
                      <a:pt x="18" y="110"/>
                      <a:pt x="19" y="111"/>
                      <a:pt x="19" y="112"/>
                    </a:cubicBezTo>
                    <a:cubicBezTo>
                      <a:pt x="19" y="114"/>
                      <a:pt x="19" y="117"/>
                      <a:pt x="17" y="118"/>
                    </a:cubicBezTo>
                    <a:cubicBezTo>
                      <a:pt x="15" y="121"/>
                      <a:pt x="12" y="123"/>
                      <a:pt x="10" y="123"/>
                    </a:cubicBezTo>
                    <a:cubicBezTo>
                      <a:pt x="8" y="123"/>
                      <a:pt x="6" y="123"/>
                      <a:pt x="4" y="1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7" name="Google Shape;2917;p31"/>
              <p:cNvSpPr/>
              <p:nvPr/>
            </p:nvSpPr>
            <p:spPr>
              <a:xfrm>
                <a:off x="3857040" y="4115160"/>
                <a:ext cx="9360" cy="62280"/>
              </a:xfrm>
              <a:custGeom>
                <a:avLst/>
                <a:gdLst/>
                <a:ahLst/>
                <a:cxnLst/>
                <a:rect l="l" t="t" r="r" b="b"/>
                <a:pathLst>
                  <a:path w="26" h="173" extrusionOk="0">
                    <a:moveTo>
                      <a:pt x="8" y="169"/>
                    </a:moveTo>
                    <a:cubicBezTo>
                      <a:pt x="7" y="167"/>
                      <a:pt x="6" y="165"/>
                      <a:pt x="5" y="162"/>
                    </a:cubicBezTo>
                    <a:cubicBezTo>
                      <a:pt x="5" y="160"/>
                      <a:pt x="5" y="157"/>
                      <a:pt x="5" y="154"/>
                    </a:cubicBezTo>
                    <a:cubicBezTo>
                      <a:pt x="4" y="150"/>
                      <a:pt x="4" y="145"/>
                      <a:pt x="3" y="140"/>
                    </a:cubicBezTo>
                    <a:cubicBezTo>
                      <a:pt x="2" y="130"/>
                      <a:pt x="2" y="120"/>
                      <a:pt x="1" y="111"/>
                    </a:cubicBezTo>
                    <a:cubicBezTo>
                      <a:pt x="0" y="101"/>
                      <a:pt x="0" y="91"/>
                      <a:pt x="0" y="83"/>
                    </a:cubicBezTo>
                    <a:cubicBezTo>
                      <a:pt x="0" y="72"/>
                      <a:pt x="0" y="62"/>
                      <a:pt x="1" y="52"/>
                    </a:cubicBezTo>
                    <a:cubicBezTo>
                      <a:pt x="1" y="38"/>
                      <a:pt x="2" y="23"/>
                      <a:pt x="3" y="8"/>
                    </a:cubicBezTo>
                    <a:cubicBezTo>
                      <a:pt x="3" y="3"/>
                      <a:pt x="7" y="0"/>
                      <a:pt x="12" y="0"/>
                    </a:cubicBezTo>
                    <a:cubicBezTo>
                      <a:pt x="16" y="0"/>
                      <a:pt x="20" y="4"/>
                      <a:pt x="20" y="9"/>
                    </a:cubicBezTo>
                    <a:cubicBezTo>
                      <a:pt x="19" y="22"/>
                      <a:pt x="19" y="35"/>
                      <a:pt x="18" y="48"/>
                    </a:cubicBezTo>
                    <a:cubicBezTo>
                      <a:pt x="18" y="60"/>
                      <a:pt x="18" y="72"/>
                      <a:pt x="18" y="84"/>
                    </a:cubicBezTo>
                    <a:cubicBezTo>
                      <a:pt x="18" y="90"/>
                      <a:pt x="18" y="97"/>
                      <a:pt x="18" y="102"/>
                    </a:cubicBezTo>
                    <a:cubicBezTo>
                      <a:pt x="19" y="109"/>
                      <a:pt x="19" y="115"/>
                      <a:pt x="20" y="121"/>
                    </a:cubicBezTo>
                    <a:cubicBezTo>
                      <a:pt x="21" y="134"/>
                      <a:pt x="22" y="146"/>
                      <a:pt x="24" y="158"/>
                    </a:cubicBezTo>
                    <a:cubicBezTo>
                      <a:pt x="24" y="159"/>
                      <a:pt x="24" y="159"/>
                      <a:pt x="24" y="160"/>
                    </a:cubicBezTo>
                    <a:cubicBezTo>
                      <a:pt x="25" y="162"/>
                      <a:pt x="25" y="165"/>
                      <a:pt x="23" y="168"/>
                    </a:cubicBezTo>
                    <a:cubicBezTo>
                      <a:pt x="22" y="171"/>
                      <a:pt x="19" y="172"/>
                      <a:pt x="15" y="172"/>
                    </a:cubicBezTo>
                    <a:cubicBezTo>
                      <a:pt x="13" y="172"/>
                      <a:pt x="10" y="171"/>
                      <a:pt x="8" y="16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8" name="Google Shape;2918;p31"/>
              <p:cNvSpPr/>
              <p:nvPr/>
            </p:nvSpPr>
            <p:spPr>
              <a:xfrm>
                <a:off x="3846960" y="4072680"/>
                <a:ext cx="21600" cy="47160"/>
              </a:xfrm>
              <a:custGeom>
                <a:avLst/>
                <a:gdLst/>
                <a:ahLst/>
                <a:cxnLst/>
                <a:rect l="l" t="t" r="r" b="b"/>
                <a:pathLst>
                  <a:path w="60" h="131" extrusionOk="0">
                    <a:moveTo>
                      <a:pt x="9" y="130"/>
                    </a:moveTo>
                    <a:cubicBezTo>
                      <a:pt x="3" y="129"/>
                      <a:pt x="0" y="123"/>
                      <a:pt x="1" y="117"/>
                    </a:cubicBezTo>
                    <a:cubicBezTo>
                      <a:pt x="4" y="109"/>
                      <a:pt x="8" y="99"/>
                      <a:pt x="11" y="91"/>
                    </a:cubicBezTo>
                    <a:cubicBezTo>
                      <a:pt x="14" y="81"/>
                      <a:pt x="18" y="72"/>
                      <a:pt x="21" y="63"/>
                    </a:cubicBezTo>
                    <a:cubicBezTo>
                      <a:pt x="24" y="53"/>
                      <a:pt x="28" y="44"/>
                      <a:pt x="31" y="35"/>
                    </a:cubicBezTo>
                    <a:cubicBezTo>
                      <a:pt x="34" y="26"/>
                      <a:pt x="36" y="17"/>
                      <a:pt x="39" y="8"/>
                    </a:cubicBezTo>
                    <a:cubicBezTo>
                      <a:pt x="41" y="3"/>
                      <a:pt x="45" y="0"/>
                      <a:pt x="50" y="1"/>
                    </a:cubicBezTo>
                    <a:cubicBezTo>
                      <a:pt x="54" y="2"/>
                      <a:pt x="59" y="7"/>
                      <a:pt x="57" y="12"/>
                    </a:cubicBezTo>
                    <a:cubicBezTo>
                      <a:pt x="56" y="19"/>
                      <a:pt x="54" y="27"/>
                      <a:pt x="54" y="35"/>
                    </a:cubicBezTo>
                    <a:cubicBezTo>
                      <a:pt x="53" y="42"/>
                      <a:pt x="53" y="48"/>
                      <a:pt x="52" y="54"/>
                    </a:cubicBezTo>
                    <a:cubicBezTo>
                      <a:pt x="52" y="61"/>
                      <a:pt x="52" y="68"/>
                      <a:pt x="52" y="75"/>
                    </a:cubicBezTo>
                    <a:cubicBezTo>
                      <a:pt x="53" y="83"/>
                      <a:pt x="53" y="91"/>
                      <a:pt x="54" y="99"/>
                    </a:cubicBezTo>
                    <a:cubicBezTo>
                      <a:pt x="54" y="99"/>
                      <a:pt x="54" y="100"/>
                      <a:pt x="55" y="101"/>
                    </a:cubicBezTo>
                    <a:cubicBezTo>
                      <a:pt x="55" y="103"/>
                      <a:pt x="55" y="106"/>
                      <a:pt x="53" y="108"/>
                    </a:cubicBezTo>
                    <a:cubicBezTo>
                      <a:pt x="52" y="110"/>
                      <a:pt x="50" y="111"/>
                      <a:pt x="47" y="112"/>
                    </a:cubicBezTo>
                    <a:cubicBezTo>
                      <a:pt x="42" y="113"/>
                      <a:pt x="37" y="109"/>
                      <a:pt x="36" y="104"/>
                    </a:cubicBezTo>
                    <a:cubicBezTo>
                      <a:pt x="35" y="96"/>
                      <a:pt x="35" y="87"/>
                      <a:pt x="34" y="79"/>
                    </a:cubicBezTo>
                    <a:cubicBezTo>
                      <a:pt x="32" y="84"/>
                      <a:pt x="31" y="89"/>
                      <a:pt x="29" y="95"/>
                    </a:cubicBezTo>
                    <a:cubicBezTo>
                      <a:pt x="26" y="103"/>
                      <a:pt x="22" y="112"/>
                      <a:pt x="20" y="121"/>
                    </a:cubicBezTo>
                    <a:lnTo>
                      <a:pt x="20" y="122"/>
                    </a:lnTo>
                    <a:cubicBezTo>
                      <a:pt x="19" y="127"/>
                      <a:pt x="15" y="130"/>
                      <a:pt x="10" y="130"/>
                    </a:cubicBezTo>
                    <a:lnTo>
                      <a:pt x="9" y="13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9" name="Google Shape;2919;p31"/>
              <p:cNvSpPr/>
              <p:nvPr/>
            </p:nvSpPr>
            <p:spPr>
              <a:xfrm>
                <a:off x="3885840" y="4080600"/>
                <a:ext cx="28080" cy="96480"/>
              </a:xfrm>
              <a:custGeom>
                <a:avLst/>
                <a:gdLst/>
                <a:ahLst/>
                <a:cxnLst/>
                <a:rect l="l" t="t" r="r" b="b"/>
                <a:pathLst>
                  <a:path w="78" h="268" extrusionOk="0">
                    <a:moveTo>
                      <a:pt x="52" y="99"/>
                    </a:moveTo>
                    <a:cubicBezTo>
                      <a:pt x="51" y="103"/>
                      <a:pt x="49" y="106"/>
                      <a:pt x="47" y="110"/>
                    </a:cubicBezTo>
                    <a:cubicBezTo>
                      <a:pt x="47" y="112"/>
                      <a:pt x="45" y="113"/>
                      <a:pt x="45" y="115"/>
                    </a:cubicBezTo>
                    <a:cubicBezTo>
                      <a:pt x="47" y="113"/>
                      <a:pt x="49" y="113"/>
                      <a:pt x="52" y="113"/>
                    </a:cubicBezTo>
                    <a:cubicBezTo>
                      <a:pt x="52" y="108"/>
                      <a:pt x="52" y="103"/>
                      <a:pt x="53" y="98"/>
                    </a:cubicBezTo>
                    <a:cubicBezTo>
                      <a:pt x="52" y="98"/>
                      <a:pt x="52" y="99"/>
                      <a:pt x="52" y="99"/>
                    </a:cubicBezTo>
                    <a:moveTo>
                      <a:pt x="34" y="249"/>
                    </a:moveTo>
                    <a:cubicBezTo>
                      <a:pt x="34" y="248"/>
                      <a:pt x="34" y="248"/>
                      <a:pt x="34" y="248"/>
                    </a:cubicBezTo>
                    <a:lnTo>
                      <a:pt x="35" y="248"/>
                    </a:lnTo>
                    <a:lnTo>
                      <a:pt x="35" y="247"/>
                    </a:lnTo>
                    <a:cubicBezTo>
                      <a:pt x="35" y="246"/>
                      <a:pt x="35" y="246"/>
                      <a:pt x="36" y="246"/>
                    </a:cubicBezTo>
                    <a:cubicBezTo>
                      <a:pt x="37" y="242"/>
                      <a:pt x="38" y="239"/>
                      <a:pt x="39" y="235"/>
                    </a:cubicBezTo>
                    <a:lnTo>
                      <a:pt x="39" y="234"/>
                    </a:lnTo>
                    <a:cubicBezTo>
                      <a:pt x="39" y="235"/>
                      <a:pt x="39" y="235"/>
                      <a:pt x="39" y="235"/>
                    </a:cubicBezTo>
                    <a:cubicBezTo>
                      <a:pt x="39" y="234"/>
                      <a:pt x="39" y="234"/>
                      <a:pt x="39" y="233"/>
                    </a:cubicBezTo>
                    <a:cubicBezTo>
                      <a:pt x="41" y="225"/>
                      <a:pt x="42" y="216"/>
                      <a:pt x="44" y="207"/>
                    </a:cubicBezTo>
                    <a:cubicBezTo>
                      <a:pt x="45" y="199"/>
                      <a:pt x="47" y="190"/>
                      <a:pt x="47" y="182"/>
                    </a:cubicBezTo>
                    <a:cubicBezTo>
                      <a:pt x="48" y="173"/>
                      <a:pt x="49" y="163"/>
                      <a:pt x="50" y="154"/>
                    </a:cubicBezTo>
                    <a:cubicBezTo>
                      <a:pt x="50" y="148"/>
                      <a:pt x="51" y="142"/>
                      <a:pt x="51" y="136"/>
                    </a:cubicBezTo>
                    <a:cubicBezTo>
                      <a:pt x="45" y="144"/>
                      <a:pt x="40" y="153"/>
                      <a:pt x="35" y="162"/>
                    </a:cubicBezTo>
                    <a:cubicBezTo>
                      <a:pt x="35" y="161"/>
                      <a:pt x="35" y="161"/>
                      <a:pt x="35" y="161"/>
                    </a:cubicBezTo>
                    <a:cubicBezTo>
                      <a:pt x="31" y="168"/>
                      <a:pt x="28" y="175"/>
                      <a:pt x="26" y="182"/>
                    </a:cubicBezTo>
                    <a:cubicBezTo>
                      <a:pt x="24" y="187"/>
                      <a:pt x="22" y="192"/>
                      <a:pt x="21" y="197"/>
                    </a:cubicBezTo>
                    <a:lnTo>
                      <a:pt x="21" y="198"/>
                    </a:lnTo>
                    <a:cubicBezTo>
                      <a:pt x="21" y="197"/>
                      <a:pt x="21" y="197"/>
                      <a:pt x="21" y="197"/>
                    </a:cubicBezTo>
                    <a:cubicBezTo>
                      <a:pt x="20" y="201"/>
                      <a:pt x="19" y="205"/>
                      <a:pt x="19" y="208"/>
                    </a:cubicBezTo>
                    <a:cubicBezTo>
                      <a:pt x="19" y="212"/>
                      <a:pt x="19" y="215"/>
                      <a:pt x="19" y="219"/>
                    </a:cubicBezTo>
                    <a:cubicBezTo>
                      <a:pt x="19" y="222"/>
                      <a:pt x="19" y="224"/>
                      <a:pt x="19" y="227"/>
                    </a:cubicBezTo>
                    <a:cubicBezTo>
                      <a:pt x="20" y="229"/>
                      <a:pt x="20" y="231"/>
                      <a:pt x="20" y="233"/>
                    </a:cubicBezTo>
                    <a:cubicBezTo>
                      <a:pt x="21" y="235"/>
                      <a:pt x="21" y="236"/>
                      <a:pt x="22" y="237"/>
                    </a:cubicBezTo>
                    <a:cubicBezTo>
                      <a:pt x="23" y="239"/>
                      <a:pt x="23" y="239"/>
                      <a:pt x="24" y="240"/>
                    </a:cubicBezTo>
                    <a:cubicBezTo>
                      <a:pt x="25" y="242"/>
                      <a:pt x="27" y="243"/>
                      <a:pt x="28" y="245"/>
                    </a:cubicBezTo>
                    <a:cubicBezTo>
                      <a:pt x="28" y="246"/>
                      <a:pt x="29" y="246"/>
                      <a:pt x="30" y="246"/>
                    </a:cubicBezTo>
                    <a:cubicBezTo>
                      <a:pt x="30" y="247"/>
                      <a:pt x="31" y="247"/>
                      <a:pt x="32" y="248"/>
                    </a:cubicBezTo>
                    <a:lnTo>
                      <a:pt x="33" y="248"/>
                    </a:lnTo>
                    <a:lnTo>
                      <a:pt x="33" y="249"/>
                    </a:lnTo>
                    <a:lnTo>
                      <a:pt x="34" y="249"/>
                    </a:lnTo>
                    <a:moveTo>
                      <a:pt x="28" y="266"/>
                    </a:moveTo>
                    <a:cubicBezTo>
                      <a:pt x="21" y="264"/>
                      <a:pt x="17" y="260"/>
                      <a:pt x="13" y="256"/>
                    </a:cubicBezTo>
                    <a:cubicBezTo>
                      <a:pt x="11" y="253"/>
                      <a:pt x="9" y="251"/>
                      <a:pt x="8" y="249"/>
                    </a:cubicBezTo>
                    <a:cubicBezTo>
                      <a:pt x="6" y="247"/>
                      <a:pt x="5" y="244"/>
                      <a:pt x="5" y="242"/>
                    </a:cubicBezTo>
                    <a:cubicBezTo>
                      <a:pt x="2" y="235"/>
                      <a:pt x="1" y="228"/>
                      <a:pt x="1" y="222"/>
                    </a:cubicBezTo>
                    <a:cubicBezTo>
                      <a:pt x="0" y="197"/>
                      <a:pt x="9" y="172"/>
                      <a:pt x="21" y="151"/>
                    </a:cubicBezTo>
                    <a:cubicBezTo>
                      <a:pt x="26" y="141"/>
                      <a:pt x="32" y="133"/>
                      <a:pt x="38" y="124"/>
                    </a:cubicBezTo>
                    <a:cubicBezTo>
                      <a:pt x="37" y="124"/>
                      <a:pt x="37" y="125"/>
                      <a:pt x="36" y="126"/>
                    </a:cubicBezTo>
                    <a:cubicBezTo>
                      <a:pt x="33" y="129"/>
                      <a:pt x="27" y="131"/>
                      <a:pt x="22" y="130"/>
                    </a:cubicBezTo>
                    <a:cubicBezTo>
                      <a:pt x="20" y="129"/>
                      <a:pt x="18" y="128"/>
                      <a:pt x="16" y="126"/>
                    </a:cubicBezTo>
                    <a:cubicBezTo>
                      <a:pt x="14" y="124"/>
                      <a:pt x="13" y="122"/>
                      <a:pt x="13" y="119"/>
                    </a:cubicBezTo>
                    <a:cubicBezTo>
                      <a:pt x="12" y="114"/>
                      <a:pt x="11" y="109"/>
                      <a:pt x="10" y="103"/>
                    </a:cubicBezTo>
                    <a:cubicBezTo>
                      <a:pt x="9" y="95"/>
                      <a:pt x="9" y="85"/>
                      <a:pt x="9" y="77"/>
                    </a:cubicBezTo>
                    <a:cubicBezTo>
                      <a:pt x="9" y="66"/>
                      <a:pt x="9" y="55"/>
                      <a:pt x="9" y="45"/>
                    </a:cubicBezTo>
                    <a:cubicBezTo>
                      <a:pt x="9" y="40"/>
                      <a:pt x="9" y="35"/>
                      <a:pt x="9" y="31"/>
                    </a:cubicBezTo>
                    <a:cubicBezTo>
                      <a:pt x="10" y="22"/>
                      <a:pt x="10" y="14"/>
                      <a:pt x="13" y="6"/>
                    </a:cubicBezTo>
                    <a:cubicBezTo>
                      <a:pt x="15" y="1"/>
                      <a:pt x="21" y="0"/>
                      <a:pt x="26" y="1"/>
                    </a:cubicBezTo>
                    <a:cubicBezTo>
                      <a:pt x="30" y="4"/>
                      <a:pt x="33" y="10"/>
                      <a:pt x="30" y="14"/>
                    </a:cubicBezTo>
                    <a:cubicBezTo>
                      <a:pt x="30" y="15"/>
                      <a:pt x="30" y="15"/>
                      <a:pt x="30" y="16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8" y="20"/>
                      <a:pt x="28" y="21"/>
                      <a:pt x="28" y="24"/>
                    </a:cubicBezTo>
                    <a:cubicBezTo>
                      <a:pt x="28" y="23"/>
                      <a:pt x="28" y="23"/>
                      <a:pt x="28" y="22"/>
                    </a:cubicBezTo>
                    <a:cubicBezTo>
                      <a:pt x="27" y="29"/>
                      <a:pt x="27" y="36"/>
                      <a:pt x="27" y="43"/>
                    </a:cubicBezTo>
                    <a:cubicBezTo>
                      <a:pt x="27" y="51"/>
                      <a:pt x="27" y="59"/>
                      <a:pt x="27" y="66"/>
                    </a:cubicBezTo>
                    <a:cubicBezTo>
                      <a:pt x="27" y="79"/>
                      <a:pt x="27" y="92"/>
                      <a:pt x="29" y="105"/>
                    </a:cubicBezTo>
                    <a:cubicBezTo>
                      <a:pt x="29" y="105"/>
                      <a:pt x="29" y="104"/>
                      <a:pt x="29" y="103"/>
                    </a:cubicBezTo>
                    <a:cubicBezTo>
                      <a:pt x="29" y="104"/>
                      <a:pt x="29" y="105"/>
                      <a:pt x="30" y="105"/>
                    </a:cubicBezTo>
                    <a:cubicBezTo>
                      <a:pt x="30" y="103"/>
                      <a:pt x="30" y="103"/>
                      <a:pt x="31" y="102"/>
                    </a:cubicBezTo>
                    <a:cubicBezTo>
                      <a:pt x="35" y="93"/>
                      <a:pt x="40" y="84"/>
                      <a:pt x="43" y="75"/>
                    </a:cubicBezTo>
                    <a:cubicBezTo>
                      <a:pt x="48" y="62"/>
                      <a:pt x="52" y="49"/>
                      <a:pt x="55" y="35"/>
                    </a:cubicBezTo>
                    <a:lnTo>
                      <a:pt x="55" y="36"/>
                    </a:lnTo>
                    <a:cubicBezTo>
                      <a:pt x="55" y="35"/>
                      <a:pt x="55" y="35"/>
                      <a:pt x="55" y="35"/>
                    </a:cubicBezTo>
                    <a:cubicBezTo>
                      <a:pt x="56" y="33"/>
                      <a:pt x="56" y="32"/>
                      <a:pt x="56" y="30"/>
                    </a:cubicBezTo>
                    <a:cubicBezTo>
                      <a:pt x="57" y="28"/>
                      <a:pt x="57" y="26"/>
                      <a:pt x="58" y="24"/>
                    </a:cubicBezTo>
                    <a:cubicBezTo>
                      <a:pt x="59" y="20"/>
                      <a:pt x="63" y="17"/>
                      <a:pt x="68" y="18"/>
                    </a:cubicBezTo>
                    <a:cubicBezTo>
                      <a:pt x="73" y="19"/>
                      <a:pt x="77" y="24"/>
                      <a:pt x="76" y="29"/>
                    </a:cubicBezTo>
                    <a:cubicBezTo>
                      <a:pt x="76" y="29"/>
                      <a:pt x="76" y="30"/>
                      <a:pt x="76" y="31"/>
                    </a:cubicBezTo>
                    <a:cubicBezTo>
                      <a:pt x="75" y="34"/>
                      <a:pt x="75" y="35"/>
                      <a:pt x="75" y="38"/>
                    </a:cubicBezTo>
                    <a:lnTo>
                      <a:pt x="75" y="37"/>
                    </a:lnTo>
                    <a:lnTo>
                      <a:pt x="75" y="38"/>
                    </a:lnTo>
                    <a:lnTo>
                      <a:pt x="75" y="37"/>
                    </a:lnTo>
                    <a:lnTo>
                      <a:pt x="75" y="36"/>
                    </a:lnTo>
                    <a:cubicBezTo>
                      <a:pt x="75" y="37"/>
                      <a:pt x="75" y="38"/>
                      <a:pt x="75" y="38"/>
                    </a:cubicBezTo>
                    <a:lnTo>
                      <a:pt x="75" y="39"/>
                    </a:lnTo>
                    <a:cubicBezTo>
                      <a:pt x="75" y="39"/>
                      <a:pt x="74" y="40"/>
                      <a:pt x="74" y="41"/>
                    </a:cubicBezTo>
                    <a:lnTo>
                      <a:pt x="74" y="40"/>
                    </a:lnTo>
                    <a:cubicBezTo>
                      <a:pt x="74" y="43"/>
                      <a:pt x="74" y="45"/>
                      <a:pt x="73" y="48"/>
                    </a:cubicBezTo>
                    <a:cubicBezTo>
                      <a:pt x="73" y="48"/>
                      <a:pt x="73" y="47"/>
                      <a:pt x="73" y="46"/>
                    </a:cubicBezTo>
                    <a:cubicBezTo>
                      <a:pt x="72" y="66"/>
                      <a:pt x="70" y="86"/>
                      <a:pt x="70" y="105"/>
                    </a:cubicBezTo>
                    <a:cubicBezTo>
                      <a:pt x="69" y="126"/>
                      <a:pt x="68" y="146"/>
                      <a:pt x="66" y="166"/>
                    </a:cubicBezTo>
                    <a:cubicBezTo>
                      <a:pt x="65" y="185"/>
                      <a:pt x="62" y="205"/>
                      <a:pt x="59" y="224"/>
                    </a:cubicBezTo>
                    <a:cubicBezTo>
                      <a:pt x="58" y="229"/>
                      <a:pt x="58" y="234"/>
                      <a:pt x="56" y="239"/>
                    </a:cubicBezTo>
                    <a:cubicBezTo>
                      <a:pt x="55" y="249"/>
                      <a:pt x="52" y="260"/>
                      <a:pt x="43" y="265"/>
                    </a:cubicBezTo>
                    <a:cubicBezTo>
                      <a:pt x="40" y="266"/>
                      <a:pt x="37" y="267"/>
                      <a:pt x="34" y="267"/>
                    </a:cubicBezTo>
                    <a:cubicBezTo>
                      <a:pt x="31" y="267"/>
                      <a:pt x="30" y="267"/>
                      <a:pt x="28" y="2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0" name="Google Shape;2920;p31"/>
              <p:cNvSpPr/>
              <p:nvPr/>
            </p:nvSpPr>
            <p:spPr>
              <a:xfrm>
                <a:off x="3934800" y="4078080"/>
                <a:ext cx="24840" cy="31680"/>
              </a:xfrm>
              <a:custGeom>
                <a:avLst/>
                <a:gdLst/>
                <a:ahLst/>
                <a:cxnLst/>
                <a:rect l="l" t="t" r="r" b="b"/>
                <a:pathLst>
                  <a:path w="69" h="88" extrusionOk="0">
                    <a:moveTo>
                      <a:pt x="8" y="80"/>
                    </a:moveTo>
                    <a:cubicBezTo>
                      <a:pt x="4" y="74"/>
                      <a:pt x="7" y="66"/>
                      <a:pt x="10" y="60"/>
                    </a:cubicBezTo>
                    <a:lnTo>
                      <a:pt x="10" y="59"/>
                    </a:lnTo>
                    <a:cubicBezTo>
                      <a:pt x="12" y="54"/>
                      <a:pt x="14" y="49"/>
                      <a:pt x="15" y="43"/>
                    </a:cubicBezTo>
                    <a:cubicBezTo>
                      <a:pt x="11" y="42"/>
                      <a:pt x="6" y="40"/>
                      <a:pt x="4" y="35"/>
                    </a:cubicBezTo>
                    <a:cubicBezTo>
                      <a:pt x="0" y="28"/>
                      <a:pt x="3" y="20"/>
                      <a:pt x="7" y="13"/>
                    </a:cubicBezTo>
                    <a:cubicBezTo>
                      <a:pt x="8" y="10"/>
                      <a:pt x="11" y="7"/>
                      <a:pt x="14" y="5"/>
                    </a:cubicBezTo>
                    <a:cubicBezTo>
                      <a:pt x="17" y="3"/>
                      <a:pt x="20" y="1"/>
                      <a:pt x="24" y="0"/>
                    </a:cubicBezTo>
                    <a:cubicBezTo>
                      <a:pt x="28" y="0"/>
                      <a:pt x="32" y="2"/>
                      <a:pt x="35" y="4"/>
                    </a:cubicBezTo>
                    <a:cubicBezTo>
                      <a:pt x="38" y="8"/>
                      <a:pt x="39" y="12"/>
                      <a:pt x="39" y="16"/>
                    </a:cubicBezTo>
                    <a:cubicBezTo>
                      <a:pt x="40" y="24"/>
                      <a:pt x="38" y="31"/>
                      <a:pt x="36" y="39"/>
                    </a:cubicBezTo>
                    <a:cubicBezTo>
                      <a:pt x="35" y="43"/>
                      <a:pt x="33" y="46"/>
                      <a:pt x="32" y="50"/>
                    </a:cubicBezTo>
                    <a:cubicBezTo>
                      <a:pt x="31" y="54"/>
                      <a:pt x="30" y="57"/>
                      <a:pt x="29" y="61"/>
                    </a:cubicBezTo>
                    <a:cubicBezTo>
                      <a:pt x="28" y="63"/>
                      <a:pt x="28" y="64"/>
                      <a:pt x="27" y="66"/>
                    </a:cubicBezTo>
                    <a:cubicBezTo>
                      <a:pt x="28" y="66"/>
                      <a:pt x="30" y="65"/>
                      <a:pt x="31" y="64"/>
                    </a:cubicBezTo>
                    <a:cubicBezTo>
                      <a:pt x="34" y="63"/>
                      <a:pt x="37" y="62"/>
                      <a:pt x="40" y="60"/>
                    </a:cubicBezTo>
                    <a:cubicBezTo>
                      <a:pt x="43" y="59"/>
                      <a:pt x="46" y="57"/>
                      <a:pt x="49" y="55"/>
                    </a:cubicBezTo>
                    <a:cubicBezTo>
                      <a:pt x="50" y="55"/>
                      <a:pt x="52" y="53"/>
                      <a:pt x="53" y="52"/>
                    </a:cubicBezTo>
                    <a:cubicBezTo>
                      <a:pt x="58" y="50"/>
                      <a:pt x="63" y="50"/>
                      <a:pt x="66" y="55"/>
                    </a:cubicBezTo>
                    <a:cubicBezTo>
                      <a:pt x="68" y="59"/>
                      <a:pt x="68" y="64"/>
                      <a:pt x="64" y="67"/>
                    </a:cubicBezTo>
                    <a:cubicBezTo>
                      <a:pt x="54" y="73"/>
                      <a:pt x="45" y="79"/>
                      <a:pt x="34" y="83"/>
                    </a:cubicBezTo>
                    <a:cubicBezTo>
                      <a:pt x="30" y="85"/>
                      <a:pt x="25" y="87"/>
                      <a:pt x="21" y="87"/>
                    </a:cubicBezTo>
                    <a:cubicBezTo>
                      <a:pt x="15" y="87"/>
                      <a:pt x="11" y="85"/>
                      <a:pt x="8" y="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1" name="Google Shape;2921;p31"/>
              <p:cNvSpPr/>
              <p:nvPr/>
            </p:nvSpPr>
            <p:spPr>
              <a:xfrm>
                <a:off x="3223080" y="4553640"/>
                <a:ext cx="16920" cy="24840"/>
              </a:xfrm>
              <a:custGeom>
                <a:avLst/>
                <a:gdLst/>
                <a:ahLst/>
                <a:cxnLst/>
                <a:rect l="l" t="t" r="r" b="b"/>
                <a:pathLst>
                  <a:path w="47" h="69" extrusionOk="0">
                    <a:moveTo>
                      <a:pt x="29" y="65"/>
                    </a:moveTo>
                    <a:cubicBezTo>
                      <a:pt x="20" y="56"/>
                      <a:pt x="11" y="45"/>
                      <a:pt x="4" y="34"/>
                    </a:cubicBezTo>
                    <a:cubicBezTo>
                      <a:pt x="3" y="31"/>
                      <a:pt x="2" y="29"/>
                      <a:pt x="1" y="26"/>
                    </a:cubicBezTo>
                    <a:cubicBezTo>
                      <a:pt x="0" y="23"/>
                      <a:pt x="0" y="21"/>
                      <a:pt x="0" y="18"/>
                    </a:cubicBezTo>
                    <a:cubicBezTo>
                      <a:pt x="0" y="12"/>
                      <a:pt x="2" y="7"/>
                      <a:pt x="6" y="4"/>
                    </a:cubicBezTo>
                    <a:cubicBezTo>
                      <a:pt x="11" y="0"/>
                      <a:pt x="18" y="3"/>
                      <a:pt x="23" y="6"/>
                    </a:cubicBezTo>
                    <a:cubicBezTo>
                      <a:pt x="27" y="8"/>
                      <a:pt x="28" y="15"/>
                      <a:pt x="26" y="19"/>
                    </a:cubicBezTo>
                    <a:cubicBezTo>
                      <a:pt x="24" y="21"/>
                      <a:pt x="22" y="23"/>
                      <a:pt x="20" y="23"/>
                    </a:cubicBezTo>
                    <a:cubicBezTo>
                      <a:pt x="20" y="25"/>
                      <a:pt x="21" y="25"/>
                      <a:pt x="21" y="26"/>
                    </a:cubicBezTo>
                    <a:cubicBezTo>
                      <a:pt x="24" y="31"/>
                      <a:pt x="28" y="36"/>
                      <a:pt x="31" y="40"/>
                    </a:cubicBezTo>
                    <a:cubicBezTo>
                      <a:pt x="31" y="40"/>
                      <a:pt x="31" y="39"/>
                      <a:pt x="30" y="39"/>
                    </a:cubicBezTo>
                    <a:cubicBezTo>
                      <a:pt x="34" y="44"/>
                      <a:pt x="38" y="49"/>
                      <a:pt x="43" y="53"/>
                    </a:cubicBezTo>
                    <a:cubicBezTo>
                      <a:pt x="46" y="56"/>
                      <a:pt x="46" y="62"/>
                      <a:pt x="42" y="65"/>
                    </a:cubicBezTo>
                    <a:cubicBezTo>
                      <a:pt x="41" y="67"/>
                      <a:pt x="38" y="68"/>
                      <a:pt x="36" y="68"/>
                    </a:cubicBezTo>
                    <a:cubicBezTo>
                      <a:pt x="34" y="68"/>
                      <a:pt x="32" y="67"/>
                      <a:pt x="29" y="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2" name="Google Shape;2922;p31"/>
              <p:cNvSpPr/>
              <p:nvPr/>
            </p:nvSpPr>
            <p:spPr>
              <a:xfrm>
                <a:off x="3265920" y="4587840"/>
                <a:ext cx="29880" cy="212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59" extrusionOk="0">
                    <a:moveTo>
                      <a:pt x="67" y="57"/>
                    </a:moveTo>
                    <a:cubicBezTo>
                      <a:pt x="55" y="50"/>
                      <a:pt x="43" y="44"/>
                      <a:pt x="32" y="37"/>
                    </a:cubicBezTo>
                    <a:cubicBezTo>
                      <a:pt x="26" y="33"/>
                      <a:pt x="22" y="30"/>
                      <a:pt x="17" y="26"/>
                    </a:cubicBezTo>
                    <a:cubicBezTo>
                      <a:pt x="12" y="23"/>
                      <a:pt x="7" y="19"/>
                      <a:pt x="3" y="16"/>
                    </a:cubicBezTo>
                    <a:cubicBezTo>
                      <a:pt x="0" y="12"/>
                      <a:pt x="0" y="5"/>
                      <a:pt x="4" y="2"/>
                    </a:cubicBezTo>
                    <a:cubicBezTo>
                      <a:pt x="5" y="1"/>
                      <a:pt x="8" y="0"/>
                      <a:pt x="11" y="0"/>
                    </a:cubicBezTo>
                    <a:cubicBezTo>
                      <a:pt x="14" y="0"/>
                      <a:pt x="16" y="1"/>
                      <a:pt x="18" y="4"/>
                    </a:cubicBezTo>
                    <a:lnTo>
                      <a:pt x="19" y="5"/>
                    </a:lnTo>
                    <a:cubicBezTo>
                      <a:pt x="23" y="8"/>
                      <a:pt x="28" y="12"/>
                      <a:pt x="32" y="15"/>
                    </a:cubicBezTo>
                    <a:cubicBezTo>
                      <a:pt x="46" y="25"/>
                      <a:pt x="61" y="33"/>
                      <a:pt x="77" y="42"/>
                    </a:cubicBezTo>
                    <a:cubicBezTo>
                      <a:pt x="81" y="44"/>
                      <a:pt x="82" y="50"/>
                      <a:pt x="79" y="54"/>
                    </a:cubicBezTo>
                    <a:cubicBezTo>
                      <a:pt x="78" y="57"/>
                      <a:pt x="75" y="58"/>
                      <a:pt x="72" y="58"/>
                    </a:cubicBezTo>
                    <a:cubicBezTo>
                      <a:pt x="70" y="58"/>
                      <a:pt x="68" y="58"/>
                      <a:pt x="67" y="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3" name="Google Shape;2923;p31"/>
              <p:cNvSpPr/>
              <p:nvPr/>
            </p:nvSpPr>
            <p:spPr>
              <a:xfrm>
                <a:off x="3329280" y="4628520"/>
                <a:ext cx="37080" cy="1584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44" extrusionOk="0">
                    <a:moveTo>
                      <a:pt x="91" y="43"/>
                    </a:moveTo>
                    <a:cubicBezTo>
                      <a:pt x="76" y="40"/>
                      <a:pt x="60" y="37"/>
                      <a:pt x="45" y="33"/>
                    </a:cubicBezTo>
                    <a:cubicBezTo>
                      <a:pt x="38" y="32"/>
                      <a:pt x="32" y="29"/>
                      <a:pt x="25" y="27"/>
                    </a:cubicBezTo>
                    <a:cubicBezTo>
                      <a:pt x="19" y="25"/>
                      <a:pt x="13" y="22"/>
                      <a:pt x="7" y="19"/>
                    </a:cubicBezTo>
                    <a:cubicBezTo>
                      <a:pt x="3" y="16"/>
                      <a:pt x="0" y="11"/>
                      <a:pt x="3" y="5"/>
                    </a:cubicBezTo>
                    <a:cubicBezTo>
                      <a:pt x="6" y="1"/>
                      <a:pt x="13" y="0"/>
                      <a:pt x="17" y="3"/>
                    </a:cubicBezTo>
                    <a:cubicBezTo>
                      <a:pt x="22" y="5"/>
                      <a:pt x="26" y="7"/>
                      <a:pt x="31" y="9"/>
                    </a:cubicBezTo>
                    <a:cubicBezTo>
                      <a:pt x="35" y="11"/>
                      <a:pt x="39" y="12"/>
                      <a:pt x="44" y="14"/>
                    </a:cubicBezTo>
                    <a:cubicBezTo>
                      <a:pt x="49" y="15"/>
                      <a:pt x="55" y="16"/>
                      <a:pt x="59" y="18"/>
                    </a:cubicBezTo>
                    <a:cubicBezTo>
                      <a:pt x="71" y="21"/>
                      <a:pt x="82" y="23"/>
                      <a:pt x="94" y="25"/>
                    </a:cubicBezTo>
                    <a:cubicBezTo>
                      <a:pt x="98" y="26"/>
                      <a:pt x="102" y="30"/>
                      <a:pt x="101" y="35"/>
                    </a:cubicBezTo>
                    <a:cubicBezTo>
                      <a:pt x="100" y="40"/>
                      <a:pt x="96" y="43"/>
                      <a:pt x="92" y="43"/>
                    </a:cubicBezTo>
                    <a:lnTo>
                      <a:pt x="91" y="4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4" name="Google Shape;2924;p31"/>
              <p:cNvSpPr/>
              <p:nvPr/>
            </p:nvSpPr>
            <p:spPr>
              <a:xfrm>
                <a:off x="3410640" y="4617720"/>
                <a:ext cx="51120" cy="23040"/>
              </a:xfrm>
              <a:custGeom>
                <a:avLst/>
                <a:gdLst/>
                <a:ahLst/>
                <a:cxnLst/>
                <a:rect l="l" t="t" r="r" b="b"/>
                <a:pathLst>
                  <a:path w="142" h="64" extrusionOk="0">
                    <a:moveTo>
                      <a:pt x="14" y="63"/>
                    </a:moveTo>
                    <a:cubicBezTo>
                      <a:pt x="13" y="63"/>
                      <a:pt x="11" y="63"/>
                      <a:pt x="9" y="63"/>
                    </a:cubicBezTo>
                    <a:cubicBezTo>
                      <a:pt x="4" y="63"/>
                      <a:pt x="0" y="58"/>
                      <a:pt x="0" y="53"/>
                    </a:cubicBezTo>
                    <a:cubicBezTo>
                      <a:pt x="0" y="48"/>
                      <a:pt x="5" y="44"/>
                      <a:pt x="10" y="44"/>
                    </a:cubicBezTo>
                    <a:cubicBezTo>
                      <a:pt x="18" y="45"/>
                      <a:pt x="25" y="45"/>
                      <a:pt x="32" y="45"/>
                    </a:cubicBezTo>
                    <a:cubicBezTo>
                      <a:pt x="34" y="45"/>
                      <a:pt x="36" y="45"/>
                      <a:pt x="38" y="44"/>
                    </a:cubicBezTo>
                    <a:cubicBezTo>
                      <a:pt x="43" y="44"/>
                      <a:pt x="49" y="42"/>
                      <a:pt x="54" y="41"/>
                    </a:cubicBezTo>
                    <a:cubicBezTo>
                      <a:pt x="57" y="40"/>
                      <a:pt x="60" y="39"/>
                      <a:pt x="63" y="38"/>
                    </a:cubicBezTo>
                    <a:cubicBezTo>
                      <a:pt x="66" y="37"/>
                      <a:pt x="69" y="35"/>
                      <a:pt x="72" y="34"/>
                    </a:cubicBezTo>
                    <a:cubicBezTo>
                      <a:pt x="77" y="31"/>
                      <a:pt x="82" y="29"/>
                      <a:pt x="87" y="26"/>
                    </a:cubicBezTo>
                    <a:cubicBezTo>
                      <a:pt x="92" y="23"/>
                      <a:pt x="97" y="21"/>
                      <a:pt x="102" y="18"/>
                    </a:cubicBezTo>
                    <a:cubicBezTo>
                      <a:pt x="105" y="16"/>
                      <a:pt x="107" y="14"/>
                      <a:pt x="110" y="13"/>
                    </a:cubicBezTo>
                    <a:lnTo>
                      <a:pt x="109" y="13"/>
                    </a:lnTo>
                    <a:cubicBezTo>
                      <a:pt x="115" y="10"/>
                      <a:pt x="120" y="6"/>
                      <a:pt x="126" y="3"/>
                    </a:cubicBezTo>
                    <a:cubicBezTo>
                      <a:pt x="130" y="0"/>
                      <a:pt x="135" y="1"/>
                      <a:pt x="138" y="5"/>
                    </a:cubicBezTo>
                    <a:cubicBezTo>
                      <a:pt x="141" y="9"/>
                      <a:pt x="140" y="14"/>
                      <a:pt x="136" y="17"/>
                    </a:cubicBezTo>
                    <a:cubicBezTo>
                      <a:pt x="127" y="23"/>
                      <a:pt x="118" y="29"/>
                      <a:pt x="109" y="34"/>
                    </a:cubicBezTo>
                    <a:cubicBezTo>
                      <a:pt x="104" y="37"/>
                      <a:pt x="99" y="40"/>
                      <a:pt x="95" y="42"/>
                    </a:cubicBezTo>
                    <a:cubicBezTo>
                      <a:pt x="90" y="45"/>
                      <a:pt x="85" y="47"/>
                      <a:pt x="81" y="49"/>
                    </a:cubicBezTo>
                    <a:cubicBezTo>
                      <a:pt x="72" y="53"/>
                      <a:pt x="63" y="57"/>
                      <a:pt x="53" y="59"/>
                    </a:cubicBezTo>
                    <a:cubicBezTo>
                      <a:pt x="49" y="60"/>
                      <a:pt x="45" y="62"/>
                      <a:pt x="42" y="62"/>
                    </a:cubicBezTo>
                    <a:cubicBezTo>
                      <a:pt x="37" y="63"/>
                      <a:pt x="33" y="63"/>
                      <a:pt x="29" y="63"/>
                    </a:cubicBezTo>
                    <a:cubicBezTo>
                      <a:pt x="26" y="63"/>
                      <a:pt x="25" y="63"/>
                      <a:pt x="22" y="63"/>
                    </a:cubicBezTo>
                    <a:cubicBezTo>
                      <a:pt x="19" y="63"/>
                      <a:pt x="17" y="63"/>
                      <a:pt x="14" y="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5" name="Google Shape;2925;p31"/>
              <p:cNvSpPr/>
              <p:nvPr/>
            </p:nvSpPr>
            <p:spPr>
              <a:xfrm>
                <a:off x="3494160" y="4562640"/>
                <a:ext cx="43560" cy="3348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93" extrusionOk="0">
                    <a:moveTo>
                      <a:pt x="3" y="88"/>
                    </a:moveTo>
                    <a:cubicBezTo>
                      <a:pt x="0" y="84"/>
                      <a:pt x="1" y="78"/>
                      <a:pt x="5" y="75"/>
                    </a:cubicBezTo>
                    <a:cubicBezTo>
                      <a:pt x="22" y="64"/>
                      <a:pt x="39" y="52"/>
                      <a:pt x="55" y="40"/>
                    </a:cubicBezTo>
                    <a:cubicBezTo>
                      <a:pt x="71" y="28"/>
                      <a:pt x="88" y="15"/>
                      <a:pt x="104" y="3"/>
                    </a:cubicBezTo>
                    <a:cubicBezTo>
                      <a:pt x="108" y="0"/>
                      <a:pt x="114" y="1"/>
                      <a:pt x="117" y="5"/>
                    </a:cubicBezTo>
                    <a:cubicBezTo>
                      <a:pt x="120" y="10"/>
                      <a:pt x="118" y="15"/>
                      <a:pt x="114" y="18"/>
                    </a:cubicBezTo>
                    <a:cubicBezTo>
                      <a:pt x="98" y="30"/>
                      <a:pt x="82" y="43"/>
                      <a:pt x="65" y="55"/>
                    </a:cubicBezTo>
                    <a:cubicBezTo>
                      <a:pt x="49" y="67"/>
                      <a:pt x="33" y="79"/>
                      <a:pt x="16" y="91"/>
                    </a:cubicBezTo>
                    <a:cubicBezTo>
                      <a:pt x="15" y="92"/>
                      <a:pt x="13" y="92"/>
                      <a:pt x="11" y="92"/>
                    </a:cubicBezTo>
                    <a:cubicBezTo>
                      <a:pt x="8" y="92"/>
                      <a:pt x="5" y="91"/>
                      <a:pt x="3" y="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6" name="Google Shape;2926;p31"/>
              <p:cNvSpPr/>
              <p:nvPr/>
            </p:nvSpPr>
            <p:spPr>
              <a:xfrm>
                <a:off x="3557520" y="4492080"/>
                <a:ext cx="41040" cy="4968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38" extrusionOk="0">
                    <a:moveTo>
                      <a:pt x="7" y="136"/>
                    </a:moveTo>
                    <a:cubicBezTo>
                      <a:pt x="2" y="134"/>
                      <a:pt x="0" y="128"/>
                      <a:pt x="2" y="123"/>
                    </a:cubicBezTo>
                    <a:cubicBezTo>
                      <a:pt x="5" y="118"/>
                      <a:pt x="8" y="113"/>
                      <a:pt x="12" y="108"/>
                    </a:cubicBezTo>
                    <a:cubicBezTo>
                      <a:pt x="16" y="103"/>
                      <a:pt x="19" y="98"/>
                      <a:pt x="23" y="94"/>
                    </a:cubicBezTo>
                    <a:cubicBezTo>
                      <a:pt x="26" y="91"/>
                      <a:pt x="28" y="88"/>
                      <a:pt x="30" y="85"/>
                    </a:cubicBezTo>
                    <a:cubicBezTo>
                      <a:pt x="39" y="74"/>
                      <a:pt x="48" y="63"/>
                      <a:pt x="57" y="52"/>
                    </a:cubicBezTo>
                    <a:cubicBezTo>
                      <a:pt x="69" y="38"/>
                      <a:pt x="81" y="24"/>
                      <a:pt x="93" y="9"/>
                    </a:cubicBezTo>
                    <a:cubicBezTo>
                      <a:pt x="94" y="8"/>
                      <a:pt x="95" y="6"/>
                      <a:pt x="96" y="5"/>
                    </a:cubicBezTo>
                    <a:cubicBezTo>
                      <a:pt x="100" y="1"/>
                      <a:pt x="105" y="0"/>
                      <a:pt x="109" y="4"/>
                    </a:cubicBezTo>
                    <a:cubicBezTo>
                      <a:pt x="113" y="7"/>
                      <a:pt x="113" y="13"/>
                      <a:pt x="110" y="17"/>
                    </a:cubicBezTo>
                    <a:cubicBezTo>
                      <a:pt x="99" y="31"/>
                      <a:pt x="86" y="45"/>
                      <a:pt x="75" y="60"/>
                    </a:cubicBezTo>
                    <a:cubicBezTo>
                      <a:pt x="67" y="70"/>
                      <a:pt x="58" y="80"/>
                      <a:pt x="50" y="91"/>
                    </a:cubicBezTo>
                    <a:cubicBezTo>
                      <a:pt x="42" y="100"/>
                      <a:pt x="34" y="110"/>
                      <a:pt x="27" y="120"/>
                    </a:cubicBezTo>
                    <a:cubicBezTo>
                      <a:pt x="25" y="123"/>
                      <a:pt x="22" y="127"/>
                      <a:pt x="19" y="131"/>
                    </a:cubicBezTo>
                    <a:cubicBezTo>
                      <a:pt x="18" y="134"/>
                      <a:pt x="14" y="137"/>
                      <a:pt x="11" y="137"/>
                    </a:cubicBezTo>
                    <a:cubicBezTo>
                      <a:pt x="9" y="137"/>
                      <a:pt x="8" y="137"/>
                      <a:pt x="7" y="1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7" name="Google Shape;2927;p31"/>
              <p:cNvSpPr/>
              <p:nvPr/>
            </p:nvSpPr>
            <p:spPr>
              <a:xfrm>
                <a:off x="3616560" y="4430160"/>
                <a:ext cx="36720" cy="39960"/>
              </a:xfrm>
              <a:custGeom>
                <a:avLst/>
                <a:gdLst/>
                <a:ahLst/>
                <a:cxnLst/>
                <a:rect l="l" t="t" r="r" b="b"/>
                <a:pathLst>
                  <a:path w="102" h="111" extrusionOk="0">
                    <a:moveTo>
                      <a:pt x="6" y="108"/>
                    </a:moveTo>
                    <a:cubicBezTo>
                      <a:pt x="1" y="105"/>
                      <a:pt x="0" y="100"/>
                      <a:pt x="3" y="96"/>
                    </a:cubicBezTo>
                    <a:cubicBezTo>
                      <a:pt x="8" y="87"/>
                      <a:pt x="13" y="79"/>
                      <a:pt x="18" y="71"/>
                    </a:cubicBezTo>
                    <a:cubicBezTo>
                      <a:pt x="24" y="63"/>
                      <a:pt x="30" y="55"/>
                      <a:pt x="36" y="48"/>
                    </a:cubicBezTo>
                    <a:cubicBezTo>
                      <a:pt x="40" y="44"/>
                      <a:pt x="44" y="40"/>
                      <a:pt x="48" y="36"/>
                    </a:cubicBezTo>
                    <a:cubicBezTo>
                      <a:pt x="51" y="32"/>
                      <a:pt x="55" y="29"/>
                      <a:pt x="59" y="25"/>
                    </a:cubicBezTo>
                    <a:cubicBezTo>
                      <a:pt x="66" y="19"/>
                      <a:pt x="74" y="12"/>
                      <a:pt x="81" y="6"/>
                    </a:cubicBezTo>
                    <a:cubicBezTo>
                      <a:pt x="83" y="5"/>
                      <a:pt x="84" y="4"/>
                      <a:pt x="85" y="3"/>
                    </a:cubicBezTo>
                    <a:cubicBezTo>
                      <a:pt x="89" y="0"/>
                      <a:pt x="94" y="0"/>
                      <a:pt x="98" y="3"/>
                    </a:cubicBezTo>
                    <a:cubicBezTo>
                      <a:pt x="101" y="7"/>
                      <a:pt x="101" y="13"/>
                      <a:pt x="97" y="16"/>
                    </a:cubicBezTo>
                    <a:cubicBezTo>
                      <a:pt x="89" y="23"/>
                      <a:pt x="81" y="30"/>
                      <a:pt x="74" y="37"/>
                    </a:cubicBezTo>
                    <a:cubicBezTo>
                      <a:pt x="67" y="42"/>
                      <a:pt x="62" y="47"/>
                      <a:pt x="56" y="53"/>
                    </a:cubicBezTo>
                    <a:cubicBezTo>
                      <a:pt x="53" y="56"/>
                      <a:pt x="51" y="59"/>
                      <a:pt x="48" y="62"/>
                    </a:cubicBezTo>
                    <a:cubicBezTo>
                      <a:pt x="45" y="65"/>
                      <a:pt x="42" y="69"/>
                      <a:pt x="39" y="72"/>
                    </a:cubicBezTo>
                    <a:cubicBezTo>
                      <a:pt x="32" y="83"/>
                      <a:pt x="25" y="94"/>
                      <a:pt x="18" y="105"/>
                    </a:cubicBezTo>
                    <a:cubicBezTo>
                      <a:pt x="17" y="108"/>
                      <a:pt x="14" y="110"/>
                      <a:pt x="10" y="110"/>
                    </a:cubicBezTo>
                    <a:cubicBezTo>
                      <a:pt x="9" y="110"/>
                      <a:pt x="7" y="110"/>
                      <a:pt x="6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8" name="Google Shape;2928;p31"/>
              <p:cNvSpPr/>
              <p:nvPr/>
            </p:nvSpPr>
            <p:spPr>
              <a:xfrm>
                <a:off x="3675960" y="4374000"/>
                <a:ext cx="44280" cy="33480"/>
              </a:xfrm>
              <a:custGeom>
                <a:avLst/>
                <a:gdLst/>
                <a:ahLst/>
                <a:cxnLst/>
                <a:rect l="l" t="t" r="r" b="b"/>
                <a:pathLst>
                  <a:path w="123" h="93" extrusionOk="0">
                    <a:moveTo>
                      <a:pt x="5" y="90"/>
                    </a:moveTo>
                    <a:cubicBezTo>
                      <a:pt x="1" y="86"/>
                      <a:pt x="0" y="80"/>
                      <a:pt x="4" y="76"/>
                    </a:cubicBezTo>
                    <a:cubicBezTo>
                      <a:pt x="10" y="69"/>
                      <a:pt x="17" y="63"/>
                      <a:pt x="24" y="57"/>
                    </a:cubicBezTo>
                    <a:cubicBezTo>
                      <a:pt x="31" y="50"/>
                      <a:pt x="39" y="44"/>
                      <a:pt x="47" y="37"/>
                    </a:cubicBezTo>
                    <a:cubicBezTo>
                      <a:pt x="55" y="31"/>
                      <a:pt x="63" y="25"/>
                      <a:pt x="73" y="20"/>
                    </a:cubicBezTo>
                    <a:cubicBezTo>
                      <a:pt x="81" y="15"/>
                      <a:pt x="90" y="10"/>
                      <a:pt x="99" y="6"/>
                    </a:cubicBezTo>
                    <a:cubicBezTo>
                      <a:pt x="102" y="4"/>
                      <a:pt x="105" y="3"/>
                      <a:pt x="108" y="2"/>
                    </a:cubicBezTo>
                    <a:cubicBezTo>
                      <a:pt x="112" y="0"/>
                      <a:pt x="117" y="2"/>
                      <a:pt x="120" y="6"/>
                    </a:cubicBezTo>
                    <a:cubicBezTo>
                      <a:pt x="122" y="10"/>
                      <a:pt x="120" y="16"/>
                      <a:pt x="116" y="18"/>
                    </a:cubicBezTo>
                    <a:cubicBezTo>
                      <a:pt x="109" y="21"/>
                      <a:pt x="102" y="24"/>
                      <a:pt x="95" y="28"/>
                    </a:cubicBezTo>
                    <a:cubicBezTo>
                      <a:pt x="89" y="31"/>
                      <a:pt x="83" y="34"/>
                      <a:pt x="77" y="38"/>
                    </a:cubicBezTo>
                    <a:cubicBezTo>
                      <a:pt x="74" y="40"/>
                      <a:pt x="71" y="42"/>
                      <a:pt x="67" y="45"/>
                    </a:cubicBezTo>
                    <a:cubicBezTo>
                      <a:pt x="64" y="47"/>
                      <a:pt x="61" y="49"/>
                      <a:pt x="58" y="52"/>
                    </a:cubicBezTo>
                    <a:cubicBezTo>
                      <a:pt x="52" y="56"/>
                      <a:pt x="46" y="62"/>
                      <a:pt x="39" y="67"/>
                    </a:cubicBezTo>
                    <a:cubicBezTo>
                      <a:pt x="34" y="72"/>
                      <a:pt x="29" y="77"/>
                      <a:pt x="24" y="82"/>
                    </a:cubicBezTo>
                    <a:cubicBezTo>
                      <a:pt x="22" y="84"/>
                      <a:pt x="20" y="86"/>
                      <a:pt x="18" y="88"/>
                    </a:cubicBezTo>
                    <a:cubicBezTo>
                      <a:pt x="17" y="91"/>
                      <a:pt x="14" y="92"/>
                      <a:pt x="11" y="92"/>
                    </a:cubicBezTo>
                    <a:cubicBezTo>
                      <a:pt x="8" y="92"/>
                      <a:pt x="7" y="91"/>
                      <a:pt x="5" y="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9" name="Google Shape;2929;p31"/>
              <p:cNvSpPr/>
              <p:nvPr/>
            </p:nvSpPr>
            <p:spPr>
              <a:xfrm>
                <a:off x="3752640" y="4352400"/>
                <a:ext cx="4320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36" extrusionOk="0">
                    <a:moveTo>
                      <a:pt x="8" y="35"/>
                    </a:moveTo>
                    <a:cubicBezTo>
                      <a:pt x="3" y="34"/>
                      <a:pt x="0" y="28"/>
                      <a:pt x="2" y="23"/>
                    </a:cubicBezTo>
                    <a:cubicBezTo>
                      <a:pt x="3" y="19"/>
                      <a:pt x="6" y="17"/>
                      <a:pt x="10" y="16"/>
                    </a:cubicBezTo>
                    <a:cubicBezTo>
                      <a:pt x="11" y="16"/>
                      <a:pt x="12" y="16"/>
                      <a:pt x="14" y="16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27" y="13"/>
                      <a:pt x="42" y="9"/>
                      <a:pt x="57" y="6"/>
                    </a:cubicBezTo>
                    <a:cubicBezTo>
                      <a:pt x="65" y="4"/>
                      <a:pt x="73" y="3"/>
                      <a:pt x="82" y="2"/>
                    </a:cubicBezTo>
                    <a:cubicBezTo>
                      <a:pt x="91" y="1"/>
                      <a:pt x="100" y="1"/>
                      <a:pt x="109" y="0"/>
                    </a:cubicBezTo>
                    <a:cubicBezTo>
                      <a:pt x="114" y="0"/>
                      <a:pt x="119" y="3"/>
                      <a:pt x="119" y="9"/>
                    </a:cubicBezTo>
                    <a:cubicBezTo>
                      <a:pt x="119" y="13"/>
                      <a:pt x="116" y="18"/>
                      <a:pt x="111" y="18"/>
                    </a:cubicBezTo>
                    <a:cubicBezTo>
                      <a:pt x="104" y="19"/>
                      <a:pt x="98" y="19"/>
                      <a:pt x="92" y="20"/>
                    </a:cubicBezTo>
                    <a:cubicBezTo>
                      <a:pt x="87" y="20"/>
                      <a:pt x="82" y="20"/>
                      <a:pt x="76" y="21"/>
                    </a:cubicBezTo>
                    <a:cubicBezTo>
                      <a:pt x="65" y="23"/>
                      <a:pt x="55" y="25"/>
                      <a:pt x="44" y="28"/>
                    </a:cubicBezTo>
                    <a:cubicBezTo>
                      <a:pt x="34" y="31"/>
                      <a:pt x="24" y="33"/>
                      <a:pt x="13" y="35"/>
                    </a:cubicBezTo>
                    <a:lnTo>
                      <a:pt x="12" y="35"/>
                    </a:lnTo>
                    <a:lnTo>
                      <a:pt x="13" y="35"/>
                    </a:lnTo>
                    <a:cubicBezTo>
                      <a:pt x="12" y="35"/>
                      <a:pt x="11" y="35"/>
                      <a:pt x="10" y="35"/>
                    </a:cubicBezTo>
                    <a:cubicBezTo>
                      <a:pt x="10" y="35"/>
                      <a:pt x="9" y="35"/>
                      <a:pt x="8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0" name="Google Shape;2930;p31"/>
              <p:cNvSpPr/>
              <p:nvPr/>
            </p:nvSpPr>
            <p:spPr>
              <a:xfrm>
                <a:off x="3812760" y="4357800"/>
                <a:ext cx="35280" cy="19800"/>
              </a:xfrm>
              <a:custGeom>
                <a:avLst/>
                <a:gdLst/>
                <a:ahLst/>
                <a:cxnLst/>
                <a:rect l="l" t="t" r="r" b="b"/>
                <a:pathLst>
                  <a:path w="98" h="55" extrusionOk="0">
                    <a:moveTo>
                      <a:pt x="84" y="53"/>
                    </a:moveTo>
                    <a:cubicBezTo>
                      <a:pt x="74" y="48"/>
                      <a:pt x="64" y="43"/>
                      <a:pt x="55" y="38"/>
                    </a:cubicBezTo>
                    <a:cubicBezTo>
                      <a:pt x="46" y="34"/>
                      <a:pt x="38" y="30"/>
                      <a:pt x="29" y="26"/>
                    </a:cubicBezTo>
                    <a:cubicBezTo>
                      <a:pt x="24" y="24"/>
                      <a:pt x="18" y="22"/>
                      <a:pt x="13" y="21"/>
                    </a:cubicBezTo>
                    <a:cubicBezTo>
                      <a:pt x="11" y="20"/>
                      <a:pt x="9" y="20"/>
                      <a:pt x="7" y="20"/>
                    </a:cubicBezTo>
                    <a:cubicBezTo>
                      <a:pt x="3" y="18"/>
                      <a:pt x="0" y="13"/>
                      <a:pt x="1" y="8"/>
                    </a:cubicBezTo>
                    <a:cubicBezTo>
                      <a:pt x="3" y="3"/>
                      <a:pt x="8" y="0"/>
                      <a:pt x="13" y="2"/>
                    </a:cubicBezTo>
                    <a:cubicBezTo>
                      <a:pt x="15" y="2"/>
                      <a:pt x="18" y="3"/>
                      <a:pt x="20" y="3"/>
                    </a:cubicBezTo>
                    <a:cubicBezTo>
                      <a:pt x="23" y="4"/>
                      <a:pt x="26" y="5"/>
                      <a:pt x="29" y="6"/>
                    </a:cubicBezTo>
                    <a:cubicBezTo>
                      <a:pt x="34" y="9"/>
                      <a:pt x="40" y="11"/>
                      <a:pt x="45" y="13"/>
                    </a:cubicBezTo>
                    <a:cubicBezTo>
                      <a:pt x="57" y="19"/>
                      <a:pt x="68" y="25"/>
                      <a:pt x="79" y="31"/>
                    </a:cubicBezTo>
                    <a:cubicBezTo>
                      <a:pt x="79" y="31"/>
                      <a:pt x="78" y="31"/>
                      <a:pt x="78" y="30"/>
                    </a:cubicBezTo>
                    <a:cubicBezTo>
                      <a:pt x="81" y="32"/>
                      <a:pt x="83" y="33"/>
                      <a:pt x="85" y="34"/>
                    </a:cubicBezTo>
                    <a:cubicBezTo>
                      <a:pt x="88" y="35"/>
                      <a:pt x="89" y="37"/>
                      <a:pt x="92" y="38"/>
                    </a:cubicBezTo>
                    <a:cubicBezTo>
                      <a:pt x="96" y="40"/>
                      <a:pt x="97" y="45"/>
                      <a:pt x="95" y="49"/>
                    </a:cubicBezTo>
                    <a:cubicBezTo>
                      <a:pt x="94" y="52"/>
                      <a:pt x="91" y="54"/>
                      <a:pt x="87" y="54"/>
                    </a:cubicBezTo>
                    <a:cubicBezTo>
                      <a:pt x="86" y="54"/>
                      <a:pt x="85" y="54"/>
                      <a:pt x="84" y="5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1" name="Google Shape;2931;p31"/>
              <p:cNvSpPr/>
              <p:nvPr/>
            </p:nvSpPr>
            <p:spPr>
              <a:xfrm>
                <a:off x="3894480" y="4399200"/>
                <a:ext cx="61200" cy="5148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43" extrusionOk="0">
                    <a:moveTo>
                      <a:pt x="154" y="140"/>
                    </a:moveTo>
                    <a:cubicBezTo>
                      <a:pt x="144" y="129"/>
                      <a:pt x="134" y="119"/>
                      <a:pt x="125" y="108"/>
                    </a:cubicBezTo>
                    <a:cubicBezTo>
                      <a:pt x="119" y="103"/>
                      <a:pt x="115" y="98"/>
                      <a:pt x="110" y="93"/>
                    </a:cubicBezTo>
                    <a:cubicBezTo>
                      <a:pt x="105" y="88"/>
                      <a:pt x="100" y="83"/>
                      <a:pt x="95" y="78"/>
                    </a:cubicBezTo>
                    <a:cubicBezTo>
                      <a:pt x="92" y="76"/>
                      <a:pt x="90" y="74"/>
                      <a:pt x="88" y="72"/>
                    </a:cubicBezTo>
                    <a:cubicBezTo>
                      <a:pt x="86" y="70"/>
                      <a:pt x="84" y="69"/>
                      <a:pt x="82" y="67"/>
                    </a:cubicBezTo>
                    <a:cubicBezTo>
                      <a:pt x="77" y="63"/>
                      <a:pt x="72" y="59"/>
                      <a:pt x="67" y="55"/>
                    </a:cubicBezTo>
                    <a:cubicBezTo>
                      <a:pt x="63" y="52"/>
                      <a:pt x="58" y="49"/>
                      <a:pt x="54" y="46"/>
                    </a:cubicBezTo>
                    <a:cubicBezTo>
                      <a:pt x="51" y="43"/>
                      <a:pt x="46" y="41"/>
                      <a:pt x="42" y="38"/>
                    </a:cubicBezTo>
                    <a:cubicBezTo>
                      <a:pt x="35" y="34"/>
                      <a:pt x="27" y="29"/>
                      <a:pt x="19" y="24"/>
                    </a:cubicBezTo>
                    <a:cubicBezTo>
                      <a:pt x="16" y="23"/>
                      <a:pt x="13" y="21"/>
                      <a:pt x="9" y="20"/>
                    </a:cubicBezTo>
                    <a:cubicBezTo>
                      <a:pt x="3" y="18"/>
                      <a:pt x="0" y="13"/>
                      <a:pt x="2" y="8"/>
                    </a:cubicBezTo>
                    <a:cubicBezTo>
                      <a:pt x="4" y="2"/>
                      <a:pt x="10" y="0"/>
                      <a:pt x="15" y="2"/>
                    </a:cubicBezTo>
                    <a:cubicBezTo>
                      <a:pt x="24" y="6"/>
                      <a:pt x="33" y="11"/>
                      <a:pt x="41" y="17"/>
                    </a:cubicBezTo>
                    <a:cubicBezTo>
                      <a:pt x="49" y="21"/>
                      <a:pt x="58" y="27"/>
                      <a:pt x="65" y="32"/>
                    </a:cubicBezTo>
                    <a:cubicBezTo>
                      <a:pt x="81" y="43"/>
                      <a:pt x="97" y="56"/>
                      <a:pt x="111" y="70"/>
                    </a:cubicBezTo>
                    <a:cubicBezTo>
                      <a:pt x="115" y="74"/>
                      <a:pt x="119" y="78"/>
                      <a:pt x="123" y="82"/>
                    </a:cubicBezTo>
                    <a:cubicBezTo>
                      <a:pt x="128" y="87"/>
                      <a:pt x="133" y="92"/>
                      <a:pt x="137" y="97"/>
                    </a:cubicBezTo>
                    <a:cubicBezTo>
                      <a:pt x="147" y="108"/>
                      <a:pt x="157" y="118"/>
                      <a:pt x="166" y="129"/>
                    </a:cubicBezTo>
                    <a:cubicBezTo>
                      <a:pt x="169" y="131"/>
                      <a:pt x="169" y="137"/>
                      <a:pt x="165" y="140"/>
                    </a:cubicBezTo>
                    <a:cubicBezTo>
                      <a:pt x="164" y="141"/>
                      <a:pt x="162" y="142"/>
                      <a:pt x="159" y="142"/>
                    </a:cubicBezTo>
                    <a:cubicBezTo>
                      <a:pt x="158" y="142"/>
                      <a:pt x="155" y="141"/>
                      <a:pt x="154" y="1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2" name="Google Shape;2932;p31"/>
              <p:cNvSpPr/>
              <p:nvPr/>
            </p:nvSpPr>
            <p:spPr>
              <a:xfrm>
                <a:off x="3988440" y="4491360"/>
                <a:ext cx="52920" cy="4608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128" extrusionOk="0">
                    <a:moveTo>
                      <a:pt x="132" y="125"/>
                    </a:moveTo>
                    <a:cubicBezTo>
                      <a:pt x="116" y="112"/>
                      <a:pt x="101" y="99"/>
                      <a:pt x="85" y="86"/>
                    </a:cubicBezTo>
                    <a:cubicBezTo>
                      <a:pt x="70" y="72"/>
                      <a:pt x="55" y="60"/>
                      <a:pt x="39" y="46"/>
                    </a:cubicBezTo>
                    <a:cubicBezTo>
                      <a:pt x="32" y="41"/>
                      <a:pt x="26" y="36"/>
                      <a:pt x="20" y="30"/>
                    </a:cubicBezTo>
                    <a:cubicBezTo>
                      <a:pt x="17" y="28"/>
                      <a:pt x="14" y="26"/>
                      <a:pt x="12" y="23"/>
                    </a:cubicBezTo>
                    <a:cubicBezTo>
                      <a:pt x="10" y="22"/>
                      <a:pt x="8" y="21"/>
                      <a:pt x="6" y="19"/>
                    </a:cubicBezTo>
                    <a:cubicBezTo>
                      <a:pt x="5" y="18"/>
                      <a:pt x="4" y="17"/>
                      <a:pt x="3" y="16"/>
                    </a:cubicBezTo>
                    <a:cubicBezTo>
                      <a:pt x="0" y="11"/>
                      <a:pt x="1" y="4"/>
                      <a:pt x="6" y="2"/>
                    </a:cubicBezTo>
                    <a:cubicBezTo>
                      <a:pt x="11" y="0"/>
                      <a:pt x="16" y="1"/>
                      <a:pt x="19" y="5"/>
                    </a:cubicBezTo>
                    <a:cubicBezTo>
                      <a:pt x="25" y="11"/>
                      <a:pt x="32" y="17"/>
                      <a:pt x="39" y="23"/>
                    </a:cubicBezTo>
                    <a:cubicBezTo>
                      <a:pt x="46" y="29"/>
                      <a:pt x="54" y="36"/>
                      <a:pt x="62" y="42"/>
                    </a:cubicBezTo>
                    <a:cubicBezTo>
                      <a:pt x="76" y="54"/>
                      <a:pt x="90" y="67"/>
                      <a:pt x="104" y="79"/>
                    </a:cubicBezTo>
                    <a:cubicBezTo>
                      <a:pt x="117" y="90"/>
                      <a:pt x="130" y="102"/>
                      <a:pt x="142" y="113"/>
                    </a:cubicBezTo>
                    <a:cubicBezTo>
                      <a:pt x="146" y="115"/>
                      <a:pt x="146" y="121"/>
                      <a:pt x="143" y="124"/>
                    </a:cubicBezTo>
                    <a:cubicBezTo>
                      <a:pt x="141" y="126"/>
                      <a:pt x="139" y="127"/>
                      <a:pt x="137" y="127"/>
                    </a:cubicBezTo>
                    <a:cubicBezTo>
                      <a:pt x="135" y="127"/>
                      <a:pt x="133" y="127"/>
                      <a:pt x="132" y="1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3" name="Google Shape;2933;p31"/>
              <p:cNvSpPr/>
              <p:nvPr/>
            </p:nvSpPr>
            <p:spPr>
              <a:xfrm>
                <a:off x="4081680" y="4574520"/>
                <a:ext cx="2268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63" h="77" extrusionOk="0">
                    <a:moveTo>
                      <a:pt x="44" y="72"/>
                    </a:moveTo>
                    <a:cubicBezTo>
                      <a:pt x="38" y="63"/>
                      <a:pt x="32" y="55"/>
                      <a:pt x="25" y="46"/>
                    </a:cubicBezTo>
                    <a:cubicBezTo>
                      <a:pt x="20" y="38"/>
                      <a:pt x="15" y="31"/>
                      <a:pt x="9" y="23"/>
                    </a:cubicBezTo>
                    <a:lnTo>
                      <a:pt x="10" y="24"/>
                    </a:lnTo>
                    <a:cubicBezTo>
                      <a:pt x="9" y="23"/>
                      <a:pt x="8" y="21"/>
                      <a:pt x="7" y="20"/>
                    </a:cubicBezTo>
                    <a:cubicBezTo>
                      <a:pt x="7" y="21"/>
                      <a:pt x="8" y="21"/>
                      <a:pt x="8" y="21"/>
                    </a:cubicBezTo>
                    <a:cubicBezTo>
                      <a:pt x="7" y="20"/>
                      <a:pt x="6" y="19"/>
                      <a:pt x="5" y="18"/>
                    </a:cubicBezTo>
                    <a:cubicBezTo>
                      <a:pt x="1" y="16"/>
                      <a:pt x="0" y="10"/>
                      <a:pt x="3" y="6"/>
                    </a:cubicBezTo>
                    <a:cubicBezTo>
                      <a:pt x="6" y="0"/>
                      <a:pt x="13" y="0"/>
                      <a:pt x="17" y="3"/>
                    </a:cubicBezTo>
                    <a:cubicBezTo>
                      <a:pt x="19" y="5"/>
                      <a:pt x="20" y="6"/>
                      <a:pt x="21" y="8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7" y="15"/>
                      <a:pt x="32" y="23"/>
                      <a:pt x="38" y="32"/>
                    </a:cubicBezTo>
                    <a:cubicBezTo>
                      <a:pt x="44" y="42"/>
                      <a:pt x="52" y="52"/>
                      <a:pt x="59" y="62"/>
                    </a:cubicBezTo>
                    <a:cubicBezTo>
                      <a:pt x="62" y="65"/>
                      <a:pt x="61" y="71"/>
                      <a:pt x="57" y="74"/>
                    </a:cubicBezTo>
                    <a:cubicBezTo>
                      <a:pt x="55" y="75"/>
                      <a:pt x="54" y="76"/>
                      <a:pt x="52" y="76"/>
                    </a:cubicBezTo>
                    <a:cubicBezTo>
                      <a:pt x="49" y="76"/>
                      <a:pt x="46" y="74"/>
                      <a:pt x="44" y="7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4" name="Google Shape;2934;p31"/>
              <p:cNvSpPr/>
              <p:nvPr/>
            </p:nvSpPr>
            <p:spPr>
              <a:xfrm>
                <a:off x="4173120" y="4628520"/>
                <a:ext cx="29880" cy="176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49" extrusionOk="0">
                    <a:moveTo>
                      <a:pt x="69" y="47"/>
                    </a:moveTo>
                    <a:cubicBezTo>
                      <a:pt x="61" y="45"/>
                      <a:pt x="54" y="43"/>
                      <a:pt x="47" y="40"/>
                    </a:cubicBezTo>
                    <a:cubicBezTo>
                      <a:pt x="39" y="37"/>
                      <a:pt x="31" y="33"/>
                      <a:pt x="23" y="29"/>
                    </a:cubicBezTo>
                    <a:cubicBezTo>
                      <a:pt x="20" y="28"/>
                      <a:pt x="16" y="25"/>
                      <a:pt x="14" y="23"/>
                    </a:cubicBezTo>
                    <a:cubicBezTo>
                      <a:pt x="12" y="22"/>
                      <a:pt x="10" y="21"/>
                      <a:pt x="9" y="20"/>
                    </a:cubicBezTo>
                    <a:cubicBezTo>
                      <a:pt x="8" y="19"/>
                      <a:pt x="7" y="19"/>
                      <a:pt x="5" y="18"/>
                    </a:cubicBezTo>
                    <a:cubicBezTo>
                      <a:pt x="1" y="15"/>
                      <a:pt x="0" y="8"/>
                      <a:pt x="4" y="4"/>
                    </a:cubicBezTo>
                    <a:cubicBezTo>
                      <a:pt x="7" y="0"/>
                      <a:pt x="15" y="0"/>
                      <a:pt x="18" y="4"/>
                    </a:cubicBezTo>
                    <a:cubicBezTo>
                      <a:pt x="19" y="4"/>
                      <a:pt x="19" y="5"/>
                      <a:pt x="19" y="5"/>
                    </a:cubicBezTo>
                    <a:cubicBezTo>
                      <a:pt x="24" y="8"/>
                      <a:pt x="28" y="11"/>
                      <a:pt x="33" y="14"/>
                    </a:cubicBezTo>
                    <a:cubicBezTo>
                      <a:pt x="37" y="15"/>
                      <a:pt x="40" y="17"/>
                      <a:pt x="44" y="19"/>
                    </a:cubicBezTo>
                    <a:cubicBezTo>
                      <a:pt x="49" y="21"/>
                      <a:pt x="53" y="23"/>
                      <a:pt x="57" y="25"/>
                    </a:cubicBezTo>
                    <a:cubicBezTo>
                      <a:pt x="63" y="26"/>
                      <a:pt x="68" y="28"/>
                      <a:pt x="74" y="30"/>
                    </a:cubicBezTo>
                    <a:cubicBezTo>
                      <a:pt x="79" y="32"/>
                      <a:pt x="82" y="37"/>
                      <a:pt x="80" y="41"/>
                    </a:cubicBezTo>
                    <a:cubicBezTo>
                      <a:pt x="79" y="46"/>
                      <a:pt x="75" y="48"/>
                      <a:pt x="71" y="48"/>
                    </a:cubicBezTo>
                    <a:cubicBezTo>
                      <a:pt x="71" y="48"/>
                      <a:pt x="69" y="48"/>
                      <a:pt x="69" y="4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5" name="Google Shape;2935;p31"/>
              <p:cNvSpPr/>
              <p:nvPr/>
            </p:nvSpPr>
            <p:spPr>
              <a:xfrm>
                <a:off x="4237920" y="4626360"/>
                <a:ext cx="45360" cy="1908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53" extrusionOk="0">
                    <a:moveTo>
                      <a:pt x="1" y="45"/>
                    </a:moveTo>
                    <a:cubicBezTo>
                      <a:pt x="0" y="39"/>
                      <a:pt x="3" y="34"/>
                      <a:pt x="8" y="33"/>
                    </a:cubicBezTo>
                    <a:cubicBezTo>
                      <a:pt x="22" y="30"/>
                      <a:pt x="35" y="27"/>
                      <a:pt x="49" y="22"/>
                    </a:cubicBezTo>
                    <a:cubicBezTo>
                      <a:pt x="70" y="17"/>
                      <a:pt x="91" y="9"/>
                      <a:pt x="112" y="2"/>
                    </a:cubicBezTo>
                    <a:cubicBezTo>
                      <a:pt x="117" y="0"/>
                      <a:pt x="122" y="2"/>
                      <a:pt x="124" y="7"/>
                    </a:cubicBezTo>
                    <a:cubicBezTo>
                      <a:pt x="125" y="11"/>
                      <a:pt x="123" y="17"/>
                      <a:pt x="118" y="18"/>
                    </a:cubicBezTo>
                    <a:cubicBezTo>
                      <a:pt x="100" y="25"/>
                      <a:pt x="82" y="32"/>
                      <a:pt x="63" y="37"/>
                    </a:cubicBezTo>
                    <a:cubicBezTo>
                      <a:pt x="55" y="40"/>
                      <a:pt x="47" y="42"/>
                      <a:pt x="39" y="45"/>
                    </a:cubicBezTo>
                    <a:cubicBezTo>
                      <a:pt x="30" y="47"/>
                      <a:pt x="21" y="49"/>
                      <a:pt x="12" y="52"/>
                    </a:cubicBezTo>
                    <a:cubicBezTo>
                      <a:pt x="11" y="52"/>
                      <a:pt x="11" y="52"/>
                      <a:pt x="10" y="52"/>
                    </a:cubicBezTo>
                    <a:cubicBezTo>
                      <a:pt x="6" y="52"/>
                      <a:pt x="2" y="49"/>
                      <a:pt x="1" y="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6" name="Google Shape;2936;p31"/>
              <p:cNvSpPr/>
              <p:nvPr/>
            </p:nvSpPr>
            <p:spPr>
              <a:xfrm>
                <a:off x="4312440" y="4589640"/>
                <a:ext cx="23760" cy="22320"/>
              </a:xfrm>
              <a:custGeom>
                <a:avLst/>
                <a:gdLst/>
                <a:ahLst/>
                <a:cxnLst/>
                <a:rect l="l" t="t" r="r" b="b"/>
                <a:pathLst>
                  <a:path w="66" h="62" extrusionOk="0">
                    <a:moveTo>
                      <a:pt x="3" y="57"/>
                    </a:moveTo>
                    <a:cubicBezTo>
                      <a:pt x="0" y="54"/>
                      <a:pt x="0" y="48"/>
                      <a:pt x="4" y="44"/>
                    </a:cubicBezTo>
                    <a:cubicBezTo>
                      <a:pt x="11" y="38"/>
                      <a:pt x="18" y="32"/>
                      <a:pt x="24" y="25"/>
                    </a:cubicBezTo>
                    <a:cubicBezTo>
                      <a:pt x="32" y="18"/>
                      <a:pt x="40" y="11"/>
                      <a:pt x="49" y="4"/>
                    </a:cubicBezTo>
                    <a:cubicBezTo>
                      <a:pt x="52" y="0"/>
                      <a:pt x="58" y="1"/>
                      <a:pt x="61" y="4"/>
                    </a:cubicBezTo>
                    <a:cubicBezTo>
                      <a:pt x="65" y="9"/>
                      <a:pt x="65" y="14"/>
                      <a:pt x="61" y="17"/>
                    </a:cubicBezTo>
                    <a:cubicBezTo>
                      <a:pt x="53" y="25"/>
                      <a:pt x="45" y="32"/>
                      <a:pt x="37" y="39"/>
                    </a:cubicBezTo>
                    <a:cubicBezTo>
                      <a:pt x="30" y="45"/>
                      <a:pt x="24" y="52"/>
                      <a:pt x="17" y="59"/>
                    </a:cubicBezTo>
                    <a:cubicBezTo>
                      <a:pt x="15" y="60"/>
                      <a:pt x="12" y="61"/>
                      <a:pt x="10" y="61"/>
                    </a:cubicBezTo>
                    <a:cubicBezTo>
                      <a:pt x="8" y="61"/>
                      <a:pt x="5" y="60"/>
                      <a:pt x="3" y="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7" name="Google Shape;2937;p31"/>
              <p:cNvSpPr/>
              <p:nvPr/>
            </p:nvSpPr>
            <p:spPr>
              <a:xfrm>
                <a:off x="4367520" y="4523760"/>
                <a:ext cx="34560" cy="32040"/>
              </a:xfrm>
              <a:custGeom>
                <a:avLst/>
                <a:gdLst/>
                <a:ahLst/>
                <a:cxnLst/>
                <a:rect l="l" t="t" r="r" b="b"/>
                <a:pathLst>
                  <a:path w="96" h="89" extrusionOk="0">
                    <a:moveTo>
                      <a:pt x="4" y="86"/>
                    </a:moveTo>
                    <a:cubicBezTo>
                      <a:pt x="2" y="84"/>
                      <a:pt x="1" y="81"/>
                      <a:pt x="0" y="79"/>
                    </a:cubicBezTo>
                    <a:cubicBezTo>
                      <a:pt x="0" y="76"/>
                      <a:pt x="1" y="73"/>
                      <a:pt x="4" y="71"/>
                    </a:cubicBezTo>
                    <a:cubicBezTo>
                      <a:pt x="9" y="66"/>
                      <a:pt x="14" y="61"/>
                      <a:pt x="20" y="56"/>
                    </a:cubicBezTo>
                    <a:cubicBezTo>
                      <a:pt x="27" y="51"/>
                      <a:pt x="32" y="46"/>
                      <a:pt x="38" y="41"/>
                    </a:cubicBezTo>
                    <a:cubicBezTo>
                      <a:pt x="52" y="28"/>
                      <a:pt x="66" y="16"/>
                      <a:pt x="78" y="3"/>
                    </a:cubicBezTo>
                    <a:cubicBezTo>
                      <a:pt x="82" y="0"/>
                      <a:pt x="88" y="0"/>
                      <a:pt x="91" y="4"/>
                    </a:cubicBezTo>
                    <a:cubicBezTo>
                      <a:pt x="95" y="8"/>
                      <a:pt x="94" y="13"/>
                      <a:pt x="91" y="17"/>
                    </a:cubicBezTo>
                    <a:cubicBezTo>
                      <a:pt x="79" y="28"/>
                      <a:pt x="67" y="39"/>
                      <a:pt x="55" y="50"/>
                    </a:cubicBezTo>
                    <a:cubicBezTo>
                      <a:pt x="49" y="55"/>
                      <a:pt x="43" y="60"/>
                      <a:pt x="38" y="66"/>
                    </a:cubicBezTo>
                    <a:cubicBezTo>
                      <a:pt x="32" y="70"/>
                      <a:pt x="26" y="76"/>
                      <a:pt x="21" y="81"/>
                    </a:cubicBezTo>
                    <a:cubicBezTo>
                      <a:pt x="21" y="80"/>
                      <a:pt x="21" y="80"/>
                      <a:pt x="21" y="80"/>
                    </a:cubicBezTo>
                    <a:lnTo>
                      <a:pt x="21" y="81"/>
                    </a:lnTo>
                    <a:cubicBezTo>
                      <a:pt x="20" y="82"/>
                      <a:pt x="18" y="83"/>
                      <a:pt x="17" y="84"/>
                    </a:cubicBezTo>
                    <a:cubicBezTo>
                      <a:pt x="15" y="87"/>
                      <a:pt x="13" y="88"/>
                      <a:pt x="10" y="88"/>
                    </a:cubicBezTo>
                    <a:cubicBezTo>
                      <a:pt x="8" y="88"/>
                      <a:pt x="6" y="87"/>
                      <a:pt x="4" y="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8" name="Google Shape;2938;p31"/>
              <p:cNvSpPr/>
              <p:nvPr/>
            </p:nvSpPr>
            <p:spPr>
              <a:xfrm>
                <a:off x="4428360" y="4454280"/>
                <a:ext cx="37080" cy="3852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07" extrusionOk="0">
                    <a:moveTo>
                      <a:pt x="9" y="106"/>
                    </a:moveTo>
                    <a:cubicBezTo>
                      <a:pt x="3" y="104"/>
                      <a:pt x="0" y="98"/>
                      <a:pt x="3" y="92"/>
                    </a:cubicBezTo>
                    <a:cubicBezTo>
                      <a:pt x="7" y="84"/>
                      <a:pt x="14" y="76"/>
                      <a:pt x="20" y="69"/>
                    </a:cubicBezTo>
                    <a:cubicBezTo>
                      <a:pt x="27" y="62"/>
                      <a:pt x="34" y="56"/>
                      <a:pt x="41" y="49"/>
                    </a:cubicBezTo>
                    <a:cubicBezTo>
                      <a:pt x="56" y="35"/>
                      <a:pt x="71" y="21"/>
                      <a:pt x="85" y="6"/>
                    </a:cubicBezTo>
                    <a:cubicBezTo>
                      <a:pt x="86" y="6"/>
                      <a:pt x="87" y="4"/>
                      <a:pt x="87" y="4"/>
                    </a:cubicBezTo>
                    <a:cubicBezTo>
                      <a:pt x="91" y="0"/>
                      <a:pt x="97" y="1"/>
                      <a:pt x="100" y="4"/>
                    </a:cubicBezTo>
                    <a:cubicBezTo>
                      <a:pt x="101" y="6"/>
                      <a:pt x="102" y="9"/>
                      <a:pt x="102" y="11"/>
                    </a:cubicBezTo>
                    <a:cubicBezTo>
                      <a:pt x="102" y="13"/>
                      <a:pt x="101" y="16"/>
                      <a:pt x="99" y="17"/>
                    </a:cubicBezTo>
                    <a:cubicBezTo>
                      <a:pt x="88" y="28"/>
                      <a:pt x="77" y="39"/>
                      <a:pt x="66" y="51"/>
                    </a:cubicBezTo>
                    <a:cubicBezTo>
                      <a:pt x="56" y="60"/>
                      <a:pt x="45" y="71"/>
                      <a:pt x="35" y="81"/>
                    </a:cubicBezTo>
                    <a:cubicBezTo>
                      <a:pt x="31" y="85"/>
                      <a:pt x="28" y="88"/>
                      <a:pt x="25" y="92"/>
                    </a:cubicBezTo>
                    <a:cubicBezTo>
                      <a:pt x="24" y="94"/>
                      <a:pt x="23" y="95"/>
                      <a:pt x="21" y="97"/>
                    </a:cubicBezTo>
                    <a:cubicBezTo>
                      <a:pt x="21" y="98"/>
                      <a:pt x="21" y="99"/>
                      <a:pt x="20" y="101"/>
                    </a:cubicBezTo>
                    <a:cubicBezTo>
                      <a:pt x="20" y="100"/>
                      <a:pt x="20" y="100"/>
                      <a:pt x="20" y="99"/>
                    </a:cubicBezTo>
                    <a:cubicBezTo>
                      <a:pt x="20" y="102"/>
                      <a:pt x="18" y="104"/>
                      <a:pt x="16" y="105"/>
                    </a:cubicBezTo>
                    <a:cubicBezTo>
                      <a:pt x="14" y="106"/>
                      <a:pt x="13" y="106"/>
                      <a:pt x="11" y="106"/>
                    </a:cubicBezTo>
                    <a:cubicBezTo>
                      <a:pt x="10" y="106"/>
                      <a:pt x="10" y="106"/>
                      <a:pt x="9" y="10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9" name="Google Shape;2939;p31"/>
              <p:cNvSpPr/>
              <p:nvPr/>
            </p:nvSpPr>
            <p:spPr>
              <a:xfrm>
                <a:off x="4491000" y="4366440"/>
                <a:ext cx="49680" cy="60840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69" extrusionOk="0">
                    <a:moveTo>
                      <a:pt x="9" y="167"/>
                    </a:moveTo>
                    <a:cubicBezTo>
                      <a:pt x="4" y="166"/>
                      <a:pt x="0" y="161"/>
                      <a:pt x="1" y="157"/>
                    </a:cubicBezTo>
                    <a:cubicBezTo>
                      <a:pt x="4" y="147"/>
                      <a:pt x="8" y="139"/>
                      <a:pt x="14" y="131"/>
                    </a:cubicBezTo>
                    <a:cubicBezTo>
                      <a:pt x="20" y="123"/>
                      <a:pt x="26" y="116"/>
                      <a:pt x="33" y="109"/>
                    </a:cubicBezTo>
                    <a:cubicBezTo>
                      <a:pt x="40" y="102"/>
                      <a:pt x="46" y="95"/>
                      <a:pt x="52" y="88"/>
                    </a:cubicBezTo>
                    <a:cubicBezTo>
                      <a:pt x="58" y="81"/>
                      <a:pt x="64" y="74"/>
                      <a:pt x="69" y="66"/>
                    </a:cubicBezTo>
                    <a:cubicBezTo>
                      <a:pt x="70" y="66"/>
                      <a:pt x="70" y="66"/>
                      <a:pt x="70" y="66"/>
                    </a:cubicBezTo>
                    <a:cubicBezTo>
                      <a:pt x="78" y="56"/>
                      <a:pt x="84" y="45"/>
                      <a:pt x="91" y="35"/>
                    </a:cubicBezTo>
                    <a:cubicBezTo>
                      <a:pt x="99" y="23"/>
                      <a:pt x="110" y="13"/>
                      <a:pt x="121" y="3"/>
                    </a:cubicBezTo>
                    <a:cubicBezTo>
                      <a:pt x="125" y="0"/>
                      <a:pt x="131" y="0"/>
                      <a:pt x="133" y="4"/>
                    </a:cubicBezTo>
                    <a:cubicBezTo>
                      <a:pt x="137" y="7"/>
                      <a:pt x="137" y="13"/>
                      <a:pt x="133" y="17"/>
                    </a:cubicBezTo>
                    <a:cubicBezTo>
                      <a:pt x="128" y="21"/>
                      <a:pt x="124" y="25"/>
                      <a:pt x="119" y="30"/>
                    </a:cubicBezTo>
                    <a:cubicBezTo>
                      <a:pt x="117" y="32"/>
                      <a:pt x="115" y="34"/>
                      <a:pt x="114" y="35"/>
                    </a:cubicBezTo>
                    <a:cubicBezTo>
                      <a:pt x="112" y="37"/>
                      <a:pt x="111" y="39"/>
                      <a:pt x="110" y="41"/>
                    </a:cubicBezTo>
                    <a:cubicBezTo>
                      <a:pt x="104" y="48"/>
                      <a:pt x="100" y="56"/>
                      <a:pt x="94" y="64"/>
                    </a:cubicBezTo>
                    <a:cubicBezTo>
                      <a:pt x="88" y="72"/>
                      <a:pt x="82" y="80"/>
                      <a:pt x="76" y="87"/>
                    </a:cubicBezTo>
                    <a:cubicBezTo>
                      <a:pt x="64" y="103"/>
                      <a:pt x="50" y="117"/>
                      <a:pt x="37" y="132"/>
                    </a:cubicBezTo>
                    <a:cubicBezTo>
                      <a:pt x="34" y="135"/>
                      <a:pt x="31" y="139"/>
                      <a:pt x="29" y="143"/>
                    </a:cubicBezTo>
                    <a:cubicBezTo>
                      <a:pt x="27" y="145"/>
                      <a:pt x="26" y="148"/>
                      <a:pt x="24" y="150"/>
                    </a:cubicBezTo>
                    <a:cubicBezTo>
                      <a:pt x="23" y="153"/>
                      <a:pt x="22" y="155"/>
                      <a:pt x="21" y="157"/>
                    </a:cubicBezTo>
                    <a:lnTo>
                      <a:pt x="20" y="157"/>
                    </a:lnTo>
                    <a:cubicBezTo>
                      <a:pt x="20" y="158"/>
                      <a:pt x="20" y="158"/>
                      <a:pt x="20" y="158"/>
                    </a:cubicBezTo>
                    <a:cubicBezTo>
                      <a:pt x="20" y="159"/>
                      <a:pt x="20" y="159"/>
                      <a:pt x="20" y="160"/>
                    </a:cubicBezTo>
                    <a:cubicBezTo>
                      <a:pt x="19" y="164"/>
                      <a:pt x="15" y="168"/>
                      <a:pt x="10" y="168"/>
                    </a:cubicBezTo>
                    <a:lnTo>
                      <a:pt x="9" y="16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0" name="Google Shape;2940;p31"/>
              <p:cNvSpPr/>
              <p:nvPr/>
            </p:nvSpPr>
            <p:spPr>
              <a:xfrm>
                <a:off x="4010400" y="4615200"/>
                <a:ext cx="29160" cy="23040"/>
              </a:xfrm>
              <a:custGeom>
                <a:avLst/>
                <a:gdLst/>
                <a:ahLst/>
                <a:cxnLst/>
                <a:rect l="l" t="t" r="r" b="b"/>
                <a:pathLst>
                  <a:path w="81" h="64" extrusionOk="0">
                    <a:moveTo>
                      <a:pt x="5" y="61"/>
                    </a:moveTo>
                    <a:cubicBezTo>
                      <a:pt x="1" y="58"/>
                      <a:pt x="0" y="52"/>
                      <a:pt x="4" y="48"/>
                    </a:cubicBezTo>
                    <a:cubicBezTo>
                      <a:pt x="8" y="42"/>
                      <a:pt x="14" y="38"/>
                      <a:pt x="20" y="35"/>
                    </a:cubicBezTo>
                    <a:cubicBezTo>
                      <a:pt x="24" y="33"/>
                      <a:pt x="29" y="31"/>
                      <a:pt x="33" y="28"/>
                    </a:cubicBezTo>
                    <a:cubicBezTo>
                      <a:pt x="39" y="24"/>
                      <a:pt x="45" y="20"/>
                      <a:pt x="51" y="16"/>
                    </a:cubicBezTo>
                    <a:cubicBezTo>
                      <a:pt x="55" y="12"/>
                      <a:pt x="60" y="7"/>
                      <a:pt x="64" y="3"/>
                    </a:cubicBezTo>
                    <a:cubicBezTo>
                      <a:pt x="68" y="0"/>
                      <a:pt x="74" y="0"/>
                      <a:pt x="77" y="4"/>
                    </a:cubicBezTo>
                    <a:cubicBezTo>
                      <a:pt x="80" y="8"/>
                      <a:pt x="80" y="13"/>
                      <a:pt x="76" y="17"/>
                    </a:cubicBezTo>
                    <a:cubicBezTo>
                      <a:pt x="72" y="21"/>
                      <a:pt x="68" y="26"/>
                      <a:pt x="62" y="30"/>
                    </a:cubicBezTo>
                    <a:lnTo>
                      <a:pt x="63" y="30"/>
                    </a:lnTo>
                    <a:cubicBezTo>
                      <a:pt x="57" y="35"/>
                      <a:pt x="50" y="40"/>
                      <a:pt x="44" y="44"/>
                    </a:cubicBezTo>
                    <a:cubicBezTo>
                      <a:pt x="37" y="47"/>
                      <a:pt x="32" y="50"/>
                      <a:pt x="25" y="53"/>
                    </a:cubicBezTo>
                    <a:cubicBezTo>
                      <a:pt x="24" y="55"/>
                      <a:pt x="23" y="55"/>
                      <a:pt x="22" y="56"/>
                    </a:cubicBezTo>
                    <a:cubicBezTo>
                      <a:pt x="21" y="56"/>
                      <a:pt x="20" y="57"/>
                      <a:pt x="20" y="58"/>
                    </a:cubicBezTo>
                    <a:cubicBezTo>
                      <a:pt x="19" y="58"/>
                      <a:pt x="19" y="59"/>
                      <a:pt x="18" y="60"/>
                    </a:cubicBezTo>
                    <a:cubicBezTo>
                      <a:pt x="16" y="62"/>
                      <a:pt x="13" y="63"/>
                      <a:pt x="11" y="63"/>
                    </a:cubicBezTo>
                    <a:cubicBezTo>
                      <a:pt x="9" y="63"/>
                      <a:pt x="6" y="62"/>
                      <a:pt x="5" y="6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1" name="Google Shape;2941;p31"/>
              <p:cNvSpPr/>
              <p:nvPr/>
            </p:nvSpPr>
            <p:spPr>
              <a:xfrm>
                <a:off x="4053600" y="4540320"/>
                <a:ext cx="30960" cy="42840"/>
              </a:xfrm>
              <a:custGeom>
                <a:avLst/>
                <a:gdLst/>
                <a:ahLst/>
                <a:cxnLst/>
                <a:rect l="l" t="t" r="r" b="b"/>
                <a:pathLst>
                  <a:path w="86" h="119" extrusionOk="0">
                    <a:moveTo>
                      <a:pt x="6" y="116"/>
                    </a:moveTo>
                    <a:cubicBezTo>
                      <a:pt x="2" y="113"/>
                      <a:pt x="0" y="107"/>
                      <a:pt x="3" y="103"/>
                    </a:cubicBezTo>
                    <a:cubicBezTo>
                      <a:pt x="8" y="96"/>
                      <a:pt x="13" y="89"/>
                      <a:pt x="18" y="82"/>
                    </a:cubicBezTo>
                    <a:cubicBezTo>
                      <a:pt x="23" y="74"/>
                      <a:pt x="29" y="66"/>
                      <a:pt x="34" y="58"/>
                    </a:cubicBezTo>
                    <a:cubicBezTo>
                      <a:pt x="46" y="41"/>
                      <a:pt x="57" y="23"/>
                      <a:pt x="68" y="6"/>
                    </a:cubicBezTo>
                    <a:cubicBezTo>
                      <a:pt x="70" y="2"/>
                      <a:pt x="76" y="0"/>
                      <a:pt x="80" y="3"/>
                    </a:cubicBezTo>
                    <a:cubicBezTo>
                      <a:pt x="84" y="6"/>
                      <a:pt x="85" y="12"/>
                      <a:pt x="82" y="16"/>
                    </a:cubicBezTo>
                    <a:cubicBezTo>
                      <a:pt x="72" y="33"/>
                      <a:pt x="61" y="50"/>
                      <a:pt x="50" y="67"/>
                    </a:cubicBezTo>
                    <a:cubicBezTo>
                      <a:pt x="45" y="75"/>
                      <a:pt x="39" y="83"/>
                      <a:pt x="34" y="91"/>
                    </a:cubicBezTo>
                    <a:cubicBezTo>
                      <a:pt x="29" y="99"/>
                      <a:pt x="24" y="106"/>
                      <a:pt x="19" y="113"/>
                    </a:cubicBezTo>
                    <a:cubicBezTo>
                      <a:pt x="17" y="116"/>
                      <a:pt x="14" y="118"/>
                      <a:pt x="11" y="118"/>
                    </a:cubicBezTo>
                    <a:cubicBezTo>
                      <a:pt x="10" y="118"/>
                      <a:pt x="8" y="117"/>
                      <a:pt x="6" y="11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2" name="Google Shape;2942;p31"/>
              <p:cNvSpPr/>
              <p:nvPr/>
            </p:nvSpPr>
            <p:spPr>
              <a:xfrm>
                <a:off x="4088520" y="4478040"/>
                <a:ext cx="27000" cy="46080"/>
              </a:xfrm>
              <a:custGeom>
                <a:avLst/>
                <a:gdLst/>
                <a:ahLst/>
                <a:cxnLst/>
                <a:rect l="l" t="t" r="r" b="b"/>
                <a:pathLst>
                  <a:path w="75" h="128" extrusionOk="0">
                    <a:moveTo>
                      <a:pt x="10" y="127"/>
                    </a:moveTo>
                    <a:cubicBezTo>
                      <a:pt x="4" y="127"/>
                      <a:pt x="0" y="122"/>
                      <a:pt x="2" y="116"/>
                    </a:cubicBezTo>
                    <a:cubicBezTo>
                      <a:pt x="3" y="111"/>
                      <a:pt x="4" y="106"/>
                      <a:pt x="6" y="101"/>
                    </a:cubicBezTo>
                    <a:cubicBezTo>
                      <a:pt x="7" y="97"/>
                      <a:pt x="10" y="92"/>
                      <a:pt x="11" y="87"/>
                    </a:cubicBezTo>
                    <a:cubicBezTo>
                      <a:pt x="15" y="78"/>
                      <a:pt x="19" y="70"/>
                      <a:pt x="24" y="62"/>
                    </a:cubicBezTo>
                    <a:cubicBezTo>
                      <a:pt x="33" y="45"/>
                      <a:pt x="43" y="27"/>
                      <a:pt x="53" y="10"/>
                    </a:cubicBezTo>
                    <a:cubicBezTo>
                      <a:pt x="55" y="9"/>
                      <a:pt x="55" y="7"/>
                      <a:pt x="56" y="6"/>
                    </a:cubicBezTo>
                    <a:cubicBezTo>
                      <a:pt x="59" y="2"/>
                      <a:pt x="64" y="0"/>
                      <a:pt x="68" y="3"/>
                    </a:cubicBezTo>
                    <a:cubicBezTo>
                      <a:pt x="73" y="6"/>
                      <a:pt x="74" y="11"/>
                      <a:pt x="71" y="16"/>
                    </a:cubicBezTo>
                    <a:cubicBezTo>
                      <a:pt x="63" y="28"/>
                      <a:pt x="56" y="41"/>
                      <a:pt x="49" y="53"/>
                    </a:cubicBezTo>
                    <a:cubicBezTo>
                      <a:pt x="48" y="54"/>
                      <a:pt x="48" y="55"/>
                      <a:pt x="48" y="55"/>
                    </a:cubicBezTo>
                    <a:cubicBezTo>
                      <a:pt x="48" y="56"/>
                      <a:pt x="47" y="56"/>
                      <a:pt x="47" y="57"/>
                    </a:cubicBezTo>
                    <a:cubicBezTo>
                      <a:pt x="47" y="56"/>
                      <a:pt x="47" y="56"/>
                      <a:pt x="48" y="56"/>
                    </a:cubicBezTo>
                    <a:cubicBezTo>
                      <a:pt x="46" y="58"/>
                      <a:pt x="45" y="60"/>
                      <a:pt x="43" y="63"/>
                    </a:cubicBezTo>
                    <a:cubicBezTo>
                      <a:pt x="43" y="62"/>
                      <a:pt x="44" y="62"/>
                      <a:pt x="44" y="62"/>
                    </a:cubicBezTo>
                    <a:cubicBezTo>
                      <a:pt x="41" y="69"/>
                      <a:pt x="37" y="75"/>
                      <a:pt x="34" y="81"/>
                    </a:cubicBezTo>
                    <a:cubicBezTo>
                      <a:pt x="31" y="87"/>
                      <a:pt x="29" y="94"/>
                      <a:pt x="27" y="99"/>
                    </a:cubicBezTo>
                    <a:cubicBezTo>
                      <a:pt x="25" y="104"/>
                      <a:pt x="23" y="109"/>
                      <a:pt x="22" y="114"/>
                    </a:cubicBezTo>
                    <a:cubicBezTo>
                      <a:pt x="22" y="113"/>
                      <a:pt x="22" y="113"/>
                      <a:pt x="22" y="113"/>
                    </a:cubicBezTo>
                    <a:cubicBezTo>
                      <a:pt x="21" y="116"/>
                      <a:pt x="21" y="118"/>
                      <a:pt x="21" y="120"/>
                    </a:cubicBezTo>
                    <a:cubicBezTo>
                      <a:pt x="20" y="125"/>
                      <a:pt x="16" y="127"/>
                      <a:pt x="11" y="127"/>
                    </a:cubicBezTo>
                    <a:lnTo>
                      <a:pt x="10" y="12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3" name="Google Shape;2943;p31"/>
              <p:cNvSpPr/>
              <p:nvPr/>
            </p:nvSpPr>
            <p:spPr>
              <a:xfrm>
                <a:off x="4122720" y="4394880"/>
                <a:ext cx="30600" cy="45000"/>
              </a:xfrm>
              <a:custGeom>
                <a:avLst/>
                <a:gdLst/>
                <a:ahLst/>
                <a:cxnLst/>
                <a:rect l="l" t="t" r="r" b="b"/>
                <a:pathLst>
                  <a:path w="85" h="125" extrusionOk="0">
                    <a:moveTo>
                      <a:pt x="6" y="122"/>
                    </a:moveTo>
                    <a:cubicBezTo>
                      <a:pt x="1" y="119"/>
                      <a:pt x="0" y="112"/>
                      <a:pt x="4" y="108"/>
                    </a:cubicBezTo>
                    <a:cubicBezTo>
                      <a:pt x="5" y="108"/>
                      <a:pt x="5" y="108"/>
                      <a:pt x="5" y="108"/>
                    </a:cubicBezTo>
                    <a:lnTo>
                      <a:pt x="4" y="108"/>
                    </a:lnTo>
                    <a:cubicBezTo>
                      <a:pt x="5" y="108"/>
                      <a:pt x="5" y="108"/>
                      <a:pt x="5" y="107"/>
                    </a:cubicBezTo>
                    <a:cubicBezTo>
                      <a:pt x="7" y="104"/>
                      <a:pt x="9" y="100"/>
                      <a:pt x="11" y="96"/>
                    </a:cubicBezTo>
                    <a:cubicBezTo>
                      <a:pt x="13" y="93"/>
                      <a:pt x="16" y="89"/>
                      <a:pt x="18" y="85"/>
                    </a:cubicBezTo>
                    <a:cubicBezTo>
                      <a:pt x="23" y="76"/>
                      <a:pt x="28" y="68"/>
                      <a:pt x="33" y="59"/>
                    </a:cubicBezTo>
                    <a:cubicBezTo>
                      <a:pt x="44" y="41"/>
                      <a:pt x="55" y="23"/>
                      <a:pt x="67" y="5"/>
                    </a:cubicBezTo>
                    <a:cubicBezTo>
                      <a:pt x="69" y="1"/>
                      <a:pt x="75" y="0"/>
                      <a:pt x="79" y="2"/>
                    </a:cubicBezTo>
                    <a:cubicBezTo>
                      <a:pt x="83" y="5"/>
                      <a:pt x="84" y="11"/>
                      <a:pt x="81" y="15"/>
                    </a:cubicBezTo>
                    <a:cubicBezTo>
                      <a:pt x="63" y="43"/>
                      <a:pt x="45" y="72"/>
                      <a:pt x="29" y="102"/>
                    </a:cubicBezTo>
                    <a:cubicBezTo>
                      <a:pt x="26" y="106"/>
                      <a:pt x="24" y="111"/>
                      <a:pt x="21" y="115"/>
                    </a:cubicBezTo>
                    <a:lnTo>
                      <a:pt x="22" y="115"/>
                    </a:lnTo>
                    <a:lnTo>
                      <a:pt x="21" y="115"/>
                    </a:lnTo>
                    <a:lnTo>
                      <a:pt x="21" y="116"/>
                    </a:lnTo>
                    <a:lnTo>
                      <a:pt x="21" y="115"/>
                    </a:lnTo>
                    <a:cubicBezTo>
                      <a:pt x="21" y="116"/>
                      <a:pt x="21" y="117"/>
                      <a:pt x="21" y="117"/>
                    </a:cubicBezTo>
                    <a:cubicBezTo>
                      <a:pt x="20" y="117"/>
                      <a:pt x="20" y="118"/>
                      <a:pt x="20" y="118"/>
                    </a:cubicBezTo>
                    <a:cubicBezTo>
                      <a:pt x="19" y="121"/>
                      <a:pt x="15" y="124"/>
                      <a:pt x="12" y="124"/>
                    </a:cubicBezTo>
                    <a:cubicBezTo>
                      <a:pt x="10" y="124"/>
                      <a:pt x="8" y="123"/>
                      <a:pt x="6" y="1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4" name="Google Shape;2944;p31"/>
              <p:cNvSpPr/>
              <p:nvPr/>
            </p:nvSpPr>
            <p:spPr>
              <a:xfrm>
                <a:off x="4166640" y="4354920"/>
                <a:ext cx="25560" cy="19440"/>
              </a:xfrm>
              <a:custGeom>
                <a:avLst/>
                <a:gdLst/>
                <a:ahLst/>
                <a:cxnLst/>
                <a:rect l="l" t="t" r="r" b="b"/>
                <a:pathLst>
                  <a:path w="71" h="54" extrusionOk="0">
                    <a:moveTo>
                      <a:pt x="5" y="51"/>
                    </a:moveTo>
                    <a:cubicBezTo>
                      <a:pt x="1" y="48"/>
                      <a:pt x="0" y="42"/>
                      <a:pt x="4" y="38"/>
                    </a:cubicBezTo>
                    <a:cubicBezTo>
                      <a:pt x="6" y="34"/>
                      <a:pt x="10" y="31"/>
                      <a:pt x="14" y="28"/>
                    </a:cubicBezTo>
                    <a:cubicBezTo>
                      <a:pt x="18" y="25"/>
                      <a:pt x="22" y="22"/>
                      <a:pt x="26" y="20"/>
                    </a:cubicBezTo>
                    <a:cubicBezTo>
                      <a:pt x="30" y="17"/>
                      <a:pt x="34" y="14"/>
                      <a:pt x="39" y="11"/>
                    </a:cubicBezTo>
                    <a:cubicBezTo>
                      <a:pt x="44" y="8"/>
                      <a:pt x="50" y="6"/>
                      <a:pt x="55" y="3"/>
                    </a:cubicBezTo>
                    <a:cubicBezTo>
                      <a:pt x="60" y="0"/>
                      <a:pt x="65" y="2"/>
                      <a:pt x="68" y="7"/>
                    </a:cubicBezTo>
                    <a:cubicBezTo>
                      <a:pt x="70" y="11"/>
                      <a:pt x="68" y="17"/>
                      <a:pt x="64" y="19"/>
                    </a:cubicBezTo>
                    <a:cubicBezTo>
                      <a:pt x="58" y="21"/>
                      <a:pt x="53" y="24"/>
                      <a:pt x="47" y="27"/>
                    </a:cubicBezTo>
                    <a:cubicBezTo>
                      <a:pt x="40" y="32"/>
                      <a:pt x="32" y="38"/>
                      <a:pt x="25" y="43"/>
                    </a:cubicBezTo>
                    <a:cubicBezTo>
                      <a:pt x="23" y="44"/>
                      <a:pt x="22" y="45"/>
                      <a:pt x="21" y="46"/>
                    </a:cubicBezTo>
                    <a:cubicBezTo>
                      <a:pt x="20" y="47"/>
                      <a:pt x="19" y="48"/>
                      <a:pt x="19" y="49"/>
                    </a:cubicBezTo>
                    <a:cubicBezTo>
                      <a:pt x="19" y="48"/>
                      <a:pt x="19" y="48"/>
                      <a:pt x="20" y="48"/>
                    </a:cubicBezTo>
                    <a:cubicBezTo>
                      <a:pt x="19" y="48"/>
                      <a:pt x="19" y="49"/>
                      <a:pt x="18" y="50"/>
                    </a:cubicBezTo>
                    <a:cubicBezTo>
                      <a:pt x="16" y="52"/>
                      <a:pt x="13" y="53"/>
                      <a:pt x="11" y="53"/>
                    </a:cubicBezTo>
                    <a:cubicBezTo>
                      <a:pt x="9" y="53"/>
                      <a:pt x="6" y="52"/>
                      <a:pt x="5" y="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5" name="Google Shape;2945;p31"/>
              <p:cNvSpPr/>
              <p:nvPr/>
            </p:nvSpPr>
            <p:spPr>
              <a:xfrm>
                <a:off x="4212360" y="4354920"/>
                <a:ext cx="29520" cy="24480"/>
              </a:xfrm>
              <a:custGeom>
                <a:avLst/>
                <a:gdLst/>
                <a:ahLst/>
                <a:cxnLst/>
                <a:rect l="l" t="t" r="r" b="b"/>
                <a:pathLst>
                  <a:path w="82" h="68" extrusionOk="0">
                    <a:moveTo>
                      <a:pt x="65" y="65"/>
                    </a:moveTo>
                    <a:cubicBezTo>
                      <a:pt x="56" y="58"/>
                      <a:pt x="47" y="50"/>
                      <a:pt x="38" y="43"/>
                    </a:cubicBezTo>
                    <a:cubicBezTo>
                      <a:pt x="32" y="39"/>
                      <a:pt x="26" y="35"/>
                      <a:pt x="21" y="32"/>
                    </a:cubicBezTo>
                    <a:cubicBezTo>
                      <a:pt x="17" y="29"/>
                      <a:pt x="14" y="27"/>
                      <a:pt x="11" y="25"/>
                    </a:cubicBezTo>
                    <a:cubicBezTo>
                      <a:pt x="8" y="23"/>
                      <a:pt x="6" y="21"/>
                      <a:pt x="4" y="18"/>
                    </a:cubicBezTo>
                    <a:cubicBezTo>
                      <a:pt x="0" y="15"/>
                      <a:pt x="0" y="9"/>
                      <a:pt x="3" y="5"/>
                    </a:cubicBezTo>
                    <a:cubicBezTo>
                      <a:pt x="6" y="1"/>
                      <a:pt x="12" y="0"/>
                      <a:pt x="16" y="4"/>
                    </a:cubicBezTo>
                    <a:cubicBezTo>
                      <a:pt x="18" y="5"/>
                      <a:pt x="18" y="7"/>
                      <a:pt x="20" y="8"/>
                    </a:cubicBezTo>
                    <a:cubicBezTo>
                      <a:pt x="22" y="9"/>
                      <a:pt x="24" y="11"/>
                      <a:pt x="25" y="12"/>
                    </a:cubicBezTo>
                    <a:lnTo>
                      <a:pt x="25" y="11"/>
                    </a:lnTo>
                    <a:cubicBezTo>
                      <a:pt x="25" y="12"/>
                      <a:pt x="25" y="12"/>
                      <a:pt x="25" y="12"/>
                    </a:cubicBezTo>
                    <a:cubicBezTo>
                      <a:pt x="26" y="12"/>
                      <a:pt x="27" y="13"/>
                      <a:pt x="28" y="14"/>
                    </a:cubicBezTo>
                    <a:cubicBezTo>
                      <a:pt x="27" y="14"/>
                      <a:pt x="27" y="13"/>
                      <a:pt x="26" y="13"/>
                    </a:cubicBezTo>
                    <a:cubicBezTo>
                      <a:pt x="35" y="19"/>
                      <a:pt x="43" y="24"/>
                      <a:pt x="51" y="30"/>
                    </a:cubicBezTo>
                    <a:cubicBezTo>
                      <a:pt x="60" y="37"/>
                      <a:pt x="68" y="44"/>
                      <a:pt x="77" y="51"/>
                    </a:cubicBezTo>
                    <a:cubicBezTo>
                      <a:pt x="80" y="54"/>
                      <a:pt x="81" y="60"/>
                      <a:pt x="78" y="64"/>
                    </a:cubicBezTo>
                    <a:cubicBezTo>
                      <a:pt x="76" y="66"/>
                      <a:pt x="73" y="67"/>
                      <a:pt x="71" y="67"/>
                    </a:cubicBezTo>
                    <a:cubicBezTo>
                      <a:pt x="68" y="67"/>
                      <a:pt x="67" y="67"/>
                      <a:pt x="65" y="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6" name="Google Shape;2946;p31"/>
              <p:cNvSpPr/>
              <p:nvPr/>
            </p:nvSpPr>
            <p:spPr>
              <a:xfrm>
                <a:off x="4257720" y="4390560"/>
                <a:ext cx="20520" cy="30600"/>
              </a:xfrm>
              <a:custGeom>
                <a:avLst/>
                <a:gdLst/>
                <a:ahLst/>
                <a:cxnLst/>
                <a:rect l="l" t="t" r="r" b="b"/>
                <a:pathLst>
                  <a:path w="57" h="85" extrusionOk="0">
                    <a:moveTo>
                      <a:pt x="37" y="79"/>
                    </a:moveTo>
                    <a:cubicBezTo>
                      <a:pt x="36" y="76"/>
                      <a:pt x="34" y="73"/>
                      <a:pt x="32" y="70"/>
                    </a:cubicBezTo>
                    <a:cubicBezTo>
                      <a:pt x="26" y="60"/>
                      <a:pt x="20" y="51"/>
                      <a:pt x="15" y="42"/>
                    </a:cubicBezTo>
                    <a:cubicBezTo>
                      <a:pt x="10" y="33"/>
                      <a:pt x="6" y="24"/>
                      <a:pt x="2" y="15"/>
                    </a:cubicBezTo>
                    <a:cubicBezTo>
                      <a:pt x="0" y="10"/>
                      <a:pt x="2" y="4"/>
                      <a:pt x="8" y="2"/>
                    </a:cubicBezTo>
                    <a:cubicBezTo>
                      <a:pt x="13" y="0"/>
                      <a:pt x="19" y="4"/>
                      <a:pt x="20" y="9"/>
                    </a:cubicBezTo>
                    <a:lnTo>
                      <a:pt x="20" y="10"/>
                    </a:lnTo>
                    <a:cubicBezTo>
                      <a:pt x="20" y="9"/>
                      <a:pt x="20" y="9"/>
                      <a:pt x="20" y="9"/>
                    </a:cubicBezTo>
                    <a:lnTo>
                      <a:pt x="20" y="10"/>
                    </a:lnTo>
                    <a:cubicBezTo>
                      <a:pt x="21" y="12"/>
                      <a:pt x="22" y="14"/>
                      <a:pt x="23" y="16"/>
                    </a:cubicBezTo>
                    <a:lnTo>
                      <a:pt x="23" y="15"/>
                    </a:lnTo>
                    <a:cubicBezTo>
                      <a:pt x="26" y="22"/>
                      <a:pt x="29" y="28"/>
                      <a:pt x="32" y="33"/>
                    </a:cubicBezTo>
                    <a:cubicBezTo>
                      <a:pt x="39" y="46"/>
                      <a:pt x="47" y="58"/>
                      <a:pt x="54" y="71"/>
                    </a:cubicBezTo>
                    <a:cubicBezTo>
                      <a:pt x="56" y="75"/>
                      <a:pt x="54" y="81"/>
                      <a:pt x="49" y="83"/>
                    </a:cubicBezTo>
                    <a:cubicBezTo>
                      <a:pt x="48" y="84"/>
                      <a:pt x="47" y="84"/>
                      <a:pt x="46" y="84"/>
                    </a:cubicBezTo>
                    <a:cubicBezTo>
                      <a:pt x="42" y="84"/>
                      <a:pt x="39" y="82"/>
                      <a:pt x="37" y="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7" name="Google Shape;2947;p31"/>
              <p:cNvSpPr/>
              <p:nvPr/>
            </p:nvSpPr>
            <p:spPr>
              <a:xfrm>
                <a:off x="4285800" y="4442400"/>
                <a:ext cx="22680" cy="30960"/>
              </a:xfrm>
              <a:custGeom>
                <a:avLst/>
                <a:gdLst/>
                <a:ahLst/>
                <a:cxnLst/>
                <a:rect l="l" t="t" r="r" b="b"/>
                <a:pathLst>
                  <a:path w="63" h="86" extrusionOk="0">
                    <a:moveTo>
                      <a:pt x="44" y="82"/>
                    </a:moveTo>
                    <a:cubicBezTo>
                      <a:pt x="37" y="70"/>
                      <a:pt x="29" y="59"/>
                      <a:pt x="22" y="46"/>
                    </a:cubicBezTo>
                    <a:cubicBezTo>
                      <a:pt x="15" y="36"/>
                      <a:pt x="9" y="27"/>
                      <a:pt x="3" y="17"/>
                    </a:cubicBezTo>
                    <a:cubicBezTo>
                      <a:pt x="0" y="13"/>
                      <a:pt x="1" y="6"/>
                      <a:pt x="5" y="3"/>
                    </a:cubicBezTo>
                    <a:cubicBezTo>
                      <a:pt x="9" y="0"/>
                      <a:pt x="16" y="2"/>
                      <a:pt x="19" y="6"/>
                    </a:cubicBezTo>
                    <a:cubicBezTo>
                      <a:pt x="20" y="9"/>
                      <a:pt x="22" y="12"/>
                      <a:pt x="25" y="15"/>
                    </a:cubicBezTo>
                    <a:cubicBezTo>
                      <a:pt x="24" y="15"/>
                      <a:pt x="24" y="14"/>
                      <a:pt x="23" y="14"/>
                    </a:cubicBezTo>
                    <a:cubicBezTo>
                      <a:pt x="24" y="14"/>
                      <a:pt x="24" y="15"/>
                      <a:pt x="25" y="16"/>
                    </a:cubicBezTo>
                    <a:lnTo>
                      <a:pt x="25" y="15"/>
                    </a:lnTo>
                    <a:cubicBezTo>
                      <a:pt x="27" y="20"/>
                      <a:pt x="30" y="26"/>
                      <a:pt x="34" y="31"/>
                    </a:cubicBezTo>
                    <a:cubicBezTo>
                      <a:pt x="35" y="33"/>
                      <a:pt x="36" y="35"/>
                      <a:pt x="37" y="36"/>
                    </a:cubicBezTo>
                    <a:cubicBezTo>
                      <a:pt x="44" y="48"/>
                      <a:pt x="52" y="60"/>
                      <a:pt x="59" y="71"/>
                    </a:cubicBezTo>
                    <a:cubicBezTo>
                      <a:pt x="62" y="76"/>
                      <a:pt x="61" y="81"/>
                      <a:pt x="57" y="84"/>
                    </a:cubicBezTo>
                    <a:cubicBezTo>
                      <a:pt x="55" y="85"/>
                      <a:pt x="54" y="85"/>
                      <a:pt x="52" y="85"/>
                    </a:cubicBezTo>
                    <a:cubicBezTo>
                      <a:pt x="49" y="85"/>
                      <a:pt x="46" y="84"/>
                      <a:pt x="44" y="8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8" name="Google Shape;2948;p31"/>
              <p:cNvSpPr/>
              <p:nvPr/>
            </p:nvSpPr>
            <p:spPr>
              <a:xfrm>
                <a:off x="4316040" y="4496400"/>
                <a:ext cx="21960" cy="36720"/>
              </a:xfrm>
              <a:custGeom>
                <a:avLst/>
                <a:gdLst/>
                <a:ahLst/>
                <a:cxnLst/>
                <a:rect l="l" t="t" r="r" b="b"/>
                <a:pathLst>
                  <a:path w="61" h="102" extrusionOk="0">
                    <a:moveTo>
                      <a:pt x="42" y="97"/>
                    </a:moveTo>
                    <a:cubicBezTo>
                      <a:pt x="38" y="89"/>
                      <a:pt x="34" y="82"/>
                      <a:pt x="30" y="74"/>
                    </a:cubicBezTo>
                    <a:cubicBezTo>
                      <a:pt x="26" y="68"/>
                      <a:pt x="23" y="61"/>
                      <a:pt x="19" y="54"/>
                    </a:cubicBezTo>
                    <a:cubicBezTo>
                      <a:pt x="15" y="47"/>
                      <a:pt x="12" y="41"/>
                      <a:pt x="9" y="34"/>
                    </a:cubicBezTo>
                    <a:cubicBezTo>
                      <a:pt x="5" y="27"/>
                      <a:pt x="2" y="20"/>
                      <a:pt x="1" y="12"/>
                    </a:cubicBezTo>
                    <a:cubicBezTo>
                      <a:pt x="0" y="7"/>
                      <a:pt x="3" y="2"/>
                      <a:pt x="8" y="1"/>
                    </a:cubicBezTo>
                    <a:cubicBezTo>
                      <a:pt x="13" y="0"/>
                      <a:pt x="19" y="2"/>
                      <a:pt x="19" y="8"/>
                    </a:cubicBezTo>
                    <a:cubicBezTo>
                      <a:pt x="19" y="9"/>
                      <a:pt x="20" y="11"/>
                      <a:pt x="21" y="13"/>
                    </a:cubicBezTo>
                    <a:cubicBezTo>
                      <a:pt x="21" y="16"/>
                      <a:pt x="22" y="19"/>
                      <a:pt x="24" y="23"/>
                    </a:cubicBezTo>
                    <a:cubicBezTo>
                      <a:pt x="24" y="22"/>
                      <a:pt x="24" y="22"/>
                      <a:pt x="23" y="22"/>
                    </a:cubicBezTo>
                    <a:cubicBezTo>
                      <a:pt x="24" y="22"/>
                      <a:pt x="24" y="22"/>
                      <a:pt x="24" y="23"/>
                    </a:cubicBezTo>
                    <a:cubicBezTo>
                      <a:pt x="26" y="27"/>
                      <a:pt x="28" y="32"/>
                      <a:pt x="30" y="37"/>
                    </a:cubicBezTo>
                    <a:cubicBezTo>
                      <a:pt x="33" y="43"/>
                      <a:pt x="36" y="48"/>
                      <a:pt x="40" y="54"/>
                    </a:cubicBezTo>
                    <a:cubicBezTo>
                      <a:pt x="46" y="65"/>
                      <a:pt x="52" y="77"/>
                      <a:pt x="58" y="89"/>
                    </a:cubicBezTo>
                    <a:cubicBezTo>
                      <a:pt x="60" y="93"/>
                      <a:pt x="58" y="98"/>
                      <a:pt x="54" y="100"/>
                    </a:cubicBezTo>
                    <a:cubicBezTo>
                      <a:pt x="53" y="101"/>
                      <a:pt x="51" y="101"/>
                      <a:pt x="50" y="101"/>
                    </a:cubicBezTo>
                    <a:cubicBezTo>
                      <a:pt x="47" y="101"/>
                      <a:pt x="43" y="100"/>
                      <a:pt x="42" y="9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9" name="Google Shape;2949;p31"/>
              <p:cNvSpPr/>
              <p:nvPr/>
            </p:nvSpPr>
            <p:spPr>
              <a:xfrm>
                <a:off x="4346280" y="4576320"/>
                <a:ext cx="16200" cy="22680"/>
              </a:xfrm>
              <a:custGeom>
                <a:avLst/>
                <a:gdLst/>
                <a:ahLst/>
                <a:cxnLst/>
                <a:rect l="l" t="t" r="r" b="b"/>
                <a:pathLst>
                  <a:path w="45" h="63" extrusionOk="0">
                    <a:moveTo>
                      <a:pt x="26" y="57"/>
                    </a:moveTo>
                    <a:cubicBezTo>
                      <a:pt x="21" y="49"/>
                      <a:pt x="17" y="41"/>
                      <a:pt x="13" y="34"/>
                    </a:cubicBezTo>
                    <a:cubicBezTo>
                      <a:pt x="10" y="27"/>
                      <a:pt x="6" y="22"/>
                      <a:pt x="2" y="15"/>
                    </a:cubicBezTo>
                    <a:cubicBezTo>
                      <a:pt x="0" y="11"/>
                      <a:pt x="2" y="5"/>
                      <a:pt x="6" y="2"/>
                    </a:cubicBezTo>
                    <a:cubicBezTo>
                      <a:pt x="11" y="0"/>
                      <a:pt x="17" y="2"/>
                      <a:pt x="19" y="7"/>
                    </a:cubicBezTo>
                    <a:cubicBezTo>
                      <a:pt x="23" y="13"/>
                      <a:pt x="25" y="19"/>
                      <a:pt x="29" y="26"/>
                    </a:cubicBezTo>
                    <a:cubicBezTo>
                      <a:pt x="33" y="33"/>
                      <a:pt x="38" y="41"/>
                      <a:pt x="42" y="48"/>
                    </a:cubicBezTo>
                    <a:cubicBezTo>
                      <a:pt x="44" y="53"/>
                      <a:pt x="42" y="59"/>
                      <a:pt x="38" y="61"/>
                    </a:cubicBezTo>
                    <a:cubicBezTo>
                      <a:pt x="37" y="61"/>
                      <a:pt x="35" y="62"/>
                      <a:pt x="34" y="62"/>
                    </a:cubicBezTo>
                    <a:cubicBezTo>
                      <a:pt x="31" y="62"/>
                      <a:pt x="28" y="60"/>
                      <a:pt x="26" y="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0" name="Google Shape;2950;p31"/>
              <p:cNvSpPr/>
              <p:nvPr/>
            </p:nvSpPr>
            <p:spPr>
              <a:xfrm>
                <a:off x="3965400" y="4628520"/>
                <a:ext cx="19080" cy="18720"/>
              </a:xfrm>
              <a:custGeom>
                <a:avLst/>
                <a:gdLst/>
                <a:ahLst/>
                <a:cxnLst/>
                <a:rect l="l" t="t" r="r" b="b"/>
                <a:pathLst>
                  <a:path w="53" h="52" extrusionOk="0">
                    <a:moveTo>
                      <a:pt x="36" y="50"/>
                    </a:moveTo>
                    <a:cubicBezTo>
                      <a:pt x="35" y="49"/>
                      <a:pt x="34" y="48"/>
                      <a:pt x="33" y="47"/>
                    </a:cubicBezTo>
                    <a:cubicBezTo>
                      <a:pt x="31" y="46"/>
                      <a:pt x="30" y="44"/>
                      <a:pt x="29" y="43"/>
                    </a:cubicBezTo>
                    <a:cubicBezTo>
                      <a:pt x="27" y="40"/>
                      <a:pt x="24" y="38"/>
                      <a:pt x="21" y="35"/>
                    </a:cubicBezTo>
                    <a:cubicBezTo>
                      <a:pt x="15" y="29"/>
                      <a:pt x="9" y="22"/>
                      <a:pt x="3" y="16"/>
                    </a:cubicBezTo>
                    <a:cubicBezTo>
                      <a:pt x="0" y="12"/>
                      <a:pt x="0" y="6"/>
                      <a:pt x="4" y="3"/>
                    </a:cubicBezTo>
                    <a:cubicBezTo>
                      <a:pt x="8" y="0"/>
                      <a:pt x="13" y="0"/>
                      <a:pt x="17" y="4"/>
                    </a:cubicBezTo>
                    <a:cubicBezTo>
                      <a:pt x="25" y="12"/>
                      <a:pt x="33" y="21"/>
                      <a:pt x="42" y="29"/>
                    </a:cubicBezTo>
                    <a:cubicBezTo>
                      <a:pt x="42" y="29"/>
                      <a:pt x="41" y="29"/>
                      <a:pt x="41" y="28"/>
                    </a:cubicBezTo>
                    <a:cubicBezTo>
                      <a:pt x="43" y="30"/>
                      <a:pt x="45" y="32"/>
                      <a:pt x="47" y="34"/>
                    </a:cubicBezTo>
                    <a:cubicBezTo>
                      <a:pt x="51" y="37"/>
                      <a:pt x="52" y="43"/>
                      <a:pt x="49" y="47"/>
                    </a:cubicBezTo>
                    <a:cubicBezTo>
                      <a:pt x="48" y="50"/>
                      <a:pt x="44" y="51"/>
                      <a:pt x="41" y="51"/>
                    </a:cubicBezTo>
                    <a:cubicBezTo>
                      <a:pt x="40" y="51"/>
                      <a:pt x="38" y="51"/>
                      <a:pt x="36" y="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1" name="Google Shape;2951;p31"/>
              <p:cNvSpPr/>
              <p:nvPr/>
            </p:nvSpPr>
            <p:spPr>
              <a:xfrm>
                <a:off x="3922920" y="4566960"/>
                <a:ext cx="1980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55" h="77" extrusionOk="0">
                    <a:moveTo>
                      <a:pt x="36" y="73"/>
                    </a:moveTo>
                    <a:cubicBezTo>
                      <a:pt x="29" y="65"/>
                      <a:pt x="24" y="55"/>
                      <a:pt x="18" y="46"/>
                    </a:cubicBezTo>
                    <a:cubicBezTo>
                      <a:pt x="15" y="42"/>
                      <a:pt x="13" y="37"/>
                      <a:pt x="11" y="33"/>
                    </a:cubicBezTo>
                    <a:cubicBezTo>
                      <a:pt x="8" y="26"/>
                      <a:pt x="5" y="20"/>
                      <a:pt x="1" y="14"/>
                    </a:cubicBezTo>
                    <a:cubicBezTo>
                      <a:pt x="0" y="10"/>
                      <a:pt x="1" y="5"/>
                      <a:pt x="5" y="2"/>
                    </a:cubicBezTo>
                    <a:cubicBezTo>
                      <a:pt x="10" y="0"/>
                      <a:pt x="15" y="2"/>
                      <a:pt x="18" y="6"/>
                    </a:cubicBezTo>
                    <a:cubicBezTo>
                      <a:pt x="23" y="16"/>
                      <a:pt x="28" y="27"/>
                      <a:pt x="34" y="37"/>
                    </a:cubicBezTo>
                    <a:cubicBezTo>
                      <a:pt x="37" y="42"/>
                      <a:pt x="41" y="48"/>
                      <a:pt x="45" y="53"/>
                    </a:cubicBezTo>
                    <a:cubicBezTo>
                      <a:pt x="46" y="55"/>
                      <a:pt x="49" y="58"/>
                      <a:pt x="50" y="60"/>
                    </a:cubicBezTo>
                    <a:cubicBezTo>
                      <a:pt x="54" y="63"/>
                      <a:pt x="54" y="70"/>
                      <a:pt x="50" y="73"/>
                    </a:cubicBezTo>
                    <a:cubicBezTo>
                      <a:pt x="48" y="75"/>
                      <a:pt x="46" y="76"/>
                      <a:pt x="43" y="76"/>
                    </a:cubicBezTo>
                    <a:cubicBezTo>
                      <a:pt x="41" y="76"/>
                      <a:pt x="38" y="74"/>
                      <a:pt x="36" y="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2" name="Google Shape;2952;p31"/>
              <p:cNvSpPr/>
              <p:nvPr/>
            </p:nvSpPr>
            <p:spPr>
              <a:xfrm>
                <a:off x="3897360" y="4487040"/>
                <a:ext cx="17640" cy="30960"/>
              </a:xfrm>
              <a:custGeom>
                <a:avLst/>
                <a:gdLst/>
                <a:ahLst/>
                <a:cxnLst/>
                <a:rect l="l" t="t" r="r" b="b"/>
                <a:pathLst>
                  <a:path w="49" h="86" extrusionOk="0">
                    <a:moveTo>
                      <a:pt x="29" y="79"/>
                    </a:moveTo>
                    <a:cubicBezTo>
                      <a:pt x="29" y="79"/>
                      <a:pt x="28" y="78"/>
                      <a:pt x="28" y="77"/>
                    </a:cubicBezTo>
                    <a:cubicBezTo>
                      <a:pt x="26" y="73"/>
                      <a:pt x="23" y="68"/>
                      <a:pt x="21" y="63"/>
                    </a:cubicBezTo>
                    <a:cubicBezTo>
                      <a:pt x="18" y="59"/>
                      <a:pt x="16" y="53"/>
                      <a:pt x="14" y="49"/>
                    </a:cubicBezTo>
                    <a:cubicBezTo>
                      <a:pt x="9" y="37"/>
                      <a:pt x="5" y="25"/>
                      <a:pt x="1" y="13"/>
                    </a:cubicBezTo>
                    <a:cubicBezTo>
                      <a:pt x="0" y="9"/>
                      <a:pt x="2" y="3"/>
                      <a:pt x="7" y="2"/>
                    </a:cubicBezTo>
                    <a:cubicBezTo>
                      <a:pt x="11" y="0"/>
                      <a:pt x="17" y="2"/>
                      <a:pt x="19" y="7"/>
                    </a:cubicBezTo>
                    <a:cubicBezTo>
                      <a:pt x="22" y="20"/>
                      <a:pt x="27" y="32"/>
                      <a:pt x="32" y="44"/>
                    </a:cubicBezTo>
                    <a:cubicBezTo>
                      <a:pt x="34" y="49"/>
                      <a:pt x="37" y="54"/>
                      <a:pt x="39" y="59"/>
                    </a:cubicBezTo>
                    <a:cubicBezTo>
                      <a:pt x="42" y="63"/>
                      <a:pt x="44" y="67"/>
                      <a:pt x="46" y="71"/>
                    </a:cubicBezTo>
                    <a:cubicBezTo>
                      <a:pt x="48" y="76"/>
                      <a:pt x="47" y="81"/>
                      <a:pt x="42" y="84"/>
                    </a:cubicBezTo>
                    <a:cubicBezTo>
                      <a:pt x="40" y="85"/>
                      <a:pt x="39" y="85"/>
                      <a:pt x="37" y="85"/>
                    </a:cubicBezTo>
                    <a:cubicBezTo>
                      <a:pt x="34" y="85"/>
                      <a:pt x="30" y="83"/>
                      <a:pt x="29" y="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3" name="Google Shape;2953;p31"/>
              <p:cNvSpPr/>
              <p:nvPr/>
            </p:nvSpPr>
            <p:spPr>
              <a:xfrm>
                <a:off x="3874680" y="4423680"/>
                <a:ext cx="12960" cy="18360"/>
              </a:xfrm>
              <a:custGeom>
                <a:avLst/>
                <a:gdLst/>
                <a:ahLst/>
                <a:cxnLst/>
                <a:rect l="l" t="t" r="r" b="b"/>
                <a:pathLst>
                  <a:path w="36" h="51" extrusionOk="0">
                    <a:moveTo>
                      <a:pt x="22" y="50"/>
                    </a:moveTo>
                    <a:cubicBezTo>
                      <a:pt x="19" y="49"/>
                      <a:pt x="17" y="47"/>
                      <a:pt x="16" y="45"/>
                    </a:cubicBezTo>
                    <a:cubicBezTo>
                      <a:pt x="14" y="41"/>
                      <a:pt x="12" y="38"/>
                      <a:pt x="10" y="34"/>
                    </a:cubicBezTo>
                    <a:cubicBezTo>
                      <a:pt x="11" y="34"/>
                      <a:pt x="11" y="34"/>
                      <a:pt x="11" y="34"/>
                    </a:cubicBezTo>
                    <a:cubicBezTo>
                      <a:pt x="8" y="28"/>
                      <a:pt x="5" y="21"/>
                      <a:pt x="3" y="14"/>
                    </a:cubicBezTo>
                    <a:cubicBezTo>
                      <a:pt x="0" y="10"/>
                      <a:pt x="3" y="4"/>
                      <a:pt x="8" y="2"/>
                    </a:cubicBezTo>
                    <a:cubicBezTo>
                      <a:pt x="12" y="0"/>
                      <a:pt x="18" y="3"/>
                      <a:pt x="19" y="8"/>
                    </a:cubicBezTo>
                    <a:cubicBezTo>
                      <a:pt x="21" y="11"/>
                      <a:pt x="22" y="15"/>
                      <a:pt x="24" y="19"/>
                    </a:cubicBezTo>
                    <a:cubicBezTo>
                      <a:pt x="26" y="24"/>
                      <a:pt x="28" y="29"/>
                      <a:pt x="31" y="33"/>
                    </a:cubicBezTo>
                    <a:cubicBezTo>
                      <a:pt x="31" y="34"/>
                      <a:pt x="32" y="34"/>
                      <a:pt x="32" y="35"/>
                    </a:cubicBezTo>
                    <a:cubicBezTo>
                      <a:pt x="35" y="39"/>
                      <a:pt x="34" y="45"/>
                      <a:pt x="29" y="48"/>
                    </a:cubicBezTo>
                    <a:cubicBezTo>
                      <a:pt x="28" y="49"/>
                      <a:pt x="26" y="50"/>
                      <a:pt x="24" y="50"/>
                    </a:cubicBezTo>
                    <a:cubicBezTo>
                      <a:pt x="24" y="50"/>
                      <a:pt x="23" y="50"/>
                      <a:pt x="22" y="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4" name="Google Shape;2954;p31"/>
              <p:cNvSpPr/>
              <p:nvPr/>
            </p:nvSpPr>
            <p:spPr>
              <a:xfrm>
                <a:off x="3826800" y="4368600"/>
                <a:ext cx="30240" cy="28080"/>
              </a:xfrm>
              <a:custGeom>
                <a:avLst/>
                <a:gdLst/>
                <a:ahLst/>
                <a:cxnLst/>
                <a:rect l="l" t="t" r="r" b="b"/>
                <a:pathLst>
                  <a:path w="84" h="78" extrusionOk="0">
                    <a:moveTo>
                      <a:pt x="64" y="73"/>
                    </a:moveTo>
                    <a:cubicBezTo>
                      <a:pt x="63" y="71"/>
                      <a:pt x="63" y="70"/>
                      <a:pt x="61" y="68"/>
                    </a:cubicBezTo>
                    <a:cubicBezTo>
                      <a:pt x="58" y="65"/>
                      <a:pt x="56" y="62"/>
                      <a:pt x="53" y="59"/>
                    </a:cubicBezTo>
                    <a:cubicBezTo>
                      <a:pt x="46" y="52"/>
                      <a:pt x="38" y="46"/>
                      <a:pt x="30" y="39"/>
                    </a:cubicBezTo>
                    <a:cubicBezTo>
                      <a:pt x="21" y="32"/>
                      <a:pt x="13" y="24"/>
                      <a:pt x="4" y="17"/>
                    </a:cubicBezTo>
                    <a:cubicBezTo>
                      <a:pt x="1" y="13"/>
                      <a:pt x="0" y="8"/>
                      <a:pt x="3" y="4"/>
                    </a:cubicBezTo>
                    <a:cubicBezTo>
                      <a:pt x="6" y="0"/>
                      <a:pt x="12" y="0"/>
                      <a:pt x="16" y="3"/>
                    </a:cubicBezTo>
                    <a:cubicBezTo>
                      <a:pt x="25" y="11"/>
                      <a:pt x="33" y="18"/>
                      <a:pt x="43" y="26"/>
                    </a:cubicBezTo>
                    <a:cubicBezTo>
                      <a:pt x="51" y="33"/>
                      <a:pt x="60" y="40"/>
                      <a:pt x="68" y="48"/>
                    </a:cubicBezTo>
                    <a:cubicBezTo>
                      <a:pt x="68" y="49"/>
                      <a:pt x="68" y="49"/>
                      <a:pt x="68" y="49"/>
                    </a:cubicBezTo>
                    <a:cubicBezTo>
                      <a:pt x="72" y="53"/>
                      <a:pt x="77" y="57"/>
                      <a:pt x="80" y="62"/>
                    </a:cubicBezTo>
                    <a:cubicBezTo>
                      <a:pt x="83" y="66"/>
                      <a:pt x="82" y="72"/>
                      <a:pt x="78" y="75"/>
                    </a:cubicBezTo>
                    <a:cubicBezTo>
                      <a:pt x="76" y="76"/>
                      <a:pt x="74" y="77"/>
                      <a:pt x="72" y="77"/>
                    </a:cubicBezTo>
                    <a:cubicBezTo>
                      <a:pt x="69" y="77"/>
                      <a:pt x="66" y="75"/>
                      <a:pt x="64" y="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5" name="Google Shape;2955;p31"/>
              <p:cNvSpPr/>
              <p:nvPr/>
            </p:nvSpPr>
            <p:spPr>
              <a:xfrm>
                <a:off x="3780720" y="4350960"/>
                <a:ext cx="1944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54" h="22" extrusionOk="0">
                    <a:moveTo>
                      <a:pt x="1" y="15"/>
                    </a:moveTo>
                    <a:cubicBezTo>
                      <a:pt x="0" y="10"/>
                      <a:pt x="2" y="5"/>
                      <a:pt x="7" y="3"/>
                    </a:cubicBezTo>
                    <a:cubicBezTo>
                      <a:pt x="12" y="1"/>
                      <a:pt x="18" y="0"/>
                      <a:pt x="24" y="0"/>
                    </a:cubicBezTo>
                    <a:cubicBezTo>
                      <a:pt x="27" y="0"/>
                      <a:pt x="29" y="0"/>
                      <a:pt x="32" y="0"/>
                    </a:cubicBezTo>
                    <a:cubicBezTo>
                      <a:pt x="35" y="0"/>
                      <a:pt x="38" y="0"/>
                      <a:pt x="40" y="1"/>
                    </a:cubicBezTo>
                    <a:cubicBezTo>
                      <a:pt x="41" y="1"/>
                      <a:pt x="42" y="1"/>
                      <a:pt x="43" y="1"/>
                    </a:cubicBezTo>
                    <a:cubicBezTo>
                      <a:pt x="48" y="1"/>
                      <a:pt x="53" y="6"/>
                      <a:pt x="52" y="11"/>
                    </a:cubicBezTo>
                    <a:cubicBezTo>
                      <a:pt x="52" y="16"/>
                      <a:pt x="47" y="21"/>
                      <a:pt x="42" y="20"/>
                    </a:cubicBezTo>
                    <a:cubicBezTo>
                      <a:pt x="42" y="20"/>
                      <a:pt x="41" y="20"/>
                      <a:pt x="40" y="20"/>
                    </a:cubicBezTo>
                    <a:cubicBezTo>
                      <a:pt x="38" y="20"/>
                      <a:pt x="35" y="20"/>
                      <a:pt x="33" y="19"/>
                    </a:cubicBezTo>
                    <a:cubicBezTo>
                      <a:pt x="31" y="19"/>
                      <a:pt x="28" y="18"/>
                      <a:pt x="24" y="18"/>
                    </a:cubicBezTo>
                    <a:cubicBezTo>
                      <a:pt x="23" y="19"/>
                      <a:pt x="22" y="19"/>
                      <a:pt x="20" y="19"/>
                    </a:cubicBezTo>
                    <a:cubicBezTo>
                      <a:pt x="19" y="19"/>
                      <a:pt x="18" y="20"/>
                      <a:pt x="18" y="20"/>
                    </a:cubicBezTo>
                    <a:lnTo>
                      <a:pt x="19" y="19"/>
                    </a:lnTo>
                    <a:cubicBezTo>
                      <a:pt x="18" y="20"/>
                      <a:pt x="16" y="20"/>
                      <a:pt x="15" y="20"/>
                    </a:cubicBezTo>
                    <a:cubicBezTo>
                      <a:pt x="14" y="20"/>
                      <a:pt x="14" y="21"/>
                      <a:pt x="13" y="21"/>
                    </a:cubicBezTo>
                    <a:cubicBezTo>
                      <a:pt x="12" y="21"/>
                      <a:pt x="11" y="21"/>
                      <a:pt x="10" y="21"/>
                    </a:cubicBezTo>
                    <a:cubicBezTo>
                      <a:pt x="6" y="21"/>
                      <a:pt x="3" y="19"/>
                      <a:pt x="1" y="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6" name="Google Shape;2956;p31"/>
              <p:cNvSpPr/>
              <p:nvPr/>
            </p:nvSpPr>
            <p:spPr>
              <a:xfrm>
                <a:off x="3744360" y="4369680"/>
                <a:ext cx="17640" cy="18360"/>
              </a:xfrm>
              <a:custGeom>
                <a:avLst/>
                <a:gdLst/>
                <a:ahLst/>
                <a:cxnLst/>
                <a:rect l="l" t="t" r="r" b="b"/>
                <a:pathLst>
                  <a:path w="49" h="51" extrusionOk="0">
                    <a:moveTo>
                      <a:pt x="6" y="48"/>
                    </a:moveTo>
                    <a:cubicBezTo>
                      <a:pt x="1" y="46"/>
                      <a:pt x="0" y="39"/>
                      <a:pt x="3" y="35"/>
                    </a:cubicBezTo>
                    <a:cubicBezTo>
                      <a:pt x="6" y="31"/>
                      <a:pt x="8" y="28"/>
                      <a:pt x="11" y="23"/>
                    </a:cubicBezTo>
                    <a:lnTo>
                      <a:pt x="11" y="24"/>
                    </a:lnTo>
                    <a:cubicBezTo>
                      <a:pt x="14" y="20"/>
                      <a:pt x="17" y="16"/>
                      <a:pt x="20" y="12"/>
                    </a:cubicBezTo>
                    <a:cubicBezTo>
                      <a:pt x="22" y="11"/>
                      <a:pt x="24" y="9"/>
                      <a:pt x="26" y="8"/>
                    </a:cubicBezTo>
                    <a:cubicBezTo>
                      <a:pt x="27" y="7"/>
                      <a:pt x="29" y="5"/>
                      <a:pt x="30" y="4"/>
                    </a:cubicBezTo>
                    <a:cubicBezTo>
                      <a:pt x="33" y="1"/>
                      <a:pt x="38" y="0"/>
                      <a:pt x="42" y="3"/>
                    </a:cubicBezTo>
                    <a:cubicBezTo>
                      <a:pt x="47" y="6"/>
                      <a:pt x="48" y="12"/>
                      <a:pt x="45" y="17"/>
                    </a:cubicBezTo>
                    <a:cubicBezTo>
                      <a:pt x="42" y="19"/>
                      <a:pt x="40" y="21"/>
                      <a:pt x="37" y="22"/>
                    </a:cubicBezTo>
                    <a:cubicBezTo>
                      <a:pt x="36" y="23"/>
                      <a:pt x="36" y="24"/>
                      <a:pt x="35" y="25"/>
                    </a:cubicBezTo>
                    <a:cubicBezTo>
                      <a:pt x="28" y="32"/>
                      <a:pt x="23" y="39"/>
                      <a:pt x="18" y="46"/>
                    </a:cubicBezTo>
                    <a:cubicBezTo>
                      <a:pt x="16" y="49"/>
                      <a:pt x="13" y="50"/>
                      <a:pt x="11" y="50"/>
                    </a:cubicBezTo>
                    <a:cubicBezTo>
                      <a:pt x="9" y="50"/>
                      <a:pt x="7" y="49"/>
                      <a:pt x="6" y="4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7" name="Google Shape;2957;p31"/>
              <p:cNvSpPr/>
              <p:nvPr/>
            </p:nvSpPr>
            <p:spPr>
              <a:xfrm>
                <a:off x="3705840" y="4419000"/>
                <a:ext cx="18360" cy="27360"/>
              </a:xfrm>
              <a:custGeom>
                <a:avLst/>
                <a:gdLst/>
                <a:ahLst/>
                <a:cxnLst/>
                <a:rect l="l" t="t" r="r" b="b"/>
                <a:pathLst>
                  <a:path w="51" h="76" extrusionOk="0">
                    <a:moveTo>
                      <a:pt x="7" y="74"/>
                    </a:moveTo>
                    <a:cubicBezTo>
                      <a:pt x="2" y="72"/>
                      <a:pt x="0" y="67"/>
                      <a:pt x="2" y="62"/>
                    </a:cubicBezTo>
                    <a:cubicBezTo>
                      <a:pt x="6" y="54"/>
                      <a:pt x="9" y="47"/>
                      <a:pt x="13" y="39"/>
                    </a:cubicBezTo>
                    <a:cubicBezTo>
                      <a:pt x="17" y="32"/>
                      <a:pt x="20" y="25"/>
                      <a:pt x="24" y="18"/>
                    </a:cubicBezTo>
                    <a:cubicBezTo>
                      <a:pt x="25" y="17"/>
                      <a:pt x="25" y="16"/>
                      <a:pt x="25" y="16"/>
                    </a:cubicBezTo>
                    <a:lnTo>
                      <a:pt x="25" y="17"/>
                    </a:lnTo>
                    <a:cubicBezTo>
                      <a:pt x="25" y="15"/>
                      <a:pt x="26" y="14"/>
                      <a:pt x="27" y="13"/>
                    </a:cubicBezTo>
                    <a:lnTo>
                      <a:pt x="26" y="14"/>
                    </a:lnTo>
                    <a:cubicBezTo>
                      <a:pt x="28" y="11"/>
                      <a:pt x="30" y="8"/>
                      <a:pt x="31" y="5"/>
                    </a:cubicBezTo>
                    <a:cubicBezTo>
                      <a:pt x="34" y="1"/>
                      <a:pt x="40" y="0"/>
                      <a:pt x="44" y="2"/>
                    </a:cubicBezTo>
                    <a:cubicBezTo>
                      <a:pt x="49" y="5"/>
                      <a:pt x="50" y="11"/>
                      <a:pt x="47" y="15"/>
                    </a:cubicBezTo>
                    <a:cubicBezTo>
                      <a:pt x="44" y="21"/>
                      <a:pt x="40" y="27"/>
                      <a:pt x="37" y="33"/>
                    </a:cubicBezTo>
                    <a:cubicBezTo>
                      <a:pt x="31" y="45"/>
                      <a:pt x="25" y="57"/>
                      <a:pt x="19" y="69"/>
                    </a:cubicBezTo>
                    <a:cubicBezTo>
                      <a:pt x="18" y="73"/>
                      <a:pt x="14" y="75"/>
                      <a:pt x="11" y="75"/>
                    </a:cubicBezTo>
                    <a:cubicBezTo>
                      <a:pt x="9" y="75"/>
                      <a:pt x="8" y="75"/>
                      <a:pt x="7" y="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8" name="Google Shape;2958;p31"/>
              <p:cNvSpPr/>
              <p:nvPr/>
            </p:nvSpPr>
            <p:spPr>
              <a:xfrm>
                <a:off x="3680640" y="4475160"/>
                <a:ext cx="17640" cy="28080"/>
              </a:xfrm>
              <a:custGeom>
                <a:avLst/>
                <a:gdLst/>
                <a:ahLst/>
                <a:cxnLst/>
                <a:rect l="l" t="t" r="r" b="b"/>
                <a:pathLst>
                  <a:path w="49" h="78" extrusionOk="0">
                    <a:moveTo>
                      <a:pt x="7" y="76"/>
                    </a:moveTo>
                    <a:cubicBezTo>
                      <a:pt x="2" y="74"/>
                      <a:pt x="0" y="68"/>
                      <a:pt x="2" y="64"/>
                    </a:cubicBezTo>
                    <a:cubicBezTo>
                      <a:pt x="7" y="54"/>
                      <a:pt x="11" y="44"/>
                      <a:pt x="15" y="34"/>
                    </a:cubicBezTo>
                    <a:cubicBezTo>
                      <a:pt x="19" y="25"/>
                      <a:pt x="24" y="15"/>
                      <a:pt x="28" y="7"/>
                    </a:cubicBezTo>
                    <a:cubicBezTo>
                      <a:pt x="30" y="1"/>
                      <a:pt x="36" y="0"/>
                      <a:pt x="41" y="2"/>
                    </a:cubicBezTo>
                    <a:cubicBezTo>
                      <a:pt x="46" y="4"/>
                      <a:pt x="48" y="10"/>
                      <a:pt x="46" y="14"/>
                    </a:cubicBezTo>
                    <a:cubicBezTo>
                      <a:pt x="41" y="24"/>
                      <a:pt x="36" y="32"/>
                      <a:pt x="32" y="42"/>
                    </a:cubicBezTo>
                    <a:cubicBezTo>
                      <a:pt x="28" y="52"/>
                      <a:pt x="23" y="61"/>
                      <a:pt x="19" y="71"/>
                    </a:cubicBezTo>
                    <a:cubicBezTo>
                      <a:pt x="18" y="75"/>
                      <a:pt x="14" y="77"/>
                      <a:pt x="11" y="77"/>
                    </a:cubicBezTo>
                    <a:cubicBezTo>
                      <a:pt x="9" y="77"/>
                      <a:pt x="8" y="77"/>
                      <a:pt x="7" y="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9" name="Google Shape;2959;p31"/>
              <p:cNvSpPr/>
              <p:nvPr/>
            </p:nvSpPr>
            <p:spPr>
              <a:xfrm>
                <a:off x="3659400" y="4545360"/>
                <a:ext cx="792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22" h="22" extrusionOk="0">
                    <a:moveTo>
                      <a:pt x="0" y="10"/>
                    </a:moveTo>
                    <a:cubicBezTo>
                      <a:pt x="0" y="5"/>
                      <a:pt x="5" y="0"/>
                      <a:pt x="10" y="0"/>
                    </a:cubicBezTo>
                    <a:cubicBezTo>
                      <a:pt x="16" y="0"/>
                      <a:pt x="21" y="6"/>
                      <a:pt x="20" y="12"/>
                    </a:cubicBezTo>
                    <a:cubicBezTo>
                      <a:pt x="20" y="17"/>
                      <a:pt x="15" y="21"/>
                      <a:pt x="10" y="21"/>
                    </a:cubicBezTo>
                    <a:cubicBezTo>
                      <a:pt x="4" y="21"/>
                      <a:pt x="0" y="16"/>
                      <a:pt x="0" y="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60" name="Google Shape;2960;p31"/>
              <p:cNvSpPr/>
              <p:nvPr/>
            </p:nvSpPr>
            <p:spPr>
              <a:xfrm>
                <a:off x="3562560" y="4623480"/>
                <a:ext cx="38160" cy="16560"/>
              </a:xfrm>
              <a:custGeom>
                <a:avLst/>
                <a:gdLst/>
                <a:ahLst/>
                <a:cxnLst/>
                <a:rect l="l" t="t" r="r" b="b"/>
                <a:pathLst>
                  <a:path w="106" h="46" extrusionOk="0">
                    <a:moveTo>
                      <a:pt x="74" y="45"/>
                    </a:moveTo>
                    <a:cubicBezTo>
                      <a:pt x="68" y="44"/>
                      <a:pt x="63" y="43"/>
                      <a:pt x="57" y="42"/>
                    </a:cubicBezTo>
                    <a:cubicBezTo>
                      <a:pt x="54" y="41"/>
                      <a:pt x="50" y="40"/>
                      <a:pt x="47" y="38"/>
                    </a:cubicBezTo>
                    <a:cubicBezTo>
                      <a:pt x="33" y="32"/>
                      <a:pt x="20" y="25"/>
                      <a:pt x="7" y="18"/>
                    </a:cubicBezTo>
                    <a:cubicBezTo>
                      <a:pt x="3" y="15"/>
                      <a:pt x="0" y="11"/>
                      <a:pt x="3" y="6"/>
                    </a:cubicBezTo>
                    <a:cubicBezTo>
                      <a:pt x="4" y="2"/>
                      <a:pt x="10" y="0"/>
                      <a:pt x="14" y="2"/>
                    </a:cubicBezTo>
                    <a:cubicBezTo>
                      <a:pt x="28" y="9"/>
                      <a:pt x="41" y="16"/>
                      <a:pt x="55" y="22"/>
                    </a:cubicBezTo>
                    <a:cubicBezTo>
                      <a:pt x="59" y="23"/>
                      <a:pt x="63" y="24"/>
                      <a:pt x="67" y="25"/>
                    </a:cubicBezTo>
                    <a:cubicBezTo>
                      <a:pt x="68" y="26"/>
                      <a:pt x="71" y="26"/>
                      <a:pt x="72" y="26"/>
                    </a:cubicBezTo>
                    <a:cubicBezTo>
                      <a:pt x="75" y="26"/>
                      <a:pt x="78" y="26"/>
                      <a:pt x="81" y="26"/>
                    </a:cubicBezTo>
                    <a:lnTo>
                      <a:pt x="82" y="26"/>
                    </a:lnTo>
                    <a:cubicBezTo>
                      <a:pt x="82" y="26"/>
                      <a:pt x="83" y="26"/>
                      <a:pt x="84" y="26"/>
                    </a:cubicBezTo>
                    <a:lnTo>
                      <a:pt x="85" y="26"/>
                    </a:lnTo>
                    <a:cubicBezTo>
                      <a:pt x="85" y="25"/>
                      <a:pt x="86" y="25"/>
                      <a:pt x="86" y="25"/>
                    </a:cubicBezTo>
                    <a:cubicBezTo>
                      <a:pt x="86" y="25"/>
                      <a:pt x="87" y="25"/>
                      <a:pt x="87" y="24"/>
                    </a:cubicBezTo>
                    <a:lnTo>
                      <a:pt x="88" y="24"/>
                    </a:lnTo>
                    <a:cubicBezTo>
                      <a:pt x="91" y="21"/>
                      <a:pt x="97" y="21"/>
                      <a:pt x="101" y="25"/>
                    </a:cubicBezTo>
                    <a:cubicBezTo>
                      <a:pt x="105" y="29"/>
                      <a:pt x="104" y="36"/>
                      <a:pt x="99" y="39"/>
                    </a:cubicBezTo>
                    <a:cubicBezTo>
                      <a:pt x="96" y="41"/>
                      <a:pt x="93" y="43"/>
                      <a:pt x="90" y="44"/>
                    </a:cubicBezTo>
                    <a:cubicBezTo>
                      <a:pt x="86" y="45"/>
                      <a:pt x="83" y="45"/>
                      <a:pt x="79" y="45"/>
                    </a:cubicBezTo>
                    <a:cubicBezTo>
                      <a:pt x="77" y="45"/>
                      <a:pt x="75" y="45"/>
                      <a:pt x="74" y="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61" name="Google Shape;2961;p31"/>
              <p:cNvSpPr/>
              <p:nvPr/>
            </p:nvSpPr>
            <p:spPr>
              <a:xfrm>
                <a:off x="3638880" y="4560120"/>
                <a:ext cx="2556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71" h="120" extrusionOk="0">
                    <a:moveTo>
                      <a:pt x="7" y="119"/>
                    </a:moveTo>
                    <a:cubicBezTo>
                      <a:pt x="2" y="116"/>
                      <a:pt x="0" y="111"/>
                      <a:pt x="2" y="106"/>
                    </a:cubicBezTo>
                    <a:cubicBezTo>
                      <a:pt x="11" y="89"/>
                      <a:pt x="19" y="72"/>
                      <a:pt x="28" y="54"/>
                    </a:cubicBezTo>
                    <a:cubicBezTo>
                      <a:pt x="31" y="46"/>
                      <a:pt x="35" y="38"/>
                      <a:pt x="39" y="29"/>
                    </a:cubicBezTo>
                    <a:cubicBezTo>
                      <a:pt x="42" y="21"/>
                      <a:pt x="47" y="14"/>
                      <a:pt x="51" y="6"/>
                    </a:cubicBezTo>
                    <a:cubicBezTo>
                      <a:pt x="54" y="2"/>
                      <a:pt x="60" y="0"/>
                      <a:pt x="64" y="3"/>
                    </a:cubicBezTo>
                    <a:cubicBezTo>
                      <a:pt x="69" y="6"/>
                      <a:pt x="70" y="12"/>
                      <a:pt x="67" y="17"/>
                    </a:cubicBezTo>
                    <a:cubicBezTo>
                      <a:pt x="64" y="21"/>
                      <a:pt x="61" y="26"/>
                      <a:pt x="58" y="30"/>
                    </a:cubicBezTo>
                    <a:cubicBezTo>
                      <a:pt x="58" y="30"/>
                      <a:pt x="59" y="30"/>
                      <a:pt x="59" y="29"/>
                    </a:cubicBezTo>
                    <a:cubicBezTo>
                      <a:pt x="53" y="43"/>
                      <a:pt x="46" y="56"/>
                      <a:pt x="40" y="70"/>
                    </a:cubicBezTo>
                    <a:cubicBezTo>
                      <a:pt x="33" y="84"/>
                      <a:pt x="26" y="99"/>
                      <a:pt x="18" y="114"/>
                    </a:cubicBezTo>
                    <a:cubicBezTo>
                      <a:pt x="16" y="117"/>
                      <a:pt x="14" y="119"/>
                      <a:pt x="10" y="119"/>
                    </a:cubicBezTo>
                    <a:cubicBezTo>
                      <a:pt x="9" y="119"/>
                      <a:pt x="8" y="119"/>
                      <a:pt x="7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62" name="Google Shape;2962;p31"/>
              <p:cNvSpPr/>
              <p:nvPr/>
            </p:nvSpPr>
            <p:spPr>
              <a:xfrm>
                <a:off x="3552120" y="4615920"/>
                <a:ext cx="42120" cy="2376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66" extrusionOk="0">
                    <a:moveTo>
                      <a:pt x="101" y="64"/>
                    </a:moveTo>
                    <a:lnTo>
                      <a:pt x="101" y="65"/>
                    </a:lnTo>
                    <a:cubicBezTo>
                      <a:pt x="101" y="64"/>
                      <a:pt x="100" y="64"/>
                      <a:pt x="99" y="64"/>
                    </a:cubicBezTo>
                    <a:cubicBezTo>
                      <a:pt x="96" y="63"/>
                      <a:pt x="92" y="61"/>
                      <a:pt x="89" y="60"/>
                    </a:cubicBezTo>
                    <a:cubicBezTo>
                      <a:pt x="82" y="59"/>
                      <a:pt x="74" y="58"/>
                      <a:pt x="67" y="56"/>
                    </a:cubicBezTo>
                    <a:cubicBezTo>
                      <a:pt x="59" y="53"/>
                      <a:pt x="52" y="51"/>
                      <a:pt x="45" y="47"/>
                    </a:cubicBezTo>
                    <a:cubicBezTo>
                      <a:pt x="41" y="46"/>
                      <a:pt x="37" y="43"/>
                      <a:pt x="33" y="41"/>
                    </a:cubicBezTo>
                    <a:cubicBezTo>
                      <a:pt x="30" y="39"/>
                      <a:pt x="27" y="37"/>
                      <a:pt x="23" y="34"/>
                    </a:cubicBezTo>
                    <a:cubicBezTo>
                      <a:pt x="16" y="29"/>
                      <a:pt x="10" y="22"/>
                      <a:pt x="3" y="15"/>
                    </a:cubicBezTo>
                    <a:cubicBezTo>
                      <a:pt x="0" y="12"/>
                      <a:pt x="1" y="6"/>
                      <a:pt x="4" y="3"/>
                    </a:cubicBezTo>
                    <a:cubicBezTo>
                      <a:pt x="8" y="0"/>
                      <a:pt x="14" y="0"/>
                      <a:pt x="17" y="3"/>
                    </a:cubicBezTo>
                    <a:cubicBezTo>
                      <a:pt x="19" y="6"/>
                      <a:pt x="22" y="8"/>
                      <a:pt x="24" y="11"/>
                    </a:cubicBezTo>
                    <a:cubicBezTo>
                      <a:pt x="27" y="13"/>
                      <a:pt x="28" y="15"/>
                      <a:pt x="31" y="17"/>
                    </a:cubicBezTo>
                    <a:cubicBezTo>
                      <a:pt x="33" y="19"/>
                      <a:pt x="35" y="21"/>
                      <a:pt x="38" y="22"/>
                    </a:cubicBezTo>
                    <a:cubicBezTo>
                      <a:pt x="41" y="24"/>
                      <a:pt x="44" y="26"/>
                      <a:pt x="48" y="28"/>
                    </a:cubicBezTo>
                    <a:cubicBezTo>
                      <a:pt x="52" y="31"/>
                      <a:pt x="56" y="32"/>
                      <a:pt x="60" y="34"/>
                    </a:cubicBezTo>
                    <a:cubicBezTo>
                      <a:pt x="62" y="35"/>
                      <a:pt x="65" y="36"/>
                      <a:pt x="68" y="37"/>
                    </a:cubicBezTo>
                    <a:cubicBezTo>
                      <a:pt x="72" y="38"/>
                      <a:pt x="75" y="39"/>
                      <a:pt x="78" y="39"/>
                    </a:cubicBezTo>
                    <a:cubicBezTo>
                      <a:pt x="83" y="40"/>
                      <a:pt x="89" y="42"/>
                      <a:pt x="94" y="43"/>
                    </a:cubicBezTo>
                    <a:cubicBezTo>
                      <a:pt x="100" y="44"/>
                      <a:pt x="104" y="46"/>
                      <a:pt x="108" y="47"/>
                    </a:cubicBezTo>
                    <a:cubicBezTo>
                      <a:pt x="114" y="49"/>
                      <a:pt x="116" y="55"/>
                      <a:pt x="114" y="60"/>
                    </a:cubicBezTo>
                    <a:cubicBezTo>
                      <a:pt x="112" y="64"/>
                      <a:pt x="109" y="65"/>
                      <a:pt x="105" y="65"/>
                    </a:cubicBezTo>
                    <a:cubicBezTo>
                      <a:pt x="104" y="65"/>
                      <a:pt x="102" y="65"/>
                      <a:pt x="101" y="6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63" name="Google Shape;2963;p31"/>
              <p:cNvSpPr/>
              <p:nvPr/>
            </p:nvSpPr>
            <p:spPr>
              <a:xfrm>
                <a:off x="3510000" y="4552200"/>
                <a:ext cx="1692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47" h="77" extrusionOk="0">
                    <a:moveTo>
                      <a:pt x="28" y="70"/>
                    </a:moveTo>
                    <a:cubicBezTo>
                      <a:pt x="24" y="58"/>
                      <a:pt x="21" y="47"/>
                      <a:pt x="16" y="36"/>
                    </a:cubicBezTo>
                    <a:lnTo>
                      <a:pt x="16" y="37"/>
                    </a:lnTo>
                    <a:cubicBezTo>
                      <a:pt x="16" y="36"/>
                      <a:pt x="16" y="36"/>
                      <a:pt x="16" y="36"/>
                    </a:cubicBezTo>
                    <a:cubicBezTo>
                      <a:pt x="14" y="33"/>
                      <a:pt x="13" y="30"/>
                      <a:pt x="12" y="28"/>
                    </a:cubicBezTo>
                    <a:cubicBezTo>
                      <a:pt x="10" y="29"/>
                      <a:pt x="9" y="28"/>
                      <a:pt x="7" y="27"/>
                    </a:cubicBezTo>
                    <a:cubicBezTo>
                      <a:pt x="4" y="26"/>
                      <a:pt x="2" y="24"/>
                      <a:pt x="2" y="21"/>
                    </a:cubicBezTo>
                    <a:cubicBezTo>
                      <a:pt x="1" y="20"/>
                      <a:pt x="1" y="19"/>
                      <a:pt x="1" y="18"/>
                    </a:cubicBezTo>
                    <a:cubicBezTo>
                      <a:pt x="0" y="16"/>
                      <a:pt x="0" y="14"/>
                      <a:pt x="0" y="12"/>
                    </a:cubicBezTo>
                    <a:cubicBezTo>
                      <a:pt x="0" y="10"/>
                      <a:pt x="1" y="8"/>
                      <a:pt x="2" y="6"/>
                    </a:cubicBezTo>
                    <a:cubicBezTo>
                      <a:pt x="5" y="2"/>
                      <a:pt x="10" y="0"/>
                      <a:pt x="14" y="2"/>
                    </a:cubicBezTo>
                    <a:cubicBezTo>
                      <a:pt x="16" y="3"/>
                      <a:pt x="18" y="4"/>
                      <a:pt x="20" y="6"/>
                    </a:cubicBezTo>
                    <a:cubicBezTo>
                      <a:pt x="21" y="8"/>
                      <a:pt x="23" y="10"/>
                      <a:pt x="24" y="12"/>
                    </a:cubicBezTo>
                    <a:cubicBezTo>
                      <a:pt x="27" y="15"/>
                      <a:pt x="28" y="19"/>
                      <a:pt x="30" y="23"/>
                    </a:cubicBezTo>
                    <a:cubicBezTo>
                      <a:pt x="31" y="27"/>
                      <a:pt x="34" y="31"/>
                      <a:pt x="35" y="35"/>
                    </a:cubicBezTo>
                    <a:cubicBezTo>
                      <a:pt x="39" y="45"/>
                      <a:pt x="42" y="54"/>
                      <a:pt x="45" y="64"/>
                    </a:cubicBezTo>
                    <a:cubicBezTo>
                      <a:pt x="46" y="68"/>
                      <a:pt x="44" y="74"/>
                      <a:pt x="39" y="75"/>
                    </a:cubicBezTo>
                    <a:cubicBezTo>
                      <a:pt x="38" y="76"/>
                      <a:pt x="38" y="76"/>
                      <a:pt x="37" y="76"/>
                    </a:cubicBezTo>
                    <a:cubicBezTo>
                      <a:pt x="32" y="76"/>
                      <a:pt x="29" y="74"/>
                      <a:pt x="28" y="7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64" name="Google Shape;2964;p31"/>
              <p:cNvSpPr/>
              <p:nvPr/>
            </p:nvSpPr>
            <p:spPr>
              <a:xfrm>
                <a:off x="3475440" y="4480560"/>
                <a:ext cx="21240" cy="40680"/>
              </a:xfrm>
              <a:custGeom>
                <a:avLst/>
                <a:gdLst/>
                <a:ahLst/>
                <a:cxnLst/>
                <a:rect l="l" t="t" r="r" b="b"/>
                <a:pathLst>
                  <a:path w="59" h="113" extrusionOk="0">
                    <a:moveTo>
                      <a:pt x="46" y="111"/>
                    </a:moveTo>
                    <a:cubicBezTo>
                      <a:pt x="43" y="111"/>
                      <a:pt x="41" y="108"/>
                      <a:pt x="40" y="106"/>
                    </a:cubicBezTo>
                    <a:cubicBezTo>
                      <a:pt x="34" y="90"/>
                      <a:pt x="27" y="74"/>
                      <a:pt x="20" y="59"/>
                    </a:cubicBezTo>
                    <a:cubicBezTo>
                      <a:pt x="19" y="56"/>
                      <a:pt x="17" y="53"/>
                      <a:pt x="16" y="49"/>
                    </a:cubicBezTo>
                    <a:cubicBezTo>
                      <a:pt x="16" y="50"/>
                      <a:pt x="16" y="50"/>
                      <a:pt x="17" y="51"/>
                    </a:cubicBezTo>
                    <a:cubicBezTo>
                      <a:pt x="14" y="45"/>
                      <a:pt x="12" y="39"/>
                      <a:pt x="9" y="34"/>
                    </a:cubicBezTo>
                    <a:cubicBezTo>
                      <a:pt x="7" y="31"/>
                      <a:pt x="6" y="28"/>
                      <a:pt x="5" y="25"/>
                    </a:cubicBezTo>
                    <a:cubicBezTo>
                      <a:pt x="3" y="20"/>
                      <a:pt x="0" y="13"/>
                      <a:pt x="3" y="8"/>
                    </a:cubicBezTo>
                    <a:cubicBezTo>
                      <a:pt x="5" y="3"/>
                      <a:pt x="12" y="0"/>
                      <a:pt x="16" y="4"/>
                    </a:cubicBezTo>
                    <a:cubicBezTo>
                      <a:pt x="20" y="6"/>
                      <a:pt x="21" y="9"/>
                      <a:pt x="21" y="13"/>
                    </a:cubicBezTo>
                    <a:lnTo>
                      <a:pt x="21" y="14"/>
                    </a:lnTo>
                    <a:lnTo>
                      <a:pt x="21" y="13"/>
                    </a:lnTo>
                    <a:cubicBezTo>
                      <a:pt x="23" y="20"/>
                      <a:pt x="26" y="27"/>
                      <a:pt x="28" y="33"/>
                    </a:cubicBezTo>
                    <a:cubicBezTo>
                      <a:pt x="31" y="38"/>
                      <a:pt x="33" y="44"/>
                      <a:pt x="35" y="48"/>
                    </a:cubicBezTo>
                    <a:cubicBezTo>
                      <a:pt x="40" y="59"/>
                      <a:pt x="44" y="70"/>
                      <a:pt x="48" y="81"/>
                    </a:cubicBezTo>
                    <a:cubicBezTo>
                      <a:pt x="51" y="87"/>
                      <a:pt x="54" y="92"/>
                      <a:pt x="56" y="99"/>
                    </a:cubicBezTo>
                    <a:cubicBezTo>
                      <a:pt x="58" y="103"/>
                      <a:pt x="57" y="108"/>
                      <a:pt x="52" y="111"/>
                    </a:cubicBezTo>
                    <a:cubicBezTo>
                      <a:pt x="51" y="111"/>
                      <a:pt x="50" y="112"/>
                      <a:pt x="48" y="112"/>
                    </a:cubicBezTo>
                    <a:cubicBezTo>
                      <a:pt x="48" y="112"/>
                      <a:pt x="47" y="112"/>
                      <a:pt x="46" y="1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65" name="Google Shape;2965;p31"/>
              <p:cNvSpPr/>
              <p:nvPr/>
            </p:nvSpPr>
            <p:spPr>
              <a:xfrm>
                <a:off x="3443760" y="4426560"/>
                <a:ext cx="18360" cy="31320"/>
              </a:xfrm>
              <a:custGeom>
                <a:avLst/>
                <a:gdLst/>
                <a:ahLst/>
                <a:cxnLst/>
                <a:rect l="l" t="t" r="r" b="b"/>
                <a:pathLst>
                  <a:path w="51" h="87" extrusionOk="0">
                    <a:moveTo>
                      <a:pt x="31" y="80"/>
                    </a:moveTo>
                    <a:cubicBezTo>
                      <a:pt x="28" y="72"/>
                      <a:pt x="24" y="63"/>
                      <a:pt x="21" y="55"/>
                    </a:cubicBezTo>
                    <a:lnTo>
                      <a:pt x="21" y="56"/>
                    </a:lnTo>
                    <a:cubicBezTo>
                      <a:pt x="17" y="48"/>
                      <a:pt x="14" y="41"/>
                      <a:pt x="10" y="33"/>
                    </a:cubicBezTo>
                    <a:cubicBezTo>
                      <a:pt x="9" y="29"/>
                      <a:pt x="6" y="25"/>
                      <a:pt x="5" y="21"/>
                    </a:cubicBezTo>
                    <a:cubicBezTo>
                      <a:pt x="3" y="17"/>
                      <a:pt x="0" y="13"/>
                      <a:pt x="1" y="9"/>
                    </a:cubicBezTo>
                    <a:cubicBezTo>
                      <a:pt x="2" y="6"/>
                      <a:pt x="4" y="3"/>
                      <a:pt x="7" y="2"/>
                    </a:cubicBezTo>
                    <a:cubicBezTo>
                      <a:pt x="13" y="0"/>
                      <a:pt x="20" y="3"/>
                      <a:pt x="20" y="10"/>
                    </a:cubicBezTo>
                    <a:cubicBezTo>
                      <a:pt x="20" y="10"/>
                      <a:pt x="20" y="12"/>
                      <a:pt x="21" y="12"/>
                    </a:cubicBezTo>
                    <a:cubicBezTo>
                      <a:pt x="25" y="22"/>
                      <a:pt x="30" y="31"/>
                      <a:pt x="34" y="41"/>
                    </a:cubicBezTo>
                    <a:cubicBezTo>
                      <a:pt x="39" y="52"/>
                      <a:pt x="44" y="63"/>
                      <a:pt x="48" y="74"/>
                    </a:cubicBezTo>
                    <a:cubicBezTo>
                      <a:pt x="50" y="79"/>
                      <a:pt x="47" y="84"/>
                      <a:pt x="42" y="86"/>
                    </a:cubicBezTo>
                    <a:cubicBezTo>
                      <a:pt x="42" y="86"/>
                      <a:pt x="41" y="86"/>
                      <a:pt x="40" y="86"/>
                    </a:cubicBezTo>
                    <a:cubicBezTo>
                      <a:pt x="36" y="86"/>
                      <a:pt x="33" y="84"/>
                      <a:pt x="31" y="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66" name="Google Shape;2966;p31"/>
              <p:cNvSpPr/>
              <p:nvPr/>
            </p:nvSpPr>
            <p:spPr>
              <a:xfrm>
                <a:off x="3410280" y="4368600"/>
                <a:ext cx="22680" cy="29880"/>
              </a:xfrm>
              <a:custGeom>
                <a:avLst/>
                <a:gdLst/>
                <a:ahLst/>
                <a:cxnLst/>
                <a:rect l="l" t="t" r="r" b="b"/>
                <a:pathLst>
                  <a:path w="63" h="83" extrusionOk="0">
                    <a:moveTo>
                      <a:pt x="44" y="77"/>
                    </a:moveTo>
                    <a:cubicBezTo>
                      <a:pt x="43" y="75"/>
                      <a:pt x="43" y="74"/>
                      <a:pt x="42" y="73"/>
                    </a:cubicBezTo>
                    <a:cubicBezTo>
                      <a:pt x="41" y="73"/>
                      <a:pt x="41" y="73"/>
                      <a:pt x="41" y="72"/>
                    </a:cubicBezTo>
                    <a:lnTo>
                      <a:pt x="41" y="73"/>
                    </a:lnTo>
                    <a:cubicBezTo>
                      <a:pt x="38" y="63"/>
                      <a:pt x="34" y="54"/>
                      <a:pt x="29" y="46"/>
                    </a:cubicBezTo>
                    <a:cubicBezTo>
                      <a:pt x="26" y="41"/>
                      <a:pt x="23" y="36"/>
                      <a:pt x="19" y="31"/>
                    </a:cubicBezTo>
                    <a:cubicBezTo>
                      <a:pt x="18" y="29"/>
                      <a:pt x="16" y="28"/>
                      <a:pt x="15" y="26"/>
                    </a:cubicBezTo>
                    <a:cubicBezTo>
                      <a:pt x="13" y="25"/>
                      <a:pt x="11" y="23"/>
                      <a:pt x="9" y="21"/>
                    </a:cubicBezTo>
                    <a:lnTo>
                      <a:pt x="8" y="21"/>
                    </a:lnTo>
                    <a:cubicBezTo>
                      <a:pt x="8" y="21"/>
                      <a:pt x="7" y="20"/>
                      <a:pt x="7" y="19"/>
                    </a:cubicBezTo>
                    <a:cubicBezTo>
                      <a:pt x="2" y="18"/>
                      <a:pt x="0" y="12"/>
                      <a:pt x="2" y="7"/>
                    </a:cubicBezTo>
                    <a:cubicBezTo>
                      <a:pt x="4" y="2"/>
                      <a:pt x="11" y="0"/>
                      <a:pt x="15" y="3"/>
                    </a:cubicBezTo>
                    <a:cubicBezTo>
                      <a:pt x="23" y="7"/>
                      <a:pt x="29" y="14"/>
                      <a:pt x="34" y="21"/>
                    </a:cubicBezTo>
                    <a:cubicBezTo>
                      <a:pt x="38" y="25"/>
                      <a:pt x="41" y="31"/>
                      <a:pt x="44" y="36"/>
                    </a:cubicBezTo>
                    <a:cubicBezTo>
                      <a:pt x="48" y="45"/>
                      <a:pt x="53" y="53"/>
                      <a:pt x="56" y="62"/>
                    </a:cubicBezTo>
                    <a:cubicBezTo>
                      <a:pt x="57" y="63"/>
                      <a:pt x="57" y="64"/>
                      <a:pt x="58" y="65"/>
                    </a:cubicBezTo>
                    <a:cubicBezTo>
                      <a:pt x="57" y="65"/>
                      <a:pt x="57" y="64"/>
                      <a:pt x="57" y="64"/>
                    </a:cubicBezTo>
                    <a:cubicBezTo>
                      <a:pt x="58" y="66"/>
                      <a:pt x="59" y="68"/>
                      <a:pt x="60" y="71"/>
                    </a:cubicBezTo>
                    <a:cubicBezTo>
                      <a:pt x="62" y="75"/>
                      <a:pt x="59" y="81"/>
                      <a:pt x="55" y="82"/>
                    </a:cubicBezTo>
                    <a:cubicBezTo>
                      <a:pt x="54" y="82"/>
                      <a:pt x="53" y="82"/>
                      <a:pt x="52" y="82"/>
                    </a:cubicBezTo>
                    <a:cubicBezTo>
                      <a:pt x="48" y="82"/>
                      <a:pt x="45" y="80"/>
                      <a:pt x="44" y="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67" name="Google Shape;2967;p31"/>
              <p:cNvSpPr/>
              <p:nvPr/>
            </p:nvSpPr>
            <p:spPr>
              <a:xfrm>
                <a:off x="3371040" y="4348800"/>
                <a:ext cx="24120" cy="12240"/>
              </a:xfrm>
              <a:custGeom>
                <a:avLst/>
                <a:gdLst/>
                <a:ahLst/>
                <a:cxnLst/>
                <a:rect l="l" t="t" r="r" b="b"/>
                <a:pathLst>
                  <a:path w="67" h="34" extrusionOk="0">
                    <a:moveTo>
                      <a:pt x="54" y="32"/>
                    </a:moveTo>
                    <a:cubicBezTo>
                      <a:pt x="43" y="28"/>
                      <a:pt x="31" y="25"/>
                      <a:pt x="20" y="22"/>
                    </a:cubicBezTo>
                    <a:lnTo>
                      <a:pt x="21" y="22"/>
                    </a:lnTo>
                    <a:cubicBezTo>
                      <a:pt x="19" y="21"/>
                      <a:pt x="17" y="21"/>
                      <a:pt x="15" y="21"/>
                    </a:cubicBezTo>
                    <a:cubicBezTo>
                      <a:pt x="12" y="20"/>
                      <a:pt x="9" y="20"/>
                      <a:pt x="6" y="19"/>
                    </a:cubicBezTo>
                    <a:cubicBezTo>
                      <a:pt x="3" y="17"/>
                      <a:pt x="1" y="14"/>
                      <a:pt x="1" y="11"/>
                    </a:cubicBezTo>
                    <a:cubicBezTo>
                      <a:pt x="0" y="7"/>
                      <a:pt x="2" y="4"/>
                      <a:pt x="5" y="2"/>
                    </a:cubicBezTo>
                    <a:cubicBezTo>
                      <a:pt x="7" y="0"/>
                      <a:pt x="10" y="0"/>
                      <a:pt x="13" y="0"/>
                    </a:cubicBezTo>
                    <a:cubicBezTo>
                      <a:pt x="14" y="1"/>
                      <a:pt x="14" y="1"/>
                      <a:pt x="15" y="2"/>
                    </a:cubicBezTo>
                    <a:cubicBezTo>
                      <a:pt x="21" y="3"/>
                      <a:pt x="28" y="5"/>
                      <a:pt x="34" y="7"/>
                    </a:cubicBezTo>
                    <a:cubicBezTo>
                      <a:pt x="43" y="9"/>
                      <a:pt x="51" y="12"/>
                      <a:pt x="59" y="15"/>
                    </a:cubicBezTo>
                    <a:cubicBezTo>
                      <a:pt x="64" y="17"/>
                      <a:pt x="66" y="21"/>
                      <a:pt x="65" y="26"/>
                    </a:cubicBezTo>
                    <a:cubicBezTo>
                      <a:pt x="64" y="30"/>
                      <a:pt x="60" y="33"/>
                      <a:pt x="56" y="33"/>
                    </a:cubicBezTo>
                    <a:lnTo>
                      <a:pt x="54" y="3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68" name="Google Shape;2968;p31"/>
              <p:cNvSpPr/>
              <p:nvPr/>
            </p:nvSpPr>
            <p:spPr>
              <a:xfrm>
                <a:off x="3325320" y="4353840"/>
                <a:ext cx="37080" cy="4176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16" extrusionOk="0">
                    <a:moveTo>
                      <a:pt x="5" y="114"/>
                    </a:moveTo>
                    <a:cubicBezTo>
                      <a:pt x="1" y="112"/>
                      <a:pt x="0" y="106"/>
                      <a:pt x="2" y="102"/>
                    </a:cubicBezTo>
                    <a:cubicBezTo>
                      <a:pt x="15" y="84"/>
                      <a:pt x="28" y="66"/>
                      <a:pt x="41" y="49"/>
                    </a:cubicBezTo>
                    <a:cubicBezTo>
                      <a:pt x="47" y="42"/>
                      <a:pt x="53" y="35"/>
                      <a:pt x="59" y="28"/>
                    </a:cubicBezTo>
                    <a:cubicBezTo>
                      <a:pt x="62" y="24"/>
                      <a:pt x="66" y="20"/>
                      <a:pt x="69" y="17"/>
                    </a:cubicBezTo>
                    <a:cubicBezTo>
                      <a:pt x="74" y="12"/>
                      <a:pt x="79" y="7"/>
                      <a:pt x="84" y="4"/>
                    </a:cubicBezTo>
                    <a:cubicBezTo>
                      <a:pt x="85" y="3"/>
                      <a:pt x="86" y="3"/>
                      <a:pt x="86" y="3"/>
                    </a:cubicBezTo>
                    <a:cubicBezTo>
                      <a:pt x="91" y="0"/>
                      <a:pt x="97" y="2"/>
                      <a:pt x="99" y="7"/>
                    </a:cubicBezTo>
                    <a:cubicBezTo>
                      <a:pt x="102" y="12"/>
                      <a:pt x="100" y="17"/>
                      <a:pt x="95" y="20"/>
                    </a:cubicBezTo>
                    <a:cubicBezTo>
                      <a:pt x="95" y="20"/>
                      <a:pt x="94" y="20"/>
                      <a:pt x="93" y="20"/>
                    </a:cubicBezTo>
                    <a:cubicBezTo>
                      <a:pt x="93" y="21"/>
                      <a:pt x="92" y="22"/>
                      <a:pt x="90" y="23"/>
                    </a:cubicBezTo>
                    <a:cubicBezTo>
                      <a:pt x="86" y="26"/>
                      <a:pt x="82" y="30"/>
                      <a:pt x="78" y="35"/>
                    </a:cubicBezTo>
                    <a:cubicBezTo>
                      <a:pt x="74" y="39"/>
                      <a:pt x="70" y="43"/>
                      <a:pt x="66" y="48"/>
                    </a:cubicBezTo>
                    <a:cubicBezTo>
                      <a:pt x="62" y="52"/>
                      <a:pt x="59" y="56"/>
                      <a:pt x="55" y="60"/>
                    </a:cubicBezTo>
                    <a:cubicBezTo>
                      <a:pt x="48" y="69"/>
                      <a:pt x="40" y="79"/>
                      <a:pt x="33" y="88"/>
                    </a:cubicBezTo>
                    <a:cubicBezTo>
                      <a:pt x="34" y="88"/>
                      <a:pt x="34" y="88"/>
                      <a:pt x="34" y="87"/>
                    </a:cubicBezTo>
                    <a:cubicBezTo>
                      <a:pt x="29" y="95"/>
                      <a:pt x="23" y="103"/>
                      <a:pt x="18" y="111"/>
                    </a:cubicBezTo>
                    <a:cubicBezTo>
                      <a:pt x="16" y="114"/>
                      <a:pt x="13" y="115"/>
                      <a:pt x="10" y="115"/>
                    </a:cubicBezTo>
                    <a:cubicBezTo>
                      <a:pt x="8" y="115"/>
                      <a:pt x="7" y="115"/>
                      <a:pt x="5" y="1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69" name="Google Shape;2969;p31"/>
              <p:cNvSpPr/>
              <p:nvPr/>
            </p:nvSpPr>
            <p:spPr>
              <a:xfrm>
                <a:off x="3292200" y="4414320"/>
                <a:ext cx="26640" cy="45720"/>
              </a:xfrm>
              <a:custGeom>
                <a:avLst/>
                <a:gdLst/>
                <a:ahLst/>
                <a:cxnLst/>
                <a:rect l="l" t="t" r="r" b="b"/>
                <a:pathLst>
                  <a:path w="74" h="127" extrusionOk="0">
                    <a:moveTo>
                      <a:pt x="6" y="126"/>
                    </a:moveTo>
                    <a:cubicBezTo>
                      <a:pt x="2" y="123"/>
                      <a:pt x="0" y="118"/>
                      <a:pt x="2" y="113"/>
                    </a:cubicBezTo>
                    <a:cubicBezTo>
                      <a:pt x="12" y="95"/>
                      <a:pt x="20" y="76"/>
                      <a:pt x="29" y="57"/>
                    </a:cubicBezTo>
                    <a:cubicBezTo>
                      <a:pt x="33" y="49"/>
                      <a:pt x="36" y="40"/>
                      <a:pt x="40" y="32"/>
                    </a:cubicBezTo>
                    <a:cubicBezTo>
                      <a:pt x="44" y="23"/>
                      <a:pt x="49" y="14"/>
                      <a:pt x="54" y="6"/>
                    </a:cubicBezTo>
                    <a:cubicBezTo>
                      <a:pt x="57" y="1"/>
                      <a:pt x="63" y="0"/>
                      <a:pt x="68" y="3"/>
                    </a:cubicBezTo>
                    <a:cubicBezTo>
                      <a:pt x="72" y="6"/>
                      <a:pt x="73" y="11"/>
                      <a:pt x="71" y="16"/>
                    </a:cubicBezTo>
                    <a:cubicBezTo>
                      <a:pt x="68" y="20"/>
                      <a:pt x="65" y="24"/>
                      <a:pt x="62" y="29"/>
                    </a:cubicBezTo>
                    <a:cubicBezTo>
                      <a:pt x="55" y="43"/>
                      <a:pt x="48" y="59"/>
                      <a:pt x="41" y="73"/>
                    </a:cubicBezTo>
                    <a:cubicBezTo>
                      <a:pt x="34" y="89"/>
                      <a:pt x="26" y="105"/>
                      <a:pt x="19" y="121"/>
                    </a:cubicBezTo>
                    <a:cubicBezTo>
                      <a:pt x="17" y="124"/>
                      <a:pt x="13" y="126"/>
                      <a:pt x="11" y="126"/>
                    </a:cubicBezTo>
                    <a:cubicBezTo>
                      <a:pt x="9" y="126"/>
                      <a:pt x="8" y="126"/>
                      <a:pt x="6" y="1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70" name="Google Shape;2970;p31"/>
              <p:cNvSpPr/>
              <p:nvPr/>
            </p:nvSpPr>
            <p:spPr>
              <a:xfrm>
                <a:off x="3263760" y="4491720"/>
                <a:ext cx="18360" cy="27000"/>
              </a:xfrm>
              <a:custGeom>
                <a:avLst/>
                <a:gdLst/>
                <a:ahLst/>
                <a:cxnLst/>
                <a:rect l="l" t="t" r="r" b="b"/>
                <a:pathLst>
                  <a:path w="51" h="75" extrusionOk="0">
                    <a:moveTo>
                      <a:pt x="7" y="74"/>
                    </a:moveTo>
                    <a:cubicBezTo>
                      <a:pt x="2" y="71"/>
                      <a:pt x="0" y="66"/>
                      <a:pt x="2" y="61"/>
                    </a:cubicBezTo>
                    <a:cubicBezTo>
                      <a:pt x="7" y="52"/>
                      <a:pt x="12" y="42"/>
                      <a:pt x="17" y="32"/>
                    </a:cubicBezTo>
                    <a:cubicBezTo>
                      <a:pt x="21" y="24"/>
                      <a:pt x="25" y="15"/>
                      <a:pt x="31" y="6"/>
                    </a:cubicBezTo>
                    <a:cubicBezTo>
                      <a:pt x="34" y="2"/>
                      <a:pt x="39" y="0"/>
                      <a:pt x="44" y="3"/>
                    </a:cubicBezTo>
                    <a:cubicBezTo>
                      <a:pt x="48" y="6"/>
                      <a:pt x="50" y="12"/>
                      <a:pt x="47" y="17"/>
                    </a:cubicBezTo>
                    <a:cubicBezTo>
                      <a:pt x="45" y="20"/>
                      <a:pt x="42" y="24"/>
                      <a:pt x="40" y="28"/>
                    </a:cubicBezTo>
                    <a:cubicBezTo>
                      <a:pt x="33" y="41"/>
                      <a:pt x="26" y="55"/>
                      <a:pt x="19" y="69"/>
                    </a:cubicBezTo>
                    <a:cubicBezTo>
                      <a:pt x="17" y="73"/>
                      <a:pt x="14" y="74"/>
                      <a:pt x="11" y="74"/>
                    </a:cubicBezTo>
                    <a:cubicBezTo>
                      <a:pt x="9" y="74"/>
                      <a:pt x="8" y="74"/>
                      <a:pt x="7" y="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71" name="Google Shape;2971;p31"/>
              <p:cNvSpPr/>
              <p:nvPr/>
            </p:nvSpPr>
            <p:spPr>
              <a:xfrm>
                <a:off x="3132000" y="4584960"/>
                <a:ext cx="90000" cy="191880"/>
              </a:xfrm>
              <a:custGeom>
                <a:avLst/>
                <a:gdLst/>
                <a:ahLst/>
                <a:cxnLst/>
                <a:rect l="l" t="t" r="r" b="b"/>
                <a:pathLst>
                  <a:path w="250" h="533" extrusionOk="0">
                    <a:moveTo>
                      <a:pt x="7" y="531"/>
                    </a:moveTo>
                    <a:cubicBezTo>
                      <a:pt x="2" y="529"/>
                      <a:pt x="0" y="523"/>
                      <a:pt x="2" y="518"/>
                    </a:cubicBezTo>
                    <a:cubicBezTo>
                      <a:pt x="19" y="483"/>
                      <a:pt x="34" y="447"/>
                      <a:pt x="50" y="412"/>
                    </a:cubicBezTo>
                    <a:cubicBezTo>
                      <a:pt x="66" y="375"/>
                      <a:pt x="83" y="338"/>
                      <a:pt x="99" y="301"/>
                    </a:cubicBezTo>
                    <a:cubicBezTo>
                      <a:pt x="115" y="265"/>
                      <a:pt x="132" y="229"/>
                      <a:pt x="147" y="193"/>
                    </a:cubicBezTo>
                    <a:cubicBezTo>
                      <a:pt x="164" y="156"/>
                      <a:pt x="181" y="119"/>
                      <a:pt x="197" y="82"/>
                    </a:cubicBezTo>
                    <a:cubicBezTo>
                      <a:pt x="202" y="69"/>
                      <a:pt x="208" y="57"/>
                      <a:pt x="213" y="44"/>
                    </a:cubicBezTo>
                    <a:cubicBezTo>
                      <a:pt x="218" y="32"/>
                      <a:pt x="224" y="19"/>
                      <a:pt x="229" y="7"/>
                    </a:cubicBezTo>
                    <a:cubicBezTo>
                      <a:pt x="231" y="2"/>
                      <a:pt x="238" y="0"/>
                      <a:pt x="242" y="2"/>
                    </a:cubicBezTo>
                    <a:cubicBezTo>
                      <a:pt x="247" y="5"/>
                      <a:pt x="249" y="10"/>
                      <a:pt x="247" y="15"/>
                    </a:cubicBezTo>
                    <a:cubicBezTo>
                      <a:pt x="239" y="33"/>
                      <a:pt x="230" y="51"/>
                      <a:pt x="222" y="69"/>
                    </a:cubicBezTo>
                    <a:cubicBezTo>
                      <a:pt x="214" y="87"/>
                      <a:pt x="206" y="105"/>
                      <a:pt x="198" y="122"/>
                    </a:cubicBezTo>
                    <a:cubicBezTo>
                      <a:pt x="182" y="160"/>
                      <a:pt x="165" y="197"/>
                      <a:pt x="149" y="234"/>
                    </a:cubicBezTo>
                    <a:cubicBezTo>
                      <a:pt x="133" y="270"/>
                      <a:pt x="117" y="306"/>
                      <a:pt x="101" y="343"/>
                    </a:cubicBezTo>
                    <a:cubicBezTo>
                      <a:pt x="85" y="379"/>
                      <a:pt x="69" y="415"/>
                      <a:pt x="53" y="452"/>
                    </a:cubicBezTo>
                    <a:cubicBezTo>
                      <a:pt x="42" y="477"/>
                      <a:pt x="31" y="502"/>
                      <a:pt x="20" y="527"/>
                    </a:cubicBezTo>
                    <a:cubicBezTo>
                      <a:pt x="19" y="530"/>
                      <a:pt x="15" y="532"/>
                      <a:pt x="11" y="532"/>
                    </a:cubicBezTo>
                    <a:cubicBezTo>
                      <a:pt x="10" y="532"/>
                      <a:pt x="9" y="532"/>
                      <a:pt x="7" y="5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72" name="Google Shape;2972;p31"/>
              <p:cNvSpPr/>
              <p:nvPr/>
            </p:nvSpPr>
            <p:spPr>
              <a:xfrm>
                <a:off x="3131640" y="4771800"/>
                <a:ext cx="41580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1155" h="31" extrusionOk="0">
                    <a:moveTo>
                      <a:pt x="1143" y="30"/>
                    </a:moveTo>
                    <a:cubicBezTo>
                      <a:pt x="1120" y="29"/>
                      <a:pt x="1096" y="29"/>
                      <a:pt x="1073" y="29"/>
                    </a:cubicBezTo>
                    <a:cubicBezTo>
                      <a:pt x="1062" y="29"/>
                      <a:pt x="1050" y="28"/>
                      <a:pt x="1039" y="28"/>
                    </a:cubicBezTo>
                    <a:cubicBezTo>
                      <a:pt x="1027" y="27"/>
                      <a:pt x="1014" y="27"/>
                      <a:pt x="1002" y="27"/>
                    </a:cubicBezTo>
                    <a:cubicBezTo>
                      <a:pt x="954" y="27"/>
                      <a:pt x="905" y="26"/>
                      <a:pt x="857" y="26"/>
                    </a:cubicBezTo>
                    <a:cubicBezTo>
                      <a:pt x="808" y="25"/>
                      <a:pt x="758" y="25"/>
                      <a:pt x="709" y="25"/>
                    </a:cubicBezTo>
                    <a:cubicBezTo>
                      <a:pt x="658" y="24"/>
                      <a:pt x="608" y="23"/>
                      <a:pt x="557" y="23"/>
                    </a:cubicBezTo>
                    <a:cubicBezTo>
                      <a:pt x="508" y="23"/>
                      <a:pt x="459" y="22"/>
                      <a:pt x="411" y="22"/>
                    </a:cubicBezTo>
                    <a:cubicBezTo>
                      <a:pt x="362" y="22"/>
                      <a:pt x="312" y="22"/>
                      <a:pt x="263" y="21"/>
                    </a:cubicBezTo>
                    <a:cubicBezTo>
                      <a:pt x="215" y="20"/>
                      <a:pt x="166" y="20"/>
                      <a:pt x="119" y="19"/>
                    </a:cubicBezTo>
                    <a:cubicBezTo>
                      <a:pt x="101" y="19"/>
                      <a:pt x="83" y="19"/>
                      <a:pt x="64" y="19"/>
                    </a:cubicBezTo>
                    <a:cubicBezTo>
                      <a:pt x="47" y="19"/>
                      <a:pt x="29" y="19"/>
                      <a:pt x="11" y="19"/>
                    </a:cubicBezTo>
                    <a:lnTo>
                      <a:pt x="10" y="19"/>
                    </a:lnTo>
                    <a:cubicBezTo>
                      <a:pt x="4" y="19"/>
                      <a:pt x="0" y="15"/>
                      <a:pt x="0" y="9"/>
                    </a:cubicBezTo>
                    <a:cubicBezTo>
                      <a:pt x="1" y="4"/>
                      <a:pt x="5" y="0"/>
                      <a:pt x="10" y="0"/>
                    </a:cubicBezTo>
                    <a:cubicBezTo>
                      <a:pt x="16" y="0"/>
                      <a:pt x="20" y="1"/>
                      <a:pt x="25" y="1"/>
                    </a:cubicBezTo>
                    <a:cubicBezTo>
                      <a:pt x="32" y="1"/>
                      <a:pt x="38" y="1"/>
                      <a:pt x="45" y="1"/>
                    </a:cubicBezTo>
                    <a:cubicBezTo>
                      <a:pt x="57" y="1"/>
                      <a:pt x="69" y="1"/>
                      <a:pt x="81" y="2"/>
                    </a:cubicBezTo>
                    <a:cubicBezTo>
                      <a:pt x="105" y="2"/>
                      <a:pt x="128" y="2"/>
                      <a:pt x="152" y="2"/>
                    </a:cubicBezTo>
                    <a:cubicBezTo>
                      <a:pt x="201" y="3"/>
                      <a:pt x="250" y="3"/>
                      <a:pt x="299" y="4"/>
                    </a:cubicBezTo>
                    <a:cubicBezTo>
                      <a:pt x="349" y="4"/>
                      <a:pt x="398" y="5"/>
                      <a:pt x="447" y="5"/>
                    </a:cubicBezTo>
                    <a:cubicBezTo>
                      <a:pt x="472" y="5"/>
                      <a:pt x="497" y="5"/>
                      <a:pt x="523" y="6"/>
                    </a:cubicBezTo>
                    <a:cubicBezTo>
                      <a:pt x="546" y="6"/>
                      <a:pt x="570" y="6"/>
                      <a:pt x="594" y="6"/>
                    </a:cubicBezTo>
                    <a:cubicBezTo>
                      <a:pt x="644" y="7"/>
                      <a:pt x="695" y="7"/>
                      <a:pt x="746" y="8"/>
                    </a:cubicBezTo>
                    <a:cubicBezTo>
                      <a:pt x="794" y="8"/>
                      <a:pt x="843" y="9"/>
                      <a:pt x="891" y="9"/>
                    </a:cubicBezTo>
                    <a:cubicBezTo>
                      <a:pt x="916" y="9"/>
                      <a:pt x="941" y="9"/>
                      <a:pt x="965" y="9"/>
                    </a:cubicBezTo>
                    <a:cubicBezTo>
                      <a:pt x="990" y="9"/>
                      <a:pt x="1014" y="10"/>
                      <a:pt x="1037" y="10"/>
                    </a:cubicBezTo>
                    <a:cubicBezTo>
                      <a:pt x="1047" y="10"/>
                      <a:pt x="1055" y="9"/>
                      <a:pt x="1064" y="9"/>
                    </a:cubicBezTo>
                    <a:cubicBezTo>
                      <a:pt x="1074" y="10"/>
                      <a:pt x="1083" y="10"/>
                      <a:pt x="1092" y="10"/>
                    </a:cubicBezTo>
                    <a:cubicBezTo>
                      <a:pt x="1110" y="10"/>
                      <a:pt x="1127" y="10"/>
                      <a:pt x="1144" y="10"/>
                    </a:cubicBezTo>
                    <a:cubicBezTo>
                      <a:pt x="1150" y="10"/>
                      <a:pt x="1154" y="15"/>
                      <a:pt x="1154" y="20"/>
                    </a:cubicBezTo>
                    <a:cubicBezTo>
                      <a:pt x="1153" y="26"/>
                      <a:pt x="1149" y="30"/>
                      <a:pt x="1144" y="30"/>
                    </a:cubicBezTo>
                    <a:cubicBezTo>
                      <a:pt x="1143" y="30"/>
                      <a:pt x="1143" y="30"/>
                      <a:pt x="1143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73" name="Google Shape;2973;p31"/>
              <p:cNvSpPr/>
              <p:nvPr/>
            </p:nvSpPr>
            <p:spPr>
              <a:xfrm>
                <a:off x="3232080" y="4697280"/>
                <a:ext cx="32760" cy="66240"/>
              </a:xfrm>
              <a:custGeom>
                <a:avLst/>
                <a:gdLst/>
                <a:ahLst/>
                <a:cxnLst/>
                <a:rect l="l" t="t" r="r" b="b"/>
                <a:pathLst>
                  <a:path w="91" h="184" extrusionOk="0">
                    <a:moveTo>
                      <a:pt x="62" y="79"/>
                    </a:moveTo>
                    <a:cubicBezTo>
                      <a:pt x="59" y="83"/>
                      <a:pt x="56" y="86"/>
                      <a:pt x="52" y="90"/>
                    </a:cubicBezTo>
                    <a:cubicBezTo>
                      <a:pt x="51" y="92"/>
                      <a:pt x="49" y="93"/>
                      <a:pt x="47" y="95"/>
                    </a:cubicBezTo>
                    <a:cubicBezTo>
                      <a:pt x="51" y="92"/>
                      <a:pt x="55" y="90"/>
                      <a:pt x="60" y="88"/>
                    </a:cubicBezTo>
                    <a:lnTo>
                      <a:pt x="60" y="87"/>
                    </a:lnTo>
                    <a:cubicBezTo>
                      <a:pt x="62" y="84"/>
                      <a:pt x="62" y="81"/>
                      <a:pt x="63" y="78"/>
                    </a:cubicBezTo>
                    <a:cubicBezTo>
                      <a:pt x="63" y="79"/>
                      <a:pt x="62" y="79"/>
                      <a:pt x="62" y="79"/>
                    </a:cubicBezTo>
                    <a:moveTo>
                      <a:pt x="21" y="164"/>
                    </a:moveTo>
                    <a:cubicBezTo>
                      <a:pt x="22" y="164"/>
                      <a:pt x="22" y="164"/>
                      <a:pt x="23" y="164"/>
                    </a:cubicBezTo>
                    <a:cubicBezTo>
                      <a:pt x="23" y="163"/>
                      <a:pt x="24" y="163"/>
                      <a:pt x="25" y="163"/>
                    </a:cubicBezTo>
                    <a:lnTo>
                      <a:pt x="24" y="163"/>
                    </a:lnTo>
                    <a:cubicBezTo>
                      <a:pt x="24" y="163"/>
                      <a:pt x="25" y="163"/>
                      <a:pt x="25" y="162"/>
                    </a:cubicBezTo>
                    <a:cubicBezTo>
                      <a:pt x="27" y="162"/>
                      <a:pt x="28" y="161"/>
                      <a:pt x="29" y="160"/>
                    </a:cubicBezTo>
                    <a:cubicBezTo>
                      <a:pt x="30" y="160"/>
                      <a:pt x="30" y="159"/>
                      <a:pt x="31" y="158"/>
                    </a:cubicBezTo>
                    <a:cubicBezTo>
                      <a:pt x="32" y="157"/>
                      <a:pt x="33" y="156"/>
                      <a:pt x="34" y="155"/>
                    </a:cubicBezTo>
                    <a:cubicBezTo>
                      <a:pt x="35" y="153"/>
                      <a:pt x="37" y="151"/>
                      <a:pt x="38" y="148"/>
                    </a:cubicBezTo>
                    <a:cubicBezTo>
                      <a:pt x="42" y="141"/>
                      <a:pt x="45" y="134"/>
                      <a:pt x="48" y="126"/>
                    </a:cubicBezTo>
                    <a:cubicBezTo>
                      <a:pt x="50" y="121"/>
                      <a:pt x="52" y="117"/>
                      <a:pt x="53" y="112"/>
                    </a:cubicBezTo>
                    <a:cubicBezTo>
                      <a:pt x="49" y="114"/>
                      <a:pt x="46" y="117"/>
                      <a:pt x="42" y="120"/>
                    </a:cubicBezTo>
                    <a:cubicBezTo>
                      <a:pt x="39" y="122"/>
                      <a:pt x="37" y="124"/>
                      <a:pt x="34" y="127"/>
                    </a:cubicBezTo>
                    <a:cubicBezTo>
                      <a:pt x="31" y="130"/>
                      <a:pt x="28" y="133"/>
                      <a:pt x="26" y="137"/>
                    </a:cubicBezTo>
                    <a:cubicBezTo>
                      <a:pt x="25" y="138"/>
                      <a:pt x="23" y="140"/>
                      <a:pt x="22" y="142"/>
                    </a:cubicBezTo>
                    <a:cubicBezTo>
                      <a:pt x="21" y="144"/>
                      <a:pt x="21" y="145"/>
                      <a:pt x="21" y="146"/>
                    </a:cubicBezTo>
                    <a:cubicBezTo>
                      <a:pt x="20" y="147"/>
                      <a:pt x="20" y="148"/>
                      <a:pt x="20" y="149"/>
                    </a:cubicBezTo>
                    <a:cubicBezTo>
                      <a:pt x="19" y="151"/>
                      <a:pt x="19" y="153"/>
                      <a:pt x="18" y="156"/>
                    </a:cubicBezTo>
                    <a:cubicBezTo>
                      <a:pt x="18" y="157"/>
                      <a:pt x="18" y="158"/>
                      <a:pt x="18" y="159"/>
                    </a:cubicBezTo>
                    <a:cubicBezTo>
                      <a:pt x="18" y="160"/>
                      <a:pt x="18" y="161"/>
                      <a:pt x="19" y="162"/>
                    </a:cubicBezTo>
                    <a:lnTo>
                      <a:pt x="19" y="163"/>
                    </a:lnTo>
                    <a:lnTo>
                      <a:pt x="20" y="163"/>
                    </a:lnTo>
                    <a:lnTo>
                      <a:pt x="20" y="164"/>
                    </a:lnTo>
                    <a:lnTo>
                      <a:pt x="21" y="164"/>
                    </a:lnTo>
                    <a:moveTo>
                      <a:pt x="12" y="181"/>
                    </a:moveTo>
                    <a:cubicBezTo>
                      <a:pt x="9" y="180"/>
                      <a:pt x="7" y="178"/>
                      <a:pt x="6" y="176"/>
                    </a:cubicBezTo>
                    <a:cubicBezTo>
                      <a:pt x="4" y="174"/>
                      <a:pt x="2" y="172"/>
                      <a:pt x="2" y="169"/>
                    </a:cubicBezTo>
                    <a:cubicBezTo>
                      <a:pt x="0" y="163"/>
                      <a:pt x="0" y="158"/>
                      <a:pt x="0" y="152"/>
                    </a:cubicBezTo>
                    <a:cubicBezTo>
                      <a:pt x="2" y="146"/>
                      <a:pt x="3" y="140"/>
                      <a:pt x="6" y="135"/>
                    </a:cubicBezTo>
                    <a:cubicBezTo>
                      <a:pt x="9" y="129"/>
                      <a:pt x="13" y="124"/>
                      <a:pt x="17" y="119"/>
                    </a:cubicBezTo>
                    <a:cubicBezTo>
                      <a:pt x="21" y="114"/>
                      <a:pt x="25" y="111"/>
                      <a:pt x="29" y="107"/>
                    </a:cubicBezTo>
                    <a:cubicBezTo>
                      <a:pt x="27" y="108"/>
                      <a:pt x="25" y="108"/>
                      <a:pt x="24" y="109"/>
                    </a:cubicBezTo>
                    <a:cubicBezTo>
                      <a:pt x="21" y="109"/>
                      <a:pt x="19" y="108"/>
                      <a:pt x="17" y="107"/>
                    </a:cubicBezTo>
                    <a:cubicBezTo>
                      <a:pt x="16" y="107"/>
                      <a:pt x="15" y="106"/>
                      <a:pt x="14" y="105"/>
                    </a:cubicBezTo>
                    <a:cubicBezTo>
                      <a:pt x="13" y="105"/>
                      <a:pt x="12" y="104"/>
                      <a:pt x="11" y="103"/>
                    </a:cubicBezTo>
                    <a:cubicBezTo>
                      <a:pt x="10" y="100"/>
                      <a:pt x="10" y="98"/>
                      <a:pt x="9" y="95"/>
                    </a:cubicBezTo>
                    <a:cubicBezTo>
                      <a:pt x="9" y="93"/>
                      <a:pt x="9" y="91"/>
                      <a:pt x="10" y="88"/>
                    </a:cubicBezTo>
                    <a:cubicBezTo>
                      <a:pt x="10" y="86"/>
                      <a:pt x="10" y="85"/>
                      <a:pt x="10" y="84"/>
                    </a:cubicBezTo>
                    <a:cubicBezTo>
                      <a:pt x="10" y="81"/>
                      <a:pt x="11" y="79"/>
                      <a:pt x="11" y="77"/>
                    </a:cubicBezTo>
                    <a:cubicBezTo>
                      <a:pt x="13" y="66"/>
                      <a:pt x="15" y="56"/>
                      <a:pt x="17" y="46"/>
                    </a:cubicBezTo>
                    <a:cubicBezTo>
                      <a:pt x="20" y="34"/>
                      <a:pt x="24" y="23"/>
                      <a:pt x="28" y="12"/>
                    </a:cubicBezTo>
                    <a:cubicBezTo>
                      <a:pt x="28" y="10"/>
                      <a:pt x="28" y="8"/>
                      <a:pt x="29" y="7"/>
                    </a:cubicBezTo>
                    <a:cubicBezTo>
                      <a:pt x="30" y="7"/>
                      <a:pt x="30" y="6"/>
                      <a:pt x="30" y="6"/>
                    </a:cubicBezTo>
                    <a:cubicBezTo>
                      <a:pt x="33" y="2"/>
                      <a:pt x="38" y="0"/>
                      <a:pt x="42" y="3"/>
                    </a:cubicBezTo>
                    <a:cubicBezTo>
                      <a:pt x="46" y="4"/>
                      <a:pt x="49" y="10"/>
                      <a:pt x="46" y="15"/>
                    </a:cubicBezTo>
                    <a:cubicBezTo>
                      <a:pt x="45" y="19"/>
                      <a:pt x="44" y="23"/>
                      <a:pt x="42" y="27"/>
                    </a:cubicBezTo>
                    <a:cubicBezTo>
                      <a:pt x="40" y="32"/>
                      <a:pt x="38" y="37"/>
                      <a:pt x="37" y="42"/>
                    </a:cubicBezTo>
                    <a:cubicBezTo>
                      <a:pt x="35" y="47"/>
                      <a:pt x="34" y="52"/>
                      <a:pt x="33" y="57"/>
                    </a:cubicBezTo>
                    <a:cubicBezTo>
                      <a:pt x="31" y="66"/>
                      <a:pt x="30" y="75"/>
                      <a:pt x="28" y="85"/>
                    </a:cubicBezTo>
                    <a:cubicBezTo>
                      <a:pt x="28" y="85"/>
                      <a:pt x="28" y="86"/>
                      <a:pt x="28" y="87"/>
                    </a:cubicBezTo>
                    <a:cubicBezTo>
                      <a:pt x="28" y="87"/>
                      <a:pt x="29" y="86"/>
                      <a:pt x="30" y="86"/>
                    </a:cubicBezTo>
                    <a:cubicBezTo>
                      <a:pt x="34" y="83"/>
                      <a:pt x="38" y="79"/>
                      <a:pt x="41" y="75"/>
                    </a:cubicBezTo>
                    <a:lnTo>
                      <a:pt x="42" y="75"/>
                    </a:lnTo>
                    <a:cubicBezTo>
                      <a:pt x="42" y="74"/>
                      <a:pt x="43" y="74"/>
                      <a:pt x="44" y="73"/>
                    </a:cubicBezTo>
                    <a:cubicBezTo>
                      <a:pt x="44" y="72"/>
                      <a:pt x="45" y="72"/>
                      <a:pt x="45" y="71"/>
                    </a:cubicBezTo>
                    <a:lnTo>
                      <a:pt x="45" y="72"/>
                    </a:lnTo>
                    <a:cubicBezTo>
                      <a:pt x="45" y="71"/>
                      <a:pt x="46" y="71"/>
                      <a:pt x="46" y="70"/>
                    </a:cubicBezTo>
                    <a:lnTo>
                      <a:pt x="47" y="70"/>
                    </a:lnTo>
                    <a:cubicBezTo>
                      <a:pt x="53" y="63"/>
                      <a:pt x="59" y="56"/>
                      <a:pt x="65" y="49"/>
                    </a:cubicBezTo>
                    <a:cubicBezTo>
                      <a:pt x="68" y="46"/>
                      <a:pt x="70" y="43"/>
                      <a:pt x="74" y="41"/>
                    </a:cubicBezTo>
                    <a:cubicBezTo>
                      <a:pt x="78" y="39"/>
                      <a:pt x="84" y="40"/>
                      <a:pt x="87" y="45"/>
                    </a:cubicBezTo>
                    <a:cubicBezTo>
                      <a:pt x="90" y="49"/>
                      <a:pt x="88" y="55"/>
                      <a:pt x="87" y="60"/>
                    </a:cubicBezTo>
                    <a:cubicBezTo>
                      <a:pt x="87" y="63"/>
                      <a:pt x="85" y="67"/>
                      <a:pt x="84" y="70"/>
                    </a:cubicBezTo>
                    <a:cubicBezTo>
                      <a:pt x="82" y="78"/>
                      <a:pt x="80" y="86"/>
                      <a:pt x="77" y="93"/>
                    </a:cubicBezTo>
                    <a:cubicBezTo>
                      <a:pt x="77" y="95"/>
                      <a:pt x="77" y="96"/>
                      <a:pt x="76" y="97"/>
                    </a:cubicBezTo>
                    <a:cubicBezTo>
                      <a:pt x="73" y="107"/>
                      <a:pt x="71" y="116"/>
                      <a:pt x="67" y="126"/>
                    </a:cubicBezTo>
                    <a:cubicBezTo>
                      <a:pt x="64" y="135"/>
                      <a:pt x="60" y="145"/>
                      <a:pt x="56" y="154"/>
                    </a:cubicBezTo>
                    <a:cubicBezTo>
                      <a:pt x="52" y="161"/>
                      <a:pt x="48" y="168"/>
                      <a:pt x="42" y="174"/>
                    </a:cubicBezTo>
                    <a:cubicBezTo>
                      <a:pt x="38" y="177"/>
                      <a:pt x="33" y="180"/>
                      <a:pt x="28" y="182"/>
                    </a:cubicBezTo>
                    <a:cubicBezTo>
                      <a:pt x="26" y="183"/>
                      <a:pt x="24" y="183"/>
                      <a:pt x="21" y="183"/>
                    </a:cubicBezTo>
                    <a:cubicBezTo>
                      <a:pt x="18" y="183"/>
                      <a:pt x="15" y="182"/>
                      <a:pt x="12" y="1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74" name="Google Shape;2974;p31"/>
              <p:cNvSpPr/>
              <p:nvPr/>
            </p:nvSpPr>
            <p:spPr>
              <a:xfrm>
                <a:off x="3282120" y="4696560"/>
                <a:ext cx="16920" cy="37440"/>
              </a:xfrm>
              <a:custGeom>
                <a:avLst/>
                <a:gdLst/>
                <a:ahLst/>
                <a:cxnLst/>
                <a:rect l="l" t="t" r="r" b="b"/>
                <a:pathLst>
                  <a:path w="47" h="104" extrusionOk="0">
                    <a:moveTo>
                      <a:pt x="20" y="103"/>
                    </a:moveTo>
                    <a:cubicBezTo>
                      <a:pt x="15" y="102"/>
                      <a:pt x="12" y="97"/>
                      <a:pt x="12" y="92"/>
                    </a:cubicBezTo>
                    <a:cubicBezTo>
                      <a:pt x="15" y="80"/>
                      <a:pt x="18" y="69"/>
                      <a:pt x="20" y="57"/>
                    </a:cubicBezTo>
                    <a:cubicBezTo>
                      <a:pt x="21" y="54"/>
                      <a:pt x="22" y="51"/>
                      <a:pt x="23" y="48"/>
                    </a:cubicBezTo>
                    <a:cubicBezTo>
                      <a:pt x="22" y="49"/>
                      <a:pt x="21" y="51"/>
                      <a:pt x="20" y="53"/>
                    </a:cubicBezTo>
                    <a:lnTo>
                      <a:pt x="20" y="54"/>
                    </a:lnTo>
                    <a:cubicBezTo>
                      <a:pt x="20" y="58"/>
                      <a:pt x="15" y="62"/>
                      <a:pt x="10" y="62"/>
                    </a:cubicBezTo>
                    <a:cubicBezTo>
                      <a:pt x="4" y="62"/>
                      <a:pt x="0" y="57"/>
                      <a:pt x="1" y="51"/>
                    </a:cubicBezTo>
                    <a:cubicBezTo>
                      <a:pt x="2" y="47"/>
                      <a:pt x="5" y="42"/>
                      <a:pt x="6" y="38"/>
                    </a:cubicBezTo>
                    <a:cubicBezTo>
                      <a:pt x="9" y="34"/>
                      <a:pt x="11" y="30"/>
                      <a:pt x="13" y="27"/>
                    </a:cubicBezTo>
                    <a:cubicBezTo>
                      <a:pt x="15" y="23"/>
                      <a:pt x="16" y="20"/>
                      <a:pt x="19" y="17"/>
                    </a:cubicBezTo>
                    <a:cubicBezTo>
                      <a:pt x="19" y="15"/>
                      <a:pt x="20" y="13"/>
                      <a:pt x="22" y="12"/>
                    </a:cubicBezTo>
                    <a:cubicBezTo>
                      <a:pt x="22" y="10"/>
                      <a:pt x="23" y="8"/>
                      <a:pt x="25" y="6"/>
                    </a:cubicBezTo>
                    <a:cubicBezTo>
                      <a:pt x="26" y="4"/>
                      <a:pt x="29" y="3"/>
                      <a:pt x="30" y="2"/>
                    </a:cubicBezTo>
                    <a:cubicBezTo>
                      <a:pt x="34" y="0"/>
                      <a:pt x="40" y="1"/>
                      <a:pt x="43" y="5"/>
                    </a:cubicBezTo>
                    <a:cubicBezTo>
                      <a:pt x="44" y="8"/>
                      <a:pt x="46" y="11"/>
                      <a:pt x="46" y="14"/>
                    </a:cubicBezTo>
                    <a:cubicBezTo>
                      <a:pt x="46" y="19"/>
                      <a:pt x="45" y="23"/>
                      <a:pt x="44" y="27"/>
                    </a:cubicBezTo>
                    <a:cubicBezTo>
                      <a:pt x="44" y="31"/>
                      <a:pt x="43" y="35"/>
                      <a:pt x="42" y="39"/>
                    </a:cubicBezTo>
                    <a:cubicBezTo>
                      <a:pt x="41" y="45"/>
                      <a:pt x="40" y="52"/>
                      <a:pt x="39" y="58"/>
                    </a:cubicBezTo>
                    <a:cubicBezTo>
                      <a:pt x="36" y="70"/>
                      <a:pt x="33" y="83"/>
                      <a:pt x="31" y="95"/>
                    </a:cubicBezTo>
                    <a:cubicBezTo>
                      <a:pt x="30" y="100"/>
                      <a:pt x="26" y="103"/>
                      <a:pt x="22" y="103"/>
                    </a:cubicBezTo>
                    <a:cubicBezTo>
                      <a:pt x="21" y="103"/>
                      <a:pt x="21" y="103"/>
                      <a:pt x="20" y="10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75" name="Google Shape;2975;p31"/>
              <p:cNvSpPr/>
              <p:nvPr/>
            </p:nvSpPr>
            <p:spPr>
              <a:xfrm>
                <a:off x="3311640" y="4715640"/>
                <a:ext cx="3960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110" h="22" extrusionOk="0">
                    <a:moveTo>
                      <a:pt x="8" y="21"/>
                    </a:moveTo>
                    <a:cubicBezTo>
                      <a:pt x="4" y="20"/>
                      <a:pt x="0" y="16"/>
                      <a:pt x="0" y="12"/>
                    </a:cubicBezTo>
                    <a:cubicBezTo>
                      <a:pt x="0" y="10"/>
                      <a:pt x="0" y="8"/>
                      <a:pt x="1" y="6"/>
                    </a:cubicBezTo>
                    <a:cubicBezTo>
                      <a:pt x="4" y="2"/>
                      <a:pt x="10" y="0"/>
                      <a:pt x="14" y="2"/>
                    </a:cubicBezTo>
                    <a:cubicBezTo>
                      <a:pt x="21" y="3"/>
                      <a:pt x="27" y="3"/>
                      <a:pt x="33" y="3"/>
                    </a:cubicBezTo>
                    <a:cubicBezTo>
                      <a:pt x="36" y="2"/>
                      <a:pt x="39" y="2"/>
                      <a:pt x="43" y="2"/>
                    </a:cubicBezTo>
                    <a:lnTo>
                      <a:pt x="42" y="2"/>
                    </a:lnTo>
                    <a:cubicBezTo>
                      <a:pt x="43" y="2"/>
                      <a:pt x="43" y="2"/>
                      <a:pt x="43" y="2"/>
                    </a:cubicBezTo>
                    <a:cubicBezTo>
                      <a:pt x="46" y="2"/>
                      <a:pt x="49" y="2"/>
                      <a:pt x="51" y="2"/>
                    </a:cubicBezTo>
                    <a:lnTo>
                      <a:pt x="52" y="2"/>
                    </a:lnTo>
                    <a:cubicBezTo>
                      <a:pt x="68" y="2"/>
                      <a:pt x="84" y="2"/>
                      <a:pt x="100" y="2"/>
                    </a:cubicBezTo>
                    <a:cubicBezTo>
                      <a:pt x="105" y="3"/>
                      <a:pt x="109" y="7"/>
                      <a:pt x="109" y="12"/>
                    </a:cubicBezTo>
                    <a:cubicBezTo>
                      <a:pt x="109" y="17"/>
                      <a:pt x="105" y="21"/>
                      <a:pt x="99" y="21"/>
                    </a:cubicBezTo>
                    <a:cubicBezTo>
                      <a:pt x="93" y="20"/>
                      <a:pt x="86" y="20"/>
                      <a:pt x="80" y="20"/>
                    </a:cubicBezTo>
                    <a:cubicBezTo>
                      <a:pt x="74" y="20"/>
                      <a:pt x="68" y="20"/>
                      <a:pt x="63" y="20"/>
                    </a:cubicBezTo>
                    <a:cubicBezTo>
                      <a:pt x="56" y="20"/>
                      <a:pt x="49" y="20"/>
                      <a:pt x="42" y="21"/>
                    </a:cubicBezTo>
                    <a:cubicBezTo>
                      <a:pt x="38" y="21"/>
                      <a:pt x="33" y="21"/>
                      <a:pt x="29" y="21"/>
                    </a:cubicBezTo>
                    <a:cubicBezTo>
                      <a:pt x="26" y="21"/>
                      <a:pt x="22" y="21"/>
                      <a:pt x="19" y="21"/>
                    </a:cubicBezTo>
                    <a:cubicBezTo>
                      <a:pt x="15" y="21"/>
                      <a:pt x="11" y="21"/>
                      <a:pt x="8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76" name="Google Shape;2976;p31"/>
              <p:cNvSpPr/>
              <p:nvPr/>
            </p:nvSpPr>
            <p:spPr>
              <a:xfrm>
                <a:off x="3314880" y="4724280"/>
                <a:ext cx="4284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25" extrusionOk="0">
                    <a:moveTo>
                      <a:pt x="37" y="24"/>
                    </a:moveTo>
                    <a:cubicBezTo>
                      <a:pt x="29" y="24"/>
                      <a:pt x="21" y="24"/>
                      <a:pt x="13" y="23"/>
                    </a:cubicBezTo>
                    <a:cubicBezTo>
                      <a:pt x="8" y="22"/>
                      <a:pt x="3" y="20"/>
                      <a:pt x="2" y="14"/>
                    </a:cubicBezTo>
                    <a:cubicBezTo>
                      <a:pt x="0" y="11"/>
                      <a:pt x="2" y="7"/>
                      <a:pt x="5" y="4"/>
                    </a:cubicBezTo>
                    <a:cubicBezTo>
                      <a:pt x="8" y="0"/>
                      <a:pt x="15" y="1"/>
                      <a:pt x="18" y="4"/>
                    </a:cubicBezTo>
                    <a:cubicBezTo>
                      <a:pt x="19" y="5"/>
                      <a:pt x="21" y="5"/>
                      <a:pt x="22" y="5"/>
                    </a:cubicBezTo>
                    <a:cubicBezTo>
                      <a:pt x="37" y="6"/>
                      <a:pt x="51" y="7"/>
                      <a:pt x="66" y="6"/>
                    </a:cubicBezTo>
                    <a:lnTo>
                      <a:pt x="67" y="6"/>
                    </a:lnTo>
                    <a:lnTo>
                      <a:pt x="68" y="6"/>
                    </a:lnTo>
                    <a:cubicBezTo>
                      <a:pt x="67" y="6"/>
                      <a:pt x="67" y="6"/>
                      <a:pt x="67" y="6"/>
                    </a:cubicBezTo>
                    <a:cubicBezTo>
                      <a:pt x="69" y="6"/>
                      <a:pt x="70" y="6"/>
                      <a:pt x="72" y="6"/>
                    </a:cubicBezTo>
                    <a:cubicBezTo>
                      <a:pt x="73" y="6"/>
                      <a:pt x="74" y="6"/>
                      <a:pt x="75" y="6"/>
                    </a:cubicBezTo>
                    <a:cubicBezTo>
                      <a:pt x="76" y="6"/>
                      <a:pt x="76" y="6"/>
                      <a:pt x="77" y="6"/>
                    </a:cubicBezTo>
                    <a:lnTo>
                      <a:pt x="76" y="6"/>
                    </a:lnTo>
                    <a:cubicBezTo>
                      <a:pt x="77" y="6"/>
                      <a:pt x="77" y="6"/>
                      <a:pt x="77" y="6"/>
                    </a:cubicBezTo>
                    <a:cubicBezTo>
                      <a:pt x="78" y="6"/>
                      <a:pt x="79" y="6"/>
                      <a:pt x="79" y="6"/>
                    </a:cubicBezTo>
                    <a:cubicBezTo>
                      <a:pt x="80" y="6"/>
                      <a:pt x="80" y="6"/>
                      <a:pt x="80" y="6"/>
                    </a:cubicBezTo>
                    <a:lnTo>
                      <a:pt x="82" y="6"/>
                    </a:lnTo>
                    <a:cubicBezTo>
                      <a:pt x="91" y="6"/>
                      <a:pt x="100" y="6"/>
                      <a:pt x="108" y="5"/>
                    </a:cubicBezTo>
                    <a:cubicBezTo>
                      <a:pt x="113" y="5"/>
                      <a:pt x="117" y="8"/>
                      <a:pt x="117" y="13"/>
                    </a:cubicBezTo>
                    <a:cubicBezTo>
                      <a:pt x="118" y="17"/>
                      <a:pt x="114" y="21"/>
                      <a:pt x="110" y="21"/>
                    </a:cubicBezTo>
                    <a:cubicBezTo>
                      <a:pt x="95" y="23"/>
                      <a:pt x="80" y="23"/>
                      <a:pt x="66" y="24"/>
                    </a:cubicBezTo>
                    <a:cubicBezTo>
                      <a:pt x="58" y="24"/>
                      <a:pt x="51" y="24"/>
                      <a:pt x="43" y="24"/>
                    </a:cubicBezTo>
                    <a:cubicBezTo>
                      <a:pt x="41" y="24"/>
                      <a:pt x="40" y="24"/>
                      <a:pt x="37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77" name="Google Shape;2977;p31"/>
              <p:cNvSpPr/>
              <p:nvPr/>
            </p:nvSpPr>
            <p:spPr>
              <a:xfrm>
                <a:off x="3382560" y="4700520"/>
                <a:ext cx="74880" cy="46440"/>
              </a:xfrm>
              <a:custGeom>
                <a:avLst/>
                <a:gdLst/>
                <a:ahLst/>
                <a:cxnLst/>
                <a:rect l="l" t="t" r="r" b="b"/>
                <a:pathLst>
                  <a:path w="208" h="129" extrusionOk="0">
                    <a:moveTo>
                      <a:pt x="127" y="93"/>
                    </a:moveTo>
                    <a:cubicBezTo>
                      <a:pt x="126" y="93"/>
                      <a:pt x="126" y="93"/>
                      <a:pt x="126" y="93"/>
                    </a:cubicBezTo>
                    <a:cubicBezTo>
                      <a:pt x="127" y="93"/>
                      <a:pt x="128" y="93"/>
                      <a:pt x="129" y="93"/>
                    </a:cubicBezTo>
                    <a:cubicBezTo>
                      <a:pt x="130" y="93"/>
                      <a:pt x="131" y="93"/>
                      <a:pt x="132" y="92"/>
                    </a:cubicBezTo>
                    <a:cubicBezTo>
                      <a:pt x="134" y="91"/>
                      <a:pt x="137" y="91"/>
                      <a:pt x="138" y="90"/>
                    </a:cubicBezTo>
                    <a:cubicBezTo>
                      <a:pt x="141" y="89"/>
                      <a:pt x="144" y="87"/>
                      <a:pt x="147" y="86"/>
                    </a:cubicBezTo>
                    <a:cubicBezTo>
                      <a:pt x="151" y="83"/>
                      <a:pt x="155" y="80"/>
                      <a:pt x="159" y="77"/>
                    </a:cubicBezTo>
                    <a:lnTo>
                      <a:pt x="158" y="77"/>
                    </a:lnTo>
                    <a:cubicBezTo>
                      <a:pt x="162" y="74"/>
                      <a:pt x="166" y="70"/>
                      <a:pt x="170" y="66"/>
                    </a:cubicBezTo>
                    <a:cubicBezTo>
                      <a:pt x="173" y="63"/>
                      <a:pt x="175" y="61"/>
                      <a:pt x="177" y="58"/>
                    </a:cubicBezTo>
                    <a:cubicBezTo>
                      <a:pt x="179" y="56"/>
                      <a:pt x="181" y="54"/>
                      <a:pt x="182" y="51"/>
                    </a:cubicBezTo>
                    <a:cubicBezTo>
                      <a:pt x="183" y="49"/>
                      <a:pt x="184" y="47"/>
                      <a:pt x="185" y="45"/>
                    </a:cubicBezTo>
                    <a:cubicBezTo>
                      <a:pt x="186" y="43"/>
                      <a:pt x="186" y="42"/>
                      <a:pt x="187" y="40"/>
                    </a:cubicBezTo>
                    <a:cubicBezTo>
                      <a:pt x="187" y="39"/>
                      <a:pt x="187" y="37"/>
                      <a:pt x="187" y="36"/>
                    </a:cubicBezTo>
                    <a:cubicBezTo>
                      <a:pt x="187" y="36"/>
                      <a:pt x="187" y="34"/>
                      <a:pt x="187" y="33"/>
                    </a:cubicBezTo>
                    <a:cubicBezTo>
                      <a:pt x="187" y="32"/>
                      <a:pt x="187" y="30"/>
                      <a:pt x="187" y="29"/>
                    </a:cubicBezTo>
                    <a:cubicBezTo>
                      <a:pt x="187" y="29"/>
                      <a:pt x="187" y="28"/>
                      <a:pt x="187" y="27"/>
                    </a:cubicBezTo>
                    <a:cubicBezTo>
                      <a:pt x="187" y="27"/>
                      <a:pt x="186" y="27"/>
                      <a:pt x="186" y="26"/>
                    </a:cubicBezTo>
                    <a:lnTo>
                      <a:pt x="186" y="25"/>
                    </a:lnTo>
                    <a:cubicBezTo>
                      <a:pt x="185" y="24"/>
                      <a:pt x="185" y="24"/>
                      <a:pt x="184" y="23"/>
                    </a:cubicBezTo>
                    <a:cubicBezTo>
                      <a:pt x="183" y="22"/>
                      <a:pt x="183" y="22"/>
                      <a:pt x="183" y="22"/>
                    </a:cubicBezTo>
                    <a:cubicBezTo>
                      <a:pt x="182" y="22"/>
                      <a:pt x="182" y="21"/>
                      <a:pt x="182" y="21"/>
                    </a:cubicBezTo>
                    <a:cubicBezTo>
                      <a:pt x="180" y="20"/>
                      <a:pt x="180" y="20"/>
                      <a:pt x="179" y="20"/>
                    </a:cubicBezTo>
                    <a:lnTo>
                      <a:pt x="180" y="20"/>
                    </a:lnTo>
                    <a:cubicBezTo>
                      <a:pt x="179" y="20"/>
                      <a:pt x="179" y="19"/>
                      <a:pt x="177" y="19"/>
                    </a:cubicBezTo>
                    <a:cubicBezTo>
                      <a:pt x="176" y="19"/>
                      <a:pt x="175" y="19"/>
                      <a:pt x="175" y="19"/>
                    </a:cubicBezTo>
                    <a:cubicBezTo>
                      <a:pt x="173" y="19"/>
                      <a:pt x="172" y="19"/>
                      <a:pt x="171" y="19"/>
                    </a:cubicBezTo>
                    <a:cubicBezTo>
                      <a:pt x="169" y="19"/>
                      <a:pt x="168" y="19"/>
                      <a:pt x="167" y="19"/>
                    </a:cubicBezTo>
                    <a:cubicBezTo>
                      <a:pt x="166" y="19"/>
                      <a:pt x="165" y="19"/>
                      <a:pt x="164" y="20"/>
                    </a:cubicBezTo>
                    <a:cubicBezTo>
                      <a:pt x="162" y="20"/>
                      <a:pt x="161" y="20"/>
                      <a:pt x="160" y="21"/>
                    </a:cubicBezTo>
                    <a:cubicBezTo>
                      <a:pt x="159" y="22"/>
                      <a:pt x="158" y="22"/>
                      <a:pt x="157" y="23"/>
                    </a:cubicBezTo>
                    <a:cubicBezTo>
                      <a:pt x="155" y="23"/>
                      <a:pt x="154" y="24"/>
                      <a:pt x="152" y="26"/>
                    </a:cubicBezTo>
                    <a:cubicBezTo>
                      <a:pt x="151" y="27"/>
                      <a:pt x="150" y="27"/>
                      <a:pt x="149" y="29"/>
                    </a:cubicBezTo>
                    <a:cubicBezTo>
                      <a:pt x="148" y="29"/>
                      <a:pt x="148" y="30"/>
                      <a:pt x="147" y="31"/>
                    </a:cubicBezTo>
                    <a:cubicBezTo>
                      <a:pt x="147" y="31"/>
                      <a:pt x="146" y="33"/>
                      <a:pt x="145" y="33"/>
                    </a:cubicBezTo>
                    <a:cubicBezTo>
                      <a:pt x="145" y="34"/>
                      <a:pt x="144" y="36"/>
                      <a:pt x="144" y="36"/>
                    </a:cubicBezTo>
                    <a:cubicBezTo>
                      <a:pt x="144" y="38"/>
                      <a:pt x="143" y="40"/>
                      <a:pt x="143" y="41"/>
                    </a:cubicBezTo>
                    <a:cubicBezTo>
                      <a:pt x="141" y="46"/>
                      <a:pt x="141" y="51"/>
                      <a:pt x="140" y="56"/>
                    </a:cubicBezTo>
                    <a:lnTo>
                      <a:pt x="140" y="57"/>
                    </a:lnTo>
                    <a:lnTo>
                      <a:pt x="140" y="56"/>
                    </a:lnTo>
                    <a:cubicBezTo>
                      <a:pt x="140" y="58"/>
                      <a:pt x="140" y="59"/>
                      <a:pt x="140" y="61"/>
                    </a:cubicBezTo>
                    <a:cubicBezTo>
                      <a:pt x="140" y="66"/>
                      <a:pt x="136" y="69"/>
                      <a:pt x="131" y="69"/>
                    </a:cubicBezTo>
                    <a:cubicBezTo>
                      <a:pt x="130" y="69"/>
                      <a:pt x="129" y="69"/>
                      <a:pt x="128" y="68"/>
                    </a:cubicBezTo>
                    <a:cubicBezTo>
                      <a:pt x="127" y="69"/>
                      <a:pt x="127" y="70"/>
                      <a:pt x="126" y="71"/>
                    </a:cubicBezTo>
                    <a:cubicBezTo>
                      <a:pt x="126" y="73"/>
                      <a:pt x="125" y="76"/>
                      <a:pt x="124" y="78"/>
                    </a:cubicBezTo>
                    <a:cubicBezTo>
                      <a:pt x="124" y="80"/>
                      <a:pt x="123" y="82"/>
                      <a:pt x="123" y="84"/>
                    </a:cubicBezTo>
                    <a:cubicBezTo>
                      <a:pt x="123" y="87"/>
                      <a:pt x="123" y="89"/>
                      <a:pt x="123" y="91"/>
                    </a:cubicBezTo>
                    <a:lnTo>
                      <a:pt x="123" y="90"/>
                    </a:lnTo>
                    <a:cubicBezTo>
                      <a:pt x="123" y="91"/>
                      <a:pt x="123" y="91"/>
                      <a:pt x="123" y="92"/>
                    </a:cubicBezTo>
                    <a:cubicBezTo>
                      <a:pt x="123" y="93"/>
                      <a:pt x="123" y="93"/>
                      <a:pt x="123" y="93"/>
                    </a:cubicBezTo>
                    <a:cubicBezTo>
                      <a:pt x="124" y="93"/>
                      <a:pt x="124" y="93"/>
                      <a:pt x="124" y="93"/>
                    </a:cubicBezTo>
                    <a:cubicBezTo>
                      <a:pt x="125" y="93"/>
                      <a:pt x="126" y="93"/>
                      <a:pt x="127" y="93"/>
                    </a:cubicBezTo>
                    <a:moveTo>
                      <a:pt x="24" y="128"/>
                    </a:moveTo>
                    <a:cubicBezTo>
                      <a:pt x="19" y="128"/>
                      <a:pt x="13" y="126"/>
                      <a:pt x="9" y="124"/>
                    </a:cubicBezTo>
                    <a:cubicBezTo>
                      <a:pt x="4" y="120"/>
                      <a:pt x="2" y="115"/>
                      <a:pt x="1" y="109"/>
                    </a:cubicBezTo>
                    <a:cubicBezTo>
                      <a:pt x="0" y="103"/>
                      <a:pt x="1" y="97"/>
                      <a:pt x="2" y="91"/>
                    </a:cubicBezTo>
                    <a:cubicBezTo>
                      <a:pt x="3" y="84"/>
                      <a:pt x="4" y="77"/>
                      <a:pt x="6" y="71"/>
                    </a:cubicBezTo>
                    <a:cubicBezTo>
                      <a:pt x="10" y="57"/>
                      <a:pt x="16" y="44"/>
                      <a:pt x="24" y="33"/>
                    </a:cubicBezTo>
                    <a:cubicBezTo>
                      <a:pt x="28" y="26"/>
                      <a:pt x="34" y="21"/>
                      <a:pt x="39" y="16"/>
                    </a:cubicBezTo>
                    <a:cubicBezTo>
                      <a:pt x="45" y="12"/>
                      <a:pt x="50" y="9"/>
                      <a:pt x="57" y="7"/>
                    </a:cubicBezTo>
                    <a:cubicBezTo>
                      <a:pt x="63" y="5"/>
                      <a:pt x="69" y="5"/>
                      <a:pt x="75" y="5"/>
                    </a:cubicBezTo>
                    <a:cubicBezTo>
                      <a:pt x="81" y="6"/>
                      <a:pt x="87" y="9"/>
                      <a:pt x="89" y="15"/>
                    </a:cubicBezTo>
                    <a:cubicBezTo>
                      <a:pt x="91" y="20"/>
                      <a:pt x="92" y="26"/>
                      <a:pt x="90" y="31"/>
                    </a:cubicBezTo>
                    <a:cubicBezTo>
                      <a:pt x="89" y="36"/>
                      <a:pt x="86" y="41"/>
                      <a:pt x="81" y="43"/>
                    </a:cubicBezTo>
                    <a:cubicBezTo>
                      <a:pt x="78" y="44"/>
                      <a:pt x="76" y="44"/>
                      <a:pt x="73" y="42"/>
                    </a:cubicBezTo>
                    <a:cubicBezTo>
                      <a:pt x="70" y="40"/>
                      <a:pt x="69" y="37"/>
                      <a:pt x="69" y="33"/>
                    </a:cubicBezTo>
                    <a:lnTo>
                      <a:pt x="69" y="32"/>
                    </a:lnTo>
                    <a:cubicBezTo>
                      <a:pt x="69" y="30"/>
                      <a:pt x="70" y="27"/>
                      <a:pt x="72" y="26"/>
                    </a:cubicBezTo>
                    <a:cubicBezTo>
                      <a:pt x="73" y="26"/>
                      <a:pt x="73" y="26"/>
                      <a:pt x="73" y="25"/>
                    </a:cubicBezTo>
                    <a:cubicBezTo>
                      <a:pt x="73" y="24"/>
                      <a:pt x="72" y="24"/>
                      <a:pt x="72" y="24"/>
                    </a:cubicBezTo>
                    <a:lnTo>
                      <a:pt x="73" y="24"/>
                    </a:lnTo>
                    <a:cubicBezTo>
                      <a:pt x="72" y="24"/>
                      <a:pt x="72" y="24"/>
                      <a:pt x="72" y="24"/>
                    </a:cubicBezTo>
                    <a:cubicBezTo>
                      <a:pt x="71" y="24"/>
                      <a:pt x="71" y="24"/>
                      <a:pt x="71" y="24"/>
                    </a:cubicBezTo>
                    <a:lnTo>
                      <a:pt x="70" y="24"/>
                    </a:lnTo>
                    <a:cubicBezTo>
                      <a:pt x="69" y="24"/>
                      <a:pt x="67" y="24"/>
                      <a:pt x="66" y="24"/>
                    </a:cubicBezTo>
                    <a:cubicBezTo>
                      <a:pt x="64" y="24"/>
                      <a:pt x="63" y="24"/>
                      <a:pt x="61" y="25"/>
                    </a:cubicBezTo>
                    <a:cubicBezTo>
                      <a:pt x="59" y="26"/>
                      <a:pt x="58" y="26"/>
                      <a:pt x="56" y="27"/>
                    </a:cubicBezTo>
                    <a:cubicBezTo>
                      <a:pt x="55" y="27"/>
                      <a:pt x="55" y="27"/>
                      <a:pt x="53" y="28"/>
                    </a:cubicBezTo>
                    <a:cubicBezTo>
                      <a:pt x="52" y="29"/>
                      <a:pt x="51" y="30"/>
                      <a:pt x="49" y="31"/>
                    </a:cubicBezTo>
                    <a:cubicBezTo>
                      <a:pt x="48" y="33"/>
                      <a:pt x="46" y="34"/>
                      <a:pt x="45" y="36"/>
                    </a:cubicBezTo>
                    <a:cubicBezTo>
                      <a:pt x="42" y="38"/>
                      <a:pt x="41" y="40"/>
                      <a:pt x="38" y="43"/>
                    </a:cubicBezTo>
                    <a:cubicBezTo>
                      <a:pt x="36" y="46"/>
                      <a:pt x="34" y="49"/>
                      <a:pt x="32" y="52"/>
                    </a:cubicBezTo>
                    <a:cubicBezTo>
                      <a:pt x="30" y="57"/>
                      <a:pt x="28" y="61"/>
                      <a:pt x="26" y="66"/>
                    </a:cubicBezTo>
                    <a:cubicBezTo>
                      <a:pt x="24" y="70"/>
                      <a:pt x="23" y="75"/>
                      <a:pt x="22" y="80"/>
                    </a:cubicBezTo>
                    <a:cubicBezTo>
                      <a:pt x="21" y="85"/>
                      <a:pt x="20" y="90"/>
                      <a:pt x="19" y="96"/>
                    </a:cubicBezTo>
                    <a:cubicBezTo>
                      <a:pt x="19" y="98"/>
                      <a:pt x="19" y="100"/>
                      <a:pt x="19" y="102"/>
                    </a:cubicBezTo>
                    <a:cubicBezTo>
                      <a:pt x="19" y="104"/>
                      <a:pt x="19" y="105"/>
                      <a:pt x="19" y="107"/>
                    </a:cubicBezTo>
                    <a:cubicBezTo>
                      <a:pt x="20" y="107"/>
                      <a:pt x="20" y="108"/>
                      <a:pt x="20" y="108"/>
                    </a:cubicBezTo>
                    <a:lnTo>
                      <a:pt x="21" y="109"/>
                    </a:lnTo>
                    <a:lnTo>
                      <a:pt x="21" y="110"/>
                    </a:lnTo>
                    <a:cubicBezTo>
                      <a:pt x="21" y="109"/>
                      <a:pt x="21" y="109"/>
                      <a:pt x="21" y="109"/>
                    </a:cubicBezTo>
                    <a:cubicBezTo>
                      <a:pt x="22" y="110"/>
                      <a:pt x="22" y="110"/>
                      <a:pt x="22" y="110"/>
                    </a:cubicBezTo>
                    <a:cubicBezTo>
                      <a:pt x="23" y="110"/>
                      <a:pt x="24" y="110"/>
                      <a:pt x="24" y="110"/>
                    </a:cubicBezTo>
                    <a:cubicBezTo>
                      <a:pt x="25" y="110"/>
                      <a:pt x="26" y="110"/>
                      <a:pt x="27" y="110"/>
                    </a:cubicBezTo>
                    <a:cubicBezTo>
                      <a:pt x="28" y="110"/>
                      <a:pt x="29" y="110"/>
                      <a:pt x="31" y="110"/>
                    </a:cubicBezTo>
                    <a:cubicBezTo>
                      <a:pt x="33" y="109"/>
                      <a:pt x="35" y="109"/>
                      <a:pt x="37" y="108"/>
                    </a:cubicBezTo>
                    <a:cubicBezTo>
                      <a:pt x="41" y="107"/>
                      <a:pt x="43" y="106"/>
                      <a:pt x="47" y="104"/>
                    </a:cubicBezTo>
                    <a:cubicBezTo>
                      <a:pt x="46" y="105"/>
                      <a:pt x="46" y="105"/>
                      <a:pt x="46" y="105"/>
                    </a:cubicBezTo>
                    <a:cubicBezTo>
                      <a:pt x="53" y="102"/>
                      <a:pt x="59" y="98"/>
                      <a:pt x="66" y="94"/>
                    </a:cubicBezTo>
                    <a:lnTo>
                      <a:pt x="66" y="95"/>
                    </a:lnTo>
                    <a:cubicBezTo>
                      <a:pt x="74" y="90"/>
                      <a:pt x="81" y="84"/>
                      <a:pt x="90" y="79"/>
                    </a:cubicBezTo>
                    <a:cubicBezTo>
                      <a:pt x="90" y="79"/>
                      <a:pt x="90" y="78"/>
                      <a:pt x="91" y="78"/>
                    </a:cubicBezTo>
                    <a:lnTo>
                      <a:pt x="91" y="77"/>
                    </a:lnTo>
                    <a:cubicBezTo>
                      <a:pt x="92" y="77"/>
                      <a:pt x="93" y="76"/>
                      <a:pt x="94" y="75"/>
                    </a:cubicBezTo>
                    <a:cubicBezTo>
                      <a:pt x="94" y="75"/>
                      <a:pt x="95" y="75"/>
                      <a:pt x="95" y="74"/>
                    </a:cubicBezTo>
                    <a:lnTo>
                      <a:pt x="95" y="75"/>
                    </a:lnTo>
                    <a:cubicBezTo>
                      <a:pt x="95" y="74"/>
                      <a:pt x="95" y="74"/>
                      <a:pt x="96" y="74"/>
                    </a:cubicBezTo>
                    <a:cubicBezTo>
                      <a:pt x="96" y="73"/>
                      <a:pt x="96" y="73"/>
                      <a:pt x="96" y="73"/>
                    </a:cubicBezTo>
                    <a:cubicBezTo>
                      <a:pt x="96" y="73"/>
                      <a:pt x="96" y="74"/>
                      <a:pt x="95" y="74"/>
                    </a:cubicBezTo>
                    <a:cubicBezTo>
                      <a:pt x="99" y="71"/>
                      <a:pt x="103" y="68"/>
                      <a:pt x="106" y="64"/>
                    </a:cubicBezTo>
                    <a:cubicBezTo>
                      <a:pt x="108" y="62"/>
                      <a:pt x="110" y="60"/>
                      <a:pt x="112" y="58"/>
                    </a:cubicBezTo>
                    <a:cubicBezTo>
                      <a:pt x="114" y="54"/>
                      <a:pt x="116" y="51"/>
                      <a:pt x="119" y="49"/>
                    </a:cubicBezTo>
                    <a:cubicBezTo>
                      <a:pt x="120" y="48"/>
                      <a:pt x="122" y="47"/>
                      <a:pt x="124" y="47"/>
                    </a:cubicBezTo>
                    <a:cubicBezTo>
                      <a:pt x="124" y="42"/>
                      <a:pt x="126" y="37"/>
                      <a:pt x="127" y="32"/>
                    </a:cubicBezTo>
                    <a:cubicBezTo>
                      <a:pt x="130" y="20"/>
                      <a:pt x="140" y="12"/>
                      <a:pt x="150" y="6"/>
                    </a:cubicBezTo>
                    <a:cubicBezTo>
                      <a:pt x="155" y="3"/>
                      <a:pt x="161" y="2"/>
                      <a:pt x="166" y="1"/>
                    </a:cubicBezTo>
                    <a:cubicBezTo>
                      <a:pt x="173" y="0"/>
                      <a:pt x="179" y="1"/>
                      <a:pt x="186" y="3"/>
                    </a:cubicBezTo>
                    <a:cubicBezTo>
                      <a:pt x="190" y="5"/>
                      <a:pt x="196" y="8"/>
                      <a:pt x="198" y="12"/>
                    </a:cubicBezTo>
                    <a:cubicBezTo>
                      <a:pt x="203" y="17"/>
                      <a:pt x="204" y="22"/>
                      <a:pt x="205" y="28"/>
                    </a:cubicBezTo>
                    <a:cubicBezTo>
                      <a:pt x="207" y="40"/>
                      <a:pt x="202" y="52"/>
                      <a:pt x="196" y="63"/>
                    </a:cubicBezTo>
                    <a:cubicBezTo>
                      <a:pt x="189" y="74"/>
                      <a:pt x="179" y="84"/>
                      <a:pt x="169" y="92"/>
                    </a:cubicBezTo>
                    <a:cubicBezTo>
                      <a:pt x="164" y="96"/>
                      <a:pt x="159" y="100"/>
                      <a:pt x="154" y="103"/>
                    </a:cubicBezTo>
                    <a:cubicBezTo>
                      <a:pt x="148" y="106"/>
                      <a:pt x="142" y="109"/>
                      <a:pt x="135" y="111"/>
                    </a:cubicBezTo>
                    <a:cubicBezTo>
                      <a:pt x="129" y="112"/>
                      <a:pt x="124" y="112"/>
                      <a:pt x="118" y="111"/>
                    </a:cubicBezTo>
                    <a:cubicBezTo>
                      <a:pt x="116" y="110"/>
                      <a:pt x="113" y="109"/>
                      <a:pt x="111" y="107"/>
                    </a:cubicBezTo>
                    <a:cubicBezTo>
                      <a:pt x="109" y="105"/>
                      <a:pt x="107" y="103"/>
                      <a:pt x="106" y="100"/>
                    </a:cubicBezTo>
                    <a:cubicBezTo>
                      <a:pt x="105" y="97"/>
                      <a:pt x="105" y="93"/>
                      <a:pt x="105" y="89"/>
                    </a:cubicBezTo>
                    <a:cubicBezTo>
                      <a:pt x="98" y="94"/>
                      <a:pt x="91" y="98"/>
                      <a:pt x="85" y="103"/>
                    </a:cubicBezTo>
                    <a:cubicBezTo>
                      <a:pt x="77" y="108"/>
                      <a:pt x="70" y="113"/>
                      <a:pt x="62" y="117"/>
                    </a:cubicBezTo>
                    <a:cubicBezTo>
                      <a:pt x="50" y="124"/>
                      <a:pt x="38" y="128"/>
                      <a:pt x="25" y="128"/>
                    </a:cubicBezTo>
                    <a:lnTo>
                      <a:pt x="24" y="128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78" name="Google Shape;2978;p31"/>
              <p:cNvSpPr/>
              <p:nvPr/>
            </p:nvSpPr>
            <p:spPr>
              <a:xfrm>
                <a:off x="3463920" y="4704120"/>
                <a:ext cx="22680" cy="51840"/>
              </a:xfrm>
              <a:custGeom>
                <a:avLst/>
                <a:gdLst/>
                <a:ahLst/>
                <a:cxnLst/>
                <a:rect l="l" t="t" r="r" b="b"/>
                <a:pathLst>
                  <a:path w="63" h="144" extrusionOk="0">
                    <a:moveTo>
                      <a:pt x="13" y="142"/>
                    </a:moveTo>
                    <a:cubicBezTo>
                      <a:pt x="8" y="141"/>
                      <a:pt x="4" y="136"/>
                      <a:pt x="5" y="131"/>
                    </a:cubicBezTo>
                    <a:cubicBezTo>
                      <a:pt x="6" y="126"/>
                      <a:pt x="11" y="122"/>
                      <a:pt x="16" y="123"/>
                    </a:cubicBezTo>
                    <a:cubicBezTo>
                      <a:pt x="17" y="123"/>
                      <a:pt x="18" y="123"/>
                      <a:pt x="18" y="124"/>
                    </a:cubicBezTo>
                    <a:lnTo>
                      <a:pt x="19" y="124"/>
                    </a:lnTo>
                    <a:cubicBezTo>
                      <a:pt x="21" y="123"/>
                      <a:pt x="22" y="123"/>
                      <a:pt x="24" y="123"/>
                    </a:cubicBezTo>
                    <a:cubicBezTo>
                      <a:pt x="25" y="123"/>
                      <a:pt x="25" y="123"/>
                      <a:pt x="26" y="123"/>
                    </a:cubicBezTo>
                    <a:cubicBezTo>
                      <a:pt x="26" y="123"/>
                      <a:pt x="27" y="122"/>
                      <a:pt x="28" y="122"/>
                    </a:cubicBezTo>
                    <a:cubicBezTo>
                      <a:pt x="30" y="121"/>
                      <a:pt x="32" y="120"/>
                      <a:pt x="33" y="119"/>
                    </a:cubicBezTo>
                    <a:cubicBezTo>
                      <a:pt x="34" y="119"/>
                      <a:pt x="35" y="118"/>
                      <a:pt x="36" y="118"/>
                    </a:cubicBezTo>
                    <a:cubicBezTo>
                      <a:pt x="36" y="118"/>
                      <a:pt x="37" y="117"/>
                      <a:pt x="37" y="116"/>
                    </a:cubicBezTo>
                    <a:cubicBezTo>
                      <a:pt x="38" y="116"/>
                      <a:pt x="38" y="116"/>
                      <a:pt x="38" y="116"/>
                    </a:cubicBezTo>
                    <a:cubicBezTo>
                      <a:pt x="39" y="115"/>
                      <a:pt x="39" y="114"/>
                      <a:pt x="40" y="112"/>
                    </a:cubicBezTo>
                    <a:cubicBezTo>
                      <a:pt x="40" y="111"/>
                      <a:pt x="41" y="110"/>
                      <a:pt x="42" y="109"/>
                    </a:cubicBezTo>
                    <a:cubicBezTo>
                      <a:pt x="42" y="108"/>
                      <a:pt x="42" y="107"/>
                      <a:pt x="42" y="106"/>
                    </a:cubicBezTo>
                    <a:cubicBezTo>
                      <a:pt x="43" y="105"/>
                      <a:pt x="43" y="103"/>
                      <a:pt x="43" y="101"/>
                    </a:cubicBezTo>
                    <a:lnTo>
                      <a:pt x="43" y="100"/>
                    </a:lnTo>
                    <a:cubicBezTo>
                      <a:pt x="43" y="99"/>
                      <a:pt x="43" y="98"/>
                      <a:pt x="43" y="98"/>
                    </a:cubicBezTo>
                    <a:cubicBezTo>
                      <a:pt x="43" y="96"/>
                      <a:pt x="43" y="95"/>
                      <a:pt x="42" y="94"/>
                    </a:cubicBezTo>
                    <a:cubicBezTo>
                      <a:pt x="42" y="93"/>
                      <a:pt x="42" y="93"/>
                      <a:pt x="42" y="92"/>
                    </a:cubicBezTo>
                    <a:cubicBezTo>
                      <a:pt x="41" y="90"/>
                      <a:pt x="40" y="88"/>
                      <a:pt x="39" y="87"/>
                    </a:cubicBezTo>
                    <a:cubicBezTo>
                      <a:pt x="38" y="85"/>
                      <a:pt x="36" y="83"/>
                      <a:pt x="35" y="81"/>
                    </a:cubicBezTo>
                    <a:cubicBezTo>
                      <a:pt x="30" y="75"/>
                      <a:pt x="25" y="69"/>
                      <a:pt x="20" y="63"/>
                    </a:cubicBezTo>
                    <a:cubicBezTo>
                      <a:pt x="15" y="58"/>
                      <a:pt x="10" y="52"/>
                      <a:pt x="7" y="45"/>
                    </a:cubicBezTo>
                    <a:cubicBezTo>
                      <a:pt x="2" y="37"/>
                      <a:pt x="0" y="27"/>
                      <a:pt x="5" y="19"/>
                    </a:cubicBezTo>
                    <a:cubicBezTo>
                      <a:pt x="7" y="15"/>
                      <a:pt x="11" y="12"/>
                      <a:pt x="15" y="10"/>
                    </a:cubicBezTo>
                    <a:cubicBezTo>
                      <a:pt x="18" y="8"/>
                      <a:pt x="21" y="6"/>
                      <a:pt x="24" y="5"/>
                    </a:cubicBezTo>
                    <a:cubicBezTo>
                      <a:pt x="30" y="3"/>
                      <a:pt x="37" y="0"/>
                      <a:pt x="43" y="0"/>
                    </a:cubicBezTo>
                    <a:cubicBezTo>
                      <a:pt x="47" y="1"/>
                      <a:pt x="52" y="2"/>
                      <a:pt x="56" y="5"/>
                    </a:cubicBezTo>
                    <a:cubicBezTo>
                      <a:pt x="59" y="7"/>
                      <a:pt x="60" y="12"/>
                      <a:pt x="60" y="16"/>
                    </a:cubicBezTo>
                    <a:cubicBezTo>
                      <a:pt x="59" y="19"/>
                      <a:pt x="58" y="22"/>
                      <a:pt x="56" y="25"/>
                    </a:cubicBezTo>
                    <a:lnTo>
                      <a:pt x="56" y="26"/>
                    </a:lnTo>
                    <a:cubicBezTo>
                      <a:pt x="54" y="30"/>
                      <a:pt x="49" y="33"/>
                      <a:pt x="43" y="31"/>
                    </a:cubicBezTo>
                    <a:cubicBezTo>
                      <a:pt x="39" y="29"/>
                      <a:pt x="38" y="24"/>
                      <a:pt x="38" y="20"/>
                    </a:cubicBezTo>
                    <a:cubicBezTo>
                      <a:pt x="38" y="20"/>
                      <a:pt x="37" y="21"/>
                      <a:pt x="36" y="21"/>
                    </a:cubicBezTo>
                    <a:cubicBezTo>
                      <a:pt x="33" y="21"/>
                      <a:pt x="31" y="23"/>
                      <a:pt x="28" y="24"/>
                    </a:cubicBezTo>
                    <a:cubicBezTo>
                      <a:pt x="27" y="24"/>
                      <a:pt x="26" y="25"/>
                      <a:pt x="24" y="26"/>
                    </a:cubicBezTo>
                    <a:cubicBezTo>
                      <a:pt x="25" y="26"/>
                      <a:pt x="25" y="25"/>
                      <a:pt x="25" y="25"/>
                    </a:cubicBezTo>
                    <a:cubicBezTo>
                      <a:pt x="25" y="26"/>
                      <a:pt x="24" y="26"/>
                      <a:pt x="23" y="27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4" y="26"/>
                      <a:pt x="23" y="27"/>
                      <a:pt x="22" y="27"/>
                    </a:cubicBezTo>
                    <a:lnTo>
                      <a:pt x="22" y="28"/>
                    </a:lnTo>
                    <a:lnTo>
                      <a:pt x="21" y="28"/>
                    </a:lnTo>
                    <a:cubicBezTo>
                      <a:pt x="21" y="29"/>
                      <a:pt x="21" y="29"/>
                      <a:pt x="21" y="29"/>
                    </a:cubicBezTo>
                    <a:lnTo>
                      <a:pt x="21" y="30"/>
                    </a:lnTo>
                    <a:lnTo>
                      <a:pt x="21" y="31"/>
                    </a:lnTo>
                    <a:cubicBezTo>
                      <a:pt x="21" y="31"/>
                      <a:pt x="21" y="32"/>
                      <a:pt x="21" y="33"/>
                    </a:cubicBezTo>
                    <a:cubicBezTo>
                      <a:pt x="22" y="33"/>
                      <a:pt x="22" y="34"/>
                      <a:pt x="22" y="35"/>
                    </a:cubicBezTo>
                    <a:cubicBezTo>
                      <a:pt x="23" y="37"/>
                      <a:pt x="24" y="38"/>
                      <a:pt x="25" y="39"/>
                    </a:cubicBezTo>
                    <a:cubicBezTo>
                      <a:pt x="26" y="41"/>
                      <a:pt x="28" y="44"/>
                      <a:pt x="29" y="46"/>
                    </a:cubicBezTo>
                    <a:cubicBezTo>
                      <a:pt x="33" y="51"/>
                      <a:pt x="37" y="55"/>
                      <a:pt x="41" y="59"/>
                    </a:cubicBezTo>
                    <a:cubicBezTo>
                      <a:pt x="47" y="67"/>
                      <a:pt x="54" y="74"/>
                      <a:pt x="58" y="84"/>
                    </a:cubicBezTo>
                    <a:cubicBezTo>
                      <a:pt x="60" y="87"/>
                      <a:pt x="61" y="90"/>
                      <a:pt x="61" y="94"/>
                    </a:cubicBezTo>
                    <a:cubicBezTo>
                      <a:pt x="62" y="98"/>
                      <a:pt x="62" y="102"/>
                      <a:pt x="61" y="107"/>
                    </a:cubicBezTo>
                    <a:cubicBezTo>
                      <a:pt x="60" y="114"/>
                      <a:pt x="56" y="122"/>
                      <a:pt x="52" y="128"/>
                    </a:cubicBezTo>
                    <a:cubicBezTo>
                      <a:pt x="50" y="130"/>
                      <a:pt x="47" y="133"/>
                      <a:pt x="45" y="134"/>
                    </a:cubicBezTo>
                    <a:cubicBezTo>
                      <a:pt x="42" y="136"/>
                      <a:pt x="38" y="138"/>
                      <a:pt x="35" y="139"/>
                    </a:cubicBezTo>
                    <a:cubicBezTo>
                      <a:pt x="30" y="141"/>
                      <a:pt x="25" y="143"/>
                      <a:pt x="19" y="143"/>
                    </a:cubicBezTo>
                    <a:cubicBezTo>
                      <a:pt x="17" y="143"/>
                      <a:pt x="15" y="143"/>
                      <a:pt x="13" y="1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79" name="Google Shape;2979;p31"/>
              <p:cNvSpPr/>
              <p:nvPr/>
            </p:nvSpPr>
            <p:spPr>
              <a:xfrm>
                <a:off x="3501720" y="4709880"/>
                <a:ext cx="19440" cy="29880"/>
              </a:xfrm>
              <a:custGeom>
                <a:avLst/>
                <a:gdLst/>
                <a:ahLst/>
                <a:cxnLst/>
                <a:rect l="l" t="t" r="r" b="b"/>
                <a:pathLst>
                  <a:path w="54" h="83" extrusionOk="0">
                    <a:moveTo>
                      <a:pt x="34" y="77"/>
                    </a:moveTo>
                    <a:cubicBezTo>
                      <a:pt x="33" y="75"/>
                      <a:pt x="33" y="74"/>
                      <a:pt x="33" y="73"/>
                    </a:cubicBezTo>
                    <a:lnTo>
                      <a:pt x="33" y="74"/>
                    </a:lnTo>
                    <a:cubicBezTo>
                      <a:pt x="33" y="73"/>
                      <a:pt x="33" y="73"/>
                      <a:pt x="33" y="73"/>
                    </a:cubicBezTo>
                    <a:cubicBezTo>
                      <a:pt x="33" y="72"/>
                      <a:pt x="32" y="72"/>
                      <a:pt x="32" y="72"/>
                    </a:cubicBezTo>
                    <a:cubicBezTo>
                      <a:pt x="28" y="63"/>
                      <a:pt x="23" y="53"/>
                      <a:pt x="18" y="43"/>
                    </a:cubicBezTo>
                    <a:cubicBezTo>
                      <a:pt x="13" y="34"/>
                      <a:pt x="7" y="24"/>
                      <a:pt x="2" y="15"/>
                    </a:cubicBezTo>
                    <a:cubicBezTo>
                      <a:pt x="0" y="11"/>
                      <a:pt x="1" y="6"/>
                      <a:pt x="4" y="3"/>
                    </a:cubicBezTo>
                    <a:cubicBezTo>
                      <a:pt x="7" y="0"/>
                      <a:pt x="12" y="0"/>
                      <a:pt x="15" y="3"/>
                    </a:cubicBezTo>
                    <a:cubicBezTo>
                      <a:pt x="16" y="3"/>
                      <a:pt x="18" y="4"/>
                      <a:pt x="18" y="5"/>
                    </a:cubicBezTo>
                    <a:lnTo>
                      <a:pt x="19" y="5"/>
                    </a:lnTo>
                    <a:cubicBezTo>
                      <a:pt x="20" y="7"/>
                      <a:pt x="22" y="10"/>
                      <a:pt x="22" y="12"/>
                    </a:cubicBezTo>
                    <a:cubicBezTo>
                      <a:pt x="23" y="15"/>
                      <a:pt x="25" y="18"/>
                      <a:pt x="26" y="21"/>
                    </a:cubicBezTo>
                    <a:cubicBezTo>
                      <a:pt x="29" y="26"/>
                      <a:pt x="32" y="31"/>
                      <a:pt x="34" y="36"/>
                    </a:cubicBezTo>
                    <a:cubicBezTo>
                      <a:pt x="40" y="47"/>
                      <a:pt x="46" y="58"/>
                      <a:pt x="51" y="69"/>
                    </a:cubicBezTo>
                    <a:cubicBezTo>
                      <a:pt x="53" y="74"/>
                      <a:pt x="52" y="79"/>
                      <a:pt x="47" y="82"/>
                    </a:cubicBezTo>
                    <a:cubicBezTo>
                      <a:pt x="46" y="82"/>
                      <a:pt x="44" y="82"/>
                      <a:pt x="43" y="82"/>
                    </a:cubicBezTo>
                    <a:cubicBezTo>
                      <a:pt x="39" y="82"/>
                      <a:pt x="36" y="80"/>
                      <a:pt x="34" y="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80" name="Google Shape;2980;p31"/>
              <p:cNvSpPr/>
              <p:nvPr/>
            </p:nvSpPr>
            <p:spPr>
              <a:xfrm>
                <a:off x="3504600" y="4713840"/>
                <a:ext cx="31320" cy="25560"/>
              </a:xfrm>
              <a:custGeom>
                <a:avLst/>
                <a:gdLst/>
                <a:ahLst/>
                <a:cxnLst/>
                <a:rect l="l" t="t" r="r" b="b"/>
                <a:pathLst>
                  <a:path w="87" h="71" extrusionOk="0">
                    <a:moveTo>
                      <a:pt x="4" y="68"/>
                    </a:moveTo>
                    <a:cubicBezTo>
                      <a:pt x="0" y="65"/>
                      <a:pt x="0" y="59"/>
                      <a:pt x="3" y="55"/>
                    </a:cubicBezTo>
                    <a:cubicBezTo>
                      <a:pt x="12" y="44"/>
                      <a:pt x="22" y="33"/>
                      <a:pt x="33" y="24"/>
                    </a:cubicBezTo>
                    <a:cubicBezTo>
                      <a:pt x="39" y="19"/>
                      <a:pt x="44" y="14"/>
                      <a:pt x="50" y="10"/>
                    </a:cubicBezTo>
                    <a:cubicBezTo>
                      <a:pt x="53" y="7"/>
                      <a:pt x="57" y="5"/>
                      <a:pt x="60" y="3"/>
                    </a:cubicBezTo>
                    <a:cubicBezTo>
                      <a:pt x="63" y="1"/>
                      <a:pt x="67" y="0"/>
                      <a:pt x="70" y="0"/>
                    </a:cubicBezTo>
                    <a:cubicBezTo>
                      <a:pt x="72" y="0"/>
                      <a:pt x="73" y="0"/>
                      <a:pt x="74" y="1"/>
                    </a:cubicBezTo>
                    <a:cubicBezTo>
                      <a:pt x="76" y="1"/>
                      <a:pt x="77" y="3"/>
                      <a:pt x="79" y="3"/>
                    </a:cubicBezTo>
                    <a:cubicBezTo>
                      <a:pt x="80" y="4"/>
                      <a:pt x="81" y="6"/>
                      <a:pt x="82" y="7"/>
                    </a:cubicBezTo>
                    <a:cubicBezTo>
                      <a:pt x="86" y="11"/>
                      <a:pt x="85" y="17"/>
                      <a:pt x="82" y="21"/>
                    </a:cubicBezTo>
                    <a:cubicBezTo>
                      <a:pt x="78" y="24"/>
                      <a:pt x="72" y="24"/>
                      <a:pt x="68" y="20"/>
                    </a:cubicBezTo>
                    <a:cubicBezTo>
                      <a:pt x="67" y="21"/>
                      <a:pt x="67" y="21"/>
                      <a:pt x="66" y="22"/>
                    </a:cubicBezTo>
                    <a:cubicBezTo>
                      <a:pt x="61" y="25"/>
                      <a:pt x="56" y="28"/>
                      <a:pt x="52" y="32"/>
                    </a:cubicBezTo>
                    <a:cubicBezTo>
                      <a:pt x="52" y="32"/>
                      <a:pt x="51" y="32"/>
                      <a:pt x="51" y="33"/>
                    </a:cubicBezTo>
                    <a:cubicBezTo>
                      <a:pt x="51" y="32"/>
                      <a:pt x="52" y="32"/>
                      <a:pt x="52" y="32"/>
                    </a:cubicBezTo>
                    <a:cubicBezTo>
                      <a:pt x="44" y="38"/>
                      <a:pt x="37" y="45"/>
                      <a:pt x="30" y="53"/>
                    </a:cubicBezTo>
                    <a:cubicBezTo>
                      <a:pt x="30" y="52"/>
                      <a:pt x="31" y="52"/>
                      <a:pt x="31" y="52"/>
                    </a:cubicBezTo>
                    <a:cubicBezTo>
                      <a:pt x="26" y="57"/>
                      <a:pt x="21" y="62"/>
                      <a:pt x="17" y="67"/>
                    </a:cubicBezTo>
                    <a:cubicBezTo>
                      <a:pt x="15" y="70"/>
                      <a:pt x="13" y="70"/>
                      <a:pt x="10" y="70"/>
                    </a:cubicBezTo>
                    <a:cubicBezTo>
                      <a:pt x="8" y="70"/>
                      <a:pt x="6" y="70"/>
                      <a:pt x="4" y="6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81" name="Google Shape;2981;p31"/>
              <p:cNvSpPr/>
              <p:nvPr/>
            </p:nvSpPr>
            <p:spPr>
              <a:xfrm>
                <a:off x="3543840" y="4695120"/>
                <a:ext cx="14400" cy="34560"/>
              </a:xfrm>
              <a:custGeom>
                <a:avLst/>
                <a:gdLst/>
                <a:ahLst/>
                <a:cxnLst/>
                <a:rect l="l" t="t" r="r" b="b"/>
                <a:pathLst>
                  <a:path w="40" h="96" extrusionOk="0">
                    <a:moveTo>
                      <a:pt x="9" y="95"/>
                    </a:moveTo>
                    <a:cubicBezTo>
                      <a:pt x="4" y="95"/>
                      <a:pt x="0" y="90"/>
                      <a:pt x="1" y="84"/>
                    </a:cubicBezTo>
                    <a:cubicBezTo>
                      <a:pt x="3" y="74"/>
                      <a:pt x="6" y="63"/>
                      <a:pt x="9" y="53"/>
                    </a:cubicBezTo>
                    <a:cubicBezTo>
                      <a:pt x="9" y="53"/>
                      <a:pt x="9" y="54"/>
                      <a:pt x="8" y="55"/>
                    </a:cubicBezTo>
                    <a:cubicBezTo>
                      <a:pt x="10" y="48"/>
                      <a:pt x="11" y="40"/>
                      <a:pt x="13" y="33"/>
                    </a:cubicBezTo>
                    <a:cubicBezTo>
                      <a:pt x="11" y="30"/>
                      <a:pt x="10" y="27"/>
                      <a:pt x="11" y="23"/>
                    </a:cubicBezTo>
                    <a:cubicBezTo>
                      <a:pt x="14" y="17"/>
                      <a:pt x="17" y="11"/>
                      <a:pt x="20" y="5"/>
                    </a:cubicBezTo>
                    <a:cubicBezTo>
                      <a:pt x="23" y="1"/>
                      <a:pt x="28" y="0"/>
                      <a:pt x="32" y="2"/>
                    </a:cubicBezTo>
                    <a:cubicBezTo>
                      <a:pt x="37" y="4"/>
                      <a:pt x="39" y="9"/>
                      <a:pt x="38" y="13"/>
                    </a:cubicBezTo>
                    <a:cubicBezTo>
                      <a:pt x="36" y="20"/>
                      <a:pt x="34" y="26"/>
                      <a:pt x="32" y="32"/>
                    </a:cubicBezTo>
                    <a:cubicBezTo>
                      <a:pt x="31" y="35"/>
                      <a:pt x="31" y="38"/>
                      <a:pt x="30" y="40"/>
                    </a:cubicBezTo>
                    <a:lnTo>
                      <a:pt x="30" y="41"/>
                    </a:lnTo>
                    <a:lnTo>
                      <a:pt x="30" y="40"/>
                    </a:lnTo>
                    <a:cubicBezTo>
                      <a:pt x="30" y="41"/>
                      <a:pt x="30" y="41"/>
                      <a:pt x="30" y="41"/>
                    </a:cubicBezTo>
                    <a:cubicBezTo>
                      <a:pt x="27" y="57"/>
                      <a:pt x="23" y="72"/>
                      <a:pt x="20" y="88"/>
                    </a:cubicBezTo>
                    <a:cubicBezTo>
                      <a:pt x="18" y="92"/>
                      <a:pt x="15" y="95"/>
                      <a:pt x="10" y="95"/>
                    </a:cubicBezTo>
                    <a:lnTo>
                      <a:pt x="9" y="95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82" name="Google Shape;2982;p31"/>
              <p:cNvSpPr/>
              <p:nvPr/>
            </p:nvSpPr>
            <p:spPr>
              <a:xfrm>
                <a:off x="3337560" y="4201200"/>
                <a:ext cx="561600" cy="593640"/>
              </a:xfrm>
              <a:custGeom>
                <a:avLst/>
                <a:gdLst/>
                <a:ahLst/>
                <a:cxnLst/>
                <a:rect l="l" t="t" r="r" b="b"/>
                <a:pathLst>
                  <a:path w="1560" h="1649" extrusionOk="0">
                    <a:moveTo>
                      <a:pt x="865" y="1646"/>
                    </a:moveTo>
                    <a:cubicBezTo>
                      <a:pt x="857" y="1643"/>
                      <a:pt x="851" y="1640"/>
                      <a:pt x="844" y="1636"/>
                    </a:cubicBezTo>
                    <a:cubicBezTo>
                      <a:pt x="840" y="1634"/>
                      <a:pt x="837" y="1631"/>
                      <a:pt x="834" y="1628"/>
                    </a:cubicBezTo>
                    <a:cubicBezTo>
                      <a:pt x="831" y="1625"/>
                      <a:pt x="828" y="1622"/>
                      <a:pt x="826" y="1618"/>
                    </a:cubicBezTo>
                    <a:cubicBezTo>
                      <a:pt x="822" y="1612"/>
                      <a:pt x="817" y="1607"/>
                      <a:pt x="813" y="1601"/>
                    </a:cubicBezTo>
                    <a:cubicBezTo>
                      <a:pt x="809" y="1596"/>
                      <a:pt x="806" y="1590"/>
                      <a:pt x="803" y="1584"/>
                    </a:cubicBezTo>
                    <a:cubicBezTo>
                      <a:pt x="800" y="1581"/>
                      <a:pt x="799" y="1578"/>
                      <a:pt x="797" y="1575"/>
                    </a:cubicBezTo>
                    <a:cubicBezTo>
                      <a:pt x="795" y="1571"/>
                      <a:pt x="793" y="1567"/>
                      <a:pt x="792" y="1563"/>
                    </a:cubicBezTo>
                    <a:cubicBezTo>
                      <a:pt x="788" y="1556"/>
                      <a:pt x="785" y="1548"/>
                      <a:pt x="782" y="1541"/>
                    </a:cubicBezTo>
                    <a:cubicBezTo>
                      <a:pt x="775" y="1525"/>
                      <a:pt x="770" y="1509"/>
                      <a:pt x="764" y="1494"/>
                    </a:cubicBezTo>
                    <a:cubicBezTo>
                      <a:pt x="759" y="1478"/>
                      <a:pt x="753" y="1462"/>
                      <a:pt x="747" y="1447"/>
                    </a:cubicBezTo>
                    <a:cubicBezTo>
                      <a:pt x="741" y="1430"/>
                      <a:pt x="735" y="1413"/>
                      <a:pt x="729" y="1396"/>
                    </a:cubicBezTo>
                    <a:cubicBezTo>
                      <a:pt x="724" y="1381"/>
                      <a:pt x="718" y="1366"/>
                      <a:pt x="713" y="1351"/>
                    </a:cubicBezTo>
                    <a:cubicBezTo>
                      <a:pt x="708" y="1337"/>
                      <a:pt x="704" y="1323"/>
                      <a:pt x="699" y="1308"/>
                    </a:cubicBezTo>
                    <a:cubicBezTo>
                      <a:pt x="694" y="1293"/>
                      <a:pt x="689" y="1278"/>
                      <a:pt x="683" y="1262"/>
                    </a:cubicBezTo>
                    <a:cubicBezTo>
                      <a:pt x="678" y="1248"/>
                      <a:pt x="674" y="1232"/>
                      <a:pt x="669" y="1217"/>
                    </a:cubicBezTo>
                    <a:cubicBezTo>
                      <a:pt x="668" y="1213"/>
                      <a:pt x="667" y="1209"/>
                      <a:pt x="666" y="1205"/>
                    </a:cubicBezTo>
                    <a:cubicBezTo>
                      <a:pt x="666" y="1206"/>
                      <a:pt x="666" y="1206"/>
                      <a:pt x="666" y="1206"/>
                    </a:cubicBezTo>
                    <a:cubicBezTo>
                      <a:pt x="655" y="1172"/>
                      <a:pt x="646" y="1137"/>
                      <a:pt x="636" y="1103"/>
                    </a:cubicBezTo>
                    <a:cubicBezTo>
                      <a:pt x="627" y="1068"/>
                      <a:pt x="618" y="1034"/>
                      <a:pt x="609" y="999"/>
                    </a:cubicBezTo>
                    <a:cubicBezTo>
                      <a:pt x="605" y="983"/>
                      <a:pt x="601" y="967"/>
                      <a:pt x="597" y="951"/>
                    </a:cubicBezTo>
                    <a:cubicBezTo>
                      <a:pt x="592" y="934"/>
                      <a:pt x="587" y="916"/>
                      <a:pt x="583" y="899"/>
                    </a:cubicBezTo>
                    <a:cubicBezTo>
                      <a:pt x="578" y="883"/>
                      <a:pt x="574" y="867"/>
                      <a:pt x="571" y="850"/>
                    </a:cubicBezTo>
                    <a:cubicBezTo>
                      <a:pt x="567" y="833"/>
                      <a:pt x="562" y="815"/>
                      <a:pt x="559" y="799"/>
                    </a:cubicBezTo>
                    <a:cubicBezTo>
                      <a:pt x="550" y="764"/>
                      <a:pt x="543" y="730"/>
                      <a:pt x="537" y="695"/>
                    </a:cubicBezTo>
                    <a:cubicBezTo>
                      <a:pt x="533" y="679"/>
                      <a:pt x="528" y="662"/>
                      <a:pt x="524" y="645"/>
                    </a:cubicBezTo>
                    <a:cubicBezTo>
                      <a:pt x="520" y="628"/>
                      <a:pt x="516" y="612"/>
                      <a:pt x="511" y="596"/>
                    </a:cubicBezTo>
                    <a:cubicBezTo>
                      <a:pt x="510" y="593"/>
                      <a:pt x="509" y="591"/>
                      <a:pt x="509" y="588"/>
                    </a:cubicBezTo>
                    <a:cubicBezTo>
                      <a:pt x="509" y="588"/>
                      <a:pt x="509" y="589"/>
                      <a:pt x="509" y="590"/>
                    </a:cubicBezTo>
                    <a:cubicBezTo>
                      <a:pt x="499" y="556"/>
                      <a:pt x="488" y="522"/>
                      <a:pt x="477" y="489"/>
                    </a:cubicBezTo>
                    <a:cubicBezTo>
                      <a:pt x="467" y="455"/>
                      <a:pt x="456" y="423"/>
                      <a:pt x="446" y="390"/>
                    </a:cubicBezTo>
                    <a:cubicBezTo>
                      <a:pt x="440" y="373"/>
                      <a:pt x="435" y="356"/>
                      <a:pt x="431" y="339"/>
                    </a:cubicBezTo>
                    <a:cubicBezTo>
                      <a:pt x="426" y="321"/>
                      <a:pt x="422" y="305"/>
                      <a:pt x="419" y="287"/>
                    </a:cubicBezTo>
                    <a:cubicBezTo>
                      <a:pt x="412" y="254"/>
                      <a:pt x="407" y="220"/>
                      <a:pt x="400" y="187"/>
                    </a:cubicBezTo>
                    <a:cubicBezTo>
                      <a:pt x="397" y="172"/>
                      <a:pt x="394" y="157"/>
                      <a:pt x="390" y="143"/>
                    </a:cubicBezTo>
                    <a:cubicBezTo>
                      <a:pt x="387" y="129"/>
                      <a:pt x="384" y="115"/>
                      <a:pt x="380" y="101"/>
                    </a:cubicBezTo>
                    <a:cubicBezTo>
                      <a:pt x="378" y="94"/>
                      <a:pt x="376" y="88"/>
                      <a:pt x="373" y="81"/>
                    </a:cubicBezTo>
                    <a:cubicBezTo>
                      <a:pt x="370" y="76"/>
                      <a:pt x="368" y="71"/>
                      <a:pt x="365" y="67"/>
                    </a:cubicBezTo>
                    <a:cubicBezTo>
                      <a:pt x="364" y="64"/>
                      <a:pt x="362" y="62"/>
                      <a:pt x="360" y="59"/>
                    </a:cubicBezTo>
                    <a:cubicBezTo>
                      <a:pt x="359" y="58"/>
                      <a:pt x="358" y="57"/>
                      <a:pt x="357" y="56"/>
                    </a:cubicBezTo>
                    <a:cubicBezTo>
                      <a:pt x="356" y="55"/>
                      <a:pt x="355" y="54"/>
                      <a:pt x="354" y="53"/>
                    </a:cubicBezTo>
                    <a:cubicBezTo>
                      <a:pt x="352" y="52"/>
                      <a:pt x="351" y="52"/>
                      <a:pt x="350" y="50"/>
                    </a:cubicBezTo>
                    <a:cubicBezTo>
                      <a:pt x="349" y="50"/>
                      <a:pt x="348" y="49"/>
                      <a:pt x="347" y="49"/>
                    </a:cubicBezTo>
                    <a:cubicBezTo>
                      <a:pt x="345" y="49"/>
                      <a:pt x="344" y="48"/>
                      <a:pt x="343" y="48"/>
                    </a:cubicBezTo>
                    <a:cubicBezTo>
                      <a:pt x="341" y="48"/>
                      <a:pt x="340" y="48"/>
                      <a:pt x="338" y="47"/>
                    </a:cubicBezTo>
                    <a:cubicBezTo>
                      <a:pt x="337" y="47"/>
                      <a:pt x="336" y="47"/>
                      <a:pt x="334" y="47"/>
                    </a:cubicBezTo>
                    <a:cubicBezTo>
                      <a:pt x="333" y="47"/>
                      <a:pt x="331" y="47"/>
                      <a:pt x="330" y="48"/>
                    </a:cubicBezTo>
                    <a:cubicBezTo>
                      <a:pt x="329" y="48"/>
                      <a:pt x="327" y="48"/>
                      <a:pt x="326" y="49"/>
                    </a:cubicBezTo>
                    <a:cubicBezTo>
                      <a:pt x="324" y="49"/>
                      <a:pt x="323" y="49"/>
                      <a:pt x="322" y="50"/>
                    </a:cubicBezTo>
                    <a:cubicBezTo>
                      <a:pt x="320" y="51"/>
                      <a:pt x="319" y="52"/>
                      <a:pt x="317" y="52"/>
                    </a:cubicBezTo>
                    <a:cubicBezTo>
                      <a:pt x="316" y="53"/>
                      <a:pt x="315" y="55"/>
                      <a:pt x="313" y="56"/>
                    </a:cubicBezTo>
                    <a:cubicBezTo>
                      <a:pt x="311" y="57"/>
                      <a:pt x="309" y="59"/>
                      <a:pt x="307" y="61"/>
                    </a:cubicBezTo>
                    <a:cubicBezTo>
                      <a:pt x="306" y="62"/>
                      <a:pt x="305" y="63"/>
                      <a:pt x="303" y="64"/>
                    </a:cubicBezTo>
                    <a:cubicBezTo>
                      <a:pt x="301" y="69"/>
                      <a:pt x="298" y="73"/>
                      <a:pt x="296" y="78"/>
                    </a:cubicBezTo>
                    <a:cubicBezTo>
                      <a:pt x="291" y="87"/>
                      <a:pt x="286" y="96"/>
                      <a:pt x="281" y="105"/>
                    </a:cubicBezTo>
                    <a:cubicBezTo>
                      <a:pt x="277" y="115"/>
                      <a:pt x="273" y="124"/>
                      <a:pt x="268" y="134"/>
                    </a:cubicBezTo>
                    <a:cubicBezTo>
                      <a:pt x="259" y="154"/>
                      <a:pt x="250" y="173"/>
                      <a:pt x="242" y="194"/>
                    </a:cubicBezTo>
                    <a:cubicBezTo>
                      <a:pt x="242" y="193"/>
                      <a:pt x="242" y="193"/>
                      <a:pt x="242" y="193"/>
                    </a:cubicBezTo>
                    <a:cubicBezTo>
                      <a:pt x="239" y="201"/>
                      <a:pt x="236" y="208"/>
                      <a:pt x="234" y="215"/>
                    </a:cubicBezTo>
                    <a:cubicBezTo>
                      <a:pt x="222" y="246"/>
                      <a:pt x="211" y="277"/>
                      <a:pt x="200" y="306"/>
                    </a:cubicBezTo>
                    <a:lnTo>
                      <a:pt x="200" y="307"/>
                    </a:lnTo>
                    <a:cubicBezTo>
                      <a:pt x="200" y="307"/>
                      <a:pt x="200" y="308"/>
                      <a:pt x="199" y="308"/>
                    </a:cubicBezTo>
                    <a:cubicBezTo>
                      <a:pt x="199" y="310"/>
                      <a:pt x="198" y="312"/>
                      <a:pt x="197" y="314"/>
                    </a:cubicBezTo>
                    <a:cubicBezTo>
                      <a:pt x="185" y="346"/>
                      <a:pt x="173" y="378"/>
                      <a:pt x="161" y="410"/>
                    </a:cubicBezTo>
                    <a:cubicBezTo>
                      <a:pt x="155" y="426"/>
                      <a:pt x="150" y="443"/>
                      <a:pt x="144" y="458"/>
                    </a:cubicBezTo>
                    <a:cubicBezTo>
                      <a:pt x="138" y="474"/>
                      <a:pt x="132" y="490"/>
                      <a:pt x="126" y="505"/>
                    </a:cubicBezTo>
                    <a:cubicBezTo>
                      <a:pt x="114" y="538"/>
                      <a:pt x="104" y="571"/>
                      <a:pt x="94" y="603"/>
                    </a:cubicBezTo>
                    <a:cubicBezTo>
                      <a:pt x="90" y="621"/>
                      <a:pt x="86" y="638"/>
                      <a:pt x="81" y="655"/>
                    </a:cubicBezTo>
                    <a:cubicBezTo>
                      <a:pt x="77" y="672"/>
                      <a:pt x="72" y="688"/>
                      <a:pt x="68" y="704"/>
                    </a:cubicBezTo>
                    <a:cubicBezTo>
                      <a:pt x="65" y="712"/>
                      <a:pt x="63" y="720"/>
                      <a:pt x="61" y="729"/>
                    </a:cubicBezTo>
                    <a:cubicBezTo>
                      <a:pt x="55" y="755"/>
                      <a:pt x="51" y="783"/>
                      <a:pt x="46" y="810"/>
                    </a:cubicBezTo>
                    <a:cubicBezTo>
                      <a:pt x="43" y="824"/>
                      <a:pt x="41" y="838"/>
                      <a:pt x="38" y="851"/>
                    </a:cubicBezTo>
                    <a:cubicBezTo>
                      <a:pt x="37" y="858"/>
                      <a:pt x="35" y="865"/>
                      <a:pt x="34" y="872"/>
                    </a:cubicBezTo>
                    <a:cubicBezTo>
                      <a:pt x="34" y="875"/>
                      <a:pt x="33" y="879"/>
                      <a:pt x="33" y="882"/>
                    </a:cubicBezTo>
                    <a:cubicBezTo>
                      <a:pt x="33" y="884"/>
                      <a:pt x="32" y="886"/>
                      <a:pt x="32" y="888"/>
                    </a:cubicBezTo>
                    <a:cubicBezTo>
                      <a:pt x="30" y="896"/>
                      <a:pt x="23" y="902"/>
                      <a:pt x="13" y="901"/>
                    </a:cubicBezTo>
                    <a:cubicBezTo>
                      <a:pt x="9" y="901"/>
                      <a:pt x="6" y="898"/>
                      <a:pt x="3" y="895"/>
                    </a:cubicBezTo>
                    <a:cubicBezTo>
                      <a:pt x="0" y="891"/>
                      <a:pt x="0" y="887"/>
                      <a:pt x="0" y="882"/>
                    </a:cubicBezTo>
                    <a:cubicBezTo>
                      <a:pt x="0" y="881"/>
                      <a:pt x="1" y="878"/>
                      <a:pt x="2" y="876"/>
                    </a:cubicBezTo>
                    <a:cubicBezTo>
                      <a:pt x="2" y="872"/>
                      <a:pt x="3" y="867"/>
                      <a:pt x="4" y="863"/>
                    </a:cubicBezTo>
                    <a:cubicBezTo>
                      <a:pt x="6" y="854"/>
                      <a:pt x="7" y="846"/>
                      <a:pt x="9" y="837"/>
                    </a:cubicBezTo>
                    <a:cubicBezTo>
                      <a:pt x="12" y="820"/>
                      <a:pt x="15" y="803"/>
                      <a:pt x="18" y="785"/>
                    </a:cubicBezTo>
                    <a:cubicBezTo>
                      <a:pt x="21" y="768"/>
                      <a:pt x="24" y="751"/>
                      <a:pt x="27" y="734"/>
                    </a:cubicBezTo>
                    <a:cubicBezTo>
                      <a:pt x="30" y="717"/>
                      <a:pt x="35" y="700"/>
                      <a:pt x="40" y="683"/>
                    </a:cubicBezTo>
                    <a:cubicBezTo>
                      <a:pt x="44" y="667"/>
                      <a:pt x="49" y="651"/>
                      <a:pt x="53" y="635"/>
                    </a:cubicBezTo>
                    <a:cubicBezTo>
                      <a:pt x="58" y="618"/>
                      <a:pt x="62" y="601"/>
                      <a:pt x="67" y="584"/>
                    </a:cubicBezTo>
                    <a:cubicBezTo>
                      <a:pt x="76" y="551"/>
                      <a:pt x="86" y="518"/>
                      <a:pt x="98" y="486"/>
                    </a:cubicBezTo>
                    <a:cubicBezTo>
                      <a:pt x="105" y="470"/>
                      <a:pt x="111" y="454"/>
                      <a:pt x="116" y="438"/>
                    </a:cubicBezTo>
                    <a:cubicBezTo>
                      <a:pt x="122" y="422"/>
                      <a:pt x="128" y="406"/>
                      <a:pt x="133" y="390"/>
                    </a:cubicBezTo>
                    <a:cubicBezTo>
                      <a:pt x="145" y="359"/>
                      <a:pt x="157" y="327"/>
                      <a:pt x="168" y="295"/>
                    </a:cubicBezTo>
                    <a:cubicBezTo>
                      <a:pt x="181" y="264"/>
                      <a:pt x="192" y="232"/>
                      <a:pt x="204" y="200"/>
                    </a:cubicBezTo>
                    <a:cubicBezTo>
                      <a:pt x="210" y="184"/>
                      <a:pt x="217" y="168"/>
                      <a:pt x="223" y="152"/>
                    </a:cubicBezTo>
                    <a:cubicBezTo>
                      <a:pt x="230" y="137"/>
                      <a:pt x="237" y="121"/>
                      <a:pt x="244" y="106"/>
                    </a:cubicBezTo>
                    <a:cubicBezTo>
                      <a:pt x="252" y="91"/>
                      <a:pt x="259" y="76"/>
                      <a:pt x="267" y="60"/>
                    </a:cubicBezTo>
                    <a:cubicBezTo>
                      <a:pt x="271" y="53"/>
                      <a:pt x="275" y="45"/>
                      <a:pt x="281" y="39"/>
                    </a:cubicBezTo>
                    <a:cubicBezTo>
                      <a:pt x="287" y="33"/>
                      <a:pt x="293" y="28"/>
                      <a:pt x="300" y="24"/>
                    </a:cubicBezTo>
                    <a:cubicBezTo>
                      <a:pt x="308" y="19"/>
                      <a:pt x="316" y="15"/>
                      <a:pt x="326" y="14"/>
                    </a:cubicBezTo>
                    <a:cubicBezTo>
                      <a:pt x="340" y="11"/>
                      <a:pt x="354" y="14"/>
                      <a:pt x="367" y="21"/>
                    </a:cubicBezTo>
                    <a:cubicBezTo>
                      <a:pt x="386" y="31"/>
                      <a:pt x="397" y="50"/>
                      <a:pt x="405" y="70"/>
                    </a:cubicBezTo>
                    <a:cubicBezTo>
                      <a:pt x="412" y="85"/>
                      <a:pt x="416" y="101"/>
                      <a:pt x="420" y="117"/>
                    </a:cubicBezTo>
                    <a:cubicBezTo>
                      <a:pt x="424" y="134"/>
                      <a:pt x="428" y="151"/>
                      <a:pt x="432" y="168"/>
                    </a:cubicBezTo>
                    <a:cubicBezTo>
                      <a:pt x="439" y="202"/>
                      <a:pt x="445" y="236"/>
                      <a:pt x="451" y="269"/>
                    </a:cubicBezTo>
                    <a:cubicBezTo>
                      <a:pt x="455" y="290"/>
                      <a:pt x="459" y="310"/>
                      <a:pt x="464" y="331"/>
                    </a:cubicBezTo>
                    <a:cubicBezTo>
                      <a:pt x="470" y="351"/>
                      <a:pt x="475" y="370"/>
                      <a:pt x="482" y="390"/>
                    </a:cubicBezTo>
                    <a:cubicBezTo>
                      <a:pt x="492" y="422"/>
                      <a:pt x="502" y="454"/>
                      <a:pt x="513" y="487"/>
                    </a:cubicBezTo>
                    <a:cubicBezTo>
                      <a:pt x="523" y="521"/>
                      <a:pt x="535" y="554"/>
                      <a:pt x="545" y="589"/>
                    </a:cubicBezTo>
                    <a:cubicBezTo>
                      <a:pt x="549" y="605"/>
                      <a:pt x="553" y="621"/>
                      <a:pt x="558" y="637"/>
                    </a:cubicBezTo>
                    <a:cubicBezTo>
                      <a:pt x="563" y="655"/>
                      <a:pt x="567" y="672"/>
                      <a:pt x="570" y="689"/>
                    </a:cubicBezTo>
                    <a:cubicBezTo>
                      <a:pt x="577" y="723"/>
                      <a:pt x="584" y="758"/>
                      <a:pt x="592" y="792"/>
                    </a:cubicBezTo>
                    <a:cubicBezTo>
                      <a:pt x="599" y="825"/>
                      <a:pt x="607" y="859"/>
                      <a:pt x="616" y="892"/>
                    </a:cubicBezTo>
                    <a:cubicBezTo>
                      <a:pt x="625" y="926"/>
                      <a:pt x="634" y="959"/>
                      <a:pt x="643" y="993"/>
                    </a:cubicBezTo>
                    <a:cubicBezTo>
                      <a:pt x="660" y="1061"/>
                      <a:pt x="679" y="1129"/>
                      <a:pt x="699" y="1198"/>
                    </a:cubicBezTo>
                    <a:cubicBezTo>
                      <a:pt x="702" y="1208"/>
                      <a:pt x="705" y="1217"/>
                      <a:pt x="708" y="1227"/>
                    </a:cubicBezTo>
                    <a:lnTo>
                      <a:pt x="707" y="1226"/>
                    </a:lnTo>
                    <a:cubicBezTo>
                      <a:pt x="707" y="1226"/>
                      <a:pt x="708" y="1227"/>
                      <a:pt x="708" y="1228"/>
                    </a:cubicBezTo>
                    <a:lnTo>
                      <a:pt x="708" y="1227"/>
                    </a:lnTo>
                    <a:cubicBezTo>
                      <a:pt x="708" y="1228"/>
                      <a:pt x="708" y="1228"/>
                      <a:pt x="708" y="1228"/>
                    </a:cubicBezTo>
                    <a:cubicBezTo>
                      <a:pt x="708" y="1228"/>
                      <a:pt x="708" y="1229"/>
                      <a:pt x="708" y="1230"/>
                    </a:cubicBezTo>
                    <a:cubicBezTo>
                      <a:pt x="709" y="1231"/>
                      <a:pt x="710" y="1233"/>
                      <a:pt x="710" y="1234"/>
                    </a:cubicBezTo>
                    <a:lnTo>
                      <a:pt x="710" y="1233"/>
                    </a:lnTo>
                    <a:cubicBezTo>
                      <a:pt x="710" y="1234"/>
                      <a:pt x="710" y="1235"/>
                      <a:pt x="710" y="1236"/>
                    </a:cubicBezTo>
                    <a:lnTo>
                      <a:pt x="710" y="1235"/>
                    </a:lnTo>
                    <a:cubicBezTo>
                      <a:pt x="715" y="1251"/>
                      <a:pt x="721" y="1268"/>
                      <a:pt x="726" y="1284"/>
                    </a:cubicBezTo>
                    <a:cubicBezTo>
                      <a:pt x="732" y="1301"/>
                      <a:pt x="738" y="1317"/>
                      <a:pt x="743" y="1333"/>
                    </a:cubicBezTo>
                    <a:cubicBezTo>
                      <a:pt x="749" y="1350"/>
                      <a:pt x="755" y="1366"/>
                      <a:pt x="761" y="1382"/>
                    </a:cubicBezTo>
                    <a:cubicBezTo>
                      <a:pt x="767" y="1399"/>
                      <a:pt x="772" y="1417"/>
                      <a:pt x="779" y="1434"/>
                    </a:cubicBezTo>
                    <a:cubicBezTo>
                      <a:pt x="785" y="1452"/>
                      <a:pt x="792" y="1469"/>
                      <a:pt x="799" y="1487"/>
                    </a:cubicBezTo>
                    <a:cubicBezTo>
                      <a:pt x="805" y="1504"/>
                      <a:pt x="812" y="1521"/>
                      <a:pt x="819" y="1537"/>
                    </a:cubicBezTo>
                    <a:cubicBezTo>
                      <a:pt x="824" y="1548"/>
                      <a:pt x="829" y="1559"/>
                      <a:pt x="835" y="1569"/>
                    </a:cubicBezTo>
                    <a:cubicBezTo>
                      <a:pt x="835" y="1569"/>
                      <a:pt x="834" y="1569"/>
                      <a:pt x="834" y="1568"/>
                    </a:cubicBezTo>
                    <a:cubicBezTo>
                      <a:pt x="834" y="1569"/>
                      <a:pt x="835" y="1569"/>
                      <a:pt x="835" y="1569"/>
                    </a:cubicBezTo>
                    <a:cubicBezTo>
                      <a:pt x="835" y="1570"/>
                      <a:pt x="835" y="1570"/>
                      <a:pt x="835" y="1571"/>
                    </a:cubicBezTo>
                    <a:cubicBezTo>
                      <a:pt x="835" y="1570"/>
                      <a:pt x="835" y="1570"/>
                      <a:pt x="835" y="1569"/>
                    </a:cubicBezTo>
                    <a:cubicBezTo>
                      <a:pt x="842" y="1581"/>
                      <a:pt x="850" y="1591"/>
                      <a:pt x="858" y="1602"/>
                    </a:cubicBezTo>
                    <a:cubicBezTo>
                      <a:pt x="859" y="1603"/>
                      <a:pt x="859" y="1603"/>
                      <a:pt x="860" y="1604"/>
                    </a:cubicBezTo>
                    <a:cubicBezTo>
                      <a:pt x="860" y="1604"/>
                      <a:pt x="861" y="1605"/>
                      <a:pt x="862" y="1605"/>
                    </a:cubicBezTo>
                    <a:cubicBezTo>
                      <a:pt x="863" y="1607"/>
                      <a:pt x="865" y="1607"/>
                      <a:pt x="866" y="1608"/>
                    </a:cubicBezTo>
                    <a:cubicBezTo>
                      <a:pt x="868" y="1609"/>
                      <a:pt x="870" y="1610"/>
                      <a:pt x="872" y="1611"/>
                    </a:cubicBezTo>
                    <a:cubicBezTo>
                      <a:pt x="873" y="1611"/>
                      <a:pt x="874" y="1612"/>
                      <a:pt x="876" y="1612"/>
                    </a:cubicBezTo>
                    <a:cubicBezTo>
                      <a:pt x="877" y="1612"/>
                      <a:pt x="878" y="1612"/>
                      <a:pt x="879" y="1612"/>
                    </a:cubicBezTo>
                    <a:cubicBezTo>
                      <a:pt x="880" y="1612"/>
                      <a:pt x="880" y="1612"/>
                      <a:pt x="880" y="1612"/>
                    </a:cubicBezTo>
                    <a:cubicBezTo>
                      <a:pt x="881" y="1612"/>
                      <a:pt x="881" y="1612"/>
                      <a:pt x="881" y="1612"/>
                    </a:cubicBezTo>
                    <a:cubicBezTo>
                      <a:pt x="880" y="1612"/>
                      <a:pt x="880" y="1612"/>
                      <a:pt x="880" y="1612"/>
                    </a:cubicBezTo>
                    <a:lnTo>
                      <a:pt x="881" y="1612"/>
                    </a:lnTo>
                    <a:cubicBezTo>
                      <a:pt x="882" y="1612"/>
                      <a:pt x="883" y="1612"/>
                      <a:pt x="884" y="1612"/>
                    </a:cubicBezTo>
                    <a:cubicBezTo>
                      <a:pt x="886" y="1611"/>
                      <a:pt x="887" y="1611"/>
                      <a:pt x="888" y="1610"/>
                    </a:cubicBezTo>
                    <a:cubicBezTo>
                      <a:pt x="889" y="1610"/>
                      <a:pt x="891" y="1609"/>
                      <a:pt x="893" y="1608"/>
                    </a:cubicBezTo>
                    <a:lnTo>
                      <a:pt x="892" y="1608"/>
                    </a:lnTo>
                    <a:cubicBezTo>
                      <a:pt x="893" y="1608"/>
                      <a:pt x="893" y="1607"/>
                      <a:pt x="894" y="1607"/>
                    </a:cubicBezTo>
                    <a:cubicBezTo>
                      <a:pt x="894" y="1607"/>
                      <a:pt x="895" y="1606"/>
                      <a:pt x="896" y="1605"/>
                    </a:cubicBezTo>
                    <a:cubicBezTo>
                      <a:pt x="901" y="1601"/>
                      <a:pt x="906" y="1596"/>
                      <a:pt x="911" y="1591"/>
                    </a:cubicBezTo>
                    <a:cubicBezTo>
                      <a:pt x="918" y="1584"/>
                      <a:pt x="925" y="1576"/>
                      <a:pt x="932" y="1569"/>
                    </a:cubicBezTo>
                    <a:cubicBezTo>
                      <a:pt x="939" y="1561"/>
                      <a:pt x="946" y="1554"/>
                      <a:pt x="952" y="1545"/>
                    </a:cubicBezTo>
                    <a:cubicBezTo>
                      <a:pt x="968" y="1523"/>
                      <a:pt x="981" y="1499"/>
                      <a:pt x="994" y="1476"/>
                    </a:cubicBezTo>
                    <a:cubicBezTo>
                      <a:pt x="999" y="1467"/>
                      <a:pt x="1002" y="1459"/>
                      <a:pt x="1006" y="1450"/>
                    </a:cubicBezTo>
                    <a:cubicBezTo>
                      <a:pt x="1009" y="1442"/>
                      <a:pt x="1013" y="1434"/>
                      <a:pt x="1016" y="1425"/>
                    </a:cubicBezTo>
                    <a:cubicBezTo>
                      <a:pt x="1022" y="1409"/>
                      <a:pt x="1027" y="1393"/>
                      <a:pt x="1032" y="1376"/>
                    </a:cubicBezTo>
                    <a:cubicBezTo>
                      <a:pt x="1038" y="1360"/>
                      <a:pt x="1042" y="1343"/>
                      <a:pt x="1047" y="1326"/>
                    </a:cubicBezTo>
                    <a:cubicBezTo>
                      <a:pt x="1052" y="1309"/>
                      <a:pt x="1056" y="1292"/>
                      <a:pt x="1060" y="1275"/>
                    </a:cubicBezTo>
                    <a:cubicBezTo>
                      <a:pt x="1064" y="1258"/>
                      <a:pt x="1070" y="1241"/>
                      <a:pt x="1075" y="1225"/>
                    </a:cubicBezTo>
                    <a:cubicBezTo>
                      <a:pt x="1084" y="1194"/>
                      <a:pt x="1092" y="1163"/>
                      <a:pt x="1100" y="1132"/>
                    </a:cubicBezTo>
                    <a:cubicBezTo>
                      <a:pt x="1104" y="1117"/>
                      <a:pt x="1108" y="1102"/>
                      <a:pt x="1112" y="1087"/>
                    </a:cubicBezTo>
                    <a:cubicBezTo>
                      <a:pt x="1116" y="1072"/>
                      <a:pt x="1120" y="1057"/>
                      <a:pt x="1123" y="1041"/>
                    </a:cubicBezTo>
                    <a:cubicBezTo>
                      <a:pt x="1123" y="1042"/>
                      <a:pt x="1123" y="1043"/>
                      <a:pt x="1123" y="1043"/>
                    </a:cubicBezTo>
                    <a:cubicBezTo>
                      <a:pt x="1131" y="1009"/>
                      <a:pt x="1138" y="975"/>
                      <a:pt x="1146" y="940"/>
                    </a:cubicBezTo>
                    <a:cubicBezTo>
                      <a:pt x="1149" y="923"/>
                      <a:pt x="1152" y="907"/>
                      <a:pt x="1156" y="891"/>
                    </a:cubicBezTo>
                    <a:cubicBezTo>
                      <a:pt x="1159" y="874"/>
                      <a:pt x="1162" y="856"/>
                      <a:pt x="1165" y="839"/>
                    </a:cubicBezTo>
                    <a:cubicBezTo>
                      <a:pt x="1170" y="804"/>
                      <a:pt x="1176" y="768"/>
                      <a:pt x="1183" y="733"/>
                    </a:cubicBezTo>
                    <a:cubicBezTo>
                      <a:pt x="1189" y="699"/>
                      <a:pt x="1196" y="666"/>
                      <a:pt x="1203" y="632"/>
                    </a:cubicBezTo>
                    <a:cubicBezTo>
                      <a:pt x="1210" y="598"/>
                      <a:pt x="1220" y="563"/>
                      <a:pt x="1229" y="528"/>
                    </a:cubicBezTo>
                    <a:cubicBezTo>
                      <a:pt x="1234" y="511"/>
                      <a:pt x="1239" y="494"/>
                      <a:pt x="1244" y="477"/>
                    </a:cubicBezTo>
                    <a:cubicBezTo>
                      <a:pt x="1249" y="460"/>
                      <a:pt x="1253" y="444"/>
                      <a:pt x="1258" y="427"/>
                    </a:cubicBezTo>
                    <a:cubicBezTo>
                      <a:pt x="1263" y="410"/>
                      <a:pt x="1268" y="394"/>
                      <a:pt x="1272" y="377"/>
                    </a:cubicBezTo>
                    <a:cubicBezTo>
                      <a:pt x="1275" y="368"/>
                      <a:pt x="1277" y="359"/>
                      <a:pt x="1279" y="351"/>
                    </a:cubicBezTo>
                    <a:cubicBezTo>
                      <a:pt x="1279" y="350"/>
                      <a:pt x="1279" y="349"/>
                      <a:pt x="1280" y="348"/>
                    </a:cubicBezTo>
                    <a:cubicBezTo>
                      <a:pt x="1281" y="344"/>
                      <a:pt x="1282" y="339"/>
                      <a:pt x="1283" y="336"/>
                    </a:cubicBezTo>
                    <a:cubicBezTo>
                      <a:pt x="1284" y="331"/>
                      <a:pt x="1285" y="327"/>
                      <a:pt x="1286" y="322"/>
                    </a:cubicBezTo>
                    <a:cubicBezTo>
                      <a:pt x="1290" y="305"/>
                      <a:pt x="1294" y="289"/>
                      <a:pt x="1299" y="272"/>
                    </a:cubicBezTo>
                    <a:cubicBezTo>
                      <a:pt x="1309" y="239"/>
                      <a:pt x="1321" y="207"/>
                      <a:pt x="1332" y="174"/>
                    </a:cubicBezTo>
                    <a:cubicBezTo>
                      <a:pt x="1335" y="166"/>
                      <a:pt x="1338" y="158"/>
                      <a:pt x="1340" y="150"/>
                    </a:cubicBezTo>
                    <a:cubicBezTo>
                      <a:pt x="1342" y="141"/>
                      <a:pt x="1345" y="133"/>
                      <a:pt x="1347" y="126"/>
                    </a:cubicBezTo>
                    <a:cubicBezTo>
                      <a:pt x="1352" y="109"/>
                      <a:pt x="1358" y="92"/>
                      <a:pt x="1366" y="77"/>
                    </a:cubicBezTo>
                    <a:cubicBezTo>
                      <a:pt x="1374" y="62"/>
                      <a:pt x="1383" y="46"/>
                      <a:pt x="1394" y="32"/>
                    </a:cubicBezTo>
                    <a:cubicBezTo>
                      <a:pt x="1399" y="26"/>
                      <a:pt x="1405" y="21"/>
                      <a:pt x="1411" y="16"/>
                    </a:cubicBezTo>
                    <a:cubicBezTo>
                      <a:pt x="1414" y="13"/>
                      <a:pt x="1417" y="11"/>
                      <a:pt x="1421" y="10"/>
                    </a:cubicBezTo>
                    <a:cubicBezTo>
                      <a:pt x="1425" y="7"/>
                      <a:pt x="1430" y="6"/>
                      <a:pt x="1435" y="4"/>
                    </a:cubicBezTo>
                    <a:cubicBezTo>
                      <a:pt x="1443" y="2"/>
                      <a:pt x="1452" y="1"/>
                      <a:pt x="1460" y="0"/>
                    </a:cubicBezTo>
                    <a:cubicBezTo>
                      <a:pt x="1469" y="0"/>
                      <a:pt x="1479" y="0"/>
                      <a:pt x="1488" y="2"/>
                    </a:cubicBezTo>
                    <a:cubicBezTo>
                      <a:pt x="1501" y="4"/>
                      <a:pt x="1513" y="11"/>
                      <a:pt x="1522" y="21"/>
                    </a:cubicBezTo>
                    <a:cubicBezTo>
                      <a:pt x="1529" y="27"/>
                      <a:pt x="1533" y="34"/>
                      <a:pt x="1538" y="42"/>
                    </a:cubicBezTo>
                    <a:cubicBezTo>
                      <a:pt x="1542" y="48"/>
                      <a:pt x="1544" y="53"/>
                      <a:pt x="1547" y="59"/>
                    </a:cubicBezTo>
                    <a:cubicBezTo>
                      <a:pt x="1551" y="66"/>
                      <a:pt x="1554" y="74"/>
                      <a:pt x="1557" y="82"/>
                    </a:cubicBezTo>
                    <a:cubicBezTo>
                      <a:pt x="1559" y="90"/>
                      <a:pt x="1554" y="99"/>
                      <a:pt x="1546" y="102"/>
                    </a:cubicBezTo>
                    <a:cubicBezTo>
                      <a:pt x="1537" y="105"/>
                      <a:pt x="1527" y="101"/>
                      <a:pt x="1524" y="92"/>
                    </a:cubicBezTo>
                    <a:cubicBezTo>
                      <a:pt x="1522" y="88"/>
                      <a:pt x="1521" y="85"/>
                      <a:pt x="1519" y="81"/>
                    </a:cubicBezTo>
                    <a:cubicBezTo>
                      <a:pt x="1515" y="73"/>
                      <a:pt x="1511" y="64"/>
                      <a:pt x="1506" y="57"/>
                    </a:cubicBezTo>
                    <a:cubicBezTo>
                      <a:pt x="1504" y="54"/>
                      <a:pt x="1503" y="52"/>
                      <a:pt x="1501" y="49"/>
                    </a:cubicBezTo>
                    <a:cubicBezTo>
                      <a:pt x="1500" y="48"/>
                      <a:pt x="1498" y="46"/>
                      <a:pt x="1497" y="45"/>
                    </a:cubicBezTo>
                    <a:cubicBezTo>
                      <a:pt x="1496" y="43"/>
                      <a:pt x="1494" y="42"/>
                      <a:pt x="1492" y="41"/>
                    </a:cubicBezTo>
                    <a:cubicBezTo>
                      <a:pt x="1491" y="40"/>
                      <a:pt x="1490" y="39"/>
                      <a:pt x="1489" y="39"/>
                    </a:cubicBezTo>
                    <a:cubicBezTo>
                      <a:pt x="1489" y="39"/>
                      <a:pt x="1488" y="38"/>
                      <a:pt x="1487" y="38"/>
                    </a:cubicBezTo>
                    <a:cubicBezTo>
                      <a:pt x="1488" y="38"/>
                      <a:pt x="1488" y="38"/>
                      <a:pt x="1489" y="38"/>
                    </a:cubicBezTo>
                    <a:cubicBezTo>
                      <a:pt x="1487" y="38"/>
                      <a:pt x="1486" y="38"/>
                      <a:pt x="1485" y="37"/>
                    </a:cubicBezTo>
                    <a:cubicBezTo>
                      <a:pt x="1483" y="36"/>
                      <a:pt x="1480" y="36"/>
                      <a:pt x="1477" y="36"/>
                    </a:cubicBezTo>
                    <a:cubicBezTo>
                      <a:pt x="1473" y="36"/>
                      <a:pt x="1469" y="35"/>
                      <a:pt x="1466" y="36"/>
                    </a:cubicBezTo>
                    <a:cubicBezTo>
                      <a:pt x="1461" y="36"/>
                      <a:pt x="1455" y="36"/>
                      <a:pt x="1450" y="37"/>
                    </a:cubicBezTo>
                    <a:cubicBezTo>
                      <a:pt x="1447" y="38"/>
                      <a:pt x="1444" y="38"/>
                      <a:pt x="1441" y="39"/>
                    </a:cubicBezTo>
                    <a:cubicBezTo>
                      <a:pt x="1440" y="39"/>
                      <a:pt x="1439" y="40"/>
                      <a:pt x="1438" y="41"/>
                    </a:cubicBezTo>
                    <a:cubicBezTo>
                      <a:pt x="1437" y="41"/>
                      <a:pt x="1436" y="42"/>
                      <a:pt x="1434" y="42"/>
                    </a:cubicBezTo>
                    <a:cubicBezTo>
                      <a:pt x="1433" y="43"/>
                      <a:pt x="1431" y="45"/>
                      <a:pt x="1430" y="46"/>
                    </a:cubicBezTo>
                    <a:cubicBezTo>
                      <a:pt x="1428" y="47"/>
                      <a:pt x="1427" y="48"/>
                      <a:pt x="1426" y="49"/>
                    </a:cubicBezTo>
                    <a:cubicBezTo>
                      <a:pt x="1422" y="53"/>
                      <a:pt x="1419" y="57"/>
                      <a:pt x="1416" y="62"/>
                    </a:cubicBezTo>
                    <a:cubicBezTo>
                      <a:pt x="1410" y="70"/>
                      <a:pt x="1405" y="78"/>
                      <a:pt x="1399" y="87"/>
                    </a:cubicBezTo>
                    <a:cubicBezTo>
                      <a:pt x="1395" y="95"/>
                      <a:pt x="1392" y="103"/>
                      <a:pt x="1388" y="112"/>
                    </a:cubicBezTo>
                    <a:cubicBezTo>
                      <a:pt x="1383" y="127"/>
                      <a:pt x="1378" y="143"/>
                      <a:pt x="1373" y="159"/>
                    </a:cubicBezTo>
                    <a:cubicBezTo>
                      <a:pt x="1369" y="175"/>
                      <a:pt x="1363" y="191"/>
                      <a:pt x="1357" y="207"/>
                    </a:cubicBezTo>
                    <a:cubicBezTo>
                      <a:pt x="1345" y="239"/>
                      <a:pt x="1334" y="272"/>
                      <a:pt x="1326" y="305"/>
                    </a:cubicBezTo>
                    <a:cubicBezTo>
                      <a:pt x="1322" y="317"/>
                      <a:pt x="1320" y="330"/>
                      <a:pt x="1316" y="343"/>
                    </a:cubicBezTo>
                    <a:cubicBezTo>
                      <a:pt x="1317" y="342"/>
                      <a:pt x="1317" y="341"/>
                      <a:pt x="1317" y="341"/>
                    </a:cubicBezTo>
                    <a:cubicBezTo>
                      <a:pt x="1315" y="345"/>
                      <a:pt x="1315" y="349"/>
                      <a:pt x="1314" y="354"/>
                    </a:cubicBezTo>
                    <a:lnTo>
                      <a:pt x="1313" y="355"/>
                    </a:lnTo>
                    <a:cubicBezTo>
                      <a:pt x="1310" y="368"/>
                      <a:pt x="1307" y="381"/>
                      <a:pt x="1303" y="394"/>
                    </a:cubicBezTo>
                    <a:cubicBezTo>
                      <a:pt x="1299" y="410"/>
                      <a:pt x="1293" y="428"/>
                      <a:pt x="1288" y="445"/>
                    </a:cubicBezTo>
                    <a:cubicBezTo>
                      <a:pt x="1284" y="461"/>
                      <a:pt x="1279" y="478"/>
                      <a:pt x="1275" y="494"/>
                    </a:cubicBezTo>
                    <a:cubicBezTo>
                      <a:pt x="1270" y="511"/>
                      <a:pt x="1264" y="529"/>
                      <a:pt x="1260" y="547"/>
                    </a:cubicBezTo>
                    <a:cubicBezTo>
                      <a:pt x="1254" y="565"/>
                      <a:pt x="1250" y="584"/>
                      <a:pt x="1245" y="603"/>
                    </a:cubicBezTo>
                    <a:cubicBezTo>
                      <a:pt x="1241" y="620"/>
                      <a:pt x="1237" y="637"/>
                      <a:pt x="1234" y="653"/>
                    </a:cubicBezTo>
                    <a:cubicBezTo>
                      <a:pt x="1231" y="670"/>
                      <a:pt x="1227" y="686"/>
                      <a:pt x="1223" y="702"/>
                    </a:cubicBezTo>
                    <a:cubicBezTo>
                      <a:pt x="1216" y="737"/>
                      <a:pt x="1210" y="772"/>
                      <a:pt x="1204" y="807"/>
                    </a:cubicBezTo>
                    <a:cubicBezTo>
                      <a:pt x="1199" y="842"/>
                      <a:pt x="1193" y="876"/>
                      <a:pt x="1187" y="910"/>
                    </a:cubicBezTo>
                    <a:cubicBezTo>
                      <a:pt x="1183" y="927"/>
                      <a:pt x="1180" y="944"/>
                      <a:pt x="1176" y="961"/>
                    </a:cubicBezTo>
                    <a:cubicBezTo>
                      <a:pt x="1172" y="979"/>
                      <a:pt x="1168" y="996"/>
                      <a:pt x="1165" y="1014"/>
                    </a:cubicBezTo>
                    <a:cubicBezTo>
                      <a:pt x="1157" y="1049"/>
                      <a:pt x="1148" y="1083"/>
                      <a:pt x="1140" y="1118"/>
                    </a:cubicBezTo>
                    <a:cubicBezTo>
                      <a:pt x="1135" y="1135"/>
                      <a:pt x="1130" y="1152"/>
                      <a:pt x="1126" y="1169"/>
                    </a:cubicBezTo>
                    <a:cubicBezTo>
                      <a:pt x="1121" y="1185"/>
                      <a:pt x="1117" y="1201"/>
                      <a:pt x="1112" y="1217"/>
                    </a:cubicBezTo>
                    <a:cubicBezTo>
                      <a:pt x="1108" y="1234"/>
                      <a:pt x="1102" y="1252"/>
                      <a:pt x="1097" y="1269"/>
                    </a:cubicBezTo>
                    <a:cubicBezTo>
                      <a:pt x="1092" y="1286"/>
                      <a:pt x="1088" y="1304"/>
                      <a:pt x="1084" y="1322"/>
                    </a:cubicBezTo>
                    <a:cubicBezTo>
                      <a:pt x="1075" y="1355"/>
                      <a:pt x="1065" y="1388"/>
                      <a:pt x="1054" y="1421"/>
                    </a:cubicBezTo>
                    <a:cubicBezTo>
                      <a:pt x="1049" y="1438"/>
                      <a:pt x="1042" y="1453"/>
                      <a:pt x="1035" y="1469"/>
                    </a:cubicBezTo>
                    <a:cubicBezTo>
                      <a:pt x="1032" y="1477"/>
                      <a:pt x="1029" y="1486"/>
                      <a:pt x="1025" y="1494"/>
                    </a:cubicBezTo>
                    <a:cubicBezTo>
                      <a:pt x="1021" y="1501"/>
                      <a:pt x="1017" y="1507"/>
                      <a:pt x="1013" y="1514"/>
                    </a:cubicBezTo>
                    <a:cubicBezTo>
                      <a:pt x="1004" y="1529"/>
                      <a:pt x="996" y="1544"/>
                      <a:pt x="986" y="1558"/>
                    </a:cubicBezTo>
                    <a:cubicBezTo>
                      <a:pt x="981" y="1565"/>
                      <a:pt x="975" y="1572"/>
                      <a:pt x="970" y="1578"/>
                    </a:cubicBezTo>
                    <a:cubicBezTo>
                      <a:pt x="965" y="1584"/>
                      <a:pt x="959" y="1591"/>
                      <a:pt x="953" y="1597"/>
                    </a:cubicBezTo>
                    <a:cubicBezTo>
                      <a:pt x="943" y="1608"/>
                      <a:pt x="932" y="1621"/>
                      <a:pt x="920" y="1631"/>
                    </a:cubicBezTo>
                    <a:cubicBezTo>
                      <a:pt x="914" y="1636"/>
                      <a:pt x="906" y="1641"/>
                      <a:pt x="898" y="1644"/>
                    </a:cubicBezTo>
                    <a:cubicBezTo>
                      <a:pt x="893" y="1646"/>
                      <a:pt x="887" y="1647"/>
                      <a:pt x="881" y="1648"/>
                    </a:cubicBezTo>
                    <a:cubicBezTo>
                      <a:pt x="880" y="1648"/>
                      <a:pt x="880" y="1648"/>
                      <a:pt x="879" y="1648"/>
                    </a:cubicBezTo>
                    <a:cubicBezTo>
                      <a:pt x="874" y="1648"/>
                      <a:pt x="869" y="1647"/>
                      <a:pt x="865" y="16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83" name="Google Shape;2983;p31"/>
              <p:cNvSpPr/>
              <p:nvPr/>
            </p:nvSpPr>
            <p:spPr>
              <a:xfrm>
                <a:off x="3872880" y="4201560"/>
                <a:ext cx="533520" cy="583920"/>
              </a:xfrm>
              <a:custGeom>
                <a:avLst/>
                <a:gdLst/>
                <a:ahLst/>
                <a:cxnLst/>
                <a:rect l="l" t="t" r="r" b="b"/>
                <a:pathLst>
                  <a:path w="1482" h="1622" extrusionOk="0">
                    <a:moveTo>
                      <a:pt x="540" y="1620"/>
                    </a:moveTo>
                    <a:cubicBezTo>
                      <a:pt x="532" y="1618"/>
                      <a:pt x="524" y="1615"/>
                      <a:pt x="516" y="1612"/>
                    </a:cubicBezTo>
                    <a:cubicBezTo>
                      <a:pt x="508" y="1609"/>
                      <a:pt x="500" y="1606"/>
                      <a:pt x="493" y="1602"/>
                    </a:cubicBezTo>
                    <a:cubicBezTo>
                      <a:pt x="483" y="1598"/>
                      <a:pt x="474" y="1593"/>
                      <a:pt x="465" y="1586"/>
                    </a:cubicBezTo>
                    <a:cubicBezTo>
                      <a:pt x="462" y="1583"/>
                      <a:pt x="459" y="1579"/>
                      <a:pt x="456" y="1574"/>
                    </a:cubicBezTo>
                    <a:cubicBezTo>
                      <a:pt x="454" y="1571"/>
                      <a:pt x="452" y="1567"/>
                      <a:pt x="450" y="1563"/>
                    </a:cubicBezTo>
                    <a:cubicBezTo>
                      <a:pt x="442" y="1550"/>
                      <a:pt x="435" y="1536"/>
                      <a:pt x="428" y="1522"/>
                    </a:cubicBezTo>
                    <a:cubicBezTo>
                      <a:pt x="421" y="1507"/>
                      <a:pt x="413" y="1491"/>
                      <a:pt x="407" y="1475"/>
                    </a:cubicBezTo>
                    <a:cubicBezTo>
                      <a:pt x="401" y="1459"/>
                      <a:pt x="395" y="1443"/>
                      <a:pt x="390" y="1427"/>
                    </a:cubicBezTo>
                    <a:cubicBezTo>
                      <a:pt x="386" y="1410"/>
                      <a:pt x="381" y="1395"/>
                      <a:pt x="377" y="1379"/>
                    </a:cubicBezTo>
                    <a:cubicBezTo>
                      <a:pt x="372" y="1363"/>
                      <a:pt x="368" y="1346"/>
                      <a:pt x="363" y="1329"/>
                    </a:cubicBezTo>
                    <a:cubicBezTo>
                      <a:pt x="359" y="1313"/>
                      <a:pt x="354" y="1296"/>
                      <a:pt x="350" y="1279"/>
                    </a:cubicBezTo>
                    <a:cubicBezTo>
                      <a:pt x="341" y="1244"/>
                      <a:pt x="335" y="1209"/>
                      <a:pt x="326" y="1175"/>
                    </a:cubicBezTo>
                    <a:cubicBezTo>
                      <a:pt x="321" y="1157"/>
                      <a:pt x="316" y="1140"/>
                      <a:pt x="312" y="1122"/>
                    </a:cubicBezTo>
                    <a:cubicBezTo>
                      <a:pt x="307" y="1106"/>
                      <a:pt x="305" y="1090"/>
                      <a:pt x="302" y="1074"/>
                    </a:cubicBezTo>
                    <a:cubicBezTo>
                      <a:pt x="299" y="1056"/>
                      <a:pt x="296" y="1039"/>
                      <a:pt x="292" y="1022"/>
                    </a:cubicBezTo>
                    <a:cubicBezTo>
                      <a:pt x="288" y="1004"/>
                      <a:pt x="282" y="987"/>
                      <a:pt x="278" y="969"/>
                    </a:cubicBezTo>
                    <a:cubicBezTo>
                      <a:pt x="274" y="953"/>
                      <a:pt x="271" y="936"/>
                      <a:pt x="268" y="919"/>
                    </a:cubicBezTo>
                    <a:cubicBezTo>
                      <a:pt x="264" y="902"/>
                      <a:pt x="261" y="884"/>
                      <a:pt x="258" y="866"/>
                    </a:cubicBezTo>
                    <a:cubicBezTo>
                      <a:pt x="256" y="851"/>
                      <a:pt x="254" y="837"/>
                      <a:pt x="252" y="822"/>
                    </a:cubicBezTo>
                    <a:cubicBezTo>
                      <a:pt x="250" y="807"/>
                      <a:pt x="247" y="792"/>
                      <a:pt x="245" y="777"/>
                    </a:cubicBezTo>
                    <a:cubicBezTo>
                      <a:pt x="245" y="770"/>
                      <a:pt x="243" y="763"/>
                      <a:pt x="242" y="755"/>
                    </a:cubicBezTo>
                    <a:cubicBezTo>
                      <a:pt x="242" y="752"/>
                      <a:pt x="241" y="747"/>
                      <a:pt x="240" y="744"/>
                    </a:cubicBezTo>
                    <a:cubicBezTo>
                      <a:pt x="240" y="741"/>
                      <a:pt x="239" y="738"/>
                      <a:pt x="239" y="735"/>
                    </a:cubicBezTo>
                    <a:cubicBezTo>
                      <a:pt x="239" y="736"/>
                      <a:pt x="239" y="737"/>
                      <a:pt x="239" y="738"/>
                    </a:cubicBezTo>
                    <a:cubicBezTo>
                      <a:pt x="239" y="736"/>
                      <a:pt x="239" y="734"/>
                      <a:pt x="238" y="732"/>
                    </a:cubicBezTo>
                    <a:cubicBezTo>
                      <a:pt x="239" y="733"/>
                      <a:pt x="239" y="733"/>
                      <a:pt x="239" y="735"/>
                    </a:cubicBezTo>
                    <a:cubicBezTo>
                      <a:pt x="234" y="708"/>
                      <a:pt x="229" y="682"/>
                      <a:pt x="225" y="655"/>
                    </a:cubicBezTo>
                    <a:cubicBezTo>
                      <a:pt x="225" y="654"/>
                      <a:pt x="225" y="651"/>
                      <a:pt x="225" y="650"/>
                    </a:cubicBezTo>
                    <a:cubicBezTo>
                      <a:pt x="220" y="626"/>
                      <a:pt x="215" y="601"/>
                      <a:pt x="208" y="577"/>
                    </a:cubicBezTo>
                    <a:cubicBezTo>
                      <a:pt x="201" y="552"/>
                      <a:pt x="195" y="527"/>
                      <a:pt x="187" y="502"/>
                    </a:cubicBezTo>
                    <a:cubicBezTo>
                      <a:pt x="180" y="479"/>
                      <a:pt x="172" y="457"/>
                      <a:pt x="166" y="434"/>
                    </a:cubicBezTo>
                    <a:cubicBezTo>
                      <a:pt x="159" y="411"/>
                      <a:pt x="154" y="389"/>
                      <a:pt x="147" y="366"/>
                    </a:cubicBezTo>
                    <a:cubicBezTo>
                      <a:pt x="141" y="350"/>
                      <a:pt x="136" y="333"/>
                      <a:pt x="130" y="317"/>
                    </a:cubicBezTo>
                    <a:cubicBezTo>
                      <a:pt x="124" y="301"/>
                      <a:pt x="118" y="284"/>
                      <a:pt x="112" y="268"/>
                    </a:cubicBezTo>
                    <a:cubicBezTo>
                      <a:pt x="106" y="252"/>
                      <a:pt x="99" y="237"/>
                      <a:pt x="93" y="221"/>
                    </a:cubicBezTo>
                    <a:cubicBezTo>
                      <a:pt x="87" y="204"/>
                      <a:pt x="81" y="188"/>
                      <a:pt x="74" y="172"/>
                    </a:cubicBezTo>
                    <a:cubicBezTo>
                      <a:pt x="73" y="171"/>
                      <a:pt x="73" y="169"/>
                      <a:pt x="72" y="168"/>
                    </a:cubicBezTo>
                    <a:cubicBezTo>
                      <a:pt x="63" y="150"/>
                      <a:pt x="54" y="133"/>
                      <a:pt x="45" y="116"/>
                    </a:cubicBezTo>
                    <a:cubicBezTo>
                      <a:pt x="36" y="98"/>
                      <a:pt x="27" y="80"/>
                      <a:pt x="17" y="63"/>
                    </a:cubicBezTo>
                    <a:cubicBezTo>
                      <a:pt x="14" y="60"/>
                      <a:pt x="12" y="56"/>
                      <a:pt x="10" y="53"/>
                    </a:cubicBezTo>
                    <a:cubicBezTo>
                      <a:pt x="9" y="52"/>
                      <a:pt x="9" y="52"/>
                      <a:pt x="9" y="52"/>
                    </a:cubicBezTo>
                    <a:cubicBezTo>
                      <a:pt x="3" y="49"/>
                      <a:pt x="0" y="42"/>
                      <a:pt x="2" y="36"/>
                    </a:cubicBezTo>
                    <a:cubicBezTo>
                      <a:pt x="3" y="28"/>
                      <a:pt x="10" y="23"/>
                      <a:pt x="18" y="23"/>
                    </a:cubicBezTo>
                    <a:cubicBezTo>
                      <a:pt x="28" y="23"/>
                      <a:pt x="33" y="32"/>
                      <a:pt x="38" y="40"/>
                    </a:cubicBezTo>
                    <a:cubicBezTo>
                      <a:pt x="43" y="47"/>
                      <a:pt x="48" y="54"/>
                      <a:pt x="52" y="61"/>
                    </a:cubicBezTo>
                    <a:cubicBezTo>
                      <a:pt x="60" y="76"/>
                      <a:pt x="67" y="91"/>
                      <a:pt x="76" y="107"/>
                    </a:cubicBezTo>
                    <a:cubicBezTo>
                      <a:pt x="84" y="121"/>
                      <a:pt x="92" y="135"/>
                      <a:pt x="99" y="150"/>
                    </a:cubicBezTo>
                    <a:cubicBezTo>
                      <a:pt x="107" y="166"/>
                      <a:pt x="113" y="182"/>
                      <a:pt x="120" y="199"/>
                    </a:cubicBezTo>
                    <a:cubicBezTo>
                      <a:pt x="132" y="231"/>
                      <a:pt x="145" y="263"/>
                      <a:pt x="158" y="295"/>
                    </a:cubicBezTo>
                    <a:cubicBezTo>
                      <a:pt x="171" y="328"/>
                      <a:pt x="180" y="362"/>
                      <a:pt x="190" y="396"/>
                    </a:cubicBezTo>
                    <a:cubicBezTo>
                      <a:pt x="194" y="409"/>
                      <a:pt x="197" y="422"/>
                      <a:pt x="201" y="435"/>
                    </a:cubicBezTo>
                    <a:cubicBezTo>
                      <a:pt x="201" y="435"/>
                      <a:pt x="201" y="433"/>
                      <a:pt x="200" y="433"/>
                    </a:cubicBezTo>
                    <a:cubicBezTo>
                      <a:pt x="201" y="436"/>
                      <a:pt x="203" y="440"/>
                      <a:pt x="204" y="443"/>
                    </a:cubicBezTo>
                    <a:lnTo>
                      <a:pt x="203" y="443"/>
                    </a:lnTo>
                    <a:cubicBezTo>
                      <a:pt x="208" y="456"/>
                      <a:pt x="212" y="470"/>
                      <a:pt x="216" y="482"/>
                    </a:cubicBezTo>
                    <a:cubicBezTo>
                      <a:pt x="221" y="497"/>
                      <a:pt x="225" y="513"/>
                      <a:pt x="230" y="528"/>
                    </a:cubicBezTo>
                    <a:cubicBezTo>
                      <a:pt x="230" y="528"/>
                      <a:pt x="229" y="527"/>
                      <a:pt x="229" y="526"/>
                    </a:cubicBezTo>
                    <a:cubicBezTo>
                      <a:pt x="235" y="544"/>
                      <a:pt x="240" y="562"/>
                      <a:pt x="245" y="579"/>
                    </a:cubicBezTo>
                    <a:cubicBezTo>
                      <a:pt x="249" y="596"/>
                      <a:pt x="252" y="612"/>
                      <a:pt x="256" y="629"/>
                    </a:cubicBezTo>
                    <a:cubicBezTo>
                      <a:pt x="262" y="664"/>
                      <a:pt x="267" y="700"/>
                      <a:pt x="273" y="735"/>
                    </a:cubicBezTo>
                    <a:cubicBezTo>
                      <a:pt x="277" y="758"/>
                      <a:pt x="279" y="780"/>
                      <a:pt x="283" y="803"/>
                    </a:cubicBezTo>
                    <a:cubicBezTo>
                      <a:pt x="286" y="824"/>
                      <a:pt x="288" y="846"/>
                      <a:pt x="292" y="867"/>
                    </a:cubicBezTo>
                    <a:cubicBezTo>
                      <a:pt x="298" y="902"/>
                      <a:pt x="305" y="936"/>
                      <a:pt x="313" y="970"/>
                    </a:cubicBezTo>
                    <a:cubicBezTo>
                      <a:pt x="317" y="987"/>
                      <a:pt x="323" y="1003"/>
                      <a:pt x="326" y="1020"/>
                    </a:cubicBezTo>
                    <a:cubicBezTo>
                      <a:pt x="330" y="1037"/>
                      <a:pt x="333" y="1054"/>
                      <a:pt x="336" y="1072"/>
                    </a:cubicBezTo>
                    <a:cubicBezTo>
                      <a:pt x="339" y="1089"/>
                      <a:pt x="343" y="1105"/>
                      <a:pt x="347" y="1122"/>
                    </a:cubicBezTo>
                    <a:cubicBezTo>
                      <a:pt x="352" y="1138"/>
                      <a:pt x="356" y="1156"/>
                      <a:pt x="360" y="1173"/>
                    </a:cubicBezTo>
                    <a:cubicBezTo>
                      <a:pt x="368" y="1208"/>
                      <a:pt x="376" y="1243"/>
                      <a:pt x="384" y="1278"/>
                    </a:cubicBezTo>
                    <a:cubicBezTo>
                      <a:pt x="390" y="1300"/>
                      <a:pt x="397" y="1321"/>
                      <a:pt x="403" y="1343"/>
                    </a:cubicBezTo>
                    <a:cubicBezTo>
                      <a:pt x="408" y="1364"/>
                      <a:pt x="414" y="1384"/>
                      <a:pt x="420" y="1405"/>
                    </a:cubicBezTo>
                    <a:lnTo>
                      <a:pt x="420" y="1404"/>
                    </a:lnTo>
                    <a:cubicBezTo>
                      <a:pt x="420" y="1406"/>
                      <a:pt x="421" y="1408"/>
                      <a:pt x="422" y="1409"/>
                    </a:cubicBezTo>
                    <a:cubicBezTo>
                      <a:pt x="422" y="1408"/>
                      <a:pt x="421" y="1408"/>
                      <a:pt x="421" y="1407"/>
                    </a:cubicBezTo>
                    <a:cubicBezTo>
                      <a:pt x="423" y="1413"/>
                      <a:pt x="425" y="1420"/>
                      <a:pt x="427" y="1427"/>
                    </a:cubicBezTo>
                    <a:cubicBezTo>
                      <a:pt x="433" y="1446"/>
                      <a:pt x="440" y="1465"/>
                      <a:pt x="448" y="1483"/>
                    </a:cubicBezTo>
                    <a:lnTo>
                      <a:pt x="448" y="1484"/>
                    </a:lnTo>
                    <a:lnTo>
                      <a:pt x="449" y="1484"/>
                    </a:lnTo>
                    <a:lnTo>
                      <a:pt x="448" y="1484"/>
                    </a:lnTo>
                    <a:cubicBezTo>
                      <a:pt x="454" y="1495"/>
                      <a:pt x="459" y="1505"/>
                      <a:pt x="464" y="1516"/>
                    </a:cubicBezTo>
                    <a:cubicBezTo>
                      <a:pt x="469" y="1526"/>
                      <a:pt x="474" y="1536"/>
                      <a:pt x="480" y="1545"/>
                    </a:cubicBezTo>
                    <a:cubicBezTo>
                      <a:pt x="483" y="1550"/>
                      <a:pt x="487" y="1556"/>
                      <a:pt x="490" y="1561"/>
                    </a:cubicBezTo>
                    <a:lnTo>
                      <a:pt x="491" y="1561"/>
                    </a:lnTo>
                    <a:cubicBezTo>
                      <a:pt x="491" y="1561"/>
                      <a:pt x="491" y="1562"/>
                      <a:pt x="492" y="1562"/>
                    </a:cubicBezTo>
                    <a:cubicBezTo>
                      <a:pt x="494" y="1564"/>
                      <a:pt x="497" y="1565"/>
                      <a:pt x="499" y="1567"/>
                    </a:cubicBezTo>
                    <a:cubicBezTo>
                      <a:pt x="506" y="1570"/>
                      <a:pt x="513" y="1574"/>
                      <a:pt x="520" y="1577"/>
                    </a:cubicBezTo>
                    <a:cubicBezTo>
                      <a:pt x="528" y="1579"/>
                      <a:pt x="537" y="1582"/>
                      <a:pt x="546" y="1585"/>
                    </a:cubicBezTo>
                    <a:lnTo>
                      <a:pt x="548" y="1585"/>
                    </a:lnTo>
                    <a:cubicBezTo>
                      <a:pt x="549" y="1585"/>
                      <a:pt x="549" y="1585"/>
                      <a:pt x="549" y="1585"/>
                    </a:cubicBezTo>
                    <a:cubicBezTo>
                      <a:pt x="550" y="1585"/>
                      <a:pt x="551" y="1585"/>
                      <a:pt x="552" y="1585"/>
                    </a:cubicBezTo>
                    <a:cubicBezTo>
                      <a:pt x="553" y="1584"/>
                      <a:pt x="553" y="1584"/>
                      <a:pt x="555" y="1583"/>
                    </a:cubicBezTo>
                    <a:cubicBezTo>
                      <a:pt x="556" y="1583"/>
                      <a:pt x="557" y="1582"/>
                      <a:pt x="558" y="1582"/>
                    </a:cubicBezTo>
                    <a:cubicBezTo>
                      <a:pt x="560" y="1580"/>
                      <a:pt x="563" y="1578"/>
                      <a:pt x="565" y="1577"/>
                    </a:cubicBezTo>
                    <a:cubicBezTo>
                      <a:pt x="569" y="1573"/>
                      <a:pt x="573" y="1569"/>
                      <a:pt x="577" y="1565"/>
                    </a:cubicBezTo>
                    <a:cubicBezTo>
                      <a:pt x="584" y="1558"/>
                      <a:pt x="589" y="1551"/>
                      <a:pt x="595" y="1544"/>
                    </a:cubicBezTo>
                    <a:cubicBezTo>
                      <a:pt x="599" y="1539"/>
                      <a:pt x="602" y="1533"/>
                      <a:pt x="606" y="1526"/>
                    </a:cubicBezTo>
                    <a:cubicBezTo>
                      <a:pt x="615" y="1510"/>
                      <a:pt x="624" y="1493"/>
                      <a:pt x="632" y="1476"/>
                    </a:cubicBezTo>
                    <a:cubicBezTo>
                      <a:pt x="640" y="1458"/>
                      <a:pt x="648" y="1440"/>
                      <a:pt x="655" y="1422"/>
                    </a:cubicBezTo>
                    <a:cubicBezTo>
                      <a:pt x="662" y="1405"/>
                      <a:pt x="668" y="1388"/>
                      <a:pt x="673" y="1371"/>
                    </a:cubicBezTo>
                    <a:cubicBezTo>
                      <a:pt x="679" y="1355"/>
                      <a:pt x="683" y="1338"/>
                      <a:pt x="687" y="1320"/>
                    </a:cubicBezTo>
                    <a:cubicBezTo>
                      <a:pt x="693" y="1295"/>
                      <a:pt x="699" y="1268"/>
                      <a:pt x="705" y="1243"/>
                    </a:cubicBezTo>
                    <a:cubicBezTo>
                      <a:pt x="705" y="1242"/>
                      <a:pt x="705" y="1241"/>
                      <a:pt x="705" y="1240"/>
                    </a:cubicBezTo>
                    <a:cubicBezTo>
                      <a:pt x="706" y="1240"/>
                      <a:pt x="706" y="1239"/>
                      <a:pt x="707" y="1237"/>
                    </a:cubicBezTo>
                    <a:cubicBezTo>
                      <a:pt x="707" y="1236"/>
                      <a:pt x="707" y="1235"/>
                      <a:pt x="707" y="1234"/>
                    </a:cubicBezTo>
                    <a:cubicBezTo>
                      <a:pt x="707" y="1234"/>
                      <a:pt x="707" y="1235"/>
                      <a:pt x="707" y="1236"/>
                    </a:cubicBezTo>
                    <a:cubicBezTo>
                      <a:pt x="715" y="1202"/>
                      <a:pt x="721" y="1167"/>
                      <a:pt x="728" y="1132"/>
                    </a:cubicBezTo>
                    <a:cubicBezTo>
                      <a:pt x="733" y="1098"/>
                      <a:pt x="739" y="1063"/>
                      <a:pt x="745" y="1028"/>
                    </a:cubicBezTo>
                    <a:cubicBezTo>
                      <a:pt x="751" y="994"/>
                      <a:pt x="757" y="959"/>
                      <a:pt x="762" y="925"/>
                    </a:cubicBezTo>
                    <a:cubicBezTo>
                      <a:pt x="768" y="890"/>
                      <a:pt x="774" y="856"/>
                      <a:pt x="782" y="823"/>
                    </a:cubicBezTo>
                    <a:cubicBezTo>
                      <a:pt x="790" y="788"/>
                      <a:pt x="799" y="754"/>
                      <a:pt x="809" y="720"/>
                    </a:cubicBezTo>
                    <a:cubicBezTo>
                      <a:pt x="818" y="686"/>
                      <a:pt x="827" y="651"/>
                      <a:pt x="837" y="618"/>
                    </a:cubicBezTo>
                    <a:cubicBezTo>
                      <a:pt x="842" y="601"/>
                      <a:pt x="848" y="583"/>
                      <a:pt x="853" y="566"/>
                    </a:cubicBezTo>
                    <a:cubicBezTo>
                      <a:pt x="858" y="549"/>
                      <a:pt x="863" y="531"/>
                      <a:pt x="868" y="514"/>
                    </a:cubicBezTo>
                    <a:cubicBezTo>
                      <a:pt x="873" y="496"/>
                      <a:pt x="877" y="478"/>
                      <a:pt x="883" y="461"/>
                    </a:cubicBezTo>
                    <a:cubicBezTo>
                      <a:pt x="888" y="443"/>
                      <a:pt x="894" y="425"/>
                      <a:pt x="899" y="408"/>
                    </a:cubicBezTo>
                    <a:cubicBezTo>
                      <a:pt x="910" y="374"/>
                      <a:pt x="922" y="340"/>
                      <a:pt x="933" y="307"/>
                    </a:cubicBezTo>
                    <a:cubicBezTo>
                      <a:pt x="945" y="272"/>
                      <a:pt x="956" y="237"/>
                      <a:pt x="969" y="202"/>
                    </a:cubicBezTo>
                    <a:cubicBezTo>
                      <a:pt x="980" y="169"/>
                      <a:pt x="994" y="137"/>
                      <a:pt x="1010" y="106"/>
                    </a:cubicBezTo>
                    <a:cubicBezTo>
                      <a:pt x="1014" y="97"/>
                      <a:pt x="1018" y="89"/>
                      <a:pt x="1023" y="80"/>
                    </a:cubicBezTo>
                    <a:cubicBezTo>
                      <a:pt x="1028" y="72"/>
                      <a:pt x="1033" y="65"/>
                      <a:pt x="1039" y="57"/>
                    </a:cubicBezTo>
                    <a:cubicBezTo>
                      <a:pt x="1044" y="51"/>
                      <a:pt x="1051" y="45"/>
                      <a:pt x="1057" y="40"/>
                    </a:cubicBezTo>
                    <a:cubicBezTo>
                      <a:pt x="1064" y="34"/>
                      <a:pt x="1071" y="29"/>
                      <a:pt x="1079" y="24"/>
                    </a:cubicBezTo>
                    <a:cubicBezTo>
                      <a:pt x="1085" y="21"/>
                      <a:pt x="1092" y="17"/>
                      <a:pt x="1099" y="13"/>
                    </a:cubicBezTo>
                    <a:cubicBezTo>
                      <a:pt x="1107" y="9"/>
                      <a:pt x="1116" y="6"/>
                      <a:pt x="1124" y="4"/>
                    </a:cubicBezTo>
                    <a:cubicBezTo>
                      <a:pt x="1136" y="1"/>
                      <a:pt x="1149" y="0"/>
                      <a:pt x="1161" y="3"/>
                    </a:cubicBezTo>
                    <a:cubicBezTo>
                      <a:pt x="1175" y="6"/>
                      <a:pt x="1187" y="15"/>
                      <a:pt x="1197" y="24"/>
                    </a:cubicBezTo>
                    <a:cubicBezTo>
                      <a:pt x="1204" y="31"/>
                      <a:pt x="1210" y="38"/>
                      <a:pt x="1215" y="47"/>
                    </a:cubicBezTo>
                    <a:cubicBezTo>
                      <a:pt x="1219" y="55"/>
                      <a:pt x="1223" y="63"/>
                      <a:pt x="1226" y="72"/>
                    </a:cubicBezTo>
                    <a:cubicBezTo>
                      <a:pt x="1233" y="87"/>
                      <a:pt x="1239" y="103"/>
                      <a:pt x="1244" y="119"/>
                    </a:cubicBezTo>
                    <a:cubicBezTo>
                      <a:pt x="1251" y="136"/>
                      <a:pt x="1257" y="153"/>
                      <a:pt x="1262" y="170"/>
                    </a:cubicBezTo>
                    <a:cubicBezTo>
                      <a:pt x="1266" y="188"/>
                      <a:pt x="1269" y="205"/>
                      <a:pt x="1272" y="223"/>
                    </a:cubicBezTo>
                    <a:cubicBezTo>
                      <a:pt x="1279" y="257"/>
                      <a:pt x="1288" y="292"/>
                      <a:pt x="1297" y="326"/>
                    </a:cubicBezTo>
                    <a:cubicBezTo>
                      <a:pt x="1302" y="343"/>
                      <a:pt x="1307" y="360"/>
                      <a:pt x="1313" y="378"/>
                    </a:cubicBezTo>
                    <a:cubicBezTo>
                      <a:pt x="1318" y="394"/>
                      <a:pt x="1322" y="412"/>
                      <a:pt x="1325" y="429"/>
                    </a:cubicBezTo>
                    <a:cubicBezTo>
                      <a:pt x="1329" y="446"/>
                      <a:pt x="1333" y="463"/>
                      <a:pt x="1336" y="481"/>
                    </a:cubicBezTo>
                    <a:cubicBezTo>
                      <a:pt x="1340" y="498"/>
                      <a:pt x="1345" y="516"/>
                      <a:pt x="1347" y="534"/>
                    </a:cubicBezTo>
                    <a:cubicBezTo>
                      <a:pt x="1351" y="552"/>
                      <a:pt x="1353" y="571"/>
                      <a:pt x="1354" y="590"/>
                    </a:cubicBezTo>
                    <a:cubicBezTo>
                      <a:pt x="1356" y="609"/>
                      <a:pt x="1357" y="628"/>
                      <a:pt x="1360" y="647"/>
                    </a:cubicBezTo>
                    <a:cubicBezTo>
                      <a:pt x="1364" y="668"/>
                      <a:pt x="1368" y="689"/>
                      <a:pt x="1373" y="710"/>
                    </a:cubicBezTo>
                    <a:cubicBezTo>
                      <a:pt x="1377" y="732"/>
                      <a:pt x="1383" y="753"/>
                      <a:pt x="1389" y="775"/>
                    </a:cubicBezTo>
                    <a:lnTo>
                      <a:pt x="1389" y="774"/>
                    </a:lnTo>
                    <a:cubicBezTo>
                      <a:pt x="1391" y="777"/>
                      <a:pt x="1391" y="780"/>
                      <a:pt x="1392" y="783"/>
                    </a:cubicBezTo>
                    <a:lnTo>
                      <a:pt x="1392" y="782"/>
                    </a:lnTo>
                    <a:cubicBezTo>
                      <a:pt x="1402" y="816"/>
                      <a:pt x="1412" y="850"/>
                      <a:pt x="1422" y="884"/>
                    </a:cubicBezTo>
                    <a:cubicBezTo>
                      <a:pt x="1427" y="901"/>
                      <a:pt x="1432" y="918"/>
                      <a:pt x="1437" y="936"/>
                    </a:cubicBezTo>
                    <a:cubicBezTo>
                      <a:pt x="1441" y="952"/>
                      <a:pt x="1447" y="968"/>
                      <a:pt x="1451" y="985"/>
                    </a:cubicBezTo>
                    <a:cubicBezTo>
                      <a:pt x="1454" y="997"/>
                      <a:pt x="1456" y="1009"/>
                      <a:pt x="1458" y="1021"/>
                    </a:cubicBezTo>
                    <a:cubicBezTo>
                      <a:pt x="1461" y="1032"/>
                      <a:pt x="1463" y="1043"/>
                      <a:pt x="1466" y="1054"/>
                    </a:cubicBezTo>
                    <a:cubicBezTo>
                      <a:pt x="1469" y="1066"/>
                      <a:pt x="1470" y="1077"/>
                      <a:pt x="1473" y="1088"/>
                    </a:cubicBezTo>
                    <a:cubicBezTo>
                      <a:pt x="1475" y="1099"/>
                      <a:pt x="1477" y="1109"/>
                      <a:pt x="1479" y="1120"/>
                    </a:cubicBezTo>
                    <a:cubicBezTo>
                      <a:pt x="1480" y="1124"/>
                      <a:pt x="1480" y="1128"/>
                      <a:pt x="1481" y="1132"/>
                    </a:cubicBezTo>
                    <a:cubicBezTo>
                      <a:pt x="1481" y="1140"/>
                      <a:pt x="1476" y="1148"/>
                      <a:pt x="1468" y="1151"/>
                    </a:cubicBezTo>
                    <a:cubicBezTo>
                      <a:pt x="1458" y="1153"/>
                      <a:pt x="1449" y="1147"/>
                      <a:pt x="1447" y="1138"/>
                    </a:cubicBezTo>
                    <a:cubicBezTo>
                      <a:pt x="1445" y="1133"/>
                      <a:pt x="1445" y="1128"/>
                      <a:pt x="1444" y="1124"/>
                    </a:cubicBezTo>
                    <a:cubicBezTo>
                      <a:pt x="1443" y="1118"/>
                      <a:pt x="1441" y="1112"/>
                      <a:pt x="1440" y="1105"/>
                    </a:cubicBezTo>
                    <a:cubicBezTo>
                      <a:pt x="1439" y="1097"/>
                      <a:pt x="1437" y="1089"/>
                      <a:pt x="1435" y="1081"/>
                    </a:cubicBezTo>
                    <a:cubicBezTo>
                      <a:pt x="1434" y="1073"/>
                      <a:pt x="1433" y="1066"/>
                      <a:pt x="1431" y="1058"/>
                    </a:cubicBezTo>
                    <a:cubicBezTo>
                      <a:pt x="1429" y="1050"/>
                      <a:pt x="1428" y="1042"/>
                      <a:pt x="1426" y="1035"/>
                    </a:cubicBezTo>
                    <a:cubicBezTo>
                      <a:pt x="1419" y="1001"/>
                      <a:pt x="1410" y="967"/>
                      <a:pt x="1401" y="934"/>
                    </a:cubicBezTo>
                    <a:cubicBezTo>
                      <a:pt x="1392" y="900"/>
                      <a:pt x="1381" y="867"/>
                      <a:pt x="1371" y="833"/>
                    </a:cubicBezTo>
                    <a:cubicBezTo>
                      <a:pt x="1367" y="816"/>
                      <a:pt x="1362" y="799"/>
                      <a:pt x="1357" y="783"/>
                    </a:cubicBezTo>
                    <a:cubicBezTo>
                      <a:pt x="1352" y="766"/>
                      <a:pt x="1347" y="749"/>
                      <a:pt x="1343" y="732"/>
                    </a:cubicBezTo>
                    <a:cubicBezTo>
                      <a:pt x="1339" y="717"/>
                      <a:pt x="1337" y="702"/>
                      <a:pt x="1334" y="687"/>
                    </a:cubicBezTo>
                    <a:cubicBezTo>
                      <a:pt x="1331" y="672"/>
                      <a:pt x="1328" y="657"/>
                      <a:pt x="1326" y="641"/>
                    </a:cubicBezTo>
                    <a:cubicBezTo>
                      <a:pt x="1324" y="626"/>
                      <a:pt x="1322" y="611"/>
                      <a:pt x="1321" y="597"/>
                    </a:cubicBezTo>
                    <a:cubicBezTo>
                      <a:pt x="1320" y="581"/>
                      <a:pt x="1318" y="565"/>
                      <a:pt x="1316" y="549"/>
                    </a:cubicBezTo>
                    <a:cubicBezTo>
                      <a:pt x="1313" y="532"/>
                      <a:pt x="1309" y="515"/>
                      <a:pt x="1306" y="498"/>
                    </a:cubicBezTo>
                    <a:cubicBezTo>
                      <a:pt x="1302" y="481"/>
                      <a:pt x="1299" y="465"/>
                      <a:pt x="1295" y="448"/>
                    </a:cubicBezTo>
                    <a:cubicBezTo>
                      <a:pt x="1292" y="430"/>
                      <a:pt x="1287" y="413"/>
                      <a:pt x="1282" y="396"/>
                    </a:cubicBezTo>
                    <a:cubicBezTo>
                      <a:pt x="1278" y="379"/>
                      <a:pt x="1272" y="362"/>
                      <a:pt x="1268" y="345"/>
                    </a:cubicBezTo>
                    <a:cubicBezTo>
                      <a:pt x="1264" y="330"/>
                      <a:pt x="1259" y="315"/>
                      <a:pt x="1256" y="300"/>
                    </a:cubicBezTo>
                    <a:cubicBezTo>
                      <a:pt x="1252" y="285"/>
                      <a:pt x="1248" y="271"/>
                      <a:pt x="1245" y="256"/>
                    </a:cubicBezTo>
                    <a:cubicBezTo>
                      <a:pt x="1241" y="242"/>
                      <a:pt x="1239" y="227"/>
                      <a:pt x="1236" y="213"/>
                    </a:cubicBezTo>
                    <a:cubicBezTo>
                      <a:pt x="1235" y="205"/>
                      <a:pt x="1233" y="197"/>
                      <a:pt x="1232" y="190"/>
                    </a:cubicBezTo>
                    <a:cubicBezTo>
                      <a:pt x="1230" y="182"/>
                      <a:pt x="1227" y="175"/>
                      <a:pt x="1225" y="167"/>
                    </a:cubicBezTo>
                    <a:cubicBezTo>
                      <a:pt x="1225" y="168"/>
                      <a:pt x="1226" y="169"/>
                      <a:pt x="1226" y="169"/>
                    </a:cubicBezTo>
                    <a:cubicBezTo>
                      <a:pt x="1216" y="138"/>
                      <a:pt x="1205" y="108"/>
                      <a:pt x="1191" y="77"/>
                    </a:cubicBezTo>
                    <a:cubicBezTo>
                      <a:pt x="1188" y="72"/>
                      <a:pt x="1185" y="66"/>
                      <a:pt x="1183" y="61"/>
                    </a:cubicBezTo>
                    <a:cubicBezTo>
                      <a:pt x="1181" y="58"/>
                      <a:pt x="1179" y="56"/>
                      <a:pt x="1177" y="54"/>
                    </a:cubicBezTo>
                    <a:cubicBezTo>
                      <a:pt x="1176" y="52"/>
                      <a:pt x="1174" y="51"/>
                      <a:pt x="1172" y="49"/>
                    </a:cubicBezTo>
                    <a:cubicBezTo>
                      <a:pt x="1170" y="47"/>
                      <a:pt x="1168" y="45"/>
                      <a:pt x="1166" y="44"/>
                    </a:cubicBezTo>
                    <a:cubicBezTo>
                      <a:pt x="1165" y="42"/>
                      <a:pt x="1163" y="42"/>
                      <a:pt x="1162" y="41"/>
                    </a:cubicBezTo>
                    <a:cubicBezTo>
                      <a:pt x="1160" y="40"/>
                      <a:pt x="1158" y="39"/>
                      <a:pt x="1156" y="38"/>
                    </a:cubicBezTo>
                    <a:cubicBezTo>
                      <a:pt x="1155" y="38"/>
                      <a:pt x="1153" y="37"/>
                      <a:pt x="1152" y="37"/>
                    </a:cubicBezTo>
                    <a:cubicBezTo>
                      <a:pt x="1151" y="37"/>
                      <a:pt x="1149" y="37"/>
                      <a:pt x="1148" y="36"/>
                    </a:cubicBezTo>
                    <a:cubicBezTo>
                      <a:pt x="1147" y="36"/>
                      <a:pt x="1146" y="36"/>
                      <a:pt x="1145" y="36"/>
                    </a:cubicBezTo>
                    <a:cubicBezTo>
                      <a:pt x="1143" y="36"/>
                      <a:pt x="1140" y="37"/>
                      <a:pt x="1138" y="37"/>
                    </a:cubicBezTo>
                    <a:cubicBezTo>
                      <a:pt x="1135" y="38"/>
                      <a:pt x="1132" y="38"/>
                      <a:pt x="1130" y="39"/>
                    </a:cubicBezTo>
                    <a:cubicBezTo>
                      <a:pt x="1125" y="41"/>
                      <a:pt x="1120" y="42"/>
                      <a:pt x="1114" y="45"/>
                    </a:cubicBezTo>
                    <a:cubicBezTo>
                      <a:pt x="1108" y="48"/>
                      <a:pt x="1102" y="51"/>
                      <a:pt x="1096" y="55"/>
                    </a:cubicBezTo>
                    <a:cubicBezTo>
                      <a:pt x="1090" y="59"/>
                      <a:pt x="1085" y="62"/>
                      <a:pt x="1079" y="66"/>
                    </a:cubicBezTo>
                    <a:cubicBezTo>
                      <a:pt x="1075" y="70"/>
                      <a:pt x="1072" y="73"/>
                      <a:pt x="1068" y="76"/>
                    </a:cubicBezTo>
                    <a:cubicBezTo>
                      <a:pt x="1065" y="80"/>
                      <a:pt x="1063" y="83"/>
                      <a:pt x="1060" y="86"/>
                    </a:cubicBezTo>
                    <a:cubicBezTo>
                      <a:pt x="1055" y="94"/>
                      <a:pt x="1050" y="102"/>
                      <a:pt x="1045" y="111"/>
                    </a:cubicBezTo>
                    <a:cubicBezTo>
                      <a:pt x="1037" y="125"/>
                      <a:pt x="1031" y="140"/>
                      <a:pt x="1024" y="156"/>
                    </a:cubicBezTo>
                    <a:cubicBezTo>
                      <a:pt x="1017" y="171"/>
                      <a:pt x="1010" y="186"/>
                      <a:pt x="1004" y="202"/>
                    </a:cubicBezTo>
                    <a:cubicBezTo>
                      <a:pt x="998" y="218"/>
                      <a:pt x="992" y="235"/>
                      <a:pt x="986" y="251"/>
                    </a:cubicBezTo>
                    <a:cubicBezTo>
                      <a:pt x="980" y="268"/>
                      <a:pt x="975" y="285"/>
                      <a:pt x="969" y="302"/>
                    </a:cubicBezTo>
                    <a:cubicBezTo>
                      <a:pt x="963" y="319"/>
                      <a:pt x="958" y="336"/>
                      <a:pt x="952" y="352"/>
                    </a:cubicBezTo>
                    <a:cubicBezTo>
                      <a:pt x="946" y="370"/>
                      <a:pt x="941" y="387"/>
                      <a:pt x="935" y="405"/>
                    </a:cubicBezTo>
                    <a:cubicBezTo>
                      <a:pt x="930" y="422"/>
                      <a:pt x="924" y="439"/>
                      <a:pt x="919" y="456"/>
                    </a:cubicBezTo>
                    <a:cubicBezTo>
                      <a:pt x="913" y="474"/>
                      <a:pt x="908" y="492"/>
                      <a:pt x="903" y="510"/>
                    </a:cubicBezTo>
                    <a:cubicBezTo>
                      <a:pt x="898" y="527"/>
                      <a:pt x="894" y="545"/>
                      <a:pt x="889" y="562"/>
                    </a:cubicBezTo>
                    <a:cubicBezTo>
                      <a:pt x="884" y="580"/>
                      <a:pt x="878" y="597"/>
                      <a:pt x="873" y="615"/>
                    </a:cubicBezTo>
                    <a:cubicBezTo>
                      <a:pt x="863" y="647"/>
                      <a:pt x="854" y="680"/>
                      <a:pt x="845" y="714"/>
                    </a:cubicBezTo>
                    <a:cubicBezTo>
                      <a:pt x="836" y="746"/>
                      <a:pt x="827" y="779"/>
                      <a:pt x="819" y="812"/>
                    </a:cubicBezTo>
                    <a:lnTo>
                      <a:pt x="819" y="811"/>
                    </a:lnTo>
                    <a:cubicBezTo>
                      <a:pt x="803" y="880"/>
                      <a:pt x="793" y="949"/>
                      <a:pt x="781" y="1018"/>
                    </a:cubicBezTo>
                    <a:cubicBezTo>
                      <a:pt x="775" y="1053"/>
                      <a:pt x="769" y="1087"/>
                      <a:pt x="764" y="1121"/>
                    </a:cubicBezTo>
                    <a:cubicBezTo>
                      <a:pt x="757" y="1156"/>
                      <a:pt x="751" y="1190"/>
                      <a:pt x="744" y="1225"/>
                    </a:cubicBezTo>
                    <a:cubicBezTo>
                      <a:pt x="743" y="1231"/>
                      <a:pt x="741" y="1237"/>
                      <a:pt x="740" y="1244"/>
                    </a:cubicBezTo>
                    <a:cubicBezTo>
                      <a:pt x="740" y="1245"/>
                      <a:pt x="739" y="1246"/>
                      <a:pt x="739" y="1246"/>
                    </a:cubicBezTo>
                    <a:lnTo>
                      <a:pt x="739" y="1247"/>
                    </a:lnTo>
                    <a:cubicBezTo>
                      <a:pt x="739" y="1249"/>
                      <a:pt x="738" y="1251"/>
                      <a:pt x="737" y="1253"/>
                    </a:cubicBezTo>
                    <a:cubicBezTo>
                      <a:pt x="737" y="1254"/>
                      <a:pt x="737" y="1256"/>
                      <a:pt x="736" y="1257"/>
                    </a:cubicBezTo>
                    <a:cubicBezTo>
                      <a:pt x="736" y="1259"/>
                      <a:pt x="736" y="1261"/>
                      <a:pt x="736" y="1262"/>
                    </a:cubicBezTo>
                    <a:cubicBezTo>
                      <a:pt x="736" y="1261"/>
                      <a:pt x="736" y="1261"/>
                      <a:pt x="736" y="1260"/>
                    </a:cubicBezTo>
                    <a:cubicBezTo>
                      <a:pt x="732" y="1276"/>
                      <a:pt x="728" y="1293"/>
                      <a:pt x="725" y="1309"/>
                    </a:cubicBezTo>
                    <a:cubicBezTo>
                      <a:pt x="720" y="1328"/>
                      <a:pt x="715" y="1346"/>
                      <a:pt x="711" y="1365"/>
                    </a:cubicBezTo>
                    <a:cubicBezTo>
                      <a:pt x="707" y="1382"/>
                      <a:pt x="701" y="1398"/>
                      <a:pt x="695" y="1414"/>
                    </a:cubicBezTo>
                    <a:cubicBezTo>
                      <a:pt x="689" y="1431"/>
                      <a:pt x="681" y="1448"/>
                      <a:pt x="674" y="1465"/>
                    </a:cubicBezTo>
                    <a:cubicBezTo>
                      <a:pt x="667" y="1480"/>
                      <a:pt x="661" y="1497"/>
                      <a:pt x="653" y="1512"/>
                    </a:cubicBezTo>
                    <a:cubicBezTo>
                      <a:pt x="645" y="1528"/>
                      <a:pt x="637" y="1544"/>
                      <a:pt x="627" y="1558"/>
                    </a:cubicBezTo>
                    <a:cubicBezTo>
                      <a:pt x="623" y="1565"/>
                      <a:pt x="617" y="1572"/>
                      <a:pt x="612" y="1578"/>
                    </a:cubicBezTo>
                    <a:cubicBezTo>
                      <a:pt x="606" y="1585"/>
                      <a:pt x="601" y="1592"/>
                      <a:pt x="594" y="1598"/>
                    </a:cubicBezTo>
                    <a:cubicBezTo>
                      <a:pt x="587" y="1604"/>
                      <a:pt x="580" y="1610"/>
                      <a:pt x="572" y="1614"/>
                    </a:cubicBezTo>
                    <a:cubicBezTo>
                      <a:pt x="564" y="1618"/>
                      <a:pt x="556" y="1621"/>
                      <a:pt x="548" y="1621"/>
                    </a:cubicBezTo>
                    <a:cubicBezTo>
                      <a:pt x="545" y="1621"/>
                      <a:pt x="542" y="1620"/>
                      <a:pt x="540" y="16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984" name="Google Shape;2984;p31"/>
            <p:cNvGrpSpPr/>
            <p:nvPr/>
          </p:nvGrpSpPr>
          <p:grpSpPr>
            <a:xfrm>
              <a:off x="1024839" y="4488272"/>
              <a:ext cx="1094323" cy="1490076"/>
              <a:chOff x="4084200" y="3439800"/>
              <a:chExt cx="508680" cy="692640"/>
            </a:xfrm>
          </p:grpSpPr>
          <p:sp>
            <p:nvSpPr>
              <p:cNvPr id="2985" name="Google Shape;2985;p31"/>
              <p:cNvSpPr/>
              <p:nvPr/>
            </p:nvSpPr>
            <p:spPr>
              <a:xfrm>
                <a:off x="4136040" y="4028760"/>
                <a:ext cx="66240" cy="103680"/>
              </a:xfrm>
              <a:custGeom>
                <a:avLst/>
                <a:gdLst/>
                <a:ahLst/>
                <a:cxnLst/>
                <a:rect l="l" t="t" r="r" b="b"/>
                <a:pathLst>
                  <a:path w="184" h="288" extrusionOk="0">
                    <a:moveTo>
                      <a:pt x="64" y="287"/>
                    </a:moveTo>
                    <a:cubicBezTo>
                      <a:pt x="45" y="287"/>
                      <a:pt x="27" y="281"/>
                      <a:pt x="12" y="271"/>
                    </a:cubicBezTo>
                    <a:cubicBezTo>
                      <a:pt x="7" y="268"/>
                      <a:pt x="6" y="261"/>
                      <a:pt x="9" y="257"/>
                    </a:cubicBezTo>
                    <a:cubicBezTo>
                      <a:pt x="12" y="252"/>
                      <a:pt x="19" y="250"/>
                      <a:pt x="24" y="254"/>
                    </a:cubicBezTo>
                    <a:cubicBezTo>
                      <a:pt x="47" y="270"/>
                      <a:pt x="82" y="270"/>
                      <a:pt x="111" y="252"/>
                    </a:cubicBezTo>
                    <a:cubicBezTo>
                      <a:pt x="139" y="236"/>
                      <a:pt x="155" y="210"/>
                      <a:pt x="153" y="183"/>
                    </a:cubicBezTo>
                    <a:cubicBezTo>
                      <a:pt x="151" y="151"/>
                      <a:pt x="121" y="130"/>
                      <a:pt x="94" y="123"/>
                    </a:cubicBezTo>
                    <a:cubicBezTo>
                      <a:pt x="70" y="117"/>
                      <a:pt x="37" y="119"/>
                      <a:pt x="20" y="145"/>
                    </a:cubicBezTo>
                    <a:cubicBezTo>
                      <a:pt x="17" y="150"/>
                      <a:pt x="12" y="151"/>
                      <a:pt x="7" y="150"/>
                    </a:cubicBezTo>
                    <a:cubicBezTo>
                      <a:pt x="3" y="148"/>
                      <a:pt x="0" y="143"/>
                      <a:pt x="1" y="139"/>
                    </a:cubicBezTo>
                    <a:cubicBezTo>
                      <a:pt x="7" y="101"/>
                      <a:pt x="29" y="64"/>
                      <a:pt x="61" y="38"/>
                    </a:cubicBezTo>
                    <a:cubicBezTo>
                      <a:pt x="93" y="13"/>
                      <a:pt x="134" y="0"/>
                      <a:pt x="173" y="3"/>
                    </a:cubicBezTo>
                    <a:cubicBezTo>
                      <a:pt x="178" y="4"/>
                      <a:pt x="183" y="9"/>
                      <a:pt x="182" y="14"/>
                    </a:cubicBezTo>
                    <a:cubicBezTo>
                      <a:pt x="181" y="20"/>
                      <a:pt x="176" y="24"/>
                      <a:pt x="171" y="24"/>
                    </a:cubicBezTo>
                    <a:cubicBezTo>
                      <a:pt x="113" y="19"/>
                      <a:pt x="55" y="56"/>
                      <a:pt x="31" y="109"/>
                    </a:cubicBezTo>
                    <a:cubicBezTo>
                      <a:pt x="50" y="99"/>
                      <a:pt x="75" y="97"/>
                      <a:pt x="99" y="103"/>
                    </a:cubicBezTo>
                    <a:cubicBezTo>
                      <a:pt x="134" y="112"/>
                      <a:pt x="170" y="139"/>
                      <a:pt x="174" y="181"/>
                    </a:cubicBezTo>
                    <a:cubicBezTo>
                      <a:pt x="177" y="216"/>
                      <a:pt x="157" y="250"/>
                      <a:pt x="122" y="270"/>
                    </a:cubicBezTo>
                    <a:cubicBezTo>
                      <a:pt x="103" y="281"/>
                      <a:pt x="83" y="287"/>
                      <a:pt x="64" y="2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86" name="Google Shape;2986;p31"/>
              <p:cNvSpPr/>
              <p:nvPr/>
            </p:nvSpPr>
            <p:spPr>
              <a:xfrm>
                <a:off x="4254840" y="4071960"/>
                <a:ext cx="58320" cy="13680"/>
              </a:xfrm>
              <a:custGeom>
                <a:avLst/>
                <a:gdLst/>
                <a:ahLst/>
                <a:cxnLst/>
                <a:rect l="l" t="t" r="r" b="b"/>
                <a:pathLst>
                  <a:path w="162" h="38" extrusionOk="0">
                    <a:moveTo>
                      <a:pt x="150" y="37"/>
                    </a:moveTo>
                    <a:cubicBezTo>
                      <a:pt x="149" y="37"/>
                      <a:pt x="149" y="37"/>
                      <a:pt x="149" y="37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4" y="21"/>
                      <a:pt x="0" y="16"/>
                      <a:pt x="1" y="10"/>
                    </a:cubicBezTo>
                    <a:cubicBezTo>
                      <a:pt x="1" y="4"/>
                      <a:pt x="6" y="0"/>
                      <a:pt x="12" y="0"/>
                    </a:cubicBezTo>
                    <a:cubicBezTo>
                      <a:pt x="151" y="16"/>
                      <a:pt x="151" y="16"/>
                      <a:pt x="151" y="16"/>
                    </a:cubicBezTo>
                    <a:cubicBezTo>
                      <a:pt x="157" y="17"/>
                      <a:pt x="161" y="22"/>
                      <a:pt x="160" y="27"/>
                    </a:cubicBezTo>
                    <a:cubicBezTo>
                      <a:pt x="160" y="33"/>
                      <a:pt x="155" y="37"/>
                      <a:pt x="150" y="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87" name="Google Shape;2987;p31"/>
              <p:cNvSpPr/>
              <p:nvPr/>
            </p:nvSpPr>
            <p:spPr>
              <a:xfrm>
                <a:off x="4253760" y="4072320"/>
                <a:ext cx="48240" cy="3204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89" extrusionOk="0">
                    <a:moveTo>
                      <a:pt x="29" y="88"/>
                    </a:moveTo>
                    <a:cubicBezTo>
                      <a:pt x="24" y="88"/>
                      <a:pt x="20" y="84"/>
                      <a:pt x="19" y="80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0" y="9"/>
                      <a:pt x="4" y="3"/>
                      <a:pt x="9" y="2"/>
                    </a:cubicBezTo>
                    <a:cubicBezTo>
                      <a:pt x="15" y="0"/>
                      <a:pt x="21" y="3"/>
                      <a:pt x="22" y="9"/>
                    </a:cubicBezTo>
                    <a:cubicBezTo>
                      <a:pt x="37" y="66"/>
                      <a:pt x="37" y="66"/>
                      <a:pt x="37" y="66"/>
                    </a:cubicBezTo>
                    <a:cubicBezTo>
                      <a:pt x="122" y="62"/>
                      <a:pt x="122" y="62"/>
                      <a:pt x="122" y="62"/>
                    </a:cubicBezTo>
                    <a:cubicBezTo>
                      <a:pt x="128" y="62"/>
                      <a:pt x="133" y="66"/>
                      <a:pt x="133" y="72"/>
                    </a:cubicBezTo>
                    <a:cubicBezTo>
                      <a:pt x="133" y="78"/>
                      <a:pt x="129" y="83"/>
                      <a:pt x="123" y="83"/>
                    </a:cubicBezTo>
                    <a:cubicBezTo>
                      <a:pt x="30" y="88"/>
                      <a:pt x="30" y="88"/>
                      <a:pt x="30" y="88"/>
                    </a:cubicBezTo>
                    <a:cubicBezTo>
                      <a:pt x="29" y="88"/>
                      <a:pt x="29" y="88"/>
                      <a:pt x="29" y="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88" name="Google Shape;2988;p31"/>
              <p:cNvSpPr/>
              <p:nvPr/>
            </p:nvSpPr>
            <p:spPr>
              <a:xfrm>
                <a:off x="4344840" y="4022640"/>
                <a:ext cx="68400" cy="102240"/>
              </a:xfrm>
              <a:custGeom>
                <a:avLst/>
                <a:gdLst/>
                <a:ahLst/>
                <a:cxnLst/>
                <a:rect l="l" t="t" r="r" b="b"/>
                <a:pathLst>
                  <a:path w="190" h="284" extrusionOk="0">
                    <a:moveTo>
                      <a:pt x="12" y="283"/>
                    </a:moveTo>
                    <a:cubicBezTo>
                      <a:pt x="7" y="283"/>
                      <a:pt x="3" y="280"/>
                      <a:pt x="2" y="276"/>
                    </a:cubicBezTo>
                    <a:cubicBezTo>
                      <a:pt x="0" y="270"/>
                      <a:pt x="2" y="266"/>
                      <a:pt x="7" y="263"/>
                    </a:cubicBezTo>
                    <a:cubicBezTo>
                      <a:pt x="87" y="217"/>
                      <a:pt x="134" y="116"/>
                      <a:pt x="119" y="25"/>
                    </a:cubicBezTo>
                    <a:cubicBezTo>
                      <a:pt x="101" y="35"/>
                      <a:pt x="86" y="53"/>
                      <a:pt x="81" y="74"/>
                    </a:cubicBezTo>
                    <a:cubicBezTo>
                      <a:pt x="79" y="80"/>
                      <a:pt x="73" y="83"/>
                      <a:pt x="68" y="82"/>
                    </a:cubicBezTo>
                    <a:cubicBezTo>
                      <a:pt x="62" y="80"/>
                      <a:pt x="59" y="75"/>
                      <a:pt x="60" y="69"/>
                    </a:cubicBezTo>
                    <a:cubicBezTo>
                      <a:pt x="68" y="37"/>
                      <a:pt x="93" y="10"/>
                      <a:pt x="124" y="1"/>
                    </a:cubicBezTo>
                    <a:cubicBezTo>
                      <a:pt x="127" y="0"/>
                      <a:pt x="130" y="0"/>
                      <a:pt x="132" y="1"/>
                    </a:cubicBezTo>
                    <a:cubicBezTo>
                      <a:pt x="135" y="2"/>
                      <a:pt x="137" y="5"/>
                      <a:pt x="137" y="8"/>
                    </a:cubicBezTo>
                    <a:cubicBezTo>
                      <a:pt x="149" y="58"/>
                      <a:pt x="143" y="114"/>
                      <a:pt x="121" y="164"/>
                    </a:cubicBezTo>
                    <a:cubicBezTo>
                      <a:pt x="105" y="201"/>
                      <a:pt x="80" y="233"/>
                      <a:pt x="51" y="257"/>
                    </a:cubicBezTo>
                    <a:cubicBezTo>
                      <a:pt x="176" y="245"/>
                      <a:pt x="176" y="245"/>
                      <a:pt x="176" y="245"/>
                    </a:cubicBezTo>
                    <a:cubicBezTo>
                      <a:pt x="182" y="245"/>
                      <a:pt x="187" y="249"/>
                      <a:pt x="188" y="255"/>
                    </a:cubicBezTo>
                    <a:cubicBezTo>
                      <a:pt x="189" y="260"/>
                      <a:pt x="184" y="266"/>
                      <a:pt x="179" y="266"/>
                    </a:cubicBezTo>
                    <a:cubicBezTo>
                      <a:pt x="13" y="283"/>
                      <a:pt x="13" y="283"/>
                      <a:pt x="13" y="283"/>
                    </a:cubicBezTo>
                    <a:lnTo>
                      <a:pt x="12" y="28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89" name="Google Shape;2989;p31"/>
              <p:cNvSpPr/>
              <p:nvPr/>
            </p:nvSpPr>
            <p:spPr>
              <a:xfrm>
                <a:off x="4449240" y="4000320"/>
                <a:ext cx="7920" cy="129600"/>
              </a:xfrm>
              <a:custGeom>
                <a:avLst/>
                <a:gdLst/>
                <a:ahLst/>
                <a:cxnLst/>
                <a:rect l="l" t="t" r="r" b="b"/>
                <a:pathLst>
                  <a:path w="22" h="360" extrusionOk="0">
                    <a:moveTo>
                      <a:pt x="10" y="359"/>
                    </a:moveTo>
                    <a:cubicBezTo>
                      <a:pt x="5" y="359"/>
                      <a:pt x="0" y="354"/>
                      <a:pt x="0" y="349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4"/>
                      <a:pt x="5" y="0"/>
                      <a:pt x="10" y="0"/>
                    </a:cubicBezTo>
                    <a:cubicBezTo>
                      <a:pt x="16" y="0"/>
                      <a:pt x="21" y="4"/>
                      <a:pt x="21" y="10"/>
                    </a:cubicBezTo>
                    <a:cubicBezTo>
                      <a:pt x="21" y="349"/>
                      <a:pt x="21" y="349"/>
                      <a:pt x="21" y="349"/>
                    </a:cubicBezTo>
                    <a:cubicBezTo>
                      <a:pt x="21" y="354"/>
                      <a:pt x="16" y="359"/>
                      <a:pt x="10" y="35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0" name="Google Shape;2990;p31"/>
              <p:cNvSpPr/>
              <p:nvPr/>
            </p:nvSpPr>
            <p:spPr>
              <a:xfrm>
                <a:off x="4466880" y="4016520"/>
                <a:ext cx="20160" cy="91080"/>
              </a:xfrm>
              <a:custGeom>
                <a:avLst/>
                <a:gdLst/>
                <a:ahLst/>
                <a:cxnLst/>
                <a:rect l="l" t="t" r="r" b="b"/>
                <a:pathLst>
                  <a:path w="56" h="253" extrusionOk="0">
                    <a:moveTo>
                      <a:pt x="44" y="252"/>
                    </a:moveTo>
                    <a:cubicBezTo>
                      <a:pt x="38" y="252"/>
                      <a:pt x="34" y="248"/>
                      <a:pt x="33" y="24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7"/>
                      <a:pt x="4" y="1"/>
                      <a:pt x="10" y="1"/>
                    </a:cubicBezTo>
                    <a:cubicBezTo>
                      <a:pt x="15" y="0"/>
                      <a:pt x="20" y="4"/>
                      <a:pt x="21" y="9"/>
                    </a:cubicBezTo>
                    <a:cubicBezTo>
                      <a:pt x="53" y="240"/>
                      <a:pt x="53" y="240"/>
                      <a:pt x="53" y="240"/>
                    </a:cubicBezTo>
                    <a:cubicBezTo>
                      <a:pt x="55" y="245"/>
                      <a:pt x="51" y="251"/>
                      <a:pt x="45" y="252"/>
                    </a:cubicBezTo>
                    <a:cubicBezTo>
                      <a:pt x="44" y="252"/>
                      <a:pt x="44" y="252"/>
                      <a:pt x="44" y="2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1" name="Google Shape;2991;p31"/>
              <p:cNvSpPr/>
              <p:nvPr/>
            </p:nvSpPr>
            <p:spPr>
              <a:xfrm>
                <a:off x="4426560" y="3984120"/>
                <a:ext cx="85680" cy="41040"/>
              </a:xfrm>
              <a:custGeom>
                <a:avLst/>
                <a:gdLst/>
                <a:ahLst/>
                <a:cxnLst/>
                <a:rect l="l" t="t" r="r" b="b"/>
                <a:pathLst>
                  <a:path w="238" h="114" extrusionOk="0">
                    <a:moveTo>
                      <a:pt x="11" y="113"/>
                    </a:moveTo>
                    <a:cubicBezTo>
                      <a:pt x="9" y="113"/>
                      <a:pt x="7" y="112"/>
                      <a:pt x="4" y="110"/>
                    </a:cubicBezTo>
                    <a:cubicBezTo>
                      <a:pt x="0" y="107"/>
                      <a:pt x="0" y="100"/>
                      <a:pt x="3" y="96"/>
                    </a:cubicBezTo>
                    <a:cubicBezTo>
                      <a:pt x="56" y="32"/>
                      <a:pt x="146" y="0"/>
                      <a:pt x="228" y="17"/>
                    </a:cubicBezTo>
                    <a:cubicBezTo>
                      <a:pt x="234" y="18"/>
                      <a:pt x="237" y="23"/>
                      <a:pt x="236" y="29"/>
                    </a:cubicBezTo>
                    <a:cubicBezTo>
                      <a:pt x="235" y="35"/>
                      <a:pt x="230" y="38"/>
                      <a:pt x="224" y="37"/>
                    </a:cubicBezTo>
                    <a:cubicBezTo>
                      <a:pt x="150" y="22"/>
                      <a:pt x="68" y="51"/>
                      <a:pt x="19" y="109"/>
                    </a:cubicBezTo>
                    <a:cubicBezTo>
                      <a:pt x="17" y="111"/>
                      <a:pt x="14" y="113"/>
                      <a:pt x="11" y="1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2" name="Google Shape;2992;p31"/>
              <p:cNvSpPr/>
              <p:nvPr/>
            </p:nvSpPr>
            <p:spPr>
              <a:xfrm>
                <a:off x="4532400" y="4011480"/>
                <a:ext cx="7920" cy="101520"/>
              </a:xfrm>
              <a:custGeom>
                <a:avLst/>
                <a:gdLst/>
                <a:ahLst/>
                <a:cxnLst/>
                <a:rect l="l" t="t" r="r" b="b"/>
                <a:pathLst>
                  <a:path w="22" h="282" extrusionOk="0">
                    <a:moveTo>
                      <a:pt x="10" y="281"/>
                    </a:moveTo>
                    <a:cubicBezTo>
                      <a:pt x="4" y="281"/>
                      <a:pt x="0" y="277"/>
                      <a:pt x="0" y="271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4"/>
                      <a:pt x="4" y="0"/>
                      <a:pt x="10" y="0"/>
                    </a:cubicBezTo>
                    <a:cubicBezTo>
                      <a:pt x="16" y="0"/>
                      <a:pt x="21" y="4"/>
                      <a:pt x="21" y="10"/>
                    </a:cubicBezTo>
                    <a:cubicBezTo>
                      <a:pt x="21" y="271"/>
                      <a:pt x="21" y="271"/>
                      <a:pt x="21" y="271"/>
                    </a:cubicBezTo>
                    <a:cubicBezTo>
                      <a:pt x="21" y="277"/>
                      <a:pt x="16" y="281"/>
                      <a:pt x="10" y="2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3" name="Google Shape;2993;p31"/>
              <p:cNvSpPr/>
              <p:nvPr/>
            </p:nvSpPr>
            <p:spPr>
              <a:xfrm>
                <a:off x="4537440" y="4008960"/>
                <a:ext cx="54720" cy="7596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211" extrusionOk="0">
                    <a:moveTo>
                      <a:pt x="102" y="210"/>
                    </a:moveTo>
                    <a:cubicBezTo>
                      <a:pt x="83" y="210"/>
                      <a:pt x="64" y="203"/>
                      <a:pt x="50" y="190"/>
                    </a:cubicBezTo>
                    <a:cubicBezTo>
                      <a:pt x="25" y="166"/>
                      <a:pt x="17" y="130"/>
                      <a:pt x="10" y="102"/>
                    </a:cubicBezTo>
                    <a:cubicBezTo>
                      <a:pt x="9" y="98"/>
                      <a:pt x="10" y="94"/>
                      <a:pt x="13" y="92"/>
                    </a:cubicBezTo>
                    <a:cubicBezTo>
                      <a:pt x="16" y="89"/>
                      <a:pt x="19" y="89"/>
                      <a:pt x="24" y="90"/>
                    </a:cubicBezTo>
                    <a:cubicBezTo>
                      <a:pt x="33" y="93"/>
                      <a:pt x="45" y="90"/>
                      <a:pt x="55" y="83"/>
                    </a:cubicBezTo>
                    <a:cubicBezTo>
                      <a:pt x="65" y="75"/>
                      <a:pt x="70" y="64"/>
                      <a:pt x="69" y="54"/>
                    </a:cubicBezTo>
                    <a:cubicBezTo>
                      <a:pt x="68" y="42"/>
                      <a:pt x="60" y="33"/>
                      <a:pt x="49" y="27"/>
                    </a:cubicBezTo>
                    <a:cubicBezTo>
                      <a:pt x="38" y="22"/>
                      <a:pt x="26" y="22"/>
                      <a:pt x="17" y="27"/>
                    </a:cubicBezTo>
                    <a:cubicBezTo>
                      <a:pt x="12" y="30"/>
                      <a:pt x="5" y="29"/>
                      <a:pt x="3" y="23"/>
                    </a:cubicBezTo>
                    <a:cubicBezTo>
                      <a:pt x="0" y="19"/>
                      <a:pt x="1" y="12"/>
                      <a:pt x="6" y="9"/>
                    </a:cubicBezTo>
                    <a:cubicBezTo>
                      <a:pt x="21" y="0"/>
                      <a:pt x="41" y="0"/>
                      <a:pt x="58" y="9"/>
                    </a:cubicBezTo>
                    <a:cubicBezTo>
                      <a:pt x="77" y="17"/>
                      <a:pt x="88" y="34"/>
                      <a:pt x="90" y="51"/>
                    </a:cubicBezTo>
                    <a:cubicBezTo>
                      <a:pt x="92" y="69"/>
                      <a:pt x="84" y="87"/>
                      <a:pt x="68" y="99"/>
                    </a:cubicBezTo>
                    <a:cubicBezTo>
                      <a:pt x="58" y="107"/>
                      <a:pt x="46" y="112"/>
                      <a:pt x="34" y="112"/>
                    </a:cubicBezTo>
                    <a:cubicBezTo>
                      <a:pt x="40" y="134"/>
                      <a:pt x="48" y="159"/>
                      <a:pt x="65" y="175"/>
                    </a:cubicBezTo>
                    <a:cubicBezTo>
                      <a:pt x="75" y="185"/>
                      <a:pt x="92" y="191"/>
                      <a:pt x="107" y="189"/>
                    </a:cubicBezTo>
                    <a:cubicBezTo>
                      <a:pt x="114" y="189"/>
                      <a:pt x="124" y="186"/>
                      <a:pt x="130" y="176"/>
                    </a:cubicBezTo>
                    <a:cubicBezTo>
                      <a:pt x="134" y="172"/>
                      <a:pt x="140" y="171"/>
                      <a:pt x="145" y="174"/>
                    </a:cubicBezTo>
                    <a:cubicBezTo>
                      <a:pt x="149" y="177"/>
                      <a:pt x="151" y="183"/>
                      <a:pt x="148" y="189"/>
                    </a:cubicBezTo>
                    <a:cubicBezTo>
                      <a:pt x="139" y="201"/>
                      <a:pt x="125" y="208"/>
                      <a:pt x="109" y="210"/>
                    </a:cubicBezTo>
                    <a:cubicBezTo>
                      <a:pt x="106" y="210"/>
                      <a:pt x="104" y="210"/>
                      <a:pt x="102" y="2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4" name="Google Shape;2994;p31"/>
              <p:cNvSpPr/>
              <p:nvPr/>
            </p:nvSpPr>
            <p:spPr>
              <a:xfrm>
                <a:off x="4096440" y="3443040"/>
                <a:ext cx="496440" cy="496440"/>
              </a:xfrm>
              <a:custGeom>
                <a:avLst/>
                <a:gdLst/>
                <a:ahLst/>
                <a:cxnLst/>
                <a:rect l="l" t="t" r="r" b="b"/>
                <a:pathLst>
                  <a:path w="1379" h="1379" extrusionOk="0">
                    <a:moveTo>
                      <a:pt x="689" y="1378"/>
                    </a:moveTo>
                    <a:cubicBezTo>
                      <a:pt x="505" y="1378"/>
                      <a:pt x="332" y="1306"/>
                      <a:pt x="201" y="1176"/>
                    </a:cubicBezTo>
                    <a:cubicBezTo>
                      <a:pt x="72" y="1046"/>
                      <a:pt x="0" y="873"/>
                      <a:pt x="0" y="689"/>
                    </a:cubicBezTo>
                    <a:cubicBezTo>
                      <a:pt x="0" y="505"/>
                      <a:pt x="72" y="332"/>
                      <a:pt x="201" y="202"/>
                    </a:cubicBezTo>
                    <a:cubicBezTo>
                      <a:pt x="332" y="72"/>
                      <a:pt x="505" y="0"/>
                      <a:pt x="689" y="0"/>
                    </a:cubicBezTo>
                    <a:cubicBezTo>
                      <a:pt x="873" y="0"/>
                      <a:pt x="1046" y="72"/>
                      <a:pt x="1176" y="202"/>
                    </a:cubicBezTo>
                    <a:cubicBezTo>
                      <a:pt x="1306" y="332"/>
                      <a:pt x="1378" y="505"/>
                      <a:pt x="1378" y="689"/>
                    </a:cubicBezTo>
                    <a:cubicBezTo>
                      <a:pt x="1378" y="873"/>
                      <a:pt x="1306" y="1046"/>
                      <a:pt x="1176" y="1176"/>
                    </a:cubicBezTo>
                    <a:cubicBezTo>
                      <a:pt x="1046" y="1306"/>
                      <a:pt x="873" y="1378"/>
                      <a:pt x="689" y="1378"/>
                    </a:cubicBezTo>
                    <a:moveTo>
                      <a:pt x="689" y="20"/>
                    </a:moveTo>
                    <a:cubicBezTo>
                      <a:pt x="320" y="20"/>
                      <a:pt x="20" y="320"/>
                      <a:pt x="20" y="689"/>
                    </a:cubicBezTo>
                    <a:cubicBezTo>
                      <a:pt x="20" y="1058"/>
                      <a:pt x="320" y="1357"/>
                      <a:pt x="689" y="1357"/>
                    </a:cubicBezTo>
                    <a:cubicBezTo>
                      <a:pt x="1057" y="1357"/>
                      <a:pt x="1357" y="1058"/>
                      <a:pt x="1357" y="689"/>
                    </a:cubicBezTo>
                    <a:cubicBezTo>
                      <a:pt x="1357" y="320"/>
                      <a:pt x="1057" y="20"/>
                      <a:pt x="689" y="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5" name="Google Shape;2995;p31"/>
              <p:cNvSpPr/>
              <p:nvPr/>
            </p:nvSpPr>
            <p:spPr>
              <a:xfrm>
                <a:off x="4084200" y="3439800"/>
                <a:ext cx="146160" cy="137520"/>
              </a:xfrm>
              <a:custGeom>
                <a:avLst/>
                <a:gdLst/>
                <a:ahLst/>
                <a:cxnLst/>
                <a:rect l="l" t="t" r="r" b="b"/>
                <a:pathLst>
                  <a:path w="406" h="382" extrusionOk="0">
                    <a:moveTo>
                      <a:pt x="12" y="381"/>
                    </a:moveTo>
                    <a:cubicBezTo>
                      <a:pt x="10" y="381"/>
                      <a:pt x="8" y="380"/>
                      <a:pt x="7" y="380"/>
                    </a:cubicBezTo>
                    <a:cubicBezTo>
                      <a:pt x="2" y="377"/>
                      <a:pt x="0" y="371"/>
                      <a:pt x="3" y="366"/>
                    </a:cubicBezTo>
                    <a:cubicBezTo>
                      <a:pt x="40" y="294"/>
                      <a:pt x="89" y="228"/>
                      <a:pt x="149" y="171"/>
                    </a:cubicBezTo>
                    <a:cubicBezTo>
                      <a:pt x="195" y="127"/>
                      <a:pt x="245" y="90"/>
                      <a:pt x="300" y="60"/>
                    </a:cubicBezTo>
                    <a:cubicBezTo>
                      <a:pt x="262" y="65"/>
                      <a:pt x="262" y="65"/>
                      <a:pt x="262" y="65"/>
                    </a:cubicBezTo>
                    <a:cubicBezTo>
                      <a:pt x="258" y="65"/>
                      <a:pt x="253" y="62"/>
                      <a:pt x="251" y="58"/>
                    </a:cubicBezTo>
                    <a:cubicBezTo>
                      <a:pt x="250" y="54"/>
                      <a:pt x="252" y="49"/>
                      <a:pt x="255" y="46"/>
                    </a:cubicBezTo>
                    <a:cubicBezTo>
                      <a:pt x="297" y="19"/>
                      <a:pt x="345" y="3"/>
                      <a:pt x="394" y="0"/>
                    </a:cubicBezTo>
                    <a:cubicBezTo>
                      <a:pt x="398" y="0"/>
                      <a:pt x="402" y="3"/>
                      <a:pt x="403" y="6"/>
                    </a:cubicBezTo>
                    <a:cubicBezTo>
                      <a:pt x="405" y="10"/>
                      <a:pt x="405" y="14"/>
                      <a:pt x="402" y="18"/>
                    </a:cubicBezTo>
                    <a:cubicBezTo>
                      <a:pt x="301" y="119"/>
                      <a:pt x="301" y="119"/>
                      <a:pt x="301" y="119"/>
                    </a:cubicBezTo>
                    <a:cubicBezTo>
                      <a:pt x="297" y="123"/>
                      <a:pt x="291" y="123"/>
                      <a:pt x="287" y="119"/>
                    </a:cubicBezTo>
                    <a:cubicBezTo>
                      <a:pt x="283" y="115"/>
                      <a:pt x="283" y="109"/>
                      <a:pt x="287" y="105"/>
                    </a:cubicBezTo>
                    <a:cubicBezTo>
                      <a:pt x="318" y="73"/>
                      <a:pt x="318" y="73"/>
                      <a:pt x="318" y="73"/>
                    </a:cubicBezTo>
                    <a:cubicBezTo>
                      <a:pt x="191" y="141"/>
                      <a:pt x="86" y="246"/>
                      <a:pt x="21" y="375"/>
                    </a:cubicBezTo>
                    <a:cubicBezTo>
                      <a:pt x="19" y="379"/>
                      <a:pt x="15" y="381"/>
                      <a:pt x="12" y="381"/>
                    </a:cubicBezTo>
                    <a:moveTo>
                      <a:pt x="367" y="24"/>
                    </a:moveTo>
                    <a:cubicBezTo>
                      <a:pt x="349" y="27"/>
                      <a:pt x="332" y="32"/>
                      <a:pt x="315" y="38"/>
                    </a:cubicBezTo>
                    <a:cubicBezTo>
                      <a:pt x="355" y="34"/>
                      <a:pt x="355" y="34"/>
                      <a:pt x="355" y="34"/>
                    </a:cubicBezTo>
                    <a:cubicBezTo>
                      <a:pt x="355" y="34"/>
                      <a:pt x="356" y="34"/>
                      <a:pt x="357" y="34"/>
                    </a:cubicBezTo>
                    <a:lnTo>
                      <a:pt x="367" y="24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6" name="Google Shape;2996;p31"/>
              <p:cNvSpPr/>
              <p:nvPr/>
            </p:nvSpPr>
            <p:spPr>
              <a:xfrm>
                <a:off x="4344480" y="3673080"/>
                <a:ext cx="31680" cy="23760"/>
              </a:xfrm>
              <a:custGeom>
                <a:avLst/>
                <a:gdLst/>
                <a:ahLst/>
                <a:cxnLst/>
                <a:rect l="l" t="t" r="r" b="b"/>
                <a:pathLst>
                  <a:path w="88" h="66" extrusionOk="0">
                    <a:moveTo>
                      <a:pt x="51" y="65"/>
                    </a:moveTo>
                    <a:cubicBezTo>
                      <a:pt x="47" y="65"/>
                      <a:pt x="43" y="62"/>
                      <a:pt x="42" y="58"/>
                    </a:cubicBezTo>
                    <a:cubicBezTo>
                      <a:pt x="12" y="61"/>
                      <a:pt x="12" y="61"/>
                      <a:pt x="12" y="61"/>
                    </a:cubicBezTo>
                    <a:cubicBezTo>
                      <a:pt x="9" y="62"/>
                      <a:pt x="5" y="61"/>
                      <a:pt x="4" y="59"/>
                    </a:cubicBezTo>
                    <a:cubicBezTo>
                      <a:pt x="1" y="57"/>
                      <a:pt x="0" y="54"/>
                      <a:pt x="0" y="51"/>
                    </a:cubicBezTo>
                    <a:cubicBezTo>
                      <a:pt x="1" y="35"/>
                      <a:pt x="12" y="19"/>
                      <a:pt x="28" y="10"/>
                    </a:cubicBezTo>
                    <a:cubicBezTo>
                      <a:pt x="43" y="1"/>
                      <a:pt x="61" y="0"/>
                      <a:pt x="77" y="7"/>
                    </a:cubicBezTo>
                    <a:cubicBezTo>
                      <a:pt x="78" y="8"/>
                      <a:pt x="79" y="9"/>
                      <a:pt x="81" y="11"/>
                    </a:cubicBezTo>
                    <a:cubicBezTo>
                      <a:pt x="87" y="21"/>
                      <a:pt x="87" y="34"/>
                      <a:pt x="81" y="46"/>
                    </a:cubicBezTo>
                    <a:cubicBezTo>
                      <a:pt x="75" y="57"/>
                      <a:pt x="64" y="65"/>
                      <a:pt x="52" y="65"/>
                    </a:cubicBezTo>
                    <a:cubicBezTo>
                      <a:pt x="51" y="65"/>
                      <a:pt x="51" y="65"/>
                      <a:pt x="51" y="65"/>
                    </a:cubicBezTo>
                    <a:moveTo>
                      <a:pt x="56" y="22"/>
                    </a:moveTo>
                    <a:cubicBezTo>
                      <a:pt x="50" y="22"/>
                      <a:pt x="43" y="24"/>
                      <a:pt x="37" y="28"/>
                    </a:cubicBezTo>
                    <a:cubicBezTo>
                      <a:pt x="32" y="30"/>
                      <a:pt x="28" y="35"/>
                      <a:pt x="25" y="40"/>
                    </a:cubicBezTo>
                    <a:cubicBezTo>
                      <a:pt x="55" y="36"/>
                      <a:pt x="55" y="36"/>
                      <a:pt x="55" y="36"/>
                    </a:cubicBezTo>
                    <a:cubicBezTo>
                      <a:pt x="58" y="35"/>
                      <a:pt x="60" y="36"/>
                      <a:pt x="63" y="37"/>
                    </a:cubicBezTo>
                    <a:lnTo>
                      <a:pt x="63" y="36"/>
                    </a:lnTo>
                    <a:cubicBezTo>
                      <a:pt x="65" y="33"/>
                      <a:pt x="66" y="28"/>
                      <a:pt x="65" y="24"/>
                    </a:cubicBezTo>
                    <a:cubicBezTo>
                      <a:pt x="62" y="23"/>
                      <a:pt x="58" y="22"/>
                      <a:pt x="56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7" name="Google Shape;2997;p31"/>
              <p:cNvSpPr/>
              <p:nvPr/>
            </p:nvSpPr>
            <p:spPr>
              <a:xfrm>
                <a:off x="4390200" y="3670920"/>
                <a:ext cx="172440" cy="20880"/>
              </a:xfrm>
              <a:custGeom>
                <a:avLst/>
                <a:gdLst/>
                <a:ahLst/>
                <a:cxnLst/>
                <a:rect l="l" t="t" r="r" b="b"/>
                <a:pathLst>
                  <a:path w="479" h="58" extrusionOk="0">
                    <a:moveTo>
                      <a:pt x="11" y="57"/>
                    </a:moveTo>
                    <a:cubicBezTo>
                      <a:pt x="6" y="57"/>
                      <a:pt x="2" y="53"/>
                      <a:pt x="1" y="49"/>
                    </a:cubicBezTo>
                    <a:cubicBezTo>
                      <a:pt x="0" y="43"/>
                      <a:pt x="4" y="38"/>
                      <a:pt x="9" y="37"/>
                    </a:cubicBezTo>
                    <a:cubicBezTo>
                      <a:pt x="160" y="10"/>
                      <a:pt x="314" y="0"/>
                      <a:pt x="468" y="10"/>
                    </a:cubicBezTo>
                    <a:cubicBezTo>
                      <a:pt x="473" y="10"/>
                      <a:pt x="478" y="15"/>
                      <a:pt x="477" y="21"/>
                    </a:cubicBezTo>
                    <a:cubicBezTo>
                      <a:pt x="476" y="26"/>
                      <a:pt x="472" y="30"/>
                      <a:pt x="466" y="30"/>
                    </a:cubicBezTo>
                    <a:cubicBezTo>
                      <a:pt x="315" y="21"/>
                      <a:pt x="162" y="30"/>
                      <a:pt x="13" y="57"/>
                    </a:cubicBezTo>
                    <a:cubicBezTo>
                      <a:pt x="13" y="57"/>
                      <a:pt x="12" y="57"/>
                      <a:pt x="11" y="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8" name="Google Shape;2998;p31"/>
              <p:cNvSpPr/>
              <p:nvPr/>
            </p:nvSpPr>
            <p:spPr>
              <a:xfrm>
                <a:off x="4520880" y="3657240"/>
                <a:ext cx="45360" cy="5148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143" extrusionOk="0">
                    <a:moveTo>
                      <a:pt x="29" y="142"/>
                    </a:moveTo>
                    <a:cubicBezTo>
                      <a:pt x="28" y="142"/>
                      <a:pt x="27" y="142"/>
                      <a:pt x="25" y="141"/>
                    </a:cubicBezTo>
                    <a:cubicBezTo>
                      <a:pt x="20" y="139"/>
                      <a:pt x="18" y="133"/>
                      <a:pt x="21" y="127"/>
                    </a:cubicBezTo>
                    <a:cubicBezTo>
                      <a:pt x="37" y="95"/>
                      <a:pt x="62" y="65"/>
                      <a:pt x="91" y="43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3" y="20"/>
                      <a:pt x="0" y="14"/>
                      <a:pt x="1" y="9"/>
                    </a:cubicBezTo>
                    <a:cubicBezTo>
                      <a:pt x="3" y="3"/>
                      <a:pt x="8" y="0"/>
                      <a:pt x="14" y="2"/>
                    </a:cubicBezTo>
                    <a:cubicBezTo>
                      <a:pt x="117" y="29"/>
                      <a:pt x="117" y="29"/>
                      <a:pt x="117" y="29"/>
                    </a:cubicBezTo>
                    <a:cubicBezTo>
                      <a:pt x="121" y="30"/>
                      <a:pt x="124" y="34"/>
                      <a:pt x="124" y="38"/>
                    </a:cubicBezTo>
                    <a:cubicBezTo>
                      <a:pt x="125" y="41"/>
                      <a:pt x="123" y="45"/>
                      <a:pt x="120" y="48"/>
                    </a:cubicBezTo>
                    <a:cubicBezTo>
                      <a:pt x="85" y="69"/>
                      <a:pt x="56" y="100"/>
                      <a:pt x="39" y="137"/>
                    </a:cubicBezTo>
                    <a:cubicBezTo>
                      <a:pt x="37" y="140"/>
                      <a:pt x="34" y="142"/>
                      <a:pt x="29" y="1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2">
  <p:cSld name="CUSTOM_9_1_1">
    <p:spTree>
      <p:nvGrpSpPr>
        <p:cNvPr id="1" name="Shape 29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00" name="Google Shape;3000;p32"/>
          <p:cNvSpPr/>
          <p:nvPr/>
        </p:nvSpPr>
        <p:spPr>
          <a:xfrm>
            <a:off x="-302011" y="-169892"/>
            <a:ext cx="9748023" cy="5483284"/>
          </a:xfrm>
          <a:custGeom>
            <a:avLst/>
            <a:gdLst/>
            <a:ahLst/>
            <a:cxnLst/>
            <a:rect l="l" t="t" r="r" b="b"/>
            <a:pathLst>
              <a:path w="24222" h="15750" extrusionOk="0">
                <a:moveTo>
                  <a:pt x="19" y="15749"/>
                </a:moveTo>
                <a:lnTo>
                  <a:pt x="19" y="15748"/>
                </a:lnTo>
                <a:lnTo>
                  <a:pt x="1079" y="15748"/>
                </a:lnTo>
                <a:lnTo>
                  <a:pt x="1079" y="15749"/>
                </a:lnTo>
                <a:lnTo>
                  <a:pt x="1147" y="15749"/>
                </a:lnTo>
                <a:lnTo>
                  <a:pt x="1147" y="15748"/>
                </a:lnTo>
                <a:lnTo>
                  <a:pt x="2046" y="15748"/>
                </a:lnTo>
                <a:lnTo>
                  <a:pt x="2046" y="15749"/>
                </a:lnTo>
                <a:lnTo>
                  <a:pt x="2115" y="15749"/>
                </a:lnTo>
                <a:lnTo>
                  <a:pt x="2115" y="15748"/>
                </a:lnTo>
                <a:lnTo>
                  <a:pt x="3174" y="15748"/>
                </a:lnTo>
                <a:lnTo>
                  <a:pt x="3174" y="15749"/>
                </a:lnTo>
                <a:lnTo>
                  <a:pt x="3244" y="15749"/>
                </a:lnTo>
                <a:lnTo>
                  <a:pt x="3244" y="15748"/>
                </a:lnTo>
                <a:lnTo>
                  <a:pt x="4143" y="15748"/>
                </a:lnTo>
                <a:lnTo>
                  <a:pt x="4143" y="15749"/>
                </a:lnTo>
                <a:lnTo>
                  <a:pt x="4211" y="15749"/>
                </a:lnTo>
                <a:lnTo>
                  <a:pt x="4211" y="15748"/>
                </a:lnTo>
                <a:lnTo>
                  <a:pt x="5271" y="15748"/>
                </a:lnTo>
                <a:lnTo>
                  <a:pt x="5271" y="15749"/>
                </a:lnTo>
                <a:lnTo>
                  <a:pt x="5339" y="15749"/>
                </a:lnTo>
                <a:lnTo>
                  <a:pt x="5339" y="15748"/>
                </a:lnTo>
                <a:lnTo>
                  <a:pt x="6238" y="15748"/>
                </a:lnTo>
                <a:lnTo>
                  <a:pt x="6238" y="15749"/>
                </a:lnTo>
                <a:lnTo>
                  <a:pt x="6308" y="15749"/>
                </a:lnTo>
                <a:lnTo>
                  <a:pt x="6308" y="15748"/>
                </a:lnTo>
                <a:lnTo>
                  <a:pt x="7366" y="15748"/>
                </a:lnTo>
                <a:lnTo>
                  <a:pt x="7366" y="15749"/>
                </a:lnTo>
                <a:lnTo>
                  <a:pt x="7436" y="15749"/>
                </a:lnTo>
                <a:lnTo>
                  <a:pt x="7436" y="15748"/>
                </a:lnTo>
                <a:lnTo>
                  <a:pt x="8335" y="15748"/>
                </a:lnTo>
                <a:lnTo>
                  <a:pt x="8335" y="15749"/>
                </a:lnTo>
                <a:lnTo>
                  <a:pt x="8403" y="15749"/>
                </a:lnTo>
                <a:lnTo>
                  <a:pt x="8403" y="15748"/>
                </a:lnTo>
                <a:lnTo>
                  <a:pt x="9463" y="15748"/>
                </a:lnTo>
                <a:lnTo>
                  <a:pt x="9463" y="15749"/>
                </a:lnTo>
                <a:lnTo>
                  <a:pt x="9531" y="15749"/>
                </a:lnTo>
                <a:lnTo>
                  <a:pt x="9531" y="15748"/>
                </a:lnTo>
                <a:lnTo>
                  <a:pt x="10430" y="15748"/>
                </a:lnTo>
                <a:lnTo>
                  <a:pt x="10430" y="15749"/>
                </a:lnTo>
                <a:lnTo>
                  <a:pt x="10500" y="15749"/>
                </a:lnTo>
                <a:lnTo>
                  <a:pt x="10500" y="15748"/>
                </a:lnTo>
                <a:lnTo>
                  <a:pt x="11559" y="15748"/>
                </a:lnTo>
                <a:lnTo>
                  <a:pt x="11559" y="15749"/>
                </a:lnTo>
                <a:lnTo>
                  <a:pt x="11628" y="15749"/>
                </a:lnTo>
                <a:lnTo>
                  <a:pt x="11628" y="15748"/>
                </a:lnTo>
                <a:lnTo>
                  <a:pt x="12526" y="15748"/>
                </a:lnTo>
                <a:lnTo>
                  <a:pt x="12526" y="15749"/>
                </a:lnTo>
                <a:lnTo>
                  <a:pt x="12594" y="15749"/>
                </a:lnTo>
                <a:lnTo>
                  <a:pt x="12594" y="15748"/>
                </a:lnTo>
                <a:lnTo>
                  <a:pt x="13654" y="15748"/>
                </a:lnTo>
                <a:lnTo>
                  <a:pt x="13654" y="15749"/>
                </a:lnTo>
                <a:lnTo>
                  <a:pt x="13722" y="15749"/>
                </a:lnTo>
                <a:lnTo>
                  <a:pt x="13722" y="15748"/>
                </a:lnTo>
                <a:lnTo>
                  <a:pt x="14622" y="15748"/>
                </a:lnTo>
                <a:lnTo>
                  <a:pt x="14622" y="15749"/>
                </a:lnTo>
                <a:lnTo>
                  <a:pt x="14691" y="15749"/>
                </a:lnTo>
                <a:lnTo>
                  <a:pt x="14691" y="15748"/>
                </a:lnTo>
                <a:lnTo>
                  <a:pt x="15750" y="15748"/>
                </a:lnTo>
                <a:lnTo>
                  <a:pt x="15750" y="15749"/>
                </a:lnTo>
                <a:lnTo>
                  <a:pt x="15819" y="15749"/>
                </a:lnTo>
                <a:lnTo>
                  <a:pt x="15819" y="15748"/>
                </a:lnTo>
                <a:lnTo>
                  <a:pt x="16718" y="15748"/>
                </a:lnTo>
                <a:lnTo>
                  <a:pt x="16718" y="15749"/>
                </a:lnTo>
                <a:lnTo>
                  <a:pt x="16786" y="15749"/>
                </a:lnTo>
                <a:lnTo>
                  <a:pt x="16786" y="15748"/>
                </a:lnTo>
                <a:lnTo>
                  <a:pt x="17846" y="15748"/>
                </a:lnTo>
                <a:lnTo>
                  <a:pt x="17846" y="15749"/>
                </a:lnTo>
                <a:lnTo>
                  <a:pt x="17914" y="15749"/>
                </a:lnTo>
                <a:lnTo>
                  <a:pt x="17914" y="15748"/>
                </a:lnTo>
                <a:lnTo>
                  <a:pt x="18814" y="15748"/>
                </a:lnTo>
                <a:lnTo>
                  <a:pt x="18814" y="15749"/>
                </a:lnTo>
                <a:lnTo>
                  <a:pt x="18883" y="15749"/>
                </a:lnTo>
                <a:lnTo>
                  <a:pt x="18883" y="15748"/>
                </a:lnTo>
                <a:lnTo>
                  <a:pt x="19942" y="15748"/>
                </a:lnTo>
                <a:lnTo>
                  <a:pt x="19942" y="15749"/>
                </a:lnTo>
                <a:lnTo>
                  <a:pt x="20011" y="15749"/>
                </a:lnTo>
                <a:lnTo>
                  <a:pt x="20011" y="15748"/>
                </a:lnTo>
                <a:lnTo>
                  <a:pt x="20910" y="15748"/>
                </a:lnTo>
                <a:lnTo>
                  <a:pt x="20910" y="15749"/>
                </a:lnTo>
                <a:lnTo>
                  <a:pt x="20978" y="15749"/>
                </a:lnTo>
                <a:lnTo>
                  <a:pt x="20978" y="15748"/>
                </a:lnTo>
                <a:lnTo>
                  <a:pt x="22038" y="15748"/>
                </a:lnTo>
                <a:lnTo>
                  <a:pt x="22038" y="15749"/>
                </a:lnTo>
                <a:lnTo>
                  <a:pt x="22106" y="15749"/>
                </a:lnTo>
                <a:lnTo>
                  <a:pt x="22106" y="15748"/>
                </a:lnTo>
                <a:lnTo>
                  <a:pt x="23006" y="15748"/>
                </a:lnTo>
                <a:lnTo>
                  <a:pt x="23006" y="15749"/>
                </a:lnTo>
                <a:lnTo>
                  <a:pt x="23075" y="15749"/>
                </a:lnTo>
                <a:lnTo>
                  <a:pt x="23075" y="15748"/>
                </a:lnTo>
                <a:lnTo>
                  <a:pt x="24134" y="15748"/>
                </a:lnTo>
                <a:lnTo>
                  <a:pt x="24134" y="15749"/>
                </a:lnTo>
                <a:lnTo>
                  <a:pt x="24203" y="15749"/>
                </a:lnTo>
                <a:lnTo>
                  <a:pt x="24203" y="15748"/>
                </a:lnTo>
                <a:lnTo>
                  <a:pt x="24221" y="15748"/>
                </a:lnTo>
                <a:lnTo>
                  <a:pt x="24221" y="15680"/>
                </a:lnTo>
                <a:lnTo>
                  <a:pt x="24203" y="15680"/>
                </a:lnTo>
                <a:lnTo>
                  <a:pt x="24203" y="14726"/>
                </a:lnTo>
                <a:lnTo>
                  <a:pt x="24221" y="14726"/>
                </a:lnTo>
                <a:lnTo>
                  <a:pt x="24221" y="14657"/>
                </a:lnTo>
                <a:lnTo>
                  <a:pt x="24203" y="14657"/>
                </a:lnTo>
                <a:lnTo>
                  <a:pt x="24203" y="13651"/>
                </a:lnTo>
                <a:lnTo>
                  <a:pt x="24221" y="13651"/>
                </a:lnTo>
                <a:lnTo>
                  <a:pt x="24221" y="13583"/>
                </a:lnTo>
                <a:lnTo>
                  <a:pt x="24203" y="13583"/>
                </a:lnTo>
                <a:lnTo>
                  <a:pt x="24203" y="12630"/>
                </a:lnTo>
                <a:lnTo>
                  <a:pt x="24221" y="12630"/>
                </a:lnTo>
                <a:lnTo>
                  <a:pt x="24221" y="12561"/>
                </a:lnTo>
                <a:lnTo>
                  <a:pt x="24203" y="12561"/>
                </a:lnTo>
                <a:lnTo>
                  <a:pt x="24203" y="11556"/>
                </a:lnTo>
                <a:lnTo>
                  <a:pt x="24221" y="11556"/>
                </a:lnTo>
                <a:lnTo>
                  <a:pt x="24221" y="11487"/>
                </a:lnTo>
                <a:lnTo>
                  <a:pt x="24203" y="11487"/>
                </a:lnTo>
                <a:lnTo>
                  <a:pt x="24203" y="10533"/>
                </a:lnTo>
                <a:lnTo>
                  <a:pt x="24221" y="10533"/>
                </a:lnTo>
                <a:lnTo>
                  <a:pt x="24221" y="10465"/>
                </a:lnTo>
                <a:lnTo>
                  <a:pt x="24203" y="10465"/>
                </a:lnTo>
                <a:lnTo>
                  <a:pt x="24203" y="9459"/>
                </a:lnTo>
                <a:lnTo>
                  <a:pt x="24221" y="9459"/>
                </a:lnTo>
                <a:lnTo>
                  <a:pt x="24221" y="9391"/>
                </a:lnTo>
                <a:lnTo>
                  <a:pt x="24203" y="9391"/>
                </a:lnTo>
                <a:lnTo>
                  <a:pt x="24203" y="8438"/>
                </a:lnTo>
                <a:lnTo>
                  <a:pt x="24221" y="8438"/>
                </a:lnTo>
                <a:lnTo>
                  <a:pt x="24221" y="8369"/>
                </a:lnTo>
                <a:lnTo>
                  <a:pt x="24203" y="8369"/>
                </a:lnTo>
                <a:lnTo>
                  <a:pt x="24203" y="7364"/>
                </a:lnTo>
                <a:lnTo>
                  <a:pt x="24221" y="7364"/>
                </a:lnTo>
                <a:lnTo>
                  <a:pt x="24221" y="7296"/>
                </a:lnTo>
                <a:lnTo>
                  <a:pt x="24203" y="7296"/>
                </a:lnTo>
                <a:lnTo>
                  <a:pt x="24203" y="6342"/>
                </a:lnTo>
                <a:lnTo>
                  <a:pt x="24221" y="6342"/>
                </a:lnTo>
                <a:lnTo>
                  <a:pt x="24221" y="6274"/>
                </a:lnTo>
                <a:lnTo>
                  <a:pt x="24203" y="6274"/>
                </a:lnTo>
                <a:lnTo>
                  <a:pt x="24203" y="5268"/>
                </a:lnTo>
                <a:lnTo>
                  <a:pt x="24221" y="5268"/>
                </a:lnTo>
                <a:lnTo>
                  <a:pt x="24221" y="5200"/>
                </a:lnTo>
                <a:lnTo>
                  <a:pt x="24203" y="5200"/>
                </a:lnTo>
                <a:lnTo>
                  <a:pt x="24203" y="4247"/>
                </a:lnTo>
                <a:lnTo>
                  <a:pt x="24221" y="4247"/>
                </a:lnTo>
                <a:lnTo>
                  <a:pt x="24221" y="4178"/>
                </a:lnTo>
                <a:lnTo>
                  <a:pt x="24203" y="4178"/>
                </a:lnTo>
                <a:lnTo>
                  <a:pt x="24203" y="3172"/>
                </a:lnTo>
                <a:lnTo>
                  <a:pt x="24221" y="3172"/>
                </a:lnTo>
                <a:lnTo>
                  <a:pt x="24221" y="3104"/>
                </a:lnTo>
                <a:lnTo>
                  <a:pt x="24203" y="3104"/>
                </a:lnTo>
                <a:lnTo>
                  <a:pt x="24203" y="2150"/>
                </a:lnTo>
                <a:lnTo>
                  <a:pt x="24221" y="2150"/>
                </a:lnTo>
                <a:lnTo>
                  <a:pt x="24221" y="2082"/>
                </a:lnTo>
                <a:lnTo>
                  <a:pt x="24203" y="2082"/>
                </a:lnTo>
                <a:lnTo>
                  <a:pt x="24203" y="1076"/>
                </a:lnTo>
                <a:lnTo>
                  <a:pt x="24221" y="1076"/>
                </a:lnTo>
                <a:lnTo>
                  <a:pt x="24221" y="1007"/>
                </a:lnTo>
                <a:lnTo>
                  <a:pt x="24203" y="1007"/>
                </a:lnTo>
                <a:lnTo>
                  <a:pt x="24203" y="55"/>
                </a:lnTo>
                <a:lnTo>
                  <a:pt x="24221" y="55"/>
                </a:lnTo>
                <a:lnTo>
                  <a:pt x="24221" y="0"/>
                </a:lnTo>
                <a:lnTo>
                  <a:pt x="0" y="0"/>
                </a:lnTo>
                <a:lnTo>
                  <a:pt x="0" y="15749"/>
                </a:lnTo>
                <a:lnTo>
                  <a:pt x="19" y="15749"/>
                </a:lnTo>
                <a:moveTo>
                  <a:pt x="23075" y="55"/>
                </a:moveTo>
                <a:lnTo>
                  <a:pt x="24134" y="55"/>
                </a:lnTo>
                <a:lnTo>
                  <a:pt x="24134" y="1007"/>
                </a:lnTo>
                <a:lnTo>
                  <a:pt x="23075" y="1007"/>
                </a:lnTo>
                <a:lnTo>
                  <a:pt x="23075" y="55"/>
                </a:lnTo>
                <a:moveTo>
                  <a:pt x="23075" y="1076"/>
                </a:moveTo>
                <a:lnTo>
                  <a:pt x="24134" y="1076"/>
                </a:lnTo>
                <a:lnTo>
                  <a:pt x="24134" y="2082"/>
                </a:lnTo>
                <a:lnTo>
                  <a:pt x="23075" y="2082"/>
                </a:lnTo>
                <a:lnTo>
                  <a:pt x="23075" y="1076"/>
                </a:lnTo>
                <a:moveTo>
                  <a:pt x="23075" y="2150"/>
                </a:moveTo>
                <a:lnTo>
                  <a:pt x="24134" y="2150"/>
                </a:lnTo>
                <a:lnTo>
                  <a:pt x="24134" y="3104"/>
                </a:lnTo>
                <a:lnTo>
                  <a:pt x="23075" y="3104"/>
                </a:lnTo>
                <a:lnTo>
                  <a:pt x="23075" y="2150"/>
                </a:lnTo>
                <a:moveTo>
                  <a:pt x="23075" y="3172"/>
                </a:moveTo>
                <a:lnTo>
                  <a:pt x="24134" y="3172"/>
                </a:lnTo>
                <a:lnTo>
                  <a:pt x="24134" y="4178"/>
                </a:lnTo>
                <a:lnTo>
                  <a:pt x="23075" y="4178"/>
                </a:lnTo>
                <a:lnTo>
                  <a:pt x="23075" y="3172"/>
                </a:lnTo>
                <a:moveTo>
                  <a:pt x="23075" y="4247"/>
                </a:moveTo>
                <a:lnTo>
                  <a:pt x="24134" y="4247"/>
                </a:lnTo>
                <a:lnTo>
                  <a:pt x="24134" y="5200"/>
                </a:lnTo>
                <a:lnTo>
                  <a:pt x="23075" y="5200"/>
                </a:lnTo>
                <a:lnTo>
                  <a:pt x="23075" y="4247"/>
                </a:lnTo>
                <a:moveTo>
                  <a:pt x="23075" y="5268"/>
                </a:moveTo>
                <a:lnTo>
                  <a:pt x="24134" y="5268"/>
                </a:lnTo>
                <a:lnTo>
                  <a:pt x="24134" y="6274"/>
                </a:lnTo>
                <a:lnTo>
                  <a:pt x="23075" y="6274"/>
                </a:lnTo>
                <a:lnTo>
                  <a:pt x="23075" y="5268"/>
                </a:lnTo>
                <a:moveTo>
                  <a:pt x="23075" y="6342"/>
                </a:moveTo>
                <a:lnTo>
                  <a:pt x="24134" y="6342"/>
                </a:lnTo>
                <a:lnTo>
                  <a:pt x="24134" y="7296"/>
                </a:lnTo>
                <a:lnTo>
                  <a:pt x="23075" y="7296"/>
                </a:lnTo>
                <a:lnTo>
                  <a:pt x="23075" y="6342"/>
                </a:lnTo>
                <a:moveTo>
                  <a:pt x="23075" y="7364"/>
                </a:moveTo>
                <a:lnTo>
                  <a:pt x="24134" y="7364"/>
                </a:lnTo>
                <a:lnTo>
                  <a:pt x="24134" y="8369"/>
                </a:lnTo>
                <a:lnTo>
                  <a:pt x="23075" y="8369"/>
                </a:lnTo>
                <a:lnTo>
                  <a:pt x="23075" y="7364"/>
                </a:lnTo>
                <a:moveTo>
                  <a:pt x="23075" y="8438"/>
                </a:moveTo>
                <a:lnTo>
                  <a:pt x="24134" y="8438"/>
                </a:lnTo>
                <a:lnTo>
                  <a:pt x="24134" y="9391"/>
                </a:lnTo>
                <a:lnTo>
                  <a:pt x="23075" y="9391"/>
                </a:lnTo>
                <a:lnTo>
                  <a:pt x="23075" y="8438"/>
                </a:lnTo>
                <a:moveTo>
                  <a:pt x="23075" y="9459"/>
                </a:moveTo>
                <a:lnTo>
                  <a:pt x="24134" y="9459"/>
                </a:lnTo>
                <a:lnTo>
                  <a:pt x="24134" y="10465"/>
                </a:lnTo>
                <a:lnTo>
                  <a:pt x="23075" y="10465"/>
                </a:lnTo>
                <a:lnTo>
                  <a:pt x="23075" y="9459"/>
                </a:lnTo>
                <a:moveTo>
                  <a:pt x="23075" y="10533"/>
                </a:moveTo>
                <a:lnTo>
                  <a:pt x="24134" y="10533"/>
                </a:lnTo>
                <a:lnTo>
                  <a:pt x="24134" y="11487"/>
                </a:lnTo>
                <a:lnTo>
                  <a:pt x="23075" y="11487"/>
                </a:lnTo>
                <a:lnTo>
                  <a:pt x="23075" y="10533"/>
                </a:lnTo>
                <a:moveTo>
                  <a:pt x="23075" y="11556"/>
                </a:moveTo>
                <a:lnTo>
                  <a:pt x="24134" y="11556"/>
                </a:lnTo>
                <a:lnTo>
                  <a:pt x="24134" y="12561"/>
                </a:lnTo>
                <a:lnTo>
                  <a:pt x="23075" y="12561"/>
                </a:lnTo>
                <a:lnTo>
                  <a:pt x="23075" y="11556"/>
                </a:lnTo>
                <a:moveTo>
                  <a:pt x="23075" y="12630"/>
                </a:moveTo>
                <a:lnTo>
                  <a:pt x="24134" y="12630"/>
                </a:lnTo>
                <a:lnTo>
                  <a:pt x="24134" y="13583"/>
                </a:lnTo>
                <a:lnTo>
                  <a:pt x="23075" y="13583"/>
                </a:lnTo>
                <a:lnTo>
                  <a:pt x="23075" y="12630"/>
                </a:lnTo>
                <a:moveTo>
                  <a:pt x="23075" y="13651"/>
                </a:moveTo>
                <a:lnTo>
                  <a:pt x="24134" y="13651"/>
                </a:lnTo>
                <a:lnTo>
                  <a:pt x="24134" y="14657"/>
                </a:lnTo>
                <a:lnTo>
                  <a:pt x="23075" y="14657"/>
                </a:lnTo>
                <a:lnTo>
                  <a:pt x="23075" y="13651"/>
                </a:lnTo>
                <a:moveTo>
                  <a:pt x="23075" y="14726"/>
                </a:moveTo>
                <a:lnTo>
                  <a:pt x="24134" y="14726"/>
                </a:lnTo>
                <a:lnTo>
                  <a:pt x="24134" y="15680"/>
                </a:lnTo>
                <a:lnTo>
                  <a:pt x="23075" y="15680"/>
                </a:lnTo>
                <a:lnTo>
                  <a:pt x="23075" y="14726"/>
                </a:lnTo>
                <a:moveTo>
                  <a:pt x="22106" y="55"/>
                </a:moveTo>
                <a:lnTo>
                  <a:pt x="23006" y="55"/>
                </a:lnTo>
                <a:lnTo>
                  <a:pt x="23006" y="1007"/>
                </a:lnTo>
                <a:lnTo>
                  <a:pt x="22106" y="1007"/>
                </a:lnTo>
                <a:lnTo>
                  <a:pt x="22106" y="55"/>
                </a:lnTo>
                <a:moveTo>
                  <a:pt x="22106" y="1076"/>
                </a:moveTo>
                <a:lnTo>
                  <a:pt x="23006" y="1076"/>
                </a:lnTo>
                <a:lnTo>
                  <a:pt x="23006" y="2082"/>
                </a:lnTo>
                <a:lnTo>
                  <a:pt x="22106" y="2082"/>
                </a:lnTo>
                <a:lnTo>
                  <a:pt x="22106" y="1076"/>
                </a:lnTo>
                <a:moveTo>
                  <a:pt x="22106" y="2150"/>
                </a:moveTo>
                <a:lnTo>
                  <a:pt x="23006" y="2150"/>
                </a:lnTo>
                <a:lnTo>
                  <a:pt x="23006" y="3104"/>
                </a:lnTo>
                <a:lnTo>
                  <a:pt x="22106" y="3104"/>
                </a:lnTo>
                <a:lnTo>
                  <a:pt x="22106" y="2150"/>
                </a:lnTo>
                <a:moveTo>
                  <a:pt x="22106" y="3172"/>
                </a:moveTo>
                <a:lnTo>
                  <a:pt x="23006" y="3172"/>
                </a:lnTo>
                <a:lnTo>
                  <a:pt x="23006" y="4178"/>
                </a:lnTo>
                <a:lnTo>
                  <a:pt x="22106" y="4178"/>
                </a:lnTo>
                <a:lnTo>
                  <a:pt x="22106" y="3172"/>
                </a:lnTo>
                <a:moveTo>
                  <a:pt x="22106" y="4247"/>
                </a:moveTo>
                <a:lnTo>
                  <a:pt x="23006" y="4247"/>
                </a:lnTo>
                <a:lnTo>
                  <a:pt x="23006" y="5200"/>
                </a:lnTo>
                <a:lnTo>
                  <a:pt x="22106" y="5200"/>
                </a:lnTo>
                <a:lnTo>
                  <a:pt x="22106" y="4247"/>
                </a:lnTo>
                <a:moveTo>
                  <a:pt x="22106" y="5268"/>
                </a:moveTo>
                <a:lnTo>
                  <a:pt x="23006" y="5268"/>
                </a:lnTo>
                <a:lnTo>
                  <a:pt x="23006" y="6274"/>
                </a:lnTo>
                <a:lnTo>
                  <a:pt x="22106" y="6274"/>
                </a:lnTo>
                <a:lnTo>
                  <a:pt x="22106" y="5268"/>
                </a:lnTo>
                <a:moveTo>
                  <a:pt x="22106" y="6342"/>
                </a:moveTo>
                <a:lnTo>
                  <a:pt x="23006" y="6342"/>
                </a:lnTo>
                <a:lnTo>
                  <a:pt x="23006" y="7296"/>
                </a:lnTo>
                <a:lnTo>
                  <a:pt x="22106" y="7296"/>
                </a:lnTo>
                <a:lnTo>
                  <a:pt x="22106" y="6342"/>
                </a:lnTo>
                <a:moveTo>
                  <a:pt x="22106" y="7364"/>
                </a:moveTo>
                <a:lnTo>
                  <a:pt x="23006" y="7364"/>
                </a:lnTo>
                <a:lnTo>
                  <a:pt x="23006" y="8369"/>
                </a:lnTo>
                <a:lnTo>
                  <a:pt x="22106" y="8369"/>
                </a:lnTo>
                <a:lnTo>
                  <a:pt x="22106" y="7364"/>
                </a:lnTo>
                <a:moveTo>
                  <a:pt x="22106" y="8438"/>
                </a:moveTo>
                <a:lnTo>
                  <a:pt x="23006" y="8438"/>
                </a:lnTo>
                <a:lnTo>
                  <a:pt x="23006" y="9391"/>
                </a:lnTo>
                <a:lnTo>
                  <a:pt x="22106" y="9391"/>
                </a:lnTo>
                <a:lnTo>
                  <a:pt x="22106" y="8438"/>
                </a:lnTo>
                <a:moveTo>
                  <a:pt x="22106" y="9459"/>
                </a:moveTo>
                <a:lnTo>
                  <a:pt x="23006" y="9459"/>
                </a:lnTo>
                <a:lnTo>
                  <a:pt x="23006" y="10465"/>
                </a:lnTo>
                <a:lnTo>
                  <a:pt x="22106" y="10465"/>
                </a:lnTo>
                <a:lnTo>
                  <a:pt x="22106" y="9459"/>
                </a:lnTo>
                <a:moveTo>
                  <a:pt x="22106" y="10533"/>
                </a:moveTo>
                <a:lnTo>
                  <a:pt x="23006" y="10533"/>
                </a:lnTo>
                <a:lnTo>
                  <a:pt x="23006" y="11487"/>
                </a:lnTo>
                <a:lnTo>
                  <a:pt x="22106" y="11487"/>
                </a:lnTo>
                <a:lnTo>
                  <a:pt x="22106" y="10533"/>
                </a:lnTo>
                <a:moveTo>
                  <a:pt x="22106" y="11556"/>
                </a:moveTo>
                <a:lnTo>
                  <a:pt x="23006" y="11556"/>
                </a:lnTo>
                <a:lnTo>
                  <a:pt x="23006" y="12561"/>
                </a:lnTo>
                <a:lnTo>
                  <a:pt x="22106" y="12561"/>
                </a:lnTo>
                <a:lnTo>
                  <a:pt x="22106" y="11556"/>
                </a:lnTo>
                <a:moveTo>
                  <a:pt x="22106" y="12630"/>
                </a:moveTo>
                <a:lnTo>
                  <a:pt x="23006" y="12630"/>
                </a:lnTo>
                <a:lnTo>
                  <a:pt x="23006" y="13583"/>
                </a:lnTo>
                <a:lnTo>
                  <a:pt x="22106" y="13583"/>
                </a:lnTo>
                <a:lnTo>
                  <a:pt x="22106" y="12630"/>
                </a:lnTo>
                <a:moveTo>
                  <a:pt x="22106" y="13651"/>
                </a:moveTo>
                <a:lnTo>
                  <a:pt x="23006" y="13651"/>
                </a:lnTo>
                <a:lnTo>
                  <a:pt x="23006" y="14657"/>
                </a:lnTo>
                <a:lnTo>
                  <a:pt x="22106" y="14657"/>
                </a:lnTo>
                <a:lnTo>
                  <a:pt x="22106" y="13651"/>
                </a:lnTo>
                <a:moveTo>
                  <a:pt x="22106" y="14726"/>
                </a:moveTo>
                <a:lnTo>
                  <a:pt x="23006" y="14726"/>
                </a:lnTo>
                <a:lnTo>
                  <a:pt x="23006" y="15680"/>
                </a:lnTo>
                <a:lnTo>
                  <a:pt x="22106" y="15680"/>
                </a:lnTo>
                <a:lnTo>
                  <a:pt x="22106" y="14726"/>
                </a:lnTo>
                <a:moveTo>
                  <a:pt x="20978" y="55"/>
                </a:moveTo>
                <a:lnTo>
                  <a:pt x="22038" y="55"/>
                </a:lnTo>
                <a:lnTo>
                  <a:pt x="22038" y="1007"/>
                </a:lnTo>
                <a:lnTo>
                  <a:pt x="20978" y="1007"/>
                </a:lnTo>
                <a:lnTo>
                  <a:pt x="20978" y="55"/>
                </a:lnTo>
                <a:moveTo>
                  <a:pt x="20978" y="1076"/>
                </a:moveTo>
                <a:lnTo>
                  <a:pt x="22038" y="1076"/>
                </a:lnTo>
                <a:lnTo>
                  <a:pt x="22038" y="2082"/>
                </a:lnTo>
                <a:lnTo>
                  <a:pt x="20978" y="2082"/>
                </a:lnTo>
                <a:lnTo>
                  <a:pt x="20978" y="1076"/>
                </a:lnTo>
                <a:moveTo>
                  <a:pt x="20978" y="2150"/>
                </a:moveTo>
                <a:lnTo>
                  <a:pt x="22038" y="2150"/>
                </a:lnTo>
                <a:lnTo>
                  <a:pt x="22038" y="3104"/>
                </a:lnTo>
                <a:lnTo>
                  <a:pt x="20978" y="3104"/>
                </a:lnTo>
                <a:lnTo>
                  <a:pt x="20978" y="2150"/>
                </a:lnTo>
                <a:moveTo>
                  <a:pt x="20978" y="3172"/>
                </a:moveTo>
                <a:lnTo>
                  <a:pt x="22038" y="3172"/>
                </a:lnTo>
                <a:lnTo>
                  <a:pt x="22038" y="4178"/>
                </a:lnTo>
                <a:lnTo>
                  <a:pt x="20978" y="4178"/>
                </a:lnTo>
                <a:lnTo>
                  <a:pt x="20978" y="3172"/>
                </a:lnTo>
                <a:moveTo>
                  <a:pt x="20978" y="4247"/>
                </a:moveTo>
                <a:lnTo>
                  <a:pt x="22038" y="4247"/>
                </a:lnTo>
                <a:lnTo>
                  <a:pt x="22038" y="5200"/>
                </a:lnTo>
                <a:lnTo>
                  <a:pt x="20978" y="5200"/>
                </a:lnTo>
                <a:lnTo>
                  <a:pt x="20978" y="4247"/>
                </a:lnTo>
                <a:moveTo>
                  <a:pt x="20978" y="5268"/>
                </a:moveTo>
                <a:lnTo>
                  <a:pt x="22038" y="5268"/>
                </a:lnTo>
                <a:lnTo>
                  <a:pt x="22038" y="6274"/>
                </a:lnTo>
                <a:lnTo>
                  <a:pt x="20978" y="6274"/>
                </a:lnTo>
                <a:lnTo>
                  <a:pt x="20978" y="5268"/>
                </a:lnTo>
                <a:moveTo>
                  <a:pt x="20978" y="6342"/>
                </a:moveTo>
                <a:lnTo>
                  <a:pt x="22038" y="6342"/>
                </a:lnTo>
                <a:lnTo>
                  <a:pt x="22038" y="7296"/>
                </a:lnTo>
                <a:lnTo>
                  <a:pt x="20978" y="7296"/>
                </a:lnTo>
                <a:lnTo>
                  <a:pt x="20978" y="6342"/>
                </a:lnTo>
                <a:moveTo>
                  <a:pt x="20978" y="7364"/>
                </a:moveTo>
                <a:lnTo>
                  <a:pt x="22038" y="7364"/>
                </a:lnTo>
                <a:lnTo>
                  <a:pt x="22038" y="8369"/>
                </a:lnTo>
                <a:lnTo>
                  <a:pt x="20978" y="8369"/>
                </a:lnTo>
                <a:lnTo>
                  <a:pt x="20978" y="7364"/>
                </a:lnTo>
                <a:moveTo>
                  <a:pt x="20978" y="8438"/>
                </a:moveTo>
                <a:lnTo>
                  <a:pt x="22038" y="8438"/>
                </a:lnTo>
                <a:lnTo>
                  <a:pt x="22038" y="9391"/>
                </a:lnTo>
                <a:lnTo>
                  <a:pt x="20978" y="9391"/>
                </a:lnTo>
                <a:lnTo>
                  <a:pt x="20978" y="8438"/>
                </a:lnTo>
                <a:moveTo>
                  <a:pt x="20978" y="9459"/>
                </a:moveTo>
                <a:lnTo>
                  <a:pt x="22038" y="9459"/>
                </a:lnTo>
                <a:lnTo>
                  <a:pt x="22038" y="10465"/>
                </a:lnTo>
                <a:lnTo>
                  <a:pt x="20978" y="10465"/>
                </a:lnTo>
                <a:lnTo>
                  <a:pt x="20978" y="9459"/>
                </a:lnTo>
                <a:moveTo>
                  <a:pt x="20978" y="10533"/>
                </a:moveTo>
                <a:lnTo>
                  <a:pt x="22038" y="10533"/>
                </a:lnTo>
                <a:lnTo>
                  <a:pt x="22038" y="11487"/>
                </a:lnTo>
                <a:lnTo>
                  <a:pt x="20978" y="11487"/>
                </a:lnTo>
                <a:lnTo>
                  <a:pt x="20978" y="10533"/>
                </a:lnTo>
                <a:moveTo>
                  <a:pt x="20978" y="11556"/>
                </a:moveTo>
                <a:lnTo>
                  <a:pt x="22038" y="11556"/>
                </a:lnTo>
                <a:lnTo>
                  <a:pt x="22038" y="12561"/>
                </a:lnTo>
                <a:lnTo>
                  <a:pt x="20978" y="12561"/>
                </a:lnTo>
                <a:lnTo>
                  <a:pt x="20978" y="11556"/>
                </a:lnTo>
                <a:moveTo>
                  <a:pt x="20978" y="12630"/>
                </a:moveTo>
                <a:lnTo>
                  <a:pt x="22038" y="12630"/>
                </a:lnTo>
                <a:lnTo>
                  <a:pt x="22038" y="13583"/>
                </a:lnTo>
                <a:lnTo>
                  <a:pt x="20978" y="13583"/>
                </a:lnTo>
                <a:lnTo>
                  <a:pt x="20978" y="12630"/>
                </a:lnTo>
                <a:moveTo>
                  <a:pt x="20978" y="13651"/>
                </a:moveTo>
                <a:lnTo>
                  <a:pt x="22038" y="13651"/>
                </a:lnTo>
                <a:lnTo>
                  <a:pt x="22038" y="14657"/>
                </a:lnTo>
                <a:lnTo>
                  <a:pt x="20978" y="14657"/>
                </a:lnTo>
                <a:lnTo>
                  <a:pt x="20978" y="13651"/>
                </a:lnTo>
                <a:moveTo>
                  <a:pt x="20978" y="14726"/>
                </a:moveTo>
                <a:lnTo>
                  <a:pt x="22038" y="14726"/>
                </a:lnTo>
                <a:lnTo>
                  <a:pt x="22038" y="15680"/>
                </a:lnTo>
                <a:lnTo>
                  <a:pt x="20978" y="15680"/>
                </a:lnTo>
                <a:lnTo>
                  <a:pt x="20978" y="14726"/>
                </a:lnTo>
                <a:moveTo>
                  <a:pt x="20011" y="55"/>
                </a:moveTo>
                <a:lnTo>
                  <a:pt x="20910" y="55"/>
                </a:lnTo>
                <a:lnTo>
                  <a:pt x="20910" y="1007"/>
                </a:lnTo>
                <a:lnTo>
                  <a:pt x="20011" y="1007"/>
                </a:lnTo>
                <a:lnTo>
                  <a:pt x="20011" y="55"/>
                </a:lnTo>
                <a:moveTo>
                  <a:pt x="20011" y="1076"/>
                </a:moveTo>
                <a:lnTo>
                  <a:pt x="20910" y="1076"/>
                </a:lnTo>
                <a:lnTo>
                  <a:pt x="20910" y="2082"/>
                </a:lnTo>
                <a:lnTo>
                  <a:pt x="20011" y="2082"/>
                </a:lnTo>
                <a:lnTo>
                  <a:pt x="20011" y="1076"/>
                </a:lnTo>
                <a:moveTo>
                  <a:pt x="20011" y="2150"/>
                </a:moveTo>
                <a:lnTo>
                  <a:pt x="20910" y="2150"/>
                </a:lnTo>
                <a:lnTo>
                  <a:pt x="20910" y="3104"/>
                </a:lnTo>
                <a:lnTo>
                  <a:pt x="20011" y="3104"/>
                </a:lnTo>
                <a:lnTo>
                  <a:pt x="20011" y="2150"/>
                </a:lnTo>
                <a:moveTo>
                  <a:pt x="20011" y="3172"/>
                </a:moveTo>
                <a:lnTo>
                  <a:pt x="20910" y="3172"/>
                </a:lnTo>
                <a:lnTo>
                  <a:pt x="20910" y="4178"/>
                </a:lnTo>
                <a:lnTo>
                  <a:pt x="20011" y="4178"/>
                </a:lnTo>
                <a:lnTo>
                  <a:pt x="20011" y="3172"/>
                </a:lnTo>
                <a:moveTo>
                  <a:pt x="20011" y="4247"/>
                </a:moveTo>
                <a:lnTo>
                  <a:pt x="20910" y="4247"/>
                </a:lnTo>
                <a:lnTo>
                  <a:pt x="20910" y="5200"/>
                </a:lnTo>
                <a:lnTo>
                  <a:pt x="20011" y="5200"/>
                </a:lnTo>
                <a:lnTo>
                  <a:pt x="20011" y="4247"/>
                </a:lnTo>
                <a:moveTo>
                  <a:pt x="20011" y="5268"/>
                </a:moveTo>
                <a:lnTo>
                  <a:pt x="20910" y="5268"/>
                </a:lnTo>
                <a:lnTo>
                  <a:pt x="20910" y="6274"/>
                </a:lnTo>
                <a:lnTo>
                  <a:pt x="20011" y="6274"/>
                </a:lnTo>
                <a:lnTo>
                  <a:pt x="20011" y="5268"/>
                </a:lnTo>
                <a:moveTo>
                  <a:pt x="20011" y="6342"/>
                </a:moveTo>
                <a:lnTo>
                  <a:pt x="20910" y="6342"/>
                </a:lnTo>
                <a:lnTo>
                  <a:pt x="20910" y="7296"/>
                </a:lnTo>
                <a:lnTo>
                  <a:pt x="20011" y="7296"/>
                </a:lnTo>
                <a:lnTo>
                  <a:pt x="20011" y="6342"/>
                </a:lnTo>
                <a:moveTo>
                  <a:pt x="20011" y="7364"/>
                </a:moveTo>
                <a:lnTo>
                  <a:pt x="20910" y="7364"/>
                </a:lnTo>
                <a:lnTo>
                  <a:pt x="20910" y="8369"/>
                </a:lnTo>
                <a:lnTo>
                  <a:pt x="20011" y="8369"/>
                </a:lnTo>
                <a:lnTo>
                  <a:pt x="20011" y="7364"/>
                </a:lnTo>
                <a:moveTo>
                  <a:pt x="20011" y="8438"/>
                </a:moveTo>
                <a:lnTo>
                  <a:pt x="20910" y="8438"/>
                </a:lnTo>
                <a:lnTo>
                  <a:pt x="20910" y="9391"/>
                </a:lnTo>
                <a:lnTo>
                  <a:pt x="20011" y="9391"/>
                </a:lnTo>
                <a:lnTo>
                  <a:pt x="20011" y="8438"/>
                </a:lnTo>
                <a:moveTo>
                  <a:pt x="20011" y="9459"/>
                </a:moveTo>
                <a:lnTo>
                  <a:pt x="20910" y="9459"/>
                </a:lnTo>
                <a:lnTo>
                  <a:pt x="20910" y="10465"/>
                </a:lnTo>
                <a:lnTo>
                  <a:pt x="20011" y="10465"/>
                </a:lnTo>
                <a:lnTo>
                  <a:pt x="20011" y="9459"/>
                </a:lnTo>
                <a:moveTo>
                  <a:pt x="20011" y="10533"/>
                </a:moveTo>
                <a:lnTo>
                  <a:pt x="20910" y="10533"/>
                </a:lnTo>
                <a:lnTo>
                  <a:pt x="20910" y="11487"/>
                </a:lnTo>
                <a:lnTo>
                  <a:pt x="20011" y="11487"/>
                </a:lnTo>
                <a:lnTo>
                  <a:pt x="20011" y="10533"/>
                </a:lnTo>
                <a:moveTo>
                  <a:pt x="20011" y="11556"/>
                </a:moveTo>
                <a:lnTo>
                  <a:pt x="20910" y="11556"/>
                </a:lnTo>
                <a:lnTo>
                  <a:pt x="20910" y="12561"/>
                </a:lnTo>
                <a:lnTo>
                  <a:pt x="20011" y="12561"/>
                </a:lnTo>
                <a:lnTo>
                  <a:pt x="20011" y="11556"/>
                </a:lnTo>
                <a:moveTo>
                  <a:pt x="20011" y="12630"/>
                </a:moveTo>
                <a:lnTo>
                  <a:pt x="20910" y="12630"/>
                </a:lnTo>
                <a:lnTo>
                  <a:pt x="20910" y="13583"/>
                </a:lnTo>
                <a:lnTo>
                  <a:pt x="20011" y="13583"/>
                </a:lnTo>
                <a:lnTo>
                  <a:pt x="20011" y="12630"/>
                </a:lnTo>
                <a:moveTo>
                  <a:pt x="20011" y="13651"/>
                </a:moveTo>
                <a:lnTo>
                  <a:pt x="20910" y="13651"/>
                </a:lnTo>
                <a:lnTo>
                  <a:pt x="20910" y="14657"/>
                </a:lnTo>
                <a:lnTo>
                  <a:pt x="20011" y="14657"/>
                </a:lnTo>
                <a:lnTo>
                  <a:pt x="20011" y="13651"/>
                </a:lnTo>
                <a:moveTo>
                  <a:pt x="20011" y="14726"/>
                </a:moveTo>
                <a:lnTo>
                  <a:pt x="20910" y="14726"/>
                </a:lnTo>
                <a:lnTo>
                  <a:pt x="20910" y="15680"/>
                </a:lnTo>
                <a:lnTo>
                  <a:pt x="20011" y="15680"/>
                </a:lnTo>
                <a:lnTo>
                  <a:pt x="20011" y="14726"/>
                </a:lnTo>
                <a:moveTo>
                  <a:pt x="18883" y="55"/>
                </a:moveTo>
                <a:lnTo>
                  <a:pt x="19942" y="55"/>
                </a:lnTo>
                <a:lnTo>
                  <a:pt x="19942" y="1007"/>
                </a:lnTo>
                <a:lnTo>
                  <a:pt x="18883" y="1007"/>
                </a:lnTo>
                <a:lnTo>
                  <a:pt x="18883" y="55"/>
                </a:lnTo>
                <a:moveTo>
                  <a:pt x="18883" y="1076"/>
                </a:moveTo>
                <a:lnTo>
                  <a:pt x="19942" y="1076"/>
                </a:lnTo>
                <a:lnTo>
                  <a:pt x="19942" y="2082"/>
                </a:lnTo>
                <a:lnTo>
                  <a:pt x="18883" y="2082"/>
                </a:lnTo>
                <a:lnTo>
                  <a:pt x="18883" y="1076"/>
                </a:lnTo>
                <a:moveTo>
                  <a:pt x="18883" y="2150"/>
                </a:moveTo>
                <a:lnTo>
                  <a:pt x="19942" y="2150"/>
                </a:lnTo>
                <a:lnTo>
                  <a:pt x="19942" y="3104"/>
                </a:lnTo>
                <a:lnTo>
                  <a:pt x="18883" y="3104"/>
                </a:lnTo>
                <a:lnTo>
                  <a:pt x="18883" y="2150"/>
                </a:lnTo>
                <a:moveTo>
                  <a:pt x="18883" y="3172"/>
                </a:moveTo>
                <a:lnTo>
                  <a:pt x="19942" y="3172"/>
                </a:lnTo>
                <a:lnTo>
                  <a:pt x="19942" y="4178"/>
                </a:lnTo>
                <a:lnTo>
                  <a:pt x="18883" y="4178"/>
                </a:lnTo>
                <a:lnTo>
                  <a:pt x="18883" y="3172"/>
                </a:lnTo>
                <a:moveTo>
                  <a:pt x="18883" y="4247"/>
                </a:moveTo>
                <a:lnTo>
                  <a:pt x="19942" y="4247"/>
                </a:lnTo>
                <a:lnTo>
                  <a:pt x="19942" y="5200"/>
                </a:lnTo>
                <a:lnTo>
                  <a:pt x="18883" y="5200"/>
                </a:lnTo>
                <a:lnTo>
                  <a:pt x="18883" y="4247"/>
                </a:lnTo>
                <a:moveTo>
                  <a:pt x="18883" y="5268"/>
                </a:moveTo>
                <a:lnTo>
                  <a:pt x="19942" y="5268"/>
                </a:lnTo>
                <a:lnTo>
                  <a:pt x="19942" y="6274"/>
                </a:lnTo>
                <a:lnTo>
                  <a:pt x="18883" y="6274"/>
                </a:lnTo>
                <a:lnTo>
                  <a:pt x="18883" y="5268"/>
                </a:lnTo>
                <a:moveTo>
                  <a:pt x="18883" y="6342"/>
                </a:moveTo>
                <a:lnTo>
                  <a:pt x="19942" y="6342"/>
                </a:lnTo>
                <a:lnTo>
                  <a:pt x="19942" y="7296"/>
                </a:lnTo>
                <a:lnTo>
                  <a:pt x="18883" y="7296"/>
                </a:lnTo>
                <a:lnTo>
                  <a:pt x="18883" y="6342"/>
                </a:lnTo>
                <a:moveTo>
                  <a:pt x="18883" y="7364"/>
                </a:moveTo>
                <a:lnTo>
                  <a:pt x="19942" y="7364"/>
                </a:lnTo>
                <a:lnTo>
                  <a:pt x="19942" y="8369"/>
                </a:lnTo>
                <a:lnTo>
                  <a:pt x="18883" y="8369"/>
                </a:lnTo>
                <a:lnTo>
                  <a:pt x="18883" y="7364"/>
                </a:lnTo>
                <a:moveTo>
                  <a:pt x="18883" y="8438"/>
                </a:moveTo>
                <a:lnTo>
                  <a:pt x="19942" y="8438"/>
                </a:lnTo>
                <a:lnTo>
                  <a:pt x="19942" y="9391"/>
                </a:lnTo>
                <a:lnTo>
                  <a:pt x="18883" y="9391"/>
                </a:lnTo>
                <a:lnTo>
                  <a:pt x="18883" y="8438"/>
                </a:lnTo>
                <a:moveTo>
                  <a:pt x="18883" y="9459"/>
                </a:moveTo>
                <a:lnTo>
                  <a:pt x="19942" y="9459"/>
                </a:lnTo>
                <a:lnTo>
                  <a:pt x="19942" y="10465"/>
                </a:lnTo>
                <a:lnTo>
                  <a:pt x="18883" y="10465"/>
                </a:lnTo>
                <a:lnTo>
                  <a:pt x="18883" y="9459"/>
                </a:lnTo>
                <a:moveTo>
                  <a:pt x="18883" y="10533"/>
                </a:moveTo>
                <a:lnTo>
                  <a:pt x="19942" y="10533"/>
                </a:lnTo>
                <a:lnTo>
                  <a:pt x="19942" y="11487"/>
                </a:lnTo>
                <a:lnTo>
                  <a:pt x="18883" y="11487"/>
                </a:lnTo>
                <a:lnTo>
                  <a:pt x="18883" y="10533"/>
                </a:lnTo>
                <a:moveTo>
                  <a:pt x="18883" y="11556"/>
                </a:moveTo>
                <a:lnTo>
                  <a:pt x="19942" y="11556"/>
                </a:lnTo>
                <a:lnTo>
                  <a:pt x="19942" y="12561"/>
                </a:lnTo>
                <a:lnTo>
                  <a:pt x="18883" y="12561"/>
                </a:lnTo>
                <a:lnTo>
                  <a:pt x="18883" y="11556"/>
                </a:lnTo>
                <a:moveTo>
                  <a:pt x="18883" y="12630"/>
                </a:moveTo>
                <a:lnTo>
                  <a:pt x="19942" y="12630"/>
                </a:lnTo>
                <a:lnTo>
                  <a:pt x="19942" y="13583"/>
                </a:lnTo>
                <a:lnTo>
                  <a:pt x="18883" y="13583"/>
                </a:lnTo>
                <a:lnTo>
                  <a:pt x="18883" y="12630"/>
                </a:lnTo>
                <a:moveTo>
                  <a:pt x="18883" y="13651"/>
                </a:moveTo>
                <a:lnTo>
                  <a:pt x="19942" y="13651"/>
                </a:lnTo>
                <a:lnTo>
                  <a:pt x="19942" y="14657"/>
                </a:lnTo>
                <a:lnTo>
                  <a:pt x="18883" y="14657"/>
                </a:lnTo>
                <a:lnTo>
                  <a:pt x="18883" y="13651"/>
                </a:lnTo>
                <a:moveTo>
                  <a:pt x="18883" y="14726"/>
                </a:moveTo>
                <a:lnTo>
                  <a:pt x="19942" y="14726"/>
                </a:lnTo>
                <a:lnTo>
                  <a:pt x="19942" y="15680"/>
                </a:lnTo>
                <a:lnTo>
                  <a:pt x="18883" y="15680"/>
                </a:lnTo>
                <a:lnTo>
                  <a:pt x="18883" y="14726"/>
                </a:lnTo>
                <a:moveTo>
                  <a:pt x="17914" y="55"/>
                </a:moveTo>
                <a:lnTo>
                  <a:pt x="18814" y="55"/>
                </a:lnTo>
                <a:lnTo>
                  <a:pt x="18814" y="1007"/>
                </a:lnTo>
                <a:lnTo>
                  <a:pt x="17914" y="1007"/>
                </a:lnTo>
                <a:lnTo>
                  <a:pt x="17914" y="55"/>
                </a:lnTo>
                <a:moveTo>
                  <a:pt x="17914" y="1076"/>
                </a:moveTo>
                <a:lnTo>
                  <a:pt x="18814" y="1076"/>
                </a:lnTo>
                <a:lnTo>
                  <a:pt x="18814" y="2082"/>
                </a:lnTo>
                <a:lnTo>
                  <a:pt x="17914" y="2082"/>
                </a:lnTo>
                <a:lnTo>
                  <a:pt x="17914" y="1076"/>
                </a:lnTo>
                <a:moveTo>
                  <a:pt x="17914" y="2150"/>
                </a:moveTo>
                <a:lnTo>
                  <a:pt x="18814" y="2150"/>
                </a:lnTo>
                <a:lnTo>
                  <a:pt x="18814" y="3104"/>
                </a:lnTo>
                <a:lnTo>
                  <a:pt x="17914" y="3104"/>
                </a:lnTo>
                <a:lnTo>
                  <a:pt x="17914" y="2150"/>
                </a:lnTo>
                <a:moveTo>
                  <a:pt x="17914" y="3172"/>
                </a:moveTo>
                <a:lnTo>
                  <a:pt x="18814" y="3172"/>
                </a:lnTo>
                <a:lnTo>
                  <a:pt x="18814" y="4178"/>
                </a:lnTo>
                <a:lnTo>
                  <a:pt x="17914" y="4178"/>
                </a:lnTo>
                <a:lnTo>
                  <a:pt x="17914" y="3172"/>
                </a:lnTo>
                <a:moveTo>
                  <a:pt x="17914" y="4247"/>
                </a:moveTo>
                <a:lnTo>
                  <a:pt x="18814" y="4247"/>
                </a:lnTo>
                <a:lnTo>
                  <a:pt x="18814" y="5200"/>
                </a:lnTo>
                <a:lnTo>
                  <a:pt x="17914" y="5200"/>
                </a:lnTo>
                <a:lnTo>
                  <a:pt x="17914" y="4247"/>
                </a:lnTo>
                <a:moveTo>
                  <a:pt x="17914" y="5268"/>
                </a:moveTo>
                <a:lnTo>
                  <a:pt x="18814" y="5268"/>
                </a:lnTo>
                <a:lnTo>
                  <a:pt x="18814" y="6274"/>
                </a:lnTo>
                <a:lnTo>
                  <a:pt x="17914" y="6274"/>
                </a:lnTo>
                <a:lnTo>
                  <a:pt x="17914" y="5268"/>
                </a:lnTo>
                <a:moveTo>
                  <a:pt x="17914" y="6342"/>
                </a:moveTo>
                <a:lnTo>
                  <a:pt x="18814" y="6342"/>
                </a:lnTo>
                <a:lnTo>
                  <a:pt x="18814" y="7296"/>
                </a:lnTo>
                <a:lnTo>
                  <a:pt x="17914" y="7296"/>
                </a:lnTo>
                <a:lnTo>
                  <a:pt x="17914" y="6342"/>
                </a:lnTo>
                <a:moveTo>
                  <a:pt x="17914" y="7364"/>
                </a:moveTo>
                <a:lnTo>
                  <a:pt x="18814" y="7364"/>
                </a:lnTo>
                <a:lnTo>
                  <a:pt x="18814" y="8369"/>
                </a:lnTo>
                <a:lnTo>
                  <a:pt x="17914" y="8369"/>
                </a:lnTo>
                <a:lnTo>
                  <a:pt x="17914" y="7364"/>
                </a:lnTo>
                <a:moveTo>
                  <a:pt x="17914" y="8438"/>
                </a:moveTo>
                <a:lnTo>
                  <a:pt x="18814" y="8438"/>
                </a:lnTo>
                <a:lnTo>
                  <a:pt x="18814" y="9391"/>
                </a:lnTo>
                <a:lnTo>
                  <a:pt x="17914" y="9391"/>
                </a:lnTo>
                <a:lnTo>
                  <a:pt x="17914" y="8438"/>
                </a:lnTo>
                <a:moveTo>
                  <a:pt x="17914" y="9459"/>
                </a:moveTo>
                <a:lnTo>
                  <a:pt x="18814" y="9459"/>
                </a:lnTo>
                <a:lnTo>
                  <a:pt x="18814" y="10465"/>
                </a:lnTo>
                <a:lnTo>
                  <a:pt x="17914" y="10465"/>
                </a:lnTo>
                <a:lnTo>
                  <a:pt x="17914" y="9459"/>
                </a:lnTo>
                <a:moveTo>
                  <a:pt x="17914" y="10533"/>
                </a:moveTo>
                <a:lnTo>
                  <a:pt x="18814" y="10533"/>
                </a:lnTo>
                <a:lnTo>
                  <a:pt x="18814" y="11487"/>
                </a:lnTo>
                <a:lnTo>
                  <a:pt x="17914" y="11487"/>
                </a:lnTo>
                <a:lnTo>
                  <a:pt x="17914" y="10533"/>
                </a:lnTo>
                <a:moveTo>
                  <a:pt x="17914" y="11556"/>
                </a:moveTo>
                <a:lnTo>
                  <a:pt x="18814" y="11556"/>
                </a:lnTo>
                <a:lnTo>
                  <a:pt x="18814" y="12561"/>
                </a:lnTo>
                <a:lnTo>
                  <a:pt x="17914" y="12561"/>
                </a:lnTo>
                <a:lnTo>
                  <a:pt x="17914" y="11556"/>
                </a:lnTo>
                <a:moveTo>
                  <a:pt x="17914" y="12630"/>
                </a:moveTo>
                <a:lnTo>
                  <a:pt x="18814" y="12630"/>
                </a:lnTo>
                <a:lnTo>
                  <a:pt x="18814" y="13583"/>
                </a:lnTo>
                <a:lnTo>
                  <a:pt x="17914" y="13583"/>
                </a:lnTo>
                <a:lnTo>
                  <a:pt x="17914" y="12630"/>
                </a:lnTo>
                <a:moveTo>
                  <a:pt x="17914" y="13651"/>
                </a:moveTo>
                <a:lnTo>
                  <a:pt x="18814" y="13651"/>
                </a:lnTo>
                <a:lnTo>
                  <a:pt x="18814" y="14657"/>
                </a:lnTo>
                <a:lnTo>
                  <a:pt x="17914" y="14657"/>
                </a:lnTo>
                <a:lnTo>
                  <a:pt x="17914" y="13651"/>
                </a:lnTo>
                <a:moveTo>
                  <a:pt x="17914" y="14726"/>
                </a:moveTo>
                <a:lnTo>
                  <a:pt x="18814" y="14726"/>
                </a:lnTo>
                <a:lnTo>
                  <a:pt x="18814" y="15680"/>
                </a:lnTo>
                <a:lnTo>
                  <a:pt x="17914" y="15680"/>
                </a:lnTo>
                <a:lnTo>
                  <a:pt x="17914" y="14726"/>
                </a:lnTo>
                <a:moveTo>
                  <a:pt x="16786" y="55"/>
                </a:moveTo>
                <a:lnTo>
                  <a:pt x="17846" y="55"/>
                </a:lnTo>
                <a:lnTo>
                  <a:pt x="17846" y="1007"/>
                </a:lnTo>
                <a:lnTo>
                  <a:pt x="16786" y="1007"/>
                </a:lnTo>
                <a:lnTo>
                  <a:pt x="16786" y="55"/>
                </a:lnTo>
                <a:moveTo>
                  <a:pt x="16786" y="1076"/>
                </a:moveTo>
                <a:lnTo>
                  <a:pt x="17846" y="1076"/>
                </a:lnTo>
                <a:lnTo>
                  <a:pt x="17846" y="2082"/>
                </a:lnTo>
                <a:lnTo>
                  <a:pt x="16786" y="2082"/>
                </a:lnTo>
                <a:lnTo>
                  <a:pt x="16786" y="1076"/>
                </a:lnTo>
                <a:moveTo>
                  <a:pt x="16786" y="2150"/>
                </a:moveTo>
                <a:lnTo>
                  <a:pt x="17846" y="2150"/>
                </a:lnTo>
                <a:lnTo>
                  <a:pt x="17846" y="3104"/>
                </a:lnTo>
                <a:lnTo>
                  <a:pt x="16786" y="3104"/>
                </a:lnTo>
                <a:lnTo>
                  <a:pt x="16786" y="2150"/>
                </a:lnTo>
                <a:moveTo>
                  <a:pt x="16786" y="3172"/>
                </a:moveTo>
                <a:lnTo>
                  <a:pt x="17846" y="3172"/>
                </a:lnTo>
                <a:lnTo>
                  <a:pt x="17846" y="4178"/>
                </a:lnTo>
                <a:lnTo>
                  <a:pt x="16786" y="4178"/>
                </a:lnTo>
                <a:lnTo>
                  <a:pt x="16786" y="3172"/>
                </a:lnTo>
                <a:moveTo>
                  <a:pt x="16786" y="4247"/>
                </a:moveTo>
                <a:lnTo>
                  <a:pt x="17846" y="4247"/>
                </a:lnTo>
                <a:lnTo>
                  <a:pt x="17846" y="5200"/>
                </a:lnTo>
                <a:lnTo>
                  <a:pt x="16786" y="5200"/>
                </a:lnTo>
                <a:lnTo>
                  <a:pt x="16786" y="4247"/>
                </a:lnTo>
                <a:moveTo>
                  <a:pt x="16786" y="5268"/>
                </a:moveTo>
                <a:lnTo>
                  <a:pt x="17846" y="5268"/>
                </a:lnTo>
                <a:lnTo>
                  <a:pt x="17846" y="6274"/>
                </a:lnTo>
                <a:lnTo>
                  <a:pt x="16786" y="6274"/>
                </a:lnTo>
                <a:lnTo>
                  <a:pt x="16786" y="5268"/>
                </a:lnTo>
                <a:moveTo>
                  <a:pt x="16786" y="6342"/>
                </a:moveTo>
                <a:lnTo>
                  <a:pt x="17846" y="6342"/>
                </a:lnTo>
                <a:lnTo>
                  <a:pt x="17846" y="7296"/>
                </a:lnTo>
                <a:lnTo>
                  <a:pt x="16786" y="7296"/>
                </a:lnTo>
                <a:lnTo>
                  <a:pt x="16786" y="6342"/>
                </a:lnTo>
                <a:moveTo>
                  <a:pt x="16786" y="7364"/>
                </a:moveTo>
                <a:lnTo>
                  <a:pt x="17846" y="7364"/>
                </a:lnTo>
                <a:lnTo>
                  <a:pt x="17846" y="8369"/>
                </a:lnTo>
                <a:lnTo>
                  <a:pt x="16786" y="8369"/>
                </a:lnTo>
                <a:lnTo>
                  <a:pt x="16786" y="7364"/>
                </a:lnTo>
                <a:moveTo>
                  <a:pt x="16786" y="8438"/>
                </a:moveTo>
                <a:lnTo>
                  <a:pt x="17846" y="8438"/>
                </a:lnTo>
                <a:lnTo>
                  <a:pt x="17846" y="9391"/>
                </a:lnTo>
                <a:lnTo>
                  <a:pt x="16786" y="9391"/>
                </a:lnTo>
                <a:lnTo>
                  <a:pt x="16786" y="8438"/>
                </a:lnTo>
                <a:moveTo>
                  <a:pt x="16786" y="9459"/>
                </a:moveTo>
                <a:lnTo>
                  <a:pt x="17846" y="9459"/>
                </a:lnTo>
                <a:lnTo>
                  <a:pt x="17846" y="10465"/>
                </a:lnTo>
                <a:lnTo>
                  <a:pt x="16786" y="10465"/>
                </a:lnTo>
                <a:lnTo>
                  <a:pt x="16786" y="9459"/>
                </a:lnTo>
                <a:moveTo>
                  <a:pt x="16786" y="10533"/>
                </a:moveTo>
                <a:lnTo>
                  <a:pt x="17846" y="10533"/>
                </a:lnTo>
                <a:lnTo>
                  <a:pt x="17846" y="11487"/>
                </a:lnTo>
                <a:lnTo>
                  <a:pt x="16786" y="11487"/>
                </a:lnTo>
                <a:lnTo>
                  <a:pt x="16786" y="10533"/>
                </a:lnTo>
                <a:moveTo>
                  <a:pt x="16786" y="11556"/>
                </a:moveTo>
                <a:lnTo>
                  <a:pt x="17846" y="11556"/>
                </a:lnTo>
                <a:lnTo>
                  <a:pt x="17846" y="12561"/>
                </a:lnTo>
                <a:lnTo>
                  <a:pt x="16786" y="12561"/>
                </a:lnTo>
                <a:lnTo>
                  <a:pt x="16786" y="11556"/>
                </a:lnTo>
                <a:moveTo>
                  <a:pt x="16786" y="12630"/>
                </a:moveTo>
                <a:lnTo>
                  <a:pt x="17846" y="12630"/>
                </a:lnTo>
                <a:lnTo>
                  <a:pt x="17846" y="13583"/>
                </a:lnTo>
                <a:lnTo>
                  <a:pt x="16786" y="13583"/>
                </a:lnTo>
                <a:lnTo>
                  <a:pt x="16786" y="12630"/>
                </a:lnTo>
                <a:moveTo>
                  <a:pt x="16786" y="13651"/>
                </a:moveTo>
                <a:lnTo>
                  <a:pt x="17846" y="13651"/>
                </a:lnTo>
                <a:lnTo>
                  <a:pt x="17846" y="14657"/>
                </a:lnTo>
                <a:lnTo>
                  <a:pt x="16786" y="14657"/>
                </a:lnTo>
                <a:lnTo>
                  <a:pt x="16786" y="13651"/>
                </a:lnTo>
                <a:moveTo>
                  <a:pt x="16786" y="14726"/>
                </a:moveTo>
                <a:lnTo>
                  <a:pt x="17846" y="14726"/>
                </a:lnTo>
                <a:lnTo>
                  <a:pt x="17846" y="15680"/>
                </a:lnTo>
                <a:lnTo>
                  <a:pt x="16786" y="15680"/>
                </a:lnTo>
                <a:lnTo>
                  <a:pt x="16786" y="14726"/>
                </a:lnTo>
                <a:moveTo>
                  <a:pt x="15819" y="55"/>
                </a:moveTo>
                <a:lnTo>
                  <a:pt x="16718" y="55"/>
                </a:lnTo>
                <a:lnTo>
                  <a:pt x="16718" y="1007"/>
                </a:lnTo>
                <a:lnTo>
                  <a:pt x="15819" y="1007"/>
                </a:lnTo>
                <a:lnTo>
                  <a:pt x="15819" y="55"/>
                </a:lnTo>
                <a:moveTo>
                  <a:pt x="15819" y="1076"/>
                </a:moveTo>
                <a:lnTo>
                  <a:pt x="16718" y="1076"/>
                </a:lnTo>
                <a:lnTo>
                  <a:pt x="16718" y="2082"/>
                </a:lnTo>
                <a:lnTo>
                  <a:pt x="15819" y="2082"/>
                </a:lnTo>
                <a:lnTo>
                  <a:pt x="15819" y="1076"/>
                </a:lnTo>
                <a:moveTo>
                  <a:pt x="15819" y="2150"/>
                </a:moveTo>
                <a:lnTo>
                  <a:pt x="16718" y="2150"/>
                </a:lnTo>
                <a:lnTo>
                  <a:pt x="16718" y="3104"/>
                </a:lnTo>
                <a:lnTo>
                  <a:pt x="15819" y="3104"/>
                </a:lnTo>
                <a:lnTo>
                  <a:pt x="15819" y="2150"/>
                </a:lnTo>
                <a:moveTo>
                  <a:pt x="15819" y="3172"/>
                </a:moveTo>
                <a:lnTo>
                  <a:pt x="16718" y="3172"/>
                </a:lnTo>
                <a:lnTo>
                  <a:pt x="16718" y="4178"/>
                </a:lnTo>
                <a:lnTo>
                  <a:pt x="15819" y="4178"/>
                </a:lnTo>
                <a:lnTo>
                  <a:pt x="15819" y="3172"/>
                </a:lnTo>
                <a:moveTo>
                  <a:pt x="15819" y="4247"/>
                </a:moveTo>
                <a:lnTo>
                  <a:pt x="16718" y="4247"/>
                </a:lnTo>
                <a:lnTo>
                  <a:pt x="16718" y="5200"/>
                </a:lnTo>
                <a:lnTo>
                  <a:pt x="15819" y="5200"/>
                </a:lnTo>
                <a:lnTo>
                  <a:pt x="15819" y="4247"/>
                </a:lnTo>
                <a:moveTo>
                  <a:pt x="15819" y="5268"/>
                </a:moveTo>
                <a:lnTo>
                  <a:pt x="16718" y="5268"/>
                </a:lnTo>
                <a:lnTo>
                  <a:pt x="16718" y="6274"/>
                </a:lnTo>
                <a:lnTo>
                  <a:pt x="15819" y="6274"/>
                </a:lnTo>
                <a:lnTo>
                  <a:pt x="15819" y="5268"/>
                </a:lnTo>
                <a:moveTo>
                  <a:pt x="15819" y="6342"/>
                </a:moveTo>
                <a:lnTo>
                  <a:pt x="16718" y="6342"/>
                </a:lnTo>
                <a:lnTo>
                  <a:pt x="16718" y="7296"/>
                </a:lnTo>
                <a:lnTo>
                  <a:pt x="15819" y="7296"/>
                </a:lnTo>
                <a:lnTo>
                  <a:pt x="15819" y="6342"/>
                </a:lnTo>
                <a:moveTo>
                  <a:pt x="15819" y="7364"/>
                </a:moveTo>
                <a:lnTo>
                  <a:pt x="16718" y="7364"/>
                </a:lnTo>
                <a:lnTo>
                  <a:pt x="16718" y="8369"/>
                </a:lnTo>
                <a:lnTo>
                  <a:pt x="15819" y="8369"/>
                </a:lnTo>
                <a:lnTo>
                  <a:pt x="15819" y="7364"/>
                </a:lnTo>
                <a:moveTo>
                  <a:pt x="15819" y="8438"/>
                </a:moveTo>
                <a:lnTo>
                  <a:pt x="16718" y="8438"/>
                </a:lnTo>
                <a:lnTo>
                  <a:pt x="16718" y="9391"/>
                </a:lnTo>
                <a:lnTo>
                  <a:pt x="15819" y="9391"/>
                </a:lnTo>
                <a:lnTo>
                  <a:pt x="15819" y="8438"/>
                </a:lnTo>
                <a:moveTo>
                  <a:pt x="15819" y="9459"/>
                </a:moveTo>
                <a:lnTo>
                  <a:pt x="16718" y="9459"/>
                </a:lnTo>
                <a:lnTo>
                  <a:pt x="16718" y="10465"/>
                </a:lnTo>
                <a:lnTo>
                  <a:pt x="15819" y="10465"/>
                </a:lnTo>
                <a:lnTo>
                  <a:pt x="15819" y="9459"/>
                </a:lnTo>
                <a:moveTo>
                  <a:pt x="15819" y="10533"/>
                </a:moveTo>
                <a:lnTo>
                  <a:pt x="16718" y="10533"/>
                </a:lnTo>
                <a:lnTo>
                  <a:pt x="16718" y="11487"/>
                </a:lnTo>
                <a:lnTo>
                  <a:pt x="15819" y="11487"/>
                </a:lnTo>
                <a:lnTo>
                  <a:pt x="15819" y="10533"/>
                </a:lnTo>
                <a:moveTo>
                  <a:pt x="15819" y="11556"/>
                </a:moveTo>
                <a:lnTo>
                  <a:pt x="16718" y="11556"/>
                </a:lnTo>
                <a:lnTo>
                  <a:pt x="16718" y="12561"/>
                </a:lnTo>
                <a:lnTo>
                  <a:pt x="15819" y="12561"/>
                </a:lnTo>
                <a:lnTo>
                  <a:pt x="15819" y="11556"/>
                </a:lnTo>
                <a:moveTo>
                  <a:pt x="15819" y="12630"/>
                </a:moveTo>
                <a:lnTo>
                  <a:pt x="16718" y="12630"/>
                </a:lnTo>
                <a:lnTo>
                  <a:pt x="16718" y="13583"/>
                </a:lnTo>
                <a:lnTo>
                  <a:pt x="15819" y="13583"/>
                </a:lnTo>
                <a:lnTo>
                  <a:pt x="15819" y="12630"/>
                </a:lnTo>
                <a:moveTo>
                  <a:pt x="15819" y="13651"/>
                </a:moveTo>
                <a:lnTo>
                  <a:pt x="16718" y="13651"/>
                </a:lnTo>
                <a:lnTo>
                  <a:pt x="16718" y="14657"/>
                </a:lnTo>
                <a:lnTo>
                  <a:pt x="15819" y="14657"/>
                </a:lnTo>
                <a:lnTo>
                  <a:pt x="15819" y="13651"/>
                </a:lnTo>
                <a:moveTo>
                  <a:pt x="15819" y="14726"/>
                </a:moveTo>
                <a:lnTo>
                  <a:pt x="16718" y="14726"/>
                </a:lnTo>
                <a:lnTo>
                  <a:pt x="16718" y="15680"/>
                </a:lnTo>
                <a:lnTo>
                  <a:pt x="15819" y="15680"/>
                </a:lnTo>
                <a:lnTo>
                  <a:pt x="15819" y="14726"/>
                </a:lnTo>
                <a:moveTo>
                  <a:pt x="14691" y="55"/>
                </a:moveTo>
                <a:lnTo>
                  <a:pt x="15750" y="55"/>
                </a:lnTo>
                <a:lnTo>
                  <a:pt x="15750" y="1007"/>
                </a:lnTo>
                <a:lnTo>
                  <a:pt x="14691" y="1007"/>
                </a:lnTo>
                <a:lnTo>
                  <a:pt x="14691" y="55"/>
                </a:lnTo>
                <a:moveTo>
                  <a:pt x="14691" y="1076"/>
                </a:moveTo>
                <a:lnTo>
                  <a:pt x="15750" y="1076"/>
                </a:lnTo>
                <a:lnTo>
                  <a:pt x="15750" y="2082"/>
                </a:lnTo>
                <a:lnTo>
                  <a:pt x="14691" y="2082"/>
                </a:lnTo>
                <a:lnTo>
                  <a:pt x="14691" y="1076"/>
                </a:lnTo>
                <a:moveTo>
                  <a:pt x="14691" y="2150"/>
                </a:moveTo>
                <a:lnTo>
                  <a:pt x="15750" y="2150"/>
                </a:lnTo>
                <a:lnTo>
                  <a:pt x="15750" y="3104"/>
                </a:lnTo>
                <a:lnTo>
                  <a:pt x="14691" y="3104"/>
                </a:lnTo>
                <a:lnTo>
                  <a:pt x="14691" y="2150"/>
                </a:lnTo>
                <a:moveTo>
                  <a:pt x="14691" y="3172"/>
                </a:moveTo>
                <a:lnTo>
                  <a:pt x="15750" y="3172"/>
                </a:lnTo>
                <a:lnTo>
                  <a:pt x="15750" y="4178"/>
                </a:lnTo>
                <a:lnTo>
                  <a:pt x="14691" y="4178"/>
                </a:lnTo>
                <a:lnTo>
                  <a:pt x="14691" y="3172"/>
                </a:lnTo>
                <a:moveTo>
                  <a:pt x="14691" y="4247"/>
                </a:moveTo>
                <a:lnTo>
                  <a:pt x="15750" y="4247"/>
                </a:lnTo>
                <a:lnTo>
                  <a:pt x="15750" y="5200"/>
                </a:lnTo>
                <a:lnTo>
                  <a:pt x="14691" y="5200"/>
                </a:lnTo>
                <a:lnTo>
                  <a:pt x="14691" y="4247"/>
                </a:lnTo>
                <a:moveTo>
                  <a:pt x="14691" y="5268"/>
                </a:moveTo>
                <a:lnTo>
                  <a:pt x="15750" y="5268"/>
                </a:lnTo>
                <a:lnTo>
                  <a:pt x="15750" y="6274"/>
                </a:lnTo>
                <a:lnTo>
                  <a:pt x="14691" y="6274"/>
                </a:lnTo>
                <a:lnTo>
                  <a:pt x="14691" y="5268"/>
                </a:lnTo>
                <a:moveTo>
                  <a:pt x="14691" y="6342"/>
                </a:moveTo>
                <a:lnTo>
                  <a:pt x="15750" y="6342"/>
                </a:lnTo>
                <a:lnTo>
                  <a:pt x="15750" y="7296"/>
                </a:lnTo>
                <a:lnTo>
                  <a:pt x="14691" y="7296"/>
                </a:lnTo>
                <a:lnTo>
                  <a:pt x="14691" y="6342"/>
                </a:lnTo>
                <a:moveTo>
                  <a:pt x="14691" y="7364"/>
                </a:moveTo>
                <a:lnTo>
                  <a:pt x="15750" y="7364"/>
                </a:lnTo>
                <a:lnTo>
                  <a:pt x="15750" y="8369"/>
                </a:lnTo>
                <a:lnTo>
                  <a:pt x="14691" y="8369"/>
                </a:lnTo>
                <a:lnTo>
                  <a:pt x="14691" y="7364"/>
                </a:lnTo>
                <a:moveTo>
                  <a:pt x="14691" y="8438"/>
                </a:moveTo>
                <a:lnTo>
                  <a:pt x="15750" y="8438"/>
                </a:lnTo>
                <a:lnTo>
                  <a:pt x="15750" y="9391"/>
                </a:lnTo>
                <a:lnTo>
                  <a:pt x="14691" y="9391"/>
                </a:lnTo>
                <a:lnTo>
                  <a:pt x="14691" y="8438"/>
                </a:lnTo>
                <a:moveTo>
                  <a:pt x="14691" y="9459"/>
                </a:moveTo>
                <a:lnTo>
                  <a:pt x="15750" y="9459"/>
                </a:lnTo>
                <a:lnTo>
                  <a:pt x="15750" y="10465"/>
                </a:lnTo>
                <a:lnTo>
                  <a:pt x="14691" y="10465"/>
                </a:lnTo>
                <a:lnTo>
                  <a:pt x="14691" y="9459"/>
                </a:lnTo>
                <a:moveTo>
                  <a:pt x="14691" y="10533"/>
                </a:moveTo>
                <a:lnTo>
                  <a:pt x="15750" y="10533"/>
                </a:lnTo>
                <a:lnTo>
                  <a:pt x="15750" y="11487"/>
                </a:lnTo>
                <a:lnTo>
                  <a:pt x="14691" y="11487"/>
                </a:lnTo>
                <a:lnTo>
                  <a:pt x="14691" y="10533"/>
                </a:lnTo>
                <a:moveTo>
                  <a:pt x="14691" y="11556"/>
                </a:moveTo>
                <a:lnTo>
                  <a:pt x="15750" y="11556"/>
                </a:lnTo>
                <a:lnTo>
                  <a:pt x="15750" y="12561"/>
                </a:lnTo>
                <a:lnTo>
                  <a:pt x="14691" y="12561"/>
                </a:lnTo>
                <a:lnTo>
                  <a:pt x="14691" y="11556"/>
                </a:lnTo>
                <a:moveTo>
                  <a:pt x="14691" y="12630"/>
                </a:moveTo>
                <a:lnTo>
                  <a:pt x="15750" y="12630"/>
                </a:lnTo>
                <a:lnTo>
                  <a:pt x="15750" y="13583"/>
                </a:lnTo>
                <a:lnTo>
                  <a:pt x="14691" y="13583"/>
                </a:lnTo>
                <a:lnTo>
                  <a:pt x="14691" y="12630"/>
                </a:lnTo>
                <a:moveTo>
                  <a:pt x="14691" y="13651"/>
                </a:moveTo>
                <a:lnTo>
                  <a:pt x="15750" y="13651"/>
                </a:lnTo>
                <a:lnTo>
                  <a:pt x="15750" y="14657"/>
                </a:lnTo>
                <a:lnTo>
                  <a:pt x="14691" y="14657"/>
                </a:lnTo>
                <a:lnTo>
                  <a:pt x="14691" y="13651"/>
                </a:lnTo>
                <a:moveTo>
                  <a:pt x="14691" y="14726"/>
                </a:moveTo>
                <a:lnTo>
                  <a:pt x="15750" y="14726"/>
                </a:lnTo>
                <a:lnTo>
                  <a:pt x="15750" y="15680"/>
                </a:lnTo>
                <a:lnTo>
                  <a:pt x="14691" y="15680"/>
                </a:lnTo>
                <a:lnTo>
                  <a:pt x="14691" y="14726"/>
                </a:lnTo>
                <a:moveTo>
                  <a:pt x="13722" y="55"/>
                </a:moveTo>
                <a:lnTo>
                  <a:pt x="14622" y="55"/>
                </a:lnTo>
                <a:lnTo>
                  <a:pt x="14622" y="1007"/>
                </a:lnTo>
                <a:lnTo>
                  <a:pt x="13722" y="1007"/>
                </a:lnTo>
                <a:lnTo>
                  <a:pt x="13722" y="55"/>
                </a:lnTo>
                <a:moveTo>
                  <a:pt x="13722" y="1076"/>
                </a:moveTo>
                <a:lnTo>
                  <a:pt x="14622" y="1076"/>
                </a:lnTo>
                <a:lnTo>
                  <a:pt x="14622" y="2082"/>
                </a:lnTo>
                <a:lnTo>
                  <a:pt x="13722" y="2082"/>
                </a:lnTo>
                <a:lnTo>
                  <a:pt x="13722" y="1076"/>
                </a:lnTo>
                <a:moveTo>
                  <a:pt x="13722" y="2150"/>
                </a:moveTo>
                <a:lnTo>
                  <a:pt x="14622" y="2150"/>
                </a:lnTo>
                <a:lnTo>
                  <a:pt x="14622" y="3104"/>
                </a:lnTo>
                <a:lnTo>
                  <a:pt x="13722" y="3104"/>
                </a:lnTo>
                <a:lnTo>
                  <a:pt x="13722" y="2150"/>
                </a:lnTo>
                <a:moveTo>
                  <a:pt x="13722" y="3172"/>
                </a:moveTo>
                <a:lnTo>
                  <a:pt x="14622" y="3172"/>
                </a:lnTo>
                <a:lnTo>
                  <a:pt x="14622" y="4178"/>
                </a:lnTo>
                <a:lnTo>
                  <a:pt x="13722" y="4178"/>
                </a:lnTo>
                <a:lnTo>
                  <a:pt x="13722" y="3172"/>
                </a:lnTo>
                <a:moveTo>
                  <a:pt x="13722" y="4247"/>
                </a:moveTo>
                <a:lnTo>
                  <a:pt x="14622" y="4247"/>
                </a:lnTo>
                <a:lnTo>
                  <a:pt x="14622" y="5200"/>
                </a:lnTo>
                <a:lnTo>
                  <a:pt x="13722" y="5200"/>
                </a:lnTo>
                <a:lnTo>
                  <a:pt x="13722" y="4247"/>
                </a:lnTo>
                <a:moveTo>
                  <a:pt x="13722" y="5268"/>
                </a:moveTo>
                <a:lnTo>
                  <a:pt x="14622" y="5268"/>
                </a:lnTo>
                <a:lnTo>
                  <a:pt x="14622" y="6274"/>
                </a:lnTo>
                <a:lnTo>
                  <a:pt x="13722" y="6274"/>
                </a:lnTo>
                <a:lnTo>
                  <a:pt x="13722" y="5268"/>
                </a:lnTo>
                <a:moveTo>
                  <a:pt x="13722" y="6342"/>
                </a:moveTo>
                <a:lnTo>
                  <a:pt x="14622" y="6342"/>
                </a:lnTo>
                <a:lnTo>
                  <a:pt x="14622" y="7296"/>
                </a:lnTo>
                <a:lnTo>
                  <a:pt x="13722" y="7296"/>
                </a:lnTo>
                <a:lnTo>
                  <a:pt x="13722" y="6342"/>
                </a:lnTo>
                <a:moveTo>
                  <a:pt x="13722" y="7364"/>
                </a:moveTo>
                <a:lnTo>
                  <a:pt x="14622" y="7364"/>
                </a:lnTo>
                <a:lnTo>
                  <a:pt x="14622" y="8369"/>
                </a:lnTo>
                <a:lnTo>
                  <a:pt x="13722" y="8369"/>
                </a:lnTo>
                <a:lnTo>
                  <a:pt x="13722" y="7364"/>
                </a:lnTo>
                <a:moveTo>
                  <a:pt x="13722" y="8438"/>
                </a:moveTo>
                <a:lnTo>
                  <a:pt x="14622" y="8438"/>
                </a:lnTo>
                <a:lnTo>
                  <a:pt x="14622" y="9391"/>
                </a:lnTo>
                <a:lnTo>
                  <a:pt x="13722" y="9391"/>
                </a:lnTo>
                <a:lnTo>
                  <a:pt x="13722" y="8438"/>
                </a:lnTo>
                <a:moveTo>
                  <a:pt x="13722" y="9459"/>
                </a:moveTo>
                <a:lnTo>
                  <a:pt x="14622" y="9459"/>
                </a:lnTo>
                <a:lnTo>
                  <a:pt x="14622" y="10465"/>
                </a:lnTo>
                <a:lnTo>
                  <a:pt x="13722" y="10465"/>
                </a:lnTo>
                <a:lnTo>
                  <a:pt x="13722" y="9459"/>
                </a:lnTo>
                <a:moveTo>
                  <a:pt x="13722" y="10533"/>
                </a:moveTo>
                <a:lnTo>
                  <a:pt x="14622" y="10533"/>
                </a:lnTo>
                <a:lnTo>
                  <a:pt x="14622" y="11487"/>
                </a:lnTo>
                <a:lnTo>
                  <a:pt x="13722" y="11487"/>
                </a:lnTo>
                <a:lnTo>
                  <a:pt x="13722" y="10533"/>
                </a:lnTo>
                <a:moveTo>
                  <a:pt x="13722" y="11556"/>
                </a:moveTo>
                <a:lnTo>
                  <a:pt x="14622" y="11556"/>
                </a:lnTo>
                <a:lnTo>
                  <a:pt x="14622" y="12561"/>
                </a:lnTo>
                <a:lnTo>
                  <a:pt x="13722" y="12561"/>
                </a:lnTo>
                <a:lnTo>
                  <a:pt x="13722" y="11556"/>
                </a:lnTo>
                <a:moveTo>
                  <a:pt x="13722" y="12630"/>
                </a:moveTo>
                <a:lnTo>
                  <a:pt x="14622" y="12630"/>
                </a:lnTo>
                <a:lnTo>
                  <a:pt x="14622" y="13583"/>
                </a:lnTo>
                <a:lnTo>
                  <a:pt x="13722" y="13583"/>
                </a:lnTo>
                <a:lnTo>
                  <a:pt x="13722" y="12630"/>
                </a:lnTo>
                <a:moveTo>
                  <a:pt x="13722" y="13651"/>
                </a:moveTo>
                <a:lnTo>
                  <a:pt x="14622" y="13651"/>
                </a:lnTo>
                <a:lnTo>
                  <a:pt x="14622" y="14657"/>
                </a:lnTo>
                <a:lnTo>
                  <a:pt x="13722" y="14657"/>
                </a:lnTo>
                <a:lnTo>
                  <a:pt x="13722" y="13651"/>
                </a:lnTo>
                <a:moveTo>
                  <a:pt x="13722" y="14726"/>
                </a:moveTo>
                <a:lnTo>
                  <a:pt x="14622" y="14726"/>
                </a:lnTo>
                <a:lnTo>
                  <a:pt x="14622" y="15680"/>
                </a:lnTo>
                <a:lnTo>
                  <a:pt x="13722" y="15680"/>
                </a:lnTo>
                <a:lnTo>
                  <a:pt x="13722" y="14726"/>
                </a:lnTo>
                <a:moveTo>
                  <a:pt x="12594" y="55"/>
                </a:moveTo>
                <a:lnTo>
                  <a:pt x="13654" y="55"/>
                </a:lnTo>
                <a:lnTo>
                  <a:pt x="13654" y="1007"/>
                </a:lnTo>
                <a:lnTo>
                  <a:pt x="12594" y="1007"/>
                </a:lnTo>
                <a:lnTo>
                  <a:pt x="12594" y="55"/>
                </a:lnTo>
                <a:moveTo>
                  <a:pt x="12594" y="1076"/>
                </a:moveTo>
                <a:lnTo>
                  <a:pt x="13654" y="1076"/>
                </a:lnTo>
                <a:lnTo>
                  <a:pt x="13654" y="2082"/>
                </a:lnTo>
                <a:lnTo>
                  <a:pt x="12594" y="2082"/>
                </a:lnTo>
                <a:lnTo>
                  <a:pt x="12594" y="1076"/>
                </a:lnTo>
                <a:moveTo>
                  <a:pt x="12594" y="2150"/>
                </a:moveTo>
                <a:lnTo>
                  <a:pt x="13654" y="2150"/>
                </a:lnTo>
                <a:lnTo>
                  <a:pt x="13654" y="3104"/>
                </a:lnTo>
                <a:lnTo>
                  <a:pt x="12594" y="3104"/>
                </a:lnTo>
                <a:lnTo>
                  <a:pt x="12594" y="2150"/>
                </a:lnTo>
                <a:moveTo>
                  <a:pt x="12594" y="3172"/>
                </a:moveTo>
                <a:lnTo>
                  <a:pt x="13654" y="3172"/>
                </a:lnTo>
                <a:lnTo>
                  <a:pt x="13654" y="4178"/>
                </a:lnTo>
                <a:lnTo>
                  <a:pt x="12594" y="4178"/>
                </a:lnTo>
                <a:lnTo>
                  <a:pt x="12594" y="3172"/>
                </a:lnTo>
                <a:moveTo>
                  <a:pt x="12594" y="4247"/>
                </a:moveTo>
                <a:lnTo>
                  <a:pt x="13654" y="4247"/>
                </a:lnTo>
                <a:lnTo>
                  <a:pt x="13654" y="5200"/>
                </a:lnTo>
                <a:lnTo>
                  <a:pt x="12594" y="5200"/>
                </a:lnTo>
                <a:lnTo>
                  <a:pt x="12594" y="4247"/>
                </a:lnTo>
                <a:moveTo>
                  <a:pt x="12594" y="5268"/>
                </a:moveTo>
                <a:lnTo>
                  <a:pt x="13654" y="5268"/>
                </a:lnTo>
                <a:lnTo>
                  <a:pt x="13654" y="6274"/>
                </a:lnTo>
                <a:lnTo>
                  <a:pt x="12594" y="6274"/>
                </a:lnTo>
                <a:lnTo>
                  <a:pt x="12594" y="5268"/>
                </a:lnTo>
                <a:moveTo>
                  <a:pt x="12594" y="6342"/>
                </a:moveTo>
                <a:lnTo>
                  <a:pt x="13654" y="6342"/>
                </a:lnTo>
                <a:lnTo>
                  <a:pt x="13654" y="7296"/>
                </a:lnTo>
                <a:lnTo>
                  <a:pt x="12594" y="7296"/>
                </a:lnTo>
                <a:lnTo>
                  <a:pt x="12594" y="6342"/>
                </a:lnTo>
                <a:moveTo>
                  <a:pt x="12594" y="7364"/>
                </a:moveTo>
                <a:lnTo>
                  <a:pt x="13654" y="7364"/>
                </a:lnTo>
                <a:lnTo>
                  <a:pt x="13654" y="8369"/>
                </a:lnTo>
                <a:lnTo>
                  <a:pt x="12594" y="8369"/>
                </a:lnTo>
                <a:lnTo>
                  <a:pt x="12594" y="7364"/>
                </a:lnTo>
                <a:moveTo>
                  <a:pt x="12594" y="8438"/>
                </a:moveTo>
                <a:lnTo>
                  <a:pt x="13654" y="8438"/>
                </a:lnTo>
                <a:lnTo>
                  <a:pt x="13654" y="9391"/>
                </a:lnTo>
                <a:lnTo>
                  <a:pt x="12594" y="9391"/>
                </a:lnTo>
                <a:lnTo>
                  <a:pt x="12594" y="8438"/>
                </a:lnTo>
                <a:moveTo>
                  <a:pt x="12594" y="9459"/>
                </a:moveTo>
                <a:lnTo>
                  <a:pt x="13654" y="9459"/>
                </a:lnTo>
                <a:lnTo>
                  <a:pt x="13654" y="10465"/>
                </a:lnTo>
                <a:lnTo>
                  <a:pt x="12594" y="10465"/>
                </a:lnTo>
                <a:lnTo>
                  <a:pt x="12594" y="9459"/>
                </a:lnTo>
                <a:moveTo>
                  <a:pt x="12594" y="10533"/>
                </a:moveTo>
                <a:lnTo>
                  <a:pt x="13654" y="10533"/>
                </a:lnTo>
                <a:lnTo>
                  <a:pt x="13654" y="11487"/>
                </a:lnTo>
                <a:lnTo>
                  <a:pt x="12594" y="11487"/>
                </a:lnTo>
                <a:lnTo>
                  <a:pt x="12594" y="10533"/>
                </a:lnTo>
                <a:moveTo>
                  <a:pt x="12594" y="11556"/>
                </a:moveTo>
                <a:lnTo>
                  <a:pt x="13654" y="11556"/>
                </a:lnTo>
                <a:lnTo>
                  <a:pt x="13654" y="12561"/>
                </a:lnTo>
                <a:lnTo>
                  <a:pt x="12594" y="12561"/>
                </a:lnTo>
                <a:lnTo>
                  <a:pt x="12594" y="11556"/>
                </a:lnTo>
                <a:moveTo>
                  <a:pt x="12594" y="12630"/>
                </a:moveTo>
                <a:lnTo>
                  <a:pt x="13654" y="12630"/>
                </a:lnTo>
                <a:lnTo>
                  <a:pt x="13654" y="13583"/>
                </a:lnTo>
                <a:lnTo>
                  <a:pt x="12594" y="13583"/>
                </a:lnTo>
                <a:lnTo>
                  <a:pt x="12594" y="12630"/>
                </a:lnTo>
                <a:moveTo>
                  <a:pt x="12594" y="13651"/>
                </a:moveTo>
                <a:lnTo>
                  <a:pt x="13654" y="13651"/>
                </a:lnTo>
                <a:lnTo>
                  <a:pt x="13654" y="14657"/>
                </a:lnTo>
                <a:lnTo>
                  <a:pt x="12594" y="14657"/>
                </a:lnTo>
                <a:lnTo>
                  <a:pt x="12594" y="13651"/>
                </a:lnTo>
                <a:moveTo>
                  <a:pt x="12594" y="14726"/>
                </a:moveTo>
                <a:lnTo>
                  <a:pt x="13654" y="14726"/>
                </a:lnTo>
                <a:lnTo>
                  <a:pt x="13654" y="15680"/>
                </a:lnTo>
                <a:lnTo>
                  <a:pt x="12594" y="15680"/>
                </a:lnTo>
                <a:lnTo>
                  <a:pt x="12594" y="14726"/>
                </a:lnTo>
                <a:moveTo>
                  <a:pt x="11628" y="55"/>
                </a:moveTo>
                <a:lnTo>
                  <a:pt x="12526" y="55"/>
                </a:lnTo>
                <a:lnTo>
                  <a:pt x="12526" y="1007"/>
                </a:lnTo>
                <a:lnTo>
                  <a:pt x="11628" y="1007"/>
                </a:lnTo>
                <a:lnTo>
                  <a:pt x="11628" y="55"/>
                </a:lnTo>
                <a:moveTo>
                  <a:pt x="11628" y="1076"/>
                </a:moveTo>
                <a:lnTo>
                  <a:pt x="12526" y="1076"/>
                </a:lnTo>
                <a:lnTo>
                  <a:pt x="12526" y="2082"/>
                </a:lnTo>
                <a:lnTo>
                  <a:pt x="11628" y="2082"/>
                </a:lnTo>
                <a:lnTo>
                  <a:pt x="11628" y="1076"/>
                </a:lnTo>
                <a:moveTo>
                  <a:pt x="11628" y="2150"/>
                </a:moveTo>
                <a:lnTo>
                  <a:pt x="12526" y="2150"/>
                </a:lnTo>
                <a:lnTo>
                  <a:pt x="12526" y="3104"/>
                </a:lnTo>
                <a:lnTo>
                  <a:pt x="11628" y="3104"/>
                </a:lnTo>
                <a:lnTo>
                  <a:pt x="11628" y="2150"/>
                </a:lnTo>
                <a:moveTo>
                  <a:pt x="11628" y="3172"/>
                </a:moveTo>
                <a:lnTo>
                  <a:pt x="12526" y="3172"/>
                </a:lnTo>
                <a:lnTo>
                  <a:pt x="12526" y="4178"/>
                </a:lnTo>
                <a:lnTo>
                  <a:pt x="11628" y="4178"/>
                </a:lnTo>
                <a:lnTo>
                  <a:pt x="11628" y="3172"/>
                </a:lnTo>
                <a:moveTo>
                  <a:pt x="11628" y="4247"/>
                </a:moveTo>
                <a:lnTo>
                  <a:pt x="12526" y="4247"/>
                </a:lnTo>
                <a:lnTo>
                  <a:pt x="12526" y="5200"/>
                </a:lnTo>
                <a:lnTo>
                  <a:pt x="11628" y="5200"/>
                </a:lnTo>
                <a:lnTo>
                  <a:pt x="11628" y="4247"/>
                </a:lnTo>
                <a:moveTo>
                  <a:pt x="11628" y="5268"/>
                </a:moveTo>
                <a:lnTo>
                  <a:pt x="12526" y="5268"/>
                </a:lnTo>
                <a:lnTo>
                  <a:pt x="12526" y="6274"/>
                </a:lnTo>
                <a:lnTo>
                  <a:pt x="11628" y="6274"/>
                </a:lnTo>
                <a:lnTo>
                  <a:pt x="11628" y="5268"/>
                </a:lnTo>
                <a:moveTo>
                  <a:pt x="11628" y="6342"/>
                </a:moveTo>
                <a:lnTo>
                  <a:pt x="12526" y="6342"/>
                </a:lnTo>
                <a:lnTo>
                  <a:pt x="12526" y="7296"/>
                </a:lnTo>
                <a:lnTo>
                  <a:pt x="11628" y="7296"/>
                </a:lnTo>
                <a:lnTo>
                  <a:pt x="11628" y="6342"/>
                </a:lnTo>
                <a:moveTo>
                  <a:pt x="11628" y="7364"/>
                </a:moveTo>
                <a:lnTo>
                  <a:pt x="12526" y="7364"/>
                </a:lnTo>
                <a:lnTo>
                  <a:pt x="12526" y="8369"/>
                </a:lnTo>
                <a:lnTo>
                  <a:pt x="11628" y="8369"/>
                </a:lnTo>
                <a:lnTo>
                  <a:pt x="11628" y="7364"/>
                </a:lnTo>
                <a:moveTo>
                  <a:pt x="11628" y="8438"/>
                </a:moveTo>
                <a:lnTo>
                  <a:pt x="12526" y="8438"/>
                </a:lnTo>
                <a:lnTo>
                  <a:pt x="12526" y="9391"/>
                </a:lnTo>
                <a:lnTo>
                  <a:pt x="11628" y="9391"/>
                </a:lnTo>
                <a:lnTo>
                  <a:pt x="11628" y="8438"/>
                </a:lnTo>
                <a:moveTo>
                  <a:pt x="11628" y="9459"/>
                </a:moveTo>
                <a:lnTo>
                  <a:pt x="12526" y="9459"/>
                </a:lnTo>
                <a:lnTo>
                  <a:pt x="12526" y="10465"/>
                </a:lnTo>
                <a:lnTo>
                  <a:pt x="11628" y="10465"/>
                </a:lnTo>
                <a:lnTo>
                  <a:pt x="11628" y="9459"/>
                </a:lnTo>
                <a:moveTo>
                  <a:pt x="11628" y="10533"/>
                </a:moveTo>
                <a:lnTo>
                  <a:pt x="12526" y="10533"/>
                </a:lnTo>
                <a:lnTo>
                  <a:pt x="12526" y="11487"/>
                </a:lnTo>
                <a:lnTo>
                  <a:pt x="11628" y="11487"/>
                </a:lnTo>
                <a:lnTo>
                  <a:pt x="11628" y="10533"/>
                </a:lnTo>
                <a:moveTo>
                  <a:pt x="11628" y="11556"/>
                </a:moveTo>
                <a:lnTo>
                  <a:pt x="12526" y="11556"/>
                </a:lnTo>
                <a:lnTo>
                  <a:pt x="12526" y="12561"/>
                </a:lnTo>
                <a:lnTo>
                  <a:pt x="11628" y="12561"/>
                </a:lnTo>
                <a:lnTo>
                  <a:pt x="11628" y="11556"/>
                </a:lnTo>
                <a:moveTo>
                  <a:pt x="11628" y="12630"/>
                </a:moveTo>
                <a:lnTo>
                  <a:pt x="12526" y="12630"/>
                </a:lnTo>
                <a:lnTo>
                  <a:pt x="12526" y="13583"/>
                </a:lnTo>
                <a:lnTo>
                  <a:pt x="11628" y="13583"/>
                </a:lnTo>
                <a:lnTo>
                  <a:pt x="11628" y="12630"/>
                </a:lnTo>
                <a:moveTo>
                  <a:pt x="11628" y="13651"/>
                </a:moveTo>
                <a:lnTo>
                  <a:pt x="12526" y="13651"/>
                </a:lnTo>
                <a:lnTo>
                  <a:pt x="12526" y="14657"/>
                </a:lnTo>
                <a:lnTo>
                  <a:pt x="11628" y="14657"/>
                </a:lnTo>
                <a:lnTo>
                  <a:pt x="11628" y="13651"/>
                </a:lnTo>
                <a:moveTo>
                  <a:pt x="11628" y="14726"/>
                </a:moveTo>
                <a:lnTo>
                  <a:pt x="12526" y="14726"/>
                </a:lnTo>
                <a:lnTo>
                  <a:pt x="12526" y="15680"/>
                </a:lnTo>
                <a:lnTo>
                  <a:pt x="11628" y="15680"/>
                </a:lnTo>
                <a:lnTo>
                  <a:pt x="11628" y="14726"/>
                </a:lnTo>
                <a:moveTo>
                  <a:pt x="10500" y="55"/>
                </a:moveTo>
                <a:lnTo>
                  <a:pt x="11559" y="55"/>
                </a:lnTo>
                <a:lnTo>
                  <a:pt x="11559" y="1007"/>
                </a:lnTo>
                <a:lnTo>
                  <a:pt x="10500" y="1007"/>
                </a:lnTo>
                <a:lnTo>
                  <a:pt x="10500" y="55"/>
                </a:lnTo>
                <a:moveTo>
                  <a:pt x="10500" y="1076"/>
                </a:moveTo>
                <a:lnTo>
                  <a:pt x="11559" y="1076"/>
                </a:lnTo>
                <a:lnTo>
                  <a:pt x="11559" y="2082"/>
                </a:lnTo>
                <a:lnTo>
                  <a:pt x="10500" y="2082"/>
                </a:lnTo>
                <a:lnTo>
                  <a:pt x="10500" y="1076"/>
                </a:lnTo>
                <a:moveTo>
                  <a:pt x="10500" y="2150"/>
                </a:moveTo>
                <a:lnTo>
                  <a:pt x="11559" y="2150"/>
                </a:lnTo>
                <a:lnTo>
                  <a:pt x="11559" y="3104"/>
                </a:lnTo>
                <a:lnTo>
                  <a:pt x="10500" y="3104"/>
                </a:lnTo>
                <a:lnTo>
                  <a:pt x="10500" y="2150"/>
                </a:lnTo>
                <a:moveTo>
                  <a:pt x="10500" y="3172"/>
                </a:moveTo>
                <a:lnTo>
                  <a:pt x="11559" y="3172"/>
                </a:lnTo>
                <a:lnTo>
                  <a:pt x="11559" y="4178"/>
                </a:lnTo>
                <a:lnTo>
                  <a:pt x="10500" y="4178"/>
                </a:lnTo>
                <a:lnTo>
                  <a:pt x="10500" y="3172"/>
                </a:lnTo>
                <a:moveTo>
                  <a:pt x="10500" y="4247"/>
                </a:moveTo>
                <a:lnTo>
                  <a:pt x="11559" y="4247"/>
                </a:lnTo>
                <a:lnTo>
                  <a:pt x="11559" y="5200"/>
                </a:lnTo>
                <a:lnTo>
                  <a:pt x="10500" y="5200"/>
                </a:lnTo>
                <a:lnTo>
                  <a:pt x="10500" y="4247"/>
                </a:lnTo>
                <a:moveTo>
                  <a:pt x="10500" y="5268"/>
                </a:moveTo>
                <a:lnTo>
                  <a:pt x="11559" y="5268"/>
                </a:lnTo>
                <a:lnTo>
                  <a:pt x="11559" y="6274"/>
                </a:lnTo>
                <a:lnTo>
                  <a:pt x="10500" y="6274"/>
                </a:lnTo>
                <a:lnTo>
                  <a:pt x="10500" y="5268"/>
                </a:lnTo>
                <a:moveTo>
                  <a:pt x="10500" y="6342"/>
                </a:moveTo>
                <a:lnTo>
                  <a:pt x="11559" y="6342"/>
                </a:lnTo>
                <a:lnTo>
                  <a:pt x="11559" y="7296"/>
                </a:lnTo>
                <a:lnTo>
                  <a:pt x="10500" y="7296"/>
                </a:lnTo>
                <a:lnTo>
                  <a:pt x="10500" y="6342"/>
                </a:lnTo>
                <a:moveTo>
                  <a:pt x="10500" y="7364"/>
                </a:moveTo>
                <a:lnTo>
                  <a:pt x="11559" y="7364"/>
                </a:lnTo>
                <a:lnTo>
                  <a:pt x="11559" y="8369"/>
                </a:lnTo>
                <a:lnTo>
                  <a:pt x="10500" y="8369"/>
                </a:lnTo>
                <a:lnTo>
                  <a:pt x="10500" y="7364"/>
                </a:lnTo>
                <a:moveTo>
                  <a:pt x="10500" y="8438"/>
                </a:moveTo>
                <a:lnTo>
                  <a:pt x="11559" y="8438"/>
                </a:lnTo>
                <a:lnTo>
                  <a:pt x="11559" y="9391"/>
                </a:lnTo>
                <a:lnTo>
                  <a:pt x="10500" y="9391"/>
                </a:lnTo>
                <a:lnTo>
                  <a:pt x="10500" y="8438"/>
                </a:lnTo>
                <a:moveTo>
                  <a:pt x="10500" y="9459"/>
                </a:moveTo>
                <a:lnTo>
                  <a:pt x="11559" y="9459"/>
                </a:lnTo>
                <a:lnTo>
                  <a:pt x="11559" y="10465"/>
                </a:lnTo>
                <a:lnTo>
                  <a:pt x="10500" y="10465"/>
                </a:lnTo>
                <a:lnTo>
                  <a:pt x="10500" y="9459"/>
                </a:lnTo>
                <a:moveTo>
                  <a:pt x="10500" y="10533"/>
                </a:moveTo>
                <a:lnTo>
                  <a:pt x="11559" y="10533"/>
                </a:lnTo>
                <a:lnTo>
                  <a:pt x="11559" y="11487"/>
                </a:lnTo>
                <a:lnTo>
                  <a:pt x="10500" y="11487"/>
                </a:lnTo>
                <a:lnTo>
                  <a:pt x="10500" y="10533"/>
                </a:lnTo>
                <a:moveTo>
                  <a:pt x="10500" y="11556"/>
                </a:moveTo>
                <a:lnTo>
                  <a:pt x="11559" y="11556"/>
                </a:lnTo>
                <a:lnTo>
                  <a:pt x="11559" y="12561"/>
                </a:lnTo>
                <a:lnTo>
                  <a:pt x="10500" y="12561"/>
                </a:lnTo>
                <a:lnTo>
                  <a:pt x="10500" y="11556"/>
                </a:lnTo>
                <a:moveTo>
                  <a:pt x="10500" y="12630"/>
                </a:moveTo>
                <a:lnTo>
                  <a:pt x="11559" y="12630"/>
                </a:lnTo>
                <a:lnTo>
                  <a:pt x="11559" y="13583"/>
                </a:lnTo>
                <a:lnTo>
                  <a:pt x="10500" y="13583"/>
                </a:lnTo>
                <a:lnTo>
                  <a:pt x="10500" y="12630"/>
                </a:lnTo>
                <a:moveTo>
                  <a:pt x="10500" y="13651"/>
                </a:moveTo>
                <a:lnTo>
                  <a:pt x="11559" y="13651"/>
                </a:lnTo>
                <a:lnTo>
                  <a:pt x="11559" y="14657"/>
                </a:lnTo>
                <a:lnTo>
                  <a:pt x="10500" y="14657"/>
                </a:lnTo>
                <a:lnTo>
                  <a:pt x="10500" y="13651"/>
                </a:lnTo>
                <a:moveTo>
                  <a:pt x="10500" y="14726"/>
                </a:moveTo>
                <a:lnTo>
                  <a:pt x="11559" y="14726"/>
                </a:lnTo>
                <a:lnTo>
                  <a:pt x="11559" y="15680"/>
                </a:lnTo>
                <a:lnTo>
                  <a:pt x="10500" y="15680"/>
                </a:lnTo>
                <a:lnTo>
                  <a:pt x="10500" y="14726"/>
                </a:lnTo>
                <a:moveTo>
                  <a:pt x="9531" y="55"/>
                </a:moveTo>
                <a:lnTo>
                  <a:pt x="10430" y="55"/>
                </a:lnTo>
                <a:lnTo>
                  <a:pt x="10430" y="1007"/>
                </a:lnTo>
                <a:lnTo>
                  <a:pt x="9531" y="1007"/>
                </a:lnTo>
                <a:lnTo>
                  <a:pt x="9531" y="55"/>
                </a:lnTo>
                <a:moveTo>
                  <a:pt x="9531" y="1076"/>
                </a:moveTo>
                <a:lnTo>
                  <a:pt x="10430" y="1076"/>
                </a:lnTo>
                <a:lnTo>
                  <a:pt x="10430" y="2082"/>
                </a:lnTo>
                <a:lnTo>
                  <a:pt x="9531" y="2082"/>
                </a:lnTo>
                <a:lnTo>
                  <a:pt x="9531" y="1076"/>
                </a:lnTo>
                <a:moveTo>
                  <a:pt x="9531" y="2150"/>
                </a:moveTo>
                <a:lnTo>
                  <a:pt x="10430" y="2150"/>
                </a:lnTo>
                <a:lnTo>
                  <a:pt x="10430" y="3104"/>
                </a:lnTo>
                <a:lnTo>
                  <a:pt x="9531" y="3104"/>
                </a:lnTo>
                <a:lnTo>
                  <a:pt x="9531" y="2150"/>
                </a:lnTo>
                <a:moveTo>
                  <a:pt x="9531" y="3172"/>
                </a:moveTo>
                <a:lnTo>
                  <a:pt x="10430" y="3172"/>
                </a:lnTo>
                <a:lnTo>
                  <a:pt x="10430" y="4178"/>
                </a:lnTo>
                <a:lnTo>
                  <a:pt x="9531" y="4178"/>
                </a:lnTo>
                <a:lnTo>
                  <a:pt x="9531" y="3172"/>
                </a:lnTo>
                <a:moveTo>
                  <a:pt x="9531" y="4247"/>
                </a:moveTo>
                <a:lnTo>
                  <a:pt x="10430" y="4247"/>
                </a:lnTo>
                <a:lnTo>
                  <a:pt x="10430" y="5200"/>
                </a:lnTo>
                <a:lnTo>
                  <a:pt x="9531" y="5200"/>
                </a:lnTo>
                <a:lnTo>
                  <a:pt x="9531" y="4247"/>
                </a:lnTo>
                <a:moveTo>
                  <a:pt x="9531" y="5268"/>
                </a:moveTo>
                <a:lnTo>
                  <a:pt x="10430" y="5268"/>
                </a:lnTo>
                <a:lnTo>
                  <a:pt x="10430" y="6274"/>
                </a:lnTo>
                <a:lnTo>
                  <a:pt x="9531" y="6274"/>
                </a:lnTo>
                <a:lnTo>
                  <a:pt x="9531" y="5268"/>
                </a:lnTo>
                <a:moveTo>
                  <a:pt x="9531" y="6342"/>
                </a:moveTo>
                <a:lnTo>
                  <a:pt x="10430" y="6342"/>
                </a:lnTo>
                <a:lnTo>
                  <a:pt x="10430" y="7296"/>
                </a:lnTo>
                <a:lnTo>
                  <a:pt x="9531" y="7296"/>
                </a:lnTo>
                <a:lnTo>
                  <a:pt x="9531" y="6342"/>
                </a:lnTo>
                <a:moveTo>
                  <a:pt x="9531" y="7364"/>
                </a:moveTo>
                <a:lnTo>
                  <a:pt x="10430" y="7364"/>
                </a:lnTo>
                <a:lnTo>
                  <a:pt x="10430" y="8369"/>
                </a:lnTo>
                <a:lnTo>
                  <a:pt x="9531" y="8369"/>
                </a:lnTo>
                <a:lnTo>
                  <a:pt x="9531" y="7364"/>
                </a:lnTo>
                <a:moveTo>
                  <a:pt x="9531" y="8438"/>
                </a:moveTo>
                <a:lnTo>
                  <a:pt x="10430" y="8438"/>
                </a:lnTo>
                <a:lnTo>
                  <a:pt x="10430" y="9391"/>
                </a:lnTo>
                <a:lnTo>
                  <a:pt x="9531" y="9391"/>
                </a:lnTo>
                <a:lnTo>
                  <a:pt x="9531" y="8438"/>
                </a:lnTo>
                <a:moveTo>
                  <a:pt x="9531" y="9459"/>
                </a:moveTo>
                <a:lnTo>
                  <a:pt x="10430" y="9459"/>
                </a:lnTo>
                <a:lnTo>
                  <a:pt x="10430" y="10465"/>
                </a:lnTo>
                <a:lnTo>
                  <a:pt x="9531" y="10465"/>
                </a:lnTo>
                <a:lnTo>
                  <a:pt x="9531" y="9459"/>
                </a:lnTo>
                <a:moveTo>
                  <a:pt x="9531" y="10533"/>
                </a:moveTo>
                <a:lnTo>
                  <a:pt x="10430" y="10533"/>
                </a:lnTo>
                <a:lnTo>
                  <a:pt x="10430" y="11487"/>
                </a:lnTo>
                <a:lnTo>
                  <a:pt x="9531" y="11487"/>
                </a:lnTo>
                <a:lnTo>
                  <a:pt x="9531" y="10533"/>
                </a:lnTo>
                <a:moveTo>
                  <a:pt x="9531" y="11556"/>
                </a:moveTo>
                <a:lnTo>
                  <a:pt x="10430" y="11556"/>
                </a:lnTo>
                <a:lnTo>
                  <a:pt x="10430" y="12561"/>
                </a:lnTo>
                <a:lnTo>
                  <a:pt x="9531" y="12561"/>
                </a:lnTo>
                <a:lnTo>
                  <a:pt x="9531" y="11556"/>
                </a:lnTo>
                <a:moveTo>
                  <a:pt x="9531" y="12630"/>
                </a:moveTo>
                <a:lnTo>
                  <a:pt x="10430" y="12630"/>
                </a:lnTo>
                <a:lnTo>
                  <a:pt x="10430" y="13583"/>
                </a:lnTo>
                <a:lnTo>
                  <a:pt x="9531" y="13583"/>
                </a:lnTo>
                <a:lnTo>
                  <a:pt x="9531" y="12630"/>
                </a:lnTo>
                <a:moveTo>
                  <a:pt x="9531" y="13651"/>
                </a:moveTo>
                <a:lnTo>
                  <a:pt x="10430" y="13651"/>
                </a:lnTo>
                <a:lnTo>
                  <a:pt x="10430" y="14657"/>
                </a:lnTo>
                <a:lnTo>
                  <a:pt x="9531" y="14657"/>
                </a:lnTo>
                <a:lnTo>
                  <a:pt x="9531" y="13651"/>
                </a:lnTo>
                <a:moveTo>
                  <a:pt x="9531" y="14726"/>
                </a:moveTo>
                <a:lnTo>
                  <a:pt x="10430" y="14726"/>
                </a:lnTo>
                <a:lnTo>
                  <a:pt x="10430" y="15680"/>
                </a:lnTo>
                <a:lnTo>
                  <a:pt x="9531" y="15680"/>
                </a:lnTo>
                <a:lnTo>
                  <a:pt x="9531" y="14726"/>
                </a:lnTo>
                <a:moveTo>
                  <a:pt x="8403" y="55"/>
                </a:moveTo>
                <a:lnTo>
                  <a:pt x="9463" y="55"/>
                </a:lnTo>
                <a:lnTo>
                  <a:pt x="9463" y="1007"/>
                </a:lnTo>
                <a:lnTo>
                  <a:pt x="8403" y="1007"/>
                </a:lnTo>
                <a:lnTo>
                  <a:pt x="8403" y="55"/>
                </a:lnTo>
                <a:moveTo>
                  <a:pt x="8403" y="1076"/>
                </a:moveTo>
                <a:lnTo>
                  <a:pt x="9463" y="1076"/>
                </a:lnTo>
                <a:lnTo>
                  <a:pt x="9463" y="2082"/>
                </a:lnTo>
                <a:lnTo>
                  <a:pt x="8403" y="2082"/>
                </a:lnTo>
                <a:lnTo>
                  <a:pt x="8403" y="1076"/>
                </a:lnTo>
                <a:moveTo>
                  <a:pt x="8403" y="2150"/>
                </a:moveTo>
                <a:lnTo>
                  <a:pt x="9463" y="2150"/>
                </a:lnTo>
                <a:lnTo>
                  <a:pt x="9463" y="3104"/>
                </a:lnTo>
                <a:lnTo>
                  <a:pt x="8403" y="3104"/>
                </a:lnTo>
                <a:lnTo>
                  <a:pt x="8403" y="2150"/>
                </a:lnTo>
                <a:moveTo>
                  <a:pt x="8403" y="3172"/>
                </a:moveTo>
                <a:lnTo>
                  <a:pt x="9463" y="3172"/>
                </a:lnTo>
                <a:lnTo>
                  <a:pt x="9463" y="4178"/>
                </a:lnTo>
                <a:lnTo>
                  <a:pt x="8403" y="4178"/>
                </a:lnTo>
                <a:lnTo>
                  <a:pt x="8403" y="3172"/>
                </a:lnTo>
                <a:moveTo>
                  <a:pt x="8403" y="4247"/>
                </a:moveTo>
                <a:lnTo>
                  <a:pt x="9463" y="4247"/>
                </a:lnTo>
                <a:lnTo>
                  <a:pt x="9463" y="5200"/>
                </a:lnTo>
                <a:lnTo>
                  <a:pt x="8403" y="5200"/>
                </a:lnTo>
                <a:lnTo>
                  <a:pt x="8403" y="4247"/>
                </a:lnTo>
                <a:moveTo>
                  <a:pt x="8403" y="5268"/>
                </a:moveTo>
                <a:lnTo>
                  <a:pt x="9463" y="5268"/>
                </a:lnTo>
                <a:lnTo>
                  <a:pt x="9463" y="6274"/>
                </a:lnTo>
                <a:lnTo>
                  <a:pt x="8403" y="6274"/>
                </a:lnTo>
                <a:lnTo>
                  <a:pt x="8403" y="5268"/>
                </a:lnTo>
                <a:moveTo>
                  <a:pt x="8403" y="6342"/>
                </a:moveTo>
                <a:lnTo>
                  <a:pt x="9463" y="6342"/>
                </a:lnTo>
                <a:lnTo>
                  <a:pt x="9463" y="7296"/>
                </a:lnTo>
                <a:lnTo>
                  <a:pt x="8403" y="7296"/>
                </a:lnTo>
                <a:lnTo>
                  <a:pt x="8403" y="6342"/>
                </a:lnTo>
                <a:moveTo>
                  <a:pt x="8403" y="7364"/>
                </a:moveTo>
                <a:lnTo>
                  <a:pt x="9463" y="7364"/>
                </a:lnTo>
                <a:lnTo>
                  <a:pt x="9463" y="8369"/>
                </a:lnTo>
                <a:lnTo>
                  <a:pt x="8403" y="8369"/>
                </a:lnTo>
                <a:lnTo>
                  <a:pt x="8403" y="7364"/>
                </a:lnTo>
                <a:moveTo>
                  <a:pt x="8403" y="8438"/>
                </a:moveTo>
                <a:lnTo>
                  <a:pt x="9463" y="8438"/>
                </a:lnTo>
                <a:lnTo>
                  <a:pt x="9463" y="9391"/>
                </a:lnTo>
                <a:lnTo>
                  <a:pt x="8403" y="9391"/>
                </a:lnTo>
                <a:lnTo>
                  <a:pt x="8403" y="8438"/>
                </a:lnTo>
                <a:moveTo>
                  <a:pt x="8403" y="9459"/>
                </a:moveTo>
                <a:lnTo>
                  <a:pt x="9463" y="9459"/>
                </a:lnTo>
                <a:lnTo>
                  <a:pt x="9463" y="10465"/>
                </a:lnTo>
                <a:lnTo>
                  <a:pt x="8403" y="10465"/>
                </a:lnTo>
                <a:lnTo>
                  <a:pt x="8403" y="9459"/>
                </a:lnTo>
                <a:moveTo>
                  <a:pt x="8403" y="10533"/>
                </a:moveTo>
                <a:lnTo>
                  <a:pt x="9463" y="10533"/>
                </a:lnTo>
                <a:lnTo>
                  <a:pt x="9463" y="11487"/>
                </a:lnTo>
                <a:lnTo>
                  <a:pt x="8403" y="11487"/>
                </a:lnTo>
                <a:lnTo>
                  <a:pt x="8403" y="10533"/>
                </a:lnTo>
                <a:moveTo>
                  <a:pt x="8403" y="11556"/>
                </a:moveTo>
                <a:lnTo>
                  <a:pt x="9463" y="11556"/>
                </a:lnTo>
                <a:lnTo>
                  <a:pt x="9463" y="12561"/>
                </a:lnTo>
                <a:lnTo>
                  <a:pt x="8403" y="12561"/>
                </a:lnTo>
                <a:lnTo>
                  <a:pt x="8403" y="11556"/>
                </a:lnTo>
                <a:moveTo>
                  <a:pt x="8403" y="12630"/>
                </a:moveTo>
                <a:lnTo>
                  <a:pt x="9463" y="12630"/>
                </a:lnTo>
                <a:lnTo>
                  <a:pt x="9463" y="13583"/>
                </a:lnTo>
                <a:lnTo>
                  <a:pt x="8403" y="13583"/>
                </a:lnTo>
                <a:lnTo>
                  <a:pt x="8403" y="12630"/>
                </a:lnTo>
                <a:moveTo>
                  <a:pt x="8403" y="13651"/>
                </a:moveTo>
                <a:lnTo>
                  <a:pt x="9463" y="13651"/>
                </a:lnTo>
                <a:lnTo>
                  <a:pt x="9463" y="14657"/>
                </a:lnTo>
                <a:lnTo>
                  <a:pt x="8403" y="14657"/>
                </a:lnTo>
                <a:lnTo>
                  <a:pt x="8403" y="13651"/>
                </a:lnTo>
                <a:moveTo>
                  <a:pt x="8403" y="14726"/>
                </a:moveTo>
                <a:lnTo>
                  <a:pt x="9463" y="14726"/>
                </a:lnTo>
                <a:lnTo>
                  <a:pt x="9463" y="15680"/>
                </a:lnTo>
                <a:lnTo>
                  <a:pt x="8403" y="15680"/>
                </a:lnTo>
                <a:lnTo>
                  <a:pt x="8403" y="14726"/>
                </a:lnTo>
                <a:moveTo>
                  <a:pt x="7436" y="55"/>
                </a:moveTo>
                <a:lnTo>
                  <a:pt x="8335" y="55"/>
                </a:lnTo>
                <a:lnTo>
                  <a:pt x="8335" y="1007"/>
                </a:lnTo>
                <a:lnTo>
                  <a:pt x="7436" y="1007"/>
                </a:lnTo>
                <a:lnTo>
                  <a:pt x="7436" y="55"/>
                </a:lnTo>
                <a:moveTo>
                  <a:pt x="7436" y="1076"/>
                </a:moveTo>
                <a:lnTo>
                  <a:pt x="8335" y="1076"/>
                </a:lnTo>
                <a:lnTo>
                  <a:pt x="8335" y="2082"/>
                </a:lnTo>
                <a:lnTo>
                  <a:pt x="7436" y="2082"/>
                </a:lnTo>
                <a:lnTo>
                  <a:pt x="7436" y="1076"/>
                </a:lnTo>
                <a:moveTo>
                  <a:pt x="7436" y="2150"/>
                </a:moveTo>
                <a:lnTo>
                  <a:pt x="8335" y="2150"/>
                </a:lnTo>
                <a:lnTo>
                  <a:pt x="8335" y="3104"/>
                </a:lnTo>
                <a:lnTo>
                  <a:pt x="7436" y="3104"/>
                </a:lnTo>
                <a:lnTo>
                  <a:pt x="7436" y="2150"/>
                </a:lnTo>
                <a:moveTo>
                  <a:pt x="7436" y="3172"/>
                </a:moveTo>
                <a:lnTo>
                  <a:pt x="8335" y="3172"/>
                </a:lnTo>
                <a:lnTo>
                  <a:pt x="8335" y="4178"/>
                </a:lnTo>
                <a:lnTo>
                  <a:pt x="7436" y="4178"/>
                </a:lnTo>
                <a:lnTo>
                  <a:pt x="7436" y="3172"/>
                </a:lnTo>
                <a:moveTo>
                  <a:pt x="7436" y="4247"/>
                </a:moveTo>
                <a:lnTo>
                  <a:pt x="8335" y="4247"/>
                </a:lnTo>
                <a:lnTo>
                  <a:pt x="8335" y="5200"/>
                </a:lnTo>
                <a:lnTo>
                  <a:pt x="7436" y="5200"/>
                </a:lnTo>
                <a:lnTo>
                  <a:pt x="7436" y="4247"/>
                </a:lnTo>
                <a:moveTo>
                  <a:pt x="7436" y="5268"/>
                </a:moveTo>
                <a:lnTo>
                  <a:pt x="8335" y="5268"/>
                </a:lnTo>
                <a:lnTo>
                  <a:pt x="8335" y="6274"/>
                </a:lnTo>
                <a:lnTo>
                  <a:pt x="7436" y="6274"/>
                </a:lnTo>
                <a:lnTo>
                  <a:pt x="7436" y="5268"/>
                </a:lnTo>
                <a:moveTo>
                  <a:pt x="7436" y="6342"/>
                </a:moveTo>
                <a:lnTo>
                  <a:pt x="8335" y="6342"/>
                </a:lnTo>
                <a:lnTo>
                  <a:pt x="8335" y="7296"/>
                </a:lnTo>
                <a:lnTo>
                  <a:pt x="7436" y="7296"/>
                </a:lnTo>
                <a:lnTo>
                  <a:pt x="7436" y="6342"/>
                </a:lnTo>
                <a:moveTo>
                  <a:pt x="7436" y="7364"/>
                </a:moveTo>
                <a:lnTo>
                  <a:pt x="8335" y="7364"/>
                </a:lnTo>
                <a:lnTo>
                  <a:pt x="8335" y="8369"/>
                </a:lnTo>
                <a:lnTo>
                  <a:pt x="7436" y="8369"/>
                </a:lnTo>
                <a:lnTo>
                  <a:pt x="7436" y="7364"/>
                </a:lnTo>
                <a:moveTo>
                  <a:pt x="7436" y="8438"/>
                </a:moveTo>
                <a:lnTo>
                  <a:pt x="8335" y="8438"/>
                </a:lnTo>
                <a:lnTo>
                  <a:pt x="8335" y="9391"/>
                </a:lnTo>
                <a:lnTo>
                  <a:pt x="7436" y="9391"/>
                </a:lnTo>
                <a:lnTo>
                  <a:pt x="7436" y="8438"/>
                </a:lnTo>
                <a:moveTo>
                  <a:pt x="7436" y="9459"/>
                </a:moveTo>
                <a:lnTo>
                  <a:pt x="8335" y="9459"/>
                </a:lnTo>
                <a:lnTo>
                  <a:pt x="8335" y="10465"/>
                </a:lnTo>
                <a:lnTo>
                  <a:pt x="7436" y="10465"/>
                </a:lnTo>
                <a:lnTo>
                  <a:pt x="7436" y="9459"/>
                </a:lnTo>
                <a:moveTo>
                  <a:pt x="7436" y="10533"/>
                </a:moveTo>
                <a:lnTo>
                  <a:pt x="8335" y="10533"/>
                </a:lnTo>
                <a:lnTo>
                  <a:pt x="8335" y="11487"/>
                </a:lnTo>
                <a:lnTo>
                  <a:pt x="7436" y="11487"/>
                </a:lnTo>
                <a:lnTo>
                  <a:pt x="7436" y="10533"/>
                </a:lnTo>
                <a:moveTo>
                  <a:pt x="7436" y="11556"/>
                </a:moveTo>
                <a:lnTo>
                  <a:pt x="8335" y="11556"/>
                </a:lnTo>
                <a:lnTo>
                  <a:pt x="8335" y="12561"/>
                </a:lnTo>
                <a:lnTo>
                  <a:pt x="7436" y="12561"/>
                </a:lnTo>
                <a:lnTo>
                  <a:pt x="7436" y="11556"/>
                </a:lnTo>
                <a:moveTo>
                  <a:pt x="7436" y="12630"/>
                </a:moveTo>
                <a:lnTo>
                  <a:pt x="8335" y="12630"/>
                </a:lnTo>
                <a:lnTo>
                  <a:pt x="8335" y="13583"/>
                </a:lnTo>
                <a:lnTo>
                  <a:pt x="7436" y="13583"/>
                </a:lnTo>
                <a:lnTo>
                  <a:pt x="7436" y="12630"/>
                </a:lnTo>
                <a:moveTo>
                  <a:pt x="7436" y="13651"/>
                </a:moveTo>
                <a:lnTo>
                  <a:pt x="8335" y="13651"/>
                </a:lnTo>
                <a:lnTo>
                  <a:pt x="8335" y="14657"/>
                </a:lnTo>
                <a:lnTo>
                  <a:pt x="7436" y="14657"/>
                </a:lnTo>
                <a:lnTo>
                  <a:pt x="7436" y="13651"/>
                </a:lnTo>
                <a:moveTo>
                  <a:pt x="7436" y="14726"/>
                </a:moveTo>
                <a:lnTo>
                  <a:pt x="8335" y="14726"/>
                </a:lnTo>
                <a:lnTo>
                  <a:pt x="8335" y="15680"/>
                </a:lnTo>
                <a:lnTo>
                  <a:pt x="7436" y="15680"/>
                </a:lnTo>
                <a:lnTo>
                  <a:pt x="7436" y="14726"/>
                </a:lnTo>
                <a:moveTo>
                  <a:pt x="6308" y="55"/>
                </a:moveTo>
                <a:lnTo>
                  <a:pt x="7366" y="55"/>
                </a:lnTo>
                <a:lnTo>
                  <a:pt x="7366" y="1007"/>
                </a:lnTo>
                <a:lnTo>
                  <a:pt x="6308" y="1007"/>
                </a:lnTo>
                <a:lnTo>
                  <a:pt x="6308" y="55"/>
                </a:lnTo>
                <a:moveTo>
                  <a:pt x="6308" y="1076"/>
                </a:moveTo>
                <a:lnTo>
                  <a:pt x="7366" y="1076"/>
                </a:lnTo>
                <a:lnTo>
                  <a:pt x="7366" y="2082"/>
                </a:lnTo>
                <a:lnTo>
                  <a:pt x="6308" y="2082"/>
                </a:lnTo>
                <a:lnTo>
                  <a:pt x="6308" y="1076"/>
                </a:lnTo>
                <a:moveTo>
                  <a:pt x="6308" y="2150"/>
                </a:moveTo>
                <a:lnTo>
                  <a:pt x="7366" y="2150"/>
                </a:lnTo>
                <a:lnTo>
                  <a:pt x="7366" y="3104"/>
                </a:lnTo>
                <a:lnTo>
                  <a:pt x="6308" y="3104"/>
                </a:lnTo>
                <a:lnTo>
                  <a:pt x="6308" y="2150"/>
                </a:lnTo>
                <a:moveTo>
                  <a:pt x="6308" y="3172"/>
                </a:moveTo>
                <a:lnTo>
                  <a:pt x="7366" y="3172"/>
                </a:lnTo>
                <a:lnTo>
                  <a:pt x="7366" y="4178"/>
                </a:lnTo>
                <a:lnTo>
                  <a:pt x="6308" y="4178"/>
                </a:lnTo>
                <a:lnTo>
                  <a:pt x="6308" y="3172"/>
                </a:lnTo>
                <a:moveTo>
                  <a:pt x="6308" y="4247"/>
                </a:moveTo>
                <a:lnTo>
                  <a:pt x="7366" y="4247"/>
                </a:lnTo>
                <a:lnTo>
                  <a:pt x="7366" y="5200"/>
                </a:lnTo>
                <a:lnTo>
                  <a:pt x="6308" y="5200"/>
                </a:lnTo>
                <a:lnTo>
                  <a:pt x="6308" y="4247"/>
                </a:lnTo>
                <a:moveTo>
                  <a:pt x="6308" y="5268"/>
                </a:moveTo>
                <a:lnTo>
                  <a:pt x="7366" y="5268"/>
                </a:lnTo>
                <a:lnTo>
                  <a:pt x="7366" y="6274"/>
                </a:lnTo>
                <a:lnTo>
                  <a:pt x="6308" y="6274"/>
                </a:lnTo>
                <a:lnTo>
                  <a:pt x="6308" y="5268"/>
                </a:lnTo>
                <a:moveTo>
                  <a:pt x="6308" y="6342"/>
                </a:moveTo>
                <a:lnTo>
                  <a:pt x="7366" y="6342"/>
                </a:lnTo>
                <a:lnTo>
                  <a:pt x="7366" y="7296"/>
                </a:lnTo>
                <a:lnTo>
                  <a:pt x="6308" y="7296"/>
                </a:lnTo>
                <a:lnTo>
                  <a:pt x="6308" y="6342"/>
                </a:lnTo>
                <a:moveTo>
                  <a:pt x="6308" y="7364"/>
                </a:moveTo>
                <a:lnTo>
                  <a:pt x="7366" y="7364"/>
                </a:lnTo>
                <a:lnTo>
                  <a:pt x="7366" y="8369"/>
                </a:lnTo>
                <a:lnTo>
                  <a:pt x="6308" y="8369"/>
                </a:lnTo>
                <a:lnTo>
                  <a:pt x="6308" y="7364"/>
                </a:lnTo>
                <a:moveTo>
                  <a:pt x="6308" y="8438"/>
                </a:moveTo>
                <a:lnTo>
                  <a:pt x="7366" y="8438"/>
                </a:lnTo>
                <a:lnTo>
                  <a:pt x="7366" y="9391"/>
                </a:lnTo>
                <a:lnTo>
                  <a:pt x="6308" y="9391"/>
                </a:lnTo>
                <a:lnTo>
                  <a:pt x="6308" y="8438"/>
                </a:lnTo>
                <a:moveTo>
                  <a:pt x="6308" y="9459"/>
                </a:moveTo>
                <a:lnTo>
                  <a:pt x="7366" y="9459"/>
                </a:lnTo>
                <a:lnTo>
                  <a:pt x="7366" y="10465"/>
                </a:lnTo>
                <a:lnTo>
                  <a:pt x="6308" y="10465"/>
                </a:lnTo>
                <a:lnTo>
                  <a:pt x="6308" y="9459"/>
                </a:lnTo>
                <a:moveTo>
                  <a:pt x="6308" y="10533"/>
                </a:moveTo>
                <a:lnTo>
                  <a:pt x="7366" y="10533"/>
                </a:lnTo>
                <a:lnTo>
                  <a:pt x="7366" y="11487"/>
                </a:lnTo>
                <a:lnTo>
                  <a:pt x="6308" y="11487"/>
                </a:lnTo>
                <a:lnTo>
                  <a:pt x="6308" y="10533"/>
                </a:lnTo>
                <a:moveTo>
                  <a:pt x="6308" y="11556"/>
                </a:moveTo>
                <a:lnTo>
                  <a:pt x="7366" y="11556"/>
                </a:lnTo>
                <a:lnTo>
                  <a:pt x="7366" y="12561"/>
                </a:lnTo>
                <a:lnTo>
                  <a:pt x="6308" y="12561"/>
                </a:lnTo>
                <a:lnTo>
                  <a:pt x="6308" y="11556"/>
                </a:lnTo>
                <a:moveTo>
                  <a:pt x="6308" y="12630"/>
                </a:moveTo>
                <a:lnTo>
                  <a:pt x="7366" y="12630"/>
                </a:lnTo>
                <a:lnTo>
                  <a:pt x="7366" y="13583"/>
                </a:lnTo>
                <a:lnTo>
                  <a:pt x="6308" y="13583"/>
                </a:lnTo>
                <a:lnTo>
                  <a:pt x="6308" y="12630"/>
                </a:lnTo>
                <a:moveTo>
                  <a:pt x="6308" y="13651"/>
                </a:moveTo>
                <a:lnTo>
                  <a:pt x="7366" y="13651"/>
                </a:lnTo>
                <a:lnTo>
                  <a:pt x="7366" y="14657"/>
                </a:lnTo>
                <a:lnTo>
                  <a:pt x="6308" y="14657"/>
                </a:lnTo>
                <a:lnTo>
                  <a:pt x="6308" y="13651"/>
                </a:lnTo>
                <a:moveTo>
                  <a:pt x="6308" y="14726"/>
                </a:moveTo>
                <a:lnTo>
                  <a:pt x="7366" y="14726"/>
                </a:lnTo>
                <a:lnTo>
                  <a:pt x="7366" y="15680"/>
                </a:lnTo>
                <a:lnTo>
                  <a:pt x="6308" y="15680"/>
                </a:lnTo>
                <a:lnTo>
                  <a:pt x="6308" y="14726"/>
                </a:lnTo>
                <a:moveTo>
                  <a:pt x="5339" y="55"/>
                </a:moveTo>
                <a:lnTo>
                  <a:pt x="6238" y="55"/>
                </a:lnTo>
                <a:lnTo>
                  <a:pt x="6238" y="1007"/>
                </a:lnTo>
                <a:lnTo>
                  <a:pt x="5339" y="1007"/>
                </a:lnTo>
                <a:lnTo>
                  <a:pt x="5339" y="55"/>
                </a:lnTo>
                <a:moveTo>
                  <a:pt x="5339" y="1076"/>
                </a:moveTo>
                <a:lnTo>
                  <a:pt x="6238" y="1076"/>
                </a:lnTo>
                <a:lnTo>
                  <a:pt x="6238" y="2082"/>
                </a:lnTo>
                <a:lnTo>
                  <a:pt x="5339" y="2082"/>
                </a:lnTo>
                <a:lnTo>
                  <a:pt x="5339" y="1076"/>
                </a:lnTo>
                <a:moveTo>
                  <a:pt x="5339" y="2150"/>
                </a:moveTo>
                <a:lnTo>
                  <a:pt x="6238" y="2150"/>
                </a:lnTo>
                <a:lnTo>
                  <a:pt x="6238" y="3104"/>
                </a:lnTo>
                <a:lnTo>
                  <a:pt x="5339" y="3104"/>
                </a:lnTo>
                <a:lnTo>
                  <a:pt x="5339" y="2150"/>
                </a:lnTo>
                <a:moveTo>
                  <a:pt x="5339" y="3172"/>
                </a:moveTo>
                <a:lnTo>
                  <a:pt x="6238" y="3172"/>
                </a:lnTo>
                <a:lnTo>
                  <a:pt x="6238" y="4178"/>
                </a:lnTo>
                <a:lnTo>
                  <a:pt x="5339" y="4178"/>
                </a:lnTo>
                <a:lnTo>
                  <a:pt x="5339" y="3172"/>
                </a:lnTo>
                <a:moveTo>
                  <a:pt x="5339" y="4247"/>
                </a:moveTo>
                <a:lnTo>
                  <a:pt x="6238" y="4247"/>
                </a:lnTo>
                <a:lnTo>
                  <a:pt x="6238" y="5200"/>
                </a:lnTo>
                <a:lnTo>
                  <a:pt x="5339" y="5200"/>
                </a:lnTo>
                <a:lnTo>
                  <a:pt x="5339" y="4247"/>
                </a:lnTo>
                <a:moveTo>
                  <a:pt x="5339" y="5268"/>
                </a:moveTo>
                <a:lnTo>
                  <a:pt x="6238" y="5268"/>
                </a:lnTo>
                <a:lnTo>
                  <a:pt x="6238" y="6274"/>
                </a:lnTo>
                <a:lnTo>
                  <a:pt x="5339" y="6274"/>
                </a:lnTo>
                <a:lnTo>
                  <a:pt x="5339" y="5268"/>
                </a:lnTo>
                <a:moveTo>
                  <a:pt x="5339" y="6342"/>
                </a:moveTo>
                <a:lnTo>
                  <a:pt x="6238" y="6342"/>
                </a:lnTo>
                <a:lnTo>
                  <a:pt x="6238" y="7296"/>
                </a:lnTo>
                <a:lnTo>
                  <a:pt x="5339" y="7296"/>
                </a:lnTo>
                <a:lnTo>
                  <a:pt x="5339" y="6342"/>
                </a:lnTo>
                <a:moveTo>
                  <a:pt x="5339" y="7364"/>
                </a:moveTo>
                <a:lnTo>
                  <a:pt x="6238" y="7364"/>
                </a:lnTo>
                <a:lnTo>
                  <a:pt x="6238" y="8369"/>
                </a:lnTo>
                <a:lnTo>
                  <a:pt x="5339" y="8369"/>
                </a:lnTo>
                <a:lnTo>
                  <a:pt x="5339" y="7364"/>
                </a:lnTo>
                <a:moveTo>
                  <a:pt x="5339" y="8438"/>
                </a:moveTo>
                <a:lnTo>
                  <a:pt x="6238" y="8438"/>
                </a:lnTo>
                <a:lnTo>
                  <a:pt x="6238" y="9391"/>
                </a:lnTo>
                <a:lnTo>
                  <a:pt x="5339" y="9391"/>
                </a:lnTo>
                <a:lnTo>
                  <a:pt x="5339" y="8438"/>
                </a:lnTo>
                <a:moveTo>
                  <a:pt x="5339" y="9459"/>
                </a:moveTo>
                <a:lnTo>
                  <a:pt x="6238" y="9459"/>
                </a:lnTo>
                <a:lnTo>
                  <a:pt x="6238" y="10465"/>
                </a:lnTo>
                <a:lnTo>
                  <a:pt x="5339" y="10465"/>
                </a:lnTo>
                <a:lnTo>
                  <a:pt x="5339" y="9459"/>
                </a:lnTo>
                <a:moveTo>
                  <a:pt x="5339" y="10533"/>
                </a:moveTo>
                <a:lnTo>
                  <a:pt x="6238" y="10533"/>
                </a:lnTo>
                <a:lnTo>
                  <a:pt x="6238" y="11487"/>
                </a:lnTo>
                <a:lnTo>
                  <a:pt x="5339" y="11487"/>
                </a:lnTo>
                <a:lnTo>
                  <a:pt x="5339" y="10533"/>
                </a:lnTo>
                <a:moveTo>
                  <a:pt x="5339" y="11556"/>
                </a:moveTo>
                <a:lnTo>
                  <a:pt x="6238" y="11556"/>
                </a:lnTo>
                <a:lnTo>
                  <a:pt x="6238" y="12561"/>
                </a:lnTo>
                <a:lnTo>
                  <a:pt x="5339" y="12561"/>
                </a:lnTo>
                <a:lnTo>
                  <a:pt x="5339" y="11556"/>
                </a:lnTo>
                <a:moveTo>
                  <a:pt x="5339" y="12630"/>
                </a:moveTo>
                <a:lnTo>
                  <a:pt x="6238" y="12630"/>
                </a:lnTo>
                <a:lnTo>
                  <a:pt x="6238" y="13583"/>
                </a:lnTo>
                <a:lnTo>
                  <a:pt x="5339" y="13583"/>
                </a:lnTo>
                <a:lnTo>
                  <a:pt x="5339" y="12630"/>
                </a:lnTo>
                <a:moveTo>
                  <a:pt x="5339" y="13651"/>
                </a:moveTo>
                <a:lnTo>
                  <a:pt x="6238" y="13651"/>
                </a:lnTo>
                <a:lnTo>
                  <a:pt x="6238" y="14657"/>
                </a:lnTo>
                <a:lnTo>
                  <a:pt x="5339" y="14657"/>
                </a:lnTo>
                <a:lnTo>
                  <a:pt x="5339" y="13651"/>
                </a:lnTo>
                <a:moveTo>
                  <a:pt x="5339" y="14726"/>
                </a:moveTo>
                <a:lnTo>
                  <a:pt x="6238" y="14726"/>
                </a:lnTo>
                <a:lnTo>
                  <a:pt x="6238" y="15680"/>
                </a:lnTo>
                <a:lnTo>
                  <a:pt x="5339" y="15680"/>
                </a:lnTo>
                <a:lnTo>
                  <a:pt x="5339" y="14726"/>
                </a:lnTo>
                <a:moveTo>
                  <a:pt x="4211" y="55"/>
                </a:moveTo>
                <a:lnTo>
                  <a:pt x="5271" y="55"/>
                </a:lnTo>
                <a:lnTo>
                  <a:pt x="5271" y="1007"/>
                </a:lnTo>
                <a:lnTo>
                  <a:pt x="4211" y="1007"/>
                </a:lnTo>
                <a:lnTo>
                  <a:pt x="4211" y="55"/>
                </a:lnTo>
                <a:moveTo>
                  <a:pt x="4211" y="1076"/>
                </a:moveTo>
                <a:lnTo>
                  <a:pt x="5271" y="1076"/>
                </a:lnTo>
                <a:lnTo>
                  <a:pt x="5271" y="2082"/>
                </a:lnTo>
                <a:lnTo>
                  <a:pt x="4211" y="2082"/>
                </a:lnTo>
                <a:lnTo>
                  <a:pt x="4211" y="1076"/>
                </a:lnTo>
                <a:moveTo>
                  <a:pt x="4211" y="2150"/>
                </a:moveTo>
                <a:lnTo>
                  <a:pt x="5271" y="2150"/>
                </a:lnTo>
                <a:lnTo>
                  <a:pt x="5271" y="3104"/>
                </a:lnTo>
                <a:lnTo>
                  <a:pt x="4211" y="3104"/>
                </a:lnTo>
                <a:lnTo>
                  <a:pt x="4211" y="2150"/>
                </a:lnTo>
                <a:moveTo>
                  <a:pt x="4211" y="3172"/>
                </a:moveTo>
                <a:lnTo>
                  <a:pt x="5271" y="3172"/>
                </a:lnTo>
                <a:lnTo>
                  <a:pt x="5271" y="4178"/>
                </a:lnTo>
                <a:lnTo>
                  <a:pt x="4211" y="4178"/>
                </a:lnTo>
                <a:lnTo>
                  <a:pt x="4211" y="3172"/>
                </a:lnTo>
                <a:moveTo>
                  <a:pt x="4211" y="4247"/>
                </a:moveTo>
                <a:lnTo>
                  <a:pt x="5271" y="4247"/>
                </a:lnTo>
                <a:lnTo>
                  <a:pt x="5271" y="5200"/>
                </a:lnTo>
                <a:lnTo>
                  <a:pt x="4211" y="5200"/>
                </a:lnTo>
                <a:lnTo>
                  <a:pt x="4211" y="4247"/>
                </a:lnTo>
                <a:moveTo>
                  <a:pt x="4211" y="5268"/>
                </a:moveTo>
                <a:lnTo>
                  <a:pt x="5271" y="5268"/>
                </a:lnTo>
                <a:lnTo>
                  <a:pt x="5271" y="6274"/>
                </a:lnTo>
                <a:lnTo>
                  <a:pt x="4211" y="6274"/>
                </a:lnTo>
                <a:lnTo>
                  <a:pt x="4211" y="5268"/>
                </a:lnTo>
                <a:moveTo>
                  <a:pt x="4211" y="6342"/>
                </a:moveTo>
                <a:lnTo>
                  <a:pt x="5271" y="6342"/>
                </a:lnTo>
                <a:lnTo>
                  <a:pt x="5271" y="7296"/>
                </a:lnTo>
                <a:lnTo>
                  <a:pt x="4211" y="7296"/>
                </a:lnTo>
                <a:lnTo>
                  <a:pt x="4211" y="6342"/>
                </a:lnTo>
                <a:moveTo>
                  <a:pt x="4211" y="7364"/>
                </a:moveTo>
                <a:lnTo>
                  <a:pt x="5271" y="7364"/>
                </a:lnTo>
                <a:lnTo>
                  <a:pt x="5271" y="8369"/>
                </a:lnTo>
                <a:lnTo>
                  <a:pt x="4211" y="8369"/>
                </a:lnTo>
                <a:lnTo>
                  <a:pt x="4211" y="7364"/>
                </a:lnTo>
                <a:moveTo>
                  <a:pt x="4211" y="8438"/>
                </a:moveTo>
                <a:lnTo>
                  <a:pt x="5271" y="8438"/>
                </a:lnTo>
                <a:lnTo>
                  <a:pt x="5271" y="9391"/>
                </a:lnTo>
                <a:lnTo>
                  <a:pt x="4211" y="9391"/>
                </a:lnTo>
                <a:lnTo>
                  <a:pt x="4211" y="8438"/>
                </a:lnTo>
                <a:moveTo>
                  <a:pt x="4211" y="9459"/>
                </a:moveTo>
                <a:lnTo>
                  <a:pt x="5271" y="9459"/>
                </a:lnTo>
                <a:lnTo>
                  <a:pt x="5271" y="10465"/>
                </a:lnTo>
                <a:lnTo>
                  <a:pt x="4211" y="10465"/>
                </a:lnTo>
                <a:lnTo>
                  <a:pt x="4211" y="9459"/>
                </a:lnTo>
                <a:moveTo>
                  <a:pt x="4211" y="10533"/>
                </a:moveTo>
                <a:lnTo>
                  <a:pt x="5271" y="10533"/>
                </a:lnTo>
                <a:lnTo>
                  <a:pt x="5271" y="11487"/>
                </a:lnTo>
                <a:lnTo>
                  <a:pt x="4211" y="11487"/>
                </a:lnTo>
                <a:lnTo>
                  <a:pt x="4211" y="10533"/>
                </a:lnTo>
                <a:moveTo>
                  <a:pt x="4211" y="11556"/>
                </a:moveTo>
                <a:lnTo>
                  <a:pt x="5271" y="11556"/>
                </a:lnTo>
                <a:lnTo>
                  <a:pt x="5271" y="12561"/>
                </a:lnTo>
                <a:lnTo>
                  <a:pt x="4211" y="12561"/>
                </a:lnTo>
                <a:lnTo>
                  <a:pt x="4211" y="11556"/>
                </a:lnTo>
                <a:moveTo>
                  <a:pt x="4211" y="12630"/>
                </a:moveTo>
                <a:lnTo>
                  <a:pt x="5271" y="12630"/>
                </a:lnTo>
                <a:lnTo>
                  <a:pt x="5271" y="13583"/>
                </a:lnTo>
                <a:lnTo>
                  <a:pt x="4211" y="13583"/>
                </a:lnTo>
                <a:lnTo>
                  <a:pt x="4211" y="12630"/>
                </a:lnTo>
                <a:moveTo>
                  <a:pt x="4211" y="13651"/>
                </a:moveTo>
                <a:lnTo>
                  <a:pt x="5271" y="13651"/>
                </a:lnTo>
                <a:lnTo>
                  <a:pt x="5271" y="14657"/>
                </a:lnTo>
                <a:lnTo>
                  <a:pt x="4211" y="14657"/>
                </a:lnTo>
                <a:lnTo>
                  <a:pt x="4211" y="13651"/>
                </a:lnTo>
                <a:moveTo>
                  <a:pt x="4211" y="14726"/>
                </a:moveTo>
                <a:lnTo>
                  <a:pt x="5271" y="14726"/>
                </a:lnTo>
                <a:lnTo>
                  <a:pt x="5271" y="15680"/>
                </a:lnTo>
                <a:lnTo>
                  <a:pt x="4211" y="15680"/>
                </a:lnTo>
                <a:lnTo>
                  <a:pt x="4211" y="14726"/>
                </a:lnTo>
                <a:moveTo>
                  <a:pt x="3244" y="55"/>
                </a:moveTo>
                <a:lnTo>
                  <a:pt x="4143" y="55"/>
                </a:lnTo>
                <a:lnTo>
                  <a:pt x="4143" y="1007"/>
                </a:lnTo>
                <a:lnTo>
                  <a:pt x="3244" y="1007"/>
                </a:lnTo>
                <a:lnTo>
                  <a:pt x="3244" y="55"/>
                </a:lnTo>
                <a:moveTo>
                  <a:pt x="3244" y="1076"/>
                </a:moveTo>
                <a:lnTo>
                  <a:pt x="4143" y="1076"/>
                </a:lnTo>
                <a:lnTo>
                  <a:pt x="4143" y="2082"/>
                </a:lnTo>
                <a:lnTo>
                  <a:pt x="3244" y="2082"/>
                </a:lnTo>
                <a:lnTo>
                  <a:pt x="3244" y="1076"/>
                </a:lnTo>
                <a:moveTo>
                  <a:pt x="3244" y="2150"/>
                </a:moveTo>
                <a:lnTo>
                  <a:pt x="4143" y="2150"/>
                </a:lnTo>
                <a:lnTo>
                  <a:pt x="4143" y="3104"/>
                </a:lnTo>
                <a:lnTo>
                  <a:pt x="3244" y="3104"/>
                </a:lnTo>
                <a:lnTo>
                  <a:pt x="3244" y="2150"/>
                </a:lnTo>
                <a:moveTo>
                  <a:pt x="3244" y="3172"/>
                </a:moveTo>
                <a:lnTo>
                  <a:pt x="4143" y="3172"/>
                </a:lnTo>
                <a:lnTo>
                  <a:pt x="4143" y="4178"/>
                </a:lnTo>
                <a:lnTo>
                  <a:pt x="3244" y="4178"/>
                </a:lnTo>
                <a:lnTo>
                  <a:pt x="3244" y="3172"/>
                </a:lnTo>
                <a:moveTo>
                  <a:pt x="3244" y="4247"/>
                </a:moveTo>
                <a:lnTo>
                  <a:pt x="4143" y="4247"/>
                </a:lnTo>
                <a:lnTo>
                  <a:pt x="4143" y="5200"/>
                </a:lnTo>
                <a:lnTo>
                  <a:pt x="3244" y="5200"/>
                </a:lnTo>
                <a:lnTo>
                  <a:pt x="3244" y="4247"/>
                </a:lnTo>
                <a:moveTo>
                  <a:pt x="3244" y="5268"/>
                </a:moveTo>
                <a:lnTo>
                  <a:pt x="4143" y="5268"/>
                </a:lnTo>
                <a:lnTo>
                  <a:pt x="4143" y="6274"/>
                </a:lnTo>
                <a:lnTo>
                  <a:pt x="3244" y="6274"/>
                </a:lnTo>
                <a:lnTo>
                  <a:pt x="3244" y="5268"/>
                </a:lnTo>
                <a:moveTo>
                  <a:pt x="3244" y="6342"/>
                </a:moveTo>
                <a:lnTo>
                  <a:pt x="4143" y="6342"/>
                </a:lnTo>
                <a:lnTo>
                  <a:pt x="4143" y="7296"/>
                </a:lnTo>
                <a:lnTo>
                  <a:pt x="3244" y="7296"/>
                </a:lnTo>
                <a:lnTo>
                  <a:pt x="3244" y="6342"/>
                </a:lnTo>
                <a:moveTo>
                  <a:pt x="3244" y="7364"/>
                </a:moveTo>
                <a:lnTo>
                  <a:pt x="4143" y="7364"/>
                </a:lnTo>
                <a:lnTo>
                  <a:pt x="4143" y="8369"/>
                </a:lnTo>
                <a:lnTo>
                  <a:pt x="3244" y="8369"/>
                </a:lnTo>
                <a:lnTo>
                  <a:pt x="3244" y="7364"/>
                </a:lnTo>
                <a:moveTo>
                  <a:pt x="3244" y="8438"/>
                </a:moveTo>
                <a:lnTo>
                  <a:pt x="4143" y="8438"/>
                </a:lnTo>
                <a:lnTo>
                  <a:pt x="4143" y="9391"/>
                </a:lnTo>
                <a:lnTo>
                  <a:pt x="3244" y="9391"/>
                </a:lnTo>
                <a:lnTo>
                  <a:pt x="3244" y="8438"/>
                </a:lnTo>
                <a:moveTo>
                  <a:pt x="3244" y="9459"/>
                </a:moveTo>
                <a:lnTo>
                  <a:pt x="4143" y="9459"/>
                </a:lnTo>
                <a:lnTo>
                  <a:pt x="4143" y="10465"/>
                </a:lnTo>
                <a:lnTo>
                  <a:pt x="3244" y="10465"/>
                </a:lnTo>
                <a:lnTo>
                  <a:pt x="3244" y="9459"/>
                </a:lnTo>
                <a:moveTo>
                  <a:pt x="3244" y="10533"/>
                </a:moveTo>
                <a:lnTo>
                  <a:pt x="4143" y="10533"/>
                </a:lnTo>
                <a:lnTo>
                  <a:pt x="4143" y="11487"/>
                </a:lnTo>
                <a:lnTo>
                  <a:pt x="3244" y="11487"/>
                </a:lnTo>
                <a:lnTo>
                  <a:pt x="3244" y="10533"/>
                </a:lnTo>
                <a:moveTo>
                  <a:pt x="3244" y="11556"/>
                </a:moveTo>
                <a:lnTo>
                  <a:pt x="4143" y="11556"/>
                </a:lnTo>
                <a:lnTo>
                  <a:pt x="4143" y="12561"/>
                </a:lnTo>
                <a:lnTo>
                  <a:pt x="3244" y="12561"/>
                </a:lnTo>
                <a:lnTo>
                  <a:pt x="3244" y="11556"/>
                </a:lnTo>
                <a:moveTo>
                  <a:pt x="3244" y="12630"/>
                </a:moveTo>
                <a:lnTo>
                  <a:pt x="4143" y="12630"/>
                </a:lnTo>
                <a:lnTo>
                  <a:pt x="4143" y="13583"/>
                </a:lnTo>
                <a:lnTo>
                  <a:pt x="3244" y="13583"/>
                </a:lnTo>
                <a:lnTo>
                  <a:pt x="3244" y="12630"/>
                </a:lnTo>
                <a:moveTo>
                  <a:pt x="3244" y="13651"/>
                </a:moveTo>
                <a:lnTo>
                  <a:pt x="4143" y="13651"/>
                </a:lnTo>
                <a:lnTo>
                  <a:pt x="4143" y="14657"/>
                </a:lnTo>
                <a:lnTo>
                  <a:pt x="3244" y="14657"/>
                </a:lnTo>
                <a:lnTo>
                  <a:pt x="3244" y="13651"/>
                </a:lnTo>
                <a:moveTo>
                  <a:pt x="3244" y="14726"/>
                </a:moveTo>
                <a:lnTo>
                  <a:pt x="4143" y="14726"/>
                </a:lnTo>
                <a:lnTo>
                  <a:pt x="4143" y="15680"/>
                </a:lnTo>
                <a:lnTo>
                  <a:pt x="3244" y="15680"/>
                </a:lnTo>
                <a:lnTo>
                  <a:pt x="3244" y="14726"/>
                </a:lnTo>
                <a:moveTo>
                  <a:pt x="2115" y="55"/>
                </a:moveTo>
                <a:lnTo>
                  <a:pt x="3174" y="55"/>
                </a:lnTo>
                <a:lnTo>
                  <a:pt x="3174" y="1007"/>
                </a:lnTo>
                <a:lnTo>
                  <a:pt x="2115" y="1007"/>
                </a:lnTo>
                <a:lnTo>
                  <a:pt x="2115" y="55"/>
                </a:lnTo>
                <a:moveTo>
                  <a:pt x="2115" y="1076"/>
                </a:moveTo>
                <a:lnTo>
                  <a:pt x="3174" y="1076"/>
                </a:lnTo>
                <a:lnTo>
                  <a:pt x="3174" y="2082"/>
                </a:lnTo>
                <a:lnTo>
                  <a:pt x="2115" y="2082"/>
                </a:lnTo>
                <a:lnTo>
                  <a:pt x="2115" y="1076"/>
                </a:lnTo>
                <a:moveTo>
                  <a:pt x="2115" y="2150"/>
                </a:moveTo>
                <a:lnTo>
                  <a:pt x="3174" y="2150"/>
                </a:lnTo>
                <a:lnTo>
                  <a:pt x="3174" y="3104"/>
                </a:lnTo>
                <a:lnTo>
                  <a:pt x="2115" y="3104"/>
                </a:lnTo>
                <a:lnTo>
                  <a:pt x="2115" y="2150"/>
                </a:lnTo>
                <a:moveTo>
                  <a:pt x="2115" y="3172"/>
                </a:moveTo>
                <a:lnTo>
                  <a:pt x="3174" y="3172"/>
                </a:lnTo>
                <a:lnTo>
                  <a:pt x="3174" y="4178"/>
                </a:lnTo>
                <a:lnTo>
                  <a:pt x="2115" y="4178"/>
                </a:lnTo>
                <a:lnTo>
                  <a:pt x="2115" y="3172"/>
                </a:lnTo>
                <a:moveTo>
                  <a:pt x="2115" y="4247"/>
                </a:moveTo>
                <a:lnTo>
                  <a:pt x="3174" y="4247"/>
                </a:lnTo>
                <a:lnTo>
                  <a:pt x="3174" y="5200"/>
                </a:lnTo>
                <a:lnTo>
                  <a:pt x="2115" y="5200"/>
                </a:lnTo>
                <a:lnTo>
                  <a:pt x="2115" y="4247"/>
                </a:lnTo>
                <a:moveTo>
                  <a:pt x="2115" y="5268"/>
                </a:moveTo>
                <a:lnTo>
                  <a:pt x="3174" y="5268"/>
                </a:lnTo>
                <a:lnTo>
                  <a:pt x="3174" y="6274"/>
                </a:lnTo>
                <a:lnTo>
                  <a:pt x="2115" y="6274"/>
                </a:lnTo>
                <a:lnTo>
                  <a:pt x="2115" y="5268"/>
                </a:lnTo>
                <a:moveTo>
                  <a:pt x="2115" y="6342"/>
                </a:moveTo>
                <a:lnTo>
                  <a:pt x="3174" y="6342"/>
                </a:lnTo>
                <a:lnTo>
                  <a:pt x="3174" y="7296"/>
                </a:lnTo>
                <a:lnTo>
                  <a:pt x="2115" y="7296"/>
                </a:lnTo>
                <a:lnTo>
                  <a:pt x="2115" y="6342"/>
                </a:lnTo>
                <a:moveTo>
                  <a:pt x="2115" y="7364"/>
                </a:moveTo>
                <a:lnTo>
                  <a:pt x="3174" y="7364"/>
                </a:lnTo>
                <a:lnTo>
                  <a:pt x="3174" y="8369"/>
                </a:lnTo>
                <a:lnTo>
                  <a:pt x="2115" y="8369"/>
                </a:lnTo>
                <a:lnTo>
                  <a:pt x="2115" y="7364"/>
                </a:lnTo>
                <a:moveTo>
                  <a:pt x="2115" y="8438"/>
                </a:moveTo>
                <a:lnTo>
                  <a:pt x="3174" y="8438"/>
                </a:lnTo>
                <a:lnTo>
                  <a:pt x="3174" y="9391"/>
                </a:lnTo>
                <a:lnTo>
                  <a:pt x="2115" y="9391"/>
                </a:lnTo>
                <a:lnTo>
                  <a:pt x="2115" y="8438"/>
                </a:lnTo>
                <a:moveTo>
                  <a:pt x="2115" y="9459"/>
                </a:moveTo>
                <a:lnTo>
                  <a:pt x="3174" y="9459"/>
                </a:lnTo>
                <a:lnTo>
                  <a:pt x="3174" y="10465"/>
                </a:lnTo>
                <a:lnTo>
                  <a:pt x="2115" y="10465"/>
                </a:lnTo>
                <a:lnTo>
                  <a:pt x="2115" y="9459"/>
                </a:lnTo>
                <a:moveTo>
                  <a:pt x="2115" y="10533"/>
                </a:moveTo>
                <a:lnTo>
                  <a:pt x="3174" y="10533"/>
                </a:lnTo>
                <a:lnTo>
                  <a:pt x="3174" y="11487"/>
                </a:lnTo>
                <a:lnTo>
                  <a:pt x="2115" y="11487"/>
                </a:lnTo>
                <a:lnTo>
                  <a:pt x="2115" y="10533"/>
                </a:lnTo>
                <a:moveTo>
                  <a:pt x="2115" y="11556"/>
                </a:moveTo>
                <a:lnTo>
                  <a:pt x="3174" y="11556"/>
                </a:lnTo>
                <a:lnTo>
                  <a:pt x="3174" y="12561"/>
                </a:lnTo>
                <a:lnTo>
                  <a:pt x="2115" y="12561"/>
                </a:lnTo>
                <a:lnTo>
                  <a:pt x="2115" y="11556"/>
                </a:lnTo>
                <a:moveTo>
                  <a:pt x="2115" y="12630"/>
                </a:moveTo>
                <a:lnTo>
                  <a:pt x="3174" y="12630"/>
                </a:lnTo>
                <a:lnTo>
                  <a:pt x="3174" y="13583"/>
                </a:lnTo>
                <a:lnTo>
                  <a:pt x="2115" y="13583"/>
                </a:lnTo>
                <a:lnTo>
                  <a:pt x="2115" y="12630"/>
                </a:lnTo>
                <a:moveTo>
                  <a:pt x="2115" y="13651"/>
                </a:moveTo>
                <a:lnTo>
                  <a:pt x="3174" y="13651"/>
                </a:lnTo>
                <a:lnTo>
                  <a:pt x="3174" y="14657"/>
                </a:lnTo>
                <a:lnTo>
                  <a:pt x="2115" y="14657"/>
                </a:lnTo>
                <a:lnTo>
                  <a:pt x="2115" y="13651"/>
                </a:lnTo>
                <a:moveTo>
                  <a:pt x="2115" y="14726"/>
                </a:moveTo>
                <a:lnTo>
                  <a:pt x="3174" y="14726"/>
                </a:lnTo>
                <a:lnTo>
                  <a:pt x="3174" y="15680"/>
                </a:lnTo>
                <a:lnTo>
                  <a:pt x="2115" y="15680"/>
                </a:lnTo>
                <a:lnTo>
                  <a:pt x="2115" y="14726"/>
                </a:lnTo>
                <a:moveTo>
                  <a:pt x="1147" y="55"/>
                </a:moveTo>
                <a:lnTo>
                  <a:pt x="2046" y="55"/>
                </a:lnTo>
                <a:lnTo>
                  <a:pt x="2046" y="1007"/>
                </a:lnTo>
                <a:lnTo>
                  <a:pt x="1147" y="1007"/>
                </a:lnTo>
                <a:lnTo>
                  <a:pt x="1147" y="55"/>
                </a:lnTo>
                <a:moveTo>
                  <a:pt x="1147" y="1076"/>
                </a:moveTo>
                <a:lnTo>
                  <a:pt x="2046" y="1076"/>
                </a:lnTo>
                <a:lnTo>
                  <a:pt x="2046" y="2082"/>
                </a:lnTo>
                <a:lnTo>
                  <a:pt x="1147" y="2082"/>
                </a:lnTo>
                <a:lnTo>
                  <a:pt x="1147" y="1076"/>
                </a:lnTo>
                <a:moveTo>
                  <a:pt x="1147" y="2150"/>
                </a:moveTo>
                <a:lnTo>
                  <a:pt x="2046" y="2150"/>
                </a:lnTo>
                <a:lnTo>
                  <a:pt x="2046" y="3104"/>
                </a:lnTo>
                <a:lnTo>
                  <a:pt x="1147" y="3104"/>
                </a:lnTo>
                <a:lnTo>
                  <a:pt x="1147" y="2150"/>
                </a:lnTo>
                <a:moveTo>
                  <a:pt x="1147" y="3172"/>
                </a:moveTo>
                <a:lnTo>
                  <a:pt x="2046" y="3172"/>
                </a:lnTo>
                <a:lnTo>
                  <a:pt x="2046" y="4178"/>
                </a:lnTo>
                <a:lnTo>
                  <a:pt x="1147" y="4178"/>
                </a:lnTo>
                <a:lnTo>
                  <a:pt x="1147" y="3172"/>
                </a:lnTo>
                <a:moveTo>
                  <a:pt x="1147" y="4247"/>
                </a:moveTo>
                <a:lnTo>
                  <a:pt x="2046" y="4247"/>
                </a:lnTo>
                <a:lnTo>
                  <a:pt x="2046" y="5200"/>
                </a:lnTo>
                <a:lnTo>
                  <a:pt x="1147" y="5200"/>
                </a:lnTo>
                <a:lnTo>
                  <a:pt x="1147" y="4247"/>
                </a:lnTo>
                <a:moveTo>
                  <a:pt x="1147" y="5268"/>
                </a:moveTo>
                <a:lnTo>
                  <a:pt x="2046" y="5268"/>
                </a:lnTo>
                <a:lnTo>
                  <a:pt x="2046" y="6274"/>
                </a:lnTo>
                <a:lnTo>
                  <a:pt x="1147" y="6274"/>
                </a:lnTo>
                <a:lnTo>
                  <a:pt x="1147" y="5268"/>
                </a:lnTo>
                <a:moveTo>
                  <a:pt x="1147" y="6342"/>
                </a:moveTo>
                <a:lnTo>
                  <a:pt x="2046" y="6342"/>
                </a:lnTo>
                <a:lnTo>
                  <a:pt x="2046" y="7296"/>
                </a:lnTo>
                <a:lnTo>
                  <a:pt x="1147" y="7296"/>
                </a:lnTo>
                <a:lnTo>
                  <a:pt x="1147" y="6342"/>
                </a:lnTo>
                <a:moveTo>
                  <a:pt x="1147" y="7364"/>
                </a:moveTo>
                <a:lnTo>
                  <a:pt x="2046" y="7364"/>
                </a:lnTo>
                <a:lnTo>
                  <a:pt x="2046" y="8369"/>
                </a:lnTo>
                <a:lnTo>
                  <a:pt x="1147" y="8369"/>
                </a:lnTo>
                <a:lnTo>
                  <a:pt x="1147" y="7364"/>
                </a:lnTo>
                <a:moveTo>
                  <a:pt x="1147" y="8438"/>
                </a:moveTo>
                <a:lnTo>
                  <a:pt x="2046" y="8438"/>
                </a:lnTo>
                <a:lnTo>
                  <a:pt x="2046" y="9391"/>
                </a:lnTo>
                <a:lnTo>
                  <a:pt x="1147" y="9391"/>
                </a:lnTo>
                <a:lnTo>
                  <a:pt x="1147" y="8438"/>
                </a:lnTo>
                <a:moveTo>
                  <a:pt x="1147" y="9459"/>
                </a:moveTo>
                <a:lnTo>
                  <a:pt x="2046" y="9459"/>
                </a:lnTo>
                <a:lnTo>
                  <a:pt x="2046" y="10465"/>
                </a:lnTo>
                <a:lnTo>
                  <a:pt x="1147" y="10465"/>
                </a:lnTo>
                <a:lnTo>
                  <a:pt x="1147" y="9459"/>
                </a:lnTo>
                <a:moveTo>
                  <a:pt x="1147" y="10533"/>
                </a:moveTo>
                <a:lnTo>
                  <a:pt x="2046" y="10533"/>
                </a:lnTo>
                <a:lnTo>
                  <a:pt x="2046" y="11487"/>
                </a:lnTo>
                <a:lnTo>
                  <a:pt x="1147" y="11487"/>
                </a:lnTo>
                <a:lnTo>
                  <a:pt x="1147" y="10533"/>
                </a:lnTo>
                <a:moveTo>
                  <a:pt x="1147" y="11556"/>
                </a:moveTo>
                <a:lnTo>
                  <a:pt x="2046" y="11556"/>
                </a:lnTo>
                <a:lnTo>
                  <a:pt x="2046" y="12561"/>
                </a:lnTo>
                <a:lnTo>
                  <a:pt x="1147" y="12561"/>
                </a:lnTo>
                <a:lnTo>
                  <a:pt x="1147" y="11556"/>
                </a:lnTo>
                <a:moveTo>
                  <a:pt x="1147" y="12630"/>
                </a:moveTo>
                <a:lnTo>
                  <a:pt x="2046" y="12630"/>
                </a:lnTo>
                <a:lnTo>
                  <a:pt x="2046" y="13583"/>
                </a:lnTo>
                <a:lnTo>
                  <a:pt x="1147" y="13583"/>
                </a:lnTo>
                <a:lnTo>
                  <a:pt x="1147" y="12630"/>
                </a:lnTo>
                <a:moveTo>
                  <a:pt x="1147" y="13651"/>
                </a:moveTo>
                <a:lnTo>
                  <a:pt x="2046" y="13651"/>
                </a:lnTo>
                <a:lnTo>
                  <a:pt x="2046" y="14657"/>
                </a:lnTo>
                <a:lnTo>
                  <a:pt x="1147" y="14657"/>
                </a:lnTo>
                <a:lnTo>
                  <a:pt x="1147" y="13651"/>
                </a:lnTo>
                <a:moveTo>
                  <a:pt x="1147" y="14726"/>
                </a:moveTo>
                <a:lnTo>
                  <a:pt x="2046" y="14726"/>
                </a:lnTo>
                <a:lnTo>
                  <a:pt x="2046" y="15680"/>
                </a:lnTo>
                <a:lnTo>
                  <a:pt x="1147" y="15680"/>
                </a:lnTo>
                <a:lnTo>
                  <a:pt x="1147" y="14726"/>
                </a:lnTo>
                <a:moveTo>
                  <a:pt x="19" y="55"/>
                </a:moveTo>
                <a:lnTo>
                  <a:pt x="1079" y="55"/>
                </a:lnTo>
                <a:lnTo>
                  <a:pt x="1079" y="1007"/>
                </a:lnTo>
                <a:lnTo>
                  <a:pt x="19" y="1007"/>
                </a:lnTo>
                <a:lnTo>
                  <a:pt x="19" y="55"/>
                </a:lnTo>
                <a:moveTo>
                  <a:pt x="19" y="1076"/>
                </a:moveTo>
                <a:lnTo>
                  <a:pt x="1079" y="1076"/>
                </a:lnTo>
                <a:lnTo>
                  <a:pt x="1079" y="2082"/>
                </a:lnTo>
                <a:lnTo>
                  <a:pt x="19" y="2082"/>
                </a:lnTo>
                <a:lnTo>
                  <a:pt x="19" y="1076"/>
                </a:lnTo>
                <a:moveTo>
                  <a:pt x="19" y="2150"/>
                </a:moveTo>
                <a:lnTo>
                  <a:pt x="1079" y="2150"/>
                </a:lnTo>
                <a:lnTo>
                  <a:pt x="1079" y="3104"/>
                </a:lnTo>
                <a:lnTo>
                  <a:pt x="19" y="3104"/>
                </a:lnTo>
                <a:lnTo>
                  <a:pt x="19" y="2150"/>
                </a:lnTo>
                <a:moveTo>
                  <a:pt x="19" y="3172"/>
                </a:moveTo>
                <a:lnTo>
                  <a:pt x="1079" y="3172"/>
                </a:lnTo>
                <a:lnTo>
                  <a:pt x="1079" y="4178"/>
                </a:lnTo>
                <a:lnTo>
                  <a:pt x="19" y="4178"/>
                </a:lnTo>
                <a:lnTo>
                  <a:pt x="19" y="3172"/>
                </a:lnTo>
                <a:moveTo>
                  <a:pt x="19" y="4247"/>
                </a:moveTo>
                <a:lnTo>
                  <a:pt x="1079" y="4247"/>
                </a:lnTo>
                <a:lnTo>
                  <a:pt x="1079" y="5200"/>
                </a:lnTo>
                <a:lnTo>
                  <a:pt x="19" y="5200"/>
                </a:lnTo>
                <a:lnTo>
                  <a:pt x="19" y="4247"/>
                </a:lnTo>
                <a:moveTo>
                  <a:pt x="19" y="5268"/>
                </a:moveTo>
                <a:lnTo>
                  <a:pt x="1079" y="5268"/>
                </a:lnTo>
                <a:lnTo>
                  <a:pt x="1079" y="6274"/>
                </a:lnTo>
                <a:lnTo>
                  <a:pt x="19" y="6274"/>
                </a:lnTo>
                <a:lnTo>
                  <a:pt x="19" y="5268"/>
                </a:lnTo>
                <a:moveTo>
                  <a:pt x="19" y="6342"/>
                </a:moveTo>
                <a:lnTo>
                  <a:pt x="1079" y="6342"/>
                </a:lnTo>
                <a:lnTo>
                  <a:pt x="1079" y="7296"/>
                </a:lnTo>
                <a:lnTo>
                  <a:pt x="19" y="7296"/>
                </a:lnTo>
                <a:lnTo>
                  <a:pt x="19" y="6342"/>
                </a:lnTo>
                <a:moveTo>
                  <a:pt x="19" y="7364"/>
                </a:moveTo>
                <a:lnTo>
                  <a:pt x="1079" y="7364"/>
                </a:lnTo>
                <a:lnTo>
                  <a:pt x="1079" y="8369"/>
                </a:lnTo>
                <a:lnTo>
                  <a:pt x="19" y="8369"/>
                </a:lnTo>
                <a:lnTo>
                  <a:pt x="19" y="7364"/>
                </a:lnTo>
                <a:moveTo>
                  <a:pt x="19" y="8438"/>
                </a:moveTo>
                <a:lnTo>
                  <a:pt x="1079" y="8438"/>
                </a:lnTo>
                <a:lnTo>
                  <a:pt x="1079" y="9391"/>
                </a:lnTo>
                <a:lnTo>
                  <a:pt x="19" y="9391"/>
                </a:lnTo>
                <a:lnTo>
                  <a:pt x="19" y="8438"/>
                </a:lnTo>
                <a:moveTo>
                  <a:pt x="19" y="9459"/>
                </a:moveTo>
                <a:lnTo>
                  <a:pt x="1079" y="9459"/>
                </a:lnTo>
                <a:lnTo>
                  <a:pt x="1079" y="10465"/>
                </a:lnTo>
                <a:lnTo>
                  <a:pt x="19" y="10465"/>
                </a:lnTo>
                <a:lnTo>
                  <a:pt x="19" y="9459"/>
                </a:lnTo>
                <a:moveTo>
                  <a:pt x="19" y="10533"/>
                </a:moveTo>
                <a:lnTo>
                  <a:pt x="1079" y="10533"/>
                </a:lnTo>
                <a:lnTo>
                  <a:pt x="1079" y="11487"/>
                </a:lnTo>
                <a:lnTo>
                  <a:pt x="19" y="11487"/>
                </a:lnTo>
                <a:lnTo>
                  <a:pt x="19" y="10533"/>
                </a:lnTo>
                <a:moveTo>
                  <a:pt x="19" y="11556"/>
                </a:moveTo>
                <a:lnTo>
                  <a:pt x="1079" y="11556"/>
                </a:lnTo>
                <a:lnTo>
                  <a:pt x="1079" y="12561"/>
                </a:lnTo>
                <a:lnTo>
                  <a:pt x="19" y="12561"/>
                </a:lnTo>
                <a:lnTo>
                  <a:pt x="19" y="11556"/>
                </a:lnTo>
                <a:moveTo>
                  <a:pt x="19" y="12630"/>
                </a:moveTo>
                <a:lnTo>
                  <a:pt x="1079" y="12630"/>
                </a:lnTo>
                <a:lnTo>
                  <a:pt x="1079" y="13583"/>
                </a:lnTo>
                <a:lnTo>
                  <a:pt x="19" y="13583"/>
                </a:lnTo>
                <a:lnTo>
                  <a:pt x="19" y="12630"/>
                </a:lnTo>
                <a:moveTo>
                  <a:pt x="19" y="13651"/>
                </a:moveTo>
                <a:lnTo>
                  <a:pt x="1079" y="13651"/>
                </a:lnTo>
                <a:lnTo>
                  <a:pt x="1079" y="14657"/>
                </a:lnTo>
                <a:lnTo>
                  <a:pt x="19" y="14657"/>
                </a:lnTo>
                <a:lnTo>
                  <a:pt x="19" y="13651"/>
                </a:lnTo>
                <a:moveTo>
                  <a:pt x="19" y="14726"/>
                </a:moveTo>
                <a:lnTo>
                  <a:pt x="1079" y="14726"/>
                </a:lnTo>
                <a:lnTo>
                  <a:pt x="1079" y="15680"/>
                </a:lnTo>
                <a:lnTo>
                  <a:pt x="19" y="15680"/>
                </a:lnTo>
                <a:lnTo>
                  <a:pt x="19" y="14726"/>
                </a:lnTo>
              </a:path>
            </a:pathLst>
          </a:custGeom>
          <a:solidFill>
            <a:schemeClr val="dk2"/>
          </a:solidFill>
          <a:ln>
            <a:noFill/>
          </a:ln>
        </p:spPr>
      </p:sp>
      <p:grpSp>
        <p:nvGrpSpPr>
          <p:cNvPr id="3001" name="Google Shape;3001;p32"/>
          <p:cNvGrpSpPr/>
          <p:nvPr/>
        </p:nvGrpSpPr>
        <p:grpSpPr>
          <a:xfrm>
            <a:off x="7016391" y="-698437"/>
            <a:ext cx="4696708" cy="3966906"/>
            <a:chOff x="7016391" y="-698437"/>
            <a:chExt cx="4696708" cy="3966906"/>
          </a:xfrm>
        </p:grpSpPr>
        <p:grpSp>
          <p:nvGrpSpPr>
            <p:cNvPr id="3002" name="Google Shape;3002;p32"/>
            <p:cNvGrpSpPr/>
            <p:nvPr/>
          </p:nvGrpSpPr>
          <p:grpSpPr>
            <a:xfrm>
              <a:off x="7920529" y="1092988"/>
              <a:ext cx="3792570" cy="2175481"/>
              <a:chOff x="-1039340" y="3405957"/>
              <a:chExt cx="1762920" cy="1011240"/>
            </a:xfrm>
          </p:grpSpPr>
          <p:sp>
            <p:nvSpPr>
              <p:cNvPr id="3003" name="Google Shape;3003;p32"/>
              <p:cNvSpPr/>
              <p:nvPr/>
            </p:nvSpPr>
            <p:spPr>
              <a:xfrm>
                <a:off x="180340" y="3999597"/>
                <a:ext cx="51840" cy="84240"/>
              </a:xfrm>
              <a:custGeom>
                <a:avLst/>
                <a:gdLst/>
                <a:ahLst/>
                <a:cxnLst/>
                <a:rect l="l" t="t" r="r" b="b"/>
                <a:pathLst>
                  <a:path w="144" h="234" extrusionOk="0">
                    <a:moveTo>
                      <a:pt x="16" y="232"/>
                    </a:moveTo>
                    <a:cubicBezTo>
                      <a:pt x="8" y="229"/>
                      <a:pt x="3" y="221"/>
                      <a:pt x="1" y="213"/>
                    </a:cubicBezTo>
                    <a:cubicBezTo>
                      <a:pt x="0" y="209"/>
                      <a:pt x="1" y="205"/>
                      <a:pt x="2" y="201"/>
                    </a:cubicBezTo>
                    <a:cubicBezTo>
                      <a:pt x="4" y="195"/>
                      <a:pt x="5" y="191"/>
                      <a:pt x="8" y="186"/>
                    </a:cubicBezTo>
                    <a:cubicBezTo>
                      <a:pt x="10" y="180"/>
                      <a:pt x="13" y="175"/>
                      <a:pt x="16" y="169"/>
                    </a:cubicBezTo>
                    <a:cubicBezTo>
                      <a:pt x="19" y="165"/>
                      <a:pt x="24" y="162"/>
                      <a:pt x="30" y="165"/>
                    </a:cubicBezTo>
                    <a:cubicBezTo>
                      <a:pt x="35" y="167"/>
                      <a:pt x="37" y="173"/>
                      <a:pt x="34" y="178"/>
                    </a:cubicBezTo>
                    <a:cubicBezTo>
                      <a:pt x="31" y="184"/>
                      <a:pt x="28" y="191"/>
                      <a:pt x="26" y="197"/>
                    </a:cubicBezTo>
                    <a:cubicBezTo>
                      <a:pt x="24" y="200"/>
                      <a:pt x="23" y="202"/>
                      <a:pt x="23" y="205"/>
                    </a:cubicBezTo>
                    <a:cubicBezTo>
                      <a:pt x="23" y="206"/>
                      <a:pt x="23" y="207"/>
                      <a:pt x="22" y="208"/>
                    </a:cubicBezTo>
                    <a:lnTo>
                      <a:pt x="22" y="209"/>
                    </a:lnTo>
                    <a:cubicBezTo>
                      <a:pt x="23" y="209"/>
                      <a:pt x="23" y="210"/>
                      <a:pt x="23" y="210"/>
                    </a:cubicBezTo>
                    <a:lnTo>
                      <a:pt x="23" y="211"/>
                    </a:lnTo>
                    <a:lnTo>
                      <a:pt x="24" y="211"/>
                    </a:lnTo>
                    <a:cubicBezTo>
                      <a:pt x="25" y="210"/>
                      <a:pt x="26" y="210"/>
                      <a:pt x="27" y="210"/>
                    </a:cubicBezTo>
                    <a:cubicBezTo>
                      <a:pt x="29" y="209"/>
                      <a:pt x="30" y="209"/>
                      <a:pt x="31" y="209"/>
                    </a:cubicBezTo>
                    <a:cubicBezTo>
                      <a:pt x="33" y="208"/>
                      <a:pt x="35" y="208"/>
                      <a:pt x="37" y="207"/>
                    </a:cubicBezTo>
                    <a:cubicBezTo>
                      <a:pt x="40" y="206"/>
                      <a:pt x="43" y="204"/>
                      <a:pt x="46" y="202"/>
                    </a:cubicBezTo>
                    <a:cubicBezTo>
                      <a:pt x="48" y="201"/>
                      <a:pt x="51" y="199"/>
                      <a:pt x="54" y="197"/>
                    </a:cubicBezTo>
                    <a:cubicBezTo>
                      <a:pt x="57" y="195"/>
                      <a:pt x="58" y="193"/>
                      <a:pt x="60" y="191"/>
                    </a:cubicBezTo>
                    <a:cubicBezTo>
                      <a:pt x="62" y="190"/>
                      <a:pt x="63" y="188"/>
                      <a:pt x="64" y="187"/>
                    </a:cubicBezTo>
                    <a:cubicBezTo>
                      <a:pt x="66" y="184"/>
                      <a:pt x="68" y="181"/>
                      <a:pt x="70" y="178"/>
                    </a:cubicBezTo>
                    <a:cubicBezTo>
                      <a:pt x="72" y="173"/>
                      <a:pt x="74" y="169"/>
                      <a:pt x="76" y="164"/>
                    </a:cubicBezTo>
                    <a:cubicBezTo>
                      <a:pt x="78" y="159"/>
                      <a:pt x="80" y="155"/>
                      <a:pt x="82" y="149"/>
                    </a:cubicBezTo>
                    <a:cubicBezTo>
                      <a:pt x="83" y="144"/>
                      <a:pt x="85" y="138"/>
                      <a:pt x="87" y="131"/>
                    </a:cubicBezTo>
                    <a:cubicBezTo>
                      <a:pt x="90" y="121"/>
                      <a:pt x="93" y="110"/>
                      <a:pt x="97" y="100"/>
                    </a:cubicBezTo>
                    <a:cubicBezTo>
                      <a:pt x="97" y="97"/>
                      <a:pt x="98" y="93"/>
                      <a:pt x="99" y="91"/>
                    </a:cubicBezTo>
                    <a:cubicBezTo>
                      <a:pt x="98" y="93"/>
                      <a:pt x="96" y="95"/>
                      <a:pt x="94" y="98"/>
                    </a:cubicBezTo>
                    <a:cubicBezTo>
                      <a:pt x="89" y="105"/>
                      <a:pt x="83" y="112"/>
                      <a:pt x="78" y="120"/>
                    </a:cubicBezTo>
                    <a:cubicBezTo>
                      <a:pt x="78" y="120"/>
                      <a:pt x="79" y="119"/>
                      <a:pt x="79" y="118"/>
                    </a:cubicBezTo>
                    <a:cubicBezTo>
                      <a:pt x="75" y="124"/>
                      <a:pt x="69" y="130"/>
                      <a:pt x="65" y="135"/>
                    </a:cubicBezTo>
                    <a:cubicBezTo>
                      <a:pt x="59" y="141"/>
                      <a:pt x="54" y="146"/>
                      <a:pt x="47" y="151"/>
                    </a:cubicBezTo>
                    <a:cubicBezTo>
                      <a:pt x="42" y="155"/>
                      <a:pt x="36" y="158"/>
                      <a:pt x="29" y="159"/>
                    </a:cubicBezTo>
                    <a:cubicBezTo>
                      <a:pt x="26" y="159"/>
                      <a:pt x="23" y="159"/>
                      <a:pt x="20" y="159"/>
                    </a:cubicBezTo>
                    <a:cubicBezTo>
                      <a:pt x="17" y="158"/>
                      <a:pt x="13" y="156"/>
                      <a:pt x="10" y="153"/>
                    </a:cubicBezTo>
                    <a:cubicBezTo>
                      <a:pt x="6" y="149"/>
                      <a:pt x="5" y="143"/>
                      <a:pt x="4" y="138"/>
                    </a:cubicBezTo>
                    <a:cubicBezTo>
                      <a:pt x="4" y="132"/>
                      <a:pt x="4" y="128"/>
                      <a:pt x="4" y="123"/>
                    </a:cubicBezTo>
                    <a:cubicBezTo>
                      <a:pt x="5" y="117"/>
                      <a:pt x="5" y="111"/>
                      <a:pt x="6" y="106"/>
                    </a:cubicBezTo>
                    <a:cubicBezTo>
                      <a:pt x="7" y="100"/>
                      <a:pt x="8" y="94"/>
                      <a:pt x="9" y="88"/>
                    </a:cubicBezTo>
                    <a:cubicBezTo>
                      <a:pt x="10" y="82"/>
                      <a:pt x="12" y="77"/>
                      <a:pt x="13" y="71"/>
                    </a:cubicBezTo>
                    <a:cubicBezTo>
                      <a:pt x="15" y="60"/>
                      <a:pt x="19" y="49"/>
                      <a:pt x="22" y="37"/>
                    </a:cubicBezTo>
                    <a:cubicBezTo>
                      <a:pt x="25" y="28"/>
                      <a:pt x="28" y="18"/>
                      <a:pt x="31" y="8"/>
                    </a:cubicBezTo>
                    <a:cubicBezTo>
                      <a:pt x="33" y="3"/>
                      <a:pt x="39" y="0"/>
                      <a:pt x="45" y="1"/>
                    </a:cubicBezTo>
                    <a:cubicBezTo>
                      <a:pt x="51" y="3"/>
                      <a:pt x="54" y="10"/>
                      <a:pt x="52" y="15"/>
                    </a:cubicBezTo>
                    <a:cubicBezTo>
                      <a:pt x="49" y="25"/>
                      <a:pt x="45" y="34"/>
                      <a:pt x="43" y="44"/>
                    </a:cubicBezTo>
                    <a:cubicBezTo>
                      <a:pt x="41" y="49"/>
                      <a:pt x="39" y="55"/>
                      <a:pt x="37" y="60"/>
                    </a:cubicBezTo>
                    <a:cubicBezTo>
                      <a:pt x="36" y="65"/>
                      <a:pt x="34" y="70"/>
                      <a:pt x="33" y="75"/>
                    </a:cubicBezTo>
                    <a:cubicBezTo>
                      <a:pt x="32" y="81"/>
                      <a:pt x="30" y="86"/>
                      <a:pt x="29" y="92"/>
                    </a:cubicBezTo>
                    <a:cubicBezTo>
                      <a:pt x="28" y="99"/>
                      <a:pt x="27" y="105"/>
                      <a:pt x="26" y="111"/>
                    </a:cubicBezTo>
                    <a:cubicBezTo>
                      <a:pt x="26" y="118"/>
                      <a:pt x="25" y="125"/>
                      <a:pt x="25" y="132"/>
                    </a:cubicBezTo>
                    <a:cubicBezTo>
                      <a:pt x="25" y="134"/>
                      <a:pt x="25" y="135"/>
                      <a:pt x="26" y="137"/>
                    </a:cubicBezTo>
                    <a:lnTo>
                      <a:pt x="26" y="138"/>
                    </a:lnTo>
                    <a:lnTo>
                      <a:pt x="27" y="138"/>
                    </a:lnTo>
                    <a:cubicBezTo>
                      <a:pt x="27" y="138"/>
                      <a:pt x="27" y="137"/>
                      <a:pt x="28" y="137"/>
                    </a:cubicBezTo>
                    <a:cubicBezTo>
                      <a:pt x="29" y="137"/>
                      <a:pt x="30" y="137"/>
                      <a:pt x="31" y="137"/>
                    </a:cubicBezTo>
                    <a:cubicBezTo>
                      <a:pt x="31" y="136"/>
                      <a:pt x="32" y="135"/>
                      <a:pt x="33" y="135"/>
                    </a:cubicBezTo>
                    <a:cubicBezTo>
                      <a:pt x="35" y="134"/>
                      <a:pt x="37" y="132"/>
                      <a:pt x="40" y="130"/>
                    </a:cubicBezTo>
                    <a:cubicBezTo>
                      <a:pt x="39" y="131"/>
                      <a:pt x="39" y="131"/>
                      <a:pt x="38" y="131"/>
                    </a:cubicBezTo>
                    <a:cubicBezTo>
                      <a:pt x="43" y="128"/>
                      <a:pt x="47" y="124"/>
                      <a:pt x="51" y="120"/>
                    </a:cubicBezTo>
                    <a:cubicBezTo>
                      <a:pt x="59" y="110"/>
                      <a:pt x="67" y="100"/>
                      <a:pt x="75" y="91"/>
                    </a:cubicBezTo>
                    <a:cubicBezTo>
                      <a:pt x="87" y="74"/>
                      <a:pt x="99" y="56"/>
                      <a:pt x="109" y="38"/>
                    </a:cubicBezTo>
                    <a:cubicBezTo>
                      <a:pt x="111" y="36"/>
                      <a:pt x="112" y="33"/>
                      <a:pt x="114" y="31"/>
                    </a:cubicBezTo>
                    <a:cubicBezTo>
                      <a:pt x="113" y="31"/>
                      <a:pt x="113" y="31"/>
                      <a:pt x="112" y="32"/>
                    </a:cubicBezTo>
                    <a:cubicBezTo>
                      <a:pt x="113" y="31"/>
                      <a:pt x="113" y="31"/>
                      <a:pt x="113" y="31"/>
                    </a:cubicBezTo>
                    <a:cubicBezTo>
                      <a:pt x="114" y="31"/>
                      <a:pt x="114" y="30"/>
                      <a:pt x="114" y="30"/>
                    </a:cubicBezTo>
                    <a:lnTo>
                      <a:pt x="114" y="31"/>
                    </a:lnTo>
                    <a:cubicBezTo>
                      <a:pt x="117" y="25"/>
                      <a:pt x="119" y="19"/>
                      <a:pt x="122" y="13"/>
                    </a:cubicBezTo>
                    <a:cubicBezTo>
                      <a:pt x="125" y="9"/>
                      <a:pt x="131" y="7"/>
                      <a:pt x="135" y="9"/>
                    </a:cubicBezTo>
                    <a:cubicBezTo>
                      <a:pt x="140" y="10"/>
                      <a:pt x="143" y="15"/>
                      <a:pt x="142" y="21"/>
                    </a:cubicBezTo>
                    <a:cubicBezTo>
                      <a:pt x="142" y="25"/>
                      <a:pt x="140" y="29"/>
                      <a:pt x="139" y="33"/>
                    </a:cubicBezTo>
                    <a:cubicBezTo>
                      <a:pt x="137" y="36"/>
                      <a:pt x="136" y="40"/>
                      <a:pt x="135" y="44"/>
                    </a:cubicBezTo>
                    <a:cubicBezTo>
                      <a:pt x="133" y="49"/>
                      <a:pt x="132" y="54"/>
                      <a:pt x="131" y="60"/>
                    </a:cubicBezTo>
                    <a:cubicBezTo>
                      <a:pt x="127" y="70"/>
                      <a:pt x="124" y="81"/>
                      <a:pt x="121" y="91"/>
                    </a:cubicBezTo>
                    <a:cubicBezTo>
                      <a:pt x="114" y="114"/>
                      <a:pt x="107" y="137"/>
                      <a:pt x="100" y="159"/>
                    </a:cubicBezTo>
                    <a:cubicBezTo>
                      <a:pt x="99" y="163"/>
                      <a:pt x="98" y="166"/>
                      <a:pt x="97" y="170"/>
                    </a:cubicBezTo>
                    <a:cubicBezTo>
                      <a:pt x="94" y="177"/>
                      <a:pt x="90" y="184"/>
                      <a:pt x="86" y="192"/>
                    </a:cubicBezTo>
                    <a:cubicBezTo>
                      <a:pt x="81" y="201"/>
                      <a:pt x="74" y="208"/>
                      <a:pt x="66" y="215"/>
                    </a:cubicBezTo>
                    <a:cubicBezTo>
                      <a:pt x="58" y="220"/>
                      <a:pt x="50" y="225"/>
                      <a:pt x="41" y="229"/>
                    </a:cubicBezTo>
                    <a:cubicBezTo>
                      <a:pt x="37" y="230"/>
                      <a:pt x="33" y="232"/>
                      <a:pt x="29" y="232"/>
                    </a:cubicBezTo>
                    <a:cubicBezTo>
                      <a:pt x="27" y="232"/>
                      <a:pt x="24" y="233"/>
                      <a:pt x="23" y="233"/>
                    </a:cubicBezTo>
                    <a:cubicBezTo>
                      <a:pt x="20" y="233"/>
                      <a:pt x="18" y="232"/>
                      <a:pt x="16" y="2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4" name="Google Shape;3004;p32"/>
              <p:cNvSpPr/>
              <p:nvPr/>
            </p:nvSpPr>
            <p:spPr>
              <a:xfrm>
                <a:off x="244780" y="3988438"/>
                <a:ext cx="24840" cy="29520"/>
              </a:xfrm>
              <a:custGeom>
                <a:avLst/>
                <a:gdLst/>
                <a:ahLst/>
                <a:cxnLst/>
                <a:rect l="l" t="t" r="r" b="b"/>
                <a:pathLst>
                  <a:path w="69" h="82" extrusionOk="0">
                    <a:moveTo>
                      <a:pt x="26" y="81"/>
                    </a:moveTo>
                    <a:cubicBezTo>
                      <a:pt x="22" y="81"/>
                      <a:pt x="18" y="80"/>
                      <a:pt x="15" y="77"/>
                    </a:cubicBezTo>
                    <a:cubicBezTo>
                      <a:pt x="14" y="75"/>
                      <a:pt x="12" y="74"/>
                      <a:pt x="11" y="73"/>
                    </a:cubicBezTo>
                    <a:cubicBezTo>
                      <a:pt x="10" y="71"/>
                      <a:pt x="10" y="69"/>
                      <a:pt x="10" y="67"/>
                    </a:cubicBezTo>
                    <a:cubicBezTo>
                      <a:pt x="9" y="61"/>
                      <a:pt x="14" y="56"/>
                      <a:pt x="17" y="50"/>
                    </a:cubicBezTo>
                    <a:cubicBezTo>
                      <a:pt x="17" y="50"/>
                      <a:pt x="17" y="49"/>
                      <a:pt x="18" y="48"/>
                    </a:cubicBezTo>
                    <a:cubicBezTo>
                      <a:pt x="17" y="48"/>
                      <a:pt x="17" y="48"/>
                      <a:pt x="17" y="48"/>
                    </a:cubicBezTo>
                    <a:cubicBezTo>
                      <a:pt x="11" y="49"/>
                      <a:pt x="5" y="46"/>
                      <a:pt x="3" y="40"/>
                    </a:cubicBezTo>
                    <a:cubicBezTo>
                      <a:pt x="0" y="32"/>
                      <a:pt x="2" y="25"/>
                      <a:pt x="4" y="18"/>
                    </a:cubicBezTo>
                    <a:cubicBezTo>
                      <a:pt x="7" y="12"/>
                      <a:pt x="12" y="6"/>
                      <a:pt x="19" y="3"/>
                    </a:cubicBezTo>
                    <a:cubicBezTo>
                      <a:pt x="22" y="1"/>
                      <a:pt x="25" y="0"/>
                      <a:pt x="29" y="0"/>
                    </a:cubicBezTo>
                    <a:cubicBezTo>
                      <a:pt x="32" y="0"/>
                      <a:pt x="36" y="2"/>
                      <a:pt x="39" y="4"/>
                    </a:cubicBezTo>
                    <a:cubicBezTo>
                      <a:pt x="41" y="6"/>
                      <a:pt x="43" y="10"/>
                      <a:pt x="45" y="13"/>
                    </a:cubicBezTo>
                    <a:cubicBezTo>
                      <a:pt x="46" y="17"/>
                      <a:pt x="46" y="20"/>
                      <a:pt x="46" y="24"/>
                    </a:cubicBezTo>
                    <a:cubicBezTo>
                      <a:pt x="46" y="31"/>
                      <a:pt x="44" y="39"/>
                      <a:pt x="42" y="45"/>
                    </a:cubicBezTo>
                    <a:cubicBezTo>
                      <a:pt x="40" y="49"/>
                      <a:pt x="40" y="52"/>
                      <a:pt x="38" y="56"/>
                    </a:cubicBezTo>
                    <a:cubicBezTo>
                      <a:pt x="38" y="56"/>
                      <a:pt x="38" y="57"/>
                      <a:pt x="37" y="58"/>
                    </a:cubicBezTo>
                    <a:cubicBezTo>
                      <a:pt x="43" y="57"/>
                      <a:pt x="49" y="56"/>
                      <a:pt x="56" y="56"/>
                    </a:cubicBezTo>
                    <a:cubicBezTo>
                      <a:pt x="61" y="55"/>
                      <a:pt x="66" y="59"/>
                      <a:pt x="67" y="63"/>
                    </a:cubicBezTo>
                    <a:cubicBezTo>
                      <a:pt x="68" y="69"/>
                      <a:pt x="64" y="75"/>
                      <a:pt x="59" y="76"/>
                    </a:cubicBezTo>
                    <a:cubicBezTo>
                      <a:pt x="54" y="77"/>
                      <a:pt x="49" y="78"/>
                      <a:pt x="44" y="78"/>
                    </a:cubicBezTo>
                    <a:cubicBezTo>
                      <a:pt x="38" y="80"/>
                      <a:pt x="32" y="81"/>
                      <a:pt x="26" y="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5" name="Google Shape;3005;p32"/>
              <p:cNvSpPr/>
              <p:nvPr/>
            </p:nvSpPr>
            <p:spPr>
              <a:xfrm>
                <a:off x="267460" y="4026958"/>
                <a:ext cx="29520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82" h="30" extrusionOk="0">
                    <a:moveTo>
                      <a:pt x="21" y="28"/>
                    </a:moveTo>
                    <a:cubicBezTo>
                      <a:pt x="15" y="28"/>
                      <a:pt x="10" y="27"/>
                      <a:pt x="6" y="24"/>
                    </a:cubicBezTo>
                    <a:cubicBezTo>
                      <a:pt x="3" y="21"/>
                      <a:pt x="0" y="17"/>
                      <a:pt x="1" y="13"/>
                    </a:cubicBezTo>
                    <a:cubicBezTo>
                      <a:pt x="2" y="10"/>
                      <a:pt x="4" y="7"/>
                      <a:pt x="7" y="5"/>
                    </a:cubicBezTo>
                    <a:cubicBezTo>
                      <a:pt x="11" y="2"/>
                      <a:pt x="17" y="3"/>
                      <a:pt x="21" y="6"/>
                    </a:cubicBezTo>
                    <a:lnTo>
                      <a:pt x="22" y="7"/>
                    </a:lnTo>
                    <a:cubicBezTo>
                      <a:pt x="25" y="7"/>
                      <a:pt x="28" y="7"/>
                      <a:pt x="30" y="7"/>
                    </a:cubicBezTo>
                    <a:lnTo>
                      <a:pt x="29" y="7"/>
                    </a:lnTo>
                    <a:cubicBezTo>
                      <a:pt x="30" y="7"/>
                      <a:pt x="30" y="7"/>
                      <a:pt x="30" y="7"/>
                    </a:cubicBezTo>
                    <a:cubicBezTo>
                      <a:pt x="36" y="7"/>
                      <a:pt x="42" y="6"/>
                      <a:pt x="47" y="5"/>
                    </a:cubicBezTo>
                    <a:cubicBezTo>
                      <a:pt x="54" y="4"/>
                      <a:pt x="60" y="3"/>
                      <a:pt x="66" y="2"/>
                    </a:cubicBezTo>
                    <a:cubicBezTo>
                      <a:pt x="72" y="0"/>
                      <a:pt x="78" y="4"/>
                      <a:pt x="79" y="10"/>
                    </a:cubicBezTo>
                    <a:cubicBezTo>
                      <a:pt x="81" y="16"/>
                      <a:pt x="77" y="21"/>
                      <a:pt x="71" y="23"/>
                    </a:cubicBezTo>
                    <a:cubicBezTo>
                      <a:pt x="60" y="25"/>
                      <a:pt x="49" y="27"/>
                      <a:pt x="37" y="28"/>
                    </a:cubicBezTo>
                    <a:cubicBezTo>
                      <a:pt x="33" y="28"/>
                      <a:pt x="29" y="29"/>
                      <a:pt x="25" y="29"/>
                    </a:cubicBezTo>
                    <a:cubicBezTo>
                      <a:pt x="24" y="29"/>
                      <a:pt x="22" y="28"/>
                      <a:pt x="21" y="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6" name="Google Shape;3006;p32"/>
              <p:cNvSpPr/>
              <p:nvPr/>
            </p:nvSpPr>
            <p:spPr>
              <a:xfrm>
                <a:off x="262420" y="4037397"/>
                <a:ext cx="48600" cy="15840"/>
              </a:xfrm>
              <a:custGeom>
                <a:avLst/>
                <a:gdLst/>
                <a:ahLst/>
                <a:cxnLst/>
                <a:rect l="l" t="t" r="r" b="b"/>
                <a:pathLst>
                  <a:path w="135" h="44" extrusionOk="0">
                    <a:moveTo>
                      <a:pt x="8" y="41"/>
                    </a:moveTo>
                    <a:cubicBezTo>
                      <a:pt x="3" y="38"/>
                      <a:pt x="0" y="31"/>
                      <a:pt x="3" y="26"/>
                    </a:cubicBezTo>
                    <a:cubicBezTo>
                      <a:pt x="4" y="23"/>
                      <a:pt x="6" y="21"/>
                      <a:pt x="9" y="20"/>
                    </a:cubicBezTo>
                    <a:cubicBezTo>
                      <a:pt x="12" y="19"/>
                      <a:pt x="15" y="19"/>
                      <a:pt x="18" y="20"/>
                    </a:cubicBezTo>
                    <a:lnTo>
                      <a:pt x="19" y="21"/>
                    </a:lnTo>
                    <a:cubicBezTo>
                      <a:pt x="21" y="21"/>
                      <a:pt x="24" y="21"/>
                      <a:pt x="26" y="21"/>
                    </a:cubicBezTo>
                    <a:cubicBezTo>
                      <a:pt x="31" y="20"/>
                      <a:pt x="37" y="20"/>
                      <a:pt x="43" y="19"/>
                    </a:cubicBezTo>
                    <a:cubicBezTo>
                      <a:pt x="48" y="18"/>
                      <a:pt x="54" y="18"/>
                      <a:pt x="59" y="16"/>
                    </a:cubicBezTo>
                    <a:cubicBezTo>
                      <a:pt x="66" y="15"/>
                      <a:pt x="72" y="13"/>
                      <a:pt x="79" y="12"/>
                    </a:cubicBezTo>
                    <a:cubicBezTo>
                      <a:pt x="93" y="9"/>
                      <a:pt x="107" y="5"/>
                      <a:pt x="121" y="1"/>
                    </a:cubicBezTo>
                    <a:cubicBezTo>
                      <a:pt x="125" y="0"/>
                      <a:pt x="131" y="3"/>
                      <a:pt x="132" y="8"/>
                    </a:cubicBezTo>
                    <a:cubicBezTo>
                      <a:pt x="134" y="12"/>
                      <a:pt x="131" y="19"/>
                      <a:pt x="126" y="20"/>
                    </a:cubicBezTo>
                    <a:cubicBezTo>
                      <a:pt x="109" y="26"/>
                      <a:pt x="92" y="30"/>
                      <a:pt x="75" y="34"/>
                    </a:cubicBezTo>
                    <a:cubicBezTo>
                      <a:pt x="65" y="36"/>
                      <a:pt x="57" y="38"/>
                      <a:pt x="47" y="40"/>
                    </a:cubicBezTo>
                    <a:cubicBezTo>
                      <a:pt x="43" y="41"/>
                      <a:pt x="39" y="41"/>
                      <a:pt x="35" y="42"/>
                    </a:cubicBezTo>
                    <a:cubicBezTo>
                      <a:pt x="31" y="43"/>
                      <a:pt x="27" y="43"/>
                      <a:pt x="24" y="43"/>
                    </a:cubicBezTo>
                    <a:cubicBezTo>
                      <a:pt x="22" y="43"/>
                      <a:pt x="21" y="43"/>
                      <a:pt x="20" y="43"/>
                    </a:cubicBezTo>
                    <a:cubicBezTo>
                      <a:pt x="16" y="43"/>
                      <a:pt x="12" y="43"/>
                      <a:pt x="8" y="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7" name="Google Shape;3007;p32"/>
              <p:cNvSpPr/>
              <p:nvPr/>
            </p:nvSpPr>
            <p:spPr>
              <a:xfrm>
                <a:off x="343420" y="3990598"/>
                <a:ext cx="83520" cy="67320"/>
              </a:xfrm>
              <a:custGeom>
                <a:avLst/>
                <a:gdLst/>
                <a:ahLst/>
                <a:cxnLst/>
                <a:rect l="l" t="t" r="r" b="b"/>
                <a:pathLst>
                  <a:path w="232" h="187" extrusionOk="0">
                    <a:moveTo>
                      <a:pt x="33" y="186"/>
                    </a:moveTo>
                    <a:cubicBezTo>
                      <a:pt x="26" y="185"/>
                      <a:pt x="20" y="182"/>
                      <a:pt x="15" y="178"/>
                    </a:cubicBezTo>
                    <a:cubicBezTo>
                      <a:pt x="10" y="174"/>
                      <a:pt x="7" y="167"/>
                      <a:pt x="5" y="161"/>
                    </a:cubicBezTo>
                    <a:cubicBezTo>
                      <a:pt x="0" y="146"/>
                      <a:pt x="0" y="129"/>
                      <a:pt x="3" y="114"/>
                    </a:cubicBezTo>
                    <a:cubicBezTo>
                      <a:pt x="4" y="109"/>
                      <a:pt x="5" y="104"/>
                      <a:pt x="7" y="99"/>
                    </a:cubicBezTo>
                    <a:cubicBezTo>
                      <a:pt x="9" y="92"/>
                      <a:pt x="11" y="86"/>
                      <a:pt x="14" y="79"/>
                    </a:cubicBezTo>
                    <a:cubicBezTo>
                      <a:pt x="16" y="69"/>
                      <a:pt x="21" y="61"/>
                      <a:pt x="26" y="52"/>
                    </a:cubicBezTo>
                    <a:cubicBezTo>
                      <a:pt x="31" y="43"/>
                      <a:pt x="37" y="34"/>
                      <a:pt x="43" y="27"/>
                    </a:cubicBezTo>
                    <a:cubicBezTo>
                      <a:pt x="49" y="20"/>
                      <a:pt x="57" y="14"/>
                      <a:pt x="64" y="10"/>
                    </a:cubicBezTo>
                    <a:cubicBezTo>
                      <a:pt x="73" y="6"/>
                      <a:pt x="82" y="5"/>
                      <a:pt x="92" y="8"/>
                    </a:cubicBezTo>
                    <a:cubicBezTo>
                      <a:pt x="95" y="9"/>
                      <a:pt x="98" y="11"/>
                      <a:pt x="100" y="13"/>
                    </a:cubicBezTo>
                    <a:cubicBezTo>
                      <a:pt x="101" y="12"/>
                      <a:pt x="101" y="11"/>
                      <a:pt x="102" y="9"/>
                    </a:cubicBezTo>
                    <a:cubicBezTo>
                      <a:pt x="104" y="4"/>
                      <a:pt x="110" y="0"/>
                      <a:pt x="116" y="2"/>
                    </a:cubicBezTo>
                    <a:cubicBezTo>
                      <a:pt x="122" y="4"/>
                      <a:pt x="125" y="11"/>
                      <a:pt x="123" y="16"/>
                    </a:cubicBezTo>
                    <a:cubicBezTo>
                      <a:pt x="121" y="22"/>
                      <a:pt x="119" y="28"/>
                      <a:pt x="117" y="34"/>
                    </a:cubicBezTo>
                    <a:cubicBezTo>
                      <a:pt x="117" y="37"/>
                      <a:pt x="115" y="40"/>
                      <a:pt x="115" y="43"/>
                    </a:cubicBezTo>
                    <a:cubicBezTo>
                      <a:pt x="114" y="44"/>
                      <a:pt x="114" y="46"/>
                      <a:pt x="113" y="48"/>
                    </a:cubicBezTo>
                    <a:cubicBezTo>
                      <a:pt x="112" y="51"/>
                      <a:pt x="110" y="53"/>
                      <a:pt x="107" y="54"/>
                    </a:cubicBezTo>
                    <a:cubicBezTo>
                      <a:pt x="104" y="56"/>
                      <a:pt x="100" y="56"/>
                      <a:pt x="96" y="54"/>
                    </a:cubicBezTo>
                    <a:cubicBezTo>
                      <a:pt x="93" y="52"/>
                      <a:pt x="91" y="48"/>
                      <a:pt x="91" y="44"/>
                    </a:cubicBezTo>
                    <a:cubicBezTo>
                      <a:pt x="91" y="43"/>
                      <a:pt x="91" y="42"/>
                      <a:pt x="91" y="41"/>
                    </a:cubicBezTo>
                    <a:lnTo>
                      <a:pt x="91" y="40"/>
                    </a:lnTo>
                    <a:cubicBezTo>
                      <a:pt x="91" y="41"/>
                      <a:pt x="91" y="41"/>
                      <a:pt x="91" y="41"/>
                    </a:cubicBezTo>
                    <a:lnTo>
                      <a:pt x="91" y="40"/>
                    </a:lnTo>
                    <a:cubicBezTo>
                      <a:pt x="91" y="39"/>
                      <a:pt x="90" y="38"/>
                      <a:pt x="90" y="37"/>
                    </a:cubicBezTo>
                    <a:cubicBezTo>
                      <a:pt x="90" y="36"/>
                      <a:pt x="90" y="36"/>
                      <a:pt x="89" y="34"/>
                    </a:cubicBezTo>
                    <a:cubicBezTo>
                      <a:pt x="89" y="33"/>
                      <a:pt x="89" y="33"/>
                      <a:pt x="88" y="32"/>
                    </a:cubicBezTo>
                    <a:lnTo>
                      <a:pt x="88" y="31"/>
                    </a:lnTo>
                    <a:cubicBezTo>
                      <a:pt x="87" y="30"/>
                      <a:pt x="86" y="30"/>
                      <a:pt x="86" y="30"/>
                    </a:cubicBezTo>
                    <a:cubicBezTo>
                      <a:pt x="86" y="29"/>
                      <a:pt x="85" y="29"/>
                      <a:pt x="85" y="29"/>
                    </a:cubicBezTo>
                    <a:lnTo>
                      <a:pt x="84" y="28"/>
                    </a:lnTo>
                    <a:cubicBezTo>
                      <a:pt x="83" y="28"/>
                      <a:pt x="83" y="28"/>
                      <a:pt x="83" y="28"/>
                    </a:cubicBezTo>
                    <a:cubicBezTo>
                      <a:pt x="82" y="27"/>
                      <a:pt x="82" y="27"/>
                      <a:pt x="82" y="27"/>
                    </a:cubicBezTo>
                    <a:cubicBezTo>
                      <a:pt x="81" y="27"/>
                      <a:pt x="81" y="27"/>
                      <a:pt x="81" y="27"/>
                    </a:cubicBezTo>
                    <a:cubicBezTo>
                      <a:pt x="80" y="27"/>
                      <a:pt x="79" y="27"/>
                      <a:pt x="79" y="28"/>
                    </a:cubicBezTo>
                    <a:cubicBezTo>
                      <a:pt x="77" y="28"/>
                      <a:pt x="76" y="28"/>
                      <a:pt x="75" y="29"/>
                    </a:cubicBezTo>
                    <a:cubicBezTo>
                      <a:pt x="75" y="29"/>
                      <a:pt x="76" y="29"/>
                      <a:pt x="76" y="28"/>
                    </a:cubicBezTo>
                    <a:cubicBezTo>
                      <a:pt x="75" y="29"/>
                      <a:pt x="75" y="29"/>
                      <a:pt x="74" y="29"/>
                    </a:cubicBezTo>
                    <a:cubicBezTo>
                      <a:pt x="72" y="30"/>
                      <a:pt x="71" y="30"/>
                      <a:pt x="70" y="31"/>
                    </a:cubicBezTo>
                    <a:cubicBezTo>
                      <a:pt x="69" y="32"/>
                      <a:pt x="67" y="33"/>
                      <a:pt x="66" y="34"/>
                    </a:cubicBezTo>
                    <a:cubicBezTo>
                      <a:pt x="64" y="36"/>
                      <a:pt x="62" y="37"/>
                      <a:pt x="60" y="39"/>
                    </a:cubicBezTo>
                    <a:cubicBezTo>
                      <a:pt x="58" y="41"/>
                      <a:pt x="55" y="44"/>
                      <a:pt x="54" y="47"/>
                    </a:cubicBezTo>
                    <a:lnTo>
                      <a:pt x="54" y="46"/>
                    </a:lnTo>
                    <a:cubicBezTo>
                      <a:pt x="50" y="52"/>
                      <a:pt x="46" y="59"/>
                      <a:pt x="41" y="66"/>
                    </a:cubicBezTo>
                    <a:cubicBezTo>
                      <a:pt x="38" y="72"/>
                      <a:pt x="36" y="78"/>
                      <a:pt x="33" y="84"/>
                    </a:cubicBezTo>
                    <a:cubicBezTo>
                      <a:pt x="29" y="94"/>
                      <a:pt x="26" y="104"/>
                      <a:pt x="24" y="113"/>
                    </a:cubicBezTo>
                    <a:cubicBezTo>
                      <a:pt x="23" y="118"/>
                      <a:pt x="22" y="122"/>
                      <a:pt x="22" y="126"/>
                    </a:cubicBezTo>
                    <a:cubicBezTo>
                      <a:pt x="22" y="129"/>
                      <a:pt x="22" y="132"/>
                      <a:pt x="22" y="136"/>
                    </a:cubicBezTo>
                    <a:cubicBezTo>
                      <a:pt x="22" y="139"/>
                      <a:pt x="22" y="142"/>
                      <a:pt x="22" y="146"/>
                    </a:cubicBezTo>
                    <a:cubicBezTo>
                      <a:pt x="23" y="146"/>
                      <a:pt x="23" y="146"/>
                      <a:pt x="23" y="147"/>
                    </a:cubicBezTo>
                    <a:cubicBezTo>
                      <a:pt x="23" y="146"/>
                      <a:pt x="23" y="146"/>
                      <a:pt x="22" y="146"/>
                    </a:cubicBezTo>
                    <a:cubicBezTo>
                      <a:pt x="23" y="149"/>
                      <a:pt x="23" y="151"/>
                      <a:pt x="25" y="154"/>
                    </a:cubicBezTo>
                    <a:cubicBezTo>
                      <a:pt x="25" y="155"/>
                      <a:pt x="25" y="156"/>
                      <a:pt x="26" y="157"/>
                    </a:cubicBezTo>
                    <a:cubicBezTo>
                      <a:pt x="26" y="158"/>
                      <a:pt x="26" y="159"/>
                      <a:pt x="27" y="160"/>
                    </a:cubicBezTo>
                    <a:cubicBezTo>
                      <a:pt x="27" y="160"/>
                      <a:pt x="26" y="159"/>
                      <a:pt x="26" y="158"/>
                    </a:cubicBezTo>
                    <a:cubicBezTo>
                      <a:pt x="27" y="160"/>
                      <a:pt x="27" y="160"/>
                      <a:pt x="27" y="161"/>
                    </a:cubicBezTo>
                    <a:cubicBezTo>
                      <a:pt x="28" y="161"/>
                      <a:pt x="29" y="162"/>
                      <a:pt x="29" y="163"/>
                    </a:cubicBezTo>
                    <a:lnTo>
                      <a:pt x="29" y="162"/>
                    </a:lnTo>
                    <a:cubicBezTo>
                      <a:pt x="29" y="163"/>
                      <a:pt x="29" y="163"/>
                      <a:pt x="30" y="163"/>
                    </a:cubicBezTo>
                    <a:lnTo>
                      <a:pt x="30" y="164"/>
                    </a:lnTo>
                    <a:cubicBezTo>
                      <a:pt x="31" y="164"/>
                      <a:pt x="31" y="164"/>
                      <a:pt x="31" y="164"/>
                    </a:cubicBezTo>
                    <a:cubicBezTo>
                      <a:pt x="32" y="164"/>
                      <a:pt x="32" y="164"/>
                      <a:pt x="33" y="164"/>
                    </a:cubicBezTo>
                    <a:lnTo>
                      <a:pt x="34" y="164"/>
                    </a:lnTo>
                    <a:lnTo>
                      <a:pt x="36" y="164"/>
                    </a:lnTo>
                    <a:lnTo>
                      <a:pt x="37" y="164"/>
                    </a:lnTo>
                    <a:cubicBezTo>
                      <a:pt x="39" y="164"/>
                      <a:pt x="40" y="164"/>
                      <a:pt x="41" y="164"/>
                    </a:cubicBezTo>
                    <a:cubicBezTo>
                      <a:pt x="43" y="163"/>
                      <a:pt x="46" y="162"/>
                      <a:pt x="48" y="161"/>
                    </a:cubicBezTo>
                    <a:cubicBezTo>
                      <a:pt x="50" y="160"/>
                      <a:pt x="53" y="158"/>
                      <a:pt x="55" y="157"/>
                    </a:cubicBezTo>
                    <a:cubicBezTo>
                      <a:pt x="57" y="156"/>
                      <a:pt x="60" y="154"/>
                      <a:pt x="61" y="153"/>
                    </a:cubicBezTo>
                    <a:cubicBezTo>
                      <a:pt x="67" y="149"/>
                      <a:pt x="71" y="144"/>
                      <a:pt x="75" y="140"/>
                    </a:cubicBezTo>
                    <a:cubicBezTo>
                      <a:pt x="79" y="137"/>
                      <a:pt x="82" y="133"/>
                      <a:pt x="85" y="130"/>
                    </a:cubicBezTo>
                    <a:cubicBezTo>
                      <a:pt x="88" y="126"/>
                      <a:pt x="92" y="122"/>
                      <a:pt x="95" y="117"/>
                    </a:cubicBezTo>
                    <a:cubicBezTo>
                      <a:pt x="95" y="118"/>
                      <a:pt x="94" y="118"/>
                      <a:pt x="94" y="118"/>
                    </a:cubicBezTo>
                    <a:cubicBezTo>
                      <a:pt x="97" y="115"/>
                      <a:pt x="99" y="111"/>
                      <a:pt x="101" y="107"/>
                    </a:cubicBezTo>
                    <a:cubicBezTo>
                      <a:pt x="105" y="101"/>
                      <a:pt x="108" y="94"/>
                      <a:pt x="111" y="87"/>
                    </a:cubicBezTo>
                    <a:cubicBezTo>
                      <a:pt x="111" y="86"/>
                      <a:pt x="112" y="85"/>
                      <a:pt x="112" y="84"/>
                    </a:cubicBezTo>
                    <a:cubicBezTo>
                      <a:pt x="113" y="83"/>
                      <a:pt x="113" y="82"/>
                      <a:pt x="113" y="82"/>
                    </a:cubicBezTo>
                    <a:cubicBezTo>
                      <a:pt x="115" y="76"/>
                      <a:pt x="121" y="73"/>
                      <a:pt x="127" y="75"/>
                    </a:cubicBezTo>
                    <a:cubicBezTo>
                      <a:pt x="132" y="76"/>
                      <a:pt x="136" y="83"/>
                      <a:pt x="134" y="89"/>
                    </a:cubicBezTo>
                    <a:lnTo>
                      <a:pt x="134" y="90"/>
                    </a:lnTo>
                    <a:cubicBezTo>
                      <a:pt x="133" y="91"/>
                      <a:pt x="132" y="93"/>
                      <a:pt x="132" y="94"/>
                    </a:cubicBezTo>
                    <a:cubicBezTo>
                      <a:pt x="131" y="97"/>
                      <a:pt x="131" y="100"/>
                      <a:pt x="131" y="103"/>
                    </a:cubicBezTo>
                    <a:cubicBezTo>
                      <a:pt x="131" y="105"/>
                      <a:pt x="130" y="108"/>
                      <a:pt x="130" y="110"/>
                    </a:cubicBezTo>
                    <a:cubicBezTo>
                      <a:pt x="130" y="112"/>
                      <a:pt x="131" y="115"/>
                      <a:pt x="131" y="117"/>
                    </a:cubicBezTo>
                    <a:cubicBezTo>
                      <a:pt x="131" y="118"/>
                      <a:pt x="131" y="119"/>
                      <a:pt x="132" y="121"/>
                    </a:cubicBezTo>
                    <a:cubicBezTo>
                      <a:pt x="132" y="121"/>
                      <a:pt x="132" y="122"/>
                      <a:pt x="132" y="123"/>
                    </a:cubicBezTo>
                    <a:cubicBezTo>
                      <a:pt x="133" y="124"/>
                      <a:pt x="134" y="125"/>
                      <a:pt x="134" y="125"/>
                    </a:cubicBezTo>
                    <a:cubicBezTo>
                      <a:pt x="134" y="126"/>
                      <a:pt x="135" y="126"/>
                      <a:pt x="135" y="126"/>
                    </a:cubicBezTo>
                    <a:cubicBezTo>
                      <a:pt x="135" y="127"/>
                      <a:pt x="136" y="128"/>
                      <a:pt x="136" y="128"/>
                    </a:cubicBezTo>
                    <a:lnTo>
                      <a:pt x="137" y="129"/>
                    </a:lnTo>
                    <a:lnTo>
                      <a:pt x="138" y="129"/>
                    </a:lnTo>
                    <a:lnTo>
                      <a:pt x="137" y="129"/>
                    </a:lnTo>
                    <a:lnTo>
                      <a:pt x="136" y="129"/>
                    </a:lnTo>
                    <a:lnTo>
                      <a:pt x="136" y="128"/>
                    </a:lnTo>
                    <a:lnTo>
                      <a:pt x="136" y="129"/>
                    </a:lnTo>
                    <a:lnTo>
                      <a:pt x="137" y="129"/>
                    </a:lnTo>
                    <a:lnTo>
                      <a:pt x="138" y="129"/>
                    </a:lnTo>
                    <a:cubicBezTo>
                      <a:pt x="139" y="130"/>
                      <a:pt x="139" y="130"/>
                      <a:pt x="139" y="130"/>
                    </a:cubicBezTo>
                    <a:cubicBezTo>
                      <a:pt x="140" y="130"/>
                      <a:pt x="141" y="130"/>
                      <a:pt x="141" y="130"/>
                    </a:cubicBezTo>
                    <a:cubicBezTo>
                      <a:pt x="141" y="130"/>
                      <a:pt x="142" y="130"/>
                      <a:pt x="142" y="131"/>
                    </a:cubicBezTo>
                    <a:cubicBezTo>
                      <a:pt x="142" y="130"/>
                      <a:pt x="143" y="130"/>
                      <a:pt x="143" y="130"/>
                    </a:cubicBezTo>
                    <a:cubicBezTo>
                      <a:pt x="145" y="130"/>
                      <a:pt x="146" y="129"/>
                      <a:pt x="147" y="129"/>
                    </a:cubicBezTo>
                    <a:cubicBezTo>
                      <a:pt x="149" y="129"/>
                      <a:pt x="150" y="128"/>
                      <a:pt x="152" y="128"/>
                    </a:cubicBezTo>
                    <a:cubicBezTo>
                      <a:pt x="153" y="127"/>
                      <a:pt x="154" y="126"/>
                      <a:pt x="156" y="126"/>
                    </a:cubicBezTo>
                    <a:cubicBezTo>
                      <a:pt x="157" y="125"/>
                      <a:pt x="159" y="124"/>
                      <a:pt x="161" y="122"/>
                    </a:cubicBezTo>
                    <a:cubicBezTo>
                      <a:pt x="164" y="119"/>
                      <a:pt x="167" y="117"/>
                      <a:pt x="170" y="114"/>
                    </a:cubicBezTo>
                    <a:cubicBezTo>
                      <a:pt x="174" y="109"/>
                      <a:pt x="178" y="104"/>
                      <a:pt x="182" y="99"/>
                    </a:cubicBezTo>
                    <a:cubicBezTo>
                      <a:pt x="189" y="89"/>
                      <a:pt x="196" y="79"/>
                      <a:pt x="202" y="68"/>
                    </a:cubicBezTo>
                    <a:cubicBezTo>
                      <a:pt x="204" y="65"/>
                      <a:pt x="205" y="62"/>
                      <a:pt x="206" y="59"/>
                    </a:cubicBezTo>
                    <a:cubicBezTo>
                      <a:pt x="207" y="58"/>
                      <a:pt x="208" y="56"/>
                      <a:pt x="208" y="54"/>
                    </a:cubicBezTo>
                    <a:cubicBezTo>
                      <a:pt x="208" y="53"/>
                      <a:pt x="209" y="51"/>
                      <a:pt x="209" y="50"/>
                    </a:cubicBezTo>
                    <a:cubicBezTo>
                      <a:pt x="209" y="49"/>
                      <a:pt x="209" y="48"/>
                      <a:pt x="209" y="47"/>
                    </a:cubicBezTo>
                    <a:cubicBezTo>
                      <a:pt x="209" y="48"/>
                      <a:pt x="209" y="48"/>
                      <a:pt x="209" y="49"/>
                    </a:cubicBezTo>
                    <a:cubicBezTo>
                      <a:pt x="209" y="48"/>
                      <a:pt x="209" y="47"/>
                      <a:pt x="209" y="45"/>
                    </a:cubicBezTo>
                    <a:cubicBezTo>
                      <a:pt x="209" y="45"/>
                      <a:pt x="209" y="44"/>
                      <a:pt x="208" y="43"/>
                    </a:cubicBezTo>
                    <a:cubicBezTo>
                      <a:pt x="208" y="41"/>
                      <a:pt x="207" y="40"/>
                      <a:pt x="206" y="38"/>
                    </a:cubicBezTo>
                    <a:lnTo>
                      <a:pt x="206" y="37"/>
                    </a:lnTo>
                    <a:lnTo>
                      <a:pt x="206" y="36"/>
                    </a:lnTo>
                    <a:cubicBezTo>
                      <a:pt x="205" y="36"/>
                      <a:pt x="204" y="35"/>
                      <a:pt x="203" y="34"/>
                    </a:cubicBezTo>
                    <a:lnTo>
                      <a:pt x="202" y="33"/>
                    </a:lnTo>
                    <a:lnTo>
                      <a:pt x="201" y="32"/>
                    </a:lnTo>
                    <a:cubicBezTo>
                      <a:pt x="200" y="32"/>
                      <a:pt x="199" y="32"/>
                      <a:pt x="199" y="31"/>
                    </a:cubicBezTo>
                    <a:cubicBezTo>
                      <a:pt x="198" y="30"/>
                      <a:pt x="196" y="30"/>
                      <a:pt x="195" y="30"/>
                    </a:cubicBezTo>
                    <a:cubicBezTo>
                      <a:pt x="194" y="30"/>
                      <a:pt x="193" y="29"/>
                      <a:pt x="192" y="29"/>
                    </a:cubicBezTo>
                    <a:cubicBezTo>
                      <a:pt x="191" y="29"/>
                      <a:pt x="189" y="29"/>
                      <a:pt x="188" y="29"/>
                    </a:cubicBezTo>
                    <a:cubicBezTo>
                      <a:pt x="187" y="29"/>
                      <a:pt x="186" y="29"/>
                      <a:pt x="185" y="29"/>
                    </a:cubicBezTo>
                    <a:cubicBezTo>
                      <a:pt x="184" y="30"/>
                      <a:pt x="182" y="30"/>
                      <a:pt x="181" y="30"/>
                    </a:cubicBezTo>
                    <a:cubicBezTo>
                      <a:pt x="180" y="31"/>
                      <a:pt x="178" y="32"/>
                      <a:pt x="177" y="32"/>
                    </a:cubicBezTo>
                    <a:cubicBezTo>
                      <a:pt x="174" y="33"/>
                      <a:pt x="172" y="34"/>
                      <a:pt x="170" y="36"/>
                    </a:cubicBezTo>
                    <a:cubicBezTo>
                      <a:pt x="167" y="37"/>
                      <a:pt x="165" y="39"/>
                      <a:pt x="163" y="41"/>
                    </a:cubicBezTo>
                    <a:cubicBezTo>
                      <a:pt x="162" y="41"/>
                      <a:pt x="161" y="42"/>
                      <a:pt x="160" y="43"/>
                    </a:cubicBezTo>
                    <a:cubicBezTo>
                      <a:pt x="159" y="44"/>
                      <a:pt x="158" y="45"/>
                      <a:pt x="157" y="46"/>
                    </a:cubicBezTo>
                    <a:cubicBezTo>
                      <a:pt x="153" y="51"/>
                      <a:pt x="147" y="51"/>
                      <a:pt x="142" y="47"/>
                    </a:cubicBezTo>
                    <a:cubicBezTo>
                      <a:pt x="138" y="44"/>
                      <a:pt x="138" y="37"/>
                      <a:pt x="141" y="33"/>
                    </a:cubicBezTo>
                    <a:cubicBezTo>
                      <a:pt x="143" y="30"/>
                      <a:pt x="145" y="28"/>
                      <a:pt x="148" y="26"/>
                    </a:cubicBezTo>
                    <a:cubicBezTo>
                      <a:pt x="150" y="23"/>
                      <a:pt x="153" y="22"/>
                      <a:pt x="156" y="19"/>
                    </a:cubicBezTo>
                    <a:cubicBezTo>
                      <a:pt x="162" y="15"/>
                      <a:pt x="169" y="12"/>
                      <a:pt x="175" y="9"/>
                    </a:cubicBezTo>
                    <a:cubicBezTo>
                      <a:pt x="188" y="6"/>
                      <a:pt x="204" y="7"/>
                      <a:pt x="215" y="16"/>
                    </a:cubicBezTo>
                    <a:cubicBezTo>
                      <a:pt x="220" y="19"/>
                      <a:pt x="224" y="25"/>
                      <a:pt x="227" y="30"/>
                    </a:cubicBezTo>
                    <a:cubicBezTo>
                      <a:pt x="230" y="37"/>
                      <a:pt x="231" y="44"/>
                      <a:pt x="230" y="52"/>
                    </a:cubicBezTo>
                    <a:cubicBezTo>
                      <a:pt x="229" y="63"/>
                      <a:pt x="223" y="74"/>
                      <a:pt x="217" y="84"/>
                    </a:cubicBezTo>
                    <a:cubicBezTo>
                      <a:pt x="215" y="89"/>
                      <a:pt x="212" y="93"/>
                      <a:pt x="209" y="98"/>
                    </a:cubicBezTo>
                    <a:cubicBezTo>
                      <a:pt x="202" y="108"/>
                      <a:pt x="195" y="118"/>
                      <a:pt x="187" y="126"/>
                    </a:cubicBezTo>
                    <a:cubicBezTo>
                      <a:pt x="182" y="132"/>
                      <a:pt x="177" y="137"/>
                      <a:pt x="170" y="142"/>
                    </a:cubicBezTo>
                    <a:cubicBezTo>
                      <a:pt x="164" y="146"/>
                      <a:pt x="157" y="149"/>
                      <a:pt x="149" y="151"/>
                    </a:cubicBezTo>
                    <a:cubicBezTo>
                      <a:pt x="143" y="153"/>
                      <a:pt x="136" y="152"/>
                      <a:pt x="130" y="150"/>
                    </a:cubicBezTo>
                    <a:cubicBezTo>
                      <a:pt x="124" y="147"/>
                      <a:pt x="118" y="142"/>
                      <a:pt x="114" y="136"/>
                    </a:cubicBezTo>
                    <a:cubicBezTo>
                      <a:pt x="113" y="133"/>
                      <a:pt x="113" y="131"/>
                      <a:pt x="111" y="129"/>
                    </a:cubicBezTo>
                    <a:cubicBezTo>
                      <a:pt x="107" y="135"/>
                      <a:pt x="101" y="142"/>
                      <a:pt x="96" y="147"/>
                    </a:cubicBezTo>
                    <a:cubicBezTo>
                      <a:pt x="89" y="156"/>
                      <a:pt x="81" y="164"/>
                      <a:pt x="72" y="170"/>
                    </a:cubicBezTo>
                    <a:cubicBezTo>
                      <a:pt x="67" y="175"/>
                      <a:pt x="61" y="178"/>
                      <a:pt x="55" y="181"/>
                    </a:cubicBezTo>
                    <a:cubicBezTo>
                      <a:pt x="48" y="184"/>
                      <a:pt x="41" y="186"/>
                      <a:pt x="34" y="186"/>
                    </a:cubicBezTo>
                    <a:lnTo>
                      <a:pt x="33" y="18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8" name="Google Shape;3008;p32"/>
              <p:cNvSpPr/>
              <p:nvPr/>
            </p:nvSpPr>
            <p:spPr>
              <a:xfrm>
                <a:off x="421540" y="3990958"/>
                <a:ext cx="39960" cy="61560"/>
              </a:xfrm>
              <a:custGeom>
                <a:avLst/>
                <a:gdLst/>
                <a:ahLst/>
                <a:cxnLst/>
                <a:rect l="l" t="t" r="r" b="b"/>
                <a:pathLst>
                  <a:path w="111" h="171" extrusionOk="0">
                    <a:moveTo>
                      <a:pt x="1" y="160"/>
                    </a:moveTo>
                    <a:cubicBezTo>
                      <a:pt x="0" y="155"/>
                      <a:pt x="5" y="149"/>
                      <a:pt x="10" y="148"/>
                    </a:cubicBezTo>
                    <a:cubicBezTo>
                      <a:pt x="17" y="148"/>
                      <a:pt x="24" y="148"/>
                      <a:pt x="31" y="147"/>
                    </a:cubicBezTo>
                    <a:cubicBezTo>
                      <a:pt x="38" y="145"/>
                      <a:pt x="44" y="144"/>
                      <a:pt x="50" y="143"/>
                    </a:cubicBezTo>
                    <a:cubicBezTo>
                      <a:pt x="52" y="142"/>
                      <a:pt x="55" y="141"/>
                      <a:pt x="57" y="140"/>
                    </a:cubicBezTo>
                    <a:cubicBezTo>
                      <a:pt x="58" y="140"/>
                      <a:pt x="58" y="140"/>
                      <a:pt x="59" y="140"/>
                    </a:cubicBezTo>
                    <a:cubicBezTo>
                      <a:pt x="59" y="139"/>
                      <a:pt x="60" y="139"/>
                      <a:pt x="60" y="138"/>
                    </a:cubicBezTo>
                    <a:cubicBezTo>
                      <a:pt x="60" y="138"/>
                      <a:pt x="59" y="138"/>
                      <a:pt x="59" y="137"/>
                    </a:cubicBezTo>
                    <a:cubicBezTo>
                      <a:pt x="59" y="138"/>
                      <a:pt x="60" y="138"/>
                      <a:pt x="60" y="138"/>
                    </a:cubicBezTo>
                    <a:cubicBezTo>
                      <a:pt x="56" y="134"/>
                      <a:pt x="51" y="130"/>
                      <a:pt x="47" y="126"/>
                    </a:cubicBezTo>
                    <a:cubicBezTo>
                      <a:pt x="47" y="126"/>
                      <a:pt x="48" y="126"/>
                      <a:pt x="48" y="127"/>
                    </a:cubicBezTo>
                    <a:cubicBezTo>
                      <a:pt x="41" y="120"/>
                      <a:pt x="34" y="113"/>
                      <a:pt x="28" y="106"/>
                    </a:cubicBezTo>
                    <a:cubicBezTo>
                      <a:pt x="24" y="102"/>
                      <a:pt x="21" y="97"/>
                      <a:pt x="18" y="92"/>
                    </a:cubicBezTo>
                    <a:cubicBezTo>
                      <a:pt x="16" y="88"/>
                      <a:pt x="13" y="83"/>
                      <a:pt x="12" y="78"/>
                    </a:cubicBezTo>
                    <a:cubicBezTo>
                      <a:pt x="9" y="67"/>
                      <a:pt x="10" y="56"/>
                      <a:pt x="14" y="45"/>
                    </a:cubicBezTo>
                    <a:cubicBezTo>
                      <a:pt x="17" y="35"/>
                      <a:pt x="24" y="27"/>
                      <a:pt x="32" y="20"/>
                    </a:cubicBezTo>
                    <a:cubicBezTo>
                      <a:pt x="40" y="13"/>
                      <a:pt x="51" y="8"/>
                      <a:pt x="61" y="4"/>
                    </a:cubicBezTo>
                    <a:cubicBezTo>
                      <a:pt x="66" y="3"/>
                      <a:pt x="72" y="2"/>
                      <a:pt x="76" y="2"/>
                    </a:cubicBezTo>
                    <a:cubicBezTo>
                      <a:pt x="83" y="0"/>
                      <a:pt x="88" y="2"/>
                      <a:pt x="94" y="3"/>
                    </a:cubicBezTo>
                    <a:cubicBezTo>
                      <a:pt x="102" y="6"/>
                      <a:pt x="109" y="12"/>
                      <a:pt x="110" y="20"/>
                    </a:cubicBezTo>
                    <a:cubicBezTo>
                      <a:pt x="110" y="22"/>
                      <a:pt x="110" y="24"/>
                      <a:pt x="109" y="25"/>
                    </a:cubicBezTo>
                    <a:cubicBezTo>
                      <a:pt x="109" y="27"/>
                      <a:pt x="108" y="29"/>
                      <a:pt x="106" y="30"/>
                    </a:cubicBezTo>
                    <a:cubicBezTo>
                      <a:pt x="104" y="33"/>
                      <a:pt x="100" y="34"/>
                      <a:pt x="95" y="32"/>
                    </a:cubicBezTo>
                    <a:cubicBezTo>
                      <a:pt x="92" y="31"/>
                      <a:pt x="89" y="28"/>
                      <a:pt x="88" y="25"/>
                    </a:cubicBezTo>
                    <a:cubicBezTo>
                      <a:pt x="88" y="25"/>
                      <a:pt x="88" y="24"/>
                      <a:pt x="87" y="24"/>
                    </a:cubicBezTo>
                    <a:lnTo>
                      <a:pt x="86" y="24"/>
                    </a:lnTo>
                    <a:cubicBezTo>
                      <a:pt x="85" y="24"/>
                      <a:pt x="83" y="24"/>
                      <a:pt x="82" y="23"/>
                    </a:cubicBezTo>
                    <a:cubicBezTo>
                      <a:pt x="81" y="23"/>
                      <a:pt x="80" y="23"/>
                      <a:pt x="79" y="23"/>
                    </a:cubicBezTo>
                    <a:lnTo>
                      <a:pt x="80" y="23"/>
                    </a:lnTo>
                    <a:cubicBezTo>
                      <a:pt x="79" y="23"/>
                      <a:pt x="77" y="24"/>
                      <a:pt x="76" y="24"/>
                    </a:cubicBezTo>
                    <a:cubicBezTo>
                      <a:pt x="73" y="24"/>
                      <a:pt x="70" y="25"/>
                      <a:pt x="68" y="25"/>
                    </a:cubicBezTo>
                    <a:cubicBezTo>
                      <a:pt x="65" y="27"/>
                      <a:pt x="60" y="28"/>
                      <a:pt x="58" y="30"/>
                    </a:cubicBezTo>
                    <a:cubicBezTo>
                      <a:pt x="55" y="30"/>
                      <a:pt x="53" y="31"/>
                      <a:pt x="51" y="32"/>
                    </a:cubicBezTo>
                    <a:cubicBezTo>
                      <a:pt x="50" y="34"/>
                      <a:pt x="48" y="35"/>
                      <a:pt x="46" y="36"/>
                    </a:cubicBezTo>
                    <a:cubicBezTo>
                      <a:pt x="45" y="37"/>
                      <a:pt x="44" y="38"/>
                      <a:pt x="43" y="39"/>
                    </a:cubicBezTo>
                    <a:cubicBezTo>
                      <a:pt x="42" y="41"/>
                      <a:pt x="41" y="42"/>
                      <a:pt x="39" y="43"/>
                    </a:cubicBezTo>
                    <a:cubicBezTo>
                      <a:pt x="38" y="45"/>
                      <a:pt x="37" y="47"/>
                      <a:pt x="36" y="48"/>
                    </a:cubicBezTo>
                    <a:cubicBezTo>
                      <a:pt x="35" y="49"/>
                      <a:pt x="35" y="51"/>
                      <a:pt x="34" y="52"/>
                    </a:cubicBezTo>
                    <a:cubicBezTo>
                      <a:pt x="34" y="53"/>
                      <a:pt x="33" y="55"/>
                      <a:pt x="33" y="56"/>
                    </a:cubicBezTo>
                    <a:cubicBezTo>
                      <a:pt x="32" y="57"/>
                      <a:pt x="32" y="59"/>
                      <a:pt x="32" y="60"/>
                    </a:cubicBezTo>
                    <a:cubicBezTo>
                      <a:pt x="32" y="61"/>
                      <a:pt x="32" y="62"/>
                      <a:pt x="32" y="64"/>
                    </a:cubicBezTo>
                    <a:cubicBezTo>
                      <a:pt x="32" y="66"/>
                      <a:pt x="32" y="67"/>
                      <a:pt x="32" y="70"/>
                    </a:cubicBezTo>
                    <a:cubicBezTo>
                      <a:pt x="33" y="71"/>
                      <a:pt x="33" y="73"/>
                      <a:pt x="34" y="74"/>
                    </a:cubicBezTo>
                    <a:cubicBezTo>
                      <a:pt x="34" y="75"/>
                      <a:pt x="35" y="77"/>
                      <a:pt x="35" y="78"/>
                    </a:cubicBezTo>
                    <a:cubicBezTo>
                      <a:pt x="36" y="80"/>
                      <a:pt x="37" y="81"/>
                      <a:pt x="37" y="82"/>
                    </a:cubicBezTo>
                    <a:cubicBezTo>
                      <a:pt x="38" y="84"/>
                      <a:pt x="40" y="87"/>
                      <a:pt x="42" y="89"/>
                    </a:cubicBezTo>
                    <a:cubicBezTo>
                      <a:pt x="48" y="96"/>
                      <a:pt x="55" y="103"/>
                      <a:pt x="62" y="110"/>
                    </a:cubicBezTo>
                    <a:cubicBezTo>
                      <a:pt x="66" y="113"/>
                      <a:pt x="69" y="116"/>
                      <a:pt x="72" y="119"/>
                    </a:cubicBezTo>
                    <a:cubicBezTo>
                      <a:pt x="75" y="122"/>
                      <a:pt x="79" y="124"/>
                      <a:pt x="80" y="129"/>
                    </a:cubicBezTo>
                    <a:cubicBezTo>
                      <a:pt x="81" y="131"/>
                      <a:pt x="83" y="133"/>
                      <a:pt x="83" y="135"/>
                    </a:cubicBezTo>
                    <a:cubicBezTo>
                      <a:pt x="83" y="138"/>
                      <a:pt x="83" y="141"/>
                      <a:pt x="82" y="145"/>
                    </a:cubicBezTo>
                    <a:cubicBezTo>
                      <a:pt x="80" y="150"/>
                      <a:pt x="76" y="154"/>
                      <a:pt x="72" y="157"/>
                    </a:cubicBezTo>
                    <a:cubicBezTo>
                      <a:pt x="67" y="160"/>
                      <a:pt x="62" y="162"/>
                      <a:pt x="56" y="163"/>
                    </a:cubicBezTo>
                    <a:cubicBezTo>
                      <a:pt x="49" y="165"/>
                      <a:pt x="42" y="166"/>
                      <a:pt x="34" y="168"/>
                    </a:cubicBezTo>
                    <a:cubicBezTo>
                      <a:pt x="35" y="168"/>
                      <a:pt x="35" y="168"/>
                      <a:pt x="35" y="168"/>
                    </a:cubicBezTo>
                    <a:cubicBezTo>
                      <a:pt x="28" y="169"/>
                      <a:pt x="20" y="169"/>
                      <a:pt x="13" y="170"/>
                    </a:cubicBezTo>
                    <a:cubicBezTo>
                      <a:pt x="12" y="170"/>
                      <a:pt x="12" y="170"/>
                      <a:pt x="12" y="170"/>
                    </a:cubicBezTo>
                    <a:cubicBezTo>
                      <a:pt x="6" y="170"/>
                      <a:pt x="2" y="166"/>
                      <a:pt x="1" y="1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9" name="Google Shape;3009;p32"/>
              <p:cNvSpPr/>
              <p:nvPr/>
            </p:nvSpPr>
            <p:spPr>
              <a:xfrm>
                <a:off x="468700" y="3988438"/>
                <a:ext cx="52920" cy="6840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190" extrusionOk="0">
                    <a:moveTo>
                      <a:pt x="23" y="162"/>
                    </a:moveTo>
                    <a:cubicBezTo>
                      <a:pt x="24" y="161"/>
                      <a:pt x="25" y="160"/>
                      <a:pt x="26" y="159"/>
                    </a:cubicBezTo>
                    <a:cubicBezTo>
                      <a:pt x="30" y="155"/>
                      <a:pt x="34" y="150"/>
                      <a:pt x="38" y="146"/>
                    </a:cubicBezTo>
                    <a:cubicBezTo>
                      <a:pt x="37" y="146"/>
                      <a:pt x="37" y="146"/>
                      <a:pt x="36" y="147"/>
                    </a:cubicBezTo>
                    <a:cubicBezTo>
                      <a:pt x="35" y="147"/>
                      <a:pt x="33" y="148"/>
                      <a:pt x="32" y="148"/>
                    </a:cubicBezTo>
                    <a:cubicBezTo>
                      <a:pt x="32" y="149"/>
                      <a:pt x="31" y="149"/>
                      <a:pt x="30" y="149"/>
                    </a:cubicBezTo>
                    <a:cubicBezTo>
                      <a:pt x="29" y="151"/>
                      <a:pt x="29" y="151"/>
                      <a:pt x="28" y="152"/>
                    </a:cubicBezTo>
                    <a:cubicBezTo>
                      <a:pt x="27" y="154"/>
                      <a:pt x="26" y="155"/>
                      <a:pt x="25" y="156"/>
                    </a:cubicBezTo>
                    <a:cubicBezTo>
                      <a:pt x="25" y="157"/>
                      <a:pt x="25" y="158"/>
                      <a:pt x="24" y="159"/>
                    </a:cubicBezTo>
                    <a:cubicBezTo>
                      <a:pt x="23" y="160"/>
                      <a:pt x="23" y="161"/>
                      <a:pt x="23" y="161"/>
                    </a:cubicBezTo>
                    <a:cubicBezTo>
                      <a:pt x="23" y="162"/>
                      <a:pt x="23" y="162"/>
                      <a:pt x="23" y="162"/>
                    </a:cubicBezTo>
                    <a:moveTo>
                      <a:pt x="12" y="187"/>
                    </a:moveTo>
                    <a:cubicBezTo>
                      <a:pt x="7" y="185"/>
                      <a:pt x="3" y="180"/>
                      <a:pt x="1" y="175"/>
                    </a:cubicBezTo>
                    <a:cubicBezTo>
                      <a:pt x="0" y="168"/>
                      <a:pt x="1" y="161"/>
                      <a:pt x="3" y="154"/>
                    </a:cubicBezTo>
                    <a:cubicBezTo>
                      <a:pt x="5" y="148"/>
                      <a:pt x="8" y="141"/>
                      <a:pt x="13" y="137"/>
                    </a:cubicBezTo>
                    <a:cubicBezTo>
                      <a:pt x="18" y="131"/>
                      <a:pt x="25" y="128"/>
                      <a:pt x="32" y="126"/>
                    </a:cubicBezTo>
                    <a:cubicBezTo>
                      <a:pt x="39" y="123"/>
                      <a:pt x="46" y="122"/>
                      <a:pt x="53" y="122"/>
                    </a:cubicBezTo>
                    <a:cubicBezTo>
                      <a:pt x="54" y="122"/>
                      <a:pt x="54" y="122"/>
                      <a:pt x="55" y="122"/>
                    </a:cubicBezTo>
                    <a:cubicBezTo>
                      <a:pt x="55" y="122"/>
                      <a:pt x="55" y="121"/>
                      <a:pt x="55" y="120"/>
                    </a:cubicBezTo>
                    <a:cubicBezTo>
                      <a:pt x="59" y="115"/>
                      <a:pt x="62" y="110"/>
                      <a:pt x="65" y="105"/>
                    </a:cubicBezTo>
                    <a:cubicBezTo>
                      <a:pt x="68" y="99"/>
                      <a:pt x="71" y="93"/>
                      <a:pt x="74" y="87"/>
                    </a:cubicBezTo>
                    <a:cubicBezTo>
                      <a:pt x="75" y="84"/>
                      <a:pt x="76" y="81"/>
                      <a:pt x="78" y="78"/>
                    </a:cubicBezTo>
                    <a:cubicBezTo>
                      <a:pt x="78" y="78"/>
                      <a:pt x="78" y="77"/>
                      <a:pt x="79" y="76"/>
                    </a:cubicBezTo>
                    <a:cubicBezTo>
                      <a:pt x="77" y="76"/>
                      <a:pt x="76" y="77"/>
                      <a:pt x="74" y="76"/>
                    </a:cubicBezTo>
                    <a:cubicBezTo>
                      <a:pt x="68" y="75"/>
                      <a:pt x="64" y="70"/>
                      <a:pt x="64" y="64"/>
                    </a:cubicBezTo>
                    <a:cubicBezTo>
                      <a:pt x="65" y="57"/>
                      <a:pt x="67" y="50"/>
                      <a:pt x="69" y="44"/>
                    </a:cubicBezTo>
                    <a:cubicBezTo>
                      <a:pt x="71" y="41"/>
                      <a:pt x="72" y="39"/>
                      <a:pt x="73" y="36"/>
                    </a:cubicBezTo>
                    <a:cubicBezTo>
                      <a:pt x="75" y="31"/>
                      <a:pt x="78" y="26"/>
                      <a:pt x="81" y="21"/>
                    </a:cubicBezTo>
                    <a:cubicBezTo>
                      <a:pt x="83" y="16"/>
                      <a:pt x="85" y="12"/>
                      <a:pt x="88" y="8"/>
                    </a:cubicBezTo>
                    <a:cubicBezTo>
                      <a:pt x="90" y="6"/>
                      <a:pt x="92" y="3"/>
                      <a:pt x="94" y="2"/>
                    </a:cubicBezTo>
                    <a:cubicBezTo>
                      <a:pt x="97" y="1"/>
                      <a:pt x="100" y="0"/>
                      <a:pt x="103" y="1"/>
                    </a:cubicBezTo>
                    <a:cubicBezTo>
                      <a:pt x="109" y="2"/>
                      <a:pt x="113" y="7"/>
                      <a:pt x="114" y="12"/>
                    </a:cubicBezTo>
                    <a:cubicBezTo>
                      <a:pt x="116" y="20"/>
                      <a:pt x="114" y="27"/>
                      <a:pt x="113" y="34"/>
                    </a:cubicBezTo>
                    <a:cubicBezTo>
                      <a:pt x="112" y="42"/>
                      <a:pt x="110" y="49"/>
                      <a:pt x="108" y="56"/>
                    </a:cubicBezTo>
                    <a:cubicBezTo>
                      <a:pt x="106" y="63"/>
                      <a:pt x="103" y="70"/>
                      <a:pt x="100" y="77"/>
                    </a:cubicBezTo>
                    <a:cubicBezTo>
                      <a:pt x="97" y="84"/>
                      <a:pt x="95" y="89"/>
                      <a:pt x="92" y="95"/>
                    </a:cubicBezTo>
                    <a:cubicBezTo>
                      <a:pt x="90" y="101"/>
                      <a:pt x="87" y="106"/>
                      <a:pt x="84" y="112"/>
                    </a:cubicBezTo>
                    <a:cubicBezTo>
                      <a:pt x="82" y="116"/>
                      <a:pt x="80" y="120"/>
                      <a:pt x="77" y="124"/>
                    </a:cubicBezTo>
                    <a:cubicBezTo>
                      <a:pt x="89" y="127"/>
                      <a:pt x="100" y="133"/>
                      <a:pt x="110" y="138"/>
                    </a:cubicBezTo>
                    <a:cubicBezTo>
                      <a:pt x="118" y="143"/>
                      <a:pt x="125" y="147"/>
                      <a:pt x="134" y="152"/>
                    </a:cubicBezTo>
                    <a:cubicBezTo>
                      <a:pt x="135" y="152"/>
                      <a:pt x="137" y="154"/>
                      <a:pt x="139" y="154"/>
                    </a:cubicBezTo>
                    <a:cubicBezTo>
                      <a:pt x="144" y="156"/>
                      <a:pt x="146" y="163"/>
                      <a:pt x="143" y="169"/>
                    </a:cubicBezTo>
                    <a:cubicBezTo>
                      <a:pt x="141" y="174"/>
                      <a:pt x="135" y="176"/>
                      <a:pt x="129" y="174"/>
                    </a:cubicBezTo>
                    <a:cubicBezTo>
                      <a:pt x="118" y="169"/>
                      <a:pt x="109" y="162"/>
                      <a:pt x="98" y="156"/>
                    </a:cubicBezTo>
                    <a:cubicBezTo>
                      <a:pt x="92" y="153"/>
                      <a:pt x="86" y="150"/>
                      <a:pt x="80" y="147"/>
                    </a:cubicBezTo>
                    <a:cubicBezTo>
                      <a:pt x="80" y="147"/>
                      <a:pt x="81" y="147"/>
                      <a:pt x="81" y="148"/>
                    </a:cubicBezTo>
                    <a:cubicBezTo>
                      <a:pt x="81" y="147"/>
                      <a:pt x="80" y="147"/>
                      <a:pt x="80" y="147"/>
                    </a:cubicBezTo>
                    <a:lnTo>
                      <a:pt x="79" y="147"/>
                    </a:lnTo>
                    <a:lnTo>
                      <a:pt x="80" y="147"/>
                    </a:lnTo>
                    <a:cubicBezTo>
                      <a:pt x="76" y="146"/>
                      <a:pt x="74" y="145"/>
                      <a:pt x="70" y="144"/>
                    </a:cubicBezTo>
                    <a:cubicBezTo>
                      <a:pt x="69" y="144"/>
                      <a:pt x="67" y="144"/>
                      <a:pt x="65" y="143"/>
                    </a:cubicBezTo>
                    <a:cubicBezTo>
                      <a:pt x="59" y="152"/>
                      <a:pt x="52" y="162"/>
                      <a:pt x="45" y="170"/>
                    </a:cubicBezTo>
                    <a:cubicBezTo>
                      <a:pt x="40" y="176"/>
                      <a:pt x="36" y="181"/>
                      <a:pt x="30" y="184"/>
                    </a:cubicBezTo>
                    <a:cubicBezTo>
                      <a:pt x="26" y="187"/>
                      <a:pt x="22" y="189"/>
                      <a:pt x="18" y="189"/>
                    </a:cubicBezTo>
                    <a:cubicBezTo>
                      <a:pt x="16" y="189"/>
                      <a:pt x="14" y="189"/>
                      <a:pt x="12" y="1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0" name="Google Shape;3010;p32"/>
              <p:cNvSpPr/>
              <p:nvPr/>
            </p:nvSpPr>
            <p:spPr>
              <a:xfrm>
                <a:off x="536740" y="4004638"/>
                <a:ext cx="18000" cy="32760"/>
              </a:xfrm>
              <a:custGeom>
                <a:avLst/>
                <a:gdLst/>
                <a:ahLst/>
                <a:cxnLst/>
                <a:rect l="l" t="t" r="r" b="b"/>
                <a:pathLst>
                  <a:path w="50" h="91" extrusionOk="0">
                    <a:moveTo>
                      <a:pt x="25" y="82"/>
                    </a:moveTo>
                    <a:cubicBezTo>
                      <a:pt x="21" y="70"/>
                      <a:pt x="15" y="58"/>
                      <a:pt x="10" y="46"/>
                    </a:cubicBezTo>
                    <a:cubicBezTo>
                      <a:pt x="6" y="37"/>
                      <a:pt x="3" y="28"/>
                      <a:pt x="1" y="18"/>
                    </a:cubicBezTo>
                    <a:cubicBezTo>
                      <a:pt x="0" y="15"/>
                      <a:pt x="0" y="12"/>
                      <a:pt x="1" y="10"/>
                    </a:cubicBezTo>
                    <a:cubicBezTo>
                      <a:pt x="2" y="7"/>
                      <a:pt x="4" y="4"/>
                      <a:pt x="6" y="3"/>
                    </a:cubicBezTo>
                    <a:cubicBezTo>
                      <a:pt x="9" y="1"/>
                      <a:pt x="13" y="0"/>
                      <a:pt x="16" y="1"/>
                    </a:cubicBezTo>
                    <a:cubicBezTo>
                      <a:pt x="17" y="1"/>
                      <a:pt x="18" y="1"/>
                      <a:pt x="20" y="2"/>
                    </a:cubicBezTo>
                    <a:cubicBezTo>
                      <a:pt x="26" y="4"/>
                      <a:pt x="29" y="10"/>
                      <a:pt x="27" y="16"/>
                    </a:cubicBezTo>
                    <a:cubicBezTo>
                      <a:pt x="27" y="18"/>
                      <a:pt x="26" y="19"/>
                      <a:pt x="24" y="21"/>
                    </a:cubicBezTo>
                    <a:cubicBezTo>
                      <a:pt x="27" y="30"/>
                      <a:pt x="31" y="40"/>
                      <a:pt x="35" y="49"/>
                    </a:cubicBezTo>
                    <a:cubicBezTo>
                      <a:pt x="39" y="57"/>
                      <a:pt x="42" y="66"/>
                      <a:pt x="46" y="75"/>
                    </a:cubicBezTo>
                    <a:cubicBezTo>
                      <a:pt x="49" y="81"/>
                      <a:pt x="45" y="87"/>
                      <a:pt x="39" y="89"/>
                    </a:cubicBezTo>
                    <a:cubicBezTo>
                      <a:pt x="38" y="89"/>
                      <a:pt x="37" y="90"/>
                      <a:pt x="36" y="90"/>
                    </a:cubicBezTo>
                    <a:cubicBezTo>
                      <a:pt x="31" y="89"/>
                      <a:pt x="27" y="87"/>
                      <a:pt x="25" y="8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1" name="Google Shape;3011;p32"/>
              <p:cNvSpPr/>
              <p:nvPr/>
            </p:nvSpPr>
            <p:spPr>
              <a:xfrm>
                <a:off x="527020" y="4007158"/>
                <a:ext cx="45360" cy="4392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122" extrusionOk="0">
                    <a:moveTo>
                      <a:pt x="5" y="118"/>
                    </a:moveTo>
                    <a:cubicBezTo>
                      <a:pt x="1" y="115"/>
                      <a:pt x="0" y="108"/>
                      <a:pt x="4" y="103"/>
                    </a:cubicBezTo>
                    <a:cubicBezTo>
                      <a:pt x="17" y="88"/>
                      <a:pt x="31" y="72"/>
                      <a:pt x="45" y="56"/>
                    </a:cubicBezTo>
                    <a:cubicBezTo>
                      <a:pt x="52" y="48"/>
                      <a:pt x="59" y="39"/>
                      <a:pt x="67" y="31"/>
                    </a:cubicBezTo>
                    <a:cubicBezTo>
                      <a:pt x="75" y="22"/>
                      <a:pt x="84" y="13"/>
                      <a:pt x="94" y="5"/>
                    </a:cubicBezTo>
                    <a:cubicBezTo>
                      <a:pt x="98" y="3"/>
                      <a:pt x="104" y="0"/>
                      <a:pt x="109" y="0"/>
                    </a:cubicBezTo>
                    <a:cubicBezTo>
                      <a:pt x="114" y="0"/>
                      <a:pt x="118" y="1"/>
                      <a:pt x="122" y="5"/>
                    </a:cubicBezTo>
                    <a:cubicBezTo>
                      <a:pt x="125" y="10"/>
                      <a:pt x="125" y="16"/>
                      <a:pt x="121" y="21"/>
                    </a:cubicBezTo>
                    <a:cubicBezTo>
                      <a:pt x="117" y="24"/>
                      <a:pt x="112" y="25"/>
                      <a:pt x="108" y="22"/>
                    </a:cubicBezTo>
                    <a:lnTo>
                      <a:pt x="108" y="23"/>
                    </a:lnTo>
                    <a:cubicBezTo>
                      <a:pt x="107" y="24"/>
                      <a:pt x="105" y="25"/>
                      <a:pt x="103" y="26"/>
                    </a:cubicBezTo>
                    <a:cubicBezTo>
                      <a:pt x="98" y="30"/>
                      <a:pt x="93" y="35"/>
                      <a:pt x="88" y="39"/>
                    </a:cubicBezTo>
                    <a:cubicBezTo>
                      <a:pt x="89" y="39"/>
                      <a:pt x="89" y="39"/>
                      <a:pt x="89" y="39"/>
                    </a:cubicBezTo>
                    <a:cubicBezTo>
                      <a:pt x="77" y="51"/>
                      <a:pt x="65" y="65"/>
                      <a:pt x="54" y="78"/>
                    </a:cubicBezTo>
                    <a:cubicBezTo>
                      <a:pt x="42" y="91"/>
                      <a:pt x="31" y="104"/>
                      <a:pt x="21" y="117"/>
                    </a:cubicBezTo>
                    <a:cubicBezTo>
                      <a:pt x="19" y="120"/>
                      <a:pt x="16" y="121"/>
                      <a:pt x="12" y="121"/>
                    </a:cubicBezTo>
                    <a:cubicBezTo>
                      <a:pt x="10" y="121"/>
                      <a:pt x="8" y="120"/>
                      <a:pt x="5" y="11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2" name="Google Shape;3012;p32"/>
              <p:cNvSpPr/>
              <p:nvPr/>
            </p:nvSpPr>
            <p:spPr>
              <a:xfrm>
                <a:off x="576340" y="3984838"/>
                <a:ext cx="64800" cy="40320"/>
              </a:xfrm>
              <a:custGeom>
                <a:avLst/>
                <a:gdLst/>
                <a:ahLst/>
                <a:cxnLst/>
                <a:rect l="l" t="t" r="r" b="b"/>
                <a:pathLst>
                  <a:path w="180" h="112" extrusionOk="0">
                    <a:moveTo>
                      <a:pt x="30" y="23"/>
                    </a:moveTo>
                    <a:lnTo>
                      <a:pt x="29" y="23"/>
                    </a:lnTo>
                    <a:lnTo>
                      <a:pt x="28" y="23"/>
                    </a:lnTo>
                    <a:lnTo>
                      <a:pt x="27" y="23"/>
                    </a:lnTo>
                    <a:cubicBezTo>
                      <a:pt x="28" y="23"/>
                      <a:pt x="28" y="23"/>
                      <a:pt x="30" y="23"/>
                    </a:cubicBezTo>
                    <a:moveTo>
                      <a:pt x="37" y="110"/>
                    </a:moveTo>
                    <a:cubicBezTo>
                      <a:pt x="36" y="109"/>
                      <a:pt x="35" y="109"/>
                      <a:pt x="34" y="109"/>
                    </a:cubicBezTo>
                    <a:cubicBezTo>
                      <a:pt x="32" y="108"/>
                      <a:pt x="32" y="107"/>
                      <a:pt x="31" y="106"/>
                    </a:cubicBezTo>
                    <a:cubicBezTo>
                      <a:pt x="28" y="105"/>
                      <a:pt x="27" y="102"/>
                      <a:pt x="26" y="99"/>
                    </a:cubicBezTo>
                    <a:cubicBezTo>
                      <a:pt x="24" y="94"/>
                      <a:pt x="26" y="89"/>
                      <a:pt x="27" y="84"/>
                    </a:cubicBezTo>
                    <a:cubicBezTo>
                      <a:pt x="30" y="75"/>
                      <a:pt x="31" y="66"/>
                      <a:pt x="32" y="56"/>
                    </a:cubicBezTo>
                    <a:cubicBezTo>
                      <a:pt x="32" y="53"/>
                      <a:pt x="32" y="49"/>
                      <a:pt x="32" y="46"/>
                    </a:cubicBezTo>
                    <a:cubicBezTo>
                      <a:pt x="30" y="47"/>
                      <a:pt x="28" y="46"/>
                      <a:pt x="25" y="45"/>
                    </a:cubicBezTo>
                    <a:lnTo>
                      <a:pt x="24" y="45"/>
                    </a:lnTo>
                    <a:cubicBezTo>
                      <a:pt x="19" y="44"/>
                      <a:pt x="13" y="44"/>
                      <a:pt x="9" y="40"/>
                    </a:cubicBezTo>
                    <a:cubicBezTo>
                      <a:pt x="2" y="34"/>
                      <a:pt x="0" y="24"/>
                      <a:pt x="4" y="16"/>
                    </a:cubicBezTo>
                    <a:cubicBezTo>
                      <a:pt x="6" y="12"/>
                      <a:pt x="9" y="7"/>
                      <a:pt x="13" y="5"/>
                    </a:cubicBezTo>
                    <a:cubicBezTo>
                      <a:pt x="17" y="2"/>
                      <a:pt x="21" y="0"/>
                      <a:pt x="27" y="0"/>
                    </a:cubicBezTo>
                    <a:cubicBezTo>
                      <a:pt x="36" y="0"/>
                      <a:pt x="45" y="5"/>
                      <a:pt x="49" y="13"/>
                    </a:cubicBezTo>
                    <a:cubicBezTo>
                      <a:pt x="55" y="23"/>
                      <a:pt x="55" y="35"/>
                      <a:pt x="55" y="46"/>
                    </a:cubicBezTo>
                    <a:cubicBezTo>
                      <a:pt x="54" y="53"/>
                      <a:pt x="53" y="60"/>
                      <a:pt x="52" y="68"/>
                    </a:cubicBezTo>
                    <a:cubicBezTo>
                      <a:pt x="52" y="72"/>
                      <a:pt x="51" y="76"/>
                      <a:pt x="51" y="80"/>
                    </a:cubicBezTo>
                    <a:cubicBezTo>
                      <a:pt x="50" y="82"/>
                      <a:pt x="49" y="85"/>
                      <a:pt x="49" y="88"/>
                    </a:cubicBezTo>
                    <a:cubicBezTo>
                      <a:pt x="52" y="87"/>
                      <a:pt x="55" y="87"/>
                      <a:pt x="58" y="85"/>
                    </a:cubicBezTo>
                    <a:cubicBezTo>
                      <a:pt x="71" y="82"/>
                      <a:pt x="83" y="77"/>
                      <a:pt x="95" y="72"/>
                    </a:cubicBezTo>
                    <a:cubicBezTo>
                      <a:pt x="102" y="69"/>
                      <a:pt x="108" y="66"/>
                      <a:pt x="115" y="63"/>
                    </a:cubicBezTo>
                    <a:cubicBezTo>
                      <a:pt x="132" y="56"/>
                      <a:pt x="148" y="50"/>
                      <a:pt x="164" y="43"/>
                    </a:cubicBezTo>
                    <a:cubicBezTo>
                      <a:pt x="169" y="41"/>
                      <a:pt x="175" y="44"/>
                      <a:pt x="176" y="49"/>
                    </a:cubicBezTo>
                    <a:cubicBezTo>
                      <a:pt x="179" y="54"/>
                      <a:pt x="176" y="59"/>
                      <a:pt x="171" y="62"/>
                    </a:cubicBezTo>
                    <a:cubicBezTo>
                      <a:pt x="152" y="70"/>
                      <a:pt x="133" y="78"/>
                      <a:pt x="114" y="85"/>
                    </a:cubicBezTo>
                    <a:cubicBezTo>
                      <a:pt x="101" y="91"/>
                      <a:pt x="87" y="97"/>
                      <a:pt x="74" y="102"/>
                    </a:cubicBezTo>
                    <a:cubicBezTo>
                      <a:pt x="68" y="105"/>
                      <a:pt x="62" y="107"/>
                      <a:pt x="55" y="109"/>
                    </a:cubicBezTo>
                    <a:cubicBezTo>
                      <a:pt x="52" y="109"/>
                      <a:pt x="49" y="110"/>
                      <a:pt x="46" y="111"/>
                    </a:cubicBezTo>
                    <a:cubicBezTo>
                      <a:pt x="45" y="111"/>
                      <a:pt x="44" y="111"/>
                      <a:pt x="42" y="111"/>
                    </a:cubicBezTo>
                    <a:cubicBezTo>
                      <a:pt x="40" y="111"/>
                      <a:pt x="38" y="110"/>
                      <a:pt x="37" y="1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3" name="Google Shape;3013;p32"/>
              <p:cNvSpPr/>
              <p:nvPr/>
            </p:nvSpPr>
            <p:spPr>
              <a:xfrm>
                <a:off x="-115580" y="4234318"/>
                <a:ext cx="70200" cy="128520"/>
              </a:xfrm>
              <a:custGeom>
                <a:avLst/>
                <a:gdLst/>
                <a:ahLst/>
                <a:cxnLst/>
                <a:rect l="l" t="t" r="r" b="b"/>
                <a:pathLst>
                  <a:path w="195" h="357" extrusionOk="0">
                    <a:moveTo>
                      <a:pt x="32" y="354"/>
                    </a:moveTo>
                    <a:cubicBezTo>
                      <a:pt x="28" y="353"/>
                      <a:pt x="24" y="350"/>
                      <a:pt x="21" y="347"/>
                    </a:cubicBezTo>
                    <a:cubicBezTo>
                      <a:pt x="6" y="332"/>
                      <a:pt x="0" y="310"/>
                      <a:pt x="0" y="289"/>
                    </a:cubicBezTo>
                    <a:cubicBezTo>
                      <a:pt x="1" y="279"/>
                      <a:pt x="4" y="268"/>
                      <a:pt x="8" y="259"/>
                    </a:cubicBezTo>
                    <a:cubicBezTo>
                      <a:pt x="13" y="249"/>
                      <a:pt x="18" y="240"/>
                      <a:pt x="25" y="231"/>
                    </a:cubicBezTo>
                    <a:cubicBezTo>
                      <a:pt x="32" y="223"/>
                      <a:pt x="39" y="215"/>
                      <a:pt x="47" y="206"/>
                    </a:cubicBezTo>
                    <a:cubicBezTo>
                      <a:pt x="51" y="202"/>
                      <a:pt x="57" y="202"/>
                      <a:pt x="61" y="205"/>
                    </a:cubicBezTo>
                    <a:cubicBezTo>
                      <a:pt x="65" y="209"/>
                      <a:pt x="66" y="215"/>
                      <a:pt x="62" y="219"/>
                    </a:cubicBezTo>
                    <a:cubicBezTo>
                      <a:pt x="55" y="227"/>
                      <a:pt x="47" y="236"/>
                      <a:pt x="40" y="245"/>
                    </a:cubicBezTo>
                    <a:cubicBezTo>
                      <a:pt x="37" y="250"/>
                      <a:pt x="34" y="254"/>
                      <a:pt x="31" y="259"/>
                    </a:cubicBezTo>
                    <a:cubicBezTo>
                      <a:pt x="29" y="262"/>
                      <a:pt x="28" y="265"/>
                      <a:pt x="27" y="269"/>
                    </a:cubicBezTo>
                    <a:cubicBezTo>
                      <a:pt x="25" y="272"/>
                      <a:pt x="24" y="276"/>
                      <a:pt x="23" y="279"/>
                    </a:cubicBezTo>
                    <a:cubicBezTo>
                      <a:pt x="22" y="282"/>
                      <a:pt x="22" y="284"/>
                      <a:pt x="22" y="287"/>
                    </a:cubicBezTo>
                    <a:cubicBezTo>
                      <a:pt x="22" y="289"/>
                      <a:pt x="21" y="291"/>
                      <a:pt x="21" y="293"/>
                    </a:cubicBezTo>
                    <a:cubicBezTo>
                      <a:pt x="22" y="297"/>
                      <a:pt x="22" y="300"/>
                      <a:pt x="22" y="303"/>
                    </a:cubicBezTo>
                    <a:cubicBezTo>
                      <a:pt x="23" y="306"/>
                      <a:pt x="24" y="309"/>
                      <a:pt x="24" y="312"/>
                    </a:cubicBezTo>
                    <a:cubicBezTo>
                      <a:pt x="25" y="314"/>
                      <a:pt x="26" y="316"/>
                      <a:pt x="27" y="318"/>
                    </a:cubicBezTo>
                    <a:cubicBezTo>
                      <a:pt x="28" y="320"/>
                      <a:pt x="28" y="322"/>
                      <a:pt x="29" y="324"/>
                    </a:cubicBezTo>
                    <a:cubicBezTo>
                      <a:pt x="31" y="325"/>
                      <a:pt x="31" y="326"/>
                      <a:pt x="32" y="328"/>
                    </a:cubicBezTo>
                    <a:cubicBezTo>
                      <a:pt x="34" y="329"/>
                      <a:pt x="34" y="330"/>
                      <a:pt x="35" y="331"/>
                    </a:cubicBezTo>
                    <a:cubicBezTo>
                      <a:pt x="36" y="332"/>
                      <a:pt x="36" y="332"/>
                      <a:pt x="38" y="333"/>
                    </a:cubicBezTo>
                    <a:cubicBezTo>
                      <a:pt x="39" y="334"/>
                      <a:pt x="39" y="334"/>
                      <a:pt x="40" y="335"/>
                    </a:cubicBezTo>
                    <a:lnTo>
                      <a:pt x="41" y="335"/>
                    </a:lnTo>
                    <a:lnTo>
                      <a:pt x="42" y="335"/>
                    </a:lnTo>
                    <a:cubicBezTo>
                      <a:pt x="43" y="335"/>
                      <a:pt x="43" y="335"/>
                      <a:pt x="43" y="335"/>
                    </a:cubicBezTo>
                    <a:cubicBezTo>
                      <a:pt x="45" y="335"/>
                      <a:pt x="46" y="334"/>
                      <a:pt x="48" y="334"/>
                    </a:cubicBezTo>
                    <a:cubicBezTo>
                      <a:pt x="49" y="333"/>
                      <a:pt x="49" y="333"/>
                      <a:pt x="50" y="333"/>
                    </a:cubicBezTo>
                    <a:cubicBezTo>
                      <a:pt x="52" y="332"/>
                      <a:pt x="52" y="332"/>
                      <a:pt x="53" y="331"/>
                    </a:cubicBezTo>
                    <a:cubicBezTo>
                      <a:pt x="54" y="331"/>
                      <a:pt x="55" y="331"/>
                      <a:pt x="55" y="331"/>
                    </a:cubicBezTo>
                    <a:cubicBezTo>
                      <a:pt x="56" y="330"/>
                      <a:pt x="56" y="329"/>
                      <a:pt x="56" y="329"/>
                    </a:cubicBezTo>
                    <a:cubicBezTo>
                      <a:pt x="59" y="327"/>
                      <a:pt x="60" y="325"/>
                      <a:pt x="62" y="322"/>
                    </a:cubicBezTo>
                    <a:lnTo>
                      <a:pt x="62" y="323"/>
                    </a:lnTo>
                    <a:cubicBezTo>
                      <a:pt x="62" y="322"/>
                      <a:pt x="62" y="322"/>
                      <a:pt x="62" y="322"/>
                    </a:cubicBezTo>
                    <a:lnTo>
                      <a:pt x="63" y="322"/>
                    </a:lnTo>
                    <a:lnTo>
                      <a:pt x="62" y="322"/>
                    </a:lnTo>
                    <a:cubicBezTo>
                      <a:pt x="66" y="318"/>
                      <a:pt x="68" y="313"/>
                      <a:pt x="71" y="308"/>
                    </a:cubicBezTo>
                    <a:cubicBezTo>
                      <a:pt x="75" y="301"/>
                      <a:pt x="78" y="294"/>
                      <a:pt x="81" y="287"/>
                    </a:cubicBezTo>
                    <a:lnTo>
                      <a:pt x="81" y="288"/>
                    </a:lnTo>
                    <a:cubicBezTo>
                      <a:pt x="83" y="283"/>
                      <a:pt x="85" y="277"/>
                      <a:pt x="87" y="273"/>
                    </a:cubicBezTo>
                    <a:cubicBezTo>
                      <a:pt x="89" y="268"/>
                      <a:pt x="91" y="262"/>
                      <a:pt x="92" y="257"/>
                    </a:cubicBezTo>
                    <a:cubicBezTo>
                      <a:pt x="96" y="246"/>
                      <a:pt x="99" y="235"/>
                      <a:pt x="102" y="224"/>
                    </a:cubicBezTo>
                    <a:cubicBezTo>
                      <a:pt x="109" y="202"/>
                      <a:pt x="116" y="180"/>
                      <a:pt x="123" y="158"/>
                    </a:cubicBezTo>
                    <a:cubicBezTo>
                      <a:pt x="129" y="137"/>
                      <a:pt x="136" y="116"/>
                      <a:pt x="143" y="95"/>
                    </a:cubicBezTo>
                    <a:cubicBezTo>
                      <a:pt x="144" y="92"/>
                      <a:pt x="145" y="89"/>
                      <a:pt x="146" y="86"/>
                    </a:cubicBezTo>
                    <a:cubicBezTo>
                      <a:pt x="145" y="88"/>
                      <a:pt x="143" y="90"/>
                      <a:pt x="141" y="92"/>
                    </a:cubicBezTo>
                    <a:cubicBezTo>
                      <a:pt x="139" y="94"/>
                      <a:pt x="137" y="96"/>
                      <a:pt x="135" y="99"/>
                    </a:cubicBezTo>
                    <a:cubicBezTo>
                      <a:pt x="130" y="104"/>
                      <a:pt x="125" y="109"/>
                      <a:pt x="120" y="113"/>
                    </a:cubicBezTo>
                    <a:cubicBezTo>
                      <a:pt x="115" y="119"/>
                      <a:pt x="109" y="124"/>
                      <a:pt x="102" y="129"/>
                    </a:cubicBezTo>
                    <a:cubicBezTo>
                      <a:pt x="92" y="137"/>
                      <a:pt x="78" y="145"/>
                      <a:pt x="65" y="142"/>
                    </a:cubicBezTo>
                    <a:cubicBezTo>
                      <a:pt x="59" y="141"/>
                      <a:pt x="54" y="136"/>
                      <a:pt x="50" y="131"/>
                    </a:cubicBezTo>
                    <a:cubicBezTo>
                      <a:pt x="46" y="125"/>
                      <a:pt x="46" y="118"/>
                      <a:pt x="46" y="111"/>
                    </a:cubicBezTo>
                    <a:cubicBezTo>
                      <a:pt x="47" y="94"/>
                      <a:pt x="50" y="77"/>
                      <a:pt x="54" y="59"/>
                    </a:cubicBezTo>
                    <a:cubicBezTo>
                      <a:pt x="55" y="50"/>
                      <a:pt x="57" y="42"/>
                      <a:pt x="60" y="33"/>
                    </a:cubicBezTo>
                    <a:cubicBezTo>
                      <a:pt x="62" y="26"/>
                      <a:pt x="64" y="18"/>
                      <a:pt x="66" y="11"/>
                    </a:cubicBezTo>
                    <a:cubicBezTo>
                      <a:pt x="66" y="10"/>
                      <a:pt x="66" y="10"/>
                      <a:pt x="67" y="9"/>
                    </a:cubicBezTo>
                    <a:cubicBezTo>
                      <a:pt x="66" y="9"/>
                      <a:pt x="66" y="10"/>
                      <a:pt x="66" y="10"/>
                    </a:cubicBezTo>
                    <a:cubicBezTo>
                      <a:pt x="67" y="9"/>
                      <a:pt x="67" y="9"/>
                      <a:pt x="67" y="9"/>
                    </a:cubicBezTo>
                    <a:cubicBezTo>
                      <a:pt x="68" y="3"/>
                      <a:pt x="74" y="0"/>
                      <a:pt x="81" y="1"/>
                    </a:cubicBezTo>
                    <a:cubicBezTo>
                      <a:pt x="86" y="3"/>
                      <a:pt x="90" y="10"/>
                      <a:pt x="88" y="15"/>
                    </a:cubicBezTo>
                    <a:cubicBezTo>
                      <a:pt x="88" y="16"/>
                      <a:pt x="88" y="16"/>
                      <a:pt x="88" y="17"/>
                    </a:cubicBezTo>
                    <a:cubicBezTo>
                      <a:pt x="88" y="16"/>
                      <a:pt x="88" y="16"/>
                      <a:pt x="88" y="16"/>
                    </a:cubicBezTo>
                    <a:cubicBezTo>
                      <a:pt x="87" y="17"/>
                      <a:pt x="87" y="17"/>
                      <a:pt x="87" y="17"/>
                    </a:cubicBezTo>
                    <a:cubicBezTo>
                      <a:pt x="84" y="28"/>
                      <a:pt x="80" y="37"/>
                      <a:pt x="78" y="48"/>
                    </a:cubicBezTo>
                    <a:cubicBezTo>
                      <a:pt x="78" y="47"/>
                      <a:pt x="78" y="47"/>
                      <a:pt x="78" y="47"/>
                    </a:cubicBezTo>
                    <a:lnTo>
                      <a:pt x="78" y="48"/>
                    </a:lnTo>
                    <a:cubicBezTo>
                      <a:pt x="77" y="48"/>
                      <a:pt x="77" y="48"/>
                      <a:pt x="77" y="48"/>
                    </a:cubicBezTo>
                    <a:lnTo>
                      <a:pt x="78" y="48"/>
                    </a:lnTo>
                    <a:cubicBezTo>
                      <a:pt x="77" y="53"/>
                      <a:pt x="75" y="57"/>
                      <a:pt x="74" y="61"/>
                    </a:cubicBezTo>
                    <a:cubicBezTo>
                      <a:pt x="73" y="66"/>
                      <a:pt x="73" y="71"/>
                      <a:pt x="71" y="75"/>
                    </a:cubicBezTo>
                    <a:cubicBezTo>
                      <a:pt x="70" y="83"/>
                      <a:pt x="69" y="91"/>
                      <a:pt x="68" y="100"/>
                    </a:cubicBezTo>
                    <a:cubicBezTo>
                      <a:pt x="68" y="104"/>
                      <a:pt x="67" y="109"/>
                      <a:pt x="67" y="114"/>
                    </a:cubicBezTo>
                    <a:cubicBezTo>
                      <a:pt x="67" y="116"/>
                      <a:pt x="68" y="117"/>
                      <a:pt x="68" y="118"/>
                    </a:cubicBezTo>
                    <a:lnTo>
                      <a:pt x="68" y="119"/>
                    </a:lnTo>
                    <a:lnTo>
                      <a:pt x="68" y="120"/>
                    </a:lnTo>
                    <a:lnTo>
                      <a:pt x="69" y="120"/>
                    </a:lnTo>
                    <a:cubicBezTo>
                      <a:pt x="69" y="120"/>
                      <a:pt x="69" y="121"/>
                      <a:pt x="70" y="121"/>
                    </a:cubicBezTo>
                    <a:lnTo>
                      <a:pt x="71" y="121"/>
                    </a:lnTo>
                    <a:cubicBezTo>
                      <a:pt x="72" y="121"/>
                      <a:pt x="73" y="121"/>
                      <a:pt x="74" y="120"/>
                    </a:cubicBezTo>
                    <a:cubicBezTo>
                      <a:pt x="75" y="120"/>
                      <a:pt x="77" y="120"/>
                      <a:pt x="78" y="119"/>
                    </a:cubicBezTo>
                    <a:cubicBezTo>
                      <a:pt x="80" y="118"/>
                      <a:pt x="82" y="117"/>
                      <a:pt x="83" y="116"/>
                    </a:cubicBezTo>
                    <a:cubicBezTo>
                      <a:pt x="88" y="114"/>
                      <a:pt x="92" y="111"/>
                      <a:pt x="95" y="108"/>
                    </a:cubicBezTo>
                    <a:cubicBezTo>
                      <a:pt x="104" y="101"/>
                      <a:pt x="112" y="93"/>
                      <a:pt x="120" y="85"/>
                    </a:cubicBezTo>
                    <a:cubicBezTo>
                      <a:pt x="120" y="85"/>
                      <a:pt x="120" y="86"/>
                      <a:pt x="119" y="86"/>
                    </a:cubicBezTo>
                    <a:cubicBezTo>
                      <a:pt x="123" y="82"/>
                      <a:pt x="127" y="78"/>
                      <a:pt x="131" y="74"/>
                    </a:cubicBezTo>
                    <a:cubicBezTo>
                      <a:pt x="133" y="72"/>
                      <a:pt x="134" y="70"/>
                      <a:pt x="136" y="68"/>
                    </a:cubicBezTo>
                    <a:cubicBezTo>
                      <a:pt x="137" y="65"/>
                      <a:pt x="139" y="63"/>
                      <a:pt x="141" y="61"/>
                    </a:cubicBezTo>
                    <a:cubicBezTo>
                      <a:pt x="146" y="54"/>
                      <a:pt x="151" y="47"/>
                      <a:pt x="156" y="39"/>
                    </a:cubicBezTo>
                    <a:cubicBezTo>
                      <a:pt x="159" y="36"/>
                      <a:pt x="161" y="33"/>
                      <a:pt x="163" y="29"/>
                    </a:cubicBezTo>
                    <a:cubicBezTo>
                      <a:pt x="164" y="27"/>
                      <a:pt x="165" y="25"/>
                      <a:pt x="167" y="23"/>
                    </a:cubicBezTo>
                    <a:cubicBezTo>
                      <a:pt x="167" y="22"/>
                      <a:pt x="169" y="21"/>
                      <a:pt x="169" y="19"/>
                    </a:cubicBezTo>
                    <a:cubicBezTo>
                      <a:pt x="171" y="17"/>
                      <a:pt x="173" y="14"/>
                      <a:pt x="175" y="12"/>
                    </a:cubicBezTo>
                    <a:cubicBezTo>
                      <a:pt x="178" y="8"/>
                      <a:pt x="184" y="8"/>
                      <a:pt x="188" y="11"/>
                    </a:cubicBezTo>
                    <a:cubicBezTo>
                      <a:pt x="192" y="14"/>
                      <a:pt x="194" y="19"/>
                      <a:pt x="192" y="23"/>
                    </a:cubicBezTo>
                    <a:cubicBezTo>
                      <a:pt x="190" y="31"/>
                      <a:pt x="186" y="39"/>
                      <a:pt x="183" y="47"/>
                    </a:cubicBezTo>
                    <a:cubicBezTo>
                      <a:pt x="180" y="54"/>
                      <a:pt x="176" y="63"/>
                      <a:pt x="173" y="70"/>
                    </a:cubicBezTo>
                    <a:cubicBezTo>
                      <a:pt x="173" y="70"/>
                      <a:pt x="174" y="70"/>
                      <a:pt x="174" y="69"/>
                    </a:cubicBezTo>
                    <a:cubicBezTo>
                      <a:pt x="170" y="79"/>
                      <a:pt x="166" y="89"/>
                      <a:pt x="163" y="99"/>
                    </a:cubicBezTo>
                    <a:cubicBezTo>
                      <a:pt x="159" y="109"/>
                      <a:pt x="155" y="120"/>
                      <a:pt x="151" y="131"/>
                    </a:cubicBezTo>
                    <a:cubicBezTo>
                      <a:pt x="145" y="152"/>
                      <a:pt x="137" y="173"/>
                      <a:pt x="131" y="194"/>
                    </a:cubicBezTo>
                    <a:cubicBezTo>
                      <a:pt x="124" y="217"/>
                      <a:pt x="117" y="239"/>
                      <a:pt x="110" y="262"/>
                    </a:cubicBezTo>
                    <a:cubicBezTo>
                      <a:pt x="109" y="267"/>
                      <a:pt x="108" y="272"/>
                      <a:pt x="106" y="278"/>
                    </a:cubicBezTo>
                    <a:cubicBezTo>
                      <a:pt x="104" y="283"/>
                      <a:pt x="102" y="288"/>
                      <a:pt x="100" y="293"/>
                    </a:cubicBezTo>
                    <a:cubicBezTo>
                      <a:pt x="98" y="298"/>
                      <a:pt x="96" y="304"/>
                      <a:pt x="93" y="309"/>
                    </a:cubicBezTo>
                    <a:cubicBezTo>
                      <a:pt x="91" y="315"/>
                      <a:pt x="88" y="321"/>
                      <a:pt x="84" y="326"/>
                    </a:cubicBezTo>
                    <a:cubicBezTo>
                      <a:pt x="80" y="333"/>
                      <a:pt x="76" y="339"/>
                      <a:pt x="71" y="344"/>
                    </a:cubicBezTo>
                    <a:cubicBezTo>
                      <a:pt x="64" y="351"/>
                      <a:pt x="56" y="354"/>
                      <a:pt x="47" y="356"/>
                    </a:cubicBezTo>
                    <a:cubicBezTo>
                      <a:pt x="45" y="356"/>
                      <a:pt x="43" y="356"/>
                      <a:pt x="42" y="356"/>
                    </a:cubicBezTo>
                    <a:cubicBezTo>
                      <a:pt x="39" y="356"/>
                      <a:pt x="36" y="356"/>
                      <a:pt x="32" y="3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4" name="Google Shape;3014;p32"/>
              <p:cNvSpPr/>
              <p:nvPr/>
            </p:nvSpPr>
            <p:spPr>
              <a:xfrm>
                <a:off x="-3620" y="4251238"/>
                <a:ext cx="27720" cy="9360"/>
              </a:xfrm>
              <a:custGeom>
                <a:avLst/>
                <a:gdLst/>
                <a:ahLst/>
                <a:cxnLst/>
                <a:rect l="l" t="t" r="r" b="b"/>
                <a:pathLst>
                  <a:path w="77" h="26" extrusionOk="0">
                    <a:moveTo>
                      <a:pt x="15" y="25"/>
                    </a:moveTo>
                    <a:cubicBezTo>
                      <a:pt x="13" y="25"/>
                      <a:pt x="11" y="24"/>
                      <a:pt x="10" y="24"/>
                    </a:cubicBezTo>
                    <a:cubicBezTo>
                      <a:pt x="4" y="23"/>
                      <a:pt x="0" y="18"/>
                      <a:pt x="0" y="13"/>
                    </a:cubicBezTo>
                    <a:cubicBezTo>
                      <a:pt x="0" y="7"/>
                      <a:pt x="6" y="2"/>
                      <a:pt x="11" y="2"/>
                    </a:cubicBezTo>
                    <a:cubicBezTo>
                      <a:pt x="14" y="2"/>
                      <a:pt x="16" y="2"/>
                      <a:pt x="17" y="2"/>
                    </a:cubicBezTo>
                    <a:cubicBezTo>
                      <a:pt x="32" y="2"/>
                      <a:pt x="48" y="0"/>
                      <a:pt x="63" y="0"/>
                    </a:cubicBezTo>
                    <a:cubicBezTo>
                      <a:pt x="69" y="0"/>
                      <a:pt x="74" y="3"/>
                      <a:pt x="75" y="10"/>
                    </a:cubicBezTo>
                    <a:cubicBezTo>
                      <a:pt x="76" y="15"/>
                      <a:pt x="71" y="21"/>
                      <a:pt x="65" y="21"/>
                    </a:cubicBezTo>
                    <a:cubicBezTo>
                      <a:pt x="56" y="21"/>
                      <a:pt x="46" y="22"/>
                      <a:pt x="37" y="23"/>
                    </a:cubicBezTo>
                    <a:cubicBezTo>
                      <a:pt x="32" y="23"/>
                      <a:pt x="27" y="23"/>
                      <a:pt x="23" y="24"/>
                    </a:cubicBezTo>
                    <a:cubicBezTo>
                      <a:pt x="21" y="25"/>
                      <a:pt x="19" y="25"/>
                      <a:pt x="17" y="25"/>
                    </a:cubicBezTo>
                    <a:cubicBezTo>
                      <a:pt x="16" y="25"/>
                      <a:pt x="16" y="25"/>
                      <a:pt x="15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5" name="Google Shape;3015;p32"/>
              <p:cNvSpPr/>
              <p:nvPr/>
            </p:nvSpPr>
            <p:spPr>
              <a:xfrm>
                <a:off x="-17660" y="4264918"/>
                <a:ext cx="52560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146" h="40" extrusionOk="0">
                    <a:moveTo>
                      <a:pt x="9" y="39"/>
                    </a:moveTo>
                    <a:cubicBezTo>
                      <a:pt x="4" y="38"/>
                      <a:pt x="0" y="33"/>
                      <a:pt x="0" y="28"/>
                    </a:cubicBezTo>
                    <a:cubicBezTo>
                      <a:pt x="0" y="26"/>
                      <a:pt x="0" y="26"/>
                      <a:pt x="0" y="25"/>
                    </a:cubicBezTo>
                    <a:lnTo>
                      <a:pt x="0" y="26"/>
                    </a:lnTo>
                    <a:cubicBezTo>
                      <a:pt x="0" y="25"/>
                      <a:pt x="0" y="25"/>
                      <a:pt x="0" y="24"/>
                    </a:cubicBezTo>
                    <a:cubicBezTo>
                      <a:pt x="2" y="18"/>
                      <a:pt x="9" y="15"/>
                      <a:pt x="15" y="17"/>
                    </a:cubicBezTo>
                    <a:lnTo>
                      <a:pt x="16" y="17"/>
                    </a:lnTo>
                    <a:cubicBezTo>
                      <a:pt x="27" y="16"/>
                      <a:pt x="38" y="14"/>
                      <a:pt x="49" y="13"/>
                    </a:cubicBezTo>
                    <a:cubicBezTo>
                      <a:pt x="58" y="11"/>
                      <a:pt x="67" y="10"/>
                      <a:pt x="76" y="8"/>
                    </a:cubicBezTo>
                    <a:cubicBezTo>
                      <a:pt x="95" y="6"/>
                      <a:pt x="115" y="3"/>
                      <a:pt x="134" y="0"/>
                    </a:cubicBezTo>
                    <a:cubicBezTo>
                      <a:pt x="138" y="0"/>
                      <a:pt x="143" y="3"/>
                      <a:pt x="144" y="8"/>
                    </a:cubicBezTo>
                    <a:cubicBezTo>
                      <a:pt x="145" y="13"/>
                      <a:pt x="142" y="18"/>
                      <a:pt x="137" y="19"/>
                    </a:cubicBezTo>
                    <a:cubicBezTo>
                      <a:pt x="116" y="22"/>
                      <a:pt x="97" y="26"/>
                      <a:pt x="77" y="29"/>
                    </a:cubicBezTo>
                    <a:cubicBezTo>
                      <a:pt x="69" y="31"/>
                      <a:pt x="60" y="32"/>
                      <a:pt x="52" y="33"/>
                    </a:cubicBezTo>
                    <a:cubicBezTo>
                      <a:pt x="47" y="34"/>
                      <a:pt x="41" y="35"/>
                      <a:pt x="36" y="36"/>
                    </a:cubicBezTo>
                    <a:cubicBezTo>
                      <a:pt x="33" y="36"/>
                      <a:pt x="30" y="37"/>
                      <a:pt x="28" y="38"/>
                    </a:cubicBezTo>
                    <a:cubicBezTo>
                      <a:pt x="25" y="38"/>
                      <a:pt x="22" y="39"/>
                      <a:pt x="19" y="39"/>
                    </a:cubicBezTo>
                    <a:cubicBezTo>
                      <a:pt x="17" y="39"/>
                      <a:pt x="15" y="39"/>
                      <a:pt x="13" y="39"/>
                    </a:cubicBezTo>
                    <a:cubicBezTo>
                      <a:pt x="11" y="39"/>
                      <a:pt x="10" y="39"/>
                      <a:pt x="9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6" name="Google Shape;3016;p32"/>
              <p:cNvSpPr/>
              <p:nvPr/>
            </p:nvSpPr>
            <p:spPr>
              <a:xfrm>
                <a:off x="38860" y="4218118"/>
                <a:ext cx="57600" cy="87480"/>
              </a:xfrm>
              <a:custGeom>
                <a:avLst/>
                <a:gdLst/>
                <a:ahLst/>
                <a:cxnLst/>
                <a:rect l="l" t="t" r="r" b="b"/>
                <a:pathLst>
                  <a:path w="160" h="243" extrusionOk="0">
                    <a:moveTo>
                      <a:pt x="25" y="211"/>
                    </a:moveTo>
                    <a:cubicBezTo>
                      <a:pt x="30" y="207"/>
                      <a:pt x="35" y="203"/>
                      <a:pt x="39" y="198"/>
                    </a:cubicBezTo>
                    <a:lnTo>
                      <a:pt x="38" y="198"/>
                    </a:lnTo>
                    <a:cubicBezTo>
                      <a:pt x="47" y="189"/>
                      <a:pt x="56" y="179"/>
                      <a:pt x="64" y="169"/>
                    </a:cubicBezTo>
                    <a:cubicBezTo>
                      <a:pt x="66" y="168"/>
                      <a:pt x="66" y="167"/>
                      <a:pt x="67" y="166"/>
                    </a:cubicBezTo>
                    <a:lnTo>
                      <a:pt x="66" y="166"/>
                    </a:lnTo>
                    <a:cubicBezTo>
                      <a:pt x="65" y="166"/>
                      <a:pt x="64" y="166"/>
                      <a:pt x="64" y="165"/>
                    </a:cubicBezTo>
                    <a:cubicBezTo>
                      <a:pt x="63" y="165"/>
                      <a:pt x="63" y="165"/>
                      <a:pt x="63" y="165"/>
                    </a:cubicBezTo>
                    <a:cubicBezTo>
                      <a:pt x="61" y="165"/>
                      <a:pt x="61" y="165"/>
                      <a:pt x="60" y="166"/>
                    </a:cubicBezTo>
                    <a:cubicBezTo>
                      <a:pt x="60" y="166"/>
                      <a:pt x="59" y="166"/>
                      <a:pt x="58" y="166"/>
                    </a:cubicBezTo>
                    <a:lnTo>
                      <a:pt x="59" y="166"/>
                    </a:lnTo>
                    <a:lnTo>
                      <a:pt x="58" y="166"/>
                    </a:lnTo>
                    <a:lnTo>
                      <a:pt x="57" y="166"/>
                    </a:lnTo>
                    <a:lnTo>
                      <a:pt x="58" y="166"/>
                    </a:lnTo>
                    <a:cubicBezTo>
                      <a:pt x="57" y="166"/>
                      <a:pt x="56" y="167"/>
                      <a:pt x="56" y="168"/>
                    </a:cubicBezTo>
                    <a:cubicBezTo>
                      <a:pt x="54" y="168"/>
                      <a:pt x="53" y="169"/>
                      <a:pt x="53" y="169"/>
                    </a:cubicBezTo>
                    <a:cubicBezTo>
                      <a:pt x="52" y="170"/>
                      <a:pt x="50" y="171"/>
                      <a:pt x="49" y="172"/>
                    </a:cubicBezTo>
                    <a:cubicBezTo>
                      <a:pt x="47" y="175"/>
                      <a:pt x="45" y="177"/>
                      <a:pt x="43" y="180"/>
                    </a:cubicBezTo>
                    <a:cubicBezTo>
                      <a:pt x="43" y="180"/>
                      <a:pt x="42" y="180"/>
                      <a:pt x="42" y="181"/>
                    </a:cubicBezTo>
                    <a:lnTo>
                      <a:pt x="43" y="180"/>
                    </a:lnTo>
                    <a:cubicBezTo>
                      <a:pt x="39" y="186"/>
                      <a:pt x="35" y="191"/>
                      <a:pt x="32" y="197"/>
                    </a:cubicBezTo>
                    <a:cubicBezTo>
                      <a:pt x="30" y="200"/>
                      <a:pt x="28" y="204"/>
                      <a:pt x="27" y="208"/>
                    </a:cubicBezTo>
                    <a:cubicBezTo>
                      <a:pt x="26" y="210"/>
                      <a:pt x="26" y="211"/>
                      <a:pt x="25" y="211"/>
                    </a:cubicBezTo>
                    <a:moveTo>
                      <a:pt x="11" y="241"/>
                    </a:moveTo>
                    <a:cubicBezTo>
                      <a:pt x="9" y="240"/>
                      <a:pt x="8" y="239"/>
                      <a:pt x="6" y="238"/>
                    </a:cubicBezTo>
                    <a:cubicBezTo>
                      <a:pt x="3" y="235"/>
                      <a:pt x="1" y="231"/>
                      <a:pt x="1" y="227"/>
                    </a:cubicBezTo>
                    <a:cubicBezTo>
                      <a:pt x="0" y="223"/>
                      <a:pt x="1" y="218"/>
                      <a:pt x="3" y="214"/>
                    </a:cubicBezTo>
                    <a:cubicBezTo>
                      <a:pt x="4" y="208"/>
                      <a:pt x="6" y="204"/>
                      <a:pt x="8" y="198"/>
                    </a:cubicBezTo>
                    <a:cubicBezTo>
                      <a:pt x="11" y="189"/>
                      <a:pt x="17" y="180"/>
                      <a:pt x="22" y="173"/>
                    </a:cubicBezTo>
                    <a:cubicBezTo>
                      <a:pt x="28" y="165"/>
                      <a:pt x="33" y="157"/>
                      <a:pt x="41" y="151"/>
                    </a:cubicBezTo>
                    <a:cubicBezTo>
                      <a:pt x="49" y="146"/>
                      <a:pt x="58" y="143"/>
                      <a:pt x="67" y="144"/>
                    </a:cubicBezTo>
                    <a:cubicBezTo>
                      <a:pt x="72" y="145"/>
                      <a:pt x="77" y="147"/>
                      <a:pt x="81" y="149"/>
                    </a:cubicBezTo>
                    <a:cubicBezTo>
                      <a:pt x="84" y="144"/>
                      <a:pt x="88" y="140"/>
                      <a:pt x="91" y="136"/>
                    </a:cubicBezTo>
                    <a:lnTo>
                      <a:pt x="90" y="137"/>
                    </a:lnTo>
                    <a:cubicBezTo>
                      <a:pt x="94" y="131"/>
                      <a:pt x="98" y="126"/>
                      <a:pt x="101" y="120"/>
                    </a:cubicBezTo>
                    <a:cubicBezTo>
                      <a:pt x="107" y="112"/>
                      <a:pt x="113" y="103"/>
                      <a:pt x="118" y="94"/>
                    </a:cubicBezTo>
                    <a:cubicBezTo>
                      <a:pt x="122" y="86"/>
                      <a:pt x="126" y="78"/>
                      <a:pt x="129" y="70"/>
                    </a:cubicBezTo>
                    <a:lnTo>
                      <a:pt x="129" y="71"/>
                    </a:lnTo>
                    <a:cubicBezTo>
                      <a:pt x="131" y="64"/>
                      <a:pt x="134" y="57"/>
                      <a:pt x="135" y="50"/>
                    </a:cubicBezTo>
                    <a:cubicBezTo>
                      <a:pt x="135" y="49"/>
                      <a:pt x="135" y="49"/>
                      <a:pt x="136" y="49"/>
                    </a:cubicBezTo>
                    <a:cubicBezTo>
                      <a:pt x="135" y="49"/>
                      <a:pt x="135" y="49"/>
                      <a:pt x="135" y="49"/>
                    </a:cubicBezTo>
                    <a:cubicBezTo>
                      <a:pt x="137" y="46"/>
                      <a:pt x="137" y="42"/>
                      <a:pt x="138" y="38"/>
                    </a:cubicBezTo>
                    <a:cubicBezTo>
                      <a:pt x="138" y="34"/>
                      <a:pt x="138" y="31"/>
                      <a:pt x="138" y="27"/>
                    </a:cubicBezTo>
                    <a:cubicBezTo>
                      <a:pt x="138" y="27"/>
                      <a:pt x="138" y="26"/>
                      <a:pt x="138" y="25"/>
                    </a:cubicBezTo>
                    <a:lnTo>
                      <a:pt x="138" y="24"/>
                    </a:lnTo>
                    <a:cubicBezTo>
                      <a:pt x="137" y="24"/>
                      <a:pt x="137" y="24"/>
                      <a:pt x="137" y="23"/>
                    </a:cubicBezTo>
                    <a:cubicBezTo>
                      <a:pt x="137" y="24"/>
                      <a:pt x="137" y="24"/>
                      <a:pt x="137" y="24"/>
                    </a:cubicBezTo>
                    <a:cubicBezTo>
                      <a:pt x="135" y="25"/>
                      <a:pt x="135" y="25"/>
                      <a:pt x="134" y="27"/>
                    </a:cubicBezTo>
                    <a:cubicBezTo>
                      <a:pt x="130" y="31"/>
                      <a:pt x="127" y="35"/>
                      <a:pt x="123" y="39"/>
                    </a:cubicBezTo>
                    <a:cubicBezTo>
                      <a:pt x="121" y="42"/>
                      <a:pt x="119" y="46"/>
                      <a:pt x="117" y="49"/>
                    </a:cubicBezTo>
                    <a:cubicBezTo>
                      <a:pt x="115" y="53"/>
                      <a:pt x="113" y="56"/>
                      <a:pt x="112" y="60"/>
                    </a:cubicBezTo>
                    <a:cubicBezTo>
                      <a:pt x="111" y="62"/>
                      <a:pt x="110" y="64"/>
                      <a:pt x="110" y="66"/>
                    </a:cubicBezTo>
                    <a:cubicBezTo>
                      <a:pt x="113" y="69"/>
                      <a:pt x="116" y="74"/>
                      <a:pt x="114" y="78"/>
                    </a:cubicBezTo>
                    <a:cubicBezTo>
                      <a:pt x="112" y="84"/>
                      <a:pt x="106" y="88"/>
                      <a:pt x="100" y="86"/>
                    </a:cubicBezTo>
                    <a:cubicBezTo>
                      <a:pt x="96" y="84"/>
                      <a:pt x="92" y="82"/>
                      <a:pt x="89" y="78"/>
                    </a:cubicBezTo>
                    <a:cubicBezTo>
                      <a:pt x="87" y="72"/>
                      <a:pt x="87" y="65"/>
                      <a:pt x="89" y="59"/>
                    </a:cubicBezTo>
                    <a:cubicBezTo>
                      <a:pt x="91" y="52"/>
                      <a:pt x="94" y="45"/>
                      <a:pt x="98" y="39"/>
                    </a:cubicBezTo>
                    <a:cubicBezTo>
                      <a:pt x="101" y="34"/>
                      <a:pt x="105" y="29"/>
                      <a:pt x="108" y="24"/>
                    </a:cubicBezTo>
                    <a:cubicBezTo>
                      <a:pt x="110" y="22"/>
                      <a:pt x="112" y="20"/>
                      <a:pt x="113" y="17"/>
                    </a:cubicBezTo>
                    <a:cubicBezTo>
                      <a:pt x="114" y="16"/>
                      <a:pt x="115" y="15"/>
                      <a:pt x="116" y="14"/>
                    </a:cubicBezTo>
                    <a:cubicBezTo>
                      <a:pt x="119" y="11"/>
                      <a:pt x="121" y="7"/>
                      <a:pt x="124" y="6"/>
                    </a:cubicBezTo>
                    <a:cubicBezTo>
                      <a:pt x="126" y="4"/>
                      <a:pt x="127" y="4"/>
                      <a:pt x="129" y="3"/>
                    </a:cubicBezTo>
                    <a:cubicBezTo>
                      <a:pt x="130" y="2"/>
                      <a:pt x="132" y="1"/>
                      <a:pt x="134" y="1"/>
                    </a:cubicBezTo>
                    <a:cubicBezTo>
                      <a:pt x="136" y="0"/>
                      <a:pt x="140" y="1"/>
                      <a:pt x="142" y="1"/>
                    </a:cubicBezTo>
                    <a:cubicBezTo>
                      <a:pt x="148" y="3"/>
                      <a:pt x="154" y="7"/>
                      <a:pt x="156" y="13"/>
                    </a:cubicBezTo>
                    <a:cubicBezTo>
                      <a:pt x="158" y="15"/>
                      <a:pt x="158" y="18"/>
                      <a:pt x="159" y="21"/>
                    </a:cubicBezTo>
                    <a:cubicBezTo>
                      <a:pt x="159" y="25"/>
                      <a:pt x="159" y="28"/>
                      <a:pt x="159" y="31"/>
                    </a:cubicBezTo>
                    <a:cubicBezTo>
                      <a:pt x="159" y="39"/>
                      <a:pt x="158" y="47"/>
                      <a:pt x="155" y="55"/>
                    </a:cubicBezTo>
                    <a:cubicBezTo>
                      <a:pt x="152" y="70"/>
                      <a:pt x="145" y="84"/>
                      <a:pt x="138" y="98"/>
                    </a:cubicBezTo>
                    <a:cubicBezTo>
                      <a:pt x="133" y="108"/>
                      <a:pt x="127" y="118"/>
                      <a:pt x="121" y="127"/>
                    </a:cubicBezTo>
                    <a:cubicBezTo>
                      <a:pt x="116" y="133"/>
                      <a:pt x="112" y="140"/>
                      <a:pt x="107" y="145"/>
                    </a:cubicBezTo>
                    <a:cubicBezTo>
                      <a:pt x="104" y="151"/>
                      <a:pt x="100" y="156"/>
                      <a:pt x="96" y="161"/>
                    </a:cubicBezTo>
                    <a:cubicBezTo>
                      <a:pt x="99" y="165"/>
                      <a:pt x="103" y="169"/>
                      <a:pt x="106" y="173"/>
                    </a:cubicBezTo>
                    <a:cubicBezTo>
                      <a:pt x="110" y="177"/>
                      <a:pt x="110" y="184"/>
                      <a:pt x="105" y="188"/>
                    </a:cubicBezTo>
                    <a:cubicBezTo>
                      <a:pt x="101" y="191"/>
                      <a:pt x="94" y="191"/>
                      <a:pt x="90" y="187"/>
                    </a:cubicBezTo>
                    <a:cubicBezTo>
                      <a:pt x="88" y="184"/>
                      <a:pt x="85" y="181"/>
                      <a:pt x="82" y="178"/>
                    </a:cubicBezTo>
                    <a:cubicBezTo>
                      <a:pt x="80" y="181"/>
                      <a:pt x="78" y="184"/>
                      <a:pt x="75" y="187"/>
                    </a:cubicBezTo>
                    <a:cubicBezTo>
                      <a:pt x="69" y="194"/>
                      <a:pt x="63" y="201"/>
                      <a:pt x="57" y="208"/>
                    </a:cubicBezTo>
                    <a:cubicBezTo>
                      <a:pt x="51" y="215"/>
                      <a:pt x="45" y="221"/>
                      <a:pt x="39" y="228"/>
                    </a:cubicBezTo>
                    <a:cubicBezTo>
                      <a:pt x="39" y="228"/>
                      <a:pt x="39" y="227"/>
                      <a:pt x="40" y="227"/>
                    </a:cubicBezTo>
                    <a:cubicBezTo>
                      <a:pt x="39" y="228"/>
                      <a:pt x="38" y="229"/>
                      <a:pt x="37" y="229"/>
                    </a:cubicBezTo>
                    <a:cubicBezTo>
                      <a:pt x="38" y="229"/>
                      <a:pt x="38" y="229"/>
                      <a:pt x="38" y="229"/>
                    </a:cubicBezTo>
                    <a:cubicBezTo>
                      <a:pt x="38" y="229"/>
                      <a:pt x="36" y="230"/>
                      <a:pt x="36" y="231"/>
                    </a:cubicBezTo>
                    <a:lnTo>
                      <a:pt x="35" y="231"/>
                    </a:lnTo>
                    <a:cubicBezTo>
                      <a:pt x="35" y="232"/>
                      <a:pt x="35" y="232"/>
                      <a:pt x="35" y="232"/>
                    </a:cubicBezTo>
                    <a:cubicBezTo>
                      <a:pt x="30" y="237"/>
                      <a:pt x="24" y="242"/>
                      <a:pt x="17" y="242"/>
                    </a:cubicBezTo>
                    <a:lnTo>
                      <a:pt x="16" y="242"/>
                    </a:lnTo>
                    <a:cubicBezTo>
                      <a:pt x="14" y="242"/>
                      <a:pt x="13" y="241"/>
                      <a:pt x="11" y="2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7" name="Google Shape;3017;p32"/>
              <p:cNvSpPr/>
              <p:nvPr/>
            </p:nvSpPr>
            <p:spPr>
              <a:xfrm>
                <a:off x="116980" y="4236838"/>
                <a:ext cx="74160" cy="50040"/>
              </a:xfrm>
              <a:custGeom>
                <a:avLst/>
                <a:gdLst/>
                <a:ahLst/>
                <a:cxnLst/>
                <a:rect l="l" t="t" r="r" b="b"/>
                <a:pathLst>
                  <a:path w="206" h="139" extrusionOk="0">
                    <a:moveTo>
                      <a:pt x="30" y="137"/>
                    </a:moveTo>
                    <a:cubicBezTo>
                      <a:pt x="23" y="137"/>
                      <a:pt x="15" y="135"/>
                      <a:pt x="10" y="131"/>
                    </a:cubicBezTo>
                    <a:cubicBezTo>
                      <a:pt x="7" y="129"/>
                      <a:pt x="5" y="127"/>
                      <a:pt x="4" y="124"/>
                    </a:cubicBezTo>
                    <a:cubicBezTo>
                      <a:pt x="3" y="121"/>
                      <a:pt x="2" y="118"/>
                      <a:pt x="1" y="115"/>
                    </a:cubicBezTo>
                    <a:cubicBezTo>
                      <a:pt x="0" y="111"/>
                      <a:pt x="0" y="108"/>
                      <a:pt x="0" y="104"/>
                    </a:cubicBezTo>
                    <a:cubicBezTo>
                      <a:pt x="0" y="100"/>
                      <a:pt x="0" y="96"/>
                      <a:pt x="0" y="91"/>
                    </a:cubicBezTo>
                    <a:cubicBezTo>
                      <a:pt x="2" y="75"/>
                      <a:pt x="8" y="60"/>
                      <a:pt x="16" y="47"/>
                    </a:cubicBezTo>
                    <a:cubicBezTo>
                      <a:pt x="20" y="40"/>
                      <a:pt x="24" y="35"/>
                      <a:pt x="28" y="29"/>
                    </a:cubicBezTo>
                    <a:cubicBezTo>
                      <a:pt x="33" y="22"/>
                      <a:pt x="39" y="17"/>
                      <a:pt x="45" y="12"/>
                    </a:cubicBezTo>
                    <a:cubicBezTo>
                      <a:pt x="49" y="9"/>
                      <a:pt x="55" y="7"/>
                      <a:pt x="60" y="5"/>
                    </a:cubicBezTo>
                    <a:cubicBezTo>
                      <a:pt x="66" y="4"/>
                      <a:pt x="72" y="5"/>
                      <a:pt x="77" y="7"/>
                    </a:cubicBezTo>
                    <a:cubicBezTo>
                      <a:pt x="83" y="8"/>
                      <a:pt x="88" y="12"/>
                      <a:pt x="92" y="18"/>
                    </a:cubicBezTo>
                    <a:cubicBezTo>
                      <a:pt x="95" y="21"/>
                      <a:pt x="97" y="26"/>
                      <a:pt x="95" y="31"/>
                    </a:cubicBezTo>
                    <a:cubicBezTo>
                      <a:pt x="95" y="32"/>
                      <a:pt x="94" y="34"/>
                      <a:pt x="93" y="35"/>
                    </a:cubicBezTo>
                    <a:cubicBezTo>
                      <a:pt x="87" y="42"/>
                      <a:pt x="76" y="39"/>
                      <a:pt x="73" y="30"/>
                    </a:cubicBezTo>
                    <a:lnTo>
                      <a:pt x="73" y="29"/>
                    </a:lnTo>
                    <a:cubicBezTo>
                      <a:pt x="73" y="29"/>
                      <a:pt x="72" y="29"/>
                      <a:pt x="72" y="28"/>
                    </a:cubicBezTo>
                    <a:cubicBezTo>
                      <a:pt x="72" y="29"/>
                      <a:pt x="72" y="29"/>
                      <a:pt x="73" y="29"/>
                    </a:cubicBezTo>
                    <a:cubicBezTo>
                      <a:pt x="72" y="28"/>
                      <a:pt x="72" y="28"/>
                      <a:pt x="71" y="28"/>
                    </a:cubicBezTo>
                    <a:cubicBezTo>
                      <a:pt x="70" y="28"/>
                      <a:pt x="69" y="27"/>
                      <a:pt x="68" y="27"/>
                    </a:cubicBezTo>
                    <a:cubicBezTo>
                      <a:pt x="67" y="27"/>
                      <a:pt x="67" y="27"/>
                      <a:pt x="66" y="26"/>
                    </a:cubicBezTo>
                    <a:cubicBezTo>
                      <a:pt x="67" y="26"/>
                      <a:pt x="67" y="26"/>
                      <a:pt x="67" y="27"/>
                    </a:cubicBezTo>
                    <a:lnTo>
                      <a:pt x="68" y="27"/>
                    </a:lnTo>
                    <a:cubicBezTo>
                      <a:pt x="67" y="27"/>
                      <a:pt x="67" y="27"/>
                      <a:pt x="67" y="26"/>
                    </a:cubicBezTo>
                    <a:lnTo>
                      <a:pt x="66" y="26"/>
                    </a:lnTo>
                    <a:cubicBezTo>
                      <a:pt x="67" y="26"/>
                      <a:pt x="67" y="26"/>
                      <a:pt x="67" y="26"/>
                    </a:cubicBezTo>
                    <a:cubicBezTo>
                      <a:pt x="66" y="26"/>
                      <a:pt x="66" y="26"/>
                      <a:pt x="66" y="26"/>
                    </a:cubicBezTo>
                    <a:cubicBezTo>
                      <a:pt x="65" y="26"/>
                      <a:pt x="64" y="27"/>
                      <a:pt x="63" y="27"/>
                    </a:cubicBezTo>
                    <a:lnTo>
                      <a:pt x="62" y="27"/>
                    </a:lnTo>
                    <a:cubicBezTo>
                      <a:pt x="63" y="27"/>
                      <a:pt x="63" y="27"/>
                      <a:pt x="63" y="27"/>
                    </a:cubicBezTo>
                    <a:cubicBezTo>
                      <a:pt x="62" y="27"/>
                      <a:pt x="62" y="28"/>
                      <a:pt x="60" y="28"/>
                    </a:cubicBezTo>
                    <a:cubicBezTo>
                      <a:pt x="60" y="28"/>
                      <a:pt x="59" y="28"/>
                      <a:pt x="59" y="29"/>
                    </a:cubicBezTo>
                    <a:cubicBezTo>
                      <a:pt x="57" y="29"/>
                      <a:pt x="56" y="30"/>
                      <a:pt x="55" y="32"/>
                    </a:cubicBezTo>
                    <a:cubicBezTo>
                      <a:pt x="53" y="33"/>
                      <a:pt x="52" y="34"/>
                      <a:pt x="51" y="36"/>
                    </a:cubicBezTo>
                    <a:cubicBezTo>
                      <a:pt x="51" y="35"/>
                      <a:pt x="51" y="35"/>
                      <a:pt x="51" y="35"/>
                    </a:cubicBezTo>
                    <a:cubicBezTo>
                      <a:pt x="51" y="35"/>
                      <a:pt x="51" y="36"/>
                      <a:pt x="50" y="36"/>
                    </a:cubicBezTo>
                    <a:cubicBezTo>
                      <a:pt x="47" y="39"/>
                      <a:pt x="45" y="42"/>
                      <a:pt x="42" y="46"/>
                    </a:cubicBezTo>
                    <a:lnTo>
                      <a:pt x="42" y="45"/>
                    </a:lnTo>
                    <a:cubicBezTo>
                      <a:pt x="38" y="50"/>
                      <a:pt x="35" y="56"/>
                      <a:pt x="32" y="61"/>
                    </a:cubicBezTo>
                    <a:cubicBezTo>
                      <a:pt x="30" y="65"/>
                      <a:pt x="28" y="69"/>
                      <a:pt x="27" y="73"/>
                    </a:cubicBezTo>
                    <a:cubicBezTo>
                      <a:pt x="25" y="77"/>
                      <a:pt x="24" y="80"/>
                      <a:pt x="23" y="84"/>
                    </a:cubicBezTo>
                    <a:cubicBezTo>
                      <a:pt x="23" y="87"/>
                      <a:pt x="22" y="91"/>
                      <a:pt x="21" y="94"/>
                    </a:cubicBezTo>
                    <a:cubicBezTo>
                      <a:pt x="21" y="96"/>
                      <a:pt x="21" y="99"/>
                      <a:pt x="21" y="101"/>
                    </a:cubicBezTo>
                    <a:cubicBezTo>
                      <a:pt x="21" y="104"/>
                      <a:pt x="21" y="107"/>
                      <a:pt x="22" y="111"/>
                    </a:cubicBezTo>
                    <a:cubicBezTo>
                      <a:pt x="23" y="112"/>
                      <a:pt x="23" y="113"/>
                      <a:pt x="23" y="113"/>
                    </a:cubicBezTo>
                    <a:cubicBezTo>
                      <a:pt x="23" y="114"/>
                      <a:pt x="23" y="114"/>
                      <a:pt x="23" y="114"/>
                    </a:cubicBezTo>
                    <a:lnTo>
                      <a:pt x="24" y="114"/>
                    </a:lnTo>
                    <a:lnTo>
                      <a:pt x="23" y="114"/>
                    </a:lnTo>
                    <a:cubicBezTo>
                      <a:pt x="24" y="114"/>
                      <a:pt x="24" y="114"/>
                      <a:pt x="24" y="114"/>
                    </a:cubicBezTo>
                    <a:lnTo>
                      <a:pt x="24" y="115"/>
                    </a:lnTo>
                    <a:cubicBezTo>
                      <a:pt x="25" y="115"/>
                      <a:pt x="25" y="115"/>
                      <a:pt x="26" y="115"/>
                    </a:cubicBezTo>
                    <a:cubicBezTo>
                      <a:pt x="26" y="115"/>
                      <a:pt x="26" y="116"/>
                      <a:pt x="27" y="116"/>
                    </a:cubicBezTo>
                    <a:lnTo>
                      <a:pt x="28" y="116"/>
                    </a:lnTo>
                    <a:cubicBezTo>
                      <a:pt x="30" y="116"/>
                      <a:pt x="31" y="116"/>
                      <a:pt x="33" y="116"/>
                    </a:cubicBezTo>
                    <a:cubicBezTo>
                      <a:pt x="32" y="116"/>
                      <a:pt x="31" y="116"/>
                      <a:pt x="31" y="116"/>
                    </a:cubicBezTo>
                    <a:cubicBezTo>
                      <a:pt x="32" y="116"/>
                      <a:pt x="34" y="116"/>
                      <a:pt x="35" y="116"/>
                    </a:cubicBezTo>
                    <a:cubicBezTo>
                      <a:pt x="36" y="115"/>
                      <a:pt x="37" y="115"/>
                      <a:pt x="38" y="114"/>
                    </a:cubicBezTo>
                    <a:cubicBezTo>
                      <a:pt x="41" y="114"/>
                      <a:pt x="44" y="113"/>
                      <a:pt x="46" y="112"/>
                    </a:cubicBezTo>
                    <a:cubicBezTo>
                      <a:pt x="51" y="110"/>
                      <a:pt x="56" y="107"/>
                      <a:pt x="61" y="104"/>
                    </a:cubicBezTo>
                    <a:cubicBezTo>
                      <a:pt x="68" y="100"/>
                      <a:pt x="74" y="95"/>
                      <a:pt x="81" y="91"/>
                    </a:cubicBezTo>
                    <a:cubicBezTo>
                      <a:pt x="84" y="88"/>
                      <a:pt x="87" y="85"/>
                      <a:pt x="90" y="82"/>
                    </a:cubicBezTo>
                    <a:cubicBezTo>
                      <a:pt x="91" y="81"/>
                      <a:pt x="91" y="80"/>
                      <a:pt x="92" y="79"/>
                    </a:cubicBezTo>
                    <a:cubicBezTo>
                      <a:pt x="94" y="74"/>
                      <a:pt x="97" y="70"/>
                      <a:pt x="102" y="68"/>
                    </a:cubicBezTo>
                    <a:cubicBezTo>
                      <a:pt x="107" y="66"/>
                      <a:pt x="112" y="68"/>
                      <a:pt x="115" y="72"/>
                    </a:cubicBezTo>
                    <a:cubicBezTo>
                      <a:pt x="121" y="80"/>
                      <a:pt x="114" y="89"/>
                      <a:pt x="108" y="95"/>
                    </a:cubicBezTo>
                    <a:lnTo>
                      <a:pt x="108" y="96"/>
                    </a:lnTo>
                    <a:cubicBezTo>
                      <a:pt x="107" y="97"/>
                      <a:pt x="107" y="99"/>
                      <a:pt x="106" y="101"/>
                    </a:cubicBezTo>
                    <a:cubicBezTo>
                      <a:pt x="106" y="102"/>
                      <a:pt x="106" y="103"/>
                      <a:pt x="105" y="104"/>
                    </a:cubicBezTo>
                    <a:cubicBezTo>
                      <a:pt x="105" y="106"/>
                      <a:pt x="105" y="107"/>
                      <a:pt x="105" y="109"/>
                    </a:cubicBezTo>
                    <a:lnTo>
                      <a:pt x="105" y="110"/>
                    </a:lnTo>
                    <a:lnTo>
                      <a:pt x="105" y="109"/>
                    </a:lnTo>
                    <a:cubicBezTo>
                      <a:pt x="105" y="110"/>
                      <a:pt x="106" y="111"/>
                      <a:pt x="106" y="111"/>
                    </a:cubicBezTo>
                    <a:cubicBezTo>
                      <a:pt x="107" y="112"/>
                      <a:pt x="107" y="113"/>
                      <a:pt x="107" y="113"/>
                    </a:cubicBezTo>
                    <a:cubicBezTo>
                      <a:pt x="107" y="114"/>
                      <a:pt x="108" y="114"/>
                      <a:pt x="108" y="114"/>
                    </a:cubicBezTo>
                    <a:lnTo>
                      <a:pt x="108" y="115"/>
                    </a:lnTo>
                    <a:cubicBezTo>
                      <a:pt x="109" y="115"/>
                      <a:pt x="110" y="115"/>
                      <a:pt x="111" y="115"/>
                    </a:cubicBezTo>
                    <a:lnTo>
                      <a:pt x="110" y="115"/>
                    </a:lnTo>
                    <a:cubicBezTo>
                      <a:pt x="111" y="115"/>
                      <a:pt x="111" y="115"/>
                      <a:pt x="112" y="115"/>
                    </a:cubicBezTo>
                    <a:cubicBezTo>
                      <a:pt x="113" y="114"/>
                      <a:pt x="114" y="114"/>
                      <a:pt x="115" y="114"/>
                    </a:cubicBezTo>
                    <a:cubicBezTo>
                      <a:pt x="116" y="114"/>
                      <a:pt x="116" y="113"/>
                      <a:pt x="118" y="113"/>
                    </a:cubicBezTo>
                    <a:cubicBezTo>
                      <a:pt x="119" y="112"/>
                      <a:pt x="121" y="111"/>
                      <a:pt x="123" y="110"/>
                    </a:cubicBezTo>
                    <a:cubicBezTo>
                      <a:pt x="126" y="108"/>
                      <a:pt x="129" y="106"/>
                      <a:pt x="132" y="104"/>
                    </a:cubicBezTo>
                    <a:cubicBezTo>
                      <a:pt x="136" y="100"/>
                      <a:pt x="141" y="96"/>
                      <a:pt x="145" y="92"/>
                    </a:cubicBezTo>
                    <a:cubicBezTo>
                      <a:pt x="152" y="85"/>
                      <a:pt x="159" y="77"/>
                      <a:pt x="165" y="69"/>
                    </a:cubicBezTo>
                    <a:cubicBezTo>
                      <a:pt x="167" y="66"/>
                      <a:pt x="169" y="63"/>
                      <a:pt x="171" y="60"/>
                    </a:cubicBezTo>
                    <a:cubicBezTo>
                      <a:pt x="174" y="57"/>
                      <a:pt x="176" y="53"/>
                      <a:pt x="178" y="49"/>
                    </a:cubicBezTo>
                    <a:cubicBezTo>
                      <a:pt x="179" y="47"/>
                      <a:pt x="181" y="44"/>
                      <a:pt x="182" y="42"/>
                    </a:cubicBezTo>
                    <a:cubicBezTo>
                      <a:pt x="182" y="41"/>
                      <a:pt x="182" y="41"/>
                      <a:pt x="182" y="40"/>
                    </a:cubicBezTo>
                    <a:lnTo>
                      <a:pt x="182" y="41"/>
                    </a:lnTo>
                    <a:cubicBezTo>
                      <a:pt x="182" y="40"/>
                      <a:pt x="182" y="40"/>
                      <a:pt x="182" y="39"/>
                    </a:cubicBezTo>
                    <a:lnTo>
                      <a:pt x="182" y="38"/>
                    </a:lnTo>
                    <a:cubicBezTo>
                      <a:pt x="182" y="37"/>
                      <a:pt x="182" y="37"/>
                      <a:pt x="182" y="37"/>
                    </a:cubicBezTo>
                    <a:cubicBezTo>
                      <a:pt x="182" y="36"/>
                      <a:pt x="182" y="36"/>
                      <a:pt x="182" y="36"/>
                    </a:cubicBezTo>
                    <a:cubicBezTo>
                      <a:pt x="182" y="35"/>
                      <a:pt x="182" y="35"/>
                      <a:pt x="182" y="35"/>
                    </a:cubicBezTo>
                    <a:cubicBezTo>
                      <a:pt x="182" y="35"/>
                      <a:pt x="181" y="34"/>
                      <a:pt x="181" y="33"/>
                    </a:cubicBezTo>
                    <a:cubicBezTo>
                      <a:pt x="179" y="32"/>
                      <a:pt x="178" y="30"/>
                      <a:pt x="177" y="29"/>
                    </a:cubicBezTo>
                    <a:cubicBezTo>
                      <a:pt x="176" y="28"/>
                      <a:pt x="175" y="27"/>
                      <a:pt x="174" y="26"/>
                    </a:cubicBezTo>
                    <a:cubicBezTo>
                      <a:pt x="173" y="26"/>
                      <a:pt x="172" y="25"/>
                      <a:pt x="171" y="25"/>
                    </a:cubicBezTo>
                    <a:cubicBezTo>
                      <a:pt x="170" y="24"/>
                      <a:pt x="169" y="24"/>
                      <a:pt x="169" y="23"/>
                    </a:cubicBezTo>
                    <a:cubicBezTo>
                      <a:pt x="168" y="23"/>
                      <a:pt x="168" y="23"/>
                      <a:pt x="167" y="23"/>
                    </a:cubicBezTo>
                    <a:cubicBezTo>
                      <a:pt x="166" y="23"/>
                      <a:pt x="164" y="22"/>
                      <a:pt x="163" y="22"/>
                    </a:cubicBezTo>
                    <a:cubicBezTo>
                      <a:pt x="162" y="22"/>
                      <a:pt x="161" y="22"/>
                      <a:pt x="160" y="22"/>
                    </a:cubicBezTo>
                    <a:cubicBezTo>
                      <a:pt x="159" y="22"/>
                      <a:pt x="158" y="22"/>
                      <a:pt x="157" y="22"/>
                    </a:cubicBezTo>
                    <a:cubicBezTo>
                      <a:pt x="154" y="23"/>
                      <a:pt x="151" y="23"/>
                      <a:pt x="148" y="24"/>
                    </a:cubicBezTo>
                    <a:cubicBezTo>
                      <a:pt x="146" y="25"/>
                      <a:pt x="144" y="26"/>
                      <a:pt x="141" y="27"/>
                    </a:cubicBezTo>
                    <a:cubicBezTo>
                      <a:pt x="142" y="27"/>
                      <a:pt x="142" y="27"/>
                      <a:pt x="142" y="26"/>
                    </a:cubicBezTo>
                    <a:cubicBezTo>
                      <a:pt x="140" y="28"/>
                      <a:pt x="139" y="28"/>
                      <a:pt x="137" y="29"/>
                    </a:cubicBezTo>
                    <a:cubicBezTo>
                      <a:pt x="136" y="30"/>
                      <a:pt x="134" y="31"/>
                      <a:pt x="133" y="32"/>
                    </a:cubicBezTo>
                    <a:cubicBezTo>
                      <a:pt x="132" y="33"/>
                      <a:pt x="130" y="35"/>
                      <a:pt x="128" y="37"/>
                    </a:cubicBezTo>
                    <a:cubicBezTo>
                      <a:pt x="126" y="39"/>
                      <a:pt x="123" y="42"/>
                      <a:pt x="121" y="45"/>
                    </a:cubicBezTo>
                    <a:cubicBezTo>
                      <a:pt x="118" y="50"/>
                      <a:pt x="114" y="56"/>
                      <a:pt x="111" y="61"/>
                    </a:cubicBezTo>
                    <a:cubicBezTo>
                      <a:pt x="108" y="66"/>
                      <a:pt x="101" y="67"/>
                      <a:pt x="96" y="64"/>
                    </a:cubicBezTo>
                    <a:cubicBezTo>
                      <a:pt x="91" y="61"/>
                      <a:pt x="90" y="55"/>
                      <a:pt x="93" y="50"/>
                    </a:cubicBezTo>
                    <a:cubicBezTo>
                      <a:pt x="99" y="40"/>
                      <a:pt x="106" y="29"/>
                      <a:pt x="114" y="21"/>
                    </a:cubicBezTo>
                    <a:cubicBezTo>
                      <a:pt x="119" y="15"/>
                      <a:pt x="125" y="11"/>
                      <a:pt x="132" y="8"/>
                    </a:cubicBezTo>
                    <a:cubicBezTo>
                      <a:pt x="139" y="4"/>
                      <a:pt x="147" y="2"/>
                      <a:pt x="155" y="1"/>
                    </a:cubicBezTo>
                    <a:cubicBezTo>
                      <a:pt x="162" y="0"/>
                      <a:pt x="171" y="1"/>
                      <a:pt x="177" y="4"/>
                    </a:cubicBezTo>
                    <a:cubicBezTo>
                      <a:pt x="185" y="7"/>
                      <a:pt x="190" y="11"/>
                      <a:pt x="196" y="17"/>
                    </a:cubicBezTo>
                    <a:cubicBezTo>
                      <a:pt x="200" y="22"/>
                      <a:pt x="203" y="28"/>
                      <a:pt x="204" y="35"/>
                    </a:cubicBezTo>
                    <a:cubicBezTo>
                      <a:pt x="205" y="42"/>
                      <a:pt x="203" y="49"/>
                      <a:pt x="199" y="55"/>
                    </a:cubicBezTo>
                    <a:cubicBezTo>
                      <a:pt x="197" y="59"/>
                      <a:pt x="194" y="63"/>
                      <a:pt x="192" y="67"/>
                    </a:cubicBezTo>
                    <a:cubicBezTo>
                      <a:pt x="189" y="72"/>
                      <a:pt x="185" y="78"/>
                      <a:pt x="181" y="82"/>
                    </a:cubicBezTo>
                    <a:cubicBezTo>
                      <a:pt x="172" y="93"/>
                      <a:pt x="163" y="104"/>
                      <a:pt x="153" y="113"/>
                    </a:cubicBezTo>
                    <a:cubicBezTo>
                      <a:pt x="143" y="123"/>
                      <a:pt x="133" y="131"/>
                      <a:pt x="120" y="135"/>
                    </a:cubicBezTo>
                    <a:cubicBezTo>
                      <a:pt x="115" y="137"/>
                      <a:pt x="108" y="138"/>
                      <a:pt x="102" y="136"/>
                    </a:cubicBezTo>
                    <a:cubicBezTo>
                      <a:pt x="96" y="134"/>
                      <a:pt x="91" y="130"/>
                      <a:pt x="88" y="125"/>
                    </a:cubicBezTo>
                    <a:cubicBezTo>
                      <a:pt x="86" y="121"/>
                      <a:pt x="84" y="118"/>
                      <a:pt x="84" y="114"/>
                    </a:cubicBezTo>
                    <a:cubicBezTo>
                      <a:pt x="83" y="115"/>
                      <a:pt x="83" y="116"/>
                      <a:pt x="81" y="116"/>
                    </a:cubicBezTo>
                    <a:cubicBezTo>
                      <a:pt x="72" y="122"/>
                      <a:pt x="62" y="128"/>
                      <a:pt x="51" y="133"/>
                    </a:cubicBezTo>
                    <a:cubicBezTo>
                      <a:pt x="45" y="135"/>
                      <a:pt x="37" y="138"/>
                      <a:pt x="30" y="1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8" name="Google Shape;3018;p32"/>
              <p:cNvSpPr/>
              <p:nvPr/>
            </p:nvSpPr>
            <p:spPr>
              <a:xfrm>
                <a:off x="187540" y="4232878"/>
                <a:ext cx="31320" cy="57960"/>
              </a:xfrm>
              <a:custGeom>
                <a:avLst/>
                <a:gdLst/>
                <a:ahLst/>
                <a:cxnLst/>
                <a:rect l="l" t="t" r="r" b="b"/>
                <a:pathLst>
                  <a:path w="87" h="161" extrusionOk="0">
                    <a:moveTo>
                      <a:pt x="14" y="152"/>
                    </a:moveTo>
                    <a:cubicBezTo>
                      <a:pt x="13" y="146"/>
                      <a:pt x="16" y="139"/>
                      <a:pt x="22" y="138"/>
                    </a:cubicBezTo>
                    <a:cubicBezTo>
                      <a:pt x="30" y="136"/>
                      <a:pt x="37" y="135"/>
                      <a:pt x="44" y="132"/>
                    </a:cubicBezTo>
                    <a:lnTo>
                      <a:pt x="45" y="132"/>
                    </a:lnTo>
                    <a:lnTo>
                      <a:pt x="44" y="132"/>
                    </a:lnTo>
                    <a:cubicBezTo>
                      <a:pt x="48" y="131"/>
                      <a:pt x="52" y="130"/>
                      <a:pt x="55" y="128"/>
                    </a:cubicBezTo>
                    <a:cubicBezTo>
                      <a:pt x="57" y="128"/>
                      <a:pt x="59" y="127"/>
                      <a:pt x="60" y="126"/>
                    </a:cubicBezTo>
                    <a:cubicBezTo>
                      <a:pt x="60" y="125"/>
                      <a:pt x="61" y="125"/>
                      <a:pt x="62" y="125"/>
                    </a:cubicBezTo>
                    <a:cubicBezTo>
                      <a:pt x="62" y="125"/>
                      <a:pt x="61" y="125"/>
                      <a:pt x="60" y="125"/>
                    </a:cubicBezTo>
                    <a:cubicBezTo>
                      <a:pt x="62" y="125"/>
                      <a:pt x="62" y="124"/>
                      <a:pt x="63" y="124"/>
                    </a:cubicBezTo>
                    <a:lnTo>
                      <a:pt x="63" y="123"/>
                    </a:lnTo>
                    <a:lnTo>
                      <a:pt x="64" y="122"/>
                    </a:lnTo>
                    <a:cubicBezTo>
                      <a:pt x="63" y="122"/>
                      <a:pt x="63" y="122"/>
                      <a:pt x="63" y="122"/>
                    </a:cubicBezTo>
                    <a:lnTo>
                      <a:pt x="64" y="122"/>
                    </a:lnTo>
                    <a:cubicBezTo>
                      <a:pt x="63" y="122"/>
                      <a:pt x="63" y="122"/>
                      <a:pt x="63" y="122"/>
                    </a:cubicBezTo>
                    <a:lnTo>
                      <a:pt x="63" y="121"/>
                    </a:lnTo>
                    <a:cubicBezTo>
                      <a:pt x="63" y="122"/>
                      <a:pt x="63" y="122"/>
                      <a:pt x="63" y="122"/>
                    </a:cubicBezTo>
                    <a:cubicBezTo>
                      <a:pt x="63" y="122"/>
                      <a:pt x="63" y="121"/>
                      <a:pt x="62" y="121"/>
                    </a:cubicBezTo>
                    <a:cubicBezTo>
                      <a:pt x="58" y="117"/>
                      <a:pt x="53" y="113"/>
                      <a:pt x="49" y="110"/>
                    </a:cubicBezTo>
                    <a:lnTo>
                      <a:pt x="50" y="111"/>
                    </a:lnTo>
                    <a:cubicBezTo>
                      <a:pt x="42" y="104"/>
                      <a:pt x="33" y="98"/>
                      <a:pt x="25" y="92"/>
                    </a:cubicBezTo>
                    <a:cubicBezTo>
                      <a:pt x="17" y="85"/>
                      <a:pt x="9" y="76"/>
                      <a:pt x="4" y="66"/>
                    </a:cubicBezTo>
                    <a:cubicBezTo>
                      <a:pt x="0" y="55"/>
                      <a:pt x="1" y="42"/>
                      <a:pt x="6" y="31"/>
                    </a:cubicBezTo>
                    <a:cubicBezTo>
                      <a:pt x="7" y="26"/>
                      <a:pt x="11" y="21"/>
                      <a:pt x="15" y="18"/>
                    </a:cubicBezTo>
                    <a:cubicBezTo>
                      <a:pt x="19" y="14"/>
                      <a:pt x="24" y="11"/>
                      <a:pt x="28" y="8"/>
                    </a:cubicBezTo>
                    <a:cubicBezTo>
                      <a:pt x="39" y="1"/>
                      <a:pt x="52" y="0"/>
                      <a:pt x="63" y="2"/>
                    </a:cubicBezTo>
                    <a:cubicBezTo>
                      <a:pt x="69" y="2"/>
                      <a:pt x="73" y="5"/>
                      <a:pt x="77" y="8"/>
                    </a:cubicBezTo>
                    <a:cubicBezTo>
                      <a:pt x="78" y="10"/>
                      <a:pt x="80" y="12"/>
                      <a:pt x="80" y="14"/>
                    </a:cubicBezTo>
                    <a:cubicBezTo>
                      <a:pt x="81" y="16"/>
                      <a:pt x="81" y="19"/>
                      <a:pt x="81" y="21"/>
                    </a:cubicBezTo>
                    <a:cubicBezTo>
                      <a:pt x="81" y="23"/>
                      <a:pt x="80" y="26"/>
                      <a:pt x="80" y="29"/>
                    </a:cubicBezTo>
                    <a:cubicBezTo>
                      <a:pt x="79" y="31"/>
                      <a:pt x="78" y="33"/>
                      <a:pt x="78" y="34"/>
                    </a:cubicBezTo>
                    <a:cubicBezTo>
                      <a:pt x="78" y="35"/>
                      <a:pt x="78" y="36"/>
                      <a:pt x="78" y="36"/>
                    </a:cubicBezTo>
                    <a:cubicBezTo>
                      <a:pt x="77" y="43"/>
                      <a:pt x="71" y="47"/>
                      <a:pt x="64" y="46"/>
                    </a:cubicBezTo>
                    <a:cubicBezTo>
                      <a:pt x="58" y="45"/>
                      <a:pt x="54" y="39"/>
                      <a:pt x="56" y="32"/>
                    </a:cubicBezTo>
                    <a:cubicBezTo>
                      <a:pt x="56" y="31"/>
                      <a:pt x="56" y="29"/>
                      <a:pt x="56" y="28"/>
                    </a:cubicBezTo>
                    <a:cubicBezTo>
                      <a:pt x="57" y="26"/>
                      <a:pt x="58" y="25"/>
                      <a:pt x="58" y="23"/>
                    </a:cubicBezTo>
                    <a:cubicBezTo>
                      <a:pt x="57" y="23"/>
                      <a:pt x="56" y="23"/>
                      <a:pt x="56" y="23"/>
                    </a:cubicBezTo>
                    <a:cubicBezTo>
                      <a:pt x="54" y="23"/>
                      <a:pt x="53" y="23"/>
                      <a:pt x="51" y="23"/>
                    </a:cubicBezTo>
                    <a:lnTo>
                      <a:pt x="49" y="23"/>
                    </a:lnTo>
                    <a:cubicBezTo>
                      <a:pt x="48" y="23"/>
                      <a:pt x="46" y="24"/>
                      <a:pt x="45" y="24"/>
                    </a:cubicBezTo>
                    <a:cubicBezTo>
                      <a:pt x="44" y="25"/>
                      <a:pt x="43" y="25"/>
                      <a:pt x="42" y="25"/>
                    </a:cubicBezTo>
                    <a:cubicBezTo>
                      <a:pt x="41" y="26"/>
                      <a:pt x="39" y="27"/>
                      <a:pt x="38" y="28"/>
                    </a:cubicBezTo>
                    <a:cubicBezTo>
                      <a:pt x="36" y="29"/>
                      <a:pt x="35" y="29"/>
                      <a:pt x="34" y="30"/>
                    </a:cubicBezTo>
                    <a:cubicBezTo>
                      <a:pt x="32" y="32"/>
                      <a:pt x="31" y="33"/>
                      <a:pt x="29" y="34"/>
                    </a:cubicBezTo>
                    <a:cubicBezTo>
                      <a:pt x="29" y="35"/>
                      <a:pt x="28" y="36"/>
                      <a:pt x="28" y="36"/>
                    </a:cubicBezTo>
                    <a:cubicBezTo>
                      <a:pt x="27" y="37"/>
                      <a:pt x="26" y="38"/>
                      <a:pt x="25" y="39"/>
                    </a:cubicBezTo>
                    <a:cubicBezTo>
                      <a:pt x="25" y="40"/>
                      <a:pt x="25" y="40"/>
                      <a:pt x="25" y="41"/>
                    </a:cubicBezTo>
                    <a:cubicBezTo>
                      <a:pt x="25" y="41"/>
                      <a:pt x="24" y="42"/>
                      <a:pt x="24" y="43"/>
                    </a:cubicBezTo>
                    <a:cubicBezTo>
                      <a:pt x="24" y="44"/>
                      <a:pt x="24" y="46"/>
                      <a:pt x="24" y="47"/>
                    </a:cubicBezTo>
                    <a:cubicBezTo>
                      <a:pt x="24" y="48"/>
                      <a:pt x="24" y="48"/>
                      <a:pt x="24" y="50"/>
                    </a:cubicBezTo>
                    <a:cubicBezTo>
                      <a:pt x="24" y="52"/>
                      <a:pt x="24" y="54"/>
                      <a:pt x="24" y="56"/>
                    </a:cubicBezTo>
                    <a:cubicBezTo>
                      <a:pt x="24" y="55"/>
                      <a:pt x="24" y="55"/>
                      <a:pt x="24" y="55"/>
                    </a:cubicBezTo>
                    <a:lnTo>
                      <a:pt x="24" y="57"/>
                    </a:lnTo>
                    <a:cubicBezTo>
                      <a:pt x="25" y="58"/>
                      <a:pt x="25" y="60"/>
                      <a:pt x="25" y="61"/>
                    </a:cubicBezTo>
                    <a:cubicBezTo>
                      <a:pt x="25" y="60"/>
                      <a:pt x="25" y="60"/>
                      <a:pt x="25" y="60"/>
                    </a:cubicBezTo>
                    <a:cubicBezTo>
                      <a:pt x="25" y="60"/>
                      <a:pt x="26" y="61"/>
                      <a:pt x="27" y="62"/>
                    </a:cubicBezTo>
                    <a:cubicBezTo>
                      <a:pt x="27" y="63"/>
                      <a:pt x="28" y="64"/>
                      <a:pt x="28" y="65"/>
                    </a:cubicBezTo>
                    <a:cubicBezTo>
                      <a:pt x="28" y="64"/>
                      <a:pt x="28" y="64"/>
                      <a:pt x="28" y="64"/>
                    </a:cubicBezTo>
                    <a:cubicBezTo>
                      <a:pt x="30" y="66"/>
                      <a:pt x="31" y="68"/>
                      <a:pt x="32" y="69"/>
                    </a:cubicBezTo>
                    <a:cubicBezTo>
                      <a:pt x="38" y="75"/>
                      <a:pt x="45" y="79"/>
                      <a:pt x="51" y="85"/>
                    </a:cubicBezTo>
                    <a:cubicBezTo>
                      <a:pt x="56" y="88"/>
                      <a:pt x="60" y="92"/>
                      <a:pt x="65" y="95"/>
                    </a:cubicBezTo>
                    <a:lnTo>
                      <a:pt x="64" y="95"/>
                    </a:lnTo>
                    <a:cubicBezTo>
                      <a:pt x="66" y="95"/>
                      <a:pt x="66" y="96"/>
                      <a:pt x="67" y="97"/>
                    </a:cubicBezTo>
                    <a:lnTo>
                      <a:pt x="67" y="96"/>
                    </a:lnTo>
                    <a:cubicBezTo>
                      <a:pt x="72" y="100"/>
                      <a:pt x="77" y="104"/>
                      <a:pt x="81" y="108"/>
                    </a:cubicBezTo>
                    <a:cubicBezTo>
                      <a:pt x="85" y="113"/>
                      <a:pt x="86" y="118"/>
                      <a:pt x="86" y="124"/>
                    </a:cubicBezTo>
                    <a:cubicBezTo>
                      <a:pt x="86" y="130"/>
                      <a:pt x="82" y="136"/>
                      <a:pt x="78" y="140"/>
                    </a:cubicBezTo>
                    <a:cubicBezTo>
                      <a:pt x="74" y="144"/>
                      <a:pt x="69" y="146"/>
                      <a:pt x="63" y="149"/>
                    </a:cubicBezTo>
                    <a:cubicBezTo>
                      <a:pt x="58" y="151"/>
                      <a:pt x="53" y="152"/>
                      <a:pt x="48" y="154"/>
                    </a:cubicBezTo>
                    <a:cubicBezTo>
                      <a:pt x="41" y="156"/>
                      <a:pt x="34" y="158"/>
                      <a:pt x="27" y="160"/>
                    </a:cubicBezTo>
                    <a:cubicBezTo>
                      <a:pt x="26" y="160"/>
                      <a:pt x="25" y="160"/>
                      <a:pt x="24" y="160"/>
                    </a:cubicBezTo>
                    <a:cubicBezTo>
                      <a:pt x="20" y="160"/>
                      <a:pt x="15" y="156"/>
                      <a:pt x="14" y="1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9" name="Google Shape;3019;p32"/>
              <p:cNvSpPr/>
              <p:nvPr/>
            </p:nvSpPr>
            <p:spPr>
              <a:xfrm>
                <a:off x="236140" y="4200118"/>
                <a:ext cx="40320" cy="10584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294" extrusionOk="0">
                    <a:moveTo>
                      <a:pt x="30" y="290"/>
                    </a:moveTo>
                    <a:cubicBezTo>
                      <a:pt x="25" y="286"/>
                      <a:pt x="21" y="281"/>
                      <a:pt x="17" y="276"/>
                    </a:cubicBezTo>
                    <a:cubicBezTo>
                      <a:pt x="12" y="271"/>
                      <a:pt x="9" y="264"/>
                      <a:pt x="6" y="257"/>
                    </a:cubicBezTo>
                    <a:cubicBezTo>
                      <a:pt x="0" y="244"/>
                      <a:pt x="0" y="228"/>
                      <a:pt x="2" y="213"/>
                    </a:cubicBezTo>
                    <a:cubicBezTo>
                      <a:pt x="2" y="201"/>
                      <a:pt x="4" y="190"/>
                      <a:pt x="6" y="177"/>
                    </a:cubicBezTo>
                    <a:cubicBezTo>
                      <a:pt x="7" y="172"/>
                      <a:pt x="7" y="166"/>
                      <a:pt x="9" y="160"/>
                    </a:cubicBezTo>
                    <a:cubicBezTo>
                      <a:pt x="10" y="154"/>
                      <a:pt x="12" y="147"/>
                      <a:pt x="13" y="141"/>
                    </a:cubicBezTo>
                    <a:cubicBezTo>
                      <a:pt x="16" y="130"/>
                      <a:pt x="19" y="119"/>
                      <a:pt x="22" y="107"/>
                    </a:cubicBezTo>
                    <a:cubicBezTo>
                      <a:pt x="23" y="104"/>
                      <a:pt x="24" y="100"/>
                      <a:pt x="25" y="96"/>
                    </a:cubicBezTo>
                    <a:cubicBezTo>
                      <a:pt x="27" y="92"/>
                      <a:pt x="28" y="88"/>
                      <a:pt x="30" y="84"/>
                    </a:cubicBezTo>
                    <a:cubicBezTo>
                      <a:pt x="29" y="84"/>
                      <a:pt x="29" y="84"/>
                      <a:pt x="29" y="85"/>
                    </a:cubicBezTo>
                    <a:cubicBezTo>
                      <a:pt x="30" y="83"/>
                      <a:pt x="31" y="81"/>
                      <a:pt x="32" y="79"/>
                    </a:cubicBezTo>
                    <a:cubicBezTo>
                      <a:pt x="31" y="79"/>
                      <a:pt x="31" y="80"/>
                      <a:pt x="31" y="81"/>
                    </a:cubicBezTo>
                    <a:cubicBezTo>
                      <a:pt x="32" y="79"/>
                      <a:pt x="32" y="78"/>
                      <a:pt x="32" y="77"/>
                    </a:cubicBezTo>
                    <a:lnTo>
                      <a:pt x="32" y="78"/>
                    </a:lnTo>
                    <a:cubicBezTo>
                      <a:pt x="32" y="77"/>
                      <a:pt x="33" y="75"/>
                      <a:pt x="34" y="75"/>
                    </a:cubicBezTo>
                    <a:cubicBezTo>
                      <a:pt x="33" y="75"/>
                      <a:pt x="33" y="75"/>
                      <a:pt x="33" y="76"/>
                    </a:cubicBezTo>
                    <a:cubicBezTo>
                      <a:pt x="33" y="75"/>
                      <a:pt x="34" y="74"/>
                      <a:pt x="34" y="73"/>
                    </a:cubicBezTo>
                    <a:cubicBezTo>
                      <a:pt x="34" y="72"/>
                      <a:pt x="35" y="71"/>
                      <a:pt x="35" y="70"/>
                    </a:cubicBezTo>
                    <a:cubicBezTo>
                      <a:pt x="35" y="71"/>
                      <a:pt x="35" y="71"/>
                      <a:pt x="35" y="71"/>
                    </a:cubicBezTo>
                    <a:cubicBezTo>
                      <a:pt x="36" y="68"/>
                      <a:pt x="37" y="66"/>
                      <a:pt x="38" y="63"/>
                    </a:cubicBezTo>
                    <a:cubicBezTo>
                      <a:pt x="39" y="61"/>
                      <a:pt x="41" y="58"/>
                      <a:pt x="42" y="56"/>
                    </a:cubicBezTo>
                    <a:cubicBezTo>
                      <a:pt x="45" y="48"/>
                      <a:pt x="49" y="41"/>
                      <a:pt x="53" y="34"/>
                    </a:cubicBezTo>
                    <a:cubicBezTo>
                      <a:pt x="56" y="28"/>
                      <a:pt x="61" y="21"/>
                      <a:pt x="66" y="16"/>
                    </a:cubicBezTo>
                    <a:cubicBezTo>
                      <a:pt x="70" y="11"/>
                      <a:pt x="76" y="7"/>
                      <a:pt x="82" y="4"/>
                    </a:cubicBezTo>
                    <a:cubicBezTo>
                      <a:pt x="87" y="1"/>
                      <a:pt x="95" y="0"/>
                      <a:pt x="100" y="3"/>
                    </a:cubicBezTo>
                    <a:cubicBezTo>
                      <a:pt x="102" y="3"/>
                      <a:pt x="103" y="4"/>
                      <a:pt x="104" y="5"/>
                    </a:cubicBezTo>
                    <a:cubicBezTo>
                      <a:pt x="105" y="6"/>
                      <a:pt x="106" y="8"/>
                      <a:pt x="108" y="9"/>
                    </a:cubicBezTo>
                    <a:cubicBezTo>
                      <a:pt x="109" y="11"/>
                      <a:pt x="110" y="12"/>
                      <a:pt x="110" y="15"/>
                    </a:cubicBezTo>
                    <a:cubicBezTo>
                      <a:pt x="111" y="21"/>
                      <a:pt x="108" y="26"/>
                      <a:pt x="102" y="28"/>
                    </a:cubicBezTo>
                    <a:cubicBezTo>
                      <a:pt x="98" y="29"/>
                      <a:pt x="93" y="27"/>
                      <a:pt x="91" y="24"/>
                    </a:cubicBezTo>
                    <a:cubicBezTo>
                      <a:pt x="90" y="24"/>
                      <a:pt x="90" y="24"/>
                      <a:pt x="90" y="24"/>
                    </a:cubicBezTo>
                    <a:cubicBezTo>
                      <a:pt x="89" y="25"/>
                      <a:pt x="88" y="25"/>
                      <a:pt x="87" y="26"/>
                    </a:cubicBezTo>
                    <a:cubicBezTo>
                      <a:pt x="85" y="26"/>
                      <a:pt x="84" y="27"/>
                      <a:pt x="84" y="28"/>
                    </a:cubicBezTo>
                    <a:cubicBezTo>
                      <a:pt x="83" y="29"/>
                      <a:pt x="82" y="29"/>
                      <a:pt x="81" y="30"/>
                    </a:cubicBezTo>
                    <a:cubicBezTo>
                      <a:pt x="80" y="32"/>
                      <a:pt x="78" y="33"/>
                      <a:pt x="77" y="35"/>
                    </a:cubicBezTo>
                    <a:cubicBezTo>
                      <a:pt x="78" y="34"/>
                      <a:pt x="78" y="34"/>
                      <a:pt x="78" y="33"/>
                    </a:cubicBezTo>
                    <a:cubicBezTo>
                      <a:pt x="74" y="39"/>
                      <a:pt x="70" y="45"/>
                      <a:pt x="67" y="51"/>
                    </a:cubicBezTo>
                    <a:cubicBezTo>
                      <a:pt x="65" y="54"/>
                      <a:pt x="63" y="58"/>
                      <a:pt x="61" y="62"/>
                    </a:cubicBezTo>
                    <a:cubicBezTo>
                      <a:pt x="59" y="65"/>
                      <a:pt x="58" y="68"/>
                      <a:pt x="56" y="72"/>
                    </a:cubicBezTo>
                    <a:cubicBezTo>
                      <a:pt x="53" y="78"/>
                      <a:pt x="50" y="85"/>
                      <a:pt x="48" y="92"/>
                    </a:cubicBezTo>
                    <a:cubicBezTo>
                      <a:pt x="46" y="96"/>
                      <a:pt x="45" y="100"/>
                      <a:pt x="43" y="104"/>
                    </a:cubicBezTo>
                    <a:cubicBezTo>
                      <a:pt x="42" y="107"/>
                      <a:pt x="41" y="110"/>
                      <a:pt x="41" y="113"/>
                    </a:cubicBezTo>
                    <a:cubicBezTo>
                      <a:pt x="38" y="121"/>
                      <a:pt x="36" y="130"/>
                      <a:pt x="34" y="138"/>
                    </a:cubicBezTo>
                    <a:cubicBezTo>
                      <a:pt x="31" y="149"/>
                      <a:pt x="28" y="160"/>
                      <a:pt x="27" y="171"/>
                    </a:cubicBezTo>
                    <a:cubicBezTo>
                      <a:pt x="25" y="175"/>
                      <a:pt x="25" y="179"/>
                      <a:pt x="24" y="183"/>
                    </a:cubicBezTo>
                    <a:cubicBezTo>
                      <a:pt x="24" y="185"/>
                      <a:pt x="24" y="187"/>
                      <a:pt x="23" y="189"/>
                    </a:cubicBezTo>
                    <a:cubicBezTo>
                      <a:pt x="23" y="196"/>
                      <a:pt x="22" y="203"/>
                      <a:pt x="21" y="209"/>
                    </a:cubicBezTo>
                    <a:lnTo>
                      <a:pt x="21" y="208"/>
                    </a:lnTo>
                    <a:cubicBezTo>
                      <a:pt x="21" y="216"/>
                      <a:pt x="20" y="223"/>
                      <a:pt x="21" y="231"/>
                    </a:cubicBezTo>
                    <a:cubicBezTo>
                      <a:pt x="21" y="230"/>
                      <a:pt x="21" y="230"/>
                      <a:pt x="21" y="230"/>
                    </a:cubicBezTo>
                    <a:cubicBezTo>
                      <a:pt x="21" y="232"/>
                      <a:pt x="21" y="235"/>
                      <a:pt x="21" y="238"/>
                    </a:cubicBezTo>
                    <a:cubicBezTo>
                      <a:pt x="21" y="240"/>
                      <a:pt x="22" y="242"/>
                      <a:pt x="23" y="244"/>
                    </a:cubicBezTo>
                    <a:cubicBezTo>
                      <a:pt x="24" y="247"/>
                      <a:pt x="24" y="249"/>
                      <a:pt x="25" y="251"/>
                    </a:cubicBezTo>
                    <a:cubicBezTo>
                      <a:pt x="27" y="254"/>
                      <a:pt x="28" y="256"/>
                      <a:pt x="29" y="258"/>
                    </a:cubicBezTo>
                    <a:cubicBezTo>
                      <a:pt x="31" y="261"/>
                      <a:pt x="32" y="263"/>
                      <a:pt x="34" y="265"/>
                    </a:cubicBezTo>
                    <a:cubicBezTo>
                      <a:pt x="36" y="268"/>
                      <a:pt x="38" y="270"/>
                      <a:pt x="40" y="272"/>
                    </a:cubicBezTo>
                    <a:cubicBezTo>
                      <a:pt x="41" y="273"/>
                      <a:pt x="42" y="274"/>
                      <a:pt x="43" y="275"/>
                    </a:cubicBezTo>
                    <a:cubicBezTo>
                      <a:pt x="48" y="279"/>
                      <a:pt x="48" y="285"/>
                      <a:pt x="45" y="289"/>
                    </a:cubicBezTo>
                    <a:cubicBezTo>
                      <a:pt x="43" y="291"/>
                      <a:pt x="39" y="293"/>
                      <a:pt x="36" y="293"/>
                    </a:cubicBezTo>
                    <a:cubicBezTo>
                      <a:pt x="34" y="293"/>
                      <a:pt x="32" y="292"/>
                      <a:pt x="30" y="2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0" name="Google Shape;3020;p32"/>
              <p:cNvSpPr/>
              <p:nvPr/>
            </p:nvSpPr>
            <p:spPr>
              <a:xfrm>
                <a:off x="263140" y="4225318"/>
                <a:ext cx="38880" cy="65160"/>
              </a:xfrm>
              <a:custGeom>
                <a:avLst/>
                <a:gdLst/>
                <a:ahLst/>
                <a:cxnLst/>
                <a:rect l="l" t="t" r="r" b="b"/>
                <a:pathLst>
                  <a:path w="108" h="181" extrusionOk="0">
                    <a:moveTo>
                      <a:pt x="80" y="62"/>
                    </a:moveTo>
                    <a:cubicBezTo>
                      <a:pt x="81" y="60"/>
                      <a:pt x="82" y="57"/>
                      <a:pt x="82" y="55"/>
                    </a:cubicBezTo>
                    <a:cubicBezTo>
                      <a:pt x="83" y="51"/>
                      <a:pt x="84" y="46"/>
                      <a:pt x="84" y="42"/>
                    </a:cubicBezTo>
                    <a:cubicBezTo>
                      <a:pt x="85" y="37"/>
                      <a:pt x="85" y="32"/>
                      <a:pt x="85" y="27"/>
                    </a:cubicBezTo>
                    <a:cubicBezTo>
                      <a:pt x="84" y="28"/>
                      <a:pt x="84" y="29"/>
                      <a:pt x="84" y="30"/>
                    </a:cubicBezTo>
                    <a:cubicBezTo>
                      <a:pt x="83" y="32"/>
                      <a:pt x="83" y="35"/>
                      <a:pt x="82" y="36"/>
                    </a:cubicBezTo>
                    <a:cubicBezTo>
                      <a:pt x="81" y="40"/>
                      <a:pt x="80" y="43"/>
                      <a:pt x="80" y="46"/>
                    </a:cubicBezTo>
                    <a:cubicBezTo>
                      <a:pt x="80" y="50"/>
                      <a:pt x="80" y="53"/>
                      <a:pt x="80" y="55"/>
                    </a:cubicBezTo>
                    <a:cubicBezTo>
                      <a:pt x="80" y="58"/>
                      <a:pt x="80" y="60"/>
                      <a:pt x="80" y="62"/>
                    </a:cubicBezTo>
                    <a:moveTo>
                      <a:pt x="23" y="157"/>
                    </a:moveTo>
                    <a:lnTo>
                      <a:pt x="24" y="157"/>
                    </a:lnTo>
                    <a:cubicBezTo>
                      <a:pt x="24" y="156"/>
                      <a:pt x="24" y="156"/>
                      <a:pt x="24" y="156"/>
                    </a:cubicBezTo>
                    <a:cubicBezTo>
                      <a:pt x="25" y="156"/>
                      <a:pt x="26" y="156"/>
                      <a:pt x="26" y="155"/>
                    </a:cubicBezTo>
                    <a:cubicBezTo>
                      <a:pt x="27" y="154"/>
                      <a:pt x="29" y="152"/>
                      <a:pt x="30" y="151"/>
                    </a:cubicBezTo>
                    <a:cubicBezTo>
                      <a:pt x="31" y="150"/>
                      <a:pt x="33" y="149"/>
                      <a:pt x="33" y="148"/>
                    </a:cubicBezTo>
                    <a:cubicBezTo>
                      <a:pt x="33" y="148"/>
                      <a:pt x="32" y="148"/>
                      <a:pt x="31" y="148"/>
                    </a:cubicBezTo>
                    <a:lnTo>
                      <a:pt x="30" y="148"/>
                    </a:lnTo>
                    <a:lnTo>
                      <a:pt x="29" y="148"/>
                    </a:lnTo>
                    <a:lnTo>
                      <a:pt x="28" y="148"/>
                    </a:lnTo>
                    <a:cubicBezTo>
                      <a:pt x="28" y="149"/>
                      <a:pt x="27" y="149"/>
                      <a:pt x="27" y="149"/>
                    </a:cubicBezTo>
                    <a:cubicBezTo>
                      <a:pt x="27" y="149"/>
                      <a:pt x="26" y="149"/>
                      <a:pt x="26" y="150"/>
                    </a:cubicBezTo>
                    <a:lnTo>
                      <a:pt x="25" y="150"/>
                    </a:lnTo>
                    <a:lnTo>
                      <a:pt x="24" y="151"/>
                    </a:lnTo>
                    <a:cubicBezTo>
                      <a:pt x="24" y="152"/>
                      <a:pt x="24" y="152"/>
                      <a:pt x="24" y="152"/>
                    </a:cubicBezTo>
                    <a:lnTo>
                      <a:pt x="24" y="153"/>
                    </a:lnTo>
                    <a:lnTo>
                      <a:pt x="23" y="153"/>
                    </a:lnTo>
                    <a:lnTo>
                      <a:pt x="23" y="154"/>
                    </a:lnTo>
                    <a:cubicBezTo>
                      <a:pt x="23" y="155"/>
                      <a:pt x="23" y="155"/>
                      <a:pt x="23" y="156"/>
                    </a:cubicBezTo>
                    <a:lnTo>
                      <a:pt x="23" y="157"/>
                    </a:lnTo>
                    <a:moveTo>
                      <a:pt x="17" y="178"/>
                    </a:moveTo>
                    <a:cubicBezTo>
                      <a:pt x="12" y="177"/>
                      <a:pt x="8" y="174"/>
                      <a:pt x="5" y="170"/>
                    </a:cubicBezTo>
                    <a:cubicBezTo>
                      <a:pt x="0" y="162"/>
                      <a:pt x="0" y="150"/>
                      <a:pt x="5" y="142"/>
                    </a:cubicBezTo>
                    <a:cubicBezTo>
                      <a:pt x="10" y="132"/>
                      <a:pt x="20" y="126"/>
                      <a:pt x="31" y="126"/>
                    </a:cubicBezTo>
                    <a:cubicBezTo>
                      <a:pt x="36" y="125"/>
                      <a:pt x="42" y="127"/>
                      <a:pt x="47" y="128"/>
                    </a:cubicBezTo>
                    <a:lnTo>
                      <a:pt x="48" y="128"/>
                    </a:lnTo>
                    <a:cubicBezTo>
                      <a:pt x="51" y="122"/>
                      <a:pt x="55" y="116"/>
                      <a:pt x="59" y="109"/>
                    </a:cubicBezTo>
                    <a:cubicBezTo>
                      <a:pt x="59" y="110"/>
                      <a:pt x="58" y="110"/>
                      <a:pt x="58" y="110"/>
                    </a:cubicBezTo>
                    <a:cubicBezTo>
                      <a:pt x="64" y="100"/>
                      <a:pt x="69" y="89"/>
                      <a:pt x="74" y="78"/>
                    </a:cubicBezTo>
                    <a:cubicBezTo>
                      <a:pt x="73" y="78"/>
                      <a:pt x="72" y="79"/>
                      <a:pt x="70" y="79"/>
                    </a:cubicBezTo>
                    <a:cubicBezTo>
                      <a:pt x="63" y="79"/>
                      <a:pt x="58" y="74"/>
                      <a:pt x="58" y="67"/>
                    </a:cubicBezTo>
                    <a:cubicBezTo>
                      <a:pt x="58" y="62"/>
                      <a:pt x="58" y="55"/>
                      <a:pt x="58" y="50"/>
                    </a:cubicBezTo>
                    <a:cubicBezTo>
                      <a:pt x="59" y="44"/>
                      <a:pt x="59" y="38"/>
                      <a:pt x="61" y="32"/>
                    </a:cubicBezTo>
                    <a:cubicBezTo>
                      <a:pt x="62" y="28"/>
                      <a:pt x="63" y="25"/>
                      <a:pt x="64" y="21"/>
                    </a:cubicBezTo>
                    <a:cubicBezTo>
                      <a:pt x="66" y="15"/>
                      <a:pt x="70" y="8"/>
                      <a:pt x="75" y="4"/>
                    </a:cubicBezTo>
                    <a:cubicBezTo>
                      <a:pt x="78" y="2"/>
                      <a:pt x="80" y="1"/>
                      <a:pt x="84" y="1"/>
                    </a:cubicBezTo>
                    <a:cubicBezTo>
                      <a:pt x="87" y="0"/>
                      <a:pt x="90" y="1"/>
                      <a:pt x="94" y="2"/>
                    </a:cubicBezTo>
                    <a:cubicBezTo>
                      <a:pt x="100" y="4"/>
                      <a:pt x="104" y="8"/>
                      <a:pt x="105" y="14"/>
                    </a:cubicBezTo>
                    <a:cubicBezTo>
                      <a:pt x="107" y="21"/>
                      <a:pt x="107" y="28"/>
                      <a:pt x="107" y="35"/>
                    </a:cubicBezTo>
                    <a:cubicBezTo>
                      <a:pt x="106" y="42"/>
                      <a:pt x="105" y="50"/>
                      <a:pt x="102" y="58"/>
                    </a:cubicBezTo>
                    <a:cubicBezTo>
                      <a:pt x="100" y="70"/>
                      <a:pt x="96" y="81"/>
                      <a:pt x="90" y="92"/>
                    </a:cubicBezTo>
                    <a:cubicBezTo>
                      <a:pt x="88" y="97"/>
                      <a:pt x="85" y="103"/>
                      <a:pt x="83" y="108"/>
                    </a:cubicBezTo>
                    <a:cubicBezTo>
                      <a:pt x="80" y="114"/>
                      <a:pt x="77" y="119"/>
                      <a:pt x="73" y="125"/>
                    </a:cubicBezTo>
                    <a:cubicBezTo>
                      <a:pt x="71" y="129"/>
                      <a:pt x="69" y="134"/>
                      <a:pt x="66" y="138"/>
                    </a:cubicBezTo>
                    <a:cubicBezTo>
                      <a:pt x="68" y="139"/>
                      <a:pt x="70" y="141"/>
                      <a:pt x="73" y="143"/>
                    </a:cubicBezTo>
                    <a:cubicBezTo>
                      <a:pt x="82" y="148"/>
                      <a:pt x="91" y="153"/>
                      <a:pt x="100" y="158"/>
                    </a:cubicBezTo>
                    <a:cubicBezTo>
                      <a:pt x="104" y="161"/>
                      <a:pt x="105" y="169"/>
                      <a:pt x="102" y="173"/>
                    </a:cubicBezTo>
                    <a:cubicBezTo>
                      <a:pt x="101" y="175"/>
                      <a:pt x="99" y="177"/>
                      <a:pt x="96" y="177"/>
                    </a:cubicBezTo>
                    <a:cubicBezTo>
                      <a:pt x="93" y="178"/>
                      <a:pt x="90" y="177"/>
                      <a:pt x="88" y="176"/>
                    </a:cubicBezTo>
                    <a:cubicBezTo>
                      <a:pt x="81" y="172"/>
                      <a:pt x="74" y="169"/>
                      <a:pt x="68" y="164"/>
                    </a:cubicBezTo>
                    <a:cubicBezTo>
                      <a:pt x="65" y="163"/>
                      <a:pt x="61" y="161"/>
                      <a:pt x="58" y="159"/>
                    </a:cubicBezTo>
                    <a:cubicBezTo>
                      <a:pt x="57" y="158"/>
                      <a:pt x="55" y="157"/>
                      <a:pt x="54" y="156"/>
                    </a:cubicBezTo>
                    <a:cubicBezTo>
                      <a:pt x="54" y="157"/>
                      <a:pt x="53" y="157"/>
                      <a:pt x="52" y="158"/>
                    </a:cubicBezTo>
                    <a:cubicBezTo>
                      <a:pt x="52" y="159"/>
                      <a:pt x="52" y="159"/>
                      <a:pt x="51" y="160"/>
                    </a:cubicBezTo>
                    <a:cubicBezTo>
                      <a:pt x="51" y="159"/>
                      <a:pt x="51" y="159"/>
                      <a:pt x="52" y="159"/>
                    </a:cubicBezTo>
                    <a:cubicBezTo>
                      <a:pt x="51" y="160"/>
                      <a:pt x="51" y="160"/>
                      <a:pt x="50" y="161"/>
                    </a:cubicBezTo>
                    <a:lnTo>
                      <a:pt x="51" y="160"/>
                    </a:lnTo>
                    <a:cubicBezTo>
                      <a:pt x="48" y="164"/>
                      <a:pt x="45" y="167"/>
                      <a:pt x="42" y="170"/>
                    </a:cubicBezTo>
                    <a:cubicBezTo>
                      <a:pt x="38" y="174"/>
                      <a:pt x="35" y="176"/>
                      <a:pt x="30" y="178"/>
                    </a:cubicBezTo>
                    <a:cubicBezTo>
                      <a:pt x="28" y="179"/>
                      <a:pt x="25" y="180"/>
                      <a:pt x="22" y="180"/>
                    </a:cubicBezTo>
                    <a:cubicBezTo>
                      <a:pt x="20" y="180"/>
                      <a:pt x="19" y="179"/>
                      <a:pt x="17" y="1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1" name="Google Shape;3021;p32"/>
              <p:cNvSpPr/>
              <p:nvPr/>
            </p:nvSpPr>
            <p:spPr>
              <a:xfrm>
                <a:off x="338740" y="4238278"/>
                <a:ext cx="25920" cy="49320"/>
              </a:xfrm>
              <a:custGeom>
                <a:avLst/>
                <a:gdLst/>
                <a:ahLst/>
                <a:cxnLst/>
                <a:rect l="l" t="t" r="r" b="b"/>
                <a:pathLst>
                  <a:path w="72" h="137" extrusionOk="0">
                    <a:moveTo>
                      <a:pt x="49" y="130"/>
                    </a:moveTo>
                    <a:cubicBezTo>
                      <a:pt x="39" y="113"/>
                      <a:pt x="29" y="96"/>
                      <a:pt x="20" y="78"/>
                    </a:cubicBezTo>
                    <a:cubicBezTo>
                      <a:pt x="15" y="69"/>
                      <a:pt x="12" y="60"/>
                      <a:pt x="8" y="50"/>
                    </a:cubicBezTo>
                    <a:cubicBezTo>
                      <a:pt x="6" y="46"/>
                      <a:pt x="5" y="40"/>
                      <a:pt x="3" y="36"/>
                    </a:cubicBezTo>
                    <a:cubicBezTo>
                      <a:pt x="2" y="30"/>
                      <a:pt x="0" y="24"/>
                      <a:pt x="0" y="18"/>
                    </a:cubicBezTo>
                    <a:cubicBezTo>
                      <a:pt x="0" y="16"/>
                      <a:pt x="0" y="13"/>
                      <a:pt x="1" y="11"/>
                    </a:cubicBezTo>
                    <a:cubicBezTo>
                      <a:pt x="1" y="8"/>
                      <a:pt x="2" y="6"/>
                      <a:pt x="4" y="4"/>
                    </a:cubicBezTo>
                    <a:cubicBezTo>
                      <a:pt x="7" y="1"/>
                      <a:pt x="11" y="0"/>
                      <a:pt x="15" y="1"/>
                    </a:cubicBezTo>
                    <a:lnTo>
                      <a:pt x="16" y="1"/>
                    </a:lnTo>
                    <a:lnTo>
                      <a:pt x="15" y="1"/>
                    </a:lnTo>
                    <a:cubicBezTo>
                      <a:pt x="21" y="2"/>
                      <a:pt x="25" y="7"/>
                      <a:pt x="24" y="14"/>
                    </a:cubicBezTo>
                    <a:cubicBezTo>
                      <a:pt x="24" y="15"/>
                      <a:pt x="23" y="17"/>
                      <a:pt x="22" y="18"/>
                    </a:cubicBezTo>
                    <a:cubicBezTo>
                      <a:pt x="22" y="19"/>
                      <a:pt x="22" y="21"/>
                      <a:pt x="22" y="23"/>
                    </a:cubicBezTo>
                    <a:cubicBezTo>
                      <a:pt x="24" y="26"/>
                      <a:pt x="24" y="31"/>
                      <a:pt x="25" y="35"/>
                    </a:cubicBezTo>
                    <a:cubicBezTo>
                      <a:pt x="28" y="42"/>
                      <a:pt x="31" y="49"/>
                      <a:pt x="34" y="56"/>
                    </a:cubicBezTo>
                    <a:cubicBezTo>
                      <a:pt x="33" y="56"/>
                      <a:pt x="33" y="55"/>
                      <a:pt x="33" y="54"/>
                    </a:cubicBezTo>
                    <a:cubicBezTo>
                      <a:pt x="35" y="60"/>
                      <a:pt x="37" y="64"/>
                      <a:pt x="39" y="69"/>
                    </a:cubicBezTo>
                    <a:cubicBezTo>
                      <a:pt x="42" y="75"/>
                      <a:pt x="45" y="81"/>
                      <a:pt x="49" y="87"/>
                    </a:cubicBezTo>
                    <a:cubicBezTo>
                      <a:pt x="54" y="98"/>
                      <a:pt x="61" y="109"/>
                      <a:pt x="68" y="120"/>
                    </a:cubicBezTo>
                    <a:cubicBezTo>
                      <a:pt x="71" y="126"/>
                      <a:pt x="68" y="133"/>
                      <a:pt x="63" y="135"/>
                    </a:cubicBezTo>
                    <a:cubicBezTo>
                      <a:pt x="61" y="135"/>
                      <a:pt x="60" y="136"/>
                      <a:pt x="59" y="136"/>
                    </a:cubicBezTo>
                    <a:cubicBezTo>
                      <a:pt x="54" y="136"/>
                      <a:pt x="51" y="134"/>
                      <a:pt x="49" y="1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2" name="Google Shape;3022;p32"/>
              <p:cNvSpPr/>
              <p:nvPr/>
            </p:nvSpPr>
            <p:spPr>
              <a:xfrm>
                <a:off x="335140" y="4245838"/>
                <a:ext cx="44640" cy="5904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164" extrusionOk="0">
                    <a:moveTo>
                      <a:pt x="6" y="162"/>
                    </a:moveTo>
                    <a:cubicBezTo>
                      <a:pt x="2" y="160"/>
                      <a:pt x="0" y="154"/>
                      <a:pt x="2" y="149"/>
                    </a:cubicBezTo>
                    <a:cubicBezTo>
                      <a:pt x="7" y="137"/>
                      <a:pt x="12" y="126"/>
                      <a:pt x="17" y="114"/>
                    </a:cubicBezTo>
                    <a:cubicBezTo>
                      <a:pt x="22" y="103"/>
                      <a:pt x="28" y="94"/>
                      <a:pt x="34" y="85"/>
                    </a:cubicBezTo>
                    <a:cubicBezTo>
                      <a:pt x="39" y="75"/>
                      <a:pt x="46" y="66"/>
                      <a:pt x="52" y="56"/>
                    </a:cubicBezTo>
                    <a:cubicBezTo>
                      <a:pt x="56" y="51"/>
                      <a:pt x="60" y="45"/>
                      <a:pt x="64" y="40"/>
                    </a:cubicBezTo>
                    <a:cubicBezTo>
                      <a:pt x="67" y="35"/>
                      <a:pt x="71" y="30"/>
                      <a:pt x="76" y="25"/>
                    </a:cubicBezTo>
                    <a:cubicBezTo>
                      <a:pt x="77" y="22"/>
                      <a:pt x="80" y="21"/>
                      <a:pt x="81" y="18"/>
                    </a:cubicBezTo>
                    <a:cubicBezTo>
                      <a:pt x="85" y="14"/>
                      <a:pt x="89" y="10"/>
                      <a:pt x="93" y="7"/>
                    </a:cubicBezTo>
                    <a:cubicBezTo>
                      <a:pt x="97" y="4"/>
                      <a:pt x="101" y="1"/>
                      <a:pt x="105" y="0"/>
                    </a:cubicBezTo>
                    <a:cubicBezTo>
                      <a:pt x="108" y="0"/>
                      <a:pt x="111" y="0"/>
                      <a:pt x="114" y="1"/>
                    </a:cubicBezTo>
                    <a:cubicBezTo>
                      <a:pt x="120" y="2"/>
                      <a:pt x="123" y="9"/>
                      <a:pt x="122" y="15"/>
                    </a:cubicBezTo>
                    <a:cubicBezTo>
                      <a:pt x="120" y="20"/>
                      <a:pt x="115" y="24"/>
                      <a:pt x="109" y="22"/>
                    </a:cubicBezTo>
                    <a:cubicBezTo>
                      <a:pt x="108" y="24"/>
                      <a:pt x="107" y="24"/>
                      <a:pt x="106" y="25"/>
                    </a:cubicBezTo>
                    <a:cubicBezTo>
                      <a:pt x="102" y="28"/>
                      <a:pt x="99" y="31"/>
                      <a:pt x="96" y="34"/>
                    </a:cubicBezTo>
                    <a:cubicBezTo>
                      <a:pt x="91" y="40"/>
                      <a:pt x="85" y="46"/>
                      <a:pt x="81" y="52"/>
                    </a:cubicBezTo>
                    <a:lnTo>
                      <a:pt x="81" y="51"/>
                    </a:lnTo>
                    <a:cubicBezTo>
                      <a:pt x="77" y="56"/>
                      <a:pt x="73" y="62"/>
                      <a:pt x="69" y="67"/>
                    </a:cubicBezTo>
                    <a:cubicBezTo>
                      <a:pt x="66" y="72"/>
                      <a:pt x="63" y="77"/>
                      <a:pt x="59" y="82"/>
                    </a:cubicBezTo>
                    <a:cubicBezTo>
                      <a:pt x="53" y="91"/>
                      <a:pt x="47" y="100"/>
                      <a:pt x="42" y="110"/>
                    </a:cubicBezTo>
                    <a:cubicBezTo>
                      <a:pt x="39" y="114"/>
                      <a:pt x="38" y="117"/>
                      <a:pt x="36" y="121"/>
                    </a:cubicBezTo>
                    <a:cubicBezTo>
                      <a:pt x="34" y="125"/>
                      <a:pt x="32" y="128"/>
                      <a:pt x="31" y="133"/>
                    </a:cubicBezTo>
                    <a:cubicBezTo>
                      <a:pt x="27" y="141"/>
                      <a:pt x="23" y="149"/>
                      <a:pt x="20" y="158"/>
                    </a:cubicBezTo>
                    <a:cubicBezTo>
                      <a:pt x="18" y="161"/>
                      <a:pt x="14" y="163"/>
                      <a:pt x="10" y="163"/>
                    </a:cubicBezTo>
                    <a:cubicBezTo>
                      <a:pt x="9" y="163"/>
                      <a:pt x="7" y="163"/>
                      <a:pt x="6" y="1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3" name="Google Shape;3023;p32"/>
              <p:cNvSpPr/>
              <p:nvPr/>
            </p:nvSpPr>
            <p:spPr>
              <a:xfrm>
                <a:off x="389140" y="4265638"/>
                <a:ext cx="58320" cy="15120"/>
              </a:xfrm>
              <a:custGeom>
                <a:avLst/>
                <a:gdLst/>
                <a:ahLst/>
                <a:cxnLst/>
                <a:rect l="l" t="t" r="r" b="b"/>
                <a:pathLst>
                  <a:path w="162" h="42" extrusionOk="0">
                    <a:moveTo>
                      <a:pt x="7" y="40"/>
                    </a:moveTo>
                    <a:cubicBezTo>
                      <a:pt x="4" y="38"/>
                      <a:pt x="1" y="35"/>
                      <a:pt x="1" y="31"/>
                    </a:cubicBezTo>
                    <a:cubicBezTo>
                      <a:pt x="0" y="27"/>
                      <a:pt x="2" y="22"/>
                      <a:pt x="7" y="19"/>
                    </a:cubicBezTo>
                    <a:cubicBezTo>
                      <a:pt x="12" y="17"/>
                      <a:pt x="18" y="15"/>
                      <a:pt x="24" y="14"/>
                    </a:cubicBezTo>
                    <a:cubicBezTo>
                      <a:pt x="27" y="13"/>
                      <a:pt x="30" y="13"/>
                      <a:pt x="33" y="12"/>
                    </a:cubicBezTo>
                    <a:cubicBezTo>
                      <a:pt x="39" y="12"/>
                      <a:pt x="44" y="11"/>
                      <a:pt x="49" y="10"/>
                    </a:cubicBezTo>
                    <a:cubicBezTo>
                      <a:pt x="60" y="8"/>
                      <a:pt x="71" y="7"/>
                      <a:pt x="82" y="6"/>
                    </a:cubicBezTo>
                    <a:cubicBezTo>
                      <a:pt x="105" y="4"/>
                      <a:pt x="127" y="2"/>
                      <a:pt x="149" y="0"/>
                    </a:cubicBezTo>
                    <a:cubicBezTo>
                      <a:pt x="155" y="0"/>
                      <a:pt x="160" y="4"/>
                      <a:pt x="161" y="9"/>
                    </a:cubicBezTo>
                    <a:cubicBezTo>
                      <a:pt x="161" y="14"/>
                      <a:pt x="157" y="19"/>
                      <a:pt x="152" y="20"/>
                    </a:cubicBezTo>
                    <a:cubicBezTo>
                      <a:pt x="137" y="21"/>
                      <a:pt x="121" y="22"/>
                      <a:pt x="106" y="24"/>
                    </a:cubicBezTo>
                    <a:cubicBezTo>
                      <a:pt x="99" y="24"/>
                      <a:pt x="91" y="26"/>
                      <a:pt x="84" y="26"/>
                    </a:cubicBezTo>
                    <a:cubicBezTo>
                      <a:pt x="77" y="27"/>
                      <a:pt x="70" y="28"/>
                      <a:pt x="63" y="29"/>
                    </a:cubicBezTo>
                    <a:cubicBezTo>
                      <a:pt x="49" y="31"/>
                      <a:pt x="36" y="33"/>
                      <a:pt x="22" y="37"/>
                    </a:cubicBezTo>
                    <a:cubicBezTo>
                      <a:pt x="21" y="37"/>
                      <a:pt x="20" y="38"/>
                      <a:pt x="18" y="38"/>
                    </a:cubicBezTo>
                    <a:cubicBezTo>
                      <a:pt x="16" y="40"/>
                      <a:pt x="14" y="41"/>
                      <a:pt x="11" y="40"/>
                    </a:cubicBezTo>
                    <a:cubicBezTo>
                      <a:pt x="10" y="40"/>
                      <a:pt x="8" y="40"/>
                      <a:pt x="7" y="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4" name="Google Shape;3024;p32"/>
              <p:cNvSpPr/>
              <p:nvPr/>
            </p:nvSpPr>
            <p:spPr>
              <a:xfrm>
                <a:off x="457540" y="4225678"/>
                <a:ext cx="29520" cy="78480"/>
              </a:xfrm>
              <a:custGeom>
                <a:avLst/>
                <a:gdLst/>
                <a:ahLst/>
                <a:cxnLst/>
                <a:rect l="l" t="t" r="r" b="b"/>
                <a:pathLst>
                  <a:path w="82" h="218" extrusionOk="0">
                    <a:moveTo>
                      <a:pt x="9" y="217"/>
                    </a:moveTo>
                    <a:cubicBezTo>
                      <a:pt x="4" y="215"/>
                      <a:pt x="0" y="209"/>
                      <a:pt x="2" y="203"/>
                    </a:cubicBezTo>
                    <a:cubicBezTo>
                      <a:pt x="9" y="180"/>
                      <a:pt x="16" y="158"/>
                      <a:pt x="23" y="135"/>
                    </a:cubicBezTo>
                    <a:cubicBezTo>
                      <a:pt x="29" y="113"/>
                      <a:pt x="35" y="91"/>
                      <a:pt x="41" y="69"/>
                    </a:cubicBezTo>
                    <a:cubicBezTo>
                      <a:pt x="43" y="59"/>
                      <a:pt x="46" y="48"/>
                      <a:pt x="49" y="38"/>
                    </a:cubicBezTo>
                    <a:cubicBezTo>
                      <a:pt x="52" y="28"/>
                      <a:pt x="54" y="20"/>
                      <a:pt x="57" y="10"/>
                    </a:cubicBezTo>
                    <a:cubicBezTo>
                      <a:pt x="58" y="4"/>
                      <a:pt x="65" y="0"/>
                      <a:pt x="72" y="1"/>
                    </a:cubicBezTo>
                    <a:cubicBezTo>
                      <a:pt x="78" y="4"/>
                      <a:pt x="81" y="11"/>
                      <a:pt x="78" y="17"/>
                    </a:cubicBezTo>
                    <a:cubicBezTo>
                      <a:pt x="71" y="38"/>
                      <a:pt x="65" y="60"/>
                      <a:pt x="59" y="81"/>
                    </a:cubicBezTo>
                    <a:cubicBezTo>
                      <a:pt x="53" y="104"/>
                      <a:pt x="47" y="126"/>
                      <a:pt x="40" y="148"/>
                    </a:cubicBezTo>
                    <a:cubicBezTo>
                      <a:pt x="34" y="169"/>
                      <a:pt x="29" y="189"/>
                      <a:pt x="23" y="209"/>
                    </a:cubicBezTo>
                    <a:cubicBezTo>
                      <a:pt x="22" y="214"/>
                      <a:pt x="17" y="217"/>
                      <a:pt x="12" y="217"/>
                    </a:cubicBezTo>
                    <a:cubicBezTo>
                      <a:pt x="11" y="217"/>
                      <a:pt x="10" y="217"/>
                      <a:pt x="9" y="2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5" name="Google Shape;3025;p32"/>
              <p:cNvSpPr/>
              <p:nvPr/>
            </p:nvSpPr>
            <p:spPr>
              <a:xfrm>
                <a:off x="476260" y="4240798"/>
                <a:ext cx="21960" cy="55800"/>
              </a:xfrm>
              <a:custGeom>
                <a:avLst/>
                <a:gdLst/>
                <a:ahLst/>
                <a:cxnLst/>
                <a:rect l="l" t="t" r="r" b="b"/>
                <a:pathLst>
                  <a:path w="61" h="155" extrusionOk="0">
                    <a:moveTo>
                      <a:pt x="9" y="154"/>
                    </a:moveTo>
                    <a:cubicBezTo>
                      <a:pt x="7" y="153"/>
                      <a:pt x="4" y="152"/>
                      <a:pt x="2" y="149"/>
                    </a:cubicBezTo>
                    <a:cubicBezTo>
                      <a:pt x="1" y="147"/>
                      <a:pt x="0" y="144"/>
                      <a:pt x="1" y="140"/>
                    </a:cubicBezTo>
                    <a:cubicBezTo>
                      <a:pt x="1" y="139"/>
                      <a:pt x="2" y="138"/>
                      <a:pt x="2" y="137"/>
                    </a:cubicBezTo>
                    <a:cubicBezTo>
                      <a:pt x="2" y="137"/>
                      <a:pt x="2" y="136"/>
                      <a:pt x="2" y="135"/>
                    </a:cubicBezTo>
                    <a:cubicBezTo>
                      <a:pt x="7" y="116"/>
                      <a:pt x="11" y="96"/>
                      <a:pt x="16" y="77"/>
                    </a:cubicBezTo>
                    <a:cubicBezTo>
                      <a:pt x="18" y="67"/>
                      <a:pt x="20" y="59"/>
                      <a:pt x="22" y="50"/>
                    </a:cubicBezTo>
                    <a:cubicBezTo>
                      <a:pt x="23" y="42"/>
                      <a:pt x="26" y="35"/>
                      <a:pt x="27" y="28"/>
                    </a:cubicBezTo>
                    <a:cubicBezTo>
                      <a:pt x="30" y="22"/>
                      <a:pt x="32" y="17"/>
                      <a:pt x="35" y="11"/>
                    </a:cubicBezTo>
                    <a:cubicBezTo>
                      <a:pt x="37" y="8"/>
                      <a:pt x="39" y="5"/>
                      <a:pt x="43" y="3"/>
                    </a:cubicBezTo>
                    <a:lnTo>
                      <a:pt x="44" y="3"/>
                    </a:lnTo>
                    <a:cubicBezTo>
                      <a:pt x="50" y="0"/>
                      <a:pt x="57" y="4"/>
                      <a:pt x="59" y="11"/>
                    </a:cubicBezTo>
                    <a:cubicBezTo>
                      <a:pt x="60" y="15"/>
                      <a:pt x="58" y="20"/>
                      <a:pt x="54" y="22"/>
                    </a:cubicBezTo>
                    <a:cubicBezTo>
                      <a:pt x="53" y="24"/>
                      <a:pt x="53" y="24"/>
                      <a:pt x="52" y="25"/>
                    </a:cubicBezTo>
                    <a:cubicBezTo>
                      <a:pt x="51" y="28"/>
                      <a:pt x="50" y="29"/>
                      <a:pt x="50" y="32"/>
                    </a:cubicBezTo>
                    <a:cubicBezTo>
                      <a:pt x="46" y="41"/>
                      <a:pt x="43" y="51"/>
                      <a:pt x="41" y="61"/>
                    </a:cubicBezTo>
                    <a:cubicBezTo>
                      <a:pt x="34" y="89"/>
                      <a:pt x="28" y="117"/>
                      <a:pt x="22" y="145"/>
                    </a:cubicBezTo>
                    <a:cubicBezTo>
                      <a:pt x="21" y="151"/>
                      <a:pt x="16" y="154"/>
                      <a:pt x="11" y="154"/>
                    </a:cubicBezTo>
                    <a:cubicBezTo>
                      <a:pt x="11" y="154"/>
                      <a:pt x="10" y="154"/>
                      <a:pt x="9" y="1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6" name="Google Shape;3026;p32"/>
              <p:cNvSpPr/>
              <p:nvPr/>
            </p:nvSpPr>
            <p:spPr>
              <a:xfrm>
                <a:off x="446020" y="4217758"/>
                <a:ext cx="97200" cy="27360"/>
              </a:xfrm>
              <a:custGeom>
                <a:avLst/>
                <a:gdLst/>
                <a:ahLst/>
                <a:cxnLst/>
                <a:rect l="l" t="t" r="r" b="b"/>
                <a:pathLst>
                  <a:path w="270" h="76" extrusionOk="0">
                    <a:moveTo>
                      <a:pt x="11" y="74"/>
                    </a:moveTo>
                    <a:cubicBezTo>
                      <a:pt x="7" y="72"/>
                      <a:pt x="4" y="68"/>
                      <a:pt x="2" y="64"/>
                    </a:cubicBezTo>
                    <a:cubicBezTo>
                      <a:pt x="0" y="58"/>
                      <a:pt x="2" y="52"/>
                      <a:pt x="6" y="47"/>
                    </a:cubicBezTo>
                    <a:cubicBezTo>
                      <a:pt x="15" y="36"/>
                      <a:pt x="28" y="30"/>
                      <a:pt x="41" y="26"/>
                    </a:cubicBezTo>
                    <a:cubicBezTo>
                      <a:pt x="51" y="22"/>
                      <a:pt x="62" y="19"/>
                      <a:pt x="73" y="18"/>
                    </a:cubicBezTo>
                    <a:cubicBezTo>
                      <a:pt x="80" y="16"/>
                      <a:pt x="88" y="15"/>
                      <a:pt x="96" y="13"/>
                    </a:cubicBezTo>
                    <a:cubicBezTo>
                      <a:pt x="100" y="12"/>
                      <a:pt x="104" y="12"/>
                      <a:pt x="109" y="11"/>
                    </a:cubicBezTo>
                    <a:cubicBezTo>
                      <a:pt x="113" y="11"/>
                      <a:pt x="117" y="10"/>
                      <a:pt x="121" y="9"/>
                    </a:cubicBezTo>
                    <a:cubicBezTo>
                      <a:pt x="122" y="9"/>
                      <a:pt x="124" y="9"/>
                      <a:pt x="126" y="9"/>
                    </a:cubicBezTo>
                    <a:cubicBezTo>
                      <a:pt x="132" y="8"/>
                      <a:pt x="139" y="8"/>
                      <a:pt x="145" y="7"/>
                    </a:cubicBezTo>
                    <a:cubicBezTo>
                      <a:pt x="150" y="7"/>
                      <a:pt x="155" y="6"/>
                      <a:pt x="160" y="6"/>
                    </a:cubicBezTo>
                    <a:cubicBezTo>
                      <a:pt x="193" y="4"/>
                      <a:pt x="225" y="2"/>
                      <a:pt x="258" y="1"/>
                    </a:cubicBezTo>
                    <a:cubicBezTo>
                      <a:pt x="263" y="0"/>
                      <a:pt x="267" y="4"/>
                      <a:pt x="268" y="9"/>
                    </a:cubicBezTo>
                    <a:cubicBezTo>
                      <a:pt x="269" y="14"/>
                      <a:pt x="265" y="19"/>
                      <a:pt x="259" y="19"/>
                    </a:cubicBezTo>
                    <a:cubicBezTo>
                      <a:pt x="234" y="21"/>
                      <a:pt x="209" y="22"/>
                      <a:pt x="184" y="24"/>
                    </a:cubicBezTo>
                    <a:cubicBezTo>
                      <a:pt x="173" y="25"/>
                      <a:pt x="162" y="25"/>
                      <a:pt x="151" y="26"/>
                    </a:cubicBezTo>
                    <a:cubicBezTo>
                      <a:pt x="143" y="27"/>
                      <a:pt x="136" y="28"/>
                      <a:pt x="129" y="29"/>
                    </a:cubicBezTo>
                    <a:cubicBezTo>
                      <a:pt x="124" y="29"/>
                      <a:pt x="119" y="30"/>
                      <a:pt x="114" y="30"/>
                    </a:cubicBezTo>
                    <a:cubicBezTo>
                      <a:pt x="110" y="32"/>
                      <a:pt x="106" y="32"/>
                      <a:pt x="102" y="33"/>
                    </a:cubicBezTo>
                    <a:cubicBezTo>
                      <a:pt x="96" y="34"/>
                      <a:pt x="90" y="35"/>
                      <a:pt x="85" y="36"/>
                    </a:cubicBezTo>
                    <a:cubicBezTo>
                      <a:pt x="82" y="37"/>
                      <a:pt x="78" y="37"/>
                      <a:pt x="75" y="38"/>
                    </a:cubicBezTo>
                    <a:cubicBezTo>
                      <a:pt x="69" y="39"/>
                      <a:pt x="64" y="41"/>
                      <a:pt x="58" y="42"/>
                    </a:cubicBezTo>
                    <a:cubicBezTo>
                      <a:pt x="59" y="42"/>
                      <a:pt x="59" y="42"/>
                      <a:pt x="59" y="42"/>
                    </a:cubicBezTo>
                    <a:cubicBezTo>
                      <a:pt x="52" y="44"/>
                      <a:pt x="46" y="46"/>
                      <a:pt x="40" y="49"/>
                    </a:cubicBezTo>
                    <a:cubicBezTo>
                      <a:pt x="36" y="50"/>
                      <a:pt x="33" y="52"/>
                      <a:pt x="30" y="54"/>
                    </a:cubicBezTo>
                    <a:cubicBezTo>
                      <a:pt x="29" y="54"/>
                      <a:pt x="29" y="55"/>
                      <a:pt x="27" y="56"/>
                    </a:cubicBezTo>
                    <a:cubicBezTo>
                      <a:pt x="27" y="57"/>
                      <a:pt x="26" y="57"/>
                      <a:pt x="25" y="58"/>
                    </a:cubicBezTo>
                    <a:cubicBezTo>
                      <a:pt x="27" y="60"/>
                      <a:pt x="27" y="64"/>
                      <a:pt x="26" y="67"/>
                    </a:cubicBezTo>
                    <a:cubicBezTo>
                      <a:pt x="25" y="72"/>
                      <a:pt x="20" y="75"/>
                      <a:pt x="16" y="75"/>
                    </a:cubicBezTo>
                    <a:cubicBezTo>
                      <a:pt x="14" y="75"/>
                      <a:pt x="12" y="74"/>
                      <a:pt x="11" y="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7" name="Google Shape;3027;p32"/>
              <p:cNvSpPr/>
              <p:nvPr/>
            </p:nvSpPr>
            <p:spPr>
              <a:xfrm>
                <a:off x="504700" y="4214518"/>
                <a:ext cx="56160" cy="11988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333" extrusionOk="0">
                    <a:moveTo>
                      <a:pt x="9" y="331"/>
                    </a:moveTo>
                    <a:cubicBezTo>
                      <a:pt x="3" y="330"/>
                      <a:pt x="0" y="323"/>
                      <a:pt x="3" y="317"/>
                    </a:cubicBezTo>
                    <a:cubicBezTo>
                      <a:pt x="12" y="295"/>
                      <a:pt x="22" y="272"/>
                      <a:pt x="31" y="250"/>
                    </a:cubicBezTo>
                    <a:cubicBezTo>
                      <a:pt x="39" y="231"/>
                      <a:pt x="47" y="212"/>
                      <a:pt x="56" y="193"/>
                    </a:cubicBezTo>
                    <a:cubicBezTo>
                      <a:pt x="74" y="150"/>
                      <a:pt x="92" y="107"/>
                      <a:pt x="110" y="64"/>
                    </a:cubicBezTo>
                    <a:cubicBezTo>
                      <a:pt x="116" y="51"/>
                      <a:pt x="121" y="37"/>
                      <a:pt x="127" y="23"/>
                    </a:cubicBezTo>
                    <a:lnTo>
                      <a:pt x="127" y="24"/>
                    </a:lnTo>
                    <a:cubicBezTo>
                      <a:pt x="128" y="20"/>
                      <a:pt x="130" y="14"/>
                      <a:pt x="132" y="10"/>
                    </a:cubicBezTo>
                    <a:cubicBezTo>
                      <a:pt x="134" y="4"/>
                      <a:pt x="140" y="0"/>
                      <a:pt x="146" y="3"/>
                    </a:cubicBezTo>
                    <a:cubicBezTo>
                      <a:pt x="151" y="5"/>
                      <a:pt x="155" y="11"/>
                      <a:pt x="153" y="17"/>
                    </a:cubicBezTo>
                    <a:cubicBezTo>
                      <a:pt x="149" y="27"/>
                      <a:pt x="145" y="37"/>
                      <a:pt x="140" y="48"/>
                    </a:cubicBezTo>
                    <a:cubicBezTo>
                      <a:pt x="136" y="58"/>
                      <a:pt x="131" y="67"/>
                      <a:pt x="127" y="77"/>
                    </a:cubicBezTo>
                    <a:cubicBezTo>
                      <a:pt x="117" y="98"/>
                      <a:pt x="109" y="118"/>
                      <a:pt x="99" y="139"/>
                    </a:cubicBezTo>
                    <a:cubicBezTo>
                      <a:pt x="81" y="180"/>
                      <a:pt x="63" y="221"/>
                      <a:pt x="46" y="263"/>
                    </a:cubicBezTo>
                    <a:cubicBezTo>
                      <a:pt x="42" y="272"/>
                      <a:pt x="39" y="282"/>
                      <a:pt x="35" y="292"/>
                    </a:cubicBezTo>
                    <a:cubicBezTo>
                      <a:pt x="35" y="291"/>
                      <a:pt x="35" y="291"/>
                      <a:pt x="35" y="291"/>
                    </a:cubicBezTo>
                    <a:cubicBezTo>
                      <a:pt x="31" y="302"/>
                      <a:pt x="26" y="313"/>
                      <a:pt x="22" y="324"/>
                    </a:cubicBezTo>
                    <a:cubicBezTo>
                      <a:pt x="21" y="329"/>
                      <a:pt x="17" y="332"/>
                      <a:pt x="12" y="332"/>
                    </a:cubicBezTo>
                    <a:cubicBezTo>
                      <a:pt x="11" y="332"/>
                      <a:pt x="10" y="332"/>
                      <a:pt x="9" y="3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8" name="Google Shape;3028;p32"/>
              <p:cNvSpPr/>
              <p:nvPr/>
            </p:nvSpPr>
            <p:spPr>
              <a:xfrm>
                <a:off x="539620" y="4246918"/>
                <a:ext cx="3384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94" h="167" extrusionOk="0">
                    <a:moveTo>
                      <a:pt x="27" y="160"/>
                    </a:moveTo>
                    <a:cubicBezTo>
                      <a:pt x="24" y="155"/>
                      <a:pt x="26" y="148"/>
                      <a:pt x="31" y="145"/>
                    </a:cubicBezTo>
                    <a:cubicBezTo>
                      <a:pt x="32" y="145"/>
                      <a:pt x="33" y="144"/>
                      <a:pt x="34" y="143"/>
                    </a:cubicBezTo>
                    <a:cubicBezTo>
                      <a:pt x="39" y="140"/>
                      <a:pt x="44" y="136"/>
                      <a:pt x="49" y="132"/>
                    </a:cubicBezTo>
                    <a:cubicBezTo>
                      <a:pt x="52" y="131"/>
                      <a:pt x="53" y="129"/>
                      <a:pt x="56" y="127"/>
                    </a:cubicBezTo>
                    <a:cubicBezTo>
                      <a:pt x="58" y="125"/>
                      <a:pt x="60" y="123"/>
                      <a:pt x="62" y="120"/>
                    </a:cubicBezTo>
                    <a:cubicBezTo>
                      <a:pt x="63" y="118"/>
                      <a:pt x="64" y="116"/>
                      <a:pt x="65" y="114"/>
                    </a:cubicBezTo>
                    <a:cubicBezTo>
                      <a:pt x="66" y="113"/>
                      <a:pt x="67" y="111"/>
                      <a:pt x="67" y="110"/>
                    </a:cubicBezTo>
                    <a:cubicBezTo>
                      <a:pt x="67" y="109"/>
                      <a:pt x="68" y="109"/>
                      <a:pt x="68" y="108"/>
                    </a:cubicBezTo>
                    <a:cubicBezTo>
                      <a:pt x="68" y="107"/>
                      <a:pt x="69" y="106"/>
                      <a:pt x="69" y="104"/>
                    </a:cubicBezTo>
                    <a:lnTo>
                      <a:pt x="69" y="103"/>
                    </a:lnTo>
                    <a:lnTo>
                      <a:pt x="69" y="104"/>
                    </a:lnTo>
                    <a:lnTo>
                      <a:pt x="69" y="103"/>
                    </a:lnTo>
                    <a:lnTo>
                      <a:pt x="69" y="104"/>
                    </a:lnTo>
                    <a:cubicBezTo>
                      <a:pt x="69" y="103"/>
                      <a:pt x="69" y="102"/>
                      <a:pt x="69" y="101"/>
                    </a:cubicBezTo>
                    <a:cubicBezTo>
                      <a:pt x="69" y="100"/>
                      <a:pt x="68" y="100"/>
                      <a:pt x="68" y="99"/>
                    </a:cubicBezTo>
                    <a:lnTo>
                      <a:pt x="67" y="98"/>
                    </a:lnTo>
                    <a:cubicBezTo>
                      <a:pt x="67" y="97"/>
                      <a:pt x="67" y="97"/>
                      <a:pt x="67" y="97"/>
                    </a:cubicBezTo>
                    <a:cubicBezTo>
                      <a:pt x="66" y="96"/>
                      <a:pt x="66" y="96"/>
                      <a:pt x="66" y="95"/>
                    </a:cubicBezTo>
                    <a:cubicBezTo>
                      <a:pt x="65" y="95"/>
                      <a:pt x="65" y="94"/>
                      <a:pt x="64" y="93"/>
                    </a:cubicBezTo>
                    <a:cubicBezTo>
                      <a:pt x="65" y="93"/>
                      <a:pt x="65" y="93"/>
                      <a:pt x="65" y="94"/>
                    </a:cubicBezTo>
                    <a:cubicBezTo>
                      <a:pt x="65" y="93"/>
                      <a:pt x="65" y="93"/>
                      <a:pt x="64" y="93"/>
                    </a:cubicBezTo>
                    <a:lnTo>
                      <a:pt x="63" y="93"/>
                    </a:lnTo>
                    <a:cubicBezTo>
                      <a:pt x="64" y="93"/>
                      <a:pt x="64" y="93"/>
                      <a:pt x="64" y="93"/>
                    </a:cubicBezTo>
                    <a:cubicBezTo>
                      <a:pt x="64" y="93"/>
                      <a:pt x="63" y="93"/>
                      <a:pt x="63" y="92"/>
                    </a:cubicBezTo>
                    <a:cubicBezTo>
                      <a:pt x="62" y="92"/>
                      <a:pt x="61" y="91"/>
                      <a:pt x="60" y="90"/>
                    </a:cubicBezTo>
                    <a:cubicBezTo>
                      <a:pt x="59" y="90"/>
                      <a:pt x="58" y="89"/>
                      <a:pt x="57" y="89"/>
                    </a:cubicBezTo>
                    <a:cubicBezTo>
                      <a:pt x="56" y="89"/>
                      <a:pt x="54" y="88"/>
                      <a:pt x="53" y="88"/>
                    </a:cubicBezTo>
                    <a:cubicBezTo>
                      <a:pt x="51" y="88"/>
                      <a:pt x="49" y="87"/>
                      <a:pt x="48" y="87"/>
                    </a:cubicBezTo>
                    <a:cubicBezTo>
                      <a:pt x="45" y="87"/>
                      <a:pt x="41" y="87"/>
                      <a:pt x="37" y="86"/>
                    </a:cubicBezTo>
                    <a:cubicBezTo>
                      <a:pt x="32" y="84"/>
                      <a:pt x="28" y="79"/>
                      <a:pt x="28" y="74"/>
                    </a:cubicBezTo>
                    <a:cubicBezTo>
                      <a:pt x="28" y="69"/>
                      <a:pt x="31" y="65"/>
                      <a:pt x="34" y="62"/>
                    </a:cubicBezTo>
                    <a:cubicBezTo>
                      <a:pt x="35" y="60"/>
                      <a:pt x="37" y="58"/>
                      <a:pt x="38" y="56"/>
                    </a:cubicBezTo>
                    <a:cubicBezTo>
                      <a:pt x="40" y="52"/>
                      <a:pt x="42" y="48"/>
                      <a:pt x="44" y="44"/>
                    </a:cubicBezTo>
                    <a:cubicBezTo>
                      <a:pt x="44" y="43"/>
                      <a:pt x="45" y="42"/>
                      <a:pt x="45" y="40"/>
                    </a:cubicBezTo>
                    <a:cubicBezTo>
                      <a:pt x="45" y="39"/>
                      <a:pt x="45" y="37"/>
                      <a:pt x="45" y="36"/>
                    </a:cubicBezTo>
                    <a:cubicBezTo>
                      <a:pt x="46" y="35"/>
                      <a:pt x="46" y="33"/>
                      <a:pt x="46" y="32"/>
                    </a:cubicBezTo>
                    <a:cubicBezTo>
                      <a:pt x="46" y="31"/>
                      <a:pt x="46" y="30"/>
                      <a:pt x="45" y="30"/>
                    </a:cubicBezTo>
                    <a:cubicBezTo>
                      <a:pt x="45" y="29"/>
                      <a:pt x="45" y="29"/>
                      <a:pt x="45" y="29"/>
                    </a:cubicBezTo>
                    <a:cubicBezTo>
                      <a:pt x="45" y="28"/>
                      <a:pt x="45" y="28"/>
                      <a:pt x="45" y="28"/>
                    </a:cubicBezTo>
                    <a:cubicBezTo>
                      <a:pt x="45" y="29"/>
                      <a:pt x="45" y="29"/>
                      <a:pt x="45" y="29"/>
                    </a:cubicBezTo>
                    <a:lnTo>
                      <a:pt x="45" y="28"/>
                    </a:lnTo>
                    <a:cubicBezTo>
                      <a:pt x="45" y="28"/>
                      <a:pt x="45" y="27"/>
                      <a:pt x="44" y="27"/>
                    </a:cubicBezTo>
                    <a:cubicBezTo>
                      <a:pt x="44" y="26"/>
                      <a:pt x="44" y="25"/>
                      <a:pt x="42" y="25"/>
                    </a:cubicBezTo>
                    <a:cubicBezTo>
                      <a:pt x="43" y="25"/>
                      <a:pt x="44" y="25"/>
                      <a:pt x="44" y="26"/>
                    </a:cubicBezTo>
                    <a:cubicBezTo>
                      <a:pt x="43" y="25"/>
                      <a:pt x="42" y="25"/>
                      <a:pt x="42" y="24"/>
                    </a:cubicBezTo>
                    <a:cubicBezTo>
                      <a:pt x="42" y="23"/>
                      <a:pt x="42" y="23"/>
                      <a:pt x="41" y="23"/>
                    </a:cubicBezTo>
                    <a:lnTo>
                      <a:pt x="40" y="23"/>
                    </a:lnTo>
                    <a:lnTo>
                      <a:pt x="39" y="23"/>
                    </a:lnTo>
                    <a:lnTo>
                      <a:pt x="38" y="23"/>
                    </a:lnTo>
                    <a:cubicBezTo>
                      <a:pt x="37" y="23"/>
                      <a:pt x="36" y="24"/>
                      <a:pt x="35" y="25"/>
                    </a:cubicBezTo>
                    <a:cubicBezTo>
                      <a:pt x="34" y="25"/>
                      <a:pt x="33" y="26"/>
                      <a:pt x="32" y="26"/>
                    </a:cubicBezTo>
                    <a:cubicBezTo>
                      <a:pt x="31" y="26"/>
                      <a:pt x="31" y="27"/>
                      <a:pt x="30" y="28"/>
                    </a:cubicBezTo>
                    <a:cubicBezTo>
                      <a:pt x="29" y="28"/>
                      <a:pt x="28" y="29"/>
                      <a:pt x="27" y="30"/>
                    </a:cubicBezTo>
                    <a:cubicBezTo>
                      <a:pt x="27" y="30"/>
                      <a:pt x="27" y="31"/>
                      <a:pt x="26" y="31"/>
                    </a:cubicBezTo>
                    <a:cubicBezTo>
                      <a:pt x="26" y="32"/>
                      <a:pt x="25" y="32"/>
                      <a:pt x="25" y="32"/>
                    </a:cubicBezTo>
                    <a:cubicBezTo>
                      <a:pt x="25" y="33"/>
                      <a:pt x="25" y="33"/>
                      <a:pt x="25" y="33"/>
                    </a:cubicBezTo>
                    <a:cubicBezTo>
                      <a:pt x="25" y="34"/>
                      <a:pt x="25" y="35"/>
                      <a:pt x="24" y="35"/>
                    </a:cubicBezTo>
                    <a:cubicBezTo>
                      <a:pt x="25" y="35"/>
                      <a:pt x="25" y="34"/>
                      <a:pt x="25" y="34"/>
                    </a:cubicBezTo>
                    <a:cubicBezTo>
                      <a:pt x="25" y="35"/>
                      <a:pt x="24" y="35"/>
                      <a:pt x="24" y="36"/>
                    </a:cubicBezTo>
                    <a:cubicBezTo>
                      <a:pt x="23" y="42"/>
                      <a:pt x="16" y="45"/>
                      <a:pt x="10" y="43"/>
                    </a:cubicBezTo>
                    <a:cubicBezTo>
                      <a:pt x="5" y="41"/>
                      <a:pt x="0" y="35"/>
                      <a:pt x="3" y="29"/>
                    </a:cubicBezTo>
                    <a:lnTo>
                      <a:pt x="3" y="28"/>
                    </a:lnTo>
                    <a:cubicBezTo>
                      <a:pt x="4" y="26"/>
                      <a:pt x="5" y="25"/>
                      <a:pt x="6" y="23"/>
                    </a:cubicBezTo>
                    <a:cubicBezTo>
                      <a:pt x="7" y="19"/>
                      <a:pt x="9" y="16"/>
                      <a:pt x="12" y="14"/>
                    </a:cubicBezTo>
                    <a:cubicBezTo>
                      <a:pt x="17" y="9"/>
                      <a:pt x="23" y="5"/>
                      <a:pt x="30" y="2"/>
                    </a:cubicBezTo>
                    <a:cubicBezTo>
                      <a:pt x="37" y="0"/>
                      <a:pt x="44" y="0"/>
                      <a:pt x="51" y="4"/>
                    </a:cubicBezTo>
                    <a:cubicBezTo>
                      <a:pt x="58" y="7"/>
                      <a:pt x="63" y="13"/>
                      <a:pt x="65" y="20"/>
                    </a:cubicBezTo>
                    <a:cubicBezTo>
                      <a:pt x="68" y="28"/>
                      <a:pt x="67" y="35"/>
                      <a:pt x="66" y="43"/>
                    </a:cubicBezTo>
                    <a:cubicBezTo>
                      <a:pt x="65" y="49"/>
                      <a:pt x="62" y="55"/>
                      <a:pt x="60" y="61"/>
                    </a:cubicBezTo>
                    <a:cubicBezTo>
                      <a:pt x="59" y="63"/>
                      <a:pt x="58" y="65"/>
                      <a:pt x="57" y="67"/>
                    </a:cubicBezTo>
                    <a:cubicBezTo>
                      <a:pt x="58" y="67"/>
                      <a:pt x="58" y="67"/>
                      <a:pt x="59" y="67"/>
                    </a:cubicBezTo>
                    <a:cubicBezTo>
                      <a:pt x="66" y="69"/>
                      <a:pt x="73" y="72"/>
                      <a:pt x="79" y="78"/>
                    </a:cubicBezTo>
                    <a:cubicBezTo>
                      <a:pt x="90" y="88"/>
                      <a:pt x="93" y="104"/>
                      <a:pt x="87" y="119"/>
                    </a:cubicBezTo>
                    <a:cubicBezTo>
                      <a:pt x="84" y="126"/>
                      <a:pt x="79" y="133"/>
                      <a:pt x="74" y="139"/>
                    </a:cubicBezTo>
                    <a:cubicBezTo>
                      <a:pt x="70" y="143"/>
                      <a:pt x="65" y="148"/>
                      <a:pt x="60" y="152"/>
                    </a:cubicBezTo>
                    <a:cubicBezTo>
                      <a:pt x="54" y="157"/>
                      <a:pt x="48" y="161"/>
                      <a:pt x="41" y="165"/>
                    </a:cubicBezTo>
                    <a:cubicBezTo>
                      <a:pt x="40" y="166"/>
                      <a:pt x="38" y="166"/>
                      <a:pt x="37" y="166"/>
                    </a:cubicBezTo>
                    <a:cubicBezTo>
                      <a:pt x="32" y="166"/>
                      <a:pt x="28" y="164"/>
                      <a:pt x="27" y="1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9" name="Google Shape;3029;p32"/>
              <p:cNvSpPr/>
              <p:nvPr/>
            </p:nvSpPr>
            <p:spPr>
              <a:xfrm>
                <a:off x="583540" y="4196877"/>
                <a:ext cx="27360" cy="149040"/>
              </a:xfrm>
              <a:custGeom>
                <a:avLst/>
                <a:gdLst/>
                <a:ahLst/>
                <a:cxnLst/>
                <a:rect l="l" t="t" r="r" b="b"/>
                <a:pathLst>
                  <a:path w="76" h="414" extrusionOk="0">
                    <a:moveTo>
                      <a:pt x="5" y="410"/>
                    </a:moveTo>
                    <a:cubicBezTo>
                      <a:pt x="1" y="407"/>
                      <a:pt x="0" y="400"/>
                      <a:pt x="4" y="395"/>
                    </a:cubicBezTo>
                    <a:cubicBezTo>
                      <a:pt x="5" y="394"/>
                      <a:pt x="6" y="392"/>
                      <a:pt x="7" y="391"/>
                    </a:cubicBezTo>
                    <a:cubicBezTo>
                      <a:pt x="8" y="390"/>
                      <a:pt x="8" y="389"/>
                      <a:pt x="9" y="388"/>
                    </a:cubicBezTo>
                    <a:lnTo>
                      <a:pt x="10" y="388"/>
                    </a:lnTo>
                    <a:lnTo>
                      <a:pt x="10" y="387"/>
                    </a:lnTo>
                    <a:lnTo>
                      <a:pt x="11" y="387"/>
                    </a:lnTo>
                    <a:cubicBezTo>
                      <a:pt x="10" y="387"/>
                      <a:pt x="10" y="387"/>
                      <a:pt x="10" y="387"/>
                    </a:cubicBezTo>
                    <a:cubicBezTo>
                      <a:pt x="11" y="387"/>
                      <a:pt x="11" y="387"/>
                      <a:pt x="11" y="387"/>
                    </a:cubicBezTo>
                    <a:cubicBezTo>
                      <a:pt x="11" y="386"/>
                      <a:pt x="11" y="386"/>
                      <a:pt x="11" y="386"/>
                    </a:cubicBezTo>
                    <a:cubicBezTo>
                      <a:pt x="17" y="378"/>
                      <a:pt x="21" y="370"/>
                      <a:pt x="25" y="362"/>
                    </a:cubicBezTo>
                    <a:cubicBezTo>
                      <a:pt x="29" y="356"/>
                      <a:pt x="32" y="350"/>
                      <a:pt x="35" y="344"/>
                    </a:cubicBezTo>
                    <a:cubicBezTo>
                      <a:pt x="37" y="337"/>
                      <a:pt x="39" y="330"/>
                      <a:pt x="41" y="323"/>
                    </a:cubicBezTo>
                    <a:cubicBezTo>
                      <a:pt x="42" y="316"/>
                      <a:pt x="44" y="310"/>
                      <a:pt x="45" y="303"/>
                    </a:cubicBezTo>
                    <a:cubicBezTo>
                      <a:pt x="47" y="298"/>
                      <a:pt x="47" y="292"/>
                      <a:pt x="49" y="287"/>
                    </a:cubicBezTo>
                    <a:cubicBezTo>
                      <a:pt x="49" y="282"/>
                      <a:pt x="50" y="277"/>
                      <a:pt x="50" y="272"/>
                    </a:cubicBezTo>
                    <a:cubicBezTo>
                      <a:pt x="51" y="266"/>
                      <a:pt x="52" y="259"/>
                      <a:pt x="53" y="253"/>
                    </a:cubicBezTo>
                    <a:cubicBezTo>
                      <a:pt x="53" y="248"/>
                      <a:pt x="53" y="243"/>
                      <a:pt x="54" y="239"/>
                    </a:cubicBezTo>
                    <a:cubicBezTo>
                      <a:pt x="54" y="234"/>
                      <a:pt x="54" y="229"/>
                      <a:pt x="54" y="225"/>
                    </a:cubicBezTo>
                    <a:cubicBezTo>
                      <a:pt x="55" y="214"/>
                      <a:pt x="55" y="204"/>
                      <a:pt x="55" y="194"/>
                    </a:cubicBezTo>
                    <a:cubicBezTo>
                      <a:pt x="55" y="188"/>
                      <a:pt x="54" y="182"/>
                      <a:pt x="54" y="177"/>
                    </a:cubicBezTo>
                    <a:cubicBezTo>
                      <a:pt x="54" y="172"/>
                      <a:pt x="54" y="168"/>
                      <a:pt x="54" y="163"/>
                    </a:cubicBezTo>
                    <a:cubicBezTo>
                      <a:pt x="53" y="151"/>
                      <a:pt x="52" y="140"/>
                      <a:pt x="51" y="129"/>
                    </a:cubicBezTo>
                    <a:cubicBezTo>
                      <a:pt x="48" y="105"/>
                      <a:pt x="45" y="81"/>
                      <a:pt x="43" y="57"/>
                    </a:cubicBezTo>
                    <a:cubicBezTo>
                      <a:pt x="42" y="52"/>
                      <a:pt x="42" y="47"/>
                      <a:pt x="41" y="41"/>
                    </a:cubicBezTo>
                    <a:cubicBezTo>
                      <a:pt x="41" y="34"/>
                      <a:pt x="40" y="27"/>
                      <a:pt x="41" y="20"/>
                    </a:cubicBezTo>
                    <a:cubicBezTo>
                      <a:pt x="42" y="16"/>
                      <a:pt x="43" y="10"/>
                      <a:pt x="46" y="6"/>
                    </a:cubicBezTo>
                    <a:cubicBezTo>
                      <a:pt x="49" y="2"/>
                      <a:pt x="53" y="0"/>
                      <a:pt x="58" y="0"/>
                    </a:cubicBezTo>
                    <a:cubicBezTo>
                      <a:pt x="64" y="0"/>
                      <a:pt x="70" y="4"/>
                      <a:pt x="71" y="10"/>
                    </a:cubicBezTo>
                    <a:cubicBezTo>
                      <a:pt x="71" y="16"/>
                      <a:pt x="68" y="20"/>
                      <a:pt x="63" y="22"/>
                    </a:cubicBezTo>
                    <a:cubicBezTo>
                      <a:pt x="63" y="23"/>
                      <a:pt x="63" y="24"/>
                      <a:pt x="63" y="24"/>
                    </a:cubicBezTo>
                    <a:cubicBezTo>
                      <a:pt x="63" y="29"/>
                      <a:pt x="63" y="34"/>
                      <a:pt x="63" y="38"/>
                    </a:cubicBezTo>
                    <a:cubicBezTo>
                      <a:pt x="63" y="52"/>
                      <a:pt x="64" y="66"/>
                      <a:pt x="66" y="80"/>
                    </a:cubicBezTo>
                    <a:cubicBezTo>
                      <a:pt x="67" y="92"/>
                      <a:pt x="68" y="104"/>
                      <a:pt x="70" y="116"/>
                    </a:cubicBezTo>
                    <a:cubicBezTo>
                      <a:pt x="71" y="128"/>
                      <a:pt x="72" y="140"/>
                      <a:pt x="73" y="153"/>
                    </a:cubicBezTo>
                    <a:cubicBezTo>
                      <a:pt x="74" y="165"/>
                      <a:pt x="74" y="176"/>
                      <a:pt x="74" y="189"/>
                    </a:cubicBezTo>
                    <a:cubicBezTo>
                      <a:pt x="75" y="200"/>
                      <a:pt x="74" y="213"/>
                      <a:pt x="74" y="224"/>
                    </a:cubicBezTo>
                    <a:cubicBezTo>
                      <a:pt x="74" y="229"/>
                      <a:pt x="74" y="234"/>
                      <a:pt x="73" y="239"/>
                    </a:cubicBezTo>
                    <a:cubicBezTo>
                      <a:pt x="73" y="244"/>
                      <a:pt x="72" y="250"/>
                      <a:pt x="72" y="256"/>
                    </a:cubicBezTo>
                    <a:cubicBezTo>
                      <a:pt x="71" y="267"/>
                      <a:pt x="70" y="278"/>
                      <a:pt x="68" y="289"/>
                    </a:cubicBezTo>
                    <a:cubicBezTo>
                      <a:pt x="67" y="295"/>
                      <a:pt x="66" y="301"/>
                      <a:pt x="65" y="306"/>
                    </a:cubicBezTo>
                    <a:cubicBezTo>
                      <a:pt x="63" y="313"/>
                      <a:pt x="62" y="320"/>
                      <a:pt x="60" y="326"/>
                    </a:cubicBezTo>
                    <a:cubicBezTo>
                      <a:pt x="59" y="331"/>
                      <a:pt x="58" y="336"/>
                      <a:pt x="56" y="341"/>
                    </a:cubicBezTo>
                    <a:cubicBezTo>
                      <a:pt x="54" y="348"/>
                      <a:pt x="51" y="354"/>
                      <a:pt x="49" y="361"/>
                    </a:cubicBezTo>
                    <a:cubicBezTo>
                      <a:pt x="46" y="368"/>
                      <a:pt x="42" y="374"/>
                      <a:pt x="38" y="381"/>
                    </a:cubicBezTo>
                    <a:cubicBezTo>
                      <a:pt x="33" y="391"/>
                      <a:pt x="27" y="400"/>
                      <a:pt x="21" y="409"/>
                    </a:cubicBezTo>
                    <a:cubicBezTo>
                      <a:pt x="18" y="412"/>
                      <a:pt x="15" y="413"/>
                      <a:pt x="12" y="413"/>
                    </a:cubicBezTo>
                    <a:cubicBezTo>
                      <a:pt x="10" y="413"/>
                      <a:pt x="7" y="412"/>
                      <a:pt x="5" y="4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0" name="Google Shape;3030;p32"/>
              <p:cNvSpPr/>
              <p:nvPr/>
            </p:nvSpPr>
            <p:spPr>
              <a:xfrm>
                <a:off x="637540" y="4265278"/>
                <a:ext cx="31680" cy="11520"/>
              </a:xfrm>
              <a:custGeom>
                <a:avLst/>
                <a:gdLst/>
                <a:ahLst/>
                <a:cxnLst/>
                <a:rect l="l" t="t" r="r" b="b"/>
                <a:pathLst>
                  <a:path w="88" h="32" extrusionOk="0">
                    <a:moveTo>
                      <a:pt x="20" y="30"/>
                    </a:moveTo>
                    <a:cubicBezTo>
                      <a:pt x="13" y="29"/>
                      <a:pt x="5" y="27"/>
                      <a:pt x="2" y="20"/>
                    </a:cubicBezTo>
                    <a:cubicBezTo>
                      <a:pt x="0" y="14"/>
                      <a:pt x="3" y="7"/>
                      <a:pt x="9" y="5"/>
                    </a:cubicBezTo>
                    <a:cubicBezTo>
                      <a:pt x="10" y="5"/>
                      <a:pt x="12" y="4"/>
                      <a:pt x="14" y="4"/>
                    </a:cubicBezTo>
                    <a:cubicBezTo>
                      <a:pt x="17" y="5"/>
                      <a:pt x="20" y="6"/>
                      <a:pt x="22" y="8"/>
                    </a:cubicBezTo>
                    <a:cubicBezTo>
                      <a:pt x="25" y="9"/>
                      <a:pt x="28" y="9"/>
                      <a:pt x="31" y="9"/>
                    </a:cubicBezTo>
                    <a:cubicBezTo>
                      <a:pt x="32" y="9"/>
                      <a:pt x="32" y="9"/>
                      <a:pt x="32" y="9"/>
                    </a:cubicBezTo>
                    <a:cubicBezTo>
                      <a:pt x="34" y="9"/>
                      <a:pt x="36" y="10"/>
                      <a:pt x="38" y="10"/>
                    </a:cubicBezTo>
                    <a:cubicBezTo>
                      <a:pt x="40" y="9"/>
                      <a:pt x="43" y="9"/>
                      <a:pt x="45" y="9"/>
                    </a:cubicBezTo>
                    <a:cubicBezTo>
                      <a:pt x="50" y="8"/>
                      <a:pt x="55" y="7"/>
                      <a:pt x="59" y="6"/>
                    </a:cubicBezTo>
                    <a:cubicBezTo>
                      <a:pt x="63" y="5"/>
                      <a:pt x="68" y="3"/>
                      <a:pt x="72" y="2"/>
                    </a:cubicBezTo>
                    <a:cubicBezTo>
                      <a:pt x="77" y="0"/>
                      <a:pt x="83" y="2"/>
                      <a:pt x="85" y="8"/>
                    </a:cubicBezTo>
                    <a:cubicBezTo>
                      <a:pt x="87" y="13"/>
                      <a:pt x="84" y="20"/>
                      <a:pt x="79" y="21"/>
                    </a:cubicBezTo>
                    <a:cubicBezTo>
                      <a:pt x="69" y="25"/>
                      <a:pt x="58" y="29"/>
                      <a:pt x="48" y="30"/>
                    </a:cubicBezTo>
                    <a:cubicBezTo>
                      <a:pt x="44" y="31"/>
                      <a:pt x="40" y="31"/>
                      <a:pt x="36" y="31"/>
                    </a:cubicBezTo>
                    <a:cubicBezTo>
                      <a:pt x="30" y="31"/>
                      <a:pt x="25" y="31"/>
                      <a:pt x="20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1" name="Google Shape;3031;p32"/>
              <p:cNvSpPr/>
              <p:nvPr/>
            </p:nvSpPr>
            <p:spPr>
              <a:xfrm>
                <a:off x="650500" y="4239718"/>
                <a:ext cx="14040" cy="52920"/>
              </a:xfrm>
              <a:custGeom>
                <a:avLst/>
                <a:gdLst/>
                <a:ahLst/>
                <a:cxnLst/>
                <a:rect l="l" t="t" r="r" b="b"/>
                <a:pathLst>
                  <a:path w="39" h="147" extrusionOk="0">
                    <a:moveTo>
                      <a:pt x="9" y="146"/>
                    </a:moveTo>
                    <a:cubicBezTo>
                      <a:pt x="4" y="145"/>
                      <a:pt x="0" y="141"/>
                      <a:pt x="0" y="135"/>
                    </a:cubicBezTo>
                    <a:cubicBezTo>
                      <a:pt x="0" y="124"/>
                      <a:pt x="0" y="113"/>
                      <a:pt x="0" y="102"/>
                    </a:cubicBezTo>
                    <a:cubicBezTo>
                      <a:pt x="0" y="91"/>
                      <a:pt x="1" y="81"/>
                      <a:pt x="2" y="70"/>
                    </a:cubicBezTo>
                    <a:cubicBezTo>
                      <a:pt x="4" y="50"/>
                      <a:pt x="7" y="29"/>
                      <a:pt x="14" y="9"/>
                    </a:cubicBezTo>
                    <a:cubicBezTo>
                      <a:pt x="16" y="3"/>
                      <a:pt x="22" y="0"/>
                      <a:pt x="29" y="2"/>
                    </a:cubicBezTo>
                    <a:cubicBezTo>
                      <a:pt x="35" y="4"/>
                      <a:pt x="38" y="11"/>
                      <a:pt x="35" y="17"/>
                    </a:cubicBezTo>
                    <a:cubicBezTo>
                      <a:pt x="35" y="18"/>
                      <a:pt x="34" y="19"/>
                      <a:pt x="34" y="20"/>
                    </a:cubicBezTo>
                    <a:cubicBezTo>
                      <a:pt x="33" y="24"/>
                      <a:pt x="31" y="28"/>
                      <a:pt x="30" y="33"/>
                    </a:cubicBezTo>
                    <a:cubicBezTo>
                      <a:pt x="29" y="36"/>
                      <a:pt x="28" y="39"/>
                      <a:pt x="27" y="43"/>
                    </a:cubicBezTo>
                    <a:cubicBezTo>
                      <a:pt x="27" y="46"/>
                      <a:pt x="26" y="50"/>
                      <a:pt x="26" y="54"/>
                    </a:cubicBezTo>
                    <a:cubicBezTo>
                      <a:pt x="25" y="60"/>
                      <a:pt x="23" y="67"/>
                      <a:pt x="23" y="74"/>
                    </a:cubicBezTo>
                    <a:cubicBezTo>
                      <a:pt x="22" y="83"/>
                      <a:pt x="21" y="93"/>
                      <a:pt x="21" y="102"/>
                    </a:cubicBezTo>
                    <a:cubicBezTo>
                      <a:pt x="20" y="113"/>
                      <a:pt x="20" y="124"/>
                      <a:pt x="20" y="136"/>
                    </a:cubicBezTo>
                    <a:cubicBezTo>
                      <a:pt x="20" y="141"/>
                      <a:pt x="15" y="146"/>
                      <a:pt x="10" y="146"/>
                    </a:cubicBezTo>
                    <a:lnTo>
                      <a:pt x="9" y="14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2" name="Google Shape;3032;p32"/>
              <p:cNvSpPr/>
              <p:nvPr/>
            </p:nvSpPr>
            <p:spPr>
              <a:xfrm>
                <a:off x="687940" y="4213797"/>
                <a:ext cx="35640" cy="91440"/>
              </a:xfrm>
              <a:custGeom>
                <a:avLst/>
                <a:gdLst/>
                <a:ahLst/>
                <a:cxnLst/>
                <a:rect l="l" t="t" r="r" b="b"/>
                <a:pathLst>
                  <a:path w="99" h="254" extrusionOk="0">
                    <a:moveTo>
                      <a:pt x="24" y="253"/>
                    </a:moveTo>
                    <a:cubicBezTo>
                      <a:pt x="21" y="253"/>
                      <a:pt x="18" y="252"/>
                      <a:pt x="16" y="250"/>
                    </a:cubicBezTo>
                    <a:cubicBezTo>
                      <a:pt x="13" y="247"/>
                      <a:pt x="13" y="244"/>
                      <a:pt x="13" y="241"/>
                    </a:cubicBezTo>
                    <a:cubicBezTo>
                      <a:pt x="15" y="223"/>
                      <a:pt x="17" y="206"/>
                      <a:pt x="20" y="188"/>
                    </a:cubicBezTo>
                    <a:cubicBezTo>
                      <a:pt x="22" y="180"/>
                      <a:pt x="24" y="171"/>
                      <a:pt x="25" y="162"/>
                    </a:cubicBezTo>
                    <a:cubicBezTo>
                      <a:pt x="27" y="155"/>
                      <a:pt x="28" y="147"/>
                      <a:pt x="30" y="139"/>
                    </a:cubicBezTo>
                    <a:cubicBezTo>
                      <a:pt x="30" y="140"/>
                      <a:pt x="30" y="140"/>
                      <a:pt x="30" y="141"/>
                    </a:cubicBezTo>
                    <a:cubicBezTo>
                      <a:pt x="30" y="139"/>
                      <a:pt x="30" y="139"/>
                      <a:pt x="30" y="138"/>
                    </a:cubicBezTo>
                    <a:cubicBezTo>
                      <a:pt x="31" y="138"/>
                      <a:pt x="31" y="137"/>
                      <a:pt x="31" y="136"/>
                    </a:cubicBezTo>
                    <a:lnTo>
                      <a:pt x="31" y="135"/>
                    </a:lnTo>
                    <a:lnTo>
                      <a:pt x="31" y="136"/>
                    </a:lnTo>
                    <a:cubicBezTo>
                      <a:pt x="31" y="134"/>
                      <a:pt x="32" y="131"/>
                      <a:pt x="32" y="129"/>
                    </a:cubicBezTo>
                    <a:lnTo>
                      <a:pt x="32" y="130"/>
                    </a:lnTo>
                    <a:cubicBezTo>
                      <a:pt x="32" y="129"/>
                      <a:pt x="32" y="129"/>
                      <a:pt x="32" y="129"/>
                    </a:cubicBezTo>
                    <a:cubicBezTo>
                      <a:pt x="32" y="130"/>
                      <a:pt x="31" y="132"/>
                      <a:pt x="30" y="133"/>
                    </a:cubicBezTo>
                    <a:cubicBezTo>
                      <a:pt x="29" y="135"/>
                      <a:pt x="28" y="136"/>
                      <a:pt x="27" y="138"/>
                    </a:cubicBezTo>
                    <a:cubicBezTo>
                      <a:pt x="27" y="139"/>
                      <a:pt x="26" y="139"/>
                      <a:pt x="26" y="139"/>
                    </a:cubicBezTo>
                    <a:lnTo>
                      <a:pt x="27" y="139"/>
                    </a:lnTo>
                    <a:cubicBezTo>
                      <a:pt x="25" y="140"/>
                      <a:pt x="25" y="141"/>
                      <a:pt x="24" y="143"/>
                    </a:cubicBezTo>
                    <a:cubicBezTo>
                      <a:pt x="24" y="142"/>
                      <a:pt x="25" y="142"/>
                      <a:pt x="25" y="141"/>
                    </a:cubicBezTo>
                    <a:cubicBezTo>
                      <a:pt x="24" y="142"/>
                      <a:pt x="24" y="143"/>
                      <a:pt x="23" y="145"/>
                    </a:cubicBezTo>
                    <a:cubicBezTo>
                      <a:pt x="21" y="150"/>
                      <a:pt x="14" y="152"/>
                      <a:pt x="9" y="150"/>
                    </a:cubicBezTo>
                    <a:cubicBezTo>
                      <a:pt x="3" y="148"/>
                      <a:pt x="0" y="141"/>
                      <a:pt x="3" y="135"/>
                    </a:cubicBezTo>
                    <a:cubicBezTo>
                      <a:pt x="7" y="127"/>
                      <a:pt x="12" y="120"/>
                      <a:pt x="17" y="114"/>
                    </a:cubicBezTo>
                    <a:cubicBezTo>
                      <a:pt x="18" y="111"/>
                      <a:pt x="21" y="108"/>
                      <a:pt x="23" y="106"/>
                    </a:cubicBezTo>
                    <a:lnTo>
                      <a:pt x="22" y="107"/>
                    </a:lnTo>
                    <a:cubicBezTo>
                      <a:pt x="32" y="93"/>
                      <a:pt x="42" y="79"/>
                      <a:pt x="51" y="64"/>
                    </a:cubicBezTo>
                    <a:cubicBezTo>
                      <a:pt x="54" y="56"/>
                      <a:pt x="56" y="48"/>
                      <a:pt x="59" y="41"/>
                    </a:cubicBezTo>
                    <a:cubicBezTo>
                      <a:pt x="61" y="37"/>
                      <a:pt x="63" y="32"/>
                      <a:pt x="64" y="28"/>
                    </a:cubicBezTo>
                    <a:cubicBezTo>
                      <a:pt x="66" y="25"/>
                      <a:pt x="67" y="22"/>
                      <a:pt x="68" y="19"/>
                    </a:cubicBezTo>
                    <a:cubicBezTo>
                      <a:pt x="69" y="16"/>
                      <a:pt x="71" y="14"/>
                      <a:pt x="72" y="11"/>
                    </a:cubicBezTo>
                    <a:cubicBezTo>
                      <a:pt x="73" y="9"/>
                      <a:pt x="75" y="7"/>
                      <a:pt x="77" y="5"/>
                    </a:cubicBezTo>
                    <a:cubicBezTo>
                      <a:pt x="80" y="1"/>
                      <a:pt x="86" y="0"/>
                      <a:pt x="90" y="2"/>
                    </a:cubicBezTo>
                    <a:cubicBezTo>
                      <a:pt x="92" y="4"/>
                      <a:pt x="95" y="5"/>
                      <a:pt x="96" y="7"/>
                    </a:cubicBezTo>
                    <a:cubicBezTo>
                      <a:pt x="98" y="9"/>
                      <a:pt x="98" y="12"/>
                      <a:pt x="98" y="15"/>
                    </a:cubicBezTo>
                    <a:cubicBezTo>
                      <a:pt x="98" y="19"/>
                      <a:pt x="97" y="22"/>
                      <a:pt x="95" y="25"/>
                    </a:cubicBezTo>
                    <a:cubicBezTo>
                      <a:pt x="95" y="26"/>
                      <a:pt x="94" y="27"/>
                      <a:pt x="94" y="29"/>
                    </a:cubicBezTo>
                    <a:cubicBezTo>
                      <a:pt x="91" y="34"/>
                      <a:pt x="88" y="39"/>
                      <a:pt x="86" y="44"/>
                    </a:cubicBezTo>
                    <a:cubicBezTo>
                      <a:pt x="81" y="54"/>
                      <a:pt x="76" y="64"/>
                      <a:pt x="70" y="74"/>
                    </a:cubicBezTo>
                    <a:cubicBezTo>
                      <a:pt x="69" y="75"/>
                      <a:pt x="69" y="76"/>
                      <a:pt x="69" y="77"/>
                    </a:cubicBezTo>
                    <a:cubicBezTo>
                      <a:pt x="67" y="82"/>
                      <a:pt x="65" y="87"/>
                      <a:pt x="63" y="93"/>
                    </a:cubicBezTo>
                    <a:cubicBezTo>
                      <a:pt x="62" y="97"/>
                      <a:pt x="61" y="101"/>
                      <a:pt x="60" y="106"/>
                    </a:cubicBezTo>
                    <a:cubicBezTo>
                      <a:pt x="58" y="111"/>
                      <a:pt x="56" y="117"/>
                      <a:pt x="55" y="122"/>
                    </a:cubicBezTo>
                    <a:lnTo>
                      <a:pt x="55" y="123"/>
                    </a:lnTo>
                    <a:cubicBezTo>
                      <a:pt x="55" y="122"/>
                      <a:pt x="55" y="122"/>
                      <a:pt x="55" y="122"/>
                    </a:cubicBezTo>
                    <a:cubicBezTo>
                      <a:pt x="53" y="128"/>
                      <a:pt x="52" y="134"/>
                      <a:pt x="51" y="141"/>
                    </a:cubicBezTo>
                    <a:cubicBezTo>
                      <a:pt x="51" y="140"/>
                      <a:pt x="51" y="140"/>
                      <a:pt x="51" y="139"/>
                    </a:cubicBezTo>
                    <a:cubicBezTo>
                      <a:pt x="51" y="141"/>
                      <a:pt x="50" y="142"/>
                      <a:pt x="50" y="143"/>
                    </a:cubicBezTo>
                    <a:lnTo>
                      <a:pt x="50" y="144"/>
                    </a:lnTo>
                    <a:lnTo>
                      <a:pt x="50" y="145"/>
                    </a:lnTo>
                    <a:lnTo>
                      <a:pt x="49" y="145"/>
                    </a:lnTo>
                    <a:lnTo>
                      <a:pt x="49" y="146"/>
                    </a:lnTo>
                    <a:lnTo>
                      <a:pt x="49" y="145"/>
                    </a:lnTo>
                    <a:cubicBezTo>
                      <a:pt x="50" y="145"/>
                      <a:pt x="50" y="145"/>
                      <a:pt x="50" y="145"/>
                    </a:cubicBezTo>
                    <a:cubicBezTo>
                      <a:pt x="46" y="158"/>
                      <a:pt x="44" y="172"/>
                      <a:pt x="42" y="186"/>
                    </a:cubicBezTo>
                    <a:cubicBezTo>
                      <a:pt x="39" y="201"/>
                      <a:pt x="38" y="216"/>
                      <a:pt x="37" y="230"/>
                    </a:cubicBezTo>
                    <a:lnTo>
                      <a:pt x="37" y="231"/>
                    </a:lnTo>
                    <a:lnTo>
                      <a:pt x="36" y="231"/>
                    </a:lnTo>
                    <a:lnTo>
                      <a:pt x="37" y="231"/>
                    </a:lnTo>
                    <a:cubicBezTo>
                      <a:pt x="36" y="235"/>
                      <a:pt x="35" y="239"/>
                      <a:pt x="35" y="242"/>
                    </a:cubicBezTo>
                    <a:cubicBezTo>
                      <a:pt x="35" y="249"/>
                      <a:pt x="30" y="253"/>
                      <a:pt x="24" y="25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3" name="Google Shape;3033;p32"/>
              <p:cNvSpPr/>
              <p:nvPr/>
            </p:nvSpPr>
            <p:spPr>
              <a:xfrm>
                <a:off x="-969140" y="3740398"/>
                <a:ext cx="892800" cy="488880"/>
              </a:xfrm>
              <a:custGeom>
                <a:avLst/>
                <a:gdLst/>
                <a:ahLst/>
                <a:cxnLst/>
                <a:rect l="l" t="t" r="r" b="b"/>
                <a:pathLst>
                  <a:path w="2480" h="1358" extrusionOk="0">
                    <a:moveTo>
                      <a:pt x="123" y="1356"/>
                    </a:moveTo>
                    <a:cubicBezTo>
                      <a:pt x="107" y="1355"/>
                      <a:pt x="90" y="1354"/>
                      <a:pt x="73" y="1354"/>
                    </a:cubicBezTo>
                    <a:cubicBezTo>
                      <a:pt x="54" y="1353"/>
                      <a:pt x="36" y="1353"/>
                      <a:pt x="17" y="1352"/>
                    </a:cubicBezTo>
                    <a:cubicBezTo>
                      <a:pt x="8" y="1352"/>
                      <a:pt x="0" y="1345"/>
                      <a:pt x="0" y="1335"/>
                    </a:cubicBezTo>
                    <a:cubicBezTo>
                      <a:pt x="0" y="1326"/>
                      <a:pt x="8" y="1317"/>
                      <a:pt x="17" y="1318"/>
                    </a:cubicBezTo>
                    <a:cubicBezTo>
                      <a:pt x="40" y="1319"/>
                      <a:pt x="62" y="1320"/>
                      <a:pt x="84" y="1321"/>
                    </a:cubicBezTo>
                    <a:cubicBezTo>
                      <a:pt x="107" y="1322"/>
                      <a:pt x="129" y="1323"/>
                      <a:pt x="151" y="1323"/>
                    </a:cubicBezTo>
                    <a:cubicBezTo>
                      <a:pt x="175" y="1323"/>
                      <a:pt x="199" y="1323"/>
                      <a:pt x="223" y="1322"/>
                    </a:cubicBezTo>
                    <a:cubicBezTo>
                      <a:pt x="243" y="1322"/>
                      <a:pt x="263" y="1322"/>
                      <a:pt x="284" y="1320"/>
                    </a:cubicBezTo>
                    <a:cubicBezTo>
                      <a:pt x="323" y="1317"/>
                      <a:pt x="361" y="1313"/>
                      <a:pt x="399" y="1305"/>
                    </a:cubicBezTo>
                    <a:cubicBezTo>
                      <a:pt x="421" y="1301"/>
                      <a:pt x="442" y="1295"/>
                      <a:pt x="463" y="1290"/>
                    </a:cubicBezTo>
                    <a:cubicBezTo>
                      <a:pt x="488" y="1283"/>
                      <a:pt x="513" y="1276"/>
                      <a:pt x="537" y="1267"/>
                    </a:cubicBezTo>
                    <a:cubicBezTo>
                      <a:pt x="563" y="1259"/>
                      <a:pt x="588" y="1248"/>
                      <a:pt x="614" y="1235"/>
                    </a:cubicBezTo>
                    <a:cubicBezTo>
                      <a:pt x="641" y="1223"/>
                      <a:pt x="667" y="1210"/>
                      <a:pt x="694" y="1196"/>
                    </a:cubicBezTo>
                    <a:cubicBezTo>
                      <a:pt x="693" y="1197"/>
                      <a:pt x="693" y="1197"/>
                      <a:pt x="692" y="1197"/>
                    </a:cubicBezTo>
                    <a:cubicBezTo>
                      <a:pt x="714" y="1186"/>
                      <a:pt x="736" y="1175"/>
                      <a:pt x="757" y="1164"/>
                    </a:cubicBezTo>
                    <a:cubicBezTo>
                      <a:pt x="779" y="1152"/>
                      <a:pt x="800" y="1140"/>
                      <a:pt x="821" y="1128"/>
                    </a:cubicBezTo>
                    <a:cubicBezTo>
                      <a:pt x="863" y="1104"/>
                      <a:pt x="905" y="1079"/>
                      <a:pt x="946" y="1053"/>
                    </a:cubicBezTo>
                    <a:cubicBezTo>
                      <a:pt x="957" y="1046"/>
                      <a:pt x="968" y="1038"/>
                      <a:pt x="979" y="1031"/>
                    </a:cubicBezTo>
                    <a:cubicBezTo>
                      <a:pt x="997" y="1019"/>
                      <a:pt x="1016" y="1006"/>
                      <a:pt x="1034" y="992"/>
                    </a:cubicBezTo>
                    <a:cubicBezTo>
                      <a:pt x="1052" y="979"/>
                      <a:pt x="1069" y="966"/>
                      <a:pt x="1086" y="951"/>
                    </a:cubicBezTo>
                    <a:cubicBezTo>
                      <a:pt x="1095" y="943"/>
                      <a:pt x="1104" y="934"/>
                      <a:pt x="1113" y="925"/>
                    </a:cubicBezTo>
                    <a:cubicBezTo>
                      <a:pt x="1118" y="918"/>
                      <a:pt x="1123" y="912"/>
                      <a:pt x="1128" y="904"/>
                    </a:cubicBezTo>
                    <a:cubicBezTo>
                      <a:pt x="1135" y="894"/>
                      <a:pt x="1142" y="884"/>
                      <a:pt x="1148" y="873"/>
                    </a:cubicBezTo>
                    <a:cubicBezTo>
                      <a:pt x="1157" y="859"/>
                      <a:pt x="1165" y="846"/>
                      <a:pt x="1173" y="832"/>
                    </a:cubicBezTo>
                    <a:cubicBezTo>
                      <a:pt x="1179" y="819"/>
                      <a:pt x="1184" y="806"/>
                      <a:pt x="1189" y="793"/>
                    </a:cubicBezTo>
                    <a:cubicBezTo>
                      <a:pt x="1194" y="780"/>
                      <a:pt x="1198" y="766"/>
                      <a:pt x="1203" y="752"/>
                    </a:cubicBezTo>
                    <a:cubicBezTo>
                      <a:pt x="1203" y="753"/>
                      <a:pt x="1203" y="753"/>
                      <a:pt x="1202" y="755"/>
                    </a:cubicBezTo>
                    <a:cubicBezTo>
                      <a:pt x="1203" y="753"/>
                      <a:pt x="1203" y="751"/>
                      <a:pt x="1204" y="749"/>
                    </a:cubicBezTo>
                    <a:cubicBezTo>
                      <a:pt x="1204" y="750"/>
                      <a:pt x="1204" y="751"/>
                      <a:pt x="1203" y="752"/>
                    </a:cubicBezTo>
                    <a:cubicBezTo>
                      <a:pt x="1214" y="721"/>
                      <a:pt x="1224" y="690"/>
                      <a:pt x="1232" y="659"/>
                    </a:cubicBezTo>
                    <a:cubicBezTo>
                      <a:pt x="1239" y="630"/>
                      <a:pt x="1247" y="601"/>
                      <a:pt x="1257" y="573"/>
                    </a:cubicBezTo>
                    <a:lnTo>
                      <a:pt x="1257" y="572"/>
                    </a:lnTo>
                    <a:cubicBezTo>
                      <a:pt x="1265" y="548"/>
                      <a:pt x="1275" y="525"/>
                      <a:pt x="1285" y="502"/>
                    </a:cubicBezTo>
                    <a:cubicBezTo>
                      <a:pt x="1295" y="483"/>
                      <a:pt x="1305" y="464"/>
                      <a:pt x="1317" y="445"/>
                    </a:cubicBezTo>
                    <a:cubicBezTo>
                      <a:pt x="1342" y="402"/>
                      <a:pt x="1374" y="363"/>
                      <a:pt x="1409" y="328"/>
                    </a:cubicBezTo>
                    <a:cubicBezTo>
                      <a:pt x="1418" y="320"/>
                      <a:pt x="1426" y="312"/>
                      <a:pt x="1435" y="304"/>
                    </a:cubicBezTo>
                    <a:cubicBezTo>
                      <a:pt x="1434" y="304"/>
                      <a:pt x="1434" y="305"/>
                      <a:pt x="1434" y="305"/>
                    </a:cubicBezTo>
                    <a:cubicBezTo>
                      <a:pt x="1436" y="304"/>
                      <a:pt x="1437" y="302"/>
                      <a:pt x="1438" y="302"/>
                    </a:cubicBezTo>
                    <a:cubicBezTo>
                      <a:pt x="1437" y="302"/>
                      <a:pt x="1437" y="302"/>
                      <a:pt x="1437" y="302"/>
                    </a:cubicBezTo>
                    <a:cubicBezTo>
                      <a:pt x="1454" y="287"/>
                      <a:pt x="1472" y="273"/>
                      <a:pt x="1490" y="259"/>
                    </a:cubicBezTo>
                    <a:cubicBezTo>
                      <a:pt x="1509" y="245"/>
                      <a:pt x="1529" y="231"/>
                      <a:pt x="1550" y="219"/>
                    </a:cubicBezTo>
                    <a:cubicBezTo>
                      <a:pt x="1572" y="206"/>
                      <a:pt x="1595" y="192"/>
                      <a:pt x="1619" y="181"/>
                    </a:cubicBezTo>
                    <a:cubicBezTo>
                      <a:pt x="1641" y="170"/>
                      <a:pt x="1663" y="160"/>
                      <a:pt x="1686" y="151"/>
                    </a:cubicBezTo>
                    <a:cubicBezTo>
                      <a:pt x="1709" y="142"/>
                      <a:pt x="1732" y="134"/>
                      <a:pt x="1756" y="126"/>
                    </a:cubicBezTo>
                    <a:cubicBezTo>
                      <a:pt x="1780" y="118"/>
                      <a:pt x="1804" y="110"/>
                      <a:pt x="1829" y="102"/>
                    </a:cubicBezTo>
                    <a:cubicBezTo>
                      <a:pt x="1854" y="94"/>
                      <a:pt x="1880" y="87"/>
                      <a:pt x="1905" y="81"/>
                    </a:cubicBezTo>
                    <a:cubicBezTo>
                      <a:pt x="1929" y="75"/>
                      <a:pt x="1954" y="69"/>
                      <a:pt x="1977" y="64"/>
                    </a:cubicBezTo>
                    <a:cubicBezTo>
                      <a:pt x="2028" y="52"/>
                      <a:pt x="2079" y="43"/>
                      <a:pt x="2131" y="34"/>
                    </a:cubicBezTo>
                    <a:cubicBezTo>
                      <a:pt x="2181" y="26"/>
                      <a:pt x="2230" y="19"/>
                      <a:pt x="2280" y="13"/>
                    </a:cubicBezTo>
                    <a:cubicBezTo>
                      <a:pt x="2319" y="9"/>
                      <a:pt x="2357" y="7"/>
                      <a:pt x="2395" y="4"/>
                    </a:cubicBezTo>
                    <a:lnTo>
                      <a:pt x="2394" y="4"/>
                    </a:lnTo>
                    <a:cubicBezTo>
                      <a:pt x="2396" y="4"/>
                      <a:pt x="2398" y="4"/>
                      <a:pt x="2399" y="4"/>
                    </a:cubicBezTo>
                    <a:cubicBezTo>
                      <a:pt x="2398" y="4"/>
                      <a:pt x="2398" y="4"/>
                      <a:pt x="2397" y="4"/>
                    </a:cubicBezTo>
                    <a:cubicBezTo>
                      <a:pt x="2403" y="4"/>
                      <a:pt x="2409" y="4"/>
                      <a:pt x="2415" y="3"/>
                    </a:cubicBezTo>
                    <a:cubicBezTo>
                      <a:pt x="2421" y="2"/>
                      <a:pt x="2427" y="2"/>
                      <a:pt x="2434" y="2"/>
                    </a:cubicBezTo>
                    <a:cubicBezTo>
                      <a:pt x="2441" y="1"/>
                      <a:pt x="2448" y="1"/>
                      <a:pt x="2455" y="1"/>
                    </a:cubicBezTo>
                    <a:lnTo>
                      <a:pt x="2456" y="1"/>
                    </a:lnTo>
                    <a:cubicBezTo>
                      <a:pt x="2460" y="0"/>
                      <a:pt x="2466" y="0"/>
                      <a:pt x="2470" y="1"/>
                    </a:cubicBezTo>
                    <a:cubicBezTo>
                      <a:pt x="2471" y="2"/>
                      <a:pt x="2473" y="3"/>
                      <a:pt x="2474" y="4"/>
                    </a:cubicBezTo>
                    <a:cubicBezTo>
                      <a:pt x="2477" y="8"/>
                      <a:pt x="2479" y="12"/>
                      <a:pt x="2479" y="16"/>
                    </a:cubicBezTo>
                    <a:lnTo>
                      <a:pt x="2479" y="17"/>
                    </a:lnTo>
                    <a:lnTo>
                      <a:pt x="2479" y="18"/>
                    </a:lnTo>
                    <a:cubicBezTo>
                      <a:pt x="2479" y="20"/>
                      <a:pt x="2477" y="22"/>
                      <a:pt x="2476" y="25"/>
                    </a:cubicBezTo>
                    <a:cubicBezTo>
                      <a:pt x="2475" y="27"/>
                      <a:pt x="2473" y="29"/>
                      <a:pt x="2470" y="30"/>
                    </a:cubicBezTo>
                    <a:cubicBezTo>
                      <a:pt x="2467" y="33"/>
                      <a:pt x="2463" y="33"/>
                      <a:pt x="2460" y="33"/>
                    </a:cubicBezTo>
                    <a:cubicBezTo>
                      <a:pt x="2453" y="32"/>
                      <a:pt x="2447" y="33"/>
                      <a:pt x="2441" y="33"/>
                    </a:cubicBezTo>
                    <a:cubicBezTo>
                      <a:pt x="2430" y="33"/>
                      <a:pt x="2419" y="33"/>
                      <a:pt x="2409" y="34"/>
                    </a:cubicBezTo>
                    <a:cubicBezTo>
                      <a:pt x="2385" y="36"/>
                      <a:pt x="2361" y="38"/>
                      <a:pt x="2337" y="40"/>
                    </a:cubicBezTo>
                    <a:cubicBezTo>
                      <a:pt x="2312" y="43"/>
                      <a:pt x="2287" y="44"/>
                      <a:pt x="2262" y="47"/>
                    </a:cubicBezTo>
                    <a:cubicBezTo>
                      <a:pt x="2212" y="52"/>
                      <a:pt x="2162" y="60"/>
                      <a:pt x="2113" y="68"/>
                    </a:cubicBezTo>
                    <a:cubicBezTo>
                      <a:pt x="2087" y="72"/>
                      <a:pt x="2062" y="77"/>
                      <a:pt x="2037" y="82"/>
                    </a:cubicBezTo>
                    <a:cubicBezTo>
                      <a:pt x="2036" y="82"/>
                      <a:pt x="2036" y="82"/>
                      <a:pt x="2035" y="83"/>
                    </a:cubicBezTo>
                    <a:cubicBezTo>
                      <a:pt x="2036" y="83"/>
                      <a:pt x="2036" y="83"/>
                      <a:pt x="2036" y="82"/>
                    </a:cubicBezTo>
                    <a:cubicBezTo>
                      <a:pt x="1995" y="91"/>
                      <a:pt x="1955" y="100"/>
                      <a:pt x="1915" y="110"/>
                    </a:cubicBezTo>
                    <a:cubicBezTo>
                      <a:pt x="1875" y="121"/>
                      <a:pt x="1836" y="132"/>
                      <a:pt x="1797" y="146"/>
                    </a:cubicBezTo>
                    <a:cubicBezTo>
                      <a:pt x="1769" y="156"/>
                      <a:pt x="1741" y="166"/>
                      <a:pt x="1713" y="176"/>
                    </a:cubicBezTo>
                    <a:cubicBezTo>
                      <a:pt x="1685" y="187"/>
                      <a:pt x="1658" y="198"/>
                      <a:pt x="1631" y="212"/>
                    </a:cubicBezTo>
                    <a:cubicBezTo>
                      <a:pt x="1630" y="212"/>
                      <a:pt x="1629" y="212"/>
                      <a:pt x="1628" y="213"/>
                    </a:cubicBezTo>
                    <a:lnTo>
                      <a:pt x="1627" y="213"/>
                    </a:lnTo>
                    <a:cubicBezTo>
                      <a:pt x="1627" y="213"/>
                      <a:pt x="1626" y="214"/>
                      <a:pt x="1624" y="215"/>
                    </a:cubicBezTo>
                    <a:cubicBezTo>
                      <a:pt x="1625" y="215"/>
                      <a:pt x="1626" y="214"/>
                      <a:pt x="1626" y="214"/>
                    </a:cubicBezTo>
                    <a:cubicBezTo>
                      <a:pt x="1595" y="230"/>
                      <a:pt x="1566" y="247"/>
                      <a:pt x="1536" y="266"/>
                    </a:cubicBezTo>
                    <a:cubicBezTo>
                      <a:pt x="1510" y="284"/>
                      <a:pt x="1485" y="304"/>
                      <a:pt x="1461" y="325"/>
                    </a:cubicBezTo>
                    <a:cubicBezTo>
                      <a:pt x="1441" y="343"/>
                      <a:pt x="1422" y="363"/>
                      <a:pt x="1404" y="383"/>
                    </a:cubicBezTo>
                    <a:cubicBezTo>
                      <a:pt x="1388" y="401"/>
                      <a:pt x="1374" y="420"/>
                      <a:pt x="1360" y="439"/>
                    </a:cubicBezTo>
                    <a:cubicBezTo>
                      <a:pt x="1360" y="439"/>
                      <a:pt x="1361" y="439"/>
                      <a:pt x="1361" y="438"/>
                    </a:cubicBezTo>
                    <a:cubicBezTo>
                      <a:pt x="1361" y="439"/>
                      <a:pt x="1360" y="439"/>
                      <a:pt x="1360" y="439"/>
                    </a:cubicBezTo>
                    <a:cubicBezTo>
                      <a:pt x="1360" y="440"/>
                      <a:pt x="1360" y="440"/>
                      <a:pt x="1360" y="440"/>
                    </a:cubicBezTo>
                    <a:lnTo>
                      <a:pt x="1360" y="439"/>
                    </a:lnTo>
                    <a:cubicBezTo>
                      <a:pt x="1346" y="461"/>
                      <a:pt x="1334" y="482"/>
                      <a:pt x="1322" y="505"/>
                    </a:cubicBezTo>
                    <a:cubicBezTo>
                      <a:pt x="1316" y="517"/>
                      <a:pt x="1310" y="530"/>
                      <a:pt x="1304" y="543"/>
                    </a:cubicBezTo>
                    <a:cubicBezTo>
                      <a:pt x="1299" y="555"/>
                      <a:pt x="1295" y="569"/>
                      <a:pt x="1290" y="582"/>
                    </a:cubicBezTo>
                    <a:cubicBezTo>
                      <a:pt x="1282" y="604"/>
                      <a:pt x="1276" y="626"/>
                      <a:pt x="1270" y="649"/>
                    </a:cubicBezTo>
                    <a:cubicBezTo>
                      <a:pt x="1264" y="672"/>
                      <a:pt x="1257" y="695"/>
                      <a:pt x="1250" y="718"/>
                    </a:cubicBezTo>
                    <a:cubicBezTo>
                      <a:pt x="1243" y="741"/>
                      <a:pt x="1236" y="764"/>
                      <a:pt x="1228" y="787"/>
                    </a:cubicBezTo>
                    <a:cubicBezTo>
                      <a:pt x="1225" y="797"/>
                      <a:pt x="1221" y="806"/>
                      <a:pt x="1217" y="816"/>
                    </a:cubicBezTo>
                    <a:cubicBezTo>
                      <a:pt x="1213" y="826"/>
                      <a:pt x="1208" y="836"/>
                      <a:pt x="1203" y="846"/>
                    </a:cubicBezTo>
                    <a:cubicBezTo>
                      <a:pt x="1191" y="870"/>
                      <a:pt x="1178" y="893"/>
                      <a:pt x="1163" y="915"/>
                    </a:cubicBezTo>
                    <a:cubicBezTo>
                      <a:pt x="1158" y="923"/>
                      <a:pt x="1152" y="931"/>
                      <a:pt x="1146" y="938"/>
                    </a:cubicBezTo>
                    <a:cubicBezTo>
                      <a:pt x="1138" y="947"/>
                      <a:pt x="1130" y="955"/>
                      <a:pt x="1121" y="963"/>
                    </a:cubicBezTo>
                    <a:cubicBezTo>
                      <a:pt x="1104" y="979"/>
                      <a:pt x="1085" y="995"/>
                      <a:pt x="1067" y="1009"/>
                    </a:cubicBezTo>
                    <a:cubicBezTo>
                      <a:pt x="1048" y="1023"/>
                      <a:pt x="1029" y="1037"/>
                      <a:pt x="1010" y="1050"/>
                    </a:cubicBezTo>
                    <a:cubicBezTo>
                      <a:pt x="989" y="1064"/>
                      <a:pt x="968" y="1078"/>
                      <a:pt x="946" y="1091"/>
                    </a:cubicBezTo>
                    <a:cubicBezTo>
                      <a:pt x="926" y="1104"/>
                      <a:pt x="906" y="1117"/>
                      <a:pt x="886" y="1129"/>
                    </a:cubicBezTo>
                    <a:cubicBezTo>
                      <a:pt x="864" y="1143"/>
                      <a:pt x="842" y="1155"/>
                      <a:pt x="820" y="1167"/>
                    </a:cubicBezTo>
                    <a:cubicBezTo>
                      <a:pt x="777" y="1190"/>
                      <a:pt x="734" y="1213"/>
                      <a:pt x="690" y="1235"/>
                    </a:cubicBezTo>
                    <a:cubicBezTo>
                      <a:pt x="669" y="1246"/>
                      <a:pt x="647" y="1257"/>
                      <a:pt x="625" y="1267"/>
                    </a:cubicBezTo>
                    <a:cubicBezTo>
                      <a:pt x="603" y="1277"/>
                      <a:pt x="580" y="1287"/>
                      <a:pt x="558" y="1295"/>
                    </a:cubicBezTo>
                    <a:cubicBezTo>
                      <a:pt x="533" y="1304"/>
                      <a:pt x="508" y="1311"/>
                      <a:pt x="483" y="1319"/>
                    </a:cubicBezTo>
                    <a:cubicBezTo>
                      <a:pt x="460" y="1325"/>
                      <a:pt x="438" y="1331"/>
                      <a:pt x="415" y="1337"/>
                    </a:cubicBezTo>
                    <a:cubicBezTo>
                      <a:pt x="391" y="1341"/>
                      <a:pt x="368" y="1345"/>
                      <a:pt x="344" y="1348"/>
                    </a:cubicBezTo>
                    <a:cubicBezTo>
                      <a:pt x="320" y="1351"/>
                      <a:pt x="295" y="1353"/>
                      <a:pt x="270" y="1354"/>
                    </a:cubicBezTo>
                    <a:cubicBezTo>
                      <a:pt x="248" y="1355"/>
                      <a:pt x="225" y="1356"/>
                      <a:pt x="202" y="1357"/>
                    </a:cubicBezTo>
                    <a:cubicBezTo>
                      <a:pt x="196" y="1357"/>
                      <a:pt x="190" y="1357"/>
                      <a:pt x="184" y="1357"/>
                    </a:cubicBezTo>
                    <a:cubicBezTo>
                      <a:pt x="164" y="1357"/>
                      <a:pt x="143" y="1356"/>
                      <a:pt x="123" y="135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4" name="Google Shape;3034;p32"/>
              <p:cNvSpPr/>
              <p:nvPr/>
            </p:nvSpPr>
            <p:spPr>
              <a:xfrm>
                <a:off x="-530660" y="3427918"/>
                <a:ext cx="11880" cy="989280"/>
              </a:xfrm>
              <a:custGeom>
                <a:avLst/>
                <a:gdLst/>
                <a:ahLst/>
                <a:cxnLst/>
                <a:rect l="l" t="t" r="r" b="b"/>
                <a:pathLst>
                  <a:path w="33" h="2748" extrusionOk="0">
                    <a:moveTo>
                      <a:pt x="12" y="2737"/>
                    </a:moveTo>
                    <a:cubicBezTo>
                      <a:pt x="12" y="2731"/>
                      <a:pt x="12" y="2726"/>
                      <a:pt x="12" y="2720"/>
                    </a:cubicBezTo>
                    <a:cubicBezTo>
                      <a:pt x="12" y="2713"/>
                      <a:pt x="12" y="2705"/>
                      <a:pt x="12" y="2698"/>
                    </a:cubicBezTo>
                    <a:cubicBezTo>
                      <a:pt x="12" y="2684"/>
                      <a:pt x="12" y="2670"/>
                      <a:pt x="12" y="2656"/>
                    </a:cubicBezTo>
                    <a:cubicBezTo>
                      <a:pt x="12" y="2628"/>
                      <a:pt x="12" y="2599"/>
                      <a:pt x="12" y="2571"/>
                    </a:cubicBezTo>
                    <a:cubicBezTo>
                      <a:pt x="12" y="2513"/>
                      <a:pt x="11" y="2455"/>
                      <a:pt x="11" y="2397"/>
                    </a:cubicBezTo>
                    <a:cubicBezTo>
                      <a:pt x="11" y="2283"/>
                      <a:pt x="10" y="2169"/>
                      <a:pt x="10" y="2054"/>
                    </a:cubicBezTo>
                    <a:cubicBezTo>
                      <a:pt x="10" y="1942"/>
                      <a:pt x="8" y="1829"/>
                      <a:pt x="8" y="1716"/>
                    </a:cubicBezTo>
                    <a:cubicBezTo>
                      <a:pt x="7" y="1603"/>
                      <a:pt x="7" y="1490"/>
                      <a:pt x="7" y="1377"/>
                    </a:cubicBezTo>
                    <a:cubicBezTo>
                      <a:pt x="6" y="1263"/>
                      <a:pt x="6" y="1148"/>
                      <a:pt x="6" y="1034"/>
                    </a:cubicBezTo>
                    <a:cubicBezTo>
                      <a:pt x="5" y="917"/>
                      <a:pt x="4" y="801"/>
                      <a:pt x="4" y="685"/>
                    </a:cubicBezTo>
                    <a:cubicBezTo>
                      <a:pt x="3" y="572"/>
                      <a:pt x="3" y="457"/>
                      <a:pt x="2" y="344"/>
                    </a:cubicBezTo>
                    <a:cubicBezTo>
                      <a:pt x="1" y="234"/>
                      <a:pt x="1" y="124"/>
                      <a:pt x="0" y="15"/>
                    </a:cubicBezTo>
                    <a:cubicBezTo>
                      <a:pt x="0" y="13"/>
                      <a:pt x="0" y="12"/>
                      <a:pt x="0" y="10"/>
                    </a:cubicBezTo>
                    <a:cubicBezTo>
                      <a:pt x="0" y="5"/>
                      <a:pt x="4" y="0"/>
                      <a:pt x="10" y="0"/>
                    </a:cubicBezTo>
                    <a:cubicBezTo>
                      <a:pt x="15" y="0"/>
                      <a:pt x="20" y="5"/>
                      <a:pt x="20" y="10"/>
                    </a:cubicBezTo>
                    <a:cubicBezTo>
                      <a:pt x="20" y="38"/>
                      <a:pt x="19" y="65"/>
                      <a:pt x="20" y="93"/>
                    </a:cubicBezTo>
                    <a:cubicBezTo>
                      <a:pt x="20" y="121"/>
                      <a:pt x="20" y="149"/>
                      <a:pt x="20" y="177"/>
                    </a:cubicBezTo>
                    <a:cubicBezTo>
                      <a:pt x="20" y="232"/>
                      <a:pt x="21" y="287"/>
                      <a:pt x="21" y="342"/>
                    </a:cubicBezTo>
                    <a:cubicBezTo>
                      <a:pt x="21" y="399"/>
                      <a:pt x="21" y="456"/>
                      <a:pt x="21" y="513"/>
                    </a:cubicBezTo>
                    <a:cubicBezTo>
                      <a:pt x="21" y="570"/>
                      <a:pt x="22" y="627"/>
                      <a:pt x="22" y="684"/>
                    </a:cubicBezTo>
                    <a:cubicBezTo>
                      <a:pt x="22" y="799"/>
                      <a:pt x="23" y="915"/>
                      <a:pt x="24" y="1031"/>
                    </a:cubicBezTo>
                    <a:cubicBezTo>
                      <a:pt x="24" y="1088"/>
                      <a:pt x="24" y="1145"/>
                      <a:pt x="24" y="1203"/>
                    </a:cubicBezTo>
                    <a:cubicBezTo>
                      <a:pt x="25" y="1260"/>
                      <a:pt x="25" y="1317"/>
                      <a:pt x="25" y="1375"/>
                    </a:cubicBezTo>
                    <a:cubicBezTo>
                      <a:pt x="26" y="1488"/>
                      <a:pt x="26" y="1602"/>
                      <a:pt x="27" y="1715"/>
                    </a:cubicBezTo>
                    <a:cubicBezTo>
                      <a:pt x="27" y="1828"/>
                      <a:pt x="28" y="1941"/>
                      <a:pt x="28" y="2054"/>
                    </a:cubicBezTo>
                    <a:cubicBezTo>
                      <a:pt x="29" y="2167"/>
                      <a:pt x="29" y="2281"/>
                      <a:pt x="29" y="2395"/>
                    </a:cubicBezTo>
                    <a:cubicBezTo>
                      <a:pt x="30" y="2452"/>
                      <a:pt x="30" y="2510"/>
                      <a:pt x="31" y="2568"/>
                    </a:cubicBezTo>
                    <a:cubicBezTo>
                      <a:pt x="31" y="2597"/>
                      <a:pt x="31" y="2625"/>
                      <a:pt x="31" y="2654"/>
                    </a:cubicBezTo>
                    <a:cubicBezTo>
                      <a:pt x="31" y="2668"/>
                      <a:pt x="31" y="2683"/>
                      <a:pt x="31" y="2697"/>
                    </a:cubicBezTo>
                    <a:cubicBezTo>
                      <a:pt x="31" y="2710"/>
                      <a:pt x="32" y="2723"/>
                      <a:pt x="32" y="2736"/>
                    </a:cubicBezTo>
                    <a:cubicBezTo>
                      <a:pt x="32" y="2737"/>
                      <a:pt x="32" y="2737"/>
                      <a:pt x="32" y="2737"/>
                    </a:cubicBezTo>
                    <a:cubicBezTo>
                      <a:pt x="32" y="2742"/>
                      <a:pt x="28" y="2747"/>
                      <a:pt x="22" y="2747"/>
                    </a:cubicBezTo>
                    <a:cubicBezTo>
                      <a:pt x="17" y="2747"/>
                      <a:pt x="12" y="2742"/>
                      <a:pt x="12" y="27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5" name="Google Shape;3035;p32"/>
              <p:cNvSpPr/>
              <p:nvPr/>
            </p:nvSpPr>
            <p:spPr>
              <a:xfrm>
                <a:off x="-1039340" y="3976198"/>
                <a:ext cx="1027080" cy="13680"/>
              </a:xfrm>
              <a:custGeom>
                <a:avLst/>
                <a:gdLst/>
                <a:ahLst/>
                <a:cxnLst/>
                <a:rect l="l" t="t" r="r" b="b"/>
                <a:pathLst>
                  <a:path w="2853" h="38" extrusionOk="0">
                    <a:moveTo>
                      <a:pt x="0" y="27"/>
                    </a:moveTo>
                    <a:cubicBezTo>
                      <a:pt x="0" y="22"/>
                      <a:pt x="4" y="17"/>
                      <a:pt x="10" y="17"/>
                    </a:cubicBezTo>
                    <a:cubicBezTo>
                      <a:pt x="14" y="17"/>
                      <a:pt x="18" y="17"/>
                      <a:pt x="23" y="17"/>
                    </a:cubicBezTo>
                    <a:cubicBezTo>
                      <a:pt x="30" y="17"/>
                      <a:pt x="36" y="17"/>
                      <a:pt x="43" y="17"/>
                    </a:cubicBezTo>
                    <a:cubicBezTo>
                      <a:pt x="59" y="17"/>
                      <a:pt x="73" y="17"/>
                      <a:pt x="88" y="17"/>
                    </a:cubicBezTo>
                    <a:cubicBezTo>
                      <a:pt x="117" y="17"/>
                      <a:pt x="147" y="17"/>
                      <a:pt x="176" y="17"/>
                    </a:cubicBezTo>
                    <a:cubicBezTo>
                      <a:pt x="237" y="17"/>
                      <a:pt x="298" y="17"/>
                      <a:pt x="359" y="16"/>
                    </a:cubicBezTo>
                    <a:cubicBezTo>
                      <a:pt x="478" y="15"/>
                      <a:pt x="596" y="15"/>
                      <a:pt x="714" y="14"/>
                    </a:cubicBezTo>
                    <a:cubicBezTo>
                      <a:pt x="836" y="13"/>
                      <a:pt x="959" y="13"/>
                      <a:pt x="1081" y="12"/>
                    </a:cubicBezTo>
                    <a:cubicBezTo>
                      <a:pt x="1203" y="12"/>
                      <a:pt x="1326" y="11"/>
                      <a:pt x="1449" y="10"/>
                    </a:cubicBezTo>
                    <a:cubicBezTo>
                      <a:pt x="1572" y="9"/>
                      <a:pt x="1695" y="9"/>
                      <a:pt x="1818" y="8"/>
                    </a:cubicBezTo>
                    <a:cubicBezTo>
                      <a:pt x="1939" y="7"/>
                      <a:pt x="2061" y="6"/>
                      <a:pt x="2182" y="5"/>
                    </a:cubicBezTo>
                    <a:cubicBezTo>
                      <a:pt x="2303" y="5"/>
                      <a:pt x="2424" y="3"/>
                      <a:pt x="2545" y="3"/>
                    </a:cubicBezTo>
                    <a:cubicBezTo>
                      <a:pt x="2595" y="3"/>
                      <a:pt x="2645" y="2"/>
                      <a:pt x="2695" y="2"/>
                    </a:cubicBezTo>
                    <a:cubicBezTo>
                      <a:pt x="2720" y="2"/>
                      <a:pt x="2745" y="2"/>
                      <a:pt x="2770" y="1"/>
                    </a:cubicBezTo>
                    <a:cubicBezTo>
                      <a:pt x="2794" y="1"/>
                      <a:pt x="2818" y="0"/>
                      <a:pt x="2842" y="0"/>
                    </a:cubicBezTo>
                    <a:cubicBezTo>
                      <a:pt x="2848" y="0"/>
                      <a:pt x="2852" y="5"/>
                      <a:pt x="2852" y="10"/>
                    </a:cubicBezTo>
                    <a:cubicBezTo>
                      <a:pt x="2852" y="16"/>
                      <a:pt x="2848" y="20"/>
                      <a:pt x="2842" y="20"/>
                    </a:cubicBezTo>
                    <a:cubicBezTo>
                      <a:pt x="2814" y="20"/>
                      <a:pt x="2785" y="20"/>
                      <a:pt x="2757" y="20"/>
                    </a:cubicBezTo>
                    <a:cubicBezTo>
                      <a:pt x="2727" y="20"/>
                      <a:pt x="2697" y="20"/>
                      <a:pt x="2668" y="20"/>
                    </a:cubicBezTo>
                    <a:cubicBezTo>
                      <a:pt x="2607" y="20"/>
                      <a:pt x="2547" y="21"/>
                      <a:pt x="2486" y="22"/>
                    </a:cubicBezTo>
                    <a:cubicBezTo>
                      <a:pt x="2427" y="22"/>
                      <a:pt x="2368" y="22"/>
                      <a:pt x="2309" y="22"/>
                    </a:cubicBezTo>
                    <a:cubicBezTo>
                      <a:pt x="2248" y="23"/>
                      <a:pt x="2188" y="23"/>
                      <a:pt x="2128" y="23"/>
                    </a:cubicBezTo>
                    <a:cubicBezTo>
                      <a:pt x="2067" y="23"/>
                      <a:pt x="2006" y="23"/>
                      <a:pt x="1946" y="24"/>
                    </a:cubicBezTo>
                    <a:cubicBezTo>
                      <a:pt x="1885" y="24"/>
                      <a:pt x="1823" y="24"/>
                      <a:pt x="1762" y="25"/>
                    </a:cubicBezTo>
                    <a:cubicBezTo>
                      <a:pt x="1638" y="26"/>
                      <a:pt x="1515" y="26"/>
                      <a:pt x="1391" y="27"/>
                    </a:cubicBezTo>
                    <a:cubicBezTo>
                      <a:pt x="1269" y="28"/>
                      <a:pt x="1146" y="29"/>
                      <a:pt x="1024" y="29"/>
                    </a:cubicBezTo>
                    <a:cubicBezTo>
                      <a:pt x="903" y="30"/>
                      <a:pt x="783" y="31"/>
                      <a:pt x="662" y="32"/>
                    </a:cubicBezTo>
                    <a:cubicBezTo>
                      <a:pt x="541" y="33"/>
                      <a:pt x="421" y="33"/>
                      <a:pt x="300" y="34"/>
                    </a:cubicBezTo>
                    <a:cubicBezTo>
                      <a:pt x="249" y="34"/>
                      <a:pt x="198" y="34"/>
                      <a:pt x="147" y="35"/>
                    </a:cubicBezTo>
                    <a:cubicBezTo>
                      <a:pt x="123" y="35"/>
                      <a:pt x="98" y="36"/>
                      <a:pt x="74" y="36"/>
                    </a:cubicBezTo>
                    <a:cubicBezTo>
                      <a:pt x="63" y="36"/>
                      <a:pt x="50" y="36"/>
                      <a:pt x="39" y="36"/>
                    </a:cubicBezTo>
                    <a:cubicBezTo>
                      <a:pt x="32" y="36"/>
                      <a:pt x="27" y="37"/>
                      <a:pt x="20" y="37"/>
                    </a:cubicBezTo>
                    <a:cubicBezTo>
                      <a:pt x="17" y="37"/>
                      <a:pt x="13" y="37"/>
                      <a:pt x="10" y="37"/>
                    </a:cubicBezTo>
                    <a:cubicBezTo>
                      <a:pt x="4" y="37"/>
                      <a:pt x="0" y="32"/>
                      <a:pt x="0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6" name="Google Shape;3036;p32"/>
              <p:cNvSpPr/>
              <p:nvPr/>
            </p:nvSpPr>
            <p:spPr>
              <a:xfrm>
                <a:off x="-68060" y="3962877"/>
                <a:ext cx="60480" cy="33840"/>
              </a:xfrm>
              <a:custGeom>
                <a:avLst/>
                <a:gdLst/>
                <a:ahLst/>
                <a:cxnLst/>
                <a:rect l="l" t="t" r="r" b="b"/>
                <a:pathLst>
                  <a:path w="168" h="94" extrusionOk="0">
                    <a:moveTo>
                      <a:pt x="83" y="88"/>
                    </a:moveTo>
                    <a:cubicBezTo>
                      <a:pt x="80" y="83"/>
                      <a:pt x="83" y="77"/>
                      <a:pt x="87" y="74"/>
                    </a:cubicBezTo>
                    <a:cubicBezTo>
                      <a:pt x="97" y="68"/>
                      <a:pt x="107" y="62"/>
                      <a:pt x="116" y="56"/>
                    </a:cubicBezTo>
                    <a:cubicBezTo>
                      <a:pt x="122" y="52"/>
                      <a:pt x="129" y="47"/>
                      <a:pt x="135" y="43"/>
                    </a:cubicBezTo>
                    <a:cubicBezTo>
                      <a:pt x="132" y="43"/>
                      <a:pt x="128" y="42"/>
                      <a:pt x="125" y="42"/>
                    </a:cubicBezTo>
                    <a:cubicBezTo>
                      <a:pt x="115" y="40"/>
                      <a:pt x="105" y="39"/>
                      <a:pt x="96" y="38"/>
                    </a:cubicBezTo>
                    <a:cubicBezTo>
                      <a:pt x="75" y="34"/>
                      <a:pt x="54" y="31"/>
                      <a:pt x="33" y="27"/>
                    </a:cubicBezTo>
                    <a:cubicBezTo>
                      <a:pt x="34" y="27"/>
                      <a:pt x="34" y="27"/>
                      <a:pt x="34" y="27"/>
                    </a:cubicBezTo>
                    <a:cubicBezTo>
                      <a:pt x="30" y="26"/>
                      <a:pt x="26" y="25"/>
                      <a:pt x="21" y="24"/>
                    </a:cubicBezTo>
                    <a:cubicBezTo>
                      <a:pt x="19" y="23"/>
                      <a:pt x="17" y="22"/>
                      <a:pt x="15" y="22"/>
                    </a:cubicBezTo>
                    <a:cubicBezTo>
                      <a:pt x="13" y="21"/>
                      <a:pt x="12" y="21"/>
                      <a:pt x="10" y="20"/>
                    </a:cubicBezTo>
                    <a:cubicBezTo>
                      <a:pt x="4" y="19"/>
                      <a:pt x="0" y="11"/>
                      <a:pt x="4" y="6"/>
                    </a:cubicBezTo>
                    <a:cubicBezTo>
                      <a:pt x="6" y="0"/>
                      <a:pt x="13" y="0"/>
                      <a:pt x="18" y="3"/>
                    </a:cubicBezTo>
                    <a:cubicBezTo>
                      <a:pt x="19" y="3"/>
                      <a:pt x="20" y="3"/>
                      <a:pt x="21" y="4"/>
                    </a:cubicBezTo>
                    <a:cubicBezTo>
                      <a:pt x="29" y="6"/>
                      <a:pt x="35" y="8"/>
                      <a:pt x="43" y="9"/>
                    </a:cubicBezTo>
                    <a:cubicBezTo>
                      <a:pt x="64" y="13"/>
                      <a:pt x="84" y="16"/>
                      <a:pt x="105" y="19"/>
                    </a:cubicBezTo>
                    <a:cubicBezTo>
                      <a:pt x="115" y="20"/>
                      <a:pt x="124" y="22"/>
                      <a:pt x="134" y="23"/>
                    </a:cubicBezTo>
                    <a:cubicBezTo>
                      <a:pt x="138" y="24"/>
                      <a:pt x="143" y="24"/>
                      <a:pt x="147" y="25"/>
                    </a:cubicBezTo>
                    <a:cubicBezTo>
                      <a:pt x="154" y="27"/>
                      <a:pt x="164" y="27"/>
                      <a:pt x="166" y="35"/>
                    </a:cubicBezTo>
                    <a:cubicBezTo>
                      <a:pt x="167" y="37"/>
                      <a:pt x="167" y="39"/>
                      <a:pt x="166" y="40"/>
                    </a:cubicBezTo>
                    <a:cubicBezTo>
                      <a:pt x="166" y="43"/>
                      <a:pt x="165" y="45"/>
                      <a:pt x="163" y="46"/>
                    </a:cubicBezTo>
                    <a:cubicBezTo>
                      <a:pt x="161" y="49"/>
                      <a:pt x="158" y="51"/>
                      <a:pt x="155" y="53"/>
                    </a:cubicBezTo>
                    <a:cubicBezTo>
                      <a:pt x="151" y="56"/>
                      <a:pt x="148" y="57"/>
                      <a:pt x="145" y="60"/>
                    </a:cubicBezTo>
                    <a:cubicBezTo>
                      <a:pt x="138" y="64"/>
                      <a:pt x="131" y="69"/>
                      <a:pt x="124" y="74"/>
                    </a:cubicBezTo>
                    <a:cubicBezTo>
                      <a:pt x="124" y="73"/>
                      <a:pt x="125" y="73"/>
                      <a:pt x="125" y="73"/>
                    </a:cubicBezTo>
                    <a:cubicBezTo>
                      <a:pt x="116" y="79"/>
                      <a:pt x="107" y="85"/>
                      <a:pt x="97" y="92"/>
                    </a:cubicBezTo>
                    <a:cubicBezTo>
                      <a:pt x="96" y="93"/>
                      <a:pt x="94" y="93"/>
                      <a:pt x="92" y="93"/>
                    </a:cubicBezTo>
                    <a:cubicBezTo>
                      <a:pt x="89" y="93"/>
                      <a:pt x="85" y="91"/>
                      <a:pt x="83" y="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7" name="Google Shape;3037;p32"/>
              <p:cNvSpPr/>
              <p:nvPr/>
            </p:nvSpPr>
            <p:spPr>
              <a:xfrm>
                <a:off x="-542540" y="3428278"/>
                <a:ext cx="3204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89" h="167" extrusionOk="0">
                    <a:moveTo>
                      <a:pt x="4" y="164"/>
                    </a:moveTo>
                    <a:cubicBezTo>
                      <a:pt x="1" y="162"/>
                      <a:pt x="0" y="159"/>
                      <a:pt x="1" y="156"/>
                    </a:cubicBezTo>
                    <a:cubicBezTo>
                      <a:pt x="1" y="149"/>
                      <a:pt x="3" y="143"/>
                      <a:pt x="5" y="137"/>
                    </a:cubicBezTo>
                    <a:cubicBezTo>
                      <a:pt x="5" y="135"/>
                      <a:pt x="6" y="134"/>
                      <a:pt x="6" y="132"/>
                    </a:cubicBezTo>
                    <a:cubicBezTo>
                      <a:pt x="12" y="99"/>
                      <a:pt x="18" y="66"/>
                      <a:pt x="21" y="33"/>
                    </a:cubicBezTo>
                    <a:cubicBezTo>
                      <a:pt x="21" y="26"/>
                      <a:pt x="21" y="19"/>
                      <a:pt x="21" y="13"/>
                    </a:cubicBezTo>
                    <a:cubicBezTo>
                      <a:pt x="19" y="7"/>
                      <a:pt x="24" y="0"/>
                      <a:pt x="31" y="0"/>
                    </a:cubicBezTo>
                    <a:cubicBezTo>
                      <a:pt x="38" y="0"/>
                      <a:pt x="42" y="7"/>
                      <a:pt x="40" y="13"/>
                    </a:cubicBezTo>
                    <a:cubicBezTo>
                      <a:pt x="40" y="16"/>
                      <a:pt x="40" y="18"/>
                      <a:pt x="40" y="21"/>
                    </a:cubicBezTo>
                    <a:cubicBezTo>
                      <a:pt x="42" y="21"/>
                      <a:pt x="43" y="22"/>
                      <a:pt x="44" y="23"/>
                    </a:cubicBezTo>
                    <a:cubicBezTo>
                      <a:pt x="49" y="26"/>
                      <a:pt x="51" y="32"/>
                      <a:pt x="53" y="37"/>
                    </a:cubicBezTo>
                    <a:cubicBezTo>
                      <a:pt x="55" y="42"/>
                      <a:pt x="57" y="47"/>
                      <a:pt x="59" y="51"/>
                    </a:cubicBezTo>
                    <a:cubicBezTo>
                      <a:pt x="63" y="61"/>
                      <a:pt x="65" y="72"/>
                      <a:pt x="68" y="82"/>
                    </a:cubicBezTo>
                    <a:cubicBezTo>
                      <a:pt x="71" y="93"/>
                      <a:pt x="74" y="104"/>
                      <a:pt x="77" y="116"/>
                    </a:cubicBezTo>
                    <a:cubicBezTo>
                      <a:pt x="80" y="127"/>
                      <a:pt x="84" y="139"/>
                      <a:pt x="86" y="151"/>
                    </a:cubicBezTo>
                    <a:cubicBezTo>
                      <a:pt x="88" y="156"/>
                      <a:pt x="85" y="162"/>
                      <a:pt x="79" y="163"/>
                    </a:cubicBezTo>
                    <a:cubicBezTo>
                      <a:pt x="74" y="164"/>
                      <a:pt x="69" y="162"/>
                      <a:pt x="67" y="156"/>
                    </a:cubicBezTo>
                    <a:cubicBezTo>
                      <a:pt x="63" y="140"/>
                      <a:pt x="59" y="123"/>
                      <a:pt x="55" y="107"/>
                    </a:cubicBezTo>
                    <a:cubicBezTo>
                      <a:pt x="53" y="99"/>
                      <a:pt x="51" y="90"/>
                      <a:pt x="49" y="82"/>
                    </a:cubicBezTo>
                    <a:cubicBezTo>
                      <a:pt x="46" y="74"/>
                      <a:pt x="44" y="67"/>
                      <a:pt x="42" y="59"/>
                    </a:cubicBezTo>
                    <a:cubicBezTo>
                      <a:pt x="41" y="61"/>
                      <a:pt x="41" y="64"/>
                      <a:pt x="40" y="66"/>
                    </a:cubicBezTo>
                    <a:cubicBezTo>
                      <a:pt x="39" y="76"/>
                      <a:pt x="36" y="86"/>
                      <a:pt x="34" y="96"/>
                    </a:cubicBezTo>
                    <a:cubicBezTo>
                      <a:pt x="32" y="104"/>
                      <a:pt x="30" y="113"/>
                      <a:pt x="28" y="121"/>
                    </a:cubicBezTo>
                    <a:cubicBezTo>
                      <a:pt x="27" y="125"/>
                      <a:pt x="26" y="128"/>
                      <a:pt x="26" y="132"/>
                    </a:cubicBezTo>
                    <a:cubicBezTo>
                      <a:pt x="25" y="137"/>
                      <a:pt x="25" y="142"/>
                      <a:pt x="24" y="147"/>
                    </a:cubicBezTo>
                    <a:cubicBezTo>
                      <a:pt x="23" y="150"/>
                      <a:pt x="22" y="153"/>
                      <a:pt x="21" y="156"/>
                    </a:cubicBezTo>
                    <a:cubicBezTo>
                      <a:pt x="21" y="158"/>
                      <a:pt x="19" y="160"/>
                      <a:pt x="18" y="162"/>
                    </a:cubicBezTo>
                    <a:cubicBezTo>
                      <a:pt x="17" y="164"/>
                      <a:pt x="15" y="165"/>
                      <a:pt x="12" y="166"/>
                    </a:cubicBezTo>
                    <a:cubicBezTo>
                      <a:pt x="12" y="166"/>
                      <a:pt x="11" y="166"/>
                      <a:pt x="10" y="166"/>
                    </a:cubicBezTo>
                    <a:cubicBezTo>
                      <a:pt x="8" y="166"/>
                      <a:pt x="6" y="166"/>
                      <a:pt x="4" y="16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8" name="Google Shape;3038;p32"/>
              <p:cNvSpPr/>
              <p:nvPr/>
            </p:nvSpPr>
            <p:spPr>
              <a:xfrm>
                <a:off x="-542180" y="3745438"/>
                <a:ext cx="62640" cy="8280"/>
              </a:xfrm>
              <a:custGeom>
                <a:avLst/>
                <a:gdLst/>
                <a:ahLst/>
                <a:cxnLst/>
                <a:rect l="l" t="t" r="r" b="b"/>
                <a:pathLst>
                  <a:path w="174" h="23" extrusionOk="0">
                    <a:moveTo>
                      <a:pt x="164" y="20"/>
                    </a:moveTo>
                    <a:cubicBezTo>
                      <a:pt x="121" y="20"/>
                      <a:pt x="78" y="20"/>
                      <a:pt x="36" y="19"/>
                    </a:cubicBezTo>
                    <a:cubicBezTo>
                      <a:pt x="28" y="19"/>
                      <a:pt x="21" y="19"/>
                      <a:pt x="14" y="20"/>
                    </a:cubicBezTo>
                    <a:cubicBezTo>
                      <a:pt x="6" y="22"/>
                      <a:pt x="0" y="14"/>
                      <a:pt x="2" y="8"/>
                    </a:cubicBezTo>
                    <a:cubicBezTo>
                      <a:pt x="3" y="4"/>
                      <a:pt x="6" y="1"/>
                      <a:pt x="9" y="1"/>
                    </a:cubicBezTo>
                    <a:cubicBezTo>
                      <a:pt x="10" y="0"/>
                      <a:pt x="12" y="0"/>
                      <a:pt x="14" y="0"/>
                    </a:cubicBezTo>
                    <a:cubicBezTo>
                      <a:pt x="18" y="1"/>
                      <a:pt x="23" y="1"/>
                      <a:pt x="27" y="1"/>
                    </a:cubicBezTo>
                    <a:cubicBezTo>
                      <a:pt x="32" y="1"/>
                      <a:pt x="37" y="1"/>
                      <a:pt x="42" y="1"/>
                    </a:cubicBezTo>
                    <a:cubicBezTo>
                      <a:pt x="52" y="1"/>
                      <a:pt x="63" y="1"/>
                      <a:pt x="74" y="1"/>
                    </a:cubicBezTo>
                    <a:cubicBezTo>
                      <a:pt x="95" y="1"/>
                      <a:pt x="115" y="1"/>
                      <a:pt x="136" y="1"/>
                    </a:cubicBezTo>
                    <a:cubicBezTo>
                      <a:pt x="145" y="1"/>
                      <a:pt x="155" y="1"/>
                      <a:pt x="164" y="2"/>
                    </a:cubicBezTo>
                    <a:cubicBezTo>
                      <a:pt x="169" y="2"/>
                      <a:pt x="173" y="6"/>
                      <a:pt x="173" y="11"/>
                    </a:cubicBezTo>
                    <a:cubicBezTo>
                      <a:pt x="173" y="16"/>
                      <a:pt x="169" y="20"/>
                      <a:pt x="164" y="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9" name="Google Shape;3039;p32"/>
              <p:cNvSpPr/>
              <p:nvPr/>
            </p:nvSpPr>
            <p:spPr>
              <a:xfrm>
                <a:off x="-439940" y="3740398"/>
                <a:ext cx="60840" cy="756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21" extrusionOk="0">
                    <a:moveTo>
                      <a:pt x="0" y="11"/>
                    </a:moveTo>
                    <a:cubicBezTo>
                      <a:pt x="0" y="4"/>
                      <a:pt x="5" y="0"/>
                      <a:pt x="11" y="1"/>
                    </a:cubicBezTo>
                    <a:cubicBezTo>
                      <a:pt x="12" y="1"/>
                      <a:pt x="13" y="1"/>
                      <a:pt x="13" y="1"/>
                    </a:cubicBezTo>
                    <a:lnTo>
                      <a:pt x="12" y="1"/>
                    </a:lnTo>
                    <a:cubicBezTo>
                      <a:pt x="22" y="1"/>
                      <a:pt x="31" y="1"/>
                      <a:pt x="41" y="1"/>
                    </a:cubicBezTo>
                    <a:cubicBezTo>
                      <a:pt x="51" y="1"/>
                      <a:pt x="61" y="1"/>
                      <a:pt x="71" y="1"/>
                    </a:cubicBezTo>
                    <a:cubicBezTo>
                      <a:pt x="91" y="1"/>
                      <a:pt x="112" y="1"/>
                      <a:pt x="132" y="1"/>
                    </a:cubicBezTo>
                    <a:cubicBezTo>
                      <a:pt x="141" y="1"/>
                      <a:pt x="150" y="1"/>
                      <a:pt x="159" y="1"/>
                    </a:cubicBezTo>
                    <a:cubicBezTo>
                      <a:pt x="164" y="1"/>
                      <a:pt x="168" y="5"/>
                      <a:pt x="168" y="9"/>
                    </a:cubicBezTo>
                    <a:cubicBezTo>
                      <a:pt x="168" y="15"/>
                      <a:pt x="164" y="19"/>
                      <a:pt x="159" y="19"/>
                    </a:cubicBezTo>
                    <a:cubicBezTo>
                      <a:pt x="117" y="19"/>
                      <a:pt x="75" y="19"/>
                      <a:pt x="33" y="20"/>
                    </a:cubicBezTo>
                    <a:cubicBezTo>
                      <a:pt x="26" y="20"/>
                      <a:pt x="19" y="20"/>
                      <a:pt x="12" y="20"/>
                    </a:cubicBezTo>
                    <a:lnTo>
                      <a:pt x="13" y="20"/>
                    </a:lnTo>
                    <a:cubicBezTo>
                      <a:pt x="13" y="20"/>
                      <a:pt x="12" y="20"/>
                      <a:pt x="11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5" y="20"/>
                      <a:pt x="0" y="16"/>
                      <a:pt x="0" y="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0" name="Google Shape;3040;p32"/>
              <p:cNvSpPr/>
              <p:nvPr/>
            </p:nvSpPr>
            <p:spPr>
              <a:xfrm>
                <a:off x="-343100" y="3741838"/>
                <a:ext cx="72000" cy="7560"/>
              </a:xfrm>
              <a:custGeom>
                <a:avLst/>
                <a:gdLst/>
                <a:ahLst/>
                <a:cxnLst/>
                <a:rect l="l" t="t" r="r" b="b"/>
                <a:pathLst>
                  <a:path w="200" h="21" extrusionOk="0">
                    <a:moveTo>
                      <a:pt x="7" y="19"/>
                    </a:moveTo>
                    <a:cubicBezTo>
                      <a:pt x="2" y="17"/>
                      <a:pt x="0" y="12"/>
                      <a:pt x="1" y="8"/>
                    </a:cubicBezTo>
                    <a:cubicBezTo>
                      <a:pt x="1" y="5"/>
                      <a:pt x="4" y="2"/>
                      <a:pt x="7" y="1"/>
                    </a:cubicBezTo>
                    <a:cubicBezTo>
                      <a:pt x="9" y="0"/>
                      <a:pt x="11" y="0"/>
                      <a:pt x="13" y="0"/>
                    </a:cubicBezTo>
                    <a:cubicBezTo>
                      <a:pt x="17" y="0"/>
                      <a:pt x="21" y="0"/>
                      <a:pt x="25" y="0"/>
                    </a:cubicBezTo>
                    <a:cubicBezTo>
                      <a:pt x="30" y="0"/>
                      <a:pt x="34" y="0"/>
                      <a:pt x="39" y="0"/>
                    </a:cubicBezTo>
                    <a:cubicBezTo>
                      <a:pt x="50" y="0"/>
                      <a:pt x="61" y="0"/>
                      <a:pt x="71" y="0"/>
                    </a:cubicBezTo>
                    <a:cubicBezTo>
                      <a:pt x="91" y="0"/>
                      <a:pt x="110" y="0"/>
                      <a:pt x="130" y="0"/>
                    </a:cubicBezTo>
                    <a:cubicBezTo>
                      <a:pt x="150" y="0"/>
                      <a:pt x="170" y="0"/>
                      <a:pt x="190" y="0"/>
                    </a:cubicBezTo>
                    <a:cubicBezTo>
                      <a:pt x="195" y="0"/>
                      <a:pt x="199" y="4"/>
                      <a:pt x="199" y="9"/>
                    </a:cubicBezTo>
                    <a:cubicBezTo>
                      <a:pt x="199" y="14"/>
                      <a:pt x="195" y="18"/>
                      <a:pt x="190" y="18"/>
                    </a:cubicBezTo>
                    <a:cubicBezTo>
                      <a:pt x="148" y="18"/>
                      <a:pt x="107" y="17"/>
                      <a:pt x="65" y="18"/>
                    </a:cubicBezTo>
                    <a:cubicBezTo>
                      <a:pt x="49" y="18"/>
                      <a:pt x="33" y="18"/>
                      <a:pt x="17" y="19"/>
                    </a:cubicBezTo>
                    <a:cubicBezTo>
                      <a:pt x="16" y="19"/>
                      <a:pt x="15" y="19"/>
                      <a:pt x="15" y="19"/>
                    </a:cubicBezTo>
                    <a:cubicBezTo>
                      <a:pt x="14" y="19"/>
                      <a:pt x="12" y="20"/>
                      <a:pt x="11" y="20"/>
                    </a:cubicBezTo>
                    <a:cubicBezTo>
                      <a:pt x="9" y="20"/>
                      <a:pt x="8" y="19"/>
                      <a:pt x="7" y="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1" name="Google Shape;3041;p32"/>
              <p:cNvSpPr/>
              <p:nvPr/>
            </p:nvSpPr>
            <p:spPr>
              <a:xfrm>
                <a:off x="-243380" y="3743638"/>
                <a:ext cx="5472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24" extrusionOk="0">
                    <a:moveTo>
                      <a:pt x="5" y="20"/>
                    </a:moveTo>
                    <a:cubicBezTo>
                      <a:pt x="0" y="16"/>
                      <a:pt x="2" y="7"/>
                      <a:pt x="8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9" y="3"/>
                      <a:pt x="12" y="3"/>
                      <a:pt x="14" y="3"/>
                    </a:cubicBezTo>
                    <a:cubicBezTo>
                      <a:pt x="17" y="3"/>
                      <a:pt x="19" y="3"/>
                      <a:pt x="21" y="3"/>
                    </a:cubicBezTo>
                    <a:cubicBezTo>
                      <a:pt x="27" y="3"/>
                      <a:pt x="32" y="2"/>
                      <a:pt x="37" y="2"/>
                    </a:cubicBezTo>
                    <a:cubicBezTo>
                      <a:pt x="48" y="2"/>
                      <a:pt x="58" y="2"/>
                      <a:pt x="68" y="1"/>
                    </a:cubicBezTo>
                    <a:cubicBezTo>
                      <a:pt x="88" y="1"/>
                      <a:pt x="109" y="0"/>
                      <a:pt x="129" y="0"/>
                    </a:cubicBezTo>
                    <a:cubicBezTo>
                      <a:pt x="133" y="0"/>
                      <a:pt x="138" y="0"/>
                      <a:pt x="143" y="0"/>
                    </a:cubicBezTo>
                    <a:cubicBezTo>
                      <a:pt x="147" y="0"/>
                      <a:pt x="151" y="4"/>
                      <a:pt x="151" y="9"/>
                    </a:cubicBezTo>
                    <a:cubicBezTo>
                      <a:pt x="151" y="14"/>
                      <a:pt x="147" y="17"/>
                      <a:pt x="143" y="18"/>
                    </a:cubicBezTo>
                    <a:cubicBezTo>
                      <a:pt x="123" y="18"/>
                      <a:pt x="104" y="18"/>
                      <a:pt x="85" y="19"/>
                    </a:cubicBezTo>
                    <a:cubicBezTo>
                      <a:pt x="67" y="20"/>
                      <a:pt x="49" y="20"/>
                      <a:pt x="31" y="21"/>
                    </a:cubicBezTo>
                    <a:cubicBezTo>
                      <a:pt x="30" y="21"/>
                      <a:pt x="28" y="21"/>
                      <a:pt x="27" y="21"/>
                    </a:cubicBezTo>
                    <a:cubicBezTo>
                      <a:pt x="24" y="22"/>
                      <a:pt x="20" y="22"/>
                      <a:pt x="16" y="23"/>
                    </a:cubicBezTo>
                    <a:cubicBezTo>
                      <a:pt x="15" y="23"/>
                      <a:pt x="15" y="23"/>
                      <a:pt x="14" y="23"/>
                    </a:cubicBezTo>
                    <a:cubicBezTo>
                      <a:pt x="14" y="23"/>
                      <a:pt x="13" y="23"/>
                      <a:pt x="12" y="23"/>
                    </a:cubicBezTo>
                    <a:cubicBezTo>
                      <a:pt x="9" y="23"/>
                      <a:pt x="7" y="23"/>
                      <a:pt x="5" y="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2" name="Google Shape;3042;p32"/>
              <p:cNvSpPr/>
              <p:nvPr/>
            </p:nvSpPr>
            <p:spPr>
              <a:xfrm>
                <a:off x="-198020" y="3744357"/>
                <a:ext cx="9360" cy="26640"/>
              </a:xfrm>
              <a:custGeom>
                <a:avLst/>
                <a:gdLst/>
                <a:ahLst/>
                <a:cxnLst/>
                <a:rect l="l" t="t" r="r" b="b"/>
                <a:pathLst>
                  <a:path w="26" h="74" extrusionOk="0">
                    <a:moveTo>
                      <a:pt x="6" y="65"/>
                    </a:moveTo>
                    <a:cubicBezTo>
                      <a:pt x="6" y="56"/>
                      <a:pt x="5" y="47"/>
                      <a:pt x="4" y="37"/>
                    </a:cubicBezTo>
                    <a:cubicBezTo>
                      <a:pt x="4" y="30"/>
                      <a:pt x="3" y="22"/>
                      <a:pt x="2" y="14"/>
                    </a:cubicBezTo>
                    <a:cubicBezTo>
                      <a:pt x="0" y="8"/>
                      <a:pt x="4" y="2"/>
                      <a:pt x="10" y="1"/>
                    </a:cubicBezTo>
                    <a:cubicBezTo>
                      <a:pt x="13" y="0"/>
                      <a:pt x="17" y="1"/>
                      <a:pt x="18" y="4"/>
                    </a:cubicBezTo>
                    <a:cubicBezTo>
                      <a:pt x="21" y="6"/>
                      <a:pt x="22" y="9"/>
                      <a:pt x="21" y="12"/>
                    </a:cubicBezTo>
                    <a:cubicBezTo>
                      <a:pt x="22" y="10"/>
                      <a:pt x="21" y="12"/>
                      <a:pt x="21" y="12"/>
                    </a:cubicBezTo>
                    <a:cubicBezTo>
                      <a:pt x="22" y="12"/>
                      <a:pt x="22" y="14"/>
                      <a:pt x="22" y="14"/>
                    </a:cubicBezTo>
                    <a:cubicBezTo>
                      <a:pt x="22" y="15"/>
                      <a:pt x="22" y="16"/>
                      <a:pt x="22" y="17"/>
                    </a:cubicBezTo>
                    <a:cubicBezTo>
                      <a:pt x="22" y="18"/>
                      <a:pt x="22" y="18"/>
                      <a:pt x="22" y="19"/>
                    </a:cubicBezTo>
                    <a:cubicBezTo>
                      <a:pt x="22" y="19"/>
                      <a:pt x="22" y="20"/>
                      <a:pt x="22" y="21"/>
                    </a:cubicBezTo>
                    <a:cubicBezTo>
                      <a:pt x="22" y="27"/>
                      <a:pt x="23" y="33"/>
                      <a:pt x="24" y="39"/>
                    </a:cubicBezTo>
                    <a:cubicBezTo>
                      <a:pt x="24" y="47"/>
                      <a:pt x="25" y="56"/>
                      <a:pt x="25" y="64"/>
                    </a:cubicBezTo>
                    <a:cubicBezTo>
                      <a:pt x="25" y="68"/>
                      <a:pt x="21" y="72"/>
                      <a:pt x="17" y="72"/>
                    </a:cubicBezTo>
                    <a:cubicBezTo>
                      <a:pt x="17" y="73"/>
                      <a:pt x="16" y="73"/>
                      <a:pt x="16" y="73"/>
                    </a:cubicBezTo>
                    <a:cubicBezTo>
                      <a:pt x="11" y="73"/>
                      <a:pt x="7" y="70"/>
                      <a:pt x="6" y="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3" name="Google Shape;3043;p32"/>
              <p:cNvSpPr/>
              <p:nvPr/>
            </p:nvSpPr>
            <p:spPr>
              <a:xfrm>
                <a:off x="-194420" y="3822118"/>
                <a:ext cx="7200" cy="48240"/>
              </a:xfrm>
              <a:custGeom>
                <a:avLst/>
                <a:gdLst/>
                <a:ahLst/>
                <a:cxnLst/>
                <a:rect l="l" t="t" r="r" b="b"/>
                <a:pathLst>
                  <a:path w="20" h="134" extrusionOk="0">
                    <a:moveTo>
                      <a:pt x="0" y="123"/>
                    </a:moveTo>
                    <a:cubicBezTo>
                      <a:pt x="0" y="104"/>
                      <a:pt x="0" y="84"/>
                      <a:pt x="0" y="64"/>
                    </a:cubicBezTo>
                    <a:cubicBezTo>
                      <a:pt x="0" y="56"/>
                      <a:pt x="0" y="47"/>
                      <a:pt x="0" y="38"/>
                    </a:cubicBezTo>
                    <a:cubicBezTo>
                      <a:pt x="0" y="32"/>
                      <a:pt x="0" y="25"/>
                      <a:pt x="0" y="19"/>
                    </a:cubicBezTo>
                    <a:cubicBezTo>
                      <a:pt x="0" y="18"/>
                      <a:pt x="0" y="17"/>
                      <a:pt x="0" y="15"/>
                    </a:cubicBezTo>
                    <a:cubicBezTo>
                      <a:pt x="0" y="14"/>
                      <a:pt x="0" y="12"/>
                      <a:pt x="0" y="11"/>
                    </a:cubicBezTo>
                    <a:cubicBezTo>
                      <a:pt x="0" y="10"/>
                      <a:pt x="0" y="10"/>
                      <a:pt x="0" y="9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4"/>
                      <a:pt x="3" y="2"/>
                      <a:pt x="7" y="1"/>
                    </a:cubicBezTo>
                    <a:cubicBezTo>
                      <a:pt x="11" y="0"/>
                      <a:pt x="17" y="2"/>
                      <a:pt x="18" y="7"/>
                    </a:cubicBezTo>
                    <a:cubicBezTo>
                      <a:pt x="19" y="8"/>
                      <a:pt x="19" y="11"/>
                      <a:pt x="19" y="13"/>
                    </a:cubicBezTo>
                    <a:cubicBezTo>
                      <a:pt x="19" y="14"/>
                      <a:pt x="19" y="14"/>
                      <a:pt x="19" y="15"/>
                    </a:cubicBezTo>
                    <a:cubicBezTo>
                      <a:pt x="19" y="17"/>
                      <a:pt x="19" y="18"/>
                      <a:pt x="19" y="20"/>
                    </a:cubicBezTo>
                    <a:cubicBezTo>
                      <a:pt x="18" y="35"/>
                      <a:pt x="18" y="50"/>
                      <a:pt x="18" y="65"/>
                    </a:cubicBezTo>
                    <a:cubicBezTo>
                      <a:pt x="18" y="85"/>
                      <a:pt x="18" y="104"/>
                      <a:pt x="18" y="123"/>
                    </a:cubicBezTo>
                    <a:cubicBezTo>
                      <a:pt x="18" y="129"/>
                      <a:pt x="14" y="133"/>
                      <a:pt x="9" y="133"/>
                    </a:cubicBezTo>
                    <a:cubicBezTo>
                      <a:pt x="4" y="133"/>
                      <a:pt x="0" y="129"/>
                      <a:pt x="0" y="1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4" name="Google Shape;3044;p32"/>
              <p:cNvSpPr/>
              <p:nvPr/>
            </p:nvSpPr>
            <p:spPr>
              <a:xfrm>
                <a:off x="-195860" y="3900598"/>
                <a:ext cx="9360" cy="52200"/>
              </a:xfrm>
              <a:custGeom>
                <a:avLst/>
                <a:gdLst/>
                <a:ahLst/>
                <a:cxnLst/>
                <a:rect l="l" t="t" r="r" b="b"/>
                <a:pathLst>
                  <a:path w="26" h="145" extrusionOk="0">
                    <a:moveTo>
                      <a:pt x="6" y="135"/>
                    </a:moveTo>
                    <a:cubicBezTo>
                      <a:pt x="5" y="114"/>
                      <a:pt x="4" y="94"/>
                      <a:pt x="4" y="74"/>
                    </a:cubicBezTo>
                    <a:cubicBezTo>
                      <a:pt x="2" y="54"/>
                      <a:pt x="2" y="34"/>
                      <a:pt x="1" y="14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4"/>
                      <a:pt x="1" y="13"/>
                    </a:cubicBezTo>
                    <a:cubicBezTo>
                      <a:pt x="0" y="7"/>
                      <a:pt x="4" y="0"/>
                      <a:pt x="11" y="0"/>
                    </a:cubicBezTo>
                    <a:cubicBezTo>
                      <a:pt x="18" y="0"/>
                      <a:pt x="22" y="7"/>
                      <a:pt x="21" y="12"/>
                    </a:cubicBezTo>
                    <a:cubicBezTo>
                      <a:pt x="21" y="32"/>
                      <a:pt x="21" y="52"/>
                      <a:pt x="22" y="71"/>
                    </a:cubicBezTo>
                    <a:cubicBezTo>
                      <a:pt x="22" y="92"/>
                      <a:pt x="23" y="114"/>
                      <a:pt x="24" y="135"/>
                    </a:cubicBezTo>
                    <a:cubicBezTo>
                      <a:pt x="25" y="140"/>
                      <a:pt x="20" y="144"/>
                      <a:pt x="15" y="144"/>
                    </a:cubicBezTo>
                    <a:cubicBezTo>
                      <a:pt x="10" y="144"/>
                      <a:pt x="6" y="140"/>
                      <a:pt x="6" y="1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5" name="Google Shape;3045;p32"/>
              <p:cNvSpPr/>
              <p:nvPr/>
            </p:nvSpPr>
            <p:spPr>
              <a:xfrm>
                <a:off x="-194060" y="3963958"/>
                <a:ext cx="7920" cy="32400"/>
              </a:xfrm>
              <a:custGeom>
                <a:avLst/>
                <a:gdLst/>
                <a:ahLst/>
                <a:cxnLst/>
                <a:rect l="l" t="t" r="r" b="b"/>
                <a:pathLst>
                  <a:path w="22" h="90" extrusionOk="0">
                    <a:moveTo>
                      <a:pt x="0" y="81"/>
                    </a:moveTo>
                    <a:cubicBezTo>
                      <a:pt x="1" y="68"/>
                      <a:pt x="2" y="57"/>
                      <a:pt x="2" y="44"/>
                    </a:cubicBezTo>
                    <a:cubicBezTo>
                      <a:pt x="2" y="34"/>
                      <a:pt x="2" y="23"/>
                      <a:pt x="2" y="12"/>
                    </a:cubicBezTo>
                    <a:cubicBezTo>
                      <a:pt x="1" y="11"/>
                      <a:pt x="1" y="10"/>
                      <a:pt x="2" y="8"/>
                    </a:cubicBezTo>
                    <a:cubicBezTo>
                      <a:pt x="2" y="8"/>
                      <a:pt x="2" y="7"/>
                      <a:pt x="2" y="6"/>
                    </a:cubicBezTo>
                    <a:cubicBezTo>
                      <a:pt x="2" y="5"/>
                      <a:pt x="3" y="4"/>
                      <a:pt x="3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6" y="2"/>
                      <a:pt x="7" y="1"/>
                      <a:pt x="9" y="0"/>
                    </a:cubicBezTo>
                    <a:cubicBezTo>
                      <a:pt x="10" y="0"/>
                      <a:pt x="10" y="0"/>
                      <a:pt x="11" y="0"/>
                    </a:cubicBezTo>
                    <a:cubicBezTo>
                      <a:pt x="12" y="0"/>
                      <a:pt x="13" y="0"/>
                      <a:pt x="14" y="0"/>
                    </a:cubicBezTo>
                    <a:cubicBezTo>
                      <a:pt x="16" y="1"/>
                      <a:pt x="17" y="1"/>
                      <a:pt x="18" y="3"/>
                    </a:cubicBezTo>
                    <a:cubicBezTo>
                      <a:pt x="18" y="3"/>
                      <a:pt x="19" y="3"/>
                      <a:pt x="19" y="4"/>
                    </a:cubicBezTo>
                    <a:cubicBezTo>
                      <a:pt x="20" y="4"/>
                      <a:pt x="20" y="5"/>
                      <a:pt x="21" y="6"/>
                    </a:cubicBezTo>
                    <a:cubicBezTo>
                      <a:pt x="21" y="7"/>
                      <a:pt x="21" y="7"/>
                      <a:pt x="21" y="8"/>
                    </a:cubicBezTo>
                    <a:cubicBezTo>
                      <a:pt x="21" y="10"/>
                      <a:pt x="21" y="11"/>
                      <a:pt x="21" y="12"/>
                    </a:cubicBezTo>
                    <a:cubicBezTo>
                      <a:pt x="20" y="35"/>
                      <a:pt x="20" y="58"/>
                      <a:pt x="18" y="81"/>
                    </a:cubicBezTo>
                    <a:cubicBezTo>
                      <a:pt x="18" y="85"/>
                      <a:pt x="14" y="89"/>
                      <a:pt x="10" y="89"/>
                    </a:cubicBezTo>
                    <a:cubicBezTo>
                      <a:pt x="4" y="89"/>
                      <a:pt x="0" y="85"/>
                      <a:pt x="0" y="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6" name="Google Shape;3046;p32"/>
              <p:cNvSpPr/>
              <p:nvPr/>
            </p:nvSpPr>
            <p:spPr>
              <a:xfrm>
                <a:off x="29500" y="3956398"/>
                <a:ext cx="13680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38" h="185" extrusionOk="0">
                    <a:moveTo>
                      <a:pt x="17" y="176"/>
                    </a:moveTo>
                    <a:cubicBezTo>
                      <a:pt x="16" y="154"/>
                      <a:pt x="14" y="132"/>
                      <a:pt x="12" y="111"/>
                    </a:cubicBezTo>
                    <a:cubicBezTo>
                      <a:pt x="10" y="91"/>
                      <a:pt x="7" y="71"/>
                      <a:pt x="4" y="51"/>
                    </a:cubicBezTo>
                    <a:cubicBezTo>
                      <a:pt x="3" y="45"/>
                      <a:pt x="2" y="38"/>
                      <a:pt x="2" y="31"/>
                    </a:cubicBezTo>
                    <a:cubicBezTo>
                      <a:pt x="1" y="25"/>
                      <a:pt x="0" y="18"/>
                      <a:pt x="0" y="11"/>
                    </a:cubicBezTo>
                    <a:cubicBezTo>
                      <a:pt x="1" y="5"/>
                      <a:pt x="6" y="0"/>
                      <a:pt x="12" y="1"/>
                    </a:cubicBezTo>
                    <a:cubicBezTo>
                      <a:pt x="17" y="2"/>
                      <a:pt x="22" y="8"/>
                      <a:pt x="20" y="14"/>
                    </a:cubicBezTo>
                    <a:cubicBezTo>
                      <a:pt x="20" y="15"/>
                      <a:pt x="20" y="16"/>
                      <a:pt x="20" y="17"/>
                    </a:cubicBezTo>
                    <a:cubicBezTo>
                      <a:pt x="20" y="21"/>
                      <a:pt x="20" y="24"/>
                      <a:pt x="20" y="28"/>
                    </a:cubicBezTo>
                    <a:cubicBezTo>
                      <a:pt x="20" y="27"/>
                      <a:pt x="20" y="26"/>
                      <a:pt x="20" y="26"/>
                    </a:cubicBezTo>
                    <a:cubicBezTo>
                      <a:pt x="20" y="28"/>
                      <a:pt x="20" y="28"/>
                      <a:pt x="20" y="29"/>
                    </a:cubicBezTo>
                    <a:cubicBezTo>
                      <a:pt x="20" y="30"/>
                      <a:pt x="20" y="31"/>
                      <a:pt x="20" y="31"/>
                    </a:cubicBezTo>
                    <a:cubicBezTo>
                      <a:pt x="20" y="32"/>
                      <a:pt x="20" y="33"/>
                      <a:pt x="20" y="34"/>
                    </a:cubicBezTo>
                    <a:cubicBezTo>
                      <a:pt x="23" y="54"/>
                      <a:pt x="26" y="74"/>
                      <a:pt x="28" y="93"/>
                    </a:cubicBezTo>
                    <a:cubicBezTo>
                      <a:pt x="30" y="114"/>
                      <a:pt x="33" y="135"/>
                      <a:pt x="35" y="155"/>
                    </a:cubicBezTo>
                    <a:cubicBezTo>
                      <a:pt x="35" y="161"/>
                      <a:pt x="36" y="167"/>
                      <a:pt x="37" y="173"/>
                    </a:cubicBezTo>
                    <a:cubicBezTo>
                      <a:pt x="37" y="178"/>
                      <a:pt x="34" y="183"/>
                      <a:pt x="28" y="184"/>
                    </a:cubicBezTo>
                    <a:lnTo>
                      <a:pt x="27" y="184"/>
                    </a:lnTo>
                    <a:cubicBezTo>
                      <a:pt x="23" y="184"/>
                      <a:pt x="18" y="181"/>
                      <a:pt x="17" y="1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7" name="Google Shape;3047;p32"/>
              <p:cNvSpPr/>
              <p:nvPr/>
            </p:nvSpPr>
            <p:spPr>
              <a:xfrm>
                <a:off x="13660" y="3975478"/>
                <a:ext cx="5112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142" h="167" extrusionOk="0">
                    <a:moveTo>
                      <a:pt x="4" y="164"/>
                    </a:moveTo>
                    <a:cubicBezTo>
                      <a:pt x="0" y="161"/>
                      <a:pt x="0" y="155"/>
                      <a:pt x="3" y="151"/>
                    </a:cubicBezTo>
                    <a:cubicBezTo>
                      <a:pt x="27" y="117"/>
                      <a:pt x="52" y="84"/>
                      <a:pt x="78" y="51"/>
                    </a:cubicBezTo>
                    <a:cubicBezTo>
                      <a:pt x="85" y="43"/>
                      <a:pt x="91" y="35"/>
                      <a:pt x="98" y="28"/>
                    </a:cubicBezTo>
                    <a:cubicBezTo>
                      <a:pt x="101" y="24"/>
                      <a:pt x="104" y="20"/>
                      <a:pt x="107" y="17"/>
                    </a:cubicBezTo>
                    <a:cubicBezTo>
                      <a:pt x="110" y="14"/>
                      <a:pt x="113" y="12"/>
                      <a:pt x="115" y="10"/>
                    </a:cubicBezTo>
                    <a:cubicBezTo>
                      <a:pt x="117" y="8"/>
                      <a:pt x="120" y="5"/>
                      <a:pt x="122" y="4"/>
                    </a:cubicBezTo>
                    <a:cubicBezTo>
                      <a:pt x="125" y="2"/>
                      <a:pt x="130" y="0"/>
                      <a:pt x="134" y="2"/>
                    </a:cubicBezTo>
                    <a:cubicBezTo>
                      <a:pt x="137" y="3"/>
                      <a:pt x="139" y="7"/>
                      <a:pt x="140" y="10"/>
                    </a:cubicBezTo>
                    <a:cubicBezTo>
                      <a:pt x="141" y="14"/>
                      <a:pt x="138" y="19"/>
                      <a:pt x="134" y="21"/>
                    </a:cubicBezTo>
                    <a:cubicBezTo>
                      <a:pt x="133" y="21"/>
                      <a:pt x="132" y="21"/>
                      <a:pt x="131" y="21"/>
                    </a:cubicBezTo>
                    <a:lnTo>
                      <a:pt x="131" y="22"/>
                    </a:lnTo>
                    <a:cubicBezTo>
                      <a:pt x="128" y="23"/>
                      <a:pt x="127" y="25"/>
                      <a:pt x="124" y="26"/>
                    </a:cubicBezTo>
                    <a:cubicBezTo>
                      <a:pt x="120" y="31"/>
                      <a:pt x="116" y="34"/>
                      <a:pt x="113" y="38"/>
                    </a:cubicBezTo>
                    <a:cubicBezTo>
                      <a:pt x="109" y="42"/>
                      <a:pt x="106" y="46"/>
                      <a:pt x="103" y="49"/>
                    </a:cubicBezTo>
                    <a:cubicBezTo>
                      <a:pt x="77" y="79"/>
                      <a:pt x="53" y="112"/>
                      <a:pt x="29" y="145"/>
                    </a:cubicBezTo>
                    <a:cubicBezTo>
                      <a:pt x="25" y="151"/>
                      <a:pt x="21" y="156"/>
                      <a:pt x="17" y="162"/>
                    </a:cubicBezTo>
                    <a:cubicBezTo>
                      <a:pt x="15" y="165"/>
                      <a:pt x="12" y="166"/>
                      <a:pt x="10" y="166"/>
                    </a:cubicBezTo>
                    <a:cubicBezTo>
                      <a:pt x="8" y="166"/>
                      <a:pt x="5" y="165"/>
                      <a:pt x="4" y="16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8" name="Google Shape;3048;p32"/>
              <p:cNvSpPr/>
              <p:nvPr/>
            </p:nvSpPr>
            <p:spPr>
              <a:xfrm>
                <a:off x="-632180" y="3405957"/>
                <a:ext cx="53640" cy="115920"/>
              </a:xfrm>
              <a:custGeom>
                <a:avLst/>
                <a:gdLst/>
                <a:ahLst/>
                <a:cxnLst/>
                <a:rect l="l" t="t" r="r" b="b"/>
                <a:pathLst>
                  <a:path w="149" h="322" extrusionOk="0">
                    <a:moveTo>
                      <a:pt x="29" y="299"/>
                    </a:moveTo>
                    <a:cubicBezTo>
                      <a:pt x="29" y="296"/>
                      <a:pt x="31" y="293"/>
                      <a:pt x="32" y="291"/>
                    </a:cubicBezTo>
                    <a:cubicBezTo>
                      <a:pt x="33" y="286"/>
                      <a:pt x="35" y="281"/>
                      <a:pt x="36" y="275"/>
                    </a:cubicBezTo>
                    <a:cubicBezTo>
                      <a:pt x="36" y="271"/>
                      <a:pt x="38" y="268"/>
                      <a:pt x="38" y="264"/>
                    </a:cubicBezTo>
                    <a:cubicBezTo>
                      <a:pt x="40" y="256"/>
                      <a:pt x="42" y="247"/>
                      <a:pt x="43" y="239"/>
                    </a:cubicBezTo>
                    <a:cubicBezTo>
                      <a:pt x="45" y="235"/>
                      <a:pt x="46" y="229"/>
                      <a:pt x="47" y="225"/>
                    </a:cubicBezTo>
                    <a:lnTo>
                      <a:pt x="46" y="225"/>
                    </a:lnTo>
                    <a:cubicBezTo>
                      <a:pt x="48" y="219"/>
                      <a:pt x="49" y="212"/>
                      <a:pt x="50" y="207"/>
                    </a:cubicBezTo>
                    <a:lnTo>
                      <a:pt x="50" y="208"/>
                    </a:lnTo>
                    <a:cubicBezTo>
                      <a:pt x="51" y="203"/>
                      <a:pt x="52" y="198"/>
                      <a:pt x="53" y="193"/>
                    </a:cubicBezTo>
                    <a:cubicBezTo>
                      <a:pt x="48" y="201"/>
                      <a:pt x="43" y="208"/>
                      <a:pt x="39" y="217"/>
                    </a:cubicBezTo>
                    <a:cubicBezTo>
                      <a:pt x="40" y="216"/>
                      <a:pt x="40" y="216"/>
                      <a:pt x="40" y="215"/>
                    </a:cubicBezTo>
                    <a:cubicBezTo>
                      <a:pt x="38" y="219"/>
                      <a:pt x="36" y="223"/>
                      <a:pt x="35" y="227"/>
                    </a:cubicBezTo>
                    <a:cubicBezTo>
                      <a:pt x="32" y="236"/>
                      <a:pt x="29" y="245"/>
                      <a:pt x="28" y="254"/>
                    </a:cubicBezTo>
                    <a:lnTo>
                      <a:pt x="28" y="253"/>
                    </a:lnTo>
                    <a:cubicBezTo>
                      <a:pt x="26" y="260"/>
                      <a:pt x="25" y="266"/>
                      <a:pt x="25" y="272"/>
                    </a:cubicBezTo>
                    <a:cubicBezTo>
                      <a:pt x="25" y="275"/>
                      <a:pt x="25" y="279"/>
                      <a:pt x="25" y="282"/>
                    </a:cubicBezTo>
                    <a:cubicBezTo>
                      <a:pt x="25" y="285"/>
                      <a:pt x="25" y="288"/>
                      <a:pt x="26" y="291"/>
                    </a:cubicBezTo>
                    <a:cubicBezTo>
                      <a:pt x="26" y="293"/>
                      <a:pt x="27" y="295"/>
                      <a:pt x="28" y="296"/>
                    </a:cubicBezTo>
                    <a:cubicBezTo>
                      <a:pt x="28" y="298"/>
                      <a:pt x="28" y="298"/>
                      <a:pt x="29" y="299"/>
                    </a:cubicBezTo>
                    <a:moveTo>
                      <a:pt x="19" y="317"/>
                    </a:moveTo>
                    <a:cubicBezTo>
                      <a:pt x="15" y="313"/>
                      <a:pt x="12" y="307"/>
                      <a:pt x="11" y="302"/>
                    </a:cubicBezTo>
                    <a:cubicBezTo>
                      <a:pt x="9" y="296"/>
                      <a:pt x="8" y="291"/>
                      <a:pt x="8" y="285"/>
                    </a:cubicBezTo>
                    <a:cubicBezTo>
                      <a:pt x="7" y="278"/>
                      <a:pt x="8" y="271"/>
                      <a:pt x="9" y="264"/>
                    </a:cubicBezTo>
                    <a:cubicBezTo>
                      <a:pt x="11" y="251"/>
                      <a:pt x="14" y="238"/>
                      <a:pt x="18" y="225"/>
                    </a:cubicBezTo>
                    <a:cubicBezTo>
                      <a:pt x="22" y="212"/>
                      <a:pt x="29" y="201"/>
                      <a:pt x="36" y="190"/>
                    </a:cubicBezTo>
                    <a:cubicBezTo>
                      <a:pt x="43" y="178"/>
                      <a:pt x="52" y="166"/>
                      <a:pt x="59" y="155"/>
                    </a:cubicBezTo>
                    <a:cubicBezTo>
                      <a:pt x="60" y="154"/>
                      <a:pt x="60" y="154"/>
                      <a:pt x="60" y="153"/>
                    </a:cubicBezTo>
                    <a:cubicBezTo>
                      <a:pt x="64" y="134"/>
                      <a:pt x="67" y="114"/>
                      <a:pt x="71" y="94"/>
                    </a:cubicBezTo>
                    <a:cubicBezTo>
                      <a:pt x="73" y="89"/>
                      <a:pt x="74" y="83"/>
                      <a:pt x="75" y="77"/>
                    </a:cubicBezTo>
                    <a:cubicBezTo>
                      <a:pt x="66" y="85"/>
                      <a:pt x="55" y="93"/>
                      <a:pt x="42" y="96"/>
                    </a:cubicBezTo>
                    <a:cubicBezTo>
                      <a:pt x="31" y="98"/>
                      <a:pt x="19" y="95"/>
                      <a:pt x="11" y="86"/>
                    </a:cubicBezTo>
                    <a:cubicBezTo>
                      <a:pt x="4" y="77"/>
                      <a:pt x="1" y="65"/>
                      <a:pt x="0" y="53"/>
                    </a:cubicBezTo>
                    <a:cubicBezTo>
                      <a:pt x="0" y="44"/>
                      <a:pt x="0" y="34"/>
                      <a:pt x="0" y="24"/>
                    </a:cubicBezTo>
                    <a:cubicBezTo>
                      <a:pt x="0" y="21"/>
                      <a:pt x="0" y="17"/>
                      <a:pt x="0" y="13"/>
                    </a:cubicBezTo>
                    <a:cubicBezTo>
                      <a:pt x="0" y="13"/>
                      <a:pt x="0" y="12"/>
                      <a:pt x="0" y="11"/>
                    </a:cubicBezTo>
                    <a:lnTo>
                      <a:pt x="0" y="10"/>
                    </a:lnTo>
                    <a:lnTo>
                      <a:pt x="0" y="9"/>
                    </a:lnTo>
                    <a:cubicBezTo>
                      <a:pt x="0" y="5"/>
                      <a:pt x="4" y="1"/>
                      <a:pt x="8" y="0"/>
                    </a:cubicBezTo>
                    <a:cubicBezTo>
                      <a:pt x="14" y="0"/>
                      <a:pt x="19" y="3"/>
                      <a:pt x="19" y="9"/>
                    </a:cubicBezTo>
                    <a:cubicBezTo>
                      <a:pt x="19" y="10"/>
                      <a:pt x="19" y="10"/>
                      <a:pt x="20" y="11"/>
                    </a:cubicBezTo>
                    <a:cubicBezTo>
                      <a:pt x="20" y="13"/>
                      <a:pt x="19" y="14"/>
                      <a:pt x="19" y="15"/>
                    </a:cubicBezTo>
                    <a:cubicBezTo>
                      <a:pt x="18" y="19"/>
                      <a:pt x="18" y="23"/>
                      <a:pt x="18" y="26"/>
                    </a:cubicBezTo>
                    <a:cubicBezTo>
                      <a:pt x="18" y="32"/>
                      <a:pt x="18" y="39"/>
                      <a:pt x="18" y="46"/>
                    </a:cubicBezTo>
                    <a:cubicBezTo>
                      <a:pt x="18" y="51"/>
                      <a:pt x="19" y="55"/>
                      <a:pt x="19" y="59"/>
                    </a:cubicBezTo>
                    <a:cubicBezTo>
                      <a:pt x="20" y="62"/>
                      <a:pt x="21" y="64"/>
                      <a:pt x="21" y="66"/>
                    </a:cubicBezTo>
                    <a:cubicBezTo>
                      <a:pt x="22" y="67"/>
                      <a:pt x="22" y="69"/>
                      <a:pt x="23" y="70"/>
                    </a:cubicBezTo>
                    <a:cubicBezTo>
                      <a:pt x="24" y="71"/>
                      <a:pt x="24" y="71"/>
                      <a:pt x="25" y="73"/>
                    </a:cubicBezTo>
                    <a:cubicBezTo>
                      <a:pt x="25" y="73"/>
                      <a:pt x="25" y="74"/>
                      <a:pt x="26" y="74"/>
                    </a:cubicBezTo>
                    <a:cubicBezTo>
                      <a:pt x="26" y="74"/>
                      <a:pt x="26" y="75"/>
                      <a:pt x="27" y="75"/>
                    </a:cubicBezTo>
                    <a:cubicBezTo>
                      <a:pt x="27" y="76"/>
                      <a:pt x="28" y="76"/>
                      <a:pt x="28" y="76"/>
                    </a:cubicBezTo>
                    <a:cubicBezTo>
                      <a:pt x="29" y="77"/>
                      <a:pt x="29" y="77"/>
                      <a:pt x="29" y="77"/>
                    </a:cubicBezTo>
                    <a:cubicBezTo>
                      <a:pt x="30" y="77"/>
                      <a:pt x="31" y="77"/>
                      <a:pt x="31" y="78"/>
                    </a:cubicBezTo>
                    <a:lnTo>
                      <a:pt x="32" y="78"/>
                    </a:lnTo>
                    <a:cubicBezTo>
                      <a:pt x="33" y="78"/>
                      <a:pt x="34" y="78"/>
                      <a:pt x="35" y="78"/>
                    </a:cubicBezTo>
                    <a:lnTo>
                      <a:pt x="36" y="78"/>
                    </a:lnTo>
                    <a:cubicBezTo>
                      <a:pt x="37" y="78"/>
                      <a:pt x="38" y="78"/>
                      <a:pt x="39" y="78"/>
                    </a:cubicBezTo>
                    <a:cubicBezTo>
                      <a:pt x="40" y="77"/>
                      <a:pt x="42" y="77"/>
                      <a:pt x="43" y="77"/>
                    </a:cubicBezTo>
                    <a:cubicBezTo>
                      <a:pt x="45" y="76"/>
                      <a:pt x="47" y="75"/>
                      <a:pt x="49" y="74"/>
                    </a:cubicBezTo>
                    <a:lnTo>
                      <a:pt x="48" y="74"/>
                    </a:lnTo>
                    <a:cubicBezTo>
                      <a:pt x="50" y="73"/>
                      <a:pt x="52" y="72"/>
                      <a:pt x="54" y="71"/>
                    </a:cubicBezTo>
                    <a:cubicBezTo>
                      <a:pt x="59" y="68"/>
                      <a:pt x="63" y="64"/>
                      <a:pt x="66" y="62"/>
                    </a:cubicBezTo>
                    <a:cubicBezTo>
                      <a:pt x="72" y="56"/>
                      <a:pt x="78" y="51"/>
                      <a:pt x="82" y="45"/>
                    </a:cubicBezTo>
                    <a:cubicBezTo>
                      <a:pt x="84" y="44"/>
                      <a:pt x="84" y="43"/>
                      <a:pt x="85" y="42"/>
                    </a:cubicBezTo>
                    <a:cubicBezTo>
                      <a:pt x="86" y="39"/>
                      <a:pt x="87" y="37"/>
                      <a:pt x="88" y="34"/>
                    </a:cubicBezTo>
                    <a:cubicBezTo>
                      <a:pt x="90" y="31"/>
                      <a:pt x="92" y="28"/>
                      <a:pt x="96" y="28"/>
                    </a:cubicBezTo>
                    <a:cubicBezTo>
                      <a:pt x="99" y="28"/>
                      <a:pt x="102" y="29"/>
                      <a:pt x="105" y="32"/>
                    </a:cubicBezTo>
                    <a:cubicBezTo>
                      <a:pt x="106" y="34"/>
                      <a:pt x="107" y="36"/>
                      <a:pt x="107" y="38"/>
                    </a:cubicBezTo>
                    <a:cubicBezTo>
                      <a:pt x="107" y="39"/>
                      <a:pt x="107" y="41"/>
                      <a:pt x="106" y="42"/>
                    </a:cubicBezTo>
                    <a:cubicBezTo>
                      <a:pt x="106" y="43"/>
                      <a:pt x="106" y="44"/>
                      <a:pt x="105" y="45"/>
                    </a:cubicBezTo>
                    <a:cubicBezTo>
                      <a:pt x="104" y="49"/>
                      <a:pt x="102" y="52"/>
                      <a:pt x="99" y="55"/>
                    </a:cubicBezTo>
                    <a:cubicBezTo>
                      <a:pt x="93" y="76"/>
                      <a:pt x="88" y="97"/>
                      <a:pt x="83" y="119"/>
                    </a:cubicBezTo>
                    <a:cubicBezTo>
                      <a:pt x="88" y="111"/>
                      <a:pt x="93" y="103"/>
                      <a:pt x="98" y="95"/>
                    </a:cubicBezTo>
                    <a:cubicBezTo>
                      <a:pt x="102" y="90"/>
                      <a:pt x="106" y="85"/>
                      <a:pt x="109" y="79"/>
                    </a:cubicBezTo>
                    <a:cubicBezTo>
                      <a:pt x="109" y="80"/>
                      <a:pt x="109" y="80"/>
                      <a:pt x="109" y="80"/>
                    </a:cubicBezTo>
                    <a:cubicBezTo>
                      <a:pt x="112" y="76"/>
                      <a:pt x="115" y="71"/>
                      <a:pt x="118" y="66"/>
                    </a:cubicBezTo>
                    <a:cubicBezTo>
                      <a:pt x="118" y="67"/>
                      <a:pt x="117" y="67"/>
                      <a:pt x="117" y="67"/>
                    </a:cubicBezTo>
                    <a:cubicBezTo>
                      <a:pt x="123" y="59"/>
                      <a:pt x="128" y="52"/>
                      <a:pt x="133" y="45"/>
                    </a:cubicBezTo>
                    <a:cubicBezTo>
                      <a:pt x="135" y="41"/>
                      <a:pt x="141" y="41"/>
                      <a:pt x="144" y="43"/>
                    </a:cubicBezTo>
                    <a:cubicBezTo>
                      <a:pt x="147" y="46"/>
                      <a:pt x="148" y="51"/>
                      <a:pt x="145" y="54"/>
                    </a:cubicBezTo>
                    <a:cubicBezTo>
                      <a:pt x="140" y="61"/>
                      <a:pt x="135" y="68"/>
                      <a:pt x="130" y="76"/>
                    </a:cubicBezTo>
                    <a:cubicBezTo>
                      <a:pt x="127" y="80"/>
                      <a:pt x="125" y="84"/>
                      <a:pt x="122" y="88"/>
                    </a:cubicBezTo>
                    <a:lnTo>
                      <a:pt x="121" y="88"/>
                    </a:lnTo>
                    <a:lnTo>
                      <a:pt x="121" y="89"/>
                    </a:lnTo>
                    <a:cubicBezTo>
                      <a:pt x="121" y="88"/>
                      <a:pt x="121" y="88"/>
                      <a:pt x="121" y="88"/>
                    </a:cubicBezTo>
                    <a:cubicBezTo>
                      <a:pt x="118" y="94"/>
                      <a:pt x="114" y="99"/>
                      <a:pt x="110" y="105"/>
                    </a:cubicBezTo>
                    <a:lnTo>
                      <a:pt x="111" y="104"/>
                    </a:lnTo>
                    <a:cubicBezTo>
                      <a:pt x="107" y="111"/>
                      <a:pt x="103" y="116"/>
                      <a:pt x="99" y="123"/>
                    </a:cubicBezTo>
                    <a:cubicBezTo>
                      <a:pt x="94" y="130"/>
                      <a:pt x="89" y="137"/>
                      <a:pt x="85" y="144"/>
                    </a:cubicBezTo>
                    <a:cubicBezTo>
                      <a:pt x="81" y="149"/>
                      <a:pt x="78" y="154"/>
                      <a:pt x="75" y="159"/>
                    </a:cubicBezTo>
                    <a:cubicBezTo>
                      <a:pt x="70" y="188"/>
                      <a:pt x="65" y="218"/>
                      <a:pt x="60" y="247"/>
                    </a:cubicBezTo>
                    <a:cubicBezTo>
                      <a:pt x="58" y="257"/>
                      <a:pt x="56" y="267"/>
                      <a:pt x="54" y="277"/>
                    </a:cubicBezTo>
                    <a:cubicBezTo>
                      <a:pt x="53" y="282"/>
                      <a:pt x="53" y="287"/>
                      <a:pt x="51" y="292"/>
                    </a:cubicBezTo>
                    <a:cubicBezTo>
                      <a:pt x="50" y="298"/>
                      <a:pt x="47" y="303"/>
                      <a:pt x="45" y="309"/>
                    </a:cubicBezTo>
                    <a:cubicBezTo>
                      <a:pt x="42" y="313"/>
                      <a:pt x="38" y="319"/>
                      <a:pt x="33" y="320"/>
                    </a:cubicBezTo>
                    <a:cubicBezTo>
                      <a:pt x="32" y="320"/>
                      <a:pt x="30" y="321"/>
                      <a:pt x="29" y="321"/>
                    </a:cubicBezTo>
                    <a:cubicBezTo>
                      <a:pt x="25" y="321"/>
                      <a:pt x="22" y="319"/>
                      <a:pt x="19" y="3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9" name="Google Shape;3049;p32"/>
              <p:cNvSpPr/>
              <p:nvPr/>
            </p:nvSpPr>
            <p:spPr>
              <a:xfrm>
                <a:off x="-489260" y="4141078"/>
                <a:ext cx="58680" cy="124200"/>
              </a:xfrm>
              <a:custGeom>
                <a:avLst/>
                <a:gdLst/>
                <a:ahLst/>
                <a:cxnLst/>
                <a:rect l="l" t="t" r="r" b="b"/>
                <a:pathLst>
                  <a:path w="163" h="345" extrusionOk="0">
                    <a:moveTo>
                      <a:pt x="24" y="344"/>
                    </a:moveTo>
                    <a:cubicBezTo>
                      <a:pt x="18" y="343"/>
                      <a:pt x="11" y="340"/>
                      <a:pt x="5" y="336"/>
                    </a:cubicBezTo>
                    <a:cubicBezTo>
                      <a:pt x="1" y="332"/>
                      <a:pt x="0" y="326"/>
                      <a:pt x="4" y="322"/>
                    </a:cubicBezTo>
                    <a:cubicBezTo>
                      <a:pt x="7" y="317"/>
                      <a:pt x="13" y="316"/>
                      <a:pt x="18" y="320"/>
                    </a:cubicBezTo>
                    <a:cubicBezTo>
                      <a:pt x="18" y="320"/>
                      <a:pt x="19" y="321"/>
                      <a:pt x="20" y="322"/>
                    </a:cubicBezTo>
                    <a:cubicBezTo>
                      <a:pt x="22" y="323"/>
                      <a:pt x="22" y="323"/>
                      <a:pt x="23" y="323"/>
                    </a:cubicBezTo>
                    <a:cubicBezTo>
                      <a:pt x="25" y="324"/>
                      <a:pt x="26" y="324"/>
                      <a:pt x="27" y="324"/>
                    </a:cubicBezTo>
                    <a:cubicBezTo>
                      <a:pt x="29" y="325"/>
                      <a:pt x="32" y="325"/>
                      <a:pt x="33" y="326"/>
                    </a:cubicBezTo>
                    <a:cubicBezTo>
                      <a:pt x="34" y="326"/>
                      <a:pt x="36" y="326"/>
                      <a:pt x="37" y="326"/>
                    </a:cubicBezTo>
                    <a:cubicBezTo>
                      <a:pt x="37" y="326"/>
                      <a:pt x="38" y="325"/>
                      <a:pt x="39" y="325"/>
                    </a:cubicBezTo>
                    <a:lnTo>
                      <a:pt x="38" y="325"/>
                    </a:lnTo>
                    <a:cubicBezTo>
                      <a:pt x="39" y="325"/>
                      <a:pt x="39" y="325"/>
                      <a:pt x="39" y="325"/>
                    </a:cubicBezTo>
                    <a:lnTo>
                      <a:pt x="38" y="325"/>
                    </a:lnTo>
                    <a:lnTo>
                      <a:pt x="39" y="325"/>
                    </a:lnTo>
                    <a:lnTo>
                      <a:pt x="40" y="324"/>
                    </a:lnTo>
                    <a:lnTo>
                      <a:pt x="41" y="324"/>
                    </a:lnTo>
                    <a:cubicBezTo>
                      <a:pt x="41" y="323"/>
                      <a:pt x="42" y="323"/>
                      <a:pt x="43" y="323"/>
                    </a:cubicBezTo>
                    <a:cubicBezTo>
                      <a:pt x="43" y="322"/>
                      <a:pt x="43" y="322"/>
                      <a:pt x="44" y="322"/>
                    </a:cubicBezTo>
                    <a:cubicBezTo>
                      <a:pt x="44" y="321"/>
                      <a:pt x="45" y="320"/>
                      <a:pt x="45" y="319"/>
                    </a:cubicBezTo>
                    <a:cubicBezTo>
                      <a:pt x="46" y="318"/>
                      <a:pt x="47" y="317"/>
                      <a:pt x="48" y="315"/>
                    </a:cubicBezTo>
                    <a:cubicBezTo>
                      <a:pt x="48" y="313"/>
                      <a:pt x="50" y="311"/>
                      <a:pt x="50" y="309"/>
                    </a:cubicBezTo>
                    <a:cubicBezTo>
                      <a:pt x="56" y="292"/>
                      <a:pt x="60" y="276"/>
                      <a:pt x="64" y="258"/>
                    </a:cubicBezTo>
                    <a:cubicBezTo>
                      <a:pt x="68" y="238"/>
                      <a:pt x="71" y="217"/>
                      <a:pt x="75" y="197"/>
                    </a:cubicBezTo>
                    <a:cubicBezTo>
                      <a:pt x="78" y="176"/>
                      <a:pt x="82" y="156"/>
                      <a:pt x="85" y="136"/>
                    </a:cubicBezTo>
                    <a:cubicBezTo>
                      <a:pt x="86" y="135"/>
                      <a:pt x="86" y="133"/>
                      <a:pt x="86" y="132"/>
                    </a:cubicBezTo>
                    <a:cubicBezTo>
                      <a:pt x="86" y="133"/>
                      <a:pt x="86" y="133"/>
                      <a:pt x="86" y="133"/>
                    </a:cubicBezTo>
                    <a:cubicBezTo>
                      <a:pt x="87" y="124"/>
                      <a:pt x="89" y="115"/>
                      <a:pt x="92" y="105"/>
                    </a:cubicBezTo>
                    <a:cubicBezTo>
                      <a:pt x="93" y="100"/>
                      <a:pt x="94" y="94"/>
                      <a:pt x="95" y="88"/>
                    </a:cubicBezTo>
                    <a:cubicBezTo>
                      <a:pt x="96" y="83"/>
                      <a:pt x="98" y="78"/>
                      <a:pt x="99" y="73"/>
                    </a:cubicBezTo>
                    <a:cubicBezTo>
                      <a:pt x="101" y="64"/>
                      <a:pt x="104" y="55"/>
                      <a:pt x="108" y="47"/>
                    </a:cubicBezTo>
                    <a:cubicBezTo>
                      <a:pt x="112" y="34"/>
                      <a:pt x="118" y="21"/>
                      <a:pt x="128" y="12"/>
                    </a:cubicBezTo>
                    <a:cubicBezTo>
                      <a:pt x="129" y="9"/>
                      <a:pt x="132" y="7"/>
                      <a:pt x="134" y="6"/>
                    </a:cubicBezTo>
                    <a:cubicBezTo>
                      <a:pt x="136" y="5"/>
                      <a:pt x="138" y="3"/>
                      <a:pt x="140" y="2"/>
                    </a:cubicBezTo>
                    <a:cubicBezTo>
                      <a:pt x="142" y="2"/>
                      <a:pt x="144" y="2"/>
                      <a:pt x="146" y="2"/>
                    </a:cubicBezTo>
                    <a:cubicBezTo>
                      <a:pt x="148" y="0"/>
                      <a:pt x="150" y="0"/>
                      <a:pt x="153" y="0"/>
                    </a:cubicBezTo>
                    <a:cubicBezTo>
                      <a:pt x="156" y="0"/>
                      <a:pt x="158" y="2"/>
                      <a:pt x="159" y="4"/>
                    </a:cubicBezTo>
                    <a:cubicBezTo>
                      <a:pt x="161" y="6"/>
                      <a:pt x="162" y="10"/>
                      <a:pt x="161" y="13"/>
                    </a:cubicBezTo>
                    <a:lnTo>
                      <a:pt x="161" y="14"/>
                    </a:lnTo>
                    <a:cubicBezTo>
                      <a:pt x="161" y="16"/>
                      <a:pt x="161" y="17"/>
                      <a:pt x="161" y="19"/>
                    </a:cubicBezTo>
                    <a:cubicBezTo>
                      <a:pt x="161" y="21"/>
                      <a:pt x="161" y="23"/>
                      <a:pt x="160" y="25"/>
                    </a:cubicBezTo>
                    <a:cubicBezTo>
                      <a:pt x="160" y="27"/>
                      <a:pt x="159" y="30"/>
                      <a:pt x="158" y="31"/>
                    </a:cubicBezTo>
                    <a:cubicBezTo>
                      <a:pt x="157" y="34"/>
                      <a:pt x="156" y="35"/>
                      <a:pt x="153" y="37"/>
                    </a:cubicBezTo>
                    <a:cubicBezTo>
                      <a:pt x="150" y="38"/>
                      <a:pt x="147" y="38"/>
                      <a:pt x="144" y="36"/>
                    </a:cubicBezTo>
                    <a:cubicBezTo>
                      <a:pt x="143" y="35"/>
                      <a:pt x="141" y="34"/>
                      <a:pt x="140" y="32"/>
                    </a:cubicBezTo>
                    <a:cubicBezTo>
                      <a:pt x="139" y="30"/>
                      <a:pt x="139" y="28"/>
                      <a:pt x="139" y="26"/>
                    </a:cubicBezTo>
                    <a:cubicBezTo>
                      <a:pt x="138" y="27"/>
                      <a:pt x="136" y="29"/>
                      <a:pt x="135" y="31"/>
                    </a:cubicBezTo>
                    <a:cubicBezTo>
                      <a:pt x="133" y="34"/>
                      <a:pt x="131" y="38"/>
                      <a:pt x="129" y="41"/>
                    </a:cubicBezTo>
                    <a:lnTo>
                      <a:pt x="129" y="42"/>
                    </a:lnTo>
                    <a:cubicBezTo>
                      <a:pt x="126" y="48"/>
                      <a:pt x="124" y="55"/>
                      <a:pt x="121" y="61"/>
                    </a:cubicBezTo>
                    <a:cubicBezTo>
                      <a:pt x="121" y="62"/>
                      <a:pt x="121" y="62"/>
                      <a:pt x="121" y="62"/>
                    </a:cubicBezTo>
                    <a:cubicBezTo>
                      <a:pt x="117" y="72"/>
                      <a:pt x="115" y="82"/>
                      <a:pt x="112" y="93"/>
                    </a:cubicBezTo>
                    <a:cubicBezTo>
                      <a:pt x="111" y="96"/>
                      <a:pt x="110" y="100"/>
                      <a:pt x="110" y="103"/>
                    </a:cubicBezTo>
                    <a:cubicBezTo>
                      <a:pt x="108" y="107"/>
                      <a:pt x="108" y="110"/>
                      <a:pt x="107" y="114"/>
                    </a:cubicBezTo>
                    <a:lnTo>
                      <a:pt x="107" y="115"/>
                    </a:lnTo>
                    <a:cubicBezTo>
                      <a:pt x="107" y="114"/>
                      <a:pt x="107" y="114"/>
                      <a:pt x="107" y="114"/>
                    </a:cubicBezTo>
                    <a:cubicBezTo>
                      <a:pt x="106" y="122"/>
                      <a:pt x="104" y="129"/>
                      <a:pt x="103" y="137"/>
                    </a:cubicBezTo>
                    <a:cubicBezTo>
                      <a:pt x="99" y="155"/>
                      <a:pt x="96" y="175"/>
                      <a:pt x="93" y="194"/>
                    </a:cubicBezTo>
                    <a:cubicBezTo>
                      <a:pt x="89" y="214"/>
                      <a:pt x="86" y="235"/>
                      <a:pt x="82" y="256"/>
                    </a:cubicBezTo>
                    <a:cubicBezTo>
                      <a:pt x="79" y="271"/>
                      <a:pt x="76" y="287"/>
                      <a:pt x="72" y="302"/>
                    </a:cubicBezTo>
                    <a:cubicBezTo>
                      <a:pt x="70" y="309"/>
                      <a:pt x="68" y="316"/>
                      <a:pt x="65" y="323"/>
                    </a:cubicBezTo>
                    <a:cubicBezTo>
                      <a:pt x="64" y="327"/>
                      <a:pt x="61" y="330"/>
                      <a:pt x="59" y="334"/>
                    </a:cubicBezTo>
                    <a:cubicBezTo>
                      <a:pt x="55" y="337"/>
                      <a:pt x="52" y="340"/>
                      <a:pt x="47" y="342"/>
                    </a:cubicBezTo>
                    <a:cubicBezTo>
                      <a:pt x="44" y="344"/>
                      <a:pt x="40" y="344"/>
                      <a:pt x="36" y="344"/>
                    </a:cubicBezTo>
                    <a:cubicBezTo>
                      <a:pt x="32" y="344"/>
                      <a:pt x="28" y="344"/>
                      <a:pt x="24" y="3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0" name="Google Shape;3050;p32"/>
              <p:cNvSpPr/>
              <p:nvPr/>
            </p:nvSpPr>
            <p:spPr>
              <a:xfrm>
                <a:off x="-479180" y="4201918"/>
                <a:ext cx="1260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35" h="25" extrusionOk="0">
                    <a:moveTo>
                      <a:pt x="5" y="21"/>
                    </a:moveTo>
                    <a:cubicBezTo>
                      <a:pt x="3" y="20"/>
                      <a:pt x="2" y="17"/>
                      <a:pt x="1" y="14"/>
                    </a:cubicBezTo>
                    <a:cubicBezTo>
                      <a:pt x="0" y="10"/>
                      <a:pt x="3" y="6"/>
                      <a:pt x="7" y="4"/>
                    </a:cubicBezTo>
                    <a:cubicBezTo>
                      <a:pt x="9" y="3"/>
                      <a:pt x="12" y="2"/>
                      <a:pt x="15" y="2"/>
                    </a:cubicBezTo>
                    <a:cubicBezTo>
                      <a:pt x="15" y="2"/>
                      <a:pt x="14" y="2"/>
                      <a:pt x="13" y="2"/>
                    </a:cubicBezTo>
                    <a:cubicBezTo>
                      <a:pt x="16" y="2"/>
                      <a:pt x="19" y="1"/>
                      <a:pt x="22" y="0"/>
                    </a:cubicBezTo>
                    <a:cubicBezTo>
                      <a:pt x="27" y="0"/>
                      <a:pt x="31" y="3"/>
                      <a:pt x="33" y="7"/>
                    </a:cubicBezTo>
                    <a:cubicBezTo>
                      <a:pt x="34" y="12"/>
                      <a:pt x="31" y="18"/>
                      <a:pt x="26" y="19"/>
                    </a:cubicBezTo>
                    <a:cubicBezTo>
                      <a:pt x="23" y="20"/>
                      <a:pt x="20" y="20"/>
                      <a:pt x="18" y="21"/>
                    </a:cubicBezTo>
                    <a:cubicBezTo>
                      <a:pt x="16" y="23"/>
                      <a:pt x="14" y="24"/>
                      <a:pt x="11" y="24"/>
                    </a:cubicBezTo>
                    <a:cubicBezTo>
                      <a:pt x="9" y="24"/>
                      <a:pt x="7" y="23"/>
                      <a:pt x="5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1" name="Google Shape;3051;p32"/>
              <p:cNvSpPr/>
              <p:nvPr/>
            </p:nvSpPr>
            <p:spPr>
              <a:xfrm>
                <a:off x="-474860" y="4200838"/>
                <a:ext cx="4536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25" extrusionOk="0">
                    <a:moveTo>
                      <a:pt x="116" y="24"/>
                    </a:moveTo>
                    <a:cubicBezTo>
                      <a:pt x="98" y="23"/>
                      <a:pt x="80" y="22"/>
                      <a:pt x="62" y="21"/>
                    </a:cubicBezTo>
                    <a:cubicBezTo>
                      <a:pt x="58" y="20"/>
                      <a:pt x="54" y="20"/>
                      <a:pt x="50" y="20"/>
                    </a:cubicBezTo>
                    <a:cubicBezTo>
                      <a:pt x="46" y="20"/>
                      <a:pt x="42" y="20"/>
                      <a:pt x="39" y="20"/>
                    </a:cubicBezTo>
                    <a:cubicBezTo>
                      <a:pt x="29" y="20"/>
                      <a:pt x="19" y="20"/>
                      <a:pt x="10" y="20"/>
                    </a:cubicBezTo>
                    <a:cubicBezTo>
                      <a:pt x="5" y="20"/>
                      <a:pt x="0" y="16"/>
                      <a:pt x="0" y="10"/>
                    </a:cubicBezTo>
                    <a:cubicBezTo>
                      <a:pt x="0" y="5"/>
                      <a:pt x="5" y="0"/>
                      <a:pt x="10" y="0"/>
                    </a:cubicBezTo>
                    <a:cubicBezTo>
                      <a:pt x="19" y="0"/>
                      <a:pt x="29" y="0"/>
                      <a:pt x="39" y="0"/>
                    </a:cubicBezTo>
                    <a:cubicBezTo>
                      <a:pt x="42" y="0"/>
                      <a:pt x="46" y="0"/>
                      <a:pt x="50" y="0"/>
                    </a:cubicBezTo>
                    <a:cubicBezTo>
                      <a:pt x="54" y="1"/>
                      <a:pt x="59" y="1"/>
                      <a:pt x="64" y="1"/>
                    </a:cubicBezTo>
                    <a:cubicBezTo>
                      <a:pt x="82" y="3"/>
                      <a:pt x="99" y="5"/>
                      <a:pt x="117" y="6"/>
                    </a:cubicBezTo>
                    <a:cubicBezTo>
                      <a:pt x="121" y="6"/>
                      <a:pt x="125" y="11"/>
                      <a:pt x="125" y="15"/>
                    </a:cubicBezTo>
                    <a:cubicBezTo>
                      <a:pt x="125" y="20"/>
                      <a:pt x="121" y="24"/>
                      <a:pt x="116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2" name="Google Shape;3052;p32"/>
              <p:cNvSpPr/>
              <p:nvPr/>
            </p:nvSpPr>
            <p:spPr>
              <a:xfrm>
                <a:off x="-430580" y="4144677"/>
                <a:ext cx="34200" cy="109440"/>
              </a:xfrm>
              <a:custGeom>
                <a:avLst/>
                <a:gdLst/>
                <a:ahLst/>
                <a:cxnLst/>
                <a:rect l="l" t="t" r="r" b="b"/>
                <a:pathLst>
                  <a:path w="95" h="304" extrusionOk="0">
                    <a:moveTo>
                      <a:pt x="39" y="300"/>
                    </a:moveTo>
                    <a:cubicBezTo>
                      <a:pt x="27" y="286"/>
                      <a:pt x="16" y="271"/>
                      <a:pt x="10" y="253"/>
                    </a:cubicBezTo>
                    <a:cubicBezTo>
                      <a:pt x="5" y="242"/>
                      <a:pt x="3" y="229"/>
                      <a:pt x="1" y="217"/>
                    </a:cubicBezTo>
                    <a:cubicBezTo>
                      <a:pt x="0" y="206"/>
                      <a:pt x="0" y="194"/>
                      <a:pt x="1" y="183"/>
                    </a:cubicBezTo>
                    <a:lnTo>
                      <a:pt x="1" y="182"/>
                    </a:lnTo>
                    <a:cubicBezTo>
                      <a:pt x="1" y="181"/>
                      <a:pt x="1" y="180"/>
                      <a:pt x="1" y="179"/>
                    </a:cubicBezTo>
                    <a:cubicBezTo>
                      <a:pt x="1" y="180"/>
                      <a:pt x="1" y="180"/>
                      <a:pt x="1" y="180"/>
                    </a:cubicBezTo>
                    <a:cubicBezTo>
                      <a:pt x="1" y="180"/>
                      <a:pt x="1" y="179"/>
                      <a:pt x="1" y="178"/>
                    </a:cubicBezTo>
                    <a:cubicBezTo>
                      <a:pt x="1" y="179"/>
                      <a:pt x="1" y="179"/>
                      <a:pt x="1" y="179"/>
                    </a:cubicBezTo>
                    <a:cubicBezTo>
                      <a:pt x="1" y="178"/>
                      <a:pt x="1" y="175"/>
                      <a:pt x="1" y="173"/>
                    </a:cubicBezTo>
                    <a:lnTo>
                      <a:pt x="1" y="172"/>
                    </a:lnTo>
                    <a:cubicBezTo>
                      <a:pt x="1" y="171"/>
                      <a:pt x="1" y="169"/>
                      <a:pt x="2" y="168"/>
                    </a:cubicBezTo>
                    <a:cubicBezTo>
                      <a:pt x="2" y="166"/>
                      <a:pt x="2" y="166"/>
                      <a:pt x="2" y="165"/>
                    </a:cubicBezTo>
                    <a:lnTo>
                      <a:pt x="2" y="166"/>
                    </a:lnTo>
                    <a:cubicBezTo>
                      <a:pt x="2" y="165"/>
                      <a:pt x="2" y="164"/>
                      <a:pt x="2" y="162"/>
                    </a:cubicBezTo>
                    <a:cubicBezTo>
                      <a:pt x="2" y="161"/>
                      <a:pt x="2" y="161"/>
                      <a:pt x="2" y="159"/>
                    </a:cubicBezTo>
                    <a:lnTo>
                      <a:pt x="3" y="159"/>
                    </a:lnTo>
                    <a:cubicBezTo>
                      <a:pt x="3" y="158"/>
                      <a:pt x="3" y="158"/>
                      <a:pt x="3" y="157"/>
                    </a:cubicBezTo>
                    <a:cubicBezTo>
                      <a:pt x="3" y="153"/>
                      <a:pt x="3" y="149"/>
                      <a:pt x="4" y="145"/>
                    </a:cubicBezTo>
                    <a:cubicBezTo>
                      <a:pt x="4" y="139"/>
                      <a:pt x="5" y="133"/>
                      <a:pt x="7" y="127"/>
                    </a:cubicBezTo>
                    <a:cubicBezTo>
                      <a:pt x="9" y="116"/>
                      <a:pt x="12" y="106"/>
                      <a:pt x="15" y="95"/>
                    </a:cubicBezTo>
                    <a:cubicBezTo>
                      <a:pt x="19" y="85"/>
                      <a:pt x="23" y="75"/>
                      <a:pt x="28" y="65"/>
                    </a:cubicBezTo>
                    <a:cubicBezTo>
                      <a:pt x="29" y="60"/>
                      <a:pt x="32" y="56"/>
                      <a:pt x="34" y="52"/>
                    </a:cubicBezTo>
                    <a:cubicBezTo>
                      <a:pt x="37" y="46"/>
                      <a:pt x="42" y="39"/>
                      <a:pt x="46" y="34"/>
                    </a:cubicBezTo>
                    <a:cubicBezTo>
                      <a:pt x="50" y="28"/>
                      <a:pt x="54" y="22"/>
                      <a:pt x="59" y="17"/>
                    </a:cubicBezTo>
                    <a:cubicBezTo>
                      <a:pt x="62" y="13"/>
                      <a:pt x="65" y="10"/>
                      <a:pt x="70" y="6"/>
                    </a:cubicBezTo>
                    <a:cubicBezTo>
                      <a:pt x="72" y="4"/>
                      <a:pt x="76" y="2"/>
                      <a:pt x="80" y="1"/>
                    </a:cubicBezTo>
                    <a:cubicBezTo>
                      <a:pt x="85" y="0"/>
                      <a:pt x="91" y="3"/>
                      <a:pt x="92" y="9"/>
                    </a:cubicBezTo>
                    <a:cubicBezTo>
                      <a:pt x="94" y="14"/>
                      <a:pt x="90" y="20"/>
                      <a:pt x="84" y="21"/>
                    </a:cubicBezTo>
                    <a:cubicBezTo>
                      <a:pt x="83" y="21"/>
                      <a:pt x="82" y="22"/>
                      <a:pt x="82" y="22"/>
                    </a:cubicBezTo>
                    <a:cubicBezTo>
                      <a:pt x="80" y="23"/>
                      <a:pt x="79" y="24"/>
                      <a:pt x="78" y="25"/>
                    </a:cubicBezTo>
                    <a:cubicBezTo>
                      <a:pt x="75" y="28"/>
                      <a:pt x="73" y="30"/>
                      <a:pt x="71" y="32"/>
                    </a:cubicBezTo>
                    <a:cubicBezTo>
                      <a:pt x="67" y="38"/>
                      <a:pt x="63" y="43"/>
                      <a:pt x="58" y="48"/>
                    </a:cubicBezTo>
                    <a:cubicBezTo>
                      <a:pt x="57" y="52"/>
                      <a:pt x="54" y="55"/>
                      <a:pt x="52" y="59"/>
                    </a:cubicBezTo>
                    <a:cubicBezTo>
                      <a:pt x="49" y="63"/>
                      <a:pt x="47" y="69"/>
                      <a:pt x="44" y="73"/>
                    </a:cubicBezTo>
                    <a:cubicBezTo>
                      <a:pt x="40" y="82"/>
                      <a:pt x="36" y="91"/>
                      <a:pt x="33" y="101"/>
                    </a:cubicBezTo>
                    <a:cubicBezTo>
                      <a:pt x="29" y="111"/>
                      <a:pt x="27" y="120"/>
                      <a:pt x="25" y="130"/>
                    </a:cubicBezTo>
                    <a:lnTo>
                      <a:pt x="25" y="131"/>
                    </a:lnTo>
                    <a:cubicBezTo>
                      <a:pt x="22" y="140"/>
                      <a:pt x="21" y="150"/>
                      <a:pt x="20" y="159"/>
                    </a:cubicBezTo>
                    <a:cubicBezTo>
                      <a:pt x="19" y="168"/>
                      <a:pt x="19" y="176"/>
                      <a:pt x="18" y="185"/>
                    </a:cubicBezTo>
                    <a:lnTo>
                      <a:pt x="18" y="184"/>
                    </a:lnTo>
                    <a:cubicBezTo>
                      <a:pt x="18" y="193"/>
                      <a:pt x="18" y="201"/>
                      <a:pt x="18" y="210"/>
                    </a:cubicBezTo>
                    <a:cubicBezTo>
                      <a:pt x="19" y="217"/>
                      <a:pt x="19" y="223"/>
                      <a:pt x="21" y="229"/>
                    </a:cubicBezTo>
                    <a:lnTo>
                      <a:pt x="21" y="230"/>
                    </a:lnTo>
                    <a:cubicBezTo>
                      <a:pt x="22" y="235"/>
                      <a:pt x="23" y="239"/>
                      <a:pt x="25" y="244"/>
                    </a:cubicBezTo>
                    <a:cubicBezTo>
                      <a:pt x="26" y="248"/>
                      <a:pt x="28" y="252"/>
                      <a:pt x="30" y="256"/>
                    </a:cubicBezTo>
                    <a:cubicBezTo>
                      <a:pt x="32" y="260"/>
                      <a:pt x="35" y="264"/>
                      <a:pt x="37" y="269"/>
                    </a:cubicBezTo>
                    <a:cubicBezTo>
                      <a:pt x="42" y="274"/>
                      <a:pt x="46" y="280"/>
                      <a:pt x="50" y="285"/>
                    </a:cubicBezTo>
                    <a:lnTo>
                      <a:pt x="49" y="284"/>
                    </a:lnTo>
                    <a:cubicBezTo>
                      <a:pt x="50" y="285"/>
                      <a:pt x="51" y="286"/>
                      <a:pt x="52" y="288"/>
                    </a:cubicBezTo>
                    <a:cubicBezTo>
                      <a:pt x="56" y="291"/>
                      <a:pt x="56" y="296"/>
                      <a:pt x="52" y="300"/>
                    </a:cubicBezTo>
                    <a:cubicBezTo>
                      <a:pt x="50" y="302"/>
                      <a:pt x="48" y="303"/>
                      <a:pt x="46" y="303"/>
                    </a:cubicBezTo>
                    <a:cubicBezTo>
                      <a:pt x="43" y="303"/>
                      <a:pt x="41" y="302"/>
                      <a:pt x="39" y="30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3" name="Google Shape;3053;p32"/>
              <p:cNvSpPr/>
              <p:nvPr/>
            </p:nvSpPr>
            <p:spPr>
              <a:xfrm>
                <a:off x="-388820" y="4190038"/>
                <a:ext cx="32040" cy="12240"/>
              </a:xfrm>
              <a:custGeom>
                <a:avLst/>
                <a:gdLst/>
                <a:ahLst/>
                <a:cxnLst/>
                <a:rect l="l" t="t" r="r" b="b"/>
                <a:pathLst>
                  <a:path w="89" h="34" extrusionOk="0">
                    <a:moveTo>
                      <a:pt x="79" y="33"/>
                    </a:moveTo>
                    <a:cubicBezTo>
                      <a:pt x="68" y="33"/>
                      <a:pt x="57" y="32"/>
                      <a:pt x="45" y="32"/>
                    </a:cubicBezTo>
                    <a:cubicBezTo>
                      <a:pt x="40" y="31"/>
                      <a:pt x="35" y="31"/>
                      <a:pt x="30" y="30"/>
                    </a:cubicBezTo>
                    <a:cubicBezTo>
                      <a:pt x="23" y="29"/>
                      <a:pt x="17" y="28"/>
                      <a:pt x="11" y="26"/>
                    </a:cubicBezTo>
                    <a:cubicBezTo>
                      <a:pt x="7" y="25"/>
                      <a:pt x="1" y="21"/>
                      <a:pt x="1" y="16"/>
                    </a:cubicBezTo>
                    <a:cubicBezTo>
                      <a:pt x="0" y="14"/>
                      <a:pt x="0" y="12"/>
                      <a:pt x="1" y="10"/>
                    </a:cubicBezTo>
                    <a:cubicBezTo>
                      <a:pt x="1" y="9"/>
                      <a:pt x="1" y="8"/>
                      <a:pt x="2" y="7"/>
                    </a:cubicBezTo>
                    <a:cubicBezTo>
                      <a:pt x="4" y="3"/>
                      <a:pt x="10" y="0"/>
                      <a:pt x="15" y="2"/>
                    </a:cubicBezTo>
                    <a:cubicBezTo>
                      <a:pt x="18" y="3"/>
                      <a:pt x="20" y="6"/>
                      <a:pt x="21" y="8"/>
                    </a:cubicBezTo>
                    <a:cubicBezTo>
                      <a:pt x="22" y="9"/>
                      <a:pt x="23" y="10"/>
                      <a:pt x="25" y="10"/>
                    </a:cubicBezTo>
                    <a:cubicBezTo>
                      <a:pt x="36" y="12"/>
                      <a:pt x="47" y="12"/>
                      <a:pt x="58" y="14"/>
                    </a:cubicBezTo>
                    <a:cubicBezTo>
                      <a:pt x="65" y="14"/>
                      <a:pt x="72" y="14"/>
                      <a:pt x="79" y="15"/>
                    </a:cubicBezTo>
                    <a:cubicBezTo>
                      <a:pt x="84" y="15"/>
                      <a:pt x="88" y="19"/>
                      <a:pt x="88" y="24"/>
                    </a:cubicBezTo>
                    <a:cubicBezTo>
                      <a:pt x="88" y="29"/>
                      <a:pt x="84" y="33"/>
                      <a:pt x="79" y="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4" name="Google Shape;3054;p32"/>
              <p:cNvSpPr/>
              <p:nvPr/>
            </p:nvSpPr>
            <p:spPr>
              <a:xfrm>
                <a:off x="-344900" y="4174918"/>
                <a:ext cx="5940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165" h="135" extrusionOk="0">
                    <a:moveTo>
                      <a:pt x="27" y="115"/>
                    </a:moveTo>
                    <a:lnTo>
                      <a:pt x="28" y="115"/>
                    </a:lnTo>
                    <a:cubicBezTo>
                      <a:pt x="27" y="115"/>
                      <a:pt x="27" y="115"/>
                      <a:pt x="27" y="115"/>
                    </a:cubicBezTo>
                    <a:cubicBezTo>
                      <a:pt x="28" y="115"/>
                      <a:pt x="28" y="114"/>
                      <a:pt x="30" y="114"/>
                    </a:cubicBezTo>
                    <a:cubicBezTo>
                      <a:pt x="30" y="114"/>
                      <a:pt x="30" y="113"/>
                      <a:pt x="31" y="113"/>
                    </a:cubicBezTo>
                    <a:cubicBezTo>
                      <a:pt x="33" y="112"/>
                      <a:pt x="34" y="112"/>
                      <a:pt x="35" y="110"/>
                    </a:cubicBezTo>
                    <a:cubicBezTo>
                      <a:pt x="37" y="110"/>
                      <a:pt x="38" y="109"/>
                      <a:pt x="39" y="108"/>
                    </a:cubicBezTo>
                    <a:cubicBezTo>
                      <a:pt x="42" y="105"/>
                      <a:pt x="45" y="102"/>
                      <a:pt x="47" y="99"/>
                    </a:cubicBezTo>
                    <a:cubicBezTo>
                      <a:pt x="51" y="95"/>
                      <a:pt x="54" y="91"/>
                      <a:pt x="58" y="86"/>
                    </a:cubicBezTo>
                    <a:cubicBezTo>
                      <a:pt x="62" y="79"/>
                      <a:pt x="67" y="71"/>
                      <a:pt x="71" y="63"/>
                    </a:cubicBezTo>
                    <a:cubicBezTo>
                      <a:pt x="73" y="58"/>
                      <a:pt x="76" y="53"/>
                      <a:pt x="78" y="48"/>
                    </a:cubicBezTo>
                    <a:cubicBezTo>
                      <a:pt x="79" y="46"/>
                      <a:pt x="79" y="43"/>
                      <a:pt x="79" y="41"/>
                    </a:cubicBezTo>
                    <a:cubicBezTo>
                      <a:pt x="80" y="36"/>
                      <a:pt x="81" y="32"/>
                      <a:pt x="83" y="28"/>
                    </a:cubicBezTo>
                    <a:cubicBezTo>
                      <a:pt x="83" y="26"/>
                      <a:pt x="84" y="24"/>
                      <a:pt x="85" y="22"/>
                    </a:cubicBezTo>
                    <a:cubicBezTo>
                      <a:pt x="86" y="21"/>
                      <a:pt x="86" y="21"/>
                      <a:pt x="87" y="20"/>
                    </a:cubicBezTo>
                    <a:cubicBezTo>
                      <a:pt x="86" y="20"/>
                      <a:pt x="86" y="20"/>
                      <a:pt x="84" y="20"/>
                    </a:cubicBezTo>
                    <a:cubicBezTo>
                      <a:pt x="83" y="20"/>
                      <a:pt x="81" y="20"/>
                      <a:pt x="80" y="20"/>
                    </a:cubicBezTo>
                    <a:cubicBezTo>
                      <a:pt x="78" y="20"/>
                      <a:pt x="76" y="20"/>
                      <a:pt x="74" y="20"/>
                    </a:cubicBezTo>
                    <a:cubicBezTo>
                      <a:pt x="73" y="21"/>
                      <a:pt x="72" y="21"/>
                      <a:pt x="70" y="21"/>
                    </a:cubicBezTo>
                    <a:cubicBezTo>
                      <a:pt x="67" y="22"/>
                      <a:pt x="66" y="23"/>
                      <a:pt x="63" y="24"/>
                    </a:cubicBezTo>
                    <a:cubicBezTo>
                      <a:pt x="62" y="25"/>
                      <a:pt x="59" y="27"/>
                      <a:pt x="58" y="28"/>
                    </a:cubicBezTo>
                    <a:cubicBezTo>
                      <a:pt x="55" y="29"/>
                      <a:pt x="53" y="31"/>
                      <a:pt x="51" y="33"/>
                    </a:cubicBezTo>
                    <a:cubicBezTo>
                      <a:pt x="49" y="35"/>
                      <a:pt x="47" y="37"/>
                      <a:pt x="45" y="39"/>
                    </a:cubicBezTo>
                    <a:cubicBezTo>
                      <a:pt x="42" y="42"/>
                      <a:pt x="39" y="46"/>
                      <a:pt x="37" y="50"/>
                    </a:cubicBezTo>
                    <a:cubicBezTo>
                      <a:pt x="34" y="54"/>
                      <a:pt x="32" y="58"/>
                      <a:pt x="30" y="61"/>
                    </a:cubicBezTo>
                    <a:cubicBezTo>
                      <a:pt x="28" y="66"/>
                      <a:pt x="26" y="70"/>
                      <a:pt x="24" y="74"/>
                    </a:cubicBezTo>
                    <a:cubicBezTo>
                      <a:pt x="23" y="80"/>
                      <a:pt x="21" y="85"/>
                      <a:pt x="20" y="91"/>
                    </a:cubicBezTo>
                    <a:cubicBezTo>
                      <a:pt x="20" y="94"/>
                      <a:pt x="19" y="96"/>
                      <a:pt x="19" y="99"/>
                    </a:cubicBezTo>
                    <a:cubicBezTo>
                      <a:pt x="19" y="101"/>
                      <a:pt x="19" y="102"/>
                      <a:pt x="19" y="104"/>
                    </a:cubicBezTo>
                    <a:cubicBezTo>
                      <a:pt x="19" y="105"/>
                      <a:pt x="19" y="106"/>
                      <a:pt x="19" y="108"/>
                    </a:cubicBezTo>
                    <a:lnTo>
                      <a:pt x="19" y="107"/>
                    </a:lnTo>
                    <a:cubicBezTo>
                      <a:pt x="19" y="108"/>
                      <a:pt x="20" y="109"/>
                      <a:pt x="20" y="109"/>
                    </a:cubicBezTo>
                    <a:cubicBezTo>
                      <a:pt x="20" y="110"/>
                      <a:pt x="20" y="110"/>
                      <a:pt x="20" y="111"/>
                    </a:cubicBezTo>
                    <a:cubicBezTo>
                      <a:pt x="21" y="112"/>
                      <a:pt x="21" y="112"/>
                      <a:pt x="21" y="112"/>
                    </a:cubicBezTo>
                    <a:cubicBezTo>
                      <a:pt x="21" y="113"/>
                      <a:pt x="21" y="113"/>
                      <a:pt x="21" y="113"/>
                    </a:cubicBezTo>
                    <a:lnTo>
                      <a:pt x="22" y="113"/>
                    </a:lnTo>
                    <a:cubicBezTo>
                      <a:pt x="22" y="113"/>
                      <a:pt x="23" y="113"/>
                      <a:pt x="23" y="114"/>
                    </a:cubicBezTo>
                    <a:lnTo>
                      <a:pt x="24" y="115"/>
                    </a:lnTo>
                    <a:cubicBezTo>
                      <a:pt x="23" y="115"/>
                      <a:pt x="23" y="114"/>
                      <a:pt x="23" y="114"/>
                    </a:cubicBezTo>
                    <a:lnTo>
                      <a:pt x="24" y="115"/>
                    </a:lnTo>
                    <a:lnTo>
                      <a:pt x="25" y="115"/>
                    </a:lnTo>
                    <a:cubicBezTo>
                      <a:pt x="26" y="115"/>
                      <a:pt x="26" y="115"/>
                      <a:pt x="26" y="115"/>
                    </a:cubicBezTo>
                    <a:cubicBezTo>
                      <a:pt x="27" y="115"/>
                      <a:pt x="27" y="115"/>
                      <a:pt x="28" y="115"/>
                    </a:cubicBezTo>
                    <a:cubicBezTo>
                      <a:pt x="27" y="115"/>
                      <a:pt x="27" y="115"/>
                      <a:pt x="27" y="115"/>
                    </a:cubicBezTo>
                    <a:moveTo>
                      <a:pt x="20" y="133"/>
                    </a:moveTo>
                    <a:cubicBezTo>
                      <a:pt x="15" y="132"/>
                      <a:pt x="10" y="128"/>
                      <a:pt x="7" y="124"/>
                    </a:cubicBezTo>
                    <a:cubicBezTo>
                      <a:pt x="5" y="122"/>
                      <a:pt x="4" y="120"/>
                      <a:pt x="3" y="117"/>
                    </a:cubicBezTo>
                    <a:cubicBezTo>
                      <a:pt x="2" y="114"/>
                      <a:pt x="1" y="111"/>
                      <a:pt x="0" y="108"/>
                    </a:cubicBezTo>
                    <a:cubicBezTo>
                      <a:pt x="0" y="101"/>
                      <a:pt x="0" y="94"/>
                      <a:pt x="2" y="88"/>
                    </a:cubicBezTo>
                    <a:cubicBezTo>
                      <a:pt x="3" y="81"/>
                      <a:pt x="5" y="73"/>
                      <a:pt x="7" y="67"/>
                    </a:cubicBezTo>
                    <a:cubicBezTo>
                      <a:pt x="13" y="53"/>
                      <a:pt x="20" y="40"/>
                      <a:pt x="29" y="28"/>
                    </a:cubicBezTo>
                    <a:cubicBezTo>
                      <a:pt x="38" y="17"/>
                      <a:pt x="51" y="7"/>
                      <a:pt x="65" y="3"/>
                    </a:cubicBezTo>
                    <a:cubicBezTo>
                      <a:pt x="72" y="1"/>
                      <a:pt x="79" y="0"/>
                      <a:pt x="86" y="0"/>
                    </a:cubicBezTo>
                    <a:cubicBezTo>
                      <a:pt x="93" y="0"/>
                      <a:pt x="100" y="2"/>
                      <a:pt x="105" y="6"/>
                    </a:cubicBezTo>
                    <a:cubicBezTo>
                      <a:pt x="111" y="9"/>
                      <a:pt x="116" y="15"/>
                      <a:pt x="118" y="21"/>
                    </a:cubicBezTo>
                    <a:cubicBezTo>
                      <a:pt x="119" y="25"/>
                      <a:pt x="120" y="28"/>
                      <a:pt x="120" y="32"/>
                    </a:cubicBezTo>
                    <a:cubicBezTo>
                      <a:pt x="120" y="32"/>
                      <a:pt x="120" y="33"/>
                      <a:pt x="120" y="34"/>
                    </a:cubicBezTo>
                    <a:cubicBezTo>
                      <a:pt x="122" y="37"/>
                      <a:pt x="123" y="41"/>
                      <a:pt x="120" y="44"/>
                    </a:cubicBezTo>
                    <a:cubicBezTo>
                      <a:pt x="119" y="48"/>
                      <a:pt x="115" y="50"/>
                      <a:pt x="111" y="50"/>
                    </a:cubicBezTo>
                    <a:cubicBezTo>
                      <a:pt x="107" y="50"/>
                      <a:pt x="104" y="48"/>
                      <a:pt x="102" y="44"/>
                    </a:cubicBezTo>
                    <a:cubicBezTo>
                      <a:pt x="102" y="43"/>
                      <a:pt x="101" y="42"/>
                      <a:pt x="101" y="41"/>
                    </a:cubicBezTo>
                    <a:cubicBezTo>
                      <a:pt x="101" y="42"/>
                      <a:pt x="101" y="43"/>
                      <a:pt x="100" y="43"/>
                    </a:cubicBezTo>
                    <a:cubicBezTo>
                      <a:pt x="99" y="46"/>
                      <a:pt x="98" y="49"/>
                      <a:pt x="97" y="51"/>
                    </a:cubicBezTo>
                    <a:cubicBezTo>
                      <a:pt x="97" y="55"/>
                      <a:pt x="96" y="59"/>
                      <a:pt x="95" y="63"/>
                    </a:cubicBezTo>
                    <a:cubicBezTo>
                      <a:pt x="95" y="68"/>
                      <a:pt x="95" y="73"/>
                      <a:pt x="95" y="78"/>
                    </a:cubicBezTo>
                    <a:cubicBezTo>
                      <a:pt x="96" y="81"/>
                      <a:pt x="97" y="84"/>
                      <a:pt x="97" y="88"/>
                    </a:cubicBezTo>
                    <a:cubicBezTo>
                      <a:pt x="98" y="91"/>
                      <a:pt x="98" y="93"/>
                      <a:pt x="99" y="95"/>
                    </a:cubicBezTo>
                    <a:cubicBezTo>
                      <a:pt x="100" y="98"/>
                      <a:pt x="101" y="99"/>
                      <a:pt x="101" y="101"/>
                    </a:cubicBezTo>
                    <a:cubicBezTo>
                      <a:pt x="102" y="102"/>
                      <a:pt x="102" y="103"/>
                      <a:pt x="104" y="105"/>
                    </a:cubicBezTo>
                    <a:cubicBezTo>
                      <a:pt x="104" y="105"/>
                      <a:pt x="105" y="106"/>
                      <a:pt x="105" y="107"/>
                    </a:cubicBezTo>
                    <a:cubicBezTo>
                      <a:pt x="106" y="108"/>
                      <a:pt x="106" y="108"/>
                      <a:pt x="107" y="108"/>
                    </a:cubicBezTo>
                    <a:cubicBezTo>
                      <a:pt x="107" y="109"/>
                      <a:pt x="108" y="109"/>
                      <a:pt x="108" y="109"/>
                    </a:cubicBezTo>
                    <a:lnTo>
                      <a:pt x="109" y="109"/>
                    </a:lnTo>
                    <a:cubicBezTo>
                      <a:pt x="109" y="110"/>
                      <a:pt x="109" y="110"/>
                      <a:pt x="109" y="110"/>
                    </a:cubicBezTo>
                    <a:cubicBezTo>
                      <a:pt x="109" y="110"/>
                      <a:pt x="110" y="110"/>
                      <a:pt x="111" y="110"/>
                    </a:cubicBezTo>
                    <a:lnTo>
                      <a:pt x="112" y="110"/>
                    </a:lnTo>
                    <a:lnTo>
                      <a:pt x="113" y="110"/>
                    </a:lnTo>
                    <a:cubicBezTo>
                      <a:pt x="115" y="110"/>
                      <a:pt x="116" y="110"/>
                      <a:pt x="117" y="110"/>
                    </a:cubicBezTo>
                    <a:cubicBezTo>
                      <a:pt x="116" y="110"/>
                      <a:pt x="116" y="110"/>
                      <a:pt x="115" y="110"/>
                    </a:cubicBezTo>
                    <a:cubicBezTo>
                      <a:pt x="116" y="110"/>
                      <a:pt x="118" y="110"/>
                      <a:pt x="118" y="109"/>
                    </a:cubicBezTo>
                    <a:cubicBezTo>
                      <a:pt x="119" y="109"/>
                      <a:pt x="120" y="109"/>
                      <a:pt x="122" y="108"/>
                    </a:cubicBezTo>
                    <a:cubicBezTo>
                      <a:pt x="124" y="107"/>
                      <a:pt x="126" y="106"/>
                      <a:pt x="128" y="104"/>
                    </a:cubicBezTo>
                    <a:cubicBezTo>
                      <a:pt x="134" y="100"/>
                      <a:pt x="139" y="96"/>
                      <a:pt x="144" y="91"/>
                    </a:cubicBezTo>
                    <a:cubicBezTo>
                      <a:pt x="145" y="91"/>
                      <a:pt x="146" y="89"/>
                      <a:pt x="147" y="89"/>
                    </a:cubicBezTo>
                    <a:cubicBezTo>
                      <a:pt x="151" y="85"/>
                      <a:pt x="156" y="85"/>
                      <a:pt x="160" y="89"/>
                    </a:cubicBezTo>
                    <a:cubicBezTo>
                      <a:pt x="164" y="92"/>
                      <a:pt x="164" y="98"/>
                      <a:pt x="160" y="102"/>
                    </a:cubicBezTo>
                    <a:cubicBezTo>
                      <a:pt x="151" y="110"/>
                      <a:pt x="141" y="119"/>
                      <a:pt x="131" y="125"/>
                    </a:cubicBezTo>
                    <a:cubicBezTo>
                      <a:pt x="123" y="128"/>
                      <a:pt x="115" y="130"/>
                      <a:pt x="107" y="129"/>
                    </a:cubicBezTo>
                    <a:cubicBezTo>
                      <a:pt x="100" y="128"/>
                      <a:pt x="94" y="123"/>
                      <a:pt x="89" y="117"/>
                    </a:cubicBezTo>
                    <a:cubicBezTo>
                      <a:pt x="84" y="110"/>
                      <a:pt x="81" y="102"/>
                      <a:pt x="79" y="94"/>
                    </a:cubicBezTo>
                    <a:cubicBezTo>
                      <a:pt x="79" y="92"/>
                      <a:pt x="78" y="91"/>
                      <a:pt x="78" y="88"/>
                    </a:cubicBezTo>
                    <a:cubicBezTo>
                      <a:pt x="71" y="99"/>
                      <a:pt x="63" y="110"/>
                      <a:pt x="54" y="120"/>
                    </a:cubicBezTo>
                    <a:cubicBezTo>
                      <a:pt x="46" y="127"/>
                      <a:pt x="37" y="134"/>
                      <a:pt x="26" y="134"/>
                    </a:cubicBezTo>
                    <a:cubicBezTo>
                      <a:pt x="24" y="134"/>
                      <a:pt x="22" y="134"/>
                      <a:pt x="20" y="1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5" name="Google Shape;3055;p32"/>
              <p:cNvSpPr/>
              <p:nvPr/>
            </p:nvSpPr>
            <p:spPr>
              <a:xfrm>
                <a:off x="-294500" y="4147198"/>
                <a:ext cx="32760" cy="121680"/>
              </a:xfrm>
              <a:custGeom>
                <a:avLst/>
                <a:gdLst/>
                <a:ahLst/>
                <a:cxnLst/>
                <a:rect l="l" t="t" r="r" b="b"/>
                <a:pathLst>
                  <a:path w="91" h="338" extrusionOk="0">
                    <a:moveTo>
                      <a:pt x="3" y="333"/>
                    </a:moveTo>
                    <a:cubicBezTo>
                      <a:pt x="0" y="329"/>
                      <a:pt x="1" y="323"/>
                      <a:pt x="5" y="320"/>
                    </a:cubicBezTo>
                    <a:cubicBezTo>
                      <a:pt x="11" y="316"/>
                      <a:pt x="17" y="312"/>
                      <a:pt x="22" y="307"/>
                    </a:cubicBezTo>
                    <a:cubicBezTo>
                      <a:pt x="27" y="303"/>
                      <a:pt x="31" y="299"/>
                      <a:pt x="35" y="294"/>
                    </a:cubicBezTo>
                    <a:cubicBezTo>
                      <a:pt x="35" y="295"/>
                      <a:pt x="34" y="295"/>
                      <a:pt x="34" y="295"/>
                    </a:cubicBezTo>
                    <a:cubicBezTo>
                      <a:pt x="40" y="288"/>
                      <a:pt x="45" y="282"/>
                      <a:pt x="50" y="274"/>
                    </a:cubicBezTo>
                    <a:cubicBezTo>
                      <a:pt x="50" y="275"/>
                      <a:pt x="50" y="275"/>
                      <a:pt x="50" y="275"/>
                    </a:cubicBezTo>
                    <a:lnTo>
                      <a:pt x="50" y="274"/>
                    </a:lnTo>
                    <a:cubicBezTo>
                      <a:pt x="54" y="268"/>
                      <a:pt x="57" y="263"/>
                      <a:pt x="60" y="257"/>
                    </a:cubicBezTo>
                    <a:cubicBezTo>
                      <a:pt x="63" y="253"/>
                      <a:pt x="64" y="247"/>
                      <a:pt x="66" y="243"/>
                    </a:cubicBezTo>
                    <a:cubicBezTo>
                      <a:pt x="68" y="239"/>
                      <a:pt x="69" y="234"/>
                      <a:pt x="70" y="230"/>
                    </a:cubicBezTo>
                    <a:cubicBezTo>
                      <a:pt x="71" y="225"/>
                      <a:pt x="71" y="219"/>
                      <a:pt x="72" y="215"/>
                    </a:cubicBezTo>
                    <a:cubicBezTo>
                      <a:pt x="73" y="205"/>
                      <a:pt x="73" y="195"/>
                      <a:pt x="71" y="185"/>
                    </a:cubicBezTo>
                    <a:cubicBezTo>
                      <a:pt x="71" y="173"/>
                      <a:pt x="69" y="161"/>
                      <a:pt x="67" y="150"/>
                    </a:cubicBezTo>
                    <a:lnTo>
                      <a:pt x="67" y="149"/>
                    </a:lnTo>
                    <a:cubicBezTo>
                      <a:pt x="64" y="138"/>
                      <a:pt x="61" y="127"/>
                      <a:pt x="59" y="117"/>
                    </a:cubicBezTo>
                    <a:cubicBezTo>
                      <a:pt x="57" y="113"/>
                      <a:pt x="56" y="110"/>
                      <a:pt x="55" y="106"/>
                    </a:cubicBezTo>
                    <a:cubicBezTo>
                      <a:pt x="54" y="103"/>
                      <a:pt x="53" y="99"/>
                      <a:pt x="51" y="95"/>
                    </a:cubicBezTo>
                    <a:cubicBezTo>
                      <a:pt x="49" y="90"/>
                      <a:pt x="47" y="84"/>
                      <a:pt x="45" y="79"/>
                    </a:cubicBezTo>
                    <a:cubicBezTo>
                      <a:pt x="43" y="74"/>
                      <a:pt x="41" y="69"/>
                      <a:pt x="39" y="64"/>
                    </a:cubicBezTo>
                    <a:cubicBezTo>
                      <a:pt x="36" y="56"/>
                      <a:pt x="31" y="46"/>
                      <a:pt x="27" y="38"/>
                    </a:cubicBezTo>
                    <a:cubicBezTo>
                      <a:pt x="27" y="37"/>
                      <a:pt x="26" y="36"/>
                      <a:pt x="25" y="35"/>
                    </a:cubicBezTo>
                    <a:cubicBezTo>
                      <a:pt x="24" y="34"/>
                      <a:pt x="23" y="33"/>
                      <a:pt x="22" y="32"/>
                    </a:cubicBezTo>
                    <a:cubicBezTo>
                      <a:pt x="21" y="29"/>
                      <a:pt x="19" y="27"/>
                      <a:pt x="18" y="24"/>
                    </a:cubicBezTo>
                    <a:cubicBezTo>
                      <a:pt x="16" y="21"/>
                      <a:pt x="14" y="17"/>
                      <a:pt x="13" y="14"/>
                    </a:cubicBezTo>
                    <a:cubicBezTo>
                      <a:pt x="11" y="10"/>
                      <a:pt x="14" y="5"/>
                      <a:pt x="17" y="3"/>
                    </a:cubicBezTo>
                    <a:cubicBezTo>
                      <a:pt x="21" y="0"/>
                      <a:pt x="26" y="1"/>
                      <a:pt x="29" y="4"/>
                    </a:cubicBezTo>
                    <a:cubicBezTo>
                      <a:pt x="34" y="9"/>
                      <a:pt x="37" y="15"/>
                      <a:pt x="40" y="20"/>
                    </a:cubicBezTo>
                    <a:cubicBezTo>
                      <a:pt x="42" y="24"/>
                      <a:pt x="44" y="28"/>
                      <a:pt x="46" y="32"/>
                    </a:cubicBezTo>
                    <a:cubicBezTo>
                      <a:pt x="48" y="37"/>
                      <a:pt x="50" y="42"/>
                      <a:pt x="52" y="47"/>
                    </a:cubicBezTo>
                    <a:cubicBezTo>
                      <a:pt x="56" y="56"/>
                      <a:pt x="60" y="66"/>
                      <a:pt x="63" y="75"/>
                    </a:cubicBezTo>
                    <a:cubicBezTo>
                      <a:pt x="71" y="97"/>
                      <a:pt x="78" y="119"/>
                      <a:pt x="84" y="142"/>
                    </a:cubicBezTo>
                    <a:cubicBezTo>
                      <a:pt x="88" y="161"/>
                      <a:pt x="90" y="181"/>
                      <a:pt x="90" y="201"/>
                    </a:cubicBezTo>
                    <a:cubicBezTo>
                      <a:pt x="90" y="211"/>
                      <a:pt x="89" y="221"/>
                      <a:pt x="88" y="230"/>
                    </a:cubicBezTo>
                    <a:cubicBezTo>
                      <a:pt x="87" y="240"/>
                      <a:pt x="83" y="249"/>
                      <a:pt x="80" y="259"/>
                    </a:cubicBezTo>
                    <a:cubicBezTo>
                      <a:pt x="71" y="277"/>
                      <a:pt x="60" y="293"/>
                      <a:pt x="46" y="308"/>
                    </a:cubicBezTo>
                    <a:cubicBezTo>
                      <a:pt x="41" y="314"/>
                      <a:pt x="35" y="320"/>
                      <a:pt x="29" y="326"/>
                    </a:cubicBezTo>
                    <a:cubicBezTo>
                      <a:pt x="24" y="328"/>
                      <a:pt x="20" y="331"/>
                      <a:pt x="16" y="335"/>
                    </a:cubicBezTo>
                    <a:cubicBezTo>
                      <a:pt x="14" y="336"/>
                      <a:pt x="13" y="337"/>
                      <a:pt x="10" y="337"/>
                    </a:cubicBezTo>
                    <a:cubicBezTo>
                      <a:pt x="8" y="337"/>
                      <a:pt x="5" y="335"/>
                      <a:pt x="3" y="3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6" name="Google Shape;3056;p32"/>
              <p:cNvSpPr/>
              <p:nvPr/>
            </p:nvSpPr>
            <p:spPr>
              <a:xfrm>
                <a:off x="-217100" y="3996718"/>
                <a:ext cx="6768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188" h="120" extrusionOk="0">
                    <a:moveTo>
                      <a:pt x="27" y="100"/>
                    </a:moveTo>
                    <a:cubicBezTo>
                      <a:pt x="27" y="100"/>
                      <a:pt x="28" y="100"/>
                      <a:pt x="28" y="99"/>
                    </a:cubicBezTo>
                    <a:cubicBezTo>
                      <a:pt x="29" y="99"/>
                      <a:pt x="29" y="99"/>
                      <a:pt x="29" y="99"/>
                    </a:cubicBezTo>
                    <a:cubicBezTo>
                      <a:pt x="30" y="99"/>
                      <a:pt x="31" y="99"/>
                      <a:pt x="32" y="98"/>
                    </a:cubicBezTo>
                    <a:lnTo>
                      <a:pt x="34" y="97"/>
                    </a:lnTo>
                    <a:cubicBezTo>
                      <a:pt x="35" y="96"/>
                      <a:pt x="36" y="95"/>
                      <a:pt x="38" y="94"/>
                    </a:cubicBezTo>
                    <a:cubicBezTo>
                      <a:pt x="40" y="92"/>
                      <a:pt x="42" y="90"/>
                      <a:pt x="44" y="88"/>
                    </a:cubicBezTo>
                    <a:cubicBezTo>
                      <a:pt x="47" y="85"/>
                      <a:pt x="49" y="81"/>
                      <a:pt x="52" y="77"/>
                    </a:cubicBezTo>
                    <a:cubicBezTo>
                      <a:pt x="56" y="71"/>
                      <a:pt x="60" y="64"/>
                      <a:pt x="64" y="57"/>
                    </a:cubicBezTo>
                    <a:cubicBezTo>
                      <a:pt x="65" y="54"/>
                      <a:pt x="67" y="50"/>
                      <a:pt x="68" y="47"/>
                    </a:cubicBezTo>
                    <a:cubicBezTo>
                      <a:pt x="67" y="46"/>
                      <a:pt x="66" y="45"/>
                      <a:pt x="64" y="43"/>
                    </a:cubicBezTo>
                    <a:cubicBezTo>
                      <a:pt x="64" y="41"/>
                      <a:pt x="64" y="39"/>
                      <a:pt x="64" y="37"/>
                    </a:cubicBezTo>
                    <a:cubicBezTo>
                      <a:pt x="63" y="35"/>
                      <a:pt x="63" y="33"/>
                      <a:pt x="63" y="31"/>
                    </a:cubicBezTo>
                    <a:cubicBezTo>
                      <a:pt x="63" y="30"/>
                      <a:pt x="62" y="29"/>
                      <a:pt x="62" y="27"/>
                    </a:cubicBezTo>
                    <a:cubicBezTo>
                      <a:pt x="61" y="27"/>
                      <a:pt x="61" y="27"/>
                      <a:pt x="61" y="27"/>
                    </a:cubicBezTo>
                    <a:lnTo>
                      <a:pt x="62" y="27"/>
                    </a:lnTo>
                    <a:cubicBezTo>
                      <a:pt x="61" y="26"/>
                      <a:pt x="61" y="26"/>
                      <a:pt x="61" y="25"/>
                    </a:cubicBezTo>
                    <a:cubicBezTo>
                      <a:pt x="60" y="25"/>
                      <a:pt x="60" y="24"/>
                      <a:pt x="59" y="23"/>
                    </a:cubicBezTo>
                    <a:lnTo>
                      <a:pt x="60" y="24"/>
                    </a:lnTo>
                    <a:cubicBezTo>
                      <a:pt x="59" y="23"/>
                      <a:pt x="59" y="23"/>
                      <a:pt x="59" y="23"/>
                    </a:cubicBezTo>
                    <a:cubicBezTo>
                      <a:pt x="58" y="22"/>
                      <a:pt x="58" y="22"/>
                      <a:pt x="57" y="22"/>
                    </a:cubicBezTo>
                    <a:lnTo>
                      <a:pt x="56" y="21"/>
                    </a:lnTo>
                    <a:cubicBezTo>
                      <a:pt x="56" y="21"/>
                      <a:pt x="55" y="21"/>
                      <a:pt x="54" y="20"/>
                    </a:cubicBezTo>
                    <a:cubicBezTo>
                      <a:pt x="55" y="20"/>
                      <a:pt x="55" y="20"/>
                      <a:pt x="55" y="20"/>
                    </a:cubicBezTo>
                    <a:lnTo>
                      <a:pt x="54" y="20"/>
                    </a:lnTo>
                    <a:lnTo>
                      <a:pt x="53" y="20"/>
                    </a:lnTo>
                    <a:lnTo>
                      <a:pt x="52" y="20"/>
                    </a:lnTo>
                    <a:cubicBezTo>
                      <a:pt x="52" y="20"/>
                      <a:pt x="51" y="20"/>
                      <a:pt x="50" y="20"/>
                    </a:cubicBezTo>
                    <a:lnTo>
                      <a:pt x="49" y="21"/>
                    </a:lnTo>
                    <a:cubicBezTo>
                      <a:pt x="48" y="21"/>
                      <a:pt x="48" y="22"/>
                      <a:pt x="47" y="22"/>
                    </a:cubicBezTo>
                    <a:cubicBezTo>
                      <a:pt x="46" y="22"/>
                      <a:pt x="46" y="22"/>
                      <a:pt x="45" y="23"/>
                    </a:cubicBezTo>
                    <a:cubicBezTo>
                      <a:pt x="44" y="24"/>
                      <a:pt x="42" y="25"/>
                      <a:pt x="41" y="26"/>
                    </a:cubicBezTo>
                    <a:cubicBezTo>
                      <a:pt x="40" y="27"/>
                      <a:pt x="39" y="28"/>
                      <a:pt x="38" y="29"/>
                    </a:cubicBezTo>
                    <a:cubicBezTo>
                      <a:pt x="36" y="31"/>
                      <a:pt x="35" y="33"/>
                      <a:pt x="33" y="36"/>
                    </a:cubicBezTo>
                    <a:cubicBezTo>
                      <a:pt x="32" y="38"/>
                      <a:pt x="30" y="40"/>
                      <a:pt x="29" y="43"/>
                    </a:cubicBezTo>
                    <a:cubicBezTo>
                      <a:pt x="27" y="46"/>
                      <a:pt x="26" y="50"/>
                      <a:pt x="25" y="52"/>
                    </a:cubicBezTo>
                    <a:cubicBezTo>
                      <a:pt x="23" y="57"/>
                      <a:pt x="22" y="62"/>
                      <a:pt x="21" y="66"/>
                    </a:cubicBezTo>
                    <a:lnTo>
                      <a:pt x="21" y="65"/>
                    </a:lnTo>
                    <a:cubicBezTo>
                      <a:pt x="20" y="71"/>
                      <a:pt x="20" y="76"/>
                      <a:pt x="19" y="82"/>
                    </a:cubicBezTo>
                    <a:cubicBezTo>
                      <a:pt x="19" y="84"/>
                      <a:pt x="19" y="86"/>
                      <a:pt x="19" y="89"/>
                    </a:cubicBezTo>
                    <a:cubicBezTo>
                      <a:pt x="20" y="90"/>
                      <a:pt x="20" y="92"/>
                      <a:pt x="20" y="93"/>
                    </a:cubicBezTo>
                    <a:lnTo>
                      <a:pt x="20" y="94"/>
                    </a:lnTo>
                    <a:cubicBezTo>
                      <a:pt x="20" y="95"/>
                      <a:pt x="21" y="96"/>
                      <a:pt x="21" y="96"/>
                    </a:cubicBezTo>
                    <a:lnTo>
                      <a:pt x="21" y="97"/>
                    </a:lnTo>
                    <a:cubicBezTo>
                      <a:pt x="21" y="97"/>
                      <a:pt x="22" y="97"/>
                      <a:pt x="22" y="98"/>
                    </a:cubicBezTo>
                    <a:cubicBezTo>
                      <a:pt x="22" y="99"/>
                      <a:pt x="23" y="99"/>
                      <a:pt x="23" y="99"/>
                    </a:cubicBezTo>
                    <a:lnTo>
                      <a:pt x="24" y="99"/>
                    </a:lnTo>
                    <a:cubicBezTo>
                      <a:pt x="25" y="99"/>
                      <a:pt x="25" y="99"/>
                      <a:pt x="25" y="100"/>
                    </a:cubicBezTo>
                    <a:lnTo>
                      <a:pt x="26" y="100"/>
                    </a:lnTo>
                    <a:cubicBezTo>
                      <a:pt x="27" y="100"/>
                      <a:pt x="27" y="100"/>
                      <a:pt x="27" y="100"/>
                    </a:cubicBezTo>
                    <a:cubicBezTo>
                      <a:pt x="26" y="100"/>
                      <a:pt x="26" y="100"/>
                      <a:pt x="26" y="100"/>
                    </a:cubicBezTo>
                    <a:lnTo>
                      <a:pt x="27" y="100"/>
                    </a:lnTo>
                    <a:cubicBezTo>
                      <a:pt x="26" y="100"/>
                      <a:pt x="26" y="100"/>
                      <a:pt x="26" y="100"/>
                    </a:cubicBezTo>
                    <a:lnTo>
                      <a:pt x="27" y="100"/>
                    </a:lnTo>
                    <a:moveTo>
                      <a:pt x="4" y="105"/>
                    </a:moveTo>
                    <a:cubicBezTo>
                      <a:pt x="1" y="100"/>
                      <a:pt x="0" y="94"/>
                      <a:pt x="0" y="88"/>
                    </a:cubicBezTo>
                    <a:cubicBezTo>
                      <a:pt x="0" y="80"/>
                      <a:pt x="1" y="72"/>
                      <a:pt x="2" y="64"/>
                    </a:cubicBezTo>
                    <a:cubicBezTo>
                      <a:pt x="5" y="51"/>
                      <a:pt x="10" y="37"/>
                      <a:pt x="17" y="25"/>
                    </a:cubicBezTo>
                    <a:cubicBezTo>
                      <a:pt x="24" y="15"/>
                      <a:pt x="33" y="5"/>
                      <a:pt x="45" y="2"/>
                    </a:cubicBezTo>
                    <a:cubicBezTo>
                      <a:pt x="53" y="0"/>
                      <a:pt x="60" y="1"/>
                      <a:pt x="67" y="5"/>
                    </a:cubicBezTo>
                    <a:cubicBezTo>
                      <a:pt x="69" y="2"/>
                      <a:pt x="72" y="0"/>
                      <a:pt x="76" y="0"/>
                    </a:cubicBezTo>
                    <a:cubicBezTo>
                      <a:pt x="81" y="0"/>
                      <a:pt x="86" y="4"/>
                      <a:pt x="86" y="9"/>
                    </a:cubicBezTo>
                    <a:cubicBezTo>
                      <a:pt x="86" y="11"/>
                      <a:pt x="86" y="13"/>
                      <a:pt x="86" y="15"/>
                    </a:cubicBezTo>
                    <a:cubicBezTo>
                      <a:pt x="85" y="20"/>
                      <a:pt x="85" y="25"/>
                      <a:pt x="84" y="30"/>
                    </a:cubicBezTo>
                    <a:cubicBezTo>
                      <a:pt x="88" y="32"/>
                      <a:pt x="91" y="36"/>
                      <a:pt x="91" y="40"/>
                    </a:cubicBezTo>
                    <a:cubicBezTo>
                      <a:pt x="92" y="46"/>
                      <a:pt x="91" y="52"/>
                      <a:pt x="92" y="58"/>
                    </a:cubicBezTo>
                    <a:cubicBezTo>
                      <a:pt x="92" y="60"/>
                      <a:pt x="92" y="62"/>
                      <a:pt x="92" y="64"/>
                    </a:cubicBezTo>
                    <a:lnTo>
                      <a:pt x="92" y="63"/>
                    </a:lnTo>
                    <a:cubicBezTo>
                      <a:pt x="92" y="64"/>
                      <a:pt x="92" y="65"/>
                      <a:pt x="93" y="66"/>
                    </a:cubicBezTo>
                    <a:cubicBezTo>
                      <a:pt x="93" y="67"/>
                      <a:pt x="94" y="68"/>
                      <a:pt x="94" y="69"/>
                    </a:cubicBezTo>
                    <a:cubicBezTo>
                      <a:pt x="95" y="70"/>
                      <a:pt x="95" y="71"/>
                      <a:pt x="96" y="72"/>
                    </a:cubicBezTo>
                    <a:cubicBezTo>
                      <a:pt x="96" y="72"/>
                      <a:pt x="96" y="73"/>
                      <a:pt x="97" y="73"/>
                    </a:cubicBezTo>
                    <a:lnTo>
                      <a:pt x="98" y="74"/>
                    </a:lnTo>
                    <a:cubicBezTo>
                      <a:pt x="98" y="74"/>
                      <a:pt x="97" y="74"/>
                      <a:pt x="97" y="73"/>
                    </a:cubicBezTo>
                    <a:cubicBezTo>
                      <a:pt x="98" y="74"/>
                      <a:pt x="98" y="75"/>
                      <a:pt x="99" y="75"/>
                    </a:cubicBezTo>
                    <a:cubicBezTo>
                      <a:pt x="99" y="76"/>
                      <a:pt x="100" y="76"/>
                      <a:pt x="101" y="77"/>
                    </a:cubicBezTo>
                    <a:cubicBezTo>
                      <a:pt x="102" y="78"/>
                      <a:pt x="103" y="78"/>
                      <a:pt x="103" y="79"/>
                    </a:cubicBezTo>
                    <a:cubicBezTo>
                      <a:pt x="105" y="79"/>
                      <a:pt x="106" y="80"/>
                      <a:pt x="108" y="80"/>
                    </a:cubicBezTo>
                    <a:cubicBezTo>
                      <a:pt x="110" y="81"/>
                      <a:pt x="112" y="82"/>
                      <a:pt x="114" y="82"/>
                    </a:cubicBezTo>
                    <a:cubicBezTo>
                      <a:pt x="116" y="82"/>
                      <a:pt x="117" y="82"/>
                      <a:pt x="119" y="83"/>
                    </a:cubicBezTo>
                    <a:cubicBezTo>
                      <a:pt x="120" y="83"/>
                      <a:pt x="122" y="83"/>
                      <a:pt x="124" y="83"/>
                    </a:cubicBezTo>
                    <a:cubicBezTo>
                      <a:pt x="126" y="82"/>
                      <a:pt x="128" y="82"/>
                      <a:pt x="130" y="82"/>
                    </a:cubicBezTo>
                    <a:cubicBezTo>
                      <a:pt x="133" y="81"/>
                      <a:pt x="135" y="80"/>
                      <a:pt x="137" y="80"/>
                    </a:cubicBezTo>
                    <a:cubicBezTo>
                      <a:pt x="140" y="79"/>
                      <a:pt x="144" y="77"/>
                      <a:pt x="147" y="76"/>
                    </a:cubicBezTo>
                    <a:cubicBezTo>
                      <a:pt x="152" y="73"/>
                      <a:pt x="157" y="70"/>
                      <a:pt x="162" y="67"/>
                    </a:cubicBezTo>
                    <a:cubicBezTo>
                      <a:pt x="165" y="65"/>
                      <a:pt x="168" y="62"/>
                      <a:pt x="171" y="60"/>
                    </a:cubicBezTo>
                    <a:cubicBezTo>
                      <a:pt x="175" y="57"/>
                      <a:pt x="181" y="58"/>
                      <a:pt x="184" y="62"/>
                    </a:cubicBezTo>
                    <a:cubicBezTo>
                      <a:pt x="187" y="66"/>
                      <a:pt x="187" y="72"/>
                      <a:pt x="183" y="75"/>
                    </a:cubicBezTo>
                    <a:cubicBezTo>
                      <a:pt x="162" y="92"/>
                      <a:pt x="137" y="106"/>
                      <a:pt x="109" y="101"/>
                    </a:cubicBezTo>
                    <a:cubicBezTo>
                      <a:pt x="102" y="99"/>
                      <a:pt x="95" y="97"/>
                      <a:pt x="89" y="93"/>
                    </a:cubicBezTo>
                    <a:cubicBezTo>
                      <a:pt x="83" y="88"/>
                      <a:pt x="78" y="82"/>
                      <a:pt x="75" y="75"/>
                    </a:cubicBezTo>
                    <a:cubicBezTo>
                      <a:pt x="74" y="77"/>
                      <a:pt x="73" y="79"/>
                      <a:pt x="72" y="81"/>
                    </a:cubicBezTo>
                    <a:cubicBezTo>
                      <a:pt x="69" y="86"/>
                      <a:pt x="66" y="91"/>
                      <a:pt x="63" y="95"/>
                    </a:cubicBezTo>
                    <a:cubicBezTo>
                      <a:pt x="55" y="106"/>
                      <a:pt x="45" y="115"/>
                      <a:pt x="33" y="118"/>
                    </a:cubicBezTo>
                    <a:cubicBezTo>
                      <a:pt x="31" y="119"/>
                      <a:pt x="29" y="119"/>
                      <a:pt x="27" y="119"/>
                    </a:cubicBezTo>
                    <a:cubicBezTo>
                      <a:pt x="17" y="119"/>
                      <a:pt x="8" y="114"/>
                      <a:pt x="4" y="1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7" name="Google Shape;3057;p32"/>
              <p:cNvSpPr/>
              <p:nvPr/>
            </p:nvSpPr>
            <p:spPr>
              <a:xfrm>
                <a:off x="-612380" y="3865318"/>
                <a:ext cx="59400" cy="76680"/>
              </a:xfrm>
              <a:custGeom>
                <a:avLst/>
                <a:gdLst/>
                <a:ahLst/>
                <a:cxnLst/>
                <a:rect l="l" t="t" r="r" b="b"/>
                <a:pathLst>
                  <a:path w="165" h="213" extrusionOk="0">
                    <a:moveTo>
                      <a:pt x="51" y="193"/>
                    </a:moveTo>
                    <a:cubicBezTo>
                      <a:pt x="52" y="193"/>
                      <a:pt x="53" y="193"/>
                      <a:pt x="55" y="193"/>
                    </a:cubicBezTo>
                    <a:cubicBezTo>
                      <a:pt x="57" y="192"/>
                      <a:pt x="58" y="191"/>
                      <a:pt x="60" y="191"/>
                    </a:cubicBezTo>
                    <a:cubicBezTo>
                      <a:pt x="63" y="190"/>
                      <a:pt x="65" y="189"/>
                      <a:pt x="68" y="188"/>
                    </a:cubicBezTo>
                    <a:cubicBezTo>
                      <a:pt x="70" y="187"/>
                      <a:pt x="73" y="185"/>
                      <a:pt x="75" y="183"/>
                    </a:cubicBezTo>
                    <a:cubicBezTo>
                      <a:pt x="80" y="180"/>
                      <a:pt x="85" y="176"/>
                      <a:pt x="89" y="173"/>
                    </a:cubicBezTo>
                    <a:cubicBezTo>
                      <a:pt x="95" y="168"/>
                      <a:pt x="100" y="162"/>
                      <a:pt x="105" y="157"/>
                    </a:cubicBezTo>
                    <a:cubicBezTo>
                      <a:pt x="111" y="150"/>
                      <a:pt x="116" y="144"/>
                      <a:pt x="120" y="137"/>
                    </a:cubicBezTo>
                    <a:cubicBezTo>
                      <a:pt x="120" y="137"/>
                      <a:pt x="121" y="137"/>
                      <a:pt x="121" y="136"/>
                    </a:cubicBezTo>
                    <a:cubicBezTo>
                      <a:pt x="121" y="137"/>
                      <a:pt x="121" y="137"/>
                      <a:pt x="120" y="137"/>
                    </a:cubicBezTo>
                    <a:cubicBezTo>
                      <a:pt x="125" y="130"/>
                      <a:pt x="129" y="123"/>
                      <a:pt x="132" y="116"/>
                    </a:cubicBezTo>
                    <a:cubicBezTo>
                      <a:pt x="135" y="111"/>
                      <a:pt x="138" y="105"/>
                      <a:pt x="139" y="100"/>
                    </a:cubicBezTo>
                    <a:lnTo>
                      <a:pt x="139" y="99"/>
                    </a:lnTo>
                    <a:lnTo>
                      <a:pt x="140" y="99"/>
                    </a:lnTo>
                    <a:cubicBezTo>
                      <a:pt x="139" y="99"/>
                      <a:pt x="139" y="99"/>
                      <a:pt x="139" y="99"/>
                    </a:cubicBezTo>
                    <a:cubicBezTo>
                      <a:pt x="141" y="94"/>
                      <a:pt x="143" y="89"/>
                      <a:pt x="144" y="83"/>
                    </a:cubicBezTo>
                    <a:cubicBezTo>
                      <a:pt x="144" y="84"/>
                      <a:pt x="144" y="84"/>
                      <a:pt x="144" y="84"/>
                    </a:cubicBezTo>
                    <a:cubicBezTo>
                      <a:pt x="145" y="80"/>
                      <a:pt x="145" y="76"/>
                      <a:pt x="145" y="71"/>
                    </a:cubicBezTo>
                    <a:cubicBezTo>
                      <a:pt x="146" y="67"/>
                      <a:pt x="146" y="63"/>
                      <a:pt x="145" y="59"/>
                    </a:cubicBezTo>
                    <a:cubicBezTo>
                      <a:pt x="145" y="55"/>
                      <a:pt x="145" y="52"/>
                      <a:pt x="144" y="49"/>
                    </a:cubicBezTo>
                    <a:cubicBezTo>
                      <a:pt x="144" y="45"/>
                      <a:pt x="143" y="42"/>
                      <a:pt x="142" y="39"/>
                    </a:cubicBezTo>
                    <a:cubicBezTo>
                      <a:pt x="141" y="38"/>
                      <a:pt x="141" y="38"/>
                      <a:pt x="141" y="37"/>
                    </a:cubicBezTo>
                    <a:cubicBezTo>
                      <a:pt x="140" y="36"/>
                      <a:pt x="139" y="34"/>
                      <a:pt x="138" y="33"/>
                    </a:cubicBezTo>
                    <a:cubicBezTo>
                      <a:pt x="137" y="32"/>
                      <a:pt x="137" y="31"/>
                      <a:pt x="135" y="29"/>
                    </a:cubicBezTo>
                    <a:cubicBezTo>
                      <a:pt x="134" y="28"/>
                      <a:pt x="132" y="27"/>
                      <a:pt x="131" y="25"/>
                    </a:cubicBezTo>
                    <a:cubicBezTo>
                      <a:pt x="130" y="24"/>
                      <a:pt x="128" y="22"/>
                      <a:pt x="126" y="21"/>
                    </a:cubicBezTo>
                    <a:cubicBezTo>
                      <a:pt x="127" y="21"/>
                      <a:pt x="127" y="21"/>
                      <a:pt x="127" y="22"/>
                    </a:cubicBezTo>
                    <a:cubicBezTo>
                      <a:pt x="127" y="21"/>
                      <a:pt x="126" y="21"/>
                      <a:pt x="125" y="20"/>
                    </a:cubicBezTo>
                    <a:cubicBezTo>
                      <a:pt x="124" y="20"/>
                      <a:pt x="123" y="20"/>
                      <a:pt x="123" y="20"/>
                    </a:cubicBezTo>
                    <a:cubicBezTo>
                      <a:pt x="122" y="19"/>
                      <a:pt x="121" y="19"/>
                      <a:pt x="120" y="18"/>
                    </a:cubicBezTo>
                    <a:cubicBezTo>
                      <a:pt x="119" y="18"/>
                      <a:pt x="118" y="18"/>
                      <a:pt x="117" y="18"/>
                    </a:cubicBezTo>
                    <a:cubicBezTo>
                      <a:pt x="116" y="18"/>
                      <a:pt x="115" y="18"/>
                      <a:pt x="114" y="18"/>
                    </a:cubicBezTo>
                    <a:cubicBezTo>
                      <a:pt x="113" y="18"/>
                      <a:pt x="111" y="18"/>
                      <a:pt x="110" y="19"/>
                    </a:cubicBezTo>
                    <a:cubicBezTo>
                      <a:pt x="108" y="20"/>
                      <a:pt x="106" y="20"/>
                      <a:pt x="104" y="21"/>
                    </a:cubicBezTo>
                    <a:cubicBezTo>
                      <a:pt x="102" y="21"/>
                      <a:pt x="101" y="22"/>
                      <a:pt x="99" y="22"/>
                    </a:cubicBezTo>
                    <a:cubicBezTo>
                      <a:pt x="97" y="24"/>
                      <a:pt x="95" y="25"/>
                      <a:pt x="92" y="27"/>
                    </a:cubicBezTo>
                    <a:cubicBezTo>
                      <a:pt x="89" y="29"/>
                      <a:pt x="85" y="32"/>
                      <a:pt x="81" y="35"/>
                    </a:cubicBezTo>
                    <a:lnTo>
                      <a:pt x="82" y="35"/>
                    </a:lnTo>
                    <a:cubicBezTo>
                      <a:pt x="79" y="38"/>
                      <a:pt x="76" y="41"/>
                      <a:pt x="73" y="44"/>
                    </a:cubicBezTo>
                    <a:cubicBezTo>
                      <a:pt x="73" y="45"/>
                      <a:pt x="73" y="45"/>
                      <a:pt x="73" y="46"/>
                    </a:cubicBezTo>
                    <a:cubicBezTo>
                      <a:pt x="73" y="52"/>
                      <a:pt x="68" y="56"/>
                      <a:pt x="63" y="56"/>
                    </a:cubicBezTo>
                    <a:lnTo>
                      <a:pt x="62" y="56"/>
                    </a:lnTo>
                    <a:cubicBezTo>
                      <a:pt x="58" y="61"/>
                      <a:pt x="54" y="66"/>
                      <a:pt x="51" y="71"/>
                    </a:cubicBezTo>
                    <a:cubicBezTo>
                      <a:pt x="44" y="80"/>
                      <a:pt x="39" y="90"/>
                      <a:pt x="33" y="100"/>
                    </a:cubicBezTo>
                    <a:cubicBezTo>
                      <a:pt x="31" y="103"/>
                      <a:pt x="29" y="106"/>
                      <a:pt x="27" y="110"/>
                    </a:cubicBezTo>
                    <a:cubicBezTo>
                      <a:pt x="26" y="113"/>
                      <a:pt x="26" y="116"/>
                      <a:pt x="25" y="119"/>
                    </a:cubicBezTo>
                    <a:cubicBezTo>
                      <a:pt x="25" y="118"/>
                      <a:pt x="25" y="117"/>
                      <a:pt x="25" y="117"/>
                    </a:cubicBezTo>
                    <a:cubicBezTo>
                      <a:pt x="24" y="122"/>
                      <a:pt x="23" y="127"/>
                      <a:pt x="23" y="131"/>
                    </a:cubicBezTo>
                    <a:cubicBezTo>
                      <a:pt x="22" y="137"/>
                      <a:pt x="22" y="143"/>
                      <a:pt x="21" y="148"/>
                    </a:cubicBezTo>
                    <a:cubicBezTo>
                      <a:pt x="21" y="152"/>
                      <a:pt x="21" y="157"/>
                      <a:pt x="21" y="162"/>
                    </a:cubicBezTo>
                    <a:cubicBezTo>
                      <a:pt x="21" y="164"/>
                      <a:pt x="22" y="167"/>
                      <a:pt x="22" y="169"/>
                    </a:cubicBezTo>
                    <a:cubicBezTo>
                      <a:pt x="22" y="171"/>
                      <a:pt x="23" y="173"/>
                      <a:pt x="23" y="175"/>
                    </a:cubicBezTo>
                    <a:cubicBezTo>
                      <a:pt x="24" y="176"/>
                      <a:pt x="25" y="178"/>
                      <a:pt x="25" y="179"/>
                    </a:cubicBezTo>
                    <a:cubicBezTo>
                      <a:pt x="26" y="180"/>
                      <a:pt x="26" y="182"/>
                      <a:pt x="28" y="183"/>
                    </a:cubicBezTo>
                    <a:lnTo>
                      <a:pt x="29" y="184"/>
                    </a:lnTo>
                    <a:cubicBezTo>
                      <a:pt x="29" y="185"/>
                      <a:pt x="30" y="186"/>
                      <a:pt x="31" y="187"/>
                    </a:cubicBezTo>
                    <a:cubicBezTo>
                      <a:pt x="32" y="187"/>
                      <a:pt x="33" y="188"/>
                      <a:pt x="34" y="189"/>
                    </a:cubicBezTo>
                    <a:cubicBezTo>
                      <a:pt x="35" y="189"/>
                      <a:pt x="36" y="190"/>
                      <a:pt x="37" y="191"/>
                    </a:cubicBezTo>
                    <a:cubicBezTo>
                      <a:pt x="38" y="191"/>
                      <a:pt x="39" y="191"/>
                      <a:pt x="39" y="191"/>
                    </a:cubicBezTo>
                    <a:cubicBezTo>
                      <a:pt x="40" y="192"/>
                      <a:pt x="42" y="192"/>
                      <a:pt x="43" y="193"/>
                    </a:cubicBezTo>
                    <a:cubicBezTo>
                      <a:pt x="44" y="193"/>
                      <a:pt x="46" y="193"/>
                      <a:pt x="47" y="193"/>
                    </a:cubicBezTo>
                    <a:cubicBezTo>
                      <a:pt x="48" y="193"/>
                      <a:pt x="49" y="193"/>
                      <a:pt x="51" y="193"/>
                    </a:cubicBezTo>
                    <a:moveTo>
                      <a:pt x="37" y="211"/>
                    </a:moveTo>
                    <a:cubicBezTo>
                      <a:pt x="31" y="209"/>
                      <a:pt x="25" y="206"/>
                      <a:pt x="21" y="202"/>
                    </a:cubicBezTo>
                    <a:cubicBezTo>
                      <a:pt x="15" y="198"/>
                      <a:pt x="11" y="193"/>
                      <a:pt x="9" y="187"/>
                    </a:cubicBezTo>
                    <a:cubicBezTo>
                      <a:pt x="0" y="168"/>
                      <a:pt x="3" y="145"/>
                      <a:pt x="5" y="125"/>
                    </a:cubicBezTo>
                    <a:cubicBezTo>
                      <a:pt x="5" y="124"/>
                      <a:pt x="5" y="124"/>
                      <a:pt x="5" y="124"/>
                    </a:cubicBezTo>
                    <a:cubicBezTo>
                      <a:pt x="3" y="121"/>
                      <a:pt x="3" y="117"/>
                      <a:pt x="4" y="114"/>
                    </a:cubicBezTo>
                    <a:cubicBezTo>
                      <a:pt x="6" y="111"/>
                      <a:pt x="7" y="109"/>
                      <a:pt x="8" y="106"/>
                    </a:cubicBezTo>
                    <a:cubicBezTo>
                      <a:pt x="10" y="102"/>
                      <a:pt x="11" y="98"/>
                      <a:pt x="12" y="94"/>
                    </a:cubicBezTo>
                    <a:cubicBezTo>
                      <a:pt x="16" y="80"/>
                      <a:pt x="21" y="67"/>
                      <a:pt x="28" y="55"/>
                    </a:cubicBezTo>
                    <a:cubicBezTo>
                      <a:pt x="30" y="49"/>
                      <a:pt x="34" y="44"/>
                      <a:pt x="38" y="39"/>
                    </a:cubicBezTo>
                    <a:cubicBezTo>
                      <a:pt x="42" y="35"/>
                      <a:pt x="47" y="31"/>
                      <a:pt x="53" y="29"/>
                    </a:cubicBezTo>
                    <a:cubicBezTo>
                      <a:pt x="55" y="28"/>
                      <a:pt x="58" y="28"/>
                      <a:pt x="60" y="29"/>
                    </a:cubicBezTo>
                    <a:cubicBezTo>
                      <a:pt x="61" y="29"/>
                      <a:pt x="61" y="29"/>
                      <a:pt x="61" y="29"/>
                    </a:cubicBezTo>
                    <a:cubicBezTo>
                      <a:pt x="63" y="28"/>
                      <a:pt x="63" y="27"/>
                      <a:pt x="64" y="26"/>
                    </a:cubicBezTo>
                    <a:cubicBezTo>
                      <a:pt x="69" y="21"/>
                      <a:pt x="74" y="17"/>
                      <a:pt x="79" y="13"/>
                    </a:cubicBezTo>
                    <a:cubicBezTo>
                      <a:pt x="85" y="9"/>
                      <a:pt x="90" y="6"/>
                      <a:pt x="97" y="3"/>
                    </a:cubicBezTo>
                    <a:cubicBezTo>
                      <a:pt x="103" y="2"/>
                      <a:pt x="109" y="0"/>
                      <a:pt x="115" y="0"/>
                    </a:cubicBezTo>
                    <a:cubicBezTo>
                      <a:pt x="121" y="0"/>
                      <a:pt x="127" y="1"/>
                      <a:pt x="133" y="4"/>
                    </a:cubicBezTo>
                    <a:cubicBezTo>
                      <a:pt x="138" y="6"/>
                      <a:pt x="142" y="10"/>
                      <a:pt x="146" y="14"/>
                    </a:cubicBezTo>
                    <a:cubicBezTo>
                      <a:pt x="151" y="18"/>
                      <a:pt x="155" y="24"/>
                      <a:pt x="158" y="30"/>
                    </a:cubicBezTo>
                    <a:cubicBezTo>
                      <a:pt x="160" y="35"/>
                      <a:pt x="162" y="42"/>
                      <a:pt x="162" y="48"/>
                    </a:cubicBezTo>
                    <a:cubicBezTo>
                      <a:pt x="164" y="55"/>
                      <a:pt x="164" y="63"/>
                      <a:pt x="164" y="70"/>
                    </a:cubicBezTo>
                    <a:cubicBezTo>
                      <a:pt x="162" y="98"/>
                      <a:pt x="151" y="125"/>
                      <a:pt x="135" y="148"/>
                    </a:cubicBezTo>
                    <a:cubicBezTo>
                      <a:pt x="127" y="159"/>
                      <a:pt x="118" y="170"/>
                      <a:pt x="108" y="180"/>
                    </a:cubicBezTo>
                    <a:cubicBezTo>
                      <a:pt x="99" y="190"/>
                      <a:pt x="88" y="198"/>
                      <a:pt x="76" y="205"/>
                    </a:cubicBezTo>
                    <a:cubicBezTo>
                      <a:pt x="70" y="208"/>
                      <a:pt x="64" y="210"/>
                      <a:pt x="57" y="211"/>
                    </a:cubicBezTo>
                    <a:cubicBezTo>
                      <a:pt x="55" y="212"/>
                      <a:pt x="52" y="212"/>
                      <a:pt x="49" y="212"/>
                    </a:cubicBezTo>
                    <a:cubicBezTo>
                      <a:pt x="45" y="212"/>
                      <a:pt x="41" y="211"/>
                      <a:pt x="37" y="2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8" name="Google Shape;3058;p32"/>
              <p:cNvSpPr/>
              <p:nvPr/>
            </p:nvSpPr>
            <p:spPr>
              <a:xfrm>
                <a:off x="-749900" y="3653278"/>
                <a:ext cx="69480" cy="129960"/>
              </a:xfrm>
              <a:custGeom>
                <a:avLst/>
                <a:gdLst/>
                <a:ahLst/>
                <a:cxnLst/>
                <a:rect l="l" t="t" r="r" b="b"/>
                <a:pathLst>
                  <a:path w="193" h="361" extrusionOk="0">
                    <a:moveTo>
                      <a:pt x="9" y="344"/>
                    </a:moveTo>
                    <a:cubicBezTo>
                      <a:pt x="7" y="342"/>
                      <a:pt x="6" y="339"/>
                      <a:pt x="5" y="336"/>
                    </a:cubicBezTo>
                    <a:cubicBezTo>
                      <a:pt x="4" y="332"/>
                      <a:pt x="3" y="329"/>
                      <a:pt x="2" y="326"/>
                    </a:cubicBezTo>
                    <a:cubicBezTo>
                      <a:pt x="1" y="319"/>
                      <a:pt x="0" y="312"/>
                      <a:pt x="0" y="305"/>
                    </a:cubicBezTo>
                    <a:cubicBezTo>
                      <a:pt x="0" y="295"/>
                      <a:pt x="3" y="284"/>
                      <a:pt x="6" y="274"/>
                    </a:cubicBezTo>
                    <a:cubicBezTo>
                      <a:pt x="8" y="265"/>
                      <a:pt x="12" y="257"/>
                      <a:pt x="16" y="249"/>
                    </a:cubicBezTo>
                    <a:cubicBezTo>
                      <a:pt x="21" y="240"/>
                      <a:pt x="26" y="232"/>
                      <a:pt x="31" y="223"/>
                    </a:cubicBezTo>
                    <a:cubicBezTo>
                      <a:pt x="33" y="219"/>
                      <a:pt x="39" y="218"/>
                      <a:pt x="43" y="221"/>
                    </a:cubicBezTo>
                    <a:cubicBezTo>
                      <a:pt x="47" y="223"/>
                      <a:pt x="48" y="228"/>
                      <a:pt x="46" y="232"/>
                    </a:cubicBezTo>
                    <a:cubicBezTo>
                      <a:pt x="41" y="241"/>
                      <a:pt x="37" y="250"/>
                      <a:pt x="31" y="259"/>
                    </a:cubicBezTo>
                    <a:cubicBezTo>
                      <a:pt x="32" y="258"/>
                      <a:pt x="32" y="258"/>
                      <a:pt x="32" y="258"/>
                    </a:cubicBezTo>
                    <a:cubicBezTo>
                      <a:pt x="29" y="263"/>
                      <a:pt x="27" y="269"/>
                      <a:pt x="24" y="275"/>
                    </a:cubicBezTo>
                    <a:cubicBezTo>
                      <a:pt x="23" y="279"/>
                      <a:pt x="22" y="284"/>
                      <a:pt x="21" y="289"/>
                    </a:cubicBezTo>
                    <a:lnTo>
                      <a:pt x="21" y="288"/>
                    </a:lnTo>
                    <a:cubicBezTo>
                      <a:pt x="20" y="292"/>
                      <a:pt x="20" y="296"/>
                      <a:pt x="19" y="300"/>
                    </a:cubicBezTo>
                    <a:cubicBezTo>
                      <a:pt x="19" y="304"/>
                      <a:pt x="19" y="307"/>
                      <a:pt x="19" y="310"/>
                    </a:cubicBezTo>
                    <a:cubicBezTo>
                      <a:pt x="19" y="314"/>
                      <a:pt x="20" y="318"/>
                      <a:pt x="21" y="323"/>
                    </a:cubicBezTo>
                    <a:cubicBezTo>
                      <a:pt x="21" y="322"/>
                      <a:pt x="21" y="321"/>
                      <a:pt x="20" y="321"/>
                    </a:cubicBezTo>
                    <a:cubicBezTo>
                      <a:pt x="21" y="323"/>
                      <a:pt x="21" y="325"/>
                      <a:pt x="22" y="328"/>
                    </a:cubicBezTo>
                    <a:cubicBezTo>
                      <a:pt x="23" y="329"/>
                      <a:pt x="24" y="331"/>
                      <a:pt x="24" y="332"/>
                    </a:cubicBezTo>
                    <a:cubicBezTo>
                      <a:pt x="25" y="334"/>
                      <a:pt x="25" y="334"/>
                      <a:pt x="25" y="335"/>
                    </a:cubicBezTo>
                    <a:cubicBezTo>
                      <a:pt x="26" y="335"/>
                      <a:pt x="26" y="335"/>
                      <a:pt x="26" y="335"/>
                    </a:cubicBezTo>
                    <a:cubicBezTo>
                      <a:pt x="27" y="336"/>
                      <a:pt x="27" y="336"/>
                      <a:pt x="27" y="336"/>
                    </a:cubicBezTo>
                    <a:cubicBezTo>
                      <a:pt x="28" y="337"/>
                      <a:pt x="29" y="338"/>
                      <a:pt x="31" y="339"/>
                    </a:cubicBezTo>
                    <a:lnTo>
                      <a:pt x="32" y="340"/>
                    </a:lnTo>
                    <a:lnTo>
                      <a:pt x="33" y="341"/>
                    </a:lnTo>
                    <a:cubicBezTo>
                      <a:pt x="34" y="341"/>
                      <a:pt x="34" y="341"/>
                      <a:pt x="35" y="341"/>
                    </a:cubicBezTo>
                    <a:lnTo>
                      <a:pt x="36" y="341"/>
                    </a:lnTo>
                    <a:cubicBezTo>
                      <a:pt x="38" y="340"/>
                      <a:pt x="39" y="339"/>
                      <a:pt x="41" y="339"/>
                    </a:cubicBezTo>
                    <a:cubicBezTo>
                      <a:pt x="43" y="338"/>
                      <a:pt x="45" y="336"/>
                      <a:pt x="46" y="335"/>
                    </a:cubicBezTo>
                    <a:cubicBezTo>
                      <a:pt x="48" y="334"/>
                      <a:pt x="49" y="334"/>
                      <a:pt x="51" y="332"/>
                    </a:cubicBezTo>
                    <a:cubicBezTo>
                      <a:pt x="53" y="330"/>
                      <a:pt x="55" y="328"/>
                      <a:pt x="57" y="326"/>
                    </a:cubicBezTo>
                    <a:cubicBezTo>
                      <a:pt x="59" y="324"/>
                      <a:pt x="61" y="321"/>
                      <a:pt x="63" y="318"/>
                    </a:cubicBezTo>
                    <a:cubicBezTo>
                      <a:pt x="66" y="314"/>
                      <a:pt x="68" y="310"/>
                      <a:pt x="70" y="306"/>
                    </a:cubicBezTo>
                    <a:cubicBezTo>
                      <a:pt x="73" y="300"/>
                      <a:pt x="75" y="295"/>
                      <a:pt x="77" y="289"/>
                    </a:cubicBezTo>
                    <a:lnTo>
                      <a:pt x="77" y="290"/>
                    </a:lnTo>
                    <a:cubicBezTo>
                      <a:pt x="79" y="283"/>
                      <a:pt x="81" y="275"/>
                      <a:pt x="83" y="268"/>
                    </a:cubicBezTo>
                    <a:lnTo>
                      <a:pt x="83" y="269"/>
                    </a:lnTo>
                    <a:cubicBezTo>
                      <a:pt x="87" y="249"/>
                      <a:pt x="89" y="229"/>
                      <a:pt x="91" y="209"/>
                    </a:cubicBezTo>
                    <a:cubicBezTo>
                      <a:pt x="94" y="188"/>
                      <a:pt x="95" y="169"/>
                      <a:pt x="98" y="148"/>
                    </a:cubicBezTo>
                    <a:cubicBezTo>
                      <a:pt x="101" y="120"/>
                      <a:pt x="105" y="91"/>
                      <a:pt x="114" y="64"/>
                    </a:cubicBezTo>
                    <a:cubicBezTo>
                      <a:pt x="118" y="50"/>
                      <a:pt x="123" y="38"/>
                      <a:pt x="131" y="27"/>
                    </a:cubicBezTo>
                    <a:cubicBezTo>
                      <a:pt x="134" y="21"/>
                      <a:pt x="139" y="16"/>
                      <a:pt x="143" y="12"/>
                    </a:cubicBezTo>
                    <a:cubicBezTo>
                      <a:pt x="147" y="7"/>
                      <a:pt x="153" y="4"/>
                      <a:pt x="159" y="2"/>
                    </a:cubicBezTo>
                    <a:cubicBezTo>
                      <a:pt x="164" y="0"/>
                      <a:pt x="171" y="1"/>
                      <a:pt x="176" y="3"/>
                    </a:cubicBezTo>
                    <a:cubicBezTo>
                      <a:pt x="181" y="4"/>
                      <a:pt x="185" y="9"/>
                      <a:pt x="188" y="14"/>
                    </a:cubicBezTo>
                    <a:cubicBezTo>
                      <a:pt x="191" y="18"/>
                      <a:pt x="192" y="24"/>
                      <a:pt x="192" y="29"/>
                    </a:cubicBezTo>
                    <a:cubicBezTo>
                      <a:pt x="192" y="36"/>
                      <a:pt x="190" y="42"/>
                      <a:pt x="189" y="48"/>
                    </a:cubicBezTo>
                    <a:cubicBezTo>
                      <a:pt x="187" y="54"/>
                      <a:pt x="184" y="59"/>
                      <a:pt x="180" y="64"/>
                    </a:cubicBezTo>
                    <a:cubicBezTo>
                      <a:pt x="177" y="70"/>
                      <a:pt x="173" y="74"/>
                      <a:pt x="168" y="77"/>
                    </a:cubicBezTo>
                    <a:cubicBezTo>
                      <a:pt x="163" y="79"/>
                      <a:pt x="158" y="77"/>
                      <a:pt x="154" y="74"/>
                    </a:cubicBezTo>
                    <a:cubicBezTo>
                      <a:pt x="151" y="72"/>
                      <a:pt x="149" y="69"/>
                      <a:pt x="148" y="64"/>
                    </a:cubicBezTo>
                    <a:cubicBezTo>
                      <a:pt x="148" y="62"/>
                      <a:pt x="148" y="59"/>
                      <a:pt x="149" y="57"/>
                    </a:cubicBezTo>
                    <a:cubicBezTo>
                      <a:pt x="151" y="54"/>
                      <a:pt x="154" y="52"/>
                      <a:pt x="157" y="52"/>
                    </a:cubicBezTo>
                    <a:cubicBezTo>
                      <a:pt x="159" y="52"/>
                      <a:pt x="162" y="52"/>
                      <a:pt x="164" y="54"/>
                    </a:cubicBezTo>
                    <a:cubicBezTo>
                      <a:pt x="165" y="52"/>
                      <a:pt x="167" y="49"/>
                      <a:pt x="168" y="46"/>
                    </a:cubicBezTo>
                    <a:cubicBezTo>
                      <a:pt x="169" y="45"/>
                      <a:pt x="169" y="43"/>
                      <a:pt x="170" y="42"/>
                    </a:cubicBezTo>
                    <a:cubicBezTo>
                      <a:pt x="171" y="41"/>
                      <a:pt x="171" y="38"/>
                      <a:pt x="172" y="36"/>
                    </a:cubicBezTo>
                    <a:cubicBezTo>
                      <a:pt x="172" y="35"/>
                      <a:pt x="172" y="33"/>
                      <a:pt x="172" y="31"/>
                    </a:cubicBezTo>
                    <a:cubicBezTo>
                      <a:pt x="172" y="31"/>
                      <a:pt x="172" y="29"/>
                      <a:pt x="172" y="28"/>
                    </a:cubicBezTo>
                    <a:cubicBezTo>
                      <a:pt x="172" y="28"/>
                      <a:pt x="172" y="27"/>
                      <a:pt x="172" y="26"/>
                    </a:cubicBezTo>
                    <a:cubicBezTo>
                      <a:pt x="172" y="25"/>
                      <a:pt x="172" y="25"/>
                      <a:pt x="172" y="24"/>
                    </a:cubicBezTo>
                    <a:cubicBezTo>
                      <a:pt x="171" y="24"/>
                      <a:pt x="171" y="24"/>
                      <a:pt x="171" y="23"/>
                    </a:cubicBezTo>
                    <a:cubicBezTo>
                      <a:pt x="171" y="22"/>
                      <a:pt x="171" y="22"/>
                      <a:pt x="171" y="22"/>
                    </a:cubicBezTo>
                    <a:lnTo>
                      <a:pt x="170" y="22"/>
                    </a:lnTo>
                    <a:cubicBezTo>
                      <a:pt x="170" y="22"/>
                      <a:pt x="169" y="22"/>
                      <a:pt x="169" y="21"/>
                    </a:cubicBezTo>
                    <a:lnTo>
                      <a:pt x="168" y="21"/>
                    </a:lnTo>
                    <a:lnTo>
                      <a:pt x="167" y="21"/>
                    </a:lnTo>
                    <a:lnTo>
                      <a:pt x="166" y="21"/>
                    </a:lnTo>
                    <a:lnTo>
                      <a:pt x="165" y="21"/>
                    </a:lnTo>
                    <a:lnTo>
                      <a:pt x="164" y="21"/>
                    </a:lnTo>
                    <a:cubicBezTo>
                      <a:pt x="163" y="22"/>
                      <a:pt x="162" y="22"/>
                      <a:pt x="162" y="22"/>
                    </a:cubicBezTo>
                    <a:cubicBezTo>
                      <a:pt x="161" y="23"/>
                      <a:pt x="160" y="23"/>
                      <a:pt x="159" y="24"/>
                    </a:cubicBezTo>
                    <a:cubicBezTo>
                      <a:pt x="158" y="25"/>
                      <a:pt x="157" y="25"/>
                      <a:pt x="157" y="26"/>
                    </a:cubicBezTo>
                    <a:cubicBezTo>
                      <a:pt x="155" y="27"/>
                      <a:pt x="154" y="28"/>
                      <a:pt x="152" y="30"/>
                    </a:cubicBezTo>
                    <a:cubicBezTo>
                      <a:pt x="151" y="32"/>
                      <a:pt x="148" y="35"/>
                      <a:pt x="147" y="38"/>
                    </a:cubicBezTo>
                    <a:cubicBezTo>
                      <a:pt x="144" y="42"/>
                      <a:pt x="141" y="46"/>
                      <a:pt x="139" y="50"/>
                    </a:cubicBezTo>
                    <a:cubicBezTo>
                      <a:pt x="140" y="50"/>
                      <a:pt x="140" y="50"/>
                      <a:pt x="140" y="49"/>
                    </a:cubicBezTo>
                    <a:cubicBezTo>
                      <a:pt x="137" y="55"/>
                      <a:pt x="134" y="62"/>
                      <a:pt x="132" y="67"/>
                    </a:cubicBezTo>
                    <a:cubicBezTo>
                      <a:pt x="128" y="80"/>
                      <a:pt x="125" y="93"/>
                      <a:pt x="122" y="106"/>
                    </a:cubicBezTo>
                    <a:lnTo>
                      <a:pt x="122" y="105"/>
                    </a:lnTo>
                    <a:cubicBezTo>
                      <a:pt x="120" y="115"/>
                      <a:pt x="119" y="126"/>
                      <a:pt x="117" y="136"/>
                    </a:cubicBezTo>
                    <a:cubicBezTo>
                      <a:pt x="116" y="140"/>
                      <a:pt x="116" y="145"/>
                      <a:pt x="115" y="149"/>
                    </a:cubicBezTo>
                    <a:cubicBezTo>
                      <a:pt x="115" y="155"/>
                      <a:pt x="114" y="161"/>
                      <a:pt x="113" y="166"/>
                    </a:cubicBezTo>
                    <a:cubicBezTo>
                      <a:pt x="112" y="176"/>
                      <a:pt x="111" y="186"/>
                      <a:pt x="110" y="197"/>
                    </a:cubicBezTo>
                    <a:cubicBezTo>
                      <a:pt x="109" y="206"/>
                      <a:pt x="108" y="216"/>
                      <a:pt x="106" y="226"/>
                    </a:cubicBezTo>
                    <a:cubicBezTo>
                      <a:pt x="106" y="231"/>
                      <a:pt x="105" y="236"/>
                      <a:pt x="104" y="241"/>
                    </a:cubicBezTo>
                    <a:cubicBezTo>
                      <a:pt x="104" y="245"/>
                      <a:pt x="104" y="249"/>
                      <a:pt x="102" y="253"/>
                    </a:cubicBezTo>
                    <a:cubicBezTo>
                      <a:pt x="102" y="259"/>
                      <a:pt x="101" y="265"/>
                      <a:pt x="99" y="271"/>
                    </a:cubicBezTo>
                    <a:cubicBezTo>
                      <a:pt x="98" y="276"/>
                      <a:pt x="97" y="282"/>
                      <a:pt x="95" y="287"/>
                    </a:cubicBezTo>
                    <a:cubicBezTo>
                      <a:pt x="94" y="293"/>
                      <a:pt x="91" y="300"/>
                      <a:pt x="89" y="306"/>
                    </a:cubicBezTo>
                    <a:cubicBezTo>
                      <a:pt x="84" y="318"/>
                      <a:pt x="77" y="330"/>
                      <a:pt x="69" y="340"/>
                    </a:cubicBezTo>
                    <a:cubicBezTo>
                      <a:pt x="65" y="345"/>
                      <a:pt x="60" y="349"/>
                      <a:pt x="55" y="352"/>
                    </a:cubicBezTo>
                    <a:cubicBezTo>
                      <a:pt x="53" y="353"/>
                      <a:pt x="50" y="355"/>
                      <a:pt x="48" y="356"/>
                    </a:cubicBezTo>
                    <a:cubicBezTo>
                      <a:pt x="45" y="358"/>
                      <a:pt x="41" y="359"/>
                      <a:pt x="38" y="360"/>
                    </a:cubicBezTo>
                    <a:cubicBezTo>
                      <a:pt x="37" y="360"/>
                      <a:pt x="36" y="360"/>
                      <a:pt x="35" y="360"/>
                    </a:cubicBezTo>
                    <a:cubicBezTo>
                      <a:pt x="24" y="360"/>
                      <a:pt x="14" y="353"/>
                      <a:pt x="9" y="3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9" name="Google Shape;3059;p32"/>
              <p:cNvSpPr/>
              <p:nvPr/>
            </p:nvSpPr>
            <p:spPr>
              <a:xfrm>
                <a:off x="-733700" y="3704038"/>
                <a:ext cx="53640" cy="16920"/>
              </a:xfrm>
              <a:custGeom>
                <a:avLst/>
                <a:gdLst/>
                <a:ahLst/>
                <a:cxnLst/>
                <a:rect l="l" t="t" r="r" b="b"/>
                <a:pathLst>
                  <a:path w="149" h="47" extrusionOk="0">
                    <a:moveTo>
                      <a:pt x="24" y="46"/>
                    </a:moveTo>
                    <a:cubicBezTo>
                      <a:pt x="21" y="46"/>
                      <a:pt x="18" y="45"/>
                      <a:pt x="15" y="45"/>
                    </a:cubicBezTo>
                    <a:cubicBezTo>
                      <a:pt x="14" y="45"/>
                      <a:pt x="13" y="45"/>
                      <a:pt x="12" y="45"/>
                    </a:cubicBezTo>
                    <a:cubicBezTo>
                      <a:pt x="10" y="45"/>
                      <a:pt x="8" y="44"/>
                      <a:pt x="7" y="43"/>
                    </a:cubicBezTo>
                    <a:cubicBezTo>
                      <a:pt x="5" y="42"/>
                      <a:pt x="4" y="41"/>
                      <a:pt x="3" y="39"/>
                    </a:cubicBezTo>
                    <a:cubicBezTo>
                      <a:pt x="0" y="35"/>
                      <a:pt x="0" y="29"/>
                      <a:pt x="5" y="25"/>
                    </a:cubicBezTo>
                    <a:cubicBezTo>
                      <a:pt x="7" y="24"/>
                      <a:pt x="8" y="22"/>
                      <a:pt x="11" y="21"/>
                    </a:cubicBezTo>
                    <a:cubicBezTo>
                      <a:pt x="14" y="20"/>
                      <a:pt x="17" y="19"/>
                      <a:pt x="20" y="18"/>
                    </a:cubicBezTo>
                    <a:cubicBezTo>
                      <a:pt x="25" y="16"/>
                      <a:pt x="30" y="14"/>
                      <a:pt x="35" y="13"/>
                    </a:cubicBezTo>
                    <a:cubicBezTo>
                      <a:pt x="40" y="13"/>
                      <a:pt x="44" y="11"/>
                      <a:pt x="49" y="10"/>
                    </a:cubicBezTo>
                    <a:cubicBezTo>
                      <a:pt x="53" y="10"/>
                      <a:pt x="59" y="9"/>
                      <a:pt x="63" y="8"/>
                    </a:cubicBezTo>
                    <a:cubicBezTo>
                      <a:pt x="68" y="7"/>
                      <a:pt x="72" y="7"/>
                      <a:pt x="76" y="6"/>
                    </a:cubicBezTo>
                    <a:cubicBezTo>
                      <a:pt x="96" y="4"/>
                      <a:pt x="117" y="2"/>
                      <a:pt x="137" y="0"/>
                    </a:cubicBezTo>
                    <a:cubicBezTo>
                      <a:pt x="142" y="0"/>
                      <a:pt x="146" y="3"/>
                      <a:pt x="147" y="7"/>
                    </a:cubicBezTo>
                    <a:cubicBezTo>
                      <a:pt x="148" y="12"/>
                      <a:pt x="144" y="17"/>
                      <a:pt x="140" y="17"/>
                    </a:cubicBezTo>
                    <a:cubicBezTo>
                      <a:pt x="131" y="18"/>
                      <a:pt x="123" y="20"/>
                      <a:pt x="114" y="20"/>
                    </a:cubicBezTo>
                    <a:cubicBezTo>
                      <a:pt x="107" y="21"/>
                      <a:pt x="99" y="22"/>
                      <a:pt x="92" y="23"/>
                    </a:cubicBezTo>
                    <a:cubicBezTo>
                      <a:pt x="84" y="24"/>
                      <a:pt x="76" y="25"/>
                      <a:pt x="68" y="26"/>
                    </a:cubicBezTo>
                    <a:cubicBezTo>
                      <a:pt x="63" y="27"/>
                      <a:pt x="57" y="28"/>
                      <a:pt x="52" y="29"/>
                    </a:cubicBezTo>
                    <a:cubicBezTo>
                      <a:pt x="46" y="31"/>
                      <a:pt x="40" y="32"/>
                      <a:pt x="34" y="34"/>
                    </a:cubicBezTo>
                    <a:cubicBezTo>
                      <a:pt x="35" y="35"/>
                      <a:pt x="35" y="35"/>
                      <a:pt x="35" y="35"/>
                    </a:cubicBezTo>
                    <a:cubicBezTo>
                      <a:pt x="35" y="41"/>
                      <a:pt x="30" y="46"/>
                      <a:pt x="25" y="46"/>
                    </a:cubicBezTo>
                    <a:cubicBezTo>
                      <a:pt x="24" y="46"/>
                      <a:pt x="24" y="46"/>
                      <a:pt x="24" y="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0" name="Google Shape;3060;p32"/>
              <p:cNvSpPr/>
              <p:nvPr/>
            </p:nvSpPr>
            <p:spPr>
              <a:xfrm>
                <a:off x="-672860" y="3660477"/>
                <a:ext cx="33840" cy="91440"/>
              </a:xfrm>
              <a:custGeom>
                <a:avLst/>
                <a:gdLst/>
                <a:ahLst/>
                <a:cxnLst/>
                <a:rect l="l" t="t" r="r" b="b"/>
                <a:pathLst>
                  <a:path w="94" h="254" extrusionOk="0">
                    <a:moveTo>
                      <a:pt x="11" y="248"/>
                    </a:moveTo>
                    <a:cubicBezTo>
                      <a:pt x="7" y="235"/>
                      <a:pt x="3" y="224"/>
                      <a:pt x="1" y="212"/>
                    </a:cubicBezTo>
                    <a:cubicBezTo>
                      <a:pt x="0" y="200"/>
                      <a:pt x="0" y="188"/>
                      <a:pt x="0" y="176"/>
                    </a:cubicBezTo>
                    <a:cubicBezTo>
                      <a:pt x="0" y="170"/>
                      <a:pt x="1" y="163"/>
                      <a:pt x="2" y="156"/>
                    </a:cubicBezTo>
                    <a:cubicBezTo>
                      <a:pt x="3" y="149"/>
                      <a:pt x="4" y="143"/>
                      <a:pt x="5" y="136"/>
                    </a:cubicBezTo>
                    <a:cubicBezTo>
                      <a:pt x="5" y="136"/>
                      <a:pt x="6" y="135"/>
                      <a:pt x="6" y="134"/>
                    </a:cubicBezTo>
                    <a:cubicBezTo>
                      <a:pt x="6" y="134"/>
                      <a:pt x="6" y="133"/>
                      <a:pt x="6" y="132"/>
                    </a:cubicBezTo>
                    <a:lnTo>
                      <a:pt x="6" y="133"/>
                    </a:lnTo>
                    <a:cubicBezTo>
                      <a:pt x="7" y="131"/>
                      <a:pt x="7" y="129"/>
                      <a:pt x="7" y="127"/>
                    </a:cubicBezTo>
                    <a:cubicBezTo>
                      <a:pt x="8" y="125"/>
                      <a:pt x="8" y="124"/>
                      <a:pt x="8" y="122"/>
                    </a:cubicBezTo>
                    <a:lnTo>
                      <a:pt x="8" y="123"/>
                    </a:lnTo>
                    <a:cubicBezTo>
                      <a:pt x="9" y="118"/>
                      <a:pt x="11" y="114"/>
                      <a:pt x="12" y="110"/>
                    </a:cubicBezTo>
                    <a:cubicBezTo>
                      <a:pt x="13" y="106"/>
                      <a:pt x="14" y="101"/>
                      <a:pt x="15" y="97"/>
                    </a:cubicBezTo>
                    <a:lnTo>
                      <a:pt x="15" y="96"/>
                    </a:lnTo>
                    <a:lnTo>
                      <a:pt x="16" y="95"/>
                    </a:lnTo>
                    <a:cubicBezTo>
                      <a:pt x="16" y="95"/>
                      <a:pt x="15" y="95"/>
                      <a:pt x="15" y="96"/>
                    </a:cubicBezTo>
                    <a:cubicBezTo>
                      <a:pt x="16" y="95"/>
                      <a:pt x="16" y="95"/>
                      <a:pt x="16" y="95"/>
                    </a:cubicBezTo>
                    <a:cubicBezTo>
                      <a:pt x="17" y="93"/>
                      <a:pt x="17" y="92"/>
                      <a:pt x="17" y="90"/>
                    </a:cubicBezTo>
                    <a:cubicBezTo>
                      <a:pt x="17" y="91"/>
                      <a:pt x="17" y="91"/>
                      <a:pt x="17" y="92"/>
                    </a:cubicBezTo>
                    <a:cubicBezTo>
                      <a:pt x="17" y="90"/>
                      <a:pt x="18" y="90"/>
                      <a:pt x="18" y="89"/>
                    </a:cubicBezTo>
                    <a:lnTo>
                      <a:pt x="18" y="90"/>
                    </a:lnTo>
                    <a:cubicBezTo>
                      <a:pt x="18" y="89"/>
                      <a:pt x="19" y="87"/>
                      <a:pt x="19" y="85"/>
                    </a:cubicBezTo>
                    <a:cubicBezTo>
                      <a:pt x="19" y="86"/>
                      <a:pt x="19" y="86"/>
                      <a:pt x="19" y="86"/>
                    </a:cubicBezTo>
                    <a:cubicBezTo>
                      <a:pt x="19" y="86"/>
                      <a:pt x="19" y="85"/>
                      <a:pt x="19" y="83"/>
                    </a:cubicBezTo>
                    <a:cubicBezTo>
                      <a:pt x="19" y="84"/>
                      <a:pt x="19" y="85"/>
                      <a:pt x="19" y="85"/>
                    </a:cubicBezTo>
                    <a:cubicBezTo>
                      <a:pt x="20" y="83"/>
                      <a:pt x="20" y="82"/>
                      <a:pt x="21" y="81"/>
                    </a:cubicBezTo>
                    <a:cubicBezTo>
                      <a:pt x="21" y="81"/>
                      <a:pt x="21" y="82"/>
                      <a:pt x="20" y="82"/>
                    </a:cubicBezTo>
                    <a:cubicBezTo>
                      <a:pt x="21" y="81"/>
                      <a:pt x="21" y="81"/>
                      <a:pt x="21" y="79"/>
                    </a:cubicBezTo>
                    <a:cubicBezTo>
                      <a:pt x="22" y="78"/>
                      <a:pt x="22" y="77"/>
                      <a:pt x="22" y="76"/>
                    </a:cubicBezTo>
                    <a:lnTo>
                      <a:pt x="23" y="75"/>
                    </a:lnTo>
                    <a:cubicBezTo>
                      <a:pt x="23" y="74"/>
                      <a:pt x="23" y="74"/>
                      <a:pt x="24" y="73"/>
                    </a:cubicBezTo>
                    <a:cubicBezTo>
                      <a:pt x="24" y="74"/>
                      <a:pt x="23" y="74"/>
                      <a:pt x="23" y="74"/>
                    </a:cubicBezTo>
                    <a:cubicBezTo>
                      <a:pt x="26" y="66"/>
                      <a:pt x="29" y="58"/>
                      <a:pt x="33" y="51"/>
                    </a:cubicBezTo>
                    <a:cubicBezTo>
                      <a:pt x="37" y="42"/>
                      <a:pt x="42" y="33"/>
                      <a:pt x="47" y="25"/>
                    </a:cubicBezTo>
                    <a:cubicBezTo>
                      <a:pt x="52" y="18"/>
                      <a:pt x="58" y="11"/>
                      <a:pt x="66" y="5"/>
                    </a:cubicBezTo>
                    <a:cubicBezTo>
                      <a:pt x="69" y="4"/>
                      <a:pt x="72" y="2"/>
                      <a:pt x="75" y="1"/>
                    </a:cubicBezTo>
                    <a:cubicBezTo>
                      <a:pt x="78" y="0"/>
                      <a:pt x="81" y="0"/>
                      <a:pt x="83" y="0"/>
                    </a:cubicBezTo>
                    <a:cubicBezTo>
                      <a:pt x="89" y="0"/>
                      <a:pt x="93" y="5"/>
                      <a:pt x="93" y="10"/>
                    </a:cubicBezTo>
                    <a:cubicBezTo>
                      <a:pt x="93" y="15"/>
                      <a:pt x="89" y="21"/>
                      <a:pt x="83" y="20"/>
                    </a:cubicBezTo>
                    <a:cubicBezTo>
                      <a:pt x="82" y="20"/>
                      <a:pt x="81" y="20"/>
                      <a:pt x="79" y="20"/>
                    </a:cubicBezTo>
                    <a:cubicBezTo>
                      <a:pt x="79" y="21"/>
                      <a:pt x="79" y="21"/>
                      <a:pt x="79" y="21"/>
                    </a:cubicBezTo>
                    <a:cubicBezTo>
                      <a:pt x="78" y="21"/>
                      <a:pt x="77" y="22"/>
                      <a:pt x="77" y="22"/>
                    </a:cubicBezTo>
                    <a:cubicBezTo>
                      <a:pt x="75" y="23"/>
                      <a:pt x="74" y="25"/>
                      <a:pt x="72" y="26"/>
                    </a:cubicBezTo>
                    <a:cubicBezTo>
                      <a:pt x="70" y="27"/>
                      <a:pt x="68" y="29"/>
                      <a:pt x="67" y="30"/>
                    </a:cubicBezTo>
                    <a:cubicBezTo>
                      <a:pt x="65" y="33"/>
                      <a:pt x="63" y="35"/>
                      <a:pt x="61" y="38"/>
                    </a:cubicBezTo>
                    <a:cubicBezTo>
                      <a:pt x="57" y="44"/>
                      <a:pt x="54" y="50"/>
                      <a:pt x="51" y="57"/>
                    </a:cubicBezTo>
                    <a:lnTo>
                      <a:pt x="51" y="56"/>
                    </a:lnTo>
                    <a:cubicBezTo>
                      <a:pt x="46" y="65"/>
                      <a:pt x="42" y="75"/>
                      <a:pt x="39" y="85"/>
                    </a:cubicBezTo>
                    <a:cubicBezTo>
                      <a:pt x="36" y="91"/>
                      <a:pt x="35" y="97"/>
                      <a:pt x="32" y="103"/>
                    </a:cubicBezTo>
                    <a:cubicBezTo>
                      <a:pt x="31" y="110"/>
                      <a:pt x="28" y="117"/>
                      <a:pt x="26" y="125"/>
                    </a:cubicBezTo>
                    <a:cubicBezTo>
                      <a:pt x="25" y="128"/>
                      <a:pt x="25" y="130"/>
                      <a:pt x="25" y="133"/>
                    </a:cubicBezTo>
                    <a:cubicBezTo>
                      <a:pt x="24" y="136"/>
                      <a:pt x="23" y="140"/>
                      <a:pt x="22" y="143"/>
                    </a:cubicBezTo>
                    <a:cubicBezTo>
                      <a:pt x="21" y="149"/>
                      <a:pt x="20" y="154"/>
                      <a:pt x="19" y="159"/>
                    </a:cubicBezTo>
                    <a:cubicBezTo>
                      <a:pt x="19" y="165"/>
                      <a:pt x="18" y="171"/>
                      <a:pt x="18" y="177"/>
                    </a:cubicBezTo>
                    <a:cubicBezTo>
                      <a:pt x="18" y="185"/>
                      <a:pt x="18" y="193"/>
                      <a:pt x="18" y="201"/>
                    </a:cubicBezTo>
                    <a:lnTo>
                      <a:pt x="18" y="200"/>
                    </a:lnTo>
                    <a:cubicBezTo>
                      <a:pt x="18" y="206"/>
                      <a:pt x="19" y="212"/>
                      <a:pt x="20" y="217"/>
                    </a:cubicBezTo>
                    <a:cubicBezTo>
                      <a:pt x="22" y="224"/>
                      <a:pt x="24" y="230"/>
                      <a:pt x="26" y="236"/>
                    </a:cubicBezTo>
                    <a:cubicBezTo>
                      <a:pt x="25" y="235"/>
                      <a:pt x="25" y="235"/>
                      <a:pt x="25" y="235"/>
                    </a:cubicBezTo>
                    <a:cubicBezTo>
                      <a:pt x="26" y="237"/>
                      <a:pt x="26" y="238"/>
                      <a:pt x="27" y="240"/>
                    </a:cubicBezTo>
                    <a:cubicBezTo>
                      <a:pt x="29" y="245"/>
                      <a:pt x="27" y="250"/>
                      <a:pt x="22" y="252"/>
                    </a:cubicBezTo>
                    <a:cubicBezTo>
                      <a:pt x="21" y="253"/>
                      <a:pt x="20" y="253"/>
                      <a:pt x="19" y="253"/>
                    </a:cubicBezTo>
                    <a:cubicBezTo>
                      <a:pt x="15" y="253"/>
                      <a:pt x="12" y="251"/>
                      <a:pt x="11" y="24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1" name="Google Shape;3061;p32"/>
              <p:cNvSpPr/>
              <p:nvPr/>
            </p:nvSpPr>
            <p:spPr>
              <a:xfrm>
                <a:off x="-627500" y="3693598"/>
                <a:ext cx="54720" cy="3888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108" extrusionOk="0">
                    <a:moveTo>
                      <a:pt x="22" y="88"/>
                    </a:moveTo>
                    <a:cubicBezTo>
                      <a:pt x="22" y="88"/>
                      <a:pt x="22" y="87"/>
                      <a:pt x="21" y="87"/>
                    </a:cubicBezTo>
                    <a:cubicBezTo>
                      <a:pt x="22" y="87"/>
                      <a:pt x="22" y="87"/>
                      <a:pt x="22" y="87"/>
                    </a:cubicBezTo>
                    <a:lnTo>
                      <a:pt x="23" y="88"/>
                    </a:lnTo>
                    <a:lnTo>
                      <a:pt x="24" y="88"/>
                    </a:lnTo>
                    <a:cubicBezTo>
                      <a:pt x="25" y="88"/>
                      <a:pt x="25" y="88"/>
                      <a:pt x="25" y="88"/>
                    </a:cubicBezTo>
                    <a:cubicBezTo>
                      <a:pt x="26" y="87"/>
                      <a:pt x="27" y="87"/>
                      <a:pt x="28" y="86"/>
                    </a:cubicBezTo>
                    <a:cubicBezTo>
                      <a:pt x="28" y="86"/>
                      <a:pt x="28" y="87"/>
                      <a:pt x="27" y="87"/>
                    </a:cubicBezTo>
                    <a:cubicBezTo>
                      <a:pt x="28" y="86"/>
                      <a:pt x="29" y="86"/>
                      <a:pt x="30" y="86"/>
                    </a:cubicBezTo>
                    <a:cubicBezTo>
                      <a:pt x="31" y="85"/>
                      <a:pt x="32" y="85"/>
                      <a:pt x="33" y="83"/>
                    </a:cubicBezTo>
                    <a:cubicBezTo>
                      <a:pt x="35" y="82"/>
                      <a:pt x="38" y="81"/>
                      <a:pt x="39" y="79"/>
                    </a:cubicBezTo>
                    <a:cubicBezTo>
                      <a:pt x="41" y="78"/>
                      <a:pt x="43" y="75"/>
                      <a:pt x="45" y="74"/>
                    </a:cubicBezTo>
                    <a:cubicBezTo>
                      <a:pt x="48" y="70"/>
                      <a:pt x="50" y="67"/>
                      <a:pt x="53" y="63"/>
                    </a:cubicBezTo>
                    <a:cubicBezTo>
                      <a:pt x="56" y="59"/>
                      <a:pt x="58" y="55"/>
                      <a:pt x="60" y="51"/>
                    </a:cubicBezTo>
                    <a:lnTo>
                      <a:pt x="60" y="52"/>
                    </a:lnTo>
                    <a:cubicBezTo>
                      <a:pt x="62" y="47"/>
                      <a:pt x="64" y="42"/>
                      <a:pt x="67" y="37"/>
                    </a:cubicBezTo>
                    <a:cubicBezTo>
                      <a:pt x="67" y="36"/>
                      <a:pt x="67" y="35"/>
                      <a:pt x="67" y="33"/>
                    </a:cubicBezTo>
                    <a:cubicBezTo>
                      <a:pt x="68" y="32"/>
                      <a:pt x="68" y="31"/>
                      <a:pt x="68" y="30"/>
                    </a:cubicBezTo>
                    <a:cubicBezTo>
                      <a:pt x="69" y="28"/>
                      <a:pt x="70" y="27"/>
                      <a:pt x="71" y="26"/>
                    </a:cubicBezTo>
                    <a:cubicBezTo>
                      <a:pt x="72" y="24"/>
                      <a:pt x="74" y="23"/>
                      <a:pt x="77" y="22"/>
                    </a:cubicBezTo>
                    <a:cubicBezTo>
                      <a:pt x="76" y="22"/>
                      <a:pt x="75" y="22"/>
                      <a:pt x="75" y="22"/>
                    </a:cubicBezTo>
                    <a:cubicBezTo>
                      <a:pt x="74" y="21"/>
                      <a:pt x="72" y="21"/>
                      <a:pt x="71" y="21"/>
                    </a:cubicBezTo>
                    <a:cubicBezTo>
                      <a:pt x="70" y="21"/>
                      <a:pt x="69" y="21"/>
                      <a:pt x="68" y="20"/>
                    </a:cubicBezTo>
                    <a:cubicBezTo>
                      <a:pt x="67" y="20"/>
                      <a:pt x="65" y="20"/>
                      <a:pt x="64" y="20"/>
                    </a:cubicBezTo>
                    <a:cubicBezTo>
                      <a:pt x="63" y="21"/>
                      <a:pt x="63" y="21"/>
                      <a:pt x="62" y="21"/>
                    </a:cubicBezTo>
                    <a:cubicBezTo>
                      <a:pt x="60" y="21"/>
                      <a:pt x="59" y="21"/>
                      <a:pt x="58" y="22"/>
                    </a:cubicBezTo>
                    <a:cubicBezTo>
                      <a:pt x="56" y="22"/>
                      <a:pt x="55" y="23"/>
                      <a:pt x="54" y="24"/>
                    </a:cubicBezTo>
                    <a:cubicBezTo>
                      <a:pt x="53" y="24"/>
                      <a:pt x="53" y="24"/>
                      <a:pt x="53" y="24"/>
                    </a:cubicBezTo>
                    <a:cubicBezTo>
                      <a:pt x="50" y="26"/>
                      <a:pt x="47" y="28"/>
                      <a:pt x="46" y="30"/>
                    </a:cubicBezTo>
                    <a:cubicBezTo>
                      <a:pt x="43" y="32"/>
                      <a:pt x="40" y="35"/>
                      <a:pt x="38" y="38"/>
                    </a:cubicBezTo>
                    <a:cubicBezTo>
                      <a:pt x="36" y="40"/>
                      <a:pt x="35" y="42"/>
                      <a:pt x="33" y="43"/>
                    </a:cubicBezTo>
                    <a:cubicBezTo>
                      <a:pt x="31" y="47"/>
                      <a:pt x="29" y="50"/>
                      <a:pt x="27" y="53"/>
                    </a:cubicBezTo>
                    <a:cubicBezTo>
                      <a:pt x="26" y="56"/>
                      <a:pt x="25" y="59"/>
                      <a:pt x="24" y="63"/>
                    </a:cubicBezTo>
                    <a:cubicBezTo>
                      <a:pt x="22" y="66"/>
                      <a:pt x="21" y="69"/>
                      <a:pt x="21" y="72"/>
                    </a:cubicBezTo>
                    <a:cubicBezTo>
                      <a:pt x="20" y="75"/>
                      <a:pt x="20" y="76"/>
                      <a:pt x="19" y="79"/>
                    </a:cubicBezTo>
                    <a:cubicBezTo>
                      <a:pt x="19" y="80"/>
                      <a:pt x="19" y="82"/>
                      <a:pt x="19" y="83"/>
                    </a:cubicBezTo>
                    <a:lnTo>
                      <a:pt x="20" y="83"/>
                    </a:lnTo>
                    <a:cubicBezTo>
                      <a:pt x="20" y="84"/>
                      <a:pt x="20" y="85"/>
                      <a:pt x="20" y="85"/>
                    </a:cubicBezTo>
                    <a:lnTo>
                      <a:pt x="21" y="85"/>
                    </a:lnTo>
                    <a:cubicBezTo>
                      <a:pt x="21" y="86"/>
                      <a:pt x="21" y="86"/>
                      <a:pt x="21" y="86"/>
                    </a:cubicBezTo>
                    <a:cubicBezTo>
                      <a:pt x="22" y="87"/>
                      <a:pt x="22" y="87"/>
                      <a:pt x="22" y="88"/>
                    </a:cubicBezTo>
                    <a:moveTo>
                      <a:pt x="14" y="105"/>
                    </a:moveTo>
                    <a:cubicBezTo>
                      <a:pt x="10" y="103"/>
                      <a:pt x="5" y="99"/>
                      <a:pt x="3" y="94"/>
                    </a:cubicBezTo>
                    <a:cubicBezTo>
                      <a:pt x="2" y="91"/>
                      <a:pt x="1" y="89"/>
                      <a:pt x="1" y="86"/>
                    </a:cubicBezTo>
                    <a:cubicBezTo>
                      <a:pt x="0" y="82"/>
                      <a:pt x="1" y="78"/>
                      <a:pt x="1" y="75"/>
                    </a:cubicBezTo>
                    <a:cubicBezTo>
                      <a:pt x="2" y="68"/>
                      <a:pt x="4" y="62"/>
                      <a:pt x="6" y="56"/>
                    </a:cubicBezTo>
                    <a:cubicBezTo>
                      <a:pt x="8" y="48"/>
                      <a:pt x="12" y="42"/>
                      <a:pt x="16" y="35"/>
                    </a:cubicBezTo>
                    <a:cubicBezTo>
                      <a:pt x="19" y="29"/>
                      <a:pt x="24" y="24"/>
                      <a:pt x="29" y="19"/>
                    </a:cubicBezTo>
                    <a:cubicBezTo>
                      <a:pt x="33" y="14"/>
                      <a:pt x="39" y="10"/>
                      <a:pt x="45" y="7"/>
                    </a:cubicBezTo>
                    <a:cubicBezTo>
                      <a:pt x="50" y="3"/>
                      <a:pt x="57" y="1"/>
                      <a:pt x="64" y="1"/>
                    </a:cubicBezTo>
                    <a:cubicBezTo>
                      <a:pt x="70" y="0"/>
                      <a:pt x="77" y="1"/>
                      <a:pt x="83" y="4"/>
                    </a:cubicBezTo>
                    <a:cubicBezTo>
                      <a:pt x="89" y="5"/>
                      <a:pt x="93" y="10"/>
                      <a:pt x="96" y="15"/>
                    </a:cubicBezTo>
                    <a:cubicBezTo>
                      <a:pt x="99" y="19"/>
                      <a:pt x="100" y="25"/>
                      <a:pt x="99" y="31"/>
                    </a:cubicBezTo>
                    <a:cubicBezTo>
                      <a:pt x="98" y="34"/>
                      <a:pt x="96" y="36"/>
                      <a:pt x="92" y="38"/>
                    </a:cubicBezTo>
                    <a:cubicBezTo>
                      <a:pt x="93" y="39"/>
                      <a:pt x="93" y="42"/>
                      <a:pt x="94" y="44"/>
                    </a:cubicBezTo>
                    <a:cubicBezTo>
                      <a:pt x="95" y="48"/>
                      <a:pt x="96" y="52"/>
                      <a:pt x="98" y="56"/>
                    </a:cubicBezTo>
                    <a:cubicBezTo>
                      <a:pt x="99" y="62"/>
                      <a:pt x="100" y="67"/>
                      <a:pt x="102" y="73"/>
                    </a:cubicBezTo>
                    <a:cubicBezTo>
                      <a:pt x="103" y="75"/>
                      <a:pt x="104" y="78"/>
                      <a:pt x="105" y="79"/>
                    </a:cubicBezTo>
                    <a:cubicBezTo>
                      <a:pt x="106" y="81"/>
                      <a:pt x="106" y="82"/>
                      <a:pt x="107" y="83"/>
                    </a:cubicBezTo>
                    <a:cubicBezTo>
                      <a:pt x="107" y="83"/>
                      <a:pt x="108" y="84"/>
                      <a:pt x="109" y="85"/>
                    </a:cubicBezTo>
                    <a:cubicBezTo>
                      <a:pt x="109" y="85"/>
                      <a:pt x="110" y="85"/>
                      <a:pt x="110" y="86"/>
                    </a:cubicBezTo>
                    <a:cubicBezTo>
                      <a:pt x="111" y="86"/>
                      <a:pt x="111" y="85"/>
                      <a:pt x="111" y="85"/>
                    </a:cubicBezTo>
                    <a:cubicBezTo>
                      <a:pt x="112" y="85"/>
                      <a:pt x="112" y="85"/>
                      <a:pt x="112" y="85"/>
                    </a:cubicBezTo>
                    <a:cubicBezTo>
                      <a:pt x="113" y="85"/>
                      <a:pt x="114" y="85"/>
                      <a:pt x="115" y="84"/>
                    </a:cubicBezTo>
                    <a:lnTo>
                      <a:pt x="116" y="83"/>
                    </a:lnTo>
                    <a:cubicBezTo>
                      <a:pt x="118" y="82"/>
                      <a:pt x="120" y="81"/>
                      <a:pt x="121" y="79"/>
                    </a:cubicBezTo>
                    <a:cubicBezTo>
                      <a:pt x="123" y="77"/>
                      <a:pt x="126" y="75"/>
                      <a:pt x="128" y="72"/>
                    </a:cubicBezTo>
                    <a:cubicBezTo>
                      <a:pt x="129" y="71"/>
                      <a:pt x="131" y="68"/>
                      <a:pt x="132" y="67"/>
                    </a:cubicBezTo>
                    <a:cubicBezTo>
                      <a:pt x="135" y="63"/>
                      <a:pt x="142" y="62"/>
                      <a:pt x="146" y="65"/>
                    </a:cubicBezTo>
                    <a:cubicBezTo>
                      <a:pt x="150" y="68"/>
                      <a:pt x="151" y="74"/>
                      <a:pt x="147" y="78"/>
                    </a:cubicBezTo>
                    <a:cubicBezTo>
                      <a:pt x="139" y="89"/>
                      <a:pt x="130" y="100"/>
                      <a:pt x="116" y="104"/>
                    </a:cubicBezTo>
                    <a:cubicBezTo>
                      <a:pt x="110" y="106"/>
                      <a:pt x="103" y="105"/>
                      <a:pt x="98" y="101"/>
                    </a:cubicBezTo>
                    <a:cubicBezTo>
                      <a:pt x="92" y="97"/>
                      <a:pt x="89" y="91"/>
                      <a:pt x="86" y="85"/>
                    </a:cubicBezTo>
                    <a:cubicBezTo>
                      <a:pt x="84" y="78"/>
                      <a:pt x="82" y="71"/>
                      <a:pt x="79" y="64"/>
                    </a:cubicBezTo>
                    <a:cubicBezTo>
                      <a:pt x="79" y="62"/>
                      <a:pt x="78" y="60"/>
                      <a:pt x="78" y="58"/>
                    </a:cubicBezTo>
                    <a:cubicBezTo>
                      <a:pt x="76" y="61"/>
                      <a:pt x="74" y="64"/>
                      <a:pt x="72" y="68"/>
                    </a:cubicBezTo>
                    <a:cubicBezTo>
                      <a:pt x="66" y="78"/>
                      <a:pt x="58" y="88"/>
                      <a:pt x="49" y="96"/>
                    </a:cubicBezTo>
                    <a:cubicBezTo>
                      <a:pt x="43" y="100"/>
                      <a:pt x="38" y="103"/>
                      <a:pt x="32" y="106"/>
                    </a:cubicBezTo>
                    <a:cubicBezTo>
                      <a:pt x="29" y="106"/>
                      <a:pt x="27" y="107"/>
                      <a:pt x="24" y="107"/>
                    </a:cubicBezTo>
                    <a:cubicBezTo>
                      <a:pt x="21" y="107"/>
                      <a:pt x="18" y="106"/>
                      <a:pt x="14" y="1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2" name="Google Shape;3062;p32"/>
              <p:cNvSpPr/>
              <p:nvPr/>
            </p:nvSpPr>
            <p:spPr>
              <a:xfrm>
                <a:off x="-594020" y="3656878"/>
                <a:ext cx="42840" cy="13680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380" extrusionOk="0">
                    <a:moveTo>
                      <a:pt x="4" y="377"/>
                    </a:moveTo>
                    <a:cubicBezTo>
                      <a:pt x="0" y="374"/>
                      <a:pt x="0" y="368"/>
                      <a:pt x="4" y="364"/>
                    </a:cubicBezTo>
                    <a:cubicBezTo>
                      <a:pt x="10" y="359"/>
                      <a:pt x="16" y="352"/>
                      <a:pt x="22" y="346"/>
                    </a:cubicBezTo>
                    <a:cubicBezTo>
                      <a:pt x="31" y="338"/>
                      <a:pt x="39" y="329"/>
                      <a:pt x="47" y="320"/>
                    </a:cubicBezTo>
                    <a:cubicBezTo>
                      <a:pt x="52" y="314"/>
                      <a:pt x="57" y="308"/>
                      <a:pt x="61" y="301"/>
                    </a:cubicBezTo>
                    <a:lnTo>
                      <a:pt x="61" y="302"/>
                    </a:lnTo>
                    <a:cubicBezTo>
                      <a:pt x="68" y="292"/>
                      <a:pt x="75" y="280"/>
                      <a:pt x="81" y="269"/>
                    </a:cubicBezTo>
                    <a:lnTo>
                      <a:pt x="80" y="269"/>
                    </a:lnTo>
                    <a:cubicBezTo>
                      <a:pt x="84" y="261"/>
                      <a:pt x="88" y="253"/>
                      <a:pt x="91" y="244"/>
                    </a:cubicBezTo>
                    <a:cubicBezTo>
                      <a:pt x="94" y="236"/>
                      <a:pt x="96" y="229"/>
                      <a:pt x="98" y="220"/>
                    </a:cubicBezTo>
                    <a:cubicBezTo>
                      <a:pt x="99" y="215"/>
                      <a:pt x="99" y="211"/>
                      <a:pt x="100" y="205"/>
                    </a:cubicBezTo>
                    <a:cubicBezTo>
                      <a:pt x="100" y="198"/>
                      <a:pt x="100" y="191"/>
                      <a:pt x="100" y="184"/>
                    </a:cubicBezTo>
                    <a:cubicBezTo>
                      <a:pt x="100" y="177"/>
                      <a:pt x="99" y="169"/>
                      <a:pt x="99" y="162"/>
                    </a:cubicBezTo>
                    <a:cubicBezTo>
                      <a:pt x="98" y="150"/>
                      <a:pt x="96" y="138"/>
                      <a:pt x="95" y="127"/>
                    </a:cubicBezTo>
                    <a:lnTo>
                      <a:pt x="94" y="127"/>
                    </a:lnTo>
                    <a:lnTo>
                      <a:pt x="94" y="126"/>
                    </a:lnTo>
                    <a:cubicBezTo>
                      <a:pt x="92" y="113"/>
                      <a:pt x="88" y="101"/>
                      <a:pt x="84" y="88"/>
                    </a:cubicBezTo>
                    <a:cubicBezTo>
                      <a:pt x="84" y="89"/>
                      <a:pt x="84" y="89"/>
                      <a:pt x="84" y="89"/>
                    </a:cubicBezTo>
                    <a:cubicBezTo>
                      <a:pt x="80" y="78"/>
                      <a:pt x="75" y="67"/>
                      <a:pt x="70" y="56"/>
                    </a:cubicBezTo>
                    <a:cubicBezTo>
                      <a:pt x="70" y="55"/>
                      <a:pt x="70" y="55"/>
                      <a:pt x="70" y="54"/>
                    </a:cubicBezTo>
                    <a:cubicBezTo>
                      <a:pt x="70" y="55"/>
                      <a:pt x="70" y="55"/>
                      <a:pt x="70" y="55"/>
                    </a:cubicBezTo>
                    <a:cubicBezTo>
                      <a:pt x="67" y="49"/>
                      <a:pt x="63" y="43"/>
                      <a:pt x="60" y="37"/>
                    </a:cubicBezTo>
                    <a:cubicBezTo>
                      <a:pt x="59" y="36"/>
                      <a:pt x="58" y="35"/>
                      <a:pt x="57" y="34"/>
                    </a:cubicBezTo>
                    <a:cubicBezTo>
                      <a:pt x="56" y="33"/>
                      <a:pt x="56" y="32"/>
                      <a:pt x="55" y="31"/>
                    </a:cubicBezTo>
                    <a:cubicBezTo>
                      <a:pt x="55" y="32"/>
                      <a:pt x="55" y="32"/>
                      <a:pt x="56" y="32"/>
                    </a:cubicBezTo>
                    <a:cubicBezTo>
                      <a:pt x="55" y="31"/>
                      <a:pt x="55" y="31"/>
                      <a:pt x="54" y="31"/>
                    </a:cubicBezTo>
                    <a:cubicBezTo>
                      <a:pt x="53" y="28"/>
                      <a:pt x="51" y="25"/>
                      <a:pt x="49" y="22"/>
                    </a:cubicBezTo>
                    <a:cubicBezTo>
                      <a:pt x="46" y="21"/>
                      <a:pt x="44" y="18"/>
                      <a:pt x="42" y="16"/>
                    </a:cubicBezTo>
                    <a:cubicBezTo>
                      <a:pt x="39" y="12"/>
                      <a:pt x="41" y="5"/>
                      <a:pt x="45" y="3"/>
                    </a:cubicBezTo>
                    <a:cubicBezTo>
                      <a:pt x="49" y="0"/>
                      <a:pt x="54" y="0"/>
                      <a:pt x="58" y="4"/>
                    </a:cubicBezTo>
                    <a:cubicBezTo>
                      <a:pt x="60" y="5"/>
                      <a:pt x="62" y="8"/>
                      <a:pt x="64" y="10"/>
                    </a:cubicBezTo>
                    <a:cubicBezTo>
                      <a:pt x="64" y="11"/>
                      <a:pt x="66" y="12"/>
                      <a:pt x="67" y="13"/>
                    </a:cubicBezTo>
                    <a:cubicBezTo>
                      <a:pt x="69" y="17"/>
                      <a:pt x="71" y="19"/>
                      <a:pt x="74" y="23"/>
                    </a:cubicBezTo>
                    <a:cubicBezTo>
                      <a:pt x="74" y="24"/>
                      <a:pt x="74" y="25"/>
                      <a:pt x="75" y="25"/>
                    </a:cubicBezTo>
                    <a:cubicBezTo>
                      <a:pt x="84" y="38"/>
                      <a:pt x="90" y="53"/>
                      <a:pt x="96" y="68"/>
                    </a:cubicBezTo>
                    <a:cubicBezTo>
                      <a:pt x="106" y="95"/>
                      <a:pt x="114" y="124"/>
                      <a:pt x="116" y="153"/>
                    </a:cubicBezTo>
                    <a:cubicBezTo>
                      <a:pt x="117" y="162"/>
                      <a:pt x="117" y="171"/>
                      <a:pt x="117" y="180"/>
                    </a:cubicBezTo>
                    <a:cubicBezTo>
                      <a:pt x="118" y="186"/>
                      <a:pt x="118" y="192"/>
                      <a:pt x="118" y="199"/>
                    </a:cubicBezTo>
                    <a:cubicBezTo>
                      <a:pt x="117" y="227"/>
                      <a:pt x="108" y="254"/>
                      <a:pt x="95" y="279"/>
                    </a:cubicBezTo>
                    <a:cubicBezTo>
                      <a:pt x="88" y="293"/>
                      <a:pt x="78" y="307"/>
                      <a:pt x="69" y="320"/>
                    </a:cubicBezTo>
                    <a:cubicBezTo>
                      <a:pt x="62" y="330"/>
                      <a:pt x="54" y="339"/>
                      <a:pt x="45" y="347"/>
                    </a:cubicBezTo>
                    <a:cubicBezTo>
                      <a:pt x="35" y="357"/>
                      <a:pt x="25" y="367"/>
                      <a:pt x="15" y="377"/>
                    </a:cubicBezTo>
                    <a:cubicBezTo>
                      <a:pt x="14" y="378"/>
                      <a:pt x="12" y="379"/>
                      <a:pt x="10" y="379"/>
                    </a:cubicBezTo>
                    <a:cubicBezTo>
                      <a:pt x="7" y="379"/>
                      <a:pt x="5" y="378"/>
                      <a:pt x="4" y="3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3" name="Google Shape;3063;p32"/>
              <p:cNvSpPr/>
              <p:nvPr/>
            </p:nvSpPr>
            <p:spPr>
              <a:xfrm>
                <a:off x="-924500" y="3906718"/>
                <a:ext cx="7056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196" h="33" extrusionOk="0">
                    <a:moveTo>
                      <a:pt x="0" y="22"/>
                    </a:moveTo>
                    <a:cubicBezTo>
                      <a:pt x="0" y="16"/>
                      <a:pt x="5" y="11"/>
                      <a:pt x="10" y="11"/>
                    </a:cubicBezTo>
                    <a:cubicBezTo>
                      <a:pt x="26" y="11"/>
                      <a:pt x="41" y="12"/>
                      <a:pt x="57" y="12"/>
                    </a:cubicBezTo>
                    <a:cubicBezTo>
                      <a:pt x="65" y="12"/>
                      <a:pt x="72" y="12"/>
                      <a:pt x="80" y="12"/>
                    </a:cubicBezTo>
                    <a:cubicBezTo>
                      <a:pt x="88" y="12"/>
                      <a:pt x="96" y="11"/>
                      <a:pt x="103" y="11"/>
                    </a:cubicBezTo>
                    <a:cubicBezTo>
                      <a:pt x="110" y="10"/>
                      <a:pt x="117" y="9"/>
                      <a:pt x="123" y="9"/>
                    </a:cubicBezTo>
                    <a:cubicBezTo>
                      <a:pt x="128" y="8"/>
                      <a:pt x="133" y="8"/>
                      <a:pt x="138" y="7"/>
                    </a:cubicBezTo>
                    <a:cubicBezTo>
                      <a:pt x="153" y="5"/>
                      <a:pt x="168" y="3"/>
                      <a:pt x="184" y="1"/>
                    </a:cubicBezTo>
                    <a:cubicBezTo>
                      <a:pt x="189" y="0"/>
                      <a:pt x="193" y="4"/>
                      <a:pt x="194" y="8"/>
                    </a:cubicBezTo>
                    <a:cubicBezTo>
                      <a:pt x="195" y="13"/>
                      <a:pt x="191" y="18"/>
                      <a:pt x="186" y="18"/>
                    </a:cubicBezTo>
                    <a:cubicBezTo>
                      <a:pt x="164" y="22"/>
                      <a:pt x="142" y="25"/>
                      <a:pt x="120" y="28"/>
                    </a:cubicBezTo>
                    <a:cubicBezTo>
                      <a:pt x="115" y="28"/>
                      <a:pt x="110" y="29"/>
                      <a:pt x="104" y="29"/>
                    </a:cubicBezTo>
                    <a:cubicBezTo>
                      <a:pt x="103" y="29"/>
                      <a:pt x="100" y="29"/>
                      <a:pt x="99" y="29"/>
                    </a:cubicBezTo>
                    <a:cubicBezTo>
                      <a:pt x="94" y="30"/>
                      <a:pt x="91" y="30"/>
                      <a:pt x="87" y="30"/>
                    </a:cubicBezTo>
                    <a:cubicBezTo>
                      <a:pt x="78" y="30"/>
                      <a:pt x="69" y="30"/>
                      <a:pt x="59" y="30"/>
                    </a:cubicBezTo>
                    <a:cubicBezTo>
                      <a:pt x="43" y="31"/>
                      <a:pt x="26" y="32"/>
                      <a:pt x="10" y="32"/>
                    </a:cubicBezTo>
                    <a:cubicBezTo>
                      <a:pt x="5" y="32"/>
                      <a:pt x="0" y="27"/>
                      <a:pt x="0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4" name="Google Shape;3064;p32"/>
              <p:cNvSpPr/>
              <p:nvPr/>
            </p:nvSpPr>
            <p:spPr>
              <a:xfrm>
                <a:off x="-851420" y="3893038"/>
                <a:ext cx="54720" cy="4248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118" extrusionOk="0">
                    <a:moveTo>
                      <a:pt x="30" y="95"/>
                    </a:moveTo>
                    <a:cubicBezTo>
                      <a:pt x="31" y="95"/>
                      <a:pt x="32" y="95"/>
                      <a:pt x="33" y="95"/>
                    </a:cubicBezTo>
                    <a:cubicBezTo>
                      <a:pt x="35" y="94"/>
                      <a:pt x="37" y="93"/>
                      <a:pt x="38" y="93"/>
                    </a:cubicBezTo>
                    <a:cubicBezTo>
                      <a:pt x="40" y="92"/>
                      <a:pt x="42" y="92"/>
                      <a:pt x="44" y="91"/>
                    </a:cubicBezTo>
                    <a:cubicBezTo>
                      <a:pt x="46" y="89"/>
                      <a:pt x="49" y="88"/>
                      <a:pt x="52" y="86"/>
                    </a:cubicBezTo>
                    <a:cubicBezTo>
                      <a:pt x="55" y="83"/>
                      <a:pt x="59" y="81"/>
                      <a:pt x="62" y="78"/>
                    </a:cubicBezTo>
                    <a:cubicBezTo>
                      <a:pt x="66" y="74"/>
                      <a:pt x="70" y="70"/>
                      <a:pt x="74" y="66"/>
                    </a:cubicBezTo>
                    <a:cubicBezTo>
                      <a:pt x="77" y="62"/>
                      <a:pt x="81" y="57"/>
                      <a:pt x="84" y="52"/>
                    </a:cubicBezTo>
                    <a:cubicBezTo>
                      <a:pt x="82" y="46"/>
                      <a:pt x="82" y="39"/>
                      <a:pt x="81" y="33"/>
                    </a:cubicBezTo>
                    <a:cubicBezTo>
                      <a:pt x="81" y="31"/>
                      <a:pt x="81" y="29"/>
                      <a:pt x="81" y="28"/>
                    </a:cubicBezTo>
                    <a:cubicBezTo>
                      <a:pt x="81" y="27"/>
                      <a:pt x="81" y="26"/>
                      <a:pt x="81" y="26"/>
                    </a:cubicBezTo>
                    <a:cubicBezTo>
                      <a:pt x="80" y="25"/>
                      <a:pt x="80" y="25"/>
                      <a:pt x="80" y="24"/>
                    </a:cubicBezTo>
                    <a:cubicBezTo>
                      <a:pt x="79" y="23"/>
                      <a:pt x="79" y="23"/>
                      <a:pt x="79" y="23"/>
                    </a:cubicBezTo>
                    <a:cubicBezTo>
                      <a:pt x="78" y="22"/>
                      <a:pt x="78" y="22"/>
                      <a:pt x="78" y="22"/>
                    </a:cubicBezTo>
                    <a:cubicBezTo>
                      <a:pt x="77" y="22"/>
                      <a:pt x="77" y="21"/>
                      <a:pt x="77" y="21"/>
                    </a:cubicBezTo>
                    <a:cubicBezTo>
                      <a:pt x="78" y="22"/>
                      <a:pt x="78" y="22"/>
                      <a:pt x="78" y="22"/>
                    </a:cubicBezTo>
                    <a:lnTo>
                      <a:pt x="77" y="21"/>
                    </a:lnTo>
                    <a:cubicBezTo>
                      <a:pt x="78" y="22"/>
                      <a:pt x="78" y="22"/>
                      <a:pt x="78" y="22"/>
                    </a:cubicBezTo>
                    <a:lnTo>
                      <a:pt x="77" y="21"/>
                    </a:lnTo>
                    <a:lnTo>
                      <a:pt x="76" y="21"/>
                    </a:lnTo>
                    <a:lnTo>
                      <a:pt x="75" y="20"/>
                    </a:lnTo>
                    <a:lnTo>
                      <a:pt x="74" y="20"/>
                    </a:lnTo>
                    <a:lnTo>
                      <a:pt x="74" y="19"/>
                    </a:lnTo>
                    <a:lnTo>
                      <a:pt x="74" y="20"/>
                    </a:lnTo>
                    <a:cubicBezTo>
                      <a:pt x="74" y="19"/>
                      <a:pt x="73" y="19"/>
                      <a:pt x="73" y="19"/>
                    </a:cubicBezTo>
                    <a:cubicBezTo>
                      <a:pt x="72" y="19"/>
                      <a:pt x="71" y="19"/>
                      <a:pt x="71" y="19"/>
                    </a:cubicBezTo>
                    <a:cubicBezTo>
                      <a:pt x="70" y="19"/>
                      <a:pt x="70" y="19"/>
                      <a:pt x="69" y="19"/>
                    </a:cubicBezTo>
                    <a:cubicBezTo>
                      <a:pt x="68" y="19"/>
                      <a:pt x="67" y="19"/>
                      <a:pt x="67" y="19"/>
                    </a:cubicBezTo>
                    <a:cubicBezTo>
                      <a:pt x="65" y="20"/>
                      <a:pt x="64" y="20"/>
                      <a:pt x="62" y="21"/>
                    </a:cubicBezTo>
                    <a:cubicBezTo>
                      <a:pt x="61" y="21"/>
                      <a:pt x="60" y="22"/>
                      <a:pt x="58" y="22"/>
                    </a:cubicBezTo>
                    <a:cubicBezTo>
                      <a:pt x="56" y="24"/>
                      <a:pt x="55" y="25"/>
                      <a:pt x="53" y="26"/>
                    </a:cubicBezTo>
                    <a:cubicBezTo>
                      <a:pt x="51" y="27"/>
                      <a:pt x="49" y="28"/>
                      <a:pt x="47" y="30"/>
                    </a:cubicBezTo>
                    <a:cubicBezTo>
                      <a:pt x="45" y="32"/>
                      <a:pt x="42" y="35"/>
                      <a:pt x="40" y="38"/>
                    </a:cubicBezTo>
                    <a:cubicBezTo>
                      <a:pt x="40" y="37"/>
                      <a:pt x="40" y="37"/>
                      <a:pt x="40" y="37"/>
                    </a:cubicBezTo>
                    <a:cubicBezTo>
                      <a:pt x="38" y="40"/>
                      <a:pt x="35" y="43"/>
                      <a:pt x="33" y="46"/>
                    </a:cubicBezTo>
                    <a:lnTo>
                      <a:pt x="32" y="47"/>
                    </a:lnTo>
                    <a:lnTo>
                      <a:pt x="33" y="46"/>
                    </a:lnTo>
                    <a:cubicBezTo>
                      <a:pt x="31" y="50"/>
                      <a:pt x="29" y="53"/>
                      <a:pt x="27" y="56"/>
                    </a:cubicBezTo>
                    <a:cubicBezTo>
                      <a:pt x="25" y="60"/>
                      <a:pt x="24" y="64"/>
                      <a:pt x="23" y="67"/>
                    </a:cubicBezTo>
                    <a:cubicBezTo>
                      <a:pt x="21" y="71"/>
                      <a:pt x="20" y="74"/>
                      <a:pt x="20" y="78"/>
                    </a:cubicBezTo>
                    <a:cubicBezTo>
                      <a:pt x="19" y="80"/>
                      <a:pt x="19" y="81"/>
                      <a:pt x="19" y="83"/>
                    </a:cubicBezTo>
                    <a:cubicBezTo>
                      <a:pt x="19" y="84"/>
                      <a:pt x="19" y="85"/>
                      <a:pt x="19" y="86"/>
                    </a:cubicBezTo>
                    <a:cubicBezTo>
                      <a:pt x="19" y="87"/>
                      <a:pt x="19" y="88"/>
                      <a:pt x="19" y="89"/>
                    </a:cubicBezTo>
                    <a:lnTo>
                      <a:pt x="20" y="89"/>
                    </a:lnTo>
                    <a:cubicBezTo>
                      <a:pt x="20" y="90"/>
                      <a:pt x="20" y="90"/>
                      <a:pt x="20" y="91"/>
                    </a:cubicBezTo>
                    <a:lnTo>
                      <a:pt x="21" y="92"/>
                    </a:lnTo>
                    <a:cubicBezTo>
                      <a:pt x="21" y="93"/>
                      <a:pt x="22" y="93"/>
                      <a:pt x="22" y="93"/>
                    </a:cubicBezTo>
                    <a:cubicBezTo>
                      <a:pt x="23" y="93"/>
                      <a:pt x="23" y="93"/>
                      <a:pt x="23" y="93"/>
                    </a:cubicBezTo>
                    <a:cubicBezTo>
                      <a:pt x="24" y="94"/>
                      <a:pt x="24" y="94"/>
                      <a:pt x="25" y="94"/>
                    </a:cubicBezTo>
                    <a:cubicBezTo>
                      <a:pt x="25" y="95"/>
                      <a:pt x="25" y="95"/>
                      <a:pt x="26" y="95"/>
                    </a:cubicBezTo>
                    <a:cubicBezTo>
                      <a:pt x="27" y="95"/>
                      <a:pt x="27" y="95"/>
                      <a:pt x="28" y="95"/>
                    </a:cubicBezTo>
                    <a:cubicBezTo>
                      <a:pt x="28" y="95"/>
                      <a:pt x="29" y="95"/>
                      <a:pt x="30" y="95"/>
                    </a:cubicBezTo>
                    <a:moveTo>
                      <a:pt x="115" y="116"/>
                    </a:moveTo>
                    <a:cubicBezTo>
                      <a:pt x="109" y="115"/>
                      <a:pt x="104" y="113"/>
                      <a:pt x="100" y="109"/>
                    </a:cubicBezTo>
                    <a:cubicBezTo>
                      <a:pt x="95" y="105"/>
                      <a:pt x="92" y="100"/>
                      <a:pt x="90" y="95"/>
                    </a:cubicBezTo>
                    <a:cubicBezTo>
                      <a:pt x="88" y="91"/>
                      <a:pt x="86" y="85"/>
                      <a:pt x="85" y="81"/>
                    </a:cubicBezTo>
                    <a:cubicBezTo>
                      <a:pt x="81" y="86"/>
                      <a:pt x="75" y="91"/>
                      <a:pt x="70" y="96"/>
                    </a:cubicBezTo>
                    <a:cubicBezTo>
                      <a:pt x="59" y="105"/>
                      <a:pt x="47" y="112"/>
                      <a:pt x="33" y="114"/>
                    </a:cubicBezTo>
                    <a:cubicBezTo>
                      <a:pt x="27" y="114"/>
                      <a:pt x="21" y="113"/>
                      <a:pt x="16" y="112"/>
                    </a:cubicBezTo>
                    <a:cubicBezTo>
                      <a:pt x="10" y="109"/>
                      <a:pt x="6" y="105"/>
                      <a:pt x="3" y="99"/>
                    </a:cubicBezTo>
                    <a:cubicBezTo>
                      <a:pt x="0" y="95"/>
                      <a:pt x="0" y="88"/>
                      <a:pt x="0" y="83"/>
                    </a:cubicBezTo>
                    <a:cubicBezTo>
                      <a:pt x="0" y="75"/>
                      <a:pt x="2" y="68"/>
                      <a:pt x="4" y="62"/>
                    </a:cubicBezTo>
                    <a:cubicBezTo>
                      <a:pt x="9" y="49"/>
                      <a:pt x="16" y="36"/>
                      <a:pt x="25" y="26"/>
                    </a:cubicBezTo>
                    <a:cubicBezTo>
                      <a:pt x="34" y="15"/>
                      <a:pt x="44" y="7"/>
                      <a:pt x="56" y="3"/>
                    </a:cubicBezTo>
                    <a:cubicBezTo>
                      <a:pt x="60" y="1"/>
                      <a:pt x="63" y="0"/>
                      <a:pt x="67" y="0"/>
                    </a:cubicBezTo>
                    <a:cubicBezTo>
                      <a:pt x="71" y="0"/>
                      <a:pt x="75" y="0"/>
                      <a:pt x="78" y="1"/>
                    </a:cubicBezTo>
                    <a:cubicBezTo>
                      <a:pt x="85" y="2"/>
                      <a:pt x="92" y="7"/>
                      <a:pt x="96" y="13"/>
                    </a:cubicBezTo>
                    <a:cubicBezTo>
                      <a:pt x="98" y="17"/>
                      <a:pt x="100" y="21"/>
                      <a:pt x="101" y="26"/>
                    </a:cubicBezTo>
                    <a:cubicBezTo>
                      <a:pt x="102" y="25"/>
                      <a:pt x="105" y="26"/>
                      <a:pt x="106" y="26"/>
                    </a:cubicBezTo>
                    <a:cubicBezTo>
                      <a:pt x="110" y="28"/>
                      <a:pt x="112" y="32"/>
                      <a:pt x="113" y="35"/>
                    </a:cubicBezTo>
                    <a:cubicBezTo>
                      <a:pt x="113" y="40"/>
                      <a:pt x="111" y="44"/>
                      <a:pt x="109" y="48"/>
                    </a:cubicBezTo>
                    <a:cubicBezTo>
                      <a:pt x="108" y="49"/>
                      <a:pt x="107" y="50"/>
                      <a:pt x="106" y="52"/>
                    </a:cubicBezTo>
                    <a:cubicBezTo>
                      <a:pt x="106" y="53"/>
                      <a:pt x="105" y="55"/>
                      <a:pt x="105" y="57"/>
                    </a:cubicBezTo>
                    <a:cubicBezTo>
                      <a:pt x="105" y="60"/>
                      <a:pt x="104" y="63"/>
                      <a:pt x="104" y="66"/>
                    </a:cubicBezTo>
                    <a:cubicBezTo>
                      <a:pt x="104" y="68"/>
                      <a:pt x="104" y="71"/>
                      <a:pt x="104" y="73"/>
                    </a:cubicBezTo>
                    <a:cubicBezTo>
                      <a:pt x="104" y="75"/>
                      <a:pt x="104" y="77"/>
                      <a:pt x="104" y="78"/>
                    </a:cubicBezTo>
                    <a:cubicBezTo>
                      <a:pt x="105" y="80"/>
                      <a:pt x="105" y="82"/>
                      <a:pt x="106" y="84"/>
                    </a:cubicBezTo>
                    <a:cubicBezTo>
                      <a:pt x="106" y="85"/>
                      <a:pt x="107" y="87"/>
                      <a:pt x="108" y="88"/>
                    </a:cubicBezTo>
                    <a:cubicBezTo>
                      <a:pt x="108" y="89"/>
                      <a:pt x="109" y="90"/>
                      <a:pt x="109" y="91"/>
                    </a:cubicBezTo>
                    <a:cubicBezTo>
                      <a:pt x="110" y="92"/>
                      <a:pt x="110" y="92"/>
                      <a:pt x="111" y="93"/>
                    </a:cubicBezTo>
                    <a:cubicBezTo>
                      <a:pt x="111" y="93"/>
                      <a:pt x="112" y="93"/>
                      <a:pt x="112" y="94"/>
                    </a:cubicBezTo>
                    <a:cubicBezTo>
                      <a:pt x="112" y="95"/>
                      <a:pt x="113" y="95"/>
                      <a:pt x="113" y="95"/>
                    </a:cubicBezTo>
                    <a:cubicBezTo>
                      <a:pt x="114" y="96"/>
                      <a:pt x="115" y="96"/>
                      <a:pt x="115" y="96"/>
                    </a:cubicBezTo>
                    <a:cubicBezTo>
                      <a:pt x="116" y="96"/>
                      <a:pt x="116" y="96"/>
                      <a:pt x="117" y="97"/>
                    </a:cubicBezTo>
                    <a:cubicBezTo>
                      <a:pt x="118" y="97"/>
                      <a:pt x="118" y="97"/>
                      <a:pt x="119" y="98"/>
                    </a:cubicBezTo>
                    <a:lnTo>
                      <a:pt x="120" y="98"/>
                    </a:lnTo>
                    <a:cubicBezTo>
                      <a:pt x="121" y="98"/>
                      <a:pt x="122" y="98"/>
                      <a:pt x="123" y="98"/>
                    </a:cubicBezTo>
                    <a:lnTo>
                      <a:pt x="124" y="98"/>
                    </a:lnTo>
                    <a:cubicBezTo>
                      <a:pt x="125" y="97"/>
                      <a:pt x="126" y="97"/>
                      <a:pt x="127" y="96"/>
                    </a:cubicBezTo>
                    <a:cubicBezTo>
                      <a:pt x="128" y="96"/>
                      <a:pt x="129" y="96"/>
                      <a:pt x="130" y="95"/>
                    </a:cubicBezTo>
                    <a:cubicBezTo>
                      <a:pt x="132" y="94"/>
                      <a:pt x="134" y="93"/>
                      <a:pt x="136" y="92"/>
                    </a:cubicBezTo>
                    <a:cubicBezTo>
                      <a:pt x="140" y="89"/>
                      <a:pt x="146" y="91"/>
                      <a:pt x="149" y="95"/>
                    </a:cubicBezTo>
                    <a:cubicBezTo>
                      <a:pt x="151" y="100"/>
                      <a:pt x="150" y="106"/>
                      <a:pt x="145" y="108"/>
                    </a:cubicBezTo>
                    <a:cubicBezTo>
                      <a:pt x="140" y="111"/>
                      <a:pt x="136" y="114"/>
                      <a:pt x="130" y="116"/>
                    </a:cubicBezTo>
                    <a:cubicBezTo>
                      <a:pt x="127" y="117"/>
                      <a:pt x="125" y="117"/>
                      <a:pt x="122" y="117"/>
                    </a:cubicBezTo>
                    <a:cubicBezTo>
                      <a:pt x="119" y="117"/>
                      <a:pt x="116" y="117"/>
                      <a:pt x="115" y="11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5" name="Google Shape;3065;p32"/>
              <p:cNvSpPr/>
              <p:nvPr/>
            </p:nvSpPr>
            <p:spPr>
              <a:xfrm>
                <a:off x="-866180" y="3984118"/>
                <a:ext cx="9000" cy="52560"/>
              </a:xfrm>
              <a:custGeom>
                <a:avLst/>
                <a:gdLst/>
                <a:ahLst/>
                <a:cxnLst/>
                <a:rect l="l" t="t" r="r" b="b"/>
                <a:pathLst>
                  <a:path w="25" h="146" extrusionOk="0">
                    <a:moveTo>
                      <a:pt x="5" y="136"/>
                    </a:moveTo>
                    <a:cubicBezTo>
                      <a:pt x="4" y="115"/>
                      <a:pt x="3" y="94"/>
                      <a:pt x="2" y="72"/>
                    </a:cubicBezTo>
                    <a:cubicBezTo>
                      <a:pt x="2" y="62"/>
                      <a:pt x="2" y="51"/>
                      <a:pt x="1" y="40"/>
                    </a:cubicBezTo>
                    <a:cubicBezTo>
                      <a:pt x="1" y="35"/>
                      <a:pt x="1" y="29"/>
                      <a:pt x="1" y="23"/>
                    </a:cubicBezTo>
                    <a:cubicBezTo>
                      <a:pt x="0" y="19"/>
                      <a:pt x="0" y="15"/>
                      <a:pt x="0" y="10"/>
                    </a:cubicBezTo>
                    <a:cubicBezTo>
                      <a:pt x="0" y="5"/>
                      <a:pt x="5" y="0"/>
                      <a:pt x="10" y="0"/>
                    </a:cubicBezTo>
                    <a:cubicBezTo>
                      <a:pt x="16" y="0"/>
                      <a:pt x="20" y="5"/>
                      <a:pt x="20" y="10"/>
                    </a:cubicBezTo>
                    <a:cubicBezTo>
                      <a:pt x="20" y="20"/>
                      <a:pt x="20" y="29"/>
                      <a:pt x="20" y="39"/>
                    </a:cubicBezTo>
                    <a:cubicBezTo>
                      <a:pt x="21" y="50"/>
                      <a:pt x="21" y="61"/>
                      <a:pt x="22" y="72"/>
                    </a:cubicBezTo>
                    <a:cubicBezTo>
                      <a:pt x="22" y="93"/>
                      <a:pt x="23" y="115"/>
                      <a:pt x="24" y="136"/>
                    </a:cubicBezTo>
                    <a:cubicBezTo>
                      <a:pt x="24" y="141"/>
                      <a:pt x="19" y="145"/>
                      <a:pt x="15" y="145"/>
                    </a:cubicBezTo>
                    <a:cubicBezTo>
                      <a:pt x="9" y="145"/>
                      <a:pt x="6" y="141"/>
                      <a:pt x="5" y="1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6" name="Google Shape;3066;p32"/>
              <p:cNvSpPr/>
              <p:nvPr/>
            </p:nvSpPr>
            <p:spPr>
              <a:xfrm>
                <a:off x="-865460" y="4063318"/>
                <a:ext cx="10080" cy="39240"/>
              </a:xfrm>
              <a:custGeom>
                <a:avLst/>
                <a:gdLst/>
                <a:ahLst/>
                <a:cxnLst/>
                <a:rect l="l" t="t" r="r" b="b"/>
                <a:pathLst>
                  <a:path w="28" h="109" extrusionOk="0">
                    <a:moveTo>
                      <a:pt x="7" y="100"/>
                    </a:moveTo>
                    <a:cubicBezTo>
                      <a:pt x="6" y="92"/>
                      <a:pt x="4" y="84"/>
                      <a:pt x="3" y="76"/>
                    </a:cubicBezTo>
                    <a:cubicBezTo>
                      <a:pt x="2" y="68"/>
                      <a:pt x="2" y="60"/>
                      <a:pt x="1" y="53"/>
                    </a:cubicBezTo>
                    <a:cubicBezTo>
                      <a:pt x="0" y="46"/>
                      <a:pt x="0" y="38"/>
                      <a:pt x="0" y="31"/>
                    </a:cubicBezTo>
                    <a:cubicBezTo>
                      <a:pt x="0" y="27"/>
                      <a:pt x="0" y="23"/>
                      <a:pt x="0" y="19"/>
                    </a:cubicBezTo>
                    <a:cubicBezTo>
                      <a:pt x="0" y="16"/>
                      <a:pt x="0" y="13"/>
                      <a:pt x="0" y="1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8"/>
                      <a:pt x="1" y="6"/>
                      <a:pt x="3" y="4"/>
                    </a:cubicBezTo>
                    <a:cubicBezTo>
                      <a:pt x="4" y="1"/>
                      <a:pt x="7" y="0"/>
                      <a:pt x="10" y="0"/>
                    </a:cubicBezTo>
                    <a:cubicBezTo>
                      <a:pt x="13" y="0"/>
                      <a:pt x="16" y="1"/>
                      <a:pt x="17" y="3"/>
                    </a:cubicBezTo>
                    <a:cubicBezTo>
                      <a:pt x="20" y="6"/>
                      <a:pt x="20" y="8"/>
                      <a:pt x="20" y="11"/>
                    </a:cubicBezTo>
                    <a:lnTo>
                      <a:pt x="20" y="10"/>
                    </a:lnTo>
                    <a:cubicBezTo>
                      <a:pt x="20" y="24"/>
                      <a:pt x="19" y="37"/>
                      <a:pt x="20" y="51"/>
                    </a:cubicBezTo>
                    <a:cubicBezTo>
                      <a:pt x="20" y="58"/>
                      <a:pt x="21" y="66"/>
                      <a:pt x="22" y="73"/>
                    </a:cubicBezTo>
                    <a:cubicBezTo>
                      <a:pt x="23" y="81"/>
                      <a:pt x="25" y="89"/>
                      <a:pt x="26" y="98"/>
                    </a:cubicBezTo>
                    <a:cubicBezTo>
                      <a:pt x="27" y="103"/>
                      <a:pt x="23" y="108"/>
                      <a:pt x="18" y="108"/>
                    </a:cubicBezTo>
                    <a:cubicBezTo>
                      <a:pt x="17" y="108"/>
                      <a:pt x="17" y="108"/>
                      <a:pt x="17" y="108"/>
                    </a:cubicBezTo>
                    <a:cubicBezTo>
                      <a:pt x="12" y="108"/>
                      <a:pt x="8" y="105"/>
                      <a:pt x="7" y="10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7" name="Google Shape;3067;p32"/>
              <p:cNvSpPr/>
              <p:nvPr/>
            </p:nvSpPr>
            <p:spPr>
              <a:xfrm>
                <a:off x="-862580" y="4122358"/>
                <a:ext cx="756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21" h="120" extrusionOk="0">
                    <a:moveTo>
                      <a:pt x="5" y="117"/>
                    </a:moveTo>
                    <a:cubicBezTo>
                      <a:pt x="2" y="115"/>
                      <a:pt x="1" y="113"/>
                      <a:pt x="1" y="110"/>
                    </a:cubicBezTo>
                    <a:cubicBezTo>
                      <a:pt x="1" y="109"/>
                      <a:pt x="1" y="109"/>
                      <a:pt x="1" y="108"/>
                    </a:cubicBezTo>
                    <a:cubicBezTo>
                      <a:pt x="0" y="92"/>
                      <a:pt x="0" y="75"/>
                      <a:pt x="0" y="59"/>
                    </a:cubicBezTo>
                    <a:cubicBezTo>
                      <a:pt x="0" y="43"/>
                      <a:pt x="0" y="26"/>
                      <a:pt x="0" y="10"/>
                    </a:cubicBezTo>
                    <a:cubicBezTo>
                      <a:pt x="1" y="5"/>
                      <a:pt x="5" y="0"/>
                      <a:pt x="10" y="0"/>
                    </a:cubicBezTo>
                    <a:cubicBezTo>
                      <a:pt x="16" y="0"/>
                      <a:pt x="20" y="5"/>
                      <a:pt x="20" y="10"/>
                    </a:cubicBezTo>
                    <a:cubicBezTo>
                      <a:pt x="20" y="26"/>
                      <a:pt x="19" y="41"/>
                      <a:pt x="19" y="58"/>
                    </a:cubicBezTo>
                    <a:cubicBezTo>
                      <a:pt x="19" y="73"/>
                      <a:pt x="19" y="90"/>
                      <a:pt x="20" y="106"/>
                    </a:cubicBezTo>
                    <a:lnTo>
                      <a:pt x="20" y="105"/>
                    </a:lnTo>
                    <a:cubicBezTo>
                      <a:pt x="20" y="106"/>
                      <a:pt x="20" y="107"/>
                      <a:pt x="20" y="108"/>
                    </a:cubicBezTo>
                    <a:cubicBezTo>
                      <a:pt x="20" y="111"/>
                      <a:pt x="20" y="113"/>
                      <a:pt x="18" y="115"/>
                    </a:cubicBezTo>
                    <a:cubicBezTo>
                      <a:pt x="17" y="117"/>
                      <a:pt x="14" y="118"/>
                      <a:pt x="12" y="119"/>
                    </a:cubicBezTo>
                    <a:cubicBezTo>
                      <a:pt x="12" y="119"/>
                      <a:pt x="11" y="119"/>
                      <a:pt x="10" y="119"/>
                    </a:cubicBezTo>
                    <a:cubicBezTo>
                      <a:pt x="9" y="119"/>
                      <a:pt x="6" y="118"/>
                      <a:pt x="5" y="1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8" name="Google Shape;3068;p32"/>
              <p:cNvSpPr/>
              <p:nvPr/>
            </p:nvSpPr>
            <p:spPr>
              <a:xfrm>
                <a:off x="-863300" y="4187518"/>
                <a:ext cx="11160" cy="33120"/>
              </a:xfrm>
              <a:custGeom>
                <a:avLst/>
                <a:gdLst/>
                <a:ahLst/>
                <a:cxnLst/>
                <a:rect l="l" t="t" r="r" b="b"/>
                <a:pathLst>
                  <a:path w="31" h="92" extrusionOk="0">
                    <a:moveTo>
                      <a:pt x="11" y="86"/>
                    </a:moveTo>
                    <a:cubicBezTo>
                      <a:pt x="7" y="79"/>
                      <a:pt x="4" y="71"/>
                      <a:pt x="3" y="64"/>
                    </a:cubicBezTo>
                    <a:cubicBezTo>
                      <a:pt x="0" y="56"/>
                      <a:pt x="0" y="47"/>
                      <a:pt x="0" y="40"/>
                    </a:cubicBezTo>
                    <a:cubicBezTo>
                      <a:pt x="0" y="33"/>
                      <a:pt x="1" y="26"/>
                      <a:pt x="1" y="20"/>
                    </a:cubicBezTo>
                    <a:lnTo>
                      <a:pt x="1" y="21"/>
                    </a:lnTo>
                    <a:cubicBezTo>
                      <a:pt x="2" y="18"/>
                      <a:pt x="2" y="14"/>
                      <a:pt x="3" y="11"/>
                    </a:cubicBezTo>
                    <a:lnTo>
                      <a:pt x="3" y="10"/>
                    </a:lnTo>
                    <a:cubicBezTo>
                      <a:pt x="3" y="4"/>
                      <a:pt x="8" y="0"/>
                      <a:pt x="14" y="0"/>
                    </a:cubicBezTo>
                    <a:cubicBezTo>
                      <a:pt x="16" y="0"/>
                      <a:pt x="19" y="1"/>
                      <a:pt x="21" y="4"/>
                    </a:cubicBezTo>
                    <a:cubicBezTo>
                      <a:pt x="22" y="6"/>
                      <a:pt x="23" y="9"/>
                      <a:pt x="23" y="13"/>
                    </a:cubicBezTo>
                    <a:cubicBezTo>
                      <a:pt x="22" y="16"/>
                      <a:pt x="22" y="20"/>
                      <a:pt x="21" y="24"/>
                    </a:cubicBezTo>
                    <a:cubicBezTo>
                      <a:pt x="20" y="30"/>
                      <a:pt x="19" y="36"/>
                      <a:pt x="19" y="43"/>
                    </a:cubicBezTo>
                    <a:cubicBezTo>
                      <a:pt x="19" y="47"/>
                      <a:pt x="20" y="51"/>
                      <a:pt x="20" y="55"/>
                    </a:cubicBezTo>
                    <a:cubicBezTo>
                      <a:pt x="21" y="57"/>
                      <a:pt x="21" y="59"/>
                      <a:pt x="22" y="61"/>
                    </a:cubicBezTo>
                    <a:cubicBezTo>
                      <a:pt x="23" y="65"/>
                      <a:pt x="24" y="69"/>
                      <a:pt x="26" y="73"/>
                    </a:cubicBezTo>
                    <a:cubicBezTo>
                      <a:pt x="26" y="74"/>
                      <a:pt x="27" y="76"/>
                      <a:pt x="28" y="78"/>
                    </a:cubicBezTo>
                    <a:cubicBezTo>
                      <a:pt x="30" y="82"/>
                      <a:pt x="28" y="88"/>
                      <a:pt x="23" y="91"/>
                    </a:cubicBezTo>
                    <a:cubicBezTo>
                      <a:pt x="22" y="91"/>
                      <a:pt x="21" y="91"/>
                      <a:pt x="19" y="91"/>
                    </a:cubicBezTo>
                    <a:cubicBezTo>
                      <a:pt x="16" y="91"/>
                      <a:pt x="12" y="89"/>
                      <a:pt x="11" y="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9" name="Google Shape;3069;p32"/>
              <p:cNvSpPr/>
              <p:nvPr/>
            </p:nvSpPr>
            <p:spPr>
              <a:xfrm>
                <a:off x="-831260" y="4214518"/>
                <a:ext cx="8028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223" h="28" extrusionOk="0">
                    <a:moveTo>
                      <a:pt x="212" y="27"/>
                    </a:moveTo>
                    <a:cubicBezTo>
                      <a:pt x="191" y="25"/>
                      <a:pt x="169" y="24"/>
                      <a:pt x="148" y="24"/>
                    </a:cubicBezTo>
                    <a:cubicBezTo>
                      <a:pt x="141" y="24"/>
                      <a:pt x="134" y="24"/>
                      <a:pt x="128" y="24"/>
                    </a:cubicBezTo>
                    <a:cubicBezTo>
                      <a:pt x="112" y="24"/>
                      <a:pt x="97" y="25"/>
                      <a:pt x="82" y="25"/>
                    </a:cubicBezTo>
                    <a:cubicBezTo>
                      <a:pt x="73" y="26"/>
                      <a:pt x="64" y="26"/>
                      <a:pt x="55" y="26"/>
                    </a:cubicBezTo>
                    <a:cubicBezTo>
                      <a:pt x="52" y="26"/>
                      <a:pt x="48" y="26"/>
                      <a:pt x="45" y="25"/>
                    </a:cubicBezTo>
                    <a:cubicBezTo>
                      <a:pt x="40" y="25"/>
                      <a:pt x="36" y="25"/>
                      <a:pt x="31" y="25"/>
                    </a:cubicBezTo>
                    <a:cubicBezTo>
                      <a:pt x="31" y="25"/>
                      <a:pt x="30" y="25"/>
                      <a:pt x="29" y="24"/>
                    </a:cubicBezTo>
                    <a:cubicBezTo>
                      <a:pt x="30" y="25"/>
                      <a:pt x="30" y="25"/>
                      <a:pt x="31" y="25"/>
                    </a:cubicBezTo>
                    <a:cubicBezTo>
                      <a:pt x="29" y="24"/>
                      <a:pt x="28" y="24"/>
                      <a:pt x="27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5" y="24"/>
                      <a:pt x="24" y="24"/>
                      <a:pt x="23" y="24"/>
                    </a:cubicBezTo>
                    <a:lnTo>
                      <a:pt x="24" y="24"/>
                    </a:lnTo>
                    <a:cubicBezTo>
                      <a:pt x="21" y="24"/>
                      <a:pt x="18" y="23"/>
                      <a:pt x="16" y="23"/>
                    </a:cubicBezTo>
                    <a:cubicBezTo>
                      <a:pt x="13" y="22"/>
                      <a:pt x="9" y="21"/>
                      <a:pt x="6" y="18"/>
                    </a:cubicBezTo>
                    <a:cubicBezTo>
                      <a:pt x="0" y="13"/>
                      <a:pt x="3" y="3"/>
                      <a:pt x="10" y="1"/>
                    </a:cubicBezTo>
                    <a:cubicBezTo>
                      <a:pt x="14" y="0"/>
                      <a:pt x="18" y="2"/>
                      <a:pt x="22" y="2"/>
                    </a:cubicBezTo>
                    <a:cubicBezTo>
                      <a:pt x="24" y="2"/>
                      <a:pt x="26" y="3"/>
                      <a:pt x="27" y="5"/>
                    </a:cubicBezTo>
                    <a:cubicBezTo>
                      <a:pt x="29" y="5"/>
                      <a:pt x="32" y="6"/>
                      <a:pt x="35" y="6"/>
                    </a:cubicBezTo>
                    <a:cubicBezTo>
                      <a:pt x="39" y="6"/>
                      <a:pt x="44" y="7"/>
                      <a:pt x="49" y="7"/>
                    </a:cubicBezTo>
                    <a:cubicBezTo>
                      <a:pt x="55" y="7"/>
                      <a:pt x="61" y="7"/>
                      <a:pt x="67" y="7"/>
                    </a:cubicBezTo>
                    <a:cubicBezTo>
                      <a:pt x="66" y="7"/>
                      <a:pt x="66" y="7"/>
                      <a:pt x="66" y="7"/>
                    </a:cubicBezTo>
                    <a:cubicBezTo>
                      <a:pt x="76" y="7"/>
                      <a:pt x="87" y="7"/>
                      <a:pt x="98" y="7"/>
                    </a:cubicBezTo>
                    <a:cubicBezTo>
                      <a:pt x="108" y="6"/>
                      <a:pt x="118" y="6"/>
                      <a:pt x="128" y="6"/>
                    </a:cubicBezTo>
                    <a:lnTo>
                      <a:pt x="127" y="6"/>
                    </a:lnTo>
                    <a:cubicBezTo>
                      <a:pt x="129" y="6"/>
                      <a:pt x="129" y="6"/>
                      <a:pt x="130" y="6"/>
                    </a:cubicBezTo>
                    <a:lnTo>
                      <a:pt x="129" y="6"/>
                    </a:lnTo>
                    <a:cubicBezTo>
                      <a:pt x="134" y="6"/>
                      <a:pt x="140" y="6"/>
                      <a:pt x="146" y="6"/>
                    </a:cubicBezTo>
                    <a:lnTo>
                      <a:pt x="147" y="6"/>
                    </a:lnTo>
                    <a:cubicBezTo>
                      <a:pt x="169" y="6"/>
                      <a:pt x="191" y="7"/>
                      <a:pt x="213" y="9"/>
                    </a:cubicBezTo>
                    <a:cubicBezTo>
                      <a:pt x="218" y="10"/>
                      <a:pt x="222" y="14"/>
                      <a:pt x="221" y="19"/>
                    </a:cubicBezTo>
                    <a:cubicBezTo>
                      <a:pt x="221" y="23"/>
                      <a:pt x="217" y="27"/>
                      <a:pt x="212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0" name="Google Shape;3070;p32"/>
              <p:cNvSpPr/>
              <p:nvPr/>
            </p:nvSpPr>
            <p:spPr>
              <a:xfrm>
                <a:off x="-725420" y="4213798"/>
                <a:ext cx="6444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179" h="25" extrusionOk="0">
                    <a:moveTo>
                      <a:pt x="5" y="8"/>
                    </a:moveTo>
                    <a:cubicBezTo>
                      <a:pt x="6" y="7"/>
                      <a:pt x="6" y="7"/>
                      <a:pt x="7" y="7"/>
                    </a:cubicBezTo>
                    <a:cubicBezTo>
                      <a:pt x="9" y="4"/>
                      <a:pt x="12" y="4"/>
                      <a:pt x="15" y="4"/>
                    </a:cubicBezTo>
                    <a:cubicBezTo>
                      <a:pt x="24" y="4"/>
                      <a:pt x="33" y="3"/>
                      <a:pt x="41" y="3"/>
                    </a:cubicBezTo>
                    <a:cubicBezTo>
                      <a:pt x="52" y="2"/>
                      <a:pt x="62" y="1"/>
                      <a:pt x="72" y="1"/>
                    </a:cubicBezTo>
                    <a:cubicBezTo>
                      <a:pt x="78" y="1"/>
                      <a:pt x="84" y="1"/>
                      <a:pt x="90" y="1"/>
                    </a:cubicBezTo>
                    <a:cubicBezTo>
                      <a:pt x="95" y="0"/>
                      <a:pt x="100" y="0"/>
                      <a:pt x="105" y="0"/>
                    </a:cubicBezTo>
                    <a:cubicBezTo>
                      <a:pt x="115" y="0"/>
                      <a:pt x="125" y="0"/>
                      <a:pt x="134" y="1"/>
                    </a:cubicBezTo>
                    <a:cubicBezTo>
                      <a:pt x="146" y="1"/>
                      <a:pt x="158" y="1"/>
                      <a:pt x="170" y="2"/>
                    </a:cubicBezTo>
                    <a:cubicBezTo>
                      <a:pt x="174" y="2"/>
                      <a:pt x="178" y="7"/>
                      <a:pt x="178" y="12"/>
                    </a:cubicBezTo>
                    <a:cubicBezTo>
                      <a:pt x="178" y="16"/>
                      <a:pt x="174" y="20"/>
                      <a:pt x="169" y="20"/>
                    </a:cubicBezTo>
                    <a:cubicBezTo>
                      <a:pt x="158" y="19"/>
                      <a:pt x="149" y="19"/>
                      <a:pt x="138" y="19"/>
                    </a:cubicBezTo>
                    <a:cubicBezTo>
                      <a:pt x="129" y="19"/>
                      <a:pt x="119" y="19"/>
                      <a:pt x="110" y="18"/>
                    </a:cubicBezTo>
                    <a:cubicBezTo>
                      <a:pt x="102" y="19"/>
                      <a:pt x="95" y="19"/>
                      <a:pt x="87" y="19"/>
                    </a:cubicBezTo>
                    <a:cubicBezTo>
                      <a:pt x="79" y="20"/>
                      <a:pt x="69" y="20"/>
                      <a:pt x="60" y="21"/>
                    </a:cubicBezTo>
                    <a:cubicBezTo>
                      <a:pt x="45" y="22"/>
                      <a:pt x="29" y="23"/>
                      <a:pt x="14" y="24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5" y="24"/>
                      <a:pt x="0" y="14"/>
                      <a:pt x="5" y="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1" name="Google Shape;3071;p32"/>
              <p:cNvSpPr/>
              <p:nvPr/>
            </p:nvSpPr>
            <p:spPr>
              <a:xfrm>
                <a:off x="-633260" y="4214518"/>
                <a:ext cx="4356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27" extrusionOk="0">
                    <a:moveTo>
                      <a:pt x="1" y="18"/>
                    </a:moveTo>
                    <a:cubicBezTo>
                      <a:pt x="0" y="16"/>
                      <a:pt x="1" y="13"/>
                      <a:pt x="3" y="11"/>
                    </a:cubicBezTo>
                    <a:cubicBezTo>
                      <a:pt x="5" y="8"/>
                      <a:pt x="7" y="7"/>
                      <a:pt x="10" y="6"/>
                    </a:cubicBezTo>
                    <a:cubicBezTo>
                      <a:pt x="26" y="5"/>
                      <a:pt x="42" y="3"/>
                      <a:pt x="58" y="3"/>
                    </a:cubicBezTo>
                    <a:cubicBezTo>
                      <a:pt x="75" y="2"/>
                      <a:pt x="92" y="2"/>
                      <a:pt x="109" y="1"/>
                    </a:cubicBezTo>
                    <a:cubicBezTo>
                      <a:pt x="115" y="0"/>
                      <a:pt x="119" y="5"/>
                      <a:pt x="119" y="10"/>
                    </a:cubicBezTo>
                    <a:cubicBezTo>
                      <a:pt x="120" y="14"/>
                      <a:pt x="116" y="19"/>
                      <a:pt x="111" y="20"/>
                    </a:cubicBezTo>
                    <a:cubicBezTo>
                      <a:pt x="97" y="20"/>
                      <a:pt x="83" y="21"/>
                      <a:pt x="69" y="21"/>
                    </a:cubicBezTo>
                    <a:cubicBezTo>
                      <a:pt x="56" y="21"/>
                      <a:pt x="42" y="23"/>
                      <a:pt x="28" y="24"/>
                    </a:cubicBezTo>
                    <a:cubicBezTo>
                      <a:pt x="26" y="24"/>
                      <a:pt x="23" y="25"/>
                      <a:pt x="21" y="25"/>
                    </a:cubicBezTo>
                    <a:cubicBezTo>
                      <a:pt x="19" y="25"/>
                      <a:pt x="16" y="25"/>
                      <a:pt x="13" y="26"/>
                    </a:cubicBezTo>
                    <a:lnTo>
                      <a:pt x="12" y="26"/>
                    </a:lnTo>
                    <a:cubicBezTo>
                      <a:pt x="6" y="26"/>
                      <a:pt x="2" y="23"/>
                      <a:pt x="1" y="1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2" name="Google Shape;3072;p32"/>
              <p:cNvSpPr/>
              <p:nvPr/>
            </p:nvSpPr>
            <p:spPr>
              <a:xfrm>
                <a:off x="-553340" y="4211278"/>
                <a:ext cx="2664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74" h="27" extrusionOk="0">
                    <a:moveTo>
                      <a:pt x="62" y="26"/>
                    </a:moveTo>
                    <a:cubicBezTo>
                      <a:pt x="53" y="25"/>
                      <a:pt x="44" y="25"/>
                      <a:pt x="35" y="25"/>
                    </a:cubicBezTo>
                    <a:cubicBezTo>
                      <a:pt x="31" y="24"/>
                      <a:pt x="28" y="24"/>
                      <a:pt x="24" y="24"/>
                    </a:cubicBezTo>
                    <a:cubicBezTo>
                      <a:pt x="22" y="23"/>
                      <a:pt x="19" y="23"/>
                      <a:pt x="16" y="23"/>
                    </a:cubicBezTo>
                    <a:cubicBezTo>
                      <a:pt x="12" y="22"/>
                      <a:pt x="7" y="22"/>
                      <a:pt x="4" y="19"/>
                    </a:cubicBezTo>
                    <a:cubicBezTo>
                      <a:pt x="0" y="15"/>
                      <a:pt x="0" y="9"/>
                      <a:pt x="3" y="5"/>
                    </a:cubicBezTo>
                    <a:cubicBezTo>
                      <a:pt x="6" y="1"/>
                      <a:pt x="12" y="0"/>
                      <a:pt x="16" y="2"/>
                    </a:cubicBezTo>
                    <a:lnTo>
                      <a:pt x="17" y="2"/>
                    </a:lnTo>
                    <a:cubicBezTo>
                      <a:pt x="18" y="3"/>
                      <a:pt x="20" y="4"/>
                      <a:pt x="22" y="4"/>
                    </a:cubicBezTo>
                    <a:cubicBezTo>
                      <a:pt x="36" y="5"/>
                      <a:pt x="50" y="5"/>
                      <a:pt x="63" y="7"/>
                    </a:cubicBezTo>
                    <a:cubicBezTo>
                      <a:pt x="69" y="7"/>
                      <a:pt x="73" y="11"/>
                      <a:pt x="73" y="16"/>
                    </a:cubicBezTo>
                    <a:cubicBezTo>
                      <a:pt x="72" y="22"/>
                      <a:pt x="68" y="26"/>
                      <a:pt x="63" y="26"/>
                    </a:cubicBezTo>
                    <a:lnTo>
                      <a:pt x="62" y="2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073" name="Google Shape;3073;p32"/>
            <p:cNvGrpSpPr/>
            <p:nvPr/>
          </p:nvGrpSpPr>
          <p:grpSpPr>
            <a:xfrm>
              <a:off x="7016391" y="-698437"/>
              <a:ext cx="2641710" cy="1889702"/>
              <a:chOff x="39600" y="2802600"/>
              <a:chExt cx="1227960" cy="878400"/>
            </a:xfrm>
          </p:grpSpPr>
          <p:sp>
            <p:nvSpPr>
              <p:cNvPr id="3074" name="Google Shape;3074;p32"/>
              <p:cNvSpPr/>
              <p:nvPr/>
            </p:nvSpPr>
            <p:spPr>
              <a:xfrm>
                <a:off x="502920" y="2808000"/>
                <a:ext cx="32760" cy="800280"/>
              </a:xfrm>
              <a:custGeom>
                <a:avLst/>
                <a:gdLst/>
                <a:ahLst/>
                <a:cxnLst/>
                <a:rect l="l" t="t" r="r" b="b"/>
                <a:pathLst>
                  <a:path w="91" h="2223" extrusionOk="0">
                    <a:moveTo>
                      <a:pt x="0" y="2211"/>
                    </a:moveTo>
                    <a:cubicBezTo>
                      <a:pt x="1" y="2192"/>
                      <a:pt x="2" y="2172"/>
                      <a:pt x="2" y="2152"/>
                    </a:cubicBezTo>
                    <a:cubicBezTo>
                      <a:pt x="4" y="2130"/>
                      <a:pt x="4" y="2107"/>
                      <a:pt x="5" y="2085"/>
                    </a:cubicBezTo>
                    <a:cubicBezTo>
                      <a:pt x="7" y="2040"/>
                      <a:pt x="8" y="1994"/>
                      <a:pt x="10" y="1949"/>
                    </a:cubicBezTo>
                    <a:cubicBezTo>
                      <a:pt x="13" y="1855"/>
                      <a:pt x="16" y="1762"/>
                      <a:pt x="19" y="1670"/>
                    </a:cubicBezTo>
                    <a:cubicBezTo>
                      <a:pt x="22" y="1576"/>
                      <a:pt x="25" y="1483"/>
                      <a:pt x="27" y="1389"/>
                    </a:cubicBezTo>
                    <a:cubicBezTo>
                      <a:pt x="30" y="1294"/>
                      <a:pt x="33" y="1199"/>
                      <a:pt x="36" y="1104"/>
                    </a:cubicBezTo>
                    <a:cubicBezTo>
                      <a:pt x="39" y="1010"/>
                      <a:pt x="41" y="915"/>
                      <a:pt x="44" y="821"/>
                    </a:cubicBezTo>
                    <a:cubicBezTo>
                      <a:pt x="46" y="775"/>
                      <a:pt x="48" y="729"/>
                      <a:pt x="49" y="682"/>
                    </a:cubicBezTo>
                    <a:cubicBezTo>
                      <a:pt x="50" y="635"/>
                      <a:pt x="52" y="588"/>
                      <a:pt x="53" y="541"/>
                    </a:cubicBezTo>
                    <a:cubicBezTo>
                      <a:pt x="56" y="448"/>
                      <a:pt x="59" y="356"/>
                      <a:pt x="62" y="263"/>
                    </a:cubicBezTo>
                    <a:cubicBezTo>
                      <a:pt x="63" y="221"/>
                      <a:pt x="65" y="179"/>
                      <a:pt x="66" y="137"/>
                    </a:cubicBezTo>
                    <a:cubicBezTo>
                      <a:pt x="67" y="116"/>
                      <a:pt x="67" y="95"/>
                      <a:pt x="68" y="74"/>
                    </a:cubicBezTo>
                    <a:cubicBezTo>
                      <a:pt x="68" y="53"/>
                      <a:pt x="68" y="32"/>
                      <a:pt x="69" y="11"/>
                    </a:cubicBezTo>
                    <a:cubicBezTo>
                      <a:pt x="69" y="5"/>
                      <a:pt x="74" y="0"/>
                      <a:pt x="79" y="0"/>
                    </a:cubicBezTo>
                    <a:cubicBezTo>
                      <a:pt x="85" y="0"/>
                      <a:pt x="90" y="5"/>
                      <a:pt x="90" y="10"/>
                    </a:cubicBezTo>
                    <a:cubicBezTo>
                      <a:pt x="89" y="34"/>
                      <a:pt x="88" y="56"/>
                      <a:pt x="88" y="79"/>
                    </a:cubicBezTo>
                    <a:cubicBezTo>
                      <a:pt x="87" y="103"/>
                      <a:pt x="86" y="127"/>
                      <a:pt x="85" y="151"/>
                    </a:cubicBezTo>
                    <a:cubicBezTo>
                      <a:pt x="83" y="197"/>
                      <a:pt x="82" y="243"/>
                      <a:pt x="81" y="289"/>
                    </a:cubicBezTo>
                    <a:cubicBezTo>
                      <a:pt x="78" y="383"/>
                      <a:pt x="75" y="477"/>
                      <a:pt x="72" y="571"/>
                    </a:cubicBezTo>
                    <a:cubicBezTo>
                      <a:pt x="71" y="618"/>
                      <a:pt x="69" y="665"/>
                      <a:pt x="68" y="712"/>
                    </a:cubicBezTo>
                    <a:cubicBezTo>
                      <a:pt x="66" y="760"/>
                      <a:pt x="65" y="807"/>
                      <a:pt x="63" y="854"/>
                    </a:cubicBezTo>
                    <a:cubicBezTo>
                      <a:pt x="60" y="948"/>
                      <a:pt x="57" y="1042"/>
                      <a:pt x="54" y="1137"/>
                    </a:cubicBezTo>
                    <a:cubicBezTo>
                      <a:pt x="51" y="1231"/>
                      <a:pt x="48" y="1325"/>
                      <a:pt x="45" y="1419"/>
                    </a:cubicBezTo>
                    <a:cubicBezTo>
                      <a:pt x="42" y="1512"/>
                      <a:pt x="40" y="1606"/>
                      <a:pt x="37" y="1699"/>
                    </a:cubicBezTo>
                    <a:cubicBezTo>
                      <a:pt x="34" y="1791"/>
                      <a:pt x="31" y="1883"/>
                      <a:pt x="28" y="1976"/>
                    </a:cubicBezTo>
                    <a:cubicBezTo>
                      <a:pt x="27" y="2017"/>
                      <a:pt x="26" y="2058"/>
                      <a:pt x="25" y="2098"/>
                    </a:cubicBezTo>
                    <a:cubicBezTo>
                      <a:pt x="25" y="2118"/>
                      <a:pt x="23" y="2138"/>
                      <a:pt x="23" y="2158"/>
                    </a:cubicBezTo>
                    <a:cubicBezTo>
                      <a:pt x="23" y="2176"/>
                      <a:pt x="22" y="2193"/>
                      <a:pt x="22" y="2211"/>
                    </a:cubicBezTo>
                    <a:cubicBezTo>
                      <a:pt x="22" y="2217"/>
                      <a:pt x="18" y="2222"/>
                      <a:pt x="11" y="2222"/>
                    </a:cubicBezTo>
                    <a:cubicBezTo>
                      <a:pt x="5" y="2222"/>
                      <a:pt x="0" y="2217"/>
                      <a:pt x="0" y="22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5" name="Google Shape;3075;p32"/>
              <p:cNvSpPr/>
              <p:nvPr/>
            </p:nvSpPr>
            <p:spPr>
              <a:xfrm>
                <a:off x="514080" y="2806920"/>
                <a:ext cx="40320" cy="6696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86" extrusionOk="0">
                    <a:moveTo>
                      <a:pt x="9" y="185"/>
                    </a:moveTo>
                    <a:cubicBezTo>
                      <a:pt x="3" y="183"/>
                      <a:pt x="0" y="178"/>
                      <a:pt x="1" y="172"/>
                    </a:cubicBezTo>
                    <a:cubicBezTo>
                      <a:pt x="2" y="170"/>
                      <a:pt x="2" y="167"/>
                      <a:pt x="3" y="165"/>
                    </a:cubicBezTo>
                    <a:cubicBezTo>
                      <a:pt x="6" y="153"/>
                      <a:pt x="8" y="142"/>
                      <a:pt x="10" y="131"/>
                    </a:cubicBezTo>
                    <a:cubicBezTo>
                      <a:pt x="14" y="110"/>
                      <a:pt x="17" y="90"/>
                      <a:pt x="22" y="69"/>
                    </a:cubicBezTo>
                    <a:cubicBezTo>
                      <a:pt x="23" y="59"/>
                      <a:pt x="25" y="49"/>
                      <a:pt x="27" y="39"/>
                    </a:cubicBezTo>
                    <a:cubicBezTo>
                      <a:pt x="29" y="34"/>
                      <a:pt x="30" y="29"/>
                      <a:pt x="31" y="23"/>
                    </a:cubicBezTo>
                    <a:cubicBezTo>
                      <a:pt x="32" y="18"/>
                      <a:pt x="33" y="14"/>
                      <a:pt x="34" y="8"/>
                    </a:cubicBezTo>
                    <a:cubicBezTo>
                      <a:pt x="36" y="2"/>
                      <a:pt x="42" y="0"/>
                      <a:pt x="48" y="1"/>
                    </a:cubicBezTo>
                    <a:cubicBezTo>
                      <a:pt x="51" y="2"/>
                      <a:pt x="54" y="5"/>
                      <a:pt x="55" y="8"/>
                    </a:cubicBezTo>
                    <a:cubicBezTo>
                      <a:pt x="57" y="9"/>
                      <a:pt x="57" y="11"/>
                      <a:pt x="58" y="12"/>
                    </a:cubicBezTo>
                    <a:cubicBezTo>
                      <a:pt x="60" y="16"/>
                      <a:pt x="61" y="21"/>
                      <a:pt x="62" y="25"/>
                    </a:cubicBezTo>
                    <a:cubicBezTo>
                      <a:pt x="63" y="28"/>
                      <a:pt x="65" y="32"/>
                      <a:pt x="66" y="35"/>
                    </a:cubicBezTo>
                    <a:cubicBezTo>
                      <a:pt x="68" y="40"/>
                      <a:pt x="69" y="45"/>
                      <a:pt x="71" y="50"/>
                    </a:cubicBezTo>
                    <a:cubicBezTo>
                      <a:pt x="78" y="69"/>
                      <a:pt x="86" y="89"/>
                      <a:pt x="93" y="108"/>
                    </a:cubicBezTo>
                    <a:cubicBezTo>
                      <a:pt x="101" y="128"/>
                      <a:pt x="106" y="150"/>
                      <a:pt x="110" y="171"/>
                    </a:cubicBezTo>
                    <a:cubicBezTo>
                      <a:pt x="111" y="177"/>
                      <a:pt x="107" y="182"/>
                      <a:pt x="101" y="183"/>
                    </a:cubicBezTo>
                    <a:cubicBezTo>
                      <a:pt x="96" y="184"/>
                      <a:pt x="90" y="180"/>
                      <a:pt x="90" y="174"/>
                    </a:cubicBezTo>
                    <a:cubicBezTo>
                      <a:pt x="89" y="167"/>
                      <a:pt x="87" y="159"/>
                      <a:pt x="86" y="151"/>
                    </a:cubicBezTo>
                    <a:cubicBezTo>
                      <a:pt x="84" y="145"/>
                      <a:pt x="82" y="139"/>
                      <a:pt x="80" y="133"/>
                    </a:cubicBezTo>
                    <a:cubicBezTo>
                      <a:pt x="79" y="127"/>
                      <a:pt x="77" y="121"/>
                      <a:pt x="75" y="116"/>
                    </a:cubicBezTo>
                    <a:cubicBezTo>
                      <a:pt x="69" y="102"/>
                      <a:pt x="63" y="87"/>
                      <a:pt x="58" y="73"/>
                    </a:cubicBezTo>
                    <a:cubicBezTo>
                      <a:pt x="55" y="66"/>
                      <a:pt x="53" y="59"/>
                      <a:pt x="50" y="52"/>
                    </a:cubicBezTo>
                    <a:cubicBezTo>
                      <a:pt x="48" y="63"/>
                      <a:pt x="45" y="74"/>
                      <a:pt x="43" y="85"/>
                    </a:cubicBezTo>
                    <a:cubicBezTo>
                      <a:pt x="37" y="107"/>
                      <a:pt x="31" y="130"/>
                      <a:pt x="27" y="152"/>
                    </a:cubicBezTo>
                    <a:cubicBezTo>
                      <a:pt x="24" y="161"/>
                      <a:pt x="23" y="169"/>
                      <a:pt x="21" y="177"/>
                    </a:cubicBezTo>
                    <a:cubicBezTo>
                      <a:pt x="20" y="182"/>
                      <a:pt x="16" y="185"/>
                      <a:pt x="11" y="185"/>
                    </a:cubicBezTo>
                    <a:cubicBezTo>
                      <a:pt x="10" y="185"/>
                      <a:pt x="9" y="185"/>
                      <a:pt x="9" y="18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6" name="Google Shape;3076;p32"/>
              <p:cNvSpPr/>
              <p:nvPr/>
            </p:nvSpPr>
            <p:spPr>
              <a:xfrm>
                <a:off x="39600" y="3245040"/>
                <a:ext cx="984600" cy="14760"/>
              </a:xfrm>
              <a:custGeom>
                <a:avLst/>
                <a:gdLst/>
                <a:ahLst/>
                <a:cxnLst/>
                <a:rect l="l" t="t" r="r" b="b"/>
                <a:pathLst>
                  <a:path w="2735" h="41" extrusionOk="0">
                    <a:moveTo>
                      <a:pt x="2725" y="40"/>
                    </a:moveTo>
                    <a:cubicBezTo>
                      <a:pt x="2697" y="39"/>
                      <a:pt x="2668" y="39"/>
                      <a:pt x="2640" y="39"/>
                    </a:cubicBezTo>
                    <a:cubicBezTo>
                      <a:pt x="2612" y="38"/>
                      <a:pt x="2584" y="38"/>
                      <a:pt x="2557" y="38"/>
                    </a:cubicBezTo>
                    <a:cubicBezTo>
                      <a:pt x="2500" y="37"/>
                      <a:pt x="2443" y="37"/>
                      <a:pt x="2387" y="36"/>
                    </a:cubicBezTo>
                    <a:cubicBezTo>
                      <a:pt x="2271" y="36"/>
                      <a:pt x="2156" y="35"/>
                      <a:pt x="2041" y="34"/>
                    </a:cubicBezTo>
                    <a:cubicBezTo>
                      <a:pt x="1981" y="33"/>
                      <a:pt x="1922" y="33"/>
                      <a:pt x="1862" y="33"/>
                    </a:cubicBezTo>
                    <a:cubicBezTo>
                      <a:pt x="1806" y="32"/>
                      <a:pt x="1750" y="32"/>
                      <a:pt x="1694" y="31"/>
                    </a:cubicBezTo>
                    <a:cubicBezTo>
                      <a:pt x="1575" y="30"/>
                      <a:pt x="1455" y="29"/>
                      <a:pt x="1337" y="28"/>
                    </a:cubicBezTo>
                    <a:cubicBezTo>
                      <a:pt x="1280" y="28"/>
                      <a:pt x="1222" y="28"/>
                      <a:pt x="1165" y="27"/>
                    </a:cubicBezTo>
                    <a:cubicBezTo>
                      <a:pt x="1107" y="26"/>
                      <a:pt x="1049" y="26"/>
                      <a:pt x="991" y="26"/>
                    </a:cubicBezTo>
                    <a:cubicBezTo>
                      <a:pt x="872" y="25"/>
                      <a:pt x="754" y="24"/>
                      <a:pt x="636" y="23"/>
                    </a:cubicBezTo>
                    <a:cubicBezTo>
                      <a:pt x="517" y="22"/>
                      <a:pt x="397" y="22"/>
                      <a:pt x="279" y="21"/>
                    </a:cubicBezTo>
                    <a:cubicBezTo>
                      <a:pt x="232" y="21"/>
                      <a:pt x="185" y="21"/>
                      <a:pt x="138" y="21"/>
                    </a:cubicBezTo>
                    <a:cubicBezTo>
                      <a:pt x="114" y="21"/>
                      <a:pt x="91" y="21"/>
                      <a:pt x="68" y="21"/>
                    </a:cubicBezTo>
                    <a:cubicBezTo>
                      <a:pt x="60" y="21"/>
                      <a:pt x="53" y="21"/>
                      <a:pt x="45" y="21"/>
                    </a:cubicBezTo>
                    <a:cubicBezTo>
                      <a:pt x="33" y="21"/>
                      <a:pt x="22" y="21"/>
                      <a:pt x="11" y="21"/>
                    </a:cubicBezTo>
                    <a:cubicBezTo>
                      <a:pt x="5" y="21"/>
                      <a:pt x="0" y="16"/>
                      <a:pt x="0" y="11"/>
                    </a:cubicBezTo>
                    <a:cubicBezTo>
                      <a:pt x="0" y="5"/>
                      <a:pt x="5" y="0"/>
                      <a:pt x="11" y="0"/>
                    </a:cubicBezTo>
                    <a:cubicBezTo>
                      <a:pt x="35" y="0"/>
                      <a:pt x="60" y="0"/>
                      <a:pt x="85" y="1"/>
                    </a:cubicBezTo>
                    <a:cubicBezTo>
                      <a:pt x="113" y="1"/>
                      <a:pt x="141" y="1"/>
                      <a:pt x="169" y="2"/>
                    </a:cubicBezTo>
                    <a:cubicBezTo>
                      <a:pt x="228" y="3"/>
                      <a:pt x="287" y="3"/>
                      <a:pt x="346" y="4"/>
                    </a:cubicBezTo>
                    <a:cubicBezTo>
                      <a:pt x="463" y="5"/>
                      <a:pt x="580" y="6"/>
                      <a:pt x="697" y="7"/>
                    </a:cubicBezTo>
                    <a:cubicBezTo>
                      <a:pt x="815" y="7"/>
                      <a:pt x="932" y="8"/>
                      <a:pt x="1049" y="9"/>
                    </a:cubicBezTo>
                    <a:cubicBezTo>
                      <a:pt x="1168" y="10"/>
                      <a:pt x="1285" y="11"/>
                      <a:pt x="1404" y="12"/>
                    </a:cubicBezTo>
                    <a:cubicBezTo>
                      <a:pt x="1520" y="12"/>
                      <a:pt x="1637" y="13"/>
                      <a:pt x="1754" y="14"/>
                    </a:cubicBezTo>
                    <a:cubicBezTo>
                      <a:pt x="1813" y="14"/>
                      <a:pt x="1872" y="14"/>
                      <a:pt x="1930" y="15"/>
                    </a:cubicBezTo>
                    <a:cubicBezTo>
                      <a:pt x="1988" y="15"/>
                      <a:pt x="2045" y="15"/>
                      <a:pt x="2103" y="16"/>
                    </a:cubicBezTo>
                    <a:cubicBezTo>
                      <a:pt x="2161" y="16"/>
                      <a:pt x="2220" y="17"/>
                      <a:pt x="2278" y="17"/>
                    </a:cubicBezTo>
                    <a:cubicBezTo>
                      <a:pt x="2335" y="18"/>
                      <a:pt x="2392" y="18"/>
                      <a:pt x="2450" y="18"/>
                    </a:cubicBezTo>
                    <a:cubicBezTo>
                      <a:pt x="2496" y="19"/>
                      <a:pt x="2542" y="19"/>
                      <a:pt x="2588" y="19"/>
                    </a:cubicBezTo>
                    <a:cubicBezTo>
                      <a:pt x="2611" y="19"/>
                      <a:pt x="2634" y="19"/>
                      <a:pt x="2656" y="19"/>
                    </a:cubicBezTo>
                    <a:cubicBezTo>
                      <a:pt x="2679" y="20"/>
                      <a:pt x="2701" y="20"/>
                      <a:pt x="2724" y="19"/>
                    </a:cubicBezTo>
                    <a:cubicBezTo>
                      <a:pt x="2730" y="19"/>
                      <a:pt x="2734" y="24"/>
                      <a:pt x="2734" y="29"/>
                    </a:cubicBezTo>
                    <a:cubicBezTo>
                      <a:pt x="2734" y="35"/>
                      <a:pt x="2730" y="40"/>
                      <a:pt x="2725" y="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7" name="Google Shape;3077;p32"/>
              <p:cNvSpPr/>
              <p:nvPr/>
            </p:nvSpPr>
            <p:spPr>
              <a:xfrm>
                <a:off x="979560" y="3241440"/>
                <a:ext cx="56160" cy="3636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01" extrusionOk="0">
                    <a:moveTo>
                      <a:pt x="31" y="94"/>
                    </a:moveTo>
                    <a:cubicBezTo>
                      <a:pt x="28" y="88"/>
                      <a:pt x="31" y="82"/>
                      <a:pt x="36" y="80"/>
                    </a:cubicBezTo>
                    <a:cubicBezTo>
                      <a:pt x="52" y="73"/>
                      <a:pt x="69" y="67"/>
                      <a:pt x="85" y="61"/>
                    </a:cubicBezTo>
                    <a:cubicBezTo>
                      <a:pt x="94" y="58"/>
                      <a:pt x="104" y="54"/>
                      <a:pt x="113" y="52"/>
                    </a:cubicBezTo>
                    <a:cubicBezTo>
                      <a:pt x="111" y="51"/>
                      <a:pt x="109" y="50"/>
                      <a:pt x="107" y="50"/>
                    </a:cubicBezTo>
                    <a:cubicBezTo>
                      <a:pt x="97" y="46"/>
                      <a:pt x="87" y="43"/>
                      <a:pt x="76" y="40"/>
                    </a:cubicBezTo>
                    <a:cubicBezTo>
                      <a:pt x="55" y="33"/>
                      <a:pt x="33" y="27"/>
                      <a:pt x="11" y="22"/>
                    </a:cubicBezTo>
                    <a:lnTo>
                      <a:pt x="10" y="22"/>
                    </a:lnTo>
                    <a:cubicBezTo>
                      <a:pt x="4" y="21"/>
                      <a:pt x="0" y="14"/>
                      <a:pt x="2" y="9"/>
                    </a:cubicBezTo>
                    <a:cubicBezTo>
                      <a:pt x="3" y="4"/>
                      <a:pt x="9" y="0"/>
                      <a:pt x="15" y="1"/>
                    </a:cubicBezTo>
                    <a:cubicBezTo>
                      <a:pt x="25" y="4"/>
                      <a:pt x="35" y="7"/>
                      <a:pt x="45" y="10"/>
                    </a:cubicBezTo>
                    <a:cubicBezTo>
                      <a:pt x="56" y="13"/>
                      <a:pt x="68" y="17"/>
                      <a:pt x="79" y="20"/>
                    </a:cubicBezTo>
                    <a:cubicBezTo>
                      <a:pt x="100" y="27"/>
                      <a:pt x="121" y="33"/>
                      <a:pt x="141" y="38"/>
                    </a:cubicBezTo>
                    <a:cubicBezTo>
                      <a:pt x="143" y="39"/>
                      <a:pt x="146" y="39"/>
                      <a:pt x="147" y="40"/>
                    </a:cubicBezTo>
                    <a:cubicBezTo>
                      <a:pt x="150" y="42"/>
                      <a:pt x="151" y="43"/>
                      <a:pt x="152" y="46"/>
                    </a:cubicBezTo>
                    <a:cubicBezTo>
                      <a:pt x="155" y="51"/>
                      <a:pt x="153" y="57"/>
                      <a:pt x="148" y="60"/>
                    </a:cubicBezTo>
                    <a:cubicBezTo>
                      <a:pt x="145" y="62"/>
                      <a:pt x="141" y="64"/>
                      <a:pt x="138" y="65"/>
                    </a:cubicBezTo>
                    <a:cubicBezTo>
                      <a:pt x="136" y="66"/>
                      <a:pt x="133" y="66"/>
                      <a:pt x="131" y="67"/>
                    </a:cubicBezTo>
                    <a:cubicBezTo>
                      <a:pt x="127" y="68"/>
                      <a:pt x="123" y="70"/>
                      <a:pt x="120" y="71"/>
                    </a:cubicBezTo>
                    <a:cubicBezTo>
                      <a:pt x="111" y="73"/>
                      <a:pt x="103" y="77"/>
                      <a:pt x="94" y="80"/>
                    </a:cubicBezTo>
                    <a:cubicBezTo>
                      <a:pt x="95" y="79"/>
                      <a:pt x="95" y="79"/>
                      <a:pt x="95" y="79"/>
                    </a:cubicBezTo>
                    <a:cubicBezTo>
                      <a:pt x="79" y="85"/>
                      <a:pt x="61" y="91"/>
                      <a:pt x="44" y="99"/>
                    </a:cubicBezTo>
                    <a:cubicBezTo>
                      <a:pt x="43" y="99"/>
                      <a:pt x="42" y="100"/>
                      <a:pt x="40" y="100"/>
                    </a:cubicBezTo>
                    <a:cubicBezTo>
                      <a:pt x="37" y="100"/>
                      <a:pt x="33" y="97"/>
                      <a:pt x="31" y="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8" name="Google Shape;3078;p32"/>
              <p:cNvSpPr/>
              <p:nvPr/>
            </p:nvSpPr>
            <p:spPr>
              <a:xfrm>
                <a:off x="743040" y="2872800"/>
                <a:ext cx="35640" cy="76320"/>
              </a:xfrm>
              <a:custGeom>
                <a:avLst/>
                <a:gdLst/>
                <a:ahLst/>
                <a:cxnLst/>
                <a:rect l="l" t="t" r="r" b="b"/>
                <a:pathLst>
                  <a:path w="99" h="212" extrusionOk="0">
                    <a:moveTo>
                      <a:pt x="81" y="209"/>
                    </a:moveTo>
                    <a:cubicBezTo>
                      <a:pt x="78" y="207"/>
                      <a:pt x="77" y="205"/>
                      <a:pt x="77" y="201"/>
                    </a:cubicBezTo>
                    <a:cubicBezTo>
                      <a:pt x="77" y="200"/>
                      <a:pt x="77" y="200"/>
                      <a:pt x="77" y="199"/>
                    </a:cubicBezTo>
                    <a:lnTo>
                      <a:pt x="77" y="200"/>
                    </a:lnTo>
                    <a:cubicBezTo>
                      <a:pt x="76" y="190"/>
                      <a:pt x="74" y="181"/>
                      <a:pt x="73" y="171"/>
                    </a:cubicBezTo>
                    <a:lnTo>
                      <a:pt x="73" y="172"/>
                    </a:lnTo>
                    <a:cubicBezTo>
                      <a:pt x="72" y="168"/>
                      <a:pt x="71" y="164"/>
                      <a:pt x="70" y="160"/>
                    </a:cubicBezTo>
                    <a:cubicBezTo>
                      <a:pt x="69" y="156"/>
                      <a:pt x="68" y="152"/>
                      <a:pt x="67" y="148"/>
                    </a:cubicBezTo>
                    <a:cubicBezTo>
                      <a:pt x="66" y="144"/>
                      <a:pt x="64" y="140"/>
                      <a:pt x="63" y="136"/>
                    </a:cubicBezTo>
                    <a:cubicBezTo>
                      <a:pt x="61" y="131"/>
                      <a:pt x="59" y="126"/>
                      <a:pt x="57" y="122"/>
                    </a:cubicBezTo>
                    <a:cubicBezTo>
                      <a:pt x="54" y="114"/>
                      <a:pt x="50" y="107"/>
                      <a:pt x="46" y="98"/>
                    </a:cubicBezTo>
                    <a:cubicBezTo>
                      <a:pt x="43" y="93"/>
                      <a:pt x="40" y="87"/>
                      <a:pt x="37" y="81"/>
                    </a:cubicBezTo>
                    <a:cubicBezTo>
                      <a:pt x="32" y="73"/>
                      <a:pt x="28" y="66"/>
                      <a:pt x="24" y="59"/>
                    </a:cubicBezTo>
                    <a:cubicBezTo>
                      <a:pt x="20" y="52"/>
                      <a:pt x="15" y="45"/>
                      <a:pt x="11" y="37"/>
                    </a:cubicBezTo>
                    <a:cubicBezTo>
                      <a:pt x="10" y="34"/>
                      <a:pt x="8" y="31"/>
                      <a:pt x="7" y="27"/>
                    </a:cubicBezTo>
                    <a:cubicBezTo>
                      <a:pt x="6" y="26"/>
                      <a:pt x="4" y="23"/>
                      <a:pt x="3" y="22"/>
                    </a:cubicBezTo>
                    <a:cubicBezTo>
                      <a:pt x="3" y="20"/>
                      <a:pt x="2" y="19"/>
                      <a:pt x="1" y="18"/>
                    </a:cubicBezTo>
                    <a:cubicBezTo>
                      <a:pt x="1" y="15"/>
                      <a:pt x="0" y="13"/>
                      <a:pt x="0" y="11"/>
                    </a:cubicBezTo>
                    <a:cubicBezTo>
                      <a:pt x="0" y="5"/>
                      <a:pt x="6" y="0"/>
                      <a:pt x="12" y="0"/>
                    </a:cubicBezTo>
                    <a:cubicBezTo>
                      <a:pt x="14" y="0"/>
                      <a:pt x="15" y="1"/>
                      <a:pt x="17" y="1"/>
                    </a:cubicBezTo>
                    <a:cubicBezTo>
                      <a:pt x="20" y="4"/>
                      <a:pt x="22" y="8"/>
                      <a:pt x="22" y="12"/>
                    </a:cubicBezTo>
                    <a:cubicBezTo>
                      <a:pt x="24" y="16"/>
                      <a:pt x="25" y="20"/>
                      <a:pt x="27" y="23"/>
                    </a:cubicBezTo>
                    <a:cubicBezTo>
                      <a:pt x="32" y="34"/>
                      <a:pt x="38" y="43"/>
                      <a:pt x="43" y="53"/>
                    </a:cubicBezTo>
                    <a:cubicBezTo>
                      <a:pt x="49" y="62"/>
                      <a:pt x="53" y="71"/>
                      <a:pt x="58" y="80"/>
                    </a:cubicBezTo>
                    <a:cubicBezTo>
                      <a:pt x="61" y="85"/>
                      <a:pt x="63" y="89"/>
                      <a:pt x="65" y="94"/>
                    </a:cubicBezTo>
                    <a:cubicBezTo>
                      <a:pt x="68" y="99"/>
                      <a:pt x="70" y="105"/>
                      <a:pt x="73" y="111"/>
                    </a:cubicBezTo>
                    <a:cubicBezTo>
                      <a:pt x="74" y="113"/>
                      <a:pt x="74" y="115"/>
                      <a:pt x="75" y="117"/>
                    </a:cubicBezTo>
                    <a:cubicBezTo>
                      <a:pt x="77" y="121"/>
                      <a:pt x="78" y="124"/>
                      <a:pt x="80" y="128"/>
                    </a:cubicBezTo>
                    <a:cubicBezTo>
                      <a:pt x="81" y="132"/>
                      <a:pt x="83" y="138"/>
                      <a:pt x="85" y="142"/>
                    </a:cubicBezTo>
                    <a:cubicBezTo>
                      <a:pt x="86" y="147"/>
                      <a:pt x="87" y="151"/>
                      <a:pt x="88" y="156"/>
                    </a:cubicBezTo>
                    <a:cubicBezTo>
                      <a:pt x="89" y="160"/>
                      <a:pt x="91" y="164"/>
                      <a:pt x="91" y="168"/>
                    </a:cubicBezTo>
                    <a:cubicBezTo>
                      <a:pt x="93" y="178"/>
                      <a:pt x="96" y="189"/>
                      <a:pt x="97" y="200"/>
                    </a:cubicBezTo>
                    <a:cubicBezTo>
                      <a:pt x="98" y="205"/>
                      <a:pt x="94" y="210"/>
                      <a:pt x="89" y="211"/>
                    </a:cubicBezTo>
                    <a:cubicBezTo>
                      <a:pt x="88" y="211"/>
                      <a:pt x="88" y="211"/>
                      <a:pt x="87" y="211"/>
                    </a:cubicBezTo>
                    <a:cubicBezTo>
                      <a:pt x="85" y="211"/>
                      <a:pt x="83" y="210"/>
                      <a:pt x="81" y="20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9" name="Google Shape;3079;p32"/>
              <p:cNvSpPr/>
              <p:nvPr/>
            </p:nvSpPr>
            <p:spPr>
              <a:xfrm>
                <a:off x="735840" y="2875320"/>
                <a:ext cx="60120" cy="6984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194" extrusionOk="0">
                    <a:moveTo>
                      <a:pt x="6" y="192"/>
                    </a:moveTo>
                    <a:cubicBezTo>
                      <a:pt x="1" y="189"/>
                      <a:pt x="0" y="182"/>
                      <a:pt x="4" y="177"/>
                    </a:cubicBezTo>
                    <a:cubicBezTo>
                      <a:pt x="10" y="168"/>
                      <a:pt x="17" y="159"/>
                      <a:pt x="23" y="149"/>
                    </a:cubicBezTo>
                    <a:cubicBezTo>
                      <a:pt x="30" y="140"/>
                      <a:pt x="37" y="131"/>
                      <a:pt x="44" y="122"/>
                    </a:cubicBezTo>
                    <a:cubicBezTo>
                      <a:pt x="57" y="104"/>
                      <a:pt x="69" y="87"/>
                      <a:pt x="82" y="69"/>
                    </a:cubicBezTo>
                    <a:cubicBezTo>
                      <a:pt x="90" y="59"/>
                      <a:pt x="97" y="49"/>
                      <a:pt x="105" y="39"/>
                    </a:cubicBezTo>
                    <a:cubicBezTo>
                      <a:pt x="112" y="29"/>
                      <a:pt x="120" y="20"/>
                      <a:pt x="129" y="11"/>
                    </a:cubicBezTo>
                    <a:cubicBezTo>
                      <a:pt x="134" y="6"/>
                      <a:pt x="140" y="2"/>
                      <a:pt x="147" y="1"/>
                    </a:cubicBezTo>
                    <a:cubicBezTo>
                      <a:pt x="153" y="0"/>
                      <a:pt x="160" y="2"/>
                      <a:pt x="163" y="6"/>
                    </a:cubicBezTo>
                    <a:cubicBezTo>
                      <a:pt x="166" y="11"/>
                      <a:pt x="165" y="18"/>
                      <a:pt x="161" y="22"/>
                    </a:cubicBezTo>
                    <a:cubicBezTo>
                      <a:pt x="157" y="24"/>
                      <a:pt x="152" y="24"/>
                      <a:pt x="149" y="22"/>
                    </a:cubicBezTo>
                    <a:cubicBezTo>
                      <a:pt x="148" y="22"/>
                      <a:pt x="147" y="22"/>
                      <a:pt x="147" y="23"/>
                    </a:cubicBezTo>
                    <a:cubicBezTo>
                      <a:pt x="146" y="23"/>
                      <a:pt x="145" y="24"/>
                      <a:pt x="144" y="25"/>
                    </a:cubicBezTo>
                    <a:cubicBezTo>
                      <a:pt x="140" y="29"/>
                      <a:pt x="137" y="31"/>
                      <a:pt x="134" y="35"/>
                    </a:cubicBezTo>
                    <a:cubicBezTo>
                      <a:pt x="125" y="45"/>
                      <a:pt x="118" y="55"/>
                      <a:pt x="110" y="66"/>
                    </a:cubicBezTo>
                    <a:cubicBezTo>
                      <a:pt x="103" y="75"/>
                      <a:pt x="96" y="84"/>
                      <a:pt x="89" y="93"/>
                    </a:cubicBezTo>
                    <a:cubicBezTo>
                      <a:pt x="75" y="111"/>
                      <a:pt x="62" y="128"/>
                      <a:pt x="50" y="146"/>
                    </a:cubicBezTo>
                    <a:cubicBezTo>
                      <a:pt x="41" y="157"/>
                      <a:pt x="34" y="167"/>
                      <a:pt x="27" y="178"/>
                    </a:cubicBezTo>
                    <a:cubicBezTo>
                      <a:pt x="27" y="179"/>
                      <a:pt x="27" y="179"/>
                      <a:pt x="26" y="179"/>
                    </a:cubicBezTo>
                    <a:cubicBezTo>
                      <a:pt x="27" y="179"/>
                      <a:pt x="27" y="179"/>
                      <a:pt x="27" y="178"/>
                    </a:cubicBezTo>
                    <a:cubicBezTo>
                      <a:pt x="25" y="182"/>
                      <a:pt x="23" y="185"/>
                      <a:pt x="20" y="188"/>
                    </a:cubicBezTo>
                    <a:cubicBezTo>
                      <a:pt x="19" y="191"/>
                      <a:pt x="15" y="193"/>
                      <a:pt x="12" y="193"/>
                    </a:cubicBezTo>
                    <a:cubicBezTo>
                      <a:pt x="10" y="193"/>
                      <a:pt x="8" y="193"/>
                      <a:pt x="6" y="19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0" name="Google Shape;3080;p32"/>
              <p:cNvSpPr/>
              <p:nvPr/>
            </p:nvSpPr>
            <p:spPr>
              <a:xfrm>
                <a:off x="779760" y="2901960"/>
                <a:ext cx="1008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28" h="36" extrusionOk="0">
                    <a:moveTo>
                      <a:pt x="0" y="23"/>
                    </a:moveTo>
                    <a:cubicBezTo>
                      <a:pt x="1" y="21"/>
                      <a:pt x="1" y="19"/>
                      <a:pt x="1" y="17"/>
                    </a:cubicBezTo>
                    <a:cubicBezTo>
                      <a:pt x="2" y="14"/>
                      <a:pt x="3" y="12"/>
                      <a:pt x="3" y="10"/>
                    </a:cubicBezTo>
                    <a:cubicBezTo>
                      <a:pt x="5" y="4"/>
                      <a:pt x="11" y="0"/>
                      <a:pt x="17" y="2"/>
                    </a:cubicBezTo>
                    <a:cubicBezTo>
                      <a:pt x="23" y="3"/>
                      <a:pt x="27" y="10"/>
                      <a:pt x="25" y="16"/>
                    </a:cubicBezTo>
                    <a:cubicBezTo>
                      <a:pt x="25" y="18"/>
                      <a:pt x="24" y="20"/>
                      <a:pt x="23" y="23"/>
                    </a:cubicBezTo>
                    <a:cubicBezTo>
                      <a:pt x="23" y="30"/>
                      <a:pt x="18" y="34"/>
                      <a:pt x="12" y="35"/>
                    </a:cubicBezTo>
                    <a:cubicBezTo>
                      <a:pt x="6" y="35"/>
                      <a:pt x="0" y="30"/>
                      <a:pt x="0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1" name="Google Shape;3081;p32"/>
              <p:cNvSpPr/>
              <p:nvPr/>
            </p:nvSpPr>
            <p:spPr>
              <a:xfrm>
                <a:off x="783360" y="2900880"/>
                <a:ext cx="5004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139" h="31" extrusionOk="0">
                    <a:moveTo>
                      <a:pt x="34" y="30"/>
                    </a:moveTo>
                    <a:cubicBezTo>
                      <a:pt x="35" y="30"/>
                      <a:pt x="35" y="30"/>
                      <a:pt x="35" y="30"/>
                    </a:cubicBezTo>
                    <a:cubicBezTo>
                      <a:pt x="30" y="30"/>
                      <a:pt x="26" y="30"/>
                      <a:pt x="22" y="29"/>
                    </a:cubicBezTo>
                    <a:lnTo>
                      <a:pt x="20" y="29"/>
                    </a:lnTo>
                    <a:cubicBezTo>
                      <a:pt x="18" y="30"/>
                      <a:pt x="16" y="30"/>
                      <a:pt x="15" y="29"/>
                    </a:cubicBezTo>
                    <a:cubicBezTo>
                      <a:pt x="12" y="29"/>
                      <a:pt x="11" y="28"/>
                      <a:pt x="9" y="27"/>
                    </a:cubicBezTo>
                    <a:cubicBezTo>
                      <a:pt x="3" y="26"/>
                      <a:pt x="0" y="20"/>
                      <a:pt x="1" y="15"/>
                    </a:cubicBezTo>
                    <a:cubicBezTo>
                      <a:pt x="3" y="9"/>
                      <a:pt x="8" y="7"/>
                      <a:pt x="14" y="8"/>
                    </a:cubicBezTo>
                    <a:cubicBezTo>
                      <a:pt x="15" y="8"/>
                      <a:pt x="15" y="8"/>
                      <a:pt x="16" y="8"/>
                    </a:cubicBezTo>
                    <a:cubicBezTo>
                      <a:pt x="23" y="9"/>
                      <a:pt x="29" y="9"/>
                      <a:pt x="36" y="10"/>
                    </a:cubicBezTo>
                    <a:cubicBezTo>
                      <a:pt x="41" y="10"/>
                      <a:pt x="47" y="10"/>
                      <a:pt x="52" y="10"/>
                    </a:cubicBezTo>
                    <a:cubicBezTo>
                      <a:pt x="57" y="10"/>
                      <a:pt x="62" y="9"/>
                      <a:pt x="67" y="9"/>
                    </a:cubicBezTo>
                    <a:cubicBezTo>
                      <a:pt x="76" y="8"/>
                      <a:pt x="86" y="7"/>
                      <a:pt x="95" y="6"/>
                    </a:cubicBezTo>
                    <a:cubicBezTo>
                      <a:pt x="105" y="4"/>
                      <a:pt x="115" y="2"/>
                      <a:pt x="125" y="1"/>
                    </a:cubicBezTo>
                    <a:cubicBezTo>
                      <a:pt x="131" y="0"/>
                      <a:pt x="136" y="4"/>
                      <a:pt x="137" y="9"/>
                    </a:cubicBezTo>
                    <a:cubicBezTo>
                      <a:pt x="138" y="15"/>
                      <a:pt x="134" y="20"/>
                      <a:pt x="128" y="21"/>
                    </a:cubicBezTo>
                    <a:cubicBezTo>
                      <a:pt x="113" y="22"/>
                      <a:pt x="97" y="26"/>
                      <a:pt x="81" y="27"/>
                    </a:cubicBezTo>
                    <a:cubicBezTo>
                      <a:pt x="73" y="29"/>
                      <a:pt x="65" y="29"/>
                      <a:pt x="57" y="30"/>
                    </a:cubicBezTo>
                    <a:cubicBezTo>
                      <a:pt x="53" y="30"/>
                      <a:pt x="48" y="30"/>
                      <a:pt x="43" y="30"/>
                    </a:cubicBezTo>
                    <a:cubicBezTo>
                      <a:pt x="40" y="30"/>
                      <a:pt x="37" y="30"/>
                      <a:pt x="34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2" name="Google Shape;3082;p32"/>
              <p:cNvSpPr/>
              <p:nvPr/>
            </p:nvSpPr>
            <p:spPr>
              <a:xfrm>
                <a:off x="784800" y="2918160"/>
                <a:ext cx="4032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25" extrusionOk="0">
                    <a:moveTo>
                      <a:pt x="102" y="24"/>
                    </a:moveTo>
                    <a:cubicBezTo>
                      <a:pt x="86" y="24"/>
                      <a:pt x="71" y="23"/>
                      <a:pt x="56" y="23"/>
                    </a:cubicBezTo>
                    <a:cubicBezTo>
                      <a:pt x="50" y="23"/>
                      <a:pt x="43" y="23"/>
                      <a:pt x="37" y="23"/>
                    </a:cubicBezTo>
                    <a:cubicBezTo>
                      <a:pt x="33" y="23"/>
                      <a:pt x="30" y="23"/>
                      <a:pt x="26" y="23"/>
                    </a:cubicBezTo>
                    <a:cubicBezTo>
                      <a:pt x="20" y="23"/>
                      <a:pt x="14" y="23"/>
                      <a:pt x="8" y="21"/>
                    </a:cubicBezTo>
                    <a:cubicBezTo>
                      <a:pt x="3" y="20"/>
                      <a:pt x="0" y="14"/>
                      <a:pt x="1" y="9"/>
                    </a:cubicBezTo>
                    <a:cubicBezTo>
                      <a:pt x="2" y="5"/>
                      <a:pt x="6" y="1"/>
                      <a:pt x="10" y="0"/>
                    </a:cubicBezTo>
                    <a:cubicBezTo>
                      <a:pt x="11" y="0"/>
                      <a:pt x="11" y="0"/>
                      <a:pt x="12" y="0"/>
                    </a:cubicBezTo>
                    <a:cubicBezTo>
                      <a:pt x="14" y="0"/>
                      <a:pt x="16" y="1"/>
                      <a:pt x="18" y="2"/>
                    </a:cubicBezTo>
                    <a:cubicBezTo>
                      <a:pt x="19" y="2"/>
                      <a:pt x="19" y="2"/>
                      <a:pt x="21" y="2"/>
                    </a:cubicBezTo>
                    <a:cubicBezTo>
                      <a:pt x="33" y="3"/>
                      <a:pt x="46" y="3"/>
                      <a:pt x="58" y="3"/>
                    </a:cubicBezTo>
                    <a:cubicBezTo>
                      <a:pt x="73" y="3"/>
                      <a:pt x="87" y="4"/>
                      <a:pt x="101" y="5"/>
                    </a:cubicBezTo>
                    <a:cubicBezTo>
                      <a:pt x="107" y="5"/>
                      <a:pt x="111" y="9"/>
                      <a:pt x="111" y="14"/>
                    </a:cubicBezTo>
                    <a:cubicBezTo>
                      <a:pt x="111" y="20"/>
                      <a:pt x="107" y="24"/>
                      <a:pt x="102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3" name="Google Shape;3083;p32"/>
              <p:cNvSpPr/>
              <p:nvPr/>
            </p:nvSpPr>
            <p:spPr>
              <a:xfrm>
                <a:off x="842400" y="2874240"/>
                <a:ext cx="52200" cy="69480"/>
              </a:xfrm>
              <a:custGeom>
                <a:avLst/>
                <a:gdLst/>
                <a:ahLst/>
                <a:cxnLst/>
                <a:rect l="l" t="t" r="r" b="b"/>
                <a:pathLst>
                  <a:path w="145" h="193" extrusionOk="0">
                    <a:moveTo>
                      <a:pt x="30" y="164"/>
                    </a:moveTo>
                    <a:cubicBezTo>
                      <a:pt x="31" y="164"/>
                      <a:pt x="31" y="164"/>
                      <a:pt x="32" y="163"/>
                    </a:cubicBezTo>
                    <a:cubicBezTo>
                      <a:pt x="34" y="163"/>
                      <a:pt x="35" y="163"/>
                      <a:pt x="37" y="162"/>
                    </a:cubicBezTo>
                    <a:cubicBezTo>
                      <a:pt x="39" y="162"/>
                      <a:pt x="41" y="160"/>
                      <a:pt x="42" y="160"/>
                    </a:cubicBezTo>
                    <a:cubicBezTo>
                      <a:pt x="45" y="158"/>
                      <a:pt x="48" y="157"/>
                      <a:pt x="51" y="155"/>
                    </a:cubicBezTo>
                    <a:cubicBezTo>
                      <a:pt x="55" y="152"/>
                      <a:pt x="59" y="149"/>
                      <a:pt x="63" y="145"/>
                    </a:cubicBezTo>
                    <a:lnTo>
                      <a:pt x="62" y="146"/>
                    </a:lnTo>
                    <a:cubicBezTo>
                      <a:pt x="68" y="141"/>
                      <a:pt x="73" y="135"/>
                      <a:pt x="78" y="129"/>
                    </a:cubicBezTo>
                    <a:cubicBezTo>
                      <a:pt x="83" y="124"/>
                      <a:pt x="87" y="120"/>
                      <a:pt x="90" y="114"/>
                    </a:cubicBezTo>
                    <a:cubicBezTo>
                      <a:pt x="92" y="111"/>
                      <a:pt x="95" y="108"/>
                      <a:pt x="97" y="104"/>
                    </a:cubicBezTo>
                    <a:cubicBezTo>
                      <a:pt x="100" y="100"/>
                      <a:pt x="104" y="95"/>
                      <a:pt x="106" y="90"/>
                    </a:cubicBezTo>
                    <a:cubicBezTo>
                      <a:pt x="109" y="85"/>
                      <a:pt x="112" y="79"/>
                      <a:pt x="115" y="74"/>
                    </a:cubicBezTo>
                    <a:cubicBezTo>
                      <a:pt x="116" y="72"/>
                      <a:pt x="117" y="70"/>
                      <a:pt x="118" y="69"/>
                    </a:cubicBezTo>
                    <a:cubicBezTo>
                      <a:pt x="117" y="67"/>
                      <a:pt x="117" y="65"/>
                      <a:pt x="117" y="62"/>
                    </a:cubicBezTo>
                    <a:cubicBezTo>
                      <a:pt x="119" y="56"/>
                      <a:pt x="121" y="49"/>
                      <a:pt x="122" y="43"/>
                    </a:cubicBezTo>
                    <a:cubicBezTo>
                      <a:pt x="122" y="41"/>
                      <a:pt x="123" y="40"/>
                      <a:pt x="123" y="38"/>
                    </a:cubicBezTo>
                    <a:cubicBezTo>
                      <a:pt x="123" y="37"/>
                      <a:pt x="123" y="36"/>
                      <a:pt x="123" y="34"/>
                    </a:cubicBezTo>
                    <a:cubicBezTo>
                      <a:pt x="123" y="34"/>
                      <a:pt x="123" y="33"/>
                      <a:pt x="122" y="33"/>
                    </a:cubicBezTo>
                    <a:lnTo>
                      <a:pt x="123" y="33"/>
                    </a:lnTo>
                    <a:lnTo>
                      <a:pt x="122" y="33"/>
                    </a:lnTo>
                    <a:lnTo>
                      <a:pt x="122" y="32"/>
                    </a:lnTo>
                    <a:lnTo>
                      <a:pt x="122" y="33"/>
                    </a:lnTo>
                    <a:cubicBezTo>
                      <a:pt x="122" y="32"/>
                      <a:pt x="122" y="32"/>
                      <a:pt x="122" y="31"/>
                    </a:cubicBezTo>
                    <a:cubicBezTo>
                      <a:pt x="122" y="30"/>
                      <a:pt x="122" y="30"/>
                      <a:pt x="121" y="29"/>
                    </a:cubicBezTo>
                    <a:cubicBezTo>
                      <a:pt x="121" y="29"/>
                      <a:pt x="120" y="28"/>
                      <a:pt x="120" y="27"/>
                    </a:cubicBezTo>
                    <a:cubicBezTo>
                      <a:pt x="119" y="26"/>
                      <a:pt x="118" y="25"/>
                      <a:pt x="118" y="25"/>
                    </a:cubicBezTo>
                    <a:cubicBezTo>
                      <a:pt x="118" y="25"/>
                      <a:pt x="117" y="25"/>
                      <a:pt x="117" y="24"/>
                    </a:cubicBezTo>
                    <a:cubicBezTo>
                      <a:pt x="116" y="24"/>
                      <a:pt x="116" y="23"/>
                      <a:pt x="115" y="23"/>
                    </a:cubicBezTo>
                    <a:cubicBezTo>
                      <a:pt x="115" y="23"/>
                      <a:pt x="114" y="23"/>
                      <a:pt x="113" y="23"/>
                    </a:cubicBezTo>
                    <a:cubicBezTo>
                      <a:pt x="113" y="22"/>
                      <a:pt x="112" y="22"/>
                      <a:pt x="111" y="22"/>
                    </a:cubicBezTo>
                    <a:cubicBezTo>
                      <a:pt x="110" y="22"/>
                      <a:pt x="109" y="22"/>
                      <a:pt x="109" y="22"/>
                    </a:cubicBezTo>
                    <a:cubicBezTo>
                      <a:pt x="108" y="22"/>
                      <a:pt x="106" y="22"/>
                      <a:pt x="105" y="22"/>
                    </a:cubicBezTo>
                    <a:cubicBezTo>
                      <a:pt x="104" y="22"/>
                      <a:pt x="102" y="22"/>
                      <a:pt x="100" y="22"/>
                    </a:cubicBezTo>
                    <a:cubicBezTo>
                      <a:pt x="98" y="23"/>
                      <a:pt x="97" y="23"/>
                      <a:pt x="95" y="24"/>
                    </a:cubicBezTo>
                    <a:cubicBezTo>
                      <a:pt x="92" y="25"/>
                      <a:pt x="90" y="26"/>
                      <a:pt x="88" y="27"/>
                    </a:cubicBezTo>
                    <a:cubicBezTo>
                      <a:pt x="84" y="29"/>
                      <a:pt x="81" y="31"/>
                      <a:pt x="78" y="33"/>
                    </a:cubicBezTo>
                    <a:cubicBezTo>
                      <a:pt x="75" y="35"/>
                      <a:pt x="72" y="37"/>
                      <a:pt x="69" y="40"/>
                    </a:cubicBezTo>
                    <a:cubicBezTo>
                      <a:pt x="64" y="44"/>
                      <a:pt x="61" y="47"/>
                      <a:pt x="58" y="51"/>
                    </a:cubicBezTo>
                    <a:cubicBezTo>
                      <a:pt x="53" y="56"/>
                      <a:pt x="50" y="61"/>
                      <a:pt x="46" y="66"/>
                    </a:cubicBezTo>
                    <a:cubicBezTo>
                      <a:pt x="43" y="72"/>
                      <a:pt x="39" y="78"/>
                      <a:pt x="37" y="83"/>
                    </a:cubicBezTo>
                    <a:cubicBezTo>
                      <a:pt x="37" y="84"/>
                      <a:pt x="36" y="84"/>
                      <a:pt x="36" y="85"/>
                    </a:cubicBezTo>
                    <a:lnTo>
                      <a:pt x="37" y="84"/>
                    </a:lnTo>
                    <a:cubicBezTo>
                      <a:pt x="32" y="92"/>
                      <a:pt x="30" y="100"/>
                      <a:pt x="27" y="108"/>
                    </a:cubicBezTo>
                    <a:cubicBezTo>
                      <a:pt x="27" y="107"/>
                      <a:pt x="27" y="107"/>
                      <a:pt x="27" y="107"/>
                    </a:cubicBezTo>
                    <a:cubicBezTo>
                      <a:pt x="24" y="114"/>
                      <a:pt x="23" y="120"/>
                      <a:pt x="21" y="127"/>
                    </a:cubicBezTo>
                    <a:cubicBezTo>
                      <a:pt x="21" y="126"/>
                      <a:pt x="21" y="126"/>
                      <a:pt x="21" y="126"/>
                    </a:cubicBezTo>
                    <a:lnTo>
                      <a:pt x="21" y="127"/>
                    </a:lnTo>
                    <a:cubicBezTo>
                      <a:pt x="21" y="131"/>
                      <a:pt x="20" y="136"/>
                      <a:pt x="20" y="141"/>
                    </a:cubicBezTo>
                    <a:cubicBezTo>
                      <a:pt x="20" y="143"/>
                      <a:pt x="20" y="146"/>
                      <a:pt x="20" y="150"/>
                    </a:cubicBezTo>
                    <a:cubicBezTo>
                      <a:pt x="20" y="152"/>
                      <a:pt x="20" y="153"/>
                      <a:pt x="20" y="155"/>
                    </a:cubicBezTo>
                    <a:cubicBezTo>
                      <a:pt x="21" y="156"/>
                      <a:pt x="21" y="157"/>
                      <a:pt x="21" y="159"/>
                    </a:cubicBezTo>
                    <a:cubicBezTo>
                      <a:pt x="21" y="159"/>
                      <a:pt x="22" y="159"/>
                      <a:pt x="22" y="160"/>
                    </a:cubicBezTo>
                    <a:lnTo>
                      <a:pt x="23" y="161"/>
                    </a:lnTo>
                    <a:lnTo>
                      <a:pt x="23" y="162"/>
                    </a:lnTo>
                    <a:lnTo>
                      <a:pt x="24" y="162"/>
                    </a:lnTo>
                    <a:lnTo>
                      <a:pt x="24" y="163"/>
                    </a:lnTo>
                    <a:lnTo>
                      <a:pt x="23" y="162"/>
                    </a:lnTo>
                    <a:cubicBezTo>
                      <a:pt x="24" y="163"/>
                      <a:pt x="25" y="163"/>
                      <a:pt x="25" y="163"/>
                    </a:cubicBezTo>
                    <a:cubicBezTo>
                      <a:pt x="25" y="163"/>
                      <a:pt x="26" y="163"/>
                      <a:pt x="27" y="163"/>
                    </a:cubicBezTo>
                    <a:lnTo>
                      <a:pt x="26" y="163"/>
                    </a:lnTo>
                    <a:lnTo>
                      <a:pt x="25" y="163"/>
                    </a:lnTo>
                    <a:lnTo>
                      <a:pt x="26" y="163"/>
                    </a:lnTo>
                    <a:lnTo>
                      <a:pt x="25" y="163"/>
                    </a:lnTo>
                    <a:lnTo>
                      <a:pt x="26" y="163"/>
                    </a:lnTo>
                    <a:lnTo>
                      <a:pt x="27" y="163"/>
                    </a:lnTo>
                    <a:cubicBezTo>
                      <a:pt x="26" y="163"/>
                      <a:pt x="26" y="163"/>
                      <a:pt x="26" y="163"/>
                    </a:cubicBezTo>
                    <a:cubicBezTo>
                      <a:pt x="27" y="164"/>
                      <a:pt x="28" y="164"/>
                      <a:pt x="29" y="164"/>
                    </a:cubicBezTo>
                    <a:cubicBezTo>
                      <a:pt x="28" y="164"/>
                      <a:pt x="28" y="164"/>
                      <a:pt x="27" y="164"/>
                    </a:cubicBezTo>
                    <a:cubicBezTo>
                      <a:pt x="28" y="164"/>
                      <a:pt x="29" y="164"/>
                      <a:pt x="30" y="164"/>
                    </a:cubicBezTo>
                    <a:moveTo>
                      <a:pt x="103" y="192"/>
                    </a:moveTo>
                    <a:cubicBezTo>
                      <a:pt x="98" y="191"/>
                      <a:pt x="94" y="185"/>
                      <a:pt x="94" y="180"/>
                    </a:cubicBezTo>
                    <a:cubicBezTo>
                      <a:pt x="95" y="170"/>
                      <a:pt x="97" y="160"/>
                      <a:pt x="98" y="149"/>
                    </a:cubicBezTo>
                    <a:cubicBezTo>
                      <a:pt x="99" y="144"/>
                      <a:pt x="99" y="139"/>
                      <a:pt x="101" y="133"/>
                    </a:cubicBezTo>
                    <a:cubicBezTo>
                      <a:pt x="95" y="140"/>
                      <a:pt x="90" y="146"/>
                      <a:pt x="84" y="152"/>
                    </a:cubicBezTo>
                    <a:cubicBezTo>
                      <a:pt x="79" y="157"/>
                      <a:pt x="74" y="162"/>
                      <a:pt x="68" y="166"/>
                    </a:cubicBezTo>
                    <a:cubicBezTo>
                      <a:pt x="63" y="171"/>
                      <a:pt x="56" y="175"/>
                      <a:pt x="49" y="178"/>
                    </a:cubicBezTo>
                    <a:cubicBezTo>
                      <a:pt x="44" y="181"/>
                      <a:pt x="37" y="184"/>
                      <a:pt x="31" y="184"/>
                    </a:cubicBezTo>
                    <a:cubicBezTo>
                      <a:pt x="28" y="184"/>
                      <a:pt x="25" y="184"/>
                      <a:pt x="22" y="183"/>
                    </a:cubicBezTo>
                    <a:cubicBezTo>
                      <a:pt x="18" y="182"/>
                      <a:pt x="15" y="181"/>
                      <a:pt x="12" y="178"/>
                    </a:cubicBezTo>
                    <a:cubicBezTo>
                      <a:pt x="10" y="177"/>
                      <a:pt x="8" y="174"/>
                      <a:pt x="6" y="172"/>
                    </a:cubicBezTo>
                    <a:cubicBezTo>
                      <a:pt x="4" y="170"/>
                      <a:pt x="3" y="167"/>
                      <a:pt x="3" y="164"/>
                    </a:cubicBezTo>
                    <a:cubicBezTo>
                      <a:pt x="0" y="157"/>
                      <a:pt x="0" y="149"/>
                      <a:pt x="0" y="142"/>
                    </a:cubicBezTo>
                    <a:cubicBezTo>
                      <a:pt x="1" y="128"/>
                      <a:pt x="4" y="115"/>
                      <a:pt x="8" y="103"/>
                    </a:cubicBezTo>
                    <a:cubicBezTo>
                      <a:pt x="12" y="90"/>
                      <a:pt x="17" y="78"/>
                      <a:pt x="24" y="67"/>
                    </a:cubicBezTo>
                    <a:cubicBezTo>
                      <a:pt x="36" y="44"/>
                      <a:pt x="53" y="23"/>
                      <a:pt x="76" y="11"/>
                    </a:cubicBezTo>
                    <a:cubicBezTo>
                      <a:pt x="86" y="5"/>
                      <a:pt x="99" y="0"/>
                      <a:pt x="111" y="1"/>
                    </a:cubicBezTo>
                    <a:cubicBezTo>
                      <a:pt x="117" y="2"/>
                      <a:pt x="123" y="4"/>
                      <a:pt x="128" y="7"/>
                    </a:cubicBezTo>
                    <a:cubicBezTo>
                      <a:pt x="133" y="9"/>
                      <a:pt x="137" y="14"/>
                      <a:pt x="140" y="19"/>
                    </a:cubicBezTo>
                    <a:cubicBezTo>
                      <a:pt x="144" y="29"/>
                      <a:pt x="144" y="39"/>
                      <a:pt x="142" y="49"/>
                    </a:cubicBezTo>
                    <a:cubicBezTo>
                      <a:pt x="143" y="51"/>
                      <a:pt x="143" y="54"/>
                      <a:pt x="141" y="56"/>
                    </a:cubicBezTo>
                    <a:cubicBezTo>
                      <a:pt x="141" y="57"/>
                      <a:pt x="141" y="57"/>
                      <a:pt x="141" y="57"/>
                    </a:cubicBezTo>
                    <a:cubicBezTo>
                      <a:pt x="142" y="60"/>
                      <a:pt x="142" y="63"/>
                      <a:pt x="141" y="65"/>
                    </a:cubicBezTo>
                    <a:cubicBezTo>
                      <a:pt x="141" y="67"/>
                      <a:pt x="140" y="68"/>
                      <a:pt x="140" y="69"/>
                    </a:cubicBezTo>
                    <a:cubicBezTo>
                      <a:pt x="137" y="76"/>
                      <a:pt x="134" y="82"/>
                      <a:pt x="132" y="89"/>
                    </a:cubicBezTo>
                    <a:cubicBezTo>
                      <a:pt x="130" y="96"/>
                      <a:pt x="127" y="103"/>
                      <a:pt x="126" y="110"/>
                    </a:cubicBezTo>
                    <a:cubicBezTo>
                      <a:pt x="124" y="117"/>
                      <a:pt x="122" y="124"/>
                      <a:pt x="121" y="131"/>
                    </a:cubicBezTo>
                    <a:cubicBezTo>
                      <a:pt x="120" y="138"/>
                      <a:pt x="119" y="146"/>
                      <a:pt x="118" y="154"/>
                    </a:cubicBezTo>
                    <a:cubicBezTo>
                      <a:pt x="116" y="163"/>
                      <a:pt x="116" y="173"/>
                      <a:pt x="115" y="182"/>
                    </a:cubicBezTo>
                    <a:cubicBezTo>
                      <a:pt x="115" y="188"/>
                      <a:pt x="109" y="192"/>
                      <a:pt x="104" y="192"/>
                    </a:cubicBezTo>
                    <a:lnTo>
                      <a:pt x="103" y="19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4" name="Google Shape;3084;p32"/>
              <p:cNvSpPr/>
              <p:nvPr/>
            </p:nvSpPr>
            <p:spPr>
              <a:xfrm>
                <a:off x="899640" y="2880720"/>
                <a:ext cx="51120" cy="59760"/>
              </a:xfrm>
              <a:custGeom>
                <a:avLst/>
                <a:gdLst/>
                <a:ahLst/>
                <a:cxnLst/>
                <a:rect l="l" t="t" r="r" b="b"/>
                <a:pathLst>
                  <a:path w="142" h="166" extrusionOk="0">
                    <a:moveTo>
                      <a:pt x="2" y="157"/>
                    </a:moveTo>
                    <a:cubicBezTo>
                      <a:pt x="1" y="155"/>
                      <a:pt x="0" y="153"/>
                      <a:pt x="0" y="151"/>
                    </a:cubicBezTo>
                    <a:cubicBezTo>
                      <a:pt x="0" y="149"/>
                      <a:pt x="1" y="148"/>
                      <a:pt x="1" y="145"/>
                    </a:cubicBezTo>
                    <a:cubicBezTo>
                      <a:pt x="2" y="141"/>
                      <a:pt x="3" y="137"/>
                      <a:pt x="4" y="132"/>
                    </a:cubicBezTo>
                    <a:cubicBezTo>
                      <a:pt x="6" y="124"/>
                      <a:pt x="10" y="117"/>
                      <a:pt x="13" y="109"/>
                    </a:cubicBezTo>
                    <a:cubicBezTo>
                      <a:pt x="16" y="100"/>
                      <a:pt x="18" y="91"/>
                      <a:pt x="20" y="82"/>
                    </a:cubicBezTo>
                    <a:cubicBezTo>
                      <a:pt x="23" y="72"/>
                      <a:pt x="25" y="63"/>
                      <a:pt x="27" y="53"/>
                    </a:cubicBezTo>
                    <a:cubicBezTo>
                      <a:pt x="30" y="47"/>
                      <a:pt x="31" y="40"/>
                      <a:pt x="33" y="33"/>
                    </a:cubicBezTo>
                    <a:cubicBezTo>
                      <a:pt x="35" y="27"/>
                      <a:pt x="38" y="20"/>
                      <a:pt x="41" y="14"/>
                    </a:cubicBezTo>
                    <a:cubicBezTo>
                      <a:pt x="43" y="8"/>
                      <a:pt x="47" y="3"/>
                      <a:pt x="52" y="1"/>
                    </a:cubicBezTo>
                    <a:cubicBezTo>
                      <a:pt x="56" y="0"/>
                      <a:pt x="60" y="1"/>
                      <a:pt x="64" y="4"/>
                    </a:cubicBezTo>
                    <a:cubicBezTo>
                      <a:pt x="65" y="5"/>
                      <a:pt x="67" y="7"/>
                      <a:pt x="68" y="8"/>
                    </a:cubicBezTo>
                    <a:cubicBezTo>
                      <a:pt x="72" y="11"/>
                      <a:pt x="76" y="15"/>
                      <a:pt x="74" y="21"/>
                    </a:cubicBezTo>
                    <a:cubicBezTo>
                      <a:pt x="73" y="28"/>
                      <a:pt x="68" y="32"/>
                      <a:pt x="62" y="30"/>
                    </a:cubicBezTo>
                    <a:cubicBezTo>
                      <a:pt x="60" y="30"/>
                      <a:pt x="59" y="29"/>
                      <a:pt x="58" y="28"/>
                    </a:cubicBezTo>
                    <a:cubicBezTo>
                      <a:pt x="55" y="32"/>
                      <a:pt x="54" y="37"/>
                      <a:pt x="52" y="42"/>
                    </a:cubicBezTo>
                    <a:cubicBezTo>
                      <a:pt x="52" y="42"/>
                      <a:pt x="52" y="41"/>
                      <a:pt x="53" y="40"/>
                    </a:cubicBezTo>
                    <a:cubicBezTo>
                      <a:pt x="51" y="47"/>
                      <a:pt x="48" y="54"/>
                      <a:pt x="47" y="61"/>
                    </a:cubicBezTo>
                    <a:cubicBezTo>
                      <a:pt x="48" y="60"/>
                      <a:pt x="48" y="58"/>
                      <a:pt x="49" y="57"/>
                    </a:cubicBezTo>
                    <a:cubicBezTo>
                      <a:pt x="56" y="50"/>
                      <a:pt x="63" y="43"/>
                      <a:pt x="72" y="37"/>
                    </a:cubicBezTo>
                    <a:cubicBezTo>
                      <a:pt x="79" y="30"/>
                      <a:pt x="86" y="25"/>
                      <a:pt x="95" y="21"/>
                    </a:cubicBezTo>
                    <a:cubicBezTo>
                      <a:pt x="102" y="17"/>
                      <a:pt x="110" y="14"/>
                      <a:pt x="119" y="13"/>
                    </a:cubicBezTo>
                    <a:cubicBezTo>
                      <a:pt x="123" y="13"/>
                      <a:pt x="126" y="14"/>
                      <a:pt x="130" y="16"/>
                    </a:cubicBezTo>
                    <a:cubicBezTo>
                      <a:pt x="134" y="18"/>
                      <a:pt x="136" y="22"/>
                      <a:pt x="139" y="26"/>
                    </a:cubicBezTo>
                    <a:cubicBezTo>
                      <a:pt x="141" y="31"/>
                      <a:pt x="140" y="37"/>
                      <a:pt x="135" y="40"/>
                    </a:cubicBezTo>
                    <a:cubicBezTo>
                      <a:pt x="130" y="43"/>
                      <a:pt x="123" y="42"/>
                      <a:pt x="121" y="36"/>
                    </a:cubicBezTo>
                    <a:cubicBezTo>
                      <a:pt x="121" y="36"/>
                      <a:pt x="120" y="35"/>
                      <a:pt x="119" y="34"/>
                    </a:cubicBezTo>
                    <a:lnTo>
                      <a:pt x="119" y="33"/>
                    </a:lnTo>
                    <a:lnTo>
                      <a:pt x="118" y="33"/>
                    </a:lnTo>
                    <a:cubicBezTo>
                      <a:pt x="117" y="33"/>
                      <a:pt x="116" y="34"/>
                      <a:pt x="115" y="34"/>
                    </a:cubicBezTo>
                    <a:cubicBezTo>
                      <a:pt x="113" y="35"/>
                      <a:pt x="111" y="35"/>
                      <a:pt x="109" y="36"/>
                    </a:cubicBezTo>
                    <a:cubicBezTo>
                      <a:pt x="107" y="37"/>
                      <a:pt x="104" y="37"/>
                      <a:pt x="102" y="39"/>
                    </a:cubicBezTo>
                    <a:cubicBezTo>
                      <a:pt x="99" y="40"/>
                      <a:pt x="95" y="42"/>
                      <a:pt x="93" y="44"/>
                    </a:cubicBezTo>
                    <a:lnTo>
                      <a:pt x="94" y="44"/>
                    </a:lnTo>
                    <a:cubicBezTo>
                      <a:pt x="89" y="47"/>
                      <a:pt x="85" y="50"/>
                      <a:pt x="81" y="54"/>
                    </a:cubicBezTo>
                    <a:cubicBezTo>
                      <a:pt x="74" y="60"/>
                      <a:pt x="68" y="66"/>
                      <a:pt x="62" y="72"/>
                    </a:cubicBezTo>
                    <a:cubicBezTo>
                      <a:pt x="56" y="79"/>
                      <a:pt x="51" y="87"/>
                      <a:pt x="45" y="95"/>
                    </a:cubicBezTo>
                    <a:lnTo>
                      <a:pt x="45" y="94"/>
                    </a:lnTo>
                    <a:cubicBezTo>
                      <a:pt x="45" y="95"/>
                      <a:pt x="45" y="95"/>
                      <a:pt x="45" y="95"/>
                    </a:cubicBezTo>
                    <a:cubicBezTo>
                      <a:pt x="40" y="102"/>
                      <a:pt x="35" y="110"/>
                      <a:pt x="32" y="117"/>
                    </a:cubicBezTo>
                    <a:cubicBezTo>
                      <a:pt x="32" y="118"/>
                      <a:pt x="31" y="118"/>
                      <a:pt x="31" y="119"/>
                    </a:cubicBezTo>
                    <a:cubicBezTo>
                      <a:pt x="31" y="121"/>
                      <a:pt x="30" y="124"/>
                      <a:pt x="29" y="127"/>
                    </a:cubicBezTo>
                    <a:cubicBezTo>
                      <a:pt x="28" y="131"/>
                      <a:pt x="27" y="135"/>
                      <a:pt x="27" y="139"/>
                    </a:cubicBezTo>
                    <a:cubicBezTo>
                      <a:pt x="26" y="142"/>
                      <a:pt x="26" y="144"/>
                      <a:pt x="25" y="146"/>
                    </a:cubicBezTo>
                    <a:cubicBezTo>
                      <a:pt x="24" y="150"/>
                      <a:pt x="23" y="155"/>
                      <a:pt x="21" y="159"/>
                    </a:cubicBezTo>
                    <a:cubicBezTo>
                      <a:pt x="20" y="162"/>
                      <a:pt x="16" y="165"/>
                      <a:pt x="12" y="165"/>
                    </a:cubicBezTo>
                    <a:cubicBezTo>
                      <a:pt x="7" y="165"/>
                      <a:pt x="3" y="162"/>
                      <a:pt x="2" y="1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5" name="Google Shape;3085;p32"/>
              <p:cNvSpPr/>
              <p:nvPr/>
            </p:nvSpPr>
            <p:spPr>
              <a:xfrm>
                <a:off x="947880" y="2888640"/>
                <a:ext cx="37440" cy="56520"/>
              </a:xfrm>
              <a:custGeom>
                <a:avLst/>
                <a:gdLst/>
                <a:ahLst/>
                <a:cxnLst/>
                <a:rect l="l" t="t" r="r" b="b"/>
                <a:pathLst>
                  <a:path w="104" h="157" extrusionOk="0">
                    <a:moveTo>
                      <a:pt x="16" y="154"/>
                    </a:moveTo>
                    <a:cubicBezTo>
                      <a:pt x="14" y="153"/>
                      <a:pt x="11" y="152"/>
                      <a:pt x="9" y="150"/>
                    </a:cubicBezTo>
                    <a:cubicBezTo>
                      <a:pt x="7" y="147"/>
                      <a:pt x="5" y="144"/>
                      <a:pt x="3" y="141"/>
                    </a:cubicBezTo>
                    <a:cubicBezTo>
                      <a:pt x="1" y="135"/>
                      <a:pt x="0" y="130"/>
                      <a:pt x="0" y="124"/>
                    </a:cubicBezTo>
                    <a:cubicBezTo>
                      <a:pt x="0" y="117"/>
                      <a:pt x="2" y="110"/>
                      <a:pt x="3" y="103"/>
                    </a:cubicBezTo>
                    <a:cubicBezTo>
                      <a:pt x="6" y="94"/>
                      <a:pt x="9" y="86"/>
                      <a:pt x="12" y="77"/>
                    </a:cubicBezTo>
                    <a:cubicBezTo>
                      <a:pt x="13" y="73"/>
                      <a:pt x="16" y="68"/>
                      <a:pt x="17" y="63"/>
                    </a:cubicBezTo>
                    <a:cubicBezTo>
                      <a:pt x="20" y="57"/>
                      <a:pt x="23" y="51"/>
                      <a:pt x="26" y="46"/>
                    </a:cubicBezTo>
                    <a:cubicBezTo>
                      <a:pt x="30" y="39"/>
                      <a:pt x="34" y="32"/>
                      <a:pt x="39" y="27"/>
                    </a:cubicBezTo>
                    <a:cubicBezTo>
                      <a:pt x="44" y="21"/>
                      <a:pt x="48" y="16"/>
                      <a:pt x="54" y="11"/>
                    </a:cubicBezTo>
                    <a:cubicBezTo>
                      <a:pt x="59" y="7"/>
                      <a:pt x="65" y="3"/>
                      <a:pt x="72" y="1"/>
                    </a:cubicBezTo>
                    <a:cubicBezTo>
                      <a:pt x="77" y="0"/>
                      <a:pt x="84" y="0"/>
                      <a:pt x="90" y="1"/>
                    </a:cubicBezTo>
                    <a:cubicBezTo>
                      <a:pt x="93" y="2"/>
                      <a:pt x="95" y="4"/>
                      <a:pt x="97" y="6"/>
                    </a:cubicBezTo>
                    <a:cubicBezTo>
                      <a:pt x="100" y="8"/>
                      <a:pt x="101" y="11"/>
                      <a:pt x="102" y="14"/>
                    </a:cubicBezTo>
                    <a:cubicBezTo>
                      <a:pt x="103" y="18"/>
                      <a:pt x="102" y="23"/>
                      <a:pt x="101" y="27"/>
                    </a:cubicBezTo>
                    <a:cubicBezTo>
                      <a:pt x="101" y="31"/>
                      <a:pt x="99" y="35"/>
                      <a:pt x="98" y="38"/>
                    </a:cubicBezTo>
                    <a:cubicBezTo>
                      <a:pt x="95" y="45"/>
                      <a:pt x="91" y="53"/>
                      <a:pt x="86" y="57"/>
                    </a:cubicBezTo>
                    <a:cubicBezTo>
                      <a:pt x="83" y="59"/>
                      <a:pt x="79" y="60"/>
                      <a:pt x="75" y="59"/>
                    </a:cubicBezTo>
                    <a:cubicBezTo>
                      <a:pt x="72" y="57"/>
                      <a:pt x="70" y="55"/>
                      <a:pt x="68" y="52"/>
                    </a:cubicBezTo>
                    <a:cubicBezTo>
                      <a:pt x="67" y="49"/>
                      <a:pt x="67" y="46"/>
                      <a:pt x="67" y="43"/>
                    </a:cubicBezTo>
                    <a:cubicBezTo>
                      <a:pt x="67" y="40"/>
                      <a:pt x="68" y="37"/>
                      <a:pt x="69" y="34"/>
                    </a:cubicBezTo>
                    <a:cubicBezTo>
                      <a:pt x="69" y="31"/>
                      <a:pt x="70" y="28"/>
                      <a:pt x="70" y="24"/>
                    </a:cubicBezTo>
                    <a:cubicBezTo>
                      <a:pt x="68" y="26"/>
                      <a:pt x="66" y="28"/>
                      <a:pt x="63" y="30"/>
                    </a:cubicBezTo>
                    <a:cubicBezTo>
                      <a:pt x="60" y="34"/>
                      <a:pt x="56" y="37"/>
                      <a:pt x="53" y="41"/>
                    </a:cubicBezTo>
                    <a:cubicBezTo>
                      <a:pt x="51" y="43"/>
                      <a:pt x="49" y="46"/>
                      <a:pt x="48" y="48"/>
                    </a:cubicBezTo>
                    <a:cubicBezTo>
                      <a:pt x="44" y="53"/>
                      <a:pt x="41" y="59"/>
                      <a:pt x="38" y="64"/>
                    </a:cubicBezTo>
                    <a:lnTo>
                      <a:pt x="39" y="64"/>
                    </a:lnTo>
                    <a:lnTo>
                      <a:pt x="38" y="64"/>
                    </a:lnTo>
                    <a:lnTo>
                      <a:pt x="38" y="65"/>
                    </a:lnTo>
                    <a:lnTo>
                      <a:pt x="38" y="64"/>
                    </a:lnTo>
                    <a:cubicBezTo>
                      <a:pt x="34" y="75"/>
                      <a:pt x="30" y="85"/>
                      <a:pt x="26" y="96"/>
                    </a:cubicBezTo>
                    <a:cubicBezTo>
                      <a:pt x="24" y="101"/>
                      <a:pt x="23" y="106"/>
                      <a:pt x="21" y="112"/>
                    </a:cubicBezTo>
                    <a:cubicBezTo>
                      <a:pt x="21" y="115"/>
                      <a:pt x="20" y="118"/>
                      <a:pt x="20" y="121"/>
                    </a:cubicBezTo>
                    <a:cubicBezTo>
                      <a:pt x="20" y="123"/>
                      <a:pt x="20" y="124"/>
                      <a:pt x="20" y="126"/>
                    </a:cubicBezTo>
                    <a:cubicBezTo>
                      <a:pt x="20" y="127"/>
                      <a:pt x="20" y="127"/>
                      <a:pt x="20" y="128"/>
                    </a:cubicBezTo>
                    <a:cubicBezTo>
                      <a:pt x="21" y="129"/>
                      <a:pt x="21" y="130"/>
                      <a:pt x="21" y="131"/>
                    </a:cubicBezTo>
                    <a:cubicBezTo>
                      <a:pt x="21" y="131"/>
                      <a:pt x="22" y="132"/>
                      <a:pt x="22" y="133"/>
                    </a:cubicBezTo>
                    <a:cubicBezTo>
                      <a:pt x="23" y="134"/>
                      <a:pt x="23" y="134"/>
                      <a:pt x="23" y="135"/>
                    </a:cubicBezTo>
                    <a:cubicBezTo>
                      <a:pt x="24" y="135"/>
                      <a:pt x="24" y="135"/>
                      <a:pt x="24" y="135"/>
                    </a:cubicBezTo>
                    <a:lnTo>
                      <a:pt x="25" y="135"/>
                    </a:lnTo>
                    <a:lnTo>
                      <a:pt x="26" y="135"/>
                    </a:lnTo>
                    <a:cubicBezTo>
                      <a:pt x="27" y="135"/>
                      <a:pt x="29" y="135"/>
                      <a:pt x="31" y="135"/>
                    </a:cubicBezTo>
                    <a:cubicBezTo>
                      <a:pt x="33" y="135"/>
                      <a:pt x="35" y="135"/>
                      <a:pt x="37" y="134"/>
                    </a:cubicBezTo>
                    <a:cubicBezTo>
                      <a:pt x="44" y="133"/>
                      <a:pt x="50" y="131"/>
                      <a:pt x="56" y="129"/>
                    </a:cubicBezTo>
                    <a:cubicBezTo>
                      <a:pt x="62" y="128"/>
                      <a:pt x="67" y="131"/>
                      <a:pt x="69" y="136"/>
                    </a:cubicBezTo>
                    <a:cubicBezTo>
                      <a:pt x="70" y="141"/>
                      <a:pt x="67" y="147"/>
                      <a:pt x="62" y="148"/>
                    </a:cubicBezTo>
                    <a:cubicBezTo>
                      <a:pt x="53" y="151"/>
                      <a:pt x="44" y="154"/>
                      <a:pt x="35" y="155"/>
                    </a:cubicBezTo>
                    <a:cubicBezTo>
                      <a:pt x="33" y="156"/>
                      <a:pt x="30" y="156"/>
                      <a:pt x="27" y="156"/>
                    </a:cubicBezTo>
                    <a:cubicBezTo>
                      <a:pt x="23" y="156"/>
                      <a:pt x="20" y="155"/>
                      <a:pt x="16" y="1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6" name="Google Shape;3086;p32"/>
              <p:cNvSpPr/>
              <p:nvPr/>
            </p:nvSpPr>
            <p:spPr>
              <a:xfrm>
                <a:off x="1004400" y="2890080"/>
                <a:ext cx="56520" cy="69120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92" extrusionOk="0">
                    <a:moveTo>
                      <a:pt x="38" y="171"/>
                    </a:moveTo>
                    <a:cubicBezTo>
                      <a:pt x="39" y="171"/>
                      <a:pt x="39" y="171"/>
                      <a:pt x="39" y="171"/>
                    </a:cubicBezTo>
                    <a:lnTo>
                      <a:pt x="39" y="170"/>
                    </a:lnTo>
                    <a:cubicBezTo>
                      <a:pt x="40" y="170"/>
                      <a:pt x="40" y="170"/>
                      <a:pt x="40" y="170"/>
                    </a:cubicBezTo>
                    <a:cubicBezTo>
                      <a:pt x="41" y="169"/>
                      <a:pt x="42" y="169"/>
                      <a:pt x="43" y="168"/>
                    </a:cubicBezTo>
                    <a:lnTo>
                      <a:pt x="43" y="167"/>
                    </a:lnTo>
                    <a:cubicBezTo>
                      <a:pt x="44" y="167"/>
                      <a:pt x="44" y="167"/>
                      <a:pt x="44" y="167"/>
                    </a:cubicBezTo>
                    <a:lnTo>
                      <a:pt x="45" y="166"/>
                    </a:lnTo>
                    <a:lnTo>
                      <a:pt x="45" y="165"/>
                    </a:lnTo>
                    <a:cubicBezTo>
                      <a:pt x="45" y="163"/>
                      <a:pt x="46" y="162"/>
                      <a:pt x="46" y="160"/>
                    </a:cubicBezTo>
                    <a:lnTo>
                      <a:pt x="46" y="161"/>
                    </a:lnTo>
                    <a:cubicBezTo>
                      <a:pt x="47" y="154"/>
                      <a:pt x="47" y="146"/>
                      <a:pt x="48" y="139"/>
                    </a:cubicBezTo>
                    <a:cubicBezTo>
                      <a:pt x="48" y="137"/>
                      <a:pt x="49" y="134"/>
                      <a:pt x="49" y="131"/>
                    </a:cubicBezTo>
                    <a:cubicBezTo>
                      <a:pt x="45" y="135"/>
                      <a:pt x="40" y="140"/>
                      <a:pt x="37" y="145"/>
                    </a:cubicBezTo>
                    <a:cubicBezTo>
                      <a:pt x="35" y="148"/>
                      <a:pt x="33" y="151"/>
                      <a:pt x="32" y="154"/>
                    </a:cubicBezTo>
                    <a:cubicBezTo>
                      <a:pt x="32" y="155"/>
                      <a:pt x="31" y="156"/>
                      <a:pt x="31" y="158"/>
                    </a:cubicBezTo>
                    <a:cubicBezTo>
                      <a:pt x="31" y="159"/>
                      <a:pt x="30" y="159"/>
                      <a:pt x="30" y="160"/>
                    </a:cubicBezTo>
                    <a:cubicBezTo>
                      <a:pt x="30" y="160"/>
                      <a:pt x="30" y="159"/>
                      <a:pt x="31" y="159"/>
                    </a:cubicBezTo>
                    <a:cubicBezTo>
                      <a:pt x="30" y="160"/>
                      <a:pt x="30" y="161"/>
                      <a:pt x="30" y="163"/>
                    </a:cubicBezTo>
                    <a:cubicBezTo>
                      <a:pt x="30" y="162"/>
                      <a:pt x="30" y="162"/>
                      <a:pt x="30" y="162"/>
                    </a:cubicBezTo>
                    <a:cubicBezTo>
                      <a:pt x="30" y="162"/>
                      <a:pt x="30" y="163"/>
                      <a:pt x="30" y="164"/>
                    </a:cubicBezTo>
                    <a:lnTo>
                      <a:pt x="30" y="165"/>
                    </a:lnTo>
                    <a:cubicBezTo>
                      <a:pt x="30" y="166"/>
                      <a:pt x="30" y="166"/>
                      <a:pt x="31" y="166"/>
                    </a:cubicBezTo>
                    <a:lnTo>
                      <a:pt x="30" y="166"/>
                    </a:lnTo>
                    <a:cubicBezTo>
                      <a:pt x="31" y="166"/>
                      <a:pt x="31" y="167"/>
                      <a:pt x="31" y="167"/>
                    </a:cubicBezTo>
                    <a:lnTo>
                      <a:pt x="31" y="168"/>
                    </a:lnTo>
                    <a:lnTo>
                      <a:pt x="32" y="169"/>
                    </a:lnTo>
                    <a:cubicBezTo>
                      <a:pt x="32" y="169"/>
                      <a:pt x="33" y="169"/>
                      <a:pt x="33" y="170"/>
                    </a:cubicBezTo>
                    <a:cubicBezTo>
                      <a:pt x="34" y="170"/>
                      <a:pt x="35" y="170"/>
                      <a:pt x="35" y="170"/>
                    </a:cubicBezTo>
                    <a:cubicBezTo>
                      <a:pt x="36" y="170"/>
                      <a:pt x="36" y="170"/>
                      <a:pt x="36" y="171"/>
                    </a:cubicBezTo>
                    <a:cubicBezTo>
                      <a:pt x="36" y="171"/>
                      <a:pt x="37" y="171"/>
                      <a:pt x="38" y="171"/>
                    </a:cubicBezTo>
                    <a:moveTo>
                      <a:pt x="34" y="191"/>
                    </a:moveTo>
                    <a:cubicBezTo>
                      <a:pt x="29" y="191"/>
                      <a:pt x="22" y="188"/>
                      <a:pt x="18" y="184"/>
                    </a:cubicBezTo>
                    <a:cubicBezTo>
                      <a:pt x="14" y="180"/>
                      <a:pt x="10" y="174"/>
                      <a:pt x="10" y="168"/>
                    </a:cubicBezTo>
                    <a:cubicBezTo>
                      <a:pt x="8" y="155"/>
                      <a:pt x="14" y="144"/>
                      <a:pt x="21" y="133"/>
                    </a:cubicBezTo>
                    <a:cubicBezTo>
                      <a:pt x="25" y="128"/>
                      <a:pt x="29" y="123"/>
                      <a:pt x="33" y="119"/>
                    </a:cubicBezTo>
                    <a:cubicBezTo>
                      <a:pt x="36" y="114"/>
                      <a:pt x="39" y="111"/>
                      <a:pt x="43" y="107"/>
                    </a:cubicBezTo>
                    <a:cubicBezTo>
                      <a:pt x="45" y="106"/>
                      <a:pt x="47" y="103"/>
                      <a:pt x="49" y="102"/>
                    </a:cubicBezTo>
                    <a:cubicBezTo>
                      <a:pt x="49" y="95"/>
                      <a:pt x="49" y="87"/>
                      <a:pt x="50" y="80"/>
                    </a:cubicBezTo>
                    <a:cubicBezTo>
                      <a:pt x="50" y="75"/>
                      <a:pt x="50" y="70"/>
                      <a:pt x="50" y="64"/>
                    </a:cubicBezTo>
                    <a:cubicBezTo>
                      <a:pt x="50" y="59"/>
                      <a:pt x="51" y="53"/>
                      <a:pt x="52" y="48"/>
                    </a:cubicBezTo>
                    <a:cubicBezTo>
                      <a:pt x="52" y="45"/>
                      <a:pt x="52" y="43"/>
                      <a:pt x="52" y="40"/>
                    </a:cubicBezTo>
                    <a:cubicBezTo>
                      <a:pt x="46" y="47"/>
                      <a:pt x="39" y="54"/>
                      <a:pt x="32" y="62"/>
                    </a:cubicBezTo>
                    <a:cubicBezTo>
                      <a:pt x="29" y="66"/>
                      <a:pt x="26" y="70"/>
                      <a:pt x="22" y="74"/>
                    </a:cubicBezTo>
                    <a:cubicBezTo>
                      <a:pt x="22" y="75"/>
                      <a:pt x="22" y="75"/>
                      <a:pt x="22" y="75"/>
                    </a:cubicBezTo>
                    <a:cubicBezTo>
                      <a:pt x="19" y="81"/>
                      <a:pt x="13" y="84"/>
                      <a:pt x="8" y="81"/>
                    </a:cubicBezTo>
                    <a:cubicBezTo>
                      <a:pt x="2" y="79"/>
                      <a:pt x="0" y="72"/>
                      <a:pt x="3" y="66"/>
                    </a:cubicBezTo>
                    <a:cubicBezTo>
                      <a:pt x="5" y="63"/>
                      <a:pt x="8" y="59"/>
                      <a:pt x="10" y="56"/>
                    </a:cubicBezTo>
                    <a:cubicBezTo>
                      <a:pt x="13" y="52"/>
                      <a:pt x="16" y="49"/>
                      <a:pt x="19" y="46"/>
                    </a:cubicBezTo>
                    <a:cubicBezTo>
                      <a:pt x="25" y="39"/>
                      <a:pt x="31" y="33"/>
                      <a:pt x="37" y="26"/>
                    </a:cubicBezTo>
                    <a:cubicBezTo>
                      <a:pt x="39" y="24"/>
                      <a:pt x="41" y="22"/>
                      <a:pt x="43" y="19"/>
                    </a:cubicBezTo>
                    <a:cubicBezTo>
                      <a:pt x="43" y="20"/>
                      <a:pt x="42" y="20"/>
                      <a:pt x="42" y="21"/>
                    </a:cubicBezTo>
                    <a:cubicBezTo>
                      <a:pt x="44" y="18"/>
                      <a:pt x="46" y="16"/>
                      <a:pt x="48" y="14"/>
                    </a:cubicBezTo>
                    <a:cubicBezTo>
                      <a:pt x="52" y="9"/>
                      <a:pt x="55" y="3"/>
                      <a:pt x="61" y="1"/>
                    </a:cubicBezTo>
                    <a:cubicBezTo>
                      <a:pt x="64" y="0"/>
                      <a:pt x="68" y="0"/>
                      <a:pt x="71" y="2"/>
                    </a:cubicBezTo>
                    <a:cubicBezTo>
                      <a:pt x="74" y="4"/>
                      <a:pt x="76" y="7"/>
                      <a:pt x="77" y="11"/>
                    </a:cubicBezTo>
                    <a:cubicBezTo>
                      <a:pt x="77" y="16"/>
                      <a:pt x="76" y="22"/>
                      <a:pt x="75" y="27"/>
                    </a:cubicBezTo>
                    <a:cubicBezTo>
                      <a:pt x="74" y="31"/>
                      <a:pt x="74" y="34"/>
                      <a:pt x="73" y="38"/>
                    </a:cubicBezTo>
                    <a:cubicBezTo>
                      <a:pt x="72" y="41"/>
                      <a:pt x="72" y="45"/>
                      <a:pt x="71" y="48"/>
                    </a:cubicBezTo>
                    <a:cubicBezTo>
                      <a:pt x="71" y="54"/>
                      <a:pt x="70" y="61"/>
                      <a:pt x="70" y="68"/>
                    </a:cubicBezTo>
                    <a:cubicBezTo>
                      <a:pt x="70" y="73"/>
                      <a:pt x="69" y="78"/>
                      <a:pt x="69" y="83"/>
                    </a:cubicBezTo>
                    <a:cubicBezTo>
                      <a:pt x="76" y="77"/>
                      <a:pt x="82" y="71"/>
                      <a:pt x="89" y="64"/>
                    </a:cubicBezTo>
                    <a:cubicBezTo>
                      <a:pt x="93" y="61"/>
                      <a:pt x="97" y="57"/>
                      <a:pt x="100" y="54"/>
                    </a:cubicBezTo>
                    <a:cubicBezTo>
                      <a:pt x="104" y="50"/>
                      <a:pt x="107" y="47"/>
                      <a:pt x="110" y="43"/>
                    </a:cubicBezTo>
                    <a:cubicBezTo>
                      <a:pt x="116" y="36"/>
                      <a:pt x="122" y="29"/>
                      <a:pt x="127" y="22"/>
                    </a:cubicBezTo>
                    <a:cubicBezTo>
                      <a:pt x="127" y="22"/>
                      <a:pt x="126" y="22"/>
                      <a:pt x="126" y="23"/>
                    </a:cubicBezTo>
                    <a:cubicBezTo>
                      <a:pt x="127" y="21"/>
                      <a:pt x="129" y="19"/>
                      <a:pt x="130" y="17"/>
                    </a:cubicBezTo>
                    <a:cubicBezTo>
                      <a:pt x="131" y="15"/>
                      <a:pt x="132" y="14"/>
                      <a:pt x="132" y="12"/>
                    </a:cubicBezTo>
                    <a:cubicBezTo>
                      <a:pt x="134" y="10"/>
                      <a:pt x="136" y="7"/>
                      <a:pt x="138" y="5"/>
                    </a:cubicBezTo>
                    <a:cubicBezTo>
                      <a:pt x="145" y="0"/>
                      <a:pt x="156" y="6"/>
                      <a:pt x="155" y="15"/>
                    </a:cubicBezTo>
                    <a:cubicBezTo>
                      <a:pt x="154" y="17"/>
                      <a:pt x="154" y="19"/>
                      <a:pt x="153" y="22"/>
                    </a:cubicBezTo>
                    <a:cubicBezTo>
                      <a:pt x="152" y="25"/>
                      <a:pt x="151" y="28"/>
                      <a:pt x="151" y="30"/>
                    </a:cubicBezTo>
                    <a:cubicBezTo>
                      <a:pt x="141" y="59"/>
                      <a:pt x="132" y="89"/>
                      <a:pt x="127" y="119"/>
                    </a:cubicBezTo>
                    <a:lnTo>
                      <a:pt x="127" y="118"/>
                    </a:lnTo>
                    <a:cubicBezTo>
                      <a:pt x="126" y="124"/>
                      <a:pt x="125" y="130"/>
                      <a:pt x="124" y="137"/>
                    </a:cubicBezTo>
                    <a:cubicBezTo>
                      <a:pt x="124" y="138"/>
                      <a:pt x="124" y="139"/>
                      <a:pt x="124" y="140"/>
                    </a:cubicBezTo>
                    <a:cubicBezTo>
                      <a:pt x="124" y="145"/>
                      <a:pt x="120" y="151"/>
                      <a:pt x="114" y="151"/>
                    </a:cubicBezTo>
                    <a:cubicBezTo>
                      <a:pt x="109" y="151"/>
                      <a:pt x="103" y="146"/>
                      <a:pt x="103" y="140"/>
                    </a:cubicBezTo>
                    <a:cubicBezTo>
                      <a:pt x="103" y="134"/>
                      <a:pt x="105" y="127"/>
                      <a:pt x="106" y="121"/>
                    </a:cubicBezTo>
                    <a:cubicBezTo>
                      <a:pt x="107" y="116"/>
                      <a:pt x="107" y="112"/>
                      <a:pt x="109" y="106"/>
                    </a:cubicBezTo>
                    <a:cubicBezTo>
                      <a:pt x="110" y="98"/>
                      <a:pt x="113" y="89"/>
                      <a:pt x="115" y="80"/>
                    </a:cubicBezTo>
                    <a:cubicBezTo>
                      <a:pt x="117" y="74"/>
                      <a:pt x="119" y="67"/>
                      <a:pt x="120" y="60"/>
                    </a:cubicBezTo>
                    <a:lnTo>
                      <a:pt x="120" y="61"/>
                    </a:lnTo>
                    <a:cubicBezTo>
                      <a:pt x="116" y="65"/>
                      <a:pt x="112" y="70"/>
                      <a:pt x="107" y="74"/>
                    </a:cubicBezTo>
                    <a:cubicBezTo>
                      <a:pt x="100" y="81"/>
                      <a:pt x="92" y="88"/>
                      <a:pt x="84" y="96"/>
                    </a:cubicBezTo>
                    <a:cubicBezTo>
                      <a:pt x="79" y="99"/>
                      <a:pt x="75" y="103"/>
                      <a:pt x="71" y="107"/>
                    </a:cubicBezTo>
                    <a:cubicBezTo>
                      <a:pt x="70" y="108"/>
                      <a:pt x="69" y="109"/>
                      <a:pt x="68" y="110"/>
                    </a:cubicBezTo>
                    <a:cubicBezTo>
                      <a:pt x="68" y="117"/>
                      <a:pt x="68" y="124"/>
                      <a:pt x="68" y="131"/>
                    </a:cubicBezTo>
                    <a:cubicBezTo>
                      <a:pt x="68" y="137"/>
                      <a:pt x="68" y="143"/>
                      <a:pt x="67" y="149"/>
                    </a:cubicBezTo>
                    <a:cubicBezTo>
                      <a:pt x="67" y="152"/>
                      <a:pt x="67" y="154"/>
                      <a:pt x="67" y="157"/>
                    </a:cubicBezTo>
                    <a:cubicBezTo>
                      <a:pt x="66" y="162"/>
                      <a:pt x="66" y="167"/>
                      <a:pt x="64" y="173"/>
                    </a:cubicBezTo>
                    <a:cubicBezTo>
                      <a:pt x="63" y="176"/>
                      <a:pt x="61" y="179"/>
                      <a:pt x="59" y="181"/>
                    </a:cubicBezTo>
                    <a:cubicBezTo>
                      <a:pt x="57" y="183"/>
                      <a:pt x="55" y="186"/>
                      <a:pt x="53" y="187"/>
                    </a:cubicBezTo>
                    <a:cubicBezTo>
                      <a:pt x="48" y="190"/>
                      <a:pt x="43" y="191"/>
                      <a:pt x="38" y="191"/>
                    </a:cubicBezTo>
                    <a:cubicBezTo>
                      <a:pt x="36" y="191"/>
                      <a:pt x="35" y="191"/>
                      <a:pt x="34" y="19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7" name="Google Shape;3087;p32"/>
              <p:cNvSpPr/>
              <p:nvPr/>
            </p:nvSpPr>
            <p:spPr>
              <a:xfrm>
                <a:off x="1062000" y="2877120"/>
                <a:ext cx="864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4" h="24" extrusionOk="0">
                    <a:moveTo>
                      <a:pt x="0" y="11"/>
                    </a:moveTo>
                    <a:cubicBezTo>
                      <a:pt x="0" y="5"/>
                      <a:pt x="5" y="0"/>
                      <a:pt x="12" y="0"/>
                    </a:cubicBezTo>
                    <a:cubicBezTo>
                      <a:pt x="18" y="0"/>
                      <a:pt x="23" y="4"/>
                      <a:pt x="23" y="11"/>
                    </a:cubicBezTo>
                    <a:cubicBezTo>
                      <a:pt x="23" y="17"/>
                      <a:pt x="18" y="23"/>
                      <a:pt x="12" y="23"/>
                    </a:cubicBezTo>
                    <a:cubicBezTo>
                      <a:pt x="5" y="23"/>
                      <a:pt x="0" y="18"/>
                      <a:pt x="0" y="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8" name="Google Shape;3088;p32"/>
              <p:cNvSpPr/>
              <p:nvPr/>
            </p:nvSpPr>
            <p:spPr>
              <a:xfrm>
                <a:off x="1062720" y="2887200"/>
                <a:ext cx="4896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136" h="167" extrusionOk="0">
                    <a:moveTo>
                      <a:pt x="2" y="162"/>
                    </a:moveTo>
                    <a:cubicBezTo>
                      <a:pt x="0" y="160"/>
                      <a:pt x="0" y="158"/>
                      <a:pt x="0" y="156"/>
                    </a:cubicBezTo>
                    <a:cubicBezTo>
                      <a:pt x="0" y="153"/>
                      <a:pt x="0" y="151"/>
                      <a:pt x="1" y="149"/>
                    </a:cubicBezTo>
                    <a:cubicBezTo>
                      <a:pt x="2" y="146"/>
                      <a:pt x="3" y="142"/>
                      <a:pt x="4" y="139"/>
                    </a:cubicBezTo>
                    <a:cubicBezTo>
                      <a:pt x="5" y="135"/>
                      <a:pt x="7" y="130"/>
                      <a:pt x="8" y="124"/>
                    </a:cubicBezTo>
                    <a:cubicBezTo>
                      <a:pt x="11" y="113"/>
                      <a:pt x="14" y="102"/>
                      <a:pt x="17" y="91"/>
                    </a:cubicBezTo>
                    <a:cubicBezTo>
                      <a:pt x="19" y="80"/>
                      <a:pt x="22" y="70"/>
                      <a:pt x="25" y="59"/>
                    </a:cubicBezTo>
                    <a:cubicBezTo>
                      <a:pt x="28" y="48"/>
                      <a:pt x="32" y="38"/>
                      <a:pt x="36" y="27"/>
                    </a:cubicBezTo>
                    <a:cubicBezTo>
                      <a:pt x="38" y="20"/>
                      <a:pt x="42" y="13"/>
                      <a:pt x="45" y="7"/>
                    </a:cubicBezTo>
                    <a:cubicBezTo>
                      <a:pt x="48" y="2"/>
                      <a:pt x="55" y="0"/>
                      <a:pt x="60" y="3"/>
                    </a:cubicBezTo>
                    <a:cubicBezTo>
                      <a:pt x="65" y="5"/>
                      <a:pt x="67" y="12"/>
                      <a:pt x="64" y="18"/>
                    </a:cubicBezTo>
                    <a:cubicBezTo>
                      <a:pt x="63" y="20"/>
                      <a:pt x="61" y="22"/>
                      <a:pt x="60" y="25"/>
                    </a:cubicBezTo>
                    <a:lnTo>
                      <a:pt x="60" y="24"/>
                    </a:lnTo>
                    <a:cubicBezTo>
                      <a:pt x="57" y="31"/>
                      <a:pt x="54" y="39"/>
                      <a:pt x="51" y="46"/>
                    </a:cubicBezTo>
                    <a:cubicBezTo>
                      <a:pt x="50" y="50"/>
                      <a:pt x="48" y="54"/>
                      <a:pt x="47" y="59"/>
                    </a:cubicBezTo>
                    <a:cubicBezTo>
                      <a:pt x="45" y="64"/>
                      <a:pt x="43" y="69"/>
                      <a:pt x="42" y="74"/>
                    </a:cubicBezTo>
                    <a:cubicBezTo>
                      <a:pt x="41" y="78"/>
                      <a:pt x="40" y="81"/>
                      <a:pt x="39" y="84"/>
                    </a:cubicBezTo>
                    <a:cubicBezTo>
                      <a:pt x="44" y="77"/>
                      <a:pt x="50" y="71"/>
                      <a:pt x="56" y="65"/>
                    </a:cubicBezTo>
                    <a:cubicBezTo>
                      <a:pt x="63" y="56"/>
                      <a:pt x="71" y="48"/>
                      <a:pt x="79" y="40"/>
                    </a:cubicBezTo>
                    <a:cubicBezTo>
                      <a:pt x="83" y="36"/>
                      <a:pt x="87" y="33"/>
                      <a:pt x="92" y="31"/>
                    </a:cubicBezTo>
                    <a:cubicBezTo>
                      <a:pt x="98" y="28"/>
                      <a:pt x="104" y="28"/>
                      <a:pt x="110" y="31"/>
                    </a:cubicBezTo>
                    <a:cubicBezTo>
                      <a:pt x="116" y="32"/>
                      <a:pt x="121" y="37"/>
                      <a:pt x="124" y="42"/>
                    </a:cubicBezTo>
                    <a:cubicBezTo>
                      <a:pt x="128" y="47"/>
                      <a:pt x="131" y="53"/>
                      <a:pt x="132" y="60"/>
                    </a:cubicBezTo>
                    <a:cubicBezTo>
                      <a:pt x="134" y="66"/>
                      <a:pt x="134" y="72"/>
                      <a:pt x="135" y="79"/>
                    </a:cubicBezTo>
                    <a:cubicBezTo>
                      <a:pt x="135" y="86"/>
                      <a:pt x="134" y="93"/>
                      <a:pt x="134" y="101"/>
                    </a:cubicBezTo>
                    <a:cubicBezTo>
                      <a:pt x="133" y="105"/>
                      <a:pt x="132" y="109"/>
                      <a:pt x="132" y="113"/>
                    </a:cubicBezTo>
                    <a:cubicBezTo>
                      <a:pt x="131" y="115"/>
                      <a:pt x="131" y="118"/>
                      <a:pt x="130" y="121"/>
                    </a:cubicBezTo>
                    <a:cubicBezTo>
                      <a:pt x="128" y="131"/>
                      <a:pt x="125" y="142"/>
                      <a:pt x="121" y="153"/>
                    </a:cubicBezTo>
                    <a:cubicBezTo>
                      <a:pt x="119" y="158"/>
                      <a:pt x="113" y="161"/>
                      <a:pt x="107" y="159"/>
                    </a:cubicBezTo>
                    <a:cubicBezTo>
                      <a:pt x="102" y="156"/>
                      <a:pt x="99" y="151"/>
                      <a:pt x="102" y="145"/>
                    </a:cubicBezTo>
                    <a:cubicBezTo>
                      <a:pt x="103" y="142"/>
                      <a:pt x="103" y="139"/>
                      <a:pt x="104" y="137"/>
                    </a:cubicBezTo>
                    <a:cubicBezTo>
                      <a:pt x="107" y="130"/>
                      <a:pt x="109" y="123"/>
                      <a:pt x="110" y="115"/>
                    </a:cubicBezTo>
                    <a:cubicBezTo>
                      <a:pt x="110" y="116"/>
                      <a:pt x="110" y="116"/>
                      <a:pt x="110" y="116"/>
                    </a:cubicBezTo>
                    <a:cubicBezTo>
                      <a:pt x="112" y="107"/>
                      <a:pt x="113" y="98"/>
                      <a:pt x="114" y="89"/>
                    </a:cubicBezTo>
                    <a:lnTo>
                      <a:pt x="114" y="90"/>
                    </a:lnTo>
                    <a:cubicBezTo>
                      <a:pt x="114" y="85"/>
                      <a:pt x="114" y="81"/>
                      <a:pt x="114" y="77"/>
                    </a:cubicBezTo>
                    <a:cubicBezTo>
                      <a:pt x="114" y="73"/>
                      <a:pt x="113" y="70"/>
                      <a:pt x="113" y="67"/>
                    </a:cubicBezTo>
                    <a:cubicBezTo>
                      <a:pt x="112" y="65"/>
                      <a:pt x="111" y="63"/>
                      <a:pt x="111" y="61"/>
                    </a:cubicBezTo>
                    <a:cubicBezTo>
                      <a:pt x="110" y="59"/>
                      <a:pt x="110" y="58"/>
                      <a:pt x="109" y="57"/>
                    </a:cubicBezTo>
                    <a:cubicBezTo>
                      <a:pt x="109" y="56"/>
                      <a:pt x="109" y="56"/>
                      <a:pt x="108" y="55"/>
                    </a:cubicBezTo>
                    <a:cubicBezTo>
                      <a:pt x="107" y="54"/>
                      <a:pt x="107" y="53"/>
                      <a:pt x="106" y="52"/>
                    </a:cubicBezTo>
                    <a:cubicBezTo>
                      <a:pt x="106" y="52"/>
                      <a:pt x="105" y="52"/>
                      <a:pt x="104" y="51"/>
                    </a:cubicBezTo>
                    <a:lnTo>
                      <a:pt x="104" y="50"/>
                    </a:lnTo>
                    <a:lnTo>
                      <a:pt x="104" y="51"/>
                    </a:lnTo>
                    <a:cubicBezTo>
                      <a:pt x="104" y="51"/>
                      <a:pt x="105" y="51"/>
                      <a:pt x="105" y="52"/>
                    </a:cubicBezTo>
                    <a:cubicBezTo>
                      <a:pt x="104" y="51"/>
                      <a:pt x="104" y="51"/>
                      <a:pt x="104" y="50"/>
                    </a:cubicBezTo>
                    <a:lnTo>
                      <a:pt x="103" y="50"/>
                    </a:lnTo>
                    <a:lnTo>
                      <a:pt x="102" y="50"/>
                    </a:lnTo>
                    <a:lnTo>
                      <a:pt x="102" y="49"/>
                    </a:lnTo>
                    <a:cubicBezTo>
                      <a:pt x="101" y="49"/>
                      <a:pt x="101" y="49"/>
                      <a:pt x="101" y="49"/>
                    </a:cubicBezTo>
                    <a:lnTo>
                      <a:pt x="100" y="49"/>
                    </a:lnTo>
                    <a:cubicBezTo>
                      <a:pt x="100" y="50"/>
                      <a:pt x="100" y="50"/>
                      <a:pt x="100" y="50"/>
                    </a:cubicBezTo>
                    <a:cubicBezTo>
                      <a:pt x="99" y="50"/>
                      <a:pt x="99" y="50"/>
                      <a:pt x="99" y="50"/>
                    </a:cubicBezTo>
                    <a:lnTo>
                      <a:pt x="98" y="50"/>
                    </a:lnTo>
                    <a:cubicBezTo>
                      <a:pt x="96" y="52"/>
                      <a:pt x="95" y="53"/>
                      <a:pt x="93" y="54"/>
                    </a:cubicBezTo>
                    <a:cubicBezTo>
                      <a:pt x="83" y="63"/>
                      <a:pt x="75" y="72"/>
                      <a:pt x="65" y="82"/>
                    </a:cubicBezTo>
                    <a:cubicBezTo>
                      <a:pt x="64" y="85"/>
                      <a:pt x="62" y="87"/>
                      <a:pt x="60" y="89"/>
                    </a:cubicBezTo>
                    <a:cubicBezTo>
                      <a:pt x="58" y="92"/>
                      <a:pt x="56" y="94"/>
                      <a:pt x="54" y="96"/>
                    </a:cubicBezTo>
                    <a:cubicBezTo>
                      <a:pt x="51" y="101"/>
                      <a:pt x="47" y="106"/>
                      <a:pt x="43" y="112"/>
                    </a:cubicBezTo>
                    <a:cubicBezTo>
                      <a:pt x="39" y="119"/>
                      <a:pt x="34" y="126"/>
                      <a:pt x="30" y="134"/>
                    </a:cubicBezTo>
                    <a:cubicBezTo>
                      <a:pt x="27" y="140"/>
                      <a:pt x="24" y="146"/>
                      <a:pt x="22" y="153"/>
                    </a:cubicBezTo>
                    <a:cubicBezTo>
                      <a:pt x="21" y="155"/>
                      <a:pt x="21" y="156"/>
                      <a:pt x="21" y="158"/>
                    </a:cubicBezTo>
                    <a:cubicBezTo>
                      <a:pt x="19" y="162"/>
                      <a:pt x="17" y="165"/>
                      <a:pt x="13" y="166"/>
                    </a:cubicBezTo>
                    <a:cubicBezTo>
                      <a:pt x="12" y="166"/>
                      <a:pt x="11" y="166"/>
                      <a:pt x="10" y="166"/>
                    </a:cubicBezTo>
                    <a:cubicBezTo>
                      <a:pt x="7" y="166"/>
                      <a:pt x="4" y="165"/>
                      <a:pt x="2" y="1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9" name="Google Shape;3089;p32"/>
              <p:cNvSpPr/>
              <p:nvPr/>
            </p:nvSpPr>
            <p:spPr>
              <a:xfrm>
                <a:off x="1114920" y="2892240"/>
                <a:ext cx="66240" cy="129240"/>
              </a:xfrm>
              <a:custGeom>
                <a:avLst/>
                <a:gdLst/>
                <a:ahLst/>
                <a:cxnLst/>
                <a:rect l="l" t="t" r="r" b="b"/>
                <a:pathLst>
                  <a:path w="184" h="359" extrusionOk="0">
                    <a:moveTo>
                      <a:pt x="25" y="338"/>
                    </a:moveTo>
                    <a:cubicBezTo>
                      <a:pt x="26" y="338"/>
                      <a:pt x="26" y="338"/>
                      <a:pt x="27" y="338"/>
                    </a:cubicBezTo>
                    <a:lnTo>
                      <a:pt x="28" y="338"/>
                    </a:lnTo>
                    <a:cubicBezTo>
                      <a:pt x="28" y="337"/>
                      <a:pt x="30" y="336"/>
                      <a:pt x="30" y="336"/>
                    </a:cubicBezTo>
                    <a:cubicBezTo>
                      <a:pt x="31" y="335"/>
                      <a:pt x="31" y="335"/>
                      <a:pt x="31" y="335"/>
                    </a:cubicBezTo>
                    <a:cubicBezTo>
                      <a:pt x="33" y="333"/>
                      <a:pt x="34" y="331"/>
                      <a:pt x="35" y="329"/>
                    </a:cubicBezTo>
                    <a:cubicBezTo>
                      <a:pt x="37" y="327"/>
                      <a:pt x="39" y="324"/>
                      <a:pt x="40" y="321"/>
                    </a:cubicBezTo>
                    <a:cubicBezTo>
                      <a:pt x="42" y="317"/>
                      <a:pt x="44" y="312"/>
                      <a:pt x="45" y="308"/>
                    </a:cubicBezTo>
                    <a:cubicBezTo>
                      <a:pt x="51" y="293"/>
                      <a:pt x="53" y="277"/>
                      <a:pt x="56" y="261"/>
                    </a:cubicBezTo>
                    <a:cubicBezTo>
                      <a:pt x="56" y="262"/>
                      <a:pt x="56" y="262"/>
                      <a:pt x="56" y="262"/>
                    </a:cubicBezTo>
                    <a:cubicBezTo>
                      <a:pt x="58" y="252"/>
                      <a:pt x="59" y="242"/>
                      <a:pt x="61" y="232"/>
                    </a:cubicBezTo>
                    <a:cubicBezTo>
                      <a:pt x="61" y="231"/>
                      <a:pt x="62" y="229"/>
                      <a:pt x="62" y="228"/>
                    </a:cubicBezTo>
                    <a:cubicBezTo>
                      <a:pt x="55" y="236"/>
                      <a:pt x="49" y="243"/>
                      <a:pt x="44" y="251"/>
                    </a:cubicBezTo>
                    <a:cubicBezTo>
                      <a:pt x="40" y="258"/>
                      <a:pt x="37" y="264"/>
                      <a:pt x="33" y="270"/>
                    </a:cubicBezTo>
                    <a:lnTo>
                      <a:pt x="33" y="269"/>
                    </a:lnTo>
                    <a:cubicBezTo>
                      <a:pt x="31" y="275"/>
                      <a:pt x="28" y="281"/>
                      <a:pt x="26" y="287"/>
                    </a:cubicBezTo>
                    <a:cubicBezTo>
                      <a:pt x="24" y="292"/>
                      <a:pt x="23" y="297"/>
                      <a:pt x="22" y="303"/>
                    </a:cubicBezTo>
                    <a:cubicBezTo>
                      <a:pt x="21" y="307"/>
                      <a:pt x="21" y="310"/>
                      <a:pt x="21" y="314"/>
                    </a:cubicBezTo>
                    <a:cubicBezTo>
                      <a:pt x="21" y="318"/>
                      <a:pt x="21" y="321"/>
                      <a:pt x="21" y="325"/>
                    </a:cubicBezTo>
                    <a:cubicBezTo>
                      <a:pt x="21" y="327"/>
                      <a:pt x="21" y="329"/>
                      <a:pt x="21" y="330"/>
                    </a:cubicBezTo>
                    <a:cubicBezTo>
                      <a:pt x="22" y="331"/>
                      <a:pt x="22" y="332"/>
                      <a:pt x="23" y="333"/>
                    </a:cubicBezTo>
                    <a:cubicBezTo>
                      <a:pt x="23" y="334"/>
                      <a:pt x="23" y="334"/>
                      <a:pt x="23" y="335"/>
                    </a:cubicBezTo>
                    <a:cubicBezTo>
                      <a:pt x="23" y="335"/>
                      <a:pt x="24" y="336"/>
                      <a:pt x="24" y="337"/>
                    </a:cubicBezTo>
                    <a:lnTo>
                      <a:pt x="25" y="338"/>
                    </a:lnTo>
                    <a:moveTo>
                      <a:pt x="15" y="355"/>
                    </a:moveTo>
                    <a:cubicBezTo>
                      <a:pt x="10" y="352"/>
                      <a:pt x="6" y="346"/>
                      <a:pt x="4" y="340"/>
                    </a:cubicBezTo>
                    <a:cubicBezTo>
                      <a:pt x="2" y="335"/>
                      <a:pt x="1" y="329"/>
                      <a:pt x="1" y="324"/>
                    </a:cubicBezTo>
                    <a:cubicBezTo>
                      <a:pt x="0" y="316"/>
                      <a:pt x="1" y="309"/>
                      <a:pt x="2" y="301"/>
                    </a:cubicBezTo>
                    <a:cubicBezTo>
                      <a:pt x="5" y="287"/>
                      <a:pt x="10" y="274"/>
                      <a:pt x="16" y="261"/>
                    </a:cubicBezTo>
                    <a:cubicBezTo>
                      <a:pt x="23" y="248"/>
                      <a:pt x="31" y="237"/>
                      <a:pt x="40" y="225"/>
                    </a:cubicBezTo>
                    <a:cubicBezTo>
                      <a:pt x="48" y="215"/>
                      <a:pt x="57" y="205"/>
                      <a:pt x="66" y="195"/>
                    </a:cubicBezTo>
                    <a:cubicBezTo>
                      <a:pt x="67" y="186"/>
                      <a:pt x="69" y="176"/>
                      <a:pt x="71" y="166"/>
                    </a:cubicBezTo>
                    <a:cubicBezTo>
                      <a:pt x="71" y="162"/>
                      <a:pt x="72" y="158"/>
                      <a:pt x="73" y="155"/>
                    </a:cubicBezTo>
                    <a:cubicBezTo>
                      <a:pt x="74" y="148"/>
                      <a:pt x="75" y="141"/>
                      <a:pt x="77" y="134"/>
                    </a:cubicBezTo>
                    <a:cubicBezTo>
                      <a:pt x="77" y="128"/>
                      <a:pt x="79" y="122"/>
                      <a:pt x="80" y="117"/>
                    </a:cubicBezTo>
                    <a:cubicBezTo>
                      <a:pt x="82" y="112"/>
                      <a:pt x="83" y="107"/>
                      <a:pt x="84" y="102"/>
                    </a:cubicBezTo>
                    <a:cubicBezTo>
                      <a:pt x="85" y="99"/>
                      <a:pt x="85" y="97"/>
                      <a:pt x="86" y="95"/>
                    </a:cubicBezTo>
                    <a:lnTo>
                      <a:pt x="86" y="96"/>
                    </a:lnTo>
                    <a:cubicBezTo>
                      <a:pt x="87" y="93"/>
                      <a:pt x="88" y="91"/>
                      <a:pt x="88" y="88"/>
                    </a:cubicBezTo>
                    <a:cubicBezTo>
                      <a:pt x="84" y="93"/>
                      <a:pt x="80" y="96"/>
                      <a:pt x="76" y="100"/>
                    </a:cubicBezTo>
                    <a:cubicBezTo>
                      <a:pt x="71" y="105"/>
                      <a:pt x="67" y="109"/>
                      <a:pt x="62" y="113"/>
                    </a:cubicBezTo>
                    <a:cubicBezTo>
                      <a:pt x="56" y="116"/>
                      <a:pt x="51" y="120"/>
                      <a:pt x="45" y="121"/>
                    </a:cubicBezTo>
                    <a:cubicBezTo>
                      <a:pt x="39" y="122"/>
                      <a:pt x="33" y="122"/>
                      <a:pt x="28" y="118"/>
                    </a:cubicBezTo>
                    <a:cubicBezTo>
                      <a:pt x="24" y="115"/>
                      <a:pt x="22" y="111"/>
                      <a:pt x="21" y="106"/>
                    </a:cubicBezTo>
                    <a:cubicBezTo>
                      <a:pt x="21" y="102"/>
                      <a:pt x="21" y="97"/>
                      <a:pt x="23" y="92"/>
                    </a:cubicBezTo>
                    <a:cubicBezTo>
                      <a:pt x="24" y="87"/>
                      <a:pt x="25" y="82"/>
                      <a:pt x="27" y="77"/>
                    </a:cubicBezTo>
                    <a:cubicBezTo>
                      <a:pt x="28" y="72"/>
                      <a:pt x="29" y="68"/>
                      <a:pt x="31" y="64"/>
                    </a:cubicBezTo>
                    <a:cubicBezTo>
                      <a:pt x="32" y="59"/>
                      <a:pt x="34" y="54"/>
                      <a:pt x="37" y="49"/>
                    </a:cubicBezTo>
                    <a:cubicBezTo>
                      <a:pt x="41" y="36"/>
                      <a:pt x="46" y="24"/>
                      <a:pt x="55" y="14"/>
                    </a:cubicBezTo>
                    <a:cubicBezTo>
                      <a:pt x="58" y="11"/>
                      <a:pt x="60" y="10"/>
                      <a:pt x="62" y="8"/>
                    </a:cubicBezTo>
                    <a:cubicBezTo>
                      <a:pt x="65" y="7"/>
                      <a:pt x="67" y="6"/>
                      <a:pt x="70" y="7"/>
                    </a:cubicBezTo>
                    <a:cubicBezTo>
                      <a:pt x="73" y="7"/>
                      <a:pt x="76" y="8"/>
                      <a:pt x="78" y="10"/>
                    </a:cubicBezTo>
                    <a:cubicBezTo>
                      <a:pt x="80" y="11"/>
                      <a:pt x="81" y="13"/>
                      <a:pt x="82" y="15"/>
                    </a:cubicBezTo>
                    <a:cubicBezTo>
                      <a:pt x="83" y="17"/>
                      <a:pt x="83" y="18"/>
                      <a:pt x="84" y="19"/>
                    </a:cubicBezTo>
                    <a:cubicBezTo>
                      <a:pt x="87" y="24"/>
                      <a:pt x="83" y="31"/>
                      <a:pt x="78" y="33"/>
                    </a:cubicBezTo>
                    <a:cubicBezTo>
                      <a:pt x="74" y="35"/>
                      <a:pt x="71" y="34"/>
                      <a:pt x="68" y="32"/>
                    </a:cubicBezTo>
                    <a:cubicBezTo>
                      <a:pt x="67" y="32"/>
                      <a:pt x="67" y="33"/>
                      <a:pt x="67" y="33"/>
                    </a:cubicBezTo>
                    <a:cubicBezTo>
                      <a:pt x="65" y="37"/>
                      <a:pt x="63" y="40"/>
                      <a:pt x="61" y="44"/>
                    </a:cubicBezTo>
                    <a:cubicBezTo>
                      <a:pt x="56" y="53"/>
                      <a:pt x="53" y="63"/>
                      <a:pt x="50" y="72"/>
                    </a:cubicBezTo>
                    <a:cubicBezTo>
                      <a:pt x="48" y="75"/>
                      <a:pt x="47" y="79"/>
                      <a:pt x="46" y="84"/>
                    </a:cubicBezTo>
                    <a:cubicBezTo>
                      <a:pt x="45" y="88"/>
                      <a:pt x="44" y="93"/>
                      <a:pt x="43" y="98"/>
                    </a:cubicBezTo>
                    <a:cubicBezTo>
                      <a:pt x="42" y="98"/>
                      <a:pt x="42" y="99"/>
                      <a:pt x="42" y="100"/>
                    </a:cubicBezTo>
                    <a:cubicBezTo>
                      <a:pt x="43" y="99"/>
                      <a:pt x="44" y="99"/>
                      <a:pt x="44" y="99"/>
                    </a:cubicBezTo>
                    <a:cubicBezTo>
                      <a:pt x="46" y="98"/>
                      <a:pt x="48" y="96"/>
                      <a:pt x="51" y="95"/>
                    </a:cubicBezTo>
                    <a:cubicBezTo>
                      <a:pt x="54" y="93"/>
                      <a:pt x="58" y="90"/>
                      <a:pt x="61" y="87"/>
                    </a:cubicBezTo>
                    <a:cubicBezTo>
                      <a:pt x="70" y="79"/>
                      <a:pt x="78" y="70"/>
                      <a:pt x="86" y="61"/>
                    </a:cubicBezTo>
                    <a:cubicBezTo>
                      <a:pt x="91" y="54"/>
                      <a:pt x="96" y="49"/>
                      <a:pt x="101" y="42"/>
                    </a:cubicBezTo>
                    <a:cubicBezTo>
                      <a:pt x="106" y="35"/>
                      <a:pt x="111" y="28"/>
                      <a:pt x="116" y="20"/>
                    </a:cubicBezTo>
                    <a:cubicBezTo>
                      <a:pt x="116" y="21"/>
                      <a:pt x="116" y="21"/>
                      <a:pt x="115" y="21"/>
                    </a:cubicBezTo>
                    <a:cubicBezTo>
                      <a:pt x="119" y="16"/>
                      <a:pt x="122" y="10"/>
                      <a:pt x="126" y="5"/>
                    </a:cubicBezTo>
                    <a:cubicBezTo>
                      <a:pt x="129" y="1"/>
                      <a:pt x="135" y="0"/>
                      <a:pt x="139" y="2"/>
                    </a:cubicBezTo>
                    <a:cubicBezTo>
                      <a:pt x="144" y="5"/>
                      <a:pt x="145" y="11"/>
                      <a:pt x="143" y="16"/>
                    </a:cubicBezTo>
                    <a:cubicBezTo>
                      <a:pt x="140" y="19"/>
                      <a:pt x="138" y="24"/>
                      <a:pt x="136" y="27"/>
                    </a:cubicBezTo>
                    <a:cubicBezTo>
                      <a:pt x="134" y="30"/>
                      <a:pt x="133" y="32"/>
                      <a:pt x="132" y="35"/>
                    </a:cubicBezTo>
                    <a:cubicBezTo>
                      <a:pt x="129" y="41"/>
                      <a:pt x="126" y="46"/>
                      <a:pt x="123" y="52"/>
                    </a:cubicBezTo>
                    <a:cubicBezTo>
                      <a:pt x="120" y="60"/>
                      <a:pt x="117" y="67"/>
                      <a:pt x="113" y="75"/>
                    </a:cubicBezTo>
                    <a:cubicBezTo>
                      <a:pt x="111" y="84"/>
                      <a:pt x="108" y="93"/>
                      <a:pt x="105" y="102"/>
                    </a:cubicBezTo>
                    <a:cubicBezTo>
                      <a:pt x="104" y="103"/>
                      <a:pt x="104" y="104"/>
                      <a:pt x="104" y="106"/>
                    </a:cubicBezTo>
                    <a:cubicBezTo>
                      <a:pt x="102" y="109"/>
                      <a:pt x="101" y="113"/>
                      <a:pt x="100" y="117"/>
                    </a:cubicBezTo>
                    <a:cubicBezTo>
                      <a:pt x="99" y="121"/>
                      <a:pt x="98" y="125"/>
                      <a:pt x="97" y="128"/>
                    </a:cubicBezTo>
                    <a:cubicBezTo>
                      <a:pt x="97" y="130"/>
                      <a:pt x="97" y="131"/>
                      <a:pt x="96" y="133"/>
                    </a:cubicBezTo>
                    <a:cubicBezTo>
                      <a:pt x="94" y="144"/>
                      <a:pt x="92" y="155"/>
                      <a:pt x="90" y="167"/>
                    </a:cubicBezTo>
                    <a:cubicBezTo>
                      <a:pt x="89" y="169"/>
                      <a:pt x="89" y="172"/>
                      <a:pt x="88" y="175"/>
                    </a:cubicBezTo>
                    <a:cubicBezTo>
                      <a:pt x="92" y="171"/>
                      <a:pt x="97" y="167"/>
                      <a:pt x="101" y="163"/>
                    </a:cubicBezTo>
                    <a:cubicBezTo>
                      <a:pt x="110" y="155"/>
                      <a:pt x="119" y="148"/>
                      <a:pt x="129" y="140"/>
                    </a:cubicBezTo>
                    <a:cubicBezTo>
                      <a:pt x="142" y="128"/>
                      <a:pt x="155" y="117"/>
                      <a:pt x="169" y="105"/>
                    </a:cubicBezTo>
                    <a:cubicBezTo>
                      <a:pt x="172" y="102"/>
                      <a:pt x="178" y="103"/>
                      <a:pt x="180" y="107"/>
                    </a:cubicBezTo>
                    <a:cubicBezTo>
                      <a:pt x="183" y="110"/>
                      <a:pt x="182" y="116"/>
                      <a:pt x="179" y="118"/>
                    </a:cubicBezTo>
                    <a:lnTo>
                      <a:pt x="178" y="119"/>
                    </a:lnTo>
                    <a:cubicBezTo>
                      <a:pt x="177" y="120"/>
                      <a:pt x="175" y="121"/>
                      <a:pt x="174" y="123"/>
                    </a:cubicBezTo>
                    <a:cubicBezTo>
                      <a:pt x="171" y="125"/>
                      <a:pt x="168" y="128"/>
                      <a:pt x="164" y="131"/>
                    </a:cubicBezTo>
                    <a:cubicBezTo>
                      <a:pt x="161" y="134"/>
                      <a:pt x="157" y="137"/>
                      <a:pt x="154" y="141"/>
                    </a:cubicBezTo>
                    <a:lnTo>
                      <a:pt x="153" y="141"/>
                    </a:lnTo>
                    <a:cubicBezTo>
                      <a:pt x="152" y="142"/>
                      <a:pt x="152" y="142"/>
                      <a:pt x="151" y="143"/>
                    </a:cubicBezTo>
                    <a:lnTo>
                      <a:pt x="151" y="144"/>
                    </a:lnTo>
                    <a:cubicBezTo>
                      <a:pt x="150" y="144"/>
                      <a:pt x="148" y="145"/>
                      <a:pt x="147" y="146"/>
                    </a:cubicBezTo>
                    <a:cubicBezTo>
                      <a:pt x="146" y="147"/>
                      <a:pt x="145" y="148"/>
                      <a:pt x="144" y="149"/>
                    </a:cubicBezTo>
                    <a:lnTo>
                      <a:pt x="143" y="150"/>
                    </a:lnTo>
                    <a:cubicBezTo>
                      <a:pt x="143" y="150"/>
                      <a:pt x="142" y="151"/>
                      <a:pt x="141" y="151"/>
                    </a:cubicBezTo>
                    <a:lnTo>
                      <a:pt x="142" y="151"/>
                    </a:lnTo>
                    <a:cubicBezTo>
                      <a:pt x="141" y="152"/>
                      <a:pt x="140" y="153"/>
                      <a:pt x="139" y="154"/>
                    </a:cubicBezTo>
                    <a:cubicBezTo>
                      <a:pt x="138" y="155"/>
                      <a:pt x="137" y="155"/>
                      <a:pt x="136" y="156"/>
                    </a:cubicBezTo>
                    <a:cubicBezTo>
                      <a:pt x="135" y="158"/>
                      <a:pt x="133" y="159"/>
                      <a:pt x="132" y="160"/>
                    </a:cubicBezTo>
                    <a:lnTo>
                      <a:pt x="131" y="160"/>
                    </a:lnTo>
                    <a:lnTo>
                      <a:pt x="131" y="161"/>
                    </a:lnTo>
                    <a:cubicBezTo>
                      <a:pt x="130" y="162"/>
                      <a:pt x="129" y="163"/>
                      <a:pt x="128" y="163"/>
                    </a:cubicBezTo>
                    <a:cubicBezTo>
                      <a:pt x="126" y="166"/>
                      <a:pt x="123" y="168"/>
                      <a:pt x="120" y="170"/>
                    </a:cubicBezTo>
                    <a:lnTo>
                      <a:pt x="121" y="170"/>
                    </a:lnTo>
                    <a:cubicBezTo>
                      <a:pt x="120" y="170"/>
                      <a:pt x="120" y="170"/>
                      <a:pt x="119" y="171"/>
                    </a:cubicBezTo>
                    <a:cubicBezTo>
                      <a:pt x="118" y="172"/>
                      <a:pt x="118" y="173"/>
                      <a:pt x="116" y="174"/>
                    </a:cubicBezTo>
                    <a:cubicBezTo>
                      <a:pt x="116" y="173"/>
                      <a:pt x="117" y="173"/>
                      <a:pt x="117" y="173"/>
                    </a:cubicBezTo>
                    <a:cubicBezTo>
                      <a:pt x="116" y="173"/>
                      <a:pt x="116" y="174"/>
                      <a:pt x="116" y="174"/>
                    </a:cubicBezTo>
                    <a:cubicBezTo>
                      <a:pt x="115" y="175"/>
                      <a:pt x="115" y="176"/>
                      <a:pt x="113" y="176"/>
                    </a:cubicBezTo>
                    <a:lnTo>
                      <a:pt x="113" y="177"/>
                    </a:lnTo>
                    <a:cubicBezTo>
                      <a:pt x="113" y="176"/>
                      <a:pt x="113" y="176"/>
                      <a:pt x="113" y="176"/>
                    </a:cubicBezTo>
                    <a:cubicBezTo>
                      <a:pt x="104" y="185"/>
                      <a:pt x="94" y="194"/>
                      <a:pt x="84" y="204"/>
                    </a:cubicBezTo>
                    <a:cubicBezTo>
                      <a:pt x="83" y="213"/>
                      <a:pt x="81" y="223"/>
                      <a:pt x="80" y="232"/>
                    </a:cubicBezTo>
                    <a:cubicBezTo>
                      <a:pt x="78" y="242"/>
                      <a:pt x="76" y="253"/>
                      <a:pt x="74" y="262"/>
                    </a:cubicBezTo>
                    <a:cubicBezTo>
                      <a:pt x="74" y="266"/>
                      <a:pt x="73" y="271"/>
                      <a:pt x="72" y="275"/>
                    </a:cubicBezTo>
                    <a:cubicBezTo>
                      <a:pt x="71" y="281"/>
                      <a:pt x="70" y="287"/>
                      <a:pt x="69" y="293"/>
                    </a:cubicBezTo>
                    <a:cubicBezTo>
                      <a:pt x="65" y="306"/>
                      <a:pt x="62" y="320"/>
                      <a:pt x="55" y="332"/>
                    </a:cubicBezTo>
                    <a:cubicBezTo>
                      <a:pt x="53" y="338"/>
                      <a:pt x="49" y="343"/>
                      <a:pt x="45" y="347"/>
                    </a:cubicBezTo>
                    <a:cubicBezTo>
                      <a:pt x="41" y="352"/>
                      <a:pt x="37" y="356"/>
                      <a:pt x="31" y="357"/>
                    </a:cubicBezTo>
                    <a:cubicBezTo>
                      <a:pt x="29" y="357"/>
                      <a:pt x="27" y="358"/>
                      <a:pt x="25" y="358"/>
                    </a:cubicBezTo>
                    <a:cubicBezTo>
                      <a:pt x="22" y="358"/>
                      <a:pt x="18" y="357"/>
                      <a:pt x="15" y="35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0" name="Google Shape;3090;p32"/>
              <p:cNvSpPr/>
              <p:nvPr/>
            </p:nvSpPr>
            <p:spPr>
              <a:xfrm>
                <a:off x="699480" y="3146760"/>
                <a:ext cx="41760" cy="5400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150" extrusionOk="0">
                    <a:moveTo>
                      <a:pt x="95" y="144"/>
                    </a:moveTo>
                    <a:cubicBezTo>
                      <a:pt x="92" y="139"/>
                      <a:pt x="89" y="133"/>
                      <a:pt x="86" y="128"/>
                    </a:cubicBezTo>
                    <a:cubicBezTo>
                      <a:pt x="86" y="129"/>
                      <a:pt x="86" y="129"/>
                      <a:pt x="86" y="129"/>
                    </a:cubicBezTo>
                    <a:cubicBezTo>
                      <a:pt x="80" y="121"/>
                      <a:pt x="74" y="112"/>
                      <a:pt x="68" y="104"/>
                    </a:cubicBezTo>
                    <a:cubicBezTo>
                      <a:pt x="61" y="95"/>
                      <a:pt x="54" y="87"/>
                      <a:pt x="47" y="77"/>
                    </a:cubicBezTo>
                    <a:cubicBezTo>
                      <a:pt x="42" y="70"/>
                      <a:pt x="37" y="63"/>
                      <a:pt x="31" y="55"/>
                    </a:cubicBezTo>
                    <a:cubicBezTo>
                      <a:pt x="27" y="50"/>
                      <a:pt x="23" y="44"/>
                      <a:pt x="19" y="38"/>
                    </a:cubicBezTo>
                    <a:cubicBezTo>
                      <a:pt x="13" y="31"/>
                      <a:pt x="9" y="24"/>
                      <a:pt x="4" y="17"/>
                    </a:cubicBezTo>
                    <a:cubicBezTo>
                      <a:pt x="0" y="13"/>
                      <a:pt x="0" y="7"/>
                      <a:pt x="4" y="3"/>
                    </a:cubicBezTo>
                    <a:cubicBezTo>
                      <a:pt x="6" y="1"/>
                      <a:pt x="9" y="0"/>
                      <a:pt x="11" y="0"/>
                    </a:cubicBezTo>
                    <a:cubicBezTo>
                      <a:pt x="15" y="0"/>
                      <a:pt x="18" y="1"/>
                      <a:pt x="20" y="4"/>
                    </a:cubicBezTo>
                    <a:cubicBezTo>
                      <a:pt x="24" y="9"/>
                      <a:pt x="27" y="15"/>
                      <a:pt x="32" y="20"/>
                    </a:cubicBezTo>
                    <a:cubicBezTo>
                      <a:pt x="33" y="22"/>
                      <a:pt x="34" y="23"/>
                      <a:pt x="35" y="25"/>
                    </a:cubicBezTo>
                    <a:cubicBezTo>
                      <a:pt x="39" y="31"/>
                      <a:pt x="44" y="37"/>
                      <a:pt x="48" y="43"/>
                    </a:cubicBezTo>
                    <a:cubicBezTo>
                      <a:pt x="54" y="51"/>
                      <a:pt x="60" y="59"/>
                      <a:pt x="65" y="68"/>
                    </a:cubicBezTo>
                    <a:cubicBezTo>
                      <a:pt x="72" y="77"/>
                      <a:pt x="79" y="86"/>
                      <a:pt x="86" y="95"/>
                    </a:cubicBezTo>
                    <a:cubicBezTo>
                      <a:pt x="93" y="104"/>
                      <a:pt x="99" y="112"/>
                      <a:pt x="105" y="122"/>
                    </a:cubicBezTo>
                    <a:cubicBezTo>
                      <a:pt x="107" y="126"/>
                      <a:pt x="110" y="130"/>
                      <a:pt x="113" y="135"/>
                    </a:cubicBezTo>
                    <a:cubicBezTo>
                      <a:pt x="115" y="139"/>
                      <a:pt x="114" y="145"/>
                      <a:pt x="108" y="148"/>
                    </a:cubicBezTo>
                    <a:cubicBezTo>
                      <a:pt x="107" y="149"/>
                      <a:pt x="106" y="149"/>
                      <a:pt x="104" y="149"/>
                    </a:cubicBezTo>
                    <a:cubicBezTo>
                      <a:pt x="100" y="149"/>
                      <a:pt x="97" y="147"/>
                      <a:pt x="95" y="1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1" name="Google Shape;3091;p32"/>
              <p:cNvSpPr/>
              <p:nvPr/>
            </p:nvSpPr>
            <p:spPr>
              <a:xfrm>
                <a:off x="704160" y="3146400"/>
                <a:ext cx="4824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167" extrusionOk="0">
                    <a:moveTo>
                      <a:pt x="7" y="166"/>
                    </a:moveTo>
                    <a:cubicBezTo>
                      <a:pt x="2" y="163"/>
                      <a:pt x="0" y="157"/>
                      <a:pt x="3" y="152"/>
                    </a:cubicBezTo>
                    <a:cubicBezTo>
                      <a:pt x="9" y="140"/>
                      <a:pt x="15" y="129"/>
                      <a:pt x="21" y="118"/>
                    </a:cubicBezTo>
                    <a:cubicBezTo>
                      <a:pt x="27" y="108"/>
                      <a:pt x="33" y="99"/>
                      <a:pt x="40" y="89"/>
                    </a:cubicBezTo>
                    <a:cubicBezTo>
                      <a:pt x="45" y="81"/>
                      <a:pt x="51" y="72"/>
                      <a:pt x="56" y="64"/>
                    </a:cubicBezTo>
                    <a:cubicBezTo>
                      <a:pt x="60" y="58"/>
                      <a:pt x="64" y="53"/>
                      <a:pt x="68" y="47"/>
                    </a:cubicBezTo>
                    <a:cubicBezTo>
                      <a:pt x="71" y="43"/>
                      <a:pt x="74" y="38"/>
                      <a:pt x="78" y="33"/>
                    </a:cubicBezTo>
                    <a:cubicBezTo>
                      <a:pt x="83" y="28"/>
                      <a:pt x="87" y="22"/>
                      <a:pt x="93" y="17"/>
                    </a:cubicBezTo>
                    <a:cubicBezTo>
                      <a:pt x="97" y="13"/>
                      <a:pt x="101" y="10"/>
                      <a:pt x="105" y="7"/>
                    </a:cubicBezTo>
                    <a:cubicBezTo>
                      <a:pt x="109" y="5"/>
                      <a:pt x="114" y="3"/>
                      <a:pt x="119" y="2"/>
                    </a:cubicBezTo>
                    <a:cubicBezTo>
                      <a:pt x="125" y="0"/>
                      <a:pt x="130" y="4"/>
                      <a:pt x="132" y="9"/>
                    </a:cubicBezTo>
                    <a:cubicBezTo>
                      <a:pt x="133" y="15"/>
                      <a:pt x="130" y="21"/>
                      <a:pt x="125" y="22"/>
                    </a:cubicBezTo>
                    <a:cubicBezTo>
                      <a:pt x="123" y="22"/>
                      <a:pt x="121" y="23"/>
                      <a:pt x="119" y="24"/>
                    </a:cubicBezTo>
                    <a:cubicBezTo>
                      <a:pt x="118" y="24"/>
                      <a:pt x="117" y="25"/>
                      <a:pt x="116" y="25"/>
                    </a:cubicBezTo>
                    <a:cubicBezTo>
                      <a:pt x="115" y="26"/>
                      <a:pt x="114" y="26"/>
                      <a:pt x="113" y="27"/>
                    </a:cubicBezTo>
                    <a:cubicBezTo>
                      <a:pt x="111" y="28"/>
                      <a:pt x="110" y="29"/>
                      <a:pt x="109" y="31"/>
                    </a:cubicBezTo>
                    <a:cubicBezTo>
                      <a:pt x="105" y="33"/>
                      <a:pt x="102" y="36"/>
                      <a:pt x="99" y="40"/>
                    </a:cubicBezTo>
                    <a:cubicBezTo>
                      <a:pt x="100" y="40"/>
                      <a:pt x="100" y="40"/>
                      <a:pt x="100" y="39"/>
                    </a:cubicBezTo>
                    <a:cubicBezTo>
                      <a:pt x="85" y="57"/>
                      <a:pt x="72" y="76"/>
                      <a:pt x="59" y="95"/>
                    </a:cubicBezTo>
                    <a:cubicBezTo>
                      <a:pt x="59" y="96"/>
                      <a:pt x="58" y="97"/>
                      <a:pt x="58" y="97"/>
                    </a:cubicBezTo>
                    <a:cubicBezTo>
                      <a:pt x="56" y="99"/>
                      <a:pt x="55" y="101"/>
                      <a:pt x="54" y="103"/>
                    </a:cubicBezTo>
                    <a:cubicBezTo>
                      <a:pt x="55" y="102"/>
                      <a:pt x="55" y="102"/>
                      <a:pt x="55" y="102"/>
                    </a:cubicBezTo>
                    <a:cubicBezTo>
                      <a:pt x="53" y="103"/>
                      <a:pt x="52" y="105"/>
                      <a:pt x="51" y="107"/>
                    </a:cubicBezTo>
                    <a:cubicBezTo>
                      <a:pt x="52" y="107"/>
                      <a:pt x="52" y="106"/>
                      <a:pt x="52" y="106"/>
                    </a:cubicBezTo>
                    <a:cubicBezTo>
                      <a:pt x="51" y="107"/>
                      <a:pt x="50" y="109"/>
                      <a:pt x="49" y="111"/>
                    </a:cubicBezTo>
                    <a:cubicBezTo>
                      <a:pt x="49" y="110"/>
                      <a:pt x="49" y="110"/>
                      <a:pt x="49" y="110"/>
                    </a:cubicBezTo>
                    <a:lnTo>
                      <a:pt x="49" y="111"/>
                    </a:lnTo>
                    <a:cubicBezTo>
                      <a:pt x="49" y="110"/>
                      <a:pt x="49" y="110"/>
                      <a:pt x="49" y="110"/>
                    </a:cubicBezTo>
                    <a:lnTo>
                      <a:pt x="49" y="111"/>
                    </a:lnTo>
                    <a:cubicBezTo>
                      <a:pt x="39" y="126"/>
                      <a:pt x="30" y="141"/>
                      <a:pt x="22" y="157"/>
                    </a:cubicBezTo>
                    <a:cubicBezTo>
                      <a:pt x="21" y="158"/>
                      <a:pt x="21" y="159"/>
                      <a:pt x="20" y="160"/>
                    </a:cubicBezTo>
                    <a:cubicBezTo>
                      <a:pt x="19" y="164"/>
                      <a:pt x="15" y="166"/>
                      <a:pt x="11" y="166"/>
                    </a:cubicBezTo>
                    <a:cubicBezTo>
                      <a:pt x="10" y="166"/>
                      <a:pt x="9" y="166"/>
                      <a:pt x="7" y="1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2" name="Google Shape;3092;p32"/>
              <p:cNvSpPr/>
              <p:nvPr/>
            </p:nvSpPr>
            <p:spPr>
              <a:xfrm>
                <a:off x="749880" y="3159720"/>
                <a:ext cx="21600" cy="13320"/>
              </a:xfrm>
              <a:custGeom>
                <a:avLst/>
                <a:gdLst/>
                <a:ahLst/>
                <a:cxnLst/>
                <a:rect l="l" t="t" r="r" b="b"/>
                <a:pathLst>
                  <a:path w="60" h="37" extrusionOk="0">
                    <a:moveTo>
                      <a:pt x="47" y="36"/>
                    </a:moveTo>
                    <a:cubicBezTo>
                      <a:pt x="42" y="35"/>
                      <a:pt x="37" y="34"/>
                      <a:pt x="32" y="33"/>
                    </a:cubicBezTo>
                    <a:cubicBezTo>
                      <a:pt x="28" y="32"/>
                      <a:pt x="24" y="31"/>
                      <a:pt x="20" y="30"/>
                    </a:cubicBezTo>
                    <a:cubicBezTo>
                      <a:pt x="16" y="29"/>
                      <a:pt x="12" y="27"/>
                      <a:pt x="9" y="25"/>
                    </a:cubicBezTo>
                    <a:cubicBezTo>
                      <a:pt x="5" y="23"/>
                      <a:pt x="2" y="20"/>
                      <a:pt x="1" y="16"/>
                    </a:cubicBezTo>
                    <a:cubicBezTo>
                      <a:pt x="0" y="13"/>
                      <a:pt x="1" y="8"/>
                      <a:pt x="3" y="6"/>
                    </a:cubicBezTo>
                    <a:cubicBezTo>
                      <a:pt x="5" y="4"/>
                      <a:pt x="7" y="3"/>
                      <a:pt x="9" y="2"/>
                    </a:cubicBezTo>
                    <a:cubicBezTo>
                      <a:pt x="14" y="0"/>
                      <a:pt x="20" y="1"/>
                      <a:pt x="23" y="6"/>
                    </a:cubicBezTo>
                    <a:cubicBezTo>
                      <a:pt x="24" y="7"/>
                      <a:pt x="24" y="8"/>
                      <a:pt x="24" y="9"/>
                    </a:cubicBezTo>
                    <a:cubicBezTo>
                      <a:pt x="25" y="9"/>
                      <a:pt x="26" y="10"/>
                      <a:pt x="26" y="10"/>
                    </a:cubicBezTo>
                    <a:cubicBezTo>
                      <a:pt x="29" y="11"/>
                      <a:pt x="33" y="12"/>
                      <a:pt x="35" y="13"/>
                    </a:cubicBezTo>
                    <a:cubicBezTo>
                      <a:pt x="39" y="14"/>
                      <a:pt x="43" y="15"/>
                      <a:pt x="47" y="15"/>
                    </a:cubicBezTo>
                    <a:cubicBezTo>
                      <a:pt x="47" y="15"/>
                      <a:pt x="48" y="15"/>
                      <a:pt x="49" y="16"/>
                    </a:cubicBezTo>
                    <a:cubicBezTo>
                      <a:pt x="54" y="16"/>
                      <a:pt x="59" y="21"/>
                      <a:pt x="58" y="27"/>
                    </a:cubicBezTo>
                    <a:cubicBezTo>
                      <a:pt x="57" y="32"/>
                      <a:pt x="53" y="36"/>
                      <a:pt x="48" y="36"/>
                    </a:cubicBezTo>
                    <a:lnTo>
                      <a:pt x="47" y="3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3" name="Google Shape;3093;p32"/>
              <p:cNvSpPr/>
              <p:nvPr/>
            </p:nvSpPr>
            <p:spPr>
              <a:xfrm>
                <a:off x="749520" y="3173400"/>
                <a:ext cx="36360" cy="14040"/>
              </a:xfrm>
              <a:custGeom>
                <a:avLst/>
                <a:gdLst/>
                <a:ahLst/>
                <a:cxnLst/>
                <a:rect l="l" t="t" r="r" b="b"/>
                <a:pathLst>
                  <a:path w="101" h="39" extrusionOk="0">
                    <a:moveTo>
                      <a:pt x="5" y="36"/>
                    </a:moveTo>
                    <a:cubicBezTo>
                      <a:pt x="1" y="32"/>
                      <a:pt x="0" y="27"/>
                      <a:pt x="3" y="22"/>
                    </a:cubicBezTo>
                    <a:cubicBezTo>
                      <a:pt x="4" y="18"/>
                      <a:pt x="8" y="17"/>
                      <a:pt x="12" y="17"/>
                    </a:cubicBezTo>
                    <a:lnTo>
                      <a:pt x="13" y="17"/>
                    </a:lnTo>
                    <a:cubicBezTo>
                      <a:pt x="12" y="17"/>
                      <a:pt x="12" y="17"/>
                      <a:pt x="12" y="17"/>
                    </a:cubicBezTo>
                    <a:cubicBezTo>
                      <a:pt x="18" y="15"/>
                      <a:pt x="24" y="14"/>
                      <a:pt x="31" y="12"/>
                    </a:cubicBezTo>
                    <a:cubicBezTo>
                      <a:pt x="36" y="11"/>
                      <a:pt x="43" y="10"/>
                      <a:pt x="49" y="8"/>
                    </a:cubicBezTo>
                    <a:cubicBezTo>
                      <a:pt x="55" y="7"/>
                      <a:pt x="61" y="6"/>
                      <a:pt x="67" y="5"/>
                    </a:cubicBezTo>
                    <a:cubicBezTo>
                      <a:pt x="74" y="4"/>
                      <a:pt x="81" y="3"/>
                      <a:pt x="88" y="2"/>
                    </a:cubicBezTo>
                    <a:cubicBezTo>
                      <a:pt x="94" y="0"/>
                      <a:pt x="98" y="4"/>
                      <a:pt x="99" y="10"/>
                    </a:cubicBezTo>
                    <a:cubicBezTo>
                      <a:pt x="100" y="15"/>
                      <a:pt x="96" y="19"/>
                      <a:pt x="91" y="20"/>
                    </a:cubicBezTo>
                    <a:cubicBezTo>
                      <a:pt x="78" y="23"/>
                      <a:pt x="66" y="25"/>
                      <a:pt x="53" y="28"/>
                    </a:cubicBezTo>
                    <a:cubicBezTo>
                      <a:pt x="46" y="29"/>
                      <a:pt x="39" y="31"/>
                      <a:pt x="33" y="33"/>
                    </a:cubicBezTo>
                    <a:cubicBezTo>
                      <a:pt x="29" y="34"/>
                      <a:pt x="26" y="35"/>
                      <a:pt x="22" y="36"/>
                    </a:cubicBezTo>
                    <a:cubicBezTo>
                      <a:pt x="19" y="36"/>
                      <a:pt x="15" y="38"/>
                      <a:pt x="11" y="38"/>
                    </a:cubicBezTo>
                    <a:cubicBezTo>
                      <a:pt x="9" y="38"/>
                      <a:pt x="7" y="38"/>
                      <a:pt x="5" y="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4" name="Google Shape;3094;p32"/>
              <p:cNvSpPr/>
              <p:nvPr/>
            </p:nvSpPr>
            <p:spPr>
              <a:xfrm>
                <a:off x="796320" y="3141000"/>
                <a:ext cx="41040" cy="5724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59" extrusionOk="0">
                    <a:moveTo>
                      <a:pt x="33" y="137"/>
                    </a:moveTo>
                    <a:cubicBezTo>
                      <a:pt x="33" y="137"/>
                      <a:pt x="34" y="137"/>
                      <a:pt x="35" y="137"/>
                    </a:cubicBezTo>
                    <a:cubicBezTo>
                      <a:pt x="36" y="137"/>
                      <a:pt x="38" y="136"/>
                      <a:pt x="39" y="135"/>
                    </a:cubicBezTo>
                    <a:cubicBezTo>
                      <a:pt x="40" y="135"/>
                      <a:pt x="42" y="135"/>
                      <a:pt x="42" y="134"/>
                    </a:cubicBezTo>
                    <a:cubicBezTo>
                      <a:pt x="44" y="133"/>
                      <a:pt x="47" y="132"/>
                      <a:pt x="50" y="130"/>
                    </a:cubicBezTo>
                    <a:cubicBezTo>
                      <a:pt x="50" y="130"/>
                      <a:pt x="51" y="129"/>
                      <a:pt x="52" y="128"/>
                    </a:cubicBezTo>
                    <a:cubicBezTo>
                      <a:pt x="54" y="127"/>
                      <a:pt x="56" y="125"/>
                      <a:pt x="57" y="123"/>
                    </a:cubicBezTo>
                    <a:cubicBezTo>
                      <a:pt x="60" y="119"/>
                      <a:pt x="64" y="114"/>
                      <a:pt x="67" y="110"/>
                    </a:cubicBezTo>
                    <a:cubicBezTo>
                      <a:pt x="68" y="107"/>
                      <a:pt x="70" y="104"/>
                      <a:pt x="72" y="102"/>
                    </a:cubicBezTo>
                    <a:cubicBezTo>
                      <a:pt x="74" y="96"/>
                      <a:pt x="77" y="91"/>
                      <a:pt x="79" y="85"/>
                    </a:cubicBezTo>
                    <a:cubicBezTo>
                      <a:pt x="81" y="82"/>
                      <a:pt x="82" y="79"/>
                      <a:pt x="83" y="75"/>
                    </a:cubicBezTo>
                    <a:cubicBezTo>
                      <a:pt x="81" y="73"/>
                      <a:pt x="79" y="70"/>
                      <a:pt x="80" y="67"/>
                    </a:cubicBezTo>
                    <a:cubicBezTo>
                      <a:pt x="80" y="66"/>
                      <a:pt x="80" y="66"/>
                      <a:pt x="80" y="65"/>
                    </a:cubicBezTo>
                    <a:cubicBezTo>
                      <a:pt x="81" y="63"/>
                      <a:pt x="82" y="61"/>
                      <a:pt x="84" y="60"/>
                    </a:cubicBezTo>
                    <a:cubicBezTo>
                      <a:pt x="84" y="59"/>
                      <a:pt x="85" y="58"/>
                      <a:pt x="85" y="57"/>
                    </a:cubicBezTo>
                    <a:cubicBezTo>
                      <a:pt x="86" y="54"/>
                      <a:pt x="88" y="50"/>
                      <a:pt x="89" y="46"/>
                    </a:cubicBezTo>
                    <a:cubicBezTo>
                      <a:pt x="90" y="45"/>
                      <a:pt x="91" y="44"/>
                      <a:pt x="91" y="42"/>
                    </a:cubicBezTo>
                    <a:cubicBezTo>
                      <a:pt x="91" y="41"/>
                      <a:pt x="91" y="40"/>
                      <a:pt x="91" y="39"/>
                    </a:cubicBezTo>
                    <a:lnTo>
                      <a:pt x="91" y="38"/>
                    </a:lnTo>
                    <a:cubicBezTo>
                      <a:pt x="91" y="38"/>
                      <a:pt x="91" y="37"/>
                      <a:pt x="91" y="36"/>
                    </a:cubicBezTo>
                    <a:lnTo>
                      <a:pt x="91" y="35"/>
                    </a:lnTo>
                    <a:cubicBezTo>
                      <a:pt x="90" y="34"/>
                      <a:pt x="89" y="33"/>
                      <a:pt x="88" y="32"/>
                    </a:cubicBezTo>
                    <a:cubicBezTo>
                      <a:pt x="88" y="31"/>
                      <a:pt x="86" y="29"/>
                      <a:pt x="85" y="28"/>
                    </a:cubicBezTo>
                    <a:cubicBezTo>
                      <a:pt x="85" y="27"/>
                      <a:pt x="84" y="26"/>
                      <a:pt x="82" y="25"/>
                    </a:cubicBezTo>
                    <a:cubicBezTo>
                      <a:pt x="82" y="25"/>
                      <a:pt x="81" y="24"/>
                      <a:pt x="79" y="23"/>
                    </a:cubicBezTo>
                    <a:cubicBezTo>
                      <a:pt x="79" y="23"/>
                      <a:pt x="79" y="22"/>
                      <a:pt x="78" y="22"/>
                    </a:cubicBezTo>
                    <a:cubicBezTo>
                      <a:pt x="77" y="22"/>
                      <a:pt x="75" y="21"/>
                      <a:pt x="74" y="21"/>
                    </a:cubicBezTo>
                    <a:cubicBezTo>
                      <a:pt x="72" y="21"/>
                      <a:pt x="70" y="21"/>
                      <a:pt x="68" y="21"/>
                    </a:cubicBezTo>
                    <a:cubicBezTo>
                      <a:pt x="67" y="21"/>
                      <a:pt x="67" y="21"/>
                      <a:pt x="66" y="21"/>
                    </a:cubicBezTo>
                    <a:cubicBezTo>
                      <a:pt x="65" y="21"/>
                      <a:pt x="65" y="21"/>
                      <a:pt x="65" y="21"/>
                    </a:cubicBezTo>
                    <a:cubicBezTo>
                      <a:pt x="64" y="21"/>
                      <a:pt x="63" y="21"/>
                      <a:pt x="63" y="21"/>
                    </a:cubicBezTo>
                    <a:cubicBezTo>
                      <a:pt x="61" y="22"/>
                      <a:pt x="60" y="22"/>
                      <a:pt x="58" y="24"/>
                    </a:cubicBezTo>
                    <a:cubicBezTo>
                      <a:pt x="56" y="25"/>
                      <a:pt x="53" y="26"/>
                      <a:pt x="51" y="28"/>
                    </a:cubicBezTo>
                    <a:cubicBezTo>
                      <a:pt x="50" y="29"/>
                      <a:pt x="49" y="29"/>
                      <a:pt x="47" y="31"/>
                    </a:cubicBezTo>
                    <a:cubicBezTo>
                      <a:pt x="47" y="31"/>
                      <a:pt x="46" y="32"/>
                      <a:pt x="45" y="33"/>
                    </a:cubicBezTo>
                    <a:cubicBezTo>
                      <a:pt x="43" y="35"/>
                      <a:pt x="42" y="38"/>
                      <a:pt x="40" y="40"/>
                    </a:cubicBezTo>
                    <a:cubicBezTo>
                      <a:pt x="38" y="43"/>
                      <a:pt x="35" y="47"/>
                      <a:pt x="33" y="51"/>
                    </a:cubicBezTo>
                    <a:cubicBezTo>
                      <a:pt x="33" y="51"/>
                      <a:pt x="33" y="50"/>
                      <a:pt x="34" y="50"/>
                    </a:cubicBezTo>
                    <a:cubicBezTo>
                      <a:pt x="33" y="51"/>
                      <a:pt x="33" y="51"/>
                      <a:pt x="33" y="52"/>
                    </a:cubicBezTo>
                    <a:cubicBezTo>
                      <a:pt x="31" y="57"/>
                      <a:pt x="28" y="64"/>
                      <a:pt x="26" y="70"/>
                    </a:cubicBezTo>
                    <a:lnTo>
                      <a:pt x="26" y="69"/>
                    </a:lnTo>
                    <a:cubicBezTo>
                      <a:pt x="24" y="75"/>
                      <a:pt x="22" y="82"/>
                      <a:pt x="21" y="88"/>
                    </a:cubicBezTo>
                    <a:cubicBezTo>
                      <a:pt x="21" y="89"/>
                      <a:pt x="21" y="89"/>
                      <a:pt x="21" y="89"/>
                    </a:cubicBezTo>
                    <a:lnTo>
                      <a:pt x="21" y="88"/>
                    </a:lnTo>
                    <a:cubicBezTo>
                      <a:pt x="21" y="91"/>
                      <a:pt x="20" y="94"/>
                      <a:pt x="20" y="97"/>
                    </a:cubicBezTo>
                    <a:cubicBezTo>
                      <a:pt x="19" y="103"/>
                      <a:pt x="20" y="110"/>
                      <a:pt x="21" y="116"/>
                    </a:cubicBezTo>
                    <a:cubicBezTo>
                      <a:pt x="21" y="116"/>
                      <a:pt x="21" y="115"/>
                      <a:pt x="21" y="114"/>
                    </a:cubicBezTo>
                    <a:cubicBezTo>
                      <a:pt x="21" y="117"/>
                      <a:pt x="21" y="120"/>
                      <a:pt x="21" y="122"/>
                    </a:cubicBezTo>
                    <a:cubicBezTo>
                      <a:pt x="22" y="124"/>
                      <a:pt x="22" y="125"/>
                      <a:pt x="23" y="127"/>
                    </a:cubicBezTo>
                    <a:cubicBezTo>
                      <a:pt x="24" y="128"/>
                      <a:pt x="24" y="130"/>
                      <a:pt x="25" y="131"/>
                    </a:cubicBezTo>
                    <a:cubicBezTo>
                      <a:pt x="25" y="132"/>
                      <a:pt x="26" y="132"/>
                      <a:pt x="26" y="134"/>
                    </a:cubicBezTo>
                    <a:cubicBezTo>
                      <a:pt x="26" y="134"/>
                      <a:pt x="27" y="135"/>
                      <a:pt x="28" y="135"/>
                    </a:cubicBezTo>
                    <a:lnTo>
                      <a:pt x="27" y="135"/>
                    </a:lnTo>
                    <a:cubicBezTo>
                      <a:pt x="28" y="135"/>
                      <a:pt x="28" y="135"/>
                      <a:pt x="28" y="136"/>
                    </a:cubicBezTo>
                    <a:cubicBezTo>
                      <a:pt x="29" y="136"/>
                      <a:pt x="29" y="137"/>
                      <a:pt x="29" y="137"/>
                    </a:cubicBezTo>
                    <a:lnTo>
                      <a:pt x="30" y="137"/>
                    </a:lnTo>
                    <a:cubicBezTo>
                      <a:pt x="31" y="137"/>
                      <a:pt x="31" y="137"/>
                      <a:pt x="31" y="137"/>
                    </a:cubicBezTo>
                    <a:cubicBezTo>
                      <a:pt x="32" y="137"/>
                      <a:pt x="32" y="137"/>
                      <a:pt x="32" y="137"/>
                    </a:cubicBezTo>
                    <a:lnTo>
                      <a:pt x="33" y="137"/>
                    </a:lnTo>
                    <a:moveTo>
                      <a:pt x="28" y="157"/>
                    </a:moveTo>
                    <a:cubicBezTo>
                      <a:pt x="21" y="156"/>
                      <a:pt x="16" y="153"/>
                      <a:pt x="12" y="148"/>
                    </a:cubicBezTo>
                    <a:cubicBezTo>
                      <a:pt x="8" y="142"/>
                      <a:pt x="5" y="136"/>
                      <a:pt x="3" y="129"/>
                    </a:cubicBezTo>
                    <a:cubicBezTo>
                      <a:pt x="1" y="123"/>
                      <a:pt x="1" y="116"/>
                      <a:pt x="1" y="109"/>
                    </a:cubicBezTo>
                    <a:cubicBezTo>
                      <a:pt x="0" y="102"/>
                      <a:pt x="0" y="93"/>
                      <a:pt x="2" y="85"/>
                    </a:cubicBezTo>
                    <a:cubicBezTo>
                      <a:pt x="4" y="71"/>
                      <a:pt x="9" y="56"/>
                      <a:pt x="15" y="43"/>
                    </a:cubicBezTo>
                    <a:cubicBezTo>
                      <a:pt x="19" y="35"/>
                      <a:pt x="24" y="27"/>
                      <a:pt x="30" y="20"/>
                    </a:cubicBezTo>
                    <a:cubicBezTo>
                      <a:pt x="36" y="13"/>
                      <a:pt x="43" y="8"/>
                      <a:pt x="51" y="4"/>
                    </a:cubicBezTo>
                    <a:cubicBezTo>
                      <a:pt x="56" y="2"/>
                      <a:pt x="60" y="1"/>
                      <a:pt x="64" y="0"/>
                    </a:cubicBezTo>
                    <a:cubicBezTo>
                      <a:pt x="68" y="0"/>
                      <a:pt x="72" y="0"/>
                      <a:pt x="77" y="1"/>
                    </a:cubicBezTo>
                    <a:cubicBezTo>
                      <a:pt x="81" y="1"/>
                      <a:pt x="85" y="3"/>
                      <a:pt x="89" y="4"/>
                    </a:cubicBezTo>
                    <a:cubicBezTo>
                      <a:pt x="92" y="7"/>
                      <a:pt x="96" y="10"/>
                      <a:pt x="99" y="13"/>
                    </a:cubicBezTo>
                    <a:cubicBezTo>
                      <a:pt x="105" y="18"/>
                      <a:pt x="110" y="25"/>
                      <a:pt x="112" y="33"/>
                    </a:cubicBezTo>
                    <a:cubicBezTo>
                      <a:pt x="113" y="40"/>
                      <a:pt x="111" y="48"/>
                      <a:pt x="108" y="55"/>
                    </a:cubicBezTo>
                    <a:cubicBezTo>
                      <a:pt x="108" y="56"/>
                      <a:pt x="108" y="56"/>
                      <a:pt x="108" y="56"/>
                    </a:cubicBezTo>
                    <a:cubicBezTo>
                      <a:pt x="109" y="58"/>
                      <a:pt x="109" y="59"/>
                      <a:pt x="109" y="61"/>
                    </a:cubicBezTo>
                    <a:cubicBezTo>
                      <a:pt x="109" y="64"/>
                      <a:pt x="109" y="68"/>
                      <a:pt x="108" y="72"/>
                    </a:cubicBezTo>
                    <a:cubicBezTo>
                      <a:pt x="108" y="75"/>
                      <a:pt x="108" y="78"/>
                      <a:pt x="107" y="82"/>
                    </a:cubicBezTo>
                    <a:cubicBezTo>
                      <a:pt x="107" y="100"/>
                      <a:pt x="107" y="118"/>
                      <a:pt x="109" y="136"/>
                    </a:cubicBezTo>
                    <a:cubicBezTo>
                      <a:pt x="109" y="135"/>
                      <a:pt x="109" y="135"/>
                      <a:pt x="109" y="134"/>
                    </a:cubicBezTo>
                    <a:cubicBezTo>
                      <a:pt x="109" y="138"/>
                      <a:pt x="109" y="141"/>
                      <a:pt x="110" y="145"/>
                    </a:cubicBezTo>
                    <a:cubicBezTo>
                      <a:pt x="111" y="150"/>
                      <a:pt x="106" y="155"/>
                      <a:pt x="101" y="156"/>
                    </a:cubicBezTo>
                    <a:cubicBezTo>
                      <a:pt x="96" y="157"/>
                      <a:pt x="91" y="153"/>
                      <a:pt x="89" y="148"/>
                    </a:cubicBezTo>
                    <a:cubicBezTo>
                      <a:pt x="88" y="140"/>
                      <a:pt x="88" y="132"/>
                      <a:pt x="88" y="124"/>
                    </a:cubicBezTo>
                    <a:cubicBezTo>
                      <a:pt x="88" y="121"/>
                      <a:pt x="88" y="117"/>
                      <a:pt x="88" y="114"/>
                    </a:cubicBezTo>
                    <a:cubicBezTo>
                      <a:pt x="85" y="119"/>
                      <a:pt x="81" y="124"/>
                      <a:pt x="78" y="129"/>
                    </a:cubicBezTo>
                    <a:cubicBezTo>
                      <a:pt x="74" y="134"/>
                      <a:pt x="69" y="140"/>
                      <a:pt x="64" y="144"/>
                    </a:cubicBezTo>
                    <a:cubicBezTo>
                      <a:pt x="58" y="148"/>
                      <a:pt x="53" y="152"/>
                      <a:pt x="47" y="154"/>
                    </a:cubicBezTo>
                    <a:cubicBezTo>
                      <a:pt x="43" y="156"/>
                      <a:pt x="38" y="158"/>
                      <a:pt x="32" y="158"/>
                    </a:cubicBezTo>
                    <a:cubicBezTo>
                      <a:pt x="31" y="158"/>
                      <a:pt x="29" y="157"/>
                      <a:pt x="28" y="1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5" name="Google Shape;3095;p32"/>
              <p:cNvSpPr/>
              <p:nvPr/>
            </p:nvSpPr>
            <p:spPr>
              <a:xfrm>
                <a:off x="844200" y="3137760"/>
                <a:ext cx="40320" cy="5940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65" extrusionOk="0">
                    <a:moveTo>
                      <a:pt x="8" y="162"/>
                    </a:moveTo>
                    <a:cubicBezTo>
                      <a:pt x="5" y="161"/>
                      <a:pt x="2" y="159"/>
                      <a:pt x="1" y="156"/>
                    </a:cubicBezTo>
                    <a:cubicBezTo>
                      <a:pt x="1" y="154"/>
                      <a:pt x="1" y="153"/>
                      <a:pt x="0" y="151"/>
                    </a:cubicBezTo>
                    <a:cubicBezTo>
                      <a:pt x="0" y="148"/>
                      <a:pt x="0" y="146"/>
                      <a:pt x="0" y="144"/>
                    </a:cubicBezTo>
                    <a:cubicBezTo>
                      <a:pt x="0" y="139"/>
                      <a:pt x="1" y="134"/>
                      <a:pt x="2" y="129"/>
                    </a:cubicBezTo>
                    <a:cubicBezTo>
                      <a:pt x="4" y="118"/>
                      <a:pt x="5" y="108"/>
                      <a:pt x="8" y="98"/>
                    </a:cubicBezTo>
                    <a:cubicBezTo>
                      <a:pt x="8" y="97"/>
                      <a:pt x="8" y="97"/>
                      <a:pt x="9" y="96"/>
                    </a:cubicBezTo>
                    <a:cubicBezTo>
                      <a:pt x="9" y="97"/>
                      <a:pt x="8" y="97"/>
                      <a:pt x="8" y="97"/>
                    </a:cubicBezTo>
                    <a:cubicBezTo>
                      <a:pt x="9" y="84"/>
                      <a:pt x="9" y="70"/>
                      <a:pt x="11" y="57"/>
                    </a:cubicBezTo>
                    <a:cubicBezTo>
                      <a:pt x="11" y="54"/>
                      <a:pt x="11" y="50"/>
                      <a:pt x="11" y="47"/>
                    </a:cubicBezTo>
                    <a:cubicBezTo>
                      <a:pt x="12" y="41"/>
                      <a:pt x="12" y="36"/>
                      <a:pt x="13" y="31"/>
                    </a:cubicBezTo>
                    <a:cubicBezTo>
                      <a:pt x="14" y="27"/>
                      <a:pt x="15" y="23"/>
                      <a:pt x="16" y="19"/>
                    </a:cubicBezTo>
                    <a:cubicBezTo>
                      <a:pt x="18" y="15"/>
                      <a:pt x="19" y="12"/>
                      <a:pt x="21" y="8"/>
                    </a:cubicBezTo>
                    <a:cubicBezTo>
                      <a:pt x="23" y="5"/>
                      <a:pt x="25" y="2"/>
                      <a:pt x="28" y="1"/>
                    </a:cubicBezTo>
                    <a:cubicBezTo>
                      <a:pt x="30" y="1"/>
                      <a:pt x="32" y="0"/>
                      <a:pt x="33" y="0"/>
                    </a:cubicBezTo>
                    <a:cubicBezTo>
                      <a:pt x="34" y="0"/>
                      <a:pt x="36" y="0"/>
                      <a:pt x="37" y="1"/>
                    </a:cubicBezTo>
                    <a:cubicBezTo>
                      <a:pt x="38" y="1"/>
                      <a:pt x="39" y="1"/>
                      <a:pt x="39" y="1"/>
                    </a:cubicBezTo>
                    <a:cubicBezTo>
                      <a:pt x="45" y="2"/>
                      <a:pt x="48" y="8"/>
                      <a:pt x="47" y="14"/>
                    </a:cubicBezTo>
                    <a:cubicBezTo>
                      <a:pt x="46" y="18"/>
                      <a:pt x="42" y="21"/>
                      <a:pt x="38" y="21"/>
                    </a:cubicBezTo>
                    <a:cubicBezTo>
                      <a:pt x="37" y="24"/>
                      <a:pt x="36" y="26"/>
                      <a:pt x="36" y="28"/>
                    </a:cubicBezTo>
                    <a:cubicBezTo>
                      <a:pt x="34" y="31"/>
                      <a:pt x="33" y="35"/>
                      <a:pt x="33" y="38"/>
                    </a:cubicBezTo>
                    <a:cubicBezTo>
                      <a:pt x="32" y="44"/>
                      <a:pt x="32" y="49"/>
                      <a:pt x="31" y="54"/>
                    </a:cubicBezTo>
                    <a:cubicBezTo>
                      <a:pt x="33" y="51"/>
                      <a:pt x="35" y="48"/>
                      <a:pt x="37" y="46"/>
                    </a:cubicBezTo>
                    <a:cubicBezTo>
                      <a:pt x="44" y="38"/>
                      <a:pt x="52" y="30"/>
                      <a:pt x="61" y="23"/>
                    </a:cubicBezTo>
                    <a:cubicBezTo>
                      <a:pt x="65" y="19"/>
                      <a:pt x="70" y="16"/>
                      <a:pt x="75" y="12"/>
                    </a:cubicBezTo>
                    <a:cubicBezTo>
                      <a:pt x="83" y="7"/>
                      <a:pt x="92" y="4"/>
                      <a:pt x="101" y="4"/>
                    </a:cubicBezTo>
                    <a:cubicBezTo>
                      <a:pt x="107" y="4"/>
                      <a:pt x="111" y="9"/>
                      <a:pt x="111" y="14"/>
                    </a:cubicBezTo>
                    <a:cubicBezTo>
                      <a:pt x="111" y="20"/>
                      <a:pt x="107" y="24"/>
                      <a:pt x="101" y="24"/>
                    </a:cubicBezTo>
                    <a:cubicBezTo>
                      <a:pt x="100" y="24"/>
                      <a:pt x="100" y="24"/>
                      <a:pt x="99" y="24"/>
                    </a:cubicBezTo>
                    <a:cubicBezTo>
                      <a:pt x="98" y="25"/>
                      <a:pt x="97" y="25"/>
                      <a:pt x="96" y="25"/>
                    </a:cubicBezTo>
                    <a:cubicBezTo>
                      <a:pt x="94" y="26"/>
                      <a:pt x="93" y="26"/>
                      <a:pt x="92" y="26"/>
                    </a:cubicBezTo>
                    <a:cubicBezTo>
                      <a:pt x="90" y="27"/>
                      <a:pt x="89" y="27"/>
                      <a:pt x="88" y="28"/>
                    </a:cubicBezTo>
                    <a:cubicBezTo>
                      <a:pt x="85" y="29"/>
                      <a:pt x="83" y="30"/>
                      <a:pt x="80" y="32"/>
                    </a:cubicBezTo>
                    <a:cubicBezTo>
                      <a:pt x="77" y="34"/>
                      <a:pt x="73" y="37"/>
                      <a:pt x="71" y="40"/>
                    </a:cubicBezTo>
                    <a:lnTo>
                      <a:pt x="71" y="39"/>
                    </a:lnTo>
                    <a:cubicBezTo>
                      <a:pt x="65" y="45"/>
                      <a:pt x="59" y="50"/>
                      <a:pt x="54" y="56"/>
                    </a:cubicBezTo>
                    <a:cubicBezTo>
                      <a:pt x="50" y="61"/>
                      <a:pt x="46" y="65"/>
                      <a:pt x="43" y="70"/>
                    </a:cubicBezTo>
                    <a:cubicBezTo>
                      <a:pt x="40" y="74"/>
                      <a:pt x="38" y="79"/>
                      <a:pt x="36" y="83"/>
                    </a:cubicBezTo>
                    <a:cubicBezTo>
                      <a:pt x="36" y="83"/>
                      <a:pt x="36" y="82"/>
                      <a:pt x="36" y="81"/>
                    </a:cubicBezTo>
                    <a:cubicBezTo>
                      <a:pt x="33" y="87"/>
                      <a:pt x="31" y="94"/>
                      <a:pt x="29" y="100"/>
                    </a:cubicBezTo>
                    <a:cubicBezTo>
                      <a:pt x="29" y="101"/>
                      <a:pt x="28" y="101"/>
                      <a:pt x="28" y="102"/>
                    </a:cubicBezTo>
                    <a:cubicBezTo>
                      <a:pt x="27" y="108"/>
                      <a:pt x="27" y="113"/>
                      <a:pt x="27" y="119"/>
                    </a:cubicBezTo>
                    <a:cubicBezTo>
                      <a:pt x="26" y="125"/>
                      <a:pt x="26" y="131"/>
                      <a:pt x="25" y="137"/>
                    </a:cubicBezTo>
                    <a:cubicBezTo>
                      <a:pt x="25" y="140"/>
                      <a:pt x="25" y="143"/>
                      <a:pt x="24" y="146"/>
                    </a:cubicBezTo>
                    <a:cubicBezTo>
                      <a:pt x="24" y="149"/>
                      <a:pt x="24" y="153"/>
                      <a:pt x="23" y="155"/>
                    </a:cubicBezTo>
                    <a:cubicBezTo>
                      <a:pt x="22" y="158"/>
                      <a:pt x="20" y="161"/>
                      <a:pt x="17" y="162"/>
                    </a:cubicBezTo>
                    <a:cubicBezTo>
                      <a:pt x="15" y="163"/>
                      <a:pt x="13" y="164"/>
                      <a:pt x="11" y="164"/>
                    </a:cubicBezTo>
                    <a:cubicBezTo>
                      <a:pt x="10" y="164"/>
                      <a:pt x="9" y="163"/>
                      <a:pt x="8" y="1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6" name="Google Shape;3096;p32"/>
              <p:cNvSpPr/>
              <p:nvPr/>
            </p:nvSpPr>
            <p:spPr>
              <a:xfrm>
                <a:off x="872280" y="3146400"/>
                <a:ext cx="35280" cy="46080"/>
              </a:xfrm>
              <a:custGeom>
                <a:avLst/>
                <a:gdLst/>
                <a:ahLst/>
                <a:cxnLst/>
                <a:rect l="l" t="t" r="r" b="b"/>
                <a:pathLst>
                  <a:path w="98" h="128" extrusionOk="0">
                    <a:moveTo>
                      <a:pt x="44" y="126"/>
                    </a:moveTo>
                    <a:cubicBezTo>
                      <a:pt x="37" y="125"/>
                      <a:pt x="32" y="123"/>
                      <a:pt x="26" y="120"/>
                    </a:cubicBezTo>
                    <a:cubicBezTo>
                      <a:pt x="21" y="117"/>
                      <a:pt x="16" y="113"/>
                      <a:pt x="12" y="109"/>
                    </a:cubicBezTo>
                    <a:cubicBezTo>
                      <a:pt x="8" y="103"/>
                      <a:pt x="5" y="98"/>
                      <a:pt x="3" y="91"/>
                    </a:cubicBezTo>
                    <a:cubicBezTo>
                      <a:pt x="0" y="79"/>
                      <a:pt x="1" y="65"/>
                      <a:pt x="5" y="53"/>
                    </a:cubicBezTo>
                    <a:cubicBezTo>
                      <a:pt x="8" y="48"/>
                      <a:pt x="11" y="42"/>
                      <a:pt x="14" y="37"/>
                    </a:cubicBezTo>
                    <a:cubicBezTo>
                      <a:pt x="18" y="30"/>
                      <a:pt x="23" y="24"/>
                      <a:pt x="28" y="19"/>
                    </a:cubicBezTo>
                    <a:cubicBezTo>
                      <a:pt x="37" y="10"/>
                      <a:pt x="49" y="3"/>
                      <a:pt x="62" y="1"/>
                    </a:cubicBezTo>
                    <a:cubicBezTo>
                      <a:pt x="68" y="0"/>
                      <a:pt x="74" y="1"/>
                      <a:pt x="79" y="3"/>
                    </a:cubicBezTo>
                    <a:cubicBezTo>
                      <a:pt x="85" y="6"/>
                      <a:pt x="89" y="9"/>
                      <a:pt x="93" y="14"/>
                    </a:cubicBezTo>
                    <a:cubicBezTo>
                      <a:pt x="96" y="18"/>
                      <a:pt x="97" y="23"/>
                      <a:pt x="96" y="28"/>
                    </a:cubicBezTo>
                    <a:cubicBezTo>
                      <a:pt x="96" y="30"/>
                      <a:pt x="96" y="32"/>
                      <a:pt x="95" y="34"/>
                    </a:cubicBezTo>
                    <a:cubicBezTo>
                      <a:pt x="94" y="39"/>
                      <a:pt x="88" y="42"/>
                      <a:pt x="82" y="41"/>
                    </a:cubicBezTo>
                    <a:cubicBezTo>
                      <a:pt x="79" y="41"/>
                      <a:pt x="77" y="39"/>
                      <a:pt x="76" y="36"/>
                    </a:cubicBezTo>
                    <a:cubicBezTo>
                      <a:pt x="74" y="34"/>
                      <a:pt x="74" y="31"/>
                      <a:pt x="75" y="27"/>
                    </a:cubicBezTo>
                    <a:cubicBezTo>
                      <a:pt x="75" y="28"/>
                      <a:pt x="75" y="28"/>
                      <a:pt x="75" y="28"/>
                    </a:cubicBezTo>
                    <a:cubicBezTo>
                      <a:pt x="75" y="27"/>
                      <a:pt x="75" y="27"/>
                      <a:pt x="75" y="25"/>
                    </a:cubicBezTo>
                    <a:lnTo>
                      <a:pt x="74" y="24"/>
                    </a:lnTo>
                    <a:cubicBezTo>
                      <a:pt x="73" y="24"/>
                      <a:pt x="73" y="23"/>
                      <a:pt x="73" y="23"/>
                    </a:cubicBezTo>
                    <a:cubicBezTo>
                      <a:pt x="72" y="23"/>
                      <a:pt x="72" y="23"/>
                      <a:pt x="72" y="23"/>
                    </a:cubicBezTo>
                    <a:cubicBezTo>
                      <a:pt x="71" y="23"/>
                      <a:pt x="70" y="22"/>
                      <a:pt x="69" y="22"/>
                    </a:cubicBezTo>
                    <a:cubicBezTo>
                      <a:pt x="69" y="22"/>
                      <a:pt x="70" y="22"/>
                      <a:pt x="71" y="22"/>
                    </a:cubicBezTo>
                    <a:cubicBezTo>
                      <a:pt x="70" y="22"/>
                      <a:pt x="69" y="22"/>
                      <a:pt x="68" y="21"/>
                    </a:cubicBezTo>
                    <a:lnTo>
                      <a:pt x="67" y="21"/>
                    </a:lnTo>
                    <a:cubicBezTo>
                      <a:pt x="66" y="21"/>
                      <a:pt x="65" y="21"/>
                      <a:pt x="64" y="21"/>
                    </a:cubicBezTo>
                    <a:cubicBezTo>
                      <a:pt x="63" y="21"/>
                      <a:pt x="62" y="21"/>
                      <a:pt x="62" y="22"/>
                    </a:cubicBezTo>
                    <a:cubicBezTo>
                      <a:pt x="61" y="22"/>
                      <a:pt x="60" y="23"/>
                      <a:pt x="58" y="23"/>
                    </a:cubicBezTo>
                    <a:cubicBezTo>
                      <a:pt x="57" y="24"/>
                      <a:pt x="55" y="24"/>
                      <a:pt x="54" y="24"/>
                    </a:cubicBezTo>
                    <a:cubicBezTo>
                      <a:pt x="53" y="25"/>
                      <a:pt x="51" y="27"/>
                      <a:pt x="49" y="28"/>
                    </a:cubicBezTo>
                    <a:cubicBezTo>
                      <a:pt x="47" y="29"/>
                      <a:pt x="46" y="30"/>
                      <a:pt x="44" y="31"/>
                    </a:cubicBezTo>
                    <a:cubicBezTo>
                      <a:pt x="42" y="34"/>
                      <a:pt x="40" y="36"/>
                      <a:pt x="38" y="38"/>
                    </a:cubicBezTo>
                    <a:cubicBezTo>
                      <a:pt x="36" y="41"/>
                      <a:pt x="33" y="44"/>
                      <a:pt x="32" y="46"/>
                    </a:cubicBezTo>
                    <a:cubicBezTo>
                      <a:pt x="30" y="49"/>
                      <a:pt x="28" y="52"/>
                      <a:pt x="26" y="55"/>
                    </a:cubicBezTo>
                    <a:cubicBezTo>
                      <a:pt x="25" y="57"/>
                      <a:pt x="25" y="60"/>
                      <a:pt x="23" y="62"/>
                    </a:cubicBezTo>
                    <a:cubicBezTo>
                      <a:pt x="23" y="64"/>
                      <a:pt x="22" y="66"/>
                      <a:pt x="22" y="69"/>
                    </a:cubicBezTo>
                    <a:cubicBezTo>
                      <a:pt x="22" y="71"/>
                      <a:pt x="21" y="73"/>
                      <a:pt x="21" y="76"/>
                    </a:cubicBezTo>
                    <a:cubicBezTo>
                      <a:pt x="21" y="77"/>
                      <a:pt x="21" y="78"/>
                      <a:pt x="21" y="80"/>
                    </a:cubicBezTo>
                    <a:cubicBezTo>
                      <a:pt x="21" y="81"/>
                      <a:pt x="21" y="82"/>
                      <a:pt x="22" y="83"/>
                    </a:cubicBezTo>
                    <a:cubicBezTo>
                      <a:pt x="22" y="85"/>
                      <a:pt x="22" y="87"/>
                      <a:pt x="23" y="88"/>
                    </a:cubicBezTo>
                    <a:cubicBezTo>
                      <a:pt x="23" y="89"/>
                      <a:pt x="23" y="89"/>
                      <a:pt x="24" y="90"/>
                    </a:cubicBezTo>
                    <a:cubicBezTo>
                      <a:pt x="25" y="92"/>
                      <a:pt x="25" y="93"/>
                      <a:pt x="26" y="94"/>
                    </a:cubicBezTo>
                    <a:cubicBezTo>
                      <a:pt x="26" y="95"/>
                      <a:pt x="27" y="95"/>
                      <a:pt x="28" y="96"/>
                    </a:cubicBezTo>
                    <a:cubicBezTo>
                      <a:pt x="28" y="97"/>
                      <a:pt x="29" y="98"/>
                      <a:pt x="30" y="99"/>
                    </a:cubicBezTo>
                    <a:cubicBezTo>
                      <a:pt x="31" y="99"/>
                      <a:pt x="32" y="100"/>
                      <a:pt x="33" y="101"/>
                    </a:cubicBezTo>
                    <a:cubicBezTo>
                      <a:pt x="35" y="102"/>
                      <a:pt x="36" y="102"/>
                      <a:pt x="37" y="103"/>
                    </a:cubicBezTo>
                    <a:cubicBezTo>
                      <a:pt x="39" y="104"/>
                      <a:pt x="40" y="105"/>
                      <a:pt x="42" y="105"/>
                    </a:cubicBezTo>
                    <a:cubicBezTo>
                      <a:pt x="43" y="106"/>
                      <a:pt x="45" y="106"/>
                      <a:pt x="47" y="106"/>
                    </a:cubicBezTo>
                    <a:cubicBezTo>
                      <a:pt x="49" y="107"/>
                      <a:pt x="51" y="107"/>
                      <a:pt x="53" y="107"/>
                    </a:cubicBezTo>
                    <a:cubicBezTo>
                      <a:pt x="56" y="108"/>
                      <a:pt x="59" y="107"/>
                      <a:pt x="61" y="107"/>
                    </a:cubicBezTo>
                    <a:cubicBezTo>
                      <a:pt x="69" y="106"/>
                      <a:pt x="76" y="105"/>
                      <a:pt x="84" y="104"/>
                    </a:cubicBezTo>
                    <a:cubicBezTo>
                      <a:pt x="89" y="103"/>
                      <a:pt x="95" y="107"/>
                      <a:pt x="95" y="112"/>
                    </a:cubicBezTo>
                    <a:cubicBezTo>
                      <a:pt x="96" y="118"/>
                      <a:pt x="92" y="123"/>
                      <a:pt x="87" y="124"/>
                    </a:cubicBezTo>
                    <a:cubicBezTo>
                      <a:pt x="79" y="125"/>
                      <a:pt x="72" y="126"/>
                      <a:pt x="64" y="127"/>
                    </a:cubicBezTo>
                    <a:cubicBezTo>
                      <a:pt x="61" y="127"/>
                      <a:pt x="59" y="127"/>
                      <a:pt x="56" y="127"/>
                    </a:cubicBezTo>
                    <a:cubicBezTo>
                      <a:pt x="52" y="127"/>
                      <a:pt x="48" y="127"/>
                      <a:pt x="44" y="1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7" name="Google Shape;3097;p32"/>
              <p:cNvSpPr/>
              <p:nvPr/>
            </p:nvSpPr>
            <p:spPr>
              <a:xfrm>
                <a:off x="918000" y="3143880"/>
                <a:ext cx="40680" cy="4896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36" extrusionOk="0">
                    <a:moveTo>
                      <a:pt x="58" y="135"/>
                    </a:moveTo>
                    <a:cubicBezTo>
                      <a:pt x="51" y="135"/>
                      <a:pt x="44" y="133"/>
                      <a:pt x="39" y="131"/>
                    </a:cubicBezTo>
                    <a:cubicBezTo>
                      <a:pt x="26" y="126"/>
                      <a:pt x="16" y="117"/>
                      <a:pt x="9" y="107"/>
                    </a:cubicBezTo>
                    <a:cubicBezTo>
                      <a:pt x="5" y="102"/>
                      <a:pt x="3" y="96"/>
                      <a:pt x="1" y="89"/>
                    </a:cubicBezTo>
                    <a:cubicBezTo>
                      <a:pt x="0" y="82"/>
                      <a:pt x="0" y="75"/>
                      <a:pt x="0" y="68"/>
                    </a:cubicBezTo>
                    <a:cubicBezTo>
                      <a:pt x="2" y="54"/>
                      <a:pt x="8" y="40"/>
                      <a:pt x="15" y="28"/>
                    </a:cubicBezTo>
                    <a:cubicBezTo>
                      <a:pt x="19" y="23"/>
                      <a:pt x="23" y="18"/>
                      <a:pt x="28" y="13"/>
                    </a:cubicBezTo>
                    <a:cubicBezTo>
                      <a:pt x="33" y="8"/>
                      <a:pt x="39" y="4"/>
                      <a:pt x="45" y="1"/>
                    </a:cubicBezTo>
                    <a:cubicBezTo>
                      <a:pt x="51" y="0"/>
                      <a:pt x="57" y="0"/>
                      <a:pt x="63" y="1"/>
                    </a:cubicBezTo>
                    <a:cubicBezTo>
                      <a:pt x="68" y="4"/>
                      <a:pt x="72" y="7"/>
                      <a:pt x="75" y="12"/>
                    </a:cubicBezTo>
                    <a:cubicBezTo>
                      <a:pt x="78" y="17"/>
                      <a:pt x="78" y="24"/>
                      <a:pt x="76" y="29"/>
                    </a:cubicBezTo>
                    <a:cubicBezTo>
                      <a:pt x="76" y="32"/>
                      <a:pt x="75" y="34"/>
                      <a:pt x="72" y="36"/>
                    </a:cubicBezTo>
                    <a:cubicBezTo>
                      <a:pt x="70" y="39"/>
                      <a:pt x="68" y="40"/>
                      <a:pt x="65" y="40"/>
                    </a:cubicBezTo>
                    <a:cubicBezTo>
                      <a:pt x="61" y="41"/>
                      <a:pt x="57" y="39"/>
                      <a:pt x="54" y="35"/>
                    </a:cubicBezTo>
                    <a:cubicBezTo>
                      <a:pt x="52" y="31"/>
                      <a:pt x="51" y="26"/>
                      <a:pt x="53" y="21"/>
                    </a:cubicBezTo>
                    <a:cubicBezTo>
                      <a:pt x="52" y="21"/>
                      <a:pt x="51" y="21"/>
                      <a:pt x="51" y="22"/>
                    </a:cubicBezTo>
                    <a:cubicBezTo>
                      <a:pt x="50" y="22"/>
                      <a:pt x="49" y="22"/>
                      <a:pt x="48" y="23"/>
                    </a:cubicBezTo>
                    <a:cubicBezTo>
                      <a:pt x="47" y="23"/>
                      <a:pt x="47" y="24"/>
                      <a:pt x="46" y="24"/>
                    </a:cubicBezTo>
                    <a:cubicBezTo>
                      <a:pt x="45" y="25"/>
                      <a:pt x="44" y="26"/>
                      <a:pt x="43" y="26"/>
                    </a:cubicBezTo>
                    <a:cubicBezTo>
                      <a:pt x="42" y="28"/>
                      <a:pt x="40" y="29"/>
                      <a:pt x="38" y="31"/>
                    </a:cubicBezTo>
                    <a:cubicBezTo>
                      <a:pt x="36" y="34"/>
                      <a:pt x="34" y="37"/>
                      <a:pt x="32" y="40"/>
                    </a:cubicBezTo>
                    <a:cubicBezTo>
                      <a:pt x="32" y="39"/>
                      <a:pt x="32" y="39"/>
                      <a:pt x="33" y="39"/>
                    </a:cubicBezTo>
                    <a:cubicBezTo>
                      <a:pt x="30" y="42"/>
                      <a:pt x="28" y="46"/>
                      <a:pt x="26" y="49"/>
                    </a:cubicBezTo>
                    <a:cubicBezTo>
                      <a:pt x="26" y="49"/>
                      <a:pt x="27" y="49"/>
                      <a:pt x="27" y="48"/>
                    </a:cubicBezTo>
                    <a:cubicBezTo>
                      <a:pt x="25" y="52"/>
                      <a:pt x="24" y="54"/>
                      <a:pt x="23" y="58"/>
                    </a:cubicBezTo>
                    <a:cubicBezTo>
                      <a:pt x="22" y="61"/>
                      <a:pt x="21" y="64"/>
                      <a:pt x="21" y="67"/>
                    </a:cubicBezTo>
                    <a:cubicBezTo>
                      <a:pt x="20" y="70"/>
                      <a:pt x="20" y="71"/>
                      <a:pt x="20" y="74"/>
                    </a:cubicBezTo>
                    <a:cubicBezTo>
                      <a:pt x="20" y="76"/>
                      <a:pt x="20" y="78"/>
                      <a:pt x="20" y="79"/>
                    </a:cubicBezTo>
                    <a:cubicBezTo>
                      <a:pt x="20" y="81"/>
                      <a:pt x="20" y="82"/>
                      <a:pt x="21" y="84"/>
                    </a:cubicBezTo>
                    <a:cubicBezTo>
                      <a:pt x="21" y="85"/>
                      <a:pt x="21" y="86"/>
                      <a:pt x="22" y="88"/>
                    </a:cubicBezTo>
                    <a:cubicBezTo>
                      <a:pt x="22" y="89"/>
                      <a:pt x="23" y="90"/>
                      <a:pt x="23" y="92"/>
                    </a:cubicBezTo>
                    <a:cubicBezTo>
                      <a:pt x="24" y="93"/>
                      <a:pt x="25" y="94"/>
                      <a:pt x="25" y="95"/>
                    </a:cubicBezTo>
                    <a:cubicBezTo>
                      <a:pt x="26" y="97"/>
                      <a:pt x="28" y="99"/>
                      <a:pt x="29" y="100"/>
                    </a:cubicBezTo>
                    <a:cubicBezTo>
                      <a:pt x="30" y="102"/>
                      <a:pt x="32" y="103"/>
                      <a:pt x="33" y="104"/>
                    </a:cubicBezTo>
                    <a:cubicBezTo>
                      <a:pt x="35" y="105"/>
                      <a:pt x="36" y="106"/>
                      <a:pt x="37" y="107"/>
                    </a:cubicBezTo>
                    <a:cubicBezTo>
                      <a:pt x="39" y="109"/>
                      <a:pt x="41" y="109"/>
                      <a:pt x="42" y="110"/>
                    </a:cubicBezTo>
                    <a:cubicBezTo>
                      <a:pt x="44" y="111"/>
                      <a:pt x="47" y="112"/>
                      <a:pt x="49" y="113"/>
                    </a:cubicBezTo>
                    <a:cubicBezTo>
                      <a:pt x="51" y="113"/>
                      <a:pt x="53" y="114"/>
                      <a:pt x="54" y="114"/>
                    </a:cubicBezTo>
                    <a:cubicBezTo>
                      <a:pt x="58" y="115"/>
                      <a:pt x="61" y="116"/>
                      <a:pt x="65" y="116"/>
                    </a:cubicBezTo>
                    <a:cubicBezTo>
                      <a:pt x="71" y="116"/>
                      <a:pt x="76" y="115"/>
                      <a:pt x="82" y="115"/>
                    </a:cubicBezTo>
                    <a:cubicBezTo>
                      <a:pt x="81" y="115"/>
                      <a:pt x="81" y="115"/>
                      <a:pt x="81" y="115"/>
                    </a:cubicBezTo>
                    <a:cubicBezTo>
                      <a:pt x="87" y="114"/>
                      <a:pt x="93" y="113"/>
                      <a:pt x="100" y="113"/>
                    </a:cubicBezTo>
                    <a:cubicBezTo>
                      <a:pt x="106" y="112"/>
                      <a:pt x="110" y="116"/>
                      <a:pt x="111" y="121"/>
                    </a:cubicBezTo>
                    <a:cubicBezTo>
                      <a:pt x="112" y="126"/>
                      <a:pt x="108" y="131"/>
                      <a:pt x="103" y="132"/>
                    </a:cubicBezTo>
                    <a:cubicBezTo>
                      <a:pt x="95" y="133"/>
                      <a:pt x="87" y="134"/>
                      <a:pt x="79" y="135"/>
                    </a:cubicBezTo>
                    <a:cubicBezTo>
                      <a:pt x="75" y="135"/>
                      <a:pt x="71" y="135"/>
                      <a:pt x="67" y="135"/>
                    </a:cubicBezTo>
                    <a:cubicBezTo>
                      <a:pt x="64" y="135"/>
                      <a:pt x="61" y="135"/>
                      <a:pt x="58" y="1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8" name="Google Shape;3098;p32"/>
              <p:cNvSpPr/>
              <p:nvPr/>
            </p:nvSpPr>
            <p:spPr>
              <a:xfrm>
                <a:off x="965160" y="3144960"/>
                <a:ext cx="4212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135" extrusionOk="0">
                    <a:moveTo>
                      <a:pt x="37" y="113"/>
                    </a:moveTo>
                    <a:cubicBezTo>
                      <a:pt x="38" y="113"/>
                      <a:pt x="39" y="113"/>
                      <a:pt x="39" y="113"/>
                    </a:cubicBezTo>
                    <a:cubicBezTo>
                      <a:pt x="40" y="112"/>
                      <a:pt x="42" y="112"/>
                      <a:pt x="43" y="112"/>
                    </a:cubicBezTo>
                    <a:cubicBezTo>
                      <a:pt x="45" y="110"/>
                      <a:pt x="47" y="110"/>
                      <a:pt x="50" y="109"/>
                    </a:cubicBezTo>
                    <a:cubicBezTo>
                      <a:pt x="52" y="107"/>
                      <a:pt x="54" y="106"/>
                      <a:pt x="57" y="105"/>
                    </a:cubicBezTo>
                    <a:cubicBezTo>
                      <a:pt x="56" y="105"/>
                      <a:pt x="56" y="105"/>
                      <a:pt x="56" y="105"/>
                    </a:cubicBezTo>
                    <a:cubicBezTo>
                      <a:pt x="60" y="102"/>
                      <a:pt x="65" y="99"/>
                      <a:pt x="69" y="95"/>
                    </a:cubicBezTo>
                    <a:cubicBezTo>
                      <a:pt x="73" y="91"/>
                      <a:pt x="77" y="88"/>
                      <a:pt x="80" y="84"/>
                    </a:cubicBezTo>
                    <a:cubicBezTo>
                      <a:pt x="82" y="81"/>
                      <a:pt x="85" y="78"/>
                      <a:pt x="87" y="75"/>
                    </a:cubicBezTo>
                    <a:cubicBezTo>
                      <a:pt x="89" y="72"/>
                      <a:pt x="90" y="70"/>
                      <a:pt x="92" y="67"/>
                    </a:cubicBezTo>
                    <a:cubicBezTo>
                      <a:pt x="92" y="65"/>
                      <a:pt x="93" y="64"/>
                      <a:pt x="93" y="62"/>
                    </a:cubicBezTo>
                    <a:cubicBezTo>
                      <a:pt x="94" y="60"/>
                      <a:pt x="94" y="59"/>
                      <a:pt x="95" y="57"/>
                    </a:cubicBezTo>
                    <a:cubicBezTo>
                      <a:pt x="95" y="56"/>
                      <a:pt x="95" y="55"/>
                      <a:pt x="95" y="53"/>
                    </a:cubicBezTo>
                    <a:cubicBezTo>
                      <a:pt x="95" y="52"/>
                      <a:pt x="95" y="50"/>
                      <a:pt x="95" y="49"/>
                    </a:cubicBezTo>
                    <a:cubicBezTo>
                      <a:pt x="95" y="48"/>
                      <a:pt x="95" y="48"/>
                      <a:pt x="95" y="47"/>
                    </a:cubicBezTo>
                    <a:cubicBezTo>
                      <a:pt x="94" y="45"/>
                      <a:pt x="94" y="44"/>
                      <a:pt x="93" y="43"/>
                    </a:cubicBezTo>
                    <a:cubicBezTo>
                      <a:pt x="93" y="42"/>
                      <a:pt x="93" y="41"/>
                      <a:pt x="92" y="39"/>
                    </a:cubicBezTo>
                    <a:cubicBezTo>
                      <a:pt x="92" y="38"/>
                      <a:pt x="91" y="37"/>
                      <a:pt x="90" y="36"/>
                    </a:cubicBezTo>
                    <a:cubicBezTo>
                      <a:pt x="90" y="35"/>
                      <a:pt x="89" y="35"/>
                      <a:pt x="89" y="35"/>
                    </a:cubicBezTo>
                    <a:cubicBezTo>
                      <a:pt x="88" y="34"/>
                      <a:pt x="87" y="32"/>
                      <a:pt x="86" y="32"/>
                    </a:cubicBezTo>
                    <a:cubicBezTo>
                      <a:pt x="86" y="31"/>
                      <a:pt x="85" y="31"/>
                      <a:pt x="85" y="31"/>
                    </a:cubicBezTo>
                    <a:cubicBezTo>
                      <a:pt x="84" y="30"/>
                      <a:pt x="84" y="30"/>
                      <a:pt x="83" y="29"/>
                    </a:cubicBezTo>
                    <a:cubicBezTo>
                      <a:pt x="82" y="29"/>
                      <a:pt x="81" y="29"/>
                      <a:pt x="81" y="29"/>
                    </a:cubicBezTo>
                    <a:cubicBezTo>
                      <a:pt x="80" y="28"/>
                      <a:pt x="80" y="28"/>
                      <a:pt x="78" y="28"/>
                    </a:cubicBezTo>
                    <a:lnTo>
                      <a:pt x="77" y="28"/>
                    </a:lnTo>
                    <a:cubicBezTo>
                      <a:pt x="76" y="28"/>
                      <a:pt x="75" y="28"/>
                      <a:pt x="74" y="28"/>
                    </a:cubicBezTo>
                    <a:cubicBezTo>
                      <a:pt x="73" y="28"/>
                      <a:pt x="71" y="28"/>
                      <a:pt x="70" y="28"/>
                    </a:cubicBezTo>
                    <a:cubicBezTo>
                      <a:pt x="70" y="29"/>
                      <a:pt x="69" y="29"/>
                      <a:pt x="68" y="29"/>
                    </a:cubicBezTo>
                    <a:cubicBezTo>
                      <a:pt x="68" y="29"/>
                      <a:pt x="67" y="29"/>
                      <a:pt x="66" y="30"/>
                    </a:cubicBezTo>
                    <a:cubicBezTo>
                      <a:pt x="65" y="31"/>
                      <a:pt x="64" y="31"/>
                      <a:pt x="63" y="32"/>
                    </a:cubicBezTo>
                    <a:cubicBezTo>
                      <a:pt x="64" y="32"/>
                      <a:pt x="64" y="31"/>
                      <a:pt x="64" y="31"/>
                    </a:cubicBezTo>
                    <a:cubicBezTo>
                      <a:pt x="63" y="32"/>
                      <a:pt x="63" y="32"/>
                      <a:pt x="62" y="33"/>
                    </a:cubicBezTo>
                    <a:cubicBezTo>
                      <a:pt x="60" y="34"/>
                      <a:pt x="59" y="36"/>
                      <a:pt x="58" y="37"/>
                    </a:cubicBezTo>
                    <a:cubicBezTo>
                      <a:pt x="56" y="40"/>
                      <a:pt x="54" y="42"/>
                      <a:pt x="52" y="45"/>
                    </a:cubicBezTo>
                    <a:cubicBezTo>
                      <a:pt x="49" y="50"/>
                      <a:pt x="42" y="50"/>
                      <a:pt x="38" y="47"/>
                    </a:cubicBezTo>
                    <a:cubicBezTo>
                      <a:pt x="35" y="45"/>
                      <a:pt x="33" y="41"/>
                      <a:pt x="34" y="38"/>
                    </a:cubicBezTo>
                    <a:cubicBezTo>
                      <a:pt x="33" y="39"/>
                      <a:pt x="33" y="39"/>
                      <a:pt x="32" y="41"/>
                    </a:cubicBezTo>
                    <a:cubicBezTo>
                      <a:pt x="30" y="45"/>
                      <a:pt x="28" y="50"/>
                      <a:pt x="26" y="56"/>
                    </a:cubicBezTo>
                    <a:cubicBezTo>
                      <a:pt x="25" y="60"/>
                      <a:pt x="24" y="64"/>
                      <a:pt x="22" y="69"/>
                    </a:cubicBezTo>
                    <a:cubicBezTo>
                      <a:pt x="22" y="74"/>
                      <a:pt x="21" y="79"/>
                      <a:pt x="21" y="84"/>
                    </a:cubicBezTo>
                    <a:cubicBezTo>
                      <a:pt x="21" y="86"/>
                      <a:pt x="21" y="90"/>
                      <a:pt x="21" y="93"/>
                    </a:cubicBezTo>
                    <a:cubicBezTo>
                      <a:pt x="21" y="95"/>
                      <a:pt x="21" y="97"/>
                      <a:pt x="22" y="99"/>
                    </a:cubicBezTo>
                    <a:cubicBezTo>
                      <a:pt x="22" y="100"/>
                      <a:pt x="22" y="101"/>
                      <a:pt x="23" y="102"/>
                    </a:cubicBezTo>
                    <a:cubicBezTo>
                      <a:pt x="23" y="103"/>
                      <a:pt x="24" y="105"/>
                      <a:pt x="24" y="106"/>
                    </a:cubicBezTo>
                    <a:cubicBezTo>
                      <a:pt x="25" y="106"/>
                      <a:pt x="25" y="107"/>
                      <a:pt x="25" y="107"/>
                    </a:cubicBezTo>
                    <a:cubicBezTo>
                      <a:pt x="25" y="108"/>
                      <a:pt x="26" y="109"/>
                      <a:pt x="26" y="109"/>
                    </a:cubicBezTo>
                    <a:cubicBezTo>
                      <a:pt x="26" y="110"/>
                      <a:pt x="27" y="110"/>
                      <a:pt x="27" y="110"/>
                    </a:cubicBezTo>
                    <a:cubicBezTo>
                      <a:pt x="28" y="110"/>
                      <a:pt x="28" y="110"/>
                      <a:pt x="28" y="111"/>
                    </a:cubicBezTo>
                    <a:cubicBezTo>
                      <a:pt x="29" y="111"/>
                      <a:pt x="29" y="112"/>
                      <a:pt x="29" y="112"/>
                    </a:cubicBezTo>
                    <a:cubicBezTo>
                      <a:pt x="30" y="112"/>
                      <a:pt x="31" y="112"/>
                      <a:pt x="31" y="112"/>
                    </a:cubicBezTo>
                    <a:cubicBezTo>
                      <a:pt x="31" y="112"/>
                      <a:pt x="32" y="112"/>
                      <a:pt x="32" y="113"/>
                    </a:cubicBezTo>
                    <a:cubicBezTo>
                      <a:pt x="33" y="113"/>
                      <a:pt x="33" y="113"/>
                      <a:pt x="34" y="113"/>
                    </a:cubicBezTo>
                    <a:cubicBezTo>
                      <a:pt x="35" y="113"/>
                      <a:pt x="36" y="113"/>
                      <a:pt x="37" y="113"/>
                    </a:cubicBezTo>
                    <a:moveTo>
                      <a:pt x="23" y="131"/>
                    </a:moveTo>
                    <a:cubicBezTo>
                      <a:pt x="17" y="128"/>
                      <a:pt x="13" y="125"/>
                      <a:pt x="8" y="120"/>
                    </a:cubicBezTo>
                    <a:cubicBezTo>
                      <a:pt x="5" y="114"/>
                      <a:pt x="3" y="107"/>
                      <a:pt x="1" y="100"/>
                    </a:cubicBezTo>
                    <a:cubicBezTo>
                      <a:pt x="0" y="94"/>
                      <a:pt x="0" y="86"/>
                      <a:pt x="1" y="80"/>
                    </a:cubicBezTo>
                    <a:cubicBezTo>
                      <a:pt x="1" y="72"/>
                      <a:pt x="3" y="64"/>
                      <a:pt x="5" y="57"/>
                    </a:cubicBezTo>
                    <a:cubicBezTo>
                      <a:pt x="8" y="43"/>
                      <a:pt x="14" y="30"/>
                      <a:pt x="22" y="19"/>
                    </a:cubicBezTo>
                    <a:cubicBezTo>
                      <a:pt x="24" y="16"/>
                      <a:pt x="25" y="14"/>
                      <a:pt x="28" y="11"/>
                    </a:cubicBezTo>
                    <a:cubicBezTo>
                      <a:pt x="29" y="9"/>
                      <a:pt x="32" y="7"/>
                      <a:pt x="34" y="6"/>
                    </a:cubicBezTo>
                    <a:cubicBezTo>
                      <a:pt x="39" y="3"/>
                      <a:pt x="43" y="0"/>
                      <a:pt x="49" y="1"/>
                    </a:cubicBezTo>
                    <a:cubicBezTo>
                      <a:pt x="54" y="3"/>
                      <a:pt x="57" y="7"/>
                      <a:pt x="57" y="12"/>
                    </a:cubicBezTo>
                    <a:cubicBezTo>
                      <a:pt x="61" y="10"/>
                      <a:pt x="64" y="9"/>
                      <a:pt x="68" y="8"/>
                    </a:cubicBezTo>
                    <a:cubicBezTo>
                      <a:pt x="74" y="7"/>
                      <a:pt x="81" y="8"/>
                      <a:pt x="87" y="10"/>
                    </a:cubicBezTo>
                    <a:cubicBezTo>
                      <a:pt x="93" y="12"/>
                      <a:pt x="99" y="15"/>
                      <a:pt x="103" y="21"/>
                    </a:cubicBezTo>
                    <a:cubicBezTo>
                      <a:pt x="113" y="31"/>
                      <a:pt x="116" y="45"/>
                      <a:pt x="114" y="59"/>
                    </a:cubicBezTo>
                    <a:cubicBezTo>
                      <a:pt x="113" y="73"/>
                      <a:pt x="104" y="86"/>
                      <a:pt x="95" y="96"/>
                    </a:cubicBezTo>
                    <a:cubicBezTo>
                      <a:pt x="86" y="107"/>
                      <a:pt x="75" y="117"/>
                      <a:pt x="63" y="125"/>
                    </a:cubicBezTo>
                    <a:cubicBezTo>
                      <a:pt x="57" y="128"/>
                      <a:pt x="50" y="131"/>
                      <a:pt x="44" y="133"/>
                    </a:cubicBezTo>
                    <a:cubicBezTo>
                      <a:pt x="41" y="133"/>
                      <a:pt x="38" y="134"/>
                      <a:pt x="35" y="134"/>
                    </a:cubicBezTo>
                    <a:cubicBezTo>
                      <a:pt x="31" y="134"/>
                      <a:pt x="26" y="133"/>
                      <a:pt x="23" y="1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9" name="Google Shape;3099;p32"/>
              <p:cNvSpPr/>
              <p:nvPr/>
            </p:nvSpPr>
            <p:spPr>
              <a:xfrm>
                <a:off x="991440" y="3152520"/>
                <a:ext cx="56160" cy="6264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74" extrusionOk="0">
                    <a:moveTo>
                      <a:pt x="108" y="152"/>
                    </a:moveTo>
                    <a:lnTo>
                      <a:pt x="109" y="152"/>
                    </a:lnTo>
                    <a:cubicBezTo>
                      <a:pt x="109" y="150"/>
                      <a:pt x="109" y="149"/>
                      <a:pt x="109" y="149"/>
                    </a:cubicBezTo>
                    <a:lnTo>
                      <a:pt x="109" y="150"/>
                    </a:lnTo>
                    <a:cubicBezTo>
                      <a:pt x="109" y="149"/>
                      <a:pt x="109" y="148"/>
                      <a:pt x="109" y="147"/>
                    </a:cubicBezTo>
                    <a:lnTo>
                      <a:pt x="109" y="148"/>
                    </a:lnTo>
                    <a:cubicBezTo>
                      <a:pt x="108" y="145"/>
                      <a:pt x="108" y="142"/>
                      <a:pt x="107" y="138"/>
                    </a:cubicBezTo>
                    <a:cubicBezTo>
                      <a:pt x="107" y="139"/>
                      <a:pt x="108" y="139"/>
                      <a:pt x="108" y="140"/>
                    </a:cubicBezTo>
                    <a:cubicBezTo>
                      <a:pt x="107" y="136"/>
                      <a:pt x="106" y="134"/>
                      <a:pt x="106" y="130"/>
                    </a:cubicBezTo>
                    <a:cubicBezTo>
                      <a:pt x="105" y="127"/>
                      <a:pt x="104" y="124"/>
                      <a:pt x="103" y="121"/>
                    </a:cubicBezTo>
                    <a:cubicBezTo>
                      <a:pt x="103" y="119"/>
                      <a:pt x="102" y="117"/>
                      <a:pt x="101" y="116"/>
                    </a:cubicBezTo>
                    <a:cubicBezTo>
                      <a:pt x="101" y="117"/>
                      <a:pt x="100" y="117"/>
                      <a:pt x="100" y="118"/>
                    </a:cubicBezTo>
                    <a:cubicBezTo>
                      <a:pt x="99" y="120"/>
                      <a:pt x="98" y="121"/>
                      <a:pt x="97" y="123"/>
                    </a:cubicBezTo>
                    <a:cubicBezTo>
                      <a:pt x="97" y="124"/>
                      <a:pt x="96" y="125"/>
                      <a:pt x="96" y="127"/>
                    </a:cubicBezTo>
                    <a:cubicBezTo>
                      <a:pt x="95" y="128"/>
                      <a:pt x="95" y="129"/>
                      <a:pt x="94" y="130"/>
                    </a:cubicBezTo>
                    <a:cubicBezTo>
                      <a:pt x="94" y="131"/>
                      <a:pt x="94" y="132"/>
                      <a:pt x="94" y="134"/>
                    </a:cubicBezTo>
                    <a:lnTo>
                      <a:pt x="94" y="135"/>
                    </a:lnTo>
                    <a:cubicBezTo>
                      <a:pt x="94" y="136"/>
                      <a:pt x="94" y="136"/>
                      <a:pt x="94" y="136"/>
                    </a:cubicBezTo>
                    <a:cubicBezTo>
                      <a:pt x="95" y="138"/>
                      <a:pt x="95" y="139"/>
                      <a:pt x="96" y="140"/>
                    </a:cubicBezTo>
                    <a:cubicBezTo>
                      <a:pt x="96" y="141"/>
                      <a:pt x="96" y="142"/>
                      <a:pt x="97" y="143"/>
                    </a:cubicBezTo>
                    <a:cubicBezTo>
                      <a:pt x="97" y="144"/>
                      <a:pt x="97" y="145"/>
                      <a:pt x="98" y="145"/>
                    </a:cubicBezTo>
                    <a:cubicBezTo>
                      <a:pt x="99" y="146"/>
                      <a:pt x="99" y="147"/>
                      <a:pt x="100" y="147"/>
                    </a:cubicBezTo>
                    <a:cubicBezTo>
                      <a:pt x="100" y="148"/>
                      <a:pt x="101" y="149"/>
                      <a:pt x="101" y="149"/>
                    </a:cubicBezTo>
                    <a:cubicBezTo>
                      <a:pt x="102" y="149"/>
                      <a:pt x="103" y="150"/>
                      <a:pt x="104" y="151"/>
                    </a:cubicBezTo>
                    <a:lnTo>
                      <a:pt x="105" y="152"/>
                    </a:lnTo>
                    <a:cubicBezTo>
                      <a:pt x="106" y="152"/>
                      <a:pt x="106" y="152"/>
                      <a:pt x="106" y="152"/>
                    </a:cubicBezTo>
                    <a:lnTo>
                      <a:pt x="107" y="152"/>
                    </a:lnTo>
                    <a:lnTo>
                      <a:pt x="108" y="152"/>
                    </a:lnTo>
                    <a:moveTo>
                      <a:pt x="101" y="172"/>
                    </a:moveTo>
                    <a:cubicBezTo>
                      <a:pt x="96" y="171"/>
                      <a:pt x="90" y="167"/>
                      <a:pt x="86" y="163"/>
                    </a:cubicBezTo>
                    <a:cubicBezTo>
                      <a:pt x="82" y="158"/>
                      <a:pt x="78" y="152"/>
                      <a:pt x="76" y="146"/>
                    </a:cubicBezTo>
                    <a:cubicBezTo>
                      <a:pt x="74" y="140"/>
                      <a:pt x="74" y="135"/>
                      <a:pt x="74" y="128"/>
                    </a:cubicBezTo>
                    <a:cubicBezTo>
                      <a:pt x="75" y="121"/>
                      <a:pt x="78" y="114"/>
                      <a:pt x="82" y="108"/>
                    </a:cubicBezTo>
                    <a:cubicBezTo>
                      <a:pt x="85" y="103"/>
                      <a:pt x="89" y="99"/>
                      <a:pt x="93" y="94"/>
                    </a:cubicBezTo>
                    <a:cubicBezTo>
                      <a:pt x="92" y="89"/>
                      <a:pt x="89" y="83"/>
                      <a:pt x="87" y="78"/>
                    </a:cubicBezTo>
                    <a:cubicBezTo>
                      <a:pt x="84" y="69"/>
                      <a:pt x="81" y="61"/>
                      <a:pt x="79" y="52"/>
                    </a:cubicBezTo>
                    <a:cubicBezTo>
                      <a:pt x="78" y="46"/>
                      <a:pt x="76" y="40"/>
                      <a:pt x="76" y="35"/>
                    </a:cubicBezTo>
                    <a:cubicBezTo>
                      <a:pt x="69" y="41"/>
                      <a:pt x="62" y="49"/>
                      <a:pt x="56" y="56"/>
                    </a:cubicBezTo>
                    <a:cubicBezTo>
                      <a:pt x="51" y="61"/>
                      <a:pt x="47" y="65"/>
                      <a:pt x="42" y="69"/>
                    </a:cubicBezTo>
                    <a:cubicBezTo>
                      <a:pt x="37" y="75"/>
                      <a:pt x="30" y="80"/>
                      <a:pt x="24" y="84"/>
                    </a:cubicBezTo>
                    <a:cubicBezTo>
                      <a:pt x="19" y="87"/>
                      <a:pt x="12" y="92"/>
                      <a:pt x="6" y="87"/>
                    </a:cubicBezTo>
                    <a:cubicBezTo>
                      <a:pt x="2" y="85"/>
                      <a:pt x="0" y="82"/>
                      <a:pt x="1" y="77"/>
                    </a:cubicBezTo>
                    <a:cubicBezTo>
                      <a:pt x="1" y="76"/>
                      <a:pt x="1" y="76"/>
                      <a:pt x="1" y="75"/>
                    </a:cubicBezTo>
                    <a:cubicBezTo>
                      <a:pt x="2" y="71"/>
                      <a:pt x="7" y="68"/>
                      <a:pt x="11" y="68"/>
                    </a:cubicBezTo>
                    <a:cubicBezTo>
                      <a:pt x="12" y="67"/>
                      <a:pt x="14" y="66"/>
                      <a:pt x="15" y="65"/>
                    </a:cubicBezTo>
                    <a:cubicBezTo>
                      <a:pt x="19" y="62"/>
                      <a:pt x="23" y="58"/>
                      <a:pt x="27" y="55"/>
                    </a:cubicBezTo>
                    <a:cubicBezTo>
                      <a:pt x="31" y="52"/>
                      <a:pt x="34" y="49"/>
                      <a:pt x="37" y="46"/>
                    </a:cubicBezTo>
                    <a:cubicBezTo>
                      <a:pt x="40" y="43"/>
                      <a:pt x="43" y="40"/>
                      <a:pt x="46" y="37"/>
                    </a:cubicBezTo>
                    <a:cubicBezTo>
                      <a:pt x="51" y="32"/>
                      <a:pt x="56" y="26"/>
                      <a:pt x="61" y="21"/>
                    </a:cubicBezTo>
                    <a:lnTo>
                      <a:pt x="61" y="22"/>
                    </a:lnTo>
                    <a:cubicBezTo>
                      <a:pt x="62" y="19"/>
                      <a:pt x="64" y="17"/>
                      <a:pt x="66" y="15"/>
                    </a:cubicBezTo>
                    <a:cubicBezTo>
                      <a:pt x="68" y="13"/>
                      <a:pt x="69" y="12"/>
                      <a:pt x="71" y="10"/>
                    </a:cubicBezTo>
                    <a:cubicBezTo>
                      <a:pt x="72" y="8"/>
                      <a:pt x="73" y="7"/>
                      <a:pt x="74" y="5"/>
                    </a:cubicBezTo>
                    <a:cubicBezTo>
                      <a:pt x="75" y="4"/>
                      <a:pt x="76" y="3"/>
                      <a:pt x="78" y="2"/>
                    </a:cubicBezTo>
                    <a:cubicBezTo>
                      <a:pt x="81" y="0"/>
                      <a:pt x="85" y="0"/>
                      <a:pt x="88" y="1"/>
                    </a:cubicBezTo>
                    <a:cubicBezTo>
                      <a:pt x="90" y="2"/>
                      <a:pt x="91" y="2"/>
                      <a:pt x="92" y="4"/>
                    </a:cubicBezTo>
                    <a:cubicBezTo>
                      <a:pt x="94" y="5"/>
                      <a:pt x="94" y="7"/>
                      <a:pt x="95" y="8"/>
                    </a:cubicBezTo>
                    <a:cubicBezTo>
                      <a:pt x="96" y="9"/>
                      <a:pt x="96" y="11"/>
                      <a:pt x="96" y="13"/>
                    </a:cubicBezTo>
                    <a:cubicBezTo>
                      <a:pt x="96" y="15"/>
                      <a:pt x="96" y="17"/>
                      <a:pt x="96" y="19"/>
                    </a:cubicBezTo>
                    <a:cubicBezTo>
                      <a:pt x="96" y="24"/>
                      <a:pt x="96" y="29"/>
                      <a:pt x="96" y="33"/>
                    </a:cubicBezTo>
                    <a:cubicBezTo>
                      <a:pt x="97" y="37"/>
                      <a:pt x="97" y="41"/>
                      <a:pt x="98" y="46"/>
                    </a:cubicBezTo>
                    <a:cubicBezTo>
                      <a:pt x="100" y="53"/>
                      <a:pt x="101" y="59"/>
                      <a:pt x="104" y="66"/>
                    </a:cubicBezTo>
                    <a:cubicBezTo>
                      <a:pt x="106" y="71"/>
                      <a:pt x="107" y="75"/>
                      <a:pt x="110" y="80"/>
                    </a:cubicBezTo>
                    <a:cubicBezTo>
                      <a:pt x="111" y="79"/>
                      <a:pt x="113" y="77"/>
                      <a:pt x="115" y="75"/>
                    </a:cubicBezTo>
                    <a:cubicBezTo>
                      <a:pt x="122" y="69"/>
                      <a:pt x="130" y="63"/>
                      <a:pt x="138" y="57"/>
                    </a:cubicBezTo>
                    <a:cubicBezTo>
                      <a:pt x="142" y="54"/>
                      <a:pt x="148" y="55"/>
                      <a:pt x="151" y="59"/>
                    </a:cubicBezTo>
                    <a:cubicBezTo>
                      <a:pt x="155" y="63"/>
                      <a:pt x="153" y="69"/>
                      <a:pt x="149" y="72"/>
                    </a:cubicBezTo>
                    <a:cubicBezTo>
                      <a:pt x="139" y="81"/>
                      <a:pt x="129" y="90"/>
                      <a:pt x="118" y="99"/>
                    </a:cubicBezTo>
                    <a:cubicBezTo>
                      <a:pt x="118" y="99"/>
                      <a:pt x="117" y="99"/>
                      <a:pt x="117" y="100"/>
                    </a:cubicBezTo>
                    <a:cubicBezTo>
                      <a:pt x="118" y="104"/>
                      <a:pt x="120" y="108"/>
                      <a:pt x="121" y="113"/>
                    </a:cubicBezTo>
                    <a:cubicBezTo>
                      <a:pt x="122" y="115"/>
                      <a:pt x="122" y="117"/>
                      <a:pt x="124" y="120"/>
                    </a:cubicBezTo>
                    <a:cubicBezTo>
                      <a:pt x="124" y="122"/>
                      <a:pt x="125" y="124"/>
                      <a:pt x="125" y="127"/>
                    </a:cubicBezTo>
                    <a:cubicBezTo>
                      <a:pt x="127" y="136"/>
                      <a:pt x="131" y="146"/>
                      <a:pt x="128" y="156"/>
                    </a:cubicBezTo>
                    <a:cubicBezTo>
                      <a:pt x="128" y="161"/>
                      <a:pt x="125" y="166"/>
                      <a:pt x="120" y="169"/>
                    </a:cubicBezTo>
                    <a:cubicBezTo>
                      <a:pt x="117" y="172"/>
                      <a:pt x="113" y="173"/>
                      <a:pt x="108" y="173"/>
                    </a:cubicBezTo>
                    <a:cubicBezTo>
                      <a:pt x="106" y="173"/>
                      <a:pt x="104" y="173"/>
                      <a:pt x="101" y="17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0" name="Google Shape;3100;p32"/>
              <p:cNvSpPr/>
              <p:nvPr/>
            </p:nvSpPr>
            <p:spPr>
              <a:xfrm>
                <a:off x="1055520" y="3147120"/>
                <a:ext cx="54000" cy="95760"/>
              </a:xfrm>
              <a:custGeom>
                <a:avLst/>
                <a:gdLst/>
                <a:ahLst/>
                <a:cxnLst/>
                <a:rect l="l" t="t" r="r" b="b"/>
                <a:pathLst>
                  <a:path w="150" h="266" extrusionOk="0">
                    <a:moveTo>
                      <a:pt x="40" y="245"/>
                    </a:moveTo>
                    <a:cubicBezTo>
                      <a:pt x="41" y="245"/>
                      <a:pt x="41" y="245"/>
                      <a:pt x="41" y="245"/>
                    </a:cubicBezTo>
                    <a:lnTo>
                      <a:pt x="42" y="245"/>
                    </a:lnTo>
                    <a:cubicBezTo>
                      <a:pt x="43" y="245"/>
                      <a:pt x="43" y="245"/>
                      <a:pt x="43" y="245"/>
                    </a:cubicBezTo>
                    <a:cubicBezTo>
                      <a:pt x="44" y="244"/>
                      <a:pt x="44" y="244"/>
                      <a:pt x="44" y="244"/>
                    </a:cubicBezTo>
                    <a:cubicBezTo>
                      <a:pt x="44" y="243"/>
                      <a:pt x="45" y="243"/>
                      <a:pt x="45" y="243"/>
                    </a:cubicBezTo>
                    <a:cubicBezTo>
                      <a:pt x="45" y="243"/>
                      <a:pt x="45" y="242"/>
                      <a:pt x="46" y="242"/>
                    </a:cubicBezTo>
                    <a:lnTo>
                      <a:pt x="45" y="243"/>
                    </a:lnTo>
                    <a:cubicBezTo>
                      <a:pt x="46" y="242"/>
                      <a:pt x="46" y="242"/>
                      <a:pt x="46" y="241"/>
                    </a:cubicBezTo>
                    <a:cubicBezTo>
                      <a:pt x="47" y="241"/>
                      <a:pt x="47" y="241"/>
                      <a:pt x="48" y="240"/>
                    </a:cubicBezTo>
                    <a:cubicBezTo>
                      <a:pt x="48" y="239"/>
                      <a:pt x="48" y="238"/>
                      <a:pt x="48" y="237"/>
                    </a:cubicBezTo>
                    <a:cubicBezTo>
                      <a:pt x="49" y="236"/>
                      <a:pt x="49" y="236"/>
                      <a:pt x="49" y="235"/>
                    </a:cubicBezTo>
                    <a:cubicBezTo>
                      <a:pt x="50" y="231"/>
                      <a:pt x="50" y="225"/>
                      <a:pt x="51" y="221"/>
                    </a:cubicBezTo>
                    <a:cubicBezTo>
                      <a:pt x="51" y="210"/>
                      <a:pt x="51" y="200"/>
                      <a:pt x="51" y="190"/>
                    </a:cubicBezTo>
                    <a:cubicBezTo>
                      <a:pt x="51" y="187"/>
                      <a:pt x="51" y="183"/>
                      <a:pt x="51" y="179"/>
                    </a:cubicBezTo>
                    <a:cubicBezTo>
                      <a:pt x="46" y="185"/>
                      <a:pt x="44" y="190"/>
                      <a:pt x="40" y="196"/>
                    </a:cubicBezTo>
                    <a:cubicBezTo>
                      <a:pt x="38" y="201"/>
                      <a:pt x="36" y="206"/>
                      <a:pt x="34" y="210"/>
                    </a:cubicBezTo>
                    <a:cubicBezTo>
                      <a:pt x="34" y="213"/>
                      <a:pt x="33" y="216"/>
                      <a:pt x="32" y="218"/>
                    </a:cubicBezTo>
                    <a:cubicBezTo>
                      <a:pt x="32" y="221"/>
                      <a:pt x="32" y="223"/>
                      <a:pt x="31" y="226"/>
                    </a:cubicBezTo>
                    <a:cubicBezTo>
                      <a:pt x="31" y="227"/>
                      <a:pt x="31" y="229"/>
                      <a:pt x="31" y="230"/>
                    </a:cubicBezTo>
                    <a:cubicBezTo>
                      <a:pt x="32" y="232"/>
                      <a:pt x="32" y="234"/>
                      <a:pt x="32" y="235"/>
                    </a:cubicBezTo>
                    <a:cubicBezTo>
                      <a:pt x="32" y="236"/>
                      <a:pt x="32" y="237"/>
                      <a:pt x="33" y="238"/>
                    </a:cubicBezTo>
                    <a:lnTo>
                      <a:pt x="34" y="239"/>
                    </a:lnTo>
                    <a:cubicBezTo>
                      <a:pt x="34" y="240"/>
                      <a:pt x="34" y="241"/>
                      <a:pt x="35" y="241"/>
                    </a:cubicBezTo>
                    <a:cubicBezTo>
                      <a:pt x="35" y="242"/>
                      <a:pt x="35" y="242"/>
                      <a:pt x="35" y="242"/>
                    </a:cubicBezTo>
                    <a:cubicBezTo>
                      <a:pt x="36" y="243"/>
                      <a:pt x="37" y="243"/>
                      <a:pt x="37" y="243"/>
                    </a:cubicBezTo>
                    <a:lnTo>
                      <a:pt x="37" y="244"/>
                    </a:lnTo>
                    <a:cubicBezTo>
                      <a:pt x="38" y="244"/>
                      <a:pt x="38" y="244"/>
                      <a:pt x="38" y="244"/>
                    </a:cubicBezTo>
                    <a:cubicBezTo>
                      <a:pt x="38" y="244"/>
                      <a:pt x="38" y="245"/>
                      <a:pt x="39" y="245"/>
                    </a:cubicBezTo>
                    <a:lnTo>
                      <a:pt x="40" y="245"/>
                    </a:lnTo>
                    <a:moveTo>
                      <a:pt x="31" y="263"/>
                    </a:moveTo>
                    <a:cubicBezTo>
                      <a:pt x="23" y="260"/>
                      <a:pt x="16" y="252"/>
                      <a:pt x="13" y="243"/>
                    </a:cubicBezTo>
                    <a:cubicBezTo>
                      <a:pt x="10" y="234"/>
                      <a:pt x="11" y="224"/>
                      <a:pt x="13" y="214"/>
                    </a:cubicBezTo>
                    <a:cubicBezTo>
                      <a:pt x="15" y="203"/>
                      <a:pt x="20" y="194"/>
                      <a:pt x="24" y="185"/>
                    </a:cubicBezTo>
                    <a:cubicBezTo>
                      <a:pt x="29" y="175"/>
                      <a:pt x="35" y="167"/>
                      <a:pt x="41" y="158"/>
                    </a:cubicBezTo>
                    <a:cubicBezTo>
                      <a:pt x="44" y="154"/>
                      <a:pt x="46" y="151"/>
                      <a:pt x="49" y="147"/>
                    </a:cubicBezTo>
                    <a:cubicBezTo>
                      <a:pt x="49" y="139"/>
                      <a:pt x="49" y="132"/>
                      <a:pt x="49" y="123"/>
                    </a:cubicBezTo>
                    <a:cubicBezTo>
                      <a:pt x="50" y="111"/>
                      <a:pt x="51" y="99"/>
                      <a:pt x="53" y="87"/>
                    </a:cubicBezTo>
                    <a:cubicBezTo>
                      <a:pt x="49" y="90"/>
                      <a:pt x="46" y="94"/>
                      <a:pt x="43" y="97"/>
                    </a:cubicBezTo>
                    <a:cubicBezTo>
                      <a:pt x="38" y="101"/>
                      <a:pt x="33" y="104"/>
                      <a:pt x="27" y="105"/>
                    </a:cubicBezTo>
                    <a:cubicBezTo>
                      <a:pt x="24" y="106"/>
                      <a:pt x="21" y="107"/>
                      <a:pt x="18" y="106"/>
                    </a:cubicBezTo>
                    <a:cubicBezTo>
                      <a:pt x="14" y="106"/>
                      <a:pt x="12" y="104"/>
                      <a:pt x="9" y="102"/>
                    </a:cubicBezTo>
                    <a:cubicBezTo>
                      <a:pt x="4" y="99"/>
                      <a:pt x="2" y="94"/>
                      <a:pt x="1" y="88"/>
                    </a:cubicBezTo>
                    <a:cubicBezTo>
                      <a:pt x="0" y="85"/>
                      <a:pt x="0" y="82"/>
                      <a:pt x="1" y="79"/>
                    </a:cubicBezTo>
                    <a:cubicBezTo>
                      <a:pt x="1" y="77"/>
                      <a:pt x="1" y="74"/>
                      <a:pt x="2" y="72"/>
                    </a:cubicBezTo>
                    <a:cubicBezTo>
                      <a:pt x="3" y="61"/>
                      <a:pt x="4" y="51"/>
                      <a:pt x="8" y="41"/>
                    </a:cubicBezTo>
                    <a:cubicBezTo>
                      <a:pt x="10" y="34"/>
                      <a:pt x="12" y="29"/>
                      <a:pt x="15" y="23"/>
                    </a:cubicBezTo>
                    <a:cubicBezTo>
                      <a:pt x="17" y="20"/>
                      <a:pt x="18" y="17"/>
                      <a:pt x="20" y="15"/>
                    </a:cubicBezTo>
                    <a:cubicBezTo>
                      <a:pt x="22" y="12"/>
                      <a:pt x="25" y="9"/>
                      <a:pt x="27" y="8"/>
                    </a:cubicBezTo>
                    <a:cubicBezTo>
                      <a:pt x="29" y="7"/>
                      <a:pt x="31" y="6"/>
                      <a:pt x="33" y="6"/>
                    </a:cubicBezTo>
                    <a:cubicBezTo>
                      <a:pt x="35" y="5"/>
                      <a:pt x="37" y="6"/>
                      <a:pt x="39" y="6"/>
                    </a:cubicBezTo>
                    <a:cubicBezTo>
                      <a:pt x="45" y="7"/>
                      <a:pt x="48" y="13"/>
                      <a:pt x="48" y="17"/>
                    </a:cubicBezTo>
                    <a:cubicBezTo>
                      <a:pt x="47" y="22"/>
                      <a:pt x="42" y="27"/>
                      <a:pt x="38" y="27"/>
                    </a:cubicBezTo>
                    <a:cubicBezTo>
                      <a:pt x="37" y="28"/>
                      <a:pt x="36" y="29"/>
                      <a:pt x="35" y="30"/>
                    </a:cubicBezTo>
                    <a:cubicBezTo>
                      <a:pt x="34" y="31"/>
                      <a:pt x="33" y="33"/>
                      <a:pt x="32" y="36"/>
                    </a:cubicBezTo>
                    <a:cubicBezTo>
                      <a:pt x="30" y="39"/>
                      <a:pt x="29" y="43"/>
                      <a:pt x="27" y="47"/>
                    </a:cubicBezTo>
                    <a:cubicBezTo>
                      <a:pt x="26" y="52"/>
                      <a:pt x="25" y="57"/>
                      <a:pt x="24" y="62"/>
                    </a:cubicBezTo>
                    <a:cubicBezTo>
                      <a:pt x="23" y="68"/>
                      <a:pt x="22" y="73"/>
                      <a:pt x="21" y="79"/>
                    </a:cubicBezTo>
                    <a:cubicBezTo>
                      <a:pt x="21" y="80"/>
                      <a:pt x="21" y="83"/>
                      <a:pt x="21" y="84"/>
                    </a:cubicBezTo>
                    <a:cubicBezTo>
                      <a:pt x="21" y="84"/>
                      <a:pt x="21" y="85"/>
                      <a:pt x="21" y="86"/>
                    </a:cubicBezTo>
                    <a:cubicBezTo>
                      <a:pt x="21" y="85"/>
                      <a:pt x="21" y="85"/>
                      <a:pt x="21" y="85"/>
                    </a:cubicBezTo>
                    <a:lnTo>
                      <a:pt x="21" y="86"/>
                    </a:lnTo>
                    <a:cubicBezTo>
                      <a:pt x="22" y="86"/>
                      <a:pt x="22" y="86"/>
                      <a:pt x="23" y="85"/>
                    </a:cubicBezTo>
                    <a:lnTo>
                      <a:pt x="24" y="85"/>
                    </a:lnTo>
                    <a:cubicBezTo>
                      <a:pt x="23" y="85"/>
                      <a:pt x="23" y="85"/>
                      <a:pt x="23" y="85"/>
                    </a:cubicBezTo>
                    <a:cubicBezTo>
                      <a:pt x="23" y="85"/>
                      <a:pt x="24" y="85"/>
                      <a:pt x="24" y="84"/>
                    </a:cubicBezTo>
                    <a:cubicBezTo>
                      <a:pt x="25" y="84"/>
                      <a:pt x="26" y="83"/>
                      <a:pt x="27" y="83"/>
                    </a:cubicBezTo>
                    <a:cubicBezTo>
                      <a:pt x="28" y="81"/>
                      <a:pt x="30" y="80"/>
                      <a:pt x="32" y="79"/>
                    </a:cubicBezTo>
                    <a:cubicBezTo>
                      <a:pt x="35" y="76"/>
                      <a:pt x="38" y="73"/>
                      <a:pt x="41" y="70"/>
                    </a:cubicBezTo>
                    <a:cubicBezTo>
                      <a:pt x="45" y="65"/>
                      <a:pt x="49" y="60"/>
                      <a:pt x="52" y="55"/>
                    </a:cubicBezTo>
                    <a:cubicBezTo>
                      <a:pt x="58" y="45"/>
                      <a:pt x="64" y="35"/>
                      <a:pt x="69" y="24"/>
                    </a:cubicBezTo>
                    <a:cubicBezTo>
                      <a:pt x="71" y="18"/>
                      <a:pt x="74" y="12"/>
                      <a:pt x="77" y="6"/>
                    </a:cubicBezTo>
                    <a:cubicBezTo>
                      <a:pt x="80" y="2"/>
                      <a:pt x="85" y="0"/>
                      <a:pt x="90" y="2"/>
                    </a:cubicBezTo>
                    <a:cubicBezTo>
                      <a:pt x="95" y="3"/>
                      <a:pt x="97" y="9"/>
                      <a:pt x="96" y="14"/>
                    </a:cubicBezTo>
                    <a:cubicBezTo>
                      <a:pt x="95" y="18"/>
                      <a:pt x="92" y="22"/>
                      <a:pt x="91" y="26"/>
                    </a:cubicBezTo>
                    <a:cubicBezTo>
                      <a:pt x="90" y="27"/>
                      <a:pt x="89" y="29"/>
                      <a:pt x="89" y="29"/>
                    </a:cubicBezTo>
                    <a:cubicBezTo>
                      <a:pt x="87" y="36"/>
                      <a:pt x="84" y="44"/>
                      <a:pt x="82" y="51"/>
                    </a:cubicBezTo>
                    <a:cubicBezTo>
                      <a:pt x="78" y="61"/>
                      <a:pt x="76" y="72"/>
                      <a:pt x="73" y="83"/>
                    </a:cubicBezTo>
                    <a:cubicBezTo>
                      <a:pt x="71" y="95"/>
                      <a:pt x="70" y="109"/>
                      <a:pt x="69" y="122"/>
                    </a:cubicBezTo>
                    <a:cubicBezTo>
                      <a:pt x="69" y="123"/>
                      <a:pt x="69" y="123"/>
                      <a:pt x="69" y="125"/>
                    </a:cubicBezTo>
                    <a:cubicBezTo>
                      <a:pt x="74" y="119"/>
                      <a:pt x="78" y="114"/>
                      <a:pt x="83" y="108"/>
                    </a:cubicBezTo>
                    <a:lnTo>
                      <a:pt x="83" y="109"/>
                    </a:lnTo>
                    <a:lnTo>
                      <a:pt x="83" y="108"/>
                    </a:lnTo>
                    <a:cubicBezTo>
                      <a:pt x="89" y="101"/>
                      <a:pt x="96" y="94"/>
                      <a:pt x="103" y="87"/>
                    </a:cubicBezTo>
                    <a:cubicBezTo>
                      <a:pt x="113" y="76"/>
                      <a:pt x="123" y="65"/>
                      <a:pt x="133" y="54"/>
                    </a:cubicBezTo>
                    <a:cubicBezTo>
                      <a:pt x="136" y="51"/>
                      <a:pt x="142" y="51"/>
                      <a:pt x="145" y="54"/>
                    </a:cubicBezTo>
                    <a:cubicBezTo>
                      <a:pt x="149" y="58"/>
                      <a:pt x="149" y="63"/>
                      <a:pt x="145" y="67"/>
                    </a:cubicBezTo>
                    <a:cubicBezTo>
                      <a:pt x="130" y="85"/>
                      <a:pt x="113" y="102"/>
                      <a:pt x="97" y="121"/>
                    </a:cubicBezTo>
                    <a:cubicBezTo>
                      <a:pt x="98" y="121"/>
                      <a:pt x="98" y="121"/>
                      <a:pt x="98" y="121"/>
                    </a:cubicBezTo>
                    <a:cubicBezTo>
                      <a:pt x="91" y="128"/>
                      <a:pt x="85" y="135"/>
                      <a:pt x="78" y="143"/>
                    </a:cubicBezTo>
                    <a:cubicBezTo>
                      <a:pt x="76" y="146"/>
                      <a:pt x="73" y="149"/>
                      <a:pt x="70" y="152"/>
                    </a:cubicBezTo>
                    <a:cubicBezTo>
                      <a:pt x="70" y="153"/>
                      <a:pt x="69" y="153"/>
                      <a:pt x="69" y="154"/>
                    </a:cubicBezTo>
                    <a:cubicBezTo>
                      <a:pt x="69" y="165"/>
                      <a:pt x="69" y="176"/>
                      <a:pt x="70" y="188"/>
                    </a:cubicBezTo>
                    <a:cubicBezTo>
                      <a:pt x="70" y="199"/>
                      <a:pt x="70" y="209"/>
                      <a:pt x="70" y="220"/>
                    </a:cubicBezTo>
                    <a:cubicBezTo>
                      <a:pt x="70" y="225"/>
                      <a:pt x="70" y="229"/>
                      <a:pt x="69" y="235"/>
                    </a:cubicBezTo>
                    <a:cubicBezTo>
                      <a:pt x="68" y="241"/>
                      <a:pt x="67" y="248"/>
                      <a:pt x="63" y="253"/>
                    </a:cubicBezTo>
                    <a:cubicBezTo>
                      <a:pt x="59" y="257"/>
                      <a:pt x="55" y="262"/>
                      <a:pt x="49" y="264"/>
                    </a:cubicBezTo>
                    <a:cubicBezTo>
                      <a:pt x="46" y="264"/>
                      <a:pt x="44" y="265"/>
                      <a:pt x="41" y="265"/>
                    </a:cubicBezTo>
                    <a:cubicBezTo>
                      <a:pt x="37" y="265"/>
                      <a:pt x="34" y="264"/>
                      <a:pt x="31" y="2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1" name="Google Shape;3101;p32"/>
              <p:cNvSpPr/>
              <p:nvPr/>
            </p:nvSpPr>
            <p:spPr>
              <a:xfrm>
                <a:off x="668520" y="3280680"/>
                <a:ext cx="41760" cy="4392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122" extrusionOk="0">
                    <a:moveTo>
                      <a:pt x="97" y="119"/>
                    </a:moveTo>
                    <a:cubicBezTo>
                      <a:pt x="92" y="116"/>
                      <a:pt x="87" y="112"/>
                      <a:pt x="83" y="109"/>
                    </a:cubicBezTo>
                    <a:cubicBezTo>
                      <a:pt x="78" y="105"/>
                      <a:pt x="73" y="102"/>
                      <a:pt x="69" y="98"/>
                    </a:cubicBezTo>
                    <a:cubicBezTo>
                      <a:pt x="60" y="90"/>
                      <a:pt x="52" y="82"/>
                      <a:pt x="45" y="74"/>
                    </a:cubicBezTo>
                    <a:cubicBezTo>
                      <a:pt x="38" y="66"/>
                      <a:pt x="31" y="57"/>
                      <a:pt x="24" y="49"/>
                    </a:cubicBezTo>
                    <a:cubicBezTo>
                      <a:pt x="18" y="40"/>
                      <a:pt x="11" y="31"/>
                      <a:pt x="5" y="21"/>
                    </a:cubicBezTo>
                    <a:cubicBezTo>
                      <a:pt x="4" y="19"/>
                      <a:pt x="4" y="19"/>
                      <a:pt x="3" y="18"/>
                    </a:cubicBezTo>
                    <a:cubicBezTo>
                      <a:pt x="0" y="12"/>
                      <a:pt x="2" y="6"/>
                      <a:pt x="7" y="3"/>
                    </a:cubicBezTo>
                    <a:cubicBezTo>
                      <a:pt x="11" y="0"/>
                      <a:pt x="18" y="2"/>
                      <a:pt x="21" y="7"/>
                    </a:cubicBezTo>
                    <a:cubicBezTo>
                      <a:pt x="25" y="15"/>
                      <a:pt x="30" y="22"/>
                      <a:pt x="35" y="29"/>
                    </a:cubicBezTo>
                    <a:cubicBezTo>
                      <a:pt x="39" y="34"/>
                      <a:pt x="42" y="39"/>
                      <a:pt x="46" y="44"/>
                    </a:cubicBezTo>
                    <a:cubicBezTo>
                      <a:pt x="49" y="49"/>
                      <a:pt x="53" y="53"/>
                      <a:pt x="56" y="57"/>
                    </a:cubicBezTo>
                    <a:cubicBezTo>
                      <a:pt x="60" y="61"/>
                      <a:pt x="63" y="65"/>
                      <a:pt x="67" y="69"/>
                    </a:cubicBezTo>
                    <a:cubicBezTo>
                      <a:pt x="72" y="73"/>
                      <a:pt x="76" y="77"/>
                      <a:pt x="80" y="81"/>
                    </a:cubicBezTo>
                    <a:cubicBezTo>
                      <a:pt x="84" y="85"/>
                      <a:pt x="89" y="88"/>
                      <a:pt x="94" y="92"/>
                    </a:cubicBezTo>
                    <a:cubicBezTo>
                      <a:pt x="99" y="96"/>
                      <a:pt x="104" y="99"/>
                      <a:pt x="109" y="103"/>
                    </a:cubicBezTo>
                    <a:cubicBezTo>
                      <a:pt x="114" y="106"/>
                      <a:pt x="115" y="113"/>
                      <a:pt x="111" y="117"/>
                    </a:cubicBezTo>
                    <a:cubicBezTo>
                      <a:pt x="109" y="120"/>
                      <a:pt x="106" y="121"/>
                      <a:pt x="103" y="121"/>
                    </a:cubicBezTo>
                    <a:cubicBezTo>
                      <a:pt x="101" y="121"/>
                      <a:pt x="99" y="120"/>
                      <a:pt x="97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2" name="Google Shape;3102;p32"/>
              <p:cNvSpPr/>
              <p:nvPr/>
            </p:nvSpPr>
            <p:spPr>
              <a:xfrm>
                <a:off x="681840" y="3279600"/>
                <a:ext cx="43200" cy="4176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16" extrusionOk="0">
                    <a:moveTo>
                      <a:pt x="5" y="113"/>
                    </a:moveTo>
                    <a:cubicBezTo>
                      <a:pt x="1" y="109"/>
                      <a:pt x="0" y="103"/>
                      <a:pt x="3" y="99"/>
                    </a:cubicBezTo>
                    <a:cubicBezTo>
                      <a:pt x="8" y="92"/>
                      <a:pt x="14" y="85"/>
                      <a:pt x="19" y="79"/>
                    </a:cubicBezTo>
                    <a:cubicBezTo>
                      <a:pt x="19" y="78"/>
                      <a:pt x="20" y="78"/>
                      <a:pt x="20" y="78"/>
                    </a:cubicBezTo>
                    <a:cubicBezTo>
                      <a:pt x="31" y="66"/>
                      <a:pt x="42" y="53"/>
                      <a:pt x="54" y="41"/>
                    </a:cubicBezTo>
                    <a:cubicBezTo>
                      <a:pt x="60" y="34"/>
                      <a:pt x="67" y="28"/>
                      <a:pt x="73" y="22"/>
                    </a:cubicBezTo>
                    <a:cubicBezTo>
                      <a:pt x="78" y="17"/>
                      <a:pt x="83" y="13"/>
                      <a:pt x="88" y="8"/>
                    </a:cubicBezTo>
                    <a:cubicBezTo>
                      <a:pt x="92" y="6"/>
                      <a:pt x="96" y="2"/>
                      <a:pt x="100" y="1"/>
                    </a:cubicBezTo>
                    <a:cubicBezTo>
                      <a:pt x="103" y="0"/>
                      <a:pt x="105" y="0"/>
                      <a:pt x="107" y="0"/>
                    </a:cubicBezTo>
                    <a:cubicBezTo>
                      <a:pt x="108" y="0"/>
                      <a:pt x="109" y="0"/>
                      <a:pt x="109" y="0"/>
                    </a:cubicBezTo>
                    <a:cubicBezTo>
                      <a:pt x="114" y="1"/>
                      <a:pt x="119" y="6"/>
                      <a:pt x="118" y="13"/>
                    </a:cubicBezTo>
                    <a:cubicBezTo>
                      <a:pt x="117" y="18"/>
                      <a:pt x="111" y="22"/>
                      <a:pt x="106" y="21"/>
                    </a:cubicBezTo>
                    <a:cubicBezTo>
                      <a:pt x="105" y="22"/>
                      <a:pt x="104" y="22"/>
                      <a:pt x="103" y="23"/>
                    </a:cubicBezTo>
                    <a:cubicBezTo>
                      <a:pt x="100" y="25"/>
                      <a:pt x="96" y="28"/>
                      <a:pt x="93" y="31"/>
                    </a:cubicBezTo>
                    <a:cubicBezTo>
                      <a:pt x="88" y="35"/>
                      <a:pt x="83" y="39"/>
                      <a:pt x="79" y="44"/>
                    </a:cubicBezTo>
                    <a:cubicBezTo>
                      <a:pt x="74" y="49"/>
                      <a:pt x="68" y="55"/>
                      <a:pt x="63" y="60"/>
                    </a:cubicBezTo>
                    <a:cubicBezTo>
                      <a:pt x="53" y="70"/>
                      <a:pt x="43" y="81"/>
                      <a:pt x="33" y="92"/>
                    </a:cubicBezTo>
                    <a:lnTo>
                      <a:pt x="34" y="91"/>
                    </a:lnTo>
                    <a:cubicBezTo>
                      <a:pt x="28" y="98"/>
                      <a:pt x="23" y="104"/>
                      <a:pt x="18" y="111"/>
                    </a:cubicBezTo>
                    <a:cubicBezTo>
                      <a:pt x="16" y="113"/>
                      <a:pt x="14" y="115"/>
                      <a:pt x="11" y="115"/>
                    </a:cubicBezTo>
                    <a:cubicBezTo>
                      <a:pt x="8" y="115"/>
                      <a:pt x="7" y="114"/>
                      <a:pt x="5" y="1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3" name="Google Shape;3103;p32"/>
              <p:cNvSpPr/>
              <p:nvPr/>
            </p:nvSpPr>
            <p:spPr>
              <a:xfrm>
                <a:off x="705960" y="3288240"/>
                <a:ext cx="63720" cy="94320"/>
              </a:xfrm>
              <a:custGeom>
                <a:avLst/>
                <a:gdLst/>
                <a:ahLst/>
                <a:cxnLst/>
                <a:rect l="l" t="t" r="r" b="b"/>
                <a:pathLst>
                  <a:path w="177" h="262" extrusionOk="0">
                    <a:moveTo>
                      <a:pt x="7" y="260"/>
                    </a:moveTo>
                    <a:cubicBezTo>
                      <a:pt x="2" y="257"/>
                      <a:pt x="0" y="250"/>
                      <a:pt x="2" y="246"/>
                    </a:cubicBezTo>
                    <a:cubicBezTo>
                      <a:pt x="28" y="208"/>
                      <a:pt x="52" y="171"/>
                      <a:pt x="76" y="132"/>
                    </a:cubicBezTo>
                    <a:cubicBezTo>
                      <a:pt x="88" y="114"/>
                      <a:pt x="99" y="96"/>
                      <a:pt x="110" y="77"/>
                    </a:cubicBezTo>
                    <a:cubicBezTo>
                      <a:pt x="116" y="69"/>
                      <a:pt x="120" y="61"/>
                      <a:pt x="125" y="52"/>
                    </a:cubicBezTo>
                    <a:cubicBezTo>
                      <a:pt x="131" y="43"/>
                      <a:pt x="137" y="33"/>
                      <a:pt x="143" y="23"/>
                    </a:cubicBezTo>
                    <a:cubicBezTo>
                      <a:pt x="146" y="19"/>
                      <a:pt x="148" y="16"/>
                      <a:pt x="150" y="12"/>
                    </a:cubicBezTo>
                    <a:cubicBezTo>
                      <a:pt x="154" y="7"/>
                      <a:pt x="158" y="1"/>
                      <a:pt x="165" y="1"/>
                    </a:cubicBezTo>
                    <a:cubicBezTo>
                      <a:pt x="170" y="0"/>
                      <a:pt x="175" y="4"/>
                      <a:pt x="176" y="10"/>
                    </a:cubicBezTo>
                    <a:cubicBezTo>
                      <a:pt x="176" y="14"/>
                      <a:pt x="174" y="18"/>
                      <a:pt x="171" y="20"/>
                    </a:cubicBezTo>
                    <a:cubicBezTo>
                      <a:pt x="165" y="27"/>
                      <a:pt x="160" y="35"/>
                      <a:pt x="155" y="43"/>
                    </a:cubicBezTo>
                    <a:cubicBezTo>
                      <a:pt x="149" y="51"/>
                      <a:pt x="144" y="60"/>
                      <a:pt x="139" y="68"/>
                    </a:cubicBezTo>
                    <a:cubicBezTo>
                      <a:pt x="133" y="78"/>
                      <a:pt x="127" y="88"/>
                      <a:pt x="121" y="97"/>
                    </a:cubicBezTo>
                    <a:cubicBezTo>
                      <a:pt x="110" y="116"/>
                      <a:pt x="98" y="134"/>
                      <a:pt x="86" y="152"/>
                    </a:cubicBezTo>
                    <a:cubicBezTo>
                      <a:pt x="75" y="169"/>
                      <a:pt x="64" y="186"/>
                      <a:pt x="53" y="203"/>
                    </a:cubicBezTo>
                    <a:cubicBezTo>
                      <a:pt x="41" y="220"/>
                      <a:pt x="30" y="238"/>
                      <a:pt x="20" y="256"/>
                    </a:cubicBezTo>
                    <a:cubicBezTo>
                      <a:pt x="18" y="259"/>
                      <a:pt x="15" y="261"/>
                      <a:pt x="11" y="261"/>
                    </a:cubicBezTo>
                    <a:cubicBezTo>
                      <a:pt x="9" y="261"/>
                      <a:pt x="8" y="260"/>
                      <a:pt x="7" y="2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4" name="Google Shape;3104;p32"/>
              <p:cNvSpPr/>
              <p:nvPr/>
            </p:nvSpPr>
            <p:spPr>
              <a:xfrm>
                <a:off x="740520" y="3305160"/>
                <a:ext cx="45000" cy="7776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216" extrusionOk="0">
                    <a:moveTo>
                      <a:pt x="48" y="215"/>
                    </a:moveTo>
                    <a:cubicBezTo>
                      <a:pt x="42" y="214"/>
                      <a:pt x="39" y="207"/>
                      <a:pt x="41" y="201"/>
                    </a:cubicBezTo>
                    <a:cubicBezTo>
                      <a:pt x="43" y="196"/>
                      <a:pt x="45" y="190"/>
                      <a:pt x="47" y="185"/>
                    </a:cubicBezTo>
                    <a:cubicBezTo>
                      <a:pt x="53" y="165"/>
                      <a:pt x="59" y="144"/>
                      <a:pt x="67" y="123"/>
                    </a:cubicBezTo>
                    <a:cubicBezTo>
                      <a:pt x="67" y="122"/>
                      <a:pt x="68" y="119"/>
                      <a:pt x="69" y="117"/>
                    </a:cubicBezTo>
                    <a:cubicBezTo>
                      <a:pt x="64" y="120"/>
                      <a:pt x="59" y="123"/>
                      <a:pt x="54" y="126"/>
                    </a:cubicBezTo>
                    <a:cubicBezTo>
                      <a:pt x="47" y="130"/>
                      <a:pt x="40" y="134"/>
                      <a:pt x="32" y="138"/>
                    </a:cubicBezTo>
                    <a:cubicBezTo>
                      <a:pt x="26" y="140"/>
                      <a:pt x="20" y="143"/>
                      <a:pt x="13" y="142"/>
                    </a:cubicBezTo>
                    <a:cubicBezTo>
                      <a:pt x="10" y="142"/>
                      <a:pt x="8" y="141"/>
                      <a:pt x="6" y="139"/>
                    </a:cubicBezTo>
                    <a:cubicBezTo>
                      <a:pt x="4" y="137"/>
                      <a:pt x="2" y="134"/>
                      <a:pt x="1" y="132"/>
                    </a:cubicBezTo>
                    <a:cubicBezTo>
                      <a:pt x="0" y="127"/>
                      <a:pt x="1" y="123"/>
                      <a:pt x="3" y="119"/>
                    </a:cubicBezTo>
                    <a:cubicBezTo>
                      <a:pt x="4" y="116"/>
                      <a:pt x="6" y="114"/>
                      <a:pt x="6" y="112"/>
                    </a:cubicBezTo>
                    <a:cubicBezTo>
                      <a:pt x="8" y="107"/>
                      <a:pt x="10" y="103"/>
                      <a:pt x="12" y="98"/>
                    </a:cubicBezTo>
                    <a:cubicBezTo>
                      <a:pt x="15" y="90"/>
                      <a:pt x="19" y="81"/>
                      <a:pt x="23" y="73"/>
                    </a:cubicBezTo>
                    <a:cubicBezTo>
                      <a:pt x="27" y="64"/>
                      <a:pt x="31" y="56"/>
                      <a:pt x="36" y="47"/>
                    </a:cubicBezTo>
                    <a:cubicBezTo>
                      <a:pt x="39" y="41"/>
                      <a:pt x="43" y="35"/>
                      <a:pt x="47" y="29"/>
                    </a:cubicBezTo>
                    <a:cubicBezTo>
                      <a:pt x="50" y="24"/>
                      <a:pt x="54" y="18"/>
                      <a:pt x="59" y="14"/>
                    </a:cubicBezTo>
                    <a:cubicBezTo>
                      <a:pt x="63" y="10"/>
                      <a:pt x="67" y="6"/>
                      <a:pt x="73" y="3"/>
                    </a:cubicBezTo>
                    <a:cubicBezTo>
                      <a:pt x="78" y="0"/>
                      <a:pt x="84" y="2"/>
                      <a:pt x="87" y="7"/>
                    </a:cubicBezTo>
                    <a:cubicBezTo>
                      <a:pt x="90" y="11"/>
                      <a:pt x="88" y="18"/>
                      <a:pt x="84" y="21"/>
                    </a:cubicBezTo>
                    <a:cubicBezTo>
                      <a:pt x="82" y="22"/>
                      <a:pt x="81" y="23"/>
                      <a:pt x="80" y="24"/>
                    </a:cubicBezTo>
                    <a:cubicBezTo>
                      <a:pt x="78" y="25"/>
                      <a:pt x="75" y="27"/>
                      <a:pt x="74" y="28"/>
                    </a:cubicBezTo>
                    <a:cubicBezTo>
                      <a:pt x="73" y="29"/>
                      <a:pt x="71" y="31"/>
                      <a:pt x="70" y="32"/>
                    </a:cubicBezTo>
                    <a:cubicBezTo>
                      <a:pt x="67" y="35"/>
                      <a:pt x="66" y="38"/>
                      <a:pt x="63" y="41"/>
                    </a:cubicBezTo>
                    <a:lnTo>
                      <a:pt x="64" y="41"/>
                    </a:lnTo>
                    <a:cubicBezTo>
                      <a:pt x="57" y="51"/>
                      <a:pt x="50" y="62"/>
                      <a:pt x="45" y="73"/>
                    </a:cubicBezTo>
                    <a:cubicBezTo>
                      <a:pt x="40" y="81"/>
                      <a:pt x="37" y="89"/>
                      <a:pt x="33" y="98"/>
                    </a:cubicBezTo>
                    <a:cubicBezTo>
                      <a:pt x="31" y="105"/>
                      <a:pt x="28" y="112"/>
                      <a:pt x="25" y="119"/>
                    </a:cubicBezTo>
                    <a:cubicBezTo>
                      <a:pt x="28" y="118"/>
                      <a:pt x="30" y="116"/>
                      <a:pt x="33" y="115"/>
                    </a:cubicBezTo>
                    <a:cubicBezTo>
                      <a:pt x="38" y="112"/>
                      <a:pt x="43" y="109"/>
                      <a:pt x="49" y="106"/>
                    </a:cubicBezTo>
                    <a:cubicBezTo>
                      <a:pt x="54" y="103"/>
                      <a:pt x="60" y="99"/>
                      <a:pt x="66" y="96"/>
                    </a:cubicBezTo>
                    <a:cubicBezTo>
                      <a:pt x="68" y="94"/>
                      <a:pt x="71" y="92"/>
                      <a:pt x="74" y="90"/>
                    </a:cubicBezTo>
                    <a:cubicBezTo>
                      <a:pt x="76" y="88"/>
                      <a:pt x="78" y="86"/>
                      <a:pt x="81" y="84"/>
                    </a:cubicBezTo>
                    <a:cubicBezTo>
                      <a:pt x="82" y="83"/>
                      <a:pt x="83" y="82"/>
                      <a:pt x="84" y="81"/>
                    </a:cubicBezTo>
                    <a:cubicBezTo>
                      <a:pt x="84" y="80"/>
                      <a:pt x="85" y="78"/>
                      <a:pt x="85" y="77"/>
                    </a:cubicBezTo>
                    <a:cubicBezTo>
                      <a:pt x="88" y="71"/>
                      <a:pt x="92" y="65"/>
                      <a:pt x="96" y="58"/>
                    </a:cubicBezTo>
                    <a:cubicBezTo>
                      <a:pt x="97" y="56"/>
                      <a:pt x="99" y="53"/>
                      <a:pt x="101" y="51"/>
                    </a:cubicBezTo>
                    <a:cubicBezTo>
                      <a:pt x="103" y="49"/>
                      <a:pt x="105" y="46"/>
                      <a:pt x="108" y="45"/>
                    </a:cubicBezTo>
                    <a:cubicBezTo>
                      <a:pt x="111" y="44"/>
                      <a:pt x="114" y="43"/>
                      <a:pt x="117" y="45"/>
                    </a:cubicBezTo>
                    <a:cubicBezTo>
                      <a:pt x="121" y="46"/>
                      <a:pt x="123" y="49"/>
                      <a:pt x="124" y="53"/>
                    </a:cubicBezTo>
                    <a:cubicBezTo>
                      <a:pt x="124" y="55"/>
                      <a:pt x="124" y="58"/>
                      <a:pt x="123" y="60"/>
                    </a:cubicBezTo>
                    <a:cubicBezTo>
                      <a:pt x="123" y="62"/>
                      <a:pt x="122" y="64"/>
                      <a:pt x="121" y="65"/>
                    </a:cubicBezTo>
                    <a:cubicBezTo>
                      <a:pt x="120" y="67"/>
                      <a:pt x="119" y="70"/>
                      <a:pt x="117" y="72"/>
                    </a:cubicBezTo>
                    <a:cubicBezTo>
                      <a:pt x="114" y="77"/>
                      <a:pt x="111" y="81"/>
                      <a:pt x="107" y="85"/>
                    </a:cubicBezTo>
                    <a:cubicBezTo>
                      <a:pt x="105" y="88"/>
                      <a:pt x="103" y="90"/>
                      <a:pt x="101" y="92"/>
                    </a:cubicBezTo>
                    <a:cubicBezTo>
                      <a:pt x="100" y="95"/>
                      <a:pt x="99" y="97"/>
                      <a:pt x="98" y="99"/>
                    </a:cubicBezTo>
                    <a:cubicBezTo>
                      <a:pt x="96" y="104"/>
                      <a:pt x="94" y="108"/>
                      <a:pt x="92" y="112"/>
                    </a:cubicBezTo>
                    <a:cubicBezTo>
                      <a:pt x="89" y="120"/>
                      <a:pt x="85" y="129"/>
                      <a:pt x="82" y="138"/>
                    </a:cubicBezTo>
                    <a:cubicBezTo>
                      <a:pt x="75" y="161"/>
                      <a:pt x="68" y="185"/>
                      <a:pt x="61" y="208"/>
                    </a:cubicBezTo>
                    <a:cubicBezTo>
                      <a:pt x="59" y="212"/>
                      <a:pt x="56" y="215"/>
                      <a:pt x="51" y="215"/>
                    </a:cubicBezTo>
                    <a:cubicBezTo>
                      <a:pt x="50" y="215"/>
                      <a:pt x="49" y="215"/>
                      <a:pt x="48" y="2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5" name="Google Shape;3105;p32"/>
              <p:cNvSpPr/>
              <p:nvPr/>
            </p:nvSpPr>
            <p:spPr>
              <a:xfrm>
                <a:off x="881280" y="3288240"/>
                <a:ext cx="42120" cy="5616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156" extrusionOk="0">
                    <a:moveTo>
                      <a:pt x="98" y="152"/>
                    </a:moveTo>
                    <a:cubicBezTo>
                      <a:pt x="91" y="145"/>
                      <a:pt x="84" y="139"/>
                      <a:pt x="77" y="132"/>
                    </a:cubicBezTo>
                    <a:cubicBezTo>
                      <a:pt x="71" y="126"/>
                      <a:pt x="64" y="120"/>
                      <a:pt x="58" y="113"/>
                    </a:cubicBezTo>
                    <a:cubicBezTo>
                      <a:pt x="54" y="109"/>
                      <a:pt x="50" y="105"/>
                      <a:pt x="47" y="101"/>
                    </a:cubicBezTo>
                    <a:cubicBezTo>
                      <a:pt x="40" y="93"/>
                      <a:pt x="33" y="86"/>
                      <a:pt x="28" y="78"/>
                    </a:cubicBezTo>
                    <a:cubicBezTo>
                      <a:pt x="21" y="68"/>
                      <a:pt x="14" y="57"/>
                      <a:pt x="9" y="46"/>
                    </a:cubicBezTo>
                    <a:cubicBezTo>
                      <a:pt x="7" y="40"/>
                      <a:pt x="5" y="34"/>
                      <a:pt x="3" y="28"/>
                    </a:cubicBezTo>
                    <a:cubicBezTo>
                      <a:pt x="1" y="24"/>
                      <a:pt x="0" y="19"/>
                      <a:pt x="0" y="14"/>
                    </a:cubicBezTo>
                    <a:cubicBezTo>
                      <a:pt x="0" y="13"/>
                      <a:pt x="0" y="12"/>
                      <a:pt x="0" y="11"/>
                    </a:cubicBezTo>
                    <a:cubicBezTo>
                      <a:pt x="0" y="10"/>
                      <a:pt x="0" y="9"/>
                      <a:pt x="0" y="8"/>
                    </a:cubicBezTo>
                    <a:lnTo>
                      <a:pt x="0" y="9"/>
                    </a:lnTo>
                    <a:cubicBezTo>
                      <a:pt x="1" y="4"/>
                      <a:pt x="7" y="0"/>
                      <a:pt x="11" y="1"/>
                    </a:cubicBezTo>
                    <a:cubicBezTo>
                      <a:pt x="17" y="1"/>
                      <a:pt x="21" y="6"/>
                      <a:pt x="21" y="11"/>
                    </a:cubicBezTo>
                    <a:cubicBezTo>
                      <a:pt x="21" y="14"/>
                      <a:pt x="22" y="17"/>
                      <a:pt x="22" y="19"/>
                    </a:cubicBezTo>
                    <a:cubicBezTo>
                      <a:pt x="24" y="24"/>
                      <a:pt x="25" y="28"/>
                      <a:pt x="26" y="33"/>
                    </a:cubicBezTo>
                    <a:cubicBezTo>
                      <a:pt x="28" y="38"/>
                      <a:pt x="30" y="42"/>
                      <a:pt x="32" y="46"/>
                    </a:cubicBezTo>
                    <a:cubicBezTo>
                      <a:pt x="35" y="53"/>
                      <a:pt x="39" y="58"/>
                      <a:pt x="43" y="65"/>
                    </a:cubicBezTo>
                    <a:cubicBezTo>
                      <a:pt x="43" y="64"/>
                      <a:pt x="43" y="64"/>
                      <a:pt x="42" y="64"/>
                    </a:cubicBezTo>
                    <a:cubicBezTo>
                      <a:pt x="48" y="72"/>
                      <a:pt x="54" y="79"/>
                      <a:pt x="60" y="86"/>
                    </a:cubicBezTo>
                    <a:cubicBezTo>
                      <a:pt x="68" y="95"/>
                      <a:pt x="75" y="103"/>
                      <a:pt x="84" y="112"/>
                    </a:cubicBezTo>
                    <a:cubicBezTo>
                      <a:pt x="92" y="120"/>
                      <a:pt x="100" y="127"/>
                      <a:pt x="109" y="135"/>
                    </a:cubicBezTo>
                    <a:lnTo>
                      <a:pt x="108" y="135"/>
                    </a:lnTo>
                    <a:cubicBezTo>
                      <a:pt x="109" y="135"/>
                      <a:pt x="110" y="136"/>
                      <a:pt x="111" y="137"/>
                    </a:cubicBezTo>
                    <a:cubicBezTo>
                      <a:pt x="115" y="141"/>
                      <a:pt x="116" y="146"/>
                      <a:pt x="113" y="151"/>
                    </a:cubicBezTo>
                    <a:cubicBezTo>
                      <a:pt x="110" y="153"/>
                      <a:pt x="107" y="155"/>
                      <a:pt x="104" y="155"/>
                    </a:cubicBezTo>
                    <a:cubicBezTo>
                      <a:pt x="102" y="155"/>
                      <a:pt x="100" y="153"/>
                      <a:pt x="98" y="1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6" name="Google Shape;3106;p32"/>
              <p:cNvSpPr/>
              <p:nvPr/>
            </p:nvSpPr>
            <p:spPr>
              <a:xfrm>
                <a:off x="879840" y="3295800"/>
                <a:ext cx="56520" cy="61920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72" extrusionOk="0">
                    <a:moveTo>
                      <a:pt x="7" y="170"/>
                    </a:moveTo>
                    <a:cubicBezTo>
                      <a:pt x="2" y="168"/>
                      <a:pt x="0" y="162"/>
                      <a:pt x="3" y="158"/>
                    </a:cubicBezTo>
                    <a:cubicBezTo>
                      <a:pt x="15" y="138"/>
                      <a:pt x="28" y="120"/>
                      <a:pt x="42" y="101"/>
                    </a:cubicBezTo>
                    <a:cubicBezTo>
                      <a:pt x="55" y="83"/>
                      <a:pt x="70" y="66"/>
                      <a:pt x="85" y="49"/>
                    </a:cubicBezTo>
                    <a:cubicBezTo>
                      <a:pt x="90" y="42"/>
                      <a:pt x="96" y="36"/>
                      <a:pt x="102" y="30"/>
                    </a:cubicBezTo>
                    <a:cubicBezTo>
                      <a:pt x="108" y="22"/>
                      <a:pt x="115" y="15"/>
                      <a:pt x="123" y="10"/>
                    </a:cubicBezTo>
                    <a:cubicBezTo>
                      <a:pt x="129" y="4"/>
                      <a:pt x="138" y="0"/>
                      <a:pt x="146" y="1"/>
                    </a:cubicBezTo>
                    <a:cubicBezTo>
                      <a:pt x="152" y="3"/>
                      <a:pt x="156" y="7"/>
                      <a:pt x="156" y="14"/>
                    </a:cubicBezTo>
                    <a:cubicBezTo>
                      <a:pt x="155" y="20"/>
                      <a:pt x="148" y="24"/>
                      <a:pt x="142" y="22"/>
                    </a:cubicBezTo>
                    <a:lnTo>
                      <a:pt x="142" y="23"/>
                    </a:lnTo>
                    <a:cubicBezTo>
                      <a:pt x="141" y="23"/>
                      <a:pt x="141" y="23"/>
                      <a:pt x="141" y="24"/>
                    </a:cubicBezTo>
                    <a:cubicBezTo>
                      <a:pt x="139" y="24"/>
                      <a:pt x="138" y="25"/>
                      <a:pt x="136" y="26"/>
                    </a:cubicBezTo>
                    <a:cubicBezTo>
                      <a:pt x="134" y="28"/>
                      <a:pt x="131" y="30"/>
                      <a:pt x="128" y="32"/>
                    </a:cubicBezTo>
                    <a:lnTo>
                      <a:pt x="129" y="32"/>
                    </a:lnTo>
                    <a:cubicBezTo>
                      <a:pt x="118" y="41"/>
                      <a:pt x="110" y="51"/>
                      <a:pt x="100" y="61"/>
                    </a:cubicBezTo>
                    <a:cubicBezTo>
                      <a:pt x="97" y="65"/>
                      <a:pt x="93" y="69"/>
                      <a:pt x="90" y="73"/>
                    </a:cubicBezTo>
                    <a:cubicBezTo>
                      <a:pt x="84" y="80"/>
                      <a:pt x="78" y="87"/>
                      <a:pt x="72" y="95"/>
                    </a:cubicBezTo>
                    <a:cubicBezTo>
                      <a:pt x="65" y="103"/>
                      <a:pt x="59" y="111"/>
                      <a:pt x="53" y="119"/>
                    </a:cubicBezTo>
                    <a:cubicBezTo>
                      <a:pt x="47" y="126"/>
                      <a:pt x="42" y="134"/>
                      <a:pt x="37" y="141"/>
                    </a:cubicBezTo>
                    <a:cubicBezTo>
                      <a:pt x="30" y="150"/>
                      <a:pt x="25" y="159"/>
                      <a:pt x="19" y="168"/>
                    </a:cubicBezTo>
                    <a:cubicBezTo>
                      <a:pt x="17" y="170"/>
                      <a:pt x="14" y="171"/>
                      <a:pt x="11" y="171"/>
                    </a:cubicBezTo>
                    <a:cubicBezTo>
                      <a:pt x="9" y="171"/>
                      <a:pt x="8" y="171"/>
                      <a:pt x="7" y="17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7" name="Google Shape;3107;p32"/>
              <p:cNvSpPr/>
              <p:nvPr/>
            </p:nvSpPr>
            <p:spPr>
              <a:xfrm>
                <a:off x="449640" y="2802600"/>
                <a:ext cx="51120" cy="129600"/>
              </a:xfrm>
              <a:custGeom>
                <a:avLst/>
                <a:gdLst/>
                <a:ahLst/>
                <a:cxnLst/>
                <a:rect l="l" t="t" r="r" b="b"/>
                <a:pathLst>
                  <a:path w="142" h="360" extrusionOk="0">
                    <a:moveTo>
                      <a:pt x="67" y="338"/>
                    </a:moveTo>
                    <a:lnTo>
                      <a:pt x="68" y="338"/>
                    </a:lnTo>
                    <a:lnTo>
                      <a:pt x="69" y="338"/>
                    </a:lnTo>
                    <a:lnTo>
                      <a:pt x="70" y="337"/>
                    </a:lnTo>
                    <a:lnTo>
                      <a:pt x="71" y="337"/>
                    </a:lnTo>
                    <a:lnTo>
                      <a:pt x="70" y="337"/>
                    </a:lnTo>
                    <a:cubicBezTo>
                      <a:pt x="70" y="337"/>
                      <a:pt x="69" y="337"/>
                      <a:pt x="69" y="338"/>
                    </a:cubicBezTo>
                    <a:cubicBezTo>
                      <a:pt x="70" y="337"/>
                      <a:pt x="70" y="337"/>
                      <a:pt x="71" y="337"/>
                    </a:cubicBezTo>
                    <a:cubicBezTo>
                      <a:pt x="71" y="336"/>
                      <a:pt x="72" y="336"/>
                      <a:pt x="72" y="335"/>
                    </a:cubicBezTo>
                    <a:cubicBezTo>
                      <a:pt x="72" y="335"/>
                      <a:pt x="73" y="334"/>
                      <a:pt x="74" y="334"/>
                    </a:cubicBezTo>
                    <a:cubicBezTo>
                      <a:pt x="74" y="333"/>
                      <a:pt x="75" y="332"/>
                      <a:pt x="75" y="331"/>
                    </a:cubicBezTo>
                    <a:cubicBezTo>
                      <a:pt x="75" y="330"/>
                      <a:pt x="75" y="330"/>
                      <a:pt x="76" y="330"/>
                    </a:cubicBezTo>
                    <a:cubicBezTo>
                      <a:pt x="76" y="327"/>
                      <a:pt x="77" y="324"/>
                      <a:pt x="78" y="321"/>
                    </a:cubicBezTo>
                    <a:cubicBezTo>
                      <a:pt x="79" y="314"/>
                      <a:pt x="79" y="307"/>
                      <a:pt x="81" y="299"/>
                    </a:cubicBezTo>
                    <a:cubicBezTo>
                      <a:pt x="81" y="297"/>
                      <a:pt x="81" y="295"/>
                      <a:pt x="81" y="292"/>
                    </a:cubicBezTo>
                    <a:cubicBezTo>
                      <a:pt x="81" y="289"/>
                      <a:pt x="81" y="287"/>
                      <a:pt x="81" y="284"/>
                    </a:cubicBezTo>
                    <a:cubicBezTo>
                      <a:pt x="81" y="278"/>
                      <a:pt x="81" y="273"/>
                      <a:pt x="81" y="267"/>
                    </a:cubicBezTo>
                    <a:cubicBezTo>
                      <a:pt x="81" y="261"/>
                      <a:pt x="81" y="256"/>
                      <a:pt x="81" y="251"/>
                    </a:cubicBezTo>
                    <a:cubicBezTo>
                      <a:pt x="80" y="242"/>
                      <a:pt x="79" y="232"/>
                      <a:pt x="79" y="224"/>
                    </a:cubicBezTo>
                    <a:cubicBezTo>
                      <a:pt x="78" y="217"/>
                      <a:pt x="78" y="211"/>
                      <a:pt x="77" y="205"/>
                    </a:cubicBezTo>
                    <a:cubicBezTo>
                      <a:pt x="75" y="208"/>
                      <a:pt x="72" y="213"/>
                      <a:pt x="69" y="216"/>
                    </a:cubicBezTo>
                    <a:cubicBezTo>
                      <a:pt x="65" y="223"/>
                      <a:pt x="61" y="230"/>
                      <a:pt x="57" y="238"/>
                    </a:cubicBezTo>
                    <a:cubicBezTo>
                      <a:pt x="56" y="241"/>
                      <a:pt x="54" y="245"/>
                      <a:pt x="52" y="249"/>
                    </a:cubicBezTo>
                    <a:cubicBezTo>
                      <a:pt x="51" y="254"/>
                      <a:pt x="50" y="259"/>
                      <a:pt x="49" y="264"/>
                    </a:cubicBezTo>
                    <a:cubicBezTo>
                      <a:pt x="47" y="272"/>
                      <a:pt x="46" y="279"/>
                      <a:pt x="46" y="286"/>
                    </a:cubicBezTo>
                    <a:cubicBezTo>
                      <a:pt x="46" y="291"/>
                      <a:pt x="46" y="295"/>
                      <a:pt x="46" y="299"/>
                    </a:cubicBezTo>
                    <a:cubicBezTo>
                      <a:pt x="46" y="302"/>
                      <a:pt x="46" y="305"/>
                      <a:pt x="47" y="309"/>
                    </a:cubicBezTo>
                    <a:cubicBezTo>
                      <a:pt x="47" y="310"/>
                      <a:pt x="48" y="313"/>
                      <a:pt x="49" y="314"/>
                    </a:cubicBezTo>
                    <a:cubicBezTo>
                      <a:pt x="50" y="317"/>
                      <a:pt x="50" y="319"/>
                      <a:pt x="51" y="321"/>
                    </a:cubicBezTo>
                    <a:cubicBezTo>
                      <a:pt x="53" y="323"/>
                      <a:pt x="54" y="326"/>
                      <a:pt x="55" y="327"/>
                    </a:cubicBezTo>
                    <a:cubicBezTo>
                      <a:pt x="56" y="329"/>
                      <a:pt x="57" y="330"/>
                      <a:pt x="58" y="332"/>
                    </a:cubicBezTo>
                    <a:cubicBezTo>
                      <a:pt x="60" y="333"/>
                      <a:pt x="60" y="334"/>
                      <a:pt x="61" y="335"/>
                    </a:cubicBezTo>
                    <a:cubicBezTo>
                      <a:pt x="63" y="336"/>
                      <a:pt x="64" y="337"/>
                      <a:pt x="65" y="338"/>
                    </a:cubicBezTo>
                    <a:cubicBezTo>
                      <a:pt x="65" y="338"/>
                      <a:pt x="66" y="338"/>
                      <a:pt x="67" y="338"/>
                    </a:cubicBezTo>
                    <a:moveTo>
                      <a:pt x="65" y="359"/>
                    </a:moveTo>
                    <a:cubicBezTo>
                      <a:pt x="59" y="358"/>
                      <a:pt x="53" y="355"/>
                      <a:pt x="49" y="350"/>
                    </a:cubicBezTo>
                    <a:cubicBezTo>
                      <a:pt x="39" y="341"/>
                      <a:pt x="32" y="328"/>
                      <a:pt x="29" y="315"/>
                    </a:cubicBezTo>
                    <a:cubicBezTo>
                      <a:pt x="24" y="296"/>
                      <a:pt x="26" y="277"/>
                      <a:pt x="30" y="259"/>
                    </a:cubicBezTo>
                    <a:cubicBezTo>
                      <a:pt x="32" y="250"/>
                      <a:pt x="34" y="241"/>
                      <a:pt x="39" y="233"/>
                    </a:cubicBezTo>
                    <a:cubicBezTo>
                      <a:pt x="43" y="224"/>
                      <a:pt x="47" y="217"/>
                      <a:pt x="52" y="209"/>
                    </a:cubicBezTo>
                    <a:cubicBezTo>
                      <a:pt x="60" y="198"/>
                      <a:pt x="68" y="186"/>
                      <a:pt x="76" y="176"/>
                    </a:cubicBezTo>
                    <a:cubicBezTo>
                      <a:pt x="75" y="169"/>
                      <a:pt x="75" y="163"/>
                      <a:pt x="75" y="157"/>
                    </a:cubicBezTo>
                    <a:cubicBezTo>
                      <a:pt x="75" y="151"/>
                      <a:pt x="75" y="144"/>
                      <a:pt x="75" y="139"/>
                    </a:cubicBezTo>
                    <a:cubicBezTo>
                      <a:pt x="75" y="136"/>
                      <a:pt x="75" y="133"/>
                      <a:pt x="75" y="131"/>
                    </a:cubicBezTo>
                    <a:cubicBezTo>
                      <a:pt x="72" y="136"/>
                      <a:pt x="70" y="140"/>
                      <a:pt x="68" y="146"/>
                    </a:cubicBezTo>
                    <a:cubicBezTo>
                      <a:pt x="64" y="151"/>
                      <a:pt x="61" y="157"/>
                      <a:pt x="57" y="163"/>
                    </a:cubicBezTo>
                    <a:cubicBezTo>
                      <a:pt x="53" y="169"/>
                      <a:pt x="49" y="175"/>
                      <a:pt x="44" y="180"/>
                    </a:cubicBezTo>
                    <a:cubicBezTo>
                      <a:pt x="40" y="184"/>
                      <a:pt x="35" y="188"/>
                      <a:pt x="29" y="189"/>
                    </a:cubicBezTo>
                    <a:cubicBezTo>
                      <a:pt x="27" y="190"/>
                      <a:pt x="24" y="190"/>
                      <a:pt x="22" y="189"/>
                    </a:cubicBezTo>
                    <a:cubicBezTo>
                      <a:pt x="18" y="188"/>
                      <a:pt x="15" y="186"/>
                      <a:pt x="13" y="183"/>
                    </a:cubicBezTo>
                    <a:cubicBezTo>
                      <a:pt x="9" y="179"/>
                      <a:pt x="9" y="172"/>
                      <a:pt x="8" y="167"/>
                    </a:cubicBezTo>
                    <a:cubicBezTo>
                      <a:pt x="7" y="164"/>
                      <a:pt x="7" y="160"/>
                      <a:pt x="6" y="157"/>
                    </a:cubicBezTo>
                    <a:cubicBezTo>
                      <a:pt x="4" y="146"/>
                      <a:pt x="3" y="135"/>
                      <a:pt x="2" y="125"/>
                    </a:cubicBezTo>
                    <a:cubicBezTo>
                      <a:pt x="1" y="116"/>
                      <a:pt x="1" y="109"/>
                      <a:pt x="0" y="101"/>
                    </a:cubicBezTo>
                    <a:cubicBezTo>
                      <a:pt x="0" y="98"/>
                      <a:pt x="0" y="94"/>
                      <a:pt x="0" y="90"/>
                    </a:cubicBezTo>
                    <a:cubicBezTo>
                      <a:pt x="0" y="87"/>
                      <a:pt x="0" y="84"/>
                      <a:pt x="0" y="80"/>
                    </a:cubicBezTo>
                    <a:cubicBezTo>
                      <a:pt x="0" y="67"/>
                      <a:pt x="0" y="55"/>
                      <a:pt x="2" y="42"/>
                    </a:cubicBezTo>
                    <a:cubicBezTo>
                      <a:pt x="3" y="34"/>
                      <a:pt x="4" y="27"/>
                      <a:pt x="7" y="19"/>
                    </a:cubicBezTo>
                    <a:cubicBezTo>
                      <a:pt x="7" y="16"/>
                      <a:pt x="8" y="12"/>
                      <a:pt x="9" y="9"/>
                    </a:cubicBezTo>
                    <a:cubicBezTo>
                      <a:pt x="10" y="3"/>
                      <a:pt x="16" y="0"/>
                      <a:pt x="22" y="1"/>
                    </a:cubicBezTo>
                    <a:cubicBezTo>
                      <a:pt x="27" y="3"/>
                      <a:pt x="30" y="9"/>
                      <a:pt x="29" y="14"/>
                    </a:cubicBezTo>
                    <a:cubicBezTo>
                      <a:pt x="26" y="22"/>
                      <a:pt x="25" y="31"/>
                      <a:pt x="23" y="39"/>
                    </a:cubicBezTo>
                    <a:cubicBezTo>
                      <a:pt x="23" y="38"/>
                      <a:pt x="23" y="38"/>
                      <a:pt x="23" y="38"/>
                    </a:cubicBezTo>
                    <a:cubicBezTo>
                      <a:pt x="22" y="45"/>
                      <a:pt x="21" y="53"/>
                      <a:pt x="20" y="62"/>
                    </a:cubicBezTo>
                    <a:cubicBezTo>
                      <a:pt x="20" y="67"/>
                      <a:pt x="20" y="73"/>
                      <a:pt x="19" y="78"/>
                    </a:cubicBezTo>
                    <a:cubicBezTo>
                      <a:pt x="19" y="83"/>
                      <a:pt x="19" y="87"/>
                      <a:pt x="19" y="92"/>
                    </a:cubicBezTo>
                    <a:cubicBezTo>
                      <a:pt x="19" y="96"/>
                      <a:pt x="19" y="101"/>
                      <a:pt x="20" y="105"/>
                    </a:cubicBezTo>
                    <a:cubicBezTo>
                      <a:pt x="21" y="110"/>
                      <a:pt x="21" y="115"/>
                      <a:pt x="21" y="121"/>
                    </a:cubicBezTo>
                    <a:cubicBezTo>
                      <a:pt x="22" y="127"/>
                      <a:pt x="22" y="133"/>
                      <a:pt x="23" y="140"/>
                    </a:cubicBezTo>
                    <a:cubicBezTo>
                      <a:pt x="24" y="147"/>
                      <a:pt x="25" y="154"/>
                      <a:pt x="26" y="161"/>
                    </a:cubicBezTo>
                    <a:cubicBezTo>
                      <a:pt x="27" y="163"/>
                      <a:pt x="28" y="165"/>
                      <a:pt x="28" y="167"/>
                    </a:cubicBezTo>
                    <a:cubicBezTo>
                      <a:pt x="30" y="165"/>
                      <a:pt x="32" y="164"/>
                      <a:pt x="33" y="161"/>
                    </a:cubicBezTo>
                    <a:cubicBezTo>
                      <a:pt x="36" y="158"/>
                      <a:pt x="39" y="153"/>
                      <a:pt x="42" y="149"/>
                    </a:cubicBezTo>
                    <a:cubicBezTo>
                      <a:pt x="48" y="140"/>
                      <a:pt x="53" y="132"/>
                      <a:pt x="57" y="122"/>
                    </a:cubicBezTo>
                    <a:cubicBezTo>
                      <a:pt x="64" y="108"/>
                      <a:pt x="69" y="94"/>
                      <a:pt x="75" y="80"/>
                    </a:cubicBezTo>
                    <a:cubicBezTo>
                      <a:pt x="74" y="80"/>
                      <a:pt x="74" y="81"/>
                      <a:pt x="74" y="81"/>
                    </a:cubicBezTo>
                    <a:cubicBezTo>
                      <a:pt x="76" y="75"/>
                      <a:pt x="78" y="69"/>
                      <a:pt x="80" y="63"/>
                    </a:cubicBezTo>
                    <a:cubicBezTo>
                      <a:pt x="81" y="56"/>
                      <a:pt x="83" y="49"/>
                      <a:pt x="85" y="42"/>
                    </a:cubicBezTo>
                    <a:cubicBezTo>
                      <a:pt x="87" y="37"/>
                      <a:pt x="92" y="35"/>
                      <a:pt x="97" y="36"/>
                    </a:cubicBezTo>
                    <a:cubicBezTo>
                      <a:pt x="103" y="37"/>
                      <a:pt x="106" y="43"/>
                      <a:pt x="104" y="48"/>
                    </a:cubicBezTo>
                    <a:cubicBezTo>
                      <a:pt x="103" y="53"/>
                      <a:pt x="102" y="57"/>
                      <a:pt x="101" y="62"/>
                    </a:cubicBezTo>
                    <a:cubicBezTo>
                      <a:pt x="100" y="63"/>
                      <a:pt x="100" y="65"/>
                      <a:pt x="100" y="67"/>
                    </a:cubicBezTo>
                    <a:cubicBezTo>
                      <a:pt x="100" y="66"/>
                      <a:pt x="100" y="66"/>
                      <a:pt x="100" y="66"/>
                    </a:cubicBezTo>
                    <a:cubicBezTo>
                      <a:pt x="98" y="74"/>
                      <a:pt x="97" y="84"/>
                      <a:pt x="96" y="93"/>
                    </a:cubicBezTo>
                    <a:cubicBezTo>
                      <a:pt x="96" y="99"/>
                      <a:pt x="95" y="105"/>
                      <a:pt x="94" y="111"/>
                    </a:cubicBezTo>
                    <a:cubicBezTo>
                      <a:pt x="94" y="122"/>
                      <a:pt x="94" y="132"/>
                      <a:pt x="94" y="143"/>
                    </a:cubicBezTo>
                    <a:cubicBezTo>
                      <a:pt x="94" y="146"/>
                      <a:pt x="94" y="150"/>
                      <a:pt x="94" y="153"/>
                    </a:cubicBezTo>
                    <a:cubicBezTo>
                      <a:pt x="104" y="141"/>
                      <a:pt x="114" y="128"/>
                      <a:pt x="124" y="116"/>
                    </a:cubicBezTo>
                    <a:cubicBezTo>
                      <a:pt x="127" y="112"/>
                      <a:pt x="132" y="111"/>
                      <a:pt x="136" y="114"/>
                    </a:cubicBezTo>
                    <a:cubicBezTo>
                      <a:pt x="140" y="117"/>
                      <a:pt x="141" y="123"/>
                      <a:pt x="138" y="127"/>
                    </a:cubicBezTo>
                    <a:cubicBezTo>
                      <a:pt x="126" y="142"/>
                      <a:pt x="114" y="157"/>
                      <a:pt x="102" y="172"/>
                    </a:cubicBezTo>
                    <a:cubicBezTo>
                      <a:pt x="100" y="175"/>
                      <a:pt x="97" y="178"/>
                      <a:pt x="94" y="182"/>
                    </a:cubicBezTo>
                    <a:cubicBezTo>
                      <a:pt x="94" y="184"/>
                      <a:pt x="95" y="187"/>
                      <a:pt x="95" y="190"/>
                    </a:cubicBezTo>
                    <a:cubicBezTo>
                      <a:pt x="95" y="195"/>
                      <a:pt x="95" y="200"/>
                      <a:pt x="96" y="204"/>
                    </a:cubicBezTo>
                    <a:cubicBezTo>
                      <a:pt x="96" y="215"/>
                      <a:pt x="97" y="226"/>
                      <a:pt x="98" y="238"/>
                    </a:cubicBezTo>
                    <a:cubicBezTo>
                      <a:pt x="98" y="242"/>
                      <a:pt x="99" y="247"/>
                      <a:pt x="99" y="252"/>
                    </a:cubicBezTo>
                    <a:cubicBezTo>
                      <a:pt x="99" y="257"/>
                      <a:pt x="99" y="262"/>
                      <a:pt x="99" y="267"/>
                    </a:cubicBezTo>
                    <a:cubicBezTo>
                      <a:pt x="100" y="270"/>
                      <a:pt x="100" y="274"/>
                      <a:pt x="100" y="277"/>
                    </a:cubicBezTo>
                    <a:cubicBezTo>
                      <a:pt x="100" y="280"/>
                      <a:pt x="100" y="282"/>
                      <a:pt x="100" y="284"/>
                    </a:cubicBezTo>
                    <a:cubicBezTo>
                      <a:pt x="99" y="289"/>
                      <a:pt x="99" y="295"/>
                      <a:pt x="99" y="300"/>
                    </a:cubicBezTo>
                    <a:cubicBezTo>
                      <a:pt x="99" y="303"/>
                      <a:pt x="99" y="306"/>
                      <a:pt x="98" y="309"/>
                    </a:cubicBezTo>
                    <a:cubicBezTo>
                      <a:pt x="98" y="312"/>
                      <a:pt x="97" y="316"/>
                      <a:pt x="97" y="319"/>
                    </a:cubicBezTo>
                    <a:cubicBezTo>
                      <a:pt x="96" y="326"/>
                      <a:pt x="95" y="333"/>
                      <a:pt x="93" y="339"/>
                    </a:cubicBezTo>
                    <a:cubicBezTo>
                      <a:pt x="90" y="345"/>
                      <a:pt x="86" y="351"/>
                      <a:pt x="81" y="354"/>
                    </a:cubicBezTo>
                    <a:cubicBezTo>
                      <a:pt x="77" y="357"/>
                      <a:pt x="72" y="359"/>
                      <a:pt x="67" y="359"/>
                    </a:cubicBezTo>
                    <a:cubicBezTo>
                      <a:pt x="67" y="359"/>
                      <a:pt x="66" y="359"/>
                      <a:pt x="65" y="35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8" name="Google Shape;3108;p32"/>
              <p:cNvSpPr/>
              <p:nvPr/>
            </p:nvSpPr>
            <p:spPr>
              <a:xfrm>
                <a:off x="460080" y="2984760"/>
                <a:ext cx="27000" cy="72360"/>
              </a:xfrm>
              <a:custGeom>
                <a:avLst/>
                <a:gdLst/>
                <a:ahLst/>
                <a:cxnLst/>
                <a:rect l="l" t="t" r="r" b="b"/>
                <a:pathLst>
                  <a:path w="75" h="201" extrusionOk="0">
                    <a:moveTo>
                      <a:pt x="36" y="198"/>
                    </a:moveTo>
                    <a:cubicBezTo>
                      <a:pt x="34" y="196"/>
                      <a:pt x="32" y="193"/>
                      <a:pt x="32" y="190"/>
                    </a:cubicBezTo>
                    <a:cubicBezTo>
                      <a:pt x="31" y="177"/>
                      <a:pt x="32" y="165"/>
                      <a:pt x="32" y="153"/>
                    </a:cubicBezTo>
                    <a:cubicBezTo>
                      <a:pt x="32" y="142"/>
                      <a:pt x="33" y="132"/>
                      <a:pt x="34" y="122"/>
                    </a:cubicBezTo>
                    <a:cubicBezTo>
                      <a:pt x="35" y="116"/>
                      <a:pt x="35" y="110"/>
                      <a:pt x="36" y="104"/>
                    </a:cubicBezTo>
                    <a:cubicBezTo>
                      <a:pt x="36" y="99"/>
                      <a:pt x="37" y="93"/>
                      <a:pt x="38" y="88"/>
                    </a:cubicBezTo>
                    <a:cubicBezTo>
                      <a:pt x="36" y="90"/>
                      <a:pt x="35" y="92"/>
                      <a:pt x="35" y="94"/>
                    </a:cubicBezTo>
                    <a:cubicBezTo>
                      <a:pt x="32" y="98"/>
                      <a:pt x="31" y="102"/>
                      <a:pt x="28" y="106"/>
                    </a:cubicBezTo>
                    <a:cubicBezTo>
                      <a:pt x="26" y="110"/>
                      <a:pt x="23" y="115"/>
                      <a:pt x="21" y="120"/>
                    </a:cubicBezTo>
                    <a:cubicBezTo>
                      <a:pt x="18" y="124"/>
                      <a:pt x="12" y="126"/>
                      <a:pt x="8" y="124"/>
                    </a:cubicBezTo>
                    <a:cubicBezTo>
                      <a:pt x="3" y="122"/>
                      <a:pt x="0" y="117"/>
                      <a:pt x="1" y="111"/>
                    </a:cubicBezTo>
                    <a:cubicBezTo>
                      <a:pt x="2" y="109"/>
                      <a:pt x="3" y="108"/>
                      <a:pt x="4" y="107"/>
                    </a:cubicBezTo>
                    <a:cubicBezTo>
                      <a:pt x="6" y="103"/>
                      <a:pt x="8" y="99"/>
                      <a:pt x="11" y="95"/>
                    </a:cubicBezTo>
                    <a:cubicBezTo>
                      <a:pt x="13" y="90"/>
                      <a:pt x="15" y="86"/>
                      <a:pt x="18" y="82"/>
                    </a:cubicBezTo>
                    <a:cubicBezTo>
                      <a:pt x="23" y="73"/>
                      <a:pt x="28" y="64"/>
                      <a:pt x="33" y="54"/>
                    </a:cubicBezTo>
                    <a:cubicBezTo>
                      <a:pt x="34" y="51"/>
                      <a:pt x="36" y="48"/>
                      <a:pt x="37" y="45"/>
                    </a:cubicBezTo>
                    <a:cubicBezTo>
                      <a:pt x="37" y="46"/>
                      <a:pt x="37" y="46"/>
                      <a:pt x="37" y="46"/>
                    </a:cubicBezTo>
                    <a:cubicBezTo>
                      <a:pt x="39" y="40"/>
                      <a:pt x="42" y="35"/>
                      <a:pt x="45" y="29"/>
                    </a:cubicBezTo>
                    <a:cubicBezTo>
                      <a:pt x="46" y="25"/>
                      <a:pt x="47" y="22"/>
                      <a:pt x="49" y="18"/>
                    </a:cubicBezTo>
                    <a:cubicBezTo>
                      <a:pt x="49" y="17"/>
                      <a:pt x="50" y="15"/>
                      <a:pt x="50" y="14"/>
                    </a:cubicBezTo>
                    <a:cubicBezTo>
                      <a:pt x="51" y="12"/>
                      <a:pt x="52" y="11"/>
                      <a:pt x="52" y="10"/>
                    </a:cubicBezTo>
                    <a:cubicBezTo>
                      <a:pt x="52" y="8"/>
                      <a:pt x="53" y="7"/>
                      <a:pt x="54" y="5"/>
                    </a:cubicBezTo>
                    <a:cubicBezTo>
                      <a:pt x="57" y="1"/>
                      <a:pt x="63" y="0"/>
                      <a:pt x="67" y="2"/>
                    </a:cubicBezTo>
                    <a:cubicBezTo>
                      <a:pt x="72" y="4"/>
                      <a:pt x="74" y="9"/>
                      <a:pt x="73" y="14"/>
                    </a:cubicBezTo>
                    <a:cubicBezTo>
                      <a:pt x="71" y="21"/>
                      <a:pt x="70" y="28"/>
                      <a:pt x="68" y="35"/>
                    </a:cubicBezTo>
                    <a:cubicBezTo>
                      <a:pt x="66" y="43"/>
                      <a:pt x="64" y="50"/>
                      <a:pt x="63" y="57"/>
                    </a:cubicBezTo>
                    <a:cubicBezTo>
                      <a:pt x="61" y="65"/>
                      <a:pt x="60" y="72"/>
                      <a:pt x="59" y="81"/>
                    </a:cubicBezTo>
                    <a:cubicBezTo>
                      <a:pt x="58" y="83"/>
                      <a:pt x="57" y="86"/>
                      <a:pt x="57" y="89"/>
                    </a:cubicBezTo>
                    <a:cubicBezTo>
                      <a:pt x="56" y="94"/>
                      <a:pt x="56" y="99"/>
                      <a:pt x="55" y="104"/>
                    </a:cubicBezTo>
                    <a:cubicBezTo>
                      <a:pt x="54" y="113"/>
                      <a:pt x="53" y="120"/>
                      <a:pt x="53" y="128"/>
                    </a:cubicBezTo>
                    <a:cubicBezTo>
                      <a:pt x="52" y="135"/>
                      <a:pt x="52" y="142"/>
                      <a:pt x="52" y="149"/>
                    </a:cubicBezTo>
                    <a:cubicBezTo>
                      <a:pt x="51" y="154"/>
                      <a:pt x="51" y="159"/>
                      <a:pt x="51" y="164"/>
                    </a:cubicBezTo>
                    <a:cubicBezTo>
                      <a:pt x="51" y="171"/>
                      <a:pt x="51" y="177"/>
                      <a:pt x="52" y="183"/>
                    </a:cubicBezTo>
                    <a:cubicBezTo>
                      <a:pt x="52" y="185"/>
                      <a:pt x="52" y="187"/>
                      <a:pt x="52" y="188"/>
                    </a:cubicBezTo>
                    <a:cubicBezTo>
                      <a:pt x="53" y="194"/>
                      <a:pt x="49" y="199"/>
                      <a:pt x="43" y="200"/>
                    </a:cubicBezTo>
                    <a:lnTo>
                      <a:pt x="42" y="200"/>
                    </a:lnTo>
                    <a:cubicBezTo>
                      <a:pt x="40" y="200"/>
                      <a:pt x="38" y="199"/>
                      <a:pt x="36" y="19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9" name="Google Shape;3109;p32"/>
              <p:cNvSpPr/>
              <p:nvPr/>
            </p:nvSpPr>
            <p:spPr>
              <a:xfrm>
                <a:off x="460080" y="3283200"/>
                <a:ext cx="45720" cy="72000"/>
              </a:xfrm>
              <a:custGeom>
                <a:avLst/>
                <a:gdLst/>
                <a:ahLst/>
                <a:cxnLst/>
                <a:rect l="l" t="t" r="r" b="b"/>
                <a:pathLst>
                  <a:path w="127" h="200" extrusionOk="0">
                    <a:moveTo>
                      <a:pt x="35" y="196"/>
                    </a:moveTo>
                    <a:cubicBezTo>
                      <a:pt x="33" y="195"/>
                      <a:pt x="31" y="194"/>
                      <a:pt x="28" y="191"/>
                    </a:cubicBezTo>
                    <a:cubicBezTo>
                      <a:pt x="26" y="189"/>
                      <a:pt x="24" y="186"/>
                      <a:pt x="22" y="183"/>
                    </a:cubicBezTo>
                    <a:cubicBezTo>
                      <a:pt x="20" y="177"/>
                      <a:pt x="18" y="171"/>
                      <a:pt x="15" y="165"/>
                    </a:cubicBezTo>
                    <a:cubicBezTo>
                      <a:pt x="14" y="160"/>
                      <a:pt x="14" y="156"/>
                      <a:pt x="13" y="152"/>
                    </a:cubicBezTo>
                    <a:cubicBezTo>
                      <a:pt x="11" y="146"/>
                      <a:pt x="10" y="140"/>
                      <a:pt x="9" y="134"/>
                    </a:cubicBezTo>
                    <a:cubicBezTo>
                      <a:pt x="7" y="124"/>
                      <a:pt x="5" y="113"/>
                      <a:pt x="4" y="101"/>
                    </a:cubicBezTo>
                    <a:cubicBezTo>
                      <a:pt x="3" y="91"/>
                      <a:pt x="2" y="80"/>
                      <a:pt x="1" y="70"/>
                    </a:cubicBezTo>
                    <a:cubicBezTo>
                      <a:pt x="0" y="57"/>
                      <a:pt x="0" y="44"/>
                      <a:pt x="3" y="32"/>
                    </a:cubicBezTo>
                    <a:cubicBezTo>
                      <a:pt x="4" y="26"/>
                      <a:pt x="10" y="23"/>
                      <a:pt x="15" y="24"/>
                    </a:cubicBezTo>
                    <a:cubicBezTo>
                      <a:pt x="21" y="26"/>
                      <a:pt x="25" y="32"/>
                      <a:pt x="23" y="37"/>
                    </a:cubicBezTo>
                    <a:cubicBezTo>
                      <a:pt x="23" y="39"/>
                      <a:pt x="22" y="40"/>
                      <a:pt x="22" y="41"/>
                    </a:cubicBezTo>
                    <a:cubicBezTo>
                      <a:pt x="22" y="44"/>
                      <a:pt x="21" y="48"/>
                      <a:pt x="21" y="51"/>
                    </a:cubicBezTo>
                    <a:cubicBezTo>
                      <a:pt x="21" y="61"/>
                      <a:pt x="21" y="71"/>
                      <a:pt x="22" y="80"/>
                    </a:cubicBezTo>
                    <a:cubicBezTo>
                      <a:pt x="23" y="92"/>
                      <a:pt x="24" y="103"/>
                      <a:pt x="25" y="114"/>
                    </a:cubicBezTo>
                    <a:cubicBezTo>
                      <a:pt x="27" y="127"/>
                      <a:pt x="29" y="139"/>
                      <a:pt x="32" y="152"/>
                    </a:cubicBezTo>
                    <a:cubicBezTo>
                      <a:pt x="33" y="156"/>
                      <a:pt x="34" y="159"/>
                      <a:pt x="35" y="163"/>
                    </a:cubicBezTo>
                    <a:cubicBezTo>
                      <a:pt x="35" y="162"/>
                      <a:pt x="35" y="162"/>
                      <a:pt x="35" y="161"/>
                    </a:cubicBezTo>
                    <a:cubicBezTo>
                      <a:pt x="36" y="165"/>
                      <a:pt x="38" y="168"/>
                      <a:pt x="39" y="172"/>
                    </a:cubicBezTo>
                    <a:cubicBezTo>
                      <a:pt x="40" y="173"/>
                      <a:pt x="40" y="174"/>
                      <a:pt x="42" y="175"/>
                    </a:cubicBezTo>
                    <a:cubicBezTo>
                      <a:pt x="41" y="175"/>
                      <a:pt x="41" y="175"/>
                      <a:pt x="40" y="174"/>
                    </a:cubicBezTo>
                    <a:cubicBezTo>
                      <a:pt x="41" y="175"/>
                      <a:pt x="42" y="176"/>
                      <a:pt x="42" y="177"/>
                    </a:cubicBezTo>
                    <a:lnTo>
                      <a:pt x="42" y="176"/>
                    </a:lnTo>
                    <a:cubicBezTo>
                      <a:pt x="42" y="177"/>
                      <a:pt x="42" y="177"/>
                      <a:pt x="43" y="178"/>
                    </a:cubicBezTo>
                    <a:cubicBezTo>
                      <a:pt x="43" y="177"/>
                      <a:pt x="43" y="177"/>
                      <a:pt x="43" y="177"/>
                    </a:cubicBezTo>
                    <a:lnTo>
                      <a:pt x="43" y="178"/>
                    </a:lnTo>
                    <a:lnTo>
                      <a:pt x="44" y="178"/>
                    </a:lnTo>
                    <a:cubicBezTo>
                      <a:pt x="43" y="178"/>
                      <a:pt x="43" y="178"/>
                      <a:pt x="43" y="178"/>
                    </a:cubicBezTo>
                    <a:cubicBezTo>
                      <a:pt x="43" y="177"/>
                      <a:pt x="43" y="177"/>
                      <a:pt x="43" y="177"/>
                    </a:cubicBezTo>
                    <a:cubicBezTo>
                      <a:pt x="43" y="178"/>
                      <a:pt x="43" y="178"/>
                      <a:pt x="44" y="178"/>
                    </a:cubicBezTo>
                    <a:lnTo>
                      <a:pt x="45" y="178"/>
                    </a:lnTo>
                    <a:lnTo>
                      <a:pt x="45" y="179"/>
                    </a:lnTo>
                    <a:lnTo>
                      <a:pt x="46" y="179"/>
                    </a:lnTo>
                    <a:cubicBezTo>
                      <a:pt x="45" y="179"/>
                      <a:pt x="45" y="179"/>
                      <a:pt x="45" y="179"/>
                    </a:cubicBezTo>
                    <a:cubicBezTo>
                      <a:pt x="46" y="179"/>
                      <a:pt x="46" y="179"/>
                      <a:pt x="46" y="179"/>
                    </a:cubicBezTo>
                    <a:cubicBezTo>
                      <a:pt x="47" y="179"/>
                      <a:pt x="47" y="179"/>
                      <a:pt x="47" y="179"/>
                    </a:cubicBezTo>
                    <a:lnTo>
                      <a:pt x="46" y="179"/>
                    </a:lnTo>
                    <a:cubicBezTo>
                      <a:pt x="47" y="179"/>
                      <a:pt x="47" y="179"/>
                      <a:pt x="47" y="179"/>
                    </a:cubicBezTo>
                    <a:lnTo>
                      <a:pt x="46" y="179"/>
                    </a:lnTo>
                    <a:cubicBezTo>
                      <a:pt x="46" y="179"/>
                      <a:pt x="47" y="179"/>
                      <a:pt x="47" y="178"/>
                    </a:cubicBezTo>
                    <a:cubicBezTo>
                      <a:pt x="48" y="178"/>
                      <a:pt x="48" y="178"/>
                      <a:pt x="49" y="178"/>
                    </a:cubicBezTo>
                    <a:cubicBezTo>
                      <a:pt x="50" y="178"/>
                      <a:pt x="51" y="177"/>
                      <a:pt x="52" y="177"/>
                    </a:cubicBezTo>
                    <a:cubicBezTo>
                      <a:pt x="53" y="177"/>
                      <a:pt x="53" y="176"/>
                      <a:pt x="54" y="175"/>
                    </a:cubicBezTo>
                    <a:cubicBezTo>
                      <a:pt x="55" y="175"/>
                      <a:pt x="56" y="174"/>
                      <a:pt x="57" y="173"/>
                    </a:cubicBezTo>
                    <a:cubicBezTo>
                      <a:pt x="59" y="172"/>
                      <a:pt x="60" y="171"/>
                      <a:pt x="61" y="170"/>
                    </a:cubicBezTo>
                    <a:cubicBezTo>
                      <a:pt x="64" y="166"/>
                      <a:pt x="67" y="161"/>
                      <a:pt x="70" y="157"/>
                    </a:cubicBezTo>
                    <a:lnTo>
                      <a:pt x="70" y="158"/>
                    </a:lnTo>
                    <a:cubicBezTo>
                      <a:pt x="70" y="157"/>
                      <a:pt x="70" y="157"/>
                      <a:pt x="70" y="157"/>
                    </a:cubicBezTo>
                    <a:cubicBezTo>
                      <a:pt x="74" y="151"/>
                      <a:pt x="77" y="145"/>
                      <a:pt x="81" y="138"/>
                    </a:cubicBezTo>
                    <a:lnTo>
                      <a:pt x="80" y="139"/>
                    </a:lnTo>
                    <a:cubicBezTo>
                      <a:pt x="84" y="131"/>
                      <a:pt x="87" y="124"/>
                      <a:pt x="90" y="115"/>
                    </a:cubicBezTo>
                    <a:cubicBezTo>
                      <a:pt x="93" y="108"/>
                      <a:pt x="96" y="101"/>
                      <a:pt x="98" y="93"/>
                    </a:cubicBezTo>
                    <a:cubicBezTo>
                      <a:pt x="100" y="87"/>
                      <a:pt x="102" y="80"/>
                      <a:pt x="103" y="73"/>
                    </a:cubicBezTo>
                    <a:cubicBezTo>
                      <a:pt x="104" y="71"/>
                      <a:pt x="104" y="68"/>
                      <a:pt x="105" y="65"/>
                    </a:cubicBezTo>
                    <a:cubicBezTo>
                      <a:pt x="105" y="62"/>
                      <a:pt x="105" y="59"/>
                      <a:pt x="105" y="55"/>
                    </a:cubicBezTo>
                    <a:cubicBezTo>
                      <a:pt x="104" y="53"/>
                      <a:pt x="104" y="51"/>
                      <a:pt x="103" y="48"/>
                    </a:cubicBezTo>
                    <a:cubicBezTo>
                      <a:pt x="103" y="47"/>
                      <a:pt x="102" y="44"/>
                      <a:pt x="102" y="43"/>
                    </a:cubicBezTo>
                    <a:cubicBezTo>
                      <a:pt x="101" y="41"/>
                      <a:pt x="100" y="39"/>
                      <a:pt x="99" y="37"/>
                    </a:cubicBezTo>
                    <a:cubicBezTo>
                      <a:pt x="98" y="35"/>
                      <a:pt x="98" y="33"/>
                      <a:pt x="96" y="32"/>
                    </a:cubicBezTo>
                    <a:cubicBezTo>
                      <a:pt x="95" y="29"/>
                      <a:pt x="93" y="27"/>
                      <a:pt x="91" y="25"/>
                    </a:cubicBezTo>
                    <a:cubicBezTo>
                      <a:pt x="91" y="24"/>
                      <a:pt x="90" y="24"/>
                      <a:pt x="89" y="23"/>
                    </a:cubicBezTo>
                    <a:cubicBezTo>
                      <a:pt x="89" y="23"/>
                      <a:pt x="88" y="22"/>
                      <a:pt x="87" y="22"/>
                    </a:cubicBezTo>
                    <a:cubicBezTo>
                      <a:pt x="88" y="22"/>
                      <a:pt x="88" y="22"/>
                      <a:pt x="88" y="22"/>
                    </a:cubicBezTo>
                    <a:cubicBezTo>
                      <a:pt x="88" y="22"/>
                      <a:pt x="87" y="22"/>
                      <a:pt x="86" y="21"/>
                    </a:cubicBezTo>
                    <a:lnTo>
                      <a:pt x="85" y="21"/>
                    </a:lnTo>
                    <a:cubicBezTo>
                      <a:pt x="86" y="21"/>
                      <a:pt x="86" y="21"/>
                      <a:pt x="86" y="21"/>
                    </a:cubicBezTo>
                    <a:cubicBezTo>
                      <a:pt x="85" y="21"/>
                      <a:pt x="85" y="21"/>
                      <a:pt x="85" y="20"/>
                    </a:cubicBezTo>
                    <a:cubicBezTo>
                      <a:pt x="85" y="20"/>
                      <a:pt x="84" y="20"/>
                      <a:pt x="84" y="21"/>
                    </a:cubicBezTo>
                    <a:cubicBezTo>
                      <a:pt x="83" y="21"/>
                      <a:pt x="82" y="21"/>
                      <a:pt x="81" y="21"/>
                    </a:cubicBezTo>
                    <a:cubicBezTo>
                      <a:pt x="82" y="21"/>
                      <a:pt x="82" y="21"/>
                      <a:pt x="82" y="21"/>
                    </a:cubicBezTo>
                    <a:lnTo>
                      <a:pt x="81" y="21"/>
                    </a:lnTo>
                    <a:cubicBezTo>
                      <a:pt x="82" y="21"/>
                      <a:pt x="82" y="21"/>
                      <a:pt x="82" y="21"/>
                    </a:cubicBezTo>
                    <a:lnTo>
                      <a:pt x="81" y="21"/>
                    </a:lnTo>
                    <a:cubicBezTo>
                      <a:pt x="81" y="22"/>
                      <a:pt x="80" y="22"/>
                      <a:pt x="79" y="22"/>
                    </a:cubicBezTo>
                    <a:lnTo>
                      <a:pt x="78" y="23"/>
                    </a:lnTo>
                    <a:cubicBezTo>
                      <a:pt x="77" y="24"/>
                      <a:pt x="75" y="25"/>
                      <a:pt x="74" y="26"/>
                    </a:cubicBezTo>
                    <a:cubicBezTo>
                      <a:pt x="73" y="27"/>
                      <a:pt x="72" y="28"/>
                      <a:pt x="71" y="29"/>
                    </a:cubicBezTo>
                    <a:cubicBezTo>
                      <a:pt x="69" y="32"/>
                      <a:pt x="67" y="34"/>
                      <a:pt x="65" y="36"/>
                    </a:cubicBezTo>
                    <a:cubicBezTo>
                      <a:pt x="61" y="43"/>
                      <a:pt x="59" y="49"/>
                      <a:pt x="55" y="55"/>
                    </a:cubicBezTo>
                    <a:cubicBezTo>
                      <a:pt x="54" y="57"/>
                      <a:pt x="53" y="59"/>
                      <a:pt x="52" y="61"/>
                    </a:cubicBezTo>
                    <a:cubicBezTo>
                      <a:pt x="50" y="66"/>
                      <a:pt x="45" y="69"/>
                      <a:pt x="39" y="66"/>
                    </a:cubicBezTo>
                    <a:cubicBezTo>
                      <a:pt x="35" y="65"/>
                      <a:pt x="32" y="58"/>
                      <a:pt x="34" y="54"/>
                    </a:cubicBezTo>
                    <a:cubicBezTo>
                      <a:pt x="38" y="46"/>
                      <a:pt x="41" y="38"/>
                      <a:pt x="46" y="30"/>
                    </a:cubicBezTo>
                    <a:cubicBezTo>
                      <a:pt x="52" y="19"/>
                      <a:pt x="61" y="7"/>
                      <a:pt x="74" y="2"/>
                    </a:cubicBezTo>
                    <a:cubicBezTo>
                      <a:pt x="79" y="0"/>
                      <a:pt x="85" y="0"/>
                      <a:pt x="91" y="1"/>
                    </a:cubicBezTo>
                    <a:cubicBezTo>
                      <a:pt x="93" y="2"/>
                      <a:pt x="96" y="4"/>
                      <a:pt x="98" y="5"/>
                    </a:cubicBezTo>
                    <a:cubicBezTo>
                      <a:pt x="101" y="7"/>
                      <a:pt x="103" y="9"/>
                      <a:pt x="106" y="12"/>
                    </a:cubicBezTo>
                    <a:cubicBezTo>
                      <a:pt x="110" y="17"/>
                      <a:pt x="114" y="23"/>
                      <a:pt x="117" y="29"/>
                    </a:cubicBezTo>
                    <a:cubicBezTo>
                      <a:pt x="120" y="35"/>
                      <a:pt x="122" y="43"/>
                      <a:pt x="123" y="50"/>
                    </a:cubicBezTo>
                    <a:cubicBezTo>
                      <a:pt x="126" y="73"/>
                      <a:pt x="118" y="96"/>
                      <a:pt x="110" y="117"/>
                    </a:cubicBezTo>
                    <a:cubicBezTo>
                      <a:pt x="107" y="124"/>
                      <a:pt x="105" y="130"/>
                      <a:pt x="102" y="136"/>
                    </a:cubicBezTo>
                    <a:cubicBezTo>
                      <a:pt x="97" y="150"/>
                      <a:pt x="90" y="163"/>
                      <a:pt x="82" y="174"/>
                    </a:cubicBezTo>
                    <a:cubicBezTo>
                      <a:pt x="78" y="180"/>
                      <a:pt x="74" y="185"/>
                      <a:pt x="70" y="189"/>
                    </a:cubicBezTo>
                    <a:cubicBezTo>
                      <a:pt x="64" y="194"/>
                      <a:pt x="59" y="196"/>
                      <a:pt x="52" y="198"/>
                    </a:cubicBezTo>
                    <a:cubicBezTo>
                      <a:pt x="50" y="199"/>
                      <a:pt x="48" y="199"/>
                      <a:pt x="46" y="199"/>
                    </a:cubicBezTo>
                    <a:cubicBezTo>
                      <a:pt x="42" y="199"/>
                      <a:pt x="39" y="198"/>
                      <a:pt x="35" y="1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0" name="Google Shape;3110;p32"/>
              <p:cNvSpPr/>
              <p:nvPr/>
            </p:nvSpPr>
            <p:spPr>
              <a:xfrm>
                <a:off x="113400" y="2978640"/>
                <a:ext cx="856800" cy="481680"/>
              </a:xfrm>
              <a:custGeom>
                <a:avLst/>
                <a:gdLst/>
                <a:ahLst/>
                <a:cxnLst/>
                <a:rect l="l" t="t" r="r" b="b"/>
                <a:pathLst>
                  <a:path w="2380" h="1338" extrusionOk="0">
                    <a:moveTo>
                      <a:pt x="97" y="1336"/>
                    </a:moveTo>
                    <a:cubicBezTo>
                      <a:pt x="75" y="1335"/>
                      <a:pt x="53" y="1332"/>
                      <a:pt x="31" y="1328"/>
                    </a:cubicBezTo>
                    <a:cubicBezTo>
                      <a:pt x="32" y="1328"/>
                      <a:pt x="32" y="1328"/>
                      <a:pt x="32" y="1328"/>
                    </a:cubicBezTo>
                    <a:cubicBezTo>
                      <a:pt x="25" y="1327"/>
                      <a:pt x="17" y="1325"/>
                      <a:pt x="9" y="1323"/>
                    </a:cubicBezTo>
                    <a:cubicBezTo>
                      <a:pt x="4" y="1322"/>
                      <a:pt x="0" y="1316"/>
                      <a:pt x="2" y="1310"/>
                    </a:cubicBezTo>
                    <a:cubicBezTo>
                      <a:pt x="3" y="1305"/>
                      <a:pt x="9" y="1301"/>
                      <a:pt x="15" y="1302"/>
                    </a:cubicBezTo>
                    <a:cubicBezTo>
                      <a:pt x="25" y="1305"/>
                      <a:pt x="36" y="1308"/>
                      <a:pt x="46" y="1309"/>
                    </a:cubicBezTo>
                    <a:lnTo>
                      <a:pt x="45" y="1309"/>
                    </a:lnTo>
                    <a:cubicBezTo>
                      <a:pt x="54" y="1311"/>
                      <a:pt x="64" y="1313"/>
                      <a:pt x="73" y="1314"/>
                    </a:cubicBezTo>
                    <a:cubicBezTo>
                      <a:pt x="78" y="1315"/>
                      <a:pt x="83" y="1315"/>
                      <a:pt x="89" y="1316"/>
                    </a:cubicBezTo>
                    <a:cubicBezTo>
                      <a:pt x="94" y="1316"/>
                      <a:pt x="99" y="1316"/>
                      <a:pt x="104" y="1316"/>
                    </a:cubicBezTo>
                    <a:cubicBezTo>
                      <a:pt x="103" y="1316"/>
                      <a:pt x="103" y="1316"/>
                      <a:pt x="102" y="1316"/>
                    </a:cubicBezTo>
                    <a:cubicBezTo>
                      <a:pt x="109" y="1316"/>
                      <a:pt x="116" y="1317"/>
                      <a:pt x="122" y="1316"/>
                    </a:cubicBezTo>
                    <a:cubicBezTo>
                      <a:pt x="128" y="1316"/>
                      <a:pt x="135" y="1316"/>
                      <a:pt x="141" y="1316"/>
                    </a:cubicBezTo>
                    <a:lnTo>
                      <a:pt x="140" y="1316"/>
                    </a:lnTo>
                    <a:cubicBezTo>
                      <a:pt x="151" y="1315"/>
                      <a:pt x="162" y="1314"/>
                      <a:pt x="174" y="1313"/>
                    </a:cubicBezTo>
                    <a:cubicBezTo>
                      <a:pt x="185" y="1312"/>
                      <a:pt x="196" y="1309"/>
                      <a:pt x="208" y="1308"/>
                    </a:cubicBezTo>
                    <a:cubicBezTo>
                      <a:pt x="213" y="1307"/>
                      <a:pt x="218" y="1305"/>
                      <a:pt x="223" y="1304"/>
                    </a:cubicBezTo>
                    <a:cubicBezTo>
                      <a:pt x="226" y="1303"/>
                      <a:pt x="229" y="1302"/>
                      <a:pt x="232" y="1302"/>
                    </a:cubicBezTo>
                    <a:cubicBezTo>
                      <a:pt x="236" y="1301"/>
                      <a:pt x="238" y="1300"/>
                      <a:pt x="242" y="1298"/>
                    </a:cubicBezTo>
                    <a:cubicBezTo>
                      <a:pt x="257" y="1293"/>
                      <a:pt x="272" y="1287"/>
                      <a:pt x="286" y="1280"/>
                    </a:cubicBezTo>
                    <a:cubicBezTo>
                      <a:pt x="301" y="1274"/>
                      <a:pt x="317" y="1268"/>
                      <a:pt x="332" y="1261"/>
                    </a:cubicBezTo>
                    <a:cubicBezTo>
                      <a:pt x="363" y="1247"/>
                      <a:pt x="394" y="1233"/>
                      <a:pt x="424" y="1218"/>
                    </a:cubicBezTo>
                    <a:cubicBezTo>
                      <a:pt x="424" y="1218"/>
                      <a:pt x="424" y="1219"/>
                      <a:pt x="423" y="1219"/>
                    </a:cubicBezTo>
                    <a:cubicBezTo>
                      <a:pt x="428" y="1216"/>
                      <a:pt x="434" y="1213"/>
                      <a:pt x="439" y="1210"/>
                    </a:cubicBezTo>
                    <a:cubicBezTo>
                      <a:pt x="446" y="1207"/>
                      <a:pt x="452" y="1203"/>
                      <a:pt x="458" y="1199"/>
                    </a:cubicBezTo>
                    <a:cubicBezTo>
                      <a:pt x="470" y="1193"/>
                      <a:pt x="480" y="1185"/>
                      <a:pt x="491" y="1178"/>
                    </a:cubicBezTo>
                    <a:cubicBezTo>
                      <a:pt x="509" y="1166"/>
                      <a:pt x="527" y="1152"/>
                      <a:pt x="546" y="1140"/>
                    </a:cubicBezTo>
                    <a:cubicBezTo>
                      <a:pt x="565" y="1127"/>
                      <a:pt x="585" y="1115"/>
                      <a:pt x="605" y="1102"/>
                    </a:cubicBezTo>
                    <a:cubicBezTo>
                      <a:pt x="625" y="1089"/>
                      <a:pt x="644" y="1076"/>
                      <a:pt x="664" y="1064"/>
                    </a:cubicBezTo>
                    <a:cubicBezTo>
                      <a:pt x="682" y="1052"/>
                      <a:pt x="702" y="1041"/>
                      <a:pt x="720" y="1029"/>
                    </a:cubicBezTo>
                    <a:cubicBezTo>
                      <a:pt x="721" y="1027"/>
                      <a:pt x="723" y="1027"/>
                      <a:pt x="723" y="1026"/>
                    </a:cubicBezTo>
                    <a:cubicBezTo>
                      <a:pt x="726" y="1025"/>
                      <a:pt x="728" y="1023"/>
                      <a:pt x="729" y="1022"/>
                    </a:cubicBezTo>
                    <a:cubicBezTo>
                      <a:pt x="748" y="1009"/>
                      <a:pt x="767" y="994"/>
                      <a:pt x="785" y="979"/>
                    </a:cubicBezTo>
                    <a:cubicBezTo>
                      <a:pt x="804" y="962"/>
                      <a:pt x="824" y="945"/>
                      <a:pt x="845" y="929"/>
                    </a:cubicBezTo>
                    <a:cubicBezTo>
                      <a:pt x="854" y="921"/>
                      <a:pt x="864" y="914"/>
                      <a:pt x="874" y="907"/>
                    </a:cubicBezTo>
                    <a:cubicBezTo>
                      <a:pt x="884" y="900"/>
                      <a:pt x="894" y="894"/>
                      <a:pt x="903" y="887"/>
                    </a:cubicBezTo>
                    <a:cubicBezTo>
                      <a:pt x="913" y="880"/>
                      <a:pt x="923" y="873"/>
                      <a:pt x="933" y="866"/>
                    </a:cubicBezTo>
                    <a:cubicBezTo>
                      <a:pt x="943" y="859"/>
                      <a:pt x="954" y="852"/>
                      <a:pt x="963" y="844"/>
                    </a:cubicBezTo>
                    <a:cubicBezTo>
                      <a:pt x="979" y="833"/>
                      <a:pt x="994" y="821"/>
                      <a:pt x="1009" y="808"/>
                    </a:cubicBezTo>
                    <a:cubicBezTo>
                      <a:pt x="1015" y="803"/>
                      <a:pt x="1021" y="798"/>
                      <a:pt x="1026" y="793"/>
                    </a:cubicBezTo>
                    <a:cubicBezTo>
                      <a:pt x="1032" y="787"/>
                      <a:pt x="1037" y="782"/>
                      <a:pt x="1043" y="776"/>
                    </a:cubicBezTo>
                    <a:cubicBezTo>
                      <a:pt x="1053" y="766"/>
                      <a:pt x="1062" y="754"/>
                      <a:pt x="1074" y="745"/>
                    </a:cubicBezTo>
                    <a:cubicBezTo>
                      <a:pt x="1097" y="724"/>
                      <a:pt x="1124" y="709"/>
                      <a:pt x="1150" y="692"/>
                    </a:cubicBezTo>
                    <a:cubicBezTo>
                      <a:pt x="1160" y="685"/>
                      <a:pt x="1170" y="678"/>
                      <a:pt x="1179" y="670"/>
                    </a:cubicBezTo>
                    <a:cubicBezTo>
                      <a:pt x="1189" y="662"/>
                      <a:pt x="1199" y="654"/>
                      <a:pt x="1208" y="646"/>
                    </a:cubicBezTo>
                    <a:cubicBezTo>
                      <a:pt x="1218" y="638"/>
                      <a:pt x="1227" y="630"/>
                      <a:pt x="1237" y="622"/>
                    </a:cubicBezTo>
                    <a:cubicBezTo>
                      <a:pt x="1247" y="614"/>
                      <a:pt x="1256" y="606"/>
                      <a:pt x="1266" y="598"/>
                    </a:cubicBezTo>
                    <a:cubicBezTo>
                      <a:pt x="1277" y="588"/>
                      <a:pt x="1289" y="577"/>
                      <a:pt x="1300" y="567"/>
                    </a:cubicBezTo>
                    <a:cubicBezTo>
                      <a:pt x="1310" y="557"/>
                      <a:pt x="1319" y="546"/>
                      <a:pt x="1329" y="536"/>
                    </a:cubicBezTo>
                    <a:cubicBezTo>
                      <a:pt x="1341" y="522"/>
                      <a:pt x="1352" y="508"/>
                      <a:pt x="1364" y="494"/>
                    </a:cubicBezTo>
                    <a:cubicBezTo>
                      <a:pt x="1375" y="479"/>
                      <a:pt x="1389" y="465"/>
                      <a:pt x="1402" y="452"/>
                    </a:cubicBezTo>
                    <a:cubicBezTo>
                      <a:pt x="1409" y="445"/>
                      <a:pt x="1416" y="438"/>
                      <a:pt x="1423" y="432"/>
                    </a:cubicBezTo>
                    <a:cubicBezTo>
                      <a:pt x="1430" y="426"/>
                      <a:pt x="1437" y="420"/>
                      <a:pt x="1444" y="413"/>
                    </a:cubicBezTo>
                    <a:cubicBezTo>
                      <a:pt x="1458" y="402"/>
                      <a:pt x="1472" y="390"/>
                      <a:pt x="1486" y="378"/>
                    </a:cubicBezTo>
                    <a:cubicBezTo>
                      <a:pt x="1495" y="370"/>
                      <a:pt x="1504" y="362"/>
                      <a:pt x="1513" y="353"/>
                    </a:cubicBezTo>
                    <a:cubicBezTo>
                      <a:pt x="1521" y="345"/>
                      <a:pt x="1529" y="338"/>
                      <a:pt x="1537" y="331"/>
                    </a:cubicBezTo>
                    <a:cubicBezTo>
                      <a:pt x="1557" y="315"/>
                      <a:pt x="1576" y="302"/>
                      <a:pt x="1597" y="288"/>
                    </a:cubicBezTo>
                    <a:cubicBezTo>
                      <a:pt x="1606" y="281"/>
                      <a:pt x="1615" y="275"/>
                      <a:pt x="1625" y="268"/>
                    </a:cubicBezTo>
                    <a:cubicBezTo>
                      <a:pt x="1636" y="261"/>
                      <a:pt x="1646" y="254"/>
                      <a:pt x="1656" y="248"/>
                    </a:cubicBezTo>
                    <a:cubicBezTo>
                      <a:pt x="1666" y="242"/>
                      <a:pt x="1676" y="236"/>
                      <a:pt x="1687" y="231"/>
                    </a:cubicBezTo>
                    <a:cubicBezTo>
                      <a:pt x="1698" y="225"/>
                      <a:pt x="1709" y="219"/>
                      <a:pt x="1720" y="214"/>
                    </a:cubicBezTo>
                    <a:cubicBezTo>
                      <a:pt x="1734" y="208"/>
                      <a:pt x="1747" y="202"/>
                      <a:pt x="1761" y="195"/>
                    </a:cubicBezTo>
                    <a:cubicBezTo>
                      <a:pt x="1781" y="184"/>
                      <a:pt x="1802" y="172"/>
                      <a:pt x="1823" y="161"/>
                    </a:cubicBezTo>
                    <a:cubicBezTo>
                      <a:pt x="1844" y="148"/>
                      <a:pt x="1867" y="137"/>
                      <a:pt x="1889" y="126"/>
                    </a:cubicBezTo>
                    <a:cubicBezTo>
                      <a:pt x="1900" y="120"/>
                      <a:pt x="1910" y="116"/>
                      <a:pt x="1921" y="111"/>
                    </a:cubicBezTo>
                    <a:cubicBezTo>
                      <a:pt x="1932" y="106"/>
                      <a:pt x="1943" y="102"/>
                      <a:pt x="1954" y="99"/>
                    </a:cubicBezTo>
                    <a:cubicBezTo>
                      <a:pt x="1966" y="95"/>
                      <a:pt x="1978" y="91"/>
                      <a:pt x="1990" y="88"/>
                    </a:cubicBezTo>
                    <a:cubicBezTo>
                      <a:pt x="2002" y="85"/>
                      <a:pt x="2015" y="81"/>
                      <a:pt x="2027" y="78"/>
                    </a:cubicBezTo>
                    <a:cubicBezTo>
                      <a:pt x="2052" y="71"/>
                      <a:pt x="2076" y="65"/>
                      <a:pt x="2101" y="58"/>
                    </a:cubicBezTo>
                    <a:cubicBezTo>
                      <a:pt x="2125" y="51"/>
                      <a:pt x="2150" y="44"/>
                      <a:pt x="2175" y="38"/>
                    </a:cubicBezTo>
                    <a:cubicBezTo>
                      <a:pt x="2186" y="35"/>
                      <a:pt x="2197" y="32"/>
                      <a:pt x="2209" y="29"/>
                    </a:cubicBezTo>
                    <a:cubicBezTo>
                      <a:pt x="2221" y="27"/>
                      <a:pt x="2232" y="24"/>
                      <a:pt x="2243" y="22"/>
                    </a:cubicBezTo>
                    <a:cubicBezTo>
                      <a:pt x="2269" y="17"/>
                      <a:pt x="2293" y="12"/>
                      <a:pt x="2318" y="7"/>
                    </a:cubicBezTo>
                    <a:cubicBezTo>
                      <a:pt x="2326" y="5"/>
                      <a:pt x="2333" y="3"/>
                      <a:pt x="2341" y="2"/>
                    </a:cubicBezTo>
                    <a:cubicBezTo>
                      <a:pt x="2347" y="1"/>
                      <a:pt x="2353" y="0"/>
                      <a:pt x="2359" y="0"/>
                    </a:cubicBezTo>
                    <a:cubicBezTo>
                      <a:pt x="2363" y="0"/>
                      <a:pt x="2366" y="1"/>
                      <a:pt x="2370" y="1"/>
                    </a:cubicBezTo>
                    <a:cubicBezTo>
                      <a:pt x="2376" y="3"/>
                      <a:pt x="2379" y="9"/>
                      <a:pt x="2378" y="14"/>
                    </a:cubicBezTo>
                    <a:cubicBezTo>
                      <a:pt x="2376" y="19"/>
                      <a:pt x="2371" y="24"/>
                      <a:pt x="2365" y="22"/>
                    </a:cubicBezTo>
                    <a:cubicBezTo>
                      <a:pt x="2364" y="22"/>
                      <a:pt x="2363" y="21"/>
                      <a:pt x="2362" y="21"/>
                    </a:cubicBezTo>
                    <a:cubicBezTo>
                      <a:pt x="2361" y="21"/>
                      <a:pt x="2359" y="21"/>
                      <a:pt x="2359" y="21"/>
                    </a:cubicBezTo>
                    <a:cubicBezTo>
                      <a:pt x="2357" y="21"/>
                      <a:pt x="2356" y="21"/>
                      <a:pt x="2355" y="21"/>
                    </a:cubicBezTo>
                    <a:cubicBezTo>
                      <a:pt x="2343" y="22"/>
                      <a:pt x="2330" y="24"/>
                      <a:pt x="2319" y="27"/>
                    </a:cubicBezTo>
                    <a:cubicBezTo>
                      <a:pt x="2308" y="29"/>
                      <a:pt x="2297" y="31"/>
                      <a:pt x="2286" y="33"/>
                    </a:cubicBezTo>
                    <a:cubicBezTo>
                      <a:pt x="2265" y="38"/>
                      <a:pt x="2245" y="42"/>
                      <a:pt x="2224" y="46"/>
                    </a:cubicBezTo>
                    <a:lnTo>
                      <a:pt x="2225" y="46"/>
                    </a:lnTo>
                    <a:cubicBezTo>
                      <a:pt x="2214" y="48"/>
                      <a:pt x="2204" y="50"/>
                      <a:pt x="2193" y="53"/>
                    </a:cubicBezTo>
                    <a:cubicBezTo>
                      <a:pt x="2181" y="56"/>
                      <a:pt x="2169" y="59"/>
                      <a:pt x="2158" y="62"/>
                    </a:cubicBezTo>
                    <a:cubicBezTo>
                      <a:pt x="2135" y="68"/>
                      <a:pt x="2113" y="75"/>
                      <a:pt x="2091" y="81"/>
                    </a:cubicBezTo>
                    <a:cubicBezTo>
                      <a:pt x="2069" y="87"/>
                      <a:pt x="2047" y="93"/>
                      <a:pt x="2025" y="99"/>
                    </a:cubicBezTo>
                    <a:cubicBezTo>
                      <a:pt x="2014" y="102"/>
                      <a:pt x="2002" y="105"/>
                      <a:pt x="1991" y="108"/>
                    </a:cubicBezTo>
                    <a:cubicBezTo>
                      <a:pt x="1985" y="109"/>
                      <a:pt x="1980" y="111"/>
                      <a:pt x="1974" y="113"/>
                    </a:cubicBezTo>
                    <a:cubicBezTo>
                      <a:pt x="1968" y="114"/>
                      <a:pt x="1962" y="117"/>
                      <a:pt x="1956" y="119"/>
                    </a:cubicBezTo>
                    <a:cubicBezTo>
                      <a:pt x="1947" y="121"/>
                      <a:pt x="1938" y="125"/>
                      <a:pt x="1928" y="129"/>
                    </a:cubicBezTo>
                    <a:cubicBezTo>
                      <a:pt x="1919" y="133"/>
                      <a:pt x="1910" y="137"/>
                      <a:pt x="1901" y="141"/>
                    </a:cubicBezTo>
                    <a:cubicBezTo>
                      <a:pt x="1869" y="158"/>
                      <a:pt x="1837" y="174"/>
                      <a:pt x="1807" y="193"/>
                    </a:cubicBezTo>
                    <a:cubicBezTo>
                      <a:pt x="1799" y="197"/>
                      <a:pt x="1791" y="201"/>
                      <a:pt x="1784" y="205"/>
                    </a:cubicBezTo>
                    <a:cubicBezTo>
                      <a:pt x="1776" y="210"/>
                      <a:pt x="1767" y="214"/>
                      <a:pt x="1759" y="218"/>
                    </a:cubicBezTo>
                    <a:cubicBezTo>
                      <a:pt x="1751" y="222"/>
                      <a:pt x="1744" y="225"/>
                      <a:pt x="1735" y="229"/>
                    </a:cubicBezTo>
                    <a:cubicBezTo>
                      <a:pt x="1727" y="233"/>
                      <a:pt x="1719" y="237"/>
                      <a:pt x="1711" y="240"/>
                    </a:cubicBezTo>
                    <a:cubicBezTo>
                      <a:pt x="1699" y="247"/>
                      <a:pt x="1688" y="253"/>
                      <a:pt x="1677" y="259"/>
                    </a:cubicBezTo>
                    <a:cubicBezTo>
                      <a:pt x="1665" y="265"/>
                      <a:pt x="1653" y="273"/>
                      <a:pt x="1642" y="280"/>
                    </a:cubicBezTo>
                    <a:lnTo>
                      <a:pt x="1643" y="280"/>
                    </a:lnTo>
                    <a:cubicBezTo>
                      <a:pt x="1642" y="280"/>
                      <a:pt x="1642" y="280"/>
                      <a:pt x="1642" y="281"/>
                    </a:cubicBezTo>
                    <a:cubicBezTo>
                      <a:pt x="1625" y="292"/>
                      <a:pt x="1607" y="304"/>
                      <a:pt x="1590" y="317"/>
                    </a:cubicBezTo>
                    <a:cubicBezTo>
                      <a:pt x="1582" y="322"/>
                      <a:pt x="1573" y="329"/>
                      <a:pt x="1565" y="335"/>
                    </a:cubicBezTo>
                    <a:cubicBezTo>
                      <a:pt x="1557" y="341"/>
                      <a:pt x="1550" y="347"/>
                      <a:pt x="1543" y="353"/>
                    </a:cubicBezTo>
                    <a:cubicBezTo>
                      <a:pt x="1535" y="360"/>
                      <a:pt x="1528" y="367"/>
                      <a:pt x="1520" y="374"/>
                    </a:cubicBezTo>
                    <a:cubicBezTo>
                      <a:pt x="1511" y="383"/>
                      <a:pt x="1501" y="392"/>
                      <a:pt x="1492" y="400"/>
                    </a:cubicBezTo>
                    <a:cubicBezTo>
                      <a:pt x="1483" y="408"/>
                      <a:pt x="1474" y="415"/>
                      <a:pt x="1465" y="422"/>
                    </a:cubicBezTo>
                    <a:cubicBezTo>
                      <a:pt x="1455" y="430"/>
                      <a:pt x="1446" y="437"/>
                      <a:pt x="1437" y="445"/>
                    </a:cubicBezTo>
                    <a:cubicBezTo>
                      <a:pt x="1438" y="445"/>
                      <a:pt x="1438" y="445"/>
                      <a:pt x="1438" y="445"/>
                    </a:cubicBezTo>
                    <a:lnTo>
                      <a:pt x="1437" y="445"/>
                    </a:lnTo>
                    <a:cubicBezTo>
                      <a:pt x="1430" y="452"/>
                      <a:pt x="1422" y="459"/>
                      <a:pt x="1415" y="467"/>
                    </a:cubicBezTo>
                    <a:cubicBezTo>
                      <a:pt x="1407" y="475"/>
                      <a:pt x="1399" y="483"/>
                      <a:pt x="1392" y="491"/>
                    </a:cubicBezTo>
                    <a:cubicBezTo>
                      <a:pt x="1384" y="501"/>
                      <a:pt x="1377" y="510"/>
                      <a:pt x="1369" y="519"/>
                    </a:cubicBezTo>
                    <a:cubicBezTo>
                      <a:pt x="1361" y="529"/>
                      <a:pt x="1353" y="539"/>
                      <a:pt x="1345" y="548"/>
                    </a:cubicBezTo>
                    <a:cubicBezTo>
                      <a:pt x="1329" y="567"/>
                      <a:pt x="1312" y="583"/>
                      <a:pt x="1294" y="600"/>
                    </a:cubicBezTo>
                    <a:cubicBezTo>
                      <a:pt x="1277" y="616"/>
                      <a:pt x="1258" y="631"/>
                      <a:pt x="1240" y="647"/>
                    </a:cubicBezTo>
                    <a:cubicBezTo>
                      <a:pt x="1222" y="662"/>
                      <a:pt x="1204" y="677"/>
                      <a:pt x="1185" y="691"/>
                    </a:cubicBezTo>
                    <a:cubicBezTo>
                      <a:pt x="1175" y="700"/>
                      <a:pt x="1164" y="707"/>
                      <a:pt x="1152" y="715"/>
                    </a:cubicBezTo>
                    <a:cubicBezTo>
                      <a:pt x="1141" y="722"/>
                      <a:pt x="1129" y="729"/>
                      <a:pt x="1118" y="736"/>
                    </a:cubicBezTo>
                    <a:cubicBezTo>
                      <a:pt x="1109" y="743"/>
                      <a:pt x="1100" y="750"/>
                      <a:pt x="1091" y="758"/>
                    </a:cubicBezTo>
                    <a:cubicBezTo>
                      <a:pt x="1082" y="765"/>
                      <a:pt x="1075" y="773"/>
                      <a:pt x="1067" y="781"/>
                    </a:cubicBezTo>
                    <a:cubicBezTo>
                      <a:pt x="1059" y="789"/>
                      <a:pt x="1051" y="798"/>
                      <a:pt x="1042" y="805"/>
                    </a:cubicBezTo>
                    <a:cubicBezTo>
                      <a:pt x="1033" y="814"/>
                      <a:pt x="1023" y="822"/>
                      <a:pt x="1014" y="831"/>
                    </a:cubicBezTo>
                    <a:cubicBezTo>
                      <a:pt x="1005" y="838"/>
                      <a:pt x="995" y="846"/>
                      <a:pt x="986" y="853"/>
                    </a:cubicBezTo>
                    <a:cubicBezTo>
                      <a:pt x="966" y="868"/>
                      <a:pt x="946" y="882"/>
                      <a:pt x="926" y="896"/>
                    </a:cubicBezTo>
                    <a:cubicBezTo>
                      <a:pt x="905" y="910"/>
                      <a:pt x="885" y="924"/>
                      <a:pt x="866" y="939"/>
                    </a:cubicBezTo>
                    <a:cubicBezTo>
                      <a:pt x="846" y="953"/>
                      <a:pt x="827" y="970"/>
                      <a:pt x="808" y="985"/>
                    </a:cubicBezTo>
                    <a:cubicBezTo>
                      <a:pt x="789" y="1001"/>
                      <a:pt x="771" y="1017"/>
                      <a:pt x="751" y="1031"/>
                    </a:cubicBezTo>
                    <a:cubicBezTo>
                      <a:pt x="746" y="1034"/>
                      <a:pt x="740" y="1039"/>
                      <a:pt x="734" y="1042"/>
                    </a:cubicBezTo>
                    <a:cubicBezTo>
                      <a:pt x="734" y="1043"/>
                      <a:pt x="734" y="1043"/>
                      <a:pt x="733" y="1043"/>
                    </a:cubicBezTo>
                    <a:cubicBezTo>
                      <a:pt x="728" y="1047"/>
                      <a:pt x="724" y="1050"/>
                      <a:pt x="720" y="1052"/>
                    </a:cubicBezTo>
                    <a:cubicBezTo>
                      <a:pt x="710" y="1059"/>
                      <a:pt x="701" y="1065"/>
                      <a:pt x="691" y="1071"/>
                    </a:cubicBezTo>
                    <a:cubicBezTo>
                      <a:pt x="669" y="1084"/>
                      <a:pt x="647" y="1098"/>
                      <a:pt x="626" y="1112"/>
                    </a:cubicBezTo>
                    <a:cubicBezTo>
                      <a:pt x="602" y="1127"/>
                      <a:pt x="578" y="1142"/>
                      <a:pt x="554" y="1158"/>
                    </a:cubicBezTo>
                    <a:cubicBezTo>
                      <a:pt x="534" y="1172"/>
                      <a:pt x="515" y="1187"/>
                      <a:pt x="494" y="1200"/>
                    </a:cubicBezTo>
                    <a:cubicBezTo>
                      <a:pt x="474" y="1213"/>
                      <a:pt x="453" y="1226"/>
                      <a:pt x="432" y="1236"/>
                    </a:cubicBezTo>
                    <a:cubicBezTo>
                      <a:pt x="409" y="1248"/>
                      <a:pt x="385" y="1259"/>
                      <a:pt x="361" y="1270"/>
                    </a:cubicBezTo>
                    <a:cubicBezTo>
                      <a:pt x="338" y="1280"/>
                      <a:pt x="315" y="1290"/>
                      <a:pt x="292" y="1300"/>
                    </a:cubicBezTo>
                    <a:cubicBezTo>
                      <a:pt x="272" y="1308"/>
                      <a:pt x="252" y="1317"/>
                      <a:pt x="231" y="1323"/>
                    </a:cubicBezTo>
                    <a:cubicBezTo>
                      <a:pt x="209" y="1329"/>
                      <a:pt x="187" y="1332"/>
                      <a:pt x="165" y="1334"/>
                    </a:cubicBezTo>
                    <a:cubicBezTo>
                      <a:pt x="149" y="1336"/>
                      <a:pt x="133" y="1337"/>
                      <a:pt x="117" y="1337"/>
                    </a:cubicBezTo>
                    <a:cubicBezTo>
                      <a:pt x="110" y="1337"/>
                      <a:pt x="104" y="1337"/>
                      <a:pt x="97" y="13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1" name="Google Shape;3111;p32"/>
              <p:cNvSpPr/>
              <p:nvPr/>
            </p:nvSpPr>
            <p:spPr>
              <a:xfrm>
                <a:off x="45000" y="2976120"/>
                <a:ext cx="756720" cy="341640"/>
              </a:xfrm>
              <a:custGeom>
                <a:avLst/>
                <a:gdLst/>
                <a:ahLst/>
                <a:cxnLst/>
                <a:rect l="l" t="t" r="r" b="b"/>
                <a:pathLst>
                  <a:path w="2102" h="949" extrusionOk="0">
                    <a:moveTo>
                      <a:pt x="7" y="946"/>
                    </a:moveTo>
                    <a:cubicBezTo>
                      <a:pt x="2" y="944"/>
                      <a:pt x="0" y="937"/>
                      <a:pt x="3" y="932"/>
                    </a:cubicBezTo>
                    <a:cubicBezTo>
                      <a:pt x="6" y="927"/>
                      <a:pt x="10" y="922"/>
                      <a:pt x="14" y="917"/>
                    </a:cubicBezTo>
                    <a:cubicBezTo>
                      <a:pt x="19" y="911"/>
                      <a:pt x="24" y="905"/>
                      <a:pt x="29" y="899"/>
                    </a:cubicBezTo>
                    <a:cubicBezTo>
                      <a:pt x="39" y="889"/>
                      <a:pt x="49" y="878"/>
                      <a:pt x="58" y="867"/>
                    </a:cubicBezTo>
                    <a:cubicBezTo>
                      <a:pt x="66" y="858"/>
                      <a:pt x="74" y="849"/>
                      <a:pt x="81" y="840"/>
                    </a:cubicBezTo>
                    <a:cubicBezTo>
                      <a:pt x="88" y="832"/>
                      <a:pt x="94" y="823"/>
                      <a:pt x="100" y="814"/>
                    </a:cubicBezTo>
                    <a:cubicBezTo>
                      <a:pt x="107" y="805"/>
                      <a:pt x="114" y="797"/>
                      <a:pt x="120" y="787"/>
                    </a:cubicBezTo>
                    <a:cubicBezTo>
                      <a:pt x="127" y="779"/>
                      <a:pt x="134" y="770"/>
                      <a:pt x="141" y="761"/>
                    </a:cubicBezTo>
                    <a:cubicBezTo>
                      <a:pt x="154" y="744"/>
                      <a:pt x="169" y="728"/>
                      <a:pt x="184" y="713"/>
                    </a:cubicBezTo>
                    <a:cubicBezTo>
                      <a:pt x="199" y="697"/>
                      <a:pt x="215" y="682"/>
                      <a:pt x="231" y="667"/>
                    </a:cubicBezTo>
                    <a:cubicBezTo>
                      <a:pt x="247" y="652"/>
                      <a:pt x="261" y="636"/>
                      <a:pt x="276" y="621"/>
                    </a:cubicBezTo>
                    <a:cubicBezTo>
                      <a:pt x="292" y="605"/>
                      <a:pt x="307" y="589"/>
                      <a:pt x="323" y="574"/>
                    </a:cubicBezTo>
                    <a:cubicBezTo>
                      <a:pt x="339" y="558"/>
                      <a:pt x="355" y="542"/>
                      <a:pt x="371" y="526"/>
                    </a:cubicBezTo>
                    <a:cubicBezTo>
                      <a:pt x="387" y="511"/>
                      <a:pt x="402" y="495"/>
                      <a:pt x="418" y="480"/>
                    </a:cubicBezTo>
                    <a:cubicBezTo>
                      <a:pt x="430" y="468"/>
                      <a:pt x="442" y="456"/>
                      <a:pt x="455" y="445"/>
                    </a:cubicBezTo>
                    <a:cubicBezTo>
                      <a:pt x="469" y="434"/>
                      <a:pt x="482" y="423"/>
                      <a:pt x="495" y="411"/>
                    </a:cubicBezTo>
                    <a:cubicBezTo>
                      <a:pt x="512" y="396"/>
                      <a:pt x="528" y="381"/>
                      <a:pt x="545" y="367"/>
                    </a:cubicBezTo>
                    <a:cubicBezTo>
                      <a:pt x="561" y="353"/>
                      <a:pt x="578" y="339"/>
                      <a:pt x="595" y="325"/>
                    </a:cubicBezTo>
                    <a:cubicBezTo>
                      <a:pt x="604" y="318"/>
                      <a:pt x="612" y="312"/>
                      <a:pt x="621" y="305"/>
                    </a:cubicBezTo>
                    <a:cubicBezTo>
                      <a:pt x="629" y="298"/>
                      <a:pt x="637" y="291"/>
                      <a:pt x="645" y="285"/>
                    </a:cubicBezTo>
                    <a:cubicBezTo>
                      <a:pt x="662" y="270"/>
                      <a:pt x="678" y="256"/>
                      <a:pt x="696" y="243"/>
                    </a:cubicBezTo>
                    <a:cubicBezTo>
                      <a:pt x="712" y="230"/>
                      <a:pt x="729" y="219"/>
                      <a:pt x="746" y="208"/>
                    </a:cubicBezTo>
                    <a:cubicBezTo>
                      <a:pt x="763" y="198"/>
                      <a:pt x="782" y="188"/>
                      <a:pt x="801" y="178"/>
                    </a:cubicBezTo>
                    <a:cubicBezTo>
                      <a:pt x="819" y="169"/>
                      <a:pt x="837" y="159"/>
                      <a:pt x="856" y="149"/>
                    </a:cubicBezTo>
                    <a:cubicBezTo>
                      <a:pt x="865" y="144"/>
                      <a:pt x="875" y="139"/>
                      <a:pt x="885" y="134"/>
                    </a:cubicBezTo>
                    <a:cubicBezTo>
                      <a:pt x="894" y="128"/>
                      <a:pt x="903" y="122"/>
                      <a:pt x="912" y="116"/>
                    </a:cubicBezTo>
                    <a:cubicBezTo>
                      <a:pt x="930" y="104"/>
                      <a:pt x="947" y="91"/>
                      <a:pt x="966" y="79"/>
                    </a:cubicBezTo>
                    <a:cubicBezTo>
                      <a:pt x="974" y="73"/>
                      <a:pt x="983" y="68"/>
                      <a:pt x="993" y="64"/>
                    </a:cubicBezTo>
                    <a:cubicBezTo>
                      <a:pt x="1003" y="59"/>
                      <a:pt x="1013" y="54"/>
                      <a:pt x="1023" y="51"/>
                    </a:cubicBezTo>
                    <a:cubicBezTo>
                      <a:pt x="1043" y="43"/>
                      <a:pt x="1063" y="36"/>
                      <a:pt x="1083" y="31"/>
                    </a:cubicBezTo>
                    <a:cubicBezTo>
                      <a:pt x="1104" y="26"/>
                      <a:pt x="1124" y="22"/>
                      <a:pt x="1145" y="18"/>
                    </a:cubicBezTo>
                    <a:cubicBezTo>
                      <a:pt x="1166" y="14"/>
                      <a:pt x="1187" y="10"/>
                      <a:pt x="1207" y="7"/>
                    </a:cubicBezTo>
                    <a:cubicBezTo>
                      <a:pt x="1230" y="4"/>
                      <a:pt x="1251" y="1"/>
                      <a:pt x="1273" y="0"/>
                    </a:cubicBezTo>
                    <a:cubicBezTo>
                      <a:pt x="1295" y="0"/>
                      <a:pt x="1316" y="0"/>
                      <a:pt x="1337" y="1"/>
                    </a:cubicBezTo>
                    <a:cubicBezTo>
                      <a:pt x="1358" y="2"/>
                      <a:pt x="1379" y="6"/>
                      <a:pt x="1400" y="10"/>
                    </a:cubicBezTo>
                    <a:cubicBezTo>
                      <a:pt x="1411" y="11"/>
                      <a:pt x="1421" y="13"/>
                      <a:pt x="1431" y="14"/>
                    </a:cubicBezTo>
                    <a:cubicBezTo>
                      <a:pt x="1441" y="16"/>
                      <a:pt x="1451" y="18"/>
                      <a:pt x="1461" y="21"/>
                    </a:cubicBezTo>
                    <a:cubicBezTo>
                      <a:pt x="1482" y="25"/>
                      <a:pt x="1503" y="31"/>
                      <a:pt x="1524" y="36"/>
                    </a:cubicBezTo>
                    <a:cubicBezTo>
                      <a:pt x="1545" y="42"/>
                      <a:pt x="1565" y="47"/>
                      <a:pt x="1584" y="53"/>
                    </a:cubicBezTo>
                    <a:cubicBezTo>
                      <a:pt x="1605" y="60"/>
                      <a:pt x="1625" y="68"/>
                      <a:pt x="1643" y="79"/>
                    </a:cubicBezTo>
                    <a:cubicBezTo>
                      <a:pt x="1661" y="89"/>
                      <a:pt x="1678" y="99"/>
                      <a:pt x="1697" y="109"/>
                    </a:cubicBezTo>
                    <a:cubicBezTo>
                      <a:pt x="1716" y="118"/>
                      <a:pt x="1734" y="127"/>
                      <a:pt x="1752" y="137"/>
                    </a:cubicBezTo>
                    <a:cubicBezTo>
                      <a:pt x="1760" y="142"/>
                      <a:pt x="1769" y="147"/>
                      <a:pt x="1777" y="151"/>
                    </a:cubicBezTo>
                    <a:cubicBezTo>
                      <a:pt x="1786" y="156"/>
                      <a:pt x="1795" y="161"/>
                      <a:pt x="1805" y="166"/>
                    </a:cubicBezTo>
                    <a:cubicBezTo>
                      <a:pt x="1821" y="176"/>
                      <a:pt x="1837" y="187"/>
                      <a:pt x="1852" y="198"/>
                    </a:cubicBezTo>
                    <a:cubicBezTo>
                      <a:pt x="1869" y="209"/>
                      <a:pt x="1887" y="219"/>
                      <a:pt x="1904" y="230"/>
                    </a:cubicBezTo>
                    <a:cubicBezTo>
                      <a:pt x="1921" y="242"/>
                      <a:pt x="1937" y="255"/>
                      <a:pt x="1954" y="267"/>
                    </a:cubicBezTo>
                    <a:cubicBezTo>
                      <a:pt x="1963" y="272"/>
                      <a:pt x="1971" y="278"/>
                      <a:pt x="1979" y="285"/>
                    </a:cubicBezTo>
                    <a:cubicBezTo>
                      <a:pt x="1988" y="290"/>
                      <a:pt x="1996" y="296"/>
                      <a:pt x="2005" y="303"/>
                    </a:cubicBezTo>
                    <a:cubicBezTo>
                      <a:pt x="2012" y="310"/>
                      <a:pt x="2019" y="317"/>
                      <a:pt x="2026" y="324"/>
                    </a:cubicBezTo>
                    <a:cubicBezTo>
                      <a:pt x="2034" y="332"/>
                      <a:pt x="2041" y="339"/>
                      <a:pt x="2049" y="347"/>
                    </a:cubicBezTo>
                    <a:cubicBezTo>
                      <a:pt x="2055" y="352"/>
                      <a:pt x="2062" y="358"/>
                      <a:pt x="2068" y="363"/>
                    </a:cubicBezTo>
                    <a:cubicBezTo>
                      <a:pt x="2074" y="369"/>
                      <a:pt x="2081" y="374"/>
                      <a:pt x="2087" y="379"/>
                    </a:cubicBezTo>
                    <a:lnTo>
                      <a:pt x="2087" y="378"/>
                    </a:lnTo>
                    <a:cubicBezTo>
                      <a:pt x="2088" y="380"/>
                      <a:pt x="2090" y="381"/>
                      <a:pt x="2092" y="383"/>
                    </a:cubicBezTo>
                    <a:lnTo>
                      <a:pt x="2094" y="384"/>
                    </a:lnTo>
                    <a:cubicBezTo>
                      <a:pt x="2099" y="387"/>
                      <a:pt x="2101" y="392"/>
                      <a:pt x="2099" y="398"/>
                    </a:cubicBezTo>
                    <a:cubicBezTo>
                      <a:pt x="2097" y="403"/>
                      <a:pt x="2090" y="406"/>
                      <a:pt x="2084" y="403"/>
                    </a:cubicBezTo>
                    <a:cubicBezTo>
                      <a:pt x="2080" y="401"/>
                      <a:pt x="2076" y="399"/>
                      <a:pt x="2072" y="395"/>
                    </a:cubicBezTo>
                    <a:cubicBezTo>
                      <a:pt x="2070" y="393"/>
                      <a:pt x="2068" y="391"/>
                      <a:pt x="2066" y="389"/>
                    </a:cubicBezTo>
                    <a:cubicBezTo>
                      <a:pt x="2053" y="379"/>
                      <a:pt x="2041" y="369"/>
                      <a:pt x="2029" y="358"/>
                    </a:cubicBezTo>
                    <a:cubicBezTo>
                      <a:pt x="2023" y="352"/>
                      <a:pt x="2017" y="346"/>
                      <a:pt x="2011" y="339"/>
                    </a:cubicBezTo>
                    <a:cubicBezTo>
                      <a:pt x="2005" y="333"/>
                      <a:pt x="1999" y="327"/>
                      <a:pt x="1992" y="321"/>
                    </a:cubicBezTo>
                    <a:cubicBezTo>
                      <a:pt x="1985" y="315"/>
                      <a:pt x="1977" y="310"/>
                      <a:pt x="1969" y="304"/>
                    </a:cubicBezTo>
                    <a:cubicBezTo>
                      <a:pt x="1960" y="297"/>
                      <a:pt x="1950" y="290"/>
                      <a:pt x="1941" y="284"/>
                    </a:cubicBezTo>
                    <a:cubicBezTo>
                      <a:pt x="1924" y="272"/>
                      <a:pt x="1907" y="258"/>
                      <a:pt x="1889" y="247"/>
                    </a:cubicBezTo>
                    <a:lnTo>
                      <a:pt x="1890" y="247"/>
                    </a:lnTo>
                    <a:cubicBezTo>
                      <a:pt x="1873" y="236"/>
                      <a:pt x="1856" y="226"/>
                      <a:pt x="1840" y="216"/>
                    </a:cubicBezTo>
                    <a:cubicBezTo>
                      <a:pt x="1830" y="209"/>
                      <a:pt x="1820" y="202"/>
                      <a:pt x="1810" y="196"/>
                    </a:cubicBezTo>
                    <a:cubicBezTo>
                      <a:pt x="1804" y="191"/>
                      <a:pt x="1797" y="187"/>
                      <a:pt x="1790" y="183"/>
                    </a:cubicBezTo>
                    <a:cubicBezTo>
                      <a:pt x="1781" y="179"/>
                      <a:pt x="1773" y="174"/>
                      <a:pt x="1765" y="170"/>
                    </a:cubicBezTo>
                    <a:cubicBezTo>
                      <a:pt x="1749" y="161"/>
                      <a:pt x="1732" y="151"/>
                      <a:pt x="1716" y="143"/>
                    </a:cubicBezTo>
                    <a:cubicBezTo>
                      <a:pt x="1700" y="134"/>
                      <a:pt x="1683" y="126"/>
                      <a:pt x="1667" y="117"/>
                    </a:cubicBezTo>
                    <a:cubicBezTo>
                      <a:pt x="1650" y="108"/>
                      <a:pt x="1635" y="99"/>
                      <a:pt x="1618" y="90"/>
                    </a:cubicBezTo>
                    <a:cubicBezTo>
                      <a:pt x="1611" y="87"/>
                      <a:pt x="1604" y="84"/>
                      <a:pt x="1597" y="81"/>
                    </a:cubicBezTo>
                    <a:cubicBezTo>
                      <a:pt x="1588" y="78"/>
                      <a:pt x="1580" y="74"/>
                      <a:pt x="1572" y="71"/>
                    </a:cubicBezTo>
                    <a:cubicBezTo>
                      <a:pt x="1561" y="68"/>
                      <a:pt x="1549" y="65"/>
                      <a:pt x="1538" y="61"/>
                    </a:cubicBezTo>
                    <a:cubicBezTo>
                      <a:pt x="1527" y="59"/>
                      <a:pt x="1515" y="56"/>
                      <a:pt x="1504" y="53"/>
                    </a:cubicBezTo>
                    <a:cubicBezTo>
                      <a:pt x="1481" y="47"/>
                      <a:pt x="1457" y="41"/>
                      <a:pt x="1434" y="36"/>
                    </a:cubicBezTo>
                    <a:cubicBezTo>
                      <a:pt x="1435" y="36"/>
                      <a:pt x="1435" y="37"/>
                      <a:pt x="1435" y="37"/>
                    </a:cubicBezTo>
                    <a:cubicBezTo>
                      <a:pt x="1433" y="36"/>
                      <a:pt x="1431" y="36"/>
                      <a:pt x="1428" y="35"/>
                    </a:cubicBezTo>
                    <a:lnTo>
                      <a:pt x="1429" y="36"/>
                    </a:lnTo>
                    <a:cubicBezTo>
                      <a:pt x="1414" y="33"/>
                      <a:pt x="1398" y="31"/>
                      <a:pt x="1383" y="28"/>
                    </a:cubicBezTo>
                    <a:cubicBezTo>
                      <a:pt x="1368" y="25"/>
                      <a:pt x="1352" y="23"/>
                      <a:pt x="1336" y="22"/>
                    </a:cubicBezTo>
                    <a:cubicBezTo>
                      <a:pt x="1337" y="22"/>
                      <a:pt x="1337" y="22"/>
                      <a:pt x="1337" y="22"/>
                    </a:cubicBezTo>
                    <a:cubicBezTo>
                      <a:pt x="1312" y="21"/>
                      <a:pt x="1286" y="21"/>
                      <a:pt x="1260" y="22"/>
                    </a:cubicBezTo>
                    <a:cubicBezTo>
                      <a:pt x="1248" y="23"/>
                      <a:pt x="1235" y="24"/>
                      <a:pt x="1222" y="26"/>
                    </a:cubicBezTo>
                    <a:cubicBezTo>
                      <a:pt x="1209" y="28"/>
                      <a:pt x="1196" y="30"/>
                      <a:pt x="1184" y="32"/>
                    </a:cubicBezTo>
                    <a:cubicBezTo>
                      <a:pt x="1158" y="36"/>
                      <a:pt x="1134" y="42"/>
                      <a:pt x="1110" y="47"/>
                    </a:cubicBezTo>
                    <a:cubicBezTo>
                      <a:pt x="1099" y="49"/>
                      <a:pt x="1087" y="52"/>
                      <a:pt x="1076" y="54"/>
                    </a:cubicBezTo>
                    <a:cubicBezTo>
                      <a:pt x="1065" y="57"/>
                      <a:pt x="1055" y="61"/>
                      <a:pt x="1045" y="64"/>
                    </a:cubicBezTo>
                    <a:cubicBezTo>
                      <a:pt x="1037" y="67"/>
                      <a:pt x="1030" y="70"/>
                      <a:pt x="1022" y="73"/>
                    </a:cubicBezTo>
                    <a:cubicBezTo>
                      <a:pt x="1013" y="77"/>
                      <a:pt x="1005" y="81"/>
                      <a:pt x="997" y="85"/>
                    </a:cubicBezTo>
                    <a:cubicBezTo>
                      <a:pt x="987" y="90"/>
                      <a:pt x="977" y="96"/>
                      <a:pt x="967" y="102"/>
                    </a:cubicBezTo>
                    <a:cubicBezTo>
                      <a:pt x="950" y="114"/>
                      <a:pt x="932" y="127"/>
                      <a:pt x="914" y="140"/>
                    </a:cubicBezTo>
                    <a:cubicBezTo>
                      <a:pt x="896" y="152"/>
                      <a:pt x="876" y="162"/>
                      <a:pt x="857" y="172"/>
                    </a:cubicBezTo>
                    <a:cubicBezTo>
                      <a:pt x="838" y="181"/>
                      <a:pt x="819" y="191"/>
                      <a:pt x="800" y="201"/>
                    </a:cubicBezTo>
                    <a:cubicBezTo>
                      <a:pt x="790" y="207"/>
                      <a:pt x="780" y="212"/>
                      <a:pt x="770" y="218"/>
                    </a:cubicBezTo>
                    <a:cubicBezTo>
                      <a:pt x="761" y="223"/>
                      <a:pt x="751" y="229"/>
                      <a:pt x="742" y="235"/>
                    </a:cubicBezTo>
                    <a:cubicBezTo>
                      <a:pt x="739" y="237"/>
                      <a:pt x="736" y="239"/>
                      <a:pt x="732" y="241"/>
                    </a:cubicBezTo>
                    <a:cubicBezTo>
                      <a:pt x="717" y="252"/>
                      <a:pt x="702" y="264"/>
                      <a:pt x="687" y="275"/>
                    </a:cubicBezTo>
                    <a:cubicBezTo>
                      <a:pt x="680" y="282"/>
                      <a:pt x="671" y="289"/>
                      <a:pt x="663" y="295"/>
                    </a:cubicBezTo>
                    <a:cubicBezTo>
                      <a:pt x="656" y="302"/>
                      <a:pt x="649" y="307"/>
                      <a:pt x="642" y="313"/>
                    </a:cubicBezTo>
                    <a:cubicBezTo>
                      <a:pt x="627" y="326"/>
                      <a:pt x="611" y="338"/>
                      <a:pt x="596" y="351"/>
                    </a:cubicBezTo>
                    <a:cubicBezTo>
                      <a:pt x="580" y="363"/>
                      <a:pt x="565" y="376"/>
                      <a:pt x="550" y="389"/>
                    </a:cubicBezTo>
                    <a:cubicBezTo>
                      <a:pt x="536" y="401"/>
                      <a:pt x="523" y="413"/>
                      <a:pt x="509" y="425"/>
                    </a:cubicBezTo>
                    <a:cubicBezTo>
                      <a:pt x="495" y="438"/>
                      <a:pt x="481" y="450"/>
                      <a:pt x="467" y="461"/>
                    </a:cubicBezTo>
                    <a:lnTo>
                      <a:pt x="466" y="462"/>
                    </a:lnTo>
                    <a:cubicBezTo>
                      <a:pt x="459" y="468"/>
                      <a:pt x="451" y="475"/>
                      <a:pt x="444" y="482"/>
                    </a:cubicBezTo>
                    <a:cubicBezTo>
                      <a:pt x="435" y="490"/>
                      <a:pt x="427" y="498"/>
                      <a:pt x="419" y="507"/>
                    </a:cubicBezTo>
                    <a:cubicBezTo>
                      <a:pt x="404" y="522"/>
                      <a:pt x="389" y="536"/>
                      <a:pt x="373" y="551"/>
                    </a:cubicBezTo>
                    <a:cubicBezTo>
                      <a:pt x="357" y="568"/>
                      <a:pt x="340" y="584"/>
                      <a:pt x="324" y="600"/>
                    </a:cubicBezTo>
                    <a:cubicBezTo>
                      <a:pt x="308" y="616"/>
                      <a:pt x="293" y="632"/>
                      <a:pt x="278" y="648"/>
                    </a:cubicBezTo>
                    <a:cubicBezTo>
                      <a:pt x="270" y="655"/>
                      <a:pt x="263" y="663"/>
                      <a:pt x="255" y="670"/>
                    </a:cubicBezTo>
                    <a:cubicBezTo>
                      <a:pt x="247" y="679"/>
                      <a:pt x="237" y="688"/>
                      <a:pt x="229" y="696"/>
                    </a:cubicBezTo>
                    <a:cubicBezTo>
                      <a:pt x="212" y="712"/>
                      <a:pt x="195" y="729"/>
                      <a:pt x="180" y="745"/>
                    </a:cubicBezTo>
                    <a:cubicBezTo>
                      <a:pt x="175" y="751"/>
                      <a:pt x="170" y="756"/>
                      <a:pt x="166" y="761"/>
                    </a:cubicBezTo>
                    <a:cubicBezTo>
                      <a:pt x="160" y="768"/>
                      <a:pt x="155" y="775"/>
                      <a:pt x="149" y="782"/>
                    </a:cubicBezTo>
                    <a:cubicBezTo>
                      <a:pt x="140" y="793"/>
                      <a:pt x="131" y="805"/>
                      <a:pt x="123" y="817"/>
                    </a:cubicBezTo>
                    <a:cubicBezTo>
                      <a:pt x="114" y="829"/>
                      <a:pt x="105" y="841"/>
                      <a:pt x="96" y="852"/>
                    </a:cubicBezTo>
                    <a:cubicBezTo>
                      <a:pt x="85" y="865"/>
                      <a:pt x="74" y="879"/>
                      <a:pt x="63" y="892"/>
                    </a:cubicBezTo>
                    <a:cubicBezTo>
                      <a:pt x="59" y="896"/>
                      <a:pt x="56" y="899"/>
                      <a:pt x="53" y="903"/>
                    </a:cubicBezTo>
                    <a:lnTo>
                      <a:pt x="53" y="902"/>
                    </a:lnTo>
                    <a:cubicBezTo>
                      <a:pt x="48" y="909"/>
                      <a:pt x="42" y="915"/>
                      <a:pt x="36" y="922"/>
                    </a:cubicBezTo>
                    <a:cubicBezTo>
                      <a:pt x="32" y="928"/>
                      <a:pt x="26" y="934"/>
                      <a:pt x="22" y="941"/>
                    </a:cubicBezTo>
                    <a:lnTo>
                      <a:pt x="21" y="942"/>
                    </a:lnTo>
                    <a:cubicBezTo>
                      <a:pt x="19" y="946"/>
                      <a:pt x="15" y="948"/>
                      <a:pt x="12" y="948"/>
                    </a:cubicBezTo>
                    <a:cubicBezTo>
                      <a:pt x="10" y="948"/>
                      <a:pt x="8" y="948"/>
                      <a:pt x="7" y="9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2" name="Google Shape;3112;p32"/>
              <p:cNvSpPr/>
              <p:nvPr/>
            </p:nvSpPr>
            <p:spPr>
              <a:xfrm>
                <a:off x="520920" y="3000600"/>
                <a:ext cx="10836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301" h="35" extrusionOk="0">
                    <a:moveTo>
                      <a:pt x="18" y="34"/>
                    </a:moveTo>
                    <a:cubicBezTo>
                      <a:pt x="15" y="34"/>
                      <a:pt x="12" y="34"/>
                      <a:pt x="9" y="33"/>
                    </a:cubicBezTo>
                    <a:cubicBezTo>
                      <a:pt x="4" y="32"/>
                      <a:pt x="0" y="26"/>
                      <a:pt x="1" y="20"/>
                    </a:cubicBezTo>
                    <a:cubicBezTo>
                      <a:pt x="3" y="15"/>
                      <a:pt x="8" y="12"/>
                      <a:pt x="14" y="13"/>
                    </a:cubicBezTo>
                    <a:lnTo>
                      <a:pt x="13" y="13"/>
                    </a:lnTo>
                    <a:cubicBezTo>
                      <a:pt x="15" y="13"/>
                      <a:pt x="16" y="13"/>
                      <a:pt x="17" y="13"/>
                    </a:cubicBezTo>
                    <a:lnTo>
                      <a:pt x="16" y="13"/>
                    </a:lnTo>
                    <a:cubicBezTo>
                      <a:pt x="32" y="13"/>
                      <a:pt x="47" y="13"/>
                      <a:pt x="63" y="13"/>
                    </a:cubicBezTo>
                    <a:cubicBezTo>
                      <a:pt x="79" y="12"/>
                      <a:pt x="95" y="10"/>
                      <a:pt x="110" y="9"/>
                    </a:cubicBezTo>
                    <a:cubicBezTo>
                      <a:pt x="111" y="9"/>
                      <a:pt x="112" y="9"/>
                      <a:pt x="112" y="9"/>
                    </a:cubicBezTo>
                    <a:lnTo>
                      <a:pt x="111" y="9"/>
                    </a:lnTo>
                    <a:cubicBezTo>
                      <a:pt x="112" y="9"/>
                      <a:pt x="113" y="9"/>
                      <a:pt x="114" y="9"/>
                    </a:cubicBezTo>
                    <a:lnTo>
                      <a:pt x="113" y="9"/>
                    </a:lnTo>
                    <a:cubicBezTo>
                      <a:pt x="114" y="9"/>
                      <a:pt x="115" y="9"/>
                      <a:pt x="116" y="9"/>
                    </a:cubicBezTo>
                    <a:cubicBezTo>
                      <a:pt x="117" y="9"/>
                      <a:pt x="117" y="9"/>
                      <a:pt x="118" y="9"/>
                    </a:cubicBezTo>
                    <a:cubicBezTo>
                      <a:pt x="117" y="9"/>
                      <a:pt x="117" y="9"/>
                      <a:pt x="117" y="9"/>
                    </a:cubicBezTo>
                    <a:cubicBezTo>
                      <a:pt x="118" y="9"/>
                      <a:pt x="120" y="9"/>
                      <a:pt x="122" y="8"/>
                    </a:cubicBezTo>
                    <a:cubicBezTo>
                      <a:pt x="121" y="8"/>
                      <a:pt x="121" y="8"/>
                      <a:pt x="121" y="8"/>
                    </a:cubicBezTo>
                    <a:cubicBezTo>
                      <a:pt x="121" y="8"/>
                      <a:pt x="123" y="8"/>
                      <a:pt x="124" y="8"/>
                    </a:cubicBezTo>
                    <a:cubicBezTo>
                      <a:pt x="125" y="8"/>
                      <a:pt x="125" y="8"/>
                      <a:pt x="126" y="8"/>
                    </a:cubicBezTo>
                    <a:cubicBezTo>
                      <a:pt x="127" y="8"/>
                      <a:pt x="127" y="7"/>
                      <a:pt x="128" y="7"/>
                    </a:cubicBezTo>
                    <a:lnTo>
                      <a:pt x="128" y="8"/>
                    </a:lnTo>
                    <a:cubicBezTo>
                      <a:pt x="149" y="6"/>
                      <a:pt x="171" y="5"/>
                      <a:pt x="192" y="5"/>
                    </a:cubicBezTo>
                    <a:cubicBezTo>
                      <a:pt x="204" y="5"/>
                      <a:pt x="214" y="5"/>
                      <a:pt x="225" y="5"/>
                    </a:cubicBezTo>
                    <a:cubicBezTo>
                      <a:pt x="236" y="4"/>
                      <a:pt x="248" y="3"/>
                      <a:pt x="259" y="3"/>
                    </a:cubicBezTo>
                    <a:cubicBezTo>
                      <a:pt x="260" y="3"/>
                      <a:pt x="260" y="3"/>
                      <a:pt x="260" y="3"/>
                    </a:cubicBezTo>
                    <a:cubicBezTo>
                      <a:pt x="270" y="2"/>
                      <a:pt x="279" y="1"/>
                      <a:pt x="289" y="0"/>
                    </a:cubicBezTo>
                    <a:cubicBezTo>
                      <a:pt x="295" y="0"/>
                      <a:pt x="300" y="5"/>
                      <a:pt x="300" y="10"/>
                    </a:cubicBezTo>
                    <a:cubicBezTo>
                      <a:pt x="300" y="16"/>
                      <a:pt x="295" y="21"/>
                      <a:pt x="289" y="21"/>
                    </a:cubicBezTo>
                    <a:cubicBezTo>
                      <a:pt x="278" y="21"/>
                      <a:pt x="267" y="22"/>
                      <a:pt x="255" y="23"/>
                    </a:cubicBezTo>
                    <a:cubicBezTo>
                      <a:pt x="244" y="24"/>
                      <a:pt x="234" y="24"/>
                      <a:pt x="223" y="24"/>
                    </a:cubicBezTo>
                    <a:cubicBezTo>
                      <a:pt x="212" y="24"/>
                      <a:pt x="201" y="24"/>
                      <a:pt x="189" y="24"/>
                    </a:cubicBezTo>
                    <a:cubicBezTo>
                      <a:pt x="179" y="25"/>
                      <a:pt x="169" y="25"/>
                      <a:pt x="158" y="26"/>
                    </a:cubicBezTo>
                    <a:cubicBezTo>
                      <a:pt x="148" y="26"/>
                      <a:pt x="138" y="27"/>
                      <a:pt x="128" y="27"/>
                    </a:cubicBezTo>
                    <a:cubicBezTo>
                      <a:pt x="129" y="27"/>
                      <a:pt x="130" y="27"/>
                      <a:pt x="130" y="27"/>
                    </a:cubicBezTo>
                    <a:cubicBezTo>
                      <a:pt x="124" y="28"/>
                      <a:pt x="117" y="28"/>
                      <a:pt x="111" y="29"/>
                    </a:cubicBezTo>
                    <a:cubicBezTo>
                      <a:pt x="112" y="29"/>
                      <a:pt x="112" y="29"/>
                      <a:pt x="112" y="29"/>
                    </a:cubicBezTo>
                    <a:cubicBezTo>
                      <a:pt x="106" y="30"/>
                      <a:pt x="100" y="30"/>
                      <a:pt x="94" y="31"/>
                    </a:cubicBezTo>
                    <a:cubicBezTo>
                      <a:pt x="94" y="31"/>
                      <a:pt x="95" y="31"/>
                      <a:pt x="95" y="30"/>
                    </a:cubicBezTo>
                    <a:cubicBezTo>
                      <a:pt x="94" y="31"/>
                      <a:pt x="93" y="31"/>
                      <a:pt x="92" y="31"/>
                    </a:cubicBezTo>
                    <a:cubicBezTo>
                      <a:pt x="93" y="31"/>
                      <a:pt x="93" y="31"/>
                      <a:pt x="93" y="31"/>
                    </a:cubicBezTo>
                    <a:cubicBezTo>
                      <a:pt x="92" y="31"/>
                      <a:pt x="91" y="31"/>
                      <a:pt x="89" y="31"/>
                    </a:cubicBezTo>
                    <a:cubicBezTo>
                      <a:pt x="88" y="31"/>
                      <a:pt x="87" y="31"/>
                      <a:pt x="86" y="31"/>
                    </a:cubicBezTo>
                    <a:cubicBezTo>
                      <a:pt x="85" y="31"/>
                      <a:pt x="83" y="31"/>
                      <a:pt x="81" y="31"/>
                    </a:cubicBezTo>
                    <a:cubicBezTo>
                      <a:pt x="82" y="31"/>
                      <a:pt x="82" y="31"/>
                      <a:pt x="83" y="31"/>
                    </a:cubicBezTo>
                    <a:cubicBezTo>
                      <a:pt x="82" y="31"/>
                      <a:pt x="81" y="31"/>
                      <a:pt x="81" y="31"/>
                    </a:cubicBezTo>
                    <a:cubicBezTo>
                      <a:pt x="68" y="32"/>
                      <a:pt x="57" y="33"/>
                      <a:pt x="44" y="33"/>
                    </a:cubicBezTo>
                    <a:cubicBezTo>
                      <a:pt x="39" y="34"/>
                      <a:pt x="33" y="34"/>
                      <a:pt x="27" y="34"/>
                    </a:cubicBezTo>
                    <a:cubicBezTo>
                      <a:pt x="24" y="34"/>
                      <a:pt x="21" y="34"/>
                      <a:pt x="18" y="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3" name="Google Shape;3113;p32"/>
              <p:cNvSpPr/>
              <p:nvPr/>
            </p:nvSpPr>
            <p:spPr>
              <a:xfrm>
                <a:off x="568800" y="2983680"/>
                <a:ext cx="59400" cy="36720"/>
              </a:xfrm>
              <a:custGeom>
                <a:avLst/>
                <a:gdLst/>
                <a:ahLst/>
                <a:cxnLst/>
                <a:rect l="l" t="t" r="r" b="b"/>
                <a:pathLst>
                  <a:path w="165" h="102" extrusionOk="0">
                    <a:moveTo>
                      <a:pt x="67" y="96"/>
                    </a:moveTo>
                    <a:cubicBezTo>
                      <a:pt x="65" y="90"/>
                      <a:pt x="67" y="84"/>
                      <a:pt x="72" y="82"/>
                    </a:cubicBezTo>
                    <a:cubicBezTo>
                      <a:pt x="84" y="78"/>
                      <a:pt x="96" y="73"/>
                      <a:pt x="107" y="68"/>
                    </a:cubicBezTo>
                    <a:cubicBezTo>
                      <a:pt x="113" y="66"/>
                      <a:pt x="118" y="64"/>
                      <a:pt x="124" y="62"/>
                    </a:cubicBezTo>
                    <a:cubicBezTo>
                      <a:pt x="126" y="61"/>
                      <a:pt x="128" y="60"/>
                      <a:pt x="130" y="60"/>
                    </a:cubicBezTo>
                    <a:cubicBezTo>
                      <a:pt x="125" y="58"/>
                      <a:pt x="120" y="56"/>
                      <a:pt x="115" y="54"/>
                    </a:cubicBezTo>
                    <a:cubicBezTo>
                      <a:pt x="97" y="48"/>
                      <a:pt x="78" y="43"/>
                      <a:pt x="60" y="37"/>
                    </a:cubicBezTo>
                    <a:cubicBezTo>
                      <a:pt x="51" y="34"/>
                      <a:pt x="42" y="32"/>
                      <a:pt x="33" y="29"/>
                    </a:cubicBezTo>
                    <a:cubicBezTo>
                      <a:pt x="25" y="27"/>
                      <a:pt x="16" y="25"/>
                      <a:pt x="8" y="21"/>
                    </a:cubicBezTo>
                    <a:cubicBezTo>
                      <a:pt x="2" y="19"/>
                      <a:pt x="0" y="13"/>
                      <a:pt x="2" y="8"/>
                    </a:cubicBezTo>
                    <a:cubicBezTo>
                      <a:pt x="4" y="2"/>
                      <a:pt x="11" y="0"/>
                      <a:pt x="16" y="2"/>
                    </a:cubicBezTo>
                    <a:cubicBezTo>
                      <a:pt x="16" y="2"/>
                      <a:pt x="17" y="2"/>
                      <a:pt x="18" y="2"/>
                    </a:cubicBezTo>
                    <a:cubicBezTo>
                      <a:pt x="22" y="4"/>
                      <a:pt x="25" y="6"/>
                      <a:pt x="29" y="7"/>
                    </a:cubicBezTo>
                    <a:cubicBezTo>
                      <a:pt x="50" y="13"/>
                      <a:pt x="71" y="20"/>
                      <a:pt x="92" y="26"/>
                    </a:cubicBezTo>
                    <a:cubicBezTo>
                      <a:pt x="103" y="29"/>
                      <a:pt x="113" y="33"/>
                      <a:pt x="124" y="36"/>
                    </a:cubicBezTo>
                    <a:cubicBezTo>
                      <a:pt x="129" y="38"/>
                      <a:pt x="135" y="40"/>
                      <a:pt x="140" y="41"/>
                    </a:cubicBezTo>
                    <a:cubicBezTo>
                      <a:pt x="145" y="43"/>
                      <a:pt x="150" y="45"/>
                      <a:pt x="155" y="48"/>
                    </a:cubicBezTo>
                    <a:cubicBezTo>
                      <a:pt x="158" y="49"/>
                      <a:pt x="160" y="51"/>
                      <a:pt x="162" y="54"/>
                    </a:cubicBezTo>
                    <a:cubicBezTo>
                      <a:pt x="164" y="57"/>
                      <a:pt x="164" y="62"/>
                      <a:pt x="162" y="65"/>
                    </a:cubicBezTo>
                    <a:cubicBezTo>
                      <a:pt x="159" y="71"/>
                      <a:pt x="152" y="73"/>
                      <a:pt x="146" y="75"/>
                    </a:cubicBezTo>
                    <a:cubicBezTo>
                      <a:pt x="138" y="78"/>
                      <a:pt x="131" y="81"/>
                      <a:pt x="123" y="83"/>
                    </a:cubicBezTo>
                    <a:cubicBezTo>
                      <a:pt x="109" y="89"/>
                      <a:pt x="94" y="95"/>
                      <a:pt x="80" y="101"/>
                    </a:cubicBezTo>
                    <a:cubicBezTo>
                      <a:pt x="79" y="101"/>
                      <a:pt x="78" y="101"/>
                      <a:pt x="77" y="101"/>
                    </a:cubicBezTo>
                    <a:cubicBezTo>
                      <a:pt x="73" y="101"/>
                      <a:pt x="69" y="99"/>
                      <a:pt x="67" y="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4" name="Google Shape;3114;p32"/>
              <p:cNvSpPr/>
              <p:nvPr/>
            </p:nvSpPr>
            <p:spPr>
              <a:xfrm>
                <a:off x="518400" y="3039120"/>
                <a:ext cx="16200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450" h="36" extrusionOk="0">
                    <a:moveTo>
                      <a:pt x="2" y="29"/>
                    </a:moveTo>
                    <a:cubicBezTo>
                      <a:pt x="0" y="23"/>
                      <a:pt x="3" y="16"/>
                      <a:pt x="9" y="14"/>
                    </a:cubicBezTo>
                    <a:cubicBezTo>
                      <a:pt x="12" y="13"/>
                      <a:pt x="15" y="13"/>
                      <a:pt x="19" y="13"/>
                    </a:cubicBezTo>
                    <a:cubicBezTo>
                      <a:pt x="22" y="13"/>
                      <a:pt x="26" y="12"/>
                      <a:pt x="30" y="12"/>
                    </a:cubicBezTo>
                    <a:cubicBezTo>
                      <a:pt x="38" y="12"/>
                      <a:pt x="46" y="11"/>
                      <a:pt x="54" y="11"/>
                    </a:cubicBezTo>
                    <a:cubicBezTo>
                      <a:pt x="53" y="11"/>
                      <a:pt x="53" y="11"/>
                      <a:pt x="53" y="11"/>
                    </a:cubicBezTo>
                    <a:lnTo>
                      <a:pt x="54" y="11"/>
                    </a:lnTo>
                    <a:lnTo>
                      <a:pt x="55" y="11"/>
                    </a:lnTo>
                    <a:lnTo>
                      <a:pt x="54" y="11"/>
                    </a:lnTo>
                    <a:cubicBezTo>
                      <a:pt x="56" y="11"/>
                      <a:pt x="57" y="10"/>
                      <a:pt x="57" y="10"/>
                    </a:cubicBezTo>
                    <a:cubicBezTo>
                      <a:pt x="58" y="10"/>
                      <a:pt x="58" y="10"/>
                      <a:pt x="59" y="10"/>
                    </a:cubicBezTo>
                    <a:lnTo>
                      <a:pt x="60" y="10"/>
                    </a:lnTo>
                    <a:cubicBezTo>
                      <a:pt x="61" y="10"/>
                      <a:pt x="62" y="10"/>
                      <a:pt x="63" y="10"/>
                    </a:cubicBezTo>
                    <a:cubicBezTo>
                      <a:pt x="63" y="10"/>
                      <a:pt x="64" y="9"/>
                      <a:pt x="65" y="9"/>
                    </a:cubicBezTo>
                    <a:lnTo>
                      <a:pt x="64" y="9"/>
                    </a:lnTo>
                    <a:cubicBezTo>
                      <a:pt x="65" y="9"/>
                      <a:pt x="65" y="9"/>
                      <a:pt x="65" y="9"/>
                    </a:cubicBezTo>
                    <a:lnTo>
                      <a:pt x="66" y="9"/>
                    </a:lnTo>
                    <a:cubicBezTo>
                      <a:pt x="67" y="9"/>
                      <a:pt x="68" y="9"/>
                      <a:pt x="68" y="9"/>
                    </a:cubicBezTo>
                    <a:cubicBezTo>
                      <a:pt x="69" y="9"/>
                      <a:pt x="70" y="9"/>
                      <a:pt x="70" y="9"/>
                    </a:cubicBezTo>
                    <a:lnTo>
                      <a:pt x="71" y="9"/>
                    </a:lnTo>
                    <a:cubicBezTo>
                      <a:pt x="92" y="7"/>
                      <a:pt x="114" y="6"/>
                      <a:pt x="135" y="6"/>
                    </a:cubicBezTo>
                    <a:cubicBezTo>
                      <a:pt x="157" y="5"/>
                      <a:pt x="178" y="4"/>
                      <a:pt x="199" y="3"/>
                    </a:cubicBezTo>
                    <a:cubicBezTo>
                      <a:pt x="243" y="1"/>
                      <a:pt x="286" y="0"/>
                      <a:pt x="329" y="1"/>
                    </a:cubicBezTo>
                    <a:cubicBezTo>
                      <a:pt x="344" y="1"/>
                      <a:pt x="359" y="1"/>
                      <a:pt x="373" y="2"/>
                    </a:cubicBezTo>
                    <a:lnTo>
                      <a:pt x="372" y="2"/>
                    </a:lnTo>
                    <a:cubicBezTo>
                      <a:pt x="373" y="2"/>
                      <a:pt x="374" y="2"/>
                      <a:pt x="374" y="2"/>
                    </a:cubicBezTo>
                    <a:lnTo>
                      <a:pt x="373" y="2"/>
                    </a:lnTo>
                    <a:cubicBezTo>
                      <a:pt x="377" y="2"/>
                      <a:pt x="382" y="2"/>
                      <a:pt x="386" y="2"/>
                    </a:cubicBezTo>
                    <a:cubicBezTo>
                      <a:pt x="387" y="2"/>
                      <a:pt x="387" y="3"/>
                      <a:pt x="387" y="3"/>
                    </a:cubicBezTo>
                    <a:cubicBezTo>
                      <a:pt x="394" y="3"/>
                      <a:pt x="402" y="4"/>
                      <a:pt x="410" y="4"/>
                    </a:cubicBezTo>
                    <a:lnTo>
                      <a:pt x="411" y="4"/>
                    </a:lnTo>
                    <a:lnTo>
                      <a:pt x="410" y="4"/>
                    </a:lnTo>
                    <a:cubicBezTo>
                      <a:pt x="413" y="4"/>
                      <a:pt x="416" y="4"/>
                      <a:pt x="419" y="5"/>
                    </a:cubicBezTo>
                    <a:lnTo>
                      <a:pt x="420" y="5"/>
                    </a:lnTo>
                    <a:cubicBezTo>
                      <a:pt x="426" y="5"/>
                      <a:pt x="432" y="5"/>
                      <a:pt x="438" y="5"/>
                    </a:cubicBezTo>
                    <a:cubicBezTo>
                      <a:pt x="444" y="5"/>
                      <a:pt x="448" y="9"/>
                      <a:pt x="448" y="15"/>
                    </a:cubicBezTo>
                    <a:cubicBezTo>
                      <a:pt x="449" y="20"/>
                      <a:pt x="444" y="25"/>
                      <a:pt x="438" y="25"/>
                    </a:cubicBezTo>
                    <a:cubicBezTo>
                      <a:pt x="421" y="24"/>
                      <a:pt x="404" y="23"/>
                      <a:pt x="387" y="22"/>
                    </a:cubicBezTo>
                    <a:cubicBezTo>
                      <a:pt x="381" y="22"/>
                      <a:pt x="375" y="21"/>
                      <a:pt x="370" y="20"/>
                    </a:cubicBezTo>
                    <a:cubicBezTo>
                      <a:pt x="349" y="20"/>
                      <a:pt x="328" y="19"/>
                      <a:pt x="306" y="19"/>
                    </a:cubicBezTo>
                    <a:cubicBezTo>
                      <a:pt x="283" y="19"/>
                      <a:pt x="261" y="19"/>
                      <a:pt x="239" y="20"/>
                    </a:cubicBezTo>
                    <a:cubicBezTo>
                      <a:pt x="217" y="21"/>
                      <a:pt x="195" y="22"/>
                      <a:pt x="174" y="23"/>
                    </a:cubicBezTo>
                    <a:cubicBezTo>
                      <a:pt x="153" y="25"/>
                      <a:pt x="133" y="25"/>
                      <a:pt x="112" y="26"/>
                    </a:cubicBezTo>
                    <a:cubicBezTo>
                      <a:pt x="106" y="27"/>
                      <a:pt x="100" y="27"/>
                      <a:pt x="94" y="27"/>
                    </a:cubicBezTo>
                    <a:cubicBezTo>
                      <a:pt x="86" y="28"/>
                      <a:pt x="79" y="29"/>
                      <a:pt x="72" y="29"/>
                    </a:cubicBezTo>
                    <a:cubicBezTo>
                      <a:pt x="63" y="30"/>
                      <a:pt x="52" y="31"/>
                      <a:pt x="42" y="32"/>
                    </a:cubicBezTo>
                    <a:cubicBezTo>
                      <a:pt x="38" y="32"/>
                      <a:pt x="33" y="33"/>
                      <a:pt x="29" y="33"/>
                    </a:cubicBezTo>
                    <a:cubicBezTo>
                      <a:pt x="24" y="33"/>
                      <a:pt x="19" y="34"/>
                      <a:pt x="15" y="34"/>
                    </a:cubicBezTo>
                    <a:cubicBezTo>
                      <a:pt x="14" y="35"/>
                      <a:pt x="13" y="35"/>
                      <a:pt x="12" y="35"/>
                    </a:cubicBezTo>
                    <a:cubicBezTo>
                      <a:pt x="8" y="35"/>
                      <a:pt x="4" y="33"/>
                      <a:pt x="2" y="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5" name="Google Shape;3115;p32"/>
              <p:cNvSpPr/>
              <p:nvPr/>
            </p:nvSpPr>
            <p:spPr>
              <a:xfrm>
                <a:off x="618120" y="3027240"/>
                <a:ext cx="83520" cy="37800"/>
              </a:xfrm>
              <a:custGeom>
                <a:avLst/>
                <a:gdLst/>
                <a:ahLst/>
                <a:cxnLst/>
                <a:rect l="l" t="t" r="r" b="b"/>
                <a:pathLst>
                  <a:path w="232" h="105" extrusionOk="0">
                    <a:moveTo>
                      <a:pt x="104" y="98"/>
                    </a:moveTo>
                    <a:cubicBezTo>
                      <a:pt x="103" y="93"/>
                      <a:pt x="105" y="86"/>
                      <a:pt x="110" y="84"/>
                    </a:cubicBezTo>
                    <a:cubicBezTo>
                      <a:pt x="125" y="79"/>
                      <a:pt x="139" y="71"/>
                      <a:pt x="153" y="65"/>
                    </a:cubicBezTo>
                    <a:cubicBezTo>
                      <a:pt x="165" y="58"/>
                      <a:pt x="178" y="52"/>
                      <a:pt x="191" y="46"/>
                    </a:cubicBezTo>
                    <a:cubicBezTo>
                      <a:pt x="180" y="46"/>
                      <a:pt x="170" y="45"/>
                      <a:pt x="160" y="45"/>
                    </a:cubicBezTo>
                    <a:cubicBezTo>
                      <a:pt x="148" y="44"/>
                      <a:pt x="137" y="44"/>
                      <a:pt x="125" y="42"/>
                    </a:cubicBezTo>
                    <a:cubicBezTo>
                      <a:pt x="115" y="42"/>
                      <a:pt x="104" y="40"/>
                      <a:pt x="93" y="38"/>
                    </a:cubicBezTo>
                    <a:cubicBezTo>
                      <a:pt x="82" y="37"/>
                      <a:pt x="71" y="34"/>
                      <a:pt x="60" y="32"/>
                    </a:cubicBezTo>
                    <a:cubicBezTo>
                      <a:pt x="48" y="30"/>
                      <a:pt x="36" y="27"/>
                      <a:pt x="23" y="24"/>
                    </a:cubicBezTo>
                    <a:cubicBezTo>
                      <a:pt x="22" y="24"/>
                      <a:pt x="20" y="23"/>
                      <a:pt x="19" y="23"/>
                    </a:cubicBezTo>
                    <a:cubicBezTo>
                      <a:pt x="14" y="27"/>
                      <a:pt x="7" y="26"/>
                      <a:pt x="4" y="21"/>
                    </a:cubicBezTo>
                    <a:cubicBezTo>
                      <a:pt x="1" y="17"/>
                      <a:pt x="0" y="12"/>
                      <a:pt x="2" y="7"/>
                    </a:cubicBezTo>
                    <a:cubicBezTo>
                      <a:pt x="6" y="0"/>
                      <a:pt x="15" y="2"/>
                      <a:pt x="22" y="3"/>
                    </a:cubicBezTo>
                    <a:cubicBezTo>
                      <a:pt x="30" y="4"/>
                      <a:pt x="37" y="6"/>
                      <a:pt x="44" y="8"/>
                    </a:cubicBezTo>
                    <a:cubicBezTo>
                      <a:pt x="58" y="11"/>
                      <a:pt x="71" y="14"/>
                      <a:pt x="84" y="17"/>
                    </a:cubicBezTo>
                    <a:cubicBezTo>
                      <a:pt x="96" y="19"/>
                      <a:pt x="108" y="21"/>
                      <a:pt x="119" y="22"/>
                    </a:cubicBezTo>
                    <a:cubicBezTo>
                      <a:pt x="132" y="24"/>
                      <a:pt x="143" y="24"/>
                      <a:pt x="156" y="25"/>
                    </a:cubicBezTo>
                    <a:lnTo>
                      <a:pt x="155" y="25"/>
                    </a:lnTo>
                    <a:cubicBezTo>
                      <a:pt x="156" y="25"/>
                      <a:pt x="156" y="25"/>
                      <a:pt x="156" y="25"/>
                    </a:cubicBezTo>
                    <a:cubicBezTo>
                      <a:pt x="173" y="26"/>
                      <a:pt x="189" y="26"/>
                      <a:pt x="206" y="27"/>
                    </a:cubicBezTo>
                    <a:cubicBezTo>
                      <a:pt x="210" y="27"/>
                      <a:pt x="213" y="27"/>
                      <a:pt x="217" y="27"/>
                    </a:cubicBezTo>
                    <a:cubicBezTo>
                      <a:pt x="220" y="28"/>
                      <a:pt x="224" y="29"/>
                      <a:pt x="227" y="31"/>
                    </a:cubicBezTo>
                    <a:cubicBezTo>
                      <a:pt x="228" y="32"/>
                      <a:pt x="229" y="34"/>
                      <a:pt x="230" y="35"/>
                    </a:cubicBezTo>
                    <a:cubicBezTo>
                      <a:pt x="230" y="37"/>
                      <a:pt x="231" y="39"/>
                      <a:pt x="230" y="42"/>
                    </a:cubicBezTo>
                    <a:cubicBezTo>
                      <a:pt x="230" y="49"/>
                      <a:pt x="223" y="53"/>
                      <a:pt x="217" y="56"/>
                    </a:cubicBezTo>
                    <a:cubicBezTo>
                      <a:pt x="213" y="58"/>
                      <a:pt x="209" y="60"/>
                      <a:pt x="205" y="62"/>
                    </a:cubicBezTo>
                    <a:cubicBezTo>
                      <a:pt x="206" y="62"/>
                      <a:pt x="206" y="62"/>
                      <a:pt x="206" y="61"/>
                    </a:cubicBezTo>
                    <a:cubicBezTo>
                      <a:pt x="187" y="71"/>
                      <a:pt x="167" y="80"/>
                      <a:pt x="147" y="90"/>
                    </a:cubicBezTo>
                    <a:cubicBezTo>
                      <a:pt x="146" y="91"/>
                      <a:pt x="144" y="91"/>
                      <a:pt x="142" y="93"/>
                    </a:cubicBezTo>
                    <a:cubicBezTo>
                      <a:pt x="143" y="92"/>
                      <a:pt x="143" y="92"/>
                      <a:pt x="143" y="92"/>
                    </a:cubicBezTo>
                    <a:cubicBezTo>
                      <a:pt x="135" y="96"/>
                      <a:pt x="127" y="100"/>
                      <a:pt x="118" y="104"/>
                    </a:cubicBezTo>
                    <a:cubicBezTo>
                      <a:pt x="117" y="104"/>
                      <a:pt x="116" y="104"/>
                      <a:pt x="114" y="104"/>
                    </a:cubicBezTo>
                    <a:cubicBezTo>
                      <a:pt x="110" y="104"/>
                      <a:pt x="106" y="102"/>
                      <a:pt x="104" y="9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6" name="Google Shape;3116;p32"/>
              <p:cNvSpPr/>
              <p:nvPr/>
            </p:nvSpPr>
            <p:spPr>
              <a:xfrm>
                <a:off x="522720" y="3080160"/>
                <a:ext cx="15876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441" h="33" extrusionOk="0">
                    <a:moveTo>
                      <a:pt x="145" y="32"/>
                    </a:moveTo>
                    <a:cubicBezTo>
                      <a:pt x="136" y="32"/>
                      <a:pt x="126" y="32"/>
                      <a:pt x="117" y="31"/>
                    </a:cubicBezTo>
                    <a:cubicBezTo>
                      <a:pt x="108" y="31"/>
                      <a:pt x="100" y="31"/>
                      <a:pt x="91" y="31"/>
                    </a:cubicBezTo>
                    <a:cubicBezTo>
                      <a:pt x="82" y="30"/>
                      <a:pt x="73" y="29"/>
                      <a:pt x="65" y="29"/>
                    </a:cubicBezTo>
                    <a:lnTo>
                      <a:pt x="66" y="29"/>
                    </a:lnTo>
                    <a:cubicBezTo>
                      <a:pt x="56" y="28"/>
                      <a:pt x="46" y="28"/>
                      <a:pt x="37" y="27"/>
                    </a:cubicBezTo>
                    <a:cubicBezTo>
                      <a:pt x="28" y="26"/>
                      <a:pt x="19" y="26"/>
                      <a:pt x="9" y="24"/>
                    </a:cubicBezTo>
                    <a:cubicBezTo>
                      <a:pt x="3" y="22"/>
                      <a:pt x="0" y="17"/>
                      <a:pt x="2" y="11"/>
                    </a:cubicBezTo>
                    <a:cubicBezTo>
                      <a:pt x="3" y="6"/>
                      <a:pt x="9" y="2"/>
                      <a:pt x="14" y="4"/>
                    </a:cubicBezTo>
                    <a:cubicBezTo>
                      <a:pt x="16" y="4"/>
                      <a:pt x="17" y="4"/>
                      <a:pt x="19" y="4"/>
                    </a:cubicBezTo>
                    <a:cubicBezTo>
                      <a:pt x="31" y="7"/>
                      <a:pt x="42" y="7"/>
                      <a:pt x="53" y="8"/>
                    </a:cubicBezTo>
                    <a:cubicBezTo>
                      <a:pt x="66" y="9"/>
                      <a:pt x="78" y="10"/>
                      <a:pt x="90" y="11"/>
                    </a:cubicBezTo>
                    <a:lnTo>
                      <a:pt x="91" y="11"/>
                    </a:lnTo>
                    <a:cubicBezTo>
                      <a:pt x="92" y="11"/>
                      <a:pt x="93" y="11"/>
                      <a:pt x="93" y="11"/>
                    </a:cubicBezTo>
                    <a:lnTo>
                      <a:pt x="92" y="11"/>
                    </a:lnTo>
                    <a:cubicBezTo>
                      <a:pt x="98" y="11"/>
                      <a:pt x="105" y="11"/>
                      <a:pt x="112" y="12"/>
                    </a:cubicBezTo>
                    <a:cubicBezTo>
                      <a:pt x="113" y="12"/>
                      <a:pt x="114" y="12"/>
                      <a:pt x="115" y="12"/>
                    </a:cubicBezTo>
                    <a:lnTo>
                      <a:pt x="116" y="12"/>
                    </a:lnTo>
                    <a:lnTo>
                      <a:pt x="117" y="12"/>
                    </a:lnTo>
                    <a:lnTo>
                      <a:pt x="116" y="12"/>
                    </a:lnTo>
                    <a:cubicBezTo>
                      <a:pt x="122" y="13"/>
                      <a:pt x="127" y="13"/>
                      <a:pt x="133" y="13"/>
                    </a:cubicBezTo>
                    <a:cubicBezTo>
                      <a:pt x="137" y="13"/>
                      <a:pt x="141" y="13"/>
                      <a:pt x="146" y="13"/>
                    </a:cubicBezTo>
                    <a:cubicBezTo>
                      <a:pt x="157" y="13"/>
                      <a:pt x="167" y="13"/>
                      <a:pt x="178" y="13"/>
                    </a:cubicBezTo>
                    <a:cubicBezTo>
                      <a:pt x="189" y="12"/>
                      <a:pt x="200" y="12"/>
                      <a:pt x="212" y="11"/>
                    </a:cubicBezTo>
                    <a:cubicBezTo>
                      <a:pt x="223" y="10"/>
                      <a:pt x="235" y="10"/>
                      <a:pt x="246" y="9"/>
                    </a:cubicBezTo>
                    <a:cubicBezTo>
                      <a:pt x="267" y="7"/>
                      <a:pt x="288" y="6"/>
                      <a:pt x="309" y="4"/>
                    </a:cubicBezTo>
                    <a:cubicBezTo>
                      <a:pt x="330" y="3"/>
                      <a:pt x="351" y="2"/>
                      <a:pt x="373" y="1"/>
                    </a:cubicBezTo>
                    <a:cubicBezTo>
                      <a:pt x="391" y="1"/>
                      <a:pt x="411" y="1"/>
                      <a:pt x="429" y="0"/>
                    </a:cubicBezTo>
                    <a:cubicBezTo>
                      <a:pt x="435" y="0"/>
                      <a:pt x="440" y="4"/>
                      <a:pt x="440" y="10"/>
                    </a:cubicBezTo>
                    <a:cubicBezTo>
                      <a:pt x="440" y="15"/>
                      <a:pt x="435" y="20"/>
                      <a:pt x="430" y="20"/>
                    </a:cubicBezTo>
                    <a:cubicBezTo>
                      <a:pt x="408" y="20"/>
                      <a:pt x="385" y="20"/>
                      <a:pt x="363" y="20"/>
                    </a:cubicBezTo>
                    <a:cubicBezTo>
                      <a:pt x="342" y="21"/>
                      <a:pt x="320" y="22"/>
                      <a:pt x="299" y="24"/>
                    </a:cubicBezTo>
                    <a:cubicBezTo>
                      <a:pt x="277" y="25"/>
                      <a:pt x="254" y="26"/>
                      <a:pt x="231" y="28"/>
                    </a:cubicBezTo>
                    <a:cubicBezTo>
                      <a:pt x="211" y="30"/>
                      <a:pt x="192" y="31"/>
                      <a:pt x="172" y="31"/>
                    </a:cubicBezTo>
                    <a:cubicBezTo>
                      <a:pt x="164" y="32"/>
                      <a:pt x="156" y="32"/>
                      <a:pt x="148" y="32"/>
                    </a:cubicBezTo>
                    <a:cubicBezTo>
                      <a:pt x="147" y="32"/>
                      <a:pt x="146" y="32"/>
                      <a:pt x="145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7" name="Google Shape;3117;p32"/>
              <p:cNvSpPr/>
              <p:nvPr/>
            </p:nvSpPr>
            <p:spPr>
              <a:xfrm>
                <a:off x="631800" y="3065400"/>
                <a:ext cx="66240" cy="37080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03" extrusionOk="0">
                    <a:moveTo>
                      <a:pt x="73" y="98"/>
                    </a:moveTo>
                    <a:cubicBezTo>
                      <a:pt x="69" y="94"/>
                      <a:pt x="70" y="87"/>
                      <a:pt x="74" y="84"/>
                    </a:cubicBezTo>
                    <a:cubicBezTo>
                      <a:pt x="81" y="79"/>
                      <a:pt x="89" y="74"/>
                      <a:pt x="97" y="71"/>
                    </a:cubicBezTo>
                    <a:cubicBezTo>
                      <a:pt x="104" y="67"/>
                      <a:pt x="111" y="65"/>
                      <a:pt x="118" y="61"/>
                    </a:cubicBezTo>
                    <a:cubicBezTo>
                      <a:pt x="127" y="56"/>
                      <a:pt x="137" y="52"/>
                      <a:pt x="147" y="48"/>
                    </a:cubicBezTo>
                    <a:cubicBezTo>
                      <a:pt x="141" y="47"/>
                      <a:pt x="135" y="45"/>
                      <a:pt x="129" y="44"/>
                    </a:cubicBezTo>
                    <a:cubicBezTo>
                      <a:pt x="117" y="41"/>
                      <a:pt x="105" y="39"/>
                      <a:pt x="93" y="36"/>
                    </a:cubicBezTo>
                    <a:lnTo>
                      <a:pt x="93" y="37"/>
                    </a:lnTo>
                    <a:cubicBezTo>
                      <a:pt x="92" y="36"/>
                      <a:pt x="92" y="36"/>
                      <a:pt x="91" y="36"/>
                    </a:cubicBezTo>
                    <a:cubicBezTo>
                      <a:pt x="86" y="35"/>
                      <a:pt x="80" y="34"/>
                      <a:pt x="74" y="33"/>
                    </a:cubicBezTo>
                    <a:cubicBezTo>
                      <a:pt x="74" y="33"/>
                      <a:pt x="75" y="33"/>
                      <a:pt x="76" y="33"/>
                    </a:cubicBezTo>
                    <a:cubicBezTo>
                      <a:pt x="70" y="32"/>
                      <a:pt x="65" y="31"/>
                      <a:pt x="60" y="30"/>
                    </a:cubicBezTo>
                    <a:lnTo>
                      <a:pt x="59" y="30"/>
                    </a:lnTo>
                    <a:cubicBezTo>
                      <a:pt x="44" y="27"/>
                      <a:pt x="28" y="24"/>
                      <a:pt x="12" y="21"/>
                    </a:cubicBezTo>
                    <a:lnTo>
                      <a:pt x="13" y="21"/>
                    </a:lnTo>
                    <a:cubicBezTo>
                      <a:pt x="12" y="21"/>
                      <a:pt x="12" y="21"/>
                      <a:pt x="12" y="21"/>
                    </a:cubicBezTo>
                    <a:cubicBezTo>
                      <a:pt x="11" y="21"/>
                      <a:pt x="10" y="21"/>
                      <a:pt x="9" y="21"/>
                    </a:cubicBezTo>
                    <a:cubicBezTo>
                      <a:pt x="3" y="19"/>
                      <a:pt x="0" y="12"/>
                      <a:pt x="2" y="6"/>
                    </a:cubicBezTo>
                    <a:cubicBezTo>
                      <a:pt x="4" y="3"/>
                      <a:pt x="8" y="0"/>
                      <a:pt x="12" y="0"/>
                    </a:cubicBezTo>
                    <a:cubicBezTo>
                      <a:pt x="15" y="0"/>
                      <a:pt x="18" y="1"/>
                      <a:pt x="21" y="2"/>
                    </a:cubicBezTo>
                    <a:cubicBezTo>
                      <a:pt x="27" y="3"/>
                      <a:pt x="32" y="4"/>
                      <a:pt x="37" y="5"/>
                    </a:cubicBezTo>
                    <a:cubicBezTo>
                      <a:pt x="48" y="7"/>
                      <a:pt x="59" y="10"/>
                      <a:pt x="71" y="12"/>
                    </a:cubicBezTo>
                    <a:cubicBezTo>
                      <a:pt x="93" y="16"/>
                      <a:pt x="114" y="20"/>
                      <a:pt x="135" y="25"/>
                    </a:cubicBezTo>
                    <a:cubicBezTo>
                      <a:pt x="146" y="27"/>
                      <a:pt x="155" y="29"/>
                      <a:pt x="166" y="31"/>
                    </a:cubicBezTo>
                    <a:cubicBezTo>
                      <a:pt x="169" y="33"/>
                      <a:pt x="172" y="33"/>
                      <a:pt x="176" y="35"/>
                    </a:cubicBezTo>
                    <a:cubicBezTo>
                      <a:pt x="181" y="38"/>
                      <a:pt x="183" y="45"/>
                      <a:pt x="181" y="50"/>
                    </a:cubicBezTo>
                    <a:cubicBezTo>
                      <a:pt x="179" y="55"/>
                      <a:pt x="174" y="58"/>
                      <a:pt x="169" y="61"/>
                    </a:cubicBezTo>
                    <a:cubicBezTo>
                      <a:pt x="167" y="62"/>
                      <a:pt x="164" y="63"/>
                      <a:pt x="161" y="64"/>
                    </a:cubicBezTo>
                    <a:cubicBezTo>
                      <a:pt x="142" y="73"/>
                      <a:pt x="123" y="81"/>
                      <a:pt x="104" y="91"/>
                    </a:cubicBezTo>
                    <a:lnTo>
                      <a:pt x="104" y="90"/>
                    </a:lnTo>
                    <a:cubicBezTo>
                      <a:pt x="103" y="91"/>
                      <a:pt x="102" y="91"/>
                      <a:pt x="102" y="91"/>
                    </a:cubicBezTo>
                    <a:cubicBezTo>
                      <a:pt x="102" y="91"/>
                      <a:pt x="101" y="91"/>
                      <a:pt x="101" y="92"/>
                    </a:cubicBezTo>
                    <a:lnTo>
                      <a:pt x="101" y="91"/>
                    </a:lnTo>
                    <a:cubicBezTo>
                      <a:pt x="101" y="92"/>
                      <a:pt x="101" y="92"/>
                      <a:pt x="101" y="92"/>
                    </a:cubicBezTo>
                    <a:cubicBezTo>
                      <a:pt x="97" y="94"/>
                      <a:pt x="93" y="96"/>
                      <a:pt x="89" y="99"/>
                    </a:cubicBezTo>
                    <a:cubicBezTo>
                      <a:pt x="88" y="100"/>
                      <a:pt x="88" y="100"/>
                      <a:pt x="87" y="100"/>
                    </a:cubicBezTo>
                    <a:cubicBezTo>
                      <a:pt x="86" y="102"/>
                      <a:pt x="83" y="102"/>
                      <a:pt x="81" y="102"/>
                    </a:cubicBezTo>
                    <a:cubicBezTo>
                      <a:pt x="78" y="102"/>
                      <a:pt x="74" y="101"/>
                      <a:pt x="73" y="9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8" name="Google Shape;3118;p32"/>
              <p:cNvSpPr/>
              <p:nvPr/>
            </p:nvSpPr>
            <p:spPr>
              <a:xfrm>
                <a:off x="521640" y="3119400"/>
                <a:ext cx="127080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353" h="30" extrusionOk="0">
                    <a:moveTo>
                      <a:pt x="43" y="27"/>
                    </a:moveTo>
                    <a:cubicBezTo>
                      <a:pt x="34" y="26"/>
                      <a:pt x="24" y="25"/>
                      <a:pt x="16" y="23"/>
                    </a:cubicBezTo>
                    <a:cubicBezTo>
                      <a:pt x="13" y="22"/>
                      <a:pt x="10" y="22"/>
                      <a:pt x="7" y="21"/>
                    </a:cubicBezTo>
                    <a:cubicBezTo>
                      <a:pt x="3" y="19"/>
                      <a:pt x="0" y="15"/>
                      <a:pt x="0" y="11"/>
                    </a:cubicBezTo>
                    <a:cubicBezTo>
                      <a:pt x="0" y="5"/>
                      <a:pt x="3" y="1"/>
                      <a:pt x="9" y="0"/>
                    </a:cubicBezTo>
                    <a:cubicBezTo>
                      <a:pt x="11" y="0"/>
                      <a:pt x="13" y="0"/>
                      <a:pt x="16" y="1"/>
                    </a:cubicBezTo>
                    <a:cubicBezTo>
                      <a:pt x="20" y="3"/>
                      <a:pt x="24" y="4"/>
                      <a:pt x="28" y="5"/>
                    </a:cubicBezTo>
                    <a:cubicBezTo>
                      <a:pt x="40" y="7"/>
                      <a:pt x="53" y="8"/>
                      <a:pt x="66" y="9"/>
                    </a:cubicBezTo>
                    <a:lnTo>
                      <a:pt x="65" y="9"/>
                    </a:lnTo>
                    <a:cubicBezTo>
                      <a:pt x="86" y="10"/>
                      <a:pt x="107" y="10"/>
                      <a:pt x="128" y="9"/>
                    </a:cubicBezTo>
                    <a:cubicBezTo>
                      <a:pt x="150" y="8"/>
                      <a:pt x="173" y="8"/>
                      <a:pt x="196" y="7"/>
                    </a:cubicBezTo>
                    <a:cubicBezTo>
                      <a:pt x="217" y="6"/>
                      <a:pt x="237" y="6"/>
                      <a:pt x="258" y="5"/>
                    </a:cubicBezTo>
                    <a:cubicBezTo>
                      <a:pt x="279" y="5"/>
                      <a:pt x="301" y="5"/>
                      <a:pt x="323" y="7"/>
                    </a:cubicBezTo>
                    <a:lnTo>
                      <a:pt x="325" y="7"/>
                    </a:lnTo>
                    <a:cubicBezTo>
                      <a:pt x="330" y="7"/>
                      <a:pt x="336" y="7"/>
                      <a:pt x="341" y="7"/>
                    </a:cubicBezTo>
                    <a:cubicBezTo>
                      <a:pt x="347" y="6"/>
                      <a:pt x="352" y="11"/>
                      <a:pt x="352" y="17"/>
                    </a:cubicBezTo>
                    <a:cubicBezTo>
                      <a:pt x="352" y="22"/>
                      <a:pt x="347" y="27"/>
                      <a:pt x="341" y="27"/>
                    </a:cubicBezTo>
                    <a:cubicBezTo>
                      <a:pt x="334" y="28"/>
                      <a:pt x="328" y="28"/>
                      <a:pt x="321" y="27"/>
                    </a:cubicBezTo>
                    <a:cubicBezTo>
                      <a:pt x="314" y="26"/>
                      <a:pt x="308" y="26"/>
                      <a:pt x="301" y="25"/>
                    </a:cubicBezTo>
                    <a:cubicBezTo>
                      <a:pt x="260" y="23"/>
                      <a:pt x="218" y="25"/>
                      <a:pt x="176" y="26"/>
                    </a:cubicBezTo>
                    <a:cubicBezTo>
                      <a:pt x="153" y="28"/>
                      <a:pt x="129" y="28"/>
                      <a:pt x="106" y="29"/>
                    </a:cubicBezTo>
                    <a:cubicBezTo>
                      <a:pt x="100" y="29"/>
                      <a:pt x="95" y="29"/>
                      <a:pt x="89" y="29"/>
                    </a:cubicBezTo>
                    <a:cubicBezTo>
                      <a:pt x="74" y="29"/>
                      <a:pt x="58" y="29"/>
                      <a:pt x="43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9" name="Google Shape;3119;p32"/>
              <p:cNvSpPr/>
              <p:nvPr/>
            </p:nvSpPr>
            <p:spPr>
              <a:xfrm>
                <a:off x="595800" y="3106800"/>
                <a:ext cx="49320" cy="46080"/>
              </a:xfrm>
              <a:custGeom>
                <a:avLst/>
                <a:gdLst/>
                <a:ahLst/>
                <a:cxnLst/>
                <a:rect l="l" t="t" r="r" b="b"/>
                <a:pathLst>
                  <a:path w="137" h="128" extrusionOk="0">
                    <a:moveTo>
                      <a:pt x="39" y="120"/>
                    </a:moveTo>
                    <a:cubicBezTo>
                      <a:pt x="37" y="115"/>
                      <a:pt x="39" y="109"/>
                      <a:pt x="45" y="106"/>
                    </a:cubicBezTo>
                    <a:cubicBezTo>
                      <a:pt x="49" y="105"/>
                      <a:pt x="53" y="102"/>
                      <a:pt x="58" y="100"/>
                    </a:cubicBezTo>
                    <a:cubicBezTo>
                      <a:pt x="72" y="93"/>
                      <a:pt x="85" y="85"/>
                      <a:pt x="99" y="76"/>
                    </a:cubicBezTo>
                    <a:cubicBezTo>
                      <a:pt x="102" y="74"/>
                      <a:pt x="106" y="71"/>
                      <a:pt x="109" y="68"/>
                    </a:cubicBezTo>
                    <a:lnTo>
                      <a:pt x="108" y="69"/>
                    </a:lnTo>
                    <a:cubicBezTo>
                      <a:pt x="109" y="68"/>
                      <a:pt x="110" y="67"/>
                      <a:pt x="111" y="66"/>
                    </a:cubicBezTo>
                    <a:cubicBezTo>
                      <a:pt x="112" y="65"/>
                      <a:pt x="113" y="64"/>
                      <a:pt x="114" y="63"/>
                    </a:cubicBezTo>
                    <a:cubicBezTo>
                      <a:pt x="114" y="62"/>
                      <a:pt x="113" y="62"/>
                      <a:pt x="113" y="62"/>
                    </a:cubicBezTo>
                    <a:cubicBezTo>
                      <a:pt x="113" y="61"/>
                      <a:pt x="113" y="61"/>
                      <a:pt x="113" y="61"/>
                    </a:cubicBezTo>
                    <a:cubicBezTo>
                      <a:pt x="112" y="61"/>
                      <a:pt x="110" y="60"/>
                      <a:pt x="110" y="60"/>
                    </a:cubicBezTo>
                    <a:cubicBezTo>
                      <a:pt x="108" y="59"/>
                      <a:pt x="107" y="59"/>
                      <a:pt x="105" y="58"/>
                    </a:cubicBezTo>
                    <a:cubicBezTo>
                      <a:pt x="97" y="55"/>
                      <a:pt x="88" y="53"/>
                      <a:pt x="79" y="51"/>
                    </a:cubicBezTo>
                    <a:cubicBezTo>
                      <a:pt x="70" y="49"/>
                      <a:pt x="60" y="46"/>
                      <a:pt x="51" y="43"/>
                    </a:cubicBezTo>
                    <a:cubicBezTo>
                      <a:pt x="42" y="40"/>
                      <a:pt x="33" y="38"/>
                      <a:pt x="25" y="34"/>
                    </a:cubicBezTo>
                    <a:cubicBezTo>
                      <a:pt x="19" y="32"/>
                      <a:pt x="15" y="29"/>
                      <a:pt x="10" y="26"/>
                    </a:cubicBezTo>
                    <a:cubicBezTo>
                      <a:pt x="6" y="24"/>
                      <a:pt x="3" y="20"/>
                      <a:pt x="1" y="15"/>
                    </a:cubicBezTo>
                    <a:cubicBezTo>
                      <a:pt x="0" y="11"/>
                      <a:pt x="1" y="6"/>
                      <a:pt x="5" y="3"/>
                    </a:cubicBezTo>
                    <a:cubicBezTo>
                      <a:pt x="8" y="1"/>
                      <a:pt x="11" y="0"/>
                      <a:pt x="15" y="1"/>
                    </a:cubicBezTo>
                    <a:cubicBezTo>
                      <a:pt x="20" y="2"/>
                      <a:pt x="23" y="6"/>
                      <a:pt x="24" y="10"/>
                    </a:cubicBezTo>
                    <a:lnTo>
                      <a:pt x="24" y="11"/>
                    </a:lnTo>
                    <a:cubicBezTo>
                      <a:pt x="25" y="11"/>
                      <a:pt x="27" y="13"/>
                      <a:pt x="29" y="14"/>
                    </a:cubicBezTo>
                    <a:cubicBezTo>
                      <a:pt x="33" y="16"/>
                      <a:pt x="39" y="18"/>
                      <a:pt x="44" y="20"/>
                    </a:cubicBezTo>
                    <a:lnTo>
                      <a:pt x="43" y="20"/>
                    </a:lnTo>
                    <a:cubicBezTo>
                      <a:pt x="47" y="21"/>
                      <a:pt x="51" y="22"/>
                      <a:pt x="54" y="24"/>
                    </a:cubicBezTo>
                    <a:cubicBezTo>
                      <a:pt x="59" y="25"/>
                      <a:pt x="64" y="26"/>
                      <a:pt x="69" y="28"/>
                    </a:cubicBezTo>
                    <a:cubicBezTo>
                      <a:pt x="75" y="29"/>
                      <a:pt x="81" y="31"/>
                      <a:pt x="86" y="32"/>
                    </a:cubicBezTo>
                    <a:cubicBezTo>
                      <a:pt x="92" y="33"/>
                      <a:pt x="97" y="35"/>
                      <a:pt x="102" y="36"/>
                    </a:cubicBezTo>
                    <a:cubicBezTo>
                      <a:pt x="110" y="38"/>
                      <a:pt x="120" y="40"/>
                      <a:pt x="127" y="46"/>
                    </a:cubicBezTo>
                    <a:cubicBezTo>
                      <a:pt x="131" y="49"/>
                      <a:pt x="134" y="54"/>
                      <a:pt x="135" y="59"/>
                    </a:cubicBezTo>
                    <a:cubicBezTo>
                      <a:pt x="136" y="66"/>
                      <a:pt x="134" y="71"/>
                      <a:pt x="130" y="75"/>
                    </a:cubicBezTo>
                    <a:cubicBezTo>
                      <a:pt x="127" y="80"/>
                      <a:pt x="122" y="84"/>
                      <a:pt x="118" y="87"/>
                    </a:cubicBezTo>
                    <a:cubicBezTo>
                      <a:pt x="115" y="89"/>
                      <a:pt x="112" y="91"/>
                      <a:pt x="110" y="93"/>
                    </a:cubicBezTo>
                    <a:cubicBezTo>
                      <a:pt x="100" y="99"/>
                      <a:pt x="91" y="105"/>
                      <a:pt x="81" y="110"/>
                    </a:cubicBezTo>
                    <a:cubicBezTo>
                      <a:pt x="72" y="116"/>
                      <a:pt x="63" y="121"/>
                      <a:pt x="53" y="126"/>
                    </a:cubicBezTo>
                    <a:cubicBezTo>
                      <a:pt x="52" y="126"/>
                      <a:pt x="50" y="127"/>
                      <a:pt x="49" y="127"/>
                    </a:cubicBezTo>
                    <a:cubicBezTo>
                      <a:pt x="45" y="127"/>
                      <a:pt x="40" y="124"/>
                      <a:pt x="39" y="1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0" name="Google Shape;3120;p32"/>
              <p:cNvSpPr/>
              <p:nvPr/>
            </p:nvSpPr>
            <p:spPr>
              <a:xfrm>
                <a:off x="512640" y="3159720"/>
                <a:ext cx="9360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260" h="28" extrusionOk="0">
                    <a:moveTo>
                      <a:pt x="10" y="27"/>
                    </a:moveTo>
                    <a:cubicBezTo>
                      <a:pt x="7" y="27"/>
                      <a:pt x="5" y="26"/>
                      <a:pt x="3" y="23"/>
                    </a:cubicBezTo>
                    <a:cubicBezTo>
                      <a:pt x="1" y="21"/>
                      <a:pt x="0" y="18"/>
                      <a:pt x="1" y="15"/>
                    </a:cubicBezTo>
                    <a:cubicBezTo>
                      <a:pt x="2" y="12"/>
                      <a:pt x="3" y="9"/>
                      <a:pt x="6" y="8"/>
                    </a:cubicBezTo>
                    <a:cubicBezTo>
                      <a:pt x="8" y="7"/>
                      <a:pt x="10" y="7"/>
                      <a:pt x="12" y="7"/>
                    </a:cubicBezTo>
                    <a:cubicBezTo>
                      <a:pt x="34" y="4"/>
                      <a:pt x="55" y="5"/>
                      <a:pt x="77" y="5"/>
                    </a:cubicBezTo>
                    <a:cubicBezTo>
                      <a:pt x="99" y="6"/>
                      <a:pt x="121" y="7"/>
                      <a:pt x="142" y="7"/>
                    </a:cubicBezTo>
                    <a:cubicBezTo>
                      <a:pt x="178" y="7"/>
                      <a:pt x="213" y="3"/>
                      <a:pt x="248" y="1"/>
                    </a:cubicBezTo>
                    <a:cubicBezTo>
                      <a:pt x="254" y="0"/>
                      <a:pt x="259" y="5"/>
                      <a:pt x="259" y="11"/>
                    </a:cubicBezTo>
                    <a:cubicBezTo>
                      <a:pt x="259" y="16"/>
                      <a:pt x="254" y="20"/>
                      <a:pt x="249" y="21"/>
                    </a:cubicBezTo>
                    <a:cubicBezTo>
                      <a:pt x="226" y="21"/>
                      <a:pt x="203" y="23"/>
                      <a:pt x="181" y="25"/>
                    </a:cubicBezTo>
                    <a:cubicBezTo>
                      <a:pt x="159" y="25"/>
                      <a:pt x="136" y="26"/>
                      <a:pt x="114" y="26"/>
                    </a:cubicBezTo>
                    <a:cubicBezTo>
                      <a:pt x="100" y="25"/>
                      <a:pt x="84" y="25"/>
                      <a:pt x="69" y="25"/>
                    </a:cubicBezTo>
                    <a:cubicBezTo>
                      <a:pt x="55" y="25"/>
                      <a:pt x="41" y="25"/>
                      <a:pt x="26" y="26"/>
                    </a:cubicBezTo>
                    <a:cubicBezTo>
                      <a:pt x="24" y="26"/>
                      <a:pt x="21" y="26"/>
                      <a:pt x="19" y="26"/>
                    </a:cubicBezTo>
                    <a:cubicBezTo>
                      <a:pt x="17" y="27"/>
                      <a:pt x="14" y="27"/>
                      <a:pt x="12" y="27"/>
                    </a:cubicBezTo>
                    <a:cubicBezTo>
                      <a:pt x="11" y="27"/>
                      <a:pt x="10" y="27"/>
                      <a:pt x="10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1" name="Google Shape;3121;p32"/>
              <p:cNvSpPr/>
              <p:nvPr/>
            </p:nvSpPr>
            <p:spPr>
              <a:xfrm>
                <a:off x="567000" y="3142440"/>
                <a:ext cx="4392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135" extrusionOk="0">
                    <a:moveTo>
                      <a:pt x="7" y="129"/>
                    </a:moveTo>
                    <a:cubicBezTo>
                      <a:pt x="4" y="124"/>
                      <a:pt x="6" y="118"/>
                      <a:pt x="10" y="115"/>
                    </a:cubicBezTo>
                    <a:cubicBezTo>
                      <a:pt x="38" y="98"/>
                      <a:pt x="66" y="81"/>
                      <a:pt x="92" y="64"/>
                    </a:cubicBezTo>
                    <a:cubicBezTo>
                      <a:pt x="94" y="63"/>
                      <a:pt x="95" y="62"/>
                      <a:pt x="97" y="61"/>
                    </a:cubicBezTo>
                    <a:cubicBezTo>
                      <a:pt x="83" y="55"/>
                      <a:pt x="69" y="50"/>
                      <a:pt x="56" y="45"/>
                    </a:cubicBezTo>
                    <a:cubicBezTo>
                      <a:pt x="48" y="42"/>
                      <a:pt x="41" y="39"/>
                      <a:pt x="34" y="36"/>
                    </a:cubicBezTo>
                    <a:cubicBezTo>
                      <a:pt x="27" y="33"/>
                      <a:pt x="21" y="30"/>
                      <a:pt x="15" y="26"/>
                    </a:cubicBezTo>
                    <a:cubicBezTo>
                      <a:pt x="9" y="22"/>
                      <a:pt x="0" y="15"/>
                      <a:pt x="4" y="7"/>
                    </a:cubicBezTo>
                    <a:cubicBezTo>
                      <a:pt x="7" y="3"/>
                      <a:pt x="11" y="0"/>
                      <a:pt x="16" y="1"/>
                    </a:cubicBezTo>
                    <a:lnTo>
                      <a:pt x="17" y="1"/>
                    </a:lnTo>
                    <a:cubicBezTo>
                      <a:pt x="21" y="1"/>
                      <a:pt x="23" y="4"/>
                      <a:pt x="24" y="7"/>
                    </a:cubicBezTo>
                    <a:cubicBezTo>
                      <a:pt x="25" y="8"/>
                      <a:pt x="27" y="9"/>
                      <a:pt x="28" y="10"/>
                    </a:cubicBezTo>
                    <a:cubicBezTo>
                      <a:pt x="30" y="11"/>
                      <a:pt x="33" y="13"/>
                      <a:pt x="36" y="14"/>
                    </a:cubicBezTo>
                    <a:cubicBezTo>
                      <a:pt x="45" y="19"/>
                      <a:pt x="55" y="23"/>
                      <a:pt x="64" y="27"/>
                    </a:cubicBezTo>
                    <a:cubicBezTo>
                      <a:pt x="75" y="31"/>
                      <a:pt x="85" y="34"/>
                      <a:pt x="95" y="38"/>
                    </a:cubicBezTo>
                    <a:cubicBezTo>
                      <a:pt x="102" y="41"/>
                      <a:pt x="108" y="43"/>
                      <a:pt x="113" y="47"/>
                    </a:cubicBezTo>
                    <a:cubicBezTo>
                      <a:pt x="118" y="50"/>
                      <a:pt x="121" y="56"/>
                      <a:pt x="120" y="61"/>
                    </a:cubicBezTo>
                    <a:cubicBezTo>
                      <a:pt x="120" y="67"/>
                      <a:pt x="116" y="71"/>
                      <a:pt x="112" y="75"/>
                    </a:cubicBezTo>
                    <a:cubicBezTo>
                      <a:pt x="106" y="80"/>
                      <a:pt x="99" y="84"/>
                      <a:pt x="94" y="88"/>
                    </a:cubicBezTo>
                    <a:cubicBezTo>
                      <a:pt x="88" y="91"/>
                      <a:pt x="83" y="93"/>
                      <a:pt x="78" y="97"/>
                    </a:cubicBezTo>
                    <a:cubicBezTo>
                      <a:pt x="69" y="102"/>
                      <a:pt x="60" y="108"/>
                      <a:pt x="51" y="114"/>
                    </a:cubicBezTo>
                    <a:cubicBezTo>
                      <a:pt x="41" y="120"/>
                      <a:pt x="31" y="126"/>
                      <a:pt x="21" y="133"/>
                    </a:cubicBezTo>
                    <a:cubicBezTo>
                      <a:pt x="19" y="134"/>
                      <a:pt x="18" y="134"/>
                      <a:pt x="16" y="134"/>
                    </a:cubicBezTo>
                    <a:cubicBezTo>
                      <a:pt x="12" y="134"/>
                      <a:pt x="9" y="132"/>
                      <a:pt x="7" y="1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2" name="Google Shape;3122;p32"/>
              <p:cNvSpPr/>
              <p:nvPr/>
            </p:nvSpPr>
            <p:spPr>
              <a:xfrm>
                <a:off x="511920" y="3199680"/>
                <a:ext cx="49320" cy="18720"/>
              </a:xfrm>
              <a:custGeom>
                <a:avLst/>
                <a:gdLst/>
                <a:ahLst/>
                <a:cxnLst/>
                <a:rect l="l" t="t" r="r" b="b"/>
                <a:pathLst>
                  <a:path w="137" h="52" extrusionOk="0">
                    <a:moveTo>
                      <a:pt x="93" y="48"/>
                    </a:moveTo>
                    <a:cubicBezTo>
                      <a:pt x="83" y="45"/>
                      <a:pt x="74" y="43"/>
                      <a:pt x="64" y="41"/>
                    </a:cubicBezTo>
                    <a:cubicBezTo>
                      <a:pt x="54" y="38"/>
                      <a:pt x="45" y="35"/>
                      <a:pt x="36" y="32"/>
                    </a:cubicBezTo>
                    <a:cubicBezTo>
                      <a:pt x="30" y="31"/>
                      <a:pt x="26" y="29"/>
                      <a:pt x="21" y="28"/>
                    </a:cubicBezTo>
                    <a:cubicBezTo>
                      <a:pt x="16" y="26"/>
                      <a:pt x="11" y="24"/>
                      <a:pt x="6" y="22"/>
                    </a:cubicBezTo>
                    <a:cubicBezTo>
                      <a:pt x="1" y="18"/>
                      <a:pt x="0" y="13"/>
                      <a:pt x="2" y="7"/>
                    </a:cubicBezTo>
                    <a:cubicBezTo>
                      <a:pt x="5" y="3"/>
                      <a:pt x="12" y="0"/>
                      <a:pt x="16" y="3"/>
                    </a:cubicBezTo>
                    <a:cubicBezTo>
                      <a:pt x="17" y="4"/>
                      <a:pt x="18" y="4"/>
                      <a:pt x="18" y="4"/>
                    </a:cubicBezTo>
                    <a:cubicBezTo>
                      <a:pt x="18" y="4"/>
                      <a:pt x="19" y="4"/>
                      <a:pt x="19" y="5"/>
                    </a:cubicBezTo>
                    <a:cubicBezTo>
                      <a:pt x="19" y="4"/>
                      <a:pt x="19" y="4"/>
                      <a:pt x="18" y="4"/>
                    </a:cubicBezTo>
                    <a:cubicBezTo>
                      <a:pt x="23" y="7"/>
                      <a:pt x="28" y="8"/>
                      <a:pt x="33" y="10"/>
                    </a:cubicBezTo>
                    <a:cubicBezTo>
                      <a:pt x="55" y="17"/>
                      <a:pt x="77" y="24"/>
                      <a:pt x="100" y="28"/>
                    </a:cubicBezTo>
                    <a:cubicBezTo>
                      <a:pt x="106" y="29"/>
                      <a:pt x="111" y="30"/>
                      <a:pt x="117" y="31"/>
                    </a:cubicBezTo>
                    <a:cubicBezTo>
                      <a:pt x="120" y="31"/>
                      <a:pt x="123" y="31"/>
                      <a:pt x="125" y="31"/>
                    </a:cubicBezTo>
                    <a:cubicBezTo>
                      <a:pt x="131" y="31"/>
                      <a:pt x="136" y="35"/>
                      <a:pt x="136" y="41"/>
                    </a:cubicBezTo>
                    <a:cubicBezTo>
                      <a:pt x="136" y="46"/>
                      <a:pt x="131" y="51"/>
                      <a:pt x="125" y="51"/>
                    </a:cubicBezTo>
                    <a:cubicBezTo>
                      <a:pt x="125" y="51"/>
                      <a:pt x="124" y="51"/>
                      <a:pt x="123" y="51"/>
                    </a:cubicBezTo>
                    <a:cubicBezTo>
                      <a:pt x="113" y="51"/>
                      <a:pt x="103" y="50"/>
                      <a:pt x="93" y="4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3" name="Google Shape;3123;p32"/>
              <p:cNvSpPr/>
              <p:nvPr/>
            </p:nvSpPr>
            <p:spPr>
              <a:xfrm>
                <a:off x="529920" y="3200760"/>
                <a:ext cx="37800" cy="29520"/>
              </a:xfrm>
              <a:custGeom>
                <a:avLst/>
                <a:gdLst/>
                <a:ahLst/>
                <a:cxnLst/>
                <a:rect l="l" t="t" r="r" b="b"/>
                <a:pathLst>
                  <a:path w="105" h="82" extrusionOk="0">
                    <a:moveTo>
                      <a:pt x="45" y="78"/>
                    </a:moveTo>
                    <a:cubicBezTo>
                      <a:pt x="41" y="74"/>
                      <a:pt x="40" y="67"/>
                      <a:pt x="45" y="63"/>
                    </a:cubicBezTo>
                    <a:cubicBezTo>
                      <a:pt x="53" y="56"/>
                      <a:pt x="62" y="49"/>
                      <a:pt x="70" y="42"/>
                    </a:cubicBezTo>
                    <a:cubicBezTo>
                      <a:pt x="73" y="39"/>
                      <a:pt x="75" y="36"/>
                      <a:pt x="78" y="34"/>
                    </a:cubicBezTo>
                    <a:cubicBezTo>
                      <a:pt x="79" y="33"/>
                      <a:pt x="80" y="32"/>
                      <a:pt x="81" y="31"/>
                    </a:cubicBezTo>
                    <a:cubicBezTo>
                      <a:pt x="81" y="30"/>
                      <a:pt x="82" y="29"/>
                      <a:pt x="82" y="28"/>
                    </a:cubicBezTo>
                    <a:cubicBezTo>
                      <a:pt x="81" y="27"/>
                      <a:pt x="81" y="27"/>
                      <a:pt x="80" y="26"/>
                    </a:cubicBezTo>
                    <a:cubicBezTo>
                      <a:pt x="77" y="26"/>
                      <a:pt x="74" y="25"/>
                      <a:pt x="71" y="25"/>
                    </a:cubicBezTo>
                    <a:cubicBezTo>
                      <a:pt x="62" y="23"/>
                      <a:pt x="53" y="22"/>
                      <a:pt x="44" y="21"/>
                    </a:cubicBezTo>
                    <a:lnTo>
                      <a:pt x="45" y="21"/>
                    </a:lnTo>
                    <a:cubicBezTo>
                      <a:pt x="44" y="21"/>
                      <a:pt x="43" y="21"/>
                      <a:pt x="43" y="21"/>
                    </a:cubicBezTo>
                    <a:lnTo>
                      <a:pt x="42" y="21"/>
                    </a:lnTo>
                    <a:cubicBezTo>
                      <a:pt x="40" y="21"/>
                      <a:pt x="38" y="21"/>
                      <a:pt x="36" y="21"/>
                    </a:cubicBezTo>
                    <a:cubicBezTo>
                      <a:pt x="32" y="21"/>
                      <a:pt x="29" y="21"/>
                      <a:pt x="25" y="21"/>
                    </a:cubicBezTo>
                    <a:cubicBezTo>
                      <a:pt x="23" y="21"/>
                      <a:pt x="21" y="21"/>
                      <a:pt x="19" y="21"/>
                    </a:cubicBezTo>
                    <a:cubicBezTo>
                      <a:pt x="18" y="21"/>
                      <a:pt x="18" y="22"/>
                      <a:pt x="18" y="22"/>
                    </a:cubicBezTo>
                    <a:cubicBezTo>
                      <a:pt x="15" y="24"/>
                      <a:pt x="12" y="24"/>
                      <a:pt x="8" y="23"/>
                    </a:cubicBezTo>
                    <a:cubicBezTo>
                      <a:pt x="3" y="21"/>
                      <a:pt x="0" y="14"/>
                      <a:pt x="3" y="9"/>
                    </a:cubicBezTo>
                    <a:cubicBezTo>
                      <a:pt x="4" y="5"/>
                      <a:pt x="8" y="3"/>
                      <a:pt x="12" y="1"/>
                    </a:cubicBezTo>
                    <a:cubicBezTo>
                      <a:pt x="14" y="1"/>
                      <a:pt x="17" y="1"/>
                      <a:pt x="19" y="0"/>
                    </a:cubicBezTo>
                    <a:cubicBezTo>
                      <a:pt x="23" y="0"/>
                      <a:pt x="26" y="0"/>
                      <a:pt x="30" y="0"/>
                    </a:cubicBezTo>
                    <a:cubicBezTo>
                      <a:pt x="36" y="0"/>
                      <a:pt x="42" y="0"/>
                      <a:pt x="48" y="1"/>
                    </a:cubicBezTo>
                    <a:cubicBezTo>
                      <a:pt x="59" y="2"/>
                      <a:pt x="69" y="3"/>
                      <a:pt x="79" y="5"/>
                    </a:cubicBezTo>
                    <a:cubicBezTo>
                      <a:pt x="89" y="7"/>
                      <a:pt x="100" y="11"/>
                      <a:pt x="103" y="22"/>
                    </a:cubicBezTo>
                    <a:cubicBezTo>
                      <a:pt x="104" y="26"/>
                      <a:pt x="103" y="32"/>
                      <a:pt x="100" y="37"/>
                    </a:cubicBezTo>
                    <a:cubicBezTo>
                      <a:pt x="98" y="43"/>
                      <a:pt x="93" y="48"/>
                      <a:pt x="88" y="53"/>
                    </a:cubicBezTo>
                    <a:cubicBezTo>
                      <a:pt x="80" y="60"/>
                      <a:pt x="71" y="67"/>
                      <a:pt x="63" y="74"/>
                    </a:cubicBezTo>
                    <a:cubicBezTo>
                      <a:pt x="61" y="75"/>
                      <a:pt x="60" y="77"/>
                      <a:pt x="59" y="78"/>
                    </a:cubicBezTo>
                    <a:cubicBezTo>
                      <a:pt x="57" y="79"/>
                      <a:pt x="54" y="81"/>
                      <a:pt x="52" y="81"/>
                    </a:cubicBezTo>
                    <a:cubicBezTo>
                      <a:pt x="49" y="81"/>
                      <a:pt x="47" y="79"/>
                      <a:pt x="45" y="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4" name="Google Shape;3124;p32"/>
              <p:cNvSpPr/>
              <p:nvPr/>
            </p:nvSpPr>
            <p:spPr>
              <a:xfrm>
                <a:off x="100800" y="2974320"/>
                <a:ext cx="878400" cy="495000"/>
              </a:xfrm>
              <a:custGeom>
                <a:avLst/>
                <a:gdLst/>
                <a:ahLst/>
                <a:cxnLst/>
                <a:rect l="l" t="t" r="r" b="b"/>
                <a:pathLst>
                  <a:path w="2440" h="1375" extrusionOk="0">
                    <a:moveTo>
                      <a:pt x="101" y="1373"/>
                    </a:moveTo>
                    <a:cubicBezTo>
                      <a:pt x="86" y="1372"/>
                      <a:pt x="72" y="1370"/>
                      <a:pt x="58" y="1368"/>
                    </a:cubicBezTo>
                    <a:cubicBezTo>
                      <a:pt x="43" y="1366"/>
                      <a:pt x="29" y="1363"/>
                      <a:pt x="15" y="1360"/>
                    </a:cubicBezTo>
                    <a:cubicBezTo>
                      <a:pt x="5" y="1357"/>
                      <a:pt x="0" y="1345"/>
                      <a:pt x="3" y="1336"/>
                    </a:cubicBezTo>
                    <a:cubicBezTo>
                      <a:pt x="4" y="1331"/>
                      <a:pt x="7" y="1327"/>
                      <a:pt x="12" y="1325"/>
                    </a:cubicBezTo>
                    <a:cubicBezTo>
                      <a:pt x="17" y="1322"/>
                      <a:pt x="21" y="1322"/>
                      <a:pt x="26" y="1323"/>
                    </a:cubicBezTo>
                    <a:cubicBezTo>
                      <a:pt x="31" y="1324"/>
                      <a:pt x="36" y="1325"/>
                      <a:pt x="42" y="1327"/>
                    </a:cubicBezTo>
                    <a:cubicBezTo>
                      <a:pt x="59" y="1331"/>
                      <a:pt x="77" y="1333"/>
                      <a:pt x="95" y="1335"/>
                    </a:cubicBezTo>
                    <a:cubicBezTo>
                      <a:pt x="103" y="1335"/>
                      <a:pt x="111" y="1336"/>
                      <a:pt x="120" y="1336"/>
                    </a:cubicBezTo>
                    <a:cubicBezTo>
                      <a:pt x="137" y="1335"/>
                      <a:pt x="153" y="1333"/>
                      <a:pt x="170" y="1330"/>
                    </a:cubicBezTo>
                    <a:cubicBezTo>
                      <a:pt x="194" y="1326"/>
                      <a:pt x="218" y="1321"/>
                      <a:pt x="242" y="1315"/>
                    </a:cubicBezTo>
                    <a:cubicBezTo>
                      <a:pt x="268" y="1310"/>
                      <a:pt x="293" y="1304"/>
                      <a:pt x="319" y="1297"/>
                    </a:cubicBezTo>
                    <a:cubicBezTo>
                      <a:pt x="342" y="1290"/>
                      <a:pt x="365" y="1280"/>
                      <a:pt x="388" y="1272"/>
                    </a:cubicBezTo>
                    <a:cubicBezTo>
                      <a:pt x="412" y="1263"/>
                      <a:pt x="435" y="1253"/>
                      <a:pt x="459" y="1243"/>
                    </a:cubicBezTo>
                    <a:cubicBezTo>
                      <a:pt x="472" y="1236"/>
                      <a:pt x="484" y="1230"/>
                      <a:pt x="497" y="1223"/>
                    </a:cubicBezTo>
                    <a:cubicBezTo>
                      <a:pt x="511" y="1216"/>
                      <a:pt x="525" y="1208"/>
                      <a:pt x="539" y="1200"/>
                    </a:cubicBezTo>
                    <a:cubicBezTo>
                      <a:pt x="538" y="1201"/>
                      <a:pt x="537" y="1201"/>
                      <a:pt x="537" y="1201"/>
                    </a:cubicBezTo>
                    <a:cubicBezTo>
                      <a:pt x="557" y="1189"/>
                      <a:pt x="575" y="1176"/>
                      <a:pt x="594" y="1164"/>
                    </a:cubicBezTo>
                    <a:cubicBezTo>
                      <a:pt x="615" y="1151"/>
                      <a:pt x="636" y="1138"/>
                      <a:pt x="657" y="1126"/>
                    </a:cubicBezTo>
                    <a:cubicBezTo>
                      <a:pt x="676" y="1114"/>
                      <a:pt x="695" y="1102"/>
                      <a:pt x="713" y="1089"/>
                    </a:cubicBezTo>
                    <a:cubicBezTo>
                      <a:pt x="733" y="1075"/>
                      <a:pt x="753" y="1061"/>
                      <a:pt x="773" y="1047"/>
                    </a:cubicBezTo>
                    <a:cubicBezTo>
                      <a:pt x="783" y="1041"/>
                      <a:pt x="793" y="1035"/>
                      <a:pt x="803" y="1029"/>
                    </a:cubicBezTo>
                    <a:cubicBezTo>
                      <a:pt x="813" y="1022"/>
                      <a:pt x="823" y="1015"/>
                      <a:pt x="833" y="1008"/>
                    </a:cubicBezTo>
                    <a:cubicBezTo>
                      <a:pt x="852" y="995"/>
                      <a:pt x="870" y="982"/>
                      <a:pt x="888" y="967"/>
                    </a:cubicBezTo>
                    <a:cubicBezTo>
                      <a:pt x="888" y="968"/>
                      <a:pt x="887" y="968"/>
                      <a:pt x="886" y="968"/>
                    </a:cubicBezTo>
                    <a:cubicBezTo>
                      <a:pt x="925" y="937"/>
                      <a:pt x="962" y="904"/>
                      <a:pt x="998" y="869"/>
                    </a:cubicBezTo>
                    <a:cubicBezTo>
                      <a:pt x="1017" y="851"/>
                      <a:pt x="1036" y="834"/>
                      <a:pt x="1054" y="816"/>
                    </a:cubicBezTo>
                    <a:cubicBezTo>
                      <a:pt x="1072" y="799"/>
                      <a:pt x="1089" y="782"/>
                      <a:pt x="1106" y="765"/>
                    </a:cubicBezTo>
                    <a:cubicBezTo>
                      <a:pt x="1122" y="749"/>
                      <a:pt x="1139" y="733"/>
                      <a:pt x="1157" y="718"/>
                    </a:cubicBezTo>
                    <a:cubicBezTo>
                      <a:pt x="1175" y="702"/>
                      <a:pt x="1193" y="686"/>
                      <a:pt x="1211" y="670"/>
                    </a:cubicBezTo>
                    <a:cubicBezTo>
                      <a:pt x="1220" y="662"/>
                      <a:pt x="1229" y="655"/>
                      <a:pt x="1238" y="647"/>
                    </a:cubicBezTo>
                    <a:cubicBezTo>
                      <a:pt x="1248" y="639"/>
                      <a:pt x="1258" y="631"/>
                      <a:pt x="1269" y="623"/>
                    </a:cubicBezTo>
                    <a:cubicBezTo>
                      <a:pt x="1287" y="609"/>
                      <a:pt x="1306" y="594"/>
                      <a:pt x="1325" y="580"/>
                    </a:cubicBezTo>
                    <a:cubicBezTo>
                      <a:pt x="1324" y="580"/>
                      <a:pt x="1323" y="580"/>
                      <a:pt x="1323" y="581"/>
                    </a:cubicBezTo>
                    <a:cubicBezTo>
                      <a:pt x="1341" y="566"/>
                      <a:pt x="1359" y="549"/>
                      <a:pt x="1377" y="532"/>
                    </a:cubicBezTo>
                    <a:cubicBezTo>
                      <a:pt x="1394" y="516"/>
                      <a:pt x="1411" y="497"/>
                      <a:pt x="1428" y="481"/>
                    </a:cubicBezTo>
                    <a:cubicBezTo>
                      <a:pt x="1463" y="446"/>
                      <a:pt x="1498" y="411"/>
                      <a:pt x="1534" y="377"/>
                    </a:cubicBezTo>
                    <a:cubicBezTo>
                      <a:pt x="1552" y="360"/>
                      <a:pt x="1570" y="343"/>
                      <a:pt x="1588" y="327"/>
                    </a:cubicBezTo>
                    <a:cubicBezTo>
                      <a:pt x="1606" y="310"/>
                      <a:pt x="1623" y="294"/>
                      <a:pt x="1640" y="277"/>
                    </a:cubicBezTo>
                    <a:cubicBezTo>
                      <a:pt x="1657" y="260"/>
                      <a:pt x="1674" y="243"/>
                      <a:pt x="1692" y="228"/>
                    </a:cubicBezTo>
                    <a:cubicBezTo>
                      <a:pt x="1710" y="212"/>
                      <a:pt x="1729" y="199"/>
                      <a:pt x="1750" y="187"/>
                    </a:cubicBezTo>
                    <a:cubicBezTo>
                      <a:pt x="1772" y="176"/>
                      <a:pt x="1794" y="165"/>
                      <a:pt x="1816" y="154"/>
                    </a:cubicBezTo>
                    <a:cubicBezTo>
                      <a:pt x="1838" y="143"/>
                      <a:pt x="1861" y="134"/>
                      <a:pt x="1884" y="125"/>
                    </a:cubicBezTo>
                    <a:cubicBezTo>
                      <a:pt x="1908" y="115"/>
                      <a:pt x="1932" y="105"/>
                      <a:pt x="1956" y="95"/>
                    </a:cubicBezTo>
                    <a:cubicBezTo>
                      <a:pt x="1978" y="86"/>
                      <a:pt x="2001" y="77"/>
                      <a:pt x="2024" y="69"/>
                    </a:cubicBezTo>
                    <a:cubicBezTo>
                      <a:pt x="2050" y="59"/>
                      <a:pt x="2077" y="51"/>
                      <a:pt x="2104" y="42"/>
                    </a:cubicBezTo>
                    <a:cubicBezTo>
                      <a:pt x="2104" y="42"/>
                      <a:pt x="2103" y="43"/>
                      <a:pt x="2102" y="43"/>
                    </a:cubicBezTo>
                    <a:cubicBezTo>
                      <a:pt x="2126" y="36"/>
                      <a:pt x="2150" y="32"/>
                      <a:pt x="2175" y="28"/>
                    </a:cubicBezTo>
                    <a:cubicBezTo>
                      <a:pt x="2198" y="24"/>
                      <a:pt x="2223" y="21"/>
                      <a:pt x="2247" y="19"/>
                    </a:cubicBezTo>
                    <a:cubicBezTo>
                      <a:pt x="2296" y="13"/>
                      <a:pt x="2346" y="5"/>
                      <a:pt x="2395" y="2"/>
                    </a:cubicBezTo>
                    <a:cubicBezTo>
                      <a:pt x="2405" y="2"/>
                      <a:pt x="2414" y="0"/>
                      <a:pt x="2423" y="2"/>
                    </a:cubicBezTo>
                    <a:cubicBezTo>
                      <a:pt x="2433" y="3"/>
                      <a:pt x="2439" y="13"/>
                      <a:pt x="2438" y="22"/>
                    </a:cubicBezTo>
                    <a:cubicBezTo>
                      <a:pt x="2436" y="31"/>
                      <a:pt x="2427" y="38"/>
                      <a:pt x="2418" y="37"/>
                    </a:cubicBezTo>
                    <a:cubicBezTo>
                      <a:pt x="2416" y="37"/>
                      <a:pt x="2416" y="37"/>
                      <a:pt x="2415" y="36"/>
                    </a:cubicBezTo>
                    <a:cubicBezTo>
                      <a:pt x="2410" y="36"/>
                      <a:pt x="2406" y="36"/>
                      <a:pt x="2401" y="36"/>
                    </a:cubicBezTo>
                    <a:cubicBezTo>
                      <a:pt x="2361" y="38"/>
                      <a:pt x="2321" y="43"/>
                      <a:pt x="2281" y="48"/>
                    </a:cubicBezTo>
                    <a:cubicBezTo>
                      <a:pt x="2242" y="54"/>
                      <a:pt x="2202" y="59"/>
                      <a:pt x="2162" y="65"/>
                    </a:cubicBezTo>
                    <a:cubicBezTo>
                      <a:pt x="2147" y="68"/>
                      <a:pt x="2131" y="72"/>
                      <a:pt x="2115" y="76"/>
                    </a:cubicBezTo>
                    <a:cubicBezTo>
                      <a:pt x="2070" y="90"/>
                      <a:pt x="2025" y="106"/>
                      <a:pt x="1981" y="124"/>
                    </a:cubicBezTo>
                    <a:cubicBezTo>
                      <a:pt x="1935" y="142"/>
                      <a:pt x="1890" y="161"/>
                      <a:pt x="1845" y="180"/>
                    </a:cubicBezTo>
                    <a:cubicBezTo>
                      <a:pt x="1844" y="180"/>
                      <a:pt x="1844" y="180"/>
                      <a:pt x="1844" y="181"/>
                    </a:cubicBezTo>
                    <a:cubicBezTo>
                      <a:pt x="1844" y="180"/>
                      <a:pt x="1844" y="180"/>
                      <a:pt x="1845" y="180"/>
                    </a:cubicBezTo>
                    <a:cubicBezTo>
                      <a:pt x="1815" y="194"/>
                      <a:pt x="1786" y="208"/>
                      <a:pt x="1758" y="225"/>
                    </a:cubicBezTo>
                    <a:cubicBezTo>
                      <a:pt x="1747" y="232"/>
                      <a:pt x="1736" y="239"/>
                      <a:pt x="1727" y="247"/>
                    </a:cubicBezTo>
                    <a:cubicBezTo>
                      <a:pt x="1727" y="247"/>
                      <a:pt x="1727" y="246"/>
                      <a:pt x="1728" y="246"/>
                    </a:cubicBezTo>
                    <a:cubicBezTo>
                      <a:pt x="1726" y="247"/>
                      <a:pt x="1724" y="249"/>
                      <a:pt x="1723" y="250"/>
                    </a:cubicBezTo>
                    <a:lnTo>
                      <a:pt x="1724" y="249"/>
                    </a:lnTo>
                    <a:cubicBezTo>
                      <a:pt x="1705" y="264"/>
                      <a:pt x="1688" y="281"/>
                      <a:pt x="1671" y="298"/>
                    </a:cubicBezTo>
                    <a:cubicBezTo>
                      <a:pt x="1662" y="307"/>
                      <a:pt x="1654" y="315"/>
                      <a:pt x="1646" y="323"/>
                    </a:cubicBezTo>
                    <a:cubicBezTo>
                      <a:pt x="1637" y="331"/>
                      <a:pt x="1629" y="340"/>
                      <a:pt x="1620" y="348"/>
                    </a:cubicBezTo>
                    <a:cubicBezTo>
                      <a:pt x="1584" y="382"/>
                      <a:pt x="1548" y="415"/>
                      <a:pt x="1513" y="449"/>
                    </a:cubicBezTo>
                    <a:cubicBezTo>
                      <a:pt x="1488" y="474"/>
                      <a:pt x="1463" y="497"/>
                      <a:pt x="1439" y="523"/>
                    </a:cubicBezTo>
                    <a:cubicBezTo>
                      <a:pt x="1427" y="536"/>
                      <a:pt x="1414" y="549"/>
                      <a:pt x="1401" y="562"/>
                    </a:cubicBezTo>
                    <a:cubicBezTo>
                      <a:pt x="1388" y="575"/>
                      <a:pt x="1374" y="587"/>
                      <a:pt x="1359" y="599"/>
                    </a:cubicBezTo>
                    <a:cubicBezTo>
                      <a:pt x="1330" y="623"/>
                      <a:pt x="1299" y="647"/>
                      <a:pt x="1269" y="670"/>
                    </a:cubicBezTo>
                    <a:cubicBezTo>
                      <a:pt x="1250" y="686"/>
                      <a:pt x="1231" y="703"/>
                      <a:pt x="1212" y="719"/>
                    </a:cubicBezTo>
                    <a:cubicBezTo>
                      <a:pt x="1193" y="737"/>
                      <a:pt x="1173" y="754"/>
                      <a:pt x="1154" y="771"/>
                    </a:cubicBezTo>
                    <a:cubicBezTo>
                      <a:pt x="1136" y="787"/>
                      <a:pt x="1119" y="804"/>
                      <a:pt x="1102" y="821"/>
                    </a:cubicBezTo>
                    <a:cubicBezTo>
                      <a:pt x="1094" y="830"/>
                      <a:pt x="1086" y="838"/>
                      <a:pt x="1077" y="846"/>
                    </a:cubicBezTo>
                    <a:cubicBezTo>
                      <a:pt x="1068" y="855"/>
                      <a:pt x="1058" y="864"/>
                      <a:pt x="1048" y="873"/>
                    </a:cubicBezTo>
                    <a:cubicBezTo>
                      <a:pt x="1030" y="891"/>
                      <a:pt x="1011" y="908"/>
                      <a:pt x="992" y="925"/>
                    </a:cubicBezTo>
                    <a:cubicBezTo>
                      <a:pt x="975" y="942"/>
                      <a:pt x="958" y="959"/>
                      <a:pt x="939" y="974"/>
                    </a:cubicBezTo>
                    <a:cubicBezTo>
                      <a:pt x="900" y="1007"/>
                      <a:pt x="859" y="1036"/>
                      <a:pt x="817" y="1064"/>
                    </a:cubicBezTo>
                    <a:cubicBezTo>
                      <a:pt x="791" y="1081"/>
                      <a:pt x="766" y="1099"/>
                      <a:pt x="740" y="1116"/>
                    </a:cubicBezTo>
                    <a:cubicBezTo>
                      <a:pt x="715" y="1133"/>
                      <a:pt x="689" y="1149"/>
                      <a:pt x="663" y="1165"/>
                    </a:cubicBezTo>
                    <a:cubicBezTo>
                      <a:pt x="662" y="1166"/>
                      <a:pt x="662" y="1166"/>
                      <a:pt x="661" y="1166"/>
                    </a:cubicBezTo>
                    <a:lnTo>
                      <a:pt x="662" y="1166"/>
                    </a:lnTo>
                    <a:cubicBezTo>
                      <a:pt x="660" y="1167"/>
                      <a:pt x="659" y="1168"/>
                      <a:pt x="657" y="1169"/>
                    </a:cubicBezTo>
                    <a:lnTo>
                      <a:pt x="658" y="1168"/>
                    </a:lnTo>
                    <a:cubicBezTo>
                      <a:pt x="638" y="1181"/>
                      <a:pt x="617" y="1194"/>
                      <a:pt x="597" y="1208"/>
                    </a:cubicBezTo>
                    <a:cubicBezTo>
                      <a:pt x="588" y="1214"/>
                      <a:pt x="578" y="1221"/>
                      <a:pt x="567" y="1227"/>
                    </a:cubicBezTo>
                    <a:cubicBezTo>
                      <a:pt x="556" y="1234"/>
                      <a:pt x="544" y="1240"/>
                      <a:pt x="533" y="1247"/>
                    </a:cubicBezTo>
                    <a:cubicBezTo>
                      <a:pt x="487" y="1271"/>
                      <a:pt x="440" y="1290"/>
                      <a:pt x="392" y="1310"/>
                    </a:cubicBezTo>
                    <a:cubicBezTo>
                      <a:pt x="381" y="1314"/>
                      <a:pt x="369" y="1319"/>
                      <a:pt x="357" y="1324"/>
                    </a:cubicBezTo>
                    <a:cubicBezTo>
                      <a:pt x="353" y="1325"/>
                      <a:pt x="348" y="1328"/>
                      <a:pt x="343" y="1329"/>
                    </a:cubicBezTo>
                    <a:cubicBezTo>
                      <a:pt x="336" y="1332"/>
                      <a:pt x="330" y="1334"/>
                      <a:pt x="323" y="1336"/>
                    </a:cubicBezTo>
                    <a:cubicBezTo>
                      <a:pt x="311" y="1339"/>
                      <a:pt x="298" y="1341"/>
                      <a:pt x="286" y="1344"/>
                    </a:cubicBezTo>
                    <a:cubicBezTo>
                      <a:pt x="273" y="1346"/>
                      <a:pt x="260" y="1349"/>
                      <a:pt x="247" y="1352"/>
                    </a:cubicBezTo>
                    <a:cubicBezTo>
                      <a:pt x="223" y="1357"/>
                      <a:pt x="199" y="1361"/>
                      <a:pt x="176" y="1366"/>
                    </a:cubicBezTo>
                    <a:cubicBezTo>
                      <a:pt x="163" y="1368"/>
                      <a:pt x="151" y="1371"/>
                      <a:pt x="138" y="1373"/>
                    </a:cubicBezTo>
                    <a:cubicBezTo>
                      <a:pt x="131" y="1374"/>
                      <a:pt x="125" y="1374"/>
                      <a:pt x="119" y="1374"/>
                    </a:cubicBezTo>
                    <a:cubicBezTo>
                      <a:pt x="118" y="1374"/>
                      <a:pt x="118" y="1374"/>
                      <a:pt x="118" y="1374"/>
                    </a:cubicBezTo>
                    <a:cubicBezTo>
                      <a:pt x="112" y="1374"/>
                      <a:pt x="107" y="1374"/>
                      <a:pt x="101" y="13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5" name="Google Shape;3125;p32"/>
              <p:cNvSpPr/>
              <p:nvPr/>
            </p:nvSpPr>
            <p:spPr>
              <a:xfrm>
                <a:off x="50400" y="2966040"/>
                <a:ext cx="754920" cy="353160"/>
              </a:xfrm>
              <a:custGeom>
                <a:avLst/>
                <a:gdLst/>
                <a:ahLst/>
                <a:cxnLst/>
                <a:rect l="l" t="t" r="r" b="b"/>
                <a:pathLst>
                  <a:path w="2097" h="981" extrusionOk="0">
                    <a:moveTo>
                      <a:pt x="9" y="976"/>
                    </a:moveTo>
                    <a:cubicBezTo>
                      <a:pt x="0" y="969"/>
                      <a:pt x="0" y="958"/>
                      <a:pt x="6" y="949"/>
                    </a:cubicBezTo>
                    <a:cubicBezTo>
                      <a:pt x="20" y="931"/>
                      <a:pt x="34" y="913"/>
                      <a:pt x="48" y="896"/>
                    </a:cubicBezTo>
                    <a:cubicBezTo>
                      <a:pt x="62" y="878"/>
                      <a:pt x="77" y="861"/>
                      <a:pt x="91" y="843"/>
                    </a:cubicBezTo>
                    <a:cubicBezTo>
                      <a:pt x="105" y="826"/>
                      <a:pt x="118" y="808"/>
                      <a:pt x="132" y="791"/>
                    </a:cubicBezTo>
                    <a:cubicBezTo>
                      <a:pt x="145" y="774"/>
                      <a:pt x="159" y="757"/>
                      <a:pt x="173" y="740"/>
                    </a:cubicBezTo>
                    <a:cubicBezTo>
                      <a:pt x="186" y="725"/>
                      <a:pt x="198" y="709"/>
                      <a:pt x="211" y="693"/>
                    </a:cubicBezTo>
                    <a:cubicBezTo>
                      <a:pt x="223" y="676"/>
                      <a:pt x="235" y="658"/>
                      <a:pt x="249" y="641"/>
                    </a:cubicBezTo>
                    <a:cubicBezTo>
                      <a:pt x="256" y="632"/>
                      <a:pt x="263" y="623"/>
                      <a:pt x="270" y="614"/>
                    </a:cubicBezTo>
                    <a:cubicBezTo>
                      <a:pt x="278" y="606"/>
                      <a:pt x="286" y="597"/>
                      <a:pt x="293" y="589"/>
                    </a:cubicBezTo>
                    <a:cubicBezTo>
                      <a:pt x="308" y="573"/>
                      <a:pt x="323" y="557"/>
                      <a:pt x="337" y="540"/>
                    </a:cubicBezTo>
                    <a:cubicBezTo>
                      <a:pt x="351" y="524"/>
                      <a:pt x="365" y="508"/>
                      <a:pt x="379" y="491"/>
                    </a:cubicBezTo>
                    <a:cubicBezTo>
                      <a:pt x="409" y="458"/>
                      <a:pt x="439" y="425"/>
                      <a:pt x="472" y="395"/>
                    </a:cubicBezTo>
                    <a:cubicBezTo>
                      <a:pt x="504" y="366"/>
                      <a:pt x="541" y="342"/>
                      <a:pt x="578" y="319"/>
                    </a:cubicBezTo>
                    <a:cubicBezTo>
                      <a:pt x="618" y="295"/>
                      <a:pt x="658" y="272"/>
                      <a:pt x="698" y="248"/>
                    </a:cubicBezTo>
                    <a:cubicBezTo>
                      <a:pt x="698" y="248"/>
                      <a:pt x="697" y="249"/>
                      <a:pt x="696" y="249"/>
                    </a:cubicBezTo>
                    <a:cubicBezTo>
                      <a:pt x="719" y="235"/>
                      <a:pt x="742" y="221"/>
                      <a:pt x="764" y="205"/>
                    </a:cubicBezTo>
                    <a:cubicBezTo>
                      <a:pt x="787" y="189"/>
                      <a:pt x="810" y="171"/>
                      <a:pt x="832" y="154"/>
                    </a:cubicBezTo>
                    <a:lnTo>
                      <a:pt x="831" y="154"/>
                    </a:lnTo>
                    <a:cubicBezTo>
                      <a:pt x="848" y="140"/>
                      <a:pt x="866" y="126"/>
                      <a:pt x="883" y="113"/>
                    </a:cubicBezTo>
                    <a:cubicBezTo>
                      <a:pt x="887" y="110"/>
                      <a:pt x="891" y="108"/>
                      <a:pt x="895" y="105"/>
                    </a:cubicBezTo>
                    <a:cubicBezTo>
                      <a:pt x="900" y="102"/>
                      <a:pt x="905" y="99"/>
                      <a:pt x="910" y="96"/>
                    </a:cubicBezTo>
                    <a:cubicBezTo>
                      <a:pt x="921" y="91"/>
                      <a:pt x="931" y="86"/>
                      <a:pt x="942" y="81"/>
                    </a:cubicBezTo>
                    <a:cubicBezTo>
                      <a:pt x="963" y="73"/>
                      <a:pt x="984" y="65"/>
                      <a:pt x="1005" y="58"/>
                    </a:cubicBezTo>
                    <a:cubicBezTo>
                      <a:pt x="1025" y="51"/>
                      <a:pt x="1044" y="45"/>
                      <a:pt x="1065" y="42"/>
                    </a:cubicBezTo>
                    <a:cubicBezTo>
                      <a:pt x="1079" y="39"/>
                      <a:pt x="1094" y="37"/>
                      <a:pt x="1109" y="35"/>
                    </a:cubicBezTo>
                    <a:cubicBezTo>
                      <a:pt x="1123" y="34"/>
                      <a:pt x="1137" y="32"/>
                      <a:pt x="1151" y="30"/>
                    </a:cubicBezTo>
                    <a:cubicBezTo>
                      <a:pt x="1151" y="30"/>
                      <a:pt x="1150" y="30"/>
                      <a:pt x="1149" y="31"/>
                    </a:cubicBezTo>
                    <a:cubicBezTo>
                      <a:pt x="1170" y="27"/>
                      <a:pt x="1191" y="22"/>
                      <a:pt x="1212" y="18"/>
                    </a:cubicBezTo>
                    <a:cubicBezTo>
                      <a:pt x="1233" y="13"/>
                      <a:pt x="1255" y="6"/>
                      <a:pt x="1277" y="3"/>
                    </a:cubicBezTo>
                    <a:cubicBezTo>
                      <a:pt x="1298" y="0"/>
                      <a:pt x="1321" y="0"/>
                      <a:pt x="1342" y="4"/>
                    </a:cubicBezTo>
                    <a:cubicBezTo>
                      <a:pt x="1364" y="7"/>
                      <a:pt x="1386" y="11"/>
                      <a:pt x="1407" y="17"/>
                    </a:cubicBezTo>
                    <a:cubicBezTo>
                      <a:pt x="1429" y="21"/>
                      <a:pt x="1451" y="27"/>
                      <a:pt x="1472" y="33"/>
                    </a:cubicBezTo>
                    <a:cubicBezTo>
                      <a:pt x="1494" y="39"/>
                      <a:pt x="1515" y="48"/>
                      <a:pt x="1536" y="57"/>
                    </a:cubicBezTo>
                    <a:cubicBezTo>
                      <a:pt x="1575" y="74"/>
                      <a:pt x="1614" y="93"/>
                      <a:pt x="1653" y="111"/>
                    </a:cubicBezTo>
                    <a:cubicBezTo>
                      <a:pt x="1692" y="129"/>
                      <a:pt x="1731" y="147"/>
                      <a:pt x="1770" y="165"/>
                    </a:cubicBezTo>
                    <a:cubicBezTo>
                      <a:pt x="1790" y="175"/>
                      <a:pt x="1809" y="186"/>
                      <a:pt x="1829" y="198"/>
                    </a:cubicBezTo>
                    <a:cubicBezTo>
                      <a:pt x="1837" y="203"/>
                      <a:pt x="1846" y="209"/>
                      <a:pt x="1855" y="216"/>
                    </a:cubicBezTo>
                    <a:cubicBezTo>
                      <a:pt x="1863" y="222"/>
                      <a:pt x="1871" y="228"/>
                      <a:pt x="1879" y="235"/>
                    </a:cubicBezTo>
                    <a:cubicBezTo>
                      <a:pt x="1881" y="236"/>
                      <a:pt x="1884" y="238"/>
                      <a:pt x="1886" y="240"/>
                    </a:cubicBezTo>
                    <a:cubicBezTo>
                      <a:pt x="1903" y="252"/>
                      <a:pt x="1920" y="264"/>
                      <a:pt x="1937" y="276"/>
                    </a:cubicBezTo>
                    <a:cubicBezTo>
                      <a:pt x="1955" y="289"/>
                      <a:pt x="1971" y="302"/>
                      <a:pt x="1989" y="315"/>
                    </a:cubicBezTo>
                    <a:cubicBezTo>
                      <a:pt x="1988" y="314"/>
                      <a:pt x="1988" y="314"/>
                      <a:pt x="1987" y="313"/>
                    </a:cubicBezTo>
                    <a:cubicBezTo>
                      <a:pt x="1998" y="321"/>
                      <a:pt x="2008" y="328"/>
                      <a:pt x="2019" y="336"/>
                    </a:cubicBezTo>
                    <a:cubicBezTo>
                      <a:pt x="2031" y="343"/>
                      <a:pt x="2042" y="352"/>
                      <a:pt x="2053" y="361"/>
                    </a:cubicBezTo>
                    <a:cubicBezTo>
                      <a:pt x="2062" y="370"/>
                      <a:pt x="2072" y="379"/>
                      <a:pt x="2080" y="388"/>
                    </a:cubicBezTo>
                    <a:cubicBezTo>
                      <a:pt x="2086" y="394"/>
                      <a:pt x="2091" y="400"/>
                      <a:pt x="2094" y="408"/>
                    </a:cubicBezTo>
                    <a:cubicBezTo>
                      <a:pt x="2096" y="414"/>
                      <a:pt x="2096" y="422"/>
                      <a:pt x="2093" y="428"/>
                    </a:cubicBezTo>
                    <a:cubicBezTo>
                      <a:pt x="2089" y="437"/>
                      <a:pt x="2078" y="441"/>
                      <a:pt x="2069" y="437"/>
                    </a:cubicBezTo>
                    <a:cubicBezTo>
                      <a:pt x="2062" y="434"/>
                      <a:pt x="2058" y="426"/>
                      <a:pt x="2059" y="419"/>
                    </a:cubicBezTo>
                    <a:cubicBezTo>
                      <a:pt x="2052" y="411"/>
                      <a:pt x="2044" y="403"/>
                      <a:pt x="2037" y="396"/>
                    </a:cubicBezTo>
                    <a:cubicBezTo>
                      <a:pt x="2030" y="389"/>
                      <a:pt x="2023" y="383"/>
                      <a:pt x="2015" y="377"/>
                    </a:cubicBezTo>
                    <a:cubicBezTo>
                      <a:pt x="1999" y="366"/>
                      <a:pt x="1982" y="355"/>
                      <a:pt x="1966" y="343"/>
                    </a:cubicBezTo>
                    <a:cubicBezTo>
                      <a:pt x="1949" y="331"/>
                      <a:pt x="1933" y="318"/>
                      <a:pt x="1917" y="306"/>
                    </a:cubicBezTo>
                    <a:cubicBezTo>
                      <a:pt x="1901" y="295"/>
                      <a:pt x="1885" y="285"/>
                      <a:pt x="1870" y="274"/>
                    </a:cubicBezTo>
                    <a:cubicBezTo>
                      <a:pt x="1854" y="263"/>
                      <a:pt x="1839" y="250"/>
                      <a:pt x="1822" y="238"/>
                    </a:cubicBezTo>
                    <a:cubicBezTo>
                      <a:pt x="1809" y="229"/>
                      <a:pt x="1795" y="220"/>
                      <a:pt x="1781" y="212"/>
                    </a:cubicBezTo>
                    <a:cubicBezTo>
                      <a:pt x="1762" y="202"/>
                      <a:pt x="1743" y="193"/>
                      <a:pt x="1723" y="183"/>
                    </a:cubicBezTo>
                    <a:cubicBezTo>
                      <a:pt x="1704" y="174"/>
                      <a:pt x="1684" y="165"/>
                      <a:pt x="1665" y="156"/>
                    </a:cubicBezTo>
                    <a:cubicBezTo>
                      <a:pt x="1625" y="138"/>
                      <a:pt x="1586" y="120"/>
                      <a:pt x="1547" y="102"/>
                    </a:cubicBezTo>
                    <a:cubicBezTo>
                      <a:pt x="1530" y="94"/>
                      <a:pt x="1512" y="87"/>
                      <a:pt x="1495" y="80"/>
                    </a:cubicBezTo>
                    <a:cubicBezTo>
                      <a:pt x="1495" y="79"/>
                      <a:pt x="1494" y="79"/>
                      <a:pt x="1494" y="79"/>
                    </a:cubicBezTo>
                    <a:lnTo>
                      <a:pt x="1494" y="78"/>
                    </a:lnTo>
                    <a:lnTo>
                      <a:pt x="1494" y="79"/>
                    </a:lnTo>
                    <a:cubicBezTo>
                      <a:pt x="1491" y="78"/>
                      <a:pt x="1488" y="77"/>
                      <a:pt x="1485" y="75"/>
                    </a:cubicBezTo>
                    <a:cubicBezTo>
                      <a:pt x="1486" y="75"/>
                      <a:pt x="1486" y="75"/>
                      <a:pt x="1486" y="76"/>
                    </a:cubicBezTo>
                    <a:cubicBezTo>
                      <a:pt x="1486" y="75"/>
                      <a:pt x="1484" y="75"/>
                      <a:pt x="1484" y="75"/>
                    </a:cubicBezTo>
                    <a:cubicBezTo>
                      <a:pt x="1470" y="70"/>
                      <a:pt x="1456" y="66"/>
                      <a:pt x="1441" y="62"/>
                    </a:cubicBezTo>
                    <a:cubicBezTo>
                      <a:pt x="1427" y="58"/>
                      <a:pt x="1413" y="54"/>
                      <a:pt x="1399" y="52"/>
                    </a:cubicBezTo>
                    <a:cubicBezTo>
                      <a:pt x="1376" y="46"/>
                      <a:pt x="1353" y="42"/>
                      <a:pt x="1329" y="39"/>
                    </a:cubicBezTo>
                    <a:cubicBezTo>
                      <a:pt x="1320" y="38"/>
                      <a:pt x="1312" y="38"/>
                      <a:pt x="1303" y="38"/>
                    </a:cubicBezTo>
                    <a:cubicBezTo>
                      <a:pt x="1295" y="38"/>
                      <a:pt x="1287" y="39"/>
                      <a:pt x="1279" y="40"/>
                    </a:cubicBezTo>
                    <a:cubicBezTo>
                      <a:pt x="1263" y="43"/>
                      <a:pt x="1247" y="47"/>
                      <a:pt x="1230" y="50"/>
                    </a:cubicBezTo>
                    <a:cubicBezTo>
                      <a:pt x="1213" y="54"/>
                      <a:pt x="1195" y="59"/>
                      <a:pt x="1177" y="62"/>
                    </a:cubicBezTo>
                    <a:cubicBezTo>
                      <a:pt x="1144" y="68"/>
                      <a:pt x="1111" y="71"/>
                      <a:pt x="1078" y="77"/>
                    </a:cubicBezTo>
                    <a:cubicBezTo>
                      <a:pt x="1066" y="79"/>
                      <a:pt x="1053" y="82"/>
                      <a:pt x="1041" y="85"/>
                    </a:cubicBezTo>
                    <a:cubicBezTo>
                      <a:pt x="1010" y="94"/>
                      <a:pt x="979" y="105"/>
                      <a:pt x="950" y="118"/>
                    </a:cubicBezTo>
                    <a:cubicBezTo>
                      <a:pt x="940" y="123"/>
                      <a:pt x="930" y="127"/>
                      <a:pt x="920" y="133"/>
                    </a:cubicBezTo>
                    <a:cubicBezTo>
                      <a:pt x="901" y="146"/>
                      <a:pt x="882" y="160"/>
                      <a:pt x="863" y="175"/>
                    </a:cubicBezTo>
                    <a:cubicBezTo>
                      <a:pt x="862" y="176"/>
                      <a:pt x="861" y="177"/>
                      <a:pt x="860" y="178"/>
                    </a:cubicBezTo>
                    <a:cubicBezTo>
                      <a:pt x="860" y="177"/>
                      <a:pt x="861" y="177"/>
                      <a:pt x="862" y="176"/>
                    </a:cubicBezTo>
                    <a:cubicBezTo>
                      <a:pt x="859" y="178"/>
                      <a:pt x="857" y="180"/>
                      <a:pt x="856" y="182"/>
                    </a:cubicBezTo>
                    <a:lnTo>
                      <a:pt x="856" y="181"/>
                    </a:lnTo>
                    <a:cubicBezTo>
                      <a:pt x="855" y="182"/>
                      <a:pt x="855" y="182"/>
                      <a:pt x="854" y="182"/>
                    </a:cubicBezTo>
                    <a:lnTo>
                      <a:pt x="854" y="183"/>
                    </a:lnTo>
                    <a:lnTo>
                      <a:pt x="854" y="182"/>
                    </a:lnTo>
                    <a:cubicBezTo>
                      <a:pt x="852" y="184"/>
                      <a:pt x="849" y="187"/>
                      <a:pt x="846" y="189"/>
                    </a:cubicBezTo>
                    <a:cubicBezTo>
                      <a:pt x="830" y="202"/>
                      <a:pt x="813" y="215"/>
                      <a:pt x="796" y="227"/>
                    </a:cubicBezTo>
                    <a:cubicBezTo>
                      <a:pt x="778" y="240"/>
                      <a:pt x="760" y="252"/>
                      <a:pt x="741" y="264"/>
                    </a:cubicBezTo>
                    <a:cubicBezTo>
                      <a:pt x="722" y="276"/>
                      <a:pt x="704" y="288"/>
                      <a:pt x="685" y="298"/>
                    </a:cubicBezTo>
                    <a:cubicBezTo>
                      <a:pt x="665" y="310"/>
                      <a:pt x="645" y="321"/>
                      <a:pt x="626" y="332"/>
                    </a:cubicBezTo>
                    <a:cubicBezTo>
                      <a:pt x="618" y="337"/>
                      <a:pt x="610" y="341"/>
                      <a:pt x="603" y="346"/>
                    </a:cubicBezTo>
                    <a:cubicBezTo>
                      <a:pt x="597" y="349"/>
                      <a:pt x="591" y="353"/>
                      <a:pt x="585" y="356"/>
                    </a:cubicBezTo>
                    <a:cubicBezTo>
                      <a:pt x="586" y="356"/>
                      <a:pt x="587" y="356"/>
                      <a:pt x="588" y="355"/>
                    </a:cubicBezTo>
                    <a:cubicBezTo>
                      <a:pt x="564" y="370"/>
                      <a:pt x="542" y="385"/>
                      <a:pt x="519" y="402"/>
                    </a:cubicBezTo>
                    <a:cubicBezTo>
                      <a:pt x="508" y="412"/>
                      <a:pt x="496" y="423"/>
                      <a:pt x="485" y="433"/>
                    </a:cubicBezTo>
                    <a:cubicBezTo>
                      <a:pt x="472" y="445"/>
                      <a:pt x="461" y="457"/>
                      <a:pt x="449" y="469"/>
                    </a:cubicBezTo>
                    <a:cubicBezTo>
                      <a:pt x="420" y="500"/>
                      <a:pt x="392" y="533"/>
                      <a:pt x="364" y="565"/>
                    </a:cubicBezTo>
                    <a:cubicBezTo>
                      <a:pt x="350" y="582"/>
                      <a:pt x="335" y="597"/>
                      <a:pt x="320" y="614"/>
                    </a:cubicBezTo>
                    <a:cubicBezTo>
                      <a:pt x="305" y="631"/>
                      <a:pt x="291" y="648"/>
                      <a:pt x="276" y="666"/>
                    </a:cubicBezTo>
                    <a:cubicBezTo>
                      <a:pt x="270" y="673"/>
                      <a:pt x="265" y="681"/>
                      <a:pt x="259" y="688"/>
                    </a:cubicBezTo>
                    <a:cubicBezTo>
                      <a:pt x="246" y="706"/>
                      <a:pt x="233" y="724"/>
                      <a:pt x="219" y="741"/>
                    </a:cubicBezTo>
                    <a:cubicBezTo>
                      <a:pt x="205" y="759"/>
                      <a:pt x="192" y="776"/>
                      <a:pt x="178" y="793"/>
                    </a:cubicBezTo>
                    <a:cubicBezTo>
                      <a:pt x="164" y="810"/>
                      <a:pt x="151" y="827"/>
                      <a:pt x="137" y="844"/>
                    </a:cubicBezTo>
                    <a:cubicBezTo>
                      <a:pt x="123" y="862"/>
                      <a:pt x="109" y="880"/>
                      <a:pt x="94" y="898"/>
                    </a:cubicBezTo>
                    <a:cubicBezTo>
                      <a:pt x="74" y="923"/>
                      <a:pt x="55" y="948"/>
                      <a:pt x="35" y="973"/>
                    </a:cubicBezTo>
                    <a:cubicBezTo>
                      <a:pt x="32" y="978"/>
                      <a:pt x="27" y="980"/>
                      <a:pt x="21" y="980"/>
                    </a:cubicBezTo>
                    <a:cubicBezTo>
                      <a:pt x="17" y="980"/>
                      <a:pt x="12" y="979"/>
                      <a:pt x="9" y="9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6" name="Google Shape;3126;p32"/>
              <p:cNvSpPr/>
              <p:nvPr/>
            </p:nvSpPr>
            <p:spPr>
              <a:xfrm>
                <a:off x="713520" y="3533760"/>
                <a:ext cx="3456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96" h="350" extrusionOk="0">
                    <a:moveTo>
                      <a:pt x="11" y="349"/>
                    </a:moveTo>
                    <a:cubicBezTo>
                      <a:pt x="10" y="349"/>
                      <a:pt x="9" y="348"/>
                      <a:pt x="8" y="348"/>
                    </a:cubicBezTo>
                    <a:cubicBezTo>
                      <a:pt x="2" y="347"/>
                      <a:pt x="0" y="341"/>
                      <a:pt x="1" y="335"/>
                    </a:cubicBezTo>
                    <a:cubicBezTo>
                      <a:pt x="38" y="231"/>
                      <a:pt x="62" y="121"/>
                      <a:pt x="74" y="10"/>
                    </a:cubicBezTo>
                    <a:cubicBezTo>
                      <a:pt x="75" y="5"/>
                      <a:pt x="79" y="0"/>
                      <a:pt x="85" y="1"/>
                    </a:cubicBezTo>
                    <a:cubicBezTo>
                      <a:pt x="90" y="2"/>
                      <a:pt x="95" y="7"/>
                      <a:pt x="94" y="12"/>
                    </a:cubicBezTo>
                    <a:cubicBezTo>
                      <a:pt x="82" y="125"/>
                      <a:pt x="57" y="236"/>
                      <a:pt x="21" y="342"/>
                    </a:cubicBezTo>
                    <a:cubicBezTo>
                      <a:pt x="19" y="346"/>
                      <a:pt x="15" y="349"/>
                      <a:pt x="11" y="3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7" name="Google Shape;3127;p32"/>
              <p:cNvSpPr/>
              <p:nvPr/>
            </p:nvSpPr>
            <p:spPr>
              <a:xfrm>
                <a:off x="754200" y="3541680"/>
                <a:ext cx="39240" cy="10368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288" extrusionOk="0">
                    <a:moveTo>
                      <a:pt x="11" y="287"/>
                    </a:moveTo>
                    <a:cubicBezTo>
                      <a:pt x="8" y="287"/>
                      <a:pt x="5" y="286"/>
                      <a:pt x="4" y="284"/>
                    </a:cubicBezTo>
                    <a:cubicBezTo>
                      <a:pt x="1" y="281"/>
                      <a:pt x="0" y="278"/>
                      <a:pt x="1" y="274"/>
                    </a:cubicBezTo>
                    <a:cubicBezTo>
                      <a:pt x="46" y="9"/>
                      <a:pt x="46" y="9"/>
                      <a:pt x="46" y="9"/>
                    </a:cubicBezTo>
                    <a:cubicBezTo>
                      <a:pt x="47" y="4"/>
                      <a:pt x="52" y="0"/>
                      <a:pt x="57" y="1"/>
                    </a:cubicBezTo>
                    <a:cubicBezTo>
                      <a:pt x="62" y="2"/>
                      <a:pt x="67" y="7"/>
                      <a:pt x="65" y="13"/>
                    </a:cubicBezTo>
                    <a:cubicBezTo>
                      <a:pt x="23" y="262"/>
                      <a:pt x="23" y="262"/>
                      <a:pt x="23" y="262"/>
                    </a:cubicBezTo>
                    <a:cubicBezTo>
                      <a:pt x="51" y="252"/>
                      <a:pt x="75" y="230"/>
                      <a:pt x="87" y="201"/>
                    </a:cubicBezTo>
                    <a:cubicBezTo>
                      <a:pt x="90" y="196"/>
                      <a:pt x="96" y="193"/>
                      <a:pt x="101" y="195"/>
                    </a:cubicBezTo>
                    <a:cubicBezTo>
                      <a:pt x="106" y="198"/>
                      <a:pt x="108" y="203"/>
                      <a:pt x="106" y="209"/>
                    </a:cubicBezTo>
                    <a:cubicBezTo>
                      <a:pt x="89" y="249"/>
                      <a:pt x="53" y="279"/>
                      <a:pt x="12" y="286"/>
                    </a:cubicBezTo>
                    <a:lnTo>
                      <a:pt x="11" y="28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8" name="Google Shape;3128;p32"/>
              <p:cNvSpPr/>
              <p:nvPr/>
            </p:nvSpPr>
            <p:spPr>
              <a:xfrm>
                <a:off x="696240" y="3519360"/>
                <a:ext cx="141840" cy="4716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131" extrusionOk="0">
                    <a:moveTo>
                      <a:pt x="21" y="130"/>
                    </a:moveTo>
                    <a:cubicBezTo>
                      <a:pt x="18" y="130"/>
                      <a:pt x="16" y="129"/>
                      <a:pt x="14" y="127"/>
                    </a:cubicBezTo>
                    <a:cubicBezTo>
                      <a:pt x="4" y="117"/>
                      <a:pt x="0" y="104"/>
                      <a:pt x="0" y="88"/>
                    </a:cubicBezTo>
                    <a:cubicBezTo>
                      <a:pt x="1" y="69"/>
                      <a:pt x="11" y="49"/>
                      <a:pt x="25" y="36"/>
                    </a:cubicBezTo>
                    <a:cubicBezTo>
                      <a:pt x="49" y="17"/>
                      <a:pt x="79" y="12"/>
                      <a:pt x="108" y="10"/>
                    </a:cubicBezTo>
                    <a:cubicBezTo>
                      <a:pt x="199" y="2"/>
                      <a:pt x="292" y="0"/>
                      <a:pt x="383" y="4"/>
                    </a:cubicBezTo>
                    <a:cubicBezTo>
                      <a:pt x="389" y="4"/>
                      <a:pt x="393" y="9"/>
                      <a:pt x="393" y="14"/>
                    </a:cubicBezTo>
                    <a:cubicBezTo>
                      <a:pt x="392" y="20"/>
                      <a:pt x="388" y="24"/>
                      <a:pt x="383" y="24"/>
                    </a:cubicBezTo>
                    <a:cubicBezTo>
                      <a:pt x="292" y="20"/>
                      <a:pt x="200" y="22"/>
                      <a:pt x="110" y="30"/>
                    </a:cubicBezTo>
                    <a:cubicBezTo>
                      <a:pt x="83" y="32"/>
                      <a:pt x="57" y="36"/>
                      <a:pt x="38" y="52"/>
                    </a:cubicBezTo>
                    <a:cubicBezTo>
                      <a:pt x="28" y="61"/>
                      <a:pt x="21" y="75"/>
                      <a:pt x="20" y="89"/>
                    </a:cubicBezTo>
                    <a:cubicBezTo>
                      <a:pt x="20" y="96"/>
                      <a:pt x="21" y="106"/>
                      <a:pt x="28" y="113"/>
                    </a:cubicBezTo>
                    <a:cubicBezTo>
                      <a:pt x="32" y="117"/>
                      <a:pt x="32" y="123"/>
                      <a:pt x="28" y="127"/>
                    </a:cubicBezTo>
                    <a:cubicBezTo>
                      <a:pt x="26" y="129"/>
                      <a:pt x="24" y="130"/>
                      <a:pt x="21" y="1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9" name="Google Shape;3129;p32"/>
              <p:cNvSpPr/>
              <p:nvPr/>
            </p:nvSpPr>
            <p:spPr>
              <a:xfrm>
                <a:off x="815040" y="3573720"/>
                <a:ext cx="60120" cy="1800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50" extrusionOk="0">
                    <a:moveTo>
                      <a:pt x="11" y="49"/>
                    </a:moveTo>
                    <a:cubicBezTo>
                      <a:pt x="6" y="49"/>
                      <a:pt x="2" y="46"/>
                      <a:pt x="1" y="41"/>
                    </a:cubicBezTo>
                    <a:cubicBezTo>
                      <a:pt x="0" y="35"/>
                      <a:pt x="4" y="30"/>
                      <a:pt x="9" y="29"/>
                    </a:cubicBezTo>
                    <a:cubicBezTo>
                      <a:pt x="153" y="1"/>
                      <a:pt x="153" y="1"/>
                      <a:pt x="153" y="1"/>
                    </a:cubicBezTo>
                    <a:cubicBezTo>
                      <a:pt x="158" y="0"/>
                      <a:pt x="163" y="3"/>
                      <a:pt x="164" y="9"/>
                    </a:cubicBezTo>
                    <a:cubicBezTo>
                      <a:pt x="166" y="14"/>
                      <a:pt x="162" y="19"/>
                      <a:pt x="156" y="21"/>
                    </a:cubicBezTo>
                    <a:cubicBezTo>
                      <a:pt x="13" y="49"/>
                      <a:pt x="13" y="49"/>
                      <a:pt x="13" y="49"/>
                    </a:cubicBezTo>
                    <a:cubicBezTo>
                      <a:pt x="12" y="49"/>
                      <a:pt x="12" y="49"/>
                      <a:pt x="11" y="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0" name="Google Shape;3130;p32"/>
              <p:cNvSpPr/>
              <p:nvPr/>
            </p:nvSpPr>
            <p:spPr>
              <a:xfrm>
                <a:off x="819720" y="3591720"/>
                <a:ext cx="61920" cy="10440"/>
              </a:xfrm>
              <a:custGeom>
                <a:avLst/>
                <a:gdLst/>
                <a:ahLst/>
                <a:cxnLst/>
                <a:rect l="l" t="t" r="r" b="b"/>
                <a:pathLst>
                  <a:path w="172" h="29" extrusionOk="0">
                    <a:moveTo>
                      <a:pt x="11" y="28"/>
                    </a:moveTo>
                    <a:cubicBezTo>
                      <a:pt x="5" y="28"/>
                      <a:pt x="1" y="24"/>
                      <a:pt x="0" y="19"/>
                    </a:cubicBezTo>
                    <a:cubicBezTo>
                      <a:pt x="0" y="13"/>
                      <a:pt x="5" y="8"/>
                      <a:pt x="10" y="8"/>
                    </a:cubicBezTo>
                    <a:cubicBezTo>
                      <a:pt x="160" y="0"/>
                      <a:pt x="160" y="0"/>
                      <a:pt x="160" y="0"/>
                    </a:cubicBezTo>
                    <a:cubicBezTo>
                      <a:pt x="165" y="0"/>
                      <a:pt x="170" y="4"/>
                      <a:pt x="171" y="9"/>
                    </a:cubicBezTo>
                    <a:cubicBezTo>
                      <a:pt x="171" y="15"/>
                      <a:pt x="167" y="19"/>
                      <a:pt x="161" y="20"/>
                    </a:cubicBezTo>
                    <a:cubicBezTo>
                      <a:pt x="12" y="28"/>
                      <a:pt x="12" y="28"/>
                      <a:pt x="12" y="28"/>
                    </a:cubicBezTo>
                    <a:cubicBezTo>
                      <a:pt x="11" y="28"/>
                      <a:pt x="11" y="28"/>
                      <a:pt x="11" y="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1" name="Google Shape;3131;p32"/>
              <p:cNvSpPr/>
              <p:nvPr/>
            </p:nvSpPr>
            <p:spPr>
              <a:xfrm>
                <a:off x="899280" y="3545280"/>
                <a:ext cx="45360" cy="9900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275" extrusionOk="0">
                    <a:moveTo>
                      <a:pt x="20" y="274"/>
                    </a:moveTo>
                    <a:cubicBezTo>
                      <a:pt x="16" y="274"/>
                      <a:pt x="12" y="272"/>
                      <a:pt x="10" y="269"/>
                    </a:cubicBezTo>
                    <a:cubicBezTo>
                      <a:pt x="8" y="263"/>
                      <a:pt x="10" y="257"/>
                      <a:pt x="15" y="255"/>
                    </a:cubicBezTo>
                    <a:cubicBezTo>
                      <a:pt x="37" y="243"/>
                      <a:pt x="63" y="231"/>
                      <a:pt x="79" y="210"/>
                    </a:cubicBezTo>
                    <a:cubicBezTo>
                      <a:pt x="94" y="192"/>
                      <a:pt x="102" y="162"/>
                      <a:pt x="89" y="142"/>
                    </a:cubicBezTo>
                    <a:cubicBezTo>
                      <a:pt x="84" y="133"/>
                      <a:pt x="73" y="128"/>
                      <a:pt x="61" y="128"/>
                    </a:cubicBezTo>
                    <a:cubicBezTo>
                      <a:pt x="60" y="129"/>
                      <a:pt x="58" y="129"/>
                      <a:pt x="56" y="129"/>
                    </a:cubicBezTo>
                    <a:cubicBezTo>
                      <a:pt x="50" y="135"/>
                      <a:pt x="45" y="140"/>
                      <a:pt x="38" y="146"/>
                    </a:cubicBezTo>
                    <a:cubicBezTo>
                      <a:pt x="35" y="148"/>
                      <a:pt x="29" y="148"/>
                      <a:pt x="26" y="146"/>
                    </a:cubicBezTo>
                    <a:cubicBezTo>
                      <a:pt x="22" y="143"/>
                      <a:pt x="21" y="138"/>
                      <a:pt x="22" y="134"/>
                    </a:cubicBezTo>
                    <a:cubicBezTo>
                      <a:pt x="27" y="123"/>
                      <a:pt x="35" y="116"/>
                      <a:pt x="45" y="112"/>
                    </a:cubicBezTo>
                    <a:cubicBezTo>
                      <a:pt x="66" y="88"/>
                      <a:pt x="81" y="57"/>
                      <a:pt x="86" y="24"/>
                    </a:cubicBezTo>
                    <a:cubicBezTo>
                      <a:pt x="60" y="33"/>
                      <a:pt x="37" y="49"/>
                      <a:pt x="19" y="70"/>
                    </a:cubicBezTo>
                    <a:cubicBezTo>
                      <a:pt x="15" y="74"/>
                      <a:pt x="9" y="74"/>
                      <a:pt x="4" y="71"/>
                    </a:cubicBezTo>
                    <a:cubicBezTo>
                      <a:pt x="0" y="67"/>
                      <a:pt x="0" y="61"/>
                      <a:pt x="4" y="56"/>
                    </a:cubicBezTo>
                    <a:cubicBezTo>
                      <a:pt x="28" y="29"/>
                      <a:pt x="60" y="9"/>
                      <a:pt x="95" y="1"/>
                    </a:cubicBezTo>
                    <a:cubicBezTo>
                      <a:pt x="98" y="0"/>
                      <a:pt x="102" y="1"/>
                      <a:pt x="104" y="3"/>
                    </a:cubicBezTo>
                    <a:cubicBezTo>
                      <a:pt x="106" y="5"/>
                      <a:pt x="108" y="8"/>
                      <a:pt x="108" y="12"/>
                    </a:cubicBezTo>
                    <a:cubicBezTo>
                      <a:pt x="105" y="47"/>
                      <a:pt x="92" y="81"/>
                      <a:pt x="73" y="109"/>
                    </a:cubicBezTo>
                    <a:cubicBezTo>
                      <a:pt x="87" y="111"/>
                      <a:pt x="99" y="119"/>
                      <a:pt x="106" y="131"/>
                    </a:cubicBezTo>
                    <a:cubicBezTo>
                      <a:pt x="125" y="161"/>
                      <a:pt x="113" y="200"/>
                      <a:pt x="95" y="223"/>
                    </a:cubicBezTo>
                    <a:cubicBezTo>
                      <a:pt x="75" y="247"/>
                      <a:pt x="48" y="261"/>
                      <a:pt x="24" y="273"/>
                    </a:cubicBezTo>
                    <a:cubicBezTo>
                      <a:pt x="22" y="274"/>
                      <a:pt x="21" y="274"/>
                      <a:pt x="20" y="2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2" name="Google Shape;3132;p32"/>
              <p:cNvSpPr/>
              <p:nvPr/>
            </p:nvSpPr>
            <p:spPr>
              <a:xfrm>
                <a:off x="922320" y="3636360"/>
                <a:ext cx="35640" cy="44640"/>
              </a:xfrm>
              <a:custGeom>
                <a:avLst/>
                <a:gdLst/>
                <a:ahLst/>
                <a:cxnLst/>
                <a:rect l="l" t="t" r="r" b="b"/>
                <a:pathLst>
                  <a:path w="99" h="124" extrusionOk="0">
                    <a:moveTo>
                      <a:pt x="11" y="123"/>
                    </a:moveTo>
                    <a:cubicBezTo>
                      <a:pt x="9" y="123"/>
                      <a:pt x="7" y="123"/>
                      <a:pt x="5" y="121"/>
                    </a:cubicBezTo>
                    <a:cubicBezTo>
                      <a:pt x="1" y="118"/>
                      <a:pt x="0" y="111"/>
                      <a:pt x="3" y="107"/>
                    </a:cubicBezTo>
                    <a:cubicBezTo>
                      <a:pt x="79" y="5"/>
                      <a:pt x="79" y="5"/>
                      <a:pt x="79" y="5"/>
                    </a:cubicBezTo>
                    <a:cubicBezTo>
                      <a:pt x="83" y="1"/>
                      <a:pt x="88" y="0"/>
                      <a:pt x="93" y="4"/>
                    </a:cubicBezTo>
                    <a:cubicBezTo>
                      <a:pt x="98" y="7"/>
                      <a:pt x="98" y="13"/>
                      <a:pt x="95" y="18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17" y="122"/>
                      <a:pt x="14" y="123"/>
                      <a:pt x="11" y="1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3" name="Google Shape;3133;p32"/>
              <p:cNvSpPr/>
              <p:nvPr/>
            </p:nvSpPr>
            <p:spPr>
              <a:xfrm>
                <a:off x="978840" y="3534120"/>
                <a:ext cx="41040" cy="8712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242" extrusionOk="0">
                    <a:moveTo>
                      <a:pt x="14" y="241"/>
                    </a:moveTo>
                    <a:cubicBezTo>
                      <a:pt x="14" y="241"/>
                      <a:pt x="13" y="241"/>
                      <a:pt x="12" y="241"/>
                    </a:cubicBezTo>
                    <a:cubicBezTo>
                      <a:pt x="7" y="240"/>
                      <a:pt x="3" y="235"/>
                      <a:pt x="4" y="229"/>
                    </a:cubicBezTo>
                    <a:cubicBezTo>
                      <a:pt x="8" y="202"/>
                      <a:pt x="14" y="174"/>
                      <a:pt x="22" y="148"/>
                    </a:cubicBezTo>
                    <a:cubicBezTo>
                      <a:pt x="21" y="150"/>
                      <a:pt x="19" y="151"/>
                      <a:pt x="18" y="153"/>
                    </a:cubicBezTo>
                    <a:cubicBezTo>
                      <a:pt x="14" y="157"/>
                      <a:pt x="7" y="157"/>
                      <a:pt x="4" y="153"/>
                    </a:cubicBezTo>
                    <a:cubicBezTo>
                      <a:pt x="0" y="149"/>
                      <a:pt x="0" y="142"/>
                      <a:pt x="4" y="138"/>
                    </a:cubicBezTo>
                    <a:cubicBezTo>
                      <a:pt x="18" y="124"/>
                      <a:pt x="31" y="109"/>
                      <a:pt x="43" y="93"/>
                    </a:cubicBezTo>
                    <a:cubicBezTo>
                      <a:pt x="57" y="62"/>
                      <a:pt x="74" y="33"/>
                      <a:pt x="93" y="5"/>
                    </a:cubicBezTo>
                    <a:cubicBezTo>
                      <a:pt x="96" y="1"/>
                      <a:pt x="102" y="0"/>
                      <a:pt x="106" y="2"/>
                    </a:cubicBezTo>
                    <a:cubicBezTo>
                      <a:pt x="111" y="5"/>
                      <a:pt x="113" y="11"/>
                      <a:pt x="110" y="15"/>
                    </a:cubicBezTo>
                    <a:cubicBezTo>
                      <a:pt x="97" y="46"/>
                      <a:pt x="81" y="76"/>
                      <a:pt x="60" y="103"/>
                    </a:cubicBezTo>
                    <a:cubicBezTo>
                      <a:pt x="43" y="144"/>
                      <a:pt x="30" y="188"/>
                      <a:pt x="24" y="232"/>
                    </a:cubicBezTo>
                    <a:cubicBezTo>
                      <a:pt x="23" y="237"/>
                      <a:pt x="19" y="241"/>
                      <a:pt x="14" y="2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4" name="Google Shape;3134;p32"/>
              <p:cNvSpPr/>
              <p:nvPr/>
            </p:nvSpPr>
            <p:spPr>
              <a:xfrm>
                <a:off x="1025280" y="3535200"/>
                <a:ext cx="43200" cy="8388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233" extrusionOk="0">
                    <a:moveTo>
                      <a:pt x="28" y="232"/>
                    </a:moveTo>
                    <a:cubicBezTo>
                      <a:pt x="26" y="232"/>
                      <a:pt x="24" y="231"/>
                      <a:pt x="23" y="231"/>
                    </a:cubicBezTo>
                    <a:cubicBezTo>
                      <a:pt x="18" y="228"/>
                      <a:pt x="16" y="223"/>
                      <a:pt x="19" y="217"/>
                    </a:cubicBezTo>
                    <a:cubicBezTo>
                      <a:pt x="59" y="134"/>
                      <a:pt x="59" y="134"/>
                      <a:pt x="59" y="134"/>
                    </a:cubicBezTo>
                    <a:cubicBezTo>
                      <a:pt x="45" y="142"/>
                      <a:pt x="29" y="146"/>
                      <a:pt x="13" y="146"/>
                    </a:cubicBezTo>
                    <a:cubicBezTo>
                      <a:pt x="7" y="147"/>
                      <a:pt x="3" y="142"/>
                      <a:pt x="2" y="137"/>
                    </a:cubicBezTo>
                    <a:cubicBezTo>
                      <a:pt x="0" y="87"/>
                      <a:pt x="19" y="37"/>
                      <a:pt x="54" y="3"/>
                    </a:cubicBezTo>
                    <a:cubicBezTo>
                      <a:pt x="58" y="0"/>
                      <a:pt x="64" y="0"/>
                      <a:pt x="68" y="4"/>
                    </a:cubicBezTo>
                    <a:cubicBezTo>
                      <a:pt x="72" y="8"/>
                      <a:pt x="72" y="15"/>
                      <a:pt x="68" y="18"/>
                    </a:cubicBezTo>
                    <a:cubicBezTo>
                      <a:pt x="40" y="45"/>
                      <a:pt x="23" y="86"/>
                      <a:pt x="22" y="125"/>
                    </a:cubicBezTo>
                    <a:cubicBezTo>
                      <a:pt x="45" y="122"/>
                      <a:pt x="65" y="109"/>
                      <a:pt x="80" y="90"/>
                    </a:cubicBezTo>
                    <a:cubicBezTo>
                      <a:pt x="100" y="50"/>
                      <a:pt x="100" y="50"/>
                      <a:pt x="100" y="50"/>
                    </a:cubicBezTo>
                    <a:cubicBezTo>
                      <a:pt x="102" y="45"/>
                      <a:pt x="107" y="43"/>
                      <a:pt x="112" y="45"/>
                    </a:cubicBezTo>
                    <a:cubicBezTo>
                      <a:pt x="117" y="47"/>
                      <a:pt x="119" y="52"/>
                      <a:pt x="118" y="57"/>
                    </a:cubicBezTo>
                    <a:cubicBezTo>
                      <a:pt x="115" y="73"/>
                      <a:pt x="107" y="87"/>
                      <a:pt x="98" y="100"/>
                    </a:cubicBezTo>
                    <a:cubicBezTo>
                      <a:pt x="37" y="226"/>
                      <a:pt x="37" y="226"/>
                      <a:pt x="37" y="226"/>
                    </a:cubicBezTo>
                    <a:cubicBezTo>
                      <a:pt x="35" y="230"/>
                      <a:pt x="31" y="232"/>
                      <a:pt x="28" y="2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5" name="Google Shape;3135;p32"/>
              <p:cNvSpPr/>
              <p:nvPr/>
            </p:nvSpPr>
            <p:spPr>
              <a:xfrm>
                <a:off x="1081080" y="3540960"/>
                <a:ext cx="42120" cy="8424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234" extrusionOk="0">
                    <a:moveTo>
                      <a:pt x="11" y="233"/>
                    </a:moveTo>
                    <a:cubicBezTo>
                      <a:pt x="10" y="233"/>
                      <a:pt x="10" y="233"/>
                      <a:pt x="10" y="233"/>
                    </a:cubicBezTo>
                    <a:cubicBezTo>
                      <a:pt x="4" y="232"/>
                      <a:pt x="0" y="227"/>
                      <a:pt x="1" y="221"/>
                    </a:cubicBezTo>
                    <a:cubicBezTo>
                      <a:pt x="6" y="182"/>
                      <a:pt x="16" y="145"/>
                      <a:pt x="31" y="109"/>
                    </a:cubicBezTo>
                    <a:cubicBezTo>
                      <a:pt x="23" y="118"/>
                      <a:pt x="23" y="118"/>
                      <a:pt x="23" y="118"/>
                    </a:cubicBezTo>
                    <a:cubicBezTo>
                      <a:pt x="20" y="122"/>
                      <a:pt x="13" y="123"/>
                      <a:pt x="9" y="120"/>
                    </a:cubicBezTo>
                    <a:cubicBezTo>
                      <a:pt x="5" y="115"/>
                      <a:pt x="5" y="109"/>
                      <a:pt x="8" y="105"/>
                    </a:cubicBezTo>
                    <a:cubicBezTo>
                      <a:pt x="97" y="5"/>
                      <a:pt x="97" y="5"/>
                      <a:pt x="97" y="5"/>
                    </a:cubicBezTo>
                    <a:cubicBezTo>
                      <a:pt x="101" y="1"/>
                      <a:pt x="107" y="0"/>
                      <a:pt x="111" y="4"/>
                    </a:cubicBezTo>
                    <a:cubicBezTo>
                      <a:pt x="115" y="8"/>
                      <a:pt x="116" y="14"/>
                      <a:pt x="112" y="18"/>
                    </a:cubicBezTo>
                    <a:cubicBezTo>
                      <a:pt x="63" y="75"/>
                      <a:pt x="31" y="148"/>
                      <a:pt x="21" y="224"/>
                    </a:cubicBezTo>
                    <a:cubicBezTo>
                      <a:pt x="20" y="229"/>
                      <a:pt x="16" y="233"/>
                      <a:pt x="11" y="2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6" name="Google Shape;3136;p32"/>
              <p:cNvSpPr/>
              <p:nvPr/>
            </p:nvSpPr>
            <p:spPr>
              <a:xfrm>
                <a:off x="1105200" y="3552120"/>
                <a:ext cx="40680" cy="7704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214" extrusionOk="0">
                    <a:moveTo>
                      <a:pt x="24" y="213"/>
                    </a:moveTo>
                    <a:cubicBezTo>
                      <a:pt x="19" y="213"/>
                      <a:pt x="13" y="212"/>
                      <a:pt x="9" y="211"/>
                    </a:cubicBezTo>
                    <a:cubicBezTo>
                      <a:pt x="3" y="210"/>
                      <a:pt x="0" y="205"/>
                      <a:pt x="1" y="199"/>
                    </a:cubicBezTo>
                    <a:cubicBezTo>
                      <a:pt x="2" y="194"/>
                      <a:pt x="7" y="190"/>
                      <a:pt x="13" y="191"/>
                    </a:cubicBezTo>
                    <a:cubicBezTo>
                      <a:pt x="37" y="197"/>
                      <a:pt x="64" y="184"/>
                      <a:pt x="77" y="161"/>
                    </a:cubicBezTo>
                    <a:cubicBezTo>
                      <a:pt x="90" y="140"/>
                      <a:pt x="89" y="111"/>
                      <a:pt x="77" y="90"/>
                    </a:cubicBezTo>
                    <a:cubicBezTo>
                      <a:pt x="66" y="93"/>
                      <a:pt x="56" y="100"/>
                      <a:pt x="50" y="109"/>
                    </a:cubicBezTo>
                    <a:cubicBezTo>
                      <a:pt x="42" y="121"/>
                      <a:pt x="42" y="121"/>
                      <a:pt x="42" y="121"/>
                    </a:cubicBezTo>
                    <a:cubicBezTo>
                      <a:pt x="40" y="125"/>
                      <a:pt x="34" y="127"/>
                      <a:pt x="30" y="125"/>
                    </a:cubicBezTo>
                    <a:cubicBezTo>
                      <a:pt x="24" y="123"/>
                      <a:pt x="23" y="117"/>
                      <a:pt x="24" y="112"/>
                    </a:cubicBezTo>
                    <a:cubicBezTo>
                      <a:pt x="27" y="107"/>
                      <a:pt x="30" y="102"/>
                      <a:pt x="33" y="97"/>
                    </a:cubicBezTo>
                    <a:cubicBezTo>
                      <a:pt x="86" y="6"/>
                      <a:pt x="86" y="6"/>
                      <a:pt x="86" y="6"/>
                    </a:cubicBezTo>
                    <a:cubicBezTo>
                      <a:pt x="88" y="1"/>
                      <a:pt x="95" y="0"/>
                      <a:pt x="99" y="2"/>
                    </a:cubicBezTo>
                    <a:cubicBezTo>
                      <a:pt x="105" y="5"/>
                      <a:pt x="106" y="11"/>
                      <a:pt x="104" y="16"/>
                    </a:cubicBezTo>
                    <a:cubicBezTo>
                      <a:pt x="72" y="71"/>
                      <a:pt x="72" y="71"/>
                      <a:pt x="72" y="71"/>
                    </a:cubicBezTo>
                    <a:cubicBezTo>
                      <a:pt x="74" y="70"/>
                      <a:pt x="77" y="69"/>
                      <a:pt x="80" y="69"/>
                    </a:cubicBezTo>
                    <a:cubicBezTo>
                      <a:pt x="84" y="68"/>
                      <a:pt x="87" y="70"/>
                      <a:pt x="90" y="73"/>
                    </a:cubicBezTo>
                    <a:cubicBezTo>
                      <a:pt x="110" y="100"/>
                      <a:pt x="112" y="141"/>
                      <a:pt x="95" y="171"/>
                    </a:cubicBezTo>
                    <a:cubicBezTo>
                      <a:pt x="80" y="197"/>
                      <a:pt x="52" y="213"/>
                      <a:pt x="24" y="2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7" name="Google Shape;3137;p32"/>
              <p:cNvSpPr/>
              <p:nvPr/>
            </p:nvSpPr>
            <p:spPr>
              <a:xfrm>
                <a:off x="1138680" y="3542400"/>
                <a:ext cx="43560" cy="1404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39" extrusionOk="0">
                    <a:moveTo>
                      <a:pt x="11" y="38"/>
                    </a:moveTo>
                    <a:cubicBezTo>
                      <a:pt x="6" y="38"/>
                      <a:pt x="2" y="34"/>
                      <a:pt x="1" y="29"/>
                    </a:cubicBezTo>
                    <a:cubicBezTo>
                      <a:pt x="0" y="24"/>
                      <a:pt x="4" y="18"/>
                      <a:pt x="9" y="17"/>
                    </a:cubicBezTo>
                    <a:cubicBezTo>
                      <a:pt x="107" y="1"/>
                      <a:pt x="107" y="1"/>
                      <a:pt x="107" y="1"/>
                    </a:cubicBezTo>
                    <a:cubicBezTo>
                      <a:pt x="113" y="0"/>
                      <a:pt x="118" y="4"/>
                      <a:pt x="119" y="10"/>
                    </a:cubicBezTo>
                    <a:cubicBezTo>
                      <a:pt x="120" y="15"/>
                      <a:pt x="116" y="20"/>
                      <a:pt x="111" y="21"/>
                    </a:cubicBezTo>
                    <a:cubicBezTo>
                      <a:pt x="12" y="38"/>
                      <a:pt x="12" y="38"/>
                      <a:pt x="12" y="38"/>
                    </a:cubicBezTo>
                    <a:lnTo>
                      <a:pt x="11" y="38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8" name="Google Shape;3138;p32"/>
              <p:cNvSpPr/>
              <p:nvPr/>
            </p:nvSpPr>
            <p:spPr>
              <a:xfrm>
                <a:off x="1162800" y="3545640"/>
                <a:ext cx="59040" cy="89280"/>
              </a:xfrm>
              <a:custGeom>
                <a:avLst/>
                <a:gdLst/>
                <a:ahLst/>
                <a:cxnLst/>
                <a:rect l="l" t="t" r="r" b="b"/>
                <a:pathLst>
                  <a:path w="164" h="248" extrusionOk="0">
                    <a:moveTo>
                      <a:pt x="40" y="247"/>
                    </a:moveTo>
                    <a:cubicBezTo>
                      <a:pt x="38" y="247"/>
                      <a:pt x="36" y="246"/>
                      <a:pt x="35" y="246"/>
                    </a:cubicBezTo>
                    <a:cubicBezTo>
                      <a:pt x="20" y="245"/>
                      <a:pt x="9" y="238"/>
                      <a:pt x="2" y="226"/>
                    </a:cubicBezTo>
                    <a:cubicBezTo>
                      <a:pt x="0" y="221"/>
                      <a:pt x="1" y="216"/>
                      <a:pt x="6" y="213"/>
                    </a:cubicBezTo>
                    <a:cubicBezTo>
                      <a:pt x="11" y="210"/>
                      <a:pt x="16" y="211"/>
                      <a:pt x="19" y="216"/>
                    </a:cubicBezTo>
                    <a:cubicBezTo>
                      <a:pt x="24" y="223"/>
                      <a:pt x="32" y="226"/>
                      <a:pt x="37" y="226"/>
                    </a:cubicBezTo>
                    <a:cubicBezTo>
                      <a:pt x="48" y="227"/>
                      <a:pt x="61" y="221"/>
                      <a:pt x="69" y="213"/>
                    </a:cubicBezTo>
                    <a:cubicBezTo>
                      <a:pt x="85" y="195"/>
                      <a:pt x="89" y="170"/>
                      <a:pt x="94" y="145"/>
                    </a:cubicBezTo>
                    <a:cubicBezTo>
                      <a:pt x="94" y="142"/>
                      <a:pt x="94" y="142"/>
                      <a:pt x="94" y="142"/>
                    </a:cubicBezTo>
                    <a:cubicBezTo>
                      <a:pt x="97" y="131"/>
                      <a:pt x="100" y="119"/>
                      <a:pt x="104" y="107"/>
                    </a:cubicBezTo>
                    <a:cubicBezTo>
                      <a:pt x="79" y="116"/>
                      <a:pt x="50" y="115"/>
                      <a:pt x="26" y="101"/>
                    </a:cubicBezTo>
                    <a:cubicBezTo>
                      <a:pt x="22" y="99"/>
                      <a:pt x="20" y="94"/>
                      <a:pt x="22" y="89"/>
                    </a:cubicBezTo>
                    <a:cubicBezTo>
                      <a:pt x="40" y="34"/>
                      <a:pt x="103" y="0"/>
                      <a:pt x="155" y="17"/>
                    </a:cubicBezTo>
                    <a:cubicBezTo>
                      <a:pt x="160" y="18"/>
                      <a:pt x="163" y="22"/>
                      <a:pt x="162" y="27"/>
                    </a:cubicBezTo>
                    <a:cubicBezTo>
                      <a:pt x="161" y="43"/>
                      <a:pt x="156" y="57"/>
                      <a:pt x="146" y="69"/>
                    </a:cubicBezTo>
                    <a:cubicBezTo>
                      <a:pt x="148" y="72"/>
                      <a:pt x="147" y="76"/>
                      <a:pt x="145" y="79"/>
                    </a:cubicBezTo>
                    <a:cubicBezTo>
                      <a:pt x="142" y="82"/>
                      <a:pt x="139" y="85"/>
                      <a:pt x="136" y="87"/>
                    </a:cubicBezTo>
                    <a:cubicBezTo>
                      <a:pt x="124" y="103"/>
                      <a:pt x="118" y="125"/>
                      <a:pt x="114" y="146"/>
                    </a:cubicBezTo>
                    <a:cubicBezTo>
                      <a:pt x="114" y="149"/>
                      <a:pt x="114" y="149"/>
                      <a:pt x="114" y="149"/>
                    </a:cubicBezTo>
                    <a:cubicBezTo>
                      <a:pt x="109" y="175"/>
                      <a:pt x="103" y="205"/>
                      <a:pt x="85" y="226"/>
                    </a:cubicBezTo>
                    <a:cubicBezTo>
                      <a:pt x="73" y="238"/>
                      <a:pt x="56" y="247"/>
                      <a:pt x="40" y="247"/>
                    </a:cubicBezTo>
                    <a:moveTo>
                      <a:pt x="44" y="87"/>
                    </a:moveTo>
                    <a:cubicBezTo>
                      <a:pt x="65" y="96"/>
                      <a:pt x="91" y="93"/>
                      <a:pt x="111" y="81"/>
                    </a:cubicBezTo>
                    <a:cubicBezTo>
                      <a:pt x="109" y="76"/>
                      <a:pt x="111" y="71"/>
                      <a:pt x="116" y="68"/>
                    </a:cubicBezTo>
                    <a:cubicBezTo>
                      <a:pt x="128" y="62"/>
                      <a:pt x="138" y="48"/>
                      <a:pt x="141" y="34"/>
                    </a:cubicBezTo>
                    <a:cubicBezTo>
                      <a:pt x="103" y="27"/>
                      <a:pt x="61" y="50"/>
                      <a:pt x="44" y="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9" name="Google Shape;3139;p32"/>
              <p:cNvSpPr/>
              <p:nvPr/>
            </p:nvSpPr>
            <p:spPr>
              <a:xfrm>
                <a:off x="1214640" y="3568680"/>
                <a:ext cx="52920" cy="7668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213" extrusionOk="0">
                    <a:moveTo>
                      <a:pt x="113" y="212"/>
                    </a:moveTo>
                    <a:cubicBezTo>
                      <a:pt x="112" y="212"/>
                      <a:pt x="112" y="212"/>
                      <a:pt x="112" y="212"/>
                    </a:cubicBezTo>
                    <a:cubicBezTo>
                      <a:pt x="11" y="205"/>
                      <a:pt x="11" y="205"/>
                      <a:pt x="11" y="205"/>
                    </a:cubicBezTo>
                    <a:cubicBezTo>
                      <a:pt x="6" y="205"/>
                      <a:pt x="2" y="202"/>
                      <a:pt x="1" y="198"/>
                    </a:cubicBezTo>
                    <a:cubicBezTo>
                      <a:pt x="0" y="193"/>
                      <a:pt x="2" y="189"/>
                      <a:pt x="6" y="187"/>
                    </a:cubicBezTo>
                    <a:cubicBezTo>
                      <a:pt x="48" y="163"/>
                      <a:pt x="82" y="125"/>
                      <a:pt x="104" y="81"/>
                    </a:cubicBezTo>
                    <a:cubicBezTo>
                      <a:pt x="89" y="70"/>
                      <a:pt x="82" y="47"/>
                      <a:pt x="90" y="29"/>
                    </a:cubicBezTo>
                    <a:cubicBezTo>
                      <a:pt x="98" y="10"/>
                      <a:pt x="121" y="0"/>
                      <a:pt x="139" y="7"/>
                    </a:cubicBezTo>
                    <a:cubicBezTo>
                      <a:pt x="144" y="8"/>
                      <a:pt x="146" y="13"/>
                      <a:pt x="146" y="18"/>
                    </a:cubicBezTo>
                    <a:cubicBezTo>
                      <a:pt x="134" y="85"/>
                      <a:pt x="95" y="148"/>
                      <a:pt x="42" y="187"/>
                    </a:cubicBezTo>
                    <a:cubicBezTo>
                      <a:pt x="114" y="192"/>
                      <a:pt x="114" y="192"/>
                      <a:pt x="114" y="192"/>
                    </a:cubicBezTo>
                    <a:cubicBezTo>
                      <a:pt x="119" y="192"/>
                      <a:pt x="124" y="197"/>
                      <a:pt x="123" y="202"/>
                    </a:cubicBezTo>
                    <a:cubicBezTo>
                      <a:pt x="122" y="208"/>
                      <a:pt x="118" y="212"/>
                      <a:pt x="113" y="212"/>
                    </a:cubicBezTo>
                    <a:moveTo>
                      <a:pt x="124" y="25"/>
                    </a:moveTo>
                    <a:cubicBezTo>
                      <a:pt x="117" y="26"/>
                      <a:pt x="111" y="30"/>
                      <a:pt x="108" y="37"/>
                    </a:cubicBezTo>
                    <a:cubicBezTo>
                      <a:pt x="105" y="44"/>
                      <a:pt x="107" y="55"/>
                      <a:pt x="112" y="61"/>
                    </a:cubicBezTo>
                    <a:cubicBezTo>
                      <a:pt x="117" y="49"/>
                      <a:pt x="121" y="37"/>
                      <a:pt x="124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Thanks">
    <p:spTree>
      <p:nvGrpSpPr>
        <p:cNvPr id="1" name="Shape 27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17" name="Google Shape;2717;p29"/>
          <p:cNvSpPr/>
          <p:nvPr/>
        </p:nvSpPr>
        <p:spPr>
          <a:xfrm>
            <a:off x="-302011" y="-169892"/>
            <a:ext cx="9748023" cy="5483284"/>
          </a:xfrm>
          <a:custGeom>
            <a:avLst/>
            <a:gdLst/>
            <a:ahLst/>
            <a:cxnLst/>
            <a:rect l="l" t="t" r="r" b="b"/>
            <a:pathLst>
              <a:path w="24222" h="15750" extrusionOk="0">
                <a:moveTo>
                  <a:pt x="19" y="15749"/>
                </a:moveTo>
                <a:lnTo>
                  <a:pt x="19" y="15748"/>
                </a:lnTo>
                <a:lnTo>
                  <a:pt x="1079" y="15748"/>
                </a:lnTo>
                <a:lnTo>
                  <a:pt x="1079" y="15749"/>
                </a:lnTo>
                <a:lnTo>
                  <a:pt x="1147" y="15749"/>
                </a:lnTo>
                <a:lnTo>
                  <a:pt x="1147" y="15748"/>
                </a:lnTo>
                <a:lnTo>
                  <a:pt x="2046" y="15748"/>
                </a:lnTo>
                <a:lnTo>
                  <a:pt x="2046" y="15749"/>
                </a:lnTo>
                <a:lnTo>
                  <a:pt x="2115" y="15749"/>
                </a:lnTo>
                <a:lnTo>
                  <a:pt x="2115" y="15748"/>
                </a:lnTo>
                <a:lnTo>
                  <a:pt x="3174" y="15748"/>
                </a:lnTo>
                <a:lnTo>
                  <a:pt x="3174" y="15749"/>
                </a:lnTo>
                <a:lnTo>
                  <a:pt x="3244" y="15749"/>
                </a:lnTo>
                <a:lnTo>
                  <a:pt x="3244" y="15748"/>
                </a:lnTo>
                <a:lnTo>
                  <a:pt x="4143" y="15748"/>
                </a:lnTo>
                <a:lnTo>
                  <a:pt x="4143" y="15749"/>
                </a:lnTo>
                <a:lnTo>
                  <a:pt x="4211" y="15749"/>
                </a:lnTo>
                <a:lnTo>
                  <a:pt x="4211" y="15748"/>
                </a:lnTo>
                <a:lnTo>
                  <a:pt x="5271" y="15748"/>
                </a:lnTo>
                <a:lnTo>
                  <a:pt x="5271" y="15749"/>
                </a:lnTo>
                <a:lnTo>
                  <a:pt x="5339" y="15749"/>
                </a:lnTo>
                <a:lnTo>
                  <a:pt x="5339" y="15748"/>
                </a:lnTo>
                <a:lnTo>
                  <a:pt x="6238" y="15748"/>
                </a:lnTo>
                <a:lnTo>
                  <a:pt x="6238" y="15749"/>
                </a:lnTo>
                <a:lnTo>
                  <a:pt x="6308" y="15749"/>
                </a:lnTo>
                <a:lnTo>
                  <a:pt x="6308" y="15748"/>
                </a:lnTo>
                <a:lnTo>
                  <a:pt x="7366" y="15748"/>
                </a:lnTo>
                <a:lnTo>
                  <a:pt x="7366" y="15749"/>
                </a:lnTo>
                <a:lnTo>
                  <a:pt x="7436" y="15749"/>
                </a:lnTo>
                <a:lnTo>
                  <a:pt x="7436" y="15748"/>
                </a:lnTo>
                <a:lnTo>
                  <a:pt x="8335" y="15748"/>
                </a:lnTo>
                <a:lnTo>
                  <a:pt x="8335" y="15749"/>
                </a:lnTo>
                <a:lnTo>
                  <a:pt x="8403" y="15749"/>
                </a:lnTo>
                <a:lnTo>
                  <a:pt x="8403" y="15748"/>
                </a:lnTo>
                <a:lnTo>
                  <a:pt x="9463" y="15748"/>
                </a:lnTo>
                <a:lnTo>
                  <a:pt x="9463" y="15749"/>
                </a:lnTo>
                <a:lnTo>
                  <a:pt x="9531" y="15749"/>
                </a:lnTo>
                <a:lnTo>
                  <a:pt x="9531" y="15748"/>
                </a:lnTo>
                <a:lnTo>
                  <a:pt x="10430" y="15748"/>
                </a:lnTo>
                <a:lnTo>
                  <a:pt x="10430" y="15749"/>
                </a:lnTo>
                <a:lnTo>
                  <a:pt x="10500" y="15749"/>
                </a:lnTo>
                <a:lnTo>
                  <a:pt x="10500" y="15748"/>
                </a:lnTo>
                <a:lnTo>
                  <a:pt x="11559" y="15748"/>
                </a:lnTo>
                <a:lnTo>
                  <a:pt x="11559" y="15749"/>
                </a:lnTo>
                <a:lnTo>
                  <a:pt x="11628" y="15749"/>
                </a:lnTo>
                <a:lnTo>
                  <a:pt x="11628" y="15748"/>
                </a:lnTo>
                <a:lnTo>
                  <a:pt x="12526" y="15748"/>
                </a:lnTo>
                <a:lnTo>
                  <a:pt x="12526" y="15749"/>
                </a:lnTo>
                <a:lnTo>
                  <a:pt x="12594" y="15749"/>
                </a:lnTo>
                <a:lnTo>
                  <a:pt x="12594" y="15748"/>
                </a:lnTo>
                <a:lnTo>
                  <a:pt x="13654" y="15748"/>
                </a:lnTo>
                <a:lnTo>
                  <a:pt x="13654" y="15749"/>
                </a:lnTo>
                <a:lnTo>
                  <a:pt x="13722" y="15749"/>
                </a:lnTo>
                <a:lnTo>
                  <a:pt x="13722" y="15748"/>
                </a:lnTo>
                <a:lnTo>
                  <a:pt x="14622" y="15748"/>
                </a:lnTo>
                <a:lnTo>
                  <a:pt x="14622" y="15749"/>
                </a:lnTo>
                <a:lnTo>
                  <a:pt x="14691" y="15749"/>
                </a:lnTo>
                <a:lnTo>
                  <a:pt x="14691" y="15748"/>
                </a:lnTo>
                <a:lnTo>
                  <a:pt x="15750" y="15748"/>
                </a:lnTo>
                <a:lnTo>
                  <a:pt x="15750" y="15749"/>
                </a:lnTo>
                <a:lnTo>
                  <a:pt x="15819" y="15749"/>
                </a:lnTo>
                <a:lnTo>
                  <a:pt x="15819" y="15748"/>
                </a:lnTo>
                <a:lnTo>
                  <a:pt x="16718" y="15748"/>
                </a:lnTo>
                <a:lnTo>
                  <a:pt x="16718" y="15749"/>
                </a:lnTo>
                <a:lnTo>
                  <a:pt x="16786" y="15749"/>
                </a:lnTo>
                <a:lnTo>
                  <a:pt x="16786" y="15748"/>
                </a:lnTo>
                <a:lnTo>
                  <a:pt x="17846" y="15748"/>
                </a:lnTo>
                <a:lnTo>
                  <a:pt x="17846" y="15749"/>
                </a:lnTo>
                <a:lnTo>
                  <a:pt x="17914" y="15749"/>
                </a:lnTo>
                <a:lnTo>
                  <a:pt x="17914" y="15748"/>
                </a:lnTo>
                <a:lnTo>
                  <a:pt x="18814" y="15748"/>
                </a:lnTo>
                <a:lnTo>
                  <a:pt x="18814" y="15749"/>
                </a:lnTo>
                <a:lnTo>
                  <a:pt x="18883" y="15749"/>
                </a:lnTo>
                <a:lnTo>
                  <a:pt x="18883" y="15748"/>
                </a:lnTo>
                <a:lnTo>
                  <a:pt x="19942" y="15748"/>
                </a:lnTo>
                <a:lnTo>
                  <a:pt x="19942" y="15749"/>
                </a:lnTo>
                <a:lnTo>
                  <a:pt x="20011" y="15749"/>
                </a:lnTo>
                <a:lnTo>
                  <a:pt x="20011" y="15748"/>
                </a:lnTo>
                <a:lnTo>
                  <a:pt x="20910" y="15748"/>
                </a:lnTo>
                <a:lnTo>
                  <a:pt x="20910" y="15749"/>
                </a:lnTo>
                <a:lnTo>
                  <a:pt x="20978" y="15749"/>
                </a:lnTo>
                <a:lnTo>
                  <a:pt x="20978" y="15748"/>
                </a:lnTo>
                <a:lnTo>
                  <a:pt x="22038" y="15748"/>
                </a:lnTo>
                <a:lnTo>
                  <a:pt x="22038" y="15749"/>
                </a:lnTo>
                <a:lnTo>
                  <a:pt x="22106" y="15749"/>
                </a:lnTo>
                <a:lnTo>
                  <a:pt x="22106" y="15748"/>
                </a:lnTo>
                <a:lnTo>
                  <a:pt x="23006" y="15748"/>
                </a:lnTo>
                <a:lnTo>
                  <a:pt x="23006" y="15749"/>
                </a:lnTo>
                <a:lnTo>
                  <a:pt x="23075" y="15749"/>
                </a:lnTo>
                <a:lnTo>
                  <a:pt x="23075" y="15748"/>
                </a:lnTo>
                <a:lnTo>
                  <a:pt x="24134" y="15748"/>
                </a:lnTo>
                <a:lnTo>
                  <a:pt x="24134" y="15749"/>
                </a:lnTo>
                <a:lnTo>
                  <a:pt x="24203" y="15749"/>
                </a:lnTo>
                <a:lnTo>
                  <a:pt x="24203" y="15748"/>
                </a:lnTo>
                <a:lnTo>
                  <a:pt x="24221" y="15748"/>
                </a:lnTo>
                <a:lnTo>
                  <a:pt x="24221" y="15680"/>
                </a:lnTo>
                <a:lnTo>
                  <a:pt x="24203" y="15680"/>
                </a:lnTo>
                <a:lnTo>
                  <a:pt x="24203" y="14726"/>
                </a:lnTo>
                <a:lnTo>
                  <a:pt x="24221" y="14726"/>
                </a:lnTo>
                <a:lnTo>
                  <a:pt x="24221" y="14657"/>
                </a:lnTo>
                <a:lnTo>
                  <a:pt x="24203" y="14657"/>
                </a:lnTo>
                <a:lnTo>
                  <a:pt x="24203" y="13651"/>
                </a:lnTo>
                <a:lnTo>
                  <a:pt x="24221" y="13651"/>
                </a:lnTo>
                <a:lnTo>
                  <a:pt x="24221" y="13583"/>
                </a:lnTo>
                <a:lnTo>
                  <a:pt x="24203" y="13583"/>
                </a:lnTo>
                <a:lnTo>
                  <a:pt x="24203" y="12630"/>
                </a:lnTo>
                <a:lnTo>
                  <a:pt x="24221" y="12630"/>
                </a:lnTo>
                <a:lnTo>
                  <a:pt x="24221" y="12561"/>
                </a:lnTo>
                <a:lnTo>
                  <a:pt x="24203" y="12561"/>
                </a:lnTo>
                <a:lnTo>
                  <a:pt x="24203" y="11556"/>
                </a:lnTo>
                <a:lnTo>
                  <a:pt x="24221" y="11556"/>
                </a:lnTo>
                <a:lnTo>
                  <a:pt x="24221" y="11487"/>
                </a:lnTo>
                <a:lnTo>
                  <a:pt x="24203" y="11487"/>
                </a:lnTo>
                <a:lnTo>
                  <a:pt x="24203" y="10533"/>
                </a:lnTo>
                <a:lnTo>
                  <a:pt x="24221" y="10533"/>
                </a:lnTo>
                <a:lnTo>
                  <a:pt x="24221" y="10465"/>
                </a:lnTo>
                <a:lnTo>
                  <a:pt x="24203" y="10465"/>
                </a:lnTo>
                <a:lnTo>
                  <a:pt x="24203" y="9459"/>
                </a:lnTo>
                <a:lnTo>
                  <a:pt x="24221" y="9459"/>
                </a:lnTo>
                <a:lnTo>
                  <a:pt x="24221" y="9391"/>
                </a:lnTo>
                <a:lnTo>
                  <a:pt x="24203" y="9391"/>
                </a:lnTo>
                <a:lnTo>
                  <a:pt x="24203" y="8438"/>
                </a:lnTo>
                <a:lnTo>
                  <a:pt x="24221" y="8438"/>
                </a:lnTo>
                <a:lnTo>
                  <a:pt x="24221" y="8369"/>
                </a:lnTo>
                <a:lnTo>
                  <a:pt x="24203" y="8369"/>
                </a:lnTo>
                <a:lnTo>
                  <a:pt x="24203" y="7364"/>
                </a:lnTo>
                <a:lnTo>
                  <a:pt x="24221" y="7364"/>
                </a:lnTo>
                <a:lnTo>
                  <a:pt x="24221" y="7296"/>
                </a:lnTo>
                <a:lnTo>
                  <a:pt x="24203" y="7296"/>
                </a:lnTo>
                <a:lnTo>
                  <a:pt x="24203" y="6342"/>
                </a:lnTo>
                <a:lnTo>
                  <a:pt x="24221" y="6342"/>
                </a:lnTo>
                <a:lnTo>
                  <a:pt x="24221" y="6274"/>
                </a:lnTo>
                <a:lnTo>
                  <a:pt x="24203" y="6274"/>
                </a:lnTo>
                <a:lnTo>
                  <a:pt x="24203" y="5268"/>
                </a:lnTo>
                <a:lnTo>
                  <a:pt x="24221" y="5268"/>
                </a:lnTo>
                <a:lnTo>
                  <a:pt x="24221" y="5200"/>
                </a:lnTo>
                <a:lnTo>
                  <a:pt x="24203" y="5200"/>
                </a:lnTo>
                <a:lnTo>
                  <a:pt x="24203" y="4247"/>
                </a:lnTo>
                <a:lnTo>
                  <a:pt x="24221" y="4247"/>
                </a:lnTo>
                <a:lnTo>
                  <a:pt x="24221" y="4178"/>
                </a:lnTo>
                <a:lnTo>
                  <a:pt x="24203" y="4178"/>
                </a:lnTo>
                <a:lnTo>
                  <a:pt x="24203" y="3172"/>
                </a:lnTo>
                <a:lnTo>
                  <a:pt x="24221" y="3172"/>
                </a:lnTo>
                <a:lnTo>
                  <a:pt x="24221" y="3104"/>
                </a:lnTo>
                <a:lnTo>
                  <a:pt x="24203" y="3104"/>
                </a:lnTo>
                <a:lnTo>
                  <a:pt x="24203" y="2150"/>
                </a:lnTo>
                <a:lnTo>
                  <a:pt x="24221" y="2150"/>
                </a:lnTo>
                <a:lnTo>
                  <a:pt x="24221" y="2082"/>
                </a:lnTo>
                <a:lnTo>
                  <a:pt x="24203" y="2082"/>
                </a:lnTo>
                <a:lnTo>
                  <a:pt x="24203" y="1076"/>
                </a:lnTo>
                <a:lnTo>
                  <a:pt x="24221" y="1076"/>
                </a:lnTo>
                <a:lnTo>
                  <a:pt x="24221" y="1007"/>
                </a:lnTo>
                <a:lnTo>
                  <a:pt x="24203" y="1007"/>
                </a:lnTo>
                <a:lnTo>
                  <a:pt x="24203" y="55"/>
                </a:lnTo>
                <a:lnTo>
                  <a:pt x="24221" y="55"/>
                </a:lnTo>
                <a:lnTo>
                  <a:pt x="24221" y="0"/>
                </a:lnTo>
                <a:lnTo>
                  <a:pt x="0" y="0"/>
                </a:lnTo>
                <a:lnTo>
                  <a:pt x="0" y="15749"/>
                </a:lnTo>
                <a:lnTo>
                  <a:pt x="19" y="15749"/>
                </a:lnTo>
                <a:moveTo>
                  <a:pt x="23075" y="55"/>
                </a:moveTo>
                <a:lnTo>
                  <a:pt x="24134" y="55"/>
                </a:lnTo>
                <a:lnTo>
                  <a:pt x="24134" y="1007"/>
                </a:lnTo>
                <a:lnTo>
                  <a:pt x="23075" y="1007"/>
                </a:lnTo>
                <a:lnTo>
                  <a:pt x="23075" y="55"/>
                </a:lnTo>
                <a:moveTo>
                  <a:pt x="23075" y="1076"/>
                </a:moveTo>
                <a:lnTo>
                  <a:pt x="24134" y="1076"/>
                </a:lnTo>
                <a:lnTo>
                  <a:pt x="24134" y="2082"/>
                </a:lnTo>
                <a:lnTo>
                  <a:pt x="23075" y="2082"/>
                </a:lnTo>
                <a:lnTo>
                  <a:pt x="23075" y="1076"/>
                </a:lnTo>
                <a:moveTo>
                  <a:pt x="23075" y="2150"/>
                </a:moveTo>
                <a:lnTo>
                  <a:pt x="24134" y="2150"/>
                </a:lnTo>
                <a:lnTo>
                  <a:pt x="24134" y="3104"/>
                </a:lnTo>
                <a:lnTo>
                  <a:pt x="23075" y="3104"/>
                </a:lnTo>
                <a:lnTo>
                  <a:pt x="23075" y="2150"/>
                </a:lnTo>
                <a:moveTo>
                  <a:pt x="23075" y="3172"/>
                </a:moveTo>
                <a:lnTo>
                  <a:pt x="24134" y="3172"/>
                </a:lnTo>
                <a:lnTo>
                  <a:pt x="24134" y="4178"/>
                </a:lnTo>
                <a:lnTo>
                  <a:pt x="23075" y="4178"/>
                </a:lnTo>
                <a:lnTo>
                  <a:pt x="23075" y="3172"/>
                </a:lnTo>
                <a:moveTo>
                  <a:pt x="23075" y="4247"/>
                </a:moveTo>
                <a:lnTo>
                  <a:pt x="24134" y="4247"/>
                </a:lnTo>
                <a:lnTo>
                  <a:pt x="24134" y="5200"/>
                </a:lnTo>
                <a:lnTo>
                  <a:pt x="23075" y="5200"/>
                </a:lnTo>
                <a:lnTo>
                  <a:pt x="23075" y="4247"/>
                </a:lnTo>
                <a:moveTo>
                  <a:pt x="23075" y="5268"/>
                </a:moveTo>
                <a:lnTo>
                  <a:pt x="24134" y="5268"/>
                </a:lnTo>
                <a:lnTo>
                  <a:pt x="24134" y="6274"/>
                </a:lnTo>
                <a:lnTo>
                  <a:pt x="23075" y="6274"/>
                </a:lnTo>
                <a:lnTo>
                  <a:pt x="23075" y="5268"/>
                </a:lnTo>
                <a:moveTo>
                  <a:pt x="23075" y="6342"/>
                </a:moveTo>
                <a:lnTo>
                  <a:pt x="24134" y="6342"/>
                </a:lnTo>
                <a:lnTo>
                  <a:pt x="24134" y="7296"/>
                </a:lnTo>
                <a:lnTo>
                  <a:pt x="23075" y="7296"/>
                </a:lnTo>
                <a:lnTo>
                  <a:pt x="23075" y="6342"/>
                </a:lnTo>
                <a:moveTo>
                  <a:pt x="23075" y="7364"/>
                </a:moveTo>
                <a:lnTo>
                  <a:pt x="24134" y="7364"/>
                </a:lnTo>
                <a:lnTo>
                  <a:pt x="24134" y="8369"/>
                </a:lnTo>
                <a:lnTo>
                  <a:pt x="23075" y="8369"/>
                </a:lnTo>
                <a:lnTo>
                  <a:pt x="23075" y="7364"/>
                </a:lnTo>
                <a:moveTo>
                  <a:pt x="23075" y="8438"/>
                </a:moveTo>
                <a:lnTo>
                  <a:pt x="24134" y="8438"/>
                </a:lnTo>
                <a:lnTo>
                  <a:pt x="24134" y="9391"/>
                </a:lnTo>
                <a:lnTo>
                  <a:pt x="23075" y="9391"/>
                </a:lnTo>
                <a:lnTo>
                  <a:pt x="23075" y="8438"/>
                </a:lnTo>
                <a:moveTo>
                  <a:pt x="23075" y="9459"/>
                </a:moveTo>
                <a:lnTo>
                  <a:pt x="24134" y="9459"/>
                </a:lnTo>
                <a:lnTo>
                  <a:pt x="24134" y="10465"/>
                </a:lnTo>
                <a:lnTo>
                  <a:pt x="23075" y="10465"/>
                </a:lnTo>
                <a:lnTo>
                  <a:pt x="23075" y="9459"/>
                </a:lnTo>
                <a:moveTo>
                  <a:pt x="23075" y="10533"/>
                </a:moveTo>
                <a:lnTo>
                  <a:pt x="24134" y="10533"/>
                </a:lnTo>
                <a:lnTo>
                  <a:pt x="24134" y="11487"/>
                </a:lnTo>
                <a:lnTo>
                  <a:pt x="23075" y="11487"/>
                </a:lnTo>
                <a:lnTo>
                  <a:pt x="23075" y="10533"/>
                </a:lnTo>
                <a:moveTo>
                  <a:pt x="23075" y="11556"/>
                </a:moveTo>
                <a:lnTo>
                  <a:pt x="24134" y="11556"/>
                </a:lnTo>
                <a:lnTo>
                  <a:pt x="24134" y="12561"/>
                </a:lnTo>
                <a:lnTo>
                  <a:pt x="23075" y="12561"/>
                </a:lnTo>
                <a:lnTo>
                  <a:pt x="23075" y="11556"/>
                </a:lnTo>
                <a:moveTo>
                  <a:pt x="23075" y="12630"/>
                </a:moveTo>
                <a:lnTo>
                  <a:pt x="24134" y="12630"/>
                </a:lnTo>
                <a:lnTo>
                  <a:pt x="24134" y="13583"/>
                </a:lnTo>
                <a:lnTo>
                  <a:pt x="23075" y="13583"/>
                </a:lnTo>
                <a:lnTo>
                  <a:pt x="23075" y="12630"/>
                </a:lnTo>
                <a:moveTo>
                  <a:pt x="23075" y="13651"/>
                </a:moveTo>
                <a:lnTo>
                  <a:pt x="24134" y="13651"/>
                </a:lnTo>
                <a:lnTo>
                  <a:pt x="24134" y="14657"/>
                </a:lnTo>
                <a:lnTo>
                  <a:pt x="23075" y="14657"/>
                </a:lnTo>
                <a:lnTo>
                  <a:pt x="23075" y="13651"/>
                </a:lnTo>
                <a:moveTo>
                  <a:pt x="23075" y="14726"/>
                </a:moveTo>
                <a:lnTo>
                  <a:pt x="24134" y="14726"/>
                </a:lnTo>
                <a:lnTo>
                  <a:pt x="24134" y="15680"/>
                </a:lnTo>
                <a:lnTo>
                  <a:pt x="23075" y="15680"/>
                </a:lnTo>
                <a:lnTo>
                  <a:pt x="23075" y="14726"/>
                </a:lnTo>
                <a:moveTo>
                  <a:pt x="22106" y="55"/>
                </a:moveTo>
                <a:lnTo>
                  <a:pt x="23006" y="55"/>
                </a:lnTo>
                <a:lnTo>
                  <a:pt x="23006" y="1007"/>
                </a:lnTo>
                <a:lnTo>
                  <a:pt x="22106" y="1007"/>
                </a:lnTo>
                <a:lnTo>
                  <a:pt x="22106" y="55"/>
                </a:lnTo>
                <a:moveTo>
                  <a:pt x="22106" y="1076"/>
                </a:moveTo>
                <a:lnTo>
                  <a:pt x="23006" y="1076"/>
                </a:lnTo>
                <a:lnTo>
                  <a:pt x="23006" y="2082"/>
                </a:lnTo>
                <a:lnTo>
                  <a:pt x="22106" y="2082"/>
                </a:lnTo>
                <a:lnTo>
                  <a:pt x="22106" y="1076"/>
                </a:lnTo>
                <a:moveTo>
                  <a:pt x="22106" y="2150"/>
                </a:moveTo>
                <a:lnTo>
                  <a:pt x="23006" y="2150"/>
                </a:lnTo>
                <a:lnTo>
                  <a:pt x="23006" y="3104"/>
                </a:lnTo>
                <a:lnTo>
                  <a:pt x="22106" y="3104"/>
                </a:lnTo>
                <a:lnTo>
                  <a:pt x="22106" y="2150"/>
                </a:lnTo>
                <a:moveTo>
                  <a:pt x="22106" y="3172"/>
                </a:moveTo>
                <a:lnTo>
                  <a:pt x="23006" y="3172"/>
                </a:lnTo>
                <a:lnTo>
                  <a:pt x="23006" y="4178"/>
                </a:lnTo>
                <a:lnTo>
                  <a:pt x="22106" y="4178"/>
                </a:lnTo>
                <a:lnTo>
                  <a:pt x="22106" y="3172"/>
                </a:lnTo>
                <a:moveTo>
                  <a:pt x="22106" y="4247"/>
                </a:moveTo>
                <a:lnTo>
                  <a:pt x="23006" y="4247"/>
                </a:lnTo>
                <a:lnTo>
                  <a:pt x="23006" y="5200"/>
                </a:lnTo>
                <a:lnTo>
                  <a:pt x="22106" y="5200"/>
                </a:lnTo>
                <a:lnTo>
                  <a:pt x="22106" y="4247"/>
                </a:lnTo>
                <a:moveTo>
                  <a:pt x="22106" y="5268"/>
                </a:moveTo>
                <a:lnTo>
                  <a:pt x="23006" y="5268"/>
                </a:lnTo>
                <a:lnTo>
                  <a:pt x="23006" y="6274"/>
                </a:lnTo>
                <a:lnTo>
                  <a:pt x="22106" y="6274"/>
                </a:lnTo>
                <a:lnTo>
                  <a:pt x="22106" y="5268"/>
                </a:lnTo>
                <a:moveTo>
                  <a:pt x="22106" y="6342"/>
                </a:moveTo>
                <a:lnTo>
                  <a:pt x="23006" y="6342"/>
                </a:lnTo>
                <a:lnTo>
                  <a:pt x="23006" y="7296"/>
                </a:lnTo>
                <a:lnTo>
                  <a:pt x="22106" y="7296"/>
                </a:lnTo>
                <a:lnTo>
                  <a:pt x="22106" y="6342"/>
                </a:lnTo>
                <a:moveTo>
                  <a:pt x="22106" y="7364"/>
                </a:moveTo>
                <a:lnTo>
                  <a:pt x="23006" y="7364"/>
                </a:lnTo>
                <a:lnTo>
                  <a:pt x="23006" y="8369"/>
                </a:lnTo>
                <a:lnTo>
                  <a:pt x="22106" y="8369"/>
                </a:lnTo>
                <a:lnTo>
                  <a:pt x="22106" y="7364"/>
                </a:lnTo>
                <a:moveTo>
                  <a:pt x="22106" y="8438"/>
                </a:moveTo>
                <a:lnTo>
                  <a:pt x="23006" y="8438"/>
                </a:lnTo>
                <a:lnTo>
                  <a:pt x="23006" y="9391"/>
                </a:lnTo>
                <a:lnTo>
                  <a:pt x="22106" y="9391"/>
                </a:lnTo>
                <a:lnTo>
                  <a:pt x="22106" y="8438"/>
                </a:lnTo>
                <a:moveTo>
                  <a:pt x="22106" y="9459"/>
                </a:moveTo>
                <a:lnTo>
                  <a:pt x="23006" y="9459"/>
                </a:lnTo>
                <a:lnTo>
                  <a:pt x="23006" y="10465"/>
                </a:lnTo>
                <a:lnTo>
                  <a:pt x="22106" y="10465"/>
                </a:lnTo>
                <a:lnTo>
                  <a:pt x="22106" y="9459"/>
                </a:lnTo>
                <a:moveTo>
                  <a:pt x="22106" y="10533"/>
                </a:moveTo>
                <a:lnTo>
                  <a:pt x="23006" y="10533"/>
                </a:lnTo>
                <a:lnTo>
                  <a:pt x="23006" y="11487"/>
                </a:lnTo>
                <a:lnTo>
                  <a:pt x="22106" y="11487"/>
                </a:lnTo>
                <a:lnTo>
                  <a:pt x="22106" y="10533"/>
                </a:lnTo>
                <a:moveTo>
                  <a:pt x="22106" y="11556"/>
                </a:moveTo>
                <a:lnTo>
                  <a:pt x="23006" y="11556"/>
                </a:lnTo>
                <a:lnTo>
                  <a:pt x="23006" y="12561"/>
                </a:lnTo>
                <a:lnTo>
                  <a:pt x="22106" y="12561"/>
                </a:lnTo>
                <a:lnTo>
                  <a:pt x="22106" y="11556"/>
                </a:lnTo>
                <a:moveTo>
                  <a:pt x="22106" y="12630"/>
                </a:moveTo>
                <a:lnTo>
                  <a:pt x="23006" y="12630"/>
                </a:lnTo>
                <a:lnTo>
                  <a:pt x="23006" y="13583"/>
                </a:lnTo>
                <a:lnTo>
                  <a:pt x="22106" y="13583"/>
                </a:lnTo>
                <a:lnTo>
                  <a:pt x="22106" y="12630"/>
                </a:lnTo>
                <a:moveTo>
                  <a:pt x="22106" y="13651"/>
                </a:moveTo>
                <a:lnTo>
                  <a:pt x="23006" y="13651"/>
                </a:lnTo>
                <a:lnTo>
                  <a:pt x="23006" y="14657"/>
                </a:lnTo>
                <a:lnTo>
                  <a:pt x="22106" y="14657"/>
                </a:lnTo>
                <a:lnTo>
                  <a:pt x="22106" y="13651"/>
                </a:lnTo>
                <a:moveTo>
                  <a:pt x="22106" y="14726"/>
                </a:moveTo>
                <a:lnTo>
                  <a:pt x="23006" y="14726"/>
                </a:lnTo>
                <a:lnTo>
                  <a:pt x="23006" y="15680"/>
                </a:lnTo>
                <a:lnTo>
                  <a:pt x="22106" y="15680"/>
                </a:lnTo>
                <a:lnTo>
                  <a:pt x="22106" y="14726"/>
                </a:lnTo>
                <a:moveTo>
                  <a:pt x="20978" y="55"/>
                </a:moveTo>
                <a:lnTo>
                  <a:pt x="22038" y="55"/>
                </a:lnTo>
                <a:lnTo>
                  <a:pt x="22038" y="1007"/>
                </a:lnTo>
                <a:lnTo>
                  <a:pt x="20978" y="1007"/>
                </a:lnTo>
                <a:lnTo>
                  <a:pt x="20978" y="55"/>
                </a:lnTo>
                <a:moveTo>
                  <a:pt x="20978" y="1076"/>
                </a:moveTo>
                <a:lnTo>
                  <a:pt x="22038" y="1076"/>
                </a:lnTo>
                <a:lnTo>
                  <a:pt x="22038" y="2082"/>
                </a:lnTo>
                <a:lnTo>
                  <a:pt x="20978" y="2082"/>
                </a:lnTo>
                <a:lnTo>
                  <a:pt x="20978" y="1076"/>
                </a:lnTo>
                <a:moveTo>
                  <a:pt x="20978" y="2150"/>
                </a:moveTo>
                <a:lnTo>
                  <a:pt x="22038" y="2150"/>
                </a:lnTo>
                <a:lnTo>
                  <a:pt x="22038" y="3104"/>
                </a:lnTo>
                <a:lnTo>
                  <a:pt x="20978" y="3104"/>
                </a:lnTo>
                <a:lnTo>
                  <a:pt x="20978" y="2150"/>
                </a:lnTo>
                <a:moveTo>
                  <a:pt x="20978" y="3172"/>
                </a:moveTo>
                <a:lnTo>
                  <a:pt x="22038" y="3172"/>
                </a:lnTo>
                <a:lnTo>
                  <a:pt x="22038" y="4178"/>
                </a:lnTo>
                <a:lnTo>
                  <a:pt x="20978" y="4178"/>
                </a:lnTo>
                <a:lnTo>
                  <a:pt x="20978" y="3172"/>
                </a:lnTo>
                <a:moveTo>
                  <a:pt x="20978" y="4247"/>
                </a:moveTo>
                <a:lnTo>
                  <a:pt x="22038" y="4247"/>
                </a:lnTo>
                <a:lnTo>
                  <a:pt x="22038" y="5200"/>
                </a:lnTo>
                <a:lnTo>
                  <a:pt x="20978" y="5200"/>
                </a:lnTo>
                <a:lnTo>
                  <a:pt x="20978" y="4247"/>
                </a:lnTo>
                <a:moveTo>
                  <a:pt x="20978" y="5268"/>
                </a:moveTo>
                <a:lnTo>
                  <a:pt x="22038" y="5268"/>
                </a:lnTo>
                <a:lnTo>
                  <a:pt x="22038" y="6274"/>
                </a:lnTo>
                <a:lnTo>
                  <a:pt x="20978" y="6274"/>
                </a:lnTo>
                <a:lnTo>
                  <a:pt x="20978" y="5268"/>
                </a:lnTo>
                <a:moveTo>
                  <a:pt x="20978" y="6342"/>
                </a:moveTo>
                <a:lnTo>
                  <a:pt x="22038" y="6342"/>
                </a:lnTo>
                <a:lnTo>
                  <a:pt x="22038" y="7296"/>
                </a:lnTo>
                <a:lnTo>
                  <a:pt x="20978" y="7296"/>
                </a:lnTo>
                <a:lnTo>
                  <a:pt x="20978" y="6342"/>
                </a:lnTo>
                <a:moveTo>
                  <a:pt x="20978" y="7364"/>
                </a:moveTo>
                <a:lnTo>
                  <a:pt x="22038" y="7364"/>
                </a:lnTo>
                <a:lnTo>
                  <a:pt x="22038" y="8369"/>
                </a:lnTo>
                <a:lnTo>
                  <a:pt x="20978" y="8369"/>
                </a:lnTo>
                <a:lnTo>
                  <a:pt x="20978" y="7364"/>
                </a:lnTo>
                <a:moveTo>
                  <a:pt x="20978" y="8438"/>
                </a:moveTo>
                <a:lnTo>
                  <a:pt x="22038" y="8438"/>
                </a:lnTo>
                <a:lnTo>
                  <a:pt x="22038" y="9391"/>
                </a:lnTo>
                <a:lnTo>
                  <a:pt x="20978" y="9391"/>
                </a:lnTo>
                <a:lnTo>
                  <a:pt x="20978" y="8438"/>
                </a:lnTo>
                <a:moveTo>
                  <a:pt x="20978" y="9459"/>
                </a:moveTo>
                <a:lnTo>
                  <a:pt x="22038" y="9459"/>
                </a:lnTo>
                <a:lnTo>
                  <a:pt x="22038" y="10465"/>
                </a:lnTo>
                <a:lnTo>
                  <a:pt x="20978" y="10465"/>
                </a:lnTo>
                <a:lnTo>
                  <a:pt x="20978" y="9459"/>
                </a:lnTo>
                <a:moveTo>
                  <a:pt x="20978" y="10533"/>
                </a:moveTo>
                <a:lnTo>
                  <a:pt x="22038" y="10533"/>
                </a:lnTo>
                <a:lnTo>
                  <a:pt x="22038" y="11487"/>
                </a:lnTo>
                <a:lnTo>
                  <a:pt x="20978" y="11487"/>
                </a:lnTo>
                <a:lnTo>
                  <a:pt x="20978" y="10533"/>
                </a:lnTo>
                <a:moveTo>
                  <a:pt x="20978" y="11556"/>
                </a:moveTo>
                <a:lnTo>
                  <a:pt x="22038" y="11556"/>
                </a:lnTo>
                <a:lnTo>
                  <a:pt x="22038" y="12561"/>
                </a:lnTo>
                <a:lnTo>
                  <a:pt x="20978" y="12561"/>
                </a:lnTo>
                <a:lnTo>
                  <a:pt x="20978" y="11556"/>
                </a:lnTo>
                <a:moveTo>
                  <a:pt x="20978" y="12630"/>
                </a:moveTo>
                <a:lnTo>
                  <a:pt x="22038" y="12630"/>
                </a:lnTo>
                <a:lnTo>
                  <a:pt x="22038" y="13583"/>
                </a:lnTo>
                <a:lnTo>
                  <a:pt x="20978" y="13583"/>
                </a:lnTo>
                <a:lnTo>
                  <a:pt x="20978" y="12630"/>
                </a:lnTo>
                <a:moveTo>
                  <a:pt x="20978" y="13651"/>
                </a:moveTo>
                <a:lnTo>
                  <a:pt x="22038" y="13651"/>
                </a:lnTo>
                <a:lnTo>
                  <a:pt x="22038" y="14657"/>
                </a:lnTo>
                <a:lnTo>
                  <a:pt x="20978" y="14657"/>
                </a:lnTo>
                <a:lnTo>
                  <a:pt x="20978" y="13651"/>
                </a:lnTo>
                <a:moveTo>
                  <a:pt x="20978" y="14726"/>
                </a:moveTo>
                <a:lnTo>
                  <a:pt x="22038" y="14726"/>
                </a:lnTo>
                <a:lnTo>
                  <a:pt x="22038" y="15680"/>
                </a:lnTo>
                <a:lnTo>
                  <a:pt x="20978" y="15680"/>
                </a:lnTo>
                <a:lnTo>
                  <a:pt x="20978" y="14726"/>
                </a:lnTo>
                <a:moveTo>
                  <a:pt x="20011" y="55"/>
                </a:moveTo>
                <a:lnTo>
                  <a:pt x="20910" y="55"/>
                </a:lnTo>
                <a:lnTo>
                  <a:pt x="20910" y="1007"/>
                </a:lnTo>
                <a:lnTo>
                  <a:pt x="20011" y="1007"/>
                </a:lnTo>
                <a:lnTo>
                  <a:pt x="20011" y="55"/>
                </a:lnTo>
                <a:moveTo>
                  <a:pt x="20011" y="1076"/>
                </a:moveTo>
                <a:lnTo>
                  <a:pt x="20910" y="1076"/>
                </a:lnTo>
                <a:lnTo>
                  <a:pt x="20910" y="2082"/>
                </a:lnTo>
                <a:lnTo>
                  <a:pt x="20011" y="2082"/>
                </a:lnTo>
                <a:lnTo>
                  <a:pt x="20011" y="1076"/>
                </a:lnTo>
                <a:moveTo>
                  <a:pt x="20011" y="2150"/>
                </a:moveTo>
                <a:lnTo>
                  <a:pt x="20910" y="2150"/>
                </a:lnTo>
                <a:lnTo>
                  <a:pt x="20910" y="3104"/>
                </a:lnTo>
                <a:lnTo>
                  <a:pt x="20011" y="3104"/>
                </a:lnTo>
                <a:lnTo>
                  <a:pt x="20011" y="2150"/>
                </a:lnTo>
                <a:moveTo>
                  <a:pt x="20011" y="3172"/>
                </a:moveTo>
                <a:lnTo>
                  <a:pt x="20910" y="3172"/>
                </a:lnTo>
                <a:lnTo>
                  <a:pt x="20910" y="4178"/>
                </a:lnTo>
                <a:lnTo>
                  <a:pt x="20011" y="4178"/>
                </a:lnTo>
                <a:lnTo>
                  <a:pt x="20011" y="3172"/>
                </a:lnTo>
                <a:moveTo>
                  <a:pt x="20011" y="4247"/>
                </a:moveTo>
                <a:lnTo>
                  <a:pt x="20910" y="4247"/>
                </a:lnTo>
                <a:lnTo>
                  <a:pt x="20910" y="5200"/>
                </a:lnTo>
                <a:lnTo>
                  <a:pt x="20011" y="5200"/>
                </a:lnTo>
                <a:lnTo>
                  <a:pt x="20011" y="4247"/>
                </a:lnTo>
                <a:moveTo>
                  <a:pt x="20011" y="5268"/>
                </a:moveTo>
                <a:lnTo>
                  <a:pt x="20910" y="5268"/>
                </a:lnTo>
                <a:lnTo>
                  <a:pt x="20910" y="6274"/>
                </a:lnTo>
                <a:lnTo>
                  <a:pt x="20011" y="6274"/>
                </a:lnTo>
                <a:lnTo>
                  <a:pt x="20011" y="5268"/>
                </a:lnTo>
                <a:moveTo>
                  <a:pt x="20011" y="6342"/>
                </a:moveTo>
                <a:lnTo>
                  <a:pt x="20910" y="6342"/>
                </a:lnTo>
                <a:lnTo>
                  <a:pt x="20910" y="7296"/>
                </a:lnTo>
                <a:lnTo>
                  <a:pt x="20011" y="7296"/>
                </a:lnTo>
                <a:lnTo>
                  <a:pt x="20011" y="6342"/>
                </a:lnTo>
                <a:moveTo>
                  <a:pt x="20011" y="7364"/>
                </a:moveTo>
                <a:lnTo>
                  <a:pt x="20910" y="7364"/>
                </a:lnTo>
                <a:lnTo>
                  <a:pt x="20910" y="8369"/>
                </a:lnTo>
                <a:lnTo>
                  <a:pt x="20011" y="8369"/>
                </a:lnTo>
                <a:lnTo>
                  <a:pt x="20011" y="7364"/>
                </a:lnTo>
                <a:moveTo>
                  <a:pt x="20011" y="8438"/>
                </a:moveTo>
                <a:lnTo>
                  <a:pt x="20910" y="8438"/>
                </a:lnTo>
                <a:lnTo>
                  <a:pt x="20910" y="9391"/>
                </a:lnTo>
                <a:lnTo>
                  <a:pt x="20011" y="9391"/>
                </a:lnTo>
                <a:lnTo>
                  <a:pt x="20011" y="8438"/>
                </a:lnTo>
                <a:moveTo>
                  <a:pt x="20011" y="9459"/>
                </a:moveTo>
                <a:lnTo>
                  <a:pt x="20910" y="9459"/>
                </a:lnTo>
                <a:lnTo>
                  <a:pt x="20910" y="10465"/>
                </a:lnTo>
                <a:lnTo>
                  <a:pt x="20011" y="10465"/>
                </a:lnTo>
                <a:lnTo>
                  <a:pt x="20011" y="9459"/>
                </a:lnTo>
                <a:moveTo>
                  <a:pt x="20011" y="10533"/>
                </a:moveTo>
                <a:lnTo>
                  <a:pt x="20910" y="10533"/>
                </a:lnTo>
                <a:lnTo>
                  <a:pt x="20910" y="11487"/>
                </a:lnTo>
                <a:lnTo>
                  <a:pt x="20011" y="11487"/>
                </a:lnTo>
                <a:lnTo>
                  <a:pt x="20011" y="10533"/>
                </a:lnTo>
                <a:moveTo>
                  <a:pt x="20011" y="11556"/>
                </a:moveTo>
                <a:lnTo>
                  <a:pt x="20910" y="11556"/>
                </a:lnTo>
                <a:lnTo>
                  <a:pt x="20910" y="12561"/>
                </a:lnTo>
                <a:lnTo>
                  <a:pt x="20011" y="12561"/>
                </a:lnTo>
                <a:lnTo>
                  <a:pt x="20011" y="11556"/>
                </a:lnTo>
                <a:moveTo>
                  <a:pt x="20011" y="12630"/>
                </a:moveTo>
                <a:lnTo>
                  <a:pt x="20910" y="12630"/>
                </a:lnTo>
                <a:lnTo>
                  <a:pt x="20910" y="13583"/>
                </a:lnTo>
                <a:lnTo>
                  <a:pt x="20011" y="13583"/>
                </a:lnTo>
                <a:lnTo>
                  <a:pt x="20011" y="12630"/>
                </a:lnTo>
                <a:moveTo>
                  <a:pt x="20011" y="13651"/>
                </a:moveTo>
                <a:lnTo>
                  <a:pt x="20910" y="13651"/>
                </a:lnTo>
                <a:lnTo>
                  <a:pt x="20910" y="14657"/>
                </a:lnTo>
                <a:lnTo>
                  <a:pt x="20011" y="14657"/>
                </a:lnTo>
                <a:lnTo>
                  <a:pt x="20011" y="13651"/>
                </a:lnTo>
                <a:moveTo>
                  <a:pt x="20011" y="14726"/>
                </a:moveTo>
                <a:lnTo>
                  <a:pt x="20910" y="14726"/>
                </a:lnTo>
                <a:lnTo>
                  <a:pt x="20910" y="15680"/>
                </a:lnTo>
                <a:lnTo>
                  <a:pt x="20011" y="15680"/>
                </a:lnTo>
                <a:lnTo>
                  <a:pt x="20011" y="14726"/>
                </a:lnTo>
                <a:moveTo>
                  <a:pt x="18883" y="55"/>
                </a:moveTo>
                <a:lnTo>
                  <a:pt x="19942" y="55"/>
                </a:lnTo>
                <a:lnTo>
                  <a:pt x="19942" y="1007"/>
                </a:lnTo>
                <a:lnTo>
                  <a:pt x="18883" y="1007"/>
                </a:lnTo>
                <a:lnTo>
                  <a:pt x="18883" y="55"/>
                </a:lnTo>
                <a:moveTo>
                  <a:pt x="18883" y="1076"/>
                </a:moveTo>
                <a:lnTo>
                  <a:pt x="19942" y="1076"/>
                </a:lnTo>
                <a:lnTo>
                  <a:pt x="19942" y="2082"/>
                </a:lnTo>
                <a:lnTo>
                  <a:pt x="18883" y="2082"/>
                </a:lnTo>
                <a:lnTo>
                  <a:pt x="18883" y="1076"/>
                </a:lnTo>
                <a:moveTo>
                  <a:pt x="18883" y="2150"/>
                </a:moveTo>
                <a:lnTo>
                  <a:pt x="19942" y="2150"/>
                </a:lnTo>
                <a:lnTo>
                  <a:pt x="19942" y="3104"/>
                </a:lnTo>
                <a:lnTo>
                  <a:pt x="18883" y="3104"/>
                </a:lnTo>
                <a:lnTo>
                  <a:pt x="18883" y="2150"/>
                </a:lnTo>
                <a:moveTo>
                  <a:pt x="18883" y="3172"/>
                </a:moveTo>
                <a:lnTo>
                  <a:pt x="19942" y="3172"/>
                </a:lnTo>
                <a:lnTo>
                  <a:pt x="19942" y="4178"/>
                </a:lnTo>
                <a:lnTo>
                  <a:pt x="18883" y="4178"/>
                </a:lnTo>
                <a:lnTo>
                  <a:pt x="18883" y="3172"/>
                </a:lnTo>
                <a:moveTo>
                  <a:pt x="18883" y="4247"/>
                </a:moveTo>
                <a:lnTo>
                  <a:pt x="19942" y="4247"/>
                </a:lnTo>
                <a:lnTo>
                  <a:pt x="19942" y="5200"/>
                </a:lnTo>
                <a:lnTo>
                  <a:pt x="18883" y="5200"/>
                </a:lnTo>
                <a:lnTo>
                  <a:pt x="18883" y="4247"/>
                </a:lnTo>
                <a:moveTo>
                  <a:pt x="18883" y="5268"/>
                </a:moveTo>
                <a:lnTo>
                  <a:pt x="19942" y="5268"/>
                </a:lnTo>
                <a:lnTo>
                  <a:pt x="19942" y="6274"/>
                </a:lnTo>
                <a:lnTo>
                  <a:pt x="18883" y="6274"/>
                </a:lnTo>
                <a:lnTo>
                  <a:pt x="18883" y="5268"/>
                </a:lnTo>
                <a:moveTo>
                  <a:pt x="18883" y="6342"/>
                </a:moveTo>
                <a:lnTo>
                  <a:pt x="19942" y="6342"/>
                </a:lnTo>
                <a:lnTo>
                  <a:pt x="19942" y="7296"/>
                </a:lnTo>
                <a:lnTo>
                  <a:pt x="18883" y="7296"/>
                </a:lnTo>
                <a:lnTo>
                  <a:pt x="18883" y="6342"/>
                </a:lnTo>
                <a:moveTo>
                  <a:pt x="18883" y="7364"/>
                </a:moveTo>
                <a:lnTo>
                  <a:pt x="19942" y="7364"/>
                </a:lnTo>
                <a:lnTo>
                  <a:pt x="19942" y="8369"/>
                </a:lnTo>
                <a:lnTo>
                  <a:pt x="18883" y="8369"/>
                </a:lnTo>
                <a:lnTo>
                  <a:pt x="18883" y="7364"/>
                </a:lnTo>
                <a:moveTo>
                  <a:pt x="18883" y="8438"/>
                </a:moveTo>
                <a:lnTo>
                  <a:pt x="19942" y="8438"/>
                </a:lnTo>
                <a:lnTo>
                  <a:pt x="19942" y="9391"/>
                </a:lnTo>
                <a:lnTo>
                  <a:pt x="18883" y="9391"/>
                </a:lnTo>
                <a:lnTo>
                  <a:pt x="18883" y="8438"/>
                </a:lnTo>
                <a:moveTo>
                  <a:pt x="18883" y="9459"/>
                </a:moveTo>
                <a:lnTo>
                  <a:pt x="19942" y="9459"/>
                </a:lnTo>
                <a:lnTo>
                  <a:pt x="19942" y="10465"/>
                </a:lnTo>
                <a:lnTo>
                  <a:pt x="18883" y="10465"/>
                </a:lnTo>
                <a:lnTo>
                  <a:pt x="18883" y="9459"/>
                </a:lnTo>
                <a:moveTo>
                  <a:pt x="18883" y="10533"/>
                </a:moveTo>
                <a:lnTo>
                  <a:pt x="19942" y="10533"/>
                </a:lnTo>
                <a:lnTo>
                  <a:pt x="19942" y="11487"/>
                </a:lnTo>
                <a:lnTo>
                  <a:pt x="18883" y="11487"/>
                </a:lnTo>
                <a:lnTo>
                  <a:pt x="18883" y="10533"/>
                </a:lnTo>
                <a:moveTo>
                  <a:pt x="18883" y="11556"/>
                </a:moveTo>
                <a:lnTo>
                  <a:pt x="19942" y="11556"/>
                </a:lnTo>
                <a:lnTo>
                  <a:pt x="19942" y="12561"/>
                </a:lnTo>
                <a:lnTo>
                  <a:pt x="18883" y="12561"/>
                </a:lnTo>
                <a:lnTo>
                  <a:pt x="18883" y="11556"/>
                </a:lnTo>
                <a:moveTo>
                  <a:pt x="18883" y="12630"/>
                </a:moveTo>
                <a:lnTo>
                  <a:pt x="19942" y="12630"/>
                </a:lnTo>
                <a:lnTo>
                  <a:pt x="19942" y="13583"/>
                </a:lnTo>
                <a:lnTo>
                  <a:pt x="18883" y="13583"/>
                </a:lnTo>
                <a:lnTo>
                  <a:pt x="18883" y="12630"/>
                </a:lnTo>
                <a:moveTo>
                  <a:pt x="18883" y="13651"/>
                </a:moveTo>
                <a:lnTo>
                  <a:pt x="19942" y="13651"/>
                </a:lnTo>
                <a:lnTo>
                  <a:pt x="19942" y="14657"/>
                </a:lnTo>
                <a:lnTo>
                  <a:pt x="18883" y="14657"/>
                </a:lnTo>
                <a:lnTo>
                  <a:pt x="18883" y="13651"/>
                </a:lnTo>
                <a:moveTo>
                  <a:pt x="18883" y="14726"/>
                </a:moveTo>
                <a:lnTo>
                  <a:pt x="19942" y="14726"/>
                </a:lnTo>
                <a:lnTo>
                  <a:pt x="19942" y="15680"/>
                </a:lnTo>
                <a:lnTo>
                  <a:pt x="18883" y="15680"/>
                </a:lnTo>
                <a:lnTo>
                  <a:pt x="18883" y="14726"/>
                </a:lnTo>
                <a:moveTo>
                  <a:pt x="17914" y="55"/>
                </a:moveTo>
                <a:lnTo>
                  <a:pt x="18814" y="55"/>
                </a:lnTo>
                <a:lnTo>
                  <a:pt x="18814" y="1007"/>
                </a:lnTo>
                <a:lnTo>
                  <a:pt x="17914" y="1007"/>
                </a:lnTo>
                <a:lnTo>
                  <a:pt x="17914" y="55"/>
                </a:lnTo>
                <a:moveTo>
                  <a:pt x="17914" y="1076"/>
                </a:moveTo>
                <a:lnTo>
                  <a:pt x="18814" y="1076"/>
                </a:lnTo>
                <a:lnTo>
                  <a:pt x="18814" y="2082"/>
                </a:lnTo>
                <a:lnTo>
                  <a:pt x="17914" y="2082"/>
                </a:lnTo>
                <a:lnTo>
                  <a:pt x="17914" y="1076"/>
                </a:lnTo>
                <a:moveTo>
                  <a:pt x="17914" y="2150"/>
                </a:moveTo>
                <a:lnTo>
                  <a:pt x="18814" y="2150"/>
                </a:lnTo>
                <a:lnTo>
                  <a:pt x="18814" y="3104"/>
                </a:lnTo>
                <a:lnTo>
                  <a:pt x="17914" y="3104"/>
                </a:lnTo>
                <a:lnTo>
                  <a:pt x="17914" y="2150"/>
                </a:lnTo>
                <a:moveTo>
                  <a:pt x="17914" y="3172"/>
                </a:moveTo>
                <a:lnTo>
                  <a:pt x="18814" y="3172"/>
                </a:lnTo>
                <a:lnTo>
                  <a:pt x="18814" y="4178"/>
                </a:lnTo>
                <a:lnTo>
                  <a:pt x="17914" y="4178"/>
                </a:lnTo>
                <a:lnTo>
                  <a:pt x="17914" y="3172"/>
                </a:lnTo>
                <a:moveTo>
                  <a:pt x="17914" y="4247"/>
                </a:moveTo>
                <a:lnTo>
                  <a:pt x="18814" y="4247"/>
                </a:lnTo>
                <a:lnTo>
                  <a:pt x="18814" y="5200"/>
                </a:lnTo>
                <a:lnTo>
                  <a:pt x="17914" y="5200"/>
                </a:lnTo>
                <a:lnTo>
                  <a:pt x="17914" y="4247"/>
                </a:lnTo>
                <a:moveTo>
                  <a:pt x="17914" y="5268"/>
                </a:moveTo>
                <a:lnTo>
                  <a:pt x="18814" y="5268"/>
                </a:lnTo>
                <a:lnTo>
                  <a:pt x="18814" y="6274"/>
                </a:lnTo>
                <a:lnTo>
                  <a:pt x="17914" y="6274"/>
                </a:lnTo>
                <a:lnTo>
                  <a:pt x="17914" y="5268"/>
                </a:lnTo>
                <a:moveTo>
                  <a:pt x="17914" y="6342"/>
                </a:moveTo>
                <a:lnTo>
                  <a:pt x="18814" y="6342"/>
                </a:lnTo>
                <a:lnTo>
                  <a:pt x="18814" y="7296"/>
                </a:lnTo>
                <a:lnTo>
                  <a:pt x="17914" y="7296"/>
                </a:lnTo>
                <a:lnTo>
                  <a:pt x="17914" y="6342"/>
                </a:lnTo>
                <a:moveTo>
                  <a:pt x="17914" y="7364"/>
                </a:moveTo>
                <a:lnTo>
                  <a:pt x="18814" y="7364"/>
                </a:lnTo>
                <a:lnTo>
                  <a:pt x="18814" y="8369"/>
                </a:lnTo>
                <a:lnTo>
                  <a:pt x="17914" y="8369"/>
                </a:lnTo>
                <a:lnTo>
                  <a:pt x="17914" y="7364"/>
                </a:lnTo>
                <a:moveTo>
                  <a:pt x="17914" y="8438"/>
                </a:moveTo>
                <a:lnTo>
                  <a:pt x="18814" y="8438"/>
                </a:lnTo>
                <a:lnTo>
                  <a:pt x="18814" y="9391"/>
                </a:lnTo>
                <a:lnTo>
                  <a:pt x="17914" y="9391"/>
                </a:lnTo>
                <a:lnTo>
                  <a:pt x="17914" y="8438"/>
                </a:lnTo>
                <a:moveTo>
                  <a:pt x="17914" y="9459"/>
                </a:moveTo>
                <a:lnTo>
                  <a:pt x="18814" y="9459"/>
                </a:lnTo>
                <a:lnTo>
                  <a:pt x="18814" y="10465"/>
                </a:lnTo>
                <a:lnTo>
                  <a:pt x="17914" y="10465"/>
                </a:lnTo>
                <a:lnTo>
                  <a:pt x="17914" y="9459"/>
                </a:lnTo>
                <a:moveTo>
                  <a:pt x="17914" y="10533"/>
                </a:moveTo>
                <a:lnTo>
                  <a:pt x="18814" y="10533"/>
                </a:lnTo>
                <a:lnTo>
                  <a:pt x="18814" y="11487"/>
                </a:lnTo>
                <a:lnTo>
                  <a:pt x="17914" y="11487"/>
                </a:lnTo>
                <a:lnTo>
                  <a:pt x="17914" y="10533"/>
                </a:lnTo>
                <a:moveTo>
                  <a:pt x="17914" y="11556"/>
                </a:moveTo>
                <a:lnTo>
                  <a:pt x="18814" y="11556"/>
                </a:lnTo>
                <a:lnTo>
                  <a:pt x="18814" y="12561"/>
                </a:lnTo>
                <a:lnTo>
                  <a:pt x="17914" y="12561"/>
                </a:lnTo>
                <a:lnTo>
                  <a:pt x="17914" y="11556"/>
                </a:lnTo>
                <a:moveTo>
                  <a:pt x="17914" y="12630"/>
                </a:moveTo>
                <a:lnTo>
                  <a:pt x="18814" y="12630"/>
                </a:lnTo>
                <a:lnTo>
                  <a:pt x="18814" y="13583"/>
                </a:lnTo>
                <a:lnTo>
                  <a:pt x="17914" y="13583"/>
                </a:lnTo>
                <a:lnTo>
                  <a:pt x="17914" y="12630"/>
                </a:lnTo>
                <a:moveTo>
                  <a:pt x="17914" y="13651"/>
                </a:moveTo>
                <a:lnTo>
                  <a:pt x="18814" y="13651"/>
                </a:lnTo>
                <a:lnTo>
                  <a:pt x="18814" y="14657"/>
                </a:lnTo>
                <a:lnTo>
                  <a:pt x="17914" y="14657"/>
                </a:lnTo>
                <a:lnTo>
                  <a:pt x="17914" y="13651"/>
                </a:lnTo>
                <a:moveTo>
                  <a:pt x="17914" y="14726"/>
                </a:moveTo>
                <a:lnTo>
                  <a:pt x="18814" y="14726"/>
                </a:lnTo>
                <a:lnTo>
                  <a:pt x="18814" y="15680"/>
                </a:lnTo>
                <a:lnTo>
                  <a:pt x="17914" y="15680"/>
                </a:lnTo>
                <a:lnTo>
                  <a:pt x="17914" y="14726"/>
                </a:lnTo>
                <a:moveTo>
                  <a:pt x="16786" y="55"/>
                </a:moveTo>
                <a:lnTo>
                  <a:pt x="17846" y="55"/>
                </a:lnTo>
                <a:lnTo>
                  <a:pt x="17846" y="1007"/>
                </a:lnTo>
                <a:lnTo>
                  <a:pt x="16786" y="1007"/>
                </a:lnTo>
                <a:lnTo>
                  <a:pt x="16786" y="55"/>
                </a:lnTo>
                <a:moveTo>
                  <a:pt x="16786" y="1076"/>
                </a:moveTo>
                <a:lnTo>
                  <a:pt x="17846" y="1076"/>
                </a:lnTo>
                <a:lnTo>
                  <a:pt x="17846" y="2082"/>
                </a:lnTo>
                <a:lnTo>
                  <a:pt x="16786" y="2082"/>
                </a:lnTo>
                <a:lnTo>
                  <a:pt x="16786" y="1076"/>
                </a:lnTo>
                <a:moveTo>
                  <a:pt x="16786" y="2150"/>
                </a:moveTo>
                <a:lnTo>
                  <a:pt x="17846" y="2150"/>
                </a:lnTo>
                <a:lnTo>
                  <a:pt x="17846" y="3104"/>
                </a:lnTo>
                <a:lnTo>
                  <a:pt x="16786" y="3104"/>
                </a:lnTo>
                <a:lnTo>
                  <a:pt x="16786" y="2150"/>
                </a:lnTo>
                <a:moveTo>
                  <a:pt x="16786" y="3172"/>
                </a:moveTo>
                <a:lnTo>
                  <a:pt x="17846" y="3172"/>
                </a:lnTo>
                <a:lnTo>
                  <a:pt x="17846" y="4178"/>
                </a:lnTo>
                <a:lnTo>
                  <a:pt x="16786" y="4178"/>
                </a:lnTo>
                <a:lnTo>
                  <a:pt x="16786" y="3172"/>
                </a:lnTo>
                <a:moveTo>
                  <a:pt x="16786" y="4247"/>
                </a:moveTo>
                <a:lnTo>
                  <a:pt x="17846" y="4247"/>
                </a:lnTo>
                <a:lnTo>
                  <a:pt x="17846" y="5200"/>
                </a:lnTo>
                <a:lnTo>
                  <a:pt x="16786" y="5200"/>
                </a:lnTo>
                <a:lnTo>
                  <a:pt x="16786" y="4247"/>
                </a:lnTo>
                <a:moveTo>
                  <a:pt x="16786" y="5268"/>
                </a:moveTo>
                <a:lnTo>
                  <a:pt x="17846" y="5268"/>
                </a:lnTo>
                <a:lnTo>
                  <a:pt x="17846" y="6274"/>
                </a:lnTo>
                <a:lnTo>
                  <a:pt x="16786" y="6274"/>
                </a:lnTo>
                <a:lnTo>
                  <a:pt x="16786" y="5268"/>
                </a:lnTo>
                <a:moveTo>
                  <a:pt x="16786" y="6342"/>
                </a:moveTo>
                <a:lnTo>
                  <a:pt x="17846" y="6342"/>
                </a:lnTo>
                <a:lnTo>
                  <a:pt x="17846" y="7296"/>
                </a:lnTo>
                <a:lnTo>
                  <a:pt x="16786" y="7296"/>
                </a:lnTo>
                <a:lnTo>
                  <a:pt x="16786" y="6342"/>
                </a:lnTo>
                <a:moveTo>
                  <a:pt x="16786" y="7364"/>
                </a:moveTo>
                <a:lnTo>
                  <a:pt x="17846" y="7364"/>
                </a:lnTo>
                <a:lnTo>
                  <a:pt x="17846" y="8369"/>
                </a:lnTo>
                <a:lnTo>
                  <a:pt x="16786" y="8369"/>
                </a:lnTo>
                <a:lnTo>
                  <a:pt x="16786" y="7364"/>
                </a:lnTo>
                <a:moveTo>
                  <a:pt x="16786" y="8438"/>
                </a:moveTo>
                <a:lnTo>
                  <a:pt x="17846" y="8438"/>
                </a:lnTo>
                <a:lnTo>
                  <a:pt x="17846" y="9391"/>
                </a:lnTo>
                <a:lnTo>
                  <a:pt x="16786" y="9391"/>
                </a:lnTo>
                <a:lnTo>
                  <a:pt x="16786" y="8438"/>
                </a:lnTo>
                <a:moveTo>
                  <a:pt x="16786" y="9459"/>
                </a:moveTo>
                <a:lnTo>
                  <a:pt x="17846" y="9459"/>
                </a:lnTo>
                <a:lnTo>
                  <a:pt x="17846" y="10465"/>
                </a:lnTo>
                <a:lnTo>
                  <a:pt x="16786" y="10465"/>
                </a:lnTo>
                <a:lnTo>
                  <a:pt x="16786" y="9459"/>
                </a:lnTo>
                <a:moveTo>
                  <a:pt x="16786" y="10533"/>
                </a:moveTo>
                <a:lnTo>
                  <a:pt x="17846" y="10533"/>
                </a:lnTo>
                <a:lnTo>
                  <a:pt x="17846" y="11487"/>
                </a:lnTo>
                <a:lnTo>
                  <a:pt x="16786" y="11487"/>
                </a:lnTo>
                <a:lnTo>
                  <a:pt x="16786" y="10533"/>
                </a:lnTo>
                <a:moveTo>
                  <a:pt x="16786" y="11556"/>
                </a:moveTo>
                <a:lnTo>
                  <a:pt x="17846" y="11556"/>
                </a:lnTo>
                <a:lnTo>
                  <a:pt x="17846" y="12561"/>
                </a:lnTo>
                <a:lnTo>
                  <a:pt x="16786" y="12561"/>
                </a:lnTo>
                <a:lnTo>
                  <a:pt x="16786" y="11556"/>
                </a:lnTo>
                <a:moveTo>
                  <a:pt x="16786" y="12630"/>
                </a:moveTo>
                <a:lnTo>
                  <a:pt x="17846" y="12630"/>
                </a:lnTo>
                <a:lnTo>
                  <a:pt x="17846" y="13583"/>
                </a:lnTo>
                <a:lnTo>
                  <a:pt x="16786" y="13583"/>
                </a:lnTo>
                <a:lnTo>
                  <a:pt x="16786" y="12630"/>
                </a:lnTo>
                <a:moveTo>
                  <a:pt x="16786" y="13651"/>
                </a:moveTo>
                <a:lnTo>
                  <a:pt x="17846" y="13651"/>
                </a:lnTo>
                <a:lnTo>
                  <a:pt x="17846" y="14657"/>
                </a:lnTo>
                <a:lnTo>
                  <a:pt x="16786" y="14657"/>
                </a:lnTo>
                <a:lnTo>
                  <a:pt x="16786" y="13651"/>
                </a:lnTo>
                <a:moveTo>
                  <a:pt x="16786" y="14726"/>
                </a:moveTo>
                <a:lnTo>
                  <a:pt x="17846" y="14726"/>
                </a:lnTo>
                <a:lnTo>
                  <a:pt x="17846" y="15680"/>
                </a:lnTo>
                <a:lnTo>
                  <a:pt x="16786" y="15680"/>
                </a:lnTo>
                <a:lnTo>
                  <a:pt x="16786" y="14726"/>
                </a:lnTo>
                <a:moveTo>
                  <a:pt x="15819" y="55"/>
                </a:moveTo>
                <a:lnTo>
                  <a:pt x="16718" y="55"/>
                </a:lnTo>
                <a:lnTo>
                  <a:pt x="16718" y="1007"/>
                </a:lnTo>
                <a:lnTo>
                  <a:pt x="15819" y="1007"/>
                </a:lnTo>
                <a:lnTo>
                  <a:pt x="15819" y="55"/>
                </a:lnTo>
                <a:moveTo>
                  <a:pt x="15819" y="1076"/>
                </a:moveTo>
                <a:lnTo>
                  <a:pt x="16718" y="1076"/>
                </a:lnTo>
                <a:lnTo>
                  <a:pt x="16718" y="2082"/>
                </a:lnTo>
                <a:lnTo>
                  <a:pt x="15819" y="2082"/>
                </a:lnTo>
                <a:lnTo>
                  <a:pt x="15819" y="1076"/>
                </a:lnTo>
                <a:moveTo>
                  <a:pt x="15819" y="2150"/>
                </a:moveTo>
                <a:lnTo>
                  <a:pt x="16718" y="2150"/>
                </a:lnTo>
                <a:lnTo>
                  <a:pt x="16718" y="3104"/>
                </a:lnTo>
                <a:lnTo>
                  <a:pt x="15819" y="3104"/>
                </a:lnTo>
                <a:lnTo>
                  <a:pt x="15819" y="2150"/>
                </a:lnTo>
                <a:moveTo>
                  <a:pt x="15819" y="3172"/>
                </a:moveTo>
                <a:lnTo>
                  <a:pt x="16718" y="3172"/>
                </a:lnTo>
                <a:lnTo>
                  <a:pt x="16718" y="4178"/>
                </a:lnTo>
                <a:lnTo>
                  <a:pt x="15819" y="4178"/>
                </a:lnTo>
                <a:lnTo>
                  <a:pt x="15819" y="3172"/>
                </a:lnTo>
                <a:moveTo>
                  <a:pt x="15819" y="4247"/>
                </a:moveTo>
                <a:lnTo>
                  <a:pt x="16718" y="4247"/>
                </a:lnTo>
                <a:lnTo>
                  <a:pt x="16718" y="5200"/>
                </a:lnTo>
                <a:lnTo>
                  <a:pt x="15819" y="5200"/>
                </a:lnTo>
                <a:lnTo>
                  <a:pt x="15819" y="4247"/>
                </a:lnTo>
                <a:moveTo>
                  <a:pt x="15819" y="5268"/>
                </a:moveTo>
                <a:lnTo>
                  <a:pt x="16718" y="5268"/>
                </a:lnTo>
                <a:lnTo>
                  <a:pt x="16718" y="6274"/>
                </a:lnTo>
                <a:lnTo>
                  <a:pt x="15819" y="6274"/>
                </a:lnTo>
                <a:lnTo>
                  <a:pt x="15819" y="5268"/>
                </a:lnTo>
                <a:moveTo>
                  <a:pt x="15819" y="6342"/>
                </a:moveTo>
                <a:lnTo>
                  <a:pt x="16718" y="6342"/>
                </a:lnTo>
                <a:lnTo>
                  <a:pt x="16718" y="7296"/>
                </a:lnTo>
                <a:lnTo>
                  <a:pt x="15819" y="7296"/>
                </a:lnTo>
                <a:lnTo>
                  <a:pt x="15819" y="6342"/>
                </a:lnTo>
                <a:moveTo>
                  <a:pt x="15819" y="7364"/>
                </a:moveTo>
                <a:lnTo>
                  <a:pt x="16718" y="7364"/>
                </a:lnTo>
                <a:lnTo>
                  <a:pt x="16718" y="8369"/>
                </a:lnTo>
                <a:lnTo>
                  <a:pt x="15819" y="8369"/>
                </a:lnTo>
                <a:lnTo>
                  <a:pt x="15819" y="7364"/>
                </a:lnTo>
                <a:moveTo>
                  <a:pt x="15819" y="8438"/>
                </a:moveTo>
                <a:lnTo>
                  <a:pt x="16718" y="8438"/>
                </a:lnTo>
                <a:lnTo>
                  <a:pt x="16718" y="9391"/>
                </a:lnTo>
                <a:lnTo>
                  <a:pt x="15819" y="9391"/>
                </a:lnTo>
                <a:lnTo>
                  <a:pt x="15819" y="8438"/>
                </a:lnTo>
                <a:moveTo>
                  <a:pt x="15819" y="9459"/>
                </a:moveTo>
                <a:lnTo>
                  <a:pt x="16718" y="9459"/>
                </a:lnTo>
                <a:lnTo>
                  <a:pt x="16718" y="10465"/>
                </a:lnTo>
                <a:lnTo>
                  <a:pt x="15819" y="10465"/>
                </a:lnTo>
                <a:lnTo>
                  <a:pt x="15819" y="9459"/>
                </a:lnTo>
                <a:moveTo>
                  <a:pt x="15819" y="10533"/>
                </a:moveTo>
                <a:lnTo>
                  <a:pt x="16718" y="10533"/>
                </a:lnTo>
                <a:lnTo>
                  <a:pt x="16718" y="11487"/>
                </a:lnTo>
                <a:lnTo>
                  <a:pt x="15819" y="11487"/>
                </a:lnTo>
                <a:lnTo>
                  <a:pt x="15819" y="10533"/>
                </a:lnTo>
                <a:moveTo>
                  <a:pt x="15819" y="11556"/>
                </a:moveTo>
                <a:lnTo>
                  <a:pt x="16718" y="11556"/>
                </a:lnTo>
                <a:lnTo>
                  <a:pt x="16718" y="12561"/>
                </a:lnTo>
                <a:lnTo>
                  <a:pt x="15819" y="12561"/>
                </a:lnTo>
                <a:lnTo>
                  <a:pt x="15819" y="11556"/>
                </a:lnTo>
                <a:moveTo>
                  <a:pt x="15819" y="12630"/>
                </a:moveTo>
                <a:lnTo>
                  <a:pt x="16718" y="12630"/>
                </a:lnTo>
                <a:lnTo>
                  <a:pt x="16718" y="13583"/>
                </a:lnTo>
                <a:lnTo>
                  <a:pt x="15819" y="13583"/>
                </a:lnTo>
                <a:lnTo>
                  <a:pt x="15819" y="12630"/>
                </a:lnTo>
                <a:moveTo>
                  <a:pt x="15819" y="13651"/>
                </a:moveTo>
                <a:lnTo>
                  <a:pt x="16718" y="13651"/>
                </a:lnTo>
                <a:lnTo>
                  <a:pt x="16718" y="14657"/>
                </a:lnTo>
                <a:lnTo>
                  <a:pt x="15819" y="14657"/>
                </a:lnTo>
                <a:lnTo>
                  <a:pt x="15819" y="13651"/>
                </a:lnTo>
                <a:moveTo>
                  <a:pt x="15819" y="14726"/>
                </a:moveTo>
                <a:lnTo>
                  <a:pt x="16718" y="14726"/>
                </a:lnTo>
                <a:lnTo>
                  <a:pt x="16718" y="15680"/>
                </a:lnTo>
                <a:lnTo>
                  <a:pt x="15819" y="15680"/>
                </a:lnTo>
                <a:lnTo>
                  <a:pt x="15819" y="14726"/>
                </a:lnTo>
                <a:moveTo>
                  <a:pt x="14691" y="55"/>
                </a:moveTo>
                <a:lnTo>
                  <a:pt x="15750" y="55"/>
                </a:lnTo>
                <a:lnTo>
                  <a:pt x="15750" y="1007"/>
                </a:lnTo>
                <a:lnTo>
                  <a:pt x="14691" y="1007"/>
                </a:lnTo>
                <a:lnTo>
                  <a:pt x="14691" y="55"/>
                </a:lnTo>
                <a:moveTo>
                  <a:pt x="14691" y="1076"/>
                </a:moveTo>
                <a:lnTo>
                  <a:pt x="15750" y="1076"/>
                </a:lnTo>
                <a:lnTo>
                  <a:pt x="15750" y="2082"/>
                </a:lnTo>
                <a:lnTo>
                  <a:pt x="14691" y="2082"/>
                </a:lnTo>
                <a:lnTo>
                  <a:pt x="14691" y="1076"/>
                </a:lnTo>
                <a:moveTo>
                  <a:pt x="14691" y="2150"/>
                </a:moveTo>
                <a:lnTo>
                  <a:pt x="15750" y="2150"/>
                </a:lnTo>
                <a:lnTo>
                  <a:pt x="15750" y="3104"/>
                </a:lnTo>
                <a:lnTo>
                  <a:pt x="14691" y="3104"/>
                </a:lnTo>
                <a:lnTo>
                  <a:pt x="14691" y="2150"/>
                </a:lnTo>
                <a:moveTo>
                  <a:pt x="14691" y="3172"/>
                </a:moveTo>
                <a:lnTo>
                  <a:pt x="15750" y="3172"/>
                </a:lnTo>
                <a:lnTo>
                  <a:pt x="15750" y="4178"/>
                </a:lnTo>
                <a:lnTo>
                  <a:pt x="14691" y="4178"/>
                </a:lnTo>
                <a:lnTo>
                  <a:pt x="14691" y="3172"/>
                </a:lnTo>
                <a:moveTo>
                  <a:pt x="14691" y="4247"/>
                </a:moveTo>
                <a:lnTo>
                  <a:pt x="15750" y="4247"/>
                </a:lnTo>
                <a:lnTo>
                  <a:pt x="15750" y="5200"/>
                </a:lnTo>
                <a:lnTo>
                  <a:pt x="14691" y="5200"/>
                </a:lnTo>
                <a:lnTo>
                  <a:pt x="14691" y="4247"/>
                </a:lnTo>
                <a:moveTo>
                  <a:pt x="14691" y="5268"/>
                </a:moveTo>
                <a:lnTo>
                  <a:pt x="15750" y="5268"/>
                </a:lnTo>
                <a:lnTo>
                  <a:pt x="15750" y="6274"/>
                </a:lnTo>
                <a:lnTo>
                  <a:pt x="14691" y="6274"/>
                </a:lnTo>
                <a:lnTo>
                  <a:pt x="14691" y="5268"/>
                </a:lnTo>
                <a:moveTo>
                  <a:pt x="14691" y="6342"/>
                </a:moveTo>
                <a:lnTo>
                  <a:pt x="15750" y="6342"/>
                </a:lnTo>
                <a:lnTo>
                  <a:pt x="15750" y="7296"/>
                </a:lnTo>
                <a:lnTo>
                  <a:pt x="14691" y="7296"/>
                </a:lnTo>
                <a:lnTo>
                  <a:pt x="14691" y="6342"/>
                </a:lnTo>
                <a:moveTo>
                  <a:pt x="14691" y="7364"/>
                </a:moveTo>
                <a:lnTo>
                  <a:pt x="15750" y="7364"/>
                </a:lnTo>
                <a:lnTo>
                  <a:pt x="15750" y="8369"/>
                </a:lnTo>
                <a:lnTo>
                  <a:pt x="14691" y="8369"/>
                </a:lnTo>
                <a:lnTo>
                  <a:pt x="14691" y="7364"/>
                </a:lnTo>
                <a:moveTo>
                  <a:pt x="14691" y="8438"/>
                </a:moveTo>
                <a:lnTo>
                  <a:pt x="15750" y="8438"/>
                </a:lnTo>
                <a:lnTo>
                  <a:pt x="15750" y="9391"/>
                </a:lnTo>
                <a:lnTo>
                  <a:pt x="14691" y="9391"/>
                </a:lnTo>
                <a:lnTo>
                  <a:pt x="14691" y="8438"/>
                </a:lnTo>
                <a:moveTo>
                  <a:pt x="14691" y="9459"/>
                </a:moveTo>
                <a:lnTo>
                  <a:pt x="15750" y="9459"/>
                </a:lnTo>
                <a:lnTo>
                  <a:pt x="15750" y="10465"/>
                </a:lnTo>
                <a:lnTo>
                  <a:pt x="14691" y="10465"/>
                </a:lnTo>
                <a:lnTo>
                  <a:pt x="14691" y="9459"/>
                </a:lnTo>
                <a:moveTo>
                  <a:pt x="14691" y="10533"/>
                </a:moveTo>
                <a:lnTo>
                  <a:pt x="15750" y="10533"/>
                </a:lnTo>
                <a:lnTo>
                  <a:pt x="15750" y="11487"/>
                </a:lnTo>
                <a:lnTo>
                  <a:pt x="14691" y="11487"/>
                </a:lnTo>
                <a:lnTo>
                  <a:pt x="14691" y="10533"/>
                </a:lnTo>
                <a:moveTo>
                  <a:pt x="14691" y="11556"/>
                </a:moveTo>
                <a:lnTo>
                  <a:pt x="15750" y="11556"/>
                </a:lnTo>
                <a:lnTo>
                  <a:pt x="15750" y="12561"/>
                </a:lnTo>
                <a:lnTo>
                  <a:pt x="14691" y="12561"/>
                </a:lnTo>
                <a:lnTo>
                  <a:pt x="14691" y="11556"/>
                </a:lnTo>
                <a:moveTo>
                  <a:pt x="14691" y="12630"/>
                </a:moveTo>
                <a:lnTo>
                  <a:pt x="15750" y="12630"/>
                </a:lnTo>
                <a:lnTo>
                  <a:pt x="15750" y="13583"/>
                </a:lnTo>
                <a:lnTo>
                  <a:pt x="14691" y="13583"/>
                </a:lnTo>
                <a:lnTo>
                  <a:pt x="14691" y="12630"/>
                </a:lnTo>
                <a:moveTo>
                  <a:pt x="14691" y="13651"/>
                </a:moveTo>
                <a:lnTo>
                  <a:pt x="15750" y="13651"/>
                </a:lnTo>
                <a:lnTo>
                  <a:pt x="15750" y="14657"/>
                </a:lnTo>
                <a:lnTo>
                  <a:pt x="14691" y="14657"/>
                </a:lnTo>
                <a:lnTo>
                  <a:pt x="14691" y="13651"/>
                </a:lnTo>
                <a:moveTo>
                  <a:pt x="14691" y="14726"/>
                </a:moveTo>
                <a:lnTo>
                  <a:pt x="15750" y="14726"/>
                </a:lnTo>
                <a:lnTo>
                  <a:pt x="15750" y="15680"/>
                </a:lnTo>
                <a:lnTo>
                  <a:pt x="14691" y="15680"/>
                </a:lnTo>
                <a:lnTo>
                  <a:pt x="14691" y="14726"/>
                </a:lnTo>
                <a:moveTo>
                  <a:pt x="13722" y="55"/>
                </a:moveTo>
                <a:lnTo>
                  <a:pt x="14622" y="55"/>
                </a:lnTo>
                <a:lnTo>
                  <a:pt x="14622" y="1007"/>
                </a:lnTo>
                <a:lnTo>
                  <a:pt x="13722" y="1007"/>
                </a:lnTo>
                <a:lnTo>
                  <a:pt x="13722" y="55"/>
                </a:lnTo>
                <a:moveTo>
                  <a:pt x="13722" y="1076"/>
                </a:moveTo>
                <a:lnTo>
                  <a:pt x="14622" y="1076"/>
                </a:lnTo>
                <a:lnTo>
                  <a:pt x="14622" y="2082"/>
                </a:lnTo>
                <a:lnTo>
                  <a:pt x="13722" y="2082"/>
                </a:lnTo>
                <a:lnTo>
                  <a:pt x="13722" y="1076"/>
                </a:lnTo>
                <a:moveTo>
                  <a:pt x="13722" y="2150"/>
                </a:moveTo>
                <a:lnTo>
                  <a:pt x="14622" y="2150"/>
                </a:lnTo>
                <a:lnTo>
                  <a:pt x="14622" y="3104"/>
                </a:lnTo>
                <a:lnTo>
                  <a:pt x="13722" y="3104"/>
                </a:lnTo>
                <a:lnTo>
                  <a:pt x="13722" y="2150"/>
                </a:lnTo>
                <a:moveTo>
                  <a:pt x="13722" y="3172"/>
                </a:moveTo>
                <a:lnTo>
                  <a:pt x="14622" y="3172"/>
                </a:lnTo>
                <a:lnTo>
                  <a:pt x="14622" y="4178"/>
                </a:lnTo>
                <a:lnTo>
                  <a:pt x="13722" y="4178"/>
                </a:lnTo>
                <a:lnTo>
                  <a:pt x="13722" y="3172"/>
                </a:lnTo>
                <a:moveTo>
                  <a:pt x="13722" y="4247"/>
                </a:moveTo>
                <a:lnTo>
                  <a:pt x="14622" y="4247"/>
                </a:lnTo>
                <a:lnTo>
                  <a:pt x="14622" y="5200"/>
                </a:lnTo>
                <a:lnTo>
                  <a:pt x="13722" y="5200"/>
                </a:lnTo>
                <a:lnTo>
                  <a:pt x="13722" y="4247"/>
                </a:lnTo>
                <a:moveTo>
                  <a:pt x="13722" y="5268"/>
                </a:moveTo>
                <a:lnTo>
                  <a:pt x="14622" y="5268"/>
                </a:lnTo>
                <a:lnTo>
                  <a:pt x="14622" y="6274"/>
                </a:lnTo>
                <a:lnTo>
                  <a:pt x="13722" y="6274"/>
                </a:lnTo>
                <a:lnTo>
                  <a:pt x="13722" y="5268"/>
                </a:lnTo>
                <a:moveTo>
                  <a:pt x="13722" y="6342"/>
                </a:moveTo>
                <a:lnTo>
                  <a:pt x="14622" y="6342"/>
                </a:lnTo>
                <a:lnTo>
                  <a:pt x="14622" y="7296"/>
                </a:lnTo>
                <a:lnTo>
                  <a:pt x="13722" y="7296"/>
                </a:lnTo>
                <a:lnTo>
                  <a:pt x="13722" y="6342"/>
                </a:lnTo>
                <a:moveTo>
                  <a:pt x="13722" y="7364"/>
                </a:moveTo>
                <a:lnTo>
                  <a:pt x="14622" y="7364"/>
                </a:lnTo>
                <a:lnTo>
                  <a:pt x="14622" y="8369"/>
                </a:lnTo>
                <a:lnTo>
                  <a:pt x="13722" y="8369"/>
                </a:lnTo>
                <a:lnTo>
                  <a:pt x="13722" y="7364"/>
                </a:lnTo>
                <a:moveTo>
                  <a:pt x="13722" y="8438"/>
                </a:moveTo>
                <a:lnTo>
                  <a:pt x="14622" y="8438"/>
                </a:lnTo>
                <a:lnTo>
                  <a:pt x="14622" y="9391"/>
                </a:lnTo>
                <a:lnTo>
                  <a:pt x="13722" y="9391"/>
                </a:lnTo>
                <a:lnTo>
                  <a:pt x="13722" y="8438"/>
                </a:lnTo>
                <a:moveTo>
                  <a:pt x="13722" y="9459"/>
                </a:moveTo>
                <a:lnTo>
                  <a:pt x="14622" y="9459"/>
                </a:lnTo>
                <a:lnTo>
                  <a:pt x="14622" y="10465"/>
                </a:lnTo>
                <a:lnTo>
                  <a:pt x="13722" y="10465"/>
                </a:lnTo>
                <a:lnTo>
                  <a:pt x="13722" y="9459"/>
                </a:lnTo>
                <a:moveTo>
                  <a:pt x="13722" y="10533"/>
                </a:moveTo>
                <a:lnTo>
                  <a:pt x="14622" y="10533"/>
                </a:lnTo>
                <a:lnTo>
                  <a:pt x="14622" y="11487"/>
                </a:lnTo>
                <a:lnTo>
                  <a:pt x="13722" y="11487"/>
                </a:lnTo>
                <a:lnTo>
                  <a:pt x="13722" y="10533"/>
                </a:lnTo>
                <a:moveTo>
                  <a:pt x="13722" y="11556"/>
                </a:moveTo>
                <a:lnTo>
                  <a:pt x="14622" y="11556"/>
                </a:lnTo>
                <a:lnTo>
                  <a:pt x="14622" y="12561"/>
                </a:lnTo>
                <a:lnTo>
                  <a:pt x="13722" y="12561"/>
                </a:lnTo>
                <a:lnTo>
                  <a:pt x="13722" y="11556"/>
                </a:lnTo>
                <a:moveTo>
                  <a:pt x="13722" y="12630"/>
                </a:moveTo>
                <a:lnTo>
                  <a:pt x="14622" y="12630"/>
                </a:lnTo>
                <a:lnTo>
                  <a:pt x="14622" y="13583"/>
                </a:lnTo>
                <a:lnTo>
                  <a:pt x="13722" y="13583"/>
                </a:lnTo>
                <a:lnTo>
                  <a:pt x="13722" y="12630"/>
                </a:lnTo>
                <a:moveTo>
                  <a:pt x="13722" y="13651"/>
                </a:moveTo>
                <a:lnTo>
                  <a:pt x="14622" y="13651"/>
                </a:lnTo>
                <a:lnTo>
                  <a:pt x="14622" y="14657"/>
                </a:lnTo>
                <a:lnTo>
                  <a:pt x="13722" y="14657"/>
                </a:lnTo>
                <a:lnTo>
                  <a:pt x="13722" y="13651"/>
                </a:lnTo>
                <a:moveTo>
                  <a:pt x="13722" y="14726"/>
                </a:moveTo>
                <a:lnTo>
                  <a:pt x="14622" y="14726"/>
                </a:lnTo>
                <a:lnTo>
                  <a:pt x="14622" y="15680"/>
                </a:lnTo>
                <a:lnTo>
                  <a:pt x="13722" y="15680"/>
                </a:lnTo>
                <a:lnTo>
                  <a:pt x="13722" y="14726"/>
                </a:lnTo>
                <a:moveTo>
                  <a:pt x="12594" y="55"/>
                </a:moveTo>
                <a:lnTo>
                  <a:pt x="13654" y="55"/>
                </a:lnTo>
                <a:lnTo>
                  <a:pt x="13654" y="1007"/>
                </a:lnTo>
                <a:lnTo>
                  <a:pt x="12594" y="1007"/>
                </a:lnTo>
                <a:lnTo>
                  <a:pt x="12594" y="55"/>
                </a:lnTo>
                <a:moveTo>
                  <a:pt x="12594" y="1076"/>
                </a:moveTo>
                <a:lnTo>
                  <a:pt x="13654" y="1076"/>
                </a:lnTo>
                <a:lnTo>
                  <a:pt x="13654" y="2082"/>
                </a:lnTo>
                <a:lnTo>
                  <a:pt x="12594" y="2082"/>
                </a:lnTo>
                <a:lnTo>
                  <a:pt x="12594" y="1076"/>
                </a:lnTo>
                <a:moveTo>
                  <a:pt x="12594" y="2150"/>
                </a:moveTo>
                <a:lnTo>
                  <a:pt x="13654" y="2150"/>
                </a:lnTo>
                <a:lnTo>
                  <a:pt x="13654" y="3104"/>
                </a:lnTo>
                <a:lnTo>
                  <a:pt x="12594" y="3104"/>
                </a:lnTo>
                <a:lnTo>
                  <a:pt x="12594" y="2150"/>
                </a:lnTo>
                <a:moveTo>
                  <a:pt x="12594" y="3172"/>
                </a:moveTo>
                <a:lnTo>
                  <a:pt x="13654" y="3172"/>
                </a:lnTo>
                <a:lnTo>
                  <a:pt x="13654" y="4178"/>
                </a:lnTo>
                <a:lnTo>
                  <a:pt x="12594" y="4178"/>
                </a:lnTo>
                <a:lnTo>
                  <a:pt x="12594" y="3172"/>
                </a:lnTo>
                <a:moveTo>
                  <a:pt x="12594" y="4247"/>
                </a:moveTo>
                <a:lnTo>
                  <a:pt x="13654" y="4247"/>
                </a:lnTo>
                <a:lnTo>
                  <a:pt x="13654" y="5200"/>
                </a:lnTo>
                <a:lnTo>
                  <a:pt x="12594" y="5200"/>
                </a:lnTo>
                <a:lnTo>
                  <a:pt x="12594" y="4247"/>
                </a:lnTo>
                <a:moveTo>
                  <a:pt x="12594" y="5268"/>
                </a:moveTo>
                <a:lnTo>
                  <a:pt x="13654" y="5268"/>
                </a:lnTo>
                <a:lnTo>
                  <a:pt x="13654" y="6274"/>
                </a:lnTo>
                <a:lnTo>
                  <a:pt x="12594" y="6274"/>
                </a:lnTo>
                <a:lnTo>
                  <a:pt x="12594" y="5268"/>
                </a:lnTo>
                <a:moveTo>
                  <a:pt x="12594" y="6342"/>
                </a:moveTo>
                <a:lnTo>
                  <a:pt x="13654" y="6342"/>
                </a:lnTo>
                <a:lnTo>
                  <a:pt x="13654" y="7296"/>
                </a:lnTo>
                <a:lnTo>
                  <a:pt x="12594" y="7296"/>
                </a:lnTo>
                <a:lnTo>
                  <a:pt x="12594" y="6342"/>
                </a:lnTo>
                <a:moveTo>
                  <a:pt x="12594" y="7364"/>
                </a:moveTo>
                <a:lnTo>
                  <a:pt x="13654" y="7364"/>
                </a:lnTo>
                <a:lnTo>
                  <a:pt x="13654" y="8369"/>
                </a:lnTo>
                <a:lnTo>
                  <a:pt x="12594" y="8369"/>
                </a:lnTo>
                <a:lnTo>
                  <a:pt x="12594" y="7364"/>
                </a:lnTo>
                <a:moveTo>
                  <a:pt x="12594" y="8438"/>
                </a:moveTo>
                <a:lnTo>
                  <a:pt x="13654" y="8438"/>
                </a:lnTo>
                <a:lnTo>
                  <a:pt x="13654" y="9391"/>
                </a:lnTo>
                <a:lnTo>
                  <a:pt x="12594" y="9391"/>
                </a:lnTo>
                <a:lnTo>
                  <a:pt x="12594" y="8438"/>
                </a:lnTo>
                <a:moveTo>
                  <a:pt x="12594" y="9459"/>
                </a:moveTo>
                <a:lnTo>
                  <a:pt x="13654" y="9459"/>
                </a:lnTo>
                <a:lnTo>
                  <a:pt x="13654" y="10465"/>
                </a:lnTo>
                <a:lnTo>
                  <a:pt x="12594" y="10465"/>
                </a:lnTo>
                <a:lnTo>
                  <a:pt x="12594" y="9459"/>
                </a:lnTo>
                <a:moveTo>
                  <a:pt x="12594" y="10533"/>
                </a:moveTo>
                <a:lnTo>
                  <a:pt x="13654" y="10533"/>
                </a:lnTo>
                <a:lnTo>
                  <a:pt x="13654" y="11487"/>
                </a:lnTo>
                <a:lnTo>
                  <a:pt x="12594" y="11487"/>
                </a:lnTo>
                <a:lnTo>
                  <a:pt x="12594" y="10533"/>
                </a:lnTo>
                <a:moveTo>
                  <a:pt x="12594" y="11556"/>
                </a:moveTo>
                <a:lnTo>
                  <a:pt x="13654" y="11556"/>
                </a:lnTo>
                <a:lnTo>
                  <a:pt x="13654" y="12561"/>
                </a:lnTo>
                <a:lnTo>
                  <a:pt x="12594" y="12561"/>
                </a:lnTo>
                <a:lnTo>
                  <a:pt x="12594" y="11556"/>
                </a:lnTo>
                <a:moveTo>
                  <a:pt x="12594" y="12630"/>
                </a:moveTo>
                <a:lnTo>
                  <a:pt x="13654" y="12630"/>
                </a:lnTo>
                <a:lnTo>
                  <a:pt x="13654" y="13583"/>
                </a:lnTo>
                <a:lnTo>
                  <a:pt x="12594" y="13583"/>
                </a:lnTo>
                <a:lnTo>
                  <a:pt x="12594" y="12630"/>
                </a:lnTo>
                <a:moveTo>
                  <a:pt x="12594" y="13651"/>
                </a:moveTo>
                <a:lnTo>
                  <a:pt x="13654" y="13651"/>
                </a:lnTo>
                <a:lnTo>
                  <a:pt x="13654" y="14657"/>
                </a:lnTo>
                <a:lnTo>
                  <a:pt x="12594" y="14657"/>
                </a:lnTo>
                <a:lnTo>
                  <a:pt x="12594" y="13651"/>
                </a:lnTo>
                <a:moveTo>
                  <a:pt x="12594" y="14726"/>
                </a:moveTo>
                <a:lnTo>
                  <a:pt x="13654" y="14726"/>
                </a:lnTo>
                <a:lnTo>
                  <a:pt x="13654" y="15680"/>
                </a:lnTo>
                <a:lnTo>
                  <a:pt x="12594" y="15680"/>
                </a:lnTo>
                <a:lnTo>
                  <a:pt x="12594" y="14726"/>
                </a:lnTo>
                <a:moveTo>
                  <a:pt x="11628" y="55"/>
                </a:moveTo>
                <a:lnTo>
                  <a:pt x="12526" y="55"/>
                </a:lnTo>
                <a:lnTo>
                  <a:pt x="12526" y="1007"/>
                </a:lnTo>
                <a:lnTo>
                  <a:pt x="11628" y="1007"/>
                </a:lnTo>
                <a:lnTo>
                  <a:pt x="11628" y="55"/>
                </a:lnTo>
                <a:moveTo>
                  <a:pt x="11628" y="1076"/>
                </a:moveTo>
                <a:lnTo>
                  <a:pt x="12526" y="1076"/>
                </a:lnTo>
                <a:lnTo>
                  <a:pt x="12526" y="2082"/>
                </a:lnTo>
                <a:lnTo>
                  <a:pt x="11628" y="2082"/>
                </a:lnTo>
                <a:lnTo>
                  <a:pt x="11628" y="1076"/>
                </a:lnTo>
                <a:moveTo>
                  <a:pt x="11628" y="2150"/>
                </a:moveTo>
                <a:lnTo>
                  <a:pt x="12526" y="2150"/>
                </a:lnTo>
                <a:lnTo>
                  <a:pt x="12526" y="3104"/>
                </a:lnTo>
                <a:lnTo>
                  <a:pt x="11628" y="3104"/>
                </a:lnTo>
                <a:lnTo>
                  <a:pt x="11628" y="2150"/>
                </a:lnTo>
                <a:moveTo>
                  <a:pt x="11628" y="3172"/>
                </a:moveTo>
                <a:lnTo>
                  <a:pt x="12526" y="3172"/>
                </a:lnTo>
                <a:lnTo>
                  <a:pt x="12526" y="4178"/>
                </a:lnTo>
                <a:lnTo>
                  <a:pt x="11628" y="4178"/>
                </a:lnTo>
                <a:lnTo>
                  <a:pt x="11628" y="3172"/>
                </a:lnTo>
                <a:moveTo>
                  <a:pt x="11628" y="4247"/>
                </a:moveTo>
                <a:lnTo>
                  <a:pt x="12526" y="4247"/>
                </a:lnTo>
                <a:lnTo>
                  <a:pt x="12526" y="5200"/>
                </a:lnTo>
                <a:lnTo>
                  <a:pt x="11628" y="5200"/>
                </a:lnTo>
                <a:lnTo>
                  <a:pt x="11628" y="4247"/>
                </a:lnTo>
                <a:moveTo>
                  <a:pt x="11628" y="5268"/>
                </a:moveTo>
                <a:lnTo>
                  <a:pt x="12526" y="5268"/>
                </a:lnTo>
                <a:lnTo>
                  <a:pt x="12526" y="6274"/>
                </a:lnTo>
                <a:lnTo>
                  <a:pt x="11628" y="6274"/>
                </a:lnTo>
                <a:lnTo>
                  <a:pt x="11628" y="5268"/>
                </a:lnTo>
                <a:moveTo>
                  <a:pt x="11628" y="6342"/>
                </a:moveTo>
                <a:lnTo>
                  <a:pt x="12526" y="6342"/>
                </a:lnTo>
                <a:lnTo>
                  <a:pt x="12526" y="7296"/>
                </a:lnTo>
                <a:lnTo>
                  <a:pt x="11628" y="7296"/>
                </a:lnTo>
                <a:lnTo>
                  <a:pt x="11628" y="6342"/>
                </a:lnTo>
                <a:moveTo>
                  <a:pt x="11628" y="7364"/>
                </a:moveTo>
                <a:lnTo>
                  <a:pt x="12526" y="7364"/>
                </a:lnTo>
                <a:lnTo>
                  <a:pt x="12526" y="8369"/>
                </a:lnTo>
                <a:lnTo>
                  <a:pt x="11628" y="8369"/>
                </a:lnTo>
                <a:lnTo>
                  <a:pt x="11628" y="7364"/>
                </a:lnTo>
                <a:moveTo>
                  <a:pt x="11628" y="8438"/>
                </a:moveTo>
                <a:lnTo>
                  <a:pt x="12526" y="8438"/>
                </a:lnTo>
                <a:lnTo>
                  <a:pt x="12526" y="9391"/>
                </a:lnTo>
                <a:lnTo>
                  <a:pt x="11628" y="9391"/>
                </a:lnTo>
                <a:lnTo>
                  <a:pt x="11628" y="8438"/>
                </a:lnTo>
                <a:moveTo>
                  <a:pt x="11628" y="9459"/>
                </a:moveTo>
                <a:lnTo>
                  <a:pt x="12526" y="9459"/>
                </a:lnTo>
                <a:lnTo>
                  <a:pt x="12526" y="10465"/>
                </a:lnTo>
                <a:lnTo>
                  <a:pt x="11628" y="10465"/>
                </a:lnTo>
                <a:lnTo>
                  <a:pt x="11628" y="9459"/>
                </a:lnTo>
                <a:moveTo>
                  <a:pt x="11628" y="10533"/>
                </a:moveTo>
                <a:lnTo>
                  <a:pt x="12526" y="10533"/>
                </a:lnTo>
                <a:lnTo>
                  <a:pt x="12526" y="11487"/>
                </a:lnTo>
                <a:lnTo>
                  <a:pt x="11628" y="11487"/>
                </a:lnTo>
                <a:lnTo>
                  <a:pt x="11628" y="10533"/>
                </a:lnTo>
                <a:moveTo>
                  <a:pt x="11628" y="11556"/>
                </a:moveTo>
                <a:lnTo>
                  <a:pt x="12526" y="11556"/>
                </a:lnTo>
                <a:lnTo>
                  <a:pt x="12526" y="12561"/>
                </a:lnTo>
                <a:lnTo>
                  <a:pt x="11628" y="12561"/>
                </a:lnTo>
                <a:lnTo>
                  <a:pt x="11628" y="11556"/>
                </a:lnTo>
                <a:moveTo>
                  <a:pt x="11628" y="12630"/>
                </a:moveTo>
                <a:lnTo>
                  <a:pt x="12526" y="12630"/>
                </a:lnTo>
                <a:lnTo>
                  <a:pt x="12526" y="13583"/>
                </a:lnTo>
                <a:lnTo>
                  <a:pt x="11628" y="13583"/>
                </a:lnTo>
                <a:lnTo>
                  <a:pt x="11628" y="12630"/>
                </a:lnTo>
                <a:moveTo>
                  <a:pt x="11628" y="13651"/>
                </a:moveTo>
                <a:lnTo>
                  <a:pt x="12526" y="13651"/>
                </a:lnTo>
                <a:lnTo>
                  <a:pt x="12526" y="14657"/>
                </a:lnTo>
                <a:lnTo>
                  <a:pt x="11628" y="14657"/>
                </a:lnTo>
                <a:lnTo>
                  <a:pt x="11628" y="13651"/>
                </a:lnTo>
                <a:moveTo>
                  <a:pt x="11628" y="14726"/>
                </a:moveTo>
                <a:lnTo>
                  <a:pt x="12526" y="14726"/>
                </a:lnTo>
                <a:lnTo>
                  <a:pt x="12526" y="15680"/>
                </a:lnTo>
                <a:lnTo>
                  <a:pt x="11628" y="15680"/>
                </a:lnTo>
                <a:lnTo>
                  <a:pt x="11628" y="14726"/>
                </a:lnTo>
                <a:moveTo>
                  <a:pt x="10500" y="55"/>
                </a:moveTo>
                <a:lnTo>
                  <a:pt x="11559" y="55"/>
                </a:lnTo>
                <a:lnTo>
                  <a:pt x="11559" y="1007"/>
                </a:lnTo>
                <a:lnTo>
                  <a:pt x="10500" y="1007"/>
                </a:lnTo>
                <a:lnTo>
                  <a:pt x="10500" y="55"/>
                </a:lnTo>
                <a:moveTo>
                  <a:pt x="10500" y="1076"/>
                </a:moveTo>
                <a:lnTo>
                  <a:pt x="11559" y="1076"/>
                </a:lnTo>
                <a:lnTo>
                  <a:pt x="11559" y="2082"/>
                </a:lnTo>
                <a:lnTo>
                  <a:pt x="10500" y="2082"/>
                </a:lnTo>
                <a:lnTo>
                  <a:pt x="10500" y="1076"/>
                </a:lnTo>
                <a:moveTo>
                  <a:pt x="10500" y="2150"/>
                </a:moveTo>
                <a:lnTo>
                  <a:pt x="11559" y="2150"/>
                </a:lnTo>
                <a:lnTo>
                  <a:pt x="11559" y="3104"/>
                </a:lnTo>
                <a:lnTo>
                  <a:pt x="10500" y="3104"/>
                </a:lnTo>
                <a:lnTo>
                  <a:pt x="10500" y="2150"/>
                </a:lnTo>
                <a:moveTo>
                  <a:pt x="10500" y="3172"/>
                </a:moveTo>
                <a:lnTo>
                  <a:pt x="11559" y="3172"/>
                </a:lnTo>
                <a:lnTo>
                  <a:pt x="11559" y="4178"/>
                </a:lnTo>
                <a:lnTo>
                  <a:pt x="10500" y="4178"/>
                </a:lnTo>
                <a:lnTo>
                  <a:pt x="10500" y="3172"/>
                </a:lnTo>
                <a:moveTo>
                  <a:pt x="10500" y="4247"/>
                </a:moveTo>
                <a:lnTo>
                  <a:pt x="11559" y="4247"/>
                </a:lnTo>
                <a:lnTo>
                  <a:pt x="11559" y="5200"/>
                </a:lnTo>
                <a:lnTo>
                  <a:pt x="10500" y="5200"/>
                </a:lnTo>
                <a:lnTo>
                  <a:pt x="10500" y="4247"/>
                </a:lnTo>
                <a:moveTo>
                  <a:pt x="10500" y="5268"/>
                </a:moveTo>
                <a:lnTo>
                  <a:pt x="11559" y="5268"/>
                </a:lnTo>
                <a:lnTo>
                  <a:pt x="11559" y="6274"/>
                </a:lnTo>
                <a:lnTo>
                  <a:pt x="10500" y="6274"/>
                </a:lnTo>
                <a:lnTo>
                  <a:pt x="10500" y="5268"/>
                </a:lnTo>
                <a:moveTo>
                  <a:pt x="10500" y="6342"/>
                </a:moveTo>
                <a:lnTo>
                  <a:pt x="11559" y="6342"/>
                </a:lnTo>
                <a:lnTo>
                  <a:pt x="11559" y="7296"/>
                </a:lnTo>
                <a:lnTo>
                  <a:pt x="10500" y="7296"/>
                </a:lnTo>
                <a:lnTo>
                  <a:pt x="10500" y="6342"/>
                </a:lnTo>
                <a:moveTo>
                  <a:pt x="10500" y="7364"/>
                </a:moveTo>
                <a:lnTo>
                  <a:pt x="11559" y="7364"/>
                </a:lnTo>
                <a:lnTo>
                  <a:pt x="11559" y="8369"/>
                </a:lnTo>
                <a:lnTo>
                  <a:pt x="10500" y="8369"/>
                </a:lnTo>
                <a:lnTo>
                  <a:pt x="10500" y="7364"/>
                </a:lnTo>
                <a:moveTo>
                  <a:pt x="10500" y="8438"/>
                </a:moveTo>
                <a:lnTo>
                  <a:pt x="11559" y="8438"/>
                </a:lnTo>
                <a:lnTo>
                  <a:pt x="11559" y="9391"/>
                </a:lnTo>
                <a:lnTo>
                  <a:pt x="10500" y="9391"/>
                </a:lnTo>
                <a:lnTo>
                  <a:pt x="10500" y="8438"/>
                </a:lnTo>
                <a:moveTo>
                  <a:pt x="10500" y="9459"/>
                </a:moveTo>
                <a:lnTo>
                  <a:pt x="11559" y="9459"/>
                </a:lnTo>
                <a:lnTo>
                  <a:pt x="11559" y="10465"/>
                </a:lnTo>
                <a:lnTo>
                  <a:pt x="10500" y="10465"/>
                </a:lnTo>
                <a:lnTo>
                  <a:pt x="10500" y="9459"/>
                </a:lnTo>
                <a:moveTo>
                  <a:pt x="10500" y="10533"/>
                </a:moveTo>
                <a:lnTo>
                  <a:pt x="11559" y="10533"/>
                </a:lnTo>
                <a:lnTo>
                  <a:pt x="11559" y="11487"/>
                </a:lnTo>
                <a:lnTo>
                  <a:pt x="10500" y="11487"/>
                </a:lnTo>
                <a:lnTo>
                  <a:pt x="10500" y="10533"/>
                </a:lnTo>
                <a:moveTo>
                  <a:pt x="10500" y="11556"/>
                </a:moveTo>
                <a:lnTo>
                  <a:pt x="11559" y="11556"/>
                </a:lnTo>
                <a:lnTo>
                  <a:pt x="11559" y="12561"/>
                </a:lnTo>
                <a:lnTo>
                  <a:pt x="10500" y="12561"/>
                </a:lnTo>
                <a:lnTo>
                  <a:pt x="10500" y="11556"/>
                </a:lnTo>
                <a:moveTo>
                  <a:pt x="10500" y="12630"/>
                </a:moveTo>
                <a:lnTo>
                  <a:pt x="11559" y="12630"/>
                </a:lnTo>
                <a:lnTo>
                  <a:pt x="11559" y="13583"/>
                </a:lnTo>
                <a:lnTo>
                  <a:pt x="10500" y="13583"/>
                </a:lnTo>
                <a:lnTo>
                  <a:pt x="10500" y="12630"/>
                </a:lnTo>
                <a:moveTo>
                  <a:pt x="10500" y="13651"/>
                </a:moveTo>
                <a:lnTo>
                  <a:pt x="11559" y="13651"/>
                </a:lnTo>
                <a:lnTo>
                  <a:pt x="11559" y="14657"/>
                </a:lnTo>
                <a:lnTo>
                  <a:pt x="10500" y="14657"/>
                </a:lnTo>
                <a:lnTo>
                  <a:pt x="10500" y="13651"/>
                </a:lnTo>
                <a:moveTo>
                  <a:pt x="10500" y="14726"/>
                </a:moveTo>
                <a:lnTo>
                  <a:pt x="11559" y="14726"/>
                </a:lnTo>
                <a:lnTo>
                  <a:pt x="11559" y="15680"/>
                </a:lnTo>
                <a:lnTo>
                  <a:pt x="10500" y="15680"/>
                </a:lnTo>
                <a:lnTo>
                  <a:pt x="10500" y="14726"/>
                </a:lnTo>
                <a:moveTo>
                  <a:pt x="9531" y="55"/>
                </a:moveTo>
                <a:lnTo>
                  <a:pt x="10430" y="55"/>
                </a:lnTo>
                <a:lnTo>
                  <a:pt x="10430" y="1007"/>
                </a:lnTo>
                <a:lnTo>
                  <a:pt x="9531" y="1007"/>
                </a:lnTo>
                <a:lnTo>
                  <a:pt x="9531" y="55"/>
                </a:lnTo>
                <a:moveTo>
                  <a:pt x="9531" y="1076"/>
                </a:moveTo>
                <a:lnTo>
                  <a:pt x="10430" y="1076"/>
                </a:lnTo>
                <a:lnTo>
                  <a:pt x="10430" y="2082"/>
                </a:lnTo>
                <a:lnTo>
                  <a:pt x="9531" y="2082"/>
                </a:lnTo>
                <a:lnTo>
                  <a:pt x="9531" y="1076"/>
                </a:lnTo>
                <a:moveTo>
                  <a:pt x="9531" y="2150"/>
                </a:moveTo>
                <a:lnTo>
                  <a:pt x="10430" y="2150"/>
                </a:lnTo>
                <a:lnTo>
                  <a:pt x="10430" y="3104"/>
                </a:lnTo>
                <a:lnTo>
                  <a:pt x="9531" y="3104"/>
                </a:lnTo>
                <a:lnTo>
                  <a:pt x="9531" y="2150"/>
                </a:lnTo>
                <a:moveTo>
                  <a:pt x="9531" y="3172"/>
                </a:moveTo>
                <a:lnTo>
                  <a:pt x="10430" y="3172"/>
                </a:lnTo>
                <a:lnTo>
                  <a:pt x="10430" y="4178"/>
                </a:lnTo>
                <a:lnTo>
                  <a:pt x="9531" y="4178"/>
                </a:lnTo>
                <a:lnTo>
                  <a:pt x="9531" y="3172"/>
                </a:lnTo>
                <a:moveTo>
                  <a:pt x="9531" y="4247"/>
                </a:moveTo>
                <a:lnTo>
                  <a:pt x="10430" y="4247"/>
                </a:lnTo>
                <a:lnTo>
                  <a:pt x="10430" y="5200"/>
                </a:lnTo>
                <a:lnTo>
                  <a:pt x="9531" y="5200"/>
                </a:lnTo>
                <a:lnTo>
                  <a:pt x="9531" y="4247"/>
                </a:lnTo>
                <a:moveTo>
                  <a:pt x="9531" y="5268"/>
                </a:moveTo>
                <a:lnTo>
                  <a:pt x="10430" y="5268"/>
                </a:lnTo>
                <a:lnTo>
                  <a:pt x="10430" y="6274"/>
                </a:lnTo>
                <a:lnTo>
                  <a:pt x="9531" y="6274"/>
                </a:lnTo>
                <a:lnTo>
                  <a:pt x="9531" y="5268"/>
                </a:lnTo>
                <a:moveTo>
                  <a:pt x="9531" y="6342"/>
                </a:moveTo>
                <a:lnTo>
                  <a:pt x="10430" y="6342"/>
                </a:lnTo>
                <a:lnTo>
                  <a:pt x="10430" y="7296"/>
                </a:lnTo>
                <a:lnTo>
                  <a:pt x="9531" y="7296"/>
                </a:lnTo>
                <a:lnTo>
                  <a:pt x="9531" y="6342"/>
                </a:lnTo>
                <a:moveTo>
                  <a:pt x="9531" y="7364"/>
                </a:moveTo>
                <a:lnTo>
                  <a:pt x="10430" y="7364"/>
                </a:lnTo>
                <a:lnTo>
                  <a:pt x="10430" y="8369"/>
                </a:lnTo>
                <a:lnTo>
                  <a:pt x="9531" y="8369"/>
                </a:lnTo>
                <a:lnTo>
                  <a:pt x="9531" y="7364"/>
                </a:lnTo>
                <a:moveTo>
                  <a:pt x="9531" y="8438"/>
                </a:moveTo>
                <a:lnTo>
                  <a:pt x="10430" y="8438"/>
                </a:lnTo>
                <a:lnTo>
                  <a:pt x="10430" y="9391"/>
                </a:lnTo>
                <a:lnTo>
                  <a:pt x="9531" y="9391"/>
                </a:lnTo>
                <a:lnTo>
                  <a:pt x="9531" y="8438"/>
                </a:lnTo>
                <a:moveTo>
                  <a:pt x="9531" y="9459"/>
                </a:moveTo>
                <a:lnTo>
                  <a:pt x="10430" y="9459"/>
                </a:lnTo>
                <a:lnTo>
                  <a:pt x="10430" y="10465"/>
                </a:lnTo>
                <a:lnTo>
                  <a:pt x="9531" y="10465"/>
                </a:lnTo>
                <a:lnTo>
                  <a:pt x="9531" y="9459"/>
                </a:lnTo>
                <a:moveTo>
                  <a:pt x="9531" y="10533"/>
                </a:moveTo>
                <a:lnTo>
                  <a:pt x="10430" y="10533"/>
                </a:lnTo>
                <a:lnTo>
                  <a:pt x="10430" y="11487"/>
                </a:lnTo>
                <a:lnTo>
                  <a:pt x="9531" y="11487"/>
                </a:lnTo>
                <a:lnTo>
                  <a:pt x="9531" y="10533"/>
                </a:lnTo>
                <a:moveTo>
                  <a:pt x="9531" y="11556"/>
                </a:moveTo>
                <a:lnTo>
                  <a:pt x="10430" y="11556"/>
                </a:lnTo>
                <a:lnTo>
                  <a:pt x="10430" y="12561"/>
                </a:lnTo>
                <a:lnTo>
                  <a:pt x="9531" y="12561"/>
                </a:lnTo>
                <a:lnTo>
                  <a:pt x="9531" y="11556"/>
                </a:lnTo>
                <a:moveTo>
                  <a:pt x="9531" y="12630"/>
                </a:moveTo>
                <a:lnTo>
                  <a:pt x="10430" y="12630"/>
                </a:lnTo>
                <a:lnTo>
                  <a:pt x="10430" y="13583"/>
                </a:lnTo>
                <a:lnTo>
                  <a:pt x="9531" y="13583"/>
                </a:lnTo>
                <a:lnTo>
                  <a:pt x="9531" y="12630"/>
                </a:lnTo>
                <a:moveTo>
                  <a:pt x="9531" y="13651"/>
                </a:moveTo>
                <a:lnTo>
                  <a:pt x="10430" y="13651"/>
                </a:lnTo>
                <a:lnTo>
                  <a:pt x="10430" y="14657"/>
                </a:lnTo>
                <a:lnTo>
                  <a:pt x="9531" y="14657"/>
                </a:lnTo>
                <a:lnTo>
                  <a:pt x="9531" y="13651"/>
                </a:lnTo>
                <a:moveTo>
                  <a:pt x="9531" y="14726"/>
                </a:moveTo>
                <a:lnTo>
                  <a:pt x="10430" y="14726"/>
                </a:lnTo>
                <a:lnTo>
                  <a:pt x="10430" y="15680"/>
                </a:lnTo>
                <a:lnTo>
                  <a:pt x="9531" y="15680"/>
                </a:lnTo>
                <a:lnTo>
                  <a:pt x="9531" y="14726"/>
                </a:lnTo>
                <a:moveTo>
                  <a:pt x="8403" y="55"/>
                </a:moveTo>
                <a:lnTo>
                  <a:pt x="9463" y="55"/>
                </a:lnTo>
                <a:lnTo>
                  <a:pt x="9463" y="1007"/>
                </a:lnTo>
                <a:lnTo>
                  <a:pt x="8403" y="1007"/>
                </a:lnTo>
                <a:lnTo>
                  <a:pt x="8403" y="55"/>
                </a:lnTo>
                <a:moveTo>
                  <a:pt x="8403" y="1076"/>
                </a:moveTo>
                <a:lnTo>
                  <a:pt x="9463" y="1076"/>
                </a:lnTo>
                <a:lnTo>
                  <a:pt x="9463" y="2082"/>
                </a:lnTo>
                <a:lnTo>
                  <a:pt x="8403" y="2082"/>
                </a:lnTo>
                <a:lnTo>
                  <a:pt x="8403" y="1076"/>
                </a:lnTo>
                <a:moveTo>
                  <a:pt x="8403" y="2150"/>
                </a:moveTo>
                <a:lnTo>
                  <a:pt x="9463" y="2150"/>
                </a:lnTo>
                <a:lnTo>
                  <a:pt x="9463" y="3104"/>
                </a:lnTo>
                <a:lnTo>
                  <a:pt x="8403" y="3104"/>
                </a:lnTo>
                <a:lnTo>
                  <a:pt x="8403" y="2150"/>
                </a:lnTo>
                <a:moveTo>
                  <a:pt x="8403" y="3172"/>
                </a:moveTo>
                <a:lnTo>
                  <a:pt x="9463" y="3172"/>
                </a:lnTo>
                <a:lnTo>
                  <a:pt x="9463" y="4178"/>
                </a:lnTo>
                <a:lnTo>
                  <a:pt x="8403" y="4178"/>
                </a:lnTo>
                <a:lnTo>
                  <a:pt x="8403" y="3172"/>
                </a:lnTo>
                <a:moveTo>
                  <a:pt x="8403" y="4247"/>
                </a:moveTo>
                <a:lnTo>
                  <a:pt x="9463" y="4247"/>
                </a:lnTo>
                <a:lnTo>
                  <a:pt x="9463" y="5200"/>
                </a:lnTo>
                <a:lnTo>
                  <a:pt x="8403" y="5200"/>
                </a:lnTo>
                <a:lnTo>
                  <a:pt x="8403" y="4247"/>
                </a:lnTo>
                <a:moveTo>
                  <a:pt x="8403" y="5268"/>
                </a:moveTo>
                <a:lnTo>
                  <a:pt x="9463" y="5268"/>
                </a:lnTo>
                <a:lnTo>
                  <a:pt x="9463" y="6274"/>
                </a:lnTo>
                <a:lnTo>
                  <a:pt x="8403" y="6274"/>
                </a:lnTo>
                <a:lnTo>
                  <a:pt x="8403" y="5268"/>
                </a:lnTo>
                <a:moveTo>
                  <a:pt x="8403" y="6342"/>
                </a:moveTo>
                <a:lnTo>
                  <a:pt x="9463" y="6342"/>
                </a:lnTo>
                <a:lnTo>
                  <a:pt x="9463" y="7296"/>
                </a:lnTo>
                <a:lnTo>
                  <a:pt x="8403" y="7296"/>
                </a:lnTo>
                <a:lnTo>
                  <a:pt x="8403" y="6342"/>
                </a:lnTo>
                <a:moveTo>
                  <a:pt x="8403" y="7364"/>
                </a:moveTo>
                <a:lnTo>
                  <a:pt x="9463" y="7364"/>
                </a:lnTo>
                <a:lnTo>
                  <a:pt x="9463" y="8369"/>
                </a:lnTo>
                <a:lnTo>
                  <a:pt x="8403" y="8369"/>
                </a:lnTo>
                <a:lnTo>
                  <a:pt x="8403" y="7364"/>
                </a:lnTo>
                <a:moveTo>
                  <a:pt x="8403" y="8438"/>
                </a:moveTo>
                <a:lnTo>
                  <a:pt x="9463" y="8438"/>
                </a:lnTo>
                <a:lnTo>
                  <a:pt x="9463" y="9391"/>
                </a:lnTo>
                <a:lnTo>
                  <a:pt x="8403" y="9391"/>
                </a:lnTo>
                <a:lnTo>
                  <a:pt x="8403" y="8438"/>
                </a:lnTo>
                <a:moveTo>
                  <a:pt x="8403" y="9459"/>
                </a:moveTo>
                <a:lnTo>
                  <a:pt x="9463" y="9459"/>
                </a:lnTo>
                <a:lnTo>
                  <a:pt x="9463" y="10465"/>
                </a:lnTo>
                <a:lnTo>
                  <a:pt x="8403" y="10465"/>
                </a:lnTo>
                <a:lnTo>
                  <a:pt x="8403" y="9459"/>
                </a:lnTo>
                <a:moveTo>
                  <a:pt x="8403" y="10533"/>
                </a:moveTo>
                <a:lnTo>
                  <a:pt x="9463" y="10533"/>
                </a:lnTo>
                <a:lnTo>
                  <a:pt x="9463" y="11487"/>
                </a:lnTo>
                <a:lnTo>
                  <a:pt x="8403" y="11487"/>
                </a:lnTo>
                <a:lnTo>
                  <a:pt x="8403" y="10533"/>
                </a:lnTo>
                <a:moveTo>
                  <a:pt x="8403" y="11556"/>
                </a:moveTo>
                <a:lnTo>
                  <a:pt x="9463" y="11556"/>
                </a:lnTo>
                <a:lnTo>
                  <a:pt x="9463" y="12561"/>
                </a:lnTo>
                <a:lnTo>
                  <a:pt x="8403" y="12561"/>
                </a:lnTo>
                <a:lnTo>
                  <a:pt x="8403" y="11556"/>
                </a:lnTo>
                <a:moveTo>
                  <a:pt x="8403" y="12630"/>
                </a:moveTo>
                <a:lnTo>
                  <a:pt x="9463" y="12630"/>
                </a:lnTo>
                <a:lnTo>
                  <a:pt x="9463" y="13583"/>
                </a:lnTo>
                <a:lnTo>
                  <a:pt x="8403" y="13583"/>
                </a:lnTo>
                <a:lnTo>
                  <a:pt x="8403" y="12630"/>
                </a:lnTo>
                <a:moveTo>
                  <a:pt x="8403" y="13651"/>
                </a:moveTo>
                <a:lnTo>
                  <a:pt x="9463" y="13651"/>
                </a:lnTo>
                <a:lnTo>
                  <a:pt x="9463" y="14657"/>
                </a:lnTo>
                <a:lnTo>
                  <a:pt x="8403" y="14657"/>
                </a:lnTo>
                <a:lnTo>
                  <a:pt x="8403" y="13651"/>
                </a:lnTo>
                <a:moveTo>
                  <a:pt x="8403" y="14726"/>
                </a:moveTo>
                <a:lnTo>
                  <a:pt x="9463" y="14726"/>
                </a:lnTo>
                <a:lnTo>
                  <a:pt x="9463" y="15680"/>
                </a:lnTo>
                <a:lnTo>
                  <a:pt x="8403" y="15680"/>
                </a:lnTo>
                <a:lnTo>
                  <a:pt x="8403" y="14726"/>
                </a:lnTo>
                <a:moveTo>
                  <a:pt x="7436" y="55"/>
                </a:moveTo>
                <a:lnTo>
                  <a:pt x="8335" y="55"/>
                </a:lnTo>
                <a:lnTo>
                  <a:pt x="8335" y="1007"/>
                </a:lnTo>
                <a:lnTo>
                  <a:pt x="7436" y="1007"/>
                </a:lnTo>
                <a:lnTo>
                  <a:pt x="7436" y="55"/>
                </a:lnTo>
                <a:moveTo>
                  <a:pt x="7436" y="1076"/>
                </a:moveTo>
                <a:lnTo>
                  <a:pt x="8335" y="1076"/>
                </a:lnTo>
                <a:lnTo>
                  <a:pt x="8335" y="2082"/>
                </a:lnTo>
                <a:lnTo>
                  <a:pt x="7436" y="2082"/>
                </a:lnTo>
                <a:lnTo>
                  <a:pt x="7436" y="1076"/>
                </a:lnTo>
                <a:moveTo>
                  <a:pt x="7436" y="2150"/>
                </a:moveTo>
                <a:lnTo>
                  <a:pt x="8335" y="2150"/>
                </a:lnTo>
                <a:lnTo>
                  <a:pt x="8335" y="3104"/>
                </a:lnTo>
                <a:lnTo>
                  <a:pt x="7436" y="3104"/>
                </a:lnTo>
                <a:lnTo>
                  <a:pt x="7436" y="2150"/>
                </a:lnTo>
                <a:moveTo>
                  <a:pt x="7436" y="3172"/>
                </a:moveTo>
                <a:lnTo>
                  <a:pt x="8335" y="3172"/>
                </a:lnTo>
                <a:lnTo>
                  <a:pt x="8335" y="4178"/>
                </a:lnTo>
                <a:lnTo>
                  <a:pt x="7436" y="4178"/>
                </a:lnTo>
                <a:lnTo>
                  <a:pt x="7436" y="3172"/>
                </a:lnTo>
                <a:moveTo>
                  <a:pt x="7436" y="4247"/>
                </a:moveTo>
                <a:lnTo>
                  <a:pt x="8335" y="4247"/>
                </a:lnTo>
                <a:lnTo>
                  <a:pt x="8335" y="5200"/>
                </a:lnTo>
                <a:lnTo>
                  <a:pt x="7436" y="5200"/>
                </a:lnTo>
                <a:lnTo>
                  <a:pt x="7436" y="4247"/>
                </a:lnTo>
                <a:moveTo>
                  <a:pt x="7436" y="5268"/>
                </a:moveTo>
                <a:lnTo>
                  <a:pt x="8335" y="5268"/>
                </a:lnTo>
                <a:lnTo>
                  <a:pt x="8335" y="6274"/>
                </a:lnTo>
                <a:lnTo>
                  <a:pt x="7436" y="6274"/>
                </a:lnTo>
                <a:lnTo>
                  <a:pt x="7436" y="5268"/>
                </a:lnTo>
                <a:moveTo>
                  <a:pt x="7436" y="6342"/>
                </a:moveTo>
                <a:lnTo>
                  <a:pt x="8335" y="6342"/>
                </a:lnTo>
                <a:lnTo>
                  <a:pt x="8335" y="7296"/>
                </a:lnTo>
                <a:lnTo>
                  <a:pt x="7436" y="7296"/>
                </a:lnTo>
                <a:lnTo>
                  <a:pt x="7436" y="6342"/>
                </a:lnTo>
                <a:moveTo>
                  <a:pt x="7436" y="7364"/>
                </a:moveTo>
                <a:lnTo>
                  <a:pt x="8335" y="7364"/>
                </a:lnTo>
                <a:lnTo>
                  <a:pt x="8335" y="8369"/>
                </a:lnTo>
                <a:lnTo>
                  <a:pt x="7436" y="8369"/>
                </a:lnTo>
                <a:lnTo>
                  <a:pt x="7436" y="7364"/>
                </a:lnTo>
                <a:moveTo>
                  <a:pt x="7436" y="8438"/>
                </a:moveTo>
                <a:lnTo>
                  <a:pt x="8335" y="8438"/>
                </a:lnTo>
                <a:lnTo>
                  <a:pt x="8335" y="9391"/>
                </a:lnTo>
                <a:lnTo>
                  <a:pt x="7436" y="9391"/>
                </a:lnTo>
                <a:lnTo>
                  <a:pt x="7436" y="8438"/>
                </a:lnTo>
                <a:moveTo>
                  <a:pt x="7436" y="9459"/>
                </a:moveTo>
                <a:lnTo>
                  <a:pt x="8335" y="9459"/>
                </a:lnTo>
                <a:lnTo>
                  <a:pt x="8335" y="10465"/>
                </a:lnTo>
                <a:lnTo>
                  <a:pt x="7436" y="10465"/>
                </a:lnTo>
                <a:lnTo>
                  <a:pt x="7436" y="9459"/>
                </a:lnTo>
                <a:moveTo>
                  <a:pt x="7436" y="10533"/>
                </a:moveTo>
                <a:lnTo>
                  <a:pt x="8335" y="10533"/>
                </a:lnTo>
                <a:lnTo>
                  <a:pt x="8335" y="11487"/>
                </a:lnTo>
                <a:lnTo>
                  <a:pt x="7436" y="11487"/>
                </a:lnTo>
                <a:lnTo>
                  <a:pt x="7436" y="10533"/>
                </a:lnTo>
                <a:moveTo>
                  <a:pt x="7436" y="11556"/>
                </a:moveTo>
                <a:lnTo>
                  <a:pt x="8335" y="11556"/>
                </a:lnTo>
                <a:lnTo>
                  <a:pt x="8335" y="12561"/>
                </a:lnTo>
                <a:lnTo>
                  <a:pt x="7436" y="12561"/>
                </a:lnTo>
                <a:lnTo>
                  <a:pt x="7436" y="11556"/>
                </a:lnTo>
                <a:moveTo>
                  <a:pt x="7436" y="12630"/>
                </a:moveTo>
                <a:lnTo>
                  <a:pt x="8335" y="12630"/>
                </a:lnTo>
                <a:lnTo>
                  <a:pt x="8335" y="13583"/>
                </a:lnTo>
                <a:lnTo>
                  <a:pt x="7436" y="13583"/>
                </a:lnTo>
                <a:lnTo>
                  <a:pt x="7436" y="12630"/>
                </a:lnTo>
                <a:moveTo>
                  <a:pt x="7436" y="13651"/>
                </a:moveTo>
                <a:lnTo>
                  <a:pt x="8335" y="13651"/>
                </a:lnTo>
                <a:lnTo>
                  <a:pt x="8335" y="14657"/>
                </a:lnTo>
                <a:lnTo>
                  <a:pt x="7436" y="14657"/>
                </a:lnTo>
                <a:lnTo>
                  <a:pt x="7436" y="13651"/>
                </a:lnTo>
                <a:moveTo>
                  <a:pt x="7436" y="14726"/>
                </a:moveTo>
                <a:lnTo>
                  <a:pt x="8335" y="14726"/>
                </a:lnTo>
                <a:lnTo>
                  <a:pt x="8335" y="15680"/>
                </a:lnTo>
                <a:lnTo>
                  <a:pt x="7436" y="15680"/>
                </a:lnTo>
                <a:lnTo>
                  <a:pt x="7436" y="14726"/>
                </a:lnTo>
                <a:moveTo>
                  <a:pt x="6308" y="55"/>
                </a:moveTo>
                <a:lnTo>
                  <a:pt x="7366" y="55"/>
                </a:lnTo>
                <a:lnTo>
                  <a:pt x="7366" y="1007"/>
                </a:lnTo>
                <a:lnTo>
                  <a:pt x="6308" y="1007"/>
                </a:lnTo>
                <a:lnTo>
                  <a:pt x="6308" y="55"/>
                </a:lnTo>
                <a:moveTo>
                  <a:pt x="6308" y="1076"/>
                </a:moveTo>
                <a:lnTo>
                  <a:pt x="7366" y="1076"/>
                </a:lnTo>
                <a:lnTo>
                  <a:pt x="7366" y="2082"/>
                </a:lnTo>
                <a:lnTo>
                  <a:pt x="6308" y="2082"/>
                </a:lnTo>
                <a:lnTo>
                  <a:pt x="6308" y="1076"/>
                </a:lnTo>
                <a:moveTo>
                  <a:pt x="6308" y="2150"/>
                </a:moveTo>
                <a:lnTo>
                  <a:pt x="7366" y="2150"/>
                </a:lnTo>
                <a:lnTo>
                  <a:pt x="7366" y="3104"/>
                </a:lnTo>
                <a:lnTo>
                  <a:pt x="6308" y="3104"/>
                </a:lnTo>
                <a:lnTo>
                  <a:pt x="6308" y="2150"/>
                </a:lnTo>
                <a:moveTo>
                  <a:pt x="6308" y="3172"/>
                </a:moveTo>
                <a:lnTo>
                  <a:pt x="7366" y="3172"/>
                </a:lnTo>
                <a:lnTo>
                  <a:pt x="7366" y="4178"/>
                </a:lnTo>
                <a:lnTo>
                  <a:pt x="6308" y="4178"/>
                </a:lnTo>
                <a:lnTo>
                  <a:pt x="6308" y="3172"/>
                </a:lnTo>
                <a:moveTo>
                  <a:pt x="6308" y="4247"/>
                </a:moveTo>
                <a:lnTo>
                  <a:pt x="7366" y="4247"/>
                </a:lnTo>
                <a:lnTo>
                  <a:pt x="7366" y="5200"/>
                </a:lnTo>
                <a:lnTo>
                  <a:pt x="6308" y="5200"/>
                </a:lnTo>
                <a:lnTo>
                  <a:pt x="6308" y="4247"/>
                </a:lnTo>
                <a:moveTo>
                  <a:pt x="6308" y="5268"/>
                </a:moveTo>
                <a:lnTo>
                  <a:pt x="7366" y="5268"/>
                </a:lnTo>
                <a:lnTo>
                  <a:pt x="7366" y="6274"/>
                </a:lnTo>
                <a:lnTo>
                  <a:pt x="6308" y="6274"/>
                </a:lnTo>
                <a:lnTo>
                  <a:pt x="6308" y="5268"/>
                </a:lnTo>
                <a:moveTo>
                  <a:pt x="6308" y="6342"/>
                </a:moveTo>
                <a:lnTo>
                  <a:pt x="7366" y="6342"/>
                </a:lnTo>
                <a:lnTo>
                  <a:pt x="7366" y="7296"/>
                </a:lnTo>
                <a:lnTo>
                  <a:pt x="6308" y="7296"/>
                </a:lnTo>
                <a:lnTo>
                  <a:pt x="6308" y="6342"/>
                </a:lnTo>
                <a:moveTo>
                  <a:pt x="6308" y="7364"/>
                </a:moveTo>
                <a:lnTo>
                  <a:pt x="7366" y="7364"/>
                </a:lnTo>
                <a:lnTo>
                  <a:pt x="7366" y="8369"/>
                </a:lnTo>
                <a:lnTo>
                  <a:pt x="6308" y="8369"/>
                </a:lnTo>
                <a:lnTo>
                  <a:pt x="6308" y="7364"/>
                </a:lnTo>
                <a:moveTo>
                  <a:pt x="6308" y="8438"/>
                </a:moveTo>
                <a:lnTo>
                  <a:pt x="7366" y="8438"/>
                </a:lnTo>
                <a:lnTo>
                  <a:pt x="7366" y="9391"/>
                </a:lnTo>
                <a:lnTo>
                  <a:pt x="6308" y="9391"/>
                </a:lnTo>
                <a:lnTo>
                  <a:pt x="6308" y="8438"/>
                </a:lnTo>
                <a:moveTo>
                  <a:pt x="6308" y="9459"/>
                </a:moveTo>
                <a:lnTo>
                  <a:pt x="7366" y="9459"/>
                </a:lnTo>
                <a:lnTo>
                  <a:pt x="7366" y="10465"/>
                </a:lnTo>
                <a:lnTo>
                  <a:pt x="6308" y="10465"/>
                </a:lnTo>
                <a:lnTo>
                  <a:pt x="6308" y="9459"/>
                </a:lnTo>
                <a:moveTo>
                  <a:pt x="6308" y="10533"/>
                </a:moveTo>
                <a:lnTo>
                  <a:pt x="7366" y="10533"/>
                </a:lnTo>
                <a:lnTo>
                  <a:pt x="7366" y="11487"/>
                </a:lnTo>
                <a:lnTo>
                  <a:pt x="6308" y="11487"/>
                </a:lnTo>
                <a:lnTo>
                  <a:pt x="6308" y="10533"/>
                </a:lnTo>
                <a:moveTo>
                  <a:pt x="6308" y="11556"/>
                </a:moveTo>
                <a:lnTo>
                  <a:pt x="7366" y="11556"/>
                </a:lnTo>
                <a:lnTo>
                  <a:pt x="7366" y="12561"/>
                </a:lnTo>
                <a:lnTo>
                  <a:pt x="6308" y="12561"/>
                </a:lnTo>
                <a:lnTo>
                  <a:pt x="6308" y="11556"/>
                </a:lnTo>
                <a:moveTo>
                  <a:pt x="6308" y="12630"/>
                </a:moveTo>
                <a:lnTo>
                  <a:pt x="7366" y="12630"/>
                </a:lnTo>
                <a:lnTo>
                  <a:pt x="7366" y="13583"/>
                </a:lnTo>
                <a:lnTo>
                  <a:pt x="6308" y="13583"/>
                </a:lnTo>
                <a:lnTo>
                  <a:pt x="6308" y="12630"/>
                </a:lnTo>
                <a:moveTo>
                  <a:pt x="6308" y="13651"/>
                </a:moveTo>
                <a:lnTo>
                  <a:pt x="7366" y="13651"/>
                </a:lnTo>
                <a:lnTo>
                  <a:pt x="7366" y="14657"/>
                </a:lnTo>
                <a:lnTo>
                  <a:pt x="6308" y="14657"/>
                </a:lnTo>
                <a:lnTo>
                  <a:pt x="6308" y="13651"/>
                </a:lnTo>
                <a:moveTo>
                  <a:pt x="6308" y="14726"/>
                </a:moveTo>
                <a:lnTo>
                  <a:pt x="7366" y="14726"/>
                </a:lnTo>
                <a:lnTo>
                  <a:pt x="7366" y="15680"/>
                </a:lnTo>
                <a:lnTo>
                  <a:pt x="6308" y="15680"/>
                </a:lnTo>
                <a:lnTo>
                  <a:pt x="6308" y="14726"/>
                </a:lnTo>
                <a:moveTo>
                  <a:pt x="5339" y="55"/>
                </a:moveTo>
                <a:lnTo>
                  <a:pt x="6238" y="55"/>
                </a:lnTo>
                <a:lnTo>
                  <a:pt x="6238" y="1007"/>
                </a:lnTo>
                <a:lnTo>
                  <a:pt x="5339" y="1007"/>
                </a:lnTo>
                <a:lnTo>
                  <a:pt x="5339" y="55"/>
                </a:lnTo>
                <a:moveTo>
                  <a:pt x="5339" y="1076"/>
                </a:moveTo>
                <a:lnTo>
                  <a:pt x="6238" y="1076"/>
                </a:lnTo>
                <a:lnTo>
                  <a:pt x="6238" y="2082"/>
                </a:lnTo>
                <a:lnTo>
                  <a:pt x="5339" y="2082"/>
                </a:lnTo>
                <a:lnTo>
                  <a:pt x="5339" y="1076"/>
                </a:lnTo>
                <a:moveTo>
                  <a:pt x="5339" y="2150"/>
                </a:moveTo>
                <a:lnTo>
                  <a:pt x="6238" y="2150"/>
                </a:lnTo>
                <a:lnTo>
                  <a:pt x="6238" y="3104"/>
                </a:lnTo>
                <a:lnTo>
                  <a:pt x="5339" y="3104"/>
                </a:lnTo>
                <a:lnTo>
                  <a:pt x="5339" y="2150"/>
                </a:lnTo>
                <a:moveTo>
                  <a:pt x="5339" y="3172"/>
                </a:moveTo>
                <a:lnTo>
                  <a:pt x="6238" y="3172"/>
                </a:lnTo>
                <a:lnTo>
                  <a:pt x="6238" y="4178"/>
                </a:lnTo>
                <a:lnTo>
                  <a:pt x="5339" y="4178"/>
                </a:lnTo>
                <a:lnTo>
                  <a:pt x="5339" y="3172"/>
                </a:lnTo>
                <a:moveTo>
                  <a:pt x="5339" y="4247"/>
                </a:moveTo>
                <a:lnTo>
                  <a:pt x="6238" y="4247"/>
                </a:lnTo>
                <a:lnTo>
                  <a:pt x="6238" y="5200"/>
                </a:lnTo>
                <a:lnTo>
                  <a:pt x="5339" y="5200"/>
                </a:lnTo>
                <a:lnTo>
                  <a:pt x="5339" y="4247"/>
                </a:lnTo>
                <a:moveTo>
                  <a:pt x="5339" y="5268"/>
                </a:moveTo>
                <a:lnTo>
                  <a:pt x="6238" y="5268"/>
                </a:lnTo>
                <a:lnTo>
                  <a:pt x="6238" y="6274"/>
                </a:lnTo>
                <a:lnTo>
                  <a:pt x="5339" y="6274"/>
                </a:lnTo>
                <a:lnTo>
                  <a:pt x="5339" y="5268"/>
                </a:lnTo>
                <a:moveTo>
                  <a:pt x="5339" y="6342"/>
                </a:moveTo>
                <a:lnTo>
                  <a:pt x="6238" y="6342"/>
                </a:lnTo>
                <a:lnTo>
                  <a:pt x="6238" y="7296"/>
                </a:lnTo>
                <a:lnTo>
                  <a:pt x="5339" y="7296"/>
                </a:lnTo>
                <a:lnTo>
                  <a:pt x="5339" y="6342"/>
                </a:lnTo>
                <a:moveTo>
                  <a:pt x="5339" y="7364"/>
                </a:moveTo>
                <a:lnTo>
                  <a:pt x="6238" y="7364"/>
                </a:lnTo>
                <a:lnTo>
                  <a:pt x="6238" y="8369"/>
                </a:lnTo>
                <a:lnTo>
                  <a:pt x="5339" y="8369"/>
                </a:lnTo>
                <a:lnTo>
                  <a:pt x="5339" y="7364"/>
                </a:lnTo>
                <a:moveTo>
                  <a:pt x="5339" y="8438"/>
                </a:moveTo>
                <a:lnTo>
                  <a:pt x="6238" y="8438"/>
                </a:lnTo>
                <a:lnTo>
                  <a:pt x="6238" y="9391"/>
                </a:lnTo>
                <a:lnTo>
                  <a:pt x="5339" y="9391"/>
                </a:lnTo>
                <a:lnTo>
                  <a:pt x="5339" y="8438"/>
                </a:lnTo>
                <a:moveTo>
                  <a:pt x="5339" y="9459"/>
                </a:moveTo>
                <a:lnTo>
                  <a:pt x="6238" y="9459"/>
                </a:lnTo>
                <a:lnTo>
                  <a:pt x="6238" y="10465"/>
                </a:lnTo>
                <a:lnTo>
                  <a:pt x="5339" y="10465"/>
                </a:lnTo>
                <a:lnTo>
                  <a:pt x="5339" y="9459"/>
                </a:lnTo>
                <a:moveTo>
                  <a:pt x="5339" y="10533"/>
                </a:moveTo>
                <a:lnTo>
                  <a:pt x="6238" y="10533"/>
                </a:lnTo>
                <a:lnTo>
                  <a:pt x="6238" y="11487"/>
                </a:lnTo>
                <a:lnTo>
                  <a:pt x="5339" y="11487"/>
                </a:lnTo>
                <a:lnTo>
                  <a:pt x="5339" y="10533"/>
                </a:lnTo>
                <a:moveTo>
                  <a:pt x="5339" y="11556"/>
                </a:moveTo>
                <a:lnTo>
                  <a:pt x="6238" y="11556"/>
                </a:lnTo>
                <a:lnTo>
                  <a:pt x="6238" y="12561"/>
                </a:lnTo>
                <a:lnTo>
                  <a:pt x="5339" y="12561"/>
                </a:lnTo>
                <a:lnTo>
                  <a:pt x="5339" y="11556"/>
                </a:lnTo>
                <a:moveTo>
                  <a:pt x="5339" y="12630"/>
                </a:moveTo>
                <a:lnTo>
                  <a:pt x="6238" y="12630"/>
                </a:lnTo>
                <a:lnTo>
                  <a:pt x="6238" y="13583"/>
                </a:lnTo>
                <a:lnTo>
                  <a:pt x="5339" y="13583"/>
                </a:lnTo>
                <a:lnTo>
                  <a:pt x="5339" y="12630"/>
                </a:lnTo>
                <a:moveTo>
                  <a:pt x="5339" y="13651"/>
                </a:moveTo>
                <a:lnTo>
                  <a:pt x="6238" y="13651"/>
                </a:lnTo>
                <a:lnTo>
                  <a:pt x="6238" y="14657"/>
                </a:lnTo>
                <a:lnTo>
                  <a:pt x="5339" y="14657"/>
                </a:lnTo>
                <a:lnTo>
                  <a:pt x="5339" y="13651"/>
                </a:lnTo>
                <a:moveTo>
                  <a:pt x="5339" y="14726"/>
                </a:moveTo>
                <a:lnTo>
                  <a:pt x="6238" y="14726"/>
                </a:lnTo>
                <a:lnTo>
                  <a:pt x="6238" y="15680"/>
                </a:lnTo>
                <a:lnTo>
                  <a:pt x="5339" y="15680"/>
                </a:lnTo>
                <a:lnTo>
                  <a:pt x="5339" y="14726"/>
                </a:lnTo>
                <a:moveTo>
                  <a:pt x="4211" y="55"/>
                </a:moveTo>
                <a:lnTo>
                  <a:pt x="5271" y="55"/>
                </a:lnTo>
                <a:lnTo>
                  <a:pt x="5271" y="1007"/>
                </a:lnTo>
                <a:lnTo>
                  <a:pt x="4211" y="1007"/>
                </a:lnTo>
                <a:lnTo>
                  <a:pt x="4211" y="55"/>
                </a:lnTo>
                <a:moveTo>
                  <a:pt x="4211" y="1076"/>
                </a:moveTo>
                <a:lnTo>
                  <a:pt x="5271" y="1076"/>
                </a:lnTo>
                <a:lnTo>
                  <a:pt x="5271" y="2082"/>
                </a:lnTo>
                <a:lnTo>
                  <a:pt x="4211" y="2082"/>
                </a:lnTo>
                <a:lnTo>
                  <a:pt x="4211" y="1076"/>
                </a:lnTo>
                <a:moveTo>
                  <a:pt x="4211" y="2150"/>
                </a:moveTo>
                <a:lnTo>
                  <a:pt x="5271" y="2150"/>
                </a:lnTo>
                <a:lnTo>
                  <a:pt x="5271" y="3104"/>
                </a:lnTo>
                <a:lnTo>
                  <a:pt x="4211" y="3104"/>
                </a:lnTo>
                <a:lnTo>
                  <a:pt x="4211" y="2150"/>
                </a:lnTo>
                <a:moveTo>
                  <a:pt x="4211" y="3172"/>
                </a:moveTo>
                <a:lnTo>
                  <a:pt x="5271" y="3172"/>
                </a:lnTo>
                <a:lnTo>
                  <a:pt x="5271" y="4178"/>
                </a:lnTo>
                <a:lnTo>
                  <a:pt x="4211" y="4178"/>
                </a:lnTo>
                <a:lnTo>
                  <a:pt x="4211" y="3172"/>
                </a:lnTo>
                <a:moveTo>
                  <a:pt x="4211" y="4247"/>
                </a:moveTo>
                <a:lnTo>
                  <a:pt x="5271" y="4247"/>
                </a:lnTo>
                <a:lnTo>
                  <a:pt x="5271" y="5200"/>
                </a:lnTo>
                <a:lnTo>
                  <a:pt x="4211" y="5200"/>
                </a:lnTo>
                <a:lnTo>
                  <a:pt x="4211" y="4247"/>
                </a:lnTo>
                <a:moveTo>
                  <a:pt x="4211" y="5268"/>
                </a:moveTo>
                <a:lnTo>
                  <a:pt x="5271" y="5268"/>
                </a:lnTo>
                <a:lnTo>
                  <a:pt x="5271" y="6274"/>
                </a:lnTo>
                <a:lnTo>
                  <a:pt x="4211" y="6274"/>
                </a:lnTo>
                <a:lnTo>
                  <a:pt x="4211" y="5268"/>
                </a:lnTo>
                <a:moveTo>
                  <a:pt x="4211" y="6342"/>
                </a:moveTo>
                <a:lnTo>
                  <a:pt x="5271" y="6342"/>
                </a:lnTo>
                <a:lnTo>
                  <a:pt x="5271" y="7296"/>
                </a:lnTo>
                <a:lnTo>
                  <a:pt x="4211" y="7296"/>
                </a:lnTo>
                <a:lnTo>
                  <a:pt x="4211" y="6342"/>
                </a:lnTo>
                <a:moveTo>
                  <a:pt x="4211" y="7364"/>
                </a:moveTo>
                <a:lnTo>
                  <a:pt x="5271" y="7364"/>
                </a:lnTo>
                <a:lnTo>
                  <a:pt x="5271" y="8369"/>
                </a:lnTo>
                <a:lnTo>
                  <a:pt x="4211" y="8369"/>
                </a:lnTo>
                <a:lnTo>
                  <a:pt x="4211" y="7364"/>
                </a:lnTo>
                <a:moveTo>
                  <a:pt x="4211" y="8438"/>
                </a:moveTo>
                <a:lnTo>
                  <a:pt x="5271" y="8438"/>
                </a:lnTo>
                <a:lnTo>
                  <a:pt x="5271" y="9391"/>
                </a:lnTo>
                <a:lnTo>
                  <a:pt x="4211" y="9391"/>
                </a:lnTo>
                <a:lnTo>
                  <a:pt x="4211" y="8438"/>
                </a:lnTo>
                <a:moveTo>
                  <a:pt x="4211" y="9459"/>
                </a:moveTo>
                <a:lnTo>
                  <a:pt x="5271" y="9459"/>
                </a:lnTo>
                <a:lnTo>
                  <a:pt x="5271" y="10465"/>
                </a:lnTo>
                <a:lnTo>
                  <a:pt x="4211" y="10465"/>
                </a:lnTo>
                <a:lnTo>
                  <a:pt x="4211" y="9459"/>
                </a:lnTo>
                <a:moveTo>
                  <a:pt x="4211" y="10533"/>
                </a:moveTo>
                <a:lnTo>
                  <a:pt x="5271" y="10533"/>
                </a:lnTo>
                <a:lnTo>
                  <a:pt x="5271" y="11487"/>
                </a:lnTo>
                <a:lnTo>
                  <a:pt x="4211" y="11487"/>
                </a:lnTo>
                <a:lnTo>
                  <a:pt x="4211" y="10533"/>
                </a:lnTo>
                <a:moveTo>
                  <a:pt x="4211" y="11556"/>
                </a:moveTo>
                <a:lnTo>
                  <a:pt x="5271" y="11556"/>
                </a:lnTo>
                <a:lnTo>
                  <a:pt x="5271" y="12561"/>
                </a:lnTo>
                <a:lnTo>
                  <a:pt x="4211" y="12561"/>
                </a:lnTo>
                <a:lnTo>
                  <a:pt x="4211" y="11556"/>
                </a:lnTo>
                <a:moveTo>
                  <a:pt x="4211" y="12630"/>
                </a:moveTo>
                <a:lnTo>
                  <a:pt x="5271" y="12630"/>
                </a:lnTo>
                <a:lnTo>
                  <a:pt x="5271" y="13583"/>
                </a:lnTo>
                <a:lnTo>
                  <a:pt x="4211" y="13583"/>
                </a:lnTo>
                <a:lnTo>
                  <a:pt x="4211" y="12630"/>
                </a:lnTo>
                <a:moveTo>
                  <a:pt x="4211" y="13651"/>
                </a:moveTo>
                <a:lnTo>
                  <a:pt x="5271" y="13651"/>
                </a:lnTo>
                <a:lnTo>
                  <a:pt x="5271" y="14657"/>
                </a:lnTo>
                <a:lnTo>
                  <a:pt x="4211" y="14657"/>
                </a:lnTo>
                <a:lnTo>
                  <a:pt x="4211" y="13651"/>
                </a:lnTo>
                <a:moveTo>
                  <a:pt x="4211" y="14726"/>
                </a:moveTo>
                <a:lnTo>
                  <a:pt x="5271" y="14726"/>
                </a:lnTo>
                <a:lnTo>
                  <a:pt x="5271" y="15680"/>
                </a:lnTo>
                <a:lnTo>
                  <a:pt x="4211" y="15680"/>
                </a:lnTo>
                <a:lnTo>
                  <a:pt x="4211" y="14726"/>
                </a:lnTo>
                <a:moveTo>
                  <a:pt x="3244" y="55"/>
                </a:moveTo>
                <a:lnTo>
                  <a:pt x="4143" y="55"/>
                </a:lnTo>
                <a:lnTo>
                  <a:pt x="4143" y="1007"/>
                </a:lnTo>
                <a:lnTo>
                  <a:pt x="3244" y="1007"/>
                </a:lnTo>
                <a:lnTo>
                  <a:pt x="3244" y="55"/>
                </a:lnTo>
                <a:moveTo>
                  <a:pt x="3244" y="1076"/>
                </a:moveTo>
                <a:lnTo>
                  <a:pt x="4143" y="1076"/>
                </a:lnTo>
                <a:lnTo>
                  <a:pt x="4143" y="2082"/>
                </a:lnTo>
                <a:lnTo>
                  <a:pt x="3244" y="2082"/>
                </a:lnTo>
                <a:lnTo>
                  <a:pt x="3244" y="1076"/>
                </a:lnTo>
                <a:moveTo>
                  <a:pt x="3244" y="2150"/>
                </a:moveTo>
                <a:lnTo>
                  <a:pt x="4143" y="2150"/>
                </a:lnTo>
                <a:lnTo>
                  <a:pt x="4143" y="3104"/>
                </a:lnTo>
                <a:lnTo>
                  <a:pt x="3244" y="3104"/>
                </a:lnTo>
                <a:lnTo>
                  <a:pt x="3244" y="2150"/>
                </a:lnTo>
                <a:moveTo>
                  <a:pt x="3244" y="3172"/>
                </a:moveTo>
                <a:lnTo>
                  <a:pt x="4143" y="3172"/>
                </a:lnTo>
                <a:lnTo>
                  <a:pt x="4143" y="4178"/>
                </a:lnTo>
                <a:lnTo>
                  <a:pt x="3244" y="4178"/>
                </a:lnTo>
                <a:lnTo>
                  <a:pt x="3244" y="3172"/>
                </a:lnTo>
                <a:moveTo>
                  <a:pt x="3244" y="4247"/>
                </a:moveTo>
                <a:lnTo>
                  <a:pt x="4143" y="4247"/>
                </a:lnTo>
                <a:lnTo>
                  <a:pt x="4143" y="5200"/>
                </a:lnTo>
                <a:lnTo>
                  <a:pt x="3244" y="5200"/>
                </a:lnTo>
                <a:lnTo>
                  <a:pt x="3244" y="4247"/>
                </a:lnTo>
                <a:moveTo>
                  <a:pt x="3244" y="5268"/>
                </a:moveTo>
                <a:lnTo>
                  <a:pt x="4143" y="5268"/>
                </a:lnTo>
                <a:lnTo>
                  <a:pt x="4143" y="6274"/>
                </a:lnTo>
                <a:lnTo>
                  <a:pt x="3244" y="6274"/>
                </a:lnTo>
                <a:lnTo>
                  <a:pt x="3244" y="5268"/>
                </a:lnTo>
                <a:moveTo>
                  <a:pt x="3244" y="6342"/>
                </a:moveTo>
                <a:lnTo>
                  <a:pt x="4143" y="6342"/>
                </a:lnTo>
                <a:lnTo>
                  <a:pt x="4143" y="7296"/>
                </a:lnTo>
                <a:lnTo>
                  <a:pt x="3244" y="7296"/>
                </a:lnTo>
                <a:lnTo>
                  <a:pt x="3244" y="6342"/>
                </a:lnTo>
                <a:moveTo>
                  <a:pt x="3244" y="7364"/>
                </a:moveTo>
                <a:lnTo>
                  <a:pt x="4143" y="7364"/>
                </a:lnTo>
                <a:lnTo>
                  <a:pt x="4143" y="8369"/>
                </a:lnTo>
                <a:lnTo>
                  <a:pt x="3244" y="8369"/>
                </a:lnTo>
                <a:lnTo>
                  <a:pt x="3244" y="7364"/>
                </a:lnTo>
                <a:moveTo>
                  <a:pt x="3244" y="8438"/>
                </a:moveTo>
                <a:lnTo>
                  <a:pt x="4143" y="8438"/>
                </a:lnTo>
                <a:lnTo>
                  <a:pt x="4143" y="9391"/>
                </a:lnTo>
                <a:lnTo>
                  <a:pt x="3244" y="9391"/>
                </a:lnTo>
                <a:lnTo>
                  <a:pt x="3244" y="8438"/>
                </a:lnTo>
                <a:moveTo>
                  <a:pt x="3244" y="9459"/>
                </a:moveTo>
                <a:lnTo>
                  <a:pt x="4143" y="9459"/>
                </a:lnTo>
                <a:lnTo>
                  <a:pt x="4143" y="10465"/>
                </a:lnTo>
                <a:lnTo>
                  <a:pt x="3244" y="10465"/>
                </a:lnTo>
                <a:lnTo>
                  <a:pt x="3244" y="9459"/>
                </a:lnTo>
                <a:moveTo>
                  <a:pt x="3244" y="10533"/>
                </a:moveTo>
                <a:lnTo>
                  <a:pt x="4143" y="10533"/>
                </a:lnTo>
                <a:lnTo>
                  <a:pt x="4143" y="11487"/>
                </a:lnTo>
                <a:lnTo>
                  <a:pt x="3244" y="11487"/>
                </a:lnTo>
                <a:lnTo>
                  <a:pt x="3244" y="10533"/>
                </a:lnTo>
                <a:moveTo>
                  <a:pt x="3244" y="11556"/>
                </a:moveTo>
                <a:lnTo>
                  <a:pt x="4143" y="11556"/>
                </a:lnTo>
                <a:lnTo>
                  <a:pt x="4143" y="12561"/>
                </a:lnTo>
                <a:lnTo>
                  <a:pt x="3244" y="12561"/>
                </a:lnTo>
                <a:lnTo>
                  <a:pt x="3244" y="11556"/>
                </a:lnTo>
                <a:moveTo>
                  <a:pt x="3244" y="12630"/>
                </a:moveTo>
                <a:lnTo>
                  <a:pt x="4143" y="12630"/>
                </a:lnTo>
                <a:lnTo>
                  <a:pt x="4143" y="13583"/>
                </a:lnTo>
                <a:lnTo>
                  <a:pt x="3244" y="13583"/>
                </a:lnTo>
                <a:lnTo>
                  <a:pt x="3244" y="12630"/>
                </a:lnTo>
                <a:moveTo>
                  <a:pt x="3244" y="13651"/>
                </a:moveTo>
                <a:lnTo>
                  <a:pt x="4143" y="13651"/>
                </a:lnTo>
                <a:lnTo>
                  <a:pt x="4143" y="14657"/>
                </a:lnTo>
                <a:lnTo>
                  <a:pt x="3244" y="14657"/>
                </a:lnTo>
                <a:lnTo>
                  <a:pt x="3244" y="13651"/>
                </a:lnTo>
                <a:moveTo>
                  <a:pt x="3244" y="14726"/>
                </a:moveTo>
                <a:lnTo>
                  <a:pt x="4143" y="14726"/>
                </a:lnTo>
                <a:lnTo>
                  <a:pt x="4143" y="15680"/>
                </a:lnTo>
                <a:lnTo>
                  <a:pt x="3244" y="15680"/>
                </a:lnTo>
                <a:lnTo>
                  <a:pt x="3244" y="14726"/>
                </a:lnTo>
                <a:moveTo>
                  <a:pt x="2115" y="55"/>
                </a:moveTo>
                <a:lnTo>
                  <a:pt x="3174" y="55"/>
                </a:lnTo>
                <a:lnTo>
                  <a:pt x="3174" y="1007"/>
                </a:lnTo>
                <a:lnTo>
                  <a:pt x="2115" y="1007"/>
                </a:lnTo>
                <a:lnTo>
                  <a:pt x="2115" y="55"/>
                </a:lnTo>
                <a:moveTo>
                  <a:pt x="2115" y="1076"/>
                </a:moveTo>
                <a:lnTo>
                  <a:pt x="3174" y="1076"/>
                </a:lnTo>
                <a:lnTo>
                  <a:pt x="3174" y="2082"/>
                </a:lnTo>
                <a:lnTo>
                  <a:pt x="2115" y="2082"/>
                </a:lnTo>
                <a:lnTo>
                  <a:pt x="2115" y="1076"/>
                </a:lnTo>
                <a:moveTo>
                  <a:pt x="2115" y="2150"/>
                </a:moveTo>
                <a:lnTo>
                  <a:pt x="3174" y="2150"/>
                </a:lnTo>
                <a:lnTo>
                  <a:pt x="3174" y="3104"/>
                </a:lnTo>
                <a:lnTo>
                  <a:pt x="2115" y="3104"/>
                </a:lnTo>
                <a:lnTo>
                  <a:pt x="2115" y="2150"/>
                </a:lnTo>
                <a:moveTo>
                  <a:pt x="2115" y="3172"/>
                </a:moveTo>
                <a:lnTo>
                  <a:pt x="3174" y="3172"/>
                </a:lnTo>
                <a:lnTo>
                  <a:pt x="3174" y="4178"/>
                </a:lnTo>
                <a:lnTo>
                  <a:pt x="2115" y="4178"/>
                </a:lnTo>
                <a:lnTo>
                  <a:pt x="2115" y="3172"/>
                </a:lnTo>
                <a:moveTo>
                  <a:pt x="2115" y="4247"/>
                </a:moveTo>
                <a:lnTo>
                  <a:pt x="3174" y="4247"/>
                </a:lnTo>
                <a:lnTo>
                  <a:pt x="3174" y="5200"/>
                </a:lnTo>
                <a:lnTo>
                  <a:pt x="2115" y="5200"/>
                </a:lnTo>
                <a:lnTo>
                  <a:pt x="2115" y="4247"/>
                </a:lnTo>
                <a:moveTo>
                  <a:pt x="2115" y="5268"/>
                </a:moveTo>
                <a:lnTo>
                  <a:pt x="3174" y="5268"/>
                </a:lnTo>
                <a:lnTo>
                  <a:pt x="3174" y="6274"/>
                </a:lnTo>
                <a:lnTo>
                  <a:pt x="2115" y="6274"/>
                </a:lnTo>
                <a:lnTo>
                  <a:pt x="2115" y="5268"/>
                </a:lnTo>
                <a:moveTo>
                  <a:pt x="2115" y="6342"/>
                </a:moveTo>
                <a:lnTo>
                  <a:pt x="3174" y="6342"/>
                </a:lnTo>
                <a:lnTo>
                  <a:pt x="3174" y="7296"/>
                </a:lnTo>
                <a:lnTo>
                  <a:pt x="2115" y="7296"/>
                </a:lnTo>
                <a:lnTo>
                  <a:pt x="2115" y="6342"/>
                </a:lnTo>
                <a:moveTo>
                  <a:pt x="2115" y="7364"/>
                </a:moveTo>
                <a:lnTo>
                  <a:pt x="3174" y="7364"/>
                </a:lnTo>
                <a:lnTo>
                  <a:pt x="3174" y="8369"/>
                </a:lnTo>
                <a:lnTo>
                  <a:pt x="2115" y="8369"/>
                </a:lnTo>
                <a:lnTo>
                  <a:pt x="2115" y="7364"/>
                </a:lnTo>
                <a:moveTo>
                  <a:pt x="2115" y="8438"/>
                </a:moveTo>
                <a:lnTo>
                  <a:pt x="3174" y="8438"/>
                </a:lnTo>
                <a:lnTo>
                  <a:pt x="3174" y="9391"/>
                </a:lnTo>
                <a:lnTo>
                  <a:pt x="2115" y="9391"/>
                </a:lnTo>
                <a:lnTo>
                  <a:pt x="2115" y="8438"/>
                </a:lnTo>
                <a:moveTo>
                  <a:pt x="2115" y="9459"/>
                </a:moveTo>
                <a:lnTo>
                  <a:pt x="3174" y="9459"/>
                </a:lnTo>
                <a:lnTo>
                  <a:pt x="3174" y="10465"/>
                </a:lnTo>
                <a:lnTo>
                  <a:pt x="2115" y="10465"/>
                </a:lnTo>
                <a:lnTo>
                  <a:pt x="2115" y="9459"/>
                </a:lnTo>
                <a:moveTo>
                  <a:pt x="2115" y="10533"/>
                </a:moveTo>
                <a:lnTo>
                  <a:pt x="3174" y="10533"/>
                </a:lnTo>
                <a:lnTo>
                  <a:pt x="3174" y="11487"/>
                </a:lnTo>
                <a:lnTo>
                  <a:pt x="2115" y="11487"/>
                </a:lnTo>
                <a:lnTo>
                  <a:pt x="2115" y="10533"/>
                </a:lnTo>
                <a:moveTo>
                  <a:pt x="2115" y="11556"/>
                </a:moveTo>
                <a:lnTo>
                  <a:pt x="3174" y="11556"/>
                </a:lnTo>
                <a:lnTo>
                  <a:pt x="3174" y="12561"/>
                </a:lnTo>
                <a:lnTo>
                  <a:pt x="2115" y="12561"/>
                </a:lnTo>
                <a:lnTo>
                  <a:pt x="2115" y="11556"/>
                </a:lnTo>
                <a:moveTo>
                  <a:pt x="2115" y="12630"/>
                </a:moveTo>
                <a:lnTo>
                  <a:pt x="3174" y="12630"/>
                </a:lnTo>
                <a:lnTo>
                  <a:pt x="3174" y="13583"/>
                </a:lnTo>
                <a:lnTo>
                  <a:pt x="2115" y="13583"/>
                </a:lnTo>
                <a:lnTo>
                  <a:pt x="2115" y="12630"/>
                </a:lnTo>
                <a:moveTo>
                  <a:pt x="2115" y="13651"/>
                </a:moveTo>
                <a:lnTo>
                  <a:pt x="3174" y="13651"/>
                </a:lnTo>
                <a:lnTo>
                  <a:pt x="3174" y="14657"/>
                </a:lnTo>
                <a:lnTo>
                  <a:pt x="2115" y="14657"/>
                </a:lnTo>
                <a:lnTo>
                  <a:pt x="2115" y="13651"/>
                </a:lnTo>
                <a:moveTo>
                  <a:pt x="2115" y="14726"/>
                </a:moveTo>
                <a:lnTo>
                  <a:pt x="3174" y="14726"/>
                </a:lnTo>
                <a:lnTo>
                  <a:pt x="3174" y="15680"/>
                </a:lnTo>
                <a:lnTo>
                  <a:pt x="2115" y="15680"/>
                </a:lnTo>
                <a:lnTo>
                  <a:pt x="2115" y="14726"/>
                </a:lnTo>
                <a:moveTo>
                  <a:pt x="1147" y="55"/>
                </a:moveTo>
                <a:lnTo>
                  <a:pt x="2046" y="55"/>
                </a:lnTo>
                <a:lnTo>
                  <a:pt x="2046" y="1007"/>
                </a:lnTo>
                <a:lnTo>
                  <a:pt x="1147" y="1007"/>
                </a:lnTo>
                <a:lnTo>
                  <a:pt x="1147" y="55"/>
                </a:lnTo>
                <a:moveTo>
                  <a:pt x="1147" y="1076"/>
                </a:moveTo>
                <a:lnTo>
                  <a:pt x="2046" y="1076"/>
                </a:lnTo>
                <a:lnTo>
                  <a:pt x="2046" y="2082"/>
                </a:lnTo>
                <a:lnTo>
                  <a:pt x="1147" y="2082"/>
                </a:lnTo>
                <a:lnTo>
                  <a:pt x="1147" y="1076"/>
                </a:lnTo>
                <a:moveTo>
                  <a:pt x="1147" y="2150"/>
                </a:moveTo>
                <a:lnTo>
                  <a:pt x="2046" y="2150"/>
                </a:lnTo>
                <a:lnTo>
                  <a:pt x="2046" y="3104"/>
                </a:lnTo>
                <a:lnTo>
                  <a:pt x="1147" y="3104"/>
                </a:lnTo>
                <a:lnTo>
                  <a:pt x="1147" y="2150"/>
                </a:lnTo>
                <a:moveTo>
                  <a:pt x="1147" y="3172"/>
                </a:moveTo>
                <a:lnTo>
                  <a:pt x="2046" y="3172"/>
                </a:lnTo>
                <a:lnTo>
                  <a:pt x="2046" y="4178"/>
                </a:lnTo>
                <a:lnTo>
                  <a:pt x="1147" y="4178"/>
                </a:lnTo>
                <a:lnTo>
                  <a:pt x="1147" y="3172"/>
                </a:lnTo>
                <a:moveTo>
                  <a:pt x="1147" y="4247"/>
                </a:moveTo>
                <a:lnTo>
                  <a:pt x="2046" y="4247"/>
                </a:lnTo>
                <a:lnTo>
                  <a:pt x="2046" y="5200"/>
                </a:lnTo>
                <a:lnTo>
                  <a:pt x="1147" y="5200"/>
                </a:lnTo>
                <a:lnTo>
                  <a:pt x="1147" y="4247"/>
                </a:lnTo>
                <a:moveTo>
                  <a:pt x="1147" y="5268"/>
                </a:moveTo>
                <a:lnTo>
                  <a:pt x="2046" y="5268"/>
                </a:lnTo>
                <a:lnTo>
                  <a:pt x="2046" y="6274"/>
                </a:lnTo>
                <a:lnTo>
                  <a:pt x="1147" y="6274"/>
                </a:lnTo>
                <a:lnTo>
                  <a:pt x="1147" y="5268"/>
                </a:lnTo>
                <a:moveTo>
                  <a:pt x="1147" y="6342"/>
                </a:moveTo>
                <a:lnTo>
                  <a:pt x="2046" y="6342"/>
                </a:lnTo>
                <a:lnTo>
                  <a:pt x="2046" y="7296"/>
                </a:lnTo>
                <a:lnTo>
                  <a:pt x="1147" y="7296"/>
                </a:lnTo>
                <a:lnTo>
                  <a:pt x="1147" y="6342"/>
                </a:lnTo>
                <a:moveTo>
                  <a:pt x="1147" y="7364"/>
                </a:moveTo>
                <a:lnTo>
                  <a:pt x="2046" y="7364"/>
                </a:lnTo>
                <a:lnTo>
                  <a:pt x="2046" y="8369"/>
                </a:lnTo>
                <a:lnTo>
                  <a:pt x="1147" y="8369"/>
                </a:lnTo>
                <a:lnTo>
                  <a:pt x="1147" y="7364"/>
                </a:lnTo>
                <a:moveTo>
                  <a:pt x="1147" y="8438"/>
                </a:moveTo>
                <a:lnTo>
                  <a:pt x="2046" y="8438"/>
                </a:lnTo>
                <a:lnTo>
                  <a:pt x="2046" y="9391"/>
                </a:lnTo>
                <a:lnTo>
                  <a:pt x="1147" y="9391"/>
                </a:lnTo>
                <a:lnTo>
                  <a:pt x="1147" y="8438"/>
                </a:lnTo>
                <a:moveTo>
                  <a:pt x="1147" y="9459"/>
                </a:moveTo>
                <a:lnTo>
                  <a:pt x="2046" y="9459"/>
                </a:lnTo>
                <a:lnTo>
                  <a:pt x="2046" y="10465"/>
                </a:lnTo>
                <a:lnTo>
                  <a:pt x="1147" y="10465"/>
                </a:lnTo>
                <a:lnTo>
                  <a:pt x="1147" y="9459"/>
                </a:lnTo>
                <a:moveTo>
                  <a:pt x="1147" y="10533"/>
                </a:moveTo>
                <a:lnTo>
                  <a:pt x="2046" y="10533"/>
                </a:lnTo>
                <a:lnTo>
                  <a:pt x="2046" y="11487"/>
                </a:lnTo>
                <a:lnTo>
                  <a:pt x="1147" y="11487"/>
                </a:lnTo>
                <a:lnTo>
                  <a:pt x="1147" y="10533"/>
                </a:lnTo>
                <a:moveTo>
                  <a:pt x="1147" y="11556"/>
                </a:moveTo>
                <a:lnTo>
                  <a:pt x="2046" y="11556"/>
                </a:lnTo>
                <a:lnTo>
                  <a:pt x="2046" y="12561"/>
                </a:lnTo>
                <a:lnTo>
                  <a:pt x="1147" y="12561"/>
                </a:lnTo>
                <a:lnTo>
                  <a:pt x="1147" y="11556"/>
                </a:lnTo>
                <a:moveTo>
                  <a:pt x="1147" y="12630"/>
                </a:moveTo>
                <a:lnTo>
                  <a:pt x="2046" y="12630"/>
                </a:lnTo>
                <a:lnTo>
                  <a:pt x="2046" y="13583"/>
                </a:lnTo>
                <a:lnTo>
                  <a:pt x="1147" y="13583"/>
                </a:lnTo>
                <a:lnTo>
                  <a:pt x="1147" y="12630"/>
                </a:lnTo>
                <a:moveTo>
                  <a:pt x="1147" y="13651"/>
                </a:moveTo>
                <a:lnTo>
                  <a:pt x="2046" y="13651"/>
                </a:lnTo>
                <a:lnTo>
                  <a:pt x="2046" y="14657"/>
                </a:lnTo>
                <a:lnTo>
                  <a:pt x="1147" y="14657"/>
                </a:lnTo>
                <a:lnTo>
                  <a:pt x="1147" y="13651"/>
                </a:lnTo>
                <a:moveTo>
                  <a:pt x="1147" y="14726"/>
                </a:moveTo>
                <a:lnTo>
                  <a:pt x="2046" y="14726"/>
                </a:lnTo>
                <a:lnTo>
                  <a:pt x="2046" y="15680"/>
                </a:lnTo>
                <a:lnTo>
                  <a:pt x="1147" y="15680"/>
                </a:lnTo>
                <a:lnTo>
                  <a:pt x="1147" y="14726"/>
                </a:lnTo>
                <a:moveTo>
                  <a:pt x="19" y="55"/>
                </a:moveTo>
                <a:lnTo>
                  <a:pt x="1079" y="55"/>
                </a:lnTo>
                <a:lnTo>
                  <a:pt x="1079" y="1007"/>
                </a:lnTo>
                <a:lnTo>
                  <a:pt x="19" y="1007"/>
                </a:lnTo>
                <a:lnTo>
                  <a:pt x="19" y="55"/>
                </a:lnTo>
                <a:moveTo>
                  <a:pt x="19" y="1076"/>
                </a:moveTo>
                <a:lnTo>
                  <a:pt x="1079" y="1076"/>
                </a:lnTo>
                <a:lnTo>
                  <a:pt x="1079" y="2082"/>
                </a:lnTo>
                <a:lnTo>
                  <a:pt x="19" y="2082"/>
                </a:lnTo>
                <a:lnTo>
                  <a:pt x="19" y="1076"/>
                </a:lnTo>
                <a:moveTo>
                  <a:pt x="19" y="2150"/>
                </a:moveTo>
                <a:lnTo>
                  <a:pt x="1079" y="2150"/>
                </a:lnTo>
                <a:lnTo>
                  <a:pt x="1079" y="3104"/>
                </a:lnTo>
                <a:lnTo>
                  <a:pt x="19" y="3104"/>
                </a:lnTo>
                <a:lnTo>
                  <a:pt x="19" y="2150"/>
                </a:lnTo>
                <a:moveTo>
                  <a:pt x="19" y="3172"/>
                </a:moveTo>
                <a:lnTo>
                  <a:pt x="1079" y="3172"/>
                </a:lnTo>
                <a:lnTo>
                  <a:pt x="1079" y="4178"/>
                </a:lnTo>
                <a:lnTo>
                  <a:pt x="19" y="4178"/>
                </a:lnTo>
                <a:lnTo>
                  <a:pt x="19" y="3172"/>
                </a:lnTo>
                <a:moveTo>
                  <a:pt x="19" y="4247"/>
                </a:moveTo>
                <a:lnTo>
                  <a:pt x="1079" y="4247"/>
                </a:lnTo>
                <a:lnTo>
                  <a:pt x="1079" y="5200"/>
                </a:lnTo>
                <a:lnTo>
                  <a:pt x="19" y="5200"/>
                </a:lnTo>
                <a:lnTo>
                  <a:pt x="19" y="4247"/>
                </a:lnTo>
                <a:moveTo>
                  <a:pt x="19" y="5268"/>
                </a:moveTo>
                <a:lnTo>
                  <a:pt x="1079" y="5268"/>
                </a:lnTo>
                <a:lnTo>
                  <a:pt x="1079" y="6274"/>
                </a:lnTo>
                <a:lnTo>
                  <a:pt x="19" y="6274"/>
                </a:lnTo>
                <a:lnTo>
                  <a:pt x="19" y="5268"/>
                </a:lnTo>
                <a:moveTo>
                  <a:pt x="19" y="6342"/>
                </a:moveTo>
                <a:lnTo>
                  <a:pt x="1079" y="6342"/>
                </a:lnTo>
                <a:lnTo>
                  <a:pt x="1079" y="7296"/>
                </a:lnTo>
                <a:lnTo>
                  <a:pt x="19" y="7296"/>
                </a:lnTo>
                <a:lnTo>
                  <a:pt x="19" y="6342"/>
                </a:lnTo>
                <a:moveTo>
                  <a:pt x="19" y="7364"/>
                </a:moveTo>
                <a:lnTo>
                  <a:pt x="1079" y="7364"/>
                </a:lnTo>
                <a:lnTo>
                  <a:pt x="1079" y="8369"/>
                </a:lnTo>
                <a:lnTo>
                  <a:pt x="19" y="8369"/>
                </a:lnTo>
                <a:lnTo>
                  <a:pt x="19" y="7364"/>
                </a:lnTo>
                <a:moveTo>
                  <a:pt x="19" y="8438"/>
                </a:moveTo>
                <a:lnTo>
                  <a:pt x="1079" y="8438"/>
                </a:lnTo>
                <a:lnTo>
                  <a:pt x="1079" y="9391"/>
                </a:lnTo>
                <a:lnTo>
                  <a:pt x="19" y="9391"/>
                </a:lnTo>
                <a:lnTo>
                  <a:pt x="19" y="8438"/>
                </a:lnTo>
                <a:moveTo>
                  <a:pt x="19" y="9459"/>
                </a:moveTo>
                <a:lnTo>
                  <a:pt x="1079" y="9459"/>
                </a:lnTo>
                <a:lnTo>
                  <a:pt x="1079" y="10465"/>
                </a:lnTo>
                <a:lnTo>
                  <a:pt x="19" y="10465"/>
                </a:lnTo>
                <a:lnTo>
                  <a:pt x="19" y="9459"/>
                </a:lnTo>
                <a:moveTo>
                  <a:pt x="19" y="10533"/>
                </a:moveTo>
                <a:lnTo>
                  <a:pt x="1079" y="10533"/>
                </a:lnTo>
                <a:lnTo>
                  <a:pt x="1079" y="11487"/>
                </a:lnTo>
                <a:lnTo>
                  <a:pt x="19" y="11487"/>
                </a:lnTo>
                <a:lnTo>
                  <a:pt x="19" y="10533"/>
                </a:lnTo>
                <a:moveTo>
                  <a:pt x="19" y="11556"/>
                </a:moveTo>
                <a:lnTo>
                  <a:pt x="1079" y="11556"/>
                </a:lnTo>
                <a:lnTo>
                  <a:pt x="1079" y="12561"/>
                </a:lnTo>
                <a:lnTo>
                  <a:pt x="19" y="12561"/>
                </a:lnTo>
                <a:lnTo>
                  <a:pt x="19" y="11556"/>
                </a:lnTo>
                <a:moveTo>
                  <a:pt x="19" y="12630"/>
                </a:moveTo>
                <a:lnTo>
                  <a:pt x="1079" y="12630"/>
                </a:lnTo>
                <a:lnTo>
                  <a:pt x="1079" y="13583"/>
                </a:lnTo>
                <a:lnTo>
                  <a:pt x="19" y="13583"/>
                </a:lnTo>
                <a:lnTo>
                  <a:pt x="19" y="12630"/>
                </a:lnTo>
                <a:moveTo>
                  <a:pt x="19" y="13651"/>
                </a:moveTo>
                <a:lnTo>
                  <a:pt x="1079" y="13651"/>
                </a:lnTo>
                <a:lnTo>
                  <a:pt x="1079" y="14657"/>
                </a:lnTo>
                <a:lnTo>
                  <a:pt x="19" y="14657"/>
                </a:lnTo>
                <a:lnTo>
                  <a:pt x="19" y="13651"/>
                </a:lnTo>
                <a:moveTo>
                  <a:pt x="19" y="14726"/>
                </a:moveTo>
                <a:lnTo>
                  <a:pt x="1079" y="14726"/>
                </a:lnTo>
                <a:lnTo>
                  <a:pt x="1079" y="15680"/>
                </a:lnTo>
                <a:lnTo>
                  <a:pt x="19" y="15680"/>
                </a:lnTo>
                <a:lnTo>
                  <a:pt x="19" y="14726"/>
                </a:lnTo>
              </a:path>
            </a:pathLst>
          </a:custGeom>
          <a:solidFill>
            <a:schemeClr val="dk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2718" name="Google Shape;2718;p29"/>
          <p:cNvSpPr txBox="1">
            <a:spLocks noGrp="1"/>
          </p:cNvSpPr>
          <p:nvPr>
            <p:ph type="title"/>
          </p:nvPr>
        </p:nvSpPr>
        <p:spPr>
          <a:xfrm>
            <a:off x="2347950" y="925600"/>
            <a:ext cx="4448100" cy="9183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100"/>
              <a:buNone/>
              <a:defRPr sz="6000"/>
            </a:lvl1pPr>
            <a:lvl2pPr lvl="1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9pPr>
          </a:lstStyle>
          <a:p>
            <a:endParaRPr/>
          </a:p>
        </p:txBody>
      </p:sp>
      <p:sp>
        <p:nvSpPr>
          <p:cNvPr id="2719" name="Google Shape;2719;p29"/>
          <p:cNvSpPr txBox="1">
            <a:spLocks noGrp="1"/>
          </p:cNvSpPr>
          <p:nvPr>
            <p:ph type="subTitle" idx="1"/>
          </p:nvPr>
        </p:nvSpPr>
        <p:spPr>
          <a:xfrm>
            <a:off x="2347950" y="1682450"/>
            <a:ext cx="4448100" cy="1247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720" name="Google Shape;2720;p29"/>
          <p:cNvGrpSpPr/>
          <p:nvPr/>
        </p:nvGrpSpPr>
        <p:grpSpPr>
          <a:xfrm>
            <a:off x="2874146" y="4777965"/>
            <a:ext cx="1169447" cy="374068"/>
            <a:chOff x="1605960" y="528480"/>
            <a:chExt cx="543600" cy="173880"/>
          </a:xfrm>
        </p:grpSpPr>
        <p:sp>
          <p:nvSpPr>
            <p:cNvPr id="2721" name="Google Shape;2721;p29"/>
            <p:cNvSpPr/>
            <p:nvPr/>
          </p:nvSpPr>
          <p:spPr>
            <a:xfrm>
              <a:off x="1732680" y="531720"/>
              <a:ext cx="416880" cy="128880"/>
            </a:xfrm>
            <a:custGeom>
              <a:avLst/>
              <a:gdLst/>
              <a:ahLst/>
              <a:cxnLst/>
              <a:rect l="l" t="t" r="r" b="b"/>
              <a:pathLst>
                <a:path w="1158" h="358" extrusionOk="0">
                  <a:moveTo>
                    <a:pt x="124" y="357"/>
                  </a:moveTo>
                  <a:cubicBezTo>
                    <a:pt x="119" y="357"/>
                    <a:pt x="115" y="353"/>
                    <a:pt x="114" y="349"/>
                  </a:cubicBezTo>
                  <a:cubicBezTo>
                    <a:pt x="106" y="268"/>
                    <a:pt x="65" y="192"/>
                    <a:pt x="4" y="140"/>
                  </a:cubicBezTo>
                  <a:cubicBezTo>
                    <a:pt x="0" y="135"/>
                    <a:pt x="0" y="129"/>
                    <a:pt x="4" y="125"/>
                  </a:cubicBezTo>
                  <a:cubicBezTo>
                    <a:pt x="7" y="121"/>
                    <a:pt x="14" y="120"/>
                    <a:pt x="18" y="124"/>
                  </a:cubicBezTo>
                  <a:cubicBezTo>
                    <a:pt x="64" y="164"/>
                    <a:pt x="99" y="218"/>
                    <a:pt x="119" y="276"/>
                  </a:cubicBezTo>
                  <a:cubicBezTo>
                    <a:pt x="136" y="23"/>
                    <a:pt x="136" y="23"/>
                    <a:pt x="136" y="23"/>
                  </a:cubicBezTo>
                  <a:cubicBezTo>
                    <a:pt x="136" y="18"/>
                    <a:pt x="141" y="14"/>
                    <a:pt x="146" y="14"/>
                  </a:cubicBezTo>
                  <a:cubicBezTo>
                    <a:pt x="1145" y="0"/>
                    <a:pt x="1145" y="0"/>
                    <a:pt x="1145" y="0"/>
                  </a:cubicBezTo>
                  <a:cubicBezTo>
                    <a:pt x="1148" y="0"/>
                    <a:pt x="1150" y="1"/>
                    <a:pt x="1152" y="3"/>
                  </a:cubicBezTo>
                  <a:cubicBezTo>
                    <a:pt x="1154" y="5"/>
                    <a:pt x="1155" y="7"/>
                    <a:pt x="1156" y="10"/>
                  </a:cubicBezTo>
                  <a:cubicBezTo>
                    <a:pt x="1157" y="167"/>
                    <a:pt x="1157" y="167"/>
                    <a:pt x="1157" y="167"/>
                  </a:cubicBezTo>
                  <a:cubicBezTo>
                    <a:pt x="1157" y="173"/>
                    <a:pt x="1152" y="178"/>
                    <a:pt x="1146" y="178"/>
                  </a:cubicBezTo>
                  <a:cubicBezTo>
                    <a:pt x="1141" y="178"/>
                    <a:pt x="1136" y="173"/>
                    <a:pt x="1136" y="167"/>
                  </a:cubicBezTo>
                  <a:cubicBezTo>
                    <a:pt x="1135" y="20"/>
                    <a:pt x="1135" y="20"/>
                    <a:pt x="1135" y="20"/>
                  </a:cubicBezTo>
                  <a:cubicBezTo>
                    <a:pt x="155" y="33"/>
                    <a:pt x="155" y="33"/>
                    <a:pt x="155" y="33"/>
                  </a:cubicBezTo>
                  <a:cubicBezTo>
                    <a:pt x="134" y="348"/>
                    <a:pt x="134" y="348"/>
                    <a:pt x="134" y="348"/>
                  </a:cubicBezTo>
                  <a:cubicBezTo>
                    <a:pt x="134" y="353"/>
                    <a:pt x="129" y="357"/>
                    <a:pt x="124" y="35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2" name="Google Shape;2722;p29"/>
            <p:cNvSpPr/>
            <p:nvPr/>
          </p:nvSpPr>
          <p:spPr>
            <a:xfrm>
              <a:off x="1605960" y="528480"/>
              <a:ext cx="128160" cy="121680"/>
            </a:xfrm>
            <a:custGeom>
              <a:avLst/>
              <a:gdLst/>
              <a:ahLst/>
              <a:cxnLst/>
              <a:rect l="l" t="t" r="r" b="b"/>
              <a:pathLst>
                <a:path w="356" h="338" extrusionOk="0">
                  <a:moveTo>
                    <a:pt x="53" y="337"/>
                  </a:moveTo>
                  <a:cubicBezTo>
                    <a:pt x="49" y="337"/>
                    <a:pt x="46" y="334"/>
                    <a:pt x="44" y="331"/>
                  </a:cubicBezTo>
                  <a:cubicBezTo>
                    <a:pt x="42" y="327"/>
                    <a:pt x="44" y="323"/>
                    <a:pt x="46" y="320"/>
                  </a:cubicBezTo>
                  <a:cubicBezTo>
                    <a:pt x="118" y="241"/>
                    <a:pt x="148" y="128"/>
                    <a:pt x="128" y="23"/>
                  </a:cubicBezTo>
                  <a:cubicBezTo>
                    <a:pt x="84" y="38"/>
                    <a:pt x="45" y="69"/>
                    <a:pt x="21" y="109"/>
                  </a:cubicBezTo>
                  <a:cubicBezTo>
                    <a:pt x="18" y="114"/>
                    <a:pt x="11" y="115"/>
                    <a:pt x="7" y="112"/>
                  </a:cubicBezTo>
                  <a:cubicBezTo>
                    <a:pt x="2" y="109"/>
                    <a:pt x="0" y="103"/>
                    <a:pt x="3" y="98"/>
                  </a:cubicBezTo>
                  <a:cubicBezTo>
                    <a:pt x="32" y="51"/>
                    <a:pt x="80" y="16"/>
                    <a:pt x="133" y="1"/>
                  </a:cubicBezTo>
                  <a:cubicBezTo>
                    <a:pt x="135" y="0"/>
                    <a:pt x="138" y="1"/>
                    <a:pt x="140" y="2"/>
                  </a:cubicBezTo>
                  <a:cubicBezTo>
                    <a:pt x="143" y="3"/>
                    <a:pt x="144" y="5"/>
                    <a:pt x="145" y="8"/>
                  </a:cubicBezTo>
                  <a:cubicBezTo>
                    <a:pt x="170" y="115"/>
                    <a:pt x="143" y="231"/>
                    <a:pt x="76" y="316"/>
                  </a:cubicBezTo>
                  <a:cubicBezTo>
                    <a:pt x="345" y="315"/>
                    <a:pt x="345" y="315"/>
                    <a:pt x="345" y="315"/>
                  </a:cubicBezTo>
                  <a:cubicBezTo>
                    <a:pt x="350" y="315"/>
                    <a:pt x="355" y="320"/>
                    <a:pt x="355" y="326"/>
                  </a:cubicBezTo>
                  <a:cubicBezTo>
                    <a:pt x="355" y="331"/>
                    <a:pt x="350" y="336"/>
                    <a:pt x="345" y="336"/>
                  </a:cubicBezTo>
                  <a:cubicBezTo>
                    <a:pt x="53" y="337"/>
                    <a:pt x="53" y="337"/>
                    <a:pt x="53" y="33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3" name="Google Shape;2723;p29"/>
            <p:cNvSpPr/>
            <p:nvPr/>
          </p:nvSpPr>
          <p:spPr>
            <a:xfrm>
              <a:off x="1826640" y="581400"/>
              <a:ext cx="48600" cy="120960"/>
            </a:xfrm>
            <a:custGeom>
              <a:avLst/>
              <a:gdLst/>
              <a:ahLst/>
              <a:cxnLst/>
              <a:rect l="l" t="t" r="r" b="b"/>
              <a:pathLst>
                <a:path w="135" h="336" extrusionOk="0">
                  <a:moveTo>
                    <a:pt x="99" y="335"/>
                  </a:moveTo>
                  <a:cubicBezTo>
                    <a:pt x="98" y="335"/>
                    <a:pt x="98" y="335"/>
                    <a:pt x="98" y="335"/>
                  </a:cubicBezTo>
                  <a:cubicBezTo>
                    <a:pt x="71" y="335"/>
                    <a:pt x="45" y="317"/>
                    <a:pt x="31" y="288"/>
                  </a:cubicBezTo>
                  <a:cubicBezTo>
                    <a:pt x="18" y="259"/>
                    <a:pt x="20" y="228"/>
                    <a:pt x="37" y="207"/>
                  </a:cubicBezTo>
                  <a:cubicBezTo>
                    <a:pt x="41" y="202"/>
                    <a:pt x="47" y="201"/>
                    <a:pt x="51" y="205"/>
                  </a:cubicBezTo>
                  <a:cubicBezTo>
                    <a:pt x="56" y="208"/>
                    <a:pt x="57" y="215"/>
                    <a:pt x="53" y="219"/>
                  </a:cubicBezTo>
                  <a:cubicBezTo>
                    <a:pt x="38" y="237"/>
                    <a:pt x="42" y="263"/>
                    <a:pt x="50" y="279"/>
                  </a:cubicBezTo>
                  <a:cubicBezTo>
                    <a:pt x="57" y="294"/>
                    <a:pt x="70" y="310"/>
                    <a:pt x="89" y="314"/>
                  </a:cubicBezTo>
                  <a:cubicBezTo>
                    <a:pt x="102" y="141"/>
                    <a:pt x="102" y="141"/>
                    <a:pt x="102" y="141"/>
                  </a:cubicBezTo>
                  <a:cubicBezTo>
                    <a:pt x="101" y="141"/>
                    <a:pt x="100" y="142"/>
                    <a:pt x="100" y="143"/>
                  </a:cubicBezTo>
                  <a:cubicBezTo>
                    <a:pt x="73" y="168"/>
                    <a:pt x="37" y="177"/>
                    <a:pt x="7" y="166"/>
                  </a:cubicBezTo>
                  <a:cubicBezTo>
                    <a:pt x="2" y="165"/>
                    <a:pt x="0" y="160"/>
                    <a:pt x="0" y="155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4"/>
                    <a:pt x="19" y="0"/>
                    <a:pt x="25" y="0"/>
                  </a:cubicBezTo>
                  <a:cubicBezTo>
                    <a:pt x="30" y="1"/>
                    <a:pt x="35" y="6"/>
                    <a:pt x="34" y="11"/>
                  </a:cubicBezTo>
                  <a:cubicBezTo>
                    <a:pt x="21" y="150"/>
                    <a:pt x="21" y="150"/>
                    <a:pt x="21" y="150"/>
                  </a:cubicBezTo>
                  <a:cubicBezTo>
                    <a:pt x="46" y="155"/>
                    <a:pt x="71" y="143"/>
                    <a:pt x="86" y="128"/>
                  </a:cubicBezTo>
                  <a:cubicBezTo>
                    <a:pt x="93" y="121"/>
                    <a:pt x="99" y="113"/>
                    <a:pt x="104" y="103"/>
                  </a:cubicBezTo>
                  <a:cubicBezTo>
                    <a:pt x="108" y="53"/>
                    <a:pt x="108" y="53"/>
                    <a:pt x="108" y="53"/>
                  </a:cubicBezTo>
                  <a:cubicBezTo>
                    <a:pt x="108" y="48"/>
                    <a:pt x="112" y="44"/>
                    <a:pt x="117" y="43"/>
                  </a:cubicBezTo>
                  <a:cubicBezTo>
                    <a:pt x="121" y="43"/>
                    <a:pt x="126" y="46"/>
                    <a:pt x="127" y="50"/>
                  </a:cubicBezTo>
                  <a:cubicBezTo>
                    <a:pt x="134" y="69"/>
                    <a:pt x="132" y="89"/>
                    <a:pt x="124" y="108"/>
                  </a:cubicBezTo>
                  <a:cubicBezTo>
                    <a:pt x="109" y="326"/>
                    <a:pt x="109" y="326"/>
                    <a:pt x="109" y="326"/>
                  </a:cubicBezTo>
                  <a:cubicBezTo>
                    <a:pt x="108" y="331"/>
                    <a:pt x="104" y="335"/>
                    <a:pt x="99" y="33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4" name="Google Shape;2724;p29"/>
            <p:cNvSpPr/>
            <p:nvPr/>
          </p:nvSpPr>
          <p:spPr>
            <a:xfrm>
              <a:off x="1889280" y="572040"/>
              <a:ext cx="46440" cy="44280"/>
            </a:xfrm>
            <a:custGeom>
              <a:avLst/>
              <a:gdLst/>
              <a:ahLst/>
              <a:cxnLst/>
              <a:rect l="l" t="t" r="r" b="b"/>
              <a:pathLst>
                <a:path w="129" h="123" extrusionOk="0">
                  <a:moveTo>
                    <a:pt x="37" y="122"/>
                  </a:moveTo>
                  <a:cubicBezTo>
                    <a:pt x="27" y="122"/>
                    <a:pt x="17" y="121"/>
                    <a:pt x="8" y="118"/>
                  </a:cubicBezTo>
                  <a:cubicBezTo>
                    <a:pt x="3" y="117"/>
                    <a:pt x="0" y="113"/>
                    <a:pt x="0" y="108"/>
                  </a:cubicBezTo>
                  <a:cubicBezTo>
                    <a:pt x="1" y="103"/>
                    <a:pt x="4" y="99"/>
                    <a:pt x="9" y="99"/>
                  </a:cubicBezTo>
                  <a:cubicBezTo>
                    <a:pt x="42" y="92"/>
                    <a:pt x="68" y="62"/>
                    <a:pt x="70" y="29"/>
                  </a:cubicBezTo>
                  <a:cubicBezTo>
                    <a:pt x="56" y="24"/>
                    <a:pt x="38" y="29"/>
                    <a:pt x="29" y="41"/>
                  </a:cubicBezTo>
                  <a:cubicBezTo>
                    <a:pt x="26" y="46"/>
                    <a:pt x="20" y="46"/>
                    <a:pt x="15" y="43"/>
                  </a:cubicBezTo>
                  <a:cubicBezTo>
                    <a:pt x="10" y="40"/>
                    <a:pt x="10" y="33"/>
                    <a:pt x="13" y="29"/>
                  </a:cubicBezTo>
                  <a:cubicBezTo>
                    <a:pt x="29" y="7"/>
                    <a:pt x="61" y="0"/>
                    <a:pt x="85" y="14"/>
                  </a:cubicBezTo>
                  <a:cubicBezTo>
                    <a:pt x="88" y="15"/>
                    <a:pt x="90" y="18"/>
                    <a:pt x="90" y="22"/>
                  </a:cubicBezTo>
                  <a:cubicBezTo>
                    <a:pt x="91" y="52"/>
                    <a:pt x="76" y="82"/>
                    <a:pt x="52" y="100"/>
                  </a:cubicBezTo>
                  <a:cubicBezTo>
                    <a:pt x="74" y="97"/>
                    <a:pt x="95" y="85"/>
                    <a:pt x="109" y="68"/>
                  </a:cubicBezTo>
                  <a:cubicBezTo>
                    <a:pt x="113" y="64"/>
                    <a:pt x="119" y="63"/>
                    <a:pt x="123" y="67"/>
                  </a:cubicBezTo>
                  <a:cubicBezTo>
                    <a:pt x="127" y="71"/>
                    <a:pt x="128" y="77"/>
                    <a:pt x="124" y="81"/>
                  </a:cubicBezTo>
                  <a:cubicBezTo>
                    <a:pt x="103" y="107"/>
                    <a:pt x="70" y="122"/>
                    <a:pt x="37" y="12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5" name="Google Shape;2725;p29"/>
            <p:cNvSpPr/>
            <p:nvPr/>
          </p:nvSpPr>
          <p:spPr>
            <a:xfrm>
              <a:off x="1947240" y="627480"/>
              <a:ext cx="48240" cy="14760"/>
            </a:xfrm>
            <a:custGeom>
              <a:avLst/>
              <a:gdLst/>
              <a:ahLst/>
              <a:cxnLst/>
              <a:rect l="l" t="t" r="r" b="b"/>
              <a:pathLst>
                <a:path w="134" h="41" extrusionOk="0">
                  <a:moveTo>
                    <a:pt x="11" y="40"/>
                  </a:moveTo>
                  <a:cubicBezTo>
                    <a:pt x="6" y="40"/>
                    <a:pt x="2" y="37"/>
                    <a:pt x="1" y="31"/>
                  </a:cubicBezTo>
                  <a:cubicBezTo>
                    <a:pt x="0" y="26"/>
                    <a:pt x="4" y="21"/>
                    <a:pt x="9" y="20"/>
                  </a:cubicBezTo>
                  <a:cubicBezTo>
                    <a:pt x="121" y="1"/>
                    <a:pt x="121" y="1"/>
                    <a:pt x="121" y="1"/>
                  </a:cubicBezTo>
                  <a:cubicBezTo>
                    <a:pt x="126" y="0"/>
                    <a:pt x="131" y="3"/>
                    <a:pt x="132" y="9"/>
                  </a:cubicBezTo>
                  <a:cubicBezTo>
                    <a:pt x="133" y="15"/>
                    <a:pt x="130" y="20"/>
                    <a:pt x="124" y="20"/>
                  </a:cubicBezTo>
                  <a:cubicBezTo>
                    <a:pt x="12" y="40"/>
                    <a:pt x="12" y="40"/>
                    <a:pt x="12" y="40"/>
                  </a:cubicBezTo>
                  <a:lnTo>
                    <a:pt x="11" y="40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6" name="Google Shape;2726;p29"/>
            <p:cNvSpPr/>
            <p:nvPr/>
          </p:nvSpPr>
          <p:spPr>
            <a:xfrm>
              <a:off x="1995480" y="606960"/>
              <a:ext cx="73800" cy="43560"/>
            </a:xfrm>
            <a:custGeom>
              <a:avLst/>
              <a:gdLst/>
              <a:ahLst/>
              <a:cxnLst/>
              <a:rect l="l" t="t" r="r" b="b"/>
              <a:pathLst>
                <a:path w="205" h="121" extrusionOk="0">
                  <a:moveTo>
                    <a:pt x="193" y="120"/>
                  </a:moveTo>
                  <a:lnTo>
                    <a:pt x="192" y="120"/>
                  </a:lnTo>
                  <a:cubicBezTo>
                    <a:pt x="118" y="116"/>
                    <a:pt x="47" y="78"/>
                    <a:pt x="2" y="18"/>
                  </a:cubicBezTo>
                  <a:cubicBezTo>
                    <a:pt x="0" y="13"/>
                    <a:pt x="0" y="7"/>
                    <a:pt x="5" y="4"/>
                  </a:cubicBezTo>
                  <a:cubicBezTo>
                    <a:pt x="9" y="0"/>
                    <a:pt x="16" y="2"/>
                    <a:pt x="19" y="6"/>
                  </a:cubicBezTo>
                  <a:cubicBezTo>
                    <a:pt x="60" y="62"/>
                    <a:pt x="125" y="97"/>
                    <a:pt x="194" y="101"/>
                  </a:cubicBezTo>
                  <a:cubicBezTo>
                    <a:pt x="199" y="101"/>
                    <a:pt x="204" y="105"/>
                    <a:pt x="203" y="111"/>
                  </a:cubicBezTo>
                  <a:cubicBezTo>
                    <a:pt x="203" y="116"/>
                    <a:pt x="198" y="120"/>
                    <a:pt x="193" y="12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7" name="Google Shape;2727;p29"/>
            <p:cNvSpPr/>
            <p:nvPr/>
          </p:nvSpPr>
          <p:spPr>
            <a:xfrm>
              <a:off x="1994040" y="603000"/>
              <a:ext cx="49320" cy="65160"/>
            </a:xfrm>
            <a:custGeom>
              <a:avLst/>
              <a:gdLst/>
              <a:ahLst/>
              <a:cxnLst/>
              <a:rect l="l" t="t" r="r" b="b"/>
              <a:pathLst>
                <a:path w="137" h="181" extrusionOk="0">
                  <a:moveTo>
                    <a:pt x="24" y="180"/>
                  </a:moveTo>
                  <a:cubicBezTo>
                    <a:pt x="22" y="180"/>
                    <a:pt x="20" y="180"/>
                    <a:pt x="19" y="179"/>
                  </a:cubicBezTo>
                  <a:cubicBezTo>
                    <a:pt x="14" y="176"/>
                    <a:pt x="12" y="170"/>
                    <a:pt x="15" y="165"/>
                  </a:cubicBezTo>
                  <a:cubicBezTo>
                    <a:pt x="106" y="23"/>
                    <a:pt x="106" y="23"/>
                    <a:pt x="106" y="23"/>
                  </a:cubicBezTo>
                  <a:cubicBezTo>
                    <a:pt x="12" y="33"/>
                    <a:pt x="12" y="33"/>
                    <a:pt x="12" y="33"/>
                  </a:cubicBezTo>
                  <a:cubicBezTo>
                    <a:pt x="6" y="34"/>
                    <a:pt x="1" y="29"/>
                    <a:pt x="1" y="24"/>
                  </a:cubicBezTo>
                  <a:cubicBezTo>
                    <a:pt x="0" y="18"/>
                    <a:pt x="4" y="13"/>
                    <a:pt x="10" y="13"/>
                  </a:cubicBezTo>
                  <a:cubicBezTo>
                    <a:pt x="124" y="1"/>
                    <a:pt x="124" y="1"/>
                    <a:pt x="124" y="1"/>
                  </a:cubicBezTo>
                  <a:cubicBezTo>
                    <a:pt x="128" y="0"/>
                    <a:pt x="132" y="3"/>
                    <a:pt x="134" y="6"/>
                  </a:cubicBezTo>
                  <a:cubicBezTo>
                    <a:pt x="136" y="9"/>
                    <a:pt x="136" y="13"/>
                    <a:pt x="134" y="17"/>
                  </a:cubicBezTo>
                  <a:cubicBezTo>
                    <a:pt x="33" y="176"/>
                    <a:pt x="33" y="176"/>
                    <a:pt x="33" y="176"/>
                  </a:cubicBezTo>
                  <a:cubicBezTo>
                    <a:pt x="30" y="179"/>
                    <a:pt x="27" y="180"/>
                    <a:pt x="24" y="18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8" name="Google Shape;2728;p29"/>
            <p:cNvSpPr/>
            <p:nvPr/>
          </p:nvSpPr>
          <p:spPr>
            <a:xfrm>
              <a:off x="2088360" y="596880"/>
              <a:ext cx="24840" cy="40680"/>
            </a:xfrm>
            <a:custGeom>
              <a:avLst/>
              <a:gdLst/>
              <a:ahLst/>
              <a:cxnLst/>
              <a:rect l="l" t="t" r="r" b="b"/>
              <a:pathLst>
                <a:path w="69" h="113" extrusionOk="0">
                  <a:moveTo>
                    <a:pt x="11" y="112"/>
                  </a:moveTo>
                  <a:cubicBezTo>
                    <a:pt x="7" y="112"/>
                    <a:pt x="3" y="109"/>
                    <a:pt x="2" y="105"/>
                  </a:cubicBezTo>
                  <a:cubicBezTo>
                    <a:pt x="0" y="101"/>
                    <a:pt x="2" y="94"/>
                    <a:pt x="7" y="93"/>
                  </a:cubicBezTo>
                  <a:cubicBezTo>
                    <a:pt x="46" y="76"/>
                    <a:pt x="46" y="76"/>
                    <a:pt x="46" y="76"/>
                  </a:cubicBezTo>
                  <a:cubicBezTo>
                    <a:pt x="34" y="25"/>
                    <a:pt x="34" y="25"/>
                    <a:pt x="34" y="25"/>
                  </a:cubicBezTo>
                  <a:cubicBezTo>
                    <a:pt x="33" y="27"/>
                    <a:pt x="32" y="28"/>
                    <a:pt x="31" y="29"/>
                  </a:cubicBezTo>
                  <a:cubicBezTo>
                    <a:pt x="31" y="31"/>
                    <a:pt x="29" y="37"/>
                    <a:pt x="32" y="39"/>
                  </a:cubicBezTo>
                  <a:cubicBezTo>
                    <a:pt x="37" y="41"/>
                    <a:pt x="39" y="47"/>
                    <a:pt x="37" y="52"/>
                  </a:cubicBezTo>
                  <a:cubicBezTo>
                    <a:pt x="35" y="57"/>
                    <a:pt x="28" y="59"/>
                    <a:pt x="24" y="57"/>
                  </a:cubicBezTo>
                  <a:cubicBezTo>
                    <a:pt x="11" y="51"/>
                    <a:pt x="7" y="36"/>
                    <a:pt x="13" y="21"/>
                  </a:cubicBezTo>
                  <a:cubicBezTo>
                    <a:pt x="18" y="7"/>
                    <a:pt x="32" y="0"/>
                    <a:pt x="45" y="4"/>
                  </a:cubicBezTo>
                  <a:cubicBezTo>
                    <a:pt x="48" y="5"/>
                    <a:pt x="51" y="8"/>
                    <a:pt x="52" y="12"/>
                  </a:cubicBezTo>
                  <a:cubicBezTo>
                    <a:pt x="67" y="79"/>
                    <a:pt x="67" y="79"/>
                    <a:pt x="67" y="79"/>
                  </a:cubicBezTo>
                  <a:cubicBezTo>
                    <a:pt x="68" y="84"/>
                    <a:pt x="66" y="88"/>
                    <a:pt x="61" y="91"/>
                  </a:cubicBezTo>
                  <a:cubicBezTo>
                    <a:pt x="15" y="111"/>
                    <a:pt x="15" y="111"/>
                    <a:pt x="15" y="111"/>
                  </a:cubicBezTo>
                  <a:cubicBezTo>
                    <a:pt x="14" y="111"/>
                    <a:pt x="13" y="112"/>
                    <a:pt x="11" y="11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729" name="Google Shape;2729;p29"/>
          <p:cNvSpPr txBox="1"/>
          <p:nvPr/>
        </p:nvSpPr>
        <p:spPr>
          <a:xfrm>
            <a:off x="2496150" y="3752134"/>
            <a:ext cx="4151700" cy="260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rPr>
              <a:t>CREDITS: This presentation template was created by </a:t>
            </a:r>
            <a:r>
              <a:rPr lang="en" sz="1000" b="1" u="sng">
                <a:solidFill>
                  <a:schemeClr val="dk1"/>
                </a:solidFill>
                <a:latin typeface="Barlow"/>
                <a:ea typeface="Barlow"/>
                <a:cs typeface="Barlow"/>
                <a:sym typeface="Barlow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1000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rPr>
              <a:t>, and includes icons, infographics &amp; images by </a:t>
            </a:r>
            <a:r>
              <a:rPr lang="en" sz="1000" b="1" u="sng">
                <a:solidFill>
                  <a:schemeClr val="dk1"/>
                </a:solidFill>
                <a:latin typeface="Barlow"/>
                <a:ea typeface="Barlow"/>
                <a:cs typeface="Barlow"/>
                <a:sym typeface="Barlow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endParaRPr sz="1000" b="1" u="sng">
              <a:solidFill>
                <a:schemeClr val="dk1"/>
              </a:solidFill>
              <a:latin typeface="Barlow"/>
              <a:ea typeface="Barlow"/>
              <a:cs typeface="Barlow"/>
              <a:sym typeface="Barlow"/>
            </a:endParaRPr>
          </a:p>
        </p:txBody>
      </p:sp>
    </p:spTree>
    <p:extLst>
      <p:ext uri="{BB962C8B-B14F-4D97-AF65-F5344CB8AC3E}">
        <p14:creationId xmlns:p14="http://schemas.microsoft.com/office/powerpoint/2010/main" val="3427815687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6" Type="http://schemas.openxmlformats.org/officeDocument/2006/relationships/theme" Target="../theme/theme1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713225" y="445025"/>
            <a:ext cx="77175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100"/>
              <a:buFont typeface="Asap"/>
              <a:buNone/>
              <a:defRPr sz="3100" b="1">
                <a:solidFill>
                  <a:schemeClr val="dk1"/>
                </a:solidFill>
                <a:latin typeface="Asap"/>
                <a:ea typeface="Asap"/>
                <a:cs typeface="Asap"/>
                <a:sym typeface="Asap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100"/>
              <a:buFont typeface="Asap"/>
              <a:buNone/>
              <a:defRPr sz="3100" b="1">
                <a:solidFill>
                  <a:schemeClr val="dk1"/>
                </a:solidFill>
                <a:latin typeface="Asap"/>
                <a:ea typeface="Asap"/>
                <a:cs typeface="Asap"/>
                <a:sym typeface="Asap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100"/>
              <a:buFont typeface="Asap"/>
              <a:buNone/>
              <a:defRPr sz="3100" b="1">
                <a:solidFill>
                  <a:schemeClr val="dk1"/>
                </a:solidFill>
                <a:latin typeface="Asap"/>
                <a:ea typeface="Asap"/>
                <a:cs typeface="Asap"/>
                <a:sym typeface="Asap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100"/>
              <a:buFont typeface="Asap"/>
              <a:buNone/>
              <a:defRPr sz="3100" b="1">
                <a:solidFill>
                  <a:schemeClr val="dk1"/>
                </a:solidFill>
                <a:latin typeface="Asap"/>
                <a:ea typeface="Asap"/>
                <a:cs typeface="Asap"/>
                <a:sym typeface="Asap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100"/>
              <a:buFont typeface="Asap"/>
              <a:buNone/>
              <a:defRPr sz="3100" b="1">
                <a:solidFill>
                  <a:schemeClr val="dk1"/>
                </a:solidFill>
                <a:latin typeface="Asap"/>
                <a:ea typeface="Asap"/>
                <a:cs typeface="Asap"/>
                <a:sym typeface="Asap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100"/>
              <a:buFont typeface="Asap"/>
              <a:buNone/>
              <a:defRPr sz="3100" b="1">
                <a:solidFill>
                  <a:schemeClr val="dk1"/>
                </a:solidFill>
                <a:latin typeface="Asap"/>
                <a:ea typeface="Asap"/>
                <a:cs typeface="Asap"/>
                <a:sym typeface="Asap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100"/>
              <a:buFont typeface="Asap"/>
              <a:buNone/>
              <a:defRPr sz="3100" b="1">
                <a:solidFill>
                  <a:schemeClr val="dk1"/>
                </a:solidFill>
                <a:latin typeface="Asap"/>
                <a:ea typeface="Asap"/>
                <a:cs typeface="Asap"/>
                <a:sym typeface="Asap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100"/>
              <a:buFont typeface="Asap"/>
              <a:buNone/>
              <a:defRPr sz="3100" b="1">
                <a:solidFill>
                  <a:schemeClr val="dk1"/>
                </a:solidFill>
                <a:latin typeface="Asap"/>
                <a:ea typeface="Asap"/>
                <a:cs typeface="Asap"/>
                <a:sym typeface="Asap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100"/>
              <a:buFont typeface="Asap"/>
              <a:buNone/>
              <a:defRPr sz="3100" b="1">
                <a:solidFill>
                  <a:schemeClr val="dk1"/>
                </a:solidFill>
                <a:latin typeface="Asap"/>
                <a:ea typeface="Asap"/>
                <a:cs typeface="Asap"/>
                <a:sym typeface="Asap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713225" y="1152475"/>
            <a:ext cx="77175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Char char="●"/>
              <a:defRPr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1pPr>
            <a:lvl2pPr marL="914400" lvl="1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Char char="○"/>
              <a:defRPr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2pPr>
            <a:lvl3pPr marL="1371600" lvl="2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Char char="■"/>
              <a:defRPr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3pPr>
            <a:lvl4pPr marL="1828800" lvl="3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Char char="●"/>
              <a:defRPr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4pPr>
            <a:lvl5pPr marL="2286000" lvl="4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Char char="○"/>
              <a:defRPr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5pPr>
            <a:lvl6pPr marL="2743200" lvl="5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Char char="■"/>
              <a:defRPr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6pPr>
            <a:lvl7pPr marL="3200400" lvl="6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Char char="●"/>
              <a:defRPr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7pPr>
            <a:lvl8pPr marL="3657600" lvl="7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Char char="○"/>
              <a:defRPr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8pPr>
            <a:lvl9pPr marL="4114800" lvl="8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Char char="■"/>
              <a:defRPr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48" r:id="rId1"/>
    <p:sldLayoutId id="2147483649" r:id="rId2"/>
    <p:sldLayoutId id="2147483651" r:id="rId3"/>
    <p:sldLayoutId id="2147483653" r:id="rId4"/>
    <p:sldLayoutId id="2147483658" r:id="rId5"/>
    <p:sldLayoutId id="2147483659" r:id="rId6"/>
    <p:sldLayoutId id="2147483662" r:id="rId7"/>
    <p:sldLayoutId id="2147483663" r:id="rId8"/>
    <p:sldLayoutId id="2147483665" r:id="rId9"/>
    <p:sldLayoutId id="2147483668" r:id="rId10"/>
    <p:sldLayoutId id="2147483673" r:id="rId11"/>
    <p:sldLayoutId id="2147483676" r:id="rId12"/>
    <p:sldLayoutId id="2147483677" r:id="rId13"/>
    <p:sldLayoutId id="2147483678" r:id="rId14"/>
    <p:sldLayoutId id="2147483682" r:id="rId15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8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2.png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4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0.xml"/><Relationship Id="rId4" Type="http://schemas.openxmlformats.org/officeDocument/2006/relationships/image" Target="../media/image4.svg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6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1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9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7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7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11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9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9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7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11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9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9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7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7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11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9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7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2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11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7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15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1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50" name="Google Shape;3150;p36"/>
          <p:cNvSpPr txBox="1">
            <a:spLocks noGrp="1"/>
          </p:cNvSpPr>
          <p:nvPr>
            <p:ph type="ctrTitle"/>
          </p:nvPr>
        </p:nvSpPr>
        <p:spPr>
          <a:xfrm>
            <a:off x="1390500" y="1909762"/>
            <a:ext cx="6363000" cy="896713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5000" dirty="0"/>
              <a:t>Household Electricity</a:t>
            </a:r>
            <a:endParaRPr sz="5000" dirty="0"/>
          </a:p>
        </p:txBody>
      </p:sp>
      <p:sp>
        <p:nvSpPr>
          <p:cNvPr id="3151" name="Google Shape;3151;p36"/>
          <p:cNvSpPr txBox="1">
            <a:spLocks noGrp="1"/>
          </p:cNvSpPr>
          <p:nvPr>
            <p:ph type="subTitle" idx="1"/>
          </p:nvPr>
        </p:nvSpPr>
        <p:spPr>
          <a:xfrm>
            <a:off x="1390500" y="2641925"/>
            <a:ext cx="6363000" cy="329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dirty="0">
                <a:solidFill>
                  <a:schemeClr val="tx2"/>
                </a:solidFill>
              </a:rPr>
              <a:t>B</a:t>
            </a:r>
            <a:r>
              <a:rPr lang="en" dirty="0">
                <a:solidFill>
                  <a:schemeClr val="tx2"/>
                </a:solidFill>
              </a:rPr>
              <a:t>y Supercaliprobablisticexpialidocious. </a:t>
            </a:r>
            <a:endParaRPr dirty="0">
              <a:solidFill>
                <a:schemeClr val="tx2"/>
              </a:solidFill>
            </a:endParaRP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942">
          <a:extLst>
            <a:ext uri="{FF2B5EF4-FFF2-40B4-BE49-F238E27FC236}">
              <a16:creationId xmlns:a16="http://schemas.microsoft.com/office/drawing/2014/main" id="{5EFED6EB-61E9-2DFD-D8C1-4EDDBC8037A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43" name="Google Shape;4943;p60">
            <a:extLst>
              <a:ext uri="{FF2B5EF4-FFF2-40B4-BE49-F238E27FC236}">
                <a16:creationId xmlns:a16="http://schemas.microsoft.com/office/drawing/2014/main" id="{85AA8F36-BCD4-7331-0010-1AAA3A6897DA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1486188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dirty="0">
                <a:latin typeface="Barlow Black" panose="00000A00000000000000" pitchFamily="2" charset="0"/>
              </a:rPr>
              <a:t>Introduction</a:t>
            </a:r>
            <a:endParaRPr dirty="0">
              <a:latin typeface="Barlow Black" panose="00000A00000000000000" pitchFamily="2" charset="0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FB4E4E71-6CCA-1B25-5542-2E1702B6085F}"/>
              </a:ext>
            </a:extLst>
          </p:cNvPr>
          <p:cNvSpPr txBox="1"/>
          <p:nvPr/>
        </p:nvSpPr>
        <p:spPr>
          <a:xfrm>
            <a:off x="542925" y="2381250"/>
            <a:ext cx="184731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endParaRPr lang="en-US" dirty="0">
              <a:latin typeface="Barlow Medium" panose="00000600000000000000" pitchFamily="2" charset="0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DA43CB5F-FE67-6500-E9D4-4DD93B637626}"/>
              </a:ext>
            </a:extLst>
          </p:cNvPr>
          <p:cNvSpPr txBox="1"/>
          <p:nvPr/>
        </p:nvSpPr>
        <p:spPr>
          <a:xfrm>
            <a:off x="1190625" y="1905000"/>
            <a:ext cx="184731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endParaRPr lang="en-US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022581F7-5326-D135-447D-932712196571}"/>
              </a:ext>
            </a:extLst>
          </p:cNvPr>
          <p:cNvSpPr txBox="1"/>
          <p:nvPr/>
        </p:nvSpPr>
        <p:spPr>
          <a:xfrm>
            <a:off x="1589668" y="2181195"/>
            <a:ext cx="5964663" cy="16312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dirty="0">
                <a:latin typeface="Barlow Medium" panose="00000600000000000000" pitchFamily="2" charset="0"/>
              </a:rPr>
              <a:t>This research project investigates individual household electricity consumption patterns using probability theory and statistical inference methods. to comprehensively characterize consumption patterns.</a:t>
            </a:r>
          </a:p>
        </p:txBody>
      </p:sp>
    </p:spTree>
    <p:extLst>
      <p:ext uri="{BB962C8B-B14F-4D97-AF65-F5344CB8AC3E}">
        <p14:creationId xmlns:p14="http://schemas.microsoft.com/office/powerpoint/2010/main" val="3374335627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9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959" name="Google Shape;4959;p61"/>
          <p:cNvGrpSpPr/>
          <p:nvPr/>
        </p:nvGrpSpPr>
        <p:grpSpPr>
          <a:xfrm>
            <a:off x="1325122" y="1329466"/>
            <a:ext cx="1669753" cy="1538868"/>
            <a:chOff x="1321200" y="687960"/>
            <a:chExt cx="776160" cy="715320"/>
          </a:xfrm>
        </p:grpSpPr>
        <p:sp>
          <p:nvSpPr>
            <p:cNvPr id="4960" name="Google Shape;4960;p61"/>
            <p:cNvSpPr/>
            <p:nvPr/>
          </p:nvSpPr>
          <p:spPr>
            <a:xfrm>
              <a:off x="1462680" y="687960"/>
              <a:ext cx="15840" cy="715320"/>
            </a:xfrm>
            <a:custGeom>
              <a:avLst/>
              <a:gdLst/>
              <a:ahLst/>
              <a:cxnLst/>
              <a:rect l="l" t="t" r="r" b="b"/>
              <a:pathLst>
                <a:path w="44" h="1987" extrusionOk="0">
                  <a:moveTo>
                    <a:pt x="18" y="1973"/>
                  </a:moveTo>
                  <a:cubicBezTo>
                    <a:pt x="17" y="1935"/>
                    <a:pt x="18" y="1898"/>
                    <a:pt x="18" y="1861"/>
                  </a:cubicBezTo>
                  <a:cubicBezTo>
                    <a:pt x="18" y="1819"/>
                    <a:pt x="17" y="1777"/>
                    <a:pt x="17" y="1736"/>
                  </a:cubicBezTo>
                  <a:cubicBezTo>
                    <a:pt x="17" y="1694"/>
                    <a:pt x="16" y="1652"/>
                    <a:pt x="16" y="1610"/>
                  </a:cubicBezTo>
                  <a:cubicBezTo>
                    <a:pt x="15" y="1568"/>
                    <a:pt x="15" y="1526"/>
                    <a:pt x="15" y="1484"/>
                  </a:cubicBezTo>
                  <a:cubicBezTo>
                    <a:pt x="14" y="1400"/>
                    <a:pt x="14" y="1315"/>
                    <a:pt x="13" y="1231"/>
                  </a:cubicBezTo>
                  <a:cubicBezTo>
                    <a:pt x="12" y="1147"/>
                    <a:pt x="11" y="1064"/>
                    <a:pt x="10" y="980"/>
                  </a:cubicBezTo>
                  <a:cubicBezTo>
                    <a:pt x="10" y="895"/>
                    <a:pt x="9" y="810"/>
                    <a:pt x="8" y="725"/>
                  </a:cubicBezTo>
                  <a:cubicBezTo>
                    <a:pt x="7" y="644"/>
                    <a:pt x="6" y="562"/>
                    <a:pt x="6" y="480"/>
                  </a:cubicBezTo>
                  <a:cubicBezTo>
                    <a:pt x="6" y="439"/>
                    <a:pt x="5" y="398"/>
                    <a:pt x="4" y="357"/>
                  </a:cubicBezTo>
                  <a:cubicBezTo>
                    <a:pt x="4" y="316"/>
                    <a:pt x="4" y="275"/>
                    <a:pt x="3" y="234"/>
                  </a:cubicBezTo>
                  <a:cubicBezTo>
                    <a:pt x="3" y="197"/>
                    <a:pt x="3" y="160"/>
                    <a:pt x="2" y="123"/>
                  </a:cubicBezTo>
                  <a:cubicBezTo>
                    <a:pt x="2" y="105"/>
                    <a:pt x="2" y="88"/>
                    <a:pt x="1" y="70"/>
                  </a:cubicBezTo>
                  <a:cubicBezTo>
                    <a:pt x="1" y="51"/>
                    <a:pt x="1" y="32"/>
                    <a:pt x="1" y="13"/>
                  </a:cubicBezTo>
                  <a:cubicBezTo>
                    <a:pt x="0" y="6"/>
                    <a:pt x="6" y="0"/>
                    <a:pt x="13" y="0"/>
                  </a:cubicBezTo>
                  <a:cubicBezTo>
                    <a:pt x="20" y="0"/>
                    <a:pt x="26" y="6"/>
                    <a:pt x="26" y="13"/>
                  </a:cubicBezTo>
                  <a:cubicBezTo>
                    <a:pt x="26" y="32"/>
                    <a:pt x="26" y="53"/>
                    <a:pt x="26" y="73"/>
                  </a:cubicBezTo>
                  <a:cubicBezTo>
                    <a:pt x="26" y="92"/>
                    <a:pt x="26" y="112"/>
                    <a:pt x="26" y="131"/>
                  </a:cubicBezTo>
                  <a:cubicBezTo>
                    <a:pt x="27" y="171"/>
                    <a:pt x="27" y="211"/>
                    <a:pt x="27" y="251"/>
                  </a:cubicBezTo>
                  <a:cubicBezTo>
                    <a:pt x="28" y="292"/>
                    <a:pt x="28" y="332"/>
                    <a:pt x="28" y="374"/>
                  </a:cubicBezTo>
                  <a:cubicBezTo>
                    <a:pt x="29" y="415"/>
                    <a:pt x="29" y="455"/>
                    <a:pt x="29" y="497"/>
                  </a:cubicBezTo>
                  <a:cubicBezTo>
                    <a:pt x="29" y="537"/>
                    <a:pt x="30" y="578"/>
                    <a:pt x="30" y="618"/>
                  </a:cubicBezTo>
                  <a:cubicBezTo>
                    <a:pt x="31" y="660"/>
                    <a:pt x="31" y="702"/>
                    <a:pt x="31" y="743"/>
                  </a:cubicBezTo>
                  <a:cubicBezTo>
                    <a:pt x="31" y="785"/>
                    <a:pt x="32" y="827"/>
                    <a:pt x="32" y="869"/>
                  </a:cubicBezTo>
                  <a:cubicBezTo>
                    <a:pt x="33" y="912"/>
                    <a:pt x="33" y="954"/>
                    <a:pt x="33" y="997"/>
                  </a:cubicBezTo>
                  <a:cubicBezTo>
                    <a:pt x="35" y="1080"/>
                    <a:pt x="35" y="1164"/>
                    <a:pt x="35" y="1247"/>
                  </a:cubicBezTo>
                  <a:cubicBezTo>
                    <a:pt x="36" y="1332"/>
                    <a:pt x="37" y="1417"/>
                    <a:pt x="38" y="1502"/>
                  </a:cubicBezTo>
                  <a:cubicBezTo>
                    <a:pt x="38" y="1544"/>
                    <a:pt x="39" y="1586"/>
                    <a:pt x="39" y="1628"/>
                  </a:cubicBezTo>
                  <a:cubicBezTo>
                    <a:pt x="39" y="1668"/>
                    <a:pt x="40" y="1710"/>
                    <a:pt x="40" y="1751"/>
                  </a:cubicBezTo>
                  <a:cubicBezTo>
                    <a:pt x="40" y="1791"/>
                    <a:pt x="41" y="1830"/>
                    <a:pt x="42" y="1869"/>
                  </a:cubicBezTo>
                  <a:cubicBezTo>
                    <a:pt x="42" y="1904"/>
                    <a:pt x="43" y="1938"/>
                    <a:pt x="43" y="1973"/>
                  </a:cubicBezTo>
                  <a:cubicBezTo>
                    <a:pt x="43" y="1980"/>
                    <a:pt x="38" y="1986"/>
                    <a:pt x="31" y="1986"/>
                  </a:cubicBezTo>
                  <a:cubicBezTo>
                    <a:pt x="24" y="1986"/>
                    <a:pt x="18" y="1980"/>
                    <a:pt x="18" y="197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1" name="Google Shape;4961;p61"/>
            <p:cNvSpPr/>
            <p:nvPr/>
          </p:nvSpPr>
          <p:spPr>
            <a:xfrm>
              <a:off x="1321200" y="1259280"/>
              <a:ext cx="753480" cy="17280"/>
            </a:xfrm>
            <a:custGeom>
              <a:avLst/>
              <a:gdLst/>
              <a:ahLst/>
              <a:cxnLst/>
              <a:rect l="l" t="t" r="r" b="b"/>
              <a:pathLst>
                <a:path w="2093" h="48" extrusionOk="0">
                  <a:moveTo>
                    <a:pt x="76" y="47"/>
                  </a:moveTo>
                  <a:cubicBezTo>
                    <a:pt x="68" y="46"/>
                    <a:pt x="59" y="45"/>
                    <a:pt x="51" y="44"/>
                  </a:cubicBezTo>
                  <a:cubicBezTo>
                    <a:pt x="45" y="43"/>
                    <a:pt x="40" y="42"/>
                    <a:pt x="35" y="42"/>
                  </a:cubicBezTo>
                  <a:cubicBezTo>
                    <a:pt x="33" y="42"/>
                    <a:pt x="30" y="42"/>
                    <a:pt x="28" y="42"/>
                  </a:cubicBezTo>
                  <a:cubicBezTo>
                    <a:pt x="23" y="42"/>
                    <a:pt x="17" y="42"/>
                    <a:pt x="12" y="41"/>
                  </a:cubicBezTo>
                  <a:cubicBezTo>
                    <a:pt x="4" y="40"/>
                    <a:pt x="0" y="32"/>
                    <a:pt x="2" y="25"/>
                  </a:cubicBezTo>
                  <a:cubicBezTo>
                    <a:pt x="2" y="21"/>
                    <a:pt x="7" y="17"/>
                    <a:pt x="12" y="16"/>
                  </a:cubicBezTo>
                  <a:cubicBezTo>
                    <a:pt x="17" y="16"/>
                    <a:pt x="22" y="16"/>
                    <a:pt x="27" y="17"/>
                  </a:cubicBezTo>
                  <a:cubicBezTo>
                    <a:pt x="29" y="17"/>
                    <a:pt x="31" y="17"/>
                    <a:pt x="33" y="18"/>
                  </a:cubicBezTo>
                  <a:cubicBezTo>
                    <a:pt x="39" y="18"/>
                    <a:pt x="45" y="18"/>
                    <a:pt x="51" y="18"/>
                  </a:cubicBezTo>
                  <a:cubicBezTo>
                    <a:pt x="62" y="18"/>
                    <a:pt x="73" y="18"/>
                    <a:pt x="85" y="18"/>
                  </a:cubicBezTo>
                  <a:cubicBezTo>
                    <a:pt x="107" y="18"/>
                    <a:pt x="129" y="18"/>
                    <a:pt x="150" y="18"/>
                  </a:cubicBezTo>
                  <a:cubicBezTo>
                    <a:pt x="195" y="18"/>
                    <a:pt x="239" y="18"/>
                    <a:pt x="283" y="17"/>
                  </a:cubicBezTo>
                  <a:cubicBezTo>
                    <a:pt x="372" y="17"/>
                    <a:pt x="460" y="16"/>
                    <a:pt x="550" y="16"/>
                  </a:cubicBezTo>
                  <a:cubicBezTo>
                    <a:pt x="594" y="15"/>
                    <a:pt x="640" y="14"/>
                    <a:pt x="685" y="14"/>
                  </a:cubicBezTo>
                  <a:cubicBezTo>
                    <a:pt x="727" y="14"/>
                    <a:pt x="770" y="14"/>
                    <a:pt x="813" y="13"/>
                  </a:cubicBezTo>
                  <a:cubicBezTo>
                    <a:pt x="903" y="13"/>
                    <a:pt x="992" y="13"/>
                    <a:pt x="1081" y="11"/>
                  </a:cubicBezTo>
                  <a:cubicBezTo>
                    <a:pt x="1172" y="11"/>
                    <a:pt x="1262" y="10"/>
                    <a:pt x="1353" y="10"/>
                  </a:cubicBezTo>
                  <a:cubicBezTo>
                    <a:pt x="1442" y="9"/>
                    <a:pt x="1530" y="8"/>
                    <a:pt x="1618" y="7"/>
                  </a:cubicBezTo>
                  <a:cubicBezTo>
                    <a:pt x="1663" y="6"/>
                    <a:pt x="1708" y="6"/>
                    <a:pt x="1753" y="5"/>
                  </a:cubicBezTo>
                  <a:cubicBezTo>
                    <a:pt x="1798" y="4"/>
                    <a:pt x="1843" y="4"/>
                    <a:pt x="1887" y="4"/>
                  </a:cubicBezTo>
                  <a:cubicBezTo>
                    <a:pt x="1921" y="3"/>
                    <a:pt x="1953" y="3"/>
                    <a:pt x="1986" y="2"/>
                  </a:cubicBezTo>
                  <a:cubicBezTo>
                    <a:pt x="2002" y="2"/>
                    <a:pt x="2017" y="2"/>
                    <a:pt x="2032" y="2"/>
                  </a:cubicBezTo>
                  <a:cubicBezTo>
                    <a:pt x="2048" y="1"/>
                    <a:pt x="2063" y="1"/>
                    <a:pt x="2079" y="0"/>
                  </a:cubicBezTo>
                  <a:cubicBezTo>
                    <a:pt x="2086" y="0"/>
                    <a:pt x="2092" y="6"/>
                    <a:pt x="2092" y="13"/>
                  </a:cubicBezTo>
                  <a:cubicBezTo>
                    <a:pt x="2092" y="20"/>
                    <a:pt x="2086" y="26"/>
                    <a:pt x="2079" y="26"/>
                  </a:cubicBezTo>
                  <a:cubicBezTo>
                    <a:pt x="2058" y="26"/>
                    <a:pt x="2037" y="26"/>
                    <a:pt x="2016" y="26"/>
                  </a:cubicBezTo>
                  <a:cubicBezTo>
                    <a:pt x="1995" y="26"/>
                    <a:pt x="1973" y="26"/>
                    <a:pt x="1951" y="26"/>
                  </a:cubicBezTo>
                  <a:cubicBezTo>
                    <a:pt x="1907" y="26"/>
                    <a:pt x="1861" y="26"/>
                    <a:pt x="1816" y="27"/>
                  </a:cubicBezTo>
                  <a:cubicBezTo>
                    <a:pt x="1728" y="27"/>
                    <a:pt x="1640" y="28"/>
                    <a:pt x="1552" y="28"/>
                  </a:cubicBezTo>
                  <a:cubicBezTo>
                    <a:pt x="1462" y="28"/>
                    <a:pt x="1371" y="30"/>
                    <a:pt x="1281" y="30"/>
                  </a:cubicBezTo>
                  <a:cubicBezTo>
                    <a:pt x="1190" y="31"/>
                    <a:pt x="1101" y="32"/>
                    <a:pt x="1010" y="32"/>
                  </a:cubicBezTo>
                  <a:cubicBezTo>
                    <a:pt x="924" y="33"/>
                    <a:pt x="836" y="34"/>
                    <a:pt x="749" y="35"/>
                  </a:cubicBezTo>
                  <a:cubicBezTo>
                    <a:pt x="704" y="36"/>
                    <a:pt x="659" y="36"/>
                    <a:pt x="614" y="37"/>
                  </a:cubicBezTo>
                  <a:cubicBezTo>
                    <a:pt x="569" y="37"/>
                    <a:pt x="526" y="37"/>
                    <a:pt x="481" y="38"/>
                  </a:cubicBezTo>
                  <a:cubicBezTo>
                    <a:pt x="392" y="38"/>
                    <a:pt x="302" y="39"/>
                    <a:pt x="213" y="40"/>
                  </a:cubicBezTo>
                  <a:cubicBezTo>
                    <a:pt x="180" y="41"/>
                    <a:pt x="146" y="41"/>
                    <a:pt x="113" y="41"/>
                  </a:cubicBezTo>
                  <a:cubicBezTo>
                    <a:pt x="104" y="41"/>
                    <a:pt x="96" y="41"/>
                    <a:pt x="87" y="42"/>
                  </a:cubicBezTo>
                  <a:cubicBezTo>
                    <a:pt x="85" y="45"/>
                    <a:pt x="81" y="47"/>
                    <a:pt x="77" y="47"/>
                  </a:cubicBezTo>
                  <a:lnTo>
                    <a:pt x="76" y="47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2" name="Google Shape;4962;p61"/>
            <p:cNvSpPr/>
            <p:nvPr/>
          </p:nvSpPr>
          <p:spPr>
            <a:xfrm>
              <a:off x="2006280" y="1254600"/>
              <a:ext cx="79560" cy="25200"/>
            </a:xfrm>
            <a:custGeom>
              <a:avLst/>
              <a:gdLst/>
              <a:ahLst/>
              <a:cxnLst/>
              <a:rect l="l" t="t" r="r" b="b"/>
              <a:pathLst>
                <a:path w="221" h="70" extrusionOk="0">
                  <a:moveTo>
                    <a:pt x="73" y="60"/>
                  </a:moveTo>
                  <a:cubicBezTo>
                    <a:pt x="72" y="54"/>
                    <a:pt x="76" y="47"/>
                    <a:pt x="82" y="45"/>
                  </a:cubicBezTo>
                  <a:cubicBezTo>
                    <a:pt x="102" y="40"/>
                    <a:pt x="122" y="36"/>
                    <a:pt x="142" y="32"/>
                  </a:cubicBezTo>
                  <a:cubicBezTo>
                    <a:pt x="123" y="29"/>
                    <a:pt x="104" y="27"/>
                    <a:pt x="84" y="26"/>
                  </a:cubicBezTo>
                  <a:cubicBezTo>
                    <a:pt x="72" y="25"/>
                    <a:pt x="60" y="25"/>
                    <a:pt x="48" y="25"/>
                  </a:cubicBezTo>
                  <a:cubicBezTo>
                    <a:pt x="37" y="25"/>
                    <a:pt x="26" y="26"/>
                    <a:pt x="14" y="26"/>
                  </a:cubicBezTo>
                  <a:cubicBezTo>
                    <a:pt x="14" y="26"/>
                    <a:pt x="13" y="26"/>
                    <a:pt x="12" y="26"/>
                  </a:cubicBezTo>
                  <a:cubicBezTo>
                    <a:pt x="6" y="26"/>
                    <a:pt x="0" y="21"/>
                    <a:pt x="0" y="14"/>
                  </a:cubicBezTo>
                  <a:cubicBezTo>
                    <a:pt x="0" y="7"/>
                    <a:pt x="6" y="1"/>
                    <a:pt x="12" y="1"/>
                  </a:cubicBezTo>
                  <a:cubicBezTo>
                    <a:pt x="17" y="2"/>
                    <a:pt x="22" y="1"/>
                    <a:pt x="27" y="1"/>
                  </a:cubicBezTo>
                  <a:cubicBezTo>
                    <a:pt x="34" y="1"/>
                    <a:pt x="40" y="1"/>
                    <a:pt x="46" y="1"/>
                  </a:cubicBezTo>
                  <a:cubicBezTo>
                    <a:pt x="60" y="0"/>
                    <a:pt x="73" y="1"/>
                    <a:pt x="87" y="2"/>
                  </a:cubicBezTo>
                  <a:cubicBezTo>
                    <a:pt x="113" y="4"/>
                    <a:pt x="139" y="8"/>
                    <a:pt x="165" y="10"/>
                  </a:cubicBezTo>
                  <a:cubicBezTo>
                    <a:pt x="175" y="11"/>
                    <a:pt x="184" y="12"/>
                    <a:pt x="193" y="13"/>
                  </a:cubicBezTo>
                  <a:cubicBezTo>
                    <a:pt x="196" y="13"/>
                    <a:pt x="198" y="13"/>
                    <a:pt x="201" y="14"/>
                  </a:cubicBezTo>
                  <a:cubicBezTo>
                    <a:pt x="204" y="14"/>
                    <a:pt x="208" y="14"/>
                    <a:pt x="213" y="15"/>
                  </a:cubicBezTo>
                  <a:cubicBezTo>
                    <a:pt x="217" y="17"/>
                    <a:pt x="220" y="22"/>
                    <a:pt x="220" y="26"/>
                  </a:cubicBezTo>
                  <a:cubicBezTo>
                    <a:pt x="220" y="31"/>
                    <a:pt x="217" y="36"/>
                    <a:pt x="213" y="38"/>
                  </a:cubicBezTo>
                  <a:cubicBezTo>
                    <a:pt x="207" y="40"/>
                    <a:pt x="202" y="41"/>
                    <a:pt x="197" y="42"/>
                  </a:cubicBezTo>
                  <a:cubicBezTo>
                    <a:pt x="192" y="44"/>
                    <a:pt x="186" y="45"/>
                    <a:pt x="181" y="46"/>
                  </a:cubicBezTo>
                  <a:cubicBezTo>
                    <a:pt x="172" y="49"/>
                    <a:pt x="162" y="51"/>
                    <a:pt x="152" y="53"/>
                  </a:cubicBezTo>
                  <a:cubicBezTo>
                    <a:pt x="131" y="58"/>
                    <a:pt x="110" y="64"/>
                    <a:pt x="88" y="69"/>
                  </a:cubicBezTo>
                  <a:cubicBezTo>
                    <a:pt x="88" y="69"/>
                    <a:pt x="87" y="69"/>
                    <a:pt x="86" y="69"/>
                  </a:cubicBezTo>
                  <a:cubicBezTo>
                    <a:pt x="80" y="69"/>
                    <a:pt x="75" y="66"/>
                    <a:pt x="73" y="6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3" name="Google Shape;4963;p61"/>
            <p:cNvSpPr/>
            <p:nvPr/>
          </p:nvSpPr>
          <p:spPr>
            <a:xfrm>
              <a:off x="1449720" y="689040"/>
              <a:ext cx="36360" cy="79200"/>
            </a:xfrm>
            <a:custGeom>
              <a:avLst/>
              <a:gdLst/>
              <a:ahLst/>
              <a:cxnLst/>
              <a:rect l="l" t="t" r="r" b="b"/>
              <a:pathLst>
                <a:path w="101" h="220" extrusionOk="0">
                  <a:moveTo>
                    <a:pt x="74" y="208"/>
                  </a:moveTo>
                  <a:cubicBezTo>
                    <a:pt x="72" y="184"/>
                    <a:pt x="68" y="160"/>
                    <a:pt x="65" y="137"/>
                  </a:cubicBezTo>
                  <a:cubicBezTo>
                    <a:pt x="64" y="128"/>
                    <a:pt x="62" y="119"/>
                    <a:pt x="61" y="110"/>
                  </a:cubicBezTo>
                  <a:cubicBezTo>
                    <a:pt x="60" y="116"/>
                    <a:pt x="57" y="122"/>
                    <a:pt x="55" y="127"/>
                  </a:cubicBezTo>
                  <a:cubicBezTo>
                    <a:pt x="50" y="140"/>
                    <a:pt x="46" y="152"/>
                    <a:pt x="41" y="165"/>
                  </a:cubicBezTo>
                  <a:cubicBezTo>
                    <a:pt x="38" y="171"/>
                    <a:pt x="36" y="177"/>
                    <a:pt x="33" y="184"/>
                  </a:cubicBezTo>
                  <a:cubicBezTo>
                    <a:pt x="30" y="191"/>
                    <a:pt x="27" y="198"/>
                    <a:pt x="23" y="205"/>
                  </a:cubicBezTo>
                  <a:cubicBezTo>
                    <a:pt x="21" y="209"/>
                    <a:pt x="15" y="211"/>
                    <a:pt x="11" y="211"/>
                  </a:cubicBezTo>
                  <a:cubicBezTo>
                    <a:pt x="5" y="210"/>
                    <a:pt x="1" y="205"/>
                    <a:pt x="0" y="200"/>
                  </a:cubicBezTo>
                  <a:cubicBezTo>
                    <a:pt x="0" y="198"/>
                    <a:pt x="0" y="196"/>
                    <a:pt x="1" y="194"/>
                  </a:cubicBezTo>
                  <a:lnTo>
                    <a:pt x="1" y="195"/>
                  </a:lnTo>
                  <a:cubicBezTo>
                    <a:pt x="1" y="193"/>
                    <a:pt x="2" y="190"/>
                    <a:pt x="4" y="188"/>
                  </a:cubicBezTo>
                  <a:cubicBezTo>
                    <a:pt x="4" y="187"/>
                    <a:pt x="5" y="186"/>
                    <a:pt x="5" y="186"/>
                  </a:cubicBezTo>
                  <a:cubicBezTo>
                    <a:pt x="19" y="158"/>
                    <a:pt x="30" y="130"/>
                    <a:pt x="40" y="101"/>
                  </a:cubicBezTo>
                  <a:cubicBezTo>
                    <a:pt x="44" y="90"/>
                    <a:pt x="47" y="79"/>
                    <a:pt x="50" y="68"/>
                  </a:cubicBezTo>
                  <a:cubicBezTo>
                    <a:pt x="50" y="69"/>
                    <a:pt x="50" y="69"/>
                    <a:pt x="50" y="69"/>
                  </a:cubicBezTo>
                  <a:cubicBezTo>
                    <a:pt x="52" y="59"/>
                    <a:pt x="54" y="49"/>
                    <a:pt x="55" y="38"/>
                  </a:cubicBezTo>
                  <a:cubicBezTo>
                    <a:pt x="55" y="36"/>
                    <a:pt x="55" y="33"/>
                    <a:pt x="55" y="31"/>
                  </a:cubicBezTo>
                  <a:cubicBezTo>
                    <a:pt x="55" y="24"/>
                    <a:pt x="54" y="16"/>
                    <a:pt x="57" y="9"/>
                  </a:cubicBezTo>
                  <a:cubicBezTo>
                    <a:pt x="59" y="4"/>
                    <a:pt x="65" y="0"/>
                    <a:pt x="71" y="1"/>
                  </a:cubicBezTo>
                  <a:cubicBezTo>
                    <a:pt x="76" y="2"/>
                    <a:pt x="80" y="5"/>
                    <a:pt x="82" y="11"/>
                  </a:cubicBezTo>
                  <a:cubicBezTo>
                    <a:pt x="83" y="15"/>
                    <a:pt x="82" y="19"/>
                    <a:pt x="82" y="24"/>
                  </a:cubicBezTo>
                  <a:cubicBezTo>
                    <a:pt x="82" y="27"/>
                    <a:pt x="81" y="30"/>
                    <a:pt x="81" y="33"/>
                  </a:cubicBezTo>
                  <a:cubicBezTo>
                    <a:pt x="81" y="36"/>
                    <a:pt x="80" y="38"/>
                    <a:pt x="79" y="40"/>
                  </a:cubicBezTo>
                  <a:cubicBezTo>
                    <a:pt x="79" y="45"/>
                    <a:pt x="80" y="50"/>
                    <a:pt x="80" y="54"/>
                  </a:cubicBezTo>
                  <a:cubicBezTo>
                    <a:pt x="81" y="63"/>
                    <a:pt x="81" y="71"/>
                    <a:pt x="81" y="80"/>
                  </a:cubicBezTo>
                  <a:cubicBezTo>
                    <a:pt x="85" y="122"/>
                    <a:pt x="92" y="163"/>
                    <a:pt x="99" y="205"/>
                  </a:cubicBezTo>
                  <a:cubicBezTo>
                    <a:pt x="100" y="212"/>
                    <a:pt x="95" y="218"/>
                    <a:pt x="88" y="219"/>
                  </a:cubicBezTo>
                  <a:cubicBezTo>
                    <a:pt x="88" y="219"/>
                    <a:pt x="87" y="219"/>
                    <a:pt x="86" y="219"/>
                  </a:cubicBezTo>
                  <a:cubicBezTo>
                    <a:pt x="81" y="219"/>
                    <a:pt x="75" y="215"/>
                    <a:pt x="74" y="20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4" name="Google Shape;4964;p61"/>
            <p:cNvSpPr/>
            <p:nvPr/>
          </p:nvSpPr>
          <p:spPr>
            <a:xfrm>
              <a:off x="2042640" y="1306440"/>
              <a:ext cx="40680" cy="28080"/>
            </a:xfrm>
            <a:custGeom>
              <a:avLst/>
              <a:gdLst/>
              <a:ahLst/>
              <a:cxnLst/>
              <a:rect l="l" t="t" r="r" b="b"/>
              <a:pathLst>
                <a:path w="113" h="78" extrusionOk="0">
                  <a:moveTo>
                    <a:pt x="13" y="77"/>
                  </a:moveTo>
                  <a:cubicBezTo>
                    <a:pt x="6" y="76"/>
                    <a:pt x="1" y="70"/>
                    <a:pt x="2" y="63"/>
                  </a:cubicBezTo>
                  <a:cubicBezTo>
                    <a:pt x="3" y="58"/>
                    <a:pt x="3" y="54"/>
                    <a:pt x="4" y="48"/>
                  </a:cubicBezTo>
                  <a:cubicBezTo>
                    <a:pt x="4" y="46"/>
                    <a:pt x="4" y="43"/>
                    <a:pt x="4" y="40"/>
                  </a:cubicBezTo>
                  <a:cubicBezTo>
                    <a:pt x="3" y="36"/>
                    <a:pt x="3" y="32"/>
                    <a:pt x="2" y="28"/>
                  </a:cubicBezTo>
                  <a:cubicBezTo>
                    <a:pt x="1" y="21"/>
                    <a:pt x="0" y="13"/>
                    <a:pt x="4" y="7"/>
                  </a:cubicBezTo>
                  <a:cubicBezTo>
                    <a:pt x="7" y="4"/>
                    <a:pt x="13" y="1"/>
                    <a:pt x="17" y="0"/>
                  </a:cubicBezTo>
                  <a:cubicBezTo>
                    <a:pt x="20" y="0"/>
                    <a:pt x="23" y="0"/>
                    <a:pt x="26" y="1"/>
                  </a:cubicBezTo>
                  <a:cubicBezTo>
                    <a:pt x="29" y="2"/>
                    <a:pt x="33" y="3"/>
                    <a:pt x="36" y="4"/>
                  </a:cubicBezTo>
                  <a:cubicBezTo>
                    <a:pt x="43" y="7"/>
                    <a:pt x="49" y="10"/>
                    <a:pt x="56" y="14"/>
                  </a:cubicBezTo>
                  <a:cubicBezTo>
                    <a:pt x="64" y="19"/>
                    <a:pt x="73" y="24"/>
                    <a:pt x="81" y="30"/>
                  </a:cubicBezTo>
                  <a:cubicBezTo>
                    <a:pt x="89" y="35"/>
                    <a:pt x="98" y="42"/>
                    <a:pt x="106" y="49"/>
                  </a:cubicBezTo>
                  <a:cubicBezTo>
                    <a:pt x="111" y="54"/>
                    <a:pt x="112" y="61"/>
                    <a:pt x="108" y="66"/>
                  </a:cubicBezTo>
                  <a:cubicBezTo>
                    <a:pt x="104" y="71"/>
                    <a:pt x="96" y="73"/>
                    <a:pt x="91" y="68"/>
                  </a:cubicBezTo>
                  <a:cubicBezTo>
                    <a:pt x="86" y="64"/>
                    <a:pt x="81" y="59"/>
                    <a:pt x="75" y="55"/>
                  </a:cubicBezTo>
                  <a:cubicBezTo>
                    <a:pt x="71" y="51"/>
                    <a:pt x="66" y="48"/>
                    <a:pt x="61" y="44"/>
                  </a:cubicBezTo>
                  <a:cubicBezTo>
                    <a:pt x="52" y="39"/>
                    <a:pt x="43" y="34"/>
                    <a:pt x="34" y="30"/>
                  </a:cubicBezTo>
                  <a:cubicBezTo>
                    <a:pt x="31" y="28"/>
                    <a:pt x="29" y="27"/>
                    <a:pt x="26" y="26"/>
                  </a:cubicBezTo>
                  <a:cubicBezTo>
                    <a:pt x="27" y="33"/>
                    <a:pt x="28" y="38"/>
                    <a:pt x="28" y="45"/>
                  </a:cubicBezTo>
                  <a:cubicBezTo>
                    <a:pt x="28" y="52"/>
                    <a:pt x="27" y="59"/>
                    <a:pt x="26" y="67"/>
                  </a:cubicBezTo>
                  <a:cubicBezTo>
                    <a:pt x="26" y="73"/>
                    <a:pt x="20" y="77"/>
                    <a:pt x="14" y="77"/>
                  </a:cubicBezTo>
                  <a:cubicBezTo>
                    <a:pt x="13" y="77"/>
                    <a:pt x="13" y="77"/>
                    <a:pt x="13" y="7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5" name="Google Shape;4965;p61"/>
            <p:cNvSpPr/>
            <p:nvPr/>
          </p:nvSpPr>
          <p:spPr>
            <a:xfrm>
              <a:off x="2038680" y="1298520"/>
              <a:ext cx="58680" cy="70920"/>
            </a:xfrm>
            <a:custGeom>
              <a:avLst/>
              <a:gdLst/>
              <a:ahLst/>
              <a:cxnLst/>
              <a:rect l="l" t="t" r="r" b="b"/>
              <a:pathLst>
                <a:path w="163" h="197" extrusionOk="0">
                  <a:moveTo>
                    <a:pt x="8" y="195"/>
                  </a:moveTo>
                  <a:cubicBezTo>
                    <a:pt x="3" y="193"/>
                    <a:pt x="0" y="186"/>
                    <a:pt x="2" y="180"/>
                  </a:cubicBezTo>
                  <a:cubicBezTo>
                    <a:pt x="5" y="173"/>
                    <a:pt x="9" y="165"/>
                    <a:pt x="12" y="158"/>
                  </a:cubicBezTo>
                  <a:cubicBezTo>
                    <a:pt x="12" y="159"/>
                    <a:pt x="12" y="159"/>
                    <a:pt x="12" y="159"/>
                  </a:cubicBezTo>
                  <a:cubicBezTo>
                    <a:pt x="18" y="148"/>
                    <a:pt x="24" y="137"/>
                    <a:pt x="30" y="126"/>
                  </a:cubicBezTo>
                  <a:cubicBezTo>
                    <a:pt x="36" y="115"/>
                    <a:pt x="43" y="104"/>
                    <a:pt x="50" y="94"/>
                  </a:cubicBezTo>
                  <a:cubicBezTo>
                    <a:pt x="57" y="83"/>
                    <a:pt x="64" y="72"/>
                    <a:pt x="72" y="62"/>
                  </a:cubicBezTo>
                  <a:cubicBezTo>
                    <a:pt x="77" y="57"/>
                    <a:pt x="81" y="51"/>
                    <a:pt x="85" y="46"/>
                  </a:cubicBezTo>
                  <a:cubicBezTo>
                    <a:pt x="90" y="41"/>
                    <a:pt x="95" y="35"/>
                    <a:pt x="100" y="30"/>
                  </a:cubicBezTo>
                  <a:cubicBezTo>
                    <a:pt x="107" y="22"/>
                    <a:pt x="116" y="15"/>
                    <a:pt x="124" y="10"/>
                  </a:cubicBezTo>
                  <a:cubicBezTo>
                    <a:pt x="132" y="4"/>
                    <a:pt x="140" y="1"/>
                    <a:pt x="149" y="0"/>
                  </a:cubicBezTo>
                  <a:cubicBezTo>
                    <a:pt x="156" y="0"/>
                    <a:pt x="162" y="6"/>
                    <a:pt x="162" y="13"/>
                  </a:cubicBezTo>
                  <a:cubicBezTo>
                    <a:pt x="162" y="20"/>
                    <a:pt x="156" y="26"/>
                    <a:pt x="149" y="25"/>
                  </a:cubicBezTo>
                  <a:lnTo>
                    <a:pt x="148" y="25"/>
                  </a:lnTo>
                  <a:lnTo>
                    <a:pt x="149" y="25"/>
                  </a:lnTo>
                  <a:cubicBezTo>
                    <a:pt x="148" y="25"/>
                    <a:pt x="148" y="25"/>
                    <a:pt x="146" y="25"/>
                  </a:cubicBezTo>
                  <a:cubicBezTo>
                    <a:pt x="146" y="26"/>
                    <a:pt x="146" y="26"/>
                    <a:pt x="145" y="26"/>
                  </a:cubicBezTo>
                  <a:cubicBezTo>
                    <a:pt x="144" y="27"/>
                    <a:pt x="143" y="27"/>
                    <a:pt x="142" y="28"/>
                  </a:cubicBezTo>
                  <a:cubicBezTo>
                    <a:pt x="139" y="29"/>
                    <a:pt x="137" y="30"/>
                    <a:pt x="134" y="32"/>
                  </a:cubicBezTo>
                  <a:cubicBezTo>
                    <a:pt x="131" y="34"/>
                    <a:pt x="128" y="36"/>
                    <a:pt x="125" y="39"/>
                  </a:cubicBezTo>
                  <a:cubicBezTo>
                    <a:pt x="117" y="46"/>
                    <a:pt x="109" y="55"/>
                    <a:pt x="102" y="63"/>
                  </a:cubicBezTo>
                  <a:cubicBezTo>
                    <a:pt x="95" y="70"/>
                    <a:pt x="89" y="77"/>
                    <a:pt x="84" y="85"/>
                  </a:cubicBezTo>
                  <a:cubicBezTo>
                    <a:pt x="81" y="88"/>
                    <a:pt x="78" y="92"/>
                    <a:pt x="75" y="95"/>
                  </a:cubicBezTo>
                  <a:cubicBezTo>
                    <a:pt x="72" y="100"/>
                    <a:pt x="70" y="105"/>
                    <a:pt x="66" y="109"/>
                  </a:cubicBezTo>
                  <a:cubicBezTo>
                    <a:pt x="61" y="116"/>
                    <a:pt x="57" y="124"/>
                    <a:pt x="53" y="131"/>
                  </a:cubicBezTo>
                  <a:cubicBezTo>
                    <a:pt x="47" y="140"/>
                    <a:pt x="43" y="150"/>
                    <a:pt x="37" y="158"/>
                  </a:cubicBezTo>
                  <a:cubicBezTo>
                    <a:pt x="33" y="169"/>
                    <a:pt x="28" y="179"/>
                    <a:pt x="24" y="189"/>
                  </a:cubicBezTo>
                  <a:cubicBezTo>
                    <a:pt x="22" y="193"/>
                    <a:pt x="17" y="196"/>
                    <a:pt x="12" y="196"/>
                  </a:cubicBezTo>
                  <a:cubicBezTo>
                    <a:pt x="11" y="196"/>
                    <a:pt x="10" y="196"/>
                    <a:pt x="8" y="19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6" name="Google Shape;4966;p61"/>
            <p:cNvSpPr/>
            <p:nvPr/>
          </p:nvSpPr>
          <p:spPr>
            <a:xfrm>
              <a:off x="1386360" y="691920"/>
              <a:ext cx="46080" cy="129960"/>
            </a:xfrm>
            <a:custGeom>
              <a:avLst/>
              <a:gdLst/>
              <a:ahLst/>
              <a:cxnLst/>
              <a:rect l="l" t="t" r="r" b="b"/>
              <a:pathLst>
                <a:path w="128" h="361" extrusionOk="0">
                  <a:moveTo>
                    <a:pt x="54" y="336"/>
                  </a:moveTo>
                  <a:lnTo>
                    <a:pt x="54" y="335"/>
                  </a:lnTo>
                  <a:cubicBezTo>
                    <a:pt x="55" y="333"/>
                    <a:pt x="56" y="331"/>
                    <a:pt x="56" y="328"/>
                  </a:cubicBezTo>
                  <a:cubicBezTo>
                    <a:pt x="58" y="320"/>
                    <a:pt x="59" y="310"/>
                    <a:pt x="60" y="301"/>
                  </a:cubicBezTo>
                  <a:cubicBezTo>
                    <a:pt x="61" y="278"/>
                    <a:pt x="61" y="254"/>
                    <a:pt x="63" y="232"/>
                  </a:cubicBezTo>
                  <a:cubicBezTo>
                    <a:pt x="63" y="223"/>
                    <a:pt x="63" y="215"/>
                    <a:pt x="63" y="207"/>
                  </a:cubicBezTo>
                  <a:cubicBezTo>
                    <a:pt x="57" y="217"/>
                    <a:pt x="52" y="227"/>
                    <a:pt x="46" y="238"/>
                  </a:cubicBezTo>
                  <a:cubicBezTo>
                    <a:pt x="47" y="238"/>
                    <a:pt x="47" y="237"/>
                    <a:pt x="47" y="237"/>
                  </a:cubicBezTo>
                  <a:cubicBezTo>
                    <a:pt x="43" y="243"/>
                    <a:pt x="41" y="249"/>
                    <a:pt x="39" y="256"/>
                  </a:cubicBezTo>
                  <a:cubicBezTo>
                    <a:pt x="37" y="258"/>
                    <a:pt x="37" y="260"/>
                    <a:pt x="36" y="262"/>
                  </a:cubicBezTo>
                  <a:cubicBezTo>
                    <a:pt x="36" y="267"/>
                    <a:pt x="35" y="273"/>
                    <a:pt x="35" y="278"/>
                  </a:cubicBezTo>
                  <a:cubicBezTo>
                    <a:pt x="34" y="282"/>
                    <a:pt x="34" y="287"/>
                    <a:pt x="35" y="291"/>
                  </a:cubicBezTo>
                  <a:cubicBezTo>
                    <a:pt x="35" y="294"/>
                    <a:pt x="35" y="298"/>
                    <a:pt x="36" y="300"/>
                  </a:cubicBezTo>
                  <a:cubicBezTo>
                    <a:pt x="36" y="300"/>
                    <a:pt x="36" y="299"/>
                    <a:pt x="35" y="299"/>
                  </a:cubicBezTo>
                  <a:cubicBezTo>
                    <a:pt x="36" y="303"/>
                    <a:pt x="37" y="306"/>
                    <a:pt x="39" y="310"/>
                  </a:cubicBezTo>
                  <a:cubicBezTo>
                    <a:pt x="38" y="310"/>
                    <a:pt x="38" y="310"/>
                    <a:pt x="38" y="310"/>
                  </a:cubicBezTo>
                  <a:cubicBezTo>
                    <a:pt x="40" y="314"/>
                    <a:pt x="42" y="318"/>
                    <a:pt x="43" y="322"/>
                  </a:cubicBezTo>
                  <a:cubicBezTo>
                    <a:pt x="45" y="325"/>
                    <a:pt x="46" y="327"/>
                    <a:pt x="48" y="330"/>
                  </a:cubicBezTo>
                  <a:cubicBezTo>
                    <a:pt x="49" y="331"/>
                    <a:pt x="50" y="333"/>
                    <a:pt x="51" y="334"/>
                  </a:cubicBezTo>
                  <a:lnTo>
                    <a:pt x="52" y="335"/>
                  </a:lnTo>
                  <a:cubicBezTo>
                    <a:pt x="53" y="335"/>
                    <a:pt x="53" y="335"/>
                    <a:pt x="53" y="335"/>
                  </a:cubicBezTo>
                  <a:lnTo>
                    <a:pt x="54" y="336"/>
                  </a:lnTo>
                  <a:moveTo>
                    <a:pt x="53" y="360"/>
                  </a:moveTo>
                  <a:cubicBezTo>
                    <a:pt x="50" y="360"/>
                    <a:pt x="47" y="359"/>
                    <a:pt x="44" y="358"/>
                  </a:cubicBezTo>
                  <a:cubicBezTo>
                    <a:pt x="37" y="354"/>
                    <a:pt x="33" y="349"/>
                    <a:pt x="29" y="342"/>
                  </a:cubicBezTo>
                  <a:cubicBezTo>
                    <a:pt x="25" y="336"/>
                    <a:pt x="21" y="330"/>
                    <a:pt x="19" y="323"/>
                  </a:cubicBezTo>
                  <a:cubicBezTo>
                    <a:pt x="16" y="315"/>
                    <a:pt x="14" y="307"/>
                    <a:pt x="13" y="299"/>
                  </a:cubicBezTo>
                  <a:cubicBezTo>
                    <a:pt x="12" y="292"/>
                    <a:pt x="12" y="284"/>
                    <a:pt x="13" y="277"/>
                  </a:cubicBezTo>
                  <a:cubicBezTo>
                    <a:pt x="14" y="268"/>
                    <a:pt x="15" y="259"/>
                    <a:pt x="18" y="251"/>
                  </a:cubicBezTo>
                  <a:cubicBezTo>
                    <a:pt x="21" y="244"/>
                    <a:pt x="23" y="237"/>
                    <a:pt x="27" y="230"/>
                  </a:cubicBezTo>
                  <a:cubicBezTo>
                    <a:pt x="31" y="222"/>
                    <a:pt x="36" y="214"/>
                    <a:pt x="40" y="206"/>
                  </a:cubicBezTo>
                  <a:cubicBezTo>
                    <a:pt x="47" y="193"/>
                    <a:pt x="56" y="180"/>
                    <a:pt x="63" y="167"/>
                  </a:cubicBezTo>
                  <a:cubicBezTo>
                    <a:pt x="64" y="166"/>
                    <a:pt x="65" y="164"/>
                    <a:pt x="66" y="162"/>
                  </a:cubicBezTo>
                  <a:cubicBezTo>
                    <a:pt x="66" y="159"/>
                    <a:pt x="66" y="156"/>
                    <a:pt x="67" y="153"/>
                  </a:cubicBezTo>
                  <a:cubicBezTo>
                    <a:pt x="67" y="144"/>
                    <a:pt x="68" y="136"/>
                    <a:pt x="70" y="127"/>
                  </a:cubicBezTo>
                  <a:cubicBezTo>
                    <a:pt x="68" y="129"/>
                    <a:pt x="66" y="130"/>
                    <a:pt x="64" y="132"/>
                  </a:cubicBezTo>
                  <a:cubicBezTo>
                    <a:pt x="59" y="136"/>
                    <a:pt x="54" y="139"/>
                    <a:pt x="48" y="141"/>
                  </a:cubicBezTo>
                  <a:cubicBezTo>
                    <a:pt x="43" y="143"/>
                    <a:pt x="37" y="145"/>
                    <a:pt x="32" y="144"/>
                  </a:cubicBezTo>
                  <a:cubicBezTo>
                    <a:pt x="26" y="143"/>
                    <a:pt x="21" y="141"/>
                    <a:pt x="17" y="137"/>
                  </a:cubicBezTo>
                  <a:cubicBezTo>
                    <a:pt x="12" y="134"/>
                    <a:pt x="9" y="129"/>
                    <a:pt x="8" y="123"/>
                  </a:cubicBezTo>
                  <a:cubicBezTo>
                    <a:pt x="3" y="111"/>
                    <a:pt x="1" y="98"/>
                    <a:pt x="1" y="85"/>
                  </a:cubicBezTo>
                  <a:cubicBezTo>
                    <a:pt x="0" y="78"/>
                    <a:pt x="0" y="71"/>
                    <a:pt x="1" y="65"/>
                  </a:cubicBezTo>
                  <a:cubicBezTo>
                    <a:pt x="1" y="59"/>
                    <a:pt x="1" y="53"/>
                    <a:pt x="3" y="48"/>
                  </a:cubicBezTo>
                  <a:cubicBezTo>
                    <a:pt x="4" y="43"/>
                    <a:pt x="8" y="39"/>
                    <a:pt x="12" y="38"/>
                  </a:cubicBezTo>
                  <a:cubicBezTo>
                    <a:pt x="16" y="37"/>
                    <a:pt x="21" y="38"/>
                    <a:pt x="24" y="41"/>
                  </a:cubicBezTo>
                  <a:cubicBezTo>
                    <a:pt x="30" y="44"/>
                    <a:pt x="30" y="53"/>
                    <a:pt x="26" y="58"/>
                  </a:cubicBezTo>
                  <a:cubicBezTo>
                    <a:pt x="26" y="59"/>
                    <a:pt x="26" y="59"/>
                    <a:pt x="26" y="59"/>
                  </a:cubicBezTo>
                  <a:cubicBezTo>
                    <a:pt x="25" y="63"/>
                    <a:pt x="25" y="67"/>
                    <a:pt x="24" y="71"/>
                  </a:cubicBezTo>
                  <a:cubicBezTo>
                    <a:pt x="24" y="76"/>
                    <a:pt x="24" y="81"/>
                    <a:pt x="24" y="87"/>
                  </a:cubicBezTo>
                  <a:cubicBezTo>
                    <a:pt x="25" y="92"/>
                    <a:pt x="25" y="97"/>
                    <a:pt x="26" y="102"/>
                  </a:cubicBezTo>
                  <a:cubicBezTo>
                    <a:pt x="27" y="106"/>
                    <a:pt x="28" y="109"/>
                    <a:pt x="29" y="113"/>
                  </a:cubicBezTo>
                  <a:lnTo>
                    <a:pt x="29" y="112"/>
                  </a:lnTo>
                  <a:cubicBezTo>
                    <a:pt x="29" y="113"/>
                    <a:pt x="29" y="113"/>
                    <a:pt x="29" y="113"/>
                  </a:cubicBezTo>
                  <a:cubicBezTo>
                    <a:pt x="30" y="115"/>
                    <a:pt x="30" y="116"/>
                    <a:pt x="30" y="117"/>
                  </a:cubicBezTo>
                  <a:cubicBezTo>
                    <a:pt x="31" y="118"/>
                    <a:pt x="31" y="118"/>
                    <a:pt x="31" y="118"/>
                  </a:cubicBezTo>
                  <a:cubicBezTo>
                    <a:pt x="32" y="118"/>
                    <a:pt x="32" y="119"/>
                    <a:pt x="32" y="119"/>
                  </a:cubicBezTo>
                  <a:cubicBezTo>
                    <a:pt x="33" y="120"/>
                    <a:pt x="33" y="120"/>
                    <a:pt x="33" y="120"/>
                  </a:cubicBezTo>
                  <a:lnTo>
                    <a:pt x="34" y="120"/>
                  </a:lnTo>
                  <a:lnTo>
                    <a:pt x="35" y="120"/>
                  </a:lnTo>
                  <a:lnTo>
                    <a:pt x="36" y="120"/>
                  </a:lnTo>
                  <a:cubicBezTo>
                    <a:pt x="36" y="120"/>
                    <a:pt x="37" y="120"/>
                    <a:pt x="38" y="120"/>
                  </a:cubicBezTo>
                  <a:cubicBezTo>
                    <a:pt x="40" y="119"/>
                    <a:pt x="42" y="119"/>
                    <a:pt x="43" y="118"/>
                  </a:cubicBezTo>
                  <a:cubicBezTo>
                    <a:pt x="44" y="117"/>
                    <a:pt x="46" y="116"/>
                    <a:pt x="47" y="115"/>
                  </a:cubicBezTo>
                  <a:cubicBezTo>
                    <a:pt x="49" y="114"/>
                    <a:pt x="51" y="112"/>
                    <a:pt x="53" y="111"/>
                  </a:cubicBezTo>
                  <a:cubicBezTo>
                    <a:pt x="55" y="109"/>
                    <a:pt x="57" y="107"/>
                    <a:pt x="59" y="105"/>
                  </a:cubicBezTo>
                  <a:cubicBezTo>
                    <a:pt x="61" y="102"/>
                    <a:pt x="63" y="99"/>
                    <a:pt x="65" y="97"/>
                  </a:cubicBezTo>
                  <a:cubicBezTo>
                    <a:pt x="70" y="90"/>
                    <a:pt x="74" y="83"/>
                    <a:pt x="78" y="76"/>
                  </a:cubicBezTo>
                  <a:cubicBezTo>
                    <a:pt x="80" y="63"/>
                    <a:pt x="83" y="50"/>
                    <a:pt x="87" y="37"/>
                  </a:cubicBezTo>
                  <a:cubicBezTo>
                    <a:pt x="89" y="30"/>
                    <a:pt x="92" y="23"/>
                    <a:pt x="95" y="17"/>
                  </a:cubicBezTo>
                  <a:cubicBezTo>
                    <a:pt x="98" y="11"/>
                    <a:pt x="102" y="4"/>
                    <a:pt x="109" y="2"/>
                  </a:cubicBezTo>
                  <a:cubicBezTo>
                    <a:pt x="114" y="0"/>
                    <a:pt x="121" y="3"/>
                    <a:pt x="124" y="9"/>
                  </a:cubicBezTo>
                  <a:cubicBezTo>
                    <a:pt x="127" y="14"/>
                    <a:pt x="125" y="23"/>
                    <a:pt x="123" y="28"/>
                  </a:cubicBezTo>
                  <a:cubicBezTo>
                    <a:pt x="120" y="35"/>
                    <a:pt x="117" y="42"/>
                    <a:pt x="114" y="49"/>
                  </a:cubicBezTo>
                  <a:cubicBezTo>
                    <a:pt x="112" y="55"/>
                    <a:pt x="109" y="60"/>
                    <a:pt x="107" y="66"/>
                  </a:cubicBezTo>
                  <a:cubicBezTo>
                    <a:pt x="104" y="72"/>
                    <a:pt x="102" y="78"/>
                    <a:pt x="99" y="84"/>
                  </a:cubicBezTo>
                  <a:cubicBezTo>
                    <a:pt x="98" y="85"/>
                    <a:pt x="98" y="87"/>
                    <a:pt x="97" y="89"/>
                  </a:cubicBezTo>
                  <a:lnTo>
                    <a:pt x="97" y="88"/>
                  </a:lnTo>
                  <a:cubicBezTo>
                    <a:pt x="97" y="89"/>
                    <a:pt x="97" y="89"/>
                    <a:pt x="97" y="90"/>
                  </a:cubicBezTo>
                  <a:cubicBezTo>
                    <a:pt x="96" y="99"/>
                    <a:pt x="94" y="108"/>
                    <a:pt x="92" y="118"/>
                  </a:cubicBezTo>
                  <a:cubicBezTo>
                    <a:pt x="93" y="116"/>
                    <a:pt x="94" y="115"/>
                    <a:pt x="95" y="113"/>
                  </a:cubicBezTo>
                  <a:cubicBezTo>
                    <a:pt x="97" y="109"/>
                    <a:pt x="104" y="107"/>
                    <a:pt x="109" y="110"/>
                  </a:cubicBezTo>
                  <a:cubicBezTo>
                    <a:pt x="113" y="112"/>
                    <a:pt x="114" y="119"/>
                    <a:pt x="112" y="123"/>
                  </a:cubicBezTo>
                  <a:cubicBezTo>
                    <a:pt x="103" y="137"/>
                    <a:pt x="95" y="152"/>
                    <a:pt x="86" y="166"/>
                  </a:cubicBezTo>
                  <a:cubicBezTo>
                    <a:pt x="86" y="171"/>
                    <a:pt x="86" y="174"/>
                    <a:pt x="85" y="178"/>
                  </a:cubicBezTo>
                  <a:cubicBezTo>
                    <a:pt x="84" y="203"/>
                    <a:pt x="83" y="227"/>
                    <a:pt x="82" y="252"/>
                  </a:cubicBezTo>
                  <a:cubicBezTo>
                    <a:pt x="82" y="264"/>
                    <a:pt x="82" y="276"/>
                    <a:pt x="82" y="288"/>
                  </a:cubicBezTo>
                  <a:cubicBezTo>
                    <a:pt x="82" y="300"/>
                    <a:pt x="81" y="313"/>
                    <a:pt x="79" y="326"/>
                  </a:cubicBezTo>
                  <a:cubicBezTo>
                    <a:pt x="79" y="331"/>
                    <a:pt x="78" y="338"/>
                    <a:pt x="76" y="343"/>
                  </a:cubicBezTo>
                  <a:cubicBezTo>
                    <a:pt x="74" y="349"/>
                    <a:pt x="70" y="356"/>
                    <a:pt x="63" y="359"/>
                  </a:cubicBezTo>
                  <a:cubicBezTo>
                    <a:pt x="60" y="359"/>
                    <a:pt x="58" y="360"/>
                    <a:pt x="55" y="360"/>
                  </a:cubicBezTo>
                  <a:cubicBezTo>
                    <a:pt x="54" y="360"/>
                    <a:pt x="54" y="360"/>
                    <a:pt x="53" y="36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7" name="Google Shape;4967;p61"/>
            <p:cNvSpPr/>
            <p:nvPr/>
          </p:nvSpPr>
          <p:spPr>
            <a:xfrm>
              <a:off x="1354680" y="883080"/>
              <a:ext cx="497160" cy="492480"/>
            </a:xfrm>
            <a:custGeom>
              <a:avLst/>
              <a:gdLst/>
              <a:ahLst/>
              <a:cxnLst/>
              <a:rect l="l" t="t" r="r" b="b"/>
              <a:pathLst>
                <a:path w="1381" h="1368" extrusionOk="0">
                  <a:moveTo>
                    <a:pt x="1356" y="1363"/>
                  </a:moveTo>
                  <a:cubicBezTo>
                    <a:pt x="1347" y="1354"/>
                    <a:pt x="1338" y="1344"/>
                    <a:pt x="1329" y="1336"/>
                  </a:cubicBezTo>
                  <a:cubicBezTo>
                    <a:pt x="1320" y="1326"/>
                    <a:pt x="1310" y="1316"/>
                    <a:pt x="1300" y="1306"/>
                  </a:cubicBezTo>
                  <a:cubicBezTo>
                    <a:pt x="1280" y="1284"/>
                    <a:pt x="1258" y="1264"/>
                    <a:pt x="1237" y="1243"/>
                  </a:cubicBezTo>
                  <a:cubicBezTo>
                    <a:pt x="1217" y="1223"/>
                    <a:pt x="1196" y="1202"/>
                    <a:pt x="1175" y="1182"/>
                  </a:cubicBezTo>
                  <a:cubicBezTo>
                    <a:pt x="1154" y="1161"/>
                    <a:pt x="1134" y="1140"/>
                    <a:pt x="1113" y="1119"/>
                  </a:cubicBezTo>
                  <a:cubicBezTo>
                    <a:pt x="1072" y="1079"/>
                    <a:pt x="1031" y="1038"/>
                    <a:pt x="991" y="998"/>
                  </a:cubicBezTo>
                  <a:cubicBezTo>
                    <a:pt x="949" y="956"/>
                    <a:pt x="907" y="914"/>
                    <a:pt x="865" y="873"/>
                  </a:cubicBezTo>
                  <a:cubicBezTo>
                    <a:pt x="823" y="831"/>
                    <a:pt x="781" y="789"/>
                    <a:pt x="739" y="748"/>
                  </a:cubicBezTo>
                  <a:cubicBezTo>
                    <a:pt x="697" y="706"/>
                    <a:pt x="656" y="665"/>
                    <a:pt x="614" y="624"/>
                  </a:cubicBezTo>
                  <a:cubicBezTo>
                    <a:pt x="572" y="582"/>
                    <a:pt x="530" y="540"/>
                    <a:pt x="488" y="498"/>
                  </a:cubicBezTo>
                  <a:cubicBezTo>
                    <a:pt x="447" y="458"/>
                    <a:pt x="406" y="417"/>
                    <a:pt x="365" y="377"/>
                  </a:cubicBezTo>
                  <a:cubicBezTo>
                    <a:pt x="322" y="333"/>
                    <a:pt x="278" y="290"/>
                    <a:pt x="234" y="247"/>
                  </a:cubicBezTo>
                  <a:cubicBezTo>
                    <a:pt x="193" y="206"/>
                    <a:pt x="152" y="165"/>
                    <a:pt x="110" y="125"/>
                  </a:cubicBezTo>
                  <a:cubicBezTo>
                    <a:pt x="93" y="108"/>
                    <a:pt x="76" y="90"/>
                    <a:pt x="59" y="74"/>
                  </a:cubicBezTo>
                  <a:cubicBezTo>
                    <a:pt x="49" y="65"/>
                    <a:pt x="39" y="56"/>
                    <a:pt x="30" y="46"/>
                  </a:cubicBezTo>
                  <a:cubicBezTo>
                    <a:pt x="26" y="42"/>
                    <a:pt x="21" y="37"/>
                    <a:pt x="17" y="33"/>
                  </a:cubicBezTo>
                  <a:cubicBezTo>
                    <a:pt x="12" y="29"/>
                    <a:pt x="8" y="26"/>
                    <a:pt x="4" y="22"/>
                  </a:cubicBezTo>
                  <a:cubicBezTo>
                    <a:pt x="0" y="17"/>
                    <a:pt x="0" y="9"/>
                    <a:pt x="4" y="4"/>
                  </a:cubicBezTo>
                  <a:cubicBezTo>
                    <a:pt x="10" y="0"/>
                    <a:pt x="17" y="0"/>
                    <a:pt x="22" y="4"/>
                  </a:cubicBezTo>
                  <a:cubicBezTo>
                    <a:pt x="26" y="8"/>
                    <a:pt x="31" y="13"/>
                    <a:pt x="35" y="18"/>
                  </a:cubicBezTo>
                  <a:cubicBezTo>
                    <a:pt x="41" y="23"/>
                    <a:pt x="47" y="29"/>
                    <a:pt x="53" y="36"/>
                  </a:cubicBezTo>
                  <a:cubicBezTo>
                    <a:pt x="63" y="45"/>
                    <a:pt x="72" y="55"/>
                    <a:pt x="82" y="65"/>
                  </a:cubicBezTo>
                  <a:cubicBezTo>
                    <a:pt x="103" y="87"/>
                    <a:pt x="125" y="109"/>
                    <a:pt x="146" y="130"/>
                  </a:cubicBezTo>
                  <a:cubicBezTo>
                    <a:pt x="187" y="171"/>
                    <a:pt x="228" y="211"/>
                    <a:pt x="269" y="252"/>
                  </a:cubicBezTo>
                  <a:cubicBezTo>
                    <a:pt x="312" y="295"/>
                    <a:pt x="356" y="338"/>
                    <a:pt x="399" y="381"/>
                  </a:cubicBezTo>
                  <a:cubicBezTo>
                    <a:pt x="440" y="421"/>
                    <a:pt x="481" y="462"/>
                    <a:pt x="522" y="502"/>
                  </a:cubicBezTo>
                  <a:cubicBezTo>
                    <a:pt x="564" y="544"/>
                    <a:pt x="606" y="585"/>
                    <a:pt x="648" y="627"/>
                  </a:cubicBezTo>
                  <a:cubicBezTo>
                    <a:pt x="689" y="668"/>
                    <a:pt x="731" y="709"/>
                    <a:pt x="773" y="751"/>
                  </a:cubicBezTo>
                  <a:cubicBezTo>
                    <a:pt x="815" y="792"/>
                    <a:pt x="856" y="833"/>
                    <a:pt x="898" y="875"/>
                  </a:cubicBezTo>
                  <a:cubicBezTo>
                    <a:pt x="940" y="916"/>
                    <a:pt x="981" y="957"/>
                    <a:pt x="1023" y="999"/>
                  </a:cubicBezTo>
                  <a:cubicBezTo>
                    <a:pt x="1065" y="1040"/>
                    <a:pt x="1107" y="1081"/>
                    <a:pt x="1149" y="1122"/>
                  </a:cubicBezTo>
                  <a:cubicBezTo>
                    <a:pt x="1190" y="1163"/>
                    <a:pt x="1231" y="1204"/>
                    <a:pt x="1272" y="1245"/>
                  </a:cubicBezTo>
                  <a:cubicBezTo>
                    <a:pt x="1290" y="1263"/>
                    <a:pt x="1308" y="1280"/>
                    <a:pt x="1326" y="1298"/>
                  </a:cubicBezTo>
                  <a:cubicBezTo>
                    <a:pt x="1334" y="1306"/>
                    <a:pt x="1343" y="1313"/>
                    <a:pt x="1351" y="1321"/>
                  </a:cubicBezTo>
                  <a:cubicBezTo>
                    <a:pt x="1359" y="1329"/>
                    <a:pt x="1367" y="1336"/>
                    <a:pt x="1375" y="1344"/>
                  </a:cubicBezTo>
                  <a:cubicBezTo>
                    <a:pt x="1380" y="1349"/>
                    <a:pt x="1380" y="1358"/>
                    <a:pt x="1375" y="1363"/>
                  </a:cubicBezTo>
                  <a:cubicBezTo>
                    <a:pt x="1372" y="1365"/>
                    <a:pt x="1369" y="1367"/>
                    <a:pt x="1365" y="1367"/>
                  </a:cubicBezTo>
                  <a:cubicBezTo>
                    <a:pt x="1362" y="1367"/>
                    <a:pt x="1358" y="1365"/>
                    <a:pt x="1356" y="136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8" name="Google Shape;4968;p61"/>
            <p:cNvSpPr/>
            <p:nvPr/>
          </p:nvSpPr>
          <p:spPr>
            <a:xfrm>
              <a:off x="1398960" y="994680"/>
              <a:ext cx="36000" cy="65520"/>
            </a:xfrm>
            <a:custGeom>
              <a:avLst/>
              <a:gdLst/>
              <a:ahLst/>
              <a:cxnLst/>
              <a:rect l="l" t="t" r="r" b="b"/>
              <a:pathLst>
                <a:path w="100" h="182" extrusionOk="0">
                  <a:moveTo>
                    <a:pt x="44" y="181"/>
                  </a:moveTo>
                  <a:cubicBezTo>
                    <a:pt x="37" y="180"/>
                    <a:pt x="32" y="173"/>
                    <a:pt x="33" y="167"/>
                  </a:cubicBezTo>
                  <a:cubicBezTo>
                    <a:pt x="36" y="154"/>
                    <a:pt x="39" y="141"/>
                    <a:pt x="41" y="128"/>
                  </a:cubicBezTo>
                  <a:cubicBezTo>
                    <a:pt x="44" y="116"/>
                    <a:pt x="46" y="104"/>
                    <a:pt x="49" y="92"/>
                  </a:cubicBezTo>
                  <a:cubicBezTo>
                    <a:pt x="51" y="84"/>
                    <a:pt x="54" y="75"/>
                    <a:pt x="56" y="67"/>
                  </a:cubicBezTo>
                  <a:cubicBezTo>
                    <a:pt x="53" y="71"/>
                    <a:pt x="49" y="75"/>
                    <a:pt x="46" y="78"/>
                  </a:cubicBezTo>
                  <a:cubicBezTo>
                    <a:pt x="41" y="83"/>
                    <a:pt x="36" y="88"/>
                    <a:pt x="32" y="93"/>
                  </a:cubicBezTo>
                  <a:cubicBezTo>
                    <a:pt x="30" y="95"/>
                    <a:pt x="28" y="97"/>
                    <a:pt x="26" y="99"/>
                  </a:cubicBezTo>
                  <a:cubicBezTo>
                    <a:pt x="25" y="100"/>
                    <a:pt x="23" y="102"/>
                    <a:pt x="22" y="103"/>
                  </a:cubicBezTo>
                  <a:cubicBezTo>
                    <a:pt x="19" y="105"/>
                    <a:pt x="15" y="106"/>
                    <a:pt x="12" y="106"/>
                  </a:cubicBezTo>
                  <a:cubicBezTo>
                    <a:pt x="8" y="105"/>
                    <a:pt x="4" y="102"/>
                    <a:pt x="2" y="98"/>
                  </a:cubicBezTo>
                  <a:cubicBezTo>
                    <a:pt x="0" y="92"/>
                    <a:pt x="2" y="86"/>
                    <a:pt x="8" y="82"/>
                  </a:cubicBezTo>
                  <a:cubicBezTo>
                    <a:pt x="8" y="82"/>
                    <a:pt x="9" y="82"/>
                    <a:pt x="9" y="81"/>
                  </a:cubicBezTo>
                  <a:cubicBezTo>
                    <a:pt x="24" y="67"/>
                    <a:pt x="38" y="53"/>
                    <a:pt x="51" y="38"/>
                  </a:cubicBezTo>
                  <a:cubicBezTo>
                    <a:pt x="58" y="30"/>
                    <a:pt x="64" y="23"/>
                    <a:pt x="69" y="15"/>
                  </a:cubicBezTo>
                  <a:cubicBezTo>
                    <a:pt x="72" y="11"/>
                    <a:pt x="75" y="6"/>
                    <a:pt x="78" y="4"/>
                  </a:cubicBezTo>
                  <a:cubicBezTo>
                    <a:pt x="83" y="1"/>
                    <a:pt x="88" y="0"/>
                    <a:pt x="92" y="2"/>
                  </a:cubicBezTo>
                  <a:cubicBezTo>
                    <a:pt x="96" y="5"/>
                    <a:pt x="99" y="10"/>
                    <a:pt x="98" y="15"/>
                  </a:cubicBezTo>
                  <a:cubicBezTo>
                    <a:pt x="97" y="20"/>
                    <a:pt x="95" y="25"/>
                    <a:pt x="93" y="30"/>
                  </a:cubicBezTo>
                  <a:cubicBezTo>
                    <a:pt x="91" y="35"/>
                    <a:pt x="89" y="39"/>
                    <a:pt x="88" y="44"/>
                  </a:cubicBezTo>
                  <a:cubicBezTo>
                    <a:pt x="79" y="70"/>
                    <a:pt x="71" y="96"/>
                    <a:pt x="65" y="123"/>
                  </a:cubicBezTo>
                  <a:cubicBezTo>
                    <a:pt x="62" y="139"/>
                    <a:pt x="60" y="155"/>
                    <a:pt x="58" y="170"/>
                  </a:cubicBezTo>
                  <a:cubicBezTo>
                    <a:pt x="57" y="176"/>
                    <a:pt x="51" y="181"/>
                    <a:pt x="46" y="181"/>
                  </a:cubicBezTo>
                  <a:cubicBezTo>
                    <a:pt x="45" y="181"/>
                    <a:pt x="44" y="181"/>
                    <a:pt x="44" y="18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9" name="Google Shape;4969;p61"/>
            <p:cNvSpPr/>
            <p:nvPr/>
          </p:nvSpPr>
          <p:spPr>
            <a:xfrm>
              <a:off x="1705680" y="1290240"/>
              <a:ext cx="30600" cy="57600"/>
            </a:xfrm>
            <a:custGeom>
              <a:avLst/>
              <a:gdLst/>
              <a:ahLst/>
              <a:cxnLst/>
              <a:rect l="l" t="t" r="r" b="b"/>
              <a:pathLst>
                <a:path w="85" h="160" extrusionOk="0">
                  <a:moveTo>
                    <a:pt x="26" y="159"/>
                  </a:moveTo>
                  <a:cubicBezTo>
                    <a:pt x="19" y="157"/>
                    <a:pt x="15" y="149"/>
                    <a:pt x="18" y="142"/>
                  </a:cubicBezTo>
                  <a:cubicBezTo>
                    <a:pt x="21" y="133"/>
                    <a:pt x="24" y="124"/>
                    <a:pt x="28" y="114"/>
                  </a:cubicBezTo>
                  <a:cubicBezTo>
                    <a:pt x="33" y="98"/>
                    <a:pt x="39" y="82"/>
                    <a:pt x="44" y="66"/>
                  </a:cubicBezTo>
                  <a:cubicBezTo>
                    <a:pt x="45" y="65"/>
                    <a:pt x="45" y="63"/>
                    <a:pt x="45" y="62"/>
                  </a:cubicBezTo>
                  <a:cubicBezTo>
                    <a:pt x="44" y="63"/>
                    <a:pt x="44" y="64"/>
                    <a:pt x="42" y="65"/>
                  </a:cubicBezTo>
                  <a:cubicBezTo>
                    <a:pt x="36" y="72"/>
                    <a:pt x="29" y="80"/>
                    <a:pt x="23" y="87"/>
                  </a:cubicBezTo>
                  <a:cubicBezTo>
                    <a:pt x="17" y="92"/>
                    <a:pt x="9" y="92"/>
                    <a:pt x="5" y="87"/>
                  </a:cubicBezTo>
                  <a:cubicBezTo>
                    <a:pt x="0" y="82"/>
                    <a:pt x="0" y="74"/>
                    <a:pt x="5" y="69"/>
                  </a:cubicBezTo>
                  <a:cubicBezTo>
                    <a:pt x="18" y="56"/>
                    <a:pt x="31" y="43"/>
                    <a:pt x="44" y="29"/>
                  </a:cubicBezTo>
                  <a:cubicBezTo>
                    <a:pt x="47" y="25"/>
                    <a:pt x="49" y="22"/>
                    <a:pt x="52" y="19"/>
                  </a:cubicBezTo>
                  <a:cubicBezTo>
                    <a:pt x="54" y="16"/>
                    <a:pt x="55" y="15"/>
                    <a:pt x="57" y="12"/>
                  </a:cubicBezTo>
                  <a:cubicBezTo>
                    <a:pt x="58" y="11"/>
                    <a:pt x="59" y="9"/>
                    <a:pt x="61" y="8"/>
                  </a:cubicBezTo>
                  <a:cubicBezTo>
                    <a:pt x="62" y="6"/>
                    <a:pt x="65" y="5"/>
                    <a:pt x="67" y="4"/>
                  </a:cubicBezTo>
                  <a:cubicBezTo>
                    <a:pt x="74" y="0"/>
                    <a:pt x="83" y="6"/>
                    <a:pt x="84" y="13"/>
                  </a:cubicBezTo>
                  <a:cubicBezTo>
                    <a:pt x="84" y="16"/>
                    <a:pt x="84" y="19"/>
                    <a:pt x="83" y="22"/>
                  </a:cubicBezTo>
                  <a:cubicBezTo>
                    <a:pt x="83" y="23"/>
                    <a:pt x="82" y="25"/>
                    <a:pt x="82" y="27"/>
                  </a:cubicBezTo>
                  <a:cubicBezTo>
                    <a:pt x="80" y="30"/>
                    <a:pt x="80" y="32"/>
                    <a:pt x="79" y="35"/>
                  </a:cubicBezTo>
                  <a:cubicBezTo>
                    <a:pt x="79" y="34"/>
                    <a:pt x="79" y="34"/>
                    <a:pt x="79" y="34"/>
                  </a:cubicBezTo>
                  <a:lnTo>
                    <a:pt x="79" y="35"/>
                  </a:lnTo>
                  <a:cubicBezTo>
                    <a:pt x="79" y="36"/>
                    <a:pt x="79" y="36"/>
                    <a:pt x="78" y="36"/>
                  </a:cubicBezTo>
                  <a:cubicBezTo>
                    <a:pt x="79" y="36"/>
                    <a:pt x="79" y="36"/>
                    <a:pt x="79" y="36"/>
                  </a:cubicBezTo>
                  <a:lnTo>
                    <a:pt x="79" y="35"/>
                  </a:lnTo>
                  <a:cubicBezTo>
                    <a:pt x="79" y="36"/>
                    <a:pt x="79" y="36"/>
                    <a:pt x="79" y="36"/>
                  </a:cubicBezTo>
                  <a:cubicBezTo>
                    <a:pt x="79" y="35"/>
                    <a:pt x="79" y="35"/>
                    <a:pt x="79" y="35"/>
                  </a:cubicBezTo>
                  <a:lnTo>
                    <a:pt x="79" y="36"/>
                  </a:lnTo>
                  <a:cubicBezTo>
                    <a:pt x="78" y="36"/>
                    <a:pt x="78" y="36"/>
                    <a:pt x="78" y="36"/>
                  </a:cubicBezTo>
                  <a:cubicBezTo>
                    <a:pt x="72" y="55"/>
                    <a:pt x="65" y="74"/>
                    <a:pt x="59" y="93"/>
                  </a:cubicBezTo>
                  <a:cubicBezTo>
                    <a:pt x="52" y="112"/>
                    <a:pt x="47" y="131"/>
                    <a:pt x="41" y="150"/>
                  </a:cubicBezTo>
                  <a:cubicBezTo>
                    <a:pt x="39" y="156"/>
                    <a:pt x="34" y="159"/>
                    <a:pt x="29" y="159"/>
                  </a:cubicBezTo>
                  <a:cubicBezTo>
                    <a:pt x="28" y="159"/>
                    <a:pt x="27" y="159"/>
                    <a:pt x="26" y="15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0" name="Google Shape;4970;p61"/>
            <p:cNvSpPr/>
            <p:nvPr/>
          </p:nvSpPr>
          <p:spPr>
            <a:xfrm>
              <a:off x="1400040" y="1305000"/>
              <a:ext cx="41400" cy="43200"/>
            </a:xfrm>
            <a:custGeom>
              <a:avLst/>
              <a:gdLst/>
              <a:ahLst/>
              <a:cxnLst/>
              <a:rect l="l" t="t" r="r" b="b"/>
              <a:pathLst>
                <a:path w="115" h="120" extrusionOk="0">
                  <a:moveTo>
                    <a:pt x="62" y="96"/>
                  </a:moveTo>
                  <a:cubicBezTo>
                    <a:pt x="63" y="96"/>
                    <a:pt x="64" y="96"/>
                    <a:pt x="65" y="96"/>
                  </a:cubicBezTo>
                  <a:cubicBezTo>
                    <a:pt x="66" y="95"/>
                    <a:pt x="66" y="95"/>
                    <a:pt x="67" y="95"/>
                  </a:cubicBezTo>
                  <a:cubicBezTo>
                    <a:pt x="68" y="94"/>
                    <a:pt x="68" y="94"/>
                    <a:pt x="69" y="94"/>
                  </a:cubicBezTo>
                  <a:cubicBezTo>
                    <a:pt x="69" y="94"/>
                    <a:pt x="70" y="93"/>
                    <a:pt x="71" y="93"/>
                  </a:cubicBezTo>
                  <a:cubicBezTo>
                    <a:pt x="73" y="91"/>
                    <a:pt x="75" y="90"/>
                    <a:pt x="76" y="89"/>
                  </a:cubicBezTo>
                  <a:cubicBezTo>
                    <a:pt x="78" y="87"/>
                    <a:pt x="79" y="86"/>
                    <a:pt x="80" y="84"/>
                  </a:cubicBezTo>
                  <a:cubicBezTo>
                    <a:pt x="82" y="82"/>
                    <a:pt x="84" y="80"/>
                    <a:pt x="86" y="77"/>
                  </a:cubicBezTo>
                  <a:cubicBezTo>
                    <a:pt x="87" y="76"/>
                    <a:pt x="87" y="75"/>
                    <a:pt x="88" y="74"/>
                  </a:cubicBezTo>
                  <a:cubicBezTo>
                    <a:pt x="89" y="73"/>
                    <a:pt x="89" y="71"/>
                    <a:pt x="90" y="70"/>
                  </a:cubicBezTo>
                  <a:cubicBezTo>
                    <a:pt x="90" y="68"/>
                    <a:pt x="90" y="67"/>
                    <a:pt x="91" y="66"/>
                  </a:cubicBezTo>
                  <a:cubicBezTo>
                    <a:pt x="91" y="65"/>
                    <a:pt x="91" y="64"/>
                    <a:pt x="91" y="62"/>
                  </a:cubicBezTo>
                  <a:cubicBezTo>
                    <a:pt x="91" y="63"/>
                    <a:pt x="91" y="64"/>
                    <a:pt x="91" y="64"/>
                  </a:cubicBezTo>
                  <a:cubicBezTo>
                    <a:pt x="91" y="63"/>
                    <a:pt x="91" y="62"/>
                    <a:pt x="91" y="61"/>
                  </a:cubicBezTo>
                  <a:cubicBezTo>
                    <a:pt x="91" y="59"/>
                    <a:pt x="90" y="57"/>
                    <a:pt x="90" y="55"/>
                  </a:cubicBezTo>
                  <a:cubicBezTo>
                    <a:pt x="90" y="54"/>
                    <a:pt x="90" y="53"/>
                    <a:pt x="89" y="52"/>
                  </a:cubicBezTo>
                  <a:cubicBezTo>
                    <a:pt x="89" y="50"/>
                    <a:pt x="87" y="48"/>
                    <a:pt x="87" y="45"/>
                  </a:cubicBezTo>
                  <a:cubicBezTo>
                    <a:pt x="86" y="44"/>
                    <a:pt x="85" y="43"/>
                    <a:pt x="84" y="41"/>
                  </a:cubicBezTo>
                  <a:lnTo>
                    <a:pt x="83" y="40"/>
                  </a:lnTo>
                  <a:cubicBezTo>
                    <a:pt x="82" y="38"/>
                    <a:pt x="80" y="37"/>
                    <a:pt x="78" y="36"/>
                  </a:cubicBezTo>
                  <a:cubicBezTo>
                    <a:pt x="79" y="36"/>
                    <a:pt x="79" y="36"/>
                    <a:pt x="79" y="37"/>
                  </a:cubicBezTo>
                  <a:cubicBezTo>
                    <a:pt x="79" y="36"/>
                    <a:pt x="78" y="35"/>
                    <a:pt x="76" y="34"/>
                  </a:cubicBezTo>
                  <a:lnTo>
                    <a:pt x="75" y="33"/>
                  </a:lnTo>
                  <a:lnTo>
                    <a:pt x="74" y="33"/>
                  </a:lnTo>
                  <a:lnTo>
                    <a:pt x="75" y="33"/>
                  </a:lnTo>
                  <a:cubicBezTo>
                    <a:pt x="74" y="33"/>
                    <a:pt x="73" y="32"/>
                    <a:pt x="72" y="32"/>
                  </a:cubicBezTo>
                  <a:cubicBezTo>
                    <a:pt x="71" y="31"/>
                    <a:pt x="69" y="31"/>
                    <a:pt x="68" y="31"/>
                  </a:cubicBezTo>
                  <a:cubicBezTo>
                    <a:pt x="66" y="30"/>
                    <a:pt x="65" y="30"/>
                    <a:pt x="64" y="30"/>
                  </a:cubicBezTo>
                  <a:cubicBezTo>
                    <a:pt x="61" y="30"/>
                    <a:pt x="58" y="30"/>
                    <a:pt x="55" y="30"/>
                  </a:cubicBezTo>
                  <a:cubicBezTo>
                    <a:pt x="49" y="31"/>
                    <a:pt x="43" y="31"/>
                    <a:pt x="37" y="33"/>
                  </a:cubicBezTo>
                  <a:cubicBezTo>
                    <a:pt x="37" y="33"/>
                    <a:pt x="38" y="32"/>
                    <a:pt x="39" y="32"/>
                  </a:cubicBezTo>
                  <a:cubicBezTo>
                    <a:pt x="38" y="33"/>
                    <a:pt x="37" y="33"/>
                    <a:pt x="36" y="33"/>
                  </a:cubicBezTo>
                  <a:cubicBezTo>
                    <a:pt x="36" y="34"/>
                    <a:pt x="35" y="36"/>
                    <a:pt x="34" y="37"/>
                  </a:cubicBezTo>
                  <a:cubicBezTo>
                    <a:pt x="32" y="41"/>
                    <a:pt x="30" y="46"/>
                    <a:pt x="28" y="51"/>
                  </a:cubicBezTo>
                  <a:cubicBezTo>
                    <a:pt x="27" y="54"/>
                    <a:pt x="26" y="57"/>
                    <a:pt x="26" y="60"/>
                  </a:cubicBezTo>
                  <a:cubicBezTo>
                    <a:pt x="25" y="62"/>
                    <a:pt x="25" y="64"/>
                    <a:pt x="25" y="65"/>
                  </a:cubicBezTo>
                  <a:cubicBezTo>
                    <a:pt x="25" y="66"/>
                    <a:pt x="25" y="66"/>
                    <a:pt x="25" y="68"/>
                  </a:cubicBezTo>
                  <a:cubicBezTo>
                    <a:pt x="25" y="69"/>
                    <a:pt x="25" y="70"/>
                    <a:pt x="25" y="72"/>
                  </a:cubicBezTo>
                  <a:cubicBezTo>
                    <a:pt x="26" y="72"/>
                    <a:pt x="26" y="73"/>
                    <a:pt x="26" y="74"/>
                  </a:cubicBezTo>
                  <a:cubicBezTo>
                    <a:pt x="27" y="76"/>
                    <a:pt x="27" y="77"/>
                    <a:pt x="28" y="78"/>
                  </a:cubicBezTo>
                  <a:cubicBezTo>
                    <a:pt x="29" y="80"/>
                    <a:pt x="29" y="81"/>
                    <a:pt x="30" y="82"/>
                  </a:cubicBezTo>
                  <a:cubicBezTo>
                    <a:pt x="31" y="84"/>
                    <a:pt x="32" y="85"/>
                    <a:pt x="33" y="86"/>
                  </a:cubicBezTo>
                  <a:cubicBezTo>
                    <a:pt x="34" y="87"/>
                    <a:pt x="35" y="88"/>
                    <a:pt x="36" y="89"/>
                  </a:cubicBezTo>
                  <a:cubicBezTo>
                    <a:pt x="36" y="89"/>
                    <a:pt x="37" y="89"/>
                    <a:pt x="37" y="90"/>
                  </a:cubicBezTo>
                  <a:cubicBezTo>
                    <a:pt x="37" y="90"/>
                    <a:pt x="38" y="90"/>
                    <a:pt x="39" y="91"/>
                  </a:cubicBezTo>
                  <a:cubicBezTo>
                    <a:pt x="40" y="91"/>
                    <a:pt x="42" y="92"/>
                    <a:pt x="44" y="93"/>
                  </a:cubicBezTo>
                  <a:cubicBezTo>
                    <a:pt x="45" y="93"/>
                    <a:pt x="47" y="94"/>
                    <a:pt x="48" y="94"/>
                  </a:cubicBezTo>
                  <a:cubicBezTo>
                    <a:pt x="52" y="95"/>
                    <a:pt x="56" y="96"/>
                    <a:pt x="59" y="96"/>
                  </a:cubicBezTo>
                  <a:cubicBezTo>
                    <a:pt x="61" y="96"/>
                    <a:pt x="61" y="96"/>
                    <a:pt x="62" y="96"/>
                  </a:cubicBezTo>
                  <a:moveTo>
                    <a:pt x="50" y="118"/>
                  </a:moveTo>
                  <a:cubicBezTo>
                    <a:pt x="46" y="118"/>
                    <a:pt x="42" y="117"/>
                    <a:pt x="39" y="116"/>
                  </a:cubicBezTo>
                  <a:cubicBezTo>
                    <a:pt x="30" y="114"/>
                    <a:pt x="23" y="110"/>
                    <a:pt x="18" y="104"/>
                  </a:cubicBezTo>
                  <a:cubicBezTo>
                    <a:pt x="6" y="94"/>
                    <a:pt x="0" y="77"/>
                    <a:pt x="1" y="62"/>
                  </a:cubicBezTo>
                  <a:cubicBezTo>
                    <a:pt x="2" y="54"/>
                    <a:pt x="5" y="47"/>
                    <a:pt x="7" y="38"/>
                  </a:cubicBezTo>
                  <a:cubicBezTo>
                    <a:pt x="9" y="35"/>
                    <a:pt x="10" y="31"/>
                    <a:pt x="12" y="27"/>
                  </a:cubicBezTo>
                  <a:cubicBezTo>
                    <a:pt x="10" y="21"/>
                    <a:pt x="13" y="15"/>
                    <a:pt x="20" y="13"/>
                  </a:cubicBezTo>
                  <a:cubicBezTo>
                    <a:pt x="23" y="10"/>
                    <a:pt x="25" y="7"/>
                    <a:pt x="27" y="5"/>
                  </a:cubicBezTo>
                  <a:cubicBezTo>
                    <a:pt x="33" y="1"/>
                    <a:pt x="40" y="0"/>
                    <a:pt x="45" y="5"/>
                  </a:cubicBezTo>
                  <a:cubicBezTo>
                    <a:pt x="46" y="6"/>
                    <a:pt x="47" y="6"/>
                    <a:pt x="47" y="8"/>
                  </a:cubicBezTo>
                  <a:cubicBezTo>
                    <a:pt x="61" y="6"/>
                    <a:pt x="77" y="7"/>
                    <a:pt x="89" y="15"/>
                  </a:cubicBezTo>
                  <a:cubicBezTo>
                    <a:pt x="101" y="23"/>
                    <a:pt x="110" y="37"/>
                    <a:pt x="113" y="51"/>
                  </a:cubicBezTo>
                  <a:cubicBezTo>
                    <a:pt x="114" y="59"/>
                    <a:pt x="114" y="67"/>
                    <a:pt x="113" y="75"/>
                  </a:cubicBezTo>
                  <a:cubicBezTo>
                    <a:pt x="110" y="83"/>
                    <a:pt x="105" y="91"/>
                    <a:pt x="100" y="97"/>
                  </a:cubicBezTo>
                  <a:cubicBezTo>
                    <a:pt x="95" y="103"/>
                    <a:pt x="90" y="108"/>
                    <a:pt x="83" y="112"/>
                  </a:cubicBezTo>
                  <a:cubicBezTo>
                    <a:pt x="80" y="114"/>
                    <a:pt x="78" y="116"/>
                    <a:pt x="74" y="117"/>
                  </a:cubicBezTo>
                  <a:cubicBezTo>
                    <a:pt x="70" y="118"/>
                    <a:pt x="66" y="119"/>
                    <a:pt x="61" y="119"/>
                  </a:cubicBezTo>
                  <a:cubicBezTo>
                    <a:pt x="61" y="119"/>
                    <a:pt x="60" y="119"/>
                    <a:pt x="59" y="119"/>
                  </a:cubicBezTo>
                  <a:cubicBezTo>
                    <a:pt x="57" y="119"/>
                    <a:pt x="53" y="119"/>
                    <a:pt x="50" y="11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1" name="Google Shape;4971;p61"/>
            <p:cNvSpPr/>
            <p:nvPr/>
          </p:nvSpPr>
          <p:spPr>
            <a:xfrm>
              <a:off x="1547640" y="993600"/>
              <a:ext cx="10800" cy="40320"/>
            </a:xfrm>
            <a:custGeom>
              <a:avLst/>
              <a:gdLst/>
              <a:ahLst/>
              <a:cxnLst/>
              <a:rect l="l" t="t" r="r" b="b"/>
              <a:pathLst>
                <a:path w="30" h="112" extrusionOk="0">
                  <a:moveTo>
                    <a:pt x="4" y="99"/>
                  </a:moveTo>
                  <a:cubicBezTo>
                    <a:pt x="4" y="85"/>
                    <a:pt x="3" y="71"/>
                    <a:pt x="3" y="57"/>
                  </a:cubicBezTo>
                  <a:cubicBezTo>
                    <a:pt x="3" y="50"/>
                    <a:pt x="3" y="43"/>
                    <a:pt x="3" y="36"/>
                  </a:cubicBezTo>
                  <a:cubicBezTo>
                    <a:pt x="3" y="31"/>
                    <a:pt x="3" y="25"/>
                    <a:pt x="3" y="19"/>
                  </a:cubicBezTo>
                  <a:cubicBezTo>
                    <a:pt x="0" y="12"/>
                    <a:pt x="4" y="4"/>
                    <a:pt x="11" y="2"/>
                  </a:cubicBezTo>
                  <a:cubicBezTo>
                    <a:pt x="17" y="0"/>
                    <a:pt x="23" y="3"/>
                    <a:pt x="26" y="8"/>
                  </a:cubicBezTo>
                  <a:cubicBezTo>
                    <a:pt x="29" y="12"/>
                    <a:pt x="28" y="19"/>
                    <a:pt x="28" y="24"/>
                  </a:cubicBezTo>
                  <a:cubicBezTo>
                    <a:pt x="27" y="31"/>
                    <a:pt x="27" y="38"/>
                    <a:pt x="26" y="45"/>
                  </a:cubicBezTo>
                  <a:cubicBezTo>
                    <a:pt x="26" y="58"/>
                    <a:pt x="26" y="72"/>
                    <a:pt x="28" y="86"/>
                  </a:cubicBezTo>
                  <a:cubicBezTo>
                    <a:pt x="27" y="85"/>
                    <a:pt x="27" y="85"/>
                    <a:pt x="27" y="85"/>
                  </a:cubicBezTo>
                  <a:cubicBezTo>
                    <a:pt x="28" y="89"/>
                    <a:pt x="28" y="93"/>
                    <a:pt x="28" y="98"/>
                  </a:cubicBezTo>
                  <a:cubicBezTo>
                    <a:pt x="29" y="104"/>
                    <a:pt x="25" y="110"/>
                    <a:pt x="18" y="111"/>
                  </a:cubicBezTo>
                  <a:cubicBezTo>
                    <a:pt x="17" y="111"/>
                    <a:pt x="17" y="111"/>
                    <a:pt x="17" y="111"/>
                  </a:cubicBezTo>
                  <a:cubicBezTo>
                    <a:pt x="10" y="111"/>
                    <a:pt x="5" y="106"/>
                    <a:pt x="4" y="9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2" name="Google Shape;4972;p61"/>
            <p:cNvSpPr/>
            <p:nvPr/>
          </p:nvSpPr>
          <p:spPr>
            <a:xfrm>
              <a:off x="1523160" y="1015200"/>
              <a:ext cx="69120" cy="15480"/>
            </a:xfrm>
            <a:custGeom>
              <a:avLst/>
              <a:gdLst/>
              <a:ahLst/>
              <a:cxnLst/>
              <a:rect l="l" t="t" r="r" b="b"/>
              <a:pathLst>
                <a:path w="192" h="43" extrusionOk="0">
                  <a:moveTo>
                    <a:pt x="1" y="32"/>
                  </a:moveTo>
                  <a:cubicBezTo>
                    <a:pt x="0" y="25"/>
                    <a:pt x="5" y="19"/>
                    <a:pt x="12" y="18"/>
                  </a:cubicBezTo>
                  <a:cubicBezTo>
                    <a:pt x="26" y="17"/>
                    <a:pt x="40" y="16"/>
                    <a:pt x="54" y="14"/>
                  </a:cubicBezTo>
                  <a:cubicBezTo>
                    <a:pt x="68" y="13"/>
                    <a:pt x="82" y="11"/>
                    <a:pt x="96" y="10"/>
                  </a:cubicBezTo>
                  <a:cubicBezTo>
                    <a:pt x="108" y="8"/>
                    <a:pt x="121" y="6"/>
                    <a:pt x="135" y="5"/>
                  </a:cubicBezTo>
                  <a:cubicBezTo>
                    <a:pt x="149" y="3"/>
                    <a:pt x="166" y="0"/>
                    <a:pt x="180" y="4"/>
                  </a:cubicBezTo>
                  <a:cubicBezTo>
                    <a:pt x="181" y="4"/>
                    <a:pt x="181" y="4"/>
                    <a:pt x="181" y="4"/>
                  </a:cubicBezTo>
                  <a:cubicBezTo>
                    <a:pt x="187" y="5"/>
                    <a:pt x="191" y="12"/>
                    <a:pt x="189" y="19"/>
                  </a:cubicBezTo>
                  <a:cubicBezTo>
                    <a:pt x="188" y="26"/>
                    <a:pt x="181" y="31"/>
                    <a:pt x="174" y="28"/>
                  </a:cubicBezTo>
                  <a:cubicBezTo>
                    <a:pt x="173" y="28"/>
                    <a:pt x="172" y="28"/>
                    <a:pt x="171" y="27"/>
                  </a:cubicBezTo>
                  <a:cubicBezTo>
                    <a:pt x="168" y="27"/>
                    <a:pt x="166" y="26"/>
                    <a:pt x="164" y="26"/>
                  </a:cubicBezTo>
                  <a:cubicBezTo>
                    <a:pt x="160" y="26"/>
                    <a:pt x="156" y="26"/>
                    <a:pt x="153" y="26"/>
                  </a:cubicBezTo>
                  <a:cubicBezTo>
                    <a:pt x="130" y="29"/>
                    <a:pt x="107" y="32"/>
                    <a:pt x="85" y="34"/>
                  </a:cubicBezTo>
                  <a:cubicBezTo>
                    <a:pt x="61" y="37"/>
                    <a:pt x="38" y="39"/>
                    <a:pt x="15" y="42"/>
                  </a:cubicBezTo>
                  <a:cubicBezTo>
                    <a:pt x="14" y="42"/>
                    <a:pt x="13" y="42"/>
                    <a:pt x="13" y="42"/>
                  </a:cubicBezTo>
                  <a:cubicBezTo>
                    <a:pt x="7" y="42"/>
                    <a:pt x="2" y="38"/>
                    <a:pt x="1" y="3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3" name="Google Shape;4973;p61"/>
            <p:cNvSpPr/>
            <p:nvPr/>
          </p:nvSpPr>
          <p:spPr>
            <a:xfrm>
              <a:off x="1568880" y="1037160"/>
              <a:ext cx="34920" cy="29520"/>
            </a:xfrm>
            <a:custGeom>
              <a:avLst/>
              <a:gdLst/>
              <a:ahLst/>
              <a:cxnLst/>
              <a:rect l="l" t="t" r="r" b="b"/>
              <a:pathLst>
                <a:path w="97" h="82" extrusionOk="0">
                  <a:moveTo>
                    <a:pt x="77" y="79"/>
                  </a:moveTo>
                  <a:cubicBezTo>
                    <a:pt x="62" y="70"/>
                    <a:pt x="47" y="60"/>
                    <a:pt x="33" y="50"/>
                  </a:cubicBezTo>
                  <a:cubicBezTo>
                    <a:pt x="27" y="45"/>
                    <a:pt x="21" y="41"/>
                    <a:pt x="15" y="36"/>
                  </a:cubicBezTo>
                  <a:cubicBezTo>
                    <a:pt x="11" y="32"/>
                    <a:pt x="7" y="29"/>
                    <a:pt x="3" y="25"/>
                  </a:cubicBezTo>
                  <a:cubicBezTo>
                    <a:pt x="2" y="23"/>
                    <a:pt x="1" y="21"/>
                    <a:pt x="0" y="19"/>
                  </a:cubicBezTo>
                  <a:cubicBezTo>
                    <a:pt x="0" y="17"/>
                    <a:pt x="0" y="16"/>
                    <a:pt x="0" y="14"/>
                  </a:cubicBezTo>
                  <a:cubicBezTo>
                    <a:pt x="0" y="10"/>
                    <a:pt x="2" y="7"/>
                    <a:pt x="5" y="5"/>
                  </a:cubicBezTo>
                  <a:cubicBezTo>
                    <a:pt x="11" y="0"/>
                    <a:pt x="20" y="3"/>
                    <a:pt x="23" y="9"/>
                  </a:cubicBezTo>
                  <a:cubicBezTo>
                    <a:pt x="24" y="10"/>
                    <a:pt x="24" y="10"/>
                    <a:pt x="25" y="11"/>
                  </a:cubicBezTo>
                  <a:cubicBezTo>
                    <a:pt x="30" y="16"/>
                    <a:pt x="36" y="21"/>
                    <a:pt x="41" y="26"/>
                  </a:cubicBezTo>
                  <a:cubicBezTo>
                    <a:pt x="50" y="34"/>
                    <a:pt x="60" y="41"/>
                    <a:pt x="70" y="47"/>
                  </a:cubicBezTo>
                  <a:cubicBezTo>
                    <a:pt x="69" y="46"/>
                    <a:pt x="69" y="46"/>
                    <a:pt x="69" y="46"/>
                  </a:cubicBezTo>
                  <a:cubicBezTo>
                    <a:pt x="75" y="51"/>
                    <a:pt x="82" y="55"/>
                    <a:pt x="89" y="59"/>
                  </a:cubicBezTo>
                  <a:cubicBezTo>
                    <a:pt x="94" y="62"/>
                    <a:pt x="96" y="69"/>
                    <a:pt x="93" y="74"/>
                  </a:cubicBezTo>
                  <a:cubicBezTo>
                    <a:pt x="91" y="78"/>
                    <a:pt x="87" y="81"/>
                    <a:pt x="83" y="81"/>
                  </a:cubicBezTo>
                  <a:cubicBezTo>
                    <a:pt x="81" y="81"/>
                    <a:pt x="79" y="80"/>
                    <a:pt x="77" y="7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4" name="Google Shape;4974;p61"/>
            <p:cNvSpPr/>
            <p:nvPr/>
          </p:nvSpPr>
          <p:spPr>
            <a:xfrm>
              <a:off x="1577880" y="1047240"/>
              <a:ext cx="33120" cy="16920"/>
            </a:xfrm>
            <a:custGeom>
              <a:avLst/>
              <a:gdLst/>
              <a:ahLst/>
              <a:cxnLst/>
              <a:rect l="l" t="t" r="r" b="b"/>
              <a:pathLst>
                <a:path w="92" h="47" extrusionOk="0">
                  <a:moveTo>
                    <a:pt x="4" y="42"/>
                  </a:moveTo>
                  <a:cubicBezTo>
                    <a:pt x="0" y="37"/>
                    <a:pt x="1" y="28"/>
                    <a:pt x="6" y="25"/>
                  </a:cubicBezTo>
                  <a:cubicBezTo>
                    <a:pt x="16" y="18"/>
                    <a:pt x="27" y="13"/>
                    <a:pt x="38" y="9"/>
                  </a:cubicBezTo>
                  <a:cubicBezTo>
                    <a:pt x="40" y="8"/>
                    <a:pt x="42" y="7"/>
                    <a:pt x="45" y="6"/>
                  </a:cubicBezTo>
                  <a:cubicBezTo>
                    <a:pt x="50" y="4"/>
                    <a:pt x="56" y="3"/>
                    <a:pt x="62" y="2"/>
                  </a:cubicBezTo>
                  <a:cubicBezTo>
                    <a:pt x="67" y="0"/>
                    <a:pt x="71" y="0"/>
                    <a:pt x="76" y="0"/>
                  </a:cubicBezTo>
                  <a:cubicBezTo>
                    <a:pt x="81" y="1"/>
                    <a:pt x="84" y="4"/>
                    <a:pt x="87" y="7"/>
                  </a:cubicBezTo>
                  <a:cubicBezTo>
                    <a:pt x="91" y="13"/>
                    <a:pt x="89" y="22"/>
                    <a:pt x="83" y="26"/>
                  </a:cubicBezTo>
                  <a:cubicBezTo>
                    <a:pt x="79" y="28"/>
                    <a:pt x="74" y="28"/>
                    <a:pt x="70" y="25"/>
                  </a:cubicBezTo>
                  <a:cubicBezTo>
                    <a:pt x="67" y="25"/>
                    <a:pt x="64" y="26"/>
                    <a:pt x="61" y="27"/>
                  </a:cubicBezTo>
                  <a:cubicBezTo>
                    <a:pt x="59" y="27"/>
                    <a:pt x="56" y="28"/>
                    <a:pt x="54" y="28"/>
                  </a:cubicBezTo>
                  <a:cubicBezTo>
                    <a:pt x="46" y="31"/>
                    <a:pt x="38" y="35"/>
                    <a:pt x="30" y="39"/>
                  </a:cubicBezTo>
                  <a:cubicBezTo>
                    <a:pt x="27" y="40"/>
                    <a:pt x="24" y="42"/>
                    <a:pt x="22" y="43"/>
                  </a:cubicBezTo>
                  <a:cubicBezTo>
                    <a:pt x="21" y="43"/>
                    <a:pt x="21" y="43"/>
                    <a:pt x="21" y="44"/>
                  </a:cubicBezTo>
                  <a:cubicBezTo>
                    <a:pt x="19" y="45"/>
                    <a:pt x="16" y="46"/>
                    <a:pt x="13" y="46"/>
                  </a:cubicBezTo>
                  <a:cubicBezTo>
                    <a:pt x="10" y="46"/>
                    <a:pt x="7" y="45"/>
                    <a:pt x="4" y="4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5" name="Google Shape;4975;p61"/>
            <p:cNvSpPr/>
            <p:nvPr/>
          </p:nvSpPr>
          <p:spPr>
            <a:xfrm>
              <a:off x="1584720" y="1066680"/>
              <a:ext cx="66240" cy="54360"/>
            </a:xfrm>
            <a:custGeom>
              <a:avLst/>
              <a:gdLst/>
              <a:ahLst/>
              <a:cxnLst/>
              <a:rect l="l" t="t" r="r" b="b"/>
              <a:pathLst>
                <a:path w="184" h="151" extrusionOk="0">
                  <a:moveTo>
                    <a:pt x="34" y="126"/>
                  </a:moveTo>
                  <a:cubicBezTo>
                    <a:pt x="34" y="126"/>
                    <a:pt x="33" y="126"/>
                    <a:pt x="32" y="127"/>
                  </a:cubicBezTo>
                  <a:cubicBezTo>
                    <a:pt x="34" y="126"/>
                    <a:pt x="37" y="125"/>
                    <a:pt x="38" y="125"/>
                  </a:cubicBezTo>
                  <a:lnTo>
                    <a:pt x="37" y="125"/>
                  </a:lnTo>
                  <a:cubicBezTo>
                    <a:pt x="40" y="125"/>
                    <a:pt x="44" y="124"/>
                    <a:pt x="47" y="123"/>
                  </a:cubicBezTo>
                  <a:cubicBezTo>
                    <a:pt x="54" y="120"/>
                    <a:pt x="61" y="117"/>
                    <a:pt x="68" y="114"/>
                  </a:cubicBezTo>
                  <a:cubicBezTo>
                    <a:pt x="66" y="114"/>
                    <a:pt x="64" y="113"/>
                    <a:pt x="62" y="113"/>
                  </a:cubicBezTo>
                  <a:cubicBezTo>
                    <a:pt x="63" y="113"/>
                    <a:pt x="63" y="113"/>
                    <a:pt x="63" y="113"/>
                  </a:cubicBezTo>
                  <a:cubicBezTo>
                    <a:pt x="55" y="113"/>
                    <a:pt x="47" y="113"/>
                    <a:pt x="39" y="113"/>
                  </a:cubicBezTo>
                  <a:cubicBezTo>
                    <a:pt x="36" y="113"/>
                    <a:pt x="33" y="113"/>
                    <a:pt x="30" y="114"/>
                  </a:cubicBezTo>
                  <a:cubicBezTo>
                    <a:pt x="29" y="114"/>
                    <a:pt x="28" y="114"/>
                    <a:pt x="27" y="115"/>
                  </a:cubicBezTo>
                  <a:cubicBezTo>
                    <a:pt x="26" y="115"/>
                    <a:pt x="25" y="115"/>
                    <a:pt x="25" y="116"/>
                  </a:cubicBezTo>
                  <a:lnTo>
                    <a:pt x="24" y="117"/>
                  </a:lnTo>
                  <a:cubicBezTo>
                    <a:pt x="24" y="118"/>
                    <a:pt x="24" y="119"/>
                    <a:pt x="24" y="120"/>
                  </a:cubicBezTo>
                  <a:cubicBezTo>
                    <a:pt x="24" y="120"/>
                    <a:pt x="25" y="120"/>
                    <a:pt x="25" y="121"/>
                  </a:cubicBezTo>
                  <a:lnTo>
                    <a:pt x="25" y="122"/>
                  </a:lnTo>
                  <a:lnTo>
                    <a:pt x="25" y="123"/>
                  </a:lnTo>
                  <a:cubicBezTo>
                    <a:pt x="26" y="123"/>
                    <a:pt x="26" y="123"/>
                    <a:pt x="26" y="124"/>
                  </a:cubicBezTo>
                  <a:cubicBezTo>
                    <a:pt x="27" y="124"/>
                    <a:pt x="27" y="124"/>
                    <a:pt x="28" y="125"/>
                  </a:cubicBezTo>
                  <a:cubicBezTo>
                    <a:pt x="28" y="124"/>
                    <a:pt x="27" y="124"/>
                    <a:pt x="27" y="124"/>
                  </a:cubicBezTo>
                  <a:cubicBezTo>
                    <a:pt x="27" y="124"/>
                    <a:pt x="28" y="124"/>
                    <a:pt x="28" y="125"/>
                  </a:cubicBezTo>
                  <a:cubicBezTo>
                    <a:pt x="29" y="125"/>
                    <a:pt x="29" y="125"/>
                    <a:pt x="30" y="125"/>
                  </a:cubicBezTo>
                  <a:cubicBezTo>
                    <a:pt x="30" y="126"/>
                    <a:pt x="30" y="126"/>
                    <a:pt x="31" y="126"/>
                  </a:cubicBezTo>
                  <a:cubicBezTo>
                    <a:pt x="31" y="126"/>
                    <a:pt x="32" y="126"/>
                    <a:pt x="32" y="127"/>
                  </a:cubicBezTo>
                  <a:cubicBezTo>
                    <a:pt x="32" y="126"/>
                    <a:pt x="32" y="126"/>
                    <a:pt x="31" y="126"/>
                  </a:cubicBezTo>
                  <a:lnTo>
                    <a:pt x="32" y="127"/>
                  </a:lnTo>
                  <a:cubicBezTo>
                    <a:pt x="31" y="127"/>
                    <a:pt x="31" y="126"/>
                    <a:pt x="31" y="126"/>
                  </a:cubicBezTo>
                  <a:lnTo>
                    <a:pt x="31" y="127"/>
                  </a:lnTo>
                  <a:cubicBezTo>
                    <a:pt x="31" y="126"/>
                    <a:pt x="31" y="126"/>
                    <a:pt x="31" y="126"/>
                  </a:cubicBezTo>
                  <a:cubicBezTo>
                    <a:pt x="32" y="127"/>
                    <a:pt x="33" y="127"/>
                    <a:pt x="34" y="126"/>
                  </a:cubicBezTo>
                  <a:moveTo>
                    <a:pt x="24" y="149"/>
                  </a:moveTo>
                  <a:cubicBezTo>
                    <a:pt x="20" y="149"/>
                    <a:pt x="18" y="147"/>
                    <a:pt x="15" y="145"/>
                  </a:cubicBezTo>
                  <a:cubicBezTo>
                    <a:pt x="12" y="143"/>
                    <a:pt x="9" y="141"/>
                    <a:pt x="7" y="138"/>
                  </a:cubicBezTo>
                  <a:cubicBezTo>
                    <a:pt x="3" y="133"/>
                    <a:pt x="0" y="127"/>
                    <a:pt x="0" y="121"/>
                  </a:cubicBezTo>
                  <a:cubicBezTo>
                    <a:pt x="0" y="114"/>
                    <a:pt x="1" y="107"/>
                    <a:pt x="4" y="102"/>
                  </a:cubicBezTo>
                  <a:cubicBezTo>
                    <a:pt x="7" y="97"/>
                    <a:pt x="14" y="93"/>
                    <a:pt x="19" y="92"/>
                  </a:cubicBezTo>
                  <a:cubicBezTo>
                    <a:pt x="27" y="90"/>
                    <a:pt x="34" y="89"/>
                    <a:pt x="41" y="89"/>
                  </a:cubicBezTo>
                  <a:cubicBezTo>
                    <a:pt x="51" y="89"/>
                    <a:pt x="62" y="91"/>
                    <a:pt x="71" y="92"/>
                  </a:cubicBezTo>
                  <a:cubicBezTo>
                    <a:pt x="77" y="93"/>
                    <a:pt x="82" y="99"/>
                    <a:pt x="81" y="104"/>
                  </a:cubicBezTo>
                  <a:cubicBezTo>
                    <a:pt x="81" y="106"/>
                    <a:pt x="80" y="107"/>
                    <a:pt x="80" y="107"/>
                  </a:cubicBezTo>
                  <a:cubicBezTo>
                    <a:pt x="84" y="106"/>
                    <a:pt x="88" y="103"/>
                    <a:pt x="92" y="102"/>
                  </a:cubicBezTo>
                  <a:cubicBezTo>
                    <a:pt x="91" y="102"/>
                    <a:pt x="91" y="102"/>
                    <a:pt x="91" y="102"/>
                  </a:cubicBezTo>
                  <a:lnTo>
                    <a:pt x="92" y="102"/>
                  </a:lnTo>
                  <a:lnTo>
                    <a:pt x="92" y="101"/>
                  </a:lnTo>
                  <a:cubicBezTo>
                    <a:pt x="94" y="100"/>
                    <a:pt x="97" y="99"/>
                    <a:pt x="98" y="98"/>
                  </a:cubicBezTo>
                  <a:cubicBezTo>
                    <a:pt x="98" y="99"/>
                    <a:pt x="98" y="99"/>
                    <a:pt x="98" y="99"/>
                  </a:cubicBezTo>
                  <a:cubicBezTo>
                    <a:pt x="106" y="95"/>
                    <a:pt x="113" y="91"/>
                    <a:pt x="122" y="87"/>
                  </a:cubicBezTo>
                  <a:cubicBezTo>
                    <a:pt x="118" y="86"/>
                    <a:pt x="114" y="85"/>
                    <a:pt x="110" y="84"/>
                  </a:cubicBezTo>
                  <a:cubicBezTo>
                    <a:pt x="97" y="81"/>
                    <a:pt x="85" y="74"/>
                    <a:pt x="77" y="64"/>
                  </a:cubicBezTo>
                  <a:cubicBezTo>
                    <a:pt x="73" y="60"/>
                    <a:pt x="70" y="55"/>
                    <a:pt x="68" y="49"/>
                  </a:cubicBezTo>
                  <a:cubicBezTo>
                    <a:pt x="67" y="47"/>
                    <a:pt x="67" y="43"/>
                    <a:pt x="67" y="41"/>
                  </a:cubicBezTo>
                  <a:cubicBezTo>
                    <a:pt x="67" y="37"/>
                    <a:pt x="68" y="35"/>
                    <a:pt x="69" y="32"/>
                  </a:cubicBezTo>
                  <a:cubicBezTo>
                    <a:pt x="72" y="27"/>
                    <a:pt x="77" y="23"/>
                    <a:pt x="82" y="19"/>
                  </a:cubicBezTo>
                  <a:cubicBezTo>
                    <a:pt x="87" y="15"/>
                    <a:pt x="94" y="12"/>
                    <a:pt x="100" y="10"/>
                  </a:cubicBezTo>
                  <a:cubicBezTo>
                    <a:pt x="108" y="7"/>
                    <a:pt x="117" y="4"/>
                    <a:pt x="126" y="2"/>
                  </a:cubicBezTo>
                  <a:cubicBezTo>
                    <a:pt x="132" y="1"/>
                    <a:pt x="139" y="0"/>
                    <a:pt x="145" y="1"/>
                  </a:cubicBezTo>
                  <a:cubicBezTo>
                    <a:pt x="148" y="2"/>
                    <a:pt x="151" y="2"/>
                    <a:pt x="152" y="4"/>
                  </a:cubicBezTo>
                  <a:cubicBezTo>
                    <a:pt x="154" y="5"/>
                    <a:pt x="155" y="7"/>
                    <a:pt x="156" y="8"/>
                  </a:cubicBezTo>
                  <a:lnTo>
                    <a:pt x="155" y="7"/>
                  </a:lnTo>
                  <a:lnTo>
                    <a:pt x="154" y="7"/>
                  </a:lnTo>
                  <a:cubicBezTo>
                    <a:pt x="157" y="9"/>
                    <a:pt x="159" y="12"/>
                    <a:pt x="159" y="16"/>
                  </a:cubicBezTo>
                  <a:cubicBezTo>
                    <a:pt x="159" y="21"/>
                    <a:pt x="157" y="25"/>
                    <a:pt x="152" y="27"/>
                  </a:cubicBezTo>
                  <a:cubicBezTo>
                    <a:pt x="149" y="29"/>
                    <a:pt x="145" y="29"/>
                    <a:pt x="141" y="28"/>
                  </a:cubicBezTo>
                  <a:cubicBezTo>
                    <a:pt x="140" y="27"/>
                    <a:pt x="138" y="26"/>
                    <a:pt x="138" y="25"/>
                  </a:cubicBezTo>
                  <a:cubicBezTo>
                    <a:pt x="137" y="25"/>
                    <a:pt x="137" y="25"/>
                    <a:pt x="136" y="25"/>
                  </a:cubicBezTo>
                  <a:cubicBezTo>
                    <a:pt x="134" y="25"/>
                    <a:pt x="133" y="26"/>
                    <a:pt x="131" y="26"/>
                  </a:cubicBezTo>
                  <a:cubicBezTo>
                    <a:pt x="123" y="28"/>
                    <a:pt x="116" y="30"/>
                    <a:pt x="109" y="32"/>
                  </a:cubicBezTo>
                  <a:cubicBezTo>
                    <a:pt x="106" y="33"/>
                    <a:pt x="103" y="35"/>
                    <a:pt x="99" y="36"/>
                  </a:cubicBezTo>
                  <a:cubicBezTo>
                    <a:pt x="99" y="36"/>
                    <a:pt x="98" y="37"/>
                    <a:pt x="97" y="37"/>
                  </a:cubicBezTo>
                  <a:cubicBezTo>
                    <a:pt x="96" y="39"/>
                    <a:pt x="95" y="39"/>
                    <a:pt x="93" y="40"/>
                  </a:cubicBezTo>
                  <a:cubicBezTo>
                    <a:pt x="93" y="41"/>
                    <a:pt x="92" y="42"/>
                    <a:pt x="92" y="42"/>
                  </a:cubicBezTo>
                  <a:lnTo>
                    <a:pt x="91" y="43"/>
                  </a:lnTo>
                  <a:cubicBezTo>
                    <a:pt x="91" y="44"/>
                    <a:pt x="92" y="44"/>
                    <a:pt x="92" y="44"/>
                  </a:cubicBezTo>
                  <a:cubicBezTo>
                    <a:pt x="92" y="44"/>
                    <a:pt x="92" y="45"/>
                    <a:pt x="92" y="46"/>
                  </a:cubicBezTo>
                  <a:cubicBezTo>
                    <a:pt x="94" y="47"/>
                    <a:pt x="94" y="48"/>
                    <a:pt x="95" y="49"/>
                  </a:cubicBezTo>
                  <a:cubicBezTo>
                    <a:pt x="97" y="50"/>
                    <a:pt x="98" y="52"/>
                    <a:pt x="99" y="53"/>
                  </a:cubicBezTo>
                  <a:cubicBezTo>
                    <a:pt x="101" y="54"/>
                    <a:pt x="102" y="56"/>
                    <a:pt x="104" y="56"/>
                  </a:cubicBezTo>
                  <a:cubicBezTo>
                    <a:pt x="105" y="57"/>
                    <a:pt x="107" y="58"/>
                    <a:pt x="109" y="59"/>
                  </a:cubicBezTo>
                  <a:cubicBezTo>
                    <a:pt x="112" y="60"/>
                    <a:pt x="114" y="61"/>
                    <a:pt x="117" y="62"/>
                  </a:cubicBezTo>
                  <a:cubicBezTo>
                    <a:pt x="124" y="64"/>
                    <a:pt x="130" y="66"/>
                    <a:pt x="137" y="67"/>
                  </a:cubicBezTo>
                  <a:cubicBezTo>
                    <a:pt x="143" y="68"/>
                    <a:pt x="148" y="69"/>
                    <a:pt x="154" y="69"/>
                  </a:cubicBezTo>
                  <a:cubicBezTo>
                    <a:pt x="155" y="69"/>
                    <a:pt x="157" y="69"/>
                    <a:pt x="158" y="69"/>
                  </a:cubicBezTo>
                  <a:lnTo>
                    <a:pt x="159" y="69"/>
                  </a:lnTo>
                  <a:cubicBezTo>
                    <a:pt x="159" y="69"/>
                    <a:pt x="160" y="69"/>
                    <a:pt x="161" y="69"/>
                  </a:cubicBezTo>
                  <a:cubicBezTo>
                    <a:pt x="162" y="70"/>
                    <a:pt x="165" y="70"/>
                    <a:pt x="166" y="70"/>
                  </a:cubicBezTo>
                  <a:cubicBezTo>
                    <a:pt x="169" y="70"/>
                    <a:pt x="171" y="69"/>
                    <a:pt x="173" y="70"/>
                  </a:cubicBezTo>
                  <a:cubicBezTo>
                    <a:pt x="179" y="71"/>
                    <a:pt x="183" y="76"/>
                    <a:pt x="183" y="82"/>
                  </a:cubicBezTo>
                  <a:cubicBezTo>
                    <a:pt x="183" y="88"/>
                    <a:pt x="179" y="93"/>
                    <a:pt x="173" y="94"/>
                  </a:cubicBezTo>
                  <a:cubicBezTo>
                    <a:pt x="172" y="94"/>
                    <a:pt x="171" y="94"/>
                    <a:pt x="171" y="94"/>
                  </a:cubicBezTo>
                  <a:cubicBezTo>
                    <a:pt x="165" y="95"/>
                    <a:pt x="159" y="97"/>
                    <a:pt x="154" y="99"/>
                  </a:cubicBezTo>
                  <a:cubicBezTo>
                    <a:pt x="147" y="101"/>
                    <a:pt x="140" y="104"/>
                    <a:pt x="133" y="107"/>
                  </a:cubicBezTo>
                  <a:cubicBezTo>
                    <a:pt x="127" y="110"/>
                    <a:pt x="121" y="113"/>
                    <a:pt x="115" y="116"/>
                  </a:cubicBezTo>
                  <a:cubicBezTo>
                    <a:pt x="114" y="116"/>
                    <a:pt x="113" y="116"/>
                    <a:pt x="113" y="117"/>
                  </a:cubicBezTo>
                  <a:cubicBezTo>
                    <a:pt x="113" y="116"/>
                    <a:pt x="113" y="116"/>
                    <a:pt x="114" y="116"/>
                  </a:cubicBezTo>
                  <a:cubicBezTo>
                    <a:pt x="104" y="121"/>
                    <a:pt x="94" y="126"/>
                    <a:pt x="85" y="131"/>
                  </a:cubicBezTo>
                  <a:cubicBezTo>
                    <a:pt x="71" y="138"/>
                    <a:pt x="57" y="146"/>
                    <a:pt x="43" y="149"/>
                  </a:cubicBezTo>
                  <a:cubicBezTo>
                    <a:pt x="40" y="150"/>
                    <a:pt x="37" y="150"/>
                    <a:pt x="34" y="150"/>
                  </a:cubicBezTo>
                  <a:cubicBezTo>
                    <a:pt x="34" y="150"/>
                    <a:pt x="33" y="150"/>
                    <a:pt x="32" y="150"/>
                  </a:cubicBezTo>
                  <a:cubicBezTo>
                    <a:pt x="29" y="150"/>
                    <a:pt x="27" y="150"/>
                    <a:pt x="24" y="14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6" name="Google Shape;4976;p61"/>
            <p:cNvSpPr/>
            <p:nvPr/>
          </p:nvSpPr>
          <p:spPr>
            <a:xfrm>
              <a:off x="1651320" y="1120320"/>
              <a:ext cx="16200" cy="14040"/>
            </a:xfrm>
            <a:custGeom>
              <a:avLst/>
              <a:gdLst/>
              <a:ahLst/>
              <a:cxnLst/>
              <a:rect l="l" t="t" r="r" b="b"/>
              <a:pathLst>
                <a:path w="45" h="39" extrusionOk="0">
                  <a:moveTo>
                    <a:pt x="24" y="36"/>
                  </a:moveTo>
                  <a:cubicBezTo>
                    <a:pt x="23" y="36"/>
                    <a:pt x="22" y="35"/>
                    <a:pt x="22" y="35"/>
                  </a:cubicBezTo>
                  <a:cubicBezTo>
                    <a:pt x="21" y="34"/>
                    <a:pt x="19" y="33"/>
                    <a:pt x="18" y="33"/>
                  </a:cubicBezTo>
                  <a:cubicBezTo>
                    <a:pt x="13" y="34"/>
                    <a:pt x="7" y="33"/>
                    <a:pt x="4" y="27"/>
                  </a:cubicBezTo>
                  <a:cubicBezTo>
                    <a:pt x="3" y="27"/>
                    <a:pt x="3" y="27"/>
                    <a:pt x="3" y="27"/>
                  </a:cubicBezTo>
                  <a:cubicBezTo>
                    <a:pt x="3" y="26"/>
                    <a:pt x="2" y="25"/>
                    <a:pt x="1" y="24"/>
                  </a:cubicBezTo>
                  <a:cubicBezTo>
                    <a:pt x="0" y="19"/>
                    <a:pt x="1" y="14"/>
                    <a:pt x="4" y="11"/>
                  </a:cubicBezTo>
                  <a:cubicBezTo>
                    <a:pt x="14" y="0"/>
                    <a:pt x="29" y="10"/>
                    <a:pt x="38" y="16"/>
                  </a:cubicBezTo>
                  <a:cubicBezTo>
                    <a:pt x="43" y="20"/>
                    <a:pt x="44" y="28"/>
                    <a:pt x="40" y="33"/>
                  </a:cubicBezTo>
                  <a:cubicBezTo>
                    <a:pt x="38" y="36"/>
                    <a:pt x="35" y="38"/>
                    <a:pt x="31" y="38"/>
                  </a:cubicBezTo>
                  <a:cubicBezTo>
                    <a:pt x="28" y="38"/>
                    <a:pt x="26" y="37"/>
                    <a:pt x="24" y="3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7" name="Google Shape;4977;p61"/>
            <p:cNvSpPr/>
            <p:nvPr/>
          </p:nvSpPr>
          <p:spPr>
            <a:xfrm>
              <a:off x="1635480" y="1124640"/>
              <a:ext cx="25560" cy="19800"/>
            </a:xfrm>
            <a:custGeom>
              <a:avLst/>
              <a:gdLst/>
              <a:ahLst/>
              <a:cxnLst/>
              <a:rect l="l" t="t" r="r" b="b"/>
              <a:pathLst>
                <a:path w="71" h="55" extrusionOk="0">
                  <a:moveTo>
                    <a:pt x="52" y="52"/>
                  </a:moveTo>
                  <a:cubicBezTo>
                    <a:pt x="42" y="46"/>
                    <a:pt x="32" y="41"/>
                    <a:pt x="22" y="35"/>
                  </a:cubicBezTo>
                  <a:cubicBezTo>
                    <a:pt x="20" y="33"/>
                    <a:pt x="17" y="31"/>
                    <a:pt x="15" y="30"/>
                  </a:cubicBezTo>
                  <a:cubicBezTo>
                    <a:pt x="12" y="28"/>
                    <a:pt x="9" y="25"/>
                    <a:pt x="6" y="22"/>
                  </a:cubicBezTo>
                  <a:cubicBezTo>
                    <a:pt x="0" y="15"/>
                    <a:pt x="4" y="4"/>
                    <a:pt x="13" y="1"/>
                  </a:cubicBezTo>
                  <a:cubicBezTo>
                    <a:pt x="19" y="0"/>
                    <a:pt x="25" y="3"/>
                    <a:pt x="28" y="9"/>
                  </a:cubicBezTo>
                  <a:cubicBezTo>
                    <a:pt x="32" y="13"/>
                    <a:pt x="37" y="15"/>
                    <a:pt x="42" y="18"/>
                  </a:cubicBezTo>
                  <a:cubicBezTo>
                    <a:pt x="47" y="22"/>
                    <a:pt x="53" y="26"/>
                    <a:pt x="59" y="29"/>
                  </a:cubicBezTo>
                  <a:cubicBezTo>
                    <a:pt x="59" y="30"/>
                    <a:pt x="60" y="30"/>
                    <a:pt x="60" y="31"/>
                  </a:cubicBezTo>
                  <a:cubicBezTo>
                    <a:pt x="61" y="31"/>
                    <a:pt x="62" y="32"/>
                    <a:pt x="63" y="32"/>
                  </a:cubicBezTo>
                  <a:cubicBezTo>
                    <a:pt x="68" y="36"/>
                    <a:pt x="70" y="42"/>
                    <a:pt x="67" y="48"/>
                  </a:cubicBezTo>
                  <a:cubicBezTo>
                    <a:pt x="65" y="52"/>
                    <a:pt x="61" y="54"/>
                    <a:pt x="57" y="54"/>
                  </a:cubicBezTo>
                  <a:cubicBezTo>
                    <a:pt x="55" y="54"/>
                    <a:pt x="53" y="53"/>
                    <a:pt x="52" y="5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8" name="Google Shape;4978;p61"/>
            <p:cNvSpPr/>
            <p:nvPr/>
          </p:nvSpPr>
          <p:spPr>
            <a:xfrm>
              <a:off x="1663920" y="1139400"/>
              <a:ext cx="74160" cy="38520"/>
            </a:xfrm>
            <a:custGeom>
              <a:avLst/>
              <a:gdLst/>
              <a:ahLst/>
              <a:cxnLst/>
              <a:rect l="l" t="t" r="r" b="b"/>
              <a:pathLst>
                <a:path w="206" h="107" extrusionOk="0">
                  <a:moveTo>
                    <a:pt x="4" y="100"/>
                  </a:moveTo>
                  <a:cubicBezTo>
                    <a:pt x="0" y="95"/>
                    <a:pt x="2" y="86"/>
                    <a:pt x="8" y="83"/>
                  </a:cubicBezTo>
                  <a:cubicBezTo>
                    <a:pt x="31" y="71"/>
                    <a:pt x="54" y="59"/>
                    <a:pt x="77" y="46"/>
                  </a:cubicBezTo>
                  <a:cubicBezTo>
                    <a:pt x="73" y="46"/>
                    <a:pt x="70" y="46"/>
                    <a:pt x="66" y="46"/>
                  </a:cubicBezTo>
                  <a:cubicBezTo>
                    <a:pt x="61" y="46"/>
                    <a:pt x="55" y="46"/>
                    <a:pt x="50" y="46"/>
                  </a:cubicBezTo>
                  <a:cubicBezTo>
                    <a:pt x="48" y="46"/>
                    <a:pt x="48" y="46"/>
                    <a:pt x="47" y="46"/>
                  </a:cubicBezTo>
                  <a:lnTo>
                    <a:pt x="46" y="46"/>
                  </a:lnTo>
                  <a:cubicBezTo>
                    <a:pt x="40" y="47"/>
                    <a:pt x="34" y="44"/>
                    <a:pt x="32" y="39"/>
                  </a:cubicBezTo>
                  <a:cubicBezTo>
                    <a:pt x="29" y="33"/>
                    <a:pt x="32" y="26"/>
                    <a:pt x="37" y="23"/>
                  </a:cubicBezTo>
                  <a:cubicBezTo>
                    <a:pt x="38" y="22"/>
                    <a:pt x="39" y="22"/>
                    <a:pt x="40" y="22"/>
                  </a:cubicBezTo>
                  <a:cubicBezTo>
                    <a:pt x="46" y="21"/>
                    <a:pt x="51" y="21"/>
                    <a:pt x="57" y="22"/>
                  </a:cubicBezTo>
                  <a:cubicBezTo>
                    <a:pt x="62" y="22"/>
                    <a:pt x="68" y="22"/>
                    <a:pt x="73" y="22"/>
                  </a:cubicBezTo>
                  <a:cubicBezTo>
                    <a:pt x="83" y="23"/>
                    <a:pt x="92" y="23"/>
                    <a:pt x="102" y="22"/>
                  </a:cubicBezTo>
                  <a:cubicBezTo>
                    <a:pt x="107" y="22"/>
                    <a:pt x="112" y="22"/>
                    <a:pt x="118" y="21"/>
                  </a:cubicBezTo>
                  <a:cubicBezTo>
                    <a:pt x="122" y="21"/>
                    <a:pt x="126" y="20"/>
                    <a:pt x="130" y="19"/>
                  </a:cubicBezTo>
                  <a:cubicBezTo>
                    <a:pt x="135" y="17"/>
                    <a:pt x="140" y="15"/>
                    <a:pt x="146" y="13"/>
                  </a:cubicBezTo>
                  <a:cubicBezTo>
                    <a:pt x="151" y="11"/>
                    <a:pt x="156" y="9"/>
                    <a:pt x="161" y="7"/>
                  </a:cubicBezTo>
                  <a:cubicBezTo>
                    <a:pt x="167" y="5"/>
                    <a:pt x="172" y="3"/>
                    <a:pt x="178" y="1"/>
                  </a:cubicBezTo>
                  <a:cubicBezTo>
                    <a:pt x="181" y="1"/>
                    <a:pt x="184" y="0"/>
                    <a:pt x="186" y="0"/>
                  </a:cubicBezTo>
                  <a:cubicBezTo>
                    <a:pt x="189" y="0"/>
                    <a:pt x="192" y="1"/>
                    <a:pt x="195" y="1"/>
                  </a:cubicBezTo>
                  <a:cubicBezTo>
                    <a:pt x="200" y="3"/>
                    <a:pt x="205" y="9"/>
                    <a:pt x="204" y="15"/>
                  </a:cubicBezTo>
                  <a:cubicBezTo>
                    <a:pt x="203" y="18"/>
                    <a:pt x="203" y="21"/>
                    <a:pt x="200" y="23"/>
                  </a:cubicBezTo>
                  <a:cubicBezTo>
                    <a:pt x="198" y="25"/>
                    <a:pt x="195" y="27"/>
                    <a:pt x="192" y="28"/>
                  </a:cubicBezTo>
                  <a:cubicBezTo>
                    <a:pt x="189" y="30"/>
                    <a:pt x="185" y="30"/>
                    <a:pt x="181" y="32"/>
                  </a:cubicBezTo>
                  <a:cubicBezTo>
                    <a:pt x="175" y="33"/>
                    <a:pt x="169" y="34"/>
                    <a:pt x="163" y="36"/>
                  </a:cubicBezTo>
                  <a:cubicBezTo>
                    <a:pt x="154" y="38"/>
                    <a:pt x="145" y="40"/>
                    <a:pt x="136" y="41"/>
                  </a:cubicBezTo>
                  <a:cubicBezTo>
                    <a:pt x="129" y="44"/>
                    <a:pt x="123" y="47"/>
                    <a:pt x="117" y="51"/>
                  </a:cubicBezTo>
                  <a:cubicBezTo>
                    <a:pt x="117" y="51"/>
                    <a:pt x="117" y="50"/>
                    <a:pt x="118" y="50"/>
                  </a:cubicBezTo>
                  <a:cubicBezTo>
                    <a:pt x="84" y="67"/>
                    <a:pt x="52" y="85"/>
                    <a:pt x="20" y="104"/>
                  </a:cubicBezTo>
                  <a:cubicBezTo>
                    <a:pt x="19" y="106"/>
                    <a:pt x="16" y="106"/>
                    <a:pt x="15" y="106"/>
                  </a:cubicBezTo>
                  <a:cubicBezTo>
                    <a:pt x="10" y="106"/>
                    <a:pt x="6" y="104"/>
                    <a:pt x="4" y="10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9" name="Google Shape;4979;p61"/>
            <p:cNvSpPr/>
            <p:nvPr/>
          </p:nvSpPr>
          <p:spPr>
            <a:xfrm>
              <a:off x="1465560" y="1028880"/>
              <a:ext cx="254880" cy="244440"/>
            </a:xfrm>
            <a:custGeom>
              <a:avLst/>
              <a:gdLst/>
              <a:ahLst/>
              <a:cxnLst/>
              <a:rect l="l" t="t" r="r" b="b"/>
              <a:pathLst>
                <a:path w="708" h="679" extrusionOk="0">
                  <a:moveTo>
                    <a:pt x="276" y="677"/>
                  </a:moveTo>
                  <a:cubicBezTo>
                    <a:pt x="269" y="677"/>
                    <a:pt x="263" y="670"/>
                    <a:pt x="263" y="663"/>
                  </a:cubicBezTo>
                  <a:cubicBezTo>
                    <a:pt x="263" y="656"/>
                    <a:pt x="266" y="649"/>
                    <a:pt x="267" y="642"/>
                  </a:cubicBezTo>
                  <a:cubicBezTo>
                    <a:pt x="269" y="637"/>
                    <a:pt x="271" y="631"/>
                    <a:pt x="273" y="626"/>
                  </a:cubicBezTo>
                  <a:cubicBezTo>
                    <a:pt x="276" y="614"/>
                    <a:pt x="279" y="602"/>
                    <a:pt x="283" y="591"/>
                  </a:cubicBezTo>
                  <a:cubicBezTo>
                    <a:pt x="286" y="584"/>
                    <a:pt x="288" y="577"/>
                    <a:pt x="292" y="570"/>
                  </a:cubicBezTo>
                  <a:lnTo>
                    <a:pt x="291" y="571"/>
                  </a:lnTo>
                  <a:cubicBezTo>
                    <a:pt x="300" y="554"/>
                    <a:pt x="308" y="537"/>
                    <a:pt x="317" y="521"/>
                  </a:cubicBezTo>
                  <a:cubicBezTo>
                    <a:pt x="327" y="503"/>
                    <a:pt x="337" y="487"/>
                    <a:pt x="348" y="470"/>
                  </a:cubicBezTo>
                  <a:cubicBezTo>
                    <a:pt x="348" y="469"/>
                    <a:pt x="350" y="467"/>
                    <a:pt x="350" y="466"/>
                  </a:cubicBezTo>
                  <a:cubicBezTo>
                    <a:pt x="351" y="466"/>
                    <a:pt x="351" y="465"/>
                    <a:pt x="351" y="465"/>
                  </a:cubicBezTo>
                  <a:cubicBezTo>
                    <a:pt x="360" y="450"/>
                    <a:pt x="370" y="436"/>
                    <a:pt x="379" y="421"/>
                  </a:cubicBezTo>
                  <a:cubicBezTo>
                    <a:pt x="379" y="422"/>
                    <a:pt x="379" y="422"/>
                    <a:pt x="379" y="423"/>
                  </a:cubicBezTo>
                  <a:cubicBezTo>
                    <a:pt x="385" y="413"/>
                    <a:pt x="392" y="402"/>
                    <a:pt x="398" y="392"/>
                  </a:cubicBezTo>
                  <a:cubicBezTo>
                    <a:pt x="404" y="383"/>
                    <a:pt x="409" y="373"/>
                    <a:pt x="414" y="363"/>
                  </a:cubicBezTo>
                  <a:cubicBezTo>
                    <a:pt x="418" y="355"/>
                    <a:pt x="421" y="347"/>
                    <a:pt x="424" y="338"/>
                  </a:cubicBezTo>
                  <a:cubicBezTo>
                    <a:pt x="425" y="335"/>
                    <a:pt x="426" y="332"/>
                    <a:pt x="427" y="329"/>
                  </a:cubicBezTo>
                  <a:cubicBezTo>
                    <a:pt x="427" y="327"/>
                    <a:pt x="427" y="325"/>
                    <a:pt x="427" y="323"/>
                  </a:cubicBezTo>
                  <a:lnTo>
                    <a:pt x="427" y="322"/>
                  </a:lnTo>
                  <a:cubicBezTo>
                    <a:pt x="427" y="321"/>
                    <a:pt x="427" y="321"/>
                    <a:pt x="427" y="320"/>
                  </a:cubicBezTo>
                  <a:cubicBezTo>
                    <a:pt x="427" y="319"/>
                    <a:pt x="427" y="319"/>
                    <a:pt x="427" y="319"/>
                  </a:cubicBezTo>
                  <a:lnTo>
                    <a:pt x="426" y="319"/>
                  </a:lnTo>
                  <a:cubicBezTo>
                    <a:pt x="425" y="319"/>
                    <a:pt x="424" y="320"/>
                    <a:pt x="422" y="321"/>
                  </a:cubicBezTo>
                  <a:cubicBezTo>
                    <a:pt x="420" y="321"/>
                    <a:pt x="418" y="322"/>
                    <a:pt x="417" y="323"/>
                  </a:cubicBezTo>
                  <a:cubicBezTo>
                    <a:pt x="414" y="324"/>
                    <a:pt x="411" y="326"/>
                    <a:pt x="408" y="328"/>
                  </a:cubicBezTo>
                  <a:cubicBezTo>
                    <a:pt x="400" y="333"/>
                    <a:pt x="393" y="339"/>
                    <a:pt x="386" y="346"/>
                  </a:cubicBezTo>
                  <a:cubicBezTo>
                    <a:pt x="381" y="350"/>
                    <a:pt x="377" y="354"/>
                    <a:pt x="372" y="359"/>
                  </a:cubicBezTo>
                  <a:cubicBezTo>
                    <a:pt x="368" y="363"/>
                    <a:pt x="365" y="368"/>
                    <a:pt x="361" y="372"/>
                  </a:cubicBezTo>
                  <a:cubicBezTo>
                    <a:pt x="346" y="390"/>
                    <a:pt x="332" y="409"/>
                    <a:pt x="319" y="428"/>
                  </a:cubicBezTo>
                  <a:cubicBezTo>
                    <a:pt x="305" y="449"/>
                    <a:pt x="290" y="470"/>
                    <a:pt x="276" y="490"/>
                  </a:cubicBezTo>
                  <a:cubicBezTo>
                    <a:pt x="262" y="510"/>
                    <a:pt x="246" y="530"/>
                    <a:pt x="231" y="550"/>
                  </a:cubicBezTo>
                  <a:cubicBezTo>
                    <a:pt x="216" y="569"/>
                    <a:pt x="200" y="589"/>
                    <a:pt x="184" y="607"/>
                  </a:cubicBezTo>
                  <a:cubicBezTo>
                    <a:pt x="177" y="617"/>
                    <a:pt x="168" y="625"/>
                    <a:pt x="160" y="634"/>
                  </a:cubicBezTo>
                  <a:cubicBezTo>
                    <a:pt x="156" y="638"/>
                    <a:pt x="152" y="642"/>
                    <a:pt x="147" y="646"/>
                  </a:cubicBezTo>
                  <a:cubicBezTo>
                    <a:pt x="145" y="649"/>
                    <a:pt x="143" y="651"/>
                    <a:pt x="140" y="653"/>
                  </a:cubicBezTo>
                  <a:cubicBezTo>
                    <a:pt x="137" y="655"/>
                    <a:pt x="135" y="657"/>
                    <a:pt x="131" y="658"/>
                  </a:cubicBezTo>
                  <a:cubicBezTo>
                    <a:pt x="125" y="660"/>
                    <a:pt x="117" y="658"/>
                    <a:pt x="114" y="652"/>
                  </a:cubicBezTo>
                  <a:cubicBezTo>
                    <a:pt x="111" y="647"/>
                    <a:pt x="111" y="642"/>
                    <a:pt x="112" y="637"/>
                  </a:cubicBezTo>
                  <a:cubicBezTo>
                    <a:pt x="114" y="633"/>
                    <a:pt x="114" y="630"/>
                    <a:pt x="115" y="627"/>
                  </a:cubicBezTo>
                  <a:cubicBezTo>
                    <a:pt x="117" y="622"/>
                    <a:pt x="119" y="617"/>
                    <a:pt x="122" y="611"/>
                  </a:cubicBezTo>
                  <a:cubicBezTo>
                    <a:pt x="126" y="600"/>
                    <a:pt x="131" y="590"/>
                    <a:pt x="135" y="579"/>
                  </a:cubicBezTo>
                  <a:cubicBezTo>
                    <a:pt x="140" y="568"/>
                    <a:pt x="146" y="558"/>
                    <a:pt x="152" y="547"/>
                  </a:cubicBezTo>
                  <a:cubicBezTo>
                    <a:pt x="157" y="536"/>
                    <a:pt x="164" y="525"/>
                    <a:pt x="170" y="514"/>
                  </a:cubicBezTo>
                  <a:cubicBezTo>
                    <a:pt x="182" y="494"/>
                    <a:pt x="195" y="474"/>
                    <a:pt x="208" y="454"/>
                  </a:cubicBezTo>
                  <a:cubicBezTo>
                    <a:pt x="216" y="442"/>
                    <a:pt x="224" y="431"/>
                    <a:pt x="231" y="419"/>
                  </a:cubicBezTo>
                  <a:cubicBezTo>
                    <a:pt x="240" y="406"/>
                    <a:pt x="248" y="394"/>
                    <a:pt x="256" y="381"/>
                  </a:cubicBezTo>
                  <a:cubicBezTo>
                    <a:pt x="256" y="382"/>
                    <a:pt x="256" y="382"/>
                    <a:pt x="256" y="383"/>
                  </a:cubicBezTo>
                  <a:cubicBezTo>
                    <a:pt x="260" y="375"/>
                    <a:pt x="266" y="367"/>
                    <a:pt x="271" y="358"/>
                  </a:cubicBezTo>
                  <a:cubicBezTo>
                    <a:pt x="277" y="349"/>
                    <a:pt x="283" y="339"/>
                    <a:pt x="288" y="329"/>
                  </a:cubicBezTo>
                  <a:cubicBezTo>
                    <a:pt x="298" y="312"/>
                    <a:pt x="308" y="294"/>
                    <a:pt x="316" y="277"/>
                  </a:cubicBezTo>
                  <a:cubicBezTo>
                    <a:pt x="319" y="272"/>
                    <a:pt x="321" y="267"/>
                    <a:pt x="323" y="263"/>
                  </a:cubicBezTo>
                  <a:cubicBezTo>
                    <a:pt x="325" y="258"/>
                    <a:pt x="327" y="252"/>
                    <a:pt x="329" y="247"/>
                  </a:cubicBezTo>
                  <a:cubicBezTo>
                    <a:pt x="329" y="246"/>
                    <a:pt x="329" y="245"/>
                    <a:pt x="329" y="245"/>
                  </a:cubicBezTo>
                  <a:cubicBezTo>
                    <a:pt x="327" y="246"/>
                    <a:pt x="326" y="247"/>
                    <a:pt x="324" y="248"/>
                  </a:cubicBezTo>
                  <a:cubicBezTo>
                    <a:pt x="324" y="248"/>
                    <a:pt x="325" y="248"/>
                    <a:pt x="325" y="247"/>
                  </a:cubicBezTo>
                  <a:cubicBezTo>
                    <a:pt x="318" y="252"/>
                    <a:pt x="311" y="258"/>
                    <a:pt x="304" y="264"/>
                  </a:cubicBezTo>
                  <a:cubicBezTo>
                    <a:pt x="290" y="277"/>
                    <a:pt x="276" y="292"/>
                    <a:pt x="263" y="307"/>
                  </a:cubicBezTo>
                  <a:cubicBezTo>
                    <a:pt x="248" y="325"/>
                    <a:pt x="234" y="344"/>
                    <a:pt x="219" y="362"/>
                  </a:cubicBezTo>
                  <a:cubicBezTo>
                    <a:pt x="205" y="382"/>
                    <a:pt x="190" y="400"/>
                    <a:pt x="175" y="420"/>
                  </a:cubicBezTo>
                  <a:cubicBezTo>
                    <a:pt x="163" y="437"/>
                    <a:pt x="150" y="454"/>
                    <a:pt x="138" y="471"/>
                  </a:cubicBezTo>
                  <a:cubicBezTo>
                    <a:pt x="127" y="488"/>
                    <a:pt x="117" y="504"/>
                    <a:pt x="105" y="520"/>
                  </a:cubicBezTo>
                  <a:cubicBezTo>
                    <a:pt x="99" y="530"/>
                    <a:pt x="93" y="540"/>
                    <a:pt x="86" y="550"/>
                  </a:cubicBezTo>
                  <a:cubicBezTo>
                    <a:pt x="79" y="560"/>
                    <a:pt x="72" y="570"/>
                    <a:pt x="65" y="580"/>
                  </a:cubicBezTo>
                  <a:cubicBezTo>
                    <a:pt x="62" y="586"/>
                    <a:pt x="58" y="591"/>
                    <a:pt x="54" y="597"/>
                  </a:cubicBezTo>
                  <a:cubicBezTo>
                    <a:pt x="51" y="600"/>
                    <a:pt x="48" y="604"/>
                    <a:pt x="44" y="607"/>
                  </a:cubicBezTo>
                  <a:cubicBezTo>
                    <a:pt x="38" y="611"/>
                    <a:pt x="30" y="611"/>
                    <a:pt x="26" y="607"/>
                  </a:cubicBezTo>
                  <a:cubicBezTo>
                    <a:pt x="19" y="600"/>
                    <a:pt x="22" y="590"/>
                    <a:pt x="23" y="583"/>
                  </a:cubicBezTo>
                  <a:cubicBezTo>
                    <a:pt x="24" y="577"/>
                    <a:pt x="27" y="571"/>
                    <a:pt x="29" y="565"/>
                  </a:cubicBezTo>
                  <a:cubicBezTo>
                    <a:pt x="36" y="544"/>
                    <a:pt x="45" y="522"/>
                    <a:pt x="54" y="501"/>
                  </a:cubicBezTo>
                  <a:cubicBezTo>
                    <a:pt x="64" y="478"/>
                    <a:pt x="75" y="456"/>
                    <a:pt x="87" y="435"/>
                  </a:cubicBezTo>
                  <a:cubicBezTo>
                    <a:pt x="111" y="393"/>
                    <a:pt x="135" y="351"/>
                    <a:pt x="158" y="310"/>
                  </a:cubicBezTo>
                  <a:cubicBezTo>
                    <a:pt x="178" y="276"/>
                    <a:pt x="196" y="242"/>
                    <a:pt x="213" y="208"/>
                  </a:cubicBezTo>
                  <a:cubicBezTo>
                    <a:pt x="213" y="209"/>
                    <a:pt x="213" y="209"/>
                    <a:pt x="213" y="210"/>
                  </a:cubicBezTo>
                  <a:cubicBezTo>
                    <a:pt x="215" y="204"/>
                    <a:pt x="218" y="198"/>
                    <a:pt x="220" y="192"/>
                  </a:cubicBezTo>
                  <a:cubicBezTo>
                    <a:pt x="219" y="192"/>
                    <a:pt x="219" y="193"/>
                    <a:pt x="218" y="194"/>
                  </a:cubicBezTo>
                  <a:cubicBezTo>
                    <a:pt x="209" y="200"/>
                    <a:pt x="200" y="207"/>
                    <a:pt x="192" y="214"/>
                  </a:cubicBezTo>
                  <a:cubicBezTo>
                    <a:pt x="193" y="214"/>
                    <a:pt x="193" y="213"/>
                    <a:pt x="193" y="213"/>
                  </a:cubicBezTo>
                  <a:cubicBezTo>
                    <a:pt x="165" y="238"/>
                    <a:pt x="139" y="267"/>
                    <a:pt x="115" y="296"/>
                  </a:cubicBezTo>
                  <a:lnTo>
                    <a:pt x="115" y="295"/>
                  </a:lnTo>
                  <a:cubicBezTo>
                    <a:pt x="100" y="314"/>
                    <a:pt x="84" y="333"/>
                    <a:pt x="68" y="351"/>
                  </a:cubicBezTo>
                  <a:cubicBezTo>
                    <a:pt x="64" y="355"/>
                    <a:pt x="60" y="359"/>
                    <a:pt x="56" y="363"/>
                  </a:cubicBezTo>
                  <a:cubicBezTo>
                    <a:pt x="51" y="368"/>
                    <a:pt x="46" y="372"/>
                    <a:pt x="41" y="375"/>
                  </a:cubicBezTo>
                  <a:cubicBezTo>
                    <a:pt x="35" y="379"/>
                    <a:pt x="28" y="379"/>
                    <a:pt x="22" y="376"/>
                  </a:cubicBezTo>
                  <a:cubicBezTo>
                    <a:pt x="16" y="374"/>
                    <a:pt x="14" y="367"/>
                    <a:pt x="14" y="362"/>
                  </a:cubicBezTo>
                  <a:cubicBezTo>
                    <a:pt x="14" y="358"/>
                    <a:pt x="15" y="354"/>
                    <a:pt x="16" y="350"/>
                  </a:cubicBezTo>
                  <a:cubicBezTo>
                    <a:pt x="17" y="345"/>
                    <a:pt x="19" y="339"/>
                    <a:pt x="20" y="334"/>
                  </a:cubicBezTo>
                  <a:cubicBezTo>
                    <a:pt x="36" y="287"/>
                    <a:pt x="60" y="244"/>
                    <a:pt x="82" y="201"/>
                  </a:cubicBezTo>
                  <a:cubicBezTo>
                    <a:pt x="90" y="185"/>
                    <a:pt x="98" y="170"/>
                    <a:pt x="107" y="155"/>
                  </a:cubicBezTo>
                  <a:cubicBezTo>
                    <a:pt x="112" y="145"/>
                    <a:pt x="119" y="134"/>
                    <a:pt x="124" y="123"/>
                  </a:cubicBezTo>
                  <a:cubicBezTo>
                    <a:pt x="100" y="148"/>
                    <a:pt x="78" y="174"/>
                    <a:pt x="54" y="199"/>
                  </a:cubicBezTo>
                  <a:cubicBezTo>
                    <a:pt x="52" y="202"/>
                    <a:pt x="50" y="204"/>
                    <a:pt x="47" y="207"/>
                  </a:cubicBezTo>
                  <a:cubicBezTo>
                    <a:pt x="45" y="209"/>
                    <a:pt x="43" y="210"/>
                    <a:pt x="41" y="213"/>
                  </a:cubicBezTo>
                  <a:cubicBezTo>
                    <a:pt x="40" y="214"/>
                    <a:pt x="38" y="216"/>
                    <a:pt x="36" y="216"/>
                  </a:cubicBezTo>
                  <a:cubicBezTo>
                    <a:pt x="34" y="218"/>
                    <a:pt x="31" y="219"/>
                    <a:pt x="29" y="219"/>
                  </a:cubicBezTo>
                  <a:cubicBezTo>
                    <a:pt x="26" y="220"/>
                    <a:pt x="22" y="219"/>
                    <a:pt x="20" y="217"/>
                  </a:cubicBezTo>
                  <a:cubicBezTo>
                    <a:pt x="17" y="215"/>
                    <a:pt x="15" y="211"/>
                    <a:pt x="15" y="208"/>
                  </a:cubicBezTo>
                  <a:cubicBezTo>
                    <a:pt x="15" y="204"/>
                    <a:pt x="15" y="201"/>
                    <a:pt x="16" y="198"/>
                  </a:cubicBezTo>
                  <a:cubicBezTo>
                    <a:pt x="17" y="196"/>
                    <a:pt x="17" y="195"/>
                    <a:pt x="18" y="194"/>
                  </a:cubicBezTo>
                  <a:cubicBezTo>
                    <a:pt x="19" y="191"/>
                    <a:pt x="20" y="188"/>
                    <a:pt x="22" y="185"/>
                  </a:cubicBezTo>
                  <a:cubicBezTo>
                    <a:pt x="24" y="181"/>
                    <a:pt x="26" y="176"/>
                    <a:pt x="28" y="171"/>
                  </a:cubicBezTo>
                  <a:cubicBezTo>
                    <a:pt x="33" y="159"/>
                    <a:pt x="38" y="148"/>
                    <a:pt x="43" y="136"/>
                  </a:cubicBezTo>
                  <a:cubicBezTo>
                    <a:pt x="52" y="114"/>
                    <a:pt x="62" y="93"/>
                    <a:pt x="73" y="71"/>
                  </a:cubicBezTo>
                  <a:cubicBezTo>
                    <a:pt x="78" y="61"/>
                    <a:pt x="83" y="51"/>
                    <a:pt x="88" y="41"/>
                  </a:cubicBezTo>
                  <a:cubicBezTo>
                    <a:pt x="89" y="40"/>
                    <a:pt x="89" y="39"/>
                    <a:pt x="90" y="38"/>
                  </a:cubicBezTo>
                  <a:cubicBezTo>
                    <a:pt x="86" y="41"/>
                    <a:pt x="82" y="43"/>
                    <a:pt x="79" y="46"/>
                  </a:cubicBezTo>
                  <a:cubicBezTo>
                    <a:pt x="72" y="52"/>
                    <a:pt x="65" y="57"/>
                    <a:pt x="59" y="63"/>
                  </a:cubicBezTo>
                  <a:lnTo>
                    <a:pt x="59" y="62"/>
                  </a:lnTo>
                  <a:cubicBezTo>
                    <a:pt x="56" y="66"/>
                    <a:pt x="52" y="69"/>
                    <a:pt x="49" y="72"/>
                  </a:cubicBezTo>
                  <a:cubicBezTo>
                    <a:pt x="45" y="76"/>
                    <a:pt x="41" y="81"/>
                    <a:pt x="37" y="85"/>
                  </a:cubicBezTo>
                  <a:cubicBezTo>
                    <a:pt x="34" y="89"/>
                    <a:pt x="31" y="93"/>
                    <a:pt x="27" y="97"/>
                  </a:cubicBezTo>
                  <a:cubicBezTo>
                    <a:pt x="27" y="98"/>
                    <a:pt x="26" y="100"/>
                    <a:pt x="25" y="101"/>
                  </a:cubicBezTo>
                  <a:lnTo>
                    <a:pt x="24" y="101"/>
                  </a:lnTo>
                  <a:cubicBezTo>
                    <a:pt x="24" y="103"/>
                    <a:pt x="23" y="105"/>
                    <a:pt x="22" y="107"/>
                  </a:cubicBezTo>
                  <a:cubicBezTo>
                    <a:pt x="21" y="107"/>
                    <a:pt x="20" y="108"/>
                    <a:pt x="19" y="108"/>
                  </a:cubicBezTo>
                  <a:cubicBezTo>
                    <a:pt x="15" y="111"/>
                    <a:pt x="8" y="111"/>
                    <a:pt x="4" y="107"/>
                  </a:cubicBezTo>
                  <a:cubicBezTo>
                    <a:pt x="1" y="104"/>
                    <a:pt x="0" y="100"/>
                    <a:pt x="1" y="96"/>
                  </a:cubicBezTo>
                  <a:cubicBezTo>
                    <a:pt x="1" y="96"/>
                    <a:pt x="1" y="95"/>
                    <a:pt x="1" y="94"/>
                  </a:cubicBezTo>
                  <a:cubicBezTo>
                    <a:pt x="1" y="93"/>
                    <a:pt x="2" y="93"/>
                    <a:pt x="2" y="92"/>
                  </a:cubicBezTo>
                  <a:lnTo>
                    <a:pt x="2" y="91"/>
                  </a:lnTo>
                  <a:cubicBezTo>
                    <a:pt x="5" y="86"/>
                    <a:pt x="9" y="82"/>
                    <a:pt x="13" y="77"/>
                  </a:cubicBezTo>
                  <a:cubicBezTo>
                    <a:pt x="17" y="72"/>
                    <a:pt x="22" y="67"/>
                    <a:pt x="26" y="62"/>
                  </a:cubicBezTo>
                  <a:cubicBezTo>
                    <a:pt x="34" y="53"/>
                    <a:pt x="44" y="46"/>
                    <a:pt x="53" y="37"/>
                  </a:cubicBezTo>
                  <a:cubicBezTo>
                    <a:pt x="62" y="30"/>
                    <a:pt x="72" y="23"/>
                    <a:pt x="81" y="15"/>
                  </a:cubicBezTo>
                  <a:cubicBezTo>
                    <a:pt x="86" y="12"/>
                    <a:pt x="90" y="8"/>
                    <a:pt x="95" y="5"/>
                  </a:cubicBezTo>
                  <a:cubicBezTo>
                    <a:pt x="100" y="2"/>
                    <a:pt x="105" y="0"/>
                    <a:pt x="111" y="0"/>
                  </a:cubicBezTo>
                  <a:cubicBezTo>
                    <a:pt x="118" y="1"/>
                    <a:pt x="122" y="7"/>
                    <a:pt x="123" y="14"/>
                  </a:cubicBezTo>
                  <a:cubicBezTo>
                    <a:pt x="124" y="20"/>
                    <a:pt x="121" y="27"/>
                    <a:pt x="118" y="33"/>
                  </a:cubicBezTo>
                  <a:cubicBezTo>
                    <a:pt x="117" y="37"/>
                    <a:pt x="115" y="40"/>
                    <a:pt x="114" y="43"/>
                  </a:cubicBezTo>
                  <a:cubicBezTo>
                    <a:pt x="110" y="50"/>
                    <a:pt x="107" y="57"/>
                    <a:pt x="103" y="64"/>
                  </a:cubicBezTo>
                  <a:cubicBezTo>
                    <a:pt x="96" y="79"/>
                    <a:pt x="88" y="93"/>
                    <a:pt x="81" y="108"/>
                  </a:cubicBezTo>
                  <a:cubicBezTo>
                    <a:pt x="73" y="124"/>
                    <a:pt x="66" y="141"/>
                    <a:pt x="59" y="157"/>
                  </a:cubicBezTo>
                  <a:cubicBezTo>
                    <a:pt x="58" y="159"/>
                    <a:pt x="57" y="162"/>
                    <a:pt x="56" y="164"/>
                  </a:cubicBezTo>
                  <a:cubicBezTo>
                    <a:pt x="63" y="156"/>
                    <a:pt x="70" y="149"/>
                    <a:pt x="76" y="142"/>
                  </a:cubicBezTo>
                  <a:cubicBezTo>
                    <a:pt x="93" y="124"/>
                    <a:pt x="110" y="107"/>
                    <a:pt x="125" y="89"/>
                  </a:cubicBezTo>
                  <a:cubicBezTo>
                    <a:pt x="129" y="85"/>
                    <a:pt x="133" y="80"/>
                    <a:pt x="138" y="76"/>
                  </a:cubicBezTo>
                  <a:cubicBezTo>
                    <a:pt x="140" y="73"/>
                    <a:pt x="145" y="70"/>
                    <a:pt x="149" y="69"/>
                  </a:cubicBezTo>
                  <a:cubicBezTo>
                    <a:pt x="156" y="67"/>
                    <a:pt x="162" y="71"/>
                    <a:pt x="165" y="77"/>
                  </a:cubicBezTo>
                  <a:cubicBezTo>
                    <a:pt x="167" y="82"/>
                    <a:pt x="165" y="89"/>
                    <a:pt x="164" y="94"/>
                  </a:cubicBezTo>
                  <a:cubicBezTo>
                    <a:pt x="163" y="98"/>
                    <a:pt x="161" y="101"/>
                    <a:pt x="159" y="105"/>
                  </a:cubicBezTo>
                  <a:cubicBezTo>
                    <a:pt x="157" y="111"/>
                    <a:pt x="154" y="116"/>
                    <a:pt x="151" y="121"/>
                  </a:cubicBezTo>
                  <a:cubicBezTo>
                    <a:pt x="140" y="143"/>
                    <a:pt x="128" y="165"/>
                    <a:pt x="115" y="186"/>
                  </a:cubicBezTo>
                  <a:cubicBezTo>
                    <a:pt x="107" y="201"/>
                    <a:pt x="99" y="216"/>
                    <a:pt x="91" y="232"/>
                  </a:cubicBezTo>
                  <a:cubicBezTo>
                    <a:pt x="83" y="248"/>
                    <a:pt x="75" y="263"/>
                    <a:pt x="67" y="280"/>
                  </a:cubicBezTo>
                  <a:cubicBezTo>
                    <a:pt x="67" y="279"/>
                    <a:pt x="67" y="279"/>
                    <a:pt x="67" y="279"/>
                  </a:cubicBezTo>
                  <a:cubicBezTo>
                    <a:pt x="58" y="298"/>
                    <a:pt x="50" y="317"/>
                    <a:pt x="44" y="336"/>
                  </a:cubicBezTo>
                  <a:cubicBezTo>
                    <a:pt x="43" y="339"/>
                    <a:pt x="43" y="341"/>
                    <a:pt x="42" y="344"/>
                  </a:cubicBezTo>
                  <a:cubicBezTo>
                    <a:pt x="43" y="343"/>
                    <a:pt x="45" y="342"/>
                    <a:pt x="46" y="340"/>
                  </a:cubicBezTo>
                  <a:cubicBezTo>
                    <a:pt x="54" y="333"/>
                    <a:pt x="61" y="325"/>
                    <a:pt x="68" y="317"/>
                  </a:cubicBezTo>
                  <a:cubicBezTo>
                    <a:pt x="68" y="316"/>
                    <a:pt x="69" y="316"/>
                    <a:pt x="69" y="316"/>
                  </a:cubicBezTo>
                  <a:cubicBezTo>
                    <a:pt x="84" y="298"/>
                    <a:pt x="100" y="280"/>
                    <a:pt x="115" y="262"/>
                  </a:cubicBezTo>
                  <a:cubicBezTo>
                    <a:pt x="131" y="244"/>
                    <a:pt x="147" y="226"/>
                    <a:pt x="164" y="210"/>
                  </a:cubicBezTo>
                  <a:cubicBezTo>
                    <a:pt x="172" y="201"/>
                    <a:pt x="181" y="192"/>
                    <a:pt x="191" y="184"/>
                  </a:cubicBezTo>
                  <a:cubicBezTo>
                    <a:pt x="199" y="177"/>
                    <a:pt x="208" y="170"/>
                    <a:pt x="218" y="164"/>
                  </a:cubicBezTo>
                  <a:cubicBezTo>
                    <a:pt x="221" y="163"/>
                    <a:pt x="223" y="162"/>
                    <a:pt x="226" y="161"/>
                  </a:cubicBezTo>
                  <a:cubicBezTo>
                    <a:pt x="232" y="158"/>
                    <a:pt x="239" y="158"/>
                    <a:pt x="245" y="163"/>
                  </a:cubicBezTo>
                  <a:cubicBezTo>
                    <a:pt x="249" y="168"/>
                    <a:pt x="249" y="174"/>
                    <a:pt x="249" y="180"/>
                  </a:cubicBezTo>
                  <a:cubicBezTo>
                    <a:pt x="248" y="184"/>
                    <a:pt x="247" y="188"/>
                    <a:pt x="245" y="192"/>
                  </a:cubicBezTo>
                  <a:cubicBezTo>
                    <a:pt x="241" y="205"/>
                    <a:pt x="235" y="216"/>
                    <a:pt x="230" y="227"/>
                  </a:cubicBezTo>
                  <a:cubicBezTo>
                    <a:pt x="219" y="248"/>
                    <a:pt x="207" y="269"/>
                    <a:pt x="195" y="289"/>
                  </a:cubicBezTo>
                  <a:cubicBezTo>
                    <a:pt x="184" y="310"/>
                    <a:pt x="171" y="331"/>
                    <a:pt x="158" y="352"/>
                  </a:cubicBezTo>
                  <a:cubicBezTo>
                    <a:pt x="146" y="373"/>
                    <a:pt x="134" y="395"/>
                    <a:pt x="122" y="415"/>
                  </a:cubicBezTo>
                  <a:cubicBezTo>
                    <a:pt x="110" y="437"/>
                    <a:pt x="98" y="458"/>
                    <a:pt x="88" y="480"/>
                  </a:cubicBezTo>
                  <a:cubicBezTo>
                    <a:pt x="87" y="481"/>
                    <a:pt x="87" y="481"/>
                    <a:pt x="87" y="481"/>
                  </a:cubicBezTo>
                  <a:cubicBezTo>
                    <a:pt x="80" y="495"/>
                    <a:pt x="74" y="510"/>
                    <a:pt x="68" y="525"/>
                  </a:cubicBezTo>
                  <a:cubicBezTo>
                    <a:pt x="65" y="534"/>
                    <a:pt x="62" y="543"/>
                    <a:pt x="58" y="551"/>
                  </a:cubicBezTo>
                  <a:cubicBezTo>
                    <a:pt x="65" y="542"/>
                    <a:pt x="72" y="533"/>
                    <a:pt x="78" y="523"/>
                  </a:cubicBezTo>
                  <a:cubicBezTo>
                    <a:pt x="92" y="503"/>
                    <a:pt x="106" y="483"/>
                    <a:pt x="120" y="463"/>
                  </a:cubicBezTo>
                  <a:cubicBezTo>
                    <a:pt x="134" y="443"/>
                    <a:pt x="149" y="424"/>
                    <a:pt x="163" y="404"/>
                  </a:cubicBezTo>
                  <a:cubicBezTo>
                    <a:pt x="177" y="385"/>
                    <a:pt x="191" y="367"/>
                    <a:pt x="205" y="347"/>
                  </a:cubicBezTo>
                  <a:cubicBezTo>
                    <a:pt x="212" y="338"/>
                    <a:pt x="220" y="328"/>
                    <a:pt x="227" y="319"/>
                  </a:cubicBezTo>
                  <a:cubicBezTo>
                    <a:pt x="234" y="309"/>
                    <a:pt x="241" y="300"/>
                    <a:pt x="248" y="290"/>
                  </a:cubicBezTo>
                  <a:cubicBezTo>
                    <a:pt x="264" y="272"/>
                    <a:pt x="281" y="253"/>
                    <a:pt x="300" y="237"/>
                  </a:cubicBezTo>
                  <a:cubicBezTo>
                    <a:pt x="309" y="229"/>
                    <a:pt x="318" y="221"/>
                    <a:pt x="329" y="217"/>
                  </a:cubicBezTo>
                  <a:cubicBezTo>
                    <a:pt x="333" y="216"/>
                    <a:pt x="337" y="214"/>
                    <a:pt x="341" y="215"/>
                  </a:cubicBezTo>
                  <a:cubicBezTo>
                    <a:pt x="344" y="215"/>
                    <a:pt x="347" y="216"/>
                    <a:pt x="350" y="217"/>
                  </a:cubicBezTo>
                  <a:cubicBezTo>
                    <a:pt x="353" y="220"/>
                    <a:pt x="354" y="223"/>
                    <a:pt x="355" y="227"/>
                  </a:cubicBezTo>
                  <a:cubicBezTo>
                    <a:pt x="357" y="234"/>
                    <a:pt x="355" y="241"/>
                    <a:pt x="354" y="248"/>
                  </a:cubicBezTo>
                  <a:cubicBezTo>
                    <a:pt x="353" y="252"/>
                    <a:pt x="351" y="257"/>
                    <a:pt x="349" y="262"/>
                  </a:cubicBezTo>
                  <a:cubicBezTo>
                    <a:pt x="345" y="273"/>
                    <a:pt x="339" y="284"/>
                    <a:pt x="334" y="295"/>
                  </a:cubicBezTo>
                  <a:cubicBezTo>
                    <a:pt x="328" y="306"/>
                    <a:pt x="322" y="316"/>
                    <a:pt x="316" y="327"/>
                  </a:cubicBezTo>
                  <a:cubicBezTo>
                    <a:pt x="292" y="369"/>
                    <a:pt x="263" y="410"/>
                    <a:pt x="236" y="450"/>
                  </a:cubicBezTo>
                  <a:cubicBezTo>
                    <a:pt x="232" y="456"/>
                    <a:pt x="229" y="461"/>
                    <a:pt x="226" y="467"/>
                  </a:cubicBezTo>
                  <a:cubicBezTo>
                    <a:pt x="226" y="466"/>
                    <a:pt x="226" y="466"/>
                    <a:pt x="226" y="466"/>
                  </a:cubicBezTo>
                  <a:cubicBezTo>
                    <a:pt x="226" y="467"/>
                    <a:pt x="226" y="467"/>
                    <a:pt x="225" y="467"/>
                  </a:cubicBezTo>
                  <a:cubicBezTo>
                    <a:pt x="204" y="500"/>
                    <a:pt x="184" y="533"/>
                    <a:pt x="167" y="568"/>
                  </a:cubicBezTo>
                  <a:lnTo>
                    <a:pt x="167" y="567"/>
                  </a:lnTo>
                  <a:cubicBezTo>
                    <a:pt x="160" y="583"/>
                    <a:pt x="153" y="598"/>
                    <a:pt x="146" y="614"/>
                  </a:cubicBezTo>
                  <a:cubicBezTo>
                    <a:pt x="149" y="612"/>
                    <a:pt x="152" y="609"/>
                    <a:pt x="154" y="607"/>
                  </a:cubicBezTo>
                  <a:cubicBezTo>
                    <a:pt x="162" y="598"/>
                    <a:pt x="171" y="589"/>
                    <a:pt x="179" y="580"/>
                  </a:cubicBezTo>
                  <a:cubicBezTo>
                    <a:pt x="186" y="570"/>
                    <a:pt x="195" y="561"/>
                    <a:pt x="202" y="551"/>
                  </a:cubicBezTo>
                  <a:cubicBezTo>
                    <a:pt x="210" y="542"/>
                    <a:pt x="217" y="533"/>
                    <a:pt x="224" y="524"/>
                  </a:cubicBezTo>
                  <a:cubicBezTo>
                    <a:pt x="232" y="513"/>
                    <a:pt x="240" y="503"/>
                    <a:pt x="248" y="493"/>
                  </a:cubicBezTo>
                  <a:cubicBezTo>
                    <a:pt x="254" y="484"/>
                    <a:pt x="260" y="475"/>
                    <a:pt x="267" y="466"/>
                  </a:cubicBezTo>
                  <a:cubicBezTo>
                    <a:pt x="281" y="445"/>
                    <a:pt x="296" y="424"/>
                    <a:pt x="310" y="403"/>
                  </a:cubicBezTo>
                  <a:cubicBezTo>
                    <a:pt x="317" y="393"/>
                    <a:pt x="325" y="383"/>
                    <a:pt x="332" y="373"/>
                  </a:cubicBezTo>
                  <a:cubicBezTo>
                    <a:pt x="339" y="364"/>
                    <a:pt x="346" y="355"/>
                    <a:pt x="354" y="346"/>
                  </a:cubicBezTo>
                  <a:cubicBezTo>
                    <a:pt x="362" y="337"/>
                    <a:pt x="371" y="328"/>
                    <a:pt x="380" y="320"/>
                  </a:cubicBezTo>
                  <a:cubicBezTo>
                    <a:pt x="385" y="316"/>
                    <a:pt x="390" y="312"/>
                    <a:pt x="395" y="308"/>
                  </a:cubicBezTo>
                  <a:cubicBezTo>
                    <a:pt x="400" y="305"/>
                    <a:pt x="404" y="301"/>
                    <a:pt x="410" y="299"/>
                  </a:cubicBezTo>
                  <a:cubicBezTo>
                    <a:pt x="414" y="297"/>
                    <a:pt x="420" y="295"/>
                    <a:pt x="424" y="294"/>
                  </a:cubicBezTo>
                  <a:cubicBezTo>
                    <a:pt x="431" y="293"/>
                    <a:pt x="438" y="295"/>
                    <a:pt x="443" y="300"/>
                  </a:cubicBezTo>
                  <a:cubicBezTo>
                    <a:pt x="445" y="302"/>
                    <a:pt x="447" y="305"/>
                    <a:pt x="449" y="308"/>
                  </a:cubicBezTo>
                  <a:cubicBezTo>
                    <a:pt x="450" y="311"/>
                    <a:pt x="450" y="314"/>
                    <a:pt x="451" y="318"/>
                  </a:cubicBezTo>
                  <a:cubicBezTo>
                    <a:pt x="452" y="325"/>
                    <a:pt x="450" y="333"/>
                    <a:pt x="448" y="341"/>
                  </a:cubicBezTo>
                  <a:cubicBezTo>
                    <a:pt x="446" y="348"/>
                    <a:pt x="443" y="355"/>
                    <a:pt x="440" y="362"/>
                  </a:cubicBezTo>
                  <a:cubicBezTo>
                    <a:pt x="437" y="369"/>
                    <a:pt x="435" y="375"/>
                    <a:pt x="431" y="381"/>
                  </a:cubicBezTo>
                  <a:cubicBezTo>
                    <a:pt x="422" y="397"/>
                    <a:pt x="412" y="413"/>
                    <a:pt x="402" y="429"/>
                  </a:cubicBezTo>
                  <a:cubicBezTo>
                    <a:pt x="392" y="445"/>
                    <a:pt x="381" y="460"/>
                    <a:pt x="371" y="476"/>
                  </a:cubicBezTo>
                  <a:lnTo>
                    <a:pt x="371" y="475"/>
                  </a:lnTo>
                  <a:cubicBezTo>
                    <a:pt x="351" y="506"/>
                    <a:pt x="333" y="538"/>
                    <a:pt x="317" y="572"/>
                  </a:cubicBezTo>
                  <a:cubicBezTo>
                    <a:pt x="317" y="571"/>
                    <a:pt x="318" y="570"/>
                    <a:pt x="318" y="570"/>
                  </a:cubicBezTo>
                  <a:cubicBezTo>
                    <a:pt x="315" y="576"/>
                    <a:pt x="312" y="582"/>
                    <a:pt x="310" y="587"/>
                  </a:cubicBezTo>
                  <a:cubicBezTo>
                    <a:pt x="308" y="593"/>
                    <a:pt x="306" y="599"/>
                    <a:pt x="304" y="604"/>
                  </a:cubicBezTo>
                  <a:cubicBezTo>
                    <a:pt x="303" y="607"/>
                    <a:pt x="302" y="610"/>
                    <a:pt x="301" y="612"/>
                  </a:cubicBezTo>
                  <a:cubicBezTo>
                    <a:pt x="299" y="621"/>
                    <a:pt x="297" y="628"/>
                    <a:pt x="294" y="636"/>
                  </a:cubicBezTo>
                  <a:cubicBezTo>
                    <a:pt x="299" y="632"/>
                    <a:pt x="304" y="626"/>
                    <a:pt x="308" y="621"/>
                  </a:cubicBezTo>
                  <a:cubicBezTo>
                    <a:pt x="316" y="611"/>
                    <a:pt x="325" y="601"/>
                    <a:pt x="332" y="591"/>
                  </a:cubicBezTo>
                  <a:cubicBezTo>
                    <a:pt x="339" y="582"/>
                    <a:pt x="346" y="573"/>
                    <a:pt x="353" y="564"/>
                  </a:cubicBezTo>
                  <a:cubicBezTo>
                    <a:pt x="368" y="544"/>
                    <a:pt x="383" y="524"/>
                    <a:pt x="399" y="505"/>
                  </a:cubicBezTo>
                  <a:cubicBezTo>
                    <a:pt x="407" y="495"/>
                    <a:pt x="415" y="486"/>
                    <a:pt x="424" y="477"/>
                  </a:cubicBezTo>
                  <a:cubicBezTo>
                    <a:pt x="432" y="467"/>
                    <a:pt x="441" y="457"/>
                    <a:pt x="449" y="448"/>
                  </a:cubicBezTo>
                  <a:cubicBezTo>
                    <a:pt x="457" y="440"/>
                    <a:pt x="465" y="431"/>
                    <a:pt x="474" y="424"/>
                  </a:cubicBezTo>
                  <a:cubicBezTo>
                    <a:pt x="476" y="422"/>
                    <a:pt x="478" y="420"/>
                    <a:pt x="481" y="418"/>
                  </a:cubicBezTo>
                  <a:cubicBezTo>
                    <a:pt x="485" y="414"/>
                    <a:pt x="489" y="411"/>
                    <a:pt x="495" y="411"/>
                  </a:cubicBezTo>
                  <a:cubicBezTo>
                    <a:pt x="501" y="411"/>
                    <a:pt x="508" y="415"/>
                    <a:pt x="509" y="422"/>
                  </a:cubicBezTo>
                  <a:cubicBezTo>
                    <a:pt x="511" y="428"/>
                    <a:pt x="510" y="435"/>
                    <a:pt x="508" y="442"/>
                  </a:cubicBezTo>
                  <a:cubicBezTo>
                    <a:pt x="506" y="453"/>
                    <a:pt x="502" y="463"/>
                    <a:pt x="498" y="473"/>
                  </a:cubicBezTo>
                  <a:cubicBezTo>
                    <a:pt x="494" y="482"/>
                    <a:pt x="490" y="491"/>
                    <a:pt x="486" y="499"/>
                  </a:cubicBezTo>
                  <a:cubicBezTo>
                    <a:pt x="478" y="517"/>
                    <a:pt x="469" y="536"/>
                    <a:pt x="460" y="554"/>
                  </a:cubicBezTo>
                  <a:lnTo>
                    <a:pt x="460" y="555"/>
                  </a:lnTo>
                  <a:cubicBezTo>
                    <a:pt x="459" y="556"/>
                    <a:pt x="458" y="558"/>
                    <a:pt x="457" y="560"/>
                  </a:cubicBezTo>
                  <a:cubicBezTo>
                    <a:pt x="457" y="559"/>
                    <a:pt x="457" y="559"/>
                    <a:pt x="458" y="559"/>
                  </a:cubicBezTo>
                  <a:cubicBezTo>
                    <a:pt x="457" y="560"/>
                    <a:pt x="457" y="561"/>
                    <a:pt x="456" y="562"/>
                  </a:cubicBezTo>
                  <a:lnTo>
                    <a:pt x="457" y="561"/>
                  </a:lnTo>
                  <a:cubicBezTo>
                    <a:pt x="456" y="562"/>
                    <a:pt x="456" y="563"/>
                    <a:pt x="455" y="564"/>
                  </a:cubicBezTo>
                  <a:cubicBezTo>
                    <a:pt x="456" y="564"/>
                    <a:pt x="456" y="563"/>
                    <a:pt x="456" y="563"/>
                  </a:cubicBezTo>
                  <a:cubicBezTo>
                    <a:pt x="455" y="564"/>
                    <a:pt x="455" y="565"/>
                    <a:pt x="454" y="566"/>
                  </a:cubicBezTo>
                  <a:cubicBezTo>
                    <a:pt x="449" y="578"/>
                    <a:pt x="443" y="590"/>
                    <a:pt x="438" y="603"/>
                  </a:cubicBezTo>
                  <a:cubicBezTo>
                    <a:pt x="444" y="597"/>
                    <a:pt x="450" y="591"/>
                    <a:pt x="456" y="585"/>
                  </a:cubicBezTo>
                  <a:cubicBezTo>
                    <a:pt x="466" y="576"/>
                    <a:pt x="475" y="566"/>
                    <a:pt x="484" y="557"/>
                  </a:cubicBezTo>
                  <a:cubicBezTo>
                    <a:pt x="501" y="540"/>
                    <a:pt x="517" y="524"/>
                    <a:pt x="534" y="508"/>
                  </a:cubicBezTo>
                  <a:cubicBezTo>
                    <a:pt x="540" y="501"/>
                    <a:pt x="546" y="495"/>
                    <a:pt x="552" y="489"/>
                  </a:cubicBezTo>
                  <a:cubicBezTo>
                    <a:pt x="558" y="483"/>
                    <a:pt x="564" y="477"/>
                    <a:pt x="570" y="472"/>
                  </a:cubicBezTo>
                  <a:cubicBezTo>
                    <a:pt x="575" y="467"/>
                    <a:pt x="580" y="463"/>
                    <a:pt x="588" y="463"/>
                  </a:cubicBezTo>
                  <a:cubicBezTo>
                    <a:pt x="592" y="464"/>
                    <a:pt x="596" y="467"/>
                    <a:pt x="599" y="470"/>
                  </a:cubicBezTo>
                  <a:cubicBezTo>
                    <a:pt x="601" y="473"/>
                    <a:pt x="602" y="478"/>
                    <a:pt x="603" y="482"/>
                  </a:cubicBezTo>
                  <a:cubicBezTo>
                    <a:pt x="604" y="493"/>
                    <a:pt x="601" y="503"/>
                    <a:pt x="598" y="512"/>
                  </a:cubicBezTo>
                  <a:cubicBezTo>
                    <a:pt x="597" y="517"/>
                    <a:pt x="596" y="522"/>
                    <a:pt x="594" y="526"/>
                  </a:cubicBezTo>
                  <a:cubicBezTo>
                    <a:pt x="594" y="526"/>
                    <a:pt x="594" y="525"/>
                    <a:pt x="595" y="525"/>
                  </a:cubicBezTo>
                  <a:cubicBezTo>
                    <a:pt x="592" y="534"/>
                    <a:pt x="588" y="543"/>
                    <a:pt x="584" y="552"/>
                  </a:cubicBezTo>
                  <a:cubicBezTo>
                    <a:pt x="580" y="561"/>
                    <a:pt x="576" y="571"/>
                    <a:pt x="572" y="581"/>
                  </a:cubicBezTo>
                  <a:cubicBezTo>
                    <a:pt x="569" y="589"/>
                    <a:pt x="565" y="597"/>
                    <a:pt x="562" y="605"/>
                  </a:cubicBezTo>
                  <a:cubicBezTo>
                    <a:pt x="564" y="604"/>
                    <a:pt x="566" y="602"/>
                    <a:pt x="568" y="600"/>
                  </a:cubicBezTo>
                  <a:cubicBezTo>
                    <a:pt x="576" y="592"/>
                    <a:pt x="584" y="584"/>
                    <a:pt x="593" y="576"/>
                  </a:cubicBezTo>
                  <a:cubicBezTo>
                    <a:pt x="597" y="572"/>
                    <a:pt x="602" y="568"/>
                    <a:pt x="607" y="563"/>
                  </a:cubicBezTo>
                  <a:cubicBezTo>
                    <a:pt x="611" y="559"/>
                    <a:pt x="615" y="556"/>
                    <a:pt x="620" y="552"/>
                  </a:cubicBezTo>
                  <a:cubicBezTo>
                    <a:pt x="623" y="549"/>
                    <a:pt x="628" y="546"/>
                    <a:pt x="632" y="545"/>
                  </a:cubicBezTo>
                  <a:cubicBezTo>
                    <a:pt x="638" y="543"/>
                    <a:pt x="646" y="545"/>
                    <a:pt x="648" y="551"/>
                  </a:cubicBezTo>
                  <a:cubicBezTo>
                    <a:pt x="650" y="554"/>
                    <a:pt x="651" y="556"/>
                    <a:pt x="651" y="559"/>
                  </a:cubicBezTo>
                  <a:cubicBezTo>
                    <a:pt x="651" y="563"/>
                    <a:pt x="650" y="566"/>
                    <a:pt x="650" y="569"/>
                  </a:cubicBezTo>
                  <a:cubicBezTo>
                    <a:pt x="649" y="572"/>
                    <a:pt x="648" y="575"/>
                    <a:pt x="647" y="578"/>
                  </a:cubicBezTo>
                  <a:cubicBezTo>
                    <a:pt x="644" y="592"/>
                    <a:pt x="640" y="605"/>
                    <a:pt x="637" y="619"/>
                  </a:cubicBezTo>
                  <a:cubicBezTo>
                    <a:pt x="638" y="619"/>
                    <a:pt x="639" y="618"/>
                    <a:pt x="640" y="618"/>
                  </a:cubicBezTo>
                  <a:cubicBezTo>
                    <a:pt x="653" y="609"/>
                    <a:pt x="665" y="600"/>
                    <a:pt x="677" y="590"/>
                  </a:cubicBezTo>
                  <a:cubicBezTo>
                    <a:pt x="681" y="588"/>
                    <a:pt x="684" y="586"/>
                    <a:pt x="688" y="586"/>
                  </a:cubicBezTo>
                  <a:cubicBezTo>
                    <a:pt x="692" y="585"/>
                    <a:pt x="697" y="587"/>
                    <a:pt x="700" y="590"/>
                  </a:cubicBezTo>
                  <a:cubicBezTo>
                    <a:pt x="706" y="596"/>
                    <a:pt x="706" y="604"/>
                    <a:pt x="706" y="611"/>
                  </a:cubicBezTo>
                  <a:cubicBezTo>
                    <a:pt x="705" y="619"/>
                    <a:pt x="704" y="626"/>
                    <a:pt x="703" y="634"/>
                  </a:cubicBezTo>
                  <a:cubicBezTo>
                    <a:pt x="703" y="635"/>
                    <a:pt x="703" y="635"/>
                    <a:pt x="703" y="636"/>
                  </a:cubicBezTo>
                  <a:cubicBezTo>
                    <a:pt x="703" y="635"/>
                    <a:pt x="703" y="635"/>
                    <a:pt x="703" y="635"/>
                  </a:cubicBezTo>
                  <a:cubicBezTo>
                    <a:pt x="703" y="636"/>
                    <a:pt x="703" y="637"/>
                    <a:pt x="703" y="639"/>
                  </a:cubicBezTo>
                  <a:cubicBezTo>
                    <a:pt x="707" y="642"/>
                    <a:pt x="707" y="647"/>
                    <a:pt x="706" y="652"/>
                  </a:cubicBezTo>
                  <a:cubicBezTo>
                    <a:pt x="703" y="658"/>
                    <a:pt x="696" y="661"/>
                    <a:pt x="690" y="659"/>
                  </a:cubicBezTo>
                  <a:cubicBezTo>
                    <a:pt x="689" y="658"/>
                    <a:pt x="688" y="658"/>
                    <a:pt x="686" y="657"/>
                  </a:cubicBezTo>
                  <a:cubicBezTo>
                    <a:pt x="685" y="656"/>
                    <a:pt x="683" y="655"/>
                    <a:pt x="682" y="653"/>
                  </a:cubicBezTo>
                  <a:cubicBezTo>
                    <a:pt x="679" y="650"/>
                    <a:pt x="679" y="647"/>
                    <a:pt x="678" y="643"/>
                  </a:cubicBezTo>
                  <a:cubicBezTo>
                    <a:pt x="678" y="639"/>
                    <a:pt x="678" y="633"/>
                    <a:pt x="679" y="629"/>
                  </a:cubicBezTo>
                  <a:cubicBezTo>
                    <a:pt x="679" y="625"/>
                    <a:pt x="680" y="622"/>
                    <a:pt x="681" y="618"/>
                  </a:cubicBezTo>
                  <a:cubicBezTo>
                    <a:pt x="671" y="625"/>
                    <a:pt x="662" y="632"/>
                    <a:pt x="653" y="638"/>
                  </a:cubicBezTo>
                  <a:cubicBezTo>
                    <a:pt x="653" y="637"/>
                    <a:pt x="654" y="637"/>
                    <a:pt x="654" y="637"/>
                  </a:cubicBezTo>
                  <a:cubicBezTo>
                    <a:pt x="653" y="638"/>
                    <a:pt x="651" y="639"/>
                    <a:pt x="649" y="640"/>
                  </a:cubicBezTo>
                  <a:cubicBezTo>
                    <a:pt x="644" y="643"/>
                    <a:pt x="640" y="646"/>
                    <a:pt x="636" y="648"/>
                  </a:cubicBezTo>
                  <a:cubicBezTo>
                    <a:pt x="632" y="650"/>
                    <a:pt x="626" y="651"/>
                    <a:pt x="621" y="650"/>
                  </a:cubicBezTo>
                  <a:cubicBezTo>
                    <a:pt x="617" y="649"/>
                    <a:pt x="613" y="646"/>
                    <a:pt x="611" y="643"/>
                  </a:cubicBezTo>
                  <a:cubicBezTo>
                    <a:pt x="608" y="636"/>
                    <a:pt x="609" y="630"/>
                    <a:pt x="611" y="623"/>
                  </a:cubicBezTo>
                  <a:cubicBezTo>
                    <a:pt x="611" y="619"/>
                    <a:pt x="612" y="616"/>
                    <a:pt x="614" y="612"/>
                  </a:cubicBezTo>
                  <a:cubicBezTo>
                    <a:pt x="615" y="604"/>
                    <a:pt x="618" y="596"/>
                    <a:pt x="620" y="587"/>
                  </a:cubicBezTo>
                  <a:cubicBezTo>
                    <a:pt x="621" y="585"/>
                    <a:pt x="621" y="583"/>
                    <a:pt x="621" y="582"/>
                  </a:cubicBezTo>
                  <a:cubicBezTo>
                    <a:pt x="617" y="585"/>
                    <a:pt x="612" y="589"/>
                    <a:pt x="608" y="593"/>
                  </a:cubicBezTo>
                  <a:cubicBezTo>
                    <a:pt x="608" y="592"/>
                    <a:pt x="609" y="592"/>
                    <a:pt x="609" y="592"/>
                  </a:cubicBezTo>
                  <a:cubicBezTo>
                    <a:pt x="591" y="608"/>
                    <a:pt x="575" y="626"/>
                    <a:pt x="558" y="643"/>
                  </a:cubicBezTo>
                  <a:cubicBezTo>
                    <a:pt x="556" y="646"/>
                    <a:pt x="553" y="648"/>
                    <a:pt x="550" y="650"/>
                  </a:cubicBezTo>
                  <a:cubicBezTo>
                    <a:pt x="548" y="653"/>
                    <a:pt x="545" y="654"/>
                    <a:pt x="542" y="656"/>
                  </a:cubicBezTo>
                  <a:cubicBezTo>
                    <a:pt x="535" y="657"/>
                    <a:pt x="528" y="654"/>
                    <a:pt x="525" y="648"/>
                  </a:cubicBezTo>
                  <a:cubicBezTo>
                    <a:pt x="522" y="640"/>
                    <a:pt x="526" y="632"/>
                    <a:pt x="529" y="624"/>
                  </a:cubicBezTo>
                  <a:cubicBezTo>
                    <a:pt x="533" y="613"/>
                    <a:pt x="538" y="602"/>
                    <a:pt x="543" y="590"/>
                  </a:cubicBezTo>
                  <a:cubicBezTo>
                    <a:pt x="548" y="578"/>
                    <a:pt x="553" y="566"/>
                    <a:pt x="558" y="554"/>
                  </a:cubicBezTo>
                  <a:cubicBezTo>
                    <a:pt x="563" y="542"/>
                    <a:pt x="568" y="530"/>
                    <a:pt x="572" y="518"/>
                  </a:cubicBezTo>
                  <a:cubicBezTo>
                    <a:pt x="574" y="512"/>
                    <a:pt x="576" y="505"/>
                    <a:pt x="577" y="498"/>
                  </a:cubicBezTo>
                  <a:cubicBezTo>
                    <a:pt x="575" y="501"/>
                    <a:pt x="572" y="502"/>
                    <a:pt x="570" y="505"/>
                  </a:cubicBezTo>
                  <a:lnTo>
                    <a:pt x="570" y="504"/>
                  </a:lnTo>
                  <a:cubicBezTo>
                    <a:pt x="534" y="537"/>
                    <a:pt x="501" y="573"/>
                    <a:pt x="466" y="608"/>
                  </a:cubicBezTo>
                  <a:cubicBezTo>
                    <a:pt x="457" y="617"/>
                    <a:pt x="449" y="625"/>
                    <a:pt x="439" y="634"/>
                  </a:cubicBezTo>
                  <a:cubicBezTo>
                    <a:pt x="436" y="637"/>
                    <a:pt x="432" y="640"/>
                    <a:pt x="428" y="644"/>
                  </a:cubicBezTo>
                  <a:cubicBezTo>
                    <a:pt x="422" y="648"/>
                    <a:pt x="415" y="651"/>
                    <a:pt x="409" y="649"/>
                  </a:cubicBezTo>
                  <a:cubicBezTo>
                    <a:pt x="403" y="646"/>
                    <a:pt x="400" y="640"/>
                    <a:pt x="400" y="635"/>
                  </a:cubicBezTo>
                  <a:cubicBezTo>
                    <a:pt x="400" y="630"/>
                    <a:pt x="403" y="625"/>
                    <a:pt x="404" y="621"/>
                  </a:cubicBezTo>
                  <a:cubicBezTo>
                    <a:pt x="409" y="610"/>
                    <a:pt x="414" y="599"/>
                    <a:pt x="418" y="589"/>
                  </a:cubicBezTo>
                  <a:cubicBezTo>
                    <a:pt x="424" y="577"/>
                    <a:pt x="428" y="566"/>
                    <a:pt x="434" y="556"/>
                  </a:cubicBezTo>
                  <a:cubicBezTo>
                    <a:pt x="440" y="543"/>
                    <a:pt x="446" y="530"/>
                    <a:pt x="452" y="516"/>
                  </a:cubicBezTo>
                  <a:lnTo>
                    <a:pt x="452" y="517"/>
                  </a:lnTo>
                  <a:cubicBezTo>
                    <a:pt x="452" y="516"/>
                    <a:pt x="453" y="516"/>
                    <a:pt x="453" y="516"/>
                  </a:cubicBezTo>
                  <a:cubicBezTo>
                    <a:pt x="454" y="511"/>
                    <a:pt x="457" y="506"/>
                    <a:pt x="459" y="502"/>
                  </a:cubicBezTo>
                  <a:lnTo>
                    <a:pt x="459" y="503"/>
                  </a:lnTo>
                  <a:cubicBezTo>
                    <a:pt x="463" y="494"/>
                    <a:pt x="467" y="485"/>
                    <a:pt x="471" y="475"/>
                  </a:cubicBezTo>
                  <a:cubicBezTo>
                    <a:pt x="473" y="470"/>
                    <a:pt x="475" y="465"/>
                    <a:pt x="477" y="459"/>
                  </a:cubicBezTo>
                  <a:cubicBezTo>
                    <a:pt x="478" y="457"/>
                    <a:pt x="479" y="454"/>
                    <a:pt x="480" y="451"/>
                  </a:cubicBezTo>
                  <a:cubicBezTo>
                    <a:pt x="461" y="469"/>
                    <a:pt x="444" y="488"/>
                    <a:pt x="427" y="507"/>
                  </a:cubicBezTo>
                  <a:cubicBezTo>
                    <a:pt x="427" y="506"/>
                    <a:pt x="428" y="506"/>
                    <a:pt x="428" y="506"/>
                  </a:cubicBezTo>
                  <a:cubicBezTo>
                    <a:pt x="420" y="515"/>
                    <a:pt x="413" y="524"/>
                    <a:pt x="405" y="533"/>
                  </a:cubicBezTo>
                  <a:cubicBezTo>
                    <a:pt x="397" y="543"/>
                    <a:pt x="389" y="554"/>
                    <a:pt x="380" y="564"/>
                  </a:cubicBezTo>
                  <a:cubicBezTo>
                    <a:pt x="367" y="583"/>
                    <a:pt x="353" y="602"/>
                    <a:pt x="338" y="621"/>
                  </a:cubicBezTo>
                  <a:cubicBezTo>
                    <a:pt x="334" y="625"/>
                    <a:pt x="330" y="630"/>
                    <a:pt x="326" y="636"/>
                  </a:cubicBezTo>
                  <a:cubicBezTo>
                    <a:pt x="322" y="640"/>
                    <a:pt x="318" y="646"/>
                    <a:pt x="313" y="650"/>
                  </a:cubicBezTo>
                  <a:cubicBezTo>
                    <a:pt x="307" y="657"/>
                    <a:pt x="301" y="665"/>
                    <a:pt x="294" y="671"/>
                  </a:cubicBezTo>
                  <a:cubicBezTo>
                    <a:pt x="289" y="674"/>
                    <a:pt x="283" y="678"/>
                    <a:pt x="277" y="678"/>
                  </a:cubicBezTo>
                  <a:cubicBezTo>
                    <a:pt x="277" y="678"/>
                    <a:pt x="276" y="678"/>
                    <a:pt x="276" y="67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0" name="Google Shape;4980;p61"/>
            <p:cNvSpPr/>
            <p:nvPr/>
          </p:nvSpPr>
          <p:spPr>
            <a:xfrm>
              <a:off x="1349280" y="874080"/>
              <a:ext cx="512280" cy="509400"/>
            </a:xfrm>
            <a:custGeom>
              <a:avLst/>
              <a:gdLst/>
              <a:ahLst/>
              <a:cxnLst/>
              <a:rect l="l" t="t" r="r" b="b"/>
              <a:pathLst>
                <a:path w="1423" h="1415" extrusionOk="0">
                  <a:moveTo>
                    <a:pt x="1387" y="1412"/>
                  </a:moveTo>
                  <a:cubicBezTo>
                    <a:pt x="1369" y="1401"/>
                    <a:pt x="1353" y="1388"/>
                    <a:pt x="1337" y="1374"/>
                  </a:cubicBezTo>
                  <a:cubicBezTo>
                    <a:pt x="1320" y="1360"/>
                    <a:pt x="1303" y="1346"/>
                    <a:pt x="1287" y="1331"/>
                  </a:cubicBezTo>
                  <a:cubicBezTo>
                    <a:pt x="1271" y="1316"/>
                    <a:pt x="1256" y="1302"/>
                    <a:pt x="1241" y="1287"/>
                  </a:cubicBezTo>
                  <a:cubicBezTo>
                    <a:pt x="1224" y="1271"/>
                    <a:pt x="1209" y="1255"/>
                    <a:pt x="1194" y="1238"/>
                  </a:cubicBezTo>
                  <a:cubicBezTo>
                    <a:pt x="1185" y="1229"/>
                    <a:pt x="1176" y="1220"/>
                    <a:pt x="1168" y="1210"/>
                  </a:cubicBezTo>
                  <a:cubicBezTo>
                    <a:pt x="1138" y="1179"/>
                    <a:pt x="1105" y="1153"/>
                    <a:pt x="1073" y="1125"/>
                  </a:cubicBezTo>
                  <a:cubicBezTo>
                    <a:pt x="1056" y="1111"/>
                    <a:pt x="1040" y="1097"/>
                    <a:pt x="1024" y="1083"/>
                  </a:cubicBezTo>
                  <a:cubicBezTo>
                    <a:pt x="1009" y="1067"/>
                    <a:pt x="993" y="1052"/>
                    <a:pt x="977" y="1036"/>
                  </a:cubicBezTo>
                  <a:cubicBezTo>
                    <a:pt x="947" y="1006"/>
                    <a:pt x="916" y="976"/>
                    <a:pt x="885" y="947"/>
                  </a:cubicBezTo>
                  <a:cubicBezTo>
                    <a:pt x="856" y="919"/>
                    <a:pt x="826" y="893"/>
                    <a:pt x="798" y="864"/>
                  </a:cubicBezTo>
                  <a:lnTo>
                    <a:pt x="797" y="864"/>
                  </a:lnTo>
                  <a:lnTo>
                    <a:pt x="798" y="864"/>
                  </a:lnTo>
                  <a:cubicBezTo>
                    <a:pt x="781" y="847"/>
                    <a:pt x="765" y="829"/>
                    <a:pt x="749" y="812"/>
                  </a:cubicBezTo>
                  <a:lnTo>
                    <a:pt x="750" y="813"/>
                  </a:lnTo>
                  <a:cubicBezTo>
                    <a:pt x="720" y="782"/>
                    <a:pt x="689" y="752"/>
                    <a:pt x="660" y="721"/>
                  </a:cubicBezTo>
                  <a:cubicBezTo>
                    <a:pt x="646" y="705"/>
                    <a:pt x="632" y="689"/>
                    <a:pt x="619" y="673"/>
                  </a:cubicBezTo>
                  <a:cubicBezTo>
                    <a:pt x="607" y="658"/>
                    <a:pt x="595" y="642"/>
                    <a:pt x="582" y="627"/>
                  </a:cubicBezTo>
                  <a:cubicBezTo>
                    <a:pt x="573" y="616"/>
                    <a:pt x="563" y="606"/>
                    <a:pt x="554" y="596"/>
                  </a:cubicBezTo>
                  <a:lnTo>
                    <a:pt x="555" y="597"/>
                  </a:lnTo>
                  <a:cubicBezTo>
                    <a:pt x="554" y="596"/>
                    <a:pt x="554" y="596"/>
                    <a:pt x="554" y="596"/>
                  </a:cubicBezTo>
                  <a:cubicBezTo>
                    <a:pt x="554" y="596"/>
                    <a:pt x="553" y="595"/>
                    <a:pt x="552" y="594"/>
                  </a:cubicBezTo>
                  <a:cubicBezTo>
                    <a:pt x="553" y="595"/>
                    <a:pt x="553" y="595"/>
                    <a:pt x="554" y="596"/>
                  </a:cubicBezTo>
                  <a:cubicBezTo>
                    <a:pt x="524" y="565"/>
                    <a:pt x="492" y="536"/>
                    <a:pt x="462" y="506"/>
                  </a:cubicBezTo>
                  <a:cubicBezTo>
                    <a:pt x="446" y="491"/>
                    <a:pt x="430" y="474"/>
                    <a:pt x="415" y="457"/>
                  </a:cubicBezTo>
                  <a:cubicBezTo>
                    <a:pt x="401" y="441"/>
                    <a:pt x="389" y="424"/>
                    <a:pt x="375" y="408"/>
                  </a:cubicBezTo>
                  <a:cubicBezTo>
                    <a:pt x="365" y="396"/>
                    <a:pt x="354" y="385"/>
                    <a:pt x="344" y="374"/>
                  </a:cubicBezTo>
                  <a:cubicBezTo>
                    <a:pt x="293" y="321"/>
                    <a:pt x="238" y="272"/>
                    <a:pt x="187" y="219"/>
                  </a:cubicBezTo>
                  <a:cubicBezTo>
                    <a:pt x="157" y="187"/>
                    <a:pt x="122" y="160"/>
                    <a:pt x="91" y="130"/>
                  </a:cubicBezTo>
                  <a:cubicBezTo>
                    <a:pt x="76" y="115"/>
                    <a:pt x="62" y="100"/>
                    <a:pt x="48" y="84"/>
                  </a:cubicBezTo>
                  <a:cubicBezTo>
                    <a:pt x="35" y="69"/>
                    <a:pt x="22" y="54"/>
                    <a:pt x="9" y="39"/>
                  </a:cubicBezTo>
                  <a:cubicBezTo>
                    <a:pt x="0" y="30"/>
                    <a:pt x="0" y="16"/>
                    <a:pt x="9" y="8"/>
                  </a:cubicBezTo>
                  <a:cubicBezTo>
                    <a:pt x="19" y="0"/>
                    <a:pt x="34" y="2"/>
                    <a:pt x="40" y="13"/>
                  </a:cubicBezTo>
                  <a:cubicBezTo>
                    <a:pt x="41" y="13"/>
                    <a:pt x="41" y="13"/>
                    <a:pt x="41" y="13"/>
                  </a:cubicBezTo>
                  <a:cubicBezTo>
                    <a:pt x="41" y="14"/>
                    <a:pt x="41" y="14"/>
                    <a:pt x="41" y="15"/>
                  </a:cubicBezTo>
                  <a:cubicBezTo>
                    <a:pt x="42" y="15"/>
                    <a:pt x="42" y="15"/>
                    <a:pt x="42" y="15"/>
                  </a:cubicBezTo>
                  <a:lnTo>
                    <a:pt x="41" y="15"/>
                  </a:lnTo>
                  <a:cubicBezTo>
                    <a:pt x="42" y="15"/>
                    <a:pt x="43" y="16"/>
                    <a:pt x="43" y="17"/>
                  </a:cubicBezTo>
                  <a:cubicBezTo>
                    <a:pt x="52" y="28"/>
                    <a:pt x="62" y="39"/>
                    <a:pt x="71" y="50"/>
                  </a:cubicBezTo>
                  <a:cubicBezTo>
                    <a:pt x="81" y="60"/>
                    <a:pt x="90" y="71"/>
                    <a:pt x="100" y="81"/>
                  </a:cubicBezTo>
                  <a:cubicBezTo>
                    <a:pt x="130" y="112"/>
                    <a:pt x="163" y="140"/>
                    <a:pt x="195" y="169"/>
                  </a:cubicBezTo>
                  <a:cubicBezTo>
                    <a:pt x="211" y="183"/>
                    <a:pt x="225" y="199"/>
                    <a:pt x="240" y="214"/>
                  </a:cubicBezTo>
                  <a:cubicBezTo>
                    <a:pt x="255" y="230"/>
                    <a:pt x="271" y="245"/>
                    <a:pt x="287" y="261"/>
                  </a:cubicBezTo>
                  <a:cubicBezTo>
                    <a:pt x="319" y="292"/>
                    <a:pt x="352" y="322"/>
                    <a:pt x="382" y="355"/>
                  </a:cubicBezTo>
                  <a:cubicBezTo>
                    <a:pt x="397" y="371"/>
                    <a:pt x="411" y="387"/>
                    <a:pt x="425" y="404"/>
                  </a:cubicBezTo>
                  <a:cubicBezTo>
                    <a:pt x="438" y="421"/>
                    <a:pt x="452" y="437"/>
                    <a:pt x="466" y="452"/>
                  </a:cubicBezTo>
                  <a:cubicBezTo>
                    <a:pt x="505" y="491"/>
                    <a:pt x="545" y="527"/>
                    <a:pt x="583" y="566"/>
                  </a:cubicBezTo>
                  <a:cubicBezTo>
                    <a:pt x="585" y="568"/>
                    <a:pt x="586" y="569"/>
                    <a:pt x="588" y="571"/>
                  </a:cubicBezTo>
                  <a:lnTo>
                    <a:pt x="587" y="571"/>
                  </a:lnTo>
                  <a:cubicBezTo>
                    <a:pt x="588" y="571"/>
                    <a:pt x="588" y="571"/>
                    <a:pt x="589" y="571"/>
                  </a:cubicBezTo>
                  <a:cubicBezTo>
                    <a:pt x="589" y="572"/>
                    <a:pt x="589" y="572"/>
                    <a:pt x="590" y="572"/>
                  </a:cubicBezTo>
                  <a:cubicBezTo>
                    <a:pt x="589" y="572"/>
                    <a:pt x="589" y="572"/>
                    <a:pt x="589" y="572"/>
                  </a:cubicBezTo>
                  <a:cubicBezTo>
                    <a:pt x="599" y="582"/>
                    <a:pt x="608" y="593"/>
                    <a:pt x="618" y="603"/>
                  </a:cubicBezTo>
                  <a:cubicBezTo>
                    <a:pt x="627" y="615"/>
                    <a:pt x="636" y="626"/>
                    <a:pt x="644" y="638"/>
                  </a:cubicBezTo>
                  <a:cubicBezTo>
                    <a:pt x="664" y="662"/>
                    <a:pt x="684" y="685"/>
                    <a:pt x="704" y="707"/>
                  </a:cubicBezTo>
                  <a:cubicBezTo>
                    <a:pt x="721" y="724"/>
                    <a:pt x="738" y="741"/>
                    <a:pt x="755" y="758"/>
                  </a:cubicBezTo>
                  <a:cubicBezTo>
                    <a:pt x="772" y="774"/>
                    <a:pt x="788" y="792"/>
                    <a:pt x="805" y="809"/>
                  </a:cubicBezTo>
                  <a:cubicBezTo>
                    <a:pt x="804" y="809"/>
                    <a:pt x="804" y="808"/>
                    <a:pt x="802" y="807"/>
                  </a:cubicBezTo>
                  <a:cubicBezTo>
                    <a:pt x="805" y="809"/>
                    <a:pt x="807" y="812"/>
                    <a:pt x="809" y="813"/>
                  </a:cubicBezTo>
                  <a:cubicBezTo>
                    <a:pt x="808" y="813"/>
                    <a:pt x="808" y="812"/>
                    <a:pt x="807" y="812"/>
                  </a:cubicBezTo>
                  <a:cubicBezTo>
                    <a:pt x="809" y="813"/>
                    <a:pt x="811" y="816"/>
                    <a:pt x="812" y="818"/>
                  </a:cubicBezTo>
                  <a:cubicBezTo>
                    <a:pt x="812" y="817"/>
                    <a:pt x="811" y="816"/>
                    <a:pt x="811" y="816"/>
                  </a:cubicBezTo>
                  <a:cubicBezTo>
                    <a:pt x="812" y="817"/>
                    <a:pt x="813" y="818"/>
                    <a:pt x="814" y="819"/>
                  </a:cubicBezTo>
                  <a:lnTo>
                    <a:pt x="813" y="819"/>
                  </a:lnTo>
                  <a:cubicBezTo>
                    <a:pt x="821" y="827"/>
                    <a:pt x="829" y="834"/>
                    <a:pt x="837" y="843"/>
                  </a:cubicBezTo>
                  <a:cubicBezTo>
                    <a:pt x="836" y="843"/>
                    <a:pt x="836" y="842"/>
                    <a:pt x="836" y="842"/>
                  </a:cubicBezTo>
                  <a:cubicBezTo>
                    <a:pt x="836" y="843"/>
                    <a:pt x="837" y="843"/>
                    <a:pt x="837" y="843"/>
                  </a:cubicBezTo>
                  <a:cubicBezTo>
                    <a:pt x="837" y="843"/>
                    <a:pt x="837" y="844"/>
                    <a:pt x="838" y="844"/>
                  </a:cubicBezTo>
                  <a:cubicBezTo>
                    <a:pt x="837" y="844"/>
                    <a:pt x="837" y="844"/>
                    <a:pt x="837" y="843"/>
                  </a:cubicBezTo>
                  <a:cubicBezTo>
                    <a:pt x="851" y="857"/>
                    <a:pt x="865" y="871"/>
                    <a:pt x="879" y="883"/>
                  </a:cubicBezTo>
                  <a:cubicBezTo>
                    <a:pt x="894" y="898"/>
                    <a:pt x="910" y="912"/>
                    <a:pt x="925" y="926"/>
                  </a:cubicBezTo>
                  <a:cubicBezTo>
                    <a:pt x="957" y="955"/>
                    <a:pt x="987" y="986"/>
                    <a:pt x="1017" y="1017"/>
                  </a:cubicBezTo>
                  <a:cubicBezTo>
                    <a:pt x="1032" y="1032"/>
                    <a:pt x="1048" y="1047"/>
                    <a:pt x="1065" y="1062"/>
                  </a:cubicBezTo>
                  <a:cubicBezTo>
                    <a:pt x="1080" y="1076"/>
                    <a:pt x="1097" y="1090"/>
                    <a:pt x="1113" y="1104"/>
                  </a:cubicBezTo>
                  <a:cubicBezTo>
                    <a:pt x="1129" y="1117"/>
                    <a:pt x="1145" y="1130"/>
                    <a:pt x="1160" y="1144"/>
                  </a:cubicBezTo>
                  <a:cubicBezTo>
                    <a:pt x="1169" y="1151"/>
                    <a:pt x="1177" y="1159"/>
                    <a:pt x="1185" y="1167"/>
                  </a:cubicBezTo>
                  <a:cubicBezTo>
                    <a:pt x="1193" y="1175"/>
                    <a:pt x="1201" y="1183"/>
                    <a:pt x="1209" y="1192"/>
                  </a:cubicBezTo>
                  <a:cubicBezTo>
                    <a:pt x="1225" y="1208"/>
                    <a:pt x="1241" y="1226"/>
                    <a:pt x="1256" y="1243"/>
                  </a:cubicBezTo>
                  <a:lnTo>
                    <a:pt x="1256" y="1242"/>
                  </a:lnTo>
                  <a:cubicBezTo>
                    <a:pt x="1273" y="1259"/>
                    <a:pt x="1290" y="1275"/>
                    <a:pt x="1308" y="1292"/>
                  </a:cubicBezTo>
                  <a:cubicBezTo>
                    <a:pt x="1326" y="1308"/>
                    <a:pt x="1343" y="1324"/>
                    <a:pt x="1362" y="1339"/>
                  </a:cubicBezTo>
                  <a:cubicBezTo>
                    <a:pt x="1361" y="1338"/>
                    <a:pt x="1361" y="1338"/>
                    <a:pt x="1359" y="1337"/>
                  </a:cubicBezTo>
                  <a:cubicBezTo>
                    <a:pt x="1376" y="1350"/>
                    <a:pt x="1393" y="1362"/>
                    <a:pt x="1410" y="1375"/>
                  </a:cubicBezTo>
                  <a:cubicBezTo>
                    <a:pt x="1418" y="1382"/>
                    <a:pt x="1422" y="1393"/>
                    <a:pt x="1416" y="1403"/>
                  </a:cubicBezTo>
                  <a:cubicBezTo>
                    <a:pt x="1413" y="1410"/>
                    <a:pt x="1405" y="1414"/>
                    <a:pt x="1397" y="1414"/>
                  </a:cubicBezTo>
                  <a:cubicBezTo>
                    <a:pt x="1394" y="1414"/>
                    <a:pt x="1390" y="1414"/>
                    <a:pt x="1387" y="141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981" name="Google Shape;4981;p61"/>
          <p:cNvGrpSpPr/>
          <p:nvPr/>
        </p:nvGrpSpPr>
        <p:grpSpPr>
          <a:xfrm>
            <a:off x="5736502" y="1263246"/>
            <a:ext cx="2304042" cy="1861821"/>
            <a:chOff x="1245600" y="2050920"/>
            <a:chExt cx="1071000" cy="865440"/>
          </a:xfrm>
        </p:grpSpPr>
        <p:sp>
          <p:nvSpPr>
            <p:cNvPr id="4982" name="Google Shape;4982;p61"/>
            <p:cNvSpPr/>
            <p:nvPr/>
          </p:nvSpPr>
          <p:spPr>
            <a:xfrm>
              <a:off x="1258920" y="2534040"/>
              <a:ext cx="1041840" cy="21600"/>
            </a:xfrm>
            <a:custGeom>
              <a:avLst/>
              <a:gdLst/>
              <a:ahLst/>
              <a:cxnLst/>
              <a:rect l="l" t="t" r="r" b="b"/>
              <a:pathLst>
                <a:path w="2894" h="60" extrusionOk="0">
                  <a:moveTo>
                    <a:pt x="2882" y="59"/>
                  </a:moveTo>
                  <a:cubicBezTo>
                    <a:pt x="2851" y="58"/>
                    <a:pt x="2821" y="58"/>
                    <a:pt x="2791" y="57"/>
                  </a:cubicBezTo>
                  <a:cubicBezTo>
                    <a:pt x="2761" y="56"/>
                    <a:pt x="2731" y="56"/>
                    <a:pt x="2701" y="55"/>
                  </a:cubicBezTo>
                  <a:cubicBezTo>
                    <a:pt x="2637" y="55"/>
                    <a:pt x="2573" y="54"/>
                    <a:pt x="2510" y="53"/>
                  </a:cubicBezTo>
                  <a:cubicBezTo>
                    <a:pt x="2388" y="51"/>
                    <a:pt x="2266" y="50"/>
                    <a:pt x="2143" y="48"/>
                  </a:cubicBezTo>
                  <a:cubicBezTo>
                    <a:pt x="2020" y="46"/>
                    <a:pt x="1896" y="44"/>
                    <a:pt x="1774" y="43"/>
                  </a:cubicBezTo>
                  <a:cubicBezTo>
                    <a:pt x="1648" y="41"/>
                    <a:pt x="1522" y="40"/>
                    <a:pt x="1397" y="38"/>
                  </a:cubicBezTo>
                  <a:cubicBezTo>
                    <a:pt x="1274" y="37"/>
                    <a:pt x="1152" y="35"/>
                    <a:pt x="1029" y="34"/>
                  </a:cubicBezTo>
                  <a:cubicBezTo>
                    <a:pt x="968" y="33"/>
                    <a:pt x="908" y="32"/>
                    <a:pt x="847" y="31"/>
                  </a:cubicBezTo>
                  <a:cubicBezTo>
                    <a:pt x="786" y="30"/>
                    <a:pt x="725" y="30"/>
                    <a:pt x="664" y="29"/>
                  </a:cubicBezTo>
                  <a:cubicBezTo>
                    <a:pt x="542" y="27"/>
                    <a:pt x="421" y="26"/>
                    <a:pt x="299" y="24"/>
                  </a:cubicBezTo>
                  <a:cubicBezTo>
                    <a:pt x="251" y="23"/>
                    <a:pt x="202" y="23"/>
                    <a:pt x="153" y="22"/>
                  </a:cubicBezTo>
                  <a:cubicBezTo>
                    <a:pt x="129" y="22"/>
                    <a:pt x="105" y="22"/>
                    <a:pt x="82" y="22"/>
                  </a:cubicBezTo>
                  <a:cubicBezTo>
                    <a:pt x="59" y="21"/>
                    <a:pt x="36" y="21"/>
                    <a:pt x="13" y="21"/>
                  </a:cubicBezTo>
                  <a:cubicBezTo>
                    <a:pt x="12" y="21"/>
                    <a:pt x="11" y="21"/>
                    <a:pt x="10" y="21"/>
                  </a:cubicBezTo>
                  <a:cubicBezTo>
                    <a:pt x="4" y="21"/>
                    <a:pt x="0" y="15"/>
                    <a:pt x="0" y="10"/>
                  </a:cubicBezTo>
                  <a:cubicBezTo>
                    <a:pt x="1" y="4"/>
                    <a:pt x="5" y="0"/>
                    <a:pt x="11" y="0"/>
                  </a:cubicBezTo>
                  <a:cubicBezTo>
                    <a:pt x="23" y="0"/>
                    <a:pt x="35" y="1"/>
                    <a:pt x="47" y="1"/>
                  </a:cubicBezTo>
                  <a:cubicBezTo>
                    <a:pt x="61" y="1"/>
                    <a:pt x="76" y="1"/>
                    <a:pt x="90" y="1"/>
                  </a:cubicBezTo>
                  <a:cubicBezTo>
                    <a:pt x="119" y="2"/>
                    <a:pt x="150" y="2"/>
                    <a:pt x="179" y="3"/>
                  </a:cubicBezTo>
                  <a:cubicBezTo>
                    <a:pt x="239" y="4"/>
                    <a:pt x="298" y="5"/>
                    <a:pt x="357" y="5"/>
                  </a:cubicBezTo>
                  <a:cubicBezTo>
                    <a:pt x="479" y="7"/>
                    <a:pt x="601" y="9"/>
                    <a:pt x="723" y="10"/>
                  </a:cubicBezTo>
                  <a:cubicBezTo>
                    <a:pt x="844" y="12"/>
                    <a:pt x="964" y="13"/>
                    <a:pt x="1084" y="15"/>
                  </a:cubicBezTo>
                  <a:cubicBezTo>
                    <a:pt x="1208" y="17"/>
                    <a:pt x="1331" y="19"/>
                    <a:pt x="1455" y="21"/>
                  </a:cubicBezTo>
                  <a:cubicBezTo>
                    <a:pt x="1579" y="23"/>
                    <a:pt x="1704" y="24"/>
                    <a:pt x="1828" y="26"/>
                  </a:cubicBezTo>
                  <a:cubicBezTo>
                    <a:pt x="1954" y="28"/>
                    <a:pt x="2079" y="30"/>
                    <a:pt x="2203" y="31"/>
                  </a:cubicBezTo>
                  <a:cubicBezTo>
                    <a:pt x="2326" y="33"/>
                    <a:pt x="2448" y="34"/>
                    <a:pt x="2569" y="36"/>
                  </a:cubicBezTo>
                  <a:cubicBezTo>
                    <a:pt x="2621" y="37"/>
                    <a:pt x="2671" y="37"/>
                    <a:pt x="2723" y="38"/>
                  </a:cubicBezTo>
                  <a:cubicBezTo>
                    <a:pt x="2771" y="38"/>
                    <a:pt x="2819" y="39"/>
                    <a:pt x="2868" y="39"/>
                  </a:cubicBezTo>
                  <a:lnTo>
                    <a:pt x="2867" y="39"/>
                  </a:lnTo>
                  <a:cubicBezTo>
                    <a:pt x="2872" y="39"/>
                    <a:pt x="2876" y="39"/>
                    <a:pt x="2881" y="39"/>
                  </a:cubicBezTo>
                  <a:cubicBezTo>
                    <a:pt x="2887" y="39"/>
                    <a:pt x="2892" y="43"/>
                    <a:pt x="2892" y="48"/>
                  </a:cubicBezTo>
                  <a:cubicBezTo>
                    <a:pt x="2893" y="54"/>
                    <a:pt x="2888" y="59"/>
                    <a:pt x="2882" y="5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3" name="Google Shape;4983;p61"/>
            <p:cNvSpPr/>
            <p:nvPr/>
          </p:nvSpPr>
          <p:spPr>
            <a:xfrm>
              <a:off x="2249280" y="2528280"/>
              <a:ext cx="67320" cy="43920"/>
            </a:xfrm>
            <a:custGeom>
              <a:avLst/>
              <a:gdLst/>
              <a:ahLst/>
              <a:cxnLst/>
              <a:rect l="l" t="t" r="r" b="b"/>
              <a:pathLst>
                <a:path w="187" h="122" extrusionOk="0">
                  <a:moveTo>
                    <a:pt x="68" y="114"/>
                  </a:moveTo>
                  <a:cubicBezTo>
                    <a:pt x="67" y="109"/>
                    <a:pt x="70" y="103"/>
                    <a:pt x="75" y="101"/>
                  </a:cubicBezTo>
                  <a:cubicBezTo>
                    <a:pt x="89" y="96"/>
                    <a:pt x="103" y="92"/>
                    <a:pt x="117" y="88"/>
                  </a:cubicBezTo>
                  <a:cubicBezTo>
                    <a:pt x="124" y="86"/>
                    <a:pt x="131" y="84"/>
                    <a:pt x="139" y="81"/>
                  </a:cubicBezTo>
                  <a:cubicBezTo>
                    <a:pt x="144" y="80"/>
                    <a:pt x="149" y="78"/>
                    <a:pt x="155" y="77"/>
                  </a:cubicBezTo>
                  <a:cubicBezTo>
                    <a:pt x="137" y="70"/>
                    <a:pt x="119" y="63"/>
                    <a:pt x="102" y="57"/>
                  </a:cubicBezTo>
                  <a:cubicBezTo>
                    <a:pt x="79" y="49"/>
                    <a:pt x="58" y="42"/>
                    <a:pt x="36" y="33"/>
                  </a:cubicBezTo>
                  <a:cubicBezTo>
                    <a:pt x="31" y="31"/>
                    <a:pt x="25" y="29"/>
                    <a:pt x="19" y="26"/>
                  </a:cubicBezTo>
                  <a:cubicBezTo>
                    <a:pt x="16" y="25"/>
                    <a:pt x="12" y="24"/>
                    <a:pt x="10" y="22"/>
                  </a:cubicBezTo>
                  <a:cubicBezTo>
                    <a:pt x="5" y="19"/>
                    <a:pt x="0" y="17"/>
                    <a:pt x="0" y="11"/>
                  </a:cubicBezTo>
                  <a:cubicBezTo>
                    <a:pt x="0" y="5"/>
                    <a:pt x="4" y="0"/>
                    <a:pt x="10" y="0"/>
                  </a:cubicBezTo>
                  <a:cubicBezTo>
                    <a:pt x="12" y="0"/>
                    <a:pt x="15" y="1"/>
                    <a:pt x="17" y="3"/>
                  </a:cubicBezTo>
                  <a:lnTo>
                    <a:pt x="18" y="3"/>
                  </a:lnTo>
                  <a:cubicBezTo>
                    <a:pt x="21" y="5"/>
                    <a:pt x="25" y="7"/>
                    <a:pt x="28" y="8"/>
                  </a:cubicBezTo>
                  <a:cubicBezTo>
                    <a:pt x="32" y="10"/>
                    <a:pt x="36" y="11"/>
                    <a:pt x="39" y="13"/>
                  </a:cubicBezTo>
                  <a:cubicBezTo>
                    <a:pt x="60" y="21"/>
                    <a:pt x="81" y="29"/>
                    <a:pt x="102" y="36"/>
                  </a:cubicBezTo>
                  <a:cubicBezTo>
                    <a:pt x="122" y="44"/>
                    <a:pt x="142" y="51"/>
                    <a:pt x="163" y="58"/>
                  </a:cubicBezTo>
                  <a:cubicBezTo>
                    <a:pt x="168" y="60"/>
                    <a:pt x="173" y="61"/>
                    <a:pt x="178" y="64"/>
                  </a:cubicBezTo>
                  <a:cubicBezTo>
                    <a:pt x="182" y="66"/>
                    <a:pt x="185" y="70"/>
                    <a:pt x="185" y="75"/>
                  </a:cubicBezTo>
                  <a:cubicBezTo>
                    <a:pt x="186" y="80"/>
                    <a:pt x="183" y="84"/>
                    <a:pt x="180" y="87"/>
                  </a:cubicBezTo>
                  <a:cubicBezTo>
                    <a:pt x="176" y="91"/>
                    <a:pt x="170" y="93"/>
                    <a:pt x="164" y="95"/>
                  </a:cubicBezTo>
                  <a:cubicBezTo>
                    <a:pt x="162" y="96"/>
                    <a:pt x="159" y="96"/>
                    <a:pt x="156" y="98"/>
                  </a:cubicBezTo>
                  <a:cubicBezTo>
                    <a:pt x="152" y="99"/>
                    <a:pt x="146" y="100"/>
                    <a:pt x="142" y="102"/>
                  </a:cubicBezTo>
                  <a:cubicBezTo>
                    <a:pt x="121" y="107"/>
                    <a:pt x="101" y="113"/>
                    <a:pt x="82" y="120"/>
                  </a:cubicBezTo>
                  <a:cubicBezTo>
                    <a:pt x="81" y="121"/>
                    <a:pt x="79" y="121"/>
                    <a:pt x="78" y="121"/>
                  </a:cubicBezTo>
                  <a:cubicBezTo>
                    <a:pt x="74" y="121"/>
                    <a:pt x="70" y="118"/>
                    <a:pt x="68" y="11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4" name="Google Shape;4984;p61"/>
            <p:cNvSpPr/>
            <p:nvPr/>
          </p:nvSpPr>
          <p:spPr>
            <a:xfrm>
              <a:off x="1593720" y="2059920"/>
              <a:ext cx="19080" cy="856440"/>
            </a:xfrm>
            <a:custGeom>
              <a:avLst/>
              <a:gdLst/>
              <a:ahLst/>
              <a:cxnLst/>
              <a:rect l="l" t="t" r="r" b="b"/>
              <a:pathLst>
                <a:path w="53" h="2379" extrusionOk="0">
                  <a:moveTo>
                    <a:pt x="30" y="2368"/>
                  </a:moveTo>
                  <a:cubicBezTo>
                    <a:pt x="30" y="2364"/>
                    <a:pt x="30" y="2360"/>
                    <a:pt x="30" y="2356"/>
                  </a:cubicBezTo>
                  <a:cubicBezTo>
                    <a:pt x="30" y="2357"/>
                    <a:pt x="30" y="2357"/>
                    <a:pt x="30" y="2358"/>
                  </a:cubicBezTo>
                  <a:cubicBezTo>
                    <a:pt x="30" y="2346"/>
                    <a:pt x="28" y="2335"/>
                    <a:pt x="27" y="2324"/>
                  </a:cubicBezTo>
                  <a:cubicBezTo>
                    <a:pt x="26" y="2313"/>
                    <a:pt x="25" y="2302"/>
                    <a:pt x="24" y="2290"/>
                  </a:cubicBezTo>
                  <a:cubicBezTo>
                    <a:pt x="24" y="2285"/>
                    <a:pt x="24" y="2279"/>
                    <a:pt x="24" y="2273"/>
                  </a:cubicBezTo>
                  <a:cubicBezTo>
                    <a:pt x="23" y="2267"/>
                    <a:pt x="23" y="2261"/>
                    <a:pt x="23" y="2256"/>
                  </a:cubicBezTo>
                  <a:cubicBezTo>
                    <a:pt x="23" y="2243"/>
                    <a:pt x="23" y="2232"/>
                    <a:pt x="22" y="2219"/>
                  </a:cubicBezTo>
                  <a:cubicBezTo>
                    <a:pt x="21" y="2194"/>
                    <a:pt x="20" y="2170"/>
                    <a:pt x="20" y="2145"/>
                  </a:cubicBezTo>
                  <a:cubicBezTo>
                    <a:pt x="20" y="2132"/>
                    <a:pt x="20" y="2119"/>
                    <a:pt x="20" y="2106"/>
                  </a:cubicBezTo>
                  <a:cubicBezTo>
                    <a:pt x="20" y="2093"/>
                    <a:pt x="20" y="2080"/>
                    <a:pt x="20" y="2067"/>
                  </a:cubicBezTo>
                  <a:cubicBezTo>
                    <a:pt x="20" y="2048"/>
                    <a:pt x="21" y="2029"/>
                    <a:pt x="21" y="2010"/>
                  </a:cubicBezTo>
                  <a:cubicBezTo>
                    <a:pt x="21" y="1992"/>
                    <a:pt x="21" y="1974"/>
                    <a:pt x="21" y="1956"/>
                  </a:cubicBezTo>
                  <a:cubicBezTo>
                    <a:pt x="21" y="1957"/>
                    <a:pt x="21" y="1957"/>
                    <a:pt x="21" y="1957"/>
                  </a:cubicBezTo>
                  <a:cubicBezTo>
                    <a:pt x="21" y="1949"/>
                    <a:pt x="21" y="1939"/>
                    <a:pt x="21" y="1930"/>
                  </a:cubicBezTo>
                  <a:cubicBezTo>
                    <a:pt x="20" y="1921"/>
                    <a:pt x="20" y="1911"/>
                    <a:pt x="20" y="1901"/>
                  </a:cubicBezTo>
                  <a:lnTo>
                    <a:pt x="20" y="1902"/>
                  </a:lnTo>
                  <a:cubicBezTo>
                    <a:pt x="20" y="1901"/>
                    <a:pt x="20" y="1900"/>
                    <a:pt x="20" y="1899"/>
                  </a:cubicBezTo>
                  <a:lnTo>
                    <a:pt x="20" y="1900"/>
                  </a:lnTo>
                  <a:cubicBezTo>
                    <a:pt x="20" y="1869"/>
                    <a:pt x="20" y="1838"/>
                    <a:pt x="20" y="1807"/>
                  </a:cubicBezTo>
                  <a:cubicBezTo>
                    <a:pt x="19" y="1777"/>
                    <a:pt x="20" y="1746"/>
                    <a:pt x="20" y="1716"/>
                  </a:cubicBezTo>
                  <a:cubicBezTo>
                    <a:pt x="19" y="1665"/>
                    <a:pt x="18" y="1613"/>
                    <a:pt x="18" y="1562"/>
                  </a:cubicBezTo>
                  <a:cubicBezTo>
                    <a:pt x="18" y="1551"/>
                    <a:pt x="18" y="1539"/>
                    <a:pt x="19" y="1527"/>
                  </a:cubicBezTo>
                  <a:cubicBezTo>
                    <a:pt x="19" y="1513"/>
                    <a:pt x="19" y="1499"/>
                    <a:pt x="19" y="1485"/>
                  </a:cubicBezTo>
                  <a:cubicBezTo>
                    <a:pt x="19" y="1460"/>
                    <a:pt x="20" y="1436"/>
                    <a:pt x="20" y="1412"/>
                  </a:cubicBezTo>
                  <a:cubicBezTo>
                    <a:pt x="20" y="1385"/>
                    <a:pt x="20" y="1358"/>
                    <a:pt x="20" y="1332"/>
                  </a:cubicBezTo>
                  <a:cubicBezTo>
                    <a:pt x="20" y="1307"/>
                    <a:pt x="21" y="1283"/>
                    <a:pt x="22" y="1259"/>
                  </a:cubicBezTo>
                  <a:cubicBezTo>
                    <a:pt x="23" y="1232"/>
                    <a:pt x="24" y="1206"/>
                    <a:pt x="24" y="1179"/>
                  </a:cubicBezTo>
                  <a:cubicBezTo>
                    <a:pt x="24" y="1155"/>
                    <a:pt x="24" y="1130"/>
                    <a:pt x="24" y="1105"/>
                  </a:cubicBezTo>
                  <a:cubicBezTo>
                    <a:pt x="24" y="1094"/>
                    <a:pt x="24" y="1082"/>
                    <a:pt x="24" y="1069"/>
                  </a:cubicBezTo>
                  <a:cubicBezTo>
                    <a:pt x="24" y="1070"/>
                    <a:pt x="24" y="1071"/>
                    <a:pt x="24" y="1071"/>
                  </a:cubicBezTo>
                  <a:cubicBezTo>
                    <a:pt x="24" y="1046"/>
                    <a:pt x="23" y="1022"/>
                    <a:pt x="22" y="997"/>
                  </a:cubicBezTo>
                  <a:cubicBezTo>
                    <a:pt x="21" y="970"/>
                    <a:pt x="20" y="942"/>
                    <a:pt x="19" y="915"/>
                  </a:cubicBezTo>
                  <a:cubicBezTo>
                    <a:pt x="18" y="891"/>
                    <a:pt x="18" y="867"/>
                    <a:pt x="17" y="843"/>
                  </a:cubicBezTo>
                  <a:cubicBezTo>
                    <a:pt x="17" y="817"/>
                    <a:pt x="16" y="790"/>
                    <a:pt x="16" y="764"/>
                  </a:cubicBezTo>
                  <a:cubicBezTo>
                    <a:pt x="13" y="712"/>
                    <a:pt x="10" y="661"/>
                    <a:pt x="7" y="609"/>
                  </a:cubicBezTo>
                  <a:cubicBezTo>
                    <a:pt x="5" y="584"/>
                    <a:pt x="3" y="558"/>
                    <a:pt x="2" y="533"/>
                  </a:cubicBezTo>
                  <a:cubicBezTo>
                    <a:pt x="2" y="521"/>
                    <a:pt x="1" y="509"/>
                    <a:pt x="0" y="497"/>
                  </a:cubicBezTo>
                  <a:cubicBezTo>
                    <a:pt x="0" y="484"/>
                    <a:pt x="0" y="472"/>
                    <a:pt x="0" y="459"/>
                  </a:cubicBezTo>
                  <a:cubicBezTo>
                    <a:pt x="0" y="434"/>
                    <a:pt x="1" y="409"/>
                    <a:pt x="2" y="384"/>
                  </a:cubicBezTo>
                  <a:cubicBezTo>
                    <a:pt x="3" y="360"/>
                    <a:pt x="3" y="335"/>
                    <a:pt x="5" y="311"/>
                  </a:cubicBezTo>
                  <a:cubicBezTo>
                    <a:pt x="6" y="285"/>
                    <a:pt x="7" y="260"/>
                    <a:pt x="9" y="234"/>
                  </a:cubicBezTo>
                  <a:cubicBezTo>
                    <a:pt x="9" y="209"/>
                    <a:pt x="10" y="183"/>
                    <a:pt x="10" y="158"/>
                  </a:cubicBezTo>
                  <a:cubicBezTo>
                    <a:pt x="10" y="145"/>
                    <a:pt x="10" y="132"/>
                    <a:pt x="10" y="119"/>
                  </a:cubicBezTo>
                  <a:cubicBezTo>
                    <a:pt x="10" y="120"/>
                    <a:pt x="10" y="120"/>
                    <a:pt x="10" y="120"/>
                  </a:cubicBezTo>
                  <a:cubicBezTo>
                    <a:pt x="10" y="119"/>
                    <a:pt x="10" y="117"/>
                    <a:pt x="10" y="116"/>
                  </a:cubicBezTo>
                  <a:lnTo>
                    <a:pt x="10" y="117"/>
                  </a:lnTo>
                  <a:cubicBezTo>
                    <a:pt x="10" y="112"/>
                    <a:pt x="10" y="106"/>
                    <a:pt x="10" y="100"/>
                  </a:cubicBezTo>
                  <a:cubicBezTo>
                    <a:pt x="10" y="101"/>
                    <a:pt x="10" y="102"/>
                    <a:pt x="10" y="102"/>
                  </a:cubicBezTo>
                  <a:cubicBezTo>
                    <a:pt x="10" y="88"/>
                    <a:pt x="10" y="73"/>
                    <a:pt x="10" y="59"/>
                  </a:cubicBezTo>
                  <a:cubicBezTo>
                    <a:pt x="10" y="43"/>
                    <a:pt x="11" y="26"/>
                    <a:pt x="12" y="10"/>
                  </a:cubicBezTo>
                  <a:cubicBezTo>
                    <a:pt x="12" y="4"/>
                    <a:pt x="17" y="0"/>
                    <a:pt x="23" y="0"/>
                  </a:cubicBezTo>
                  <a:cubicBezTo>
                    <a:pt x="28" y="0"/>
                    <a:pt x="33" y="5"/>
                    <a:pt x="32" y="11"/>
                  </a:cubicBezTo>
                  <a:cubicBezTo>
                    <a:pt x="32" y="26"/>
                    <a:pt x="31" y="42"/>
                    <a:pt x="31" y="57"/>
                  </a:cubicBezTo>
                  <a:cubicBezTo>
                    <a:pt x="30" y="71"/>
                    <a:pt x="30" y="86"/>
                    <a:pt x="30" y="100"/>
                  </a:cubicBezTo>
                  <a:cubicBezTo>
                    <a:pt x="30" y="125"/>
                    <a:pt x="30" y="150"/>
                    <a:pt x="29" y="175"/>
                  </a:cubicBezTo>
                  <a:cubicBezTo>
                    <a:pt x="29" y="187"/>
                    <a:pt x="28" y="198"/>
                    <a:pt x="28" y="209"/>
                  </a:cubicBezTo>
                  <a:cubicBezTo>
                    <a:pt x="27" y="222"/>
                    <a:pt x="27" y="235"/>
                    <a:pt x="27" y="248"/>
                  </a:cubicBezTo>
                  <a:cubicBezTo>
                    <a:pt x="25" y="274"/>
                    <a:pt x="24" y="299"/>
                    <a:pt x="23" y="325"/>
                  </a:cubicBezTo>
                  <a:cubicBezTo>
                    <a:pt x="20" y="375"/>
                    <a:pt x="19" y="426"/>
                    <a:pt x="19" y="476"/>
                  </a:cubicBezTo>
                  <a:cubicBezTo>
                    <a:pt x="19" y="475"/>
                    <a:pt x="19" y="475"/>
                    <a:pt x="19" y="475"/>
                  </a:cubicBezTo>
                  <a:cubicBezTo>
                    <a:pt x="19" y="486"/>
                    <a:pt x="19" y="497"/>
                    <a:pt x="20" y="509"/>
                  </a:cubicBezTo>
                  <a:cubicBezTo>
                    <a:pt x="20" y="522"/>
                    <a:pt x="21" y="536"/>
                    <a:pt x="22" y="549"/>
                  </a:cubicBezTo>
                  <a:cubicBezTo>
                    <a:pt x="23" y="575"/>
                    <a:pt x="25" y="602"/>
                    <a:pt x="27" y="628"/>
                  </a:cubicBezTo>
                  <a:cubicBezTo>
                    <a:pt x="28" y="653"/>
                    <a:pt x="30" y="679"/>
                    <a:pt x="31" y="704"/>
                  </a:cubicBezTo>
                  <a:cubicBezTo>
                    <a:pt x="32" y="728"/>
                    <a:pt x="33" y="752"/>
                    <a:pt x="34" y="776"/>
                  </a:cubicBezTo>
                  <a:cubicBezTo>
                    <a:pt x="35" y="801"/>
                    <a:pt x="35" y="827"/>
                    <a:pt x="35" y="853"/>
                  </a:cubicBezTo>
                  <a:cubicBezTo>
                    <a:pt x="36" y="879"/>
                    <a:pt x="36" y="906"/>
                    <a:pt x="37" y="934"/>
                  </a:cubicBezTo>
                  <a:cubicBezTo>
                    <a:pt x="38" y="957"/>
                    <a:pt x="39" y="981"/>
                    <a:pt x="40" y="1006"/>
                  </a:cubicBezTo>
                  <a:cubicBezTo>
                    <a:pt x="41" y="1032"/>
                    <a:pt x="42" y="1058"/>
                    <a:pt x="42" y="1085"/>
                  </a:cubicBezTo>
                  <a:cubicBezTo>
                    <a:pt x="42" y="1092"/>
                    <a:pt x="42" y="1099"/>
                    <a:pt x="42" y="1106"/>
                  </a:cubicBezTo>
                  <a:cubicBezTo>
                    <a:pt x="42" y="1105"/>
                    <a:pt x="42" y="1105"/>
                    <a:pt x="42" y="1105"/>
                  </a:cubicBezTo>
                  <a:cubicBezTo>
                    <a:pt x="42" y="1156"/>
                    <a:pt x="41" y="1207"/>
                    <a:pt x="40" y="1258"/>
                  </a:cubicBezTo>
                  <a:cubicBezTo>
                    <a:pt x="39" y="1282"/>
                    <a:pt x="38" y="1307"/>
                    <a:pt x="38" y="1332"/>
                  </a:cubicBezTo>
                  <a:cubicBezTo>
                    <a:pt x="38" y="1359"/>
                    <a:pt x="38" y="1386"/>
                    <a:pt x="38" y="1413"/>
                  </a:cubicBezTo>
                  <a:cubicBezTo>
                    <a:pt x="38" y="1443"/>
                    <a:pt x="38" y="1473"/>
                    <a:pt x="37" y="1503"/>
                  </a:cubicBezTo>
                  <a:cubicBezTo>
                    <a:pt x="37" y="1517"/>
                    <a:pt x="37" y="1531"/>
                    <a:pt x="37" y="1545"/>
                  </a:cubicBezTo>
                  <a:cubicBezTo>
                    <a:pt x="36" y="1560"/>
                    <a:pt x="36" y="1577"/>
                    <a:pt x="36" y="1593"/>
                  </a:cubicBezTo>
                  <a:cubicBezTo>
                    <a:pt x="36" y="1592"/>
                    <a:pt x="36" y="1592"/>
                    <a:pt x="36" y="1591"/>
                  </a:cubicBezTo>
                  <a:cubicBezTo>
                    <a:pt x="37" y="1633"/>
                    <a:pt x="37" y="1674"/>
                    <a:pt x="38" y="1715"/>
                  </a:cubicBezTo>
                  <a:cubicBezTo>
                    <a:pt x="38" y="1736"/>
                    <a:pt x="38" y="1757"/>
                    <a:pt x="38" y="1778"/>
                  </a:cubicBezTo>
                  <a:cubicBezTo>
                    <a:pt x="38" y="1798"/>
                    <a:pt x="38" y="1818"/>
                    <a:pt x="38" y="1838"/>
                  </a:cubicBezTo>
                  <a:lnTo>
                    <a:pt x="38" y="1837"/>
                  </a:lnTo>
                  <a:cubicBezTo>
                    <a:pt x="38" y="1868"/>
                    <a:pt x="39" y="1899"/>
                    <a:pt x="39" y="1930"/>
                  </a:cubicBezTo>
                  <a:cubicBezTo>
                    <a:pt x="39" y="1929"/>
                    <a:pt x="39" y="1929"/>
                    <a:pt x="39" y="1929"/>
                  </a:cubicBezTo>
                  <a:cubicBezTo>
                    <a:pt x="39" y="1938"/>
                    <a:pt x="39" y="1948"/>
                    <a:pt x="39" y="1958"/>
                  </a:cubicBezTo>
                  <a:cubicBezTo>
                    <a:pt x="39" y="1957"/>
                    <a:pt x="39" y="1957"/>
                    <a:pt x="39" y="1957"/>
                  </a:cubicBezTo>
                  <a:cubicBezTo>
                    <a:pt x="39" y="1958"/>
                    <a:pt x="39" y="1959"/>
                    <a:pt x="39" y="1960"/>
                  </a:cubicBezTo>
                  <a:cubicBezTo>
                    <a:pt x="39" y="1960"/>
                    <a:pt x="39" y="1959"/>
                    <a:pt x="39" y="1958"/>
                  </a:cubicBezTo>
                  <a:cubicBezTo>
                    <a:pt x="39" y="1965"/>
                    <a:pt x="39" y="1972"/>
                    <a:pt x="39" y="1979"/>
                  </a:cubicBezTo>
                  <a:cubicBezTo>
                    <a:pt x="39" y="1978"/>
                    <a:pt x="39" y="1978"/>
                    <a:pt x="39" y="1978"/>
                  </a:cubicBezTo>
                  <a:cubicBezTo>
                    <a:pt x="39" y="1979"/>
                    <a:pt x="39" y="1981"/>
                    <a:pt x="39" y="1983"/>
                  </a:cubicBezTo>
                  <a:lnTo>
                    <a:pt x="39" y="1982"/>
                  </a:lnTo>
                  <a:cubicBezTo>
                    <a:pt x="39" y="2014"/>
                    <a:pt x="39" y="2045"/>
                    <a:pt x="39" y="2077"/>
                  </a:cubicBezTo>
                  <a:cubicBezTo>
                    <a:pt x="39" y="2090"/>
                    <a:pt x="39" y="2104"/>
                    <a:pt x="39" y="2117"/>
                  </a:cubicBezTo>
                  <a:cubicBezTo>
                    <a:pt x="39" y="2116"/>
                    <a:pt x="39" y="2116"/>
                    <a:pt x="39" y="2116"/>
                  </a:cubicBezTo>
                  <a:cubicBezTo>
                    <a:pt x="39" y="2121"/>
                    <a:pt x="39" y="2126"/>
                    <a:pt x="39" y="2131"/>
                  </a:cubicBezTo>
                  <a:cubicBezTo>
                    <a:pt x="39" y="2131"/>
                    <a:pt x="39" y="2132"/>
                    <a:pt x="39" y="2133"/>
                  </a:cubicBezTo>
                  <a:cubicBezTo>
                    <a:pt x="39" y="2132"/>
                    <a:pt x="39" y="2132"/>
                    <a:pt x="39" y="2131"/>
                  </a:cubicBezTo>
                  <a:cubicBezTo>
                    <a:pt x="39" y="2152"/>
                    <a:pt x="41" y="2173"/>
                    <a:pt x="41" y="2194"/>
                  </a:cubicBezTo>
                  <a:cubicBezTo>
                    <a:pt x="42" y="2204"/>
                    <a:pt x="42" y="2215"/>
                    <a:pt x="43" y="2226"/>
                  </a:cubicBezTo>
                  <a:cubicBezTo>
                    <a:pt x="44" y="2236"/>
                    <a:pt x="44" y="2246"/>
                    <a:pt x="44" y="2256"/>
                  </a:cubicBezTo>
                  <a:cubicBezTo>
                    <a:pt x="44" y="2265"/>
                    <a:pt x="44" y="2275"/>
                    <a:pt x="45" y="2284"/>
                  </a:cubicBezTo>
                  <a:cubicBezTo>
                    <a:pt x="45" y="2293"/>
                    <a:pt x="46" y="2303"/>
                    <a:pt x="48" y="2313"/>
                  </a:cubicBezTo>
                  <a:cubicBezTo>
                    <a:pt x="49" y="2323"/>
                    <a:pt x="50" y="2332"/>
                    <a:pt x="51" y="2343"/>
                  </a:cubicBezTo>
                  <a:cubicBezTo>
                    <a:pt x="51" y="2351"/>
                    <a:pt x="52" y="2359"/>
                    <a:pt x="51" y="2368"/>
                  </a:cubicBezTo>
                  <a:cubicBezTo>
                    <a:pt x="51" y="2373"/>
                    <a:pt x="46" y="2377"/>
                    <a:pt x="41" y="2378"/>
                  </a:cubicBezTo>
                  <a:cubicBezTo>
                    <a:pt x="35" y="2378"/>
                    <a:pt x="30" y="2374"/>
                    <a:pt x="30" y="236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5" name="Google Shape;4985;p61"/>
            <p:cNvSpPr/>
            <p:nvPr/>
          </p:nvSpPr>
          <p:spPr>
            <a:xfrm>
              <a:off x="1582920" y="2050920"/>
              <a:ext cx="42120" cy="75240"/>
            </a:xfrm>
            <a:custGeom>
              <a:avLst/>
              <a:gdLst/>
              <a:ahLst/>
              <a:cxnLst/>
              <a:rect l="l" t="t" r="r" b="b"/>
              <a:pathLst>
                <a:path w="117" h="209" extrusionOk="0">
                  <a:moveTo>
                    <a:pt x="100" y="206"/>
                  </a:moveTo>
                  <a:cubicBezTo>
                    <a:pt x="97" y="205"/>
                    <a:pt x="96" y="202"/>
                    <a:pt x="95" y="199"/>
                  </a:cubicBezTo>
                  <a:cubicBezTo>
                    <a:pt x="92" y="188"/>
                    <a:pt x="90" y="177"/>
                    <a:pt x="88" y="166"/>
                  </a:cubicBezTo>
                  <a:cubicBezTo>
                    <a:pt x="86" y="157"/>
                    <a:pt x="85" y="148"/>
                    <a:pt x="83" y="139"/>
                  </a:cubicBezTo>
                  <a:cubicBezTo>
                    <a:pt x="81" y="128"/>
                    <a:pt x="79" y="117"/>
                    <a:pt x="77" y="106"/>
                  </a:cubicBezTo>
                  <a:cubicBezTo>
                    <a:pt x="76" y="102"/>
                    <a:pt x="75" y="99"/>
                    <a:pt x="74" y="95"/>
                  </a:cubicBezTo>
                  <a:cubicBezTo>
                    <a:pt x="73" y="89"/>
                    <a:pt x="72" y="84"/>
                    <a:pt x="71" y="79"/>
                  </a:cubicBezTo>
                  <a:cubicBezTo>
                    <a:pt x="69" y="72"/>
                    <a:pt x="67" y="65"/>
                    <a:pt x="65" y="59"/>
                  </a:cubicBezTo>
                  <a:cubicBezTo>
                    <a:pt x="63" y="52"/>
                    <a:pt x="61" y="45"/>
                    <a:pt x="58" y="38"/>
                  </a:cubicBezTo>
                  <a:cubicBezTo>
                    <a:pt x="54" y="56"/>
                    <a:pt x="50" y="74"/>
                    <a:pt x="46" y="91"/>
                  </a:cubicBezTo>
                  <a:cubicBezTo>
                    <a:pt x="43" y="100"/>
                    <a:pt x="40" y="110"/>
                    <a:pt x="38" y="120"/>
                  </a:cubicBezTo>
                  <a:cubicBezTo>
                    <a:pt x="36" y="125"/>
                    <a:pt x="35" y="132"/>
                    <a:pt x="33" y="138"/>
                  </a:cubicBezTo>
                  <a:cubicBezTo>
                    <a:pt x="31" y="144"/>
                    <a:pt x="29" y="149"/>
                    <a:pt x="27" y="155"/>
                  </a:cubicBezTo>
                  <a:cubicBezTo>
                    <a:pt x="25" y="161"/>
                    <a:pt x="22" y="167"/>
                    <a:pt x="19" y="173"/>
                  </a:cubicBezTo>
                  <a:cubicBezTo>
                    <a:pt x="16" y="177"/>
                    <a:pt x="11" y="178"/>
                    <a:pt x="7" y="177"/>
                  </a:cubicBezTo>
                  <a:cubicBezTo>
                    <a:pt x="2" y="176"/>
                    <a:pt x="0" y="171"/>
                    <a:pt x="0" y="167"/>
                  </a:cubicBezTo>
                  <a:cubicBezTo>
                    <a:pt x="0" y="162"/>
                    <a:pt x="1" y="158"/>
                    <a:pt x="2" y="154"/>
                  </a:cubicBezTo>
                  <a:cubicBezTo>
                    <a:pt x="3" y="152"/>
                    <a:pt x="4" y="149"/>
                    <a:pt x="4" y="146"/>
                  </a:cubicBezTo>
                  <a:cubicBezTo>
                    <a:pt x="5" y="141"/>
                    <a:pt x="7" y="136"/>
                    <a:pt x="7" y="131"/>
                  </a:cubicBezTo>
                  <a:cubicBezTo>
                    <a:pt x="9" y="120"/>
                    <a:pt x="12" y="108"/>
                    <a:pt x="14" y="97"/>
                  </a:cubicBezTo>
                  <a:cubicBezTo>
                    <a:pt x="16" y="87"/>
                    <a:pt x="18" y="77"/>
                    <a:pt x="21" y="67"/>
                  </a:cubicBezTo>
                  <a:cubicBezTo>
                    <a:pt x="23" y="56"/>
                    <a:pt x="26" y="44"/>
                    <a:pt x="29" y="33"/>
                  </a:cubicBezTo>
                  <a:cubicBezTo>
                    <a:pt x="31" y="25"/>
                    <a:pt x="33" y="18"/>
                    <a:pt x="37" y="11"/>
                  </a:cubicBezTo>
                  <a:cubicBezTo>
                    <a:pt x="40" y="6"/>
                    <a:pt x="44" y="0"/>
                    <a:pt x="50" y="0"/>
                  </a:cubicBezTo>
                  <a:cubicBezTo>
                    <a:pt x="54" y="0"/>
                    <a:pt x="58" y="3"/>
                    <a:pt x="60" y="7"/>
                  </a:cubicBezTo>
                  <a:cubicBezTo>
                    <a:pt x="64" y="8"/>
                    <a:pt x="68" y="12"/>
                    <a:pt x="70" y="15"/>
                  </a:cubicBezTo>
                  <a:cubicBezTo>
                    <a:pt x="74" y="21"/>
                    <a:pt x="76" y="28"/>
                    <a:pt x="78" y="34"/>
                  </a:cubicBezTo>
                  <a:cubicBezTo>
                    <a:pt x="82" y="43"/>
                    <a:pt x="84" y="53"/>
                    <a:pt x="86" y="62"/>
                  </a:cubicBezTo>
                  <a:cubicBezTo>
                    <a:pt x="88" y="67"/>
                    <a:pt x="89" y="72"/>
                    <a:pt x="90" y="77"/>
                  </a:cubicBezTo>
                  <a:cubicBezTo>
                    <a:pt x="92" y="86"/>
                    <a:pt x="95" y="95"/>
                    <a:pt x="96" y="105"/>
                  </a:cubicBezTo>
                  <a:cubicBezTo>
                    <a:pt x="99" y="115"/>
                    <a:pt x="100" y="125"/>
                    <a:pt x="102" y="136"/>
                  </a:cubicBezTo>
                  <a:cubicBezTo>
                    <a:pt x="105" y="153"/>
                    <a:pt x="109" y="171"/>
                    <a:pt x="113" y="189"/>
                  </a:cubicBezTo>
                  <a:cubicBezTo>
                    <a:pt x="114" y="191"/>
                    <a:pt x="114" y="192"/>
                    <a:pt x="114" y="194"/>
                  </a:cubicBezTo>
                  <a:cubicBezTo>
                    <a:pt x="116" y="199"/>
                    <a:pt x="114" y="205"/>
                    <a:pt x="109" y="207"/>
                  </a:cubicBezTo>
                  <a:cubicBezTo>
                    <a:pt x="107" y="208"/>
                    <a:pt x="106" y="208"/>
                    <a:pt x="105" y="208"/>
                  </a:cubicBezTo>
                  <a:cubicBezTo>
                    <a:pt x="103" y="208"/>
                    <a:pt x="102" y="207"/>
                    <a:pt x="100" y="20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6" name="Google Shape;4986;p61"/>
            <p:cNvSpPr/>
            <p:nvPr/>
          </p:nvSpPr>
          <p:spPr>
            <a:xfrm>
              <a:off x="1249200" y="2260080"/>
              <a:ext cx="753840" cy="263520"/>
            </a:xfrm>
            <a:custGeom>
              <a:avLst/>
              <a:gdLst/>
              <a:ahLst/>
              <a:cxnLst/>
              <a:rect l="l" t="t" r="r" b="b"/>
              <a:pathLst>
                <a:path w="2094" h="732" extrusionOk="0">
                  <a:moveTo>
                    <a:pt x="2074" y="728"/>
                  </a:moveTo>
                  <a:cubicBezTo>
                    <a:pt x="2062" y="716"/>
                    <a:pt x="2050" y="704"/>
                    <a:pt x="2038" y="691"/>
                  </a:cubicBezTo>
                  <a:cubicBezTo>
                    <a:pt x="2032" y="685"/>
                    <a:pt x="2026" y="679"/>
                    <a:pt x="2020" y="673"/>
                  </a:cubicBezTo>
                  <a:cubicBezTo>
                    <a:pt x="2014" y="666"/>
                    <a:pt x="2008" y="659"/>
                    <a:pt x="2002" y="653"/>
                  </a:cubicBezTo>
                  <a:cubicBezTo>
                    <a:pt x="1989" y="639"/>
                    <a:pt x="1974" y="627"/>
                    <a:pt x="1960" y="614"/>
                  </a:cubicBezTo>
                  <a:cubicBezTo>
                    <a:pt x="1953" y="608"/>
                    <a:pt x="1946" y="601"/>
                    <a:pt x="1940" y="595"/>
                  </a:cubicBezTo>
                  <a:cubicBezTo>
                    <a:pt x="1932" y="588"/>
                    <a:pt x="1925" y="580"/>
                    <a:pt x="1918" y="572"/>
                  </a:cubicBezTo>
                  <a:cubicBezTo>
                    <a:pt x="1906" y="558"/>
                    <a:pt x="1894" y="544"/>
                    <a:pt x="1881" y="530"/>
                  </a:cubicBezTo>
                  <a:cubicBezTo>
                    <a:pt x="1868" y="516"/>
                    <a:pt x="1854" y="502"/>
                    <a:pt x="1841" y="488"/>
                  </a:cubicBezTo>
                  <a:lnTo>
                    <a:pt x="1841" y="489"/>
                  </a:lnTo>
                  <a:cubicBezTo>
                    <a:pt x="1828" y="476"/>
                    <a:pt x="1815" y="463"/>
                    <a:pt x="1801" y="450"/>
                  </a:cubicBezTo>
                  <a:cubicBezTo>
                    <a:pt x="1786" y="436"/>
                    <a:pt x="1773" y="421"/>
                    <a:pt x="1759" y="406"/>
                  </a:cubicBezTo>
                  <a:cubicBezTo>
                    <a:pt x="1746" y="393"/>
                    <a:pt x="1732" y="379"/>
                    <a:pt x="1719" y="366"/>
                  </a:cubicBezTo>
                  <a:cubicBezTo>
                    <a:pt x="1706" y="352"/>
                    <a:pt x="1692" y="337"/>
                    <a:pt x="1679" y="323"/>
                  </a:cubicBezTo>
                  <a:cubicBezTo>
                    <a:pt x="1665" y="310"/>
                    <a:pt x="1651" y="297"/>
                    <a:pt x="1638" y="284"/>
                  </a:cubicBezTo>
                  <a:cubicBezTo>
                    <a:pt x="1625" y="272"/>
                    <a:pt x="1612" y="260"/>
                    <a:pt x="1598" y="248"/>
                  </a:cubicBezTo>
                  <a:cubicBezTo>
                    <a:pt x="1585" y="236"/>
                    <a:pt x="1572" y="223"/>
                    <a:pt x="1558" y="210"/>
                  </a:cubicBezTo>
                  <a:cubicBezTo>
                    <a:pt x="1552" y="204"/>
                    <a:pt x="1546" y="198"/>
                    <a:pt x="1539" y="192"/>
                  </a:cubicBezTo>
                  <a:cubicBezTo>
                    <a:pt x="1532" y="186"/>
                    <a:pt x="1525" y="180"/>
                    <a:pt x="1517" y="174"/>
                  </a:cubicBezTo>
                  <a:cubicBezTo>
                    <a:pt x="1511" y="169"/>
                    <a:pt x="1505" y="165"/>
                    <a:pt x="1498" y="160"/>
                  </a:cubicBezTo>
                  <a:cubicBezTo>
                    <a:pt x="1495" y="158"/>
                    <a:pt x="1491" y="155"/>
                    <a:pt x="1487" y="153"/>
                  </a:cubicBezTo>
                  <a:cubicBezTo>
                    <a:pt x="1484" y="151"/>
                    <a:pt x="1479" y="149"/>
                    <a:pt x="1476" y="146"/>
                  </a:cubicBezTo>
                  <a:cubicBezTo>
                    <a:pt x="1450" y="132"/>
                    <a:pt x="1424" y="119"/>
                    <a:pt x="1396" y="107"/>
                  </a:cubicBezTo>
                  <a:cubicBezTo>
                    <a:pt x="1386" y="103"/>
                    <a:pt x="1375" y="100"/>
                    <a:pt x="1365" y="96"/>
                  </a:cubicBezTo>
                  <a:cubicBezTo>
                    <a:pt x="1355" y="93"/>
                    <a:pt x="1345" y="89"/>
                    <a:pt x="1335" y="86"/>
                  </a:cubicBezTo>
                  <a:cubicBezTo>
                    <a:pt x="1314" y="79"/>
                    <a:pt x="1293" y="72"/>
                    <a:pt x="1271" y="67"/>
                  </a:cubicBezTo>
                  <a:cubicBezTo>
                    <a:pt x="1264" y="65"/>
                    <a:pt x="1256" y="63"/>
                    <a:pt x="1248" y="61"/>
                  </a:cubicBezTo>
                  <a:cubicBezTo>
                    <a:pt x="1239" y="60"/>
                    <a:pt x="1230" y="58"/>
                    <a:pt x="1220" y="56"/>
                  </a:cubicBezTo>
                  <a:cubicBezTo>
                    <a:pt x="1203" y="53"/>
                    <a:pt x="1186" y="50"/>
                    <a:pt x="1170" y="46"/>
                  </a:cubicBezTo>
                  <a:cubicBezTo>
                    <a:pt x="1137" y="40"/>
                    <a:pt x="1104" y="33"/>
                    <a:pt x="1072" y="29"/>
                  </a:cubicBezTo>
                  <a:cubicBezTo>
                    <a:pt x="1055" y="27"/>
                    <a:pt x="1039" y="25"/>
                    <a:pt x="1022" y="24"/>
                  </a:cubicBezTo>
                  <a:cubicBezTo>
                    <a:pt x="1006" y="23"/>
                    <a:pt x="990" y="22"/>
                    <a:pt x="974" y="21"/>
                  </a:cubicBezTo>
                  <a:cubicBezTo>
                    <a:pt x="964" y="22"/>
                    <a:pt x="956" y="22"/>
                    <a:pt x="946" y="22"/>
                  </a:cubicBezTo>
                  <a:cubicBezTo>
                    <a:pt x="937" y="23"/>
                    <a:pt x="928" y="24"/>
                    <a:pt x="919" y="26"/>
                  </a:cubicBezTo>
                  <a:cubicBezTo>
                    <a:pt x="899" y="29"/>
                    <a:pt x="879" y="33"/>
                    <a:pt x="860" y="38"/>
                  </a:cubicBezTo>
                  <a:cubicBezTo>
                    <a:pt x="840" y="43"/>
                    <a:pt x="820" y="48"/>
                    <a:pt x="800" y="53"/>
                  </a:cubicBezTo>
                  <a:cubicBezTo>
                    <a:pt x="801" y="53"/>
                    <a:pt x="801" y="53"/>
                    <a:pt x="801" y="53"/>
                  </a:cubicBezTo>
                  <a:cubicBezTo>
                    <a:pt x="795" y="54"/>
                    <a:pt x="790" y="56"/>
                    <a:pt x="784" y="57"/>
                  </a:cubicBezTo>
                  <a:lnTo>
                    <a:pt x="785" y="57"/>
                  </a:lnTo>
                  <a:cubicBezTo>
                    <a:pt x="772" y="61"/>
                    <a:pt x="759" y="65"/>
                    <a:pt x="746" y="69"/>
                  </a:cubicBezTo>
                  <a:cubicBezTo>
                    <a:pt x="734" y="74"/>
                    <a:pt x="723" y="78"/>
                    <a:pt x="711" y="82"/>
                  </a:cubicBezTo>
                  <a:cubicBezTo>
                    <a:pt x="700" y="86"/>
                    <a:pt x="690" y="91"/>
                    <a:pt x="680" y="96"/>
                  </a:cubicBezTo>
                  <a:cubicBezTo>
                    <a:pt x="671" y="100"/>
                    <a:pt x="661" y="104"/>
                    <a:pt x="652" y="109"/>
                  </a:cubicBezTo>
                  <a:cubicBezTo>
                    <a:pt x="632" y="117"/>
                    <a:pt x="611" y="126"/>
                    <a:pt x="591" y="135"/>
                  </a:cubicBezTo>
                  <a:cubicBezTo>
                    <a:pt x="572" y="144"/>
                    <a:pt x="553" y="152"/>
                    <a:pt x="534" y="160"/>
                  </a:cubicBezTo>
                  <a:cubicBezTo>
                    <a:pt x="514" y="170"/>
                    <a:pt x="494" y="178"/>
                    <a:pt x="474" y="189"/>
                  </a:cubicBezTo>
                  <a:cubicBezTo>
                    <a:pt x="472" y="190"/>
                    <a:pt x="470" y="191"/>
                    <a:pt x="469" y="192"/>
                  </a:cubicBezTo>
                  <a:cubicBezTo>
                    <a:pt x="469" y="191"/>
                    <a:pt x="470" y="191"/>
                    <a:pt x="470" y="191"/>
                  </a:cubicBezTo>
                  <a:cubicBezTo>
                    <a:pt x="452" y="202"/>
                    <a:pt x="434" y="213"/>
                    <a:pt x="417" y="225"/>
                  </a:cubicBezTo>
                  <a:cubicBezTo>
                    <a:pt x="408" y="230"/>
                    <a:pt x="399" y="237"/>
                    <a:pt x="390" y="243"/>
                  </a:cubicBezTo>
                  <a:cubicBezTo>
                    <a:pt x="381" y="248"/>
                    <a:pt x="372" y="254"/>
                    <a:pt x="363" y="260"/>
                  </a:cubicBezTo>
                  <a:cubicBezTo>
                    <a:pt x="346" y="271"/>
                    <a:pt x="329" y="283"/>
                    <a:pt x="311" y="293"/>
                  </a:cubicBezTo>
                  <a:cubicBezTo>
                    <a:pt x="291" y="304"/>
                    <a:pt x="272" y="315"/>
                    <a:pt x="253" y="326"/>
                  </a:cubicBezTo>
                  <a:cubicBezTo>
                    <a:pt x="241" y="333"/>
                    <a:pt x="229" y="340"/>
                    <a:pt x="217" y="349"/>
                  </a:cubicBezTo>
                  <a:cubicBezTo>
                    <a:pt x="205" y="357"/>
                    <a:pt x="192" y="366"/>
                    <a:pt x="181" y="375"/>
                  </a:cubicBezTo>
                  <a:cubicBezTo>
                    <a:pt x="158" y="392"/>
                    <a:pt x="137" y="410"/>
                    <a:pt x="114" y="427"/>
                  </a:cubicBezTo>
                  <a:cubicBezTo>
                    <a:pt x="91" y="445"/>
                    <a:pt x="68" y="461"/>
                    <a:pt x="44" y="478"/>
                  </a:cubicBezTo>
                  <a:cubicBezTo>
                    <a:pt x="38" y="483"/>
                    <a:pt x="32" y="488"/>
                    <a:pt x="26" y="493"/>
                  </a:cubicBezTo>
                  <a:cubicBezTo>
                    <a:pt x="25" y="495"/>
                    <a:pt x="23" y="497"/>
                    <a:pt x="22" y="498"/>
                  </a:cubicBezTo>
                  <a:cubicBezTo>
                    <a:pt x="22" y="498"/>
                    <a:pt x="22" y="497"/>
                    <a:pt x="23" y="497"/>
                  </a:cubicBezTo>
                  <a:cubicBezTo>
                    <a:pt x="22" y="498"/>
                    <a:pt x="22" y="498"/>
                    <a:pt x="22" y="498"/>
                  </a:cubicBezTo>
                  <a:lnTo>
                    <a:pt x="22" y="499"/>
                  </a:lnTo>
                  <a:cubicBezTo>
                    <a:pt x="22" y="500"/>
                    <a:pt x="22" y="500"/>
                    <a:pt x="21" y="501"/>
                  </a:cubicBezTo>
                  <a:cubicBezTo>
                    <a:pt x="21" y="507"/>
                    <a:pt x="15" y="511"/>
                    <a:pt x="9" y="509"/>
                  </a:cubicBezTo>
                  <a:cubicBezTo>
                    <a:pt x="4" y="508"/>
                    <a:pt x="0" y="503"/>
                    <a:pt x="1" y="497"/>
                  </a:cubicBezTo>
                  <a:cubicBezTo>
                    <a:pt x="1" y="497"/>
                    <a:pt x="1" y="496"/>
                    <a:pt x="1" y="495"/>
                  </a:cubicBezTo>
                  <a:cubicBezTo>
                    <a:pt x="1" y="494"/>
                    <a:pt x="2" y="493"/>
                    <a:pt x="2" y="491"/>
                  </a:cubicBezTo>
                  <a:cubicBezTo>
                    <a:pt x="3" y="489"/>
                    <a:pt x="4" y="487"/>
                    <a:pt x="5" y="486"/>
                  </a:cubicBezTo>
                  <a:cubicBezTo>
                    <a:pt x="7" y="483"/>
                    <a:pt x="9" y="481"/>
                    <a:pt x="11" y="479"/>
                  </a:cubicBezTo>
                  <a:cubicBezTo>
                    <a:pt x="13" y="477"/>
                    <a:pt x="15" y="475"/>
                    <a:pt x="18" y="473"/>
                  </a:cubicBezTo>
                  <a:cubicBezTo>
                    <a:pt x="22" y="469"/>
                    <a:pt x="27" y="466"/>
                    <a:pt x="32" y="462"/>
                  </a:cubicBezTo>
                  <a:cubicBezTo>
                    <a:pt x="36" y="459"/>
                    <a:pt x="41" y="455"/>
                    <a:pt x="46" y="452"/>
                  </a:cubicBezTo>
                  <a:cubicBezTo>
                    <a:pt x="51" y="449"/>
                    <a:pt x="56" y="445"/>
                    <a:pt x="60" y="442"/>
                  </a:cubicBezTo>
                  <a:cubicBezTo>
                    <a:pt x="78" y="430"/>
                    <a:pt x="95" y="417"/>
                    <a:pt x="113" y="404"/>
                  </a:cubicBezTo>
                  <a:cubicBezTo>
                    <a:pt x="126" y="393"/>
                    <a:pt x="139" y="383"/>
                    <a:pt x="153" y="373"/>
                  </a:cubicBezTo>
                  <a:cubicBezTo>
                    <a:pt x="167" y="361"/>
                    <a:pt x="182" y="350"/>
                    <a:pt x="197" y="339"/>
                  </a:cubicBezTo>
                  <a:cubicBezTo>
                    <a:pt x="212" y="329"/>
                    <a:pt x="228" y="318"/>
                    <a:pt x="244" y="309"/>
                  </a:cubicBezTo>
                  <a:cubicBezTo>
                    <a:pt x="260" y="300"/>
                    <a:pt x="276" y="292"/>
                    <a:pt x="291" y="282"/>
                  </a:cubicBezTo>
                  <a:cubicBezTo>
                    <a:pt x="328" y="260"/>
                    <a:pt x="363" y="236"/>
                    <a:pt x="399" y="212"/>
                  </a:cubicBezTo>
                  <a:cubicBezTo>
                    <a:pt x="408" y="206"/>
                    <a:pt x="417" y="200"/>
                    <a:pt x="427" y="194"/>
                  </a:cubicBezTo>
                  <a:cubicBezTo>
                    <a:pt x="435" y="188"/>
                    <a:pt x="444" y="183"/>
                    <a:pt x="453" y="177"/>
                  </a:cubicBezTo>
                  <a:cubicBezTo>
                    <a:pt x="462" y="172"/>
                    <a:pt x="471" y="167"/>
                    <a:pt x="481" y="162"/>
                  </a:cubicBezTo>
                  <a:cubicBezTo>
                    <a:pt x="492" y="157"/>
                    <a:pt x="502" y="152"/>
                    <a:pt x="513" y="148"/>
                  </a:cubicBezTo>
                  <a:cubicBezTo>
                    <a:pt x="533" y="139"/>
                    <a:pt x="552" y="130"/>
                    <a:pt x="572" y="121"/>
                  </a:cubicBezTo>
                  <a:cubicBezTo>
                    <a:pt x="591" y="113"/>
                    <a:pt x="611" y="104"/>
                    <a:pt x="630" y="96"/>
                  </a:cubicBezTo>
                  <a:cubicBezTo>
                    <a:pt x="640" y="92"/>
                    <a:pt x="650" y="87"/>
                    <a:pt x="660" y="83"/>
                  </a:cubicBezTo>
                  <a:cubicBezTo>
                    <a:pt x="670" y="78"/>
                    <a:pt x="680" y="73"/>
                    <a:pt x="691" y="68"/>
                  </a:cubicBezTo>
                  <a:cubicBezTo>
                    <a:pt x="700" y="64"/>
                    <a:pt x="710" y="60"/>
                    <a:pt x="721" y="57"/>
                  </a:cubicBezTo>
                  <a:cubicBezTo>
                    <a:pt x="731" y="53"/>
                    <a:pt x="741" y="49"/>
                    <a:pt x="752" y="46"/>
                  </a:cubicBezTo>
                  <a:cubicBezTo>
                    <a:pt x="763" y="42"/>
                    <a:pt x="776" y="39"/>
                    <a:pt x="788" y="35"/>
                  </a:cubicBezTo>
                  <a:cubicBezTo>
                    <a:pt x="787" y="36"/>
                    <a:pt x="787" y="36"/>
                    <a:pt x="787" y="36"/>
                  </a:cubicBezTo>
                  <a:cubicBezTo>
                    <a:pt x="807" y="30"/>
                    <a:pt x="828" y="25"/>
                    <a:pt x="848" y="20"/>
                  </a:cubicBezTo>
                  <a:cubicBezTo>
                    <a:pt x="858" y="17"/>
                    <a:pt x="869" y="15"/>
                    <a:pt x="879" y="12"/>
                  </a:cubicBezTo>
                  <a:cubicBezTo>
                    <a:pt x="890" y="10"/>
                    <a:pt x="900" y="8"/>
                    <a:pt x="910" y="6"/>
                  </a:cubicBezTo>
                  <a:cubicBezTo>
                    <a:pt x="931" y="3"/>
                    <a:pt x="953" y="0"/>
                    <a:pt x="975" y="1"/>
                  </a:cubicBezTo>
                  <a:cubicBezTo>
                    <a:pt x="996" y="1"/>
                    <a:pt x="1017" y="3"/>
                    <a:pt x="1038" y="5"/>
                  </a:cubicBezTo>
                  <a:cubicBezTo>
                    <a:pt x="1060" y="7"/>
                    <a:pt x="1082" y="10"/>
                    <a:pt x="1104" y="13"/>
                  </a:cubicBezTo>
                  <a:cubicBezTo>
                    <a:pt x="1126" y="17"/>
                    <a:pt x="1147" y="22"/>
                    <a:pt x="1170" y="26"/>
                  </a:cubicBezTo>
                  <a:cubicBezTo>
                    <a:pt x="1191" y="30"/>
                    <a:pt x="1211" y="34"/>
                    <a:pt x="1233" y="38"/>
                  </a:cubicBezTo>
                  <a:cubicBezTo>
                    <a:pt x="1244" y="40"/>
                    <a:pt x="1255" y="42"/>
                    <a:pt x="1266" y="45"/>
                  </a:cubicBezTo>
                  <a:cubicBezTo>
                    <a:pt x="1276" y="47"/>
                    <a:pt x="1287" y="50"/>
                    <a:pt x="1297" y="53"/>
                  </a:cubicBezTo>
                  <a:cubicBezTo>
                    <a:pt x="1317" y="59"/>
                    <a:pt x="1338" y="66"/>
                    <a:pt x="1359" y="72"/>
                  </a:cubicBezTo>
                  <a:cubicBezTo>
                    <a:pt x="1379" y="79"/>
                    <a:pt x="1400" y="86"/>
                    <a:pt x="1419" y="96"/>
                  </a:cubicBezTo>
                  <a:cubicBezTo>
                    <a:pt x="1440" y="105"/>
                    <a:pt x="1461" y="115"/>
                    <a:pt x="1481" y="126"/>
                  </a:cubicBezTo>
                  <a:cubicBezTo>
                    <a:pt x="1500" y="137"/>
                    <a:pt x="1519" y="149"/>
                    <a:pt x="1537" y="162"/>
                  </a:cubicBezTo>
                  <a:cubicBezTo>
                    <a:pt x="1553" y="175"/>
                    <a:pt x="1568" y="191"/>
                    <a:pt x="1583" y="205"/>
                  </a:cubicBezTo>
                  <a:cubicBezTo>
                    <a:pt x="1599" y="220"/>
                    <a:pt x="1614" y="234"/>
                    <a:pt x="1630" y="248"/>
                  </a:cubicBezTo>
                  <a:cubicBezTo>
                    <a:pt x="1647" y="264"/>
                    <a:pt x="1664" y="279"/>
                    <a:pt x="1679" y="295"/>
                  </a:cubicBezTo>
                  <a:cubicBezTo>
                    <a:pt x="1695" y="310"/>
                    <a:pt x="1709" y="325"/>
                    <a:pt x="1724" y="340"/>
                  </a:cubicBezTo>
                  <a:cubicBezTo>
                    <a:pt x="1737" y="354"/>
                    <a:pt x="1750" y="368"/>
                    <a:pt x="1764" y="381"/>
                  </a:cubicBezTo>
                  <a:cubicBezTo>
                    <a:pt x="1777" y="395"/>
                    <a:pt x="1789" y="408"/>
                    <a:pt x="1801" y="421"/>
                  </a:cubicBezTo>
                  <a:cubicBezTo>
                    <a:pt x="1814" y="434"/>
                    <a:pt x="1827" y="446"/>
                    <a:pt x="1840" y="458"/>
                  </a:cubicBezTo>
                  <a:cubicBezTo>
                    <a:pt x="1854" y="472"/>
                    <a:pt x="1868" y="486"/>
                    <a:pt x="1882" y="500"/>
                  </a:cubicBezTo>
                  <a:cubicBezTo>
                    <a:pt x="1895" y="514"/>
                    <a:pt x="1907" y="528"/>
                    <a:pt x="1920" y="541"/>
                  </a:cubicBezTo>
                  <a:cubicBezTo>
                    <a:pt x="1932" y="554"/>
                    <a:pt x="1943" y="568"/>
                    <a:pt x="1956" y="581"/>
                  </a:cubicBezTo>
                  <a:cubicBezTo>
                    <a:pt x="1975" y="600"/>
                    <a:pt x="1996" y="617"/>
                    <a:pt x="2015" y="635"/>
                  </a:cubicBezTo>
                  <a:cubicBezTo>
                    <a:pt x="2024" y="645"/>
                    <a:pt x="2034" y="655"/>
                    <a:pt x="2043" y="664"/>
                  </a:cubicBezTo>
                  <a:cubicBezTo>
                    <a:pt x="2052" y="674"/>
                    <a:pt x="2061" y="684"/>
                    <a:pt x="2070" y="694"/>
                  </a:cubicBezTo>
                  <a:cubicBezTo>
                    <a:pt x="2074" y="696"/>
                    <a:pt x="2077" y="699"/>
                    <a:pt x="2080" y="702"/>
                  </a:cubicBezTo>
                  <a:cubicBezTo>
                    <a:pt x="2083" y="705"/>
                    <a:pt x="2086" y="708"/>
                    <a:pt x="2089" y="712"/>
                  </a:cubicBezTo>
                  <a:cubicBezTo>
                    <a:pt x="2091" y="713"/>
                    <a:pt x="2092" y="716"/>
                    <a:pt x="2093" y="719"/>
                  </a:cubicBezTo>
                  <a:cubicBezTo>
                    <a:pt x="2093" y="722"/>
                    <a:pt x="2092" y="725"/>
                    <a:pt x="2090" y="727"/>
                  </a:cubicBezTo>
                  <a:cubicBezTo>
                    <a:pt x="2088" y="730"/>
                    <a:pt x="2085" y="731"/>
                    <a:pt x="2082" y="731"/>
                  </a:cubicBezTo>
                  <a:cubicBezTo>
                    <a:pt x="2079" y="731"/>
                    <a:pt x="2077" y="730"/>
                    <a:pt x="2074" y="72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7" name="Google Shape;4987;p61"/>
            <p:cNvSpPr/>
            <p:nvPr/>
          </p:nvSpPr>
          <p:spPr>
            <a:xfrm>
              <a:off x="1985040" y="2509200"/>
              <a:ext cx="199080" cy="149400"/>
            </a:xfrm>
            <a:custGeom>
              <a:avLst/>
              <a:gdLst/>
              <a:ahLst/>
              <a:cxnLst/>
              <a:rect l="l" t="t" r="r" b="b"/>
              <a:pathLst>
                <a:path w="553" h="415" extrusionOk="0">
                  <a:moveTo>
                    <a:pt x="537" y="414"/>
                  </a:moveTo>
                  <a:cubicBezTo>
                    <a:pt x="516" y="407"/>
                    <a:pt x="495" y="399"/>
                    <a:pt x="475" y="390"/>
                  </a:cubicBezTo>
                  <a:cubicBezTo>
                    <a:pt x="456" y="381"/>
                    <a:pt x="436" y="372"/>
                    <a:pt x="416" y="363"/>
                  </a:cubicBezTo>
                  <a:cubicBezTo>
                    <a:pt x="406" y="360"/>
                    <a:pt x="397" y="356"/>
                    <a:pt x="387" y="352"/>
                  </a:cubicBezTo>
                  <a:cubicBezTo>
                    <a:pt x="376" y="348"/>
                    <a:pt x="366" y="345"/>
                    <a:pt x="355" y="340"/>
                  </a:cubicBezTo>
                  <a:cubicBezTo>
                    <a:pt x="345" y="336"/>
                    <a:pt x="334" y="332"/>
                    <a:pt x="324" y="327"/>
                  </a:cubicBezTo>
                  <a:cubicBezTo>
                    <a:pt x="314" y="322"/>
                    <a:pt x="304" y="316"/>
                    <a:pt x="294" y="310"/>
                  </a:cubicBezTo>
                  <a:cubicBezTo>
                    <a:pt x="287" y="305"/>
                    <a:pt x="280" y="301"/>
                    <a:pt x="273" y="296"/>
                  </a:cubicBezTo>
                  <a:cubicBezTo>
                    <a:pt x="268" y="292"/>
                    <a:pt x="262" y="288"/>
                    <a:pt x="257" y="284"/>
                  </a:cubicBezTo>
                  <a:cubicBezTo>
                    <a:pt x="258" y="284"/>
                    <a:pt x="258" y="285"/>
                    <a:pt x="258" y="285"/>
                  </a:cubicBezTo>
                  <a:cubicBezTo>
                    <a:pt x="240" y="271"/>
                    <a:pt x="222" y="256"/>
                    <a:pt x="205" y="241"/>
                  </a:cubicBezTo>
                  <a:cubicBezTo>
                    <a:pt x="197" y="233"/>
                    <a:pt x="189" y="226"/>
                    <a:pt x="182" y="218"/>
                  </a:cubicBezTo>
                  <a:cubicBezTo>
                    <a:pt x="175" y="209"/>
                    <a:pt x="168" y="201"/>
                    <a:pt x="161" y="193"/>
                  </a:cubicBezTo>
                  <a:cubicBezTo>
                    <a:pt x="153" y="183"/>
                    <a:pt x="146" y="174"/>
                    <a:pt x="137" y="165"/>
                  </a:cubicBezTo>
                  <a:lnTo>
                    <a:pt x="138" y="166"/>
                  </a:lnTo>
                  <a:cubicBezTo>
                    <a:pt x="135" y="163"/>
                    <a:pt x="132" y="159"/>
                    <a:pt x="128" y="156"/>
                  </a:cubicBezTo>
                  <a:cubicBezTo>
                    <a:pt x="112" y="141"/>
                    <a:pt x="96" y="126"/>
                    <a:pt x="79" y="110"/>
                  </a:cubicBezTo>
                  <a:cubicBezTo>
                    <a:pt x="72" y="103"/>
                    <a:pt x="64" y="96"/>
                    <a:pt x="57" y="88"/>
                  </a:cubicBezTo>
                  <a:cubicBezTo>
                    <a:pt x="50" y="79"/>
                    <a:pt x="42" y="71"/>
                    <a:pt x="35" y="62"/>
                  </a:cubicBezTo>
                  <a:cubicBezTo>
                    <a:pt x="29" y="55"/>
                    <a:pt x="24" y="47"/>
                    <a:pt x="19" y="40"/>
                  </a:cubicBezTo>
                  <a:cubicBezTo>
                    <a:pt x="16" y="37"/>
                    <a:pt x="14" y="33"/>
                    <a:pt x="12" y="31"/>
                  </a:cubicBezTo>
                  <a:cubicBezTo>
                    <a:pt x="10" y="27"/>
                    <a:pt x="8" y="24"/>
                    <a:pt x="6" y="21"/>
                  </a:cubicBezTo>
                  <a:cubicBezTo>
                    <a:pt x="6" y="21"/>
                    <a:pt x="5" y="21"/>
                    <a:pt x="5" y="20"/>
                  </a:cubicBezTo>
                  <a:cubicBezTo>
                    <a:pt x="5" y="19"/>
                    <a:pt x="4" y="19"/>
                    <a:pt x="4" y="18"/>
                  </a:cubicBezTo>
                  <a:cubicBezTo>
                    <a:pt x="0" y="14"/>
                    <a:pt x="2" y="7"/>
                    <a:pt x="6" y="3"/>
                  </a:cubicBezTo>
                  <a:cubicBezTo>
                    <a:pt x="11" y="0"/>
                    <a:pt x="17" y="1"/>
                    <a:pt x="20" y="5"/>
                  </a:cubicBezTo>
                  <a:cubicBezTo>
                    <a:pt x="21" y="6"/>
                    <a:pt x="22" y="7"/>
                    <a:pt x="23" y="8"/>
                  </a:cubicBezTo>
                  <a:cubicBezTo>
                    <a:pt x="24" y="10"/>
                    <a:pt x="25" y="12"/>
                    <a:pt x="26" y="14"/>
                  </a:cubicBezTo>
                  <a:cubicBezTo>
                    <a:pt x="27" y="17"/>
                    <a:pt x="30" y="19"/>
                    <a:pt x="31" y="22"/>
                  </a:cubicBezTo>
                  <a:cubicBezTo>
                    <a:pt x="36" y="29"/>
                    <a:pt x="40" y="35"/>
                    <a:pt x="45" y="41"/>
                  </a:cubicBezTo>
                  <a:cubicBezTo>
                    <a:pt x="51" y="49"/>
                    <a:pt x="57" y="57"/>
                    <a:pt x="64" y="65"/>
                  </a:cubicBezTo>
                  <a:cubicBezTo>
                    <a:pt x="70" y="72"/>
                    <a:pt x="76" y="79"/>
                    <a:pt x="83" y="86"/>
                  </a:cubicBezTo>
                  <a:lnTo>
                    <a:pt x="82" y="85"/>
                  </a:lnTo>
                  <a:cubicBezTo>
                    <a:pt x="87" y="90"/>
                    <a:pt x="92" y="95"/>
                    <a:pt x="97" y="100"/>
                  </a:cubicBezTo>
                  <a:cubicBezTo>
                    <a:pt x="102" y="105"/>
                    <a:pt x="107" y="109"/>
                    <a:pt x="112" y="114"/>
                  </a:cubicBezTo>
                  <a:cubicBezTo>
                    <a:pt x="122" y="123"/>
                    <a:pt x="133" y="132"/>
                    <a:pt x="143" y="142"/>
                  </a:cubicBezTo>
                  <a:cubicBezTo>
                    <a:pt x="142" y="142"/>
                    <a:pt x="142" y="142"/>
                    <a:pt x="142" y="141"/>
                  </a:cubicBezTo>
                  <a:cubicBezTo>
                    <a:pt x="143" y="143"/>
                    <a:pt x="145" y="144"/>
                    <a:pt x="146" y="145"/>
                  </a:cubicBezTo>
                  <a:lnTo>
                    <a:pt x="145" y="145"/>
                  </a:lnTo>
                  <a:cubicBezTo>
                    <a:pt x="147" y="146"/>
                    <a:pt x="149" y="149"/>
                    <a:pt x="151" y="151"/>
                  </a:cubicBezTo>
                  <a:lnTo>
                    <a:pt x="150" y="150"/>
                  </a:lnTo>
                  <a:cubicBezTo>
                    <a:pt x="161" y="160"/>
                    <a:pt x="170" y="172"/>
                    <a:pt x="179" y="183"/>
                  </a:cubicBezTo>
                  <a:cubicBezTo>
                    <a:pt x="184" y="188"/>
                    <a:pt x="188" y="194"/>
                    <a:pt x="193" y="199"/>
                  </a:cubicBezTo>
                  <a:cubicBezTo>
                    <a:pt x="198" y="205"/>
                    <a:pt x="203" y="211"/>
                    <a:pt x="209" y="216"/>
                  </a:cubicBezTo>
                  <a:cubicBezTo>
                    <a:pt x="217" y="224"/>
                    <a:pt x="225" y="231"/>
                    <a:pt x="234" y="239"/>
                  </a:cubicBezTo>
                  <a:cubicBezTo>
                    <a:pt x="242" y="245"/>
                    <a:pt x="249" y="252"/>
                    <a:pt x="258" y="259"/>
                  </a:cubicBezTo>
                  <a:cubicBezTo>
                    <a:pt x="259" y="259"/>
                    <a:pt x="259" y="260"/>
                    <a:pt x="260" y="261"/>
                  </a:cubicBezTo>
                  <a:cubicBezTo>
                    <a:pt x="260" y="261"/>
                    <a:pt x="261" y="261"/>
                    <a:pt x="262" y="262"/>
                  </a:cubicBezTo>
                  <a:lnTo>
                    <a:pt x="261" y="262"/>
                  </a:lnTo>
                  <a:cubicBezTo>
                    <a:pt x="263" y="263"/>
                    <a:pt x="265" y="264"/>
                    <a:pt x="266" y="265"/>
                  </a:cubicBezTo>
                  <a:cubicBezTo>
                    <a:pt x="266" y="265"/>
                    <a:pt x="267" y="266"/>
                    <a:pt x="268" y="267"/>
                  </a:cubicBezTo>
                  <a:lnTo>
                    <a:pt x="267" y="266"/>
                  </a:lnTo>
                  <a:cubicBezTo>
                    <a:pt x="268" y="267"/>
                    <a:pt x="268" y="267"/>
                    <a:pt x="268" y="267"/>
                  </a:cubicBezTo>
                  <a:cubicBezTo>
                    <a:pt x="268" y="267"/>
                    <a:pt x="269" y="267"/>
                    <a:pt x="269" y="268"/>
                  </a:cubicBezTo>
                  <a:lnTo>
                    <a:pt x="269" y="267"/>
                  </a:lnTo>
                  <a:cubicBezTo>
                    <a:pt x="269" y="268"/>
                    <a:pt x="269" y="268"/>
                    <a:pt x="269" y="268"/>
                  </a:cubicBezTo>
                  <a:cubicBezTo>
                    <a:pt x="276" y="273"/>
                    <a:pt x="283" y="278"/>
                    <a:pt x="290" y="283"/>
                  </a:cubicBezTo>
                  <a:cubicBezTo>
                    <a:pt x="297" y="288"/>
                    <a:pt x="305" y="293"/>
                    <a:pt x="312" y="297"/>
                  </a:cubicBezTo>
                  <a:cubicBezTo>
                    <a:pt x="318" y="300"/>
                    <a:pt x="323" y="304"/>
                    <a:pt x="330" y="307"/>
                  </a:cubicBezTo>
                  <a:cubicBezTo>
                    <a:pt x="332" y="308"/>
                    <a:pt x="334" y="310"/>
                    <a:pt x="337" y="311"/>
                  </a:cubicBezTo>
                  <a:cubicBezTo>
                    <a:pt x="341" y="313"/>
                    <a:pt x="344" y="315"/>
                    <a:pt x="348" y="316"/>
                  </a:cubicBezTo>
                  <a:lnTo>
                    <a:pt x="347" y="316"/>
                  </a:lnTo>
                  <a:cubicBezTo>
                    <a:pt x="357" y="320"/>
                    <a:pt x="368" y="324"/>
                    <a:pt x="378" y="328"/>
                  </a:cubicBezTo>
                  <a:cubicBezTo>
                    <a:pt x="388" y="332"/>
                    <a:pt x="399" y="335"/>
                    <a:pt x="409" y="339"/>
                  </a:cubicBezTo>
                  <a:cubicBezTo>
                    <a:pt x="420" y="343"/>
                    <a:pt x="430" y="347"/>
                    <a:pt x="441" y="352"/>
                  </a:cubicBezTo>
                  <a:cubicBezTo>
                    <a:pt x="450" y="357"/>
                    <a:pt x="460" y="361"/>
                    <a:pt x="470" y="366"/>
                  </a:cubicBezTo>
                  <a:cubicBezTo>
                    <a:pt x="480" y="370"/>
                    <a:pt x="489" y="374"/>
                    <a:pt x="498" y="378"/>
                  </a:cubicBezTo>
                  <a:cubicBezTo>
                    <a:pt x="505" y="381"/>
                    <a:pt x="513" y="384"/>
                    <a:pt x="520" y="386"/>
                  </a:cubicBezTo>
                  <a:cubicBezTo>
                    <a:pt x="528" y="390"/>
                    <a:pt x="536" y="392"/>
                    <a:pt x="544" y="395"/>
                  </a:cubicBezTo>
                  <a:cubicBezTo>
                    <a:pt x="549" y="397"/>
                    <a:pt x="552" y="403"/>
                    <a:pt x="550" y="408"/>
                  </a:cubicBezTo>
                  <a:cubicBezTo>
                    <a:pt x="548" y="412"/>
                    <a:pt x="544" y="414"/>
                    <a:pt x="540" y="414"/>
                  </a:cubicBezTo>
                  <a:cubicBezTo>
                    <a:pt x="539" y="414"/>
                    <a:pt x="538" y="414"/>
                    <a:pt x="537" y="41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8" name="Google Shape;4988;p61"/>
            <p:cNvSpPr/>
            <p:nvPr/>
          </p:nvSpPr>
          <p:spPr>
            <a:xfrm>
              <a:off x="1271880" y="2240640"/>
              <a:ext cx="846360" cy="544320"/>
            </a:xfrm>
            <a:custGeom>
              <a:avLst/>
              <a:gdLst/>
              <a:ahLst/>
              <a:cxnLst/>
              <a:rect l="l" t="t" r="r" b="b"/>
              <a:pathLst>
                <a:path w="2351" h="1512" extrusionOk="0">
                  <a:moveTo>
                    <a:pt x="10" y="1511"/>
                  </a:moveTo>
                  <a:cubicBezTo>
                    <a:pt x="4" y="1511"/>
                    <a:pt x="0" y="1505"/>
                    <a:pt x="0" y="1500"/>
                  </a:cubicBezTo>
                  <a:cubicBezTo>
                    <a:pt x="1" y="1494"/>
                    <a:pt x="5" y="1490"/>
                    <a:pt x="11" y="1490"/>
                  </a:cubicBezTo>
                  <a:cubicBezTo>
                    <a:pt x="22" y="1491"/>
                    <a:pt x="33" y="1491"/>
                    <a:pt x="45" y="1491"/>
                  </a:cubicBezTo>
                  <a:cubicBezTo>
                    <a:pt x="50" y="1491"/>
                    <a:pt x="55" y="1491"/>
                    <a:pt x="60" y="1491"/>
                  </a:cubicBezTo>
                  <a:cubicBezTo>
                    <a:pt x="65" y="1491"/>
                    <a:pt x="70" y="1491"/>
                    <a:pt x="75" y="1490"/>
                  </a:cubicBezTo>
                  <a:cubicBezTo>
                    <a:pt x="79" y="1490"/>
                    <a:pt x="83" y="1490"/>
                    <a:pt x="87" y="1490"/>
                  </a:cubicBezTo>
                  <a:cubicBezTo>
                    <a:pt x="93" y="1489"/>
                    <a:pt x="98" y="1488"/>
                    <a:pt x="103" y="1488"/>
                  </a:cubicBezTo>
                  <a:lnTo>
                    <a:pt x="102" y="1488"/>
                  </a:lnTo>
                  <a:cubicBezTo>
                    <a:pt x="110" y="1487"/>
                    <a:pt x="119" y="1486"/>
                    <a:pt x="127" y="1484"/>
                  </a:cubicBezTo>
                  <a:lnTo>
                    <a:pt x="126" y="1484"/>
                  </a:lnTo>
                  <a:cubicBezTo>
                    <a:pt x="134" y="1483"/>
                    <a:pt x="141" y="1482"/>
                    <a:pt x="149" y="1481"/>
                  </a:cubicBezTo>
                  <a:cubicBezTo>
                    <a:pt x="154" y="1480"/>
                    <a:pt x="160" y="1479"/>
                    <a:pt x="167" y="1477"/>
                  </a:cubicBezTo>
                  <a:cubicBezTo>
                    <a:pt x="173" y="1476"/>
                    <a:pt x="179" y="1475"/>
                    <a:pt x="185" y="1473"/>
                  </a:cubicBezTo>
                  <a:cubicBezTo>
                    <a:pt x="192" y="1472"/>
                    <a:pt x="200" y="1470"/>
                    <a:pt x="208" y="1468"/>
                  </a:cubicBezTo>
                  <a:cubicBezTo>
                    <a:pt x="215" y="1466"/>
                    <a:pt x="222" y="1463"/>
                    <a:pt x="229" y="1462"/>
                  </a:cubicBezTo>
                  <a:cubicBezTo>
                    <a:pt x="241" y="1458"/>
                    <a:pt x="253" y="1454"/>
                    <a:pt x="264" y="1449"/>
                  </a:cubicBezTo>
                  <a:cubicBezTo>
                    <a:pt x="276" y="1444"/>
                    <a:pt x="287" y="1438"/>
                    <a:pt x="298" y="1432"/>
                  </a:cubicBezTo>
                  <a:cubicBezTo>
                    <a:pt x="310" y="1425"/>
                    <a:pt x="321" y="1417"/>
                    <a:pt x="332" y="1409"/>
                  </a:cubicBezTo>
                  <a:cubicBezTo>
                    <a:pt x="332" y="1410"/>
                    <a:pt x="331" y="1410"/>
                    <a:pt x="331" y="1410"/>
                  </a:cubicBezTo>
                  <a:cubicBezTo>
                    <a:pt x="338" y="1405"/>
                    <a:pt x="345" y="1399"/>
                    <a:pt x="352" y="1392"/>
                  </a:cubicBezTo>
                  <a:cubicBezTo>
                    <a:pt x="357" y="1388"/>
                    <a:pt x="361" y="1384"/>
                    <a:pt x="365" y="1380"/>
                  </a:cubicBezTo>
                  <a:cubicBezTo>
                    <a:pt x="365" y="1380"/>
                    <a:pt x="365" y="1381"/>
                    <a:pt x="364" y="1381"/>
                  </a:cubicBezTo>
                  <a:cubicBezTo>
                    <a:pt x="371" y="1375"/>
                    <a:pt x="377" y="1368"/>
                    <a:pt x="383" y="1362"/>
                  </a:cubicBezTo>
                  <a:cubicBezTo>
                    <a:pt x="390" y="1354"/>
                    <a:pt x="397" y="1347"/>
                    <a:pt x="404" y="1340"/>
                  </a:cubicBezTo>
                  <a:cubicBezTo>
                    <a:pt x="418" y="1325"/>
                    <a:pt x="432" y="1311"/>
                    <a:pt x="447" y="1297"/>
                  </a:cubicBezTo>
                  <a:cubicBezTo>
                    <a:pt x="454" y="1290"/>
                    <a:pt x="461" y="1283"/>
                    <a:pt x="468" y="1277"/>
                  </a:cubicBezTo>
                  <a:cubicBezTo>
                    <a:pt x="475" y="1270"/>
                    <a:pt x="484" y="1262"/>
                    <a:pt x="491" y="1255"/>
                  </a:cubicBezTo>
                  <a:cubicBezTo>
                    <a:pt x="506" y="1242"/>
                    <a:pt x="521" y="1228"/>
                    <a:pt x="536" y="1214"/>
                  </a:cubicBezTo>
                  <a:cubicBezTo>
                    <a:pt x="536" y="1215"/>
                    <a:pt x="535" y="1215"/>
                    <a:pt x="535" y="1215"/>
                  </a:cubicBezTo>
                  <a:cubicBezTo>
                    <a:pt x="552" y="1198"/>
                    <a:pt x="569" y="1180"/>
                    <a:pt x="586" y="1162"/>
                  </a:cubicBezTo>
                  <a:cubicBezTo>
                    <a:pt x="603" y="1144"/>
                    <a:pt x="619" y="1125"/>
                    <a:pt x="636" y="1106"/>
                  </a:cubicBezTo>
                  <a:cubicBezTo>
                    <a:pt x="646" y="1096"/>
                    <a:pt x="656" y="1085"/>
                    <a:pt x="665" y="1075"/>
                  </a:cubicBezTo>
                  <a:cubicBezTo>
                    <a:pt x="673" y="1066"/>
                    <a:pt x="681" y="1057"/>
                    <a:pt x="689" y="1049"/>
                  </a:cubicBezTo>
                  <a:cubicBezTo>
                    <a:pt x="697" y="1040"/>
                    <a:pt x="706" y="1032"/>
                    <a:pt x="714" y="1024"/>
                  </a:cubicBezTo>
                  <a:cubicBezTo>
                    <a:pt x="724" y="1015"/>
                    <a:pt x="734" y="1007"/>
                    <a:pt x="743" y="998"/>
                  </a:cubicBezTo>
                  <a:cubicBezTo>
                    <a:pt x="756" y="986"/>
                    <a:pt x="769" y="973"/>
                    <a:pt x="782" y="961"/>
                  </a:cubicBezTo>
                  <a:cubicBezTo>
                    <a:pt x="795" y="949"/>
                    <a:pt x="807" y="937"/>
                    <a:pt x="820" y="924"/>
                  </a:cubicBezTo>
                  <a:cubicBezTo>
                    <a:pt x="833" y="912"/>
                    <a:pt x="845" y="901"/>
                    <a:pt x="858" y="888"/>
                  </a:cubicBezTo>
                  <a:cubicBezTo>
                    <a:pt x="871" y="876"/>
                    <a:pt x="883" y="864"/>
                    <a:pt x="896" y="852"/>
                  </a:cubicBezTo>
                  <a:cubicBezTo>
                    <a:pt x="911" y="837"/>
                    <a:pt x="925" y="820"/>
                    <a:pt x="939" y="804"/>
                  </a:cubicBezTo>
                  <a:cubicBezTo>
                    <a:pt x="946" y="796"/>
                    <a:pt x="953" y="788"/>
                    <a:pt x="960" y="779"/>
                  </a:cubicBezTo>
                  <a:cubicBezTo>
                    <a:pt x="964" y="776"/>
                    <a:pt x="967" y="772"/>
                    <a:pt x="970" y="770"/>
                  </a:cubicBezTo>
                  <a:cubicBezTo>
                    <a:pt x="975" y="765"/>
                    <a:pt x="979" y="761"/>
                    <a:pt x="984" y="757"/>
                  </a:cubicBezTo>
                  <a:cubicBezTo>
                    <a:pt x="992" y="751"/>
                    <a:pt x="1000" y="745"/>
                    <a:pt x="1007" y="739"/>
                  </a:cubicBezTo>
                  <a:cubicBezTo>
                    <a:pt x="1017" y="732"/>
                    <a:pt x="1026" y="726"/>
                    <a:pt x="1035" y="719"/>
                  </a:cubicBezTo>
                  <a:cubicBezTo>
                    <a:pt x="1054" y="707"/>
                    <a:pt x="1072" y="694"/>
                    <a:pt x="1089" y="681"/>
                  </a:cubicBezTo>
                  <a:lnTo>
                    <a:pt x="1089" y="680"/>
                  </a:lnTo>
                  <a:cubicBezTo>
                    <a:pt x="1090" y="680"/>
                    <a:pt x="1090" y="680"/>
                    <a:pt x="1090" y="680"/>
                  </a:cubicBezTo>
                  <a:lnTo>
                    <a:pt x="1089" y="680"/>
                  </a:lnTo>
                  <a:cubicBezTo>
                    <a:pt x="1097" y="675"/>
                    <a:pt x="1105" y="668"/>
                    <a:pt x="1112" y="662"/>
                  </a:cubicBezTo>
                  <a:cubicBezTo>
                    <a:pt x="1120" y="655"/>
                    <a:pt x="1127" y="649"/>
                    <a:pt x="1134" y="642"/>
                  </a:cubicBezTo>
                  <a:cubicBezTo>
                    <a:pt x="1133" y="643"/>
                    <a:pt x="1133" y="643"/>
                    <a:pt x="1133" y="643"/>
                  </a:cubicBezTo>
                  <a:cubicBezTo>
                    <a:pt x="1137" y="639"/>
                    <a:pt x="1140" y="636"/>
                    <a:pt x="1144" y="633"/>
                  </a:cubicBezTo>
                  <a:cubicBezTo>
                    <a:pt x="1143" y="633"/>
                    <a:pt x="1143" y="633"/>
                    <a:pt x="1143" y="633"/>
                  </a:cubicBezTo>
                  <a:cubicBezTo>
                    <a:pt x="1151" y="624"/>
                    <a:pt x="1160" y="615"/>
                    <a:pt x="1167" y="606"/>
                  </a:cubicBezTo>
                  <a:cubicBezTo>
                    <a:pt x="1175" y="597"/>
                    <a:pt x="1182" y="588"/>
                    <a:pt x="1190" y="580"/>
                  </a:cubicBezTo>
                  <a:cubicBezTo>
                    <a:pt x="1206" y="562"/>
                    <a:pt x="1222" y="544"/>
                    <a:pt x="1239" y="527"/>
                  </a:cubicBezTo>
                  <a:cubicBezTo>
                    <a:pt x="1249" y="518"/>
                    <a:pt x="1257" y="510"/>
                    <a:pt x="1267" y="500"/>
                  </a:cubicBezTo>
                  <a:cubicBezTo>
                    <a:pt x="1275" y="492"/>
                    <a:pt x="1284" y="484"/>
                    <a:pt x="1293" y="476"/>
                  </a:cubicBezTo>
                  <a:cubicBezTo>
                    <a:pt x="1310" y="459"/>
                    <a:pt x="1328" y="443"/>
                    <a:pt x="1347" y="427"/>
                  </a:cubicBezTo>
                  <a:cubicBezTo>
                    <a:pt x="1356" y="419"/>
                    <a:pt x="1366" y="411"/>
                    <a:pt x="1376" y="403"/>
                  </a:cubicBezTo>
                  <a:cubicBezTo>
                    <a:pt x="1385" y="395"/>
                    <a:pt x="1394" y="387"/>
                    <a:pt x="1402" y="379"/>
                  </a:cubicBezTo>
                  <a:lnTo>
                    <a:pt x="1402" y="380"/>
                  </a:lnTo>
                  <a:cubicBezTo>
                    <a:pt x="1406" y="376"/>
                    <a:pt x="1410" y="372"/>
                    <a:pt x="1415" y="367"/>
                  </a:cubicBezTo>
                  <a:cubicBezTo>
                    <a:pt x="1416" y="365"/>
                    <a:pt x="1418" y="363"/>
                    <a:pt x="1420" y="361"/>
                  </a:cubicBezTo>
                  <a:cubicBezTo>
                    <a:pt x="1422" y="359"/>
                    <a:pt x="1423" y="357"/>
                    <a:pt x="1425" y="355"/>
                  </a:cubicBezTo>
                  <a:cubicBezTo>
                    <a:pt x="1434" y="345"/>
                    <a:pt x="1442" y="335"/>
                    <a:pt x="1450" y="326"/>
                  </a:cubicBezTo>
                  <a:cubicBezTo>
                    <a:pt x="1457" y="316"/>
                    <a:pt x="1465" y="307"/>
                    <a:pt x="1472" y="298"/>
                  </a:cubicBezTo>
                  <a:cubicBezTo>
                    <a:pt x="1480" y="288"/>
                    <a:pt x="1489" y="280"/>
                    <a:pt x="1498" y="271"/>
                  </a:cubicBezTo>
                  <a:cubicBezTo>
                    <a:pt x="1517" y="255"/>
                    <a:pt x="1536" y="240"/>
                    <a:pt x="1557" y="227"/>
                  </a:cubicBezTo>
                  <a:cubicBezTo>
                    <a:pt x="1577" y="214"/>
                    <a:pt x="1599" y="201"/>
                    <a:pt x="1620" y="188"/>
                  </a:cubicBezTo>
                  <a:cubicBezTo>
                    <a:pt x="1641" y="176"/>
                    <a:pt x="1662" y="163"/>
                    <a:pt x="1683" y="150"/>
                  </a:cubicBezTo>
                  <a:cubicBezTo>
                    <a:pt x="1694" y="143"/>
                    <a:pt x="1704" y="136"/>
                    <a:pt x="1715" y="129"/>
                  </a:cubicBezTo>
                  <a:cubicBezTo>
                    <a:pt x="1725" y="122"/>
                    <a:pt x="1735" y="115"/>
                    <a:pt x="1746" y="108"/>
                  </a:cubicBezTo>
                  <a:cubicBezTo>
                    <a:pt x="1751" y="104"/>
                    <a:pt x="1756" y="101"/>
                    <a:pt x="1761" y="97"/>
                  </a:cubicBezTo>
                  <a:cubicBezTo>
                    <a:pt x="1767" y="94"/>
                    <a:pt x="1773" y="90"/>
                    <a:pt x="1779" y="86"/>
                  </a:cubicBezTo>
                  <a:cubicBezTo>
                    <a:pt x="1790" y="80"/>
                    <a:pt x="1801" y="74"/>
                    <a:pt x="1812" y="68"/>
                  </a:cubicBezTo>
                  <a:cubicBezTo>
                    <a:pt x="1817" y="66"/>
                    <a:pt x="1823" y="63"/>
                    <a:pt x="1828" y="61"/>
                  </a:cubicBezTo>
                  <a:cubicBezTo>
                    <a:pt x="1834" y="58"/>
                    <a:pt x="1840" y="56"/>
                    <a:pt x="1846" y="54"/>
                  </a:cubicBezTo>
                  <a:cubicBezTo>
                    <a:pt x="1858" y="49"/>
                    <a:pt x="1869" y="46"/>
                    <a:pt x="1881" y="42"/>
                  </a:cubicBezTo>
                  <a:cubicBezTo>
                    <a:pt x="1893" y="40"/>
                    <a:pt x="1905" y="37"/>
                    <a:pt x="1917" y="34"/>
                  </a:cubicBezTo>
                  <a:cubicBezTo>
                    <a:pt x="1928" y="31"/>
                    <a:pt x="1940" y="29"/>
                    <a:pt x="1951" y="26"/>
                  </a:cubicBezTo>
                  <a:cubicBezTo>
                    <a:pt x="1976" y="21"/>
                    <a:pt x="2000" y="16"/>
                    <a:pt x="2025" y="12"/>
                  </a:cubicBezTo>
                  <a:cubicBezTo>
                    <a:pt x="2049" y="8"/>
                    <a:pt x="2074" y="5"/>
                    <a:pt x="2099" y="3"/>
                  </a:cubicBezTo>
                  <a:cubicBezTo>
                    <a:pt x="2104" y="3"/>
                    <a:pt x="2109" y="2"/>
                    <a:pt x="2115" y="2"/>
                  </a:cubicBezTo>
                  <a:cubicBezTo>
                    <a:pt x="2122" y="2"/>
                    <a:pt x="2130" y="1"/>
                    <a:pt x="2137" y="1"/>
                  </a:cubicBezTo>
                  <a:cubicBezTo>
                    <a:pt x="2144" y="0"/>
                    <a:pt x="2150" y="0"/>
                    <a:pt x="2157" y="0"/>
                  </a:cubicBezTo>
                  <a:cubicBezTo>
                    <a:pt x="2163" y="0"/>
                    <a:pt x="2169" y="0"/>
                    <a:pt x="2175" y="0"/>
                  </a:cubicBezTo>
                  <a:cubicBezTo>
                    <a:pt x="2190" y="0"/>
                    <a:pt x="2204" y="0"/>
                    <a:pt x="2219" y="0"/>
                  </a:cubicBezTo>
                  <a:cubicBezTo>
                    <a:pt x="2226" y="1"/>
                    <a:pt x="2234" y="1"/>
                    <a:pt x="2241" y="1"/>
                  </a:cubicBezTo>
                  <a:cubicBezTo>
                    <a:pt x="2250" y="2"/>
                    <a:pt x="2258" y="2"/>
                    <a:pt x="2267" y="3"/>
                  </a:cubicBezTo>
                  <a:cubicBezTo>
                    <a:pt x="2269" y="3"/>
                    <a:pt x="2272" y="4"/>
                    <a:pt x="2276" y="4"/>
                  </a:cubicBezTo>
                  <a:cubicBezTo>
                    <a:pt x="2279" y="5"/>
                    <a:pt x="2282" y="5"/>
                    <a:pt x="2285" y="5"/>
                  </a:cubicBezTo>
                  <a:cubicBezTo>
                    <a:pt x="2289" y="6"/>
                    <a:pt x="2294" y="7"/>
                    <a:pt x="2298" y="7"/>
                  </a:cubicBezTo>
                  <a:cubicBezTo>
                    <a:pt x="2302" y="8"/>
                    <a:pt x="2305" y="9"/>
                    <a:pt x="2308" y="10"/>
                  </a:cubicBezTo>
                  <a:cubicBezTo>
                    <a:pt x="2312" y="10"/>
                    <a:pt x="2315" y="12"/>
                    <a:pt x="2319" y="13"/>
                  </a:cubicBezTo>
                  <a:cubicBezTo>
                    <a:pt x="2321" y="13"/>
                    <a:pt x="2324" y="14"/>
                    <a:pt x="2326" y="15"/>
                  </a:cubicBezTo>
                  <a:cubicBezTo>
                    <a:pt x="2329" y="16"/>
                    <a:pt x="2332" y="17"/>
                    <a:pt x="2335" y="19"/>
                  </a:cubicBezTo>
                  <a:cubicBezTo>
                    <a:pt x="2336" y="19"/>
                    <a:pt x="2338" y="20"/>
                    <a:pt x="2339" y="21"/>
                  </a:cubicBezTo>
                  <a:cubicBezTo>
                    <a:pt x="2340" y="22"/>
                    <a:pt x="2341" y="23"/>
                    <a:pt x="2342" y="24"/>
                  </a:cubicBezTo>
                  <a:cubicBezTo>
                    <a:pt x="2345" y="26"/>
                    <a:pt x="2346" y="28"/>
                    <a:pt x="2348" y="30"/>
                  </a:cubicBezTo>
                  <a:cubicBezTo>
                    <a:pt x="2349" y="32"/>
                    <a:pt x="2350" y="35"/>
                    <a:pt x="2350" y="38"/>
                  </a:cubicBezTo>
                  <a:cubicBezTo>
                    <a:pt x="2349" y="44"/>
                    <a:pt x="2345" y="48"/>
                    <a:pt x="2339" y="48"/>
                  </a:cubicBezTo>
                  <a:cubicBezTo>
                    <a:pt x="2334" y="48"/>
                    <a:pt x="2329" y="44"/>
                    <a:pt x="2329" y="40"/>
                  </a:cubicBezTo>
                  <a:cubicBezTo>
                    <a:pt x="2329" y="40"/>
                    <a:pt x="2329" y="39"/>
                    <a:pt x="2328" y="39"/>
                  </a:cubicBezTo>
                  <a:cubicBezTo>
                    <a:pt x="2328" y="38"/>
                    <a:pt x="2328" y="38"/>
                    <a:pt x="2327" y="38"/>
                  </a:cubicBezTo>
                  <a:cubicBezTo>
                    <a:pt x="2327" y="37"/>
                    <a:pt x="2326" y="37"/>
                    <a:pt x="2325" y="37"/>
                  </a:cubicBezTo>
                  <a:cubicBezTo>
                    <a:pt x="2324" y="36"/>
                    <a:pt x="2324" y="36"/>
                    <a:pt x="2322" y="35"/>
                  </a:cubicBezTo>
                  <a:cubicBezTo>
                    <a:pt x="2317" y="33"/>
                    <a:pt x="2310" y="31"/>
                    <a:pt x="2304" y="30"/>
                  </a:cubicBezTo>
                  <a:cubicBezTo>
                    <a:pt x="2300" y="28"/>
                    <a:pt x="2297" y="28"/>
                    <a:pt x="2294" y="27"/>
                  </a:cubicBezTo>
                  <a:cubicBezTo>
                    <a:pt x="2289" y="26"/>
                    <a:pt x="2285" y="26"/>
                    <a:pt x="2280" y="25"/>
                  </a:cubicBezTo>
                  <a:lnTo>
                    <a:pt x="2281" y="25"/>
                  </a:lnTo>
                  <a:cubicBezTo>
                    <a:pt x="2276" y="24"/>
                    <a:pt x="2271" y="24"/>
                    <a:pt x="2266" y="23"/>
                  </a:cubicBezTo>
                  <a:cubicBezTo>
                    <a:pt x="2261" y="22"/>
                    <a:pt x="2255" y="22"/>
                    <a:pt x="2250" y="21"/>
                  </a:cubicBezTo>
                  <a:cubicBezTo>
                    <a:pt x="2245" y="21"/>
                    <a:pt x="2240" y="21"/>
                    <a:pt x="2235" y="21"/>
                  </a:cubicBezTo>
                  <a:cubicBezTo>
                    <a:pt x="2230" y="20"/>
                    <a:pt x="2224" y="20"/>
                    <a:pt x="2219" y="20"/>
                  </a:cubicBezTo>
                  <a:cubicBezTo>
                    <a:pt x="2200" y="20"/>
                    <a:pt x="2180" y="20"/>
                    <a:pt x="2160" y="20"/>
                  </a:cubicBezTo>
                  <a:cubicBezTo>
                    <a:pt x="2151" y="20"/>
                    <a:pt x="2142" y="20"/>
                    <a:pt x="2133" y="21"/>
                  </a:cubicBezTo>
                  <a:cubicBezTo>
                    <a:pt x="2127" y="21"/>
                    <a:pt x="2120" y="21"/>
                    <a:pt x="2114" y="21"/>
                  </a:cubicBezTo>
                  <a:cubicBezTo>
                    <a:pt x="2109" y="21"/>
                    <a:pt x="2103" y="22"/>
                    <a:pt x="2098" y="23"/>
                  </a:cubicBezTo>
                  <a:cubicBezTo>
                    <a:pt x="2087" y="23"/>
                    <a:pt x="2077" y="24"/>
                    <a:pt x="2066" y="26"/>
                  </a:cubicBezTo>
                  <a:cubicBezTo>
                    <a:pt x="2056" y="27"/>
                    <a:pt x="2047" y="28"/>
                    <a:pt x="2038" y="29"/>
                  </a:cubicBezTo>
                  <a:cubicBezTo>
                    <a:pt x="2025" y="31"/>
                    <a:pt x="2012" y="34"/>
                    <a:pt x="2000" y="36"/>
                  </a:cubicBezTo>
                  <a:cubicBezTo>
                    <a:pt x="1988" y="38"/>
                    <a:pt x="1976" y="41"/>
                    <a:pt x="1965" y="43"/>
                  </a:cubicBezTo>
                  <a:cubicBezTo>
                    <a:pt x="1940" y="48"/>
                    <a:pt x="1915" y="54"/>
                    <a:pt x="1890" y="60"/>
                  </a:cubicBezTo>
                  <a:cubicBezTo>
                    <a:pt x="1881" y="63"/>
                    <a:pt x="1873" y="65"/>
                    <a:pt x="1865" y="68"/>
                  </a:cubicBezTo>
                  <a:cubicBezTo>
                    <a:pt x="1856" y="70"/>
                    <a:pt x="1848" y="74"/>
                    <a:pt x="1840" y="77"/>
                  </a:cubicBezTo>
                  <a:cubicBezTo>
                    <a:pt x="1836" y="79"/>
                    <a:pt x="1832" y="81"/>
                    <a:pt x="1827" y="83"/>
                  </a:cubicBezTo>
                  <a:cubicBezTo>
                    <a:pt x="1823" y="84"/>
                    <a:pt x="1820" y="87"/>
                    <a:pt x="1816" y="88"/>
                  </a:cubicBezTo>
                  <a:cubicBezTo>
                    <a:pt x="1807" y="93"/>
                    <a:pt x="1799" y="98"/>
                    <a:pt x="1791" y="102"/>
                  </a:cubicBezTo>
                  <a:cubicBezTo>
                    <a:pt x="1786" y="105"/>
                    <a:pt x="1782" y="107"/>
                    <a:pt x="1778" y="110"/>
                  </a:cubicBezTo>
                  <a:cubicBezTo>
                    <a:pt x="1771" y="114"/>
                    <a:pt x="1765" y="118"/>
                    <a:pt x="1760" y="122"/>
                  </a:cubicBezTo>
                  <a:cubicBezTo>
                    <a:pt x="1749" y="129"/>
                    <a:pt x="1738" y="137"/>
                    <a:pt x="1728" y="144"/>
                  </a:cubicBezTo>
                  <a:cubicBezTo>
                    <a:pt x="1708" y="158"/>
                    <a:pt x="1687" y="171"/>
                    <a:pt x="1667" y="183"/>
                  </a:cubicBezTo>
                  <a:cubicBezTo>
                    <a:pt x="1646" y="196"/>
                    <a:pt x="1624" y="208"/>
                    <a:pt x="1604" y="221"/>
                  </a:cubicBezTo>
                  <a:cubicBezTo>
                    <a:pt x="1592" y="227"/>
                    <a:pt x="1582" y="233"/>
                    <a:pt x="1571" y="240"/>
                  </a:cubicBezTo>
                  <a:cubicBezTo>
                    <a:pt x="1560" y="247"/>
                    <a:pt x="1549" y="255"/>
                    <a:pt x="1539" y="263"/>
                  </a:cubicBezTo>
                  <a:cubicBezTo>
                    <a:pt x="1532" y="268"/>
                    <a:pt x="1527" y="273"/>
                    <a:pt x="1520" y="278"/>
                  </a:cubicBezTo>
                  <a:cubicBezTo>
                    <a:pt x="1515" y="282"/>
                    <a:pt x="1510" y="288"/>
                    <a:pt x="1504" y="292"/>
                  </a:cubicBezTo>
                  <a:cubicBezTo>
                    <a:pt x="1498" y="299"/>
                    <a:pt x="1492" y="306"/>
                    <a:pt x="1486" y="313"/>
                  </a:cubicBezTo>
                  <a:cubicBezTo>
                    <a:pt x="1480" y="320"/>
                    <a:pt x="1474" y="328"/>
                    <a:pt x="1468" y="335"/>
                  </a:cubicBezTo>
                  <a:cubicBezTo>
                    <a:pt x="1462" y="343"/>
                    <a:pt x="1456" y="351"/>
                    <a:pt x="1449" y="358"/>
                  </a:cubicBezTo>
                  <a:cubicBezTo>
                    <a:pt x="1446" y="362"/>
                    <a:pt x="1443" y="366"/>
                    <a:pt x="1439" y="370"/>
                  </a:cubicBezTo>
                  <a:cubicBezTo>
                    <a:pt x="1436" y="373"/>
                    <a:pt x="1433" y="377"/>
                    <a:pt x="1429" y="381"/>
                  </a:cubicBezTo>
                  <a:lnTo>
                    <a:pt x="1428" y="382"/>
                  </a:lnTo>
                  <a:cubicBezTo>
                    <a:pt x="1424" y="386"/>
                    <a:pt x="1420" y="390"/>
                    <a:pt x="1416" y="394"/>
                  </a:cubicBezTo>
                  <a:cubicBezTo>
                    <a:pt x="1413" y="397"/>
                    <a:pt x="1409" y="400"/>
                    <a:pt x="1407" y="403"/>
                  </a:cubicBezTo>
                  <a:cubicBezTo>
                    <a:pt x="1401" y="407"/>
                    <a:pt x="1397" y="412"/>
                    <a:pt x="1391" y="416"/>
                  </a:cubicBezTo>
                  <a:cubicBezTo>
                    <a:pt x="1379" y="426"/>
                    <a:pt x="1368" y="436"/>
                    <a:pt x="1355" y="446"/>
                  </a:cubicBezTo>
                  <a:cubicBezTo>
                    <a:pt x="1334" y="465"/>
                    <a:pt x="1313" y="484"/>
                    <a:pt x="1292" y="504"/>
                  </a:cubicBezTo>
                  <a:cubicBezTo>
                    <a:pt x="1291" y="506"/>
                    <a:pt x="1289" y="507"/>
                    <a:pt x="1288" y="509"/>
                  </a:cubicBezTo>
                  <a:cubicBezTo>
                    <a:pt x="1288" y="508"/>
                    <a:pt x="1289" y="508"/>
                    <a:pt x="1289" y="507"/>
                  </a:cubicBezTo>
                  <a:cubicBezTo>
                    <a:pt x="1288" y="509"/>
                    <a:pt x="1287" y="510"/>
                    <a:pt x="1285" y="511"/>
                  </a:cubicBezTo>
                  <a:lnTo>
                    <a:pt x="1286" y="510"/>
                  </a:lnTo>
                  <a:cubicBezTo>
                    <a:pt x="1275" y="521"/>
                    <a:pt x="1264" y="532"/>
                    <a:pt x="1252" y="543"/>
                  </a:cubicBezTo>
                  <a:cubicBezTo>
                    <a:pt x="1235" y="560"/>
                    <a:pt x="1220" y="577"/>
                    <a:pt x="1204" y="595"/>
                  </a:cubicBezTo>
                  <a:cubicBezTo>
                    <a:pt x="1196" y="603"/>
                    <a:pt x="1189" y="612"/>
                    <a:pt x="1181" y="622"/>
                  </a:cubicBezTo>
                  <a:cubicBezTo>
                    <a:pt x="1173" y="630"/>
                    <a:pt x="1166" y="639"/>
                    <a:pt x="1158" y="647"/>
                  </a:cubicBezTo>
                  <a:cubicBezTo>
                    <a:pt x="1140" y="665"/>
                    <a:pt x="1121" y="682"/>
                    <a:pt x="1101" y="697"/>
                  </a:cubicBezTo>
                  <a:cubicBezTo>
                    <a:pt x="1083" y="711"/>
                    <a:pt x="1063" y="725"/>
                    <a:pt x="1044" y="739"/>
                  </a:cubicBezTo>
                  <a:cubicBezTo>
                    <a:pt x="1030" y="749"/>
                    <a:pt x="1016" y="758"/>
                    <a:pt x="1002" y="769"/>
                  </a:cubicBezTo>
                  <a:cubicBezTo>
                    <a:pt x="999" y="772"/>
                    <a:pt x="996" y="774"/>
                    <a:pt x="993" y="777"/>
                  </a:cubicBezTo>
                  <a:cubicBezTo>
                    <a:pt x="989" y="779"/>
                    <a:pt x="986" y="783"/>
                    <a:pt x="982" y="786"/>
                  </a:cubicBezTo>
                  <a:cubicBezTo>
                    <a:pt x="974" y="795"/>
                    <a:pt x="966" y="803"/>
                    <a:pt x="959" y="812"/>
                  </a:cubicBezTo>
                  <a:cubicBezTo>
                    <a:pt x="951" y="821"/>
                    <a:pt x="943" y="830"/>
                    <a:pt x="936" y="838"/>
                  </a:cubicBezTo>
                  <a:cubicBezTo>
                    <a:pt x="928" y="848"/>
                    <a:pt x="919" y="857"/>
                    <a:pt x="911" y="866"/>
                  </a:cubicBezTo>
                  <a:cubicBezTo>
                    <a:pt x="903" y="874"/>
                    <a:pt x="894" y="882"/>
                    <a:pt x="886" y="890"/>
                  </a:cubicBezTo>
                  <a:cubicBezTo>
                    <a:pt x="869" y="907"/>
                    <a:pt x="851" y="923"/>
                    <a:pt x="833" y="940"/>
                  </a:cubicBezTo>
                  <a:cubicBezTo>
                    <a:pt x="816" y="957"/>
                    <a:pt x="798" y="973"/>
                    <a:pt x="780" y="990"/>
                  </a:cubicBezTo>
                  <a:cubicBezTo>
                    <a:pt x="768" y="1001"/>
                    <a:pt x="756" y="1012"/>
                    <a:pt x="744" y="1024"/>
                  </a:cubicBezTo>
                  <a:cubicBezTo>
                    <a:pt x="732" y="1034"/>
                    <a:pt x="722" y="1044"/>
                    <a:pt x="711" y="1054"/>
                  </a:cubicBezTo>
                  <a:cubicBezTo>
                    <a:pt x="702" y="1064"/>
                    <a:pt x="693" y="1074"/>
                    <a:pt x="684" y="1083"/>
                  </a:cubicBezTo>
                  <a:cubicBezTo>
                    <a:pt x="676" y="1091"/>
                    <a:pt x="668" y="1100"/>
                    <a:pt x="661" y="1109"/>
                  </a:cubicBezTo>
                  <a:cubicBezTo>
                    <a:pt x="643" y="1128"/>
                    <a:pt x="626" y="1146"/>
                    <a:pt x="610" y="1165"/>
                  </a:cubicBezTo>
                  <a:cubicBezTo>
                    <a:pt x="601" y="1174"/>
                    <a:pt x="592" y="1184"/>
                    <a:pt x="583" y="1194"/>
                  </a:cubicBezTo>
                  <a:cubicBezTo>
                    <a:pt x="575" y="1203"/>
                    <a:pt x="565" y="1212"/>
                    <a:pt x="556" y="1221"/>
                  </a:cubicBezTo>
                  <a:cubicBezTo>
                    <a:pt x="538" y="1239"/>
                    <a:pt x="520" y="1256"/>
                    <a:pt x="501" y="1273"/>
                  </a:cubicBezTo>
                  <a:cubicBezTo>
                    <a:pt x="492" y="1281"/>
                    <a:pt x="484" y="1289"/>
                    <a:pt x="475" y="1296"/>
                  </a:cubicBezTo>
                  <a:cubicBezTo>
                    <a:pt x="468" y="1303"/>
                    <a:pt x="460" y="1310"/>
                    <a:pt x="453" y="1317"/>
                  </a:cubicBezTo>
                  <a:lnTo>
                    <a:pt x="454" y="1317"/>
                  </a:lnTo>
                  <a:cubicBezTo>
                    <a:pt x="436" y="1335"/>
                    <a:pt x="418" y="1354"/>
                    <a:pt x="400" y="1373"/>
                  </a:cubicBezTo>
                  <a:cubicBezTo>
                    <a:pt x="376" y="1396"/>
                    <a:pt x="353" y="1419"/>
                    <a:pt x="325" y="1438"/>
                  </a:cubicBezTo>
                  <a:cubicBezTo>
                    <a:pt x="313" y="1446"/>
                    <a:pt x="300" y="1454"/>
                    <a:pt x="286" y="1460"/>
                  </a:cubicBezTo>
                  <a:cubicBezTo>
                    <a:pt x="272" y="1468"/>
                    <a:pt x="256" y="1473"/>
                    <a:pt x="240" y="1478"/>
                  </a:cubicBezTo>
                  <a:cubicBezTo>
                    <a:pt x="234" y="1480"/>
                    <a:pt x="227" y="1482"/>
                    <a:pt x="220" y="1484"/>
                  </a:cubicBezTo>
                  <a:cubicBezTo>
                    <a:pt x="215" y="1486"/>
                    <a:pt x="210" y="1487"/>
                    <a:pt x="205" y="1488"/>
                  </a:cubicBezTo>
                  <a:cubicBezTo>
                    <a:pt x="199" y="1490"/>
                    <a:pt x="192" y="1491"/>
                    <a:pt x="185" y="1493"/>
                  </a:cubicBezTo>
                  <a:cubicBezTo>
                    <a:pt x="178" y="1494"/>
                    <a:pt x="171" y="1495"/>
                    <a:pt x="164" y="1497"/>
                  </a:cubicBezTo>
                  <a:cubicBezTo>
                    <a:pt x="160" y="1498"/>
                    <a:pt x="155" y="1499"/>
                    <a:pt x="150" y="1500"/>
                  </a:cubicBezTo>
                  <a:cubicBezTo>
                    <a:pt x="143" y="1501"/>
                    <a:pt x="136" y="1502"/>
                    <a:pt x="130" y="1503"/>
                  </a:cubicBezTo>
                  <a:cubicBezTo>
                    <a:pt x="129" y="1503"/>
                    <a:pt x="128" y="1503"/>
                    <a:pt x="128" y="1504"/>
                  </a:cubicBezTo>
                  <a:cubicBezTo>
                    <a:pt x="119" y="1505"/>
                    <a:pt x="110" y="1506"/>
                    <a:pt x="100" y="1507"/>
                  </a:cubicBezTo>
                  <a:cubicBezTo>
                    <a:pt x="94" y="1508"/>
                    <a:pt x="88" y="1508"/>
                    <a:pt x="82" y="1509"/>
                  </a:cubicBezTo>
                  <a:cubicBezTo>
                    <a:pt x="78" y="1509"/>
                    <a:pt x="73" y="1510"/>
                    <a:pt x="68" y="1510"/>
                  </a:cubicBezTo>
                  <a:cubicBezTo>
                    <a:pt x="55" y="1511"/>
                    <a:pt x="43" y="1511"/>
                    <a:pt x="30" y="1511"/>
                  </a:cubicBezTo>
                  <a:cubicBezTo>
                    <a:pt x="23" y="1511"/>
                    <a:pt x="16" y="1511"/>
                    <a:pt x="10" y="151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9" name="Google Shape;4989;p61"/>
            <p:cNvSpPr/>
            <p:nvPr/>
          </p:nvSpPr>
          <p:spPr>
            <a:xfrm>
              <a:off x="1373400" y="2525760"/>
              <a:ext cx="14760" cy="29520"/>
            </a:xfrm>
            <a:custGeom>
              <a:avLst/>
              <a:gdLst/>
              <a:ahLst/>
              <a:cxnLst/>
              <a:rect l="l" t="t" r="r" b="b"/>
              <a:pathLst>
                <a:path w="41" h="82" extrusionOk="0">
                  <a:moveTo>
                    <a:pt x="19" y="73"/>
                  </a:moveTo>
                  <a:cubicBezTo>
                    <a:pt x="17" y="65"/>
                    <a:pt x="15" y="55"/>
                    <a:pt x="13" y="46"/>
                  </a:cubicBezTo>
                  <a:cubicBezTo>
                    <a:pt x="11" y="40"/>
                    <a:pt x="9" y="34"/>
                    <a:pt x="7" y="27"/>
                  </a:cubicBezTo>
                  <a:cubicBezTo>
                    <a:pt x="6" y="25"/>
                    <a:pt x="5" y="24"/>
                    <a:pt x="5" y="23"/>
                  </a:cubicBezTo>
                  <a:cubicBezTo>
                    <a:pt x="4" y="21"/>
                    <a:pt x="3" y="20"/>
                    <a:pt x="2" y="18"/>
                  </a:cubicBezTo>
                  <a:cubicBezTo>
                    <a:pt x="2" y="18"/>
                    <a:pt x="3" y="19"/>
                    <a:pt x="4" y="20"/>
                  </a:cubicBezTo>
                  <a:cubicBezTo>
                    <a:pt x="1" y="17"/>
                    <a:pt x="0" y="11"/>
                    <a:pt x="2" y="7"/>
                  </a:cubicBezTo>
                  <a:cubicBezTo>
                    <a:pt x="6" y="2"/>
                    <a:pt x="13" y="0"/>
                    <a:pt x="18" y="4"/>
                  </a:cubicBezTo>
                  <a:cubicBezTo>
                    <a:pt x="20" y="6"/>
                    <a:pt x="22" y="9"/>
                    <a:pt x="23" y="13"/>
                  </a:cubicBezTo>
                  <a:cubicBezTo>
                    <a:pt x="24" y="15"/>
                    <a:pt x="25" y="17"/>
                    <a:pt x="26" y="20"/>
                  </a:cubicBezTo>
                  <a:cubicBezTo>
                    <a:pt x="27" y="24"/>
                    <a:pt x="29" y="29"/>
                    <a:pt x="30" y="34"/>
                  </a:cubicBezTo>
                  <a:cubicBezTo>
                    <a:pt x="30" y="33"/>
                    <a:pt x="30" y="33"/>
                    <a:pt x="30" y="32"/>
                  </a:cubicBezTo>
                  <a:cubicBezTo>
                    <a:pt x="30" y="35"/>
                    <a:pt x="32" y="38"/>
                    <a:pt x="32" y="40"/>
                  </a:cubicBezTo>
                  <a:lnTo>
                    <a:pt x="32" y="39"/>
                  </a:lnTo>
                  <a:cubicBezTo>
                    <a:pt x="34" y="49"/>
                    <a:pt x="37" y="59"/>
                    <a:pt x="39" y="69"/>
                  </a:cubicBezTo>
                  <a:cubicBezTo>
                    <a:pt x="40" y="75"/>
                    <a:pt x="36" y="80"/>
                    <a:pt x="31" y="81"/>
                  </a:cubicBezTo>
                  <a:cubicBezTo>
                    <a:pt x="30" y="81"/>
                    <a:pt x="29" y="81"/>
                    <a:pt x="29" y="81"/>
                  </a:cubicBezTo>
                  <a:cubicBezTo>
                    <a:pt x="24" y="81"/>
                    <a:pt x="20" y="78"/>
                    <a:pt x="19" y="7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0" name="Google Shape;4990;p61"/>
            <p:cNvSpPr/>
            <p:nvPr/>
          </p:nvSpPr>
          <p:spPr>
            <a:xfrm>
              <a:off x="1527120" y="2281320"/>
              <a:ext cx="42480" cy="72360"/>
            </a:xfrm>
            <a:custGeom>
              <a:avLst/>
              <a:gdLst/>
              <a:ahLst/>
              <a:cxnLst/>
              <a:rect l="l" t="t" r="r" b="b"/>
              <a:pathLst>
                <a:path w="118" h="201" extrusionOk="0">
                  <a:moveTo>
                    <a:pt x="61" y="198"/>
                  </a:moveTo>
                  <a:cubicBezTo>
                    <a:pt x="59" y="196"/>
                    <a:pt x="58" y="193"/>
                    <a:pt x="58" y="190"/>
                  </a:cubicBezTo>
                  <a:cubicBezTo>
                    <a:pt x="58" y="178"/>
                    <a:pt x="60" y="166"/>
                    <a:pt x="61" y="154"/>
                  </a:cubicBezTo>
                  <a:cubicBezTo>
                    <a:pt x="62" y="149"/>
                    <a:pt x="62" y="144"/>
                    <a:pt x="63" y="139"/>
                  </a:cubicBezTo>
                  <a:cubicBezTo>
                    <a:pt x="64" y="133"/>
                    <a:pt x="65" y="127"/>
                    <a:pt x="65" y="122"/>
                  </a:cubicBezTo>
                  <a:cubicBezTo>
                    <a:pt x="67" y="116"/>
                    <a:pt x="68" y="110"/>
                    <a:pt x="69" y="104"/>
                  </a:cubicBezTo>
                  <a:cubicBezTo>
                    <a:pt x="70" y="98"/>
                    <a:pt x="71" y="93"/>
                    <a:pt x="72" y="87"/>
                  </a:cubicBezTo>
                  <a:cubicBezTo>
                    <a:pt x="74" y="79"/>
                    <a:pt x="76" y="72"/>
                    <a:pt x="78" y="64"/>
                  </a:cubicBezTo>
                  <a:cubicBezTo>
                    <a:pt x="76" y="66"/>
                    <a:pt x="74" y="68"/>
                    <a:pt x="72" y="70"/>
                  </a:cubicBezTo>
                  <a:cubicBezTo>
                    <a:pt x="57" y="86"/>
                    <a:pt x="40" y="100"/>
                    <a:pt x="23" y="113"/>
                  </a:cubicBezTo>
                  <a:cubicBezTo>
                    <a:pt x="21" y="115"/>
                    <a:pt x="19" y="117"/>
                    <a:pt x="16" y="119"/>
                  </a:cubicBezTo>
                  <a:cubicBezTo>
                    <a:pt x="10" y="123"/>
                    <a:pt x="0" y="118"/>
                    <a:pt x="0" y="109"/>
                  </a:cubicBezTo>
                  <a:lnTo>
                    <a:pt x="1" y="108"/>
                  </a:lnTo>
                  <a:cubicBezTo>
                    <a:pt x="1" y="105"/>
                    <a:pt x="3" y="102"/>
                    <a:pt x="5" y="101"/>
                  </a:cubicBezTo>
                  <a:cubicBezTo>
                    <a:pt x="7" y="100"/>
                    <a:pt x="8" y="99"/>
                    <a:pt x="9" y="98"/>
                  </a:cubicBezTo>
                  <a:cubicBezTo>
                    <a:pt x="17" y="92"/>
                    <a:pt x="25" y="86"/>
                    <a:pt x="33" y="79"/>
                  </a:cubicBezTo>
                  <a:cubicBezTo>
                    <a:pt x="41" y="72"/>
                    <a:pt x="49" y="65"/>
                    <a:pt x="56" y="58"/>
                  </a:cubicBezTo>
                  <a:cubicBezTo>
                    <a:pt x="56" y="59"/>
                    <a:pt x="56" y="59"/>
                    <a:pt x="55" y="59"/>
                  </a:cubicBezTo>
                  <a:cubicBezTo>
                    <a:pt x="56" y="59"/>
                    <a:pt x="56" y="58"/>
                    <a:pt x="56" y="58"/>
                  </a:cubicBezTo>
                  <a:cubicBezTo>
                    <a:pt x="61" y="53"/>
                    <a:pt x="65" y="49"/>
                    <a:pt x="70" y="44"/>
                  </a:cubicBezTo>
                  <a:cubicBezTo>
                    <a:pt x="74" y="39"/>
                    <a:pt x="79" y="34"/>
                    <a:pt x="83" y="29"/>
                  </a:cubicBezTo>
                  <a:cubicBezTo>
                    <a:pt x="86" y="25"/>
                    <a:pt x="89" y="21"/>
                    <a:pt x="92" y="16"/>
                  </a:cubicBezTo>
                  <a:cubicBezTo>
                    <a:pt x="92" y="14"/>
                    <a:pt x="93" y="12"/>
                    <a:pt x="95" y="10"/>
                  </a:cubicBezTo>
                  <a:cubicBezTo>
                    <a:pt x="95" y="8"/>
                    <a:pt x="96" y="6"/>
                    <a:pt x="97" y="5"/>
                  </a:cubicBezTo>
                  <a:cubicBezTo>
                    <a:pt x="101" y="1"/>
                    <a:pt x="107" y="0"/>
                    <a:pt x="111" y="3"/>
                  </a:cubicBezTo>
                  <a:cubicBezTo>
                    <a:pt x="116" y="6"/>
                    <a:pt x="117" y="12"/>
                    <a:pt x="115" y="16"/>
                  </a:cubicBezTo>
                  <a:cubicBezTo>
                    <a:pt x="114" y="18"/>
                    <a:pt x="113" y="19"/>
                    <a:pt x="113" y="21"/>
                  </a:cubicBezTo>
                  <a:cubicBezTo>
                    <a:pt x="110" y="28"/>
                    <a:pt x="107" y="36"/>
                    <a:pt x="104" y="44"/>
                  </a:cubicBezTo>
                  <a:cubicBezTo>
                    <a:pt x="102" y="51"/>
                    <a:pt x="100" y="59"/>
                    <a:pt x="97" y="66"/>
                  </a:cubicBezTo>
                  <a:cubicBezTo>
                    <a:pt x="96" y="73"/>
                    <a:pt x="95" y="79"/>
                    <a:pt x="93" y="85"/>
                  </a:cubicBezTo>
                  <a:cubicBezTo>
                    <a:pt x="91" y="92"/>
                    <a:pt x="90" y="98"/>
                    <a:pt x="88" y="105"/>
                  </a:cubicBezTo>
                  <a:cubicBezTo>
                    <a:pt x="86" y="118"/>
                    <a:pt x="84" y="130"/>
                    <a:pt x="82" y="142"/>
                  </a:cubicBezTo>
                  <a:cubicBezTo>
                    <a:pt x="81" y="157"/>
                    <a:pt x="79" y="171"/>
                    <a:pt x="78" y="186"/>
                  </a:cubicBezTo>
                  <a:cubicBezTo>
                    <a:pt x="78" y="187"/>
                    <a:pt x="78" y="188"/>
                    <a:pt x="78" y="189"/>
                  </a:cubicBezTo>
                  <a:cubicBezTo>
                    <a:pt x="79" y="195"/>
                    <a:pt x="75" y="200"/>
                    <a:pt x="69" y="200"/>
                  </a:cubicBezTo>
                  <a:lnTo>
                    <a:pt x="68" y="200"/>
                  </a:lnTo>
                  <a:cubicBezTo>
                    <a:pt x="65" y="200"/>
                    <a:pt x="63" y="200"/>
                    <a:pt x="61" y="19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1" name="Google Shape;4991;p61"/>
            <p:cNvSpPr/>
            <p:nvPr/>
          </p:nvSpPr>
          <p:spPr>
            <a:xfrm>
              <a:off x="1552320" y="2587680"/>
              <a:ext cx="37080" cy="64800"/>
            </a:xfrm>
            <a:custGeom>
              <a:avLst/>
              <a:gdLst/>
              <a:ahLst/>
              <a:cxnLst/>
              <a:rect l="l" t="t" r="r" b="b"/>
              <a:pathLst>
                <a:path w="103" h="180" extrusionOk="0">
                  <a:moveTo>
                    <a:pt x="30" y="159"/>
                  </a:moveTo>
                  <a:lnTo>
                    <a:pt x="31" y="159"/>
                  </a:lnTo>
                  <a:lnTo>
                    <a:pt x="32" y="158"/>
                  </a:lnTo>
                  <a:cubicBezTo>
                    <a:pt x="33" y="158"/>
                    <a:pt x="34" y="158"/>
                    <a:pt x="34" y="157"/>
                  </a:cubicBezTo>
                  <a:cubicBezTo>
                    <a:pt x="36" y="156"/>
                    <a:pt x="36" y="156"/>
                    <a:pt x="37" y="155"/>
                  </a:cubicBezTo>
                  <a:cubicBezTo>
                    <a:pt x="39" y="154"/>
                    <a:pt x="40" y="153"/>
                    <a:pt x="41" y="152"/>
                  </a:cubicBezTo>
                  <a:cubicBezTo>
                    <a:pt x="42" y="151"/>
                    <a:pt x="43" y="149"/>
                    <a:pt x="44" y="148"/>
                  </a:cubicBezTo>
                  <a:cubicBezTo>
                    <a:pt x="47" y="144"/>
                    <a:pt x="49" y="141"/>
                    <a:pt x="51" y="137"/>
                  </a:cubicBezTo>
                  <a:lnTo>
                    <a:pt x="51" y="138"/>
                  </a:lnTo>
                  <a:cubicBezTo>
                    <a:pt x="55" y="131"/>
                    <a:pt x="58" y="124"/>
                    <a:pt x="62" y="117"/>
                  </a:cubicBezTo>
                  <a:cubicBezTo>
                    <a:pt x="64" y="112"/>
                    <a:pt x="65" y="108"/>
                    <a:pt x="67" y="104"/>
                  </a:cubicBezTo>
                  <a:cubicBezTo>
                    <a:pt x="71" y="94"/>
                    <a:pt x="75" y="84"/>
                    <a:pt x="78" y="73"/>
                  </a:cubicBezTo>
                  <a:cubicBezTo>
                    <a:pt x="79" y="67"/>
                    <a:pt x="80" y="60"/>
                    <a:pt x="82" y="53"/>
                  </a:cubicBezTo>
                  <a:lnTo>
                    <a:pt x="82" y="54"/>
                  </a:lnTo>
                  <a:lnTo>
                    <a:pt x="82" y="53"/>
                  </a:lnTo>
                  <a:cubicBezTo>
                    <a:pt x="82" y="48"/>
                    <a:pt x="82" y="43"/>
                    <a:pt x="82" y="39"/>
                  </a:cubicBezTo>
                  <a:cubicBezTo>
                    <a:pt x="82" y="35"/>
                    <a:pt x="82" y="31"/>
                    <a:pt x="82" y="26"/>
                  </a:cubicBezTo>
                  <a:cubicBezTo>
                    <a:pt x="82" y="27"/>
                    <a:pt x="82" y="27"/>
                    <a:pt x="82" y="28"/>
                  </a:cubicBezTo>
                  <a:cubicBezTo>
                    <a:pt x="82" y="27"/>
                    <a:pt x="82" y="26"/>
                    <a:pt x="81" y="25"/>
                  </a:cubicBezTo>
                  <a:cubicBezTo>
                    <a:pt x="81" y="24"/>
                    <a:pt x="80" y="23"/>
                    <a:pt x="80" y="22"/>
                  </a:cubicBezTo>
                  <a:lnTo>
                    <a:pt x="79" y="21"/>
                  </a:lnTo>
                  <a:lnTo>
                    <a:pt x="78" y="21"/>
                  </a:lnTo>
                  <a:lnTo>
                    <a:pt x="77" y="21"/>
                  </a:lnTo>
                  <a:cubicBezTo>
                    <a:pt x="76" y="22"/>
                    <a:pt x="75" y="22"/>
                    <a:pt x="74" y="22"/>
                  </a:cubicBezTo>
                  <a:cubicBezTo>
                    <a:pt x="73" y="23"/>
                    <a:pt x="72" y="24"/>
                    <a:pt x="72" y="24"/>
                  </a:cubicBezTo>
                  <a:cubicBezTo>
                    <a:pt x="71" y="25"/>
                    <a:pt x="69" y="25"/>
                    <a:pt x="68" y="26"/>
                  </a:cubicBezTo>
                  <a:cubicBezTo>
                    <a:pt x="66" y="28"/>
                    <a:pt x="64" y="30"/>
                    <a:pt x="61" y="32"/>
                  </a:cubicBezTo>
                  <a:lnTo>
                    <a:pt x="62" y="32"/>
                  </a:lnTo>
                  <a:cubicBezTo>
                    <a:pt x="59" y="34"/>
                    <a:pt x="57" y="37"/>
                    <a:pt x="54" y="40"/>
                  </a:cubicBezTo>
                  <a:cubicBezTo>
                    <a:pt x="54" y="40"/>
                    <a:pt x="55" y="40"/>
                    <a:pt x="55" y="39"/>
                  </a:cubicBezTo>
                  <a:cubicBezTo>
                    <a:pt x="54" y="40"/>
                    <a:pt x="54" y="40"/>
                    <a:pt x="54" y="40"/>
                  </a:cubicBezTo>
                  <a:cubicBezTo>
                    <a:pt x="51" y="45"/>
                    <a:pt x="48" y="49"/>
                    <a:pt x="46" y="53"/>
                  </a:cubicBezTo>
                  <a:cubicBezTo>
                    <a:pt x="43" y="59"/>
                    <a:pt x="40" y="64"/>
                    <a:pt x="37" y="69"/>
                  </a:cubicBezTo>
                  <a:cubicBezTo>
                    <a:pt x="38" y="68"/>
                    <a:pt x="38" y="68"/>
                    <a:pt x="38" y="68"/>
                  </a:cubicBezTo>
                  <a:cubicBezTo>
                    <a:pt x="34" y="78"/>
                    <a:pt x="30" y="88"/>
                    <a:pt x="27" y="99"/>
                  </a:cubicBezTo>
                  <a:cubicBezTo>
                    <a:pt x="27" y="99"/>
                    <a:pt x="27" y="100"/>
                    <a:pt x="26" y="100"/>
                  </a:cubicBezTo>
                  <a:cubicBezTo>
                    <a:pt x="26" y="104"/>
                    <a:pt x="26" y="107"/>
                    <a:pt x="26" y="110"/>
                  </a:cubicBezTo>
                  <a:cubicBezTo>
                    <a:pt x="26" y="116"/>
                    <a:pt x="26" y="121"/>
                    <a:pt x="26" y="127"/>
                  </a:cubicBezTo>
                  <a:cubicBezTo>
                    <a:pt x="27" y="133"/>
                    <a:pt x="27" y="139"/>
                    <a:pt x="28" y="145"/>
                  </a:cubicBezTo>
                  <a:cubicBezTo>
                    <a:pt x="29" y="149"/>
                    <a:pt x="29" y="153"/>
                    <a:pt x="30" y="158"/>
                  </a:cubicBezTo>
                  <a:lnTo>
                    <a:pt x="30" y="159"/>
                  </a:lnTo>
                  <a:moveTo>
                    <a:pt x="22" y="179"/>
                  </a:moveTo>
                  <a:cubicBezTo>
                    <a:pt x="20" y="178"/>
                    <a:pt x="18" y="176"/>
                    <a:pt x="16" y="174"/>
                  </a:cubicBezTo>
                  <a:cubicBezTo>
                    <a:pt x="14" y="172"/>
                    <a:pt x="12" y="170"/>
                    <a:pt x="12" y="167"/>
                  </a:cubicBezTo>
                  <a:cubicBezTo>
                    <a:pt x="10" y="163"/>
                    <a:pt x="9" y="158"/>
                    <a:pt x="9" y="153"/>
                  </a:cubicBezTo>
                  <a:cubicBezTo>
                    <a:pt x="8" y="148"/>
                    <a:pt x="8" y="142"/>
                    <a:pt x="7" y="137"/>
                  </a:cubicBezTo>
                  <a:cubicBezTo>
                    <a:pt x="7" y="134"/>
                    <a:pt x="6" y="132"/>
                    <a:pt x="6" y="130"/>
                  </a:cubicBezTo>
                  <a:cubicBezTo>
                    <a:pt x="3" y="128"/>
                    <a:pt x="0" y="124"/>
                    <a:pt x="1" y="119"/>
                  </a:cubicBezTo>
                  <a:cubicBezTo>
                    <a:pt x="3" y="113"/>
                    <a:pt x="5" y="107"/>
                    <a:pt x="6" y="102"/>
                  </a:cubicBezTo>
                  <a:cubicBezTo>
                    <a:pt x="6" y="95"/>
                    <a:pt x="7" y="88"/>
                    <a:pt x="8" y="81"/>
                  </a:cubicBezTo>
                  <a:cubicBezTo>
                    <a:pt x="9" y="77"/>
                    <a:pt x="9" y="73"/>
                    <a:pt x="10" y="70"/>
                  </a:cubicBezTo>
                  <a:cubicBezTo>
                    <a:pt x="11" y="64"/>
                    <a:pt x="12" y="59"/>
                    <a:pt x="14" y="54"/>
                  </a:cubicBezTo>
                  <a:cubicBezTo>
                    <a:pt x="15" y="51"/>
                    <a:pt x="19" y="49"/>
                    <a:pt x="23" y="49"/>
                  </a:cubicBezTo>
                  <a:cubicBezTo>
                    <a:pt x="23" y="48"/>
                    <a:pt x="25" y="49"/>
                    <a:pt x="26" y="49"/>
                  </a:cubicBezTo>
                  <a:cubicBezTo>
                    <a:pt x="30" y="39"/>
                    <a:pt x="37" y="29"/>
                    <a:pt x="44" y="21"/>
                  </a:cubicBezTo>
                  <a:cubicBezTo>
                    <a:pt x="49" y="16"/>
                    <a:pt x="54" y="11"/>
                    <a:pt x="59" y="8"/>
                  </a:cubicBezTo>
                  <a:cubicBezTo>
                    <a:pt x="64" y="4"/>
                    <a:pt x="71" y="2"/>
                    <a:pt x="77" y="1"/>
                  </a:cubicBezTo>
                  <a:cubicBezTo>
                    <a:pt x="83" y="0"/>
                    <a:pt x="89" y="3"/>
                    <a:pt x="93" y="6"/>
                  </a:cubicBezTo>
                  <a:cubicBezTo>
                    <a:pt x="94" y="8"/>
                    <a:pt x="96" y="10"/>
                    <a:pt x="97" y="12"/>
                  </a:cubicBezTo>
                  <a:cubicBezTo>
                    <a:pt x="99" y="15"/>
                    <a:pt x="100" y="18"/>
                    <a:pt x="101" y="22"/>
                  </a:cubicBezTo>
                  <a:cubicBezTo>
                    <a:pt x="101" y="25"/>
                    <a:pt x="101" y="29"/>
                    <a:pt x="101" y="32"/>
                  </a:cubicBezTo>
                  <a:cubicBezTo>
                    <a:pt x="102" y="36"/>
                    <a:pt x="102" y="39"/>
                    <a:pt x="102" y="43"/>
                  </a:cubicBezTo>
                  <a:cubicBezTo>
                    <a:pt x="101" y="50"/>
                    <a:pt x="100" y="58"/>
                    <a:pt x="99" y="66"/>
                  </a:cubicBezTo>
                  <a:cubicBezTo>
                    <a:pt x="97" y="76"/>
                    <a:pt x="94" y="86"/>
                    <a:pt x="90" y="97"/>
                  </a:cubicBezTo>
                  <a:cubicBezTo>
                    <a:pt x="89" y="102"/>
                    <a:pt x="87" y="107"/>
                    <a:pt x="85" y="113"/>
                  </a:cubicBezTo>
                  <a:cubicBezTo>
                    <a:pt x="82" y="119"/>
                    <a:pt x="79" y="124"/>
                    <a:pt x="77" y="130"/>
                  </a:cubicBezTo>
                  <a:cubicBezTo>
                    <a:pt x="74" y="136"/>
                    <a:pt x="71" y="142"/>
                    <a:pt x="68" y="148"/>
                  </a:cubicBezTo>
                  <a:cubicBezTo>
                    <a:pt x="64" y="155"/>
                    <a:pt x="60" y="161"/>
                    <a:pt x="55" y="166"/>
                  </a:cubicBezTo>
                  <a:cubicBezTo>
                    <a:pt x="51" y="170"/>
                    <a:pt x="46" y="174"/>
                    <a:pt x="40" y="177"/>
                  </a:cubicBezTo>
                  <a:cubicBezTo>
                    <a:pt x="38" y="178"/>
                    <a:pt x="35" y="179"/>
                    <a:pt x="32" y="179"/>
                  </a:cubicBezTo>
                  <a:cubicBezTo>
                    <a:pt x="31" y="179"/>
                    <a:pt x="30" y="179"/>
                    <a:pt x="29" y="179"/>
                  </a:cubicBezTo>
                  <a:cubicBezTo>
                    <a:pt x="27" y="179"/>
                    <a:pt x="25" y="179"/>
                    <a:pt x="22" y="17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2" name="Google Shape;4992;p61"/>
            <p:cNvSpPr/>
            <p:nvPr/>
          </p:nvSpPr>
          <p:spPr>
            <a:xfrm>
              <a:off x="1780200" y="2581920"/>
              <a:ext cx="15840" cy="39240"/>
            </a:xfrm>
            <a:custGeom>
              <a:avLst/>
              <a:gdLst/>
              <a:ahLst/>
              <a:cxnLst/>
              <a:rect l="l" t="t" r="r" b="b"/>
              <a:pathLst>
                <a:path w="44" h="109" extrusionOk="0">
                  <a:moveTo>
                    <a:pt x="10" y="108"/>
                  </a:moveTo>
                  <a:cubicBezTo>
                    <a:pt x="4" y="107"/>
                    <a:pt x="0" y="102"/>
                    <a:pt x="0" y="97"/>
                  </a:cubicBezTo>
                  <a:cubicBezTo>
                    <a:pt x="0" y="89"/>
                    <a:pt x="3" y="81"/>
                    <a:pt x="4" y="73"/>
                  </a:cubicBezTo>
                  <a:cubicBezTo>
                    <a:pt x="6" y="66"/>
                    <a:pt x="7" y="60"/>
                    <a:pt x="9" y="54"/>
                  </a:cubicBezTo>
                  <a:cubicBezTo>
                    <a:pt x="10" y="47"/>
                    <a:pt x="12" y="40"/>
                    <a:pt x="14" y="33"/>
                  </a:cubicBezTo>
                  <a:cubicBezTo>
                    <a:pt x="14" y="28"/>
                    <a:pt x="16" y="25"/>
                    <a:pt x="17" y="21"/>
                  </a:cubicBezTo>
                  <a:cubicBezTo>
                    <a:pt x="18" y="18"/>
                    <a:pt x="18" y="15"/>
                    <a:pt x="20" y="12"/>
                  </a:cubicBezTo>
                  <a:cubicBezTo>
                    <a:pt x="21" y="9"/>
                    <a:pt x="23" y="5"/>
                    <a:pt x="25" y="3"/>
                  </a:cubicBezTo>
                  <a:cubicBezTo>
                    <a:pt x="28" y="1"/>
                    <a:pt x="31" y="0"/>
                    <a:pt x="34" y="1"/>
                  </a:cubicBezTo>
                  <a:cubicBezTo>
                    <a:pt x="38" y="2"/>
                    <a:pt x="41" y="4"/>
                    <a:pt x="42" y="8"/>
                  </a:cubicBezTo>
                  <a:cubicBezTo>
                    <a:pt x="43" y="10"/>
                    <a:pt x="43" y="12"/>
                    <a:pt x="43" y="14"/>
                  </a:cubicBezTo>
                  <a:cubicBezTo>
                    <a:pt x="42" y="16"/>
                    <a:pt x="41" y="18"/>
                    <a:pt x="39" y="20"/>
                  </a:cubicBezTo>
                  <a:cubicBezTo>
                    <a:pt x="37" y="26"/>
                    <a:pt x="35" y="31"/>
                    <a:pt x="33" y="37"/>
                  </a:cubicBezTo>
                  <a:cubicBezTo>
                    <a:pt x="31" y="46"/>
                    <a:pt x="29" y="55"/>
                    <a:pt x="27" y="63"/>
                  </a:cubicBezTo>
                  <a:cubicBezTo>
                    <a:pt x="25" y="73"/>
                    <a:pt x="23" y="83"/>
                    <a:pt x="21" y="93"/>
                  </a:cubicBezTo>
                  <a:cubicBezTo>
                    <a:pt x="21" y="94"/>
                    <a:pt x="21" y="96"/>
                    <a:pt x="21" y="98"/>
                  </a:cubicBezTo>
                  <a:cubicBezTo>
                    <a:pt x="21" y="103"/>
                    <a:pt x="16" y="108"/>
                    <a:pt x="10" y="10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3" name="Google Shape;4993;p61"/>
            <p:cNvSpPr/>
            <p:nvPr/>
          </p:nvSpPr>
          <p:spPr>
            <a:xfrm>
              <a:off x="1797840" y="2578320"/>
              <a:ext cx="20160" cy="38520"/>
            </a:xfrm>
            <a:custGeom>
              <a:avLst/>
              <a:gdLst/>
              <a:ahLst/>
              <a:cxnLst/>
              <a:rect l="l" t="t" r="r" b="b"/>
              <a:pathLst>
                <a:path w="56" h="107" extrusionOk="0">
                  <a:moveTo>
                    <a:pt x="8" y="105"/>
                  </a:moveTo>
                  <a:cubicBezTo>
                    <a:pt x="3" y="104"/>
                    <a:pt x="0" y="98"/>
                    <a:pt x="2" y="93"/>
                  </a:cubicBezTo>
                  <a:cubicBezTo>
                    <a:pt x="4" y="87"/>
                    <a:pt x="6" y="82"/>
                    <a:pt x="7" y="76"/>
                  </a:cubicBezTo>
                  <a:cubicBezTo>
                    <a:pt x="10" y="65"/>
                    <a:pt x="12" y="54"/>
                    <a:pt x="15" y="43"/>
                  </a:cubicBezTo>
                  <a:cubicBezTo>
                    <a:pt x="17" y="37"/>
                    <a:pt x="19" y="31"/>
                    <a:pt x="21" y="26"/>
                  </a:cubicBezTo>
                  <a:cubicBezTo>
                    <a:pt x="25" y="15"/>
                    <a:pt x="31" y="2"/>
                    <a:pt x="43" y="1"/>
                  </a:cubicBezTo>
                  <a:cubicBezTo>
                    <a:pt x="49" y="0"/>
                    <a:pt x="54" y="5"/>
                    <a:pt x="55" y="11"/>
                  </a:cubicBezTo>
                  <a:cubicBezTo>
                    <a:pt x="55" y="16"/>
                    <a:pt x="51" y="20"/>
                    <a:pt x="46" y="22"/>
                  </a:cubicBezTo>
                  <a:cubicBezTo>
                    <a:pt x="46" y="23"/>
                    <a:pt x="45" y="24"/>
                    <a:pt x="44" y="25"/>
                  </a:cubicBezTo>
                  <a:cubicBezTo>
                    <a:pt x="43" y="27"/>
                    <a:pt x="42" y="29"/>
                    <a:pt x="41" y="31"/>
                  </a:cubicBezTo>
                  <a:cubicBezTo>
                    <a:pt x="40" y="34"/>
                    <a:pt x="39" y="37"/>
                    <a:pt x="37" y="41"/>
                  </a:cubicBezTo>
                  <a:cubicBezTo>
                    <a:pt x="36" y="44"/>
                    <a:pt x="35" y="48"/>
                    <a:pt x="34" y="51"/>
                  </a:cubicBezTo>
                  <a:cubicBezTo>
                    <a:pt x="30" y="68"/>
                    <a:pt x="26" y="83"/>
                    <a:pt x="21" y="99"/>
                  </a:cubicBezTo>
                  <a:cubicBezTo>
                    <a:pt x="20" y="104"/>
                    <a:pt x="16" y="106"/>
                    <a:pt x="11" y="106"/>
                  </a:cubicBezTo>
                  <a:cubicBezTo>
                    <a:pt x="11" y="106"/>
                    <a:pt x="10" y="106"/>
                    <a:pt x="8" y="10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4" name="Google Shape;4994;p61"/>
            <p:cNvSpPr/>
            <p:nvPr/>
          </p:nvSpPr>
          <p:spPr>
            <a:xfrm>
              <a:off x="1758240" y="2566800"/>
              <a:ext cx="81720" cy="32040"/>
            </a:xfrm>
            <a:custGeom>
              <a:avLst/>
              <a:gdLst/>
              <a:ahLst/>
              <a:cxnLst/>
              <a:rect l="l" t="t" r="r" b="b"/>
              <a:pathLst>
                <a:path w="227" h="89" extrusionOk="0">
                  <a:moveTo>
                    <a:pt x="25" y="86"/>
                  </a:moveTo>
                  <a:cubicBezTo>
                    <a:pt x="21" y="82"/>
                    <a:pt x="17" y="78"/>
                    <a:pt x="13" y="74"/>
                  </a:cubicBezTo>
                  <a:cubicBezTo>
                    <a:pt x="7" y="67"/>
                    <a:pt x="0" y="60"/>
                    <a:pt x="1" y="51"/>
                  </a:cubicBezTo>
                  <a:cubicBezTo>
                    <a:pt x="1" y="38"/>
                    <a:pt x="12" y="28"/>
                    <a:pt x="22" y="21"/>
                  </a:cubicBezTo>
                  <a:cubicBezTo>
                    <a:pt x="35" y="14"/>
                    <a:pt x="49" y="10"/>
                    <a:pt x="63" y="6"/>
                  </a:cubicBezTo>
                  <a:cubicBezTo>
                    <a:pt x="87" y="1"/>
                    <a:pt x="112" y="0"/>
                    <a:pt x="137" y="0"/>
                  </a:cubicBezTo>
                  <a:cubicBezTo>
                    <a:pt x="148" y="1"/>
                    <a:pt x="159" y="1"/>
                    <a:pt x="170" y="2"/>
                  </a:cubicBezTo>
                  <a:cubicBezTo>
                    <a:pt x="186" y="3"/>
                    <a:pt x="201" y="5"/>
                    <a:pt x="216" y="6"/>
                  </a:cubicBezTo>
                  <a:cubicBezTo>
                    <a:pt x="221" y="7"/>
                    <a:pt x="226" y="11"/>
                    <a:pt x="225" y="17"/>
                  </a:cubicBezTo>
                  <a:cubicBezTo>
                    <a:pt x="225" y="19"/>
                    <a:pt x="224" y="21"/>
                    <a:pt x="222" y="23"/>
                  </a:cubicBezTo>
                  <a:cubicBezTo>
                    <a:pt x="219" y="26"/>
                    <a:pt x="216" y="26"/>
                    <a:pt x="213" y="26"/>
                  </a:cubicBezTo>
                  <a:cubicBezTo>
                    <a:pt x="212" y="26"/>
                    <a:pt x="210" y="25"/>
                    <a:pt x="208" y="25"/>
                  </a:cubicBezTo>
                  <a:cubicBezTo>
                    <a:pt x="209" y="25"/>
                    <a:pt x="209" y="25"/>
                    <a:pt x="209" y="25"/>
                  </a:cubicBezTo>
                  <a:cubicBezTo>
                    <a:pt x="196" y="23"/>
                    <a:pt x="182" y="22"/>
                    <a:pt x="169" y="21"/>
                  </a:cubicBezTo>
                  <a:cubicBezTo>
                    <a:pt x="155" y="20"/>
                    <a:pt x="141" y="20"/>
                    <a:pt x="128" y="19"/>
                  </a:cubicBezTo>
                  <a:lnTo>
                    <a:pt x="129" y="19"/>
                  </a:lnTo>
                  <a:cubicBezTo>
                    <a:pt x="115" y="19"/>
                    <a:pt x="101" y="20"/>
                    <a:pt x="87" y="22"/>
                  </a:cubicBezTo>
                  <a:cubicBezTo>
                    <a:pt x="88" y="22"/>
                    <a:pt x="88" y="22"/>
                    <a:pt x="89" y="21"/>
                  </a:cubicBezTo>
                  <a:cubicBezTo>
                    <a:pt x="79" y="23"/>
                    <a:pt x="70" y="25"/>
                    <a:pt x="61" y="27"/>
                  </a:cubicBezTo>
                  <a:cubicBezTo>
                    <a:pt x="62" y="27"/>
                    <a:pt x="62" y="27"/>
                    <a:pt x="63" y="27"/>
                  </a:cubicBezTo>
                  <a:cubicBezTo>
                    <a:pt x="56" y="28"/>
                    <a:pt x="49" y="31"/>
                    <a:pt x="43" y="34"/>
                  </a:cubicBezTo>
                  <a:cubicBezTo>
                    <a:pt x="40" y="35"/>
                    <a:pt x="37" y="36"/>
                    <a:pt x="35" y="38"/>
                  </a:cubicBezTo>
                  <a:cubicBezTo>
                    <a:pt x="33" y="39"/>
                    <a:pt x="31" y="40"/>
                    <a:pt x="29" y="41"/>
                  </a:cubicBezTo>
                  <a:cubicBezTo>
                    <a:pt x="28" y="42"/>
                    <a:pt x="27" y="43"/>
                    <a:pt x="26" y="44"/>
                  </a:cubicBezTo>
                  <a:cubicBezTo>
                    <a:pt x="25" y="45"/>
                    <a:pt x="24" y="46"/>
                    <a:pt x="24" y="46"/>
                  </a:cubicBezTo>
                  <a:cubicBezTo>
                    <a:pt x="23" y="47"/>
                    <a:pt x="23" y="48"/>
                    <a:pt x="22" y="48"/>
                  </a:cubicBezTo>
                  <a:cubicBezTo>
                    <a:pt x="22" y="49"/>
                    <a:pt x="22" y="49"/>
                    <a:pt x="22" y="49"/>
                  </a:cubicBezTo>
                  <a:cubicBezTo>
                    <a:pt x="22" y="50"/>
                    <a:pt x="22" y="50"/>
                    <a:pt x="22" y="51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21" y="52"/>
                    <a:pt x="21" y="52"/>
                    <a:pt x="21" y="52"/>
                  </a:cubicBezTo>
                  <a:cubicBezTo>
                    <a:pt x="22" y="52"/>
                    <a:pt x="22" y="52"/>
                    <a:pt x="22" y="52"/>
                  </a:cubicBezTo>
                  <a:lnTo>
                    <a:pt x="22" y="53"/>
                  </a:lnTo>
                  <a:cubicBezTo>
                    <a:pt x="24" y="55"/>
                    <a:pt x="25" y="56"/>
                    <a:pt x="26" y="58"/>
                  </a:cubicBezTo>
                  <a:cubicBezTo>
                    <a:pt x="31" y="62"/>
                    <a:pt x="35" y="66"/>
                    <a:pt x="39" y="70"/>
                  </a:cubicBezTo>
                  <a:cubicBezTo>
                    <a:pt x="44" y="74"/>
                    <a:pt x="44" y="81"/>
                    <a:pt x="40" y="85"/>
                  </a:cubicBezTo>
                  <a:cubicBezTo>
                    <a:pt x="38" y="87"/>
                    <a:pt x="35" y="88"/>
                    <a:pt x="32" y="88"/>
                  </a:cubicBezTo>
                  <a:cubicBezTo>
                    <a:pt x="30" y="88"/>
                    <a:pt x="28" y="88"/>
                    <a:pt x="25" y="8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5" name="Google Shape;4995;p61"/>
            <p:cNvSpPr/>
            <p:nvPr/>
          </p:nvSpPr>
          <p:spPr>
            <a:xfrm>
              <a:off x="1787760" y="2571120"/>
              <a:ext cx="62280" cy="91800"/>
            </a:xfrm>
            <a:custGeom>
              <a:avLst/>
              <a:gdLst/>
              <a:ahLst/>
              <a:cxnLst/>
              <a:rect l="l" t="t" r="r" b="b"/>
              <a:pathLst>
                <a:path w="173" h="255" extrusionOk="0">
                  <a:moveTo>
                    <a:pt x="6" y="252"/>
                  </a:moveTo>
                  <a:cubicBezTo>
                    <a:pt x="1" y="249"/>
                    <a:pt x="0" y="243"/>
                    <a:pt x="3" y="238"/>
                  </a:cubicBezTo>
                  <a:cubicBezTo>
                    <a:pt x="14" y="223"/>
                    <a:pt x="25" y="207"/>
                    <a:pt x="36" y="191"/>
                  </a:cubicBezTo>
                  <a:cubicBezTo>
                    <a:pt x="41" y="184"/>
                    <a:pt x="45" y="177"/>
                    <a:pt x="49" y="170"/>
                  </a:cubicBezTo>
                  <a:cubicBezTo>
                    <a:pt x="55" y="161"/>
                    <a:pt x="60" y="154"/>
                    <a:pt x="64" y="146"/>
                  </a:cubicBezTo>
                  <a:cubicBezTo>
                    <a:pt x="70" y="136"/>
                    <a:pt x="75" y="127"/>
                    <a:pt x="80" y="118"/>
                  </a:cubicBezTo>
                  <a:lnTo>
                    <a:pt x="81" y="118"/>
                  </a:lnTo>
                  <a:lnTo>
                    <a:pt x="80" y="118"/>
                  </a:lnTo>
                  <a:cubicBezTo>
                    <a:pt x="85" y="109"/>
                    <a:pt x="91" y="100"/>
                    <a:pt x="95" y="92"/>
                  </a:cubicBezTo>
                  <a:cubicBezTo>
                    <a:pt x="100" y="82"/>
                    <a:pt x="105" y="73"/>
                    <a:pt x="110" y="64"/>
                  </a:cubicBezTo>
                  <a:cubicBezTo>
                    <a:pt x="116" y="53"/>
                    <a:pt x="121" y="43"/>
                    <a:pt x="127" y="32"/>
                  </a:cubicBezTo>
                  <a:cubicBezTo>
                    <a:pt x="131" y="24"/>
                    <a:pt x="136" y="16"/>
                    <a:pt x="142" y="8"/>
                  </a:cubicBezTo>
                  <a:cubicBezTo>
                    <a:pt x="145" y="4"/>
                    <a:pt x="150" y="0"/>
                    <a:pt x="155" y="0"/>
                  </a:cubicBezTo>
                  <a:cubicBezTo>
                    <a:pt x="158" y="0"/>
                    <a:pt x="160" y="0"/>
                    <a:pt x="162" y="2"/>
                  </a:cubicBezTo>
                  <a:cubicBezTo>
                    <a:pt x="165" y="3"/>
                    <a:pt x="166" y="5"/>
                    <a:pt x="168" y="8"/>
                  </a:cubicBezTo>
                  <a:cubicBezTo>
                    <a:pt x="169" y="11"/>
                    <a:pt x="171" y="14"/>
                    <a:pt x="171" y="17"/>
                  </a:cubicBezTo>
                  <a:cubicBezTo>
                    <a:pt x="172" y="23"/>
                    <a:pt x="166" y="28"/>
                    <a:pt x="161" y="29"/>
                  </a:cubicBezTo>
                  <a:cubicBezTo>
                    <a:pt x="159" y="29"/>
                    <a:pt x="156" y="28"/>
                    <a:pt x="154" y="26"/>
                  </a:cubicBezTo>
                  <a:cubicBezTo>
                    <a:pt x="152" y="29"/>
                    <a:pt x="150" y="33"/>
                    <a:pt x="148" y="36"/>
                  </a:cubicBezTo>
                  <a:cubicBezTo>
                    <a:pt x="148" y="35"/>
                    <a:pt x="148" y="35"/>
                    <a:pt x="149" y="34"/>
                  </a:cubicBezTo>
                  <a:cubicBezTo>
                    <a:pt x="144" y="44"/>
                    <a:pt x="138" y="53"/>
                    <a:pt x="133" y="62"/>
                  </a:cubicBezTo>
                  <a:cubicBezTo>
                    <a:pt x="127" y="72"/>
                    <a:pt x="122" y="83"/>
                    <a:pt x="116" y="93"/>
                  </a:cubicBezTo>
                  <a:cubicBezTo>
                    <a:pt x="106" y="113"/>
                    <a:pt x="94" y="132"/>
                    <a:pt x="83" y="150"/>
                  </a:cubicBezTo>
                  <a:cubicBezTo>
                    <a:pt x="73" y="167"/>
                    <a:pt x="63" y="184"/>
                    <a:pt x="52" y="200"/>
                  </a:cubicBezTo>
                  <a:cubicBezTo>
                    <a:pt x="41" y="216"/>
                    <a:pt x="30" y="233"/>
                    <a:pt x="20" y="249"/>
                  </a:cubicBezTo>
                  <a:cubicBezTo>
                    <a:pt x="17" y="252"/>
                    <a:pt x="14" y="254"/>
                    <a:pt x="11" y="254"/>
                  </a:cubicBezTo>
                  <a:cubicBezTo>
                    <a:pt x="9" y="254"/>
                    <a:pt x="7" y="254"/>
                    <a:pt x="6" y="25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6" name="Google Shape;4996;p61"/>
            <p:cNvSpPr/>
            <p:nvPr/>
          </p:nvSpPr>
          <p:spPr>
            <a:xfrm>
              <a:off x="1811160" y="2601000"/>
              <a:ext cx="40320" cy="72000"/>
            </a:xfrm>
            <a:custGeom>
              <a:avLst/>
              <a:gdLst/>
              <a:ahLst/>
              <a:cxnLst/>
              <a:rect l="l" t="t" r="r" b="b"/>
              <a:pathLst>
                <a:path w="112" h="200" extrusionOk="0">
                  <a:moveTo>
                    <a:pt x="49" y="199"/>
                  </a:moveTo>
                  <a:cubicBezTo>
                    <a:pt x="43" y="197"/>
                    <a:pt x="39" y="192"/>
                    <a:pt x="40" y="186"/>
                  </a:cubicBezTo>
                  <a:cubicBezTo>
                    <a:pt x="43" y="175"/>
                    <a:pt x="47" y="164"/>
                    <a:pt x="50" y="153"/>
                  </a:cubicBezTo>
                  <a:cubicBezTo>
                    <a:pt x="53" y="144"/>
                    <a:pt x="56" y="135"/>
                    <a:pt x="58" y="125"/>
                  </a:cubicBezTo>
                  <a:cubicBezTo>
                    <a:pt x="60" y="121"/>
                    <a:pt x="62" y="116"/>
                    <a:pt x="64" y="111"/>
                  </a:cubicBezTo>
                  <a:cubicBezTo>
                    <a:pt x="63" y="111"/>
                    <a:pt x="63" y="112"/>
                    <a:pt x="62" y="112"/>
                  </a:cubicBezTo>
                  <a:lnTo>
                    <a:pt x="63" y="112"/>
                  </a:lnTo>
                  <a:cubicBezTo>
                    <a:pt x="56" y="117"/>
                    <a:pt x="49" y="122"/>
                    <a:pt x="43" y="128"/>
                  </a:cubicBezTo>
                  <a:cubicBezTo>
                    <a:pt x="39" y="130"/>
                    <a:pt x="35" y="133"/>
                    <a:pt x="32" y="136"/>
                  </a:cubicBezTo>
                  <a:cubicBezTo>
                    <a:pt x="28" y="139"/>
                    <a:pt x="25" y="142"/>
                    <a:pt x="21" y="144"/>
                  </a:cubicBezTo>
                  <a:cubicBezTo>
                    <a:pt x="17" y="146"/>
                    <a:pt x="13" y="147"/>
                    <a:pt x="9" y="146"/>
                  </a:cubicBezTo>
                  <a:cubicBezTo>
                    <a:pt x="6" y="145"/>
                    <a:pt x="4" y="144"/>
                    <a:pt x="2" y="142"/>
                  </a:cubicBezTo>
                  <a:cubicBezTo>
                    <a:pt x="1" y="139"/>
                    <a:pt x="0" y="135"/>
                    <a:pt x="1" y="132"/>
                  </a:cubicBezTo>
                  <a:cubicBezTo>
                    <a:pt x="4" y="126"/>
                    <a:pt x="8" y="119"/>
                    <a:pt x="11" y="112"/>
                  </a:cubicBezTo>
                  <a:cubicBezTo>
                    <a:pt x="14" y="108"/>
                    <a:pt x="16" y="103"/>
                    <a:pt x="18" y="98"/>
                  </a:cubicBezTo>
                  <a:cubicBezTo>
                    <a:pt x="23" y="88"/>
                    <a:pt x="28" y="78"/>
                    <a:pt x="32" y="68"/>
                  </a:cubicBezTo>
                  <a:cubicBezTo>
                    <a:pt x="36" y="59"/>
                    <a:pt x="40" y="51"/>
                    <a:pt x="44" y="42"/>
                  </a:cubicBezTo>
                  <a:cubicBezTo>
                    <a:pt x="46" y="37"/>
                    <a:pt x="49" y="33"/>
                    <a:pt x="51" y="28"/>
                  </a:cubicBezTo>
                  <a:cubicBezTo>
                    <a:pt x="54" y="20"/>
                    <a:pt x="58" y="12"/>
                    <a:pt x="62" y="5"/>
                  </a:cubicBezTo>
                  <a:cubicBezTo>
                    <a:pt x="64" y="2"/>
                    <a:pt x="69" y="0"/>
                    <a:pt x="73" y="1"/>
                  </a:cubicBezTo>
                  <a:cubicBezTo>
                    <a:pt x="77" y="2"/>
                    <a:pt x="81" y="5"/>
                    <a:pt x="81" y="10"/>
                  </a:cubicBezTo>
                  <a:cubicBezTo>
                    <a:pt x="81" y="12"/>
                    <a:pt x="81" y="14"/>
                    <a:pt x="81" y="16"/>
                  </a:cubicBezTo>
                  <a:cubicBezTo>
                    <a:pt x="80" y="19"/>
                    <a:pt x="78" y="21"/>
                    <a:pt x="76" y="23"/>
                  </a:cubicBezTo>
                  <a:cubicBezTo>
                    <a:pt x="74" y="28"/>
                    <a:pt x="71" y="33"/>
                    <a:pt x="69" y="38"/>
                  </a:cubicBezTo>
                  <a:cubicBezTo>
                    <a:pt x="67" y="42"/>
                    <a:pt x="64" y="47"/>
                    <a:pt x="62" y="52"/>
                  </a:cubicBezTo>
                  <a:cubicBezTo>
                    <a:pt x="57" y="61"/>
                    <a:pt x="54" y="69"/>
                    <a:pt x="50" y="77"/>
                  </a:cubicBezTo>
                  <a:cubicBezTo>
                    <a:pt x="45" y="87"/>
                    <a:pt x="40" y="96"/>
                    <a:pt x="36" y="106"/>
                  </a:cubicBezTo>
                  <a:cubicBezTo>
                    <a:pt x="35" y="107"/>
                    <a:pt x="35" y="108"/>
                    <a:pt x="34" y="109"/>
                  </a:cubicBezTo>
                  <a:cubicBezTo>
                    <a:pt x="42" y="103"/>
                    <a:pt x="50" y="97"/>
                    <a:pt x="58" y="90"/>
                  </a:cubicBezTo>
                  <a:cubicBezTo>
                    <a:pt x="64" y="86"/>
                    <a:pt x="70" y="81"/>
                    <a:pt x="75" y="76"/>
                  </a:cubicBezTo>
                  <a:lnTo>
                    <a:pt x="75" y="77"/>
                  </a:lnTo>
                  <a:cubicBezTo>
                    <a:pt x="77" y="75"/>
                    <a:pt x="79" y="73"/>
                    <a:pt x="81" y="70"/>
                  </a:cubicBezTo>
                  <a:cubicBezTo>
                    <a:pt x="82" y="68"/>
                    <a:pt x="84" y="65"/>
                    <a:pt x="85" y="62"/>
                  </a:cubicBezTo>
                  <a:cubicBezTo>
                    <a:pt x="87" y="58"/>
                    <a:pt x="89" y="54"/>
                    <a:pt x="92" y="52"/>
                  </a:cubicBezTo>
                  <a:cubicBezTo>
                    <a:pt x="94" y="51"/>
                    <a:pt x="96" y="49"/>
                    <a:pt x="98" y="49"/>
                  </a:cubicBezTo>
                  <a:cubicBezTo>
                    <a:pt x="100" y="49"/>
                    <a:pt x="102" y="49"/>
                    <a:pt x="103" y="50"/>
                  </a:cubicBezTo>
                  <a:cubicBezTo>
                    <a:pt x="109" y="52"/>
                    <a:pt x="111" y="59"/>
                    <a:pt x="109" y="65"/>
                  </a:cubicBezTo>
                  <a:cubicBezTo>
                    <a:pt x="107" y="69"/>
                    <a:pt x="105" y="72"/>
                    <a:pt x="103" y="75"/>
                  </a:cubicBezTo>
                  <a:cubicBezTo>
                    <a:pt x="101" y="77"/>
                    <a:pt x="99" y="80"/>
                    <a:pt x="98" y="82"/>
                  </a:cubicBezTo>
                  <a:cubicBezTo>
                    <a:pt x="98" y="82"/>
                    <a:pt x="97" y="82"/>
                    <a:pt x="97" y="83"/>
                  </a:cubicBezTo>
                  <a:cubicBezTo>
                    <a:pt x="93" y="90"/>
                    <a:pt x="91" y="97"/>
                    <a:pt x="87" y="104"/>
                  </a:cubicBezTo>
                  <a:cubicBezTo>
                    <a:pt x="85" y="110"/>
                    <a:pt x="83" y="115"/>
                    <a:pt x="81" y="121"/>
                  </a:cubicBezTo>
                  <a:cubicBezTo>
                    <a:pt x="78" y="126"/>
                    <a:pt x="77" y="132"/>
                    <a:pt x="75" y="137"/>
                  </a:cubicBezTo>
                  <a:cubicBezTo>
                    <a:pt x="71" y="148"/>
                    <a:pt x="68" y="159"/>
                    <a:pt x="65" y="170"/>
                  </a:cubicBezTo>
                  <a:cubicBezTo>
                    <a:pt x="64" y="177"/>
                    <a:pt x="62" y="183"/>
                    <a:pt x="60" y="190"/>
                  </a:cubicBezTo>
                  <a:cubicBezTo>
                    <a:pt x="60" y="195"/>
                    <a:pt x="55" y="199"/>
                    <a:pt x="50" y="199"/>
                  </a:cubicBezTo>
                  <a:lnTo>
                    <a:pt x="49" y="199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7" name="Google Shape;4997;p61"/>
            <p:cNvSpPr/>
            <p:nvPr/>
          </p:nvSpPr>
          <p:spPr>
            <a:xfrm>
              <a:off x="1983960" y="2579400"/>
              <a:ext cx="12240" cy="27720"/>
            </a:xfrm>
            <a:custGeom>
              <a:avLst/>
              <a:gdLst/>
              <a:ahLst/>
              <a:cxnLst/>
              <a:rect l="l" t="t" r="r" b="b"/>
              <a:pathLst>
                <a:path w="34" h="77" extrusionOk="0">
                  <a:moveTo>
                    <a:pt x="1" y="66"/>
                  </a:moveTo>
                  <a:cubicBezTo>
                    <a:pt x="0" y="52"/>
                    <a:pt x="1" y="39"/>
                    <a:pt x="1" y="25"/>
                  </a:cubicBezTo>
                  <a:cubicBezTo>
                    <a:pt x="1" y="21"/>
                    <a:pt x="1" y="17"/>
                    <a:pt x="1" y="14"/>
                  </a:cubicBezTo>
                  <a:cubicBezTo>
                    <a:pt x="2" y="8"/>
                    <a:pt x="5" y="2"/>
                    <a:pt x="11" y="1"/>
                  </a:cubicBezTo>
                  <a:cubicBezTo>
                    <a:pt x="14" y="0"/>
                    <a:pt x="17" y="0"/>
                    <a:pt x="20" y="2"/>
                  </a:cubicBezTo>
                  <a:cubicBezTo>
                    <a:pt x="22" y="4"/>
                    <a:pt x="24" y="6"/>
                    <a:pt x="25" y="9"/>
                  </a:cubicBezTo>
                  <a:cubicBezTo>
                    <a:pt x="27" y="11"/>
                    <a:pt x="29" y="14"/>
                    <a:pt x="30" y="17"/>
                  </a:cubicBezTo>
                  <a:cubicBezTo>
                    <a:pt x="33" y="21"/>
                    <a:pt x="32" y="28"/>
                    <a:pt x="28" y="31"/>
                  </a:cubicBezTo>
                  <a:cubicBezTo>
                    <a:pt x="25" y="32"/>
                    <a:pt x="24" y="33"/>
                    <a:pt x="21" y="33"/>
                  </a:cubicBezTo>
                  <a:cubicBezTo>
                    <a:pt x="21" y="34"/>
                    <a:pt x="21" y="35"/>
                    <a:pt x="21" y="36"/>
                  </a:cubicBezTo>
                  <a:cubicBezTo>
                    <a:pt x="21" y="42"/>
                    <a:pt x="21" y="49"/>
                    <a:pt x="21" y="55"/>
                  </a:cubicBezTo>
                  <a:cubicBezTo>
                    <a:pt x="21" y="58"/>
                    <a:pt x="21" y="61"/>
                    <a:pt x="21" y="64"/>
                  </a:cubicBezTo>
                  <a:cubicBezTo>
                    <a:pt x="21" y="70"/>
                    <a:pt x="17" y="75"/>
                    <a:pt x="12" y="76"/>
                  </a:cubicBezTo>
                  <a:cubicBezTo>
                    <a:pt x="11" y="76"/>
                    <a:pt x="11" y="76"/>
                    <a:pt x="11" y="76"/>
                  </a:cubicBezTo>
                  <a:cubicBezTo>
                    <a:pt x="6" y="76"/>
                    <a:pt x="1" y="71"/>
                    <a:pt x="1" y="6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8" name="Google Shape;4998;p61"/>
            <p:cNvSpPr/>
            <p:nvPr/>
          </p:nvSpPr>
          <p:spPr>
            <a:xfrm>
              <a:off x="1999440" y="2572920"/>
              <a:ext cx="16200" cy="25920"/>
            </a:xfrm>
            <a:custGeom>
              <a:avLst/>
              <a:gdLst/>
              <a:ahLst/>
              <a:cxnLst/>
              <a:rect l="l" t="t" r="r" b="b"/>
              <a:pathLst>
                <a:path w="45" h="72" extrusionOk="0">
                  <a:moveTo>
                    <a:pt x="8" y="70"/>
                  </a:moveTo>
                  <a:cubicBezTo>
                    <a:pt x="3" y="68"/>
                    <a:pt x="0" y="63"/>
                    <a:pt x="2" y="57"/>
                  </a:cubicBezTo>
                  <a:cubicBezTo>
                    <a:pt x="5" y="47"/>
                    <a:pt x="8" y="38"/>
                    <a:pt x="12" y="28"/>
                  </a:cubicBezTo>
                  <a:cubicBezTo>
                    <a:pt x="14" y="24"/>
                    <a:pt x="16" y="20"/>
                    <a:pt x="18" y="16"/>
                  </a:cubicBezTo>
                  <a:cubicBezTo>
                    <a:pt x="19" y="13"/>
                    <a:pt x="21" y="10"/>
                    <a:pt x="22" y="7"/>
                  </a:cubicBezTo>
                  <a:cubicBezTo>
                    <a:pt x="23" y="4"/>
                    <a:pt x="25" y="3"/>
                    <a:pt x="26" y="1"/>
                  </a:cubicBezTo>
                  <a:cubicBezTo>
                    <a:pt x="29" y="0"/>
                    <a:pt x="31" y="0"/>
                    <a:pt x="33" y="0"/>
                  </a:cubicBezTo>
                  <a:cubicBezTo>
                    <a:pt x="38" y="0"/>
                    <a:pt x="42" y="4"/>
                    <a:pt x="43" y="9"/>
                  </a:cubicBezTo>
                  <a:lnTo>
                    <a:pt x="43" y="10"/>
                  </a:lnTo>
                  <a:cubicBezTo>
                    <a:pt x="44" y="14"/>
                    <a:pt x="42" y="18"/>
                    <a:pt x="39" y="20"/>
                  </a:cubicBezTo>
                  <a:cubicBezTo>
                    <a:pt x="36" y="25"/>
                    <a:pt x="34" y="31"/>
                    <a:pt x="32" y="36"/>
                  </a:cubicBezTo>
                  <a:cubicBezTo>
                    <a:pt x="28" y="45"/>
                    <a:pt x="24" y="54"/>
                    <a:pt x="21" y="64"/>
                  </a:cubicBezTo>
                  <a:cubicBezTo>
                    <a:pt x="19" y="68"/>
                    <a:pt x="15" y="71"/>
                    <a:pt x="11" y="71"/>
                  </a:cubicBezTo>
                  <a:cubicBezTo>
                    <a:pt x="10" y="71"/>
                    <a:pt x="9" y="70"/>
                    <a:pt x="8" y="7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9" name="Google Shape;4999;p61"/>
            <p:cNvSpPr/>
            <p:nvPr/>
          </p:nvSpPr>
          <p:spPr>
            <a:xfrm>
              <a:off x="1952280" y="2563920"/>
              <a:ext cx="66600" cy="24480"/>
            </a:xfrm>
            <a:custGeom>
              <a:avLst/>
              <a:gdLst/>
              <a:ahLst/>
              <a:cxnLst/>
              <a:rect l="l" t="t" r="r" b="b"/>
              <a:pathLst>
                <a:path w="185" h="68" extrusionOk="0">
                  <a:moveTo>
                    <a:pt x="16" y="63"/>
                  </a:moveTo>
                  <a:cubicBezTo>
                    <a:pt x="11" y="58"/>
                    <a:pt x="7" y="53"/>
                    <a:pt x="3" y="47"/>
                  </a:cubicBezTo>
                  <a:cubicBezTo>
                    <a:pt x="0" y="42"/>
                    <a:pt x="0" y="36"/>
                    <a:pt x="3" y="31"/>
                  </a:cubicBezTo>
                  <a:cubicBezTo>
                    <a:pt x="5" y="25"/>
                    <a:pt x="11" y="22"/>
                    <a:pt x="16" y="20"/>
                  </a:cubicBezTo>
                  <a:cubicBezTo>
                    <a:pt x="23" y="16"/>
                    <a:pt x="30" y="14"/>
                    <a:pt x="36" y="12"/>
                  </a:cubicBezTo>
                  <a:cubicBezTo>
                    <a:pt x="41" y="11"/>
                    <a:pt x="45" y="10"/>
                    <a:pt x="50" y="9"/>
                  </a:cubicBezTo>
                  <a:cubicBezTo>
                    <a:pt x="53" y="8"/>
                    <a:pt x="57" y="7"/>
                    <a:pt x="60" y="7"/>
                  </a:cubicBezTo>
                  <a:cubicBezTo>
                    <a:pt x="63" y="6"/>
                    <a:pt x="65" y="6"/>
                    <a:pt x="67" y="5"/>
                  </a:cubicBezTo>
                  <a:cubicBezTo>
                    <a:pt x="73" y="4"/>
                    <a:pt x="79" y="3"/>
                    <a:pt x="85" y="2"/>
                  </a:cubicBezTo>
                  <a:cubicBezTo>
                    <a:pt x="91" y="1"/>
                    <a:pt x="97" y="1"/>
                    <a:pt x="102" y="1"/>
                  </a:cubicBezTo>
                  <a:cubicBezTo>
                    <a:pt x="113" y="0"/>
                    <a:pt x="124" y="0"/>
                    <a:pt x="135" y="0"/>
                  </a:cubicBezTo>
                  <a:cubicBezTo>
                    <a:pt x="149" y="1"/>
                    <a:pt x="162" y="3"/>
                    <a:pt x="175" y="4"/>
                  </a:cubicBezTo>
                  <a:cubicBezTo>
                    <a:pt x="180" y="4"/>
                    <a:pt x="184" y="8"/>
                    <a:pt x="184" y="14"/>
                  </a:cubicBezTo>
                  <a:cubicBezTo>
                    <a:pt x="184" y="19"/>
                    <a:pt x="179" y="24"/>
                    <a:pt x="174" y="23"/>
                  </a:cubicBezTo>
                  <a:cubicBezTo>
                    <a:pt x="164" y="22"/>
                    <a:pt x="155" y="21"/>
                    <a:pt x="146" y="21"/>
                  </a:cubicBezTo>
                  <a:cubicBezTo>
                    <a:pt x="139" y="20"/>
                    <a:pt x="131" y="20"/>
                    <a:pt x="124" y="20"/>
                  </a:cubicBezTo>
                  <a:cubicBezTo>
                    <a:pt x="121" y="20"/>
                    <a:pt x="118" y="20"/>
                    <a:pt x="116" y="20"/>
                  </a:cubicBezTo>
                  <a:cubicBezTo>
                    <a:pt x="113" y="20"/>
                    <a:pt x="110" y="20"/>
                    <a:pt x="107" y="20"/>
                  </a:cubicBezTo>
                  <a:cubicBezTo>
                    <a:pt x="101" y="20"/>
                    <a:pt x="95" y="21"/>
                    <a:pt x="89" y="21"/>
                  </a:cubicBezTo>
                  <a:cubicBezTo>
                    <a:pt x="86" y="22"/>
                    <a:pt x="83" y="22"/>
                    <a:pt x="79" y="23"/>
                  </a:cubicBezTo>
                  <a:cubicBezTo>
                    <a:pt x="76" y="24"/>
                    <a:pt x="74" y="24"/>
                    <a:pt x="71" y="25"/>
                  </a:cubicBezTo>
                  <a:cubicBezTo>
                    <a:pt x="63" y="26"/>
                    <a:pt x="54" y="28"/>
                    <a:pt x="46" y="31"/>
                  </a:cubicBezTo>
                  <a:cubicBezTo>
                    <a:pt x="46" y="30"/>
                    <a:pt x="46" y="30"/>
                    <a:pt x="47" y="30"/>
                  </a:cubicBezTo>
                  <a:cubicBezTo>
                    <a:pt x="41" y="32"/>
                    <a:pt x="36" y="34"/>
                    <a:pt x="30" y="36"/>
                  </a:cubicBezTo>
                  <a:cubicBezTo>
                    <a:pt x="28" y="36"/>
                    <a:pt x="26" y="38"/>
                    <a:pt x="25" y="39"/>
                  </a:cubicBezTo>
                  <a:cubicBezTo>
                    <a:pt x="24" y="39"/>
                    <a:pt x="23" y="39"/>
                    <a:pt x="23" y="39"/>
                  </a:cubicBezTo>
                  <a:cubicBezTo>
                    <a:pt x="26" y="43"/>
                    <a:pt x="29" y="46"/>
                    <a:pt x="32" y="49"/>
                  </a:cubicBezTo>
                  <a:cubicBezTo>
                    <a:pt x="36" y="53"/>
                    <a:pt x="35" y="60"/>
                    <a:pt x="30" y="64"/>
                  </a:cubicBezTo>
                  <a:cubicBezTo>
                    <a:pt x="29" y="66"/>
                    <a:pt x="26" y="67"/>
                    <a:pt x="23" y="67"/>
                  </a:cubicBezTo>
                  <a:cubicBezTo>
                    <a:pt x="21" y="67"/>
                    <a:pt x="18" y="66"/>
                    <a:pt x="16" y="6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0" name="Google Shape;5000;p61"/>
            <p:cNvSpPr/>
            <p:nvPr/>
          </p:nvSpPr>
          <p:spPr>
            <a:xfrm>
              <a:off x="1984680" y="2578320"/>
              <a:ext cx="52560" cy="72360"/>
            </a:xfrm>
            <a:custGeom>
              <a:avLst/>
              <a:gdLst/>
              <a:ahLst/>
              <a:cxnLst/>
              <a:rect l="l" t="t" r="r" b="b"/>
              <a:pathLst>
                <a:path w="146" h="201" extrusionOk="0">
                  <a:moveTo>
                    <a:pt x="7" y="199"/>
                  </a:moveTo>
                  <a:cubicBezTo>
                    <a:pt x="1" y="196"/>
                    <a:pt x="0" y="189"/>
                    <a:pt x="3" y="185"/>
                  </a:cubicBezTo>
                  <a:cubicBezTo>
                    <a:pt x="26" y="147"/>
                    <a:pt x="51" y="110"/>
                    <a:pt x="75" y="73"/>
                  </a:cubicBezTo>
                  <a:cubicBezTo>
                    <a:pt x="83" y="62"/>
                    <a:pt x="90" y="51"/>
                    <a:pt x="98" y="39"/>
                  </a:cubicBezTo>
                  <a:cubicBezTo>
                    <a:pt x="101" y="34"/>
                    <a:pt x="105" y="29"/>
                    <a:pt x="108" y="25"/>
                  </a:cubicBezTo>
                  <a:cubicBezTo>
                    <a:pt x="111" y="20"/>
                    <a:pt x="114" y="16"/>
                    <a:pt x="117" y="13"/>
                  </a:cubicBezTo>
                  <a:cubicBezTo>
                    <a:pt x="121" y="8"/>
                    <a:pt x="126" y="3"/>
                    <a:pt x="132" y="1"/>
                  </a:cubicBezTo>
                  <a:cubicBezTo>
                    <a:pt x="137" y="0"/>
                    <a:pt x="143" y="4"/>
                    <a:pt x="144" y="9"/>
                  </a:cubicBezTo>
                  <a:cubicBezTo>
                    <a:pt x="145" y="15"/>
                    <a:pt x="142" y="20"/>
                    <a:pt x="137" y="22"/>
                  </a:cubicBezTo>
                  <a:lnTo>
                    <a:pt x="136" y="22"/>
                  </a:lnTo>
                  <a:cubicBezTo>
                    <a:pt x="137" y="22"/>
                    <a:pt x="137" y="22"/>
                    <a:pt x="137" y="22"/>
                  </a:cubicBezTo>
                  <a:cubicBezTo>
                    <a:pt x="137" y="22"/>
                    <a:pt x="136" y="22"/>
                    <a:pt x="136" y="23"/>
                  </a:cubicBezTo>
                  <a:cubicBezTo>
                    <a:pt x="133" y="26"/>
                    <a:pt x="130" y="29"/>
                    <a:pt x="127" y="32"/>
                  </a:cubicBezTo>
                  <a:cubicBezTo>
                    <a:pt x="128" y="32"/>
                    <a:pt x="128" y="31"/>
                    <a:pt x="129" y="31"/>
                  </a:cubicBezTo>
                  <a:cubicBezTo>
                    <a:pt x="121" y="41"/>
                    <a:pt x="115" y="51"/>
                    <a:pt x="108" y="61"/>
                  </a:cubicBezTo>
                  <a:cubicBezTo>
                    <a:pt x="102" y="69"/>
                    <a:pt x="97" y="78"/>
                    <a:pt x="91" y="86"/>
                  </a:cubicBezTo>
                  <a:cubicBezTo>
                    <a:pt x="78" y="104"/>
                    <a:pt x="65" y="124"/>
                    <a:pt x="52" y="143"/>
                  </a:cubicBezTo>
                  <a:cubicBezTo>
                    <a:pt x="44" y="156"/>
                    <a:pt x="35" y="170"/>
                    <a:pt x="27" y="183"/>
                  </a:cubicBezTo>
                  <a:lnTo>
                    <a:pt x="27" y="182"/>
                  </a:lnTo>
                  <a:lnTo>
                    <a:pt x="27" y="183"/>
                  </a:lnTo>
                  <a:cubicBezTo>
                    <a:pt x="26" y="184"/>
                    <a:pt x="26" y="184"/>
                    <a:pt x="26" y="185"/>
                  </a:cubicBezTo>
                  <a:cubicBezTo>
                    <a:pt x="26" y="185"/>
                    <a:pt x="25" y="186"/>
                    <a:pt x="24" y="187"/>
                  </a:cubicBezTo>
                  <a:cubicBezTo>
                    <a:pt x="24" y="188"/>
                    <a:pt x="24" y="188"/>
                    <a:pt x="23" y="189"/>
                  </a:cubicBezTo>
                  <a:lnTo>
                    <a:pt x="23" y="190"/>
                  </a:lnTo>
                  <a:cubicBezTo>
                    <a:pt x="22" y="192"/>
                    <a:pt x="21" y="193"/>
                    <a:pt x="20" y="195"/>
                  </a:cubicBezTo>
                  <a:cubicBezTo>
                    <a:pt x="18" y="198"/>
                    <a:pt x="14" y="200"/>
                    <a:pt x="11" y="200"/>
                  </a:cubicBezTo>
                  <a:cubicBezTo>
                    <a:pt x="10" y="200"/>
                    <a:pt x="8" y="200"/>
                    <a:pt x="7" y="19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1" name="Google Shape;5001;p61"/>
            <p:cNvSpPr/>
            <p:nvPr/>
          </p:nvSpPr>
          <p:spPr>
            <a:xfrm>
              <a:off x="2004840" y="2602440"/>
              <a:ext cx="47880" cy="49680"/>
            </a:xfrm>
            <a:custGeom>
              <a:avLst/>
              <a:gdLst/>
              <a:ahLst/>
              <a:cxnLst/>
              <a:rect l="l" t="t" r="r" b="b"/>
              <a:pathLst>
                <a:path w="133" h="138" extrusionOk="0">
                  <a:moveTo>
                    <a:pt x="45" y="137"/>
                  </a:moveTo>
                  <a:cubicBezTo>
                    <a:pt x="37" y="136"/>
                    <a:pt x="29" y="135"/>
                    <a:pt x="21" y="133"/>
                  </a:cubicBezTo>
                  <a:cubicBezTo>
                    <a:pt x="17" y="132"/>
                    <a:pt x="13" y="131"/>
                    <a:pt x="10" y="129"/>
                  </a:cubicBezTo>
                  <a:cubicBezTo>
                    <a:pt x="7" y="128"/>
                    <a:pt x="4" y="125"/>
                    <a:pt x="3" y="122"/>
                  </a:cubicBezTo>
                  <a:cubicBezTo>
                    <a:pt x="0" y="119"/>
                    <a:pt x="0" y="113"/>
                    <a:pt x="3" y="109"/>
                  </a:cubicBezTo>
                  <a:cubicBezTo>
                    <a:pt x="4" y="108"/>
                    <a:pt x="5" y="108"/>
                    <a:pt x="6" y="106"/>
                  </a:cubicBezTo>
                  <a:cubicBezTo>
                    <a:pt x="7" y="105"/>
                    <a:pt x="10" y="104"/>
                    <a:pt x="11" y="104"/>
                  </a:cubicBezTo>
                  <a:cubicBezTo>
                    <a:pt x="13" y="103"/>
                    <a:pt x="14" y="102"/>
                    <a:pt x="15" y="102"/>
                  </a:cubicBezTo>
                  <a:cubicBezTo>
                    <a:pt x="18" y="100"/>
                    <a:pt x="20" y="99"/>
                    <a:pt x="23" y="97"/>
                  </a:cubicBezTo>
                  <a:cubicBezTo>
                    <a:pt x="24" y="97"/>
                    <a:pt x="24" y="97"/>
                    <a:pt x="24" y="97"/>
                  </a:cubicBezTo>
                  <a:cubicBezTo>
                    <a:pt x="30" y="93"/>
                    <a:pt x="36" y="89"/>
                    <a:pt x="42" y="85"/>
                  </a:cubicBezTo>
                  <a:cubicBezTo>
                    <a:pt x="45" y="82"/>
                    <a:pt x="48" y="79"/>
                    <a:pt x="51" y="77"/>
                  </a:cubicBezTo>
                  <a:cubicBezTo>
                    <a:pt x="53" y="74"/>
                    <a:pt x="56" y="72"/>
                    <a:pt x="58" y="69"/>
                  </a:cubicBezTo>
                  <a:cubicBezTo>
                    <a:pt x="60" y="66"/>
                    <a:pt x="62" y="63"/>
                    <a:pt x="63" y="61"/>
                  </a:cubicBezTo>
                  <a:cubicBezTo>
                    <a:pt x="64" y="58"/>
                    <a:pt x="66" y="56"/>
                    <a:pt x="67" y="53"/>
                  </a:cubicBezTo>
                  <a:cubicBezTo>
                    <a:pt x="68" y="52"/>
                    <a:pt x="69" y="50"/>
                    <a:pt x="69" y="49"/>
                  </a:cubicBezTo>
                  <a:cubicBezTo>
                    <a:pt x="69" y="46"/>
                    <a:pt x="70" y="45"/>
                    <a:pt x="70" y="43"/>
                  </a:cubicBezTo>
                  <a:cubicBezTo>
                    <a:pt x="70" y="42"/>
                    <a:pt x="70" y="41"/>
                    <a:pt x="70" y="39"/>
                  </a:cubicBezTo>
                  <a:cubicBezTo>
                    <a:pt x="70" y="38"/>
                    <a:pt x="70" y="37"/>
                    <a:pt x="70" y="35"/>
                  </a:cubicBezTo>
                  <a:cubicBezTo>
                    <a:pt x="70" y="34"/>
                    <a:pt x="69" y="33"/>
                    <a:pt x="69" y="32"/>
                  </a:cubicBezTo>
                  <a:cubicBezTo>
                    <a:pt x="69" y="31"/>
                    <a:pt x="69" y="30"/>
                    <a:pt x="68" y="30"/>
                  </a:cubicBezTo>
                  <a:cubicBezTo>
                    <a:pt x="68" y="29"/>
                    <a:pt x="67" y="28"/>
                    <a:pt x="67" y="27"/>
                  </a:cubicBezTo>
                  <a:cubicBezTo>
                    <a:pt x="67" y="27"/>
                    <a:pt x="66" y="27"/>
                    <a:pt x="66" y="26"/>
                  </a:cubicBezTo>
                  <a:cubicBezTo>
                    <a:pt x="65" y="25"/>
                    <a:pt x="65" y="25"/>
                    <a:pt x="65" y="24"/>
                  </a:cubicBezTo>
                  <a:cubicBezTo>
                    <a:pt x="64" y="24"/>
                    <a:pt x="64" y="24"/>
                    <a:pt x="64" y="24"/>
                  </a:cubicBezTo>
                  <a:cubicBezTo>
                    <a:pt x="63" y="24"/>
                    <a:pt x="63" y="24"/>
                    <a:pt x="63" y="23"/>
                  </a:cubicBezTo>
                  <a:cubicBezTo>
                    <a:pt x="62" y="23"/>
                    <a:pt x="62" y="23"/>
                    <a:pt x="62" y="23"/>
                  </a:cubicBezTo>
                  <a:cubicBezTo>
                    <a:pt x="61" y="23"/>
                    <a:pt x="60" y="23"/>
                    <a:pt x="60" y="23"/>
                  </a:cubicBezTo>
                  <a:cubicBezTo>
                    <a:pt x="59" y="23"/>
                    <a:pt x="59" y="23"/>
                    <a:pt x="59" y="23"/>
                  </a:cubicBezTo>
                  <a:cubicBezTo>
                    <a:pt x="57" y="23"/>
                    <a:pt x="57" y="23"/>
                    <a:pt x="56" y="23"/>
                  </a:cubicBezTo>
                  <a:lnTo>
                    <a:pt x="55" y="23"/>
                  </a:lnTo>
                  <a:lnTo>
                    <a:pt x="56" y="23"/>
                  </a:lnTo>
                  <a:cubicBezTo>
                    <a:pt x="55" y="23"/>
                    <a:pt x="54" y="23"/>
                    <a:pt x="53" y="24"/>
                  </a:cubicBezTo>
                  <a:cubicBezTo>
                    <a:pt x="52" y="24"/>
                    <a:pt x="52" y="24"/>
                    <a:pt x="50" y="25"/>
                  </a:cubicBezTo>
                  <a:cubicBezTo>
                    <a:pt x="50" y="26"/>
                    <a:pt x="49" y="26"/>
                    <a:pt x="48" y="27"/>
                  </a:cubicBezTo>
                  <a:cubicBezTo>
                    <a:pt x="48" y="27"/>
                    <a:pt x="47" y="28"/>
                    <a:pt x="46" y="28"/>
                  </a:cubicBezTo>
                  <a:cubicBezTo>
                    <a:pt x="45" y="29"/>
                    <a:pt x="45" y="30"/>
                    <a:pt x="44" y="31"/>
                  </a:cubicBezTo>
                  <a:cubicBezTo>
                    <a:pt x="43" y="32"/>
                    <a:pt x="42" y="33"/>
                    <a:pt x="41" y="34"/>
                  </a:cubicBezTo>
                  <a:cubicBezTo>
                    <a:pt x="41" y="35"/>
                    <a:pt x="40" y="37"/>
                    <a:pt x="39" y="38"/>
                  </a:cubicBezTo>
                  <a:cubicBezTo>
                    <a:pt x="39" y="39"/>
                    <a:pt x="39" y="40"/>
                    <a:pt x="38" y="41"/>
                  </a:cubicBezTo>
                  <a:cubicBezTo>
                    <a:pt x="38" y="42"/>
                    <a:pt x="38" y="44"/>
                    <a:pt x="38" y="45"/>
                  </a:cubicBezTo>
                  <a:cubicBezTo>
                    <a:pt x="38" y="46"/>
                    <a:pt x="38" y="46"/>
                    <a:pt x="38" y="47"/>
                  </a:cubicBezTo>
                  <a:cubicBezTo>
                    <a:pt x="38" y="48"/>
                    <a:pt x="38" y="49"/>
                    <a:pt x="38" y="49"/>
                  </a:cubicBezTo>
                  <a:cubicBezTo>
                    <a:pt x="38" y="51"/>
                    <a:pt x="38" y="52"/>
                    <a:pt x="38" y="53"/>
                  </a:cubicBezTo>
                  <a:cubicBezTo>
                    <a:pt x="39" y="55"/>
                    <a:pt x="39" y="57"/>
                    <a:pt x="41" y="59"/>
                  </a:cubicBezTo>
                  <a:cubicBezTo>
                    <a:pt x="41" y="60"/>
                    <a:pt x="42" y="62"/>
                    <a:pt x="42" y="63"/>
                  </a:cubicBezTo>
                  <a:cubicBezTo>
                    <a:pt x="43" y="63"/>
                    <a:pt x="43" y="64"/>
                    <a:pt x="43" y="64"/>
                  </a:cubicBezTo>
                  <a:cubicBezTo>
                    <a:pt x="46" y="69"/>
                    <a:pt x="45" y="76"/>
                    <a:pt x="40" y="79"/>
                  </a:cubicBezTo>
                  <a:cubicBezTo>
                    <a:pt x="35" y="82"/>
                    <a:pt x="29" y="81"/>
                    <a:pt x="25" y="76"/>
                  </a:cubicBezTo>
                  <a:cubicBezTo>
                    <a:pt x="23" y="72"/>
                    <a:pt x="20" y="66"/>
                    <a:pt x="18" y="60"/>
                  </a:cubicBezTo>
                  <a:cubicBezTo>
                    <a:pt x="17" y="55"/>
                    <a:pt x="16" y="48"/>
                    <a:pt x="17" y="41"/>
                  </a:cubicBezTo>
                  <a:cubicBezTo>
                    <a:pt x="19" y="28"/>
                    <a:pt x="27" y="17"/>
                    <a:pt x="37" y="9"/>
                  </a:cubicBezTo>
                  <a:cubicBezTo>
                    <a:pt x="46" y="2"/>
                    <a:pt x="60" y="0"/>
                    <a:pt x="71" y="5"/>
                  </a:cubicBezTo>
                  <a:cubicBezTo>
                    <a:pt x="76" y="7"/>
                    <a:pt x="81" y="10"/>
                    <a:pt x="84" y="16"/>
                  </a:cubicBezTo>
                  <a:cubicBezTo>
                    <a:pt x="88" y="21"/>
                    <a:pt x="90" y="28"/>
                    <a:pt x="90" y="35"/>
                  </a:cubicBezTo>
                  <a:cubicBezTo>
                    <a:pt x="92" y="48"/>
                    <a:pt x="87" y="62"/>
                    <a:pt x="80" y="73"/>
                  </a:cubicBezTo>
                  <a:cubicBezTo>
                    <a:pt x="72" y="86"/>
                    <a:pt x="61" y="95"/>
                    <a:pt x="49" y="104"/>
                  </a:cubicBezTo>
                  <a:cubicBezTo>
                    <a:pt x="45" y="108"/>
                    <a:pt x="39" y="111"/>
                    <a:pt x="34" y="114"/>
                  </a:cubicBezTo>
                  <a:lnTo>
                    <a:pt x="34" y="115"/>
                  </a:lnTo>
                  <a:cubicBezTo>
                    <a:pt x="37" y="115"/>
                    <a:pt x="40" y="115"/>
                    <a:pt x="44" y="116"/>
                  </a:cubicBezTo>
                  <a:cubicBezTo>
                    <a:pt x="49" y="116"/>
                    <a:pt x="55" y="117"/>
                    <a:pt x="61" y="117"/>
                  </a:cubicBezTo>
                  <a:cubicBezTo>
                    <a:pt x="60" y="117"/>
                    <a:pt x="60" y="117"/>
                    <a:pt x="60" y="117"/>
                  </a:cubicBezTo>
                  <a:cubicBezTo>
                    <a:pt x="71" y="117"/>
                    <a:pt x="82" y="116"/>
                    <a:pt x="93" y="115"/>
                  </a:cubicBezTo>
                  <a:cubicBezTo>
                    <a:pt x="102" y="114"/>
                    <a:pt x="112" y="113"/>
                    <a:pt x="121" y="112"/>
                  </a:cubicBezTo>
                  <a:cubicBezTo>
                    <a:pt x="126" y="112"/>
                    <a:pt x="131" y="116"/>
                    <a:pt x="131" y="122"/>
                  </a:cubicBezTo>
                  <a:cubicBezTo>
                    <a:pt x="132" y="127"/>
                    <a:pt x="128" y="132"/>
                    <a:pt x="123" y="133"/>
                  </a:cubicBezTo>
                  <a:cubicBezTo>
                    <a:pt x="109" y="133"/>
                    <a:pt x="96" y="135"/>
                    <a:pt x="83" y="136"/>
                  </a:cubicBezTo>
                  <a:cubicBezTo>
                    <a:pt x="74" y="137"/>
                    <a:pt x="66" y="137"/>
                    <a:pt x="57" y="137"/>
                  </a:cubicBezTo>
                  <a:cubicBezTo>
                    <a:pt x="53" y="137"/>
                    <a:pt x="49" y="137"/>
                    <a:pt x="45" y="13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2" name="Google Shape;5002;p61"/>
            <p:cNvSpPr/>
            <p:nvPr/>
          </p:nvSpPr>
          <p:spPr>
            <a:xfrm>
              <a:off x="2224440" y="2587680"/>
              <a:ext cx="56160" cy="55440"/>
            </a:xfrm>
            <a:custGeom>
              <a:avLst/>
              <a:gdLst/>
              <a:ahLst/>
              <a:cxnLst/>
              <a:rect l="l" t="t" r="r" b="b"/>
              <a:pathLst>
                <a:path w="156" h="154" extrusionOk="0">
                  <a:moveTo>
                    <a:pt x="138" y="152"/>
                  </a:moveTo>
                  <a:cubicBezTo>
                    <a:pt x="119" y="138"/>
                    <a:pt x="101" y="125"/>
                    <a:pt x="83" y="112"/>
                  </a:cubicBezTo>
                  <a:cubicBezTo>
                    <a:pt x="72" y="104"/>
                    <a:pt x="62" y="96"/>
                    <a:pt x="52" y="87"/>
                  </a:cubicBezTo>
                  <a:cubicBezTo>
                    <a:pt x="40" y="78"/>
                    <a:pt x="30" y="67"/>
                    <a:pt x="21" y="54"/>
                  </a:cubicBezTo>
                  <a:cubicBezTo>
                    <a:pt x="13" y="44"/>
                    <a:pt x="6" y="34"/>
                    <a:pt x="2" y="22"/>
                  </a:cubicBezTo>
                  <a:cubicBezTo>
                    <a:pt x="2" y="21"/>
                    <a:pt x="2" y="20"/>
                    <a:pt x="2" y="20"/>
                  </a:cubicBezTo>
                  <a:cubicBezTo>
                    <a:pt x="1" y="19"/>
                    <a:pt x="1" y="18"/>
                    <a:pt x="1" y="18"/>
                  </a:cubicBezTo>
                  <a:cubicBezTo>
                    <a:pt x="0" y="15"/>
                    <a:pt x="0" y="12"/>
                    <a:pt x="0" y="10"/>
                  </a:cubicBezTo>
                  <a:cubicBezTo>
                    <a:pt x="0" y="6"/>
                    <a:pt x="3" y="3"/>
                    <a:pt x="6" y="1"/>
                  </a:cubicBezTo>
                  <a:cubicBezTo>
                    <a:pt x="10" y="0"/>
                    <a:pt x="15" y="0"/>
                    <a:pt x="18" y="3"/>
                  </a:cubicBezTo>
                  <a:cubicBezTo>
                    <a:pt x="19" y="4"/>
                    <a:pt x="20" y="6"/>
                    <a:pt x="21" y="8"/>
                  </a:cubicBezTo>
                  <a:cubicBezTo>
                    <a:pt x="21" y="9"/>
                    <a:pt x="22" y="11"/>
                    <a:pt x="22" y="12"/>
                  </a:cubicBezTo>
                  <a:cubicBezTo>
                    <a:pt x="23" y="13"/>
                    <a:pt x="23" y="15"/>
                    <a:pt x="23" y="17"/>
                  </a:cubicBezTo>
                  <a:cubicBezTo>
                    <a:pt x="23" y="18"/>
                    <a:pt x="23" y="19"/>
                    <a:pt x="24" y="20"/>
                  </a:cubicBezTo>
                  <a:cubicBezTo>
                    <a:pt x="25" y="23"/>
                    <a:pt x="27" y="27"/>
                    <a:pt x="30" y="31"/>
                  </a:cubicBezTo>
                  <a:cubicBezTo>
                    <a:pt x="29" y="31"/>
                    <a:pt x="29" y="30"/>
                    <a:pt x="29" y="30"/>
                  </a:cubicBezTo>
                  <a:cubicBezTo>
                    <a:pt x="32" y="35"/>
                    <a:pt x="35" y="40"/>
                    <a:pt x="38" y="44"/>
                  </a:cubicBezTo>
                  <a:cubicBezTo>
                    <a:pt x="45" y="53"/>
                    <a:pt x="51" y="60"/>
                    <a:pt x="58" y="68"/>
                  </a:cubicBezTo>
                  <a:cubicBezTo>
                    <a:pt x="58" y="67"/>
                    <a:pt x="58" y="67"/>
                    <a:pt x="58" y="67"/>
                  </a:cubicBezTo>
                  <a:cubicBezTo>
                    <a:pt x="63" y="72"/>
                    <a:pt x="69" y="77"/>
                    <a:pt x="74" y="82"/>
                  </a:cubicBezTo>
                  <a:cubicBezTo>
                    <a:pt x="78" y="85"/>
                    <a:pt x="81" y="87"/>
                    <a:pt x="85" y="90"/>
                  </a:cubicBezTo>
                  <a:cubicBezTo>
                    <a:pt x="90" y="94"/>
                    <a:pt x="94" y="97"/>
                    <a:pt x="98" y="100"/>
                  </a:cubicBezTo>
                  <a:cubicBezTo>
                    <a:pt x="104" y="104"/>
                    <a:pt x="109" y="108"/>
                    <a:pt x="114" y="111"/>
                  </a:cubicBezTo>
                  <a:cubicBezTo>
                    <a:pt x="126" y="120"/>
                    <a:pt x="137" y="127"/>
                    <a:pt x="149" y="135"/>
                  </a:cubicBezTo>
                  <a:cubicBezTo>
                    <a:pt x="153" y="138"/>
                    <a:pt x="155" y="145"/>
                    <a:pt x="151" y="149"/>
                  </a:cubicBezTo>
                  <a:cubicBezTo>
                    <a:pt x="150" y="152"/>
                    <a:pt x="147" y="153"/>
                    <a:pt x="143" y="153"/>
                  </a:cubicBezTo>
                  <a:cubicBezTo>
                    <a:pt x="141" y="153"/>
                    <a:pt x="140" y="153"/>
                    <a:pt x="138" y="15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3" name="Google Shape;5003;p61"/>
            <p:cNvSpPr/>
            <p:nvPr/>
          </p:nvSpPr>
          <p:spPr>
            <a:xfrm>
              <a:off x="2231280" y="2596320"/>
              <a:ext cx="60120" cy="61560"/>
            </a:xfrm>
            <a:custGeom>
              <a:avLst/>
              <a:gdLst/>
              <a:ahLst/>
              <a:cxnLst/>
              <a:rect l="l" t="t" r="r" b="b"/>
              <a:pathLst>
                <a:path w="167" h="171" extrusionOk="0">
                  <a:moveTo>
                    <a:pt x="7" y="169"/>
                  </a:moveTo>
                  <a:cubicBezTo>
                    <a:pt x="2" y="167"/>
                    <a:pt x="0" y="161"/>
                    <a:pt x="3" y="156"/>
                  </a:cubicBezTo>
                  <a:cubicBezTo>
                    <a:pt x="6" y="150"/>
                    <a:pt x="9" y="144"/>
                    <a:pt x="12" y="138"/>
                  </a:cubicBezTo>
                  <a:cubicBezTo>
                    <a:pt x="15" y="133"/>
                    <a:pt x="18" y="128"/>
                    <a:pt x="22" y="123"/>
                  </a:cubicBezTo>
                  <a:cubicBezTo>
                    <a:pt x="28" y="114"/>
                    <a:pt x="36" y="104"/>
                    <a:pt x="43" y="95"/>
                  </a:cubicBezTo>
                  <a:cubicBezTo>
                    <a:pt x="49" y="87"/>
                    <a:pt x="54" y="80"/>
                    <a:pt x="61" y="72"/>
                  </a:cubicBezTo>
                  <a:cubicBezTo>
                    <a:pt x="65" y="66"/>
                    <a:pt x="70" y="61"/>
                    <a:pt x="75" y="55"/>
                  </a:cubicBezTo>
                  <a:cubicBezTo>
                    <a:pt x="80" y="48"/>
                    <a:pt x="85" y="43"/>
                    <a:pt x="90" y="37"/>
                  </a:cubicBezTo>
                  <a:cubicBezTo>
                    <a:pt x="99" y="27"/>
                    <a:pt x="106" y="16"/>
                    <a:pt x="116" y="8"/>
                  </a:cubicBezTo>
                  <a:cubicBezTo>
                    <a:pt x="117" y="6"/>
                    <a:pt x="120" y="5"/>
                    <a:pt x="122" y="3"/>
                  </a:cubicBezTo>
                  <a:cubicBezTo>
                    <a:pt x="124" y="2"/>
                    <a:pt x="127" y="1"/>
                    <a:pt x="130" y="1"/>
                  </a:cubicBezTo>
                  <a:cubicBezTo>
                    <a:pt x="131" y="1"/>
                    <a:pt x="133" y="0"/>
                    <a:pt x="134" y="0"/>
                  </a:cubicBezTo>
                  <a:cubicBezTo>
                    <a:pt x="135" y="0"/>
                    <a:pt x="137" y="1"/>
                    <a:pt x="138" y="1"/>
                  </a:cubicBezTo>
                  <a:cubicBezTo>
                    <a:pt x="142" y="2"/>
                    <a:pt x="145" y="3"/>
                    <a:pt x="148" y="4"/>
                  </a:cubicBezTo>
                  <a:cubicBezTo>
                    <a:pt x="152" y="6"/>
                    <a:pt x="155" y="8"/>
                    <a:pt x="159" y="9"/>
                  </a:cubicBezTo>
                  <a:cubicBezTo>
                    <a:pt x="164" y="11"/>
                    <a:pt x="166" y="18"/>
                    <a:pt x="163" y="23"/>
                  </a:cubicBezTo>
                  <a:cubicBezTo>
                    <a:pt x="161" y="29"/>
                    <a:pt x="155" y="30"/>
                    <a:pt x="149" y="28"/>
                  </a:cubicBezTo>
                  <a:cubicBezTo>
                    <a:pt x="145" y="26"/>
                    <a:pt x="140" y="24"/>
                    <a:pt x="135" y="22"/>
                  </a:cubicBezTo>
                  <a:cubicBezTo>
                    <a:pt x="135" y="22"/>
                    <a:pt x="134" y="22"/>
                    <a:pt x="134" y="21"/>
                  </a:cubicBezTo>
                  <a:cubicBezTo>
                    <a:pt x="134" y="22"/>
                    <a:pt x="134" y="22"/>
                    <a:pt x="134" y="22"/>
                  </a:cubicBezTo>
                  <a:lnTo>
                    <a:pt x="134" y="21"/>
                  </a:lnTo>
                  <a:cubicBezTo>
                    <a:pt x="133" y="22"/>
                    <a:pt x="133" y="22"/>
                    <a:pt x="132" y="22"/>
                  </a:cubicBezTo>
                  <a:cubicBezTo>
                    <a:pt x="131" y="23"/>
                    <a:pt x="130" y="23"/>
                    <a:pt x="129" y="24"/>
                  </a:cubicBezTo>
                  <a:cubicBezTo>
                    <a:pt x="127" y="26"/>
                    <a:pt x="126" y="27"/>
                    <a:pt x="124" y="29"/>
                  </a:cubicBezTo>
                  <a:cubicBezTo>
                    <a:pt x="119" y="33"/>
                    <a:pt x="115" y="39"/>
                    <a:pt x="110" y="45"/>
                  </a:cubicBezTo>
                  <a:cubicBezTo>
                    <a:pt x="106" y="51"/>
                    <a:pt x="100" y="56"/>
                    <a:pt x="95" y="63"/>
                  </a:cubicBezTo>
                  <a:cubicBezTo>
                    <a:pt x="84" y="76"/>
                    <a:pt x="73" y="90"/>
                    <a:pt x="62" y="104"/>
                  </a:cubicBezTo>
                  <a:cubicBezTo>
                    <a:pt x="61" y="104"/>
                    <a:pt x="61" y="104"/>
                    <a:pt x="61" y="105"/>
                  </a:cubicBezTo>
                  <a:cubicBezTo>
                    <a:pt x="61" y="105"/>
                    <a:pt x="60" y="106"/>
                    <a:pt x="60" y="107"/>
                  </a:cubicBezTo>
                  <a:cubicBezTo>
                    <a:pt x="59" y="107"/>
                    <a:pt x="59" y="108"/>
                    <a:pt x="59" y="108"/>
                  </a:cubicBezTo>
                  <a:cubicBezTo>
                    <a:pt x="58" y="108"/>
                    <a:pt x="57" y="109"/>
                    <a:pt x="57" y="110"/>
                  </a:cubicBezTo>
                  <a:cubicBezTo>
                    <a:pt x="54" y="114"/>
                    <a:pt x="52" y="117"/>
                    <a:pt x="49" y="121"/>
                  </a:cubicBezTo>
                  <a:cubicBezTo>
                    <a:pt x="47" y="122"/>
                    <a:pt x="46" y="124"/>
                    <a:pt x="45" y="126"/>
                  </a:cubicBezTo>
                  <a:cubicBezTo>
                    <a:pt x="44" y="126"/>
                    <a:pt x="44" y="127"/>
                    <a:pt x="43" y="128"/>
                  </a:cubicBezTo>
                  <a:lnTo>
                    <a:pt x="44" y="127"/>
                  </a:lnTo>
                  <a:cubicBezTo>
                    <a:pt x="43" y="128"/>
                    <a:pt x="43" y="128"/>
                    <a:pt x="43" y="128"/>
                  </a:cubicBezTo>
                  <a:cubicBezTo>
                    <a:pt x="43" y="129"/>
                    <a:pt x="42" y="129"/>
                    <a:pt x="42" y="129"/>
                  </a:cubicBezTo>
                  <a:lnTo>
                    <a:pt x="43" y="129"/>
                  </a:lnTo>
                  <a:cubicBezTo>
                    <a:pt x="42" y="129"/>
                    <a:pt x="42" y="129"/>
                    <a:pt x="42" y="129"/>
                  </a:cubicBezTo>
                  <a:cubicBezTo>
                    <a:pt x="39" y="133"/>
                    <a:pt x="36" y="138"/>
                    <a:pt x="33" y="142"/>
                  </a:cubicBezTo>
                  <a:cubicBezTo>
                    <a:pt x="31" y="146"/>
                    <a:pt x="28" y="150"/>
                    <a:pt x="25" y="154"/>
                  </a:cubicBezTo>
                  <a:cubicBezTo>
                    <a:pt x="24" y="156"/>
                    <a:pt x="23" y="158"/>
                    <a:pt x="22" y="160"/>
                  </a:cubicBezTo>
                  <a:cubicBezTo>
                    <a:pt x="21" y="161"/>
                    <a:pt x="21" y="163"/>
                    <a:pt x="19" y="164"/>
                  </a:cubicBezTo>
                  <a:cubicBezTo>
                    <a:pt x="18" y="168"/>
                    <a:pt x="14" y="170"/>
                    <a:pt x="11" y="170"/>
                  </a:cubicBezTo>
                  <a:cubicBezTo>
                    <a:pt x="10" y="170"/>
                    <a:pt x="8" y="170"/>
                    <a:pt x="7" y="16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4" name="Google Shape;5004;p61"/>
            <p:cNvSpPr/>
            <p:nvPr/>
          </p:nvSpPr>
          <p:spPr>
            <a:xfrm>
              <a:off x="1954080" y="2389680"/>
              <a:ext cx="44640" cy="101160"/>
            </a:xfrm>
            <a:custGeom>
              <a:avLst/>
              <a:gdLst/>
              <a:ahLst/>
              <a:cxnLst/>
              <a:rect l="l" t="t" r="r" b="b"/>
              <a:pathLst>
                <a:path w="124" h="281" extrusionOk="0">
                  <a:moveTo>
                    <a:pt x="38" y="275"/>
                  </a:moveTo>
                  <a:cubicBezTo>
                    <a:pt x="32" y="271"/>
                    <a:pt x="28" y="266"/>
                    <a:pt x="24" y="261"/>
                  </a:cubicBezTo>
                  <a:cubicBezTo>
                    <a:pt x="20" y="255"/>
                    <a:pt x="18" y="247"/>
                    <a:pt x="18" y="240"/>
                  </a:cubicBezTo>
                  <a:cubicBezTo>
                    <a:pt x="18" y="232"/>
                    <a:pt x="20" y="224"/>
                    <a:pt x="24" y="217"/>
                  </a:cubicBezTo>
                  <a:cubicBezTo>
                    <a:pt x="28" y="211"/>
                    <a:pt x="33" y="205"/>
                    <a:pt x="38" y="199"/>
                  </a:cubicBezTo>
                  <a:cubicBezTo>
                    <a:pt x="42" y="195"/>
                    <a:pt x="48" y="195"/>
                    <a:pt x="52" y="198"/>
                  </a:cubicBezTo>
                  <a:cubicBezTo>
                    <a:pt x="56" y="202"/>
                    <a:pt x="56" y="208"/>
                    <a:pt x="53" y="212"/>
                  </a:cubicBezTo>
                  <a:cubicBezTo>
                    <a:pt x="51" y="215"/>
                    <a:pt x="48" y="217"/>
                    <a:pt x="46" y="220"/>
                  </a:cubicBezTo>
                  <a:lnTo>
                    <a:pt x="47" y="219"/>
                  </a:lnTo>
                  <a:cubicBezTo>
                    <a:pt x="45" y="221"/>
                    <a:pt x="44" y="223"/>
                    <a:pt x="43" y="225"/>
                  </a:cubicBezTo>
                  <a:cubicBezTo>
                    <a:pt x="42" y="227"/>
                    <a:pt x="41" y="228"/>
                    <a:pt x="41" y="229"/>
                  </a:cubicBezTo>
                  <a:cubicBezTo>
                    <a:pt x="40" y="230"/>
                    <a:pt x="40" y="231"/>
                    <a:pt x="39" y="233"/>
                  </a:cubicBezTo>
                  <a:cubicBezTo>
                    <a:pt x="39" y="234"/>
                    <a:pt x="39" y="236"/>
                    <a:pt x="39" y="237"/>
                  </a:cubicBezTo>
                  <a:cubicBezTo>
                    <a:pt x="39" y="238"/>
                    <a:pt x="39" y="238"/>
                    <a:pt x="39" y="240"/>
                  </a:cubicBezTo>
                  <a:cubicBezTo>
                    <a:pt x="39" y="241"/>
                    <a:pt x="39" y="241"/>
                    <a:pt x="39" y="242"/>
                  </a:cubicBezTo>
                  <a:cubicBezTo>
                    <a:pt x="39" y="244"/>
                    <a:pt x="39" y="245"/>
                    <a:pt x="39" y="246"/>
                  </a:cubicBezTo>
                  <a:cubicBezTo>
                    <a:pt x="40" y="247"/>
                    <a:pt x="40" y="247"/>
                    <a:pt x="41" y="248"/>
                  </a:cubicBezTo>
                  <a:lnTo>
                    <a:pt x="40" y="248"/>
                  </a:lnTo>
                  <a:cubicBezTo>
                    <a:pt x="41" y="248"/>
                    <a:pt x="41" y="248"/>
                    <a:pt x="41" y="249"/>
                  </a:cubicBezTo>
                  <a:cubicBezTo>
                    <a:pt x="41" y="250"/>
                    <a:pt x="42" y="251"/>
                    <a:pt x="43" y="252"/>
                  </a:cubicBezTo>
                  <a:cubicBezTo>
                    <a:pt x="43" y="252"/>
                    <a:pt x="44" y="252"/>
                    <a:pt x="44" y="253"/>
                  </a:cubicBezTo>
                  <a:cubicBezTo>
                    <a:pt x="45" y="254"/>
                    <a:pt x="45" y="254"/>
                    <a:pt x="46" y="255"/>
                  </a:cubicBezTo>
                  <a:cubicBezTo>
                    <a:pt x="47" y="256"/>
                    <a:pt x="48" y="256"/>
                    <a:pt x="49" y="257"/>
                  </a:cubicBezTo>
                  <a:cubicBezTo>
                    <a:pt x="50" y="258"/>
                    <a:pt x="51" y="258"/>
                    <a:pt x="52" y="258"/>
                  </a:cubicBezTo>
                  <a:cubicBezTo>
                    <a:pt x="53" y="259"/>
                    <a:pt x="54" y="259"/>
                    <a:pt x="55" y="259"/>
                  </a:cubicBezTo>
                  <a:cubicBezTo>
                    <a:pt x="56" y="259"/>
                    <a:pt x="57" y="260"/>
                    <a:pt x="58" y="260"/>
                  </a:cubicBezTo>
                  <a:cubicBezTo>
                    <a:pt x="59" y="260"/>
                    <a:pt x="60" y="260"/>
                    <a:pt x="62" y="260"/>
                  </a:cubicBezTo>
                  <a:cubicBezTo>
                    <a:pt x="62" y="260"/>
                    <a:pt x="63" y="260"/>
                    <a:pt x="64" y="260"/>
                  </a:cubicBezTo>
                  <a:cubicBezTo>
                    <a:pt x="65" y="260"/>
                    <a:pt x="65" y="260"/>
                    <a:pt x="66" y="259"/>
                  </a:cubicBezTo>
                  <a:lnTo>
                    <a:pt x="67" y="259"/>
                  </a:lnTo>
                  <a:cubicBezTo>
                    <a:pt x="68" y="259"/>
                    <a:pt x="69" y="258"/>
                    <a:pt x="70" y="258"/>
                  </a:cubicBezTo>
                  <a:lnTo>
                    <a:pt x="69" y="258"/>
                  </a:lnTo>
                  <a:cubicBezTo>
                    <a:pt x="70" y="258"/>
                    <a:pt x="70" y="258"/>
                    <a:pt x="70" y="258"/>
                  </a:cubicBezTo>
                  <a:cubicBezTo>
                    <a:pt x="70" y="257"/>
                    <a:pt x="71" y="257"/>
                    <a:pt x="71" y="256"/>
                  </a:cubicBezTo>
                  <a:cubicBezTo>
                    <a:pt x="72" y="256"/>
                    <a:pt x="72" y="256"/>
                    <a:pt x="73" y="255"/>
                  </a:cubicBezTo>
                  <a:lnTo>
                    <a:pt x="73" y="254"/>
                  </a:lnTo>
                  <a:cubicBezTo>
                    <a:pt x="73" y="254"/>
                    <a:pt x="74" y="253"/>
                    <a:pt x="74" y="252"/>
                  </a:cubicBezTo>
                  <a:lnTo>
                    <a:pt x="74" y="251"/>
                  </a:lnTo>
                  <a:cubicBezTo>
                    <a:pt x="76" y="244"/>
                    <a:pt x="77" y="237"/>
                    <a:pt x="78" y="230"/>
                  </a:cubicBezTo>
                  <a:cubicBezTo>
                    <a:pt x="80" y="208"/>
                    <a:pt x="81" y="186"/>
                    <a:pt x="83" y="164"/>
                  </a:cubicBezTo>
                  <a:cubicBezTo>
                    <a:pt x="84" y="143"/>
                    <a:pt x="85" y="122"/>
                    <a:pt x="88" y="102"/>
                  </a:cubicBezTo>
                  <a:cubicBezTo>
                    <a:pt x="89" y="96"/>
                    <a:pt x="90" y="90"/>
                    <a:pt x="91" y="83"/>
                  </a:cubicBezTo>
                  <a:cubicBezTo>
                    <a:pt x="91" y="82"/>
                    <a:pt x="92" y="80"/>
                    <a:pt x="92" y="78"/>
                  </a:cubicBezTo>
                  <a:cubicBezTo>
                    <a:pt x="81" y="92"/>
                    <a:pt x="68" y="104"/>
                    <a:pt x="53" y="114"/>
                  </a:cubicBezTo>
                  <a:cubicBezTo>
                    <a:pt x="42" y="121"/>
                    <a:pt x="28" y="127"/>
                    <a:pt x="16" y="121"/>
                  </a:cubicBezTo>
                  <a:cubicBezTo>
                    <a:pt x="13" y="120"/>
                    <a:pt x="10" y="118"/>
                    <a:pt x="9" y="117"/>
                  </a:cubicBezTo>
                  <a:cubicBezTo>
                    <a:pt x="7" y="114"/>
                    <a:pt x="5" y="112"/>
                    <a:pt x="4" y="109"/>
                  </a:cubicBezTo>
                  <a:cubicBezTo>
                    <a:pt x="2" y="107"/>
                    <a:pt x="2" y="103"/>
                    <a:pt x="1" y="100"/>
                  </a:cubicBezTo>
                  <a:cubicBezTo>
                    <a:pt x="0" y="97"/>
                    <a:pt x="0" y="93"/>
                    <a:pt x="0" y="89"/>
                  </a:cubicBezTo>
                  <a:cubicBezTo>
                    <a:pt x="0" y="82"/>
                    <a:pt x="1" y="74"/>
                    <a:pt x="1" y="67"/>
                  </a:cubicBezTo>
                  <a:cubicBezTo>
                    <a:pt x="2" y="64"/>
                    <a:pt x="2" y="62"/>
                    <a:pt x="2" y="60"/>
                  </a:cubicBezTo>
                  <a:cubicBezTo>
                    <a:pt x="3" y="57"/>
                    <a:pt x="3" y="54"/>
                    <a:pt x="3" y="50"/>
                  </a:cubicBezTo>
                  <a:cubicBezTo>
                    <a:pt x="4" y="46"/>
                    <a:pt x="5" y="42"/>
                    <a:pt x="6" y="38"/>
                  </a:cubicBezTo>
                  <a:cubicBezTo>
                    <a:pt x="7" y="30"/>
                    <a:pt x="9" y="23"/>
                    <a:pt x="11" y="16"/>
                  </a:cubicBezTo>
                  <a:cubicBezTo>
                    <a:pt x="14" y="9"/>
                    <a:pt x="18" y="0"/>
                    <a:pt x="28" y="1"/>
                  </a:cubicBezTo>
                  <a:cubicBezTo>
                    <a:pt x="32" y="2"/>
                    <a:pt x="35" y="4"/>
                    <a:pt x="37" y="8"/>
                  </a:cubicBezTo>
                  <a:cubicBezTo>
                    <a:pt x="38" y="9"/>
                    <a:pt x="39" y="11"/>
                    <a:pt x="39" y="12"/>
                  </a:cubicBezTo>
                  <a:cubicBezTo>
                    <a:pt x="43" y="16"/>
                    <a:pt x="42" y="23"/>
                    <a:pt x="37" y="26"/>
                  </a:cubicBezTo>
                  <a:cubicBezTo>
                    <a:pt x="35" y="27"/>
                    <a:pt x="32" y="28"/>
                    <a:pt x="30" y="28"/>
                  </a:cubicBezTo>
                  <a:cubicBezTo>
                    <a:pt x="29" y="29"/>
                    <a:pt x="28" y="31"/>
                    <a:pt x="28" y="32"/>
                  </a:cubicBezTo>
                  <a:cubicBezTo>
                    <a:pt x="26" y="39"/>
                    <a:pt x="25" y="47"/>
                    <a:pt x="23" y="54"/>
                  </a:cubicBezTo>
                  <a:cubicBezTo>
                    <a:pt x="23" y="56"/>
                    <a:pt x="23" y="58"/>
                    <a:pt x="22" y="60"/>
                  </a:cubicBezTo>
                  <a:cubicBezTo>
                    <a:pt x="21" y="63"/>
                    <a:pt x="21" y="65"/>
                    <a:pt x="21" y="68"/>
                  </a:cubicBezTo>
                  <a:cubicBezTo>
                    <a:pt x="20" y="74"/>
                    <a:pt x="20" y="80"/>
                    <a:pt x="20" y="86"/>
                  </a:cubicBezTo>
                  <a:cubicBezTo>
                    <a:pt x="20" y="89"/>
                    <a:pt x="20" y="92"/>
                    <a:pt x="20" y="95"/>
                  </a:cubicBezTo>
                  <a:cubicBezTo>
                    <a:pt x="21" y="97"/>
                    <a:pt x="21" y="98"/>
                    <a:pt x="21" y="99"/>
                  </a:cubicBezTo>
                  <a:cubicBezTo>
                    <a:pt x="21" y="100"/>
                    <a:pt x="21" y="100"/>
                    <a:pt x="21" y="100"/>
                  </a:cubicBezTo>
                  <a:lnTo>
                    <a:pt x="21" y="99"/>
                  </a:lnTo>
                  <a:cubicBezTo>
                    <a:pt x="21" y="100"/>
                    <a:pt x="21" y="100"/>
                    <a:pt x="22" y="101"/>
                  </a:cubicBezTo>
                  <a:cubicBezTo>
                    <a:pt x="22" y="101"/>
                    <a:pt x="23" y="101"/>
                    <a:pt x="23" y="102"/>
                  </a:cubicBezTo>
                  <a:lnTo>
                    <a:pt x="23" y="103"/>
                  </a:lnTo>
                  <a:lnTo>
                    <a:pt x="24" y="103"/>
                  </a:lnTo>
                  <a:cubicBezTo>
                    <a:pt x="25" y="103"/>
                    <a:pt x="25" y="103"/>
                    <a:pt x="25" y="103"/>
                  </a:cubicBezTo>
                  <a:cubicBezTo>
                    <a:pt x="26" y="103"/>
                    <a:pt x="26" y="103"/>
                    <a:pt x="27" y="103"/>
                  </a:cubicBezTo>
                  <a:cubicBezTo>
                    <a:pt x="26" y="103"/>
                    <a:pt x="26" y="103"/>
                    <a:pt x="26" y="103"/>
                  </a:cubicBezTo>
                  <a:cubicBezTo>
                    <a:pt x="25" y="103"/>
                    <a:pt x="25" y="103"/>
                    <a:pt x="25" y="103"/>
                  </a:cubicBezTo>
                  <a:lnTo>
                    <a:pt x="26" y="103"/>
                  </a:lnTo>
                  <a:lnTo>
                    <a:pt x="27" y="103"/>
                  </a:lnTo>
                  <a:cubicBezTo>
                    <a:pt x="26" y="103"/>
                    <a:pt x="26" y="103"/>
                    <a:pt x="26" y="103"/>
                  </a:cubicBezTo>
                  <a:cubicBezTo>
                    <a:pt x="27" y="103"/>
                    <a:pt x="27" y="103"/>
                    <a:pt x="28" y="103"/>
                  </a:cubicBezTo>
                  <a:cubicBezTo>
                    <a:pt x="28" y="103"/>
                    <a:pt x="29" y="103"/>
                    <a:pt x="30" y="103"/>
                  </a:cubicBezTo>
                  <a:cubicBezTo>
                    <a:pt x="32" y="102"/>
                    <a:pt x="34" y="101"/>
                    <a:pt x="36" y="101"/>
                  </a:cubicBezTo>
                  <a:cubicBezTo>
                    <a:pt x="38" y="100"/>
                    <a:pt x="39" y="99"/>
                    <a:pt x="41" y="98"/>
                  </a:cubicBezTo>
                  <a:cubicBezTo>
                    <a:pt x="45" y="96"/>
                    <a:pt x="48" y="94"/>
                    <a:pt x="51" y="92"/>
                  </a:cubicBezTo>
                  <a:cubicBezTo>
                    <a:pt x="56" y="88"/>
                    <a:pt x="60" y="83"/>
                    <a:pt x="65" y="79"/>
                  </a:cubicBezTo>
                  <a:lnTo>
                    <a:pt x="65" y="80"/>
                  </a:lnTo>
                  <a:cubicBezTo>
                    <a:pt x="65" y="79"/>
                    <a:pt x="65" y="79"/>
                    <a:pt x="65" y="79"/>
                  </a:cubicBezTo>
                  <a:lnTo>
                    <a:pt x="66" y="79"/>
                  </a:lnTo>
                  <a:lnTo>
                    <a:pt x="65" y="79"/>
                  </a:lnTo>
                  <a:cubicBezTo>
                    <a:pt x="71" y="74"/>
                    <a:pt x="76" y="68"/>
                    <a:pt x="80" y="62"/>
                  </a:cubicBezTo>
                  <a:cubicBezTo>
                    <a:pt x="86" y="55"/>
                    <a:pt x="91" y="47"/>
                    <a:pt x="96" y="39"/>
                  </a:cubicBezTo>
                  <a:cubicBezTo>
                    <a:pt x="99" y="33"/>
                    <a:pt x="102" y="28"/>
                    <a:pt x="104" y="23"/>
                  </a:cubicBezTo>
                  <a:cubicBezTo>
                    <a:pt x="106" y="19"/>
                    <a:pt x="111" y="17"/>
                    <a:pt x="115" y="18"/>
                  </a:cubicBezTo>
                  <a:cubicBezTo>
                    <a:pt x="119" y="19"/>
                    <a:pt x="123" y="22"/>
                    <a:pt x="123" y="27"/>
                  </a:cubicBezTo>
                  <a:cubicBezTo>
                    <a:pt x="123" y="29"/>
                    <a:pt x="123" y="32"/>
                    <a:pt x="123" y="34"/>
                  </a:cubicBezTo>
                  <a:cubicBezTo>
                    <a:pt x="122" y="37"/>
                    <a:pt x="122" y="40"/>
                    <a:pt x="120" y="43"/>
                  </a:cubicBezTo>
                  <a:cubicBezTo>
                    <a:pt x="120" y="43"/>
                    <a:pt x="121" y="43"/>
                    <a:pt x="121" y="42"/>
                  </a:cubicBezTo>
                  <a:cubicBezTo>
                    <a:pt x="117" y="54"/>
                    <a:pt x="115" y="67"/>
                    <a:pt x="112" y="79"/>
                  </a:cubicBezTo>
                  <a:cubicBezTo>
                    <a:pt x="109" y="90"/>
                    <a:pt x="108" y="101"/>
                    <a:pt x="106" y="113"/>
                  </a:cubicBezTo>
                  <a:cubicBezTo>
                    <a:pt x="105" y="122"/>
                    <a:pt x="104" y="132"/>
                    <a:pt x="102" y="142"/>
                  </a:cubicBezTo>
                  <a:cubicBezTo>
                    <a:pt x="102" y="155"/>
                    <a:pt x="101" y="166"/>
                    <a:pt x="101" y="178"/>
                  </a:cubicBezTo>
                  <a:cubicBezTo>
                    <a:pt x="99" y="200"/>
                    <a:pt x="98" y="221"/>
                    <a:pt x="96" y="242"/>
                  </a:cubicBezTo>
                  <a:cubicBezTo>
                    <a:pt x="95" y="249"/>
                    <a:pt x="94" y="255"/>
                    <a:pt x="92" y="261"/>
                  </a:cubicBezTo>
                  <a:cubicBezTo>
                    <a:pt x="89" y="268"/>
                    <a:pt x="85" y="273"/>
                    <a:pt x="79" y="276"/>
                  </a:cubicBezTo>
                  <a:cubicBezTo>
                    <a:pt x="73" y="279"/>
                    <a:pt x="67" y="280"/>
                    <a:pt x="61" y="280"/>
                  </a:cubicBezTo>
                  <a:cubicBezTo>
                    <a:pt x="53" y="280"/>
                    <a:pt x="45" y="279"/>
                    <a:pt x="38" y="27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5" name="Google Shape;5005;p61"/>
            <p:cNvSpPr/>
            <p:nvPr/>
          </p:nvSpPr>
          <p:spPr>
            <a:xfrm>
              <a:off x="2021400" y="2410560"/>
              <a:ext cx="24480" cy="9000"/>
            </a:xfrm>
            <a:custGeom>
              <a:avLst/>
              <a:gdLst/>
              <a:ahLst/>
              <a:cxnLst/>
              <a:rect l="l" t="t" r="r" b="b"/>
              <a:pathLst>
                <a:path w="68" h="25" extrusionOk="0">
                  <a:moveTo>
                    <a:pt x="13" y="23"/>
                  </a:moveTo>
                  <a:cubicBezTo>
                    <a:pt x="9" y="21"/>
                    <a:pt x="4" y="20"/>
                    <a:pt x="2" y="15"/>
                  </a:cubicBezTo>
                  <a:cubicBezTo>
                    <a:pt x="1" y="11"/>
                    <a:pt x="0" y="9"/>
                    <a:pt x="2" y="6"/>
                  </a:cubicBezTo>
                  <a:cubicBezTo>
                    <a:pt x="4" y="2"/>
                    <a:pt x="7" y="0"/>
                    <a:pt x="11" y="0"/>
                  </a:cubicBezTo>
                  <a:cubicBezTo>
                    <a:pt x="16" y="0"/>
                    <a:pt x="21" y="0"/>
                    <a:pt x="26" y="0"/>
                  </a:cubicBezTo>
                  <a:cubicBezTo>
                    <a:pt x="29" y="1"/>
                    <a:pt x="32" y="1"/>
                    <a:pt x="35" y="1"/>
                  </a:cubicBezTo>
                  <a:cubicBezTo>
                    <a:pt x="42" y="2"/>
                    <a:pt x="50" y="2"/>
                    <a:pt x="58" y="2"/>
                  </a:cubicBezTo>
                  <a:cubicBezTo>
                    <a:pt x="63" y="2"/>
                    <a:pt x="67" y="7"/>
                    <a:pt x="67" y="13"/>
                  </a:cubicBezTo>
                  <a:cubicBezTo>
                    <a:pt x="67" y="18"/>
                    <a:pt x="62" y="23"/>
                    <a:pt x="56" y="23"/>
                  </a:cubicBezTo>
                  <a:cubicBezTo>
                    <a:pt x="49" y="22"/>
                    <a:pt x="42" y="22"/>
                    <a:pt x="35" y="21"/>
                  </a:cubicBezTo>
                  <a:cubicBezTo>
                    <a:pt x="32" y="21"/>
                    <a:pt x="29" y="21"/>
                    <a:pt x="25" y="21"/>
                  </a:cubicBezTo>
                  <a:cubicBezTo>
                    <a:pt x="23" y="23"/>
                    <a:pt x="21" y="24"/>
                    <a:pt x="18" y="24"/>
                  </a:cubicBezTo>
                  <a:cubicBezTo>
                    <a:pt x="16" y="24"/>
                    <a:pt x="15" y="24"/>
                    <a:pt x="13" y="2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6" name="Google Shape;5006;p61"/>
            <p:cNvSpPr/>
            <p:nvPr/>
          </p:nvSpPr>
          <p:spPr>
            <a:xfrm>
              <a:off x="2016360" y="2422080"/>
              <a:ext cx="51840" cy="11880"/>
            </a:xfrm>
            <a:custGeom>
              <a:avLst/>
              <a:gdLst/>
              <a:ahLst/>
              <a:cxnLst/>
              <a:rect l="l" t="t" r="r" b="b"/>
              <a:pathLst>
                <a:path w="144" h="33" extrusionOk="0">
                  <a:moveTo>
                    <a:pt x="10" y="29"/>
                  </a:moveTo>
                  <a:cubicBezTo>
                    <a:pt x="6" y="27"/>
                    <a:pt x="2" y="24"/>
                    <a:pt x="0" y="19"/>
                  </a:cubicBezTo>
                  <a:cubicBezTo>
                    <a:pt x="0" y="17"/>
                    <a:pt x="0" y="13"/>
                    <a:pt x="2" y="11"/>
                  </a:cubicBezTo>
                  <a:cubicBezTo>
                    <a:pt x="2" y="9"/>
                    <a:pt x="4" y="7"/>
                    <a:pt x="6" y="6"/>
                  </a:cubicBezTo>
                  <a:cubicBezTo>
                    <a:pt x="10" y="3"/>
                    <a:pt x="17" y="5"/>
                    <a:pt x="21" y="9"/>
                  </a:cubicBezTo>
                  <a:cubicBezTo>
                    <a:pt x="21" y="10"/>
                    <a:pt x="21" y="10"/>
                    <a:pt x="21" y="11"/>
                  </a:cubicBezTo>
                  <a:cubicBezTo>
                    <a:pt x="22" y="11"/>
                    <a:pt x="23" y="11"/>
                    <a:pt x="23" y="11"/>
                  </a:cubicBezTo>
                  <a:cubicBezTo>
                    <a:pt x="25" y="11"/>
                    <a:pt x="27" y="11"/>
                    <a:pt x="29" y="11"/>
                  </a:cubicBezTo>
                  <a:cubicBezTo>
                    <a:pt x="39" y="11"/>
                    <a:pt x="49" y="10"/>
                    <a:pt x="59" y="9"/>
                  </a:cubicBezTo>
                  <a:cubicBezTo>
                    <a:pt x="65" y="9"/>
                    <a:pt x="70" y="8"/>
                    <a:pt x="76" y="7"/>
                  </a:cubicBezTo>
                  <a:cubicBezTo>
                    <a:pt x="84" y="6"/>
                    <a:pt x="91" y="5"/>
                    <a:pt x="99" y="5"/>
                  </a:cubicBezTo>
                  <a:cubicBezTo>
                    <a:pt x="110" y="3"/>
                    <a:pt x="121" y="2"/>
                    <a:pt x="132" y="0"/>
                  </a:cubicBezTo>
                  <a:cubicBezTo>
                    <a:pt x="136" y="0"/>
                    <a:pt x="140" y="3"/>
                    <a:pt x="141" y="7"/>
                  </a:cubicBezTo>
                  <a:cubicBezTo>
                    <a:pt x="143" y="12"/>
                    <a:pt x="139" y="17"/>
                    <a:pt x="134" y="18"/>
                  </a:cubicBezTo>
                  <a:cubicBezTo>
                    <a:pt x="123" y="20"/>
                    <a:pt x="113" y="21"/>
                    <a:pt x="102" y="23"/>
                  </a:cubicBezTo>
                  <a:cubicBezTo>
                    <a:pt x="95" y="24"/>
                    <a:pt x="87" y="25"/>
                    <a:pt x="79" y="27"/>
                  </a:cubicBezTo>
                  <a:lnTo>
                    <a:pt x="80" y="26"/>
                  </a:lnTo>
                  <a:cubicBezTo>
                    <a:pt x="70" y="28"/>
                    <a:pt x="60" y="29"/>
                    <a:pt x="49" y="30"/>
                  </a:cubicBezTo>
                  <a:cubicBezTo>
                    <a:pt x="42" y="31"/>
                    <a:pt x="35" y="32"/>
                    <a:pt x="28" y="32"/>
                  </a:cubicBezTo>
                  <a:lnTo>
                    <a:pt x="27" y="32"/>
                  </a:lnTo>
                  <a:cubicBezTo>
                    <a:pt x="21" y="32"/>
                    <a:pt x="16" y="31"/>
                    <a:pt x="10" y="2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7" name="Google Shape;5007;p61"/>
            <p:cNvSpPr/>
            <p:nvPr/>
          </p:nvSpPr>
          <p:spPr>
            <a:xfrm>
              <a:off x="2073240" y="2391120"/>
              <a:ext cx="93960" cy="57960"/>
            </a:xfrm>
            <a:custGeom>
              <a:avLst/>
              <a:gdLst/>
              <a:ahLst/>
              <a:cxnLst/>
              <a:rect l="l" t="t" r="r" b="b"/>
              <a:pathLst>
                <a:path w="261" h="161" extrusionOk="0">
                  <a:moveTo>
                    <a:pt x="171" y="134"/>
                  </a:moveTo>
                  <a:cubicBezTo>
                    <a:pt x="172" y="134"/>
                    <a:pt x="174" y="134"/>
                    <a:pt x="176" y="133"/>
                  </a:cubicBezTo>
                  <a:cubicBezTo>
                    <a:pt x="178" y="133"/>
                    <a:pt x="181" y="133"/>
                    <a:pt x="183" y="132"/>
                  </a:cubicBezTo>
                  <a:cubicBezTo>
                    <a:pt x="186" y="131"/>
                    <a:pt x="189" y="130"/>
                    <a:pt x="192" y="129"/>
                  </a:cubicBezTo>
                  <a:cubicBezTo>
                    <a:pt x="196" y="127"/>
                    <a:pt x="200" y="125"/>
                    <a:pt x="204" y="123"/>
                  </a:cubicBezTo>
                  <a:cubicBezTo>
                    <a:pt x="207" y="121"/>
                    <a:pt x="211" y="119"/>
                    <a:pt x="214" y="117"/>
                  </a:cubicBezTo>
                  <a:cubicBezTo>
                    <a:pt x="217" y="114"/>
                    <a:pt x="220" y="111"/>
                    <a:pt x="224" y="108"/>
                  </a:cubicBezTo>
                  <a:cubicBezTo>
                    <a:pt x="226" y="105"/>
                    <a:pt x="229" y="102"/>
                    <a:pt x="231" y="99"/>
                  </a:cubicBezTo>
                  <a:cubicBezTo>
                    <a:pt x="232" y="97"/>
                    <a:pt x="234" y="95"/>
                    <a:pt x="235" y="94"/>
                  </a:cubicBezTo>
                  <a:cubicBezTo>
                    <a:pt x="236" y="92"/>
                    <a:pt x="236" y="91"/>
                    <a:pt x="237" y="90"/>
                  </a:cubicBezTo>
                  <a:cubicBezTo>
                    <a:pt x="237" y="88"/>
                    <a:pt x="237" y="87"/>
                    <a:pt x="238" y="86"/>
                  </a:cubicBezTo>
                  <a:cubicBezTo>
                    <a:pt x="238" y="85"/>
                    <a:pt x="239" y="84"/>
                    <a:pt x="239" y="82"/>
                  </a:cubicBezTo>
                  <a:cubicBezTo>
                    <a:pt x="239" y="81"/>
                    <a:pt x="239" y="80"/>
                    <a:pt x="239" y="78"/>
                  </a:cubicBezTo>
                  <a:cubicBezTo>
                    <a:pt x="239" y="76"/>
                    <a:pt x="239" y="74"/>
                    <a:pt x="239" y="73"/>
                  </a:cubicBezTo>
                  <a:cubicBezTo>
                    <a:pt x="239" y="71"/>
                    <a:pt x="238" y="70"/>
                    <a:pt x="237" y="68"/>
                  </a:cubicBezTo>
                  <a:cubicBezTo>
                    <a:pt x="237" y="66"/>
                    <a:pt x="236" y="64"/>
                    <a:pt x="236" y="62"/>
                  </a:cubicBezTo>
                  <a:cubicBezTo>
                    <a:pt x="235" y="60"/>
                    <a:pt x="233" y="57"/>
                    <a:pt x="232" y="56"/>
                  </a:cubicBezTo>
                  <a:cubicBezTo>
                    <a:pt x="231" y="53"/>
                    <a:pt x="230" y="52"/>
                    <a:pt x="228" y="49"/>
                  </a:cubicBezTo>
                  <a:cubicBezTo>
                    <a:pt x="228" y="50"/>
                    <a:pt x="229" y="50"/>
                    <a:pt x="229" y="50"/>
                  </a:cubicBezTo>
                  <a:cubicBezTo>
                    <a:pt x="228" y="50"/>
                    <a:pt x="228" y="49"/>
                    <a:pt x="228" y="49"/>
                  </a:cubicBezTo>
                  <a:cubicBezTo>
                    <a:pt x="226" y="47"/>
                    <a:pt x="225" y="45"/>
                    <a:pt x="223" y="43"/>
                  </a:cubicBezTo>
                  <a:cubicBezTo>
                    <a:pt x="219" y="40"/>
                    <a:pt x="217" y="37"/>
                    <a:pt x="213" y="35"/>
                  </a:cubicBezTo>
                  <a:cubicBezTo>
                    <a:pt x="210" y="32"/>
                    <a:pt x="207" y="30"/>
                    <a:pt x="204" y="28"/>
                  </a:cubicBezTo>
                  <a:cubicBezTo>
                    <a:pt x="200" y="27"/>
                    <a:pt x="197" y="25"/>
                    <a:pt x="194" y="23"/>
                  </a:cubicBezTo>
                  <a:cubicBezTo>
                    <a:pt x="193" y="22"/>
                    <a:pt x="191" y="22"/>
                    <a:pt x="190" y="22"/>
                  </a:cubicBezTo>
                  <a:cubicBezTo>
                    <a:pt x="189" y="21"/>
                    <a:pt x="187" y="21"/>
                    <a:pt x="186" y="21"/>
                  </a:cubicBezTo>
                  <a:cubicBezTo>
                    <a:pt x="185" y="21"/>
                    <a:pt x="184" y="21"/>
                    <a:pt x="183" y="21"/>
                  </a:cubicBezTo>
                  <a:cubicBezTo>
                    <a:pt x="182" y="21"/>
                    <a:pt x="180" y="21"/>
                    <a:pt x="179" y="21"/>
                  </a:cubicBezTo>
                  <a:cubicBezTo>
                    <a:pt x="177" y="21"/>
                    <a:pt x="177" y="21"/>
                    <a:pt x="176" y="21"/>
                  </a:cubicBezTo>
                  <a:lnTo>
                    <a:pt x="177" y="21"/>
                  </a:lnTo>
                  <a:cubicBezTo>
                    <a:pt x="176" y="21"/>
                    <a:pt x="175" y="22"/>
                    <a:pt x="175" y="22"/>
                  </a:cubicBezTo>
                  <a:cubicBezTo>
                    <a:pt x="173" y="22"/>
                    <a:pt x="173" y="23"/>
                    <a:pt x="172" y="23"/>
                  </a:cubicBezTo>
                  <a:cubicBezTo>
                    <a:pt x="170" y="24"/>
                    <a:pt x="169" y="25"/>
                    <a:pt x="168" y="26"/>
                  </a:cubicBezTo>
                  <a:cubicBezTo>
                    <a:pt x="167" y="27"/>
                    <a:pt x="166" y="28"/>
                    <a:pt x="165" y="28"/>
                  </a:cubicBezTo>
                  <a:cubicBezTo>
                    <a:pt x="165" y="29"/>
                    <a:pt x="163" y="30"/>
                    <a:pt x="163" y="31"/>
                  </a:cubicBezTo>
                  <a:cubicBezTo>
                    <a:pt x="162" y="32"/>
                    <a:pt x="162" y="33"/>
                    <a:pt x="161" y="34"/>
                  </a:cubicBezTo>
                  <a:cubicBezTo>
                    <a:pt x="160" y="35"/>
                    <a:pt x="159" y="37"/>
                    <a:pt x="159" y="38"/>
                  </a:cubicBezTo>
                  <a:cubicBezTo>
                    <a:pt x="158" y="40"/>
                    <a:pt x="158" y="41"/>
                    <a:pt x="157" y="43"/>
                  </a:cubicBezTo>
                  <a:cubicBezTo>
                    <a:pt x="155" y="50"/>
                    <a:pt x="154" y="58"/>
                    <a:pt x="152" y="66"/>
                  </a:cubicBezTo>
                  <a:cubicBezTo>
                    <a:pt x="152" y="69"/>
                    <a:pt x="150" y="71"/>
                    <a:pt x="147" y="73"/>
                  </a:cubicBezTo>
                  <a:cubicBezTo>
                    <a:pt x="147" y="75"/>
                    <a:pt x="147" y="77"/>
                    <a:pt x="146" y="78"/>
                  </a:cubicBezTo>
                  <a:cubicBezTo>
                    <a:pt x="144" y="83"/>
                    <a:pt x="143" y="85"/>
                    <a:pt x="140" y="89"/>
                  </a:cubicBezTo>
                  <a:cubicBezTo>
                    <a:pt x="139" y="91"/>
                    <a:pt x="138" y="94"/>
                    <a:pt x="137" y="96"/>
                  </a:cubicBezTo>
                  <a:cubicBezTo>
                    <a:pt x="137" y="98"/>
                    <a:pt x="137" y="99"/>
                    <a:pt x="137" y="101"/>
                  </a:cubicBezTo>
                  <a:cubicBezTo>
                    <a:pt x="137" y="103"/>
                    <a:pt x="136" y="105"/>
                    <a:pt x="136" y="106"/>
                  </a:cubicBezTo>
                  <a:cubicBezTo>
                    <a:pt x="136" y="108"/>
                    <a:pt x="136" y="108"/>
                    <a:pt x="137" y="109"/>
                  </a:cubicBezTo>
                  <a:cubicBezTo>
                    <a:pt x="137" y="110"/>
                    <a:pt x="137" y="112"/>
                    <a:pt x="137" y="113"/>
                  </a:cubicBezTo>
                  <a:cubicBezTo>
                    <a:pt x="138" y="114"/>
                    <a:pt x="138" y="115"/>
                    <a:pt x="138" y="115"/>
                  </a:cubicBezTo>
                  <a:cubicBezTo>
                    <a:pt x="138" y="116"/>
                    <a:pt x="139" y="117"/>
                    <a:pt x="140" y="119"/>
                  </a:cubicBezTo>
                  <a:cubicBezTo>
                    <a:pt x="140" y="119"/>
                    <a:pt x="141" y="120"/>
                    <a:pt x="142" y="122"/>
                  </a:cubicBezTo>
                  <a:cubicBezTo>
                    <a:pt x="142" y="122"/>
                    <a:pt x="143" y="122"/>
                    <a:pt x="143" y="123"/>
                  </a:cubicBezTo>
                  <a:cubicBezTo>
                    <a:pt x="144" y="124"/>
                    <a:pt x="145" y="124"/>
                    <a:pt x="146" y="126"/>
                  </a:cubicBezTo>
                  <a:cubicBezTo>
                    <a:pt x="147" y="126"/>
                    <a:pt x="148" y="127"/>
                    <a:pt x="150" y="128"/>
                  </a:cubicBezTo>
                  <a:cubicBezTo>
                    <a:pt x="152" y="129"/>
                    <a:pt x="154" y="130"/>
                    <a:pt x="155" y="131"/>
                  </a:cubicBezTo>
                  <a:cubicBezTo>
                    <a:pt x="156" y="131"/>
                    <a:pt x="158" y="132"/>
                    <a:pt x="159" y="132"/>
                  </a:cubicBezTo>
                  <a:cubicBezTo>
                    <a:pt x="161" y="133"/>
                    <a:pt x="163" y="133"/>
                    <a:pt x="165" y="133"/>
                  </a:cubicBezTo>
                  <a:cubicBezTo>
                    <a:pt x="167" y="134"/>
                    <a:pt x="169" y="134"/>
                    <a:pt x="171" y="134"/>
                  </a:cubicBezTo>
                  <a:moveTo>
                    <a:pt x="23" y="156"/>
                  </a:moveTo>
                  <a:cubicBezTo>
                    <a:pt x="18" y="154"/>
                    <a:pt x="13" y="150"/>
                    <a:pt x="10" y="144"/>
                  </a:cubicBezTo>
                  <a:cubicBezTo>
                    <a:pt x="8" y="142"/>
                    <a:pt x="7" y="140"/>
                    <a:pt x="6" y="137"/>
                  </a:cubicBezTo>
                  <a:cubicBezTo>
                    <a:pt x="5" y="133"/>
                    <a:pt x="4" y="129"/>
                    <a:pt x="3" y="126"/>
                  </a:cubicBezTo>
                  <a:cubicBezTo>
                    <a:pt x="1" y="119"/>
                    <a:pt x="0" y="112"/>
                    <a:pt x="0" y="105"/>
                  </a:cubicBezTo>
                  <a:cubicBezTo>
                    <a:pt x="0" y="98"/>
                    <a:pt x="2" y="90"/>
                    <a:pt x="4" y="83"/>
                  </a:cubicBezTo>
                  <a:cubicBezTo>
                    <a:pt x="7" y="76"/>
                    <a:pt x="10" y="69"/>
                    <a:pt x="12" y="63"/>
                  </a:cubicBezTo>
                  <a:cubicBezTo>
                    <a:pt x="15" y="56"/>
                    <a:pt x="18" y="49"/>
                    <a:pt x="22" y="42"/>
                  </a:cubicBezTo>
                  <a:cubicBezTo>
                    <a:pt x="26" y="36"/>
                    <a:pt x="29" y="31"/>
                    <a:pt x="34" y="27"/>
                  </a:cubicBezTo>
                  <a:cubicBezTo>
                    <a:pt x="38" y="22"/>
                    <a:pt x="42" y="18"/>
                    <a:pt x="48" y="14"/>
                  </a:cubicBezTo>
                  <a:cubicBezTo>
                    <a:pt x="56" y="7"/>
                    <a:pt x="67" y="2"/>
                    <a:pt x="79" y="3"/>
                  </a:cubicBezTo>
                  <a:cubicBezTo>
                    <a:pt x="85" y="3"/>
                    <a:pt x="90" y="6"/>
                    <a:pt x="94" y="10"/>
                  </a:cubicBezTo>
                  <a:cubicBezTo>
                    <a:pt x="97" y="14"/>
                    <a:pt x="99" y="19"/>
                    <a:pt x="99" y="24"/>
                  </a:cubicBezTo>
                  <a:cubicBezTo>
                    <a:pt x="99" y="28"/>
                    <a:pt x="98" y="32"/>
                    <a:pt x="98" y="35"/>
                  </a:cubicBezTo>
                  <a:cubicBezTo>
                    <a:pt x="98" y="36"/>
                    <a:pt x="99" y="37"/>
                    <a:pt x="99" y="38"/>
                  </a:cubicBezTo>
                  <a:cubicBezTo>
                    <a:pt x="102" y="43"/>
                    <a:pt x="100" y="50"/>
                    <a:pt x="95" y="52"/>
                  </a:cubicBezTo>
                  <a:cubicBezTo>
                    <a:pt x="94" y="52"/>
                    <a:pt x="94" y="53"/>
                    <a:pt x="94" y="53"/>
                  </a:cubicBezTo>
                  <a:cubicBezTo>
                    <a:pt x="91" y="54"/>
                    <a:pt x="89" y="56"/>
                    <a:pt x="87" y="56"/>
                  </a:cubicBezTo>
                  <a:cubicBezTo>
                    <a:pt x="82" y="57"/>
                    <a:pt x="78" y="55"/>
                    <a:pt x="76" y="52"/>
                  </a:cubicBezTo>
                  <a:cubicBezTo>
                    <a:pt x="76" y="50"/>
                    <a:pt x="75" y="49"/>
                    <a:pt x="74" y="49"/>
                  </a:cubicBezTo>
                  <a:cubicBezTo>
                    <a:pt x="74" y="47"/>
                    <a:pt x="74" y="45"/>
                    <a:pt x="74" y="43"/>
                  </a:cubicBezTo>
                  <a:cubicBezTo>
                    <a:pt x="74" y="41"/>
                    <a:pt x="74" y="39"/>
                    <a:pt x="75" y="37"/>
                  </a:cubicBezTo>
                  <a:cubicBezTo>
                    <a:pt x="76" y="35"/>
                    <a:pt x="77" y="32"/>
                    <a:pt x="78" y="29"/>
                  </a:cubicBezTo>
                  <a:cubicBezTo>
                    <a:pt x="78" y="28"/>
                    <a:pt x="78" y="27"/>
                    <a:pt x="78" y="25"/>
                  </a:cubicBezTo>
                  <a:cubicBezTo>
                    <a:pt x="78" y="24"/>
                    <a:pt x="78" y="24"/>
                    <a:pt x="78" y="24"/>
                  </a:cubicBezTo>
                  <a:cubicBezTo>
                    <a:pt x="77" y="24"/>
                    <a:pt x="77" y="23"/>
                    <a:pt x="77" y="23"/>
                  </a:cubicBezTo>
                  <a:lnTo>
                    <a:pt x="76" y="23"/>
                  </a:lnTo>
                  <a:cubicBezTo>
                    <a:pt x="76" y="23"/>
                    <a:pt x="75" y="23"/>
                    <a:pt x="74" y="23"/>
                  </a:cubicBezTo>
                  <a:cubicBezTo>
                    <a:pt x="74" y="24"/>
                    <a:pt x="74" y="24"/>
                    <a:pt x="73" y="24"/>
                  </a:cubicBezTo>
                  <a:cubicBezTo>
                    <a:pt x="72" y="24"/>
                    <a:pt x="71" y="24"/>
                    <a:pt x="70" y="25"/>
                  </a:cubicBezTo>
                  <a:cubicBezTo>
                    <a:pt x="68" y="25"/>
                    <a:pt x="66" y="27"/>
                    <a:pt x="64" y="28"/>
                  </a:cubicBezTo>
                  <a:cubicBezTo>
                    <a:pt x="62" y="29"/>
                    <a:pt x="59" y="31"/>
                    <a:pt x="57" y="32"/>
                  </a:cubicBezTo>
                  <a:lnTo>
                    <a:pt x="58" y="32"/>
                  </a:lnTo>
                  <a:cubicBezTo>
                    <a:pt x="55" y="34"/>
                    <a:pt x="52" y="36"/>
                    <a:pt x="49" y="39"/>
                  </a:cubicBezTo>
                  <a:cubicBezTo>
                    <a:pt x="48" y="41"/>
                    <a:pt x="46" y="43"/>
                    <a:pt x="44" y="45"/>
                  </a:cubicBezTo>
                  <a:cubicBezTo>
                    <a:pt x="42" y="48"/>
                    <a:pt x="40" y="51"/>
                    <a:pt x="38" y="54"/>
                  </a:cubicBezTo>
                  <a:cubicBezTo>
                    <a:pt x="35" y="60"/>
                    <a:pt x="32" y="67"/>
                    <a:pt x="29" y="73"/>
                  </a:cubicBezTo>
                  <a:lnTo>
                    <a:pt x="29" y="72"/>
                  </a:lnTo>
                  <a:cubicBezTo>
                    <a:pt x="27" y="78"/>
                    <a:pt x="24" y="85"/>
                    <a:pt x="22" y="92"/>
                  </a:cubicBezTo>
                  <a:cubicBezTo>
                    <a:pt x="21" y="95"/>
                    <a:pt x="21" y="98"/>
                    <a:pt x="20" y="101"/>
                  </a:cubicBezTo>
                  <a:cubicBezTo>
                    <a:pt x="20" y="103"/>
                    <a:pt x="20" y="105"/>
                    <a:pt x="20" y="108"/>
                  </a:cubicBezTo>
                  <a:cubicBezTo>
                    <a:pt x="20" y="109"/>
                    <a:pt x="20" y="112"/>
                    <a:pt x="20" y="113"/>
                  </a:cubicBezTo>
                  <a:cubicBezTo>
                    <a:pt x="21" y="116"/>
                    <a:pt x="21" y="119"/>
                    <a:pt x="22" y="122"/>
                  </a:cubicBezTo>
                  <a:cubicBezTo>
                    <a:pt x="23" y="126"/>
                    <a:pt x="24" y="129"/>
                    <a:pt x="25" y="131"/>
                  </a:cubicBezTo>
                  <a:cubicBezTo>
                    <a:pt x="25" y="132"/>
                    <a:pt x="26" y="133"/>
                    <a:pt x="26" y="133"/>
                  </a:cubicBezTo>
                  <a:cubicBezTo>
                    <a:pt x="27" y="133"/>
                    <a:pt x="27" y="134"/>
                    <a:pt x="27" y="134"/>
                  </a:cubicBezTo>
                  <a:cubicBezTo>
                    <a:pt x="27" y="134"/>
                    <a:pt x="28" y="135"/>
                    <a:pt x="28" y="136"/>
                  </a:cubicBezTo>
                  <a:cubicBezTo>
                    <a:pt x="28" y="136"/>
                    <a:pt x="29" y="137"/>
                    <a:pt x="30" y="137"/>
                  </a:cubicBezTo>
                  <a:cubicBezTo>
                    <a:pt x="29" y="137"/>
                    <a:pt x="29" y="137"/>
                    <a:pt x="29" y="136"/>
                  </a:cubicBezTo>
                  <a:cubicBezTo>
                    <a:pt x="29" y="137"/>
                    <a:pt x="30" y="137"/>
                    <a:pt x="31" y="137"/>
                  </a:cubicBezTo>
                  <a:cubicBezTo>
                    <a:pt x="31" y="138"/>
                    <a:pt x="32" y="138"/>
                    <a:pt x="33" y="138"/>
                  </a:cubicBezTo>
                  <a:cubicBezTo>
                    <a:pt x="34" y="139"/>
                    <a:pt x="34" y="139"/>
                    <a:pt x="35" y="139"/>
                  </a:cubicBezTo>
                  <a:cubicBezTo>
                    <a:pt x="36" y="140"/>
                    <a:pt x="37" y="140"/>
                    <a:pt x="38" y="140"/>
                  </a:cubicBezTo>
                  <a:cubicBezTo>
                    <a:pt x="40" y="140"/>
                    <a:pt x="41" y="140"/>
                    <a:pt x="43" y="140"/>
                  </a:cubicBezTo>
                  <a:cubicBezTo>
                    <a:pt x="44" y="140"/>
                    <a:pt x="45" y="140"/>
                    <a:pt x="47" y="140"/>
                  </a:cubicBezTo>
                  <a:cubicBezTo>
                    <a:pt x="48" y="140"/>
                    <a:pt x="50" y="139"/>
                    <a:pt x="52" y="139"/>
                  </a:cubicBezTo>
                  <a:cubicBezTo>
                    <a:pt x="54" y="138"/>
                    <a:pt x="57" y="137"/>
                    <a:pt x="60" y="136"/>
                  </a:cubicBezTo>
                  <a:cubicBezTo>
                    <a:pt x="63" y="134"/>
                    <a:pt x="67" y="133"/>
                    <a:pt x="70" y="131"/>
                  </a:cubicBezTo>
                  <a:cubicBezTo>
                    <a:pt x="75" y="128"/>
                    <a:pt x="79" y="125"/>
                    <a:pt x="84" y="122"/>
                  </a:cubicBezTo>
                  <a:cubicBezTo>
                    <a:pt x="83" y="122"/>
                    <a:pt x="83" y="122"/>
                    <a:pt x="83" y="122"/>
                  </a:cubicBezTo>
                  <a:cubicBezTo>
                    <a:pt x="88" y="118"/>
                    <a:pt x="93" y="113"/>
                    <a:pt x="98" y="109"/>
                  </a:cubicBezTo>
                  <a:cubicBezTo>
                    <a:pt x="105" y="101"/>
                    <a:pt x="112" y="94"/>
                    <a:pt x="118" y="85"/>
                  </a:cubicBezTo>
                  <a:lnTo>
                    <a:pt x="118" y="86"/>
                  </a:lnTo>
                  <a:cubicBezTo>
                    <a:pt x="119" y="84"/>
                    <a:pt x="120" y="83"/>
                    <a:pt x="121" y="81"/>
                  </a:cubicBezTo>
                  <a:cubicBezTo>
                    <a:pt x="122" y="78"/>
                    <a:pt x="123" y="76"/>
                    <a:pt x="124" y="73"/>
                  </a:cubicBezTo>
                  <a:cubicBezTo>
                    <a:pt x="126" y="69"/>
                    <a:pt x="129" y="66"/>
                    <a:pt x="133" y="64"/>
                  </a:cubicBezTo>
                  <a:cubicBezTo>
                    <a:pt x="134" y="64"/>
                    <a:pt x="134" y="64"/>
                    <a:pt x="134" y="64"/>
                  </a:cubicBezTo>
                  <a:cubicBezTo>
                    <a:pt x="134" y="63"/>
                    <a:pt x="134" y="63"/>
                    <a:pt x="134" y="62"/>
                  </a:cubicBezTo>
                  <a:cubicBezTo>
                    <a:pt x="135" y="55"/>
                    <a:pt x="136" y="48"/>
                    <a:pt x="138" y="42"/>
                  </a:cubicBezTo>
                  <a:cubicBezTo>
                    <a:pt x="138" y="38"/>
                    <a:pt x="140" y="35"/>
                    <a:pt x="141" y="31"/>
                  </a:cubicBezTo>
                  <a:cubicBezTo>
                    <a:pt x="142" y="28"/>
                    <a:pt x="144" y="25"/>
                    <a:pt x="145" y="22"/>
                  </a:cubicBezTo>
                  <a:cubicBezTo>
                    <a:pt x="149" y="16"/>
                    <a:pt x="154" y="12"/>
                    <a:pt x="159" y="9"/>
                  </a:cubicBezTo>
                  <a:cubicBezTo>
                    <a:pt x="165" y="4"/>
                    <a:pt x="172" y="2"/>
                    <a:pt x="179" y="1"/>
                  </a:cubicBezTo>
                  <a:cubicBezTo>
                    <a:pt x="185" y="0"/>
                    <a:pt x="191" y="2"/>
                    <a:pt x="197" y="3"/>
                  </a:cubicBezTo>
                  <a:cubicBezTo>
                    <a:pt x="201" y="4"/>
                    <a:pt x="204" y="6"/>
                    <a:pt x="207" y="7"/>
                  </a:cubicBezTo>
                  <a:cubicBezTo>
                    <a:pt x="210" y="10"/>
                    <a:pt x="214" y="11"/>
                    <a:pt x="217" y="14"/>
                  </a:cubicBezTo>
                  <a:cubicBezTo>
                    <a:pt x="229" y="21"/>
                    <a:pt x="239" y="31"/>
                    <a:pt x="247" y="42"/>
                  </a:cubicBezTo>
                  <a:cubicBezTo>
                    <a:pt x="251" y="48"/>
                    <a:pt x="254" y="54"/>
                    <a:pt x="256" y="60"/>
                  </a:cubicBezTo>
                  <a:cubicBezTo>
                    <a:pt x="258" y="67"/>
                    <a:pt x="260" y="75"/>
                    <a:pt x="259" y="83"/>
                  </a:cubicBezTo>
                  <a:cubicBezTo>
                    <a:pt x="258" y="89"/>
                    <a:pt x="256" y="95"/>
                    <a:pt x="253" y="101"/>
                  </a:cubicBezTo>
                  <a:cubicBezTo>
                    <a:pt x="252" y="104"/>
                    <a:pt x="250" y="107"/>
                    <a:pt x="248" y="110"/>
                  </a:cubicBezTo>
                  <a:cubicBezTo>
                    <a:pt x="246" y="113"/>
                    <a:pt x="243" y="116"/>
                    <a:pt x="240" y="119"/>
                  </a:cubicBezTo>
                  <a:cubicBezTo>
                    <a:pt x="236" y="124"/>
                    <a:pt x="230" y="129"/>
                    <a:pt x="225" y="133"/>
                  </a:cubicBezTo>
                  <a:cubicBezTo>
                    <a:pt x="219" y="137"/>
                    <a:pt x="212" y="141"/>
                    <a:pt x="205" y="144"/>
                  </a:cubicBezTo>
                  <a:cubicBezTo>
                    <a:pt x="193" y="151"/>
                    <a:pt x="179" y="155"/>
                    <a:pt x="164" y="154"/>
                  </a:cubicBezTo>
                  <a:cubicBezTo>
                    <a:pt x="154" y="152"/>
                    <a:pt x="144" y="149"/>
                    <a:pt x="135" y="143"/>
                  </a:cubicBezTo>
                  <a:cubicBezTo>
                    <a:pt x="127" y="137"/>
                    <a:pt x="121" y="129"/>
                    <a:pt x="118" y="119"/>
                  </a:cubicBezTo>
                  <a:lnTo>
                    <a:pt x="117" y="117"/>
                  </a:lnTo>
                  <a:cubicBezTo>
                    <a:pt x="102" y="133"/>
                    <a:pt x="85" y="147"/>
                    <a:pt x="64" y="156"/>
                  </a:cubicBezTo>
                  <a:cubicBezTo>
                    <a:pt x="57" y="158"/>
                    <a:pt x="50" y="160"/>
                    <a:pt x="43" y="160"/>
                  </a:cubicBezTo>
                  <a:lnTo>
                    <a:pt x="42" y="160"/>
                  </a:lnTo>
                  <a:cubicBezTo>
                    <a:pt x="35" y="160"/>
                    <a:pt x="29" y="159"/>
                    <a:pt x="23" y="15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8" name="Google Shape;5008;p61"/>
            <p:cNvSpPr/>
            <p:nvPr/>
          </p:nvSpPr>
          <p:spPr>
            <a:xfrm>
              <a:off x="2163240" y="2389680"/>
              <a:ext cx="40680" cy="55800"/>
            </a:xfrm>
            <a:custGeom>
              <a:avLst/>
              <a:gdLst/>
              <a:ahLst/>
              <a:cxnLst/>
              <a:rect l="l" t="t" r="r" b="b"/>
              <a:pathLst>
                <a:path w="113" h="155" extrusionOk="0">
                  <a:moveTo>
                    <a:pt x="13" y="154"/>
                  </a:moveTo>
                  <a:cubicBezTo>
                    <a:pt x="11" y="154"/>
                    <a:pt x="10" y="154"/>
                    <a:pt x="9" y="154"/>
                  </a:cubicBezTo>
                  <a:cubicBezTo>
                    <a:pt x="3" y="153"/>
                    <a:pt x="0" y="147"/>
                    <a:pt x="1" y="142"/>
                  </a:cubicBezTo>
                  <a:lnTo>
                    <a:pt x="1" y="141"/>
                  </a:lnTo>
                  <a:cubicBezTo>
                    <a:pt x="1" y="137"/>
                    <a:pt x="5" y="134"/>
                    <a:pt x="9" y="133"/>
                  </a:cubicBezTo>
                  <a:cubicBezTo>
                    <a:pt x="11" y="133"/>
                    <a:pt x="14" y="133"/>
                    <a:pt x="17" y="133"/>
                  </a:cubicBezTo>
                  <a:cubicBezTo>
                    <a:pt x="19" y="133"/>
                    <a:pt x="20" y="133"/>
                    <a:pt x="21" y="133"/>
                  </a:cubicBezTo>
                  <a:cubicBezTo>
                    <a:pt x="28" y="133"/>
                    <a:pt x="35" y="133"/>
                    <a:pt x="42" y="132"/>
                  </a:cubicBezTo>
                  <a:cubicBezTo>
                    <a:pt x="44" y="132"/>
                    <a:pt x="46" y="131"/>
                    <a:pt x="48" y="131"/>
                  </a:cubicBezTo>
                  <a:cubicBezTo>
                    <a:pt x="51" y="130"/>
                    <a:pt x="53" y="129"/>
                    <a:pt x="56" y="128"/>
                  </a:cubicBezTo>
                  <a:cubicBezTo>
                    <a:pt x="58" y="127"/>
                    <a:pt x="60" y="126"/>
                    <a:pt x="61" y="125"/>
                  </a:cubicBezTo>
                  <a:lnTo>
                    <a:pt x="61" y="126"/>
                  </a:lnTo>
                  <a:cubicBezTo>
                    <a:pt x="61" y="125"/>
                    <a:pt x="62" y="125"/>
                    <a:pt x="63" y="124"/>
                  </a:cubicBezTo>
                  <a:lnTo>
                    <a:pt x="63" y="123"/>
                  </a:lnTo>
                  <a:cubicBezTo>
                    <a:pt x="64" y="123"/>
                    <a:pt x="64" y="123"/>
                    <a:pt x="64" y="123"/>
                  </a:cubicBezTo>
                  <a:cubicBezTo>
                    <a:pt x="63" y="122"/>
                    <a:pt x="63" y="121"/>
                    <a:pt x="63" y="121"/>
                  </a:cubicBezTo>
                  <a:cubicBezTo>
                    <a:pt x="60" y="118"/>
                    <a:pt x="57" y="115"/>
                    <a:pt x="54" y="112"/>
                  </a:cubicBezTo>
                  <a:cubicBezTo>
                    <a:pt x="53" y="111"/>
                    <a:pt x="53" y="111"/>
                    <a:pt x="53" y="110"/>
                  </a:cubicBezTo>
                  <a:cubicBezTo>
                    <a:pt x="52" y="109"/>
                    <a:pt x="51" y="109"/>
                    <a:pt x="50" y="108"/>
                  </a:cubicBezTo>
                  <a:cubicBezTo>
                    <a:pt x="44" y="102"/>
                    <a:pt x="38" y="95"/>
                    <a:pt x="31" y="88"/>
                  </a:cubicBezTo>
                  <a:cubicBezTo>
                    <a:pt x="25" y="81"/>
                    <a:pt x="20" y="73"/>
                    <a:pt x="17" y="64"/>
                  </a:cubicBezTo>
                  <a:cubicBezTo>
                    <a:pt x="13" y="55"/>
                    <a:pt x="13" y="43"/>
                    <a:pt x="17" y="34"/>
                  </a:cubicBezTo>
                  <a:cubicBezTo>
                    <a:pt x="18" y="31"/>
                    <a:pt x="21" y="27"/>
                    <a:pt x="23" y="24"/>
                  </a:cubicBezTo>
                  <a:cubicBezTo>
                    <a:pt x="27" y="20"/>
                    <a:pt x="30" y="17"/>
                    <a:pt x="34" y="13"/>
                  </a:cubicBezTo>
                  <a:cubicBezTo>
                    <a:pt x="37" y="11"/>
                    <a:pt x="41" y="8"/>
                    <a:pt x="45" y="7"/>
                  </a:cubicBezTo>
                  <a:cubicBezTo>
                    <a:pt x="49" y="5"/>
                    <a:pt x="54" y="3"/>
                    <a:pt x="59" y="3"/>
                  </a:cubicBezTo>
                  <a:cubicBezTo>
                    <a:pt x="68" y="0"/>
                    <a:pt x="78" y="0"/>
                    <a:pt x="87" y="4"/>
                  </a:cubicBezTo>
                  <a:cubicBezTo>
                    <a:pt x="91" y="6"/>
                    <a:pt x="95" y="8"/>
                    <a:pt x="98" y="11"/>
                  </a:cubicBezTo>
                  <a:cubicBezTo>
                    <a:pt x="101" y="14"/>
                    <a:pt x="102" y="17"/>
                    <a:pt x="104" y="20"/>
                  </a:cubicBezTo>
                  <a:cubicBezTo>
                    <a:pt x="108" y="21"/>
                    <a:pt x="110" y="24"/>
                    <a:pt x="111" y="27"/>
                  </a:cubicBezTo>
                  <a:cubicBezTo>
                    <a:pt x="112" y="33"/>
                    <a:pt x="108" y="39"/>
                    <a:pt x="102" y="40"/>
                  </a:cubicBezTo>
                  <a:cubicBezTo>
                    <a:pt x="99" y="40"/>
                    <a:pt x="96" y="40"/>
                    <a:pt x="94" y="39"/>
                  </a:cubicBezTo>
                  <a:cubicBezTo>
                    <a:pt x="89" y="36"/>
                    <a:pt x="87" y="33"/>
                    <a:pt x="85" y="29"/>
                  </a:cubicBezTo>
                  <a:cubicBezTo>
                    <a:pt x="85" y="28"/>
                    <a:pt x="84" y="28"/>
                    <a:pt x="84" y="27"/>
                  </a:cubicBezTo>
                  <a:cubicBezTo>
                    <a:pt x="84" y="26"/>
                    <a:pt x="83" y="26"/>
                    <a:pt x="83" y="26"/>
                  </a:cubicBezTo>
                  <a:cubicBezTo>
                    <a:pt x="82" y="25"/>
                    <a:pt x="81" y="25"/>
                    <a:pt x="81" y="24"/>
                  </a:cubicBezTo>
                  <a:cubicBezTo>
                    <a:pt x="81" y="24"/>
                    <a:pt x="81" y="25"/>
                    <a:pt x="82" y="25"/>
                  </a:cubicBezTo>
                  <a:cubicBezTo>
                    <a:pt x="81" y="25"/>
                    <a:pt x="81" y="24"/>
                    <a:pt x="80" y="24"/>
                  </a:cubicBezTo>
                  <a:cubicBezTo>
                    <a:pt x="79" y="23"/>
                    <a:pt x="78" y="23"/>
                    <a:pt x="77" y="22"/>
                  </a:cubicBezTo>
                  <a:cubicBezTo>
                    <a:pt x="78" y="22"/>
                    <a:pt x="78" y="23"/>
                    <a:pt x="78" y="23"/>
                  </a:cubicBezTo>
                  <a:cubicBezTo>
                    <a:pt x="78" y="23"/>
                    <a:pt x="77" y="22"/>
                    <a:pt x="76" y="22"/>
                  </a:cubicBezTo>
                  <a:cubicBezTo>
                    <a:pt x="75" y="22"/>
                    <a:pt x="75" y="22"/>
                    <a:pt x="74" y="22"/>
                  </a:cubicBezTo>
                  <a:cubicBezTo>
                    <a:pt x="73" y="22"/>
                    <a:pt x="73" y="22"/>
                    <a:pt x="72" y="22"/>
                  </a:cubicBezTo>
                  <a:cubicBezTo>
                    <a:pt x="70" y="22"/>
                    <a:pt x="67" y="22"/>
                    <a:pt x="66" y="22"/>
                  </a:cubicBezTo>
                  <a:cubicBezTo>
                    <a:pt x="63" y="22"/>
                    <a:pt x="60" y="23"/>
                    <a:pt x="58" y="24"/>
                  </a:cubicBezTo>
                  <a:cubicBezTo>
                    <a:pt x="56" y="24"/>
                    <a:pt x="54" y="25"/>
                    <a:pt x="52" y="26"/>
                  </a:cubicBezTo>
                  <a:cubicBezTo>
                    <a:pt x="50" y="26"/>
                    <a:pt x="50" y="26"/>
                    <a:pt x="49" y="27"/>
                  </a:cubicBezTo>
                  <a:cubicBezTo>
                    <a:pt x="49" y="27"/>
                    <a:pt x="50" y="27"/>
                    <a:pt x="50" y="26"/>
                  </a:cubicBezTo>
                  <a:cubicBezTo>
                    <a:pt x="49" y="27"/>
                    <a:pt x="49" y="28"/>
                    <a:pt x="48" y="28"/>
                  </a:cubicBezTo>
                  <a:cubicBezTo>
                    <a:pt x="46" y="29"/>
                    <a:pt x="45" y="31"/>
                    <a:pt x="43" y="32"/>
                  </a:cubicBezTo>
                  <a:cubicBezTo>
                    <a:pt x="42" y="33"/>
                    <a:pt x="39" y="36"/>
                    <a:pt x="38" y="38"/>
                  </a:cubicBezTo>
                  <a:cubicBezTo>
                    <a:pt x="37" y="39"/>
                    <a:pt x="36" y="40"/>
                    <a:pt x="36" y="41"/>
                  </a:cubicBezTo>
                  <a:lnTo>
                    <a:pt x="35" y="42"/>
                  </a:lnTo>
                  <a:cubicBezTo>
                    <a:pt x="35" y="42"/>
                    <a:pt x="35" y="43"/>
                    <a:pt x="35" y="44"/>
                  </a:cubicBezTo>
                  <a:cubicBezTo>
                    <a:pt x="35" y="45"/>
                    <a:pt x="34" y="45"/>
                    <a:pt x="34" y="46"/>
                  </a:cubicBezTo>
                  <a:cubicBezTo>
                    <a:pt x="34" y="47"/>
                    <a:pt x="34" y="48"/>
                    <a:pt x="34" y="49"/>
                  </a:cubicBezTo>
                  <a:cubicBezTo>
                    <a:pt x="34" y="50"/>
                    <a:pt x="34" y="50"/>
                    <a:pt x="34" y="51"/>
                  </a:cubicBezTo>
                  <a:cubicBezTo>
                    <a:pt x="34" y="52"/>
                    <a:pt x="35" y="54"/>
                    <a:pt x="35" y="55"/>
                  </a:cubicBezTo>
                  <a:cubicBezTo>
                    <a:pt x="35" y="56"/>
                    <a:pt x="36" y="57"/>
                    <a:pt x="36" y="59"/>
                  </a:cubicBezTo>
                  <a:cubicBezTo>
                    <a:pt x="37" y="60"/>
                    <a:pt x="38" y="62"/>
                    <a:pt x="39" y="64"/>
                  </a:cubicBezTo>
                  <a:cubicBezTo>
                    <a:pt x="41" y="66"/>
                    <a:pt x="42" y="69"/>
                    <a:pt x="44" y="71"/>
                  </a:cubicBezTo>
                  <a:cubicBezTo>
                    <a:pt x="50" y="79"/>
                    <a:pt x="57" y="86"/>
                    <a:pt x="63" y="92"/>
                  </a:cubicBezTo>
                  <a:cubicBezTo>
                    <a:pt x="68" y="98"/>
                    <a:pt x="74" y="103"/>
                    <a:pt x="78" y="108"/>
                  </a:cubicBezTo>
                  <a:cubicBezTo>
                    <a:pt x="81" y="110"/>
                    <a:pt x="82" y="113"/>
                    <a:pt x="84" y="117"/>
                  </a:cubicBezTo>
                  <a:cubicBezTo>
                    <a:pt x="85" y="120"/>
                    <a:pt x="85" y="124"/>
                    <a:pt x="84" y="127"/>
                  </a:cubicBezTo>
                  <a:cubicBezTo>
                    <a:pt x="84" y="131"/>
                    <a:pt x="81" y="135"/>
                    <a:pt x="78" y="138"/>
                  </a:cubicBezTo>
                  <a:cubicBezTo>
                    <a:pt x="76" y="141"/>
                    <a:pt x="73" y="142"/>
                    <a:pt x="69" y="145"/>
                  </a:cubicBezTo>
                  <a:cubicBezTo>
                    <a:pt x="58" y="151"/>
                    <a:pt x="45" y="153"/>
                    <a:pt x="32" y="154"/>
                  </a:cubicBezTo>
                  <a:cubicBezTo>
                    <a:pt x="28" y="154"/>
                    <a:pt x="23" y="154"/>
                    <a:pt x="18" y="154"/>
                  </a:cubicBezTo>
                  <a:cubicBezTo>
                    <a:pt x="17" y="154"/>
                    <a:pt x="15" y="154"/>
                    <a:pt x="13" y="15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9" name="Google Shape;5009;p61"/>
            <p:cNvSpPr/>
            <p:nvPr/>
          </p:nvSpPr>
          <p:spPr>
            <a:xfrm>
              <a:off x="2226600" y="2398680"/>
              <a:ext cx="24480" cy="50400"/>
            </a:xfrm>
            <a:custGeom>
              <a:avLst/>
              <a:gdLst/>
              <a:ahLst/>
              <a:cxnLst/>
              <a:rect l="l" t="t" r="r" b="b"/>
              <a:pathLst>
                <a:path w="68" h="140" extrusionOk="0">
                  <a:moveTo>
                    <a:pt x="46" y="134"/>
                  </a:moveTo>
                  <a:cubicBezTo>
                    <a:pt x="42" y="126"/>
                    <a:pt x="39" y="117"/>
                    <a:pt x="35" y="109"/>
                  </a:cubicBezTo>
                  <a:cubicBezTo>
                    <a:pt x="31" y="103"/>
                    <a:pt x="28" y="96"/>
                    <a:pt x="25" y="89"/>
                  </a:cubicBezTo>
                  <a:cubicBezTo>
                    <a:pt x="21" y="82"/>
                    <a:pt x="17" y="74"/>
                    <a:pt x="13" y="65"/>
                  </a:cubicBezTo>
                  <a:cubicBezTo>
                    <a:pt x="9" y="56"/>
                    <a:pt x="6" y="46"/>
                    <a:pt x="3" y="35"/>
                  </a:cubicBezTo>
                  <a:cubicBezTo>
                    <a:pt x="1" y="30"/>
                    <a:pt x="1" y="24"/>
                    <a:pt x="0" y="19"/>
                  </a:cubicBezTo>
                  <a:cubicBezTo>
                    <a:pt x="0" y="16"/>
                    <a:pt x="0" y="15"/>
                    <a:pt x="0" y="12"/>
                  </a:cubicBezTo>
                  <a:cubicBezTo>
                    <a:pt x="1" y="10"/>
                    <a:pt x="1" y="8"/>
                    <a:pt x="3" y="5"/>
                  </a:cubicBezTo>
                  <a:cubicBezTo>
                    <a:pt x="4" y="2"/>
                    <a:pt x="8" y="0"/>
                    <a:pt x="13" y="0"/>
                  </a:cubicBezTo>
                  <a:cubicBezTo>
                    <a:pt x="17" y="0"/>
                    <a:pt x="21" y="4"/>
                    <a:pt x="22" y="8"/>
                  </a:cubicBezTo>
                  <a:cubicBezTo>
                    <a:pt x="23" y="11"/>
                    <a:pt x="23" y="14"/>
                    <a:pt x="22" y="16"/>
                  </a:cubicBezTo>
                  <a:cubicBezTo>
                    <a:pt x="22" y="17"/>
                    <a:pt x="22" y="18"/>
                    <a:pt x="21" y="19"/>
                  </a:cubicBezTo>
                  <a:cubicBezTo>
                    <a:pt x="21" y="21"/>
                    <a:pt x="22" y="22"/>
                    <a:pt x="22" y="24"/>
                  </a:cubicBezTo>
                  <a:cubicBezTo>
                    <a:pt x="22" y="29"/>
                    <a:pt x="24" y="34"/>
                    <a:pt x="25" y="39"/>
                  </a:cubicBezTo>
                  <a:cubicBezTo>
                    <a:pt x="26" y="44"/>
                    <a:pt x="28" y="50"/>
                    <a:pt x="31" y="55"/>
                  </a:cubicBezTo>
                  <a:cubicBezTo>
                    <a:pt x="35" y="67"/>
                    <a:pt x="41" y="79"/>
                    <a:pt x="47" y="90"/>
                  </a:cubicBezTo>
                  <a:cubicBezTo>
                    <a:pt x="53" y="102"/>
                    <a:pt x="59" y="114"/>
                    <a:pt x="65" y="125"/>
                  </a:cubicBezTo>
                  <a:cubicBezTo>
                    <a:pt x="67" y="130"/>
                    <a:pt x="65" y="136"/>
                    <a:pt x="60" y="139"/>
                  </a:cubicBezTo>
                  <a:cubicBezTo>
                    <a:pt x="59" y="139"/>
                    <a:pt x="57" y="139"/>
                    <a:pt x="56" y="139"/>
                  </a:cubicBezTo>
                  <a:cubicBezTo>
                    <a:pt x="52" y="139"/>
                    <a:pt x="49" y="138"/>
                    <a:pt x="46" y="13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0" name="Google Shape;5010;p61"/>
            <p:cNvSpPr/>
            <p:nvPr/>
          </p:nvSpPr>
          <p:spPr>
            <a:xfrm>
              <a:off x="2215800" y="2394720"/>
              <a:ext cx="55080" cy="52920"/>
            </a:xfrm>
            <a:custGeom>
              <a:avLst/>
              <a:gdLst/>
              <a:ahLst/>
              <a:cxnLst/>
              <a:rect l="l" t="t" r="r" b="b"/>
              <a:pathLst>
                <a:path w="153" h="147" extrusionOk="0">
                  <a:moveTo>
                    <a:pt x="5" y="145"/>
                  </a:moveTo>
                  <a:cubicBezTo>
                    <a:pt x="1" y="142"/>
                    <a:pt x="0" y="136"/>
                    <a:pt x="3" y="131"/>
                  </a:cubicBezTo>
                  <a:cubicBezTo>
                    <a:pt x="10" y="121"/>
                    <a:pt x="17" y="111"/>
                    <a:pt x="25" y="101"/>
                  </a:cubicBezTo>
                  <a:cubicBezTo>
                    <a:pt x="31" y="93"/>
                    <a:pt x="37" y="85"/>
                    <a:pt x="43" y="76"/>
                  </a:cubicBezTo>
                  <a:cubicBezTo>
                    <a:pt x="48" y="72"/>
                    <a:pt x="52" y="67"/>
                    <a:pt x="56" y="61"/>
                  </a:cubicBezTo>
                  <a:cubicBezTo>
                    <a:pt x="57" y="60"/>
                    <a:pt x="58" y="58"/>
                    <a:pt x="59" y="57"/>
                  </a:cubicBezTo>
                  <a:cubicBezTo>
                    <a:pt x="62" y="54"/>
                    <a:pt x="65" y="51"/>
                    <a:pt x="68" y="48"/>
                  </a:cubicBezTo>
                  <a:cubicBezTo>
                    <a:pt x="71" y="44"/>
                    <a:pt x="75" y="41"/>
                    <a:pt x="79" y="37"/>
                  </a:cubicBezTo>
                  <a:cubicBezTo>
                    <a:pt x="86" y="31"/>
                    <a:pt x="92" y="25"/>
                    <a:pt x="100" y="18"/>
                  </a:cubicBezTo>
                  <a:cubicBezTo>
                    <a:pt x="106" y="13"/>
                    <a:pt x="113" y="8"/>
                    <a:pt x="121" y="4"/>
                  </a:cubicBezTo>
                  <a:cubicBezTo>
                    <a:pt x="124" y="2"/>
                    <a:pt x="128" y="1"/>
                    <a:pt x="131" y="1"/>
                  </a:cubicBezTo>
                  <a:cubicBezTo>
                    <a:pt x="135" y="0"/>
                    <a:pt x="139" y="0"/>
                    <a:pt x="143" y="0"/>
                  </a:cubicBezTo>
                  <a:cubicBezTo>
                    <a:pt x="149" y="1"/>
                    <a:pt x="152" y="7"/>
                    <a:pt x="151" y="12"/>
                  </a:cubicBezTo>
                  <a:cubicBezTo>
                    <a:pt x="150" y="18"/>
                    <a:pt x="144" y="22"/>
                    <a:pt x="139" y="21"/>
                  </a:cubicBezTo>
                  <a:lnTo>
                    <a:pt x="138" y="21"/>
                  </a:lnTo>
                  <a:cubicBezTo>
                    <a:pt x="137" y="21"/>
                    <a:pt x="137" y="21"/>
                    <a:pt x="136" y="21"/>
                  </a:cubicBezTo>
                  <a:cubicBezTo>
                    <a:pt x="135" y="21"/>
                    <a:pt x="135" y="22"/>
                    <a:pt x="133" y="22"/>
                  </a:cubicBezTo>
                  <a:cubicBezTo>
                    <a:pt x="132" y="22"/>
                    <a:pt x="132" y="22"/>
                    <a:pt x="130" y="23"/>
                  </a:cubicBezTo>
                  <a:cubicBezTo>
                    <a:pt x="129" y="23"/>
                    <a:pt x="127" y="25"/>
                    <a:pt x="125" y="25"/>
                  </a:cubicBezTo>
                  <a:cubicBezTo>
                    <a:pt x="121" y="27"/>
                    <a:pt x="118" y="30"/>
                    <a:pt x="114" y="33"/>
                  </a:cubicBezTo>
                  <a:cubicBezTo>
                    <a:pt x="104" y="41"/>
                    <a:pt x="94" y="50"/>
                    <a:pt x="84" y="60"/>
                  </a:cubicBezTo>
                  <a:cubicBezTo>
                    <a:pt x="82" y="62"/>
                    <a:pt x="80" y="64"/>
                    <a:pt x="77" y="67"/>
                  </a:cubicBezTo>
                  <a:cubicBezTo>
                    <a:pt x="75" y="69"/>
                    <a:pt x="73" y="71"/>
                    <a:pt x="71" y="74"/>
                  </a:cubicBezTo>
                  <a:cubicBezTo>
                    <a:pt x="66" y="80"/>
                    <a:pt x="61" y="86"/>
                    <a:pt x="56" y="92"/>
                  </a:cubicBezTo>
                  <a:lnTo>
                    <a:pt x="56" y="91"/>
                  </a:lnTo>
                  <a:cubicBezTo>
                    <a:pt x="50" y="99"/>
                    <a:pt x="44" y="107"/>
                    <a:pt x="38" y="115"/>
                  </a:cubicBezTo>
                  <a:cubicBezTo>
                    <a:pt x="31" y="124"/>
                    <a:pt x="25" y="133"/>
                    <a:pt x="19" y="142"/>
                  </a:cubicBezTo>
                  <a:cubicBezTo>
                    <a:pt x="17" y="145"/>
                    <a:pt x="14" y="146"/>
                    <a:pt x="11" y="146"/>
                  </a:cubicBezTo>
                  <a:cubicBezTo>
                    <a:pt x="9" y="146"/>
                    <a:pt x="7" y="146"/>
                    <a:pt x="5" y="14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1" name="Google Shape;5011;p61"/>
            <p:cNvSpPr/>
            <p:nvPr/>
          </p:nvSpPr>
          <p:spPr>
            <a:xfrm>
              <a:off x="1986840" y="2156040"/>
              <a:ext cx="45000" cy="84600"/>
            </a:xfrm>
            <a:custGeom>
              <a:avLst/>
              <a:gdLst/>
              <a:ahLst/>
              <a:cxnLst/>
              <a:rect l="l" t="t" r="r" b="b"/>
              <a:pathLst>
                <a:path w="125" h="235" extrusionOk="0">
                  <a:moveTo>
                    <a:pt x="24" y="231"/>
                  </a:moveTo>
                  <a:cubicBezTo>
                    <a:pt x="18" y="227"/>
                    <a:pt x="12" y="223"/>
                    <a:pt x="7" y="218"/>
                  </a:cubicBezTo>
                  <a:cubicBezTo>
                    <a:pt x="3" y="212"/>
                    <a:pt x="0" y="205"/>
                    <a:pt x="1" y="198"/>
                  </a:cubicBezTo>
                  <a:cubicBezTo>
                    <a:pt x="1" y="190"/>
                    <a:pt x="3" y="183"/>
                    <a:pt x="7" y="177"/>
                  </a:cubicBezTo>
                  <a:cubicBezTo>
                    <a:pt x="11" y="170"/>
                    <a:pt x="16" y="163"/>
                    <a:pt x="21" y="157"/>
                  </a:cubicBezTo>
                  <a:cubicBezTo>
                    <a:pt x="24" y="153"/>
                    <a:pt x="30" y="152"/>
                    <a:pt x="34" y="155"/>
                  </a:cubicBezTo>
                  <a:cubicBezTo>
                    <a:pt x="38" y="158"/>
                    <a:pt x="40" y="165"/>
                    <a:pt x="36" y="169"/>
                  </a:cubicBezTo>
                  <a:cubicBezTo>
                    <a:pt x="32" y="174"/>
                    <a:pt x="28" y="180"/>
                    <a:pt x="25" y="187"/>
                  </a:cubicBezTo>
                  <a:lnTo>
                    <a:pt x="25" y="186"/>
                  </a:lnTo>
                  <a:cubicBezTo>
                    <a:pt x="25" y="187"/>
                    <a:pt x="24" y="189"/>
                    <a:pt x="23" y="191"/>
                  </a:cubicBezTo>
                  <a:cubicBezTo>
                    <a:pt x="22" y="191"/>
                    <a:pt x="22" y="193"/>
                    <a:pt x="22" y="193"/>
                  </a:cubicBezTo>
                  <a:cubicBezTo>
                    <a:pt x="22" y="194"/>
                    <a:pt x="21" y="195"/>
                    <a:pt x="21" y="197"/>
                  </a:cubicBezTo>
                  <a:lnTo>
                    <a:pt x="21" y="198"/>
                  </a:lnTo>
                  <a:cubicBezTo>
                    <a:pt x="21" y="199"/>
                    <a:pt x="21" y="200"/>
                    <a:pt x="21" y="200"/>
                  </a:cubicBezTo>
                  <a:cubicBezTo>
                    <a:pt x="21" y="200"/>
                    <a:pt x="21" y="201"/>
                    <a:pt x="22" y="201"/>
                  </a:cubicBezTo>
                  <a:cubicBezTo>
                    <a:pt x="22" y="202"/>
                    <a:pt x="22" y="202"/>
                    <a:pt x="22" y="202"/>
                  </a:cubicBezTo>
                  <a:cubicBezTo>
                    <a:pt x="22" y="203"/>
                    <a:pt x="22" y="204"/>
                    <a:pt x="23" y="204"/>
                  </a:cubicBezTo>
                  <a:cubicBezTo>
                    <a:pt x="23" y="205"/>
                    <a:pt x="24" y="205"/>
                    <a:pt x="24" y="205"/>
                  </a:cubicBezTo>
                  <a:cubicBezTo>
                    <a:pt x="24" y="206"/>
                    <a:pt x="25" y="207"/>
                    <a:pt x="26" y="208"/>
                  </a:cubicBezTo>
                  <a:cubicBezTo>
                    <a:pt x="28" y="209"/>
                    <a:pt x="29" y="210"/>
                    <a:pt x="30" y="211"/>
                  </a:cubicBezTo>
                  <a:cubicBezTo>
                    <a:pt x="31" y="211"/>
                    <a:pt x="32" y="212"/>
                    <a:pt x="33" y="212"/>
                  </a:cubicBezTo>
                  <a:cubicBezTo>
                    <a:pt x="34" y="212"/>
                    <a:pt x="35" y="213"/>
                    <a:pt x="36" y="213"/>
                  </a:cubicBezTo>
                  <a:cubicBezTo>
                    <a:pt x="36" y="214"/>
                    <a:pt x="38" y="214"/>
                    <a:pt x="38" y="214"/>
                  </a:cubicBezTo>
                  <a:cubicBezTo>
                    <a:pt x="39" y="214"/>
                    <a:pt x="40" y="214"/>
                    <a:pt x="40" y="214"/>
                  </a:cubicBezTo>
                  <a:cubicBezTo>
                    <a:pt x="41" y="214"/>
                    <a:pt x="42" y="214"/>
                    <a:pt x="42" y="214"/>
                  </a:cubicBezTo>
                  <a:cubicBezTo>
                    <a:pt x="43" y="214"/>
                    <a:pt x="45" y="213"/>
                    <a:pt x="46" y="213"/>
                  </a:cubicBezTo>
                  <a:cubicBezTo>
                    <a:pt x="47" y="212"/>
                    <a:pt x="48" y="212"/>
                    <a:pt x="49" y="212"/>
                  </a:cubicBezTo>
                  <a:cubicBezTo>
                    <a:pt x="50" y="211"/>
                    <a:pt x="51" y="211"/>
                    <a:pt x="52" y="211"/>
                  </a:cubicBezTo>
                  <a:cubicBezTo>
                    <a:pt x="53" y="210"/>
                    <a:pt x="54" y="209"/>
                    <a:pt x="54" y="208"/>
                  </a:cubicBezTo>
                  <a:cubicBezTo>
                    <a:pt x="56" y="208"/>
                    <a:pt x="57" y="207"/>
                    <a:pt x="58" y="206"/>
                  </a:cubicBezTo>
                  <a:cubicBezTo>
                    <a:pt x="59" y="205"/>
                    <a:pt x="60" y="204"/>
                    <a:pt x="61" y="203"/>
                  </a:cubicBezTo>
                  <a:cubicBezTo>
                    <a:pt x="61" y="201"/>
                    <a:pt x="63" y="200"/>
                    <a:pt x="64" y="198"/>
                  </a:cubicBezTo>
                  <a:cubicBezTo>
                    <a:pt x="64" y="197"/>
                    <a:pt x="66" y="195"/>
                    <a:pt x="66" y="193"/>
                  </a:cubicBezTo>
                  <a:cubicBezTo>
                    <a:pt x="67" y="190"/>
                    <a:pt x="68" y="187"/>
                    <a:pt x="70" y="183"/>
                  </a:cubicBezTo>
                  <a:lnTo>
                    <a:pt x="69" y="184"/>
                  </a:lnTo>
                  <a:cubicBezTo>
                    <a:pt x="73" y="172"/>
                    <a:pt x="75" y="159"/>
                    <a:pt x="77" y="147"/>
                  </a:cubicBezTo>
                  <a:cubicBezTo>
                    <a:pt x="80" y="136"/>
                    <a:pt x="82" y="125"/>
                    <a:pt x="85" y="114"/>
                  </a:cubicBezTo>
                  <a:cubicBezTo>
                    <a:pt x="87" y="107"/>
                    <a:pt x="88" y="99"/>
                    <a:pt x="90" y="92"/>
                  </a:cubicBezTo>
                  <a:cubicBezTo>
                    <a:pt x="84" y="100"/>
                    <a:pt x="77" y="108"/>
                    <a:pt x="68" y="114"/>
                  </a:cubicBezTo>
                  <a:cubicBezTo>
                    <a:pt x="63" y="119"/>
                    <a:pt x="57" y="122"/>
                    <a:pt x="51" y="125"/>
                  </a:cubicBezTo>
                  <a:cubicBezTo>
                    <a:pt x="48" y="126"/>
                    <a:pt x="45" y="127"/>
                    <a:pt x="42" y="127"/>
                  </a:cubicBezTo>
                  <a:cubicBezTo>
                    <a:pt x="38" y="127"/>
                    <a:pt x="34" y="127"/>
                    <a:pt x="31" y="126"/>
                  </a:cubicBezTo>
                  <a:cubicBezTo>
                    <a:pt x="25" y="123"/>
                    <a:pt x="22" y="119"/>
                    <a:pt x="20" y="114"/>
                  </a:cubicBezTo>
                  <a:cubicBezTo>
                    <a:pt x="18" y="112"/>
                    <a:pt x="17" y="109"/>
                    <a:pt x="17" y="106"/>
                  </a:cubicBezTo>
                  <a:cubicBezTo>
                    <a:pt x="16" y="102"/>
                    <a:pt x="15" y="99"/>
                    <a:pt x="15" y="95"/>
                  </a:cubicBezTo>
                  <a:cubicBezTo>
                    <a:pt x="14" y="80"/>
                    <a:pt x="16" y="65"/>
                    <a:pt x="19" y="50"/>
                  </a:cubicBezTo>
                  <a:cubicBezTo>
                    <a:pt x="21" y="43"/>
                    <a:pt x="22" y="36"/>
                    <a:pt x="25" y="29"/>
                  </a:cubicBezTo>
                  <a:cubicBezTo>
                    <a:pt x="26" y="23"/>
                    <a:pt x="29" y="16"/>
                    <a:pt x="32" y="10"/>
                  </a:cubicBezTo>
                  <a:cubicBezTo>
                    <a:pt x="35" y="5"/>
                    <a:pt x="39" y="1"/>
                    <a:pt x="45" y="1"/>
                  </a:cubicBezTo>
                  <a:cubicBezTo>
                    <a:pt x="50" y="0"/>
                    <a:pt x="56" y="3"/>
                    <a:pt x="57" y="8"/>
                  </a:cubicBezTo>
                  <a:cubicBezTo>
                    <a:pt x="60" y="14"/>
                    <a:pt x="56" y="19"/>
                    <a:pt x="51" y="22"/>
                  </a:cubicBezTo>
                  <a:cubicBezTo>
                    <a:pt x="50" y="22"/>
                    <a:pt x="50" y="22"/>
                    <a:pt x="50" y="22"/>
                  </a:cubicBezTo>
                  <a:cubicBezTo>
                    <a:pt x="49" y="24"/>
                    <a:pt x="47" y="26"/>
                    <a:pt x="46" y="28"/>
                  </a:cubicBezTo>
                  <a:cubicBezTo>
                    <a:pt x="44" y="35"/>
                    <a:pt x="42" y="41"/>
                    <a:pt x="40" y="47"/>
                  </a:cubicBezTo>
                  <a:cubicBezTo>
                    <a:pt x="38" y="54"/>
                    <a:pt x="36" y="63"/>
                    <a:pt x="36" y="71"/>
                  </a:cubicBezTo>
                  <a:cubicBezTo>
                    <a:pt x="35" y="77"/>
                    <a:pt x="35" y="82"/>
                    <a:pt x="35" y="88"/>
                  </a:cubicBezTo>
                  <a:cubicBezTo>
                    <a:pt x="35" y="91"/>
                    <a:pt x="35" y="95"/>
                    <a:pt x="35" y="98"/>
                  </a:cubicBezTo>
                  <a:cubicBezTo>
                    <a:pt x="36" y="100"/>
                    <a:pt x="36" y="102"/>
                    <a:pt x="36" y="103"/>
                  </a:cubicBezTo>
                  <a:lnTo>
                    <a:pt x="36" y="102"/>
                  </a:lnTo>
                  <a:cubicBezTo>
                    <a:pt x="36" y="103"/>
                    <a:pt x="36" y="104"/>
                    <a:pt x="37" y="105"/>
                  </a:cubicBezTo>
                  <a:lnTo>
                    <a:pt x="36" y="105"/>
                  </a:lnTo>
                  <a:lnTo>
                    <a:pt x="37" y="105"/>
                  </a:lnTo>
                  <a:lnTo>
                    <a:pt x="37" y="106"/>
                  </a:lnTo>
                  <a:cubicBezTo>
                    <a:pt x="37" y="105"/>
                    <a:pt x="37" y="105"/>
                    <a:pt x="37" y="105"/>
                  </a:cubicBezTo>
                  <a:lnTo>
                    <a:pt x="36" y="105"/>
                  </a:lnTo>
                  <a:cubicBezTo>
                    <a:pt x="37" y="105"/>
                    <a:pt x="37" y="105"/>
                    <a:pt x="37" y="105"/>
                  </a:cubicBezTo>
                  <a:cubicBezTo>
                    <a:pt x="38" y="106"/>
                    <a:pt x="38" y="106"/>
                    <a:pt x="38" y="106"/>
                  </a:cubicBezTo>
                  <a:lnTo>
                    <a:pt x="39" y="106"/>
                  </a:lnTo>
                  <a:lnTo>
                    <a:pt x="39" y="107"/>
                  </a:lnTo>
                  <a:lnTo>
                    <a:pt x="38" y="107"/>
                  </a:lnTo>
                  <a:cubicBezTo>
                    <a:pt x="39" y="107"/>
                    <a:pt x="40" y="107"/>
                    <a:pt x="41" y="106"/>
                  </a:cubicBezTo>
                  <a:lnTo>
                    <a:pt x="40" y="107"/>
                  </a:lnTo>
                  <a:cubicBezTo>
                    <a:pt x="40" y="106"/>
                    <a:pt x="41" y="106"/>
                    <a:pt x="42" y="106"/>
                  </a:cubicBezTo>
                  <a:cubicBezTo>
                    <a:pt x="43" y="106"/>
                    <a:pt x="45" y="106"/>
                    <a:pt x="46" y="105"/>
                  </a:cubicBezTo>
                  <a:cubicBezTo>
                    <a:pt x="47" y="105"/>
                    <a:pt x="48" y="104"/>
                    <a:pt x="49" y="103"/>
                  </a:cubicBezTo>
                  <a:cubicBezTo>
                    <a:pt x="52" y="102"/>
                    <a:pt x="54" y="100"/>
                    <a:pt x="57" y="98"/>
                  </a:cubicBezTo>
                  <a:cubicBezTo>
                    <a:pt x="60" y="95"/>
                    <a:pt x="63" y="93"/>
                    <a:pt x="66" y="90"/>
                  </a:cubicBezTo>
                  <a:cubicBezTo>
                    <a:pt x="70" y="85"/>
                    <a:pt x="74" y="81"/>
                    <a:pt x="78" y="76"/>
                  </a:cubicBezTo>
                  <a:cubicBezTo>
                    <a:pt x="85" y="67"/>
                    <a:pt x="91" y="57"/>
                    <a:pt x="97" y="47"/>
                  </a:cubicBezTo>
                  <a:cubicBezTo>
                    <a:pt x="98" y="46"/>
                    <a:pt x="99" y="45"/>
                    <a:pt x="99" y="43"/>
                  </a:cubicBezTo>
                  <a:cubicBezTo>
                    <a:pt x="102" y="40"/>
                    <a:pt x="103" y="37"/>
                    <a:pt x="105" y="34"/>
                  </a:cubicBezTo>
                  <a:cubicBezTo>
                    <a:pt x="108" y="31"/>
                    <a:pt x="112" y="29"/>
                    <a:pt x="116" y="29"/>
                  </a:cubicBezTo>
                  <a:cubicBezTo>
                    <a:pt x="120" y="31"/>
                    <a:pt x="124" y="34"/>
                    <a:pt x="124" y="39"/>
                  </a:cubicBezTo>
                  <a:cubicBezTo>
                    <a:pt x="124" y="41"/>
                    <a:pt x="124" y="43"/>
                    <a:pt x="124" y="45"/>
                  </a:cubicBezTo>
                  <a:cubicBezTo>
                    <a:pt x="123" y="47"/>
                    <a:pt x="123" y="49"/>
                    <a:pt x="123" y="51"/>
                  </a:cubicBezTo>
                  <a:cubicBezTo>
                    <a:pt x="121" y="53"/>
                    <a:pt x="121" y="56"/>
                    <a:pt x="120" y="58"/>
                  </a:cubicBezTo>
                  <a:cubicBezTo>
                    <a:pt x="119" y="62"/>
                    <a:pt x="117" y="67"/>
                    <a:pt x="116" y="71"/>
                  </a:cubicBezTo>
                  <a:cubicBezTo>
                    <a:pt x="114" y="78"/>
                    <a:pt x="112" y="85"/>
                    <a:pt x="110" y="91"/>
                  </a:cubicBezTo>
                  <a:lnTo>
                    <a:pt x="111" y="90"/>
                  </a:lnTo>
                  <a:cubicBezTo>
                    <a:pt x="105" y="111"/>
                    <a:pt x="100" y="132"/>
                    <a:pt x="96" y="153"/>
                  </a:cubicBezTo>
                  <a:cubicBezTo>
                    <a:pt x="95" y="158"/>
                    <a:pt x="94" y="164"/>
                    <a:pt x="92" y="169"/>
                  </a:cubicBezTo>
                  <a:cubicBezTo>
                    <a:pt x="91" y="179"/>
                    <a:pt x="89" y="187"/>
                    <a:pt x="86" y="196"/>
                  </a:cubicBezTo>
                  <a:cubicBezTo>
                    <a:pt x="82" y="209"/>
                    <a:pt x="74" y="220"/>
                    <a:pt x="62" y="227"/>
                  </a:cubicBezTo>
                  <a:cubicBezTo>
                    <a:pt x="55" y="232"/>
                    <a:pt x="47" y="234"/>
                    <a:pt x="40" y="234"/>
                  </a:cubicBezTo>
                  <a:cubicBezTo>
                    <a:pt x="35" y="234"/>
                    <a:pt x="29" y="233"/>
                    <a:pt x="24" y="23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2" name="Google Shape;5012;p61"/>
            <p:cNvSpPr/>
            <p:nvPr/>
          </p:nvSpPr>
          <p:spPr>
            <a:xfrm>
              <a:off x="2059560" y="2174400"/>
              <a:ext cx="18000" cy="10080"/>
            </a:xfrm>
            <a:custGeom>
              <a:avLst/>
              <a:gdLst/>
              <a:ahLst/>
              <a:cxnLst/>
              <a:rect l="l" t="t" r="r" b="b"/>
              <a:pathLst>
                <a:path w="50" h="28" extrusionOk="0">
                  <a:moveTo>
                    <a:pt x="7" y="25"/>
                  </a:moveTo>
                  <a:cubicBezTo>
                    <a:pt x="4" y="21"/>
                    <a:pt x="0" y="18"/>
                    <a:pt x="0" y="13"/>
                  </a:cubicBezTo>
                  <a:cubicBezTo>
                    <a:pt x="1" y="7"/>
                    <a:pt x="5" y="2"/>
                    <a:pt x="10" y="1"/>
                  </a:cubicBezTo>
                  <a:cubicBezTo>
                    <a:pt x="16" y="0"/>
                    <a:pt x="21" y="0"/>
                    <a:pt x="27" y="1"/>
                  </a:cubicBezTo>
                  <a:cubicBezTo>
                    <a:pt x="31" y="2"/>
                    <a:pt x="36" y="2"/>
                    <a:pt x="40" y="3"/>
                  </a:cubicBezTo>
                  <a:cubicBezTo>
                    <a:pt x="46" y="3"/>
                    <a:pt x="49" y="10"/>
                    <a:pt x="48" y="15"/>
                  </a:cubicBezTo>
                  <a:cubicBezTo>
                    <a:pt x="47" y="21"/>
                    <a:pt x="42" y="24"/>
                    <a:pt x="37" y="23"/>
                  </a:cubicBezTo>
                  <a:cubicBezTo>
                    <a:pt x="35" y="23"/>
                    <a:pt x="34" y="23"/>
                    <a:pt x="33" y="23"/>
                  </a:cubicBezTo>
                  <a:cubicBezTo>
                    <a:pt x="30" y="22"/>
                    <a:pt x="27" y="22"/>
                    <a:pt x="24" y="21"/>
                  </a:cubicBezTo>
                  <a:cubicBezTo>
                    <a:pt x="24" y="23"/>
                    <a:pt x="23" y="23"/>
                    <a:pt x="23" y="24"/>
                  </a:cubicBezTo>
                  <a:cubicBezTo>
                    <a:pt x="20" y="26"/>
                    <a:pt x="17" y="27"/>
                    <a:pt x="14" y="27"/>
                  </a:cubicBezTo>
                  <a:cubicBezTo>
                    <a:pt x="12" y="27"/>
                    <a:pt x="9" y="27"/>
                    <a:pt x="7" y="2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3" name="Google Shape;5013;p61"/>
            <p:cNvSpPr/>
            <p:nvPr/>
          </p:nvSpPr>
          <p:spPr>
            <a:xfrm>
              <a:off x="2041200" y="2187000"/>
              <a:ext cx="39240" cy="11880"/>
            </a:xfrm>
            <a:custGeom>
              <a:avLst/>
              <a:gdLst/>
              <a:ahLst/>
              <a:cxnLst/>
              <a:rect l="l" t="t" r="r" b="b"/>
              <a:pathLst>
                <a:path w="109" h="33" extrusionOk="0">
                  <a:moveTo>
                    <a:pt x="11" y="32"/>
                  </a:moveTo>
                  <a:cubicBezTo>
                    <a:pt x="6" y="32"/>
                    <a:pt x="3" y="28"/>
                    <a:pt x="1" y="24"/>
                  </a:cubicBezTo>
                  <a:cubicBezTo>
                    <a:pt x="0" y="19"/>
                    <a:pt x="3" y="14"/>
                    <a:pt x="7" y="12"/>
                  </a:cubicBezTo>
                  <a:cubicBezTo>
                    <a:pt x="9" y="11"/>
                    <a:pt x="12" y="10"/>
                    <a:pt x="14" y="10"/>
                  </a:cubicBezTo>
                  <a:cubicBezTo>
                    <a:pt x="17" y="8"/>
                    <a:pt x="21" y="9"/>
                    <a:pt x="23" y="11"/>
                  </a:cubicBezTo>
                  <a:cubicBezTo>
                    <a:pt x="25" y="11"/>
                    <a:pt x="26" y="11"/>
                    <a:pt x="28" y="11"/>
                  </a:cubicBezTo>
                  <a:cubicBezTo>
                    <a:pt x="31" y="10"/>
                    <a:pt x="35" y="10"/>
                    <a:pt x="39" y="9"/>
                  </a:cubicBezTo>
                  <a:cubicBezTo>
                    <a:pt x="38" y="9"/>
                    <a:pt x="37" y="9"/>
                    <a:pt x="37" y="9"/>
                  </a:cubicBezTo>
                  <a:cubicBezTo>
                    <a:pt x="46" y="8"/>
                    <a:pt x="55" y="6"/>
                    <a:pt x="64" y="5"/>
                  </a:cubicBezTo>
                  <a:cubicBezTo>
                    <a:pt x="75" y="3"/>
                    <a:pt x="86" y="2"/>
                    <a:pt x="97" y="0"/>
                  </a:cubicBezTo>
                  <a:cubicBezTo>
                    <a:pt x="102" y="0"/>
                    <a:pt x="106" y="4"/>
                    <a:pt x="107" y="8"/>
                  </a:cubicBezTo>
                  <a:cubicBezTo>
                    <a:pt x="108" y="13"/>
                    <a:pt x="105" y="18"/>
                    <a:pt x="100" y="19"/>
                  </a:cubicBezTo>
                  <a:cubicBezTo>
                    <a:pt x="99" y="20"/>
                    <a:pt x="97" y="20"/>
                    <a:pt x="96" y="20"/>
                  </a:cubicBezTo>
                  <a:lnTo>
                    <a:pt x="97" y="20"/>
                  </a:lnTo>
                  <a:cubicBezTo>
                    <a:pt x="83" y="21"/>
                    <a:pt x="69" y="24"/>
                    <a:pt x="56" y="27"/>
                  </a:cubicBezTo>
                  <a:cubicBezTo>
                    <a:pt x="50" y="27"/>
                    <a:pt x="44" y="28"/>
                    <a:pt x="38" y="29"/>
                  </a:cubicBezTo>
                  <a:cubicBezTo>
                    <a:pt x="35" y="30"/>
                    <a:pt x="31" y="31"/>
                    <a:pt x="28" y="31"/>
                  </a:cubicBezTo>
                  <a:cubicBezTo>
                    <a:pt x="23" y="32"/>
                    <a:pt x="19" y="32"/>
                    <a:pt x="15" y="32"/>
                  </a:cubicBezTo>
                  <a:cubicBezTo>
                    <a:pt x="14" y="32"/>
                    <a:pt x="12" y="32"/>
                    <a:pt x="11" y="3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4" name="Google Shape;5014;p61"/>
            <p:cNvSpPr/>
            <p:nvPr/>
          </p:nvSpPr>
          <p:spPr>
            <a:xfrm>
              <a:off x="2097000" y="2158920"/>
              <a:ext cx="61920" cy="76320"/>
            </a:xfrm>
            <a:custGeom>
              <a:avLst/>
              <a:gdLst/>
              <a:ahLst/>
              <a:cxnLst/>
              <a:rect l="l" t="t" r="r" b="b"/>
              <a:pathLst>
                <a:path w="172" h="212" extrusionOk="0">
                  <a:moveTo>
                    <a:pt x="38" y="190"/>
                  </a:moveTo>
                  <a:cubicBezTo>
                    <a:pt x="40" y="190"/>
                    <a:pt x="42" y="190"/>
                    <a:pt x="44" y="190"/>
                  </a:cubicBezTo>
                  <a:cubicBezTo>
                    <a:pt x="45" y="190"/>
                    <a:pt x="47" y="189"/>
                    <a:pt x="48" y="189"/>
                  </a:cubicBezTo>
                  <a:cubicBezTo>
                    <a:pt x="50" y="189"/>
                    <a:pt x="51" y="188"/>
                    <a:pt x="53" y="187"/>
                  </a:cubicBezTo>
                  <a:cubicBezTo>
                    <a:pt x="54" y="187"/>
                    <a:pt x="56" y="186"/>
                    <a:pt x="57" y="186"/>
                  </a:cubicBezTo>
                  <a:cubicBezTo>
                    <a:pt x="57" y="185"/>
                    <a:pt x="58" y="185"/>
                    <a:pt x="58" y="185"/>
                  </a:cubicBezTo>
                  <a:cubicBezTo>
                    <a:pt x="60" y="183"/>
                    <a:pt x="60" y="183"/>
                    <a:pt x="61" y="182"/>
                  </a:cubicBezTo>
                  <a:cubicBezTo>
                    <a:pt x="63" y="181"/>
                    <a:pt x="63" y="180"/>
                    <a:pt x="64" y="179"/>
                  </a:cubicBezTo>
                  <a:cubicBezTo>
                    <a:pt x="65" y="178"/>
                    <a:pt x="65" y="177"/>
                    <a:pt x="67" y="175"/>
                  </a:cubicBezTo>
                  <a:cubicBezTo>
                    <a:pt x="67" y="174"/>
                    <a:pt x="68" y="172"/>
                    <a:pt x="69" y="171"/>
                  </a:cubicBezTo>
                  <a:cubicBezTo>
                    <a:pt x="70" y="169"/>
                    <a:pt x="70" y="167"/>
                    <a:pt x="71" y="165"/>
                  </a:cubicBezTo>
                  <a:cubicBezTo>
                    <a:pt x="71" y="162"/>
                    <a:pt x="72" y="159"/>
                    <a:pt x="72" y="157"/>
                  </a:cubicBezTo>
                  <a:cubicBezTo>
                    <a:pt x="72" y="152"/>
                    <a:pt x="72" y="148"/>
                    <a:pt x="72" y="144"/>
                  </a:cubicBezTo>
                  <a:cubicBezTo>
                    <a:pt x="62" y="150"/>
                    <a:pt x="51" y="157"/>
                    <a:pt x="41" y="164"/>
                  </a:cubicBezTo>
                  <a:cubicBezTo>
                    <a:pt x="39" y="165"/>
                    <a:pt x="36" y="167"/>
                    <a:pt x="34" y="169"/>
                  </a:cubicBezTo>
                  <a:cubicBezTo>
                    <a:pt x="32" y="170"/>
                    <a:pt x="30" y="172"/>
                    <a:pt x="28" y="173"/>
                  </a:cubicBezTo>
                  <a:cubicBezTo>
                    <a:pt x="26" y="175"/>
                    <a:pt x="25" y="177"/>
                    <a:pt x="23" y="179"/>
                  </a:cubicBezTo>
                  <a:cubicBezTo>
                    <a:pt x="23" y="179"/>
                    <a:pt x="22" y="180"/>
                    <a:pt x="22" y="181"/>
                  </a:cubicBezTo>
                  <a:cubicBezTo>
                    <a:pt x="22" y="182"/>
                    <a:pt x="22" y="182"/>
                    <a:pt x="21" y="182"/>
                  </a:cubicBezTo>
                  <a:lnTo>
                    <a:pt x="21" y="183"/>
                  </a:lnTo>
                  <a:cubicBezTo>
                    <a:pt x="21" y="183"/>
                    <a:pt x="21" y="184"/>
                    <a:pt x="21" y="185"/>
                  </a:cubicBezTo>
                  <a:lnTo>
                    <a:pt x="21" y="186"/>
                  </a:lnTo>
                  <a:cubicBezTo>
                    <a:pt x="22" y="186"/>
                    <a:pt x="22" y="186"/>
                    <a:pt x="22" y="186"/>
                  </a:cubicBezTo>
                  <a:cubicBezTo>
                    <a:pt x="22" y="187"/>
                    <a:pt x="22" y="187"/>
                    <a:pt x="23" y="187"/>
                  </a:cubicBezTo>
                  <a:lnTo>
                    <a:pt x="24" y="188"/>
                  </a:lnTo>
                  <a:cubicBezTo>
                    <a:pt x="25" y="189"/>
                    <a:pt x="26" y="189"/>
                    <a:pt x="28" y="189"/>
                  </a:cubicBezTo>
                  <a:cubicBezTo>
                    <a:pt x="29" y="190"/>
                    <a:pt x="31" y="190"/>
                    <a:pt x="33" y="190"/>
                  </a:cubicBezTo>
                  <a:cubicBezTo>
                    <a:pt x="35" y="190"/>
                    <a:pt x="36" y="190"/>
                    <a:pt x="38" y="190"/>
                  </a:cubicBezTo>
                  <a:moveTo>
                    <a:pt x="28" y="210"/>
                  </a:moveTo>
                  <a:cubicBezTo>
                    <a:pt x="25" y="210"/>
                    <a:pt x="21" y="209"/>
                    <a:pt x="18" y="208"/>
                  </a:cubicBezTo>
                  <a:cubicBezTo>
                    <a:pt x="15" y="207"/>
                    <a:pt x="12" y="205"/>
                    <a:pt x="10" y="203"/>
                  </a:cubicBezTo>
                  <a:cubicBezTo>
                    <a:pt x="5" y="199"/>
                    <a:pt x="1" y="194"/>
                    <a:pt x="1" y="188"/>
                  </a:cubicBezTo>
                  <a:cubicBezTo>
                    <a:pt x="0" y="185"/>
                    <a:pt x="0" y="182"/>
                    <a:pt x="1" y="179"/>
                  </a:cubicBezTo>
                  <a:cubicBezTo>
                    <a:pt x="1" y="175"/>
                    <a:pt x="3" y="172"/>
                    <a:pt x="5" y="169"/>
                  </a:cubicBezTo>
                  <a:cubicBezTo>
                    <a:pt x="7" y="166"/>
                    <a:pt x="9" y="164"/>
                    <a:pt x="11" y="162"/>
                  </a:cubicBezTo>
                  <a:cubicBezTo>
                    <a:pt x="13" y="159"/>
                    <a:pt x="15" y="157"/>
                    <a:pt x="18" y="155"/>
                  </a:cubicBezTo>
                  <a:cubicBezTo>
                    <a:pt x="23" y="151"/>
                    <a:pt x="30" y="147"/>
                    <a:pt x="36" y="143"/>
                  </a:cubicBezTo>
                  <a:cubicBezTo>
                    <a:pt x="40" y="140"/>
                    <a:pt x="44" y="138"/>
                    <a:pt x="48" y="136"/>
                  </a:cubicBezTo>
                  <a:cubicBezTo>
                    <a:pt x="47" y="136"/>
                    <a:pt x="47" y="136"/>
                    <a:pt x="47" y="137"/>
                  </a:cubicBezTo>
                  <a:cubicBezTo>
                    <a:pt x="48" y="136"/>
                    <a:pt x="50" y="135"/>
                    <a:pt x="51" y="134"/>
                  </a:cubicBezTo>
                  <a:cubicBezTo>
                    <a:pt x="50" y="134"/>
                    <a:pt x="50" y="134"/>
                    <a:pt x="50" y="135"/>
                  </a:cubicBezTo>
                  <a:cubicBezTo>
                    <a:pt x="57" y="131"/>
                    <a:pt x="64" y="127"/>
                    <a:pt x="71" y="123"/>
                  </a:cubicBezTo>
                  <a:cubicBezTo>
                    <a:pt x="71" y="122"/>
                    <a:pt x="72" y="122"/>
                    <a:pt x="72" y="122"/>
                  </a:cubicBezTo>
                  <a:cubicBezTo>
                    <a:pt x="72" y="120"/>
                    <a:pt x="72" y="119"/>
                    <a:pt x="72" y="118"/>
                  </a:cubicBezTo>
                  <a:cubicBezTo>
                    <a:pt x="72" y="112"/>
                    <a:pt x="71" y="105"/>
                    <a:pt x="71" y="99"/>
                  </a:cubicBezTo>
                  <a:cubicBezTo>
                    <a:pt x="71" y="86"/>
                    <a:pt x="71" y="73"/>
                    <a:pt x="74" y="60"/>
                  </a:cubicBezTo>
                  <a:cubicBezTo>
                    <a:pt x="73" y="60"/>
                    <a:pt x="72" y="61"/>
                    <a:pt x="72" y="62"/>
                  </a:cubicBezTo>
                  <a:cubicBezTo>
                    <a:pt x="66" y="68"/>
                    <a:pt x="60" y="74"/>
                    <a:pt x="54" y="80"/>
                  </a:cubicBezTo>
                  <a:cubicBezTo>
                    <a:pt x="46" y="88"/>
                    <a:pt x="37" y="96"/>
                    <a:pt x="30" y="105"/>
                  </a:cubicBezTo>
                  <a:cubicBezTo>
                    <a:pt x="28" y="108"/>
                    <a:pt x="25" y="112"/>
                    <a:pt x="23" y="115"/>
                  </a:cubicBezTo>
                  <a:cubicBezTo>
                    <a:pt x="23" y="116"/>
                    <a:pt x="23" y="116"/>
                    <a:pt x="22" y="117"/>
                  </a:cubicBezTo>
                  <a:cubicBezTo>
                    <a:pt x="19" y="122"/>
                    <a:pt x="14" y="125"/>
                    <a:pt x="8" y="122"/>
                  </a:cubicBezTo>
                  <a:cubicBezTo>
                    <a:pt x="5" y="120"/>
                    <a:pt x="4" y="118"/>
                    <a:pt x="3" y="116"/>
                  </a:cubicBezTo>
                  <a:cubicBezTo>
                    <a:pt x="2" y="112"/>
                    <a:pt x="3" y="109"/>
                    <a:pt x="4" y="106"/>
                  </a:cubicBezTo>
                  <a:cubicBezTo>
                    <a:pt x="10" y="96"/>
                    <a:pt x="18" y="87"/>
                    <a:pt x="27" y="78"/>
                  </a:cubicBezTo>
                  <a:cubicBezTo>
                    <a:pt x="26" y="78"/>
                    <a:pt x="26" y="79"/>
                    <a:pt x="26" y="79"/>
                  </a:cubicBezTo>
                  <a:cubicBezTo>
                    <a:pt x="27" y="78"/>
                    <a:pt x="28" y="77"/>
                    <a:pt x="29" y="76"/>
                  </a:cubicBezTo>
                  <a:cubicBezTo>
                    <a:pt x="29" y="77"/>
                    <a:pt x="28" y="77"/>
                    <a:pt x="28" y="77"/>
                  </a:cubicBezTo>
                  <a:cubicBezTo>
                    <a:pt x="29" y="77"/>
                    <a:pt x="29" y="76"/>
                    <a:pt x="30" y="75"/>
                  </a:cubicBezTo>
                  <a:cubicBezTo>
                    <a:pt x="30" y="75"/>
                    <a:pt x="30" y="76"/>
                    <a:pt x="29" y="76"/>
                  </a:cubicBezTo>
                  <a:cubicBezTo>
                    <a:pt x="31" y="74"/>
                    <a:pt x="32" y="73"/>
                    <a:pt x="34" y="71"/>
                  </a:cubicBezTo>
                  <a:cubicBezTo>
                    <a:pt x="33" y="71"/>
                    <a:pt x="33" y="72"/>
                    <a:pt x="33" y="72"/>
                  </a:cubicBezTo>
                  <a:cubicBezTo>
                    <a:pt x="34" y="71"/>
                    <a:pt x="35" y="71"/>
                    <a:pt x="35" y="70"/>
                  </a:cubicBezTo>
                  <a:cubicBezTo>
                    <a:pt x="35" y="70"/>
                    <a:pt x="35" y="71"/>
                    <a:pt x="34" y="71"/>
                  </a:cubicBezTo>
                  <a:cubicBezTo>
                    <a:pt x="38" y="67"/>
                    <a:pt x="42" y="63"/>
                    <a:pt x="46" y="59"/>
                  </a:cubicBezTo>
                  <a:cubicBezTo>
                    <a:pt x="60" y="46"/>
                    <a:pt x="73" y="32"/>
                    <a:pt x="85" y="17"/>
                  </a:cubicBezTo>
                  <a:cubicBezTo>
                    <a:pt x="86" y="15"/>
                    <a:pt x="88" y="13"/>
                    <a:pt x="89" y="11"/>
                  </a:cubicBezTo>
                  <a:cubicBezTo>
                    <a:pt x="90" y="10"/>
                    <a:pt x="90" y="9"/>
                    <a:pt x="91" y="8"/>
                  </a:cubicBezTo>
                  <a:cubicBezTo>
                    <a:pt x="93" y="3"/>
                    <a:pt x="100" y="0"/>
                    <a:pt x="104" y="3"/>
                  </a:cubicBezTo>
                  <a:cubicBezTo>
                    <a:pt x="110" y="6"/>
                    <a:pt x="112" y="12"/>
                    <a:pt x="109" y="17"/>
                  </a:cubicBezTo>
                  <a:cubicBezTo>
                    <a:pt x="109" y="18"/>
                    <a:pt x="109" y="18"/>
                    <a:pt x="108" y="20"/>
                  </a:cubicBezTo>
                  <a:cubicBezTo>
                    <a:pt x="106" y="23"/>
                    <a:pt x="105" y="26"/>
                    <a:pt x="103" y="29"/>
                  </a:cubicBezTo>
                  <a:cubicBezTo>
                    <a:pt x="100" y="37"/>
                    <a:pt x="97" y="45"/>
                    <a:pt x="95" y="53"/>
                  </a:cubicBezTo>
                  <a:cubicBezTo>
                    <a:pt x="94" y="59"/>
                    <a:pt x="93" y="65"/>
                    <a:pt x="92" y="70"/>
                  </a:cubicBezTo>
                  <a:lnTo>
                    <a:pt x="92" y="69"/>
                  </a:lnTo>
                  <a:cubicBezTo>
                    <a:pt x="91" y="77"/>
                    <a:pt x="90" y="86"/>
                    <a:pt x="90" y="94"/>
                  </a:cubicBezTo>
                  <a:cubicBezTo>
                    <a:pt x="90" y="99"/>
                    <a:pt x="90" y="105"/>
                    <a:pt x="91" y="111"/>
                  </a:cubicBezTo>
                  <a:cubicBezTo>
                    <a:pt x="94" y="108"/>
                    <a:pt x="97" y="106"/>
                    <a:pt x="100" y="105"/>
                  </a:cubicBezTo>
                  <a:cubicBezTo>
                    <a:pt x="109" y="99"/>
                    <a:pt x="117" y="92"/>
                    <a:pt x="126" y="86"/>
                  </a:cubicBezTo>
                  <a:cubicBezTo>
                    <a:pt x="132" y="81"/>
                    <a:pt x="138" y="76"/>
                    <a:pt x="144" y="71"/>
                  </a:cubicBezTo>
                  <a:cubicBezTo>
                    <a:pt x="146" y="68"/>
                    <a:pt x="149" y="64"/>
                    <a:pt x="153" y="62"/>
                  </a:cubicBezTo>
                  <a:cubicBezTo>
                    <a:pt x="156" y="60"/>
                    <a:pt x="160" y="60"/>
                    <a:pt x="163" y="62"/>
                  </a:cubicBezTo>
                  <a:cubicBezTo>
                    <a:pt x="167" y="64"/>
                    <a:pt x="169" y="67"/>
                    <a:pt x="170" y="71"/>
                  </a:cubicBezTo>
                  <a:cubicBezTo>
                    <a:pt x="171" y="75"/>
                    <a:pt x="170" y="79"/>
                    <a:pt x="170" y="83"/>
                  </a:cubicBezTo>
                  <a:cubicBezTo>
                    <a:pt x="170" y="86"/>
                    <a:pt x="169" y="89"/>
                    <a:pt x="169" y="92"/>
                  </a:cubicBezTo>
                  <a:cubicBezTo>
                    <a:pt x="169" y="95"/>
                    <a:pt x="168" y="99"/>
                    <a:pt x="168" y="103"/>
                  </a:cubicBezTo>
                  <a:cubicBezTo>
                    <a:pt x="166" y="117"/>
                    <a:pt x="165" y="132"/>
                    <a:pt x="165" y="145"/>
                  </a:cubicBezTo>
                  <a:cubicBezTo>
                    <a:pt x="166" y="151"/>
                    <a:pt x="166" y="157"/>
                    <a:pt x="166" y="162"/>
                  </a:cubicBezTo>
                  <a:cubicBezTo>
                    <a:pt x="166" y="168"/>
                    <a:pt x="162" y="173"/>
                    <a:pt x="156" y="173"/>
                  </a:cubicBezTo>
                  <a:cubicBezTo>
                    <a:pt x="151" y="174"/>
                    <a:pt x="145" y="169"/>
                    <a:pt x="145" y="164"/>
                  </a:cubicBezTo>
                  <a:cubicBezTo>
                    <a:pt x="144" y="157"/>
                    <a:pt x="145" y="150"/>
                    <a:pt x="145" y="143"/>
                  </a:cubicBezTo>
                  <a:cubicBezTo>
                    <a:pt x="145" y="137"/>
                    <a:pt x="145" y="130"/>
                    <a:pt x="146" y="124"/>
                  </a:cubicBezTo>
                  <a:cubicBezTo>
                    <a:pt x="146" y="117"/>
                    <a:pt x="147" y="109"/>
                    <a:pt x="148" y="102"/>
                  </a:cubicBezTo>
                  <a:cubicBezTo>
                    <a:pt x="148" y="99"/>
                    <a:pt x="148" y="96"/>
                    <a:pt x="149" y="92"/>
                  </a:cubicBezTo>
                  <a:cubicBezTo>
                    <a:pt x="145" y="96"/>
                    <a:pt x="141" y="99"/>
                    <a:pt x="137" y="102"/>
                  </a:cubicBezTo>
                  <a:cubicBezTo>
                    <a:pt x="129" y="108"/>
                    <a:pt x="120" y="114"/>
                    <a:pt x="111" y="120"/>
                  </a:cubicBezTo>
                  <a:cubicBezTo>
                    <a:pt x="105" y="124"/>
                    <a:pt x="99" y="128"/>
                    <a:pt x="92" y="132"/>
                  </a:cubicBezTo>
                  <a:cubicBezTo>
                    <a:pt x="92" y="138"/>
                    <a:pt x="92" y="143"/>
                    <a:pt x="92" y="149"/>
                  </a:cubicBezTo>
                  <a:cubicBezTo>
                    <a:pt x="92" y="156"/>
                    <a:pt x="92" y="162"/>
                    <a:pt x="90" y="169"/>
                  </a:cubicBezTo>
                  <a:cubicBezTo>
                    <a:pt x="88" y="176"/>
                    <a:pt x="85" y="183"/>
                    <a:pt x="81" y="189"/>
                  </a:cubicBezTo>
                  <a:cubicBezTo>
                    <a:pt x="74" y="201"/>
                    <a:pt x="61" y="207"/>
                    <a:pt x="48" y="210"/>
                  </a:cubicBezTo>
                  <a:cubicBezTo>
                    <a:pt x="44" y="211"/>
                    <a:pt x="41" y="211"/>
                    <a:pt x="37" y="211"/>
                  </a:cubicBezTo>
                  <a:cubicBezTo>
                    <a:pt x="35" y="211"/>
                    <a:pt x="31" y="211"/>
                    <a:pt x="28" y="21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5" name="Google Shape;5015;p61"/>
            <p:cNvSpPr/>
            <p:nvPr/>
          </p:nvSpPr>
          <p:spPr>
            <a:xfrm>
              <a:off x="2165400" y="2153520"/>
              <a:ext cx="12240" cy="18360"/>
            </a:xfrm>
            <a:custGeom>
              <a:avLst/>
              <a:gdLst/>
              <a:ahLst/>
              <a:cxnLst/>
              <a:rect l="l" t="t" r="r" b="b"/>
              <a:pathLst>
                <a:path w="34" h="51" extrusionOk="0">
                  <a:moveTo>
                    <a:pt x="10" y="50"/>
                  </a:moveTo>
                  <a:cubicBezTo>
                    <a:pt x="5" y="50"/>
                    <a:pt x="0" y="44"/>
                    <a:pt x="0" y="39"/>
                  </a:cubicBezTo>
                  <a:cubicBezTo>
                    <a:pt x="1" y="32"/>
                    <a:pt x="2" y="26"/>
                    <a:pt x="4" y="20"/>
                  </a:cubicBezTo>
                  <a:cubicBezTo>
                    <a:pt x="4" y="16"/>
                    <a:pt x="5" y="13"/>
                    <a:pt x="7" y="10"/>
                  </a:cubicBezTo>
                  <a:cubicBezTo>
                    <a:pt x="8" y="8"/>
                    <a:pt x="9" y="5"/>
                    <a:pt x="11" y="4"/>
                  </a:cubicBezTo>
                  <a:cubicBezTo>
                    <a:pt x="15" y="0"/>
                    <a:pt x="18" y="0"/>
                    <a:pt x="23" y="0"/>
                  </a:cubicBezTo>
                  <a:cubicBezTo>
                    <a:pt x="29" y="1"/>
                    <a:pt x="33" y="6"/>
                    <a:pt x="33" y="12"/>
                  </a:cubicBezTo>
                  <a:cubicBezTo>
                    <a:pt x="32" y="16"/>
                    <a:pt x="29" y="19"/>
                    <a:pt x="26" y="21"/>
                  </a:cubicBezTo>
                  <a:cubicBezTo>
                    <a:pt x="25" y="22"/>
                    <a:pt x="25" y="24"/>
                    <a:pt x="24" y="25"/>
                  </a:cubicBezTo>
                  <a:cubicBezTo>
                    <a:pt x="23" y="29"/>
                    <a:pt x="22" y="33"/>
                    <a:pt x="21" y="37"/>
                  </a:cubicBezTo>
                  <a:cubicBezTo>
                    <a:pt x="21" y="39"/>
                    <a:pt x="21" y="39"/>
                    <a:pt x="21" y="40"/>
                  </a:cubicBezTo>
                  <a:cubicBezTo>
                    <a:pt x="21" y="43"/>
                    <a:pt x="20" y="46"/>
                    <a:pt x="18" y="47"/>
                  </a:cubicBezTo>
                  <a:cubicBezTo>
                    <a:pt x="16" y="49"/>
                    <a:pt x="13" y="50"/>
                    <a:pt x="11" y="50"/>
                  </a:cubicBezTo>
                  <a:lnTo>
                    <a:pt x="10" y="50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6" name="Google Shape;5016;p61"/>
            <p:cNvSpPr/>
            <p:nvPr/>
          </p:nvSpPr>
          <p:spPr>
            <a:xfrm>
              <a:off x="2177280" y="2168280"/>
              <a:ext cx="41040" cy="62280"/>
            </a:xfrm>
            <a:custGeom>
              <a:avLst/>
              <a:gdLst/>
              <a:ahLst/>
              <a:cxnLst/>
              <a:rect l="l" t="t" r="r" b="b"/>
              <a:pathLst>
                <a:path w="114" h="173" extrusionOk="0">
                  <a:moveTo>
                    <a:pt x="8" y="171"/>
                  </a:moveTo>
                  <a:cubicBezTo>
                    <a:pt x="7" y="170"/>
                    <a:pt x="5" y="169"/>
                    <a:pt x="3" y="168"/>
                  </a:cubicBezTo>
                  <a:cubicBezTo>
                    <a:pt x="2" y="165"/>
                    <a:pt x="1" y="162"/>
                    <a:pt x="0" y="160"/>
                  </a:cubicBezTo>
                  <a:cubicBezTo>
                    <a:pt x="0" y="157"/>
                    <a:pt x="0" y="153"/>
                    <a:pt x="0" y="150"/>
                  </a:cubicBezTo>
                  <a:cubicBezTo>
                    <a:pt x="0" y="147"/>
                    <a:pt x="1" y="143"/>
                    <a:pt x="2" y="139"/>
                  </a:cubicBezTo>
                  <a:cubicBezTo>
                    <a:pt x="3" y="134"/>
                    <a:pt x="4" y="128"/>
                    <a:pt x="7" y="123"/>
                  </a:cubicBezTo>
                  <a:cubicBezTo>
                    <a:pt x="7" y="112"/>
                    <a:pt x="8" y="101"/>
                    <a:pt x="9" y="90"/>
                  </a:cubicBezTo>
                  <a:cubicBezTo>
                    <a:pt x="10" y="79"/>
                    <a:pt x="10" y="68"/>
                    <a:pt x="12" y="57"/>
                  </a:cubicBezTo>
                  <a:cubicBezTo>
                    <a:pt x="13" y="46"/>
                    <a:pt x="15" y="35"/>
                    <a:pt x="17" y="24"/>
                  </a:cubicBezTo>
                  <a:cubicBezTo>
                    <a:pt x="17" y="23"/>
                    <a:pt x="17" y="21"/>
                    <a:pt x="18" y="20"/>
                  </a:cubicBezTo>
                  <a:cubicBezTo>
                    <a:pt x="18" y="17"/>
                    <a:pt x="18" y="14"/>
                    <a:pt x="18" y="10"/>
                  </a:cubicBezTo>
                  <a:cubicBezTo>
                    <a:pt x="19" y="5"/>
                    <a:pt x="24" y="0"/>
                    <a:pt x="29" y="0"/>
                  </a:cubicBezTo>
                  <a:cubicBezTo>
                    <a:pt x="35" y="1"/>
                    <a:pt x="40" y="6"/>
                    <a:pt x="39" y="12"/>
                  </a:cubicBezTo>
                  <a:cubicBezTo>
                    <a:pt x="39" y="17"/>
                    <a:pt x="39" y="22"/>
                    <a:pt x="38" y="27"/>
                  </a:cubicBezTo>
                  <a:cubicBezTo>
                    <a:pt x="37" y="33"/>
                    <a:pt x="36" y="38"/>
                    <a:pt x="35" y="43"/>
                  </a:cubicBezTo>
                  <a:cubicBezTo>
                    <a:pt x="33" y="52"/>
                    <a:pt x="32" y="62"/>
                    <a:pt x="31" y="72"/>
                  </a:cubicBezTo>
                  <a:cubicBezTo>
                    <a:pt x="30" y="76"/>
                    <a:pt x="29" y="81"/>
                    <a:pt x="29" y="86"/>
                  </a:cubicBezTo>
                  <a:cubicBezTo>
                    <a:pt x="30" y="84"/>
                    <a:pt x="31" y="83"/>
                    <a:pt x="32" y="82"/>
                  </a:cubicBezTo>
                  <a:cubicBezTo>
                    <a:pt x="36" y="77"/>
                    <a:pt x="41" y="71"/>
                    <a:pt x="46" y="66"/>
                  </a:cubicBezTo>
                  <a:cubicBezTo>
                    <a:pt x="49" y="62"/>
                    <a:pt x="53" y="58"/>
                    <a:pt x="57" y="54"/>
                  </a:cubicBezTo>
                  <a:cubicBezTo>
                    <a:pt x="64" y="46"/>
                    <a:pt x="72" y="38"/>
                    <a:pt x="80" y="31"/>
                  </a:cubicBezTo>
                  <a:cubicBezTo>
                    <a:pt x="81" y="29"/>
                    <a:pt x="83" y="28"/>
                    <a:pt x="85" y="27"/>
                  </a:cubicBezTo>
                  <a:cubicBezTo>
                    <a:pt x="87" y="25"/>
                    <a:pt x="89" y="24"/>
                    <a:pt x="92" y="23"/>
                  </a:cubicBezTo>
                  <a:cubicBezTo>
                    <a:pt x="98" y="22"/>
                    <a:pt x="102" y="25"/>
                    <a:pt x="106" y="29"/>
                  </a:cubicBezTo>
                  <a:cubicBezTo>
                    <a:pt x="110" y="34"/>
                    <a:pt x="112" y="41"/>
                    <a:pt x="112" y="47"/>
                  </a:cubicBezTo>
                  <a:cubicBezTo>
                    <a:pt x="113" y="52"/>
                    <a:pt x="113" y="58"/>
                    <a:pt x="113" y="64"/>
                  </a:cubicBezTo>
                  <a:cubicBezTo>
                    <a:pt x="113" y="63"/>
                    <a:pt x="113" y="63"/>
                    <a:pt x="113" y="62"/>
                  </a:cubicBezTo>
                  <a:cubicBezTo>
                    <a:pt x="113" y="66"/>
                    <a:pt x="113" y="70"/>
                    <a:pt x="113" y="74"/>
                  </a:cubicBezTo>
                  <a:lnTo>
                    <a:pt x="113" y="73"/>
                  </a:lnTo>
                  <a:cubicBezTo>
                    <a:pt x="113" y="81"/>
                    <a:pt x="113" y="90"/>
                    <a:pt x="113" y="98"/>
                  </a:cubicBezTo>
                  <a:cubicBezTo>
                    <a:pt x="112" y="107"/>
                    <a:pt x="112" y="116"/>
                    <a:pt x="110" y="125"/>
                  </a:cubicBezTo>
                  <a:cubicBezTo>
                    <a:pt x="109" y="130"/>
                    <a:pt x="103" y="134"/>
                    <a:pt x="98" y="133"/>
                  </a:cubicBezTo>
                  <a:cubicBezTo>
                    <a:pt x="92" y="132"/>
                    <a:pt x="88" y="126"/>
                    <a:pt x="89" y="120"/>
                  </a:cubicBezTo>
                  <a:cubicBezTo>
                    <a:pt x="89" y="117"/>
                    <a:pt x="90" y="113"/>
                    <a:pt x="91" y="110"/>
                  </a:cubicBezTo>
                  <a:cubicBezTo>
                    <a:pt x="92" y="98"/>
                    <a:pt x="93" y="87"/>
                    <a:pt x="93" y="74"/>
                  </a:cubicBezTo>
                  <a:cubicBezTo>
                    <a:pt x="93" y="67"/>
                    <a:pt x="93" y="59"/>
                    <a:pt x="92" y="51"/>
                  </a:cubicBezTo>
                  <a:cubicBezTo>
                    <a:pt x="92" y="49"/>
                    <a:pt x="92" y="48"/>
                    <a:pt x="91" y="47"/>
                  </a:cubicBezTo>
                  <a:cubicBezTo>
                    <a:pt x="87" y="51"/>
                    <a:pt x="83" y="55"/>
                    <a:pt x="79" y="59"/>
                  </a:cubicBezTo>
                  <a:cubicBezTo>
                    <a:pt x="79" y="58"/>
                    <a:pt x="80" y="58"/>
                    <a:pt x="80" y="58"/>
                  </a:cubicBezTo>
                  <a:cubicBezTo>
                    <a:pt x="69" y="69"/>
                    <a:pt x="58" y="80"/>
                    <a:pt x="49" y="93"/>
                  </a:cubicBezTo>
                  <a:cubicBezTo>
                    <a:pt x="43" y="100"/>
                    <a:pt x="38" y="107"/>
                    <a:pt x="34" y="115"/>
                  </a:cubicBezTo>
                  <a:lnTo>
                    <a:pt x="34" y="114"/>
                  </a:lnTo>
                  <a:cubicBezTo>
                    <a:pt x="31" y="119"/>
                    <a:pt x="29" y="123"/>
                    <a:pt x="27" y="129"/>
                  </a:cubicBezTo>
                  <a:cubicBezTo>
                    <a:pt x="26" y="132"/>
                    <a:pt x="26" y="136"/>
                    <a:pt x="26" y="139"/>
                  </a:cubicBezTo>
                  <a:cubicBezTo>
                    <a:pt x="25" y="143"/>
                    <a:pt x="25" y="146"/>
                    <a:pt x="25" y="150"/>
                  </a:cubicBezTo>
                  <a:cubicBezTo>
                    <a:pt x="25" y="152"/>
                    <a:pt x="25" y="154"/>
                    <a:pt x="25" y="156"/>
                  </a:cubicBezTo>
                  <a:cubicBezTo>
                    <a:pt x="25" y="157"/>
                    <a:pt x="25" y="159"/>
                    <a:pt x="24" y="160"/>
                  </a:cubicBezTo>
                  <a:cubicBezTo>
                    <a:pt x="24" y="162"/>
                    <a:pt x="24" y="164"/>
                    <a:pt x="22" y="166"/>
                  </a:cubicBezTo>
                  <a:cubicBezTo>
                    <a:pt x="21" y="170"/>
                    <a:pt x="17" y="172"/>
                    <a:pt x="13" y="172"/>
                  </a:cubicBezTo>
                  <a:cubicBezTo>
                    <a:pt x="11" y="172"/>
                    <a:pt x="10" y="172"/>
                    <a:pt x="8" y="17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7" name="Google Shape;5017;p61"/>
            <p:cNvSpPr/>
            <p:nvPr/>
          </p:nvSpPr>
          <p:spPr>
            <a:xfrm>
              <a:off x="2238480" y="2162520"/>
              <a:ext cx="32760" cy="61560"/>
            </a:xfrm>
            <a:custGeom>
              <a:avLst/>
              <a:gdLst/>
              <a:ahLst/>
              <a:cxnLst/>
              <a:rect l="l" t="t" r="r" b="b"/>
              <a:pathLst>
                <a:path w="91" h="171" extrusionOk="0">
                  <a:moveTo>
                    <a:pt x="70" y="166"/>
                  </a:moveTo>
                  <a:cubicBezTo>
                    <a:pt x="63" y="155"/>
                    <a:pt x="56" y="144"/>
                    <a:pt x="50" y="133"/>
                  </a:cubicBezTo>
                  <a:cubicBezTo>
                    <a:pt x="44" y="123"/>
                    <a:pt x="38" y="113"/>
                    <a:pt x="33" y="103"/>
                  </a:cubicBezTo>
                  <a:cubicBezTo>
                    <a:pt x="31" y="97"/>
                    <a:pt x="28" y="92"/>
                    <a:pt x="26" y="88"/>
                  </a:cubicBezTo>
                  <a:cubicBezTo>
                    <a:pt x="23" y="82"/>
                    <a:pt x="21" y="78"/>
                    <a:pt x="19" y="73"/>
                  </a:cubicBezTo>
                  <a:cubicBezTo>
                    <a:pt x="13" y="59"/>
                    <a:pt x="7" y="45"/>
                    <a:pt x="3" y="31"/>
                  </a:cubicBezTo>
                  <a:cubicBezTo>
                    <a:pt x="2" y="26"/>
                    <a:pt x="1" y="22"/>
                    <a:pt x="1" y="17"/>
                  </a:cubicBezTo>
                  <a:cubicBezTo>
                    <a:pt x="0" y="12"/>
                    <a:pt x="2" y="8"/>
                    <a:pt x="5" y="5"/>
                  </a:cubicBezTo>
                  <a:cubicBezTo>
                    <a:pt x="9" y="1"/>
                    <a:pt x="15" y="0"/>
                    <a:pt x="20" y="4"/>
                  </a:cubicBezTo>
                  <a:cubicBezTo>
                    <a:pt x="21" y="5"/>
                    <a:pt x="21" y="6"/>
                    <a:pt x="22" y="7"/>
                  </a:cubicBezTo>
                  <a:cubicBezTo>
                    <a:pt x="26" y="11"/>
                    <a:pt x="26" y="16"/>
                    <a:pt x="23" y="21"/>
                  </a:cubicBezTo>
                  <a:cubicBezTo>
                    <a:pt x="23" y="23"/>
                    <a:pt x="24" y="26"/>
                    <a:pt x="24" y="29"/>
                  </a:cubicBezTo>
                  <a:cubicBezTo>
                    <a:pt x="27" y="39"/>
                    <a:pt x="31" y="49"/>
                    <a:pt x="35" y="58"/>
                  </a:cubicBezTo>
                  <a:cubicBezTo>
                    <a:pt x="38" y="64"/>
                    <a:pt x="40" y="69"/>
                    <a:pt x="42" y="75"/>
                  </a:cubicBezTo>
                  <a:cubicBezTo>
                    <a:pt x="45" y="81"/>
                    <a:pt x="48" y="86"/>
                    <a:pt x="50" y="92"/>
                  </a:cubicBezTo>
                  <a:cubicBezTo>
                    <a:pt x="55" y="102"/>
                    <a:pt x="61" y="112"/>
                    <a:pt x="66" y="122"/>
                  </a:cubicBezTo>
                  <a:cubicBezTo>
                    <a:pt x="73" y="133"/>
                    <a:pt x="79" y="144"/>
                    <a:pt x="87" y="155"/>
                  </a:cubicBezTo>
                  <a:cubicBezTo>
                    <a:pt x="90" y="159"/>
                    <a:pt x="88" y="165"/>
                    <a:pt x="84" y="169"/>
                  </a:cubicBezTo>
                  <a:cubicBezTo>
                    <a:pt x="82" y="169"/>
                    <a:pt x="80" y="170"/>
                    <a:pt x="79" y="170"/>
                  </a:cubicBezTo>
                  <a:cubicBezTo>
                    <a:pt x="75" y="170"/>
                    <a:pt x="72" y="169"/>
                    <a:pt x="70" y="16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8" name="Google Shape;5018;p61"/>
            <p:cNvSpPr/>
            <p:nvPr/>
          </p:nvSpPr>
          <p:spPr>
            <a:xfrm>
              <a:off x="2226960" y="2174040"/>
              <a:ext cx="64080" cy="60480"/>
            </a:xfrm>
            <a:custGeom>
              <a:avLst/>
              <a:gdLst/>
              <a:ahLst/>
              <a:cxnLst/>
              <a:rect l="l" t="t" r="r" b="b"/>
              <a:pathLst>
                <a:path w="178" h="168" extrusionOk="0">
                  <a:moveTo>
                    <a:pt x="7" y="166"/>
                  </a:moveTo>
                  <a:cubicBezTo>
                    <a:pt x="3" y="164"/>
                    <a:pt x="0" y="158"/>
                    <a:pt x="3" y="153"/>
                  </a:cubicBezTo>
                  <a:cubicBezTo>
                    <a:pt x="9" y="143"/>
                    <a:pt x="15" y="132"/>
                    <a:pt x="21" y="122"/>
                  </a:cubicBezTo>
                  <a:cubicBezTo>
                    <a:pt x="30" y="109"/>
                    <a:pt x="38" y="94"/>
                    <a:pt x="48" y="81"/>
                  </a:cubicBezTo>
                  <a:cubicBezTo>
                    <a:pt x="56" y="68"/>
                    <a:pt x="66" y="57"/>
                    <a:pt x="76" y="45"/>
                  </a:cubicBezTo>
                  <a:cubicBezTo>
                    <a:pt x="86" y="35"/>
                    <a:pt x="97" y="25"/>
                    <a:pt x="109" y="16"/>
                  </a:cubicBezTo>
                  <a:cubicBezTo>
                    <a:pt x="120" y="8"/>
                    <a:pt x="133" y="0"/>
                    <a:pt x="148" y="1"/>
                  </a:cubicBezTo>
                  <a:cubicBezTo>
                    <a:pt x="155" y="1"/>
                    <a:pt x="162" y="5"/>
                    <a:pt x="169" y="8"/>
                  </a:cubicBezTo>
                  <a:cubicBezTo>
                    <a:pt x="175" y="11"/>
                    <a:pt x="177" y="18"/>
                    <a:pt x="175" y="23"/>
                  </a:cubicBezTo>
                  <a:cubicBezTo>
                    <a:pt x="172" y="28"/>
                    <a:pt x="165" y="30"/>
                    <a:pt x="160" y="28"/>
                  </a:cubicBezTo>
                  <a:cubicBezTo>
                    <a:pt x="157" y="26"/>
                    <a:pt x="154" y="25"/>
                    <a:pt x="151" y="23"/>
                  </a:cubicBezTo>
                  <a:cubicBezTo>
                    <a:pt x="150" y="23"/>
                    <a:pt x="150" y="23"/>
                    <a:pt x="150" y="22"/>
                  </a:cubicBezTo>
                  <a:cubicBezTo>
                    <a:pt x="148" y="22"/>
                    <a:pt x="147" y="22"/>
                    <a:pt x="146" y="22"/>
                  </a:cubicBezTo>
                  <a:lnTo>
                    <a:pt x="145" y="22"/>
                  </a:lnTo>
                  <a:cubicBezTo>
                    <a:pt x="144" y="22"/>
                    <a:pt x="144" y="22"/>
                    <a:pt x="144" y="22"/>
                  </a:cubicBezTo>
                  <a:cubicBezTo>
                    <a:pt x="143" y="22"/>
                    <a:pt x="141" y="22"/>
                    <a:pt x="140" y="23"/>
                  </a:cubicBezTo>
                  <a:cubicBezTo>
                    <a:pt x="138" y="24"/>
                    <a:pt x="136" y="24"/>
                    <a:pt x="133" y="25"/>
                  </a:cubicBezTo>
                  <a:cubicBezTo>
                    <a:pt x="134" y="25"/>
                    <a:pt x="134" y="25"/>
                    <a:pt x="134" y="25"/>
                  </a:cubicBezTo>
                  <a:cubicBezTo>
                    <a:pt x="133" y="25"/>
                    <a:pt x="130" y="26"/>
                    <a:pt x="129" y="28"/>
                  </a:cubicBezTo>
                  <a:lnTo>
                    <a:pt x="129" y="27"/>
                  </a:lnTo>
                  <a:cubicBezTo>
                    <a:pt x="129" y="28"/>
                    <a:pt x="129" y="28"/>
                    <a:pt x="129" y="28"/>
                  </a:cubicBezTo>
                  <a:cubicBezTo>
                    <a:pt x="128" y="28"/>
                    <a:pt x="128" y="28"/>
                    <a:pt x="128" y="28"/>
                  </a:cubicBezTo>
                  <a:lnTo>
                    <a:pt x="129" y="28"/>
                  </a:lnTo>
                  <a:cubicBezTo>
                    <a:pt x="123" y="30"/>
                    <a:pt x="119" y="34"/>
                    <a:pt x="114" y="37"/>
                  </a:cubicBezTo>
                  <a:cubicBezTo>
                    <a:pt x="115" y="37"/>
                    <a:pt x="115" y="37"/>
                    <a:pt x="115" y="36"/>
                  </a:cubicBezTo>
                  <a:cubicBezTo>
                    <a:pt x="108" y="42"/>
                    <a:pt x="102" y="47"/>
                    <a:pt x="96" y="54"/>
                  </a:cubicBezTo>
                  <a:cubicBezTo>
                    <a:pt x="96" y="53"/>
                    <a:pt x="96" y="53"/>
                    <a:pt x="96" y="53"/>
                  </a:cubicBezTo>
                  <a:cubicBezTo>
                    <a:pt x="87" y="63"/>
                    <a:pt x="79" y="72"/>
                    <a:pt x="71" y="82"/>
                  </a:cubicBezTo>
                  <a:lnTo>
                    <a:pt x="72" y="81"/>
                  </a:lnTo>
                  <a:cubicBezTo>
                    <a:pt x="59" y="97"/>
                    <a:pt x="49" y="114"/>
                    <a:pt x="38" y="131"/>
                  </a:cubicBezTo>
                  <a:cubicBezTo>
                    <a:pt x="32" y="142"/>
                    <a:pt x="25" y="152"/>
                    <a:pt x="19" y="163"/>
                  </a:cubicBezTo>
                  <a:cubicBezTo>
                    <a:pt x="17" y="165"/>
                    <a:pt x="14" y="167"/>
                    <a:pt x="12" y="167"/>
                  </a:cubicBezTo>
                  <a:cubicBezTo>
                    <a:pt x="10" y="167"/>
                    <a:pt x="9" y="166"/>
                    <a:pt x="7" y="16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9" name="Google Shape;5019;p61"/>
            <p:cNvSpPr/>
            <p:nvPr/>
          </p:nvSpPr>
          <p:spPr>
            <a:xfrm>
              <a:off x="1631160" y="2267640"/>
              <a:ext cx="14400" cy="227880"/>
            </a:xfrm>
            <a:custGeom>
              <a:avLst/>
              <a:gdLst/>
              <a:ahLst/>
              <a:cxnLst/>
              <a:rect l="l" t="t" r="r" b="b"/>
              <a:pathLst>
                <a:path w="40" h="633" extrusionOk="0">
                  <a:moveTo>
                    <a:pt x="28" y="632"/>
                  </a:moveTo>
                  <a:cubicBezTo>
                    <a:pt x="23" y="631"/>
                    <a:pt x="18" y="627"/>
                    <a:pt x="19" y="621"/>
                  </a:cubicBezTo>
                  <a:cubicBezTo>
                    <a:pt x="20" y="610"/>
                    <a:pt x="21" y="598"/>
                    <a:pt x="20" y="586"/>
                  </a:cubicBezTo>
                  <a:cubicBezTo>
                    <a:pt x="20" y="587"/>
                    <a:pt x="20" y="587"/>
                    <a:pt x="20" y="587"/>
                  </a:cubicBezTo>
                  <a:cubicBezTo>
                    <a:pt x="20" y="582"/>
                    <a:pt x="20" y="577"/>
                    <a:pt x="20" y="572"/>
                  </a:cubicBezTo>
                  <a:cubicBezTo>
                    <a:pt x="20" y="572"/>
                    <a:pt x="20" y="573"/>
                    <a:pt x="20" y="574"/>
                  </a:cubicBezTo>
                  <a:cubicBezTo>
                    <a:pt x="19" y="552"/>
                    <a:pt x="19" y="530"/>
                    <a:pt x="18" y="509"/>
                  </a:cubicBezTo>
                  <a:cubicBezTo>
                    <a:pt x="17" y="490"/>
                    <a:pt x="16" y="470"/>
                    <a:pt x="16" y="451"/>
                  </a:cubicBezTo>
                  <a:cubicBezTo>
                    <a:pt x="15" y="410"/>
                    <a:pt x="15" y="369"/>
                    <a:pt x="15" y="328"/>
                  </a:cubicBezTo>
                  <a:cubicBezTo>
                    <a:pt x="15" y="316"/>
                    <a:pt x="15" y="304"/>
                    <a:pt x="15" y="291"/>
                  </a:cubicBezTo>
                  <a:cubicBezTo>
                    <a:pt x="15" y="270"/>
                    <a:pt x="14" y="248"/>
                    <a:pt x="14" y="227"/>
                  </a:cubicBezTo>
                  <a:cubicBezTo>
                    <a:pt x="13" y="208"/>
                    <a:pt x="12" y="188"/>
                    <a:pt x="11" y="169"/>
                  </a:cubicBezTo>
                  <a:cubicBezTo>
                    <a:pt x="10" y="148"/>
                    <a:pt x="9" y="127"/>
                    <a:pt x="7" y="106"/>
                  </a:cubicBezTo>
                  <a:cubicBezTo>
                    <a:pt x="7" y="95"/>
                    <a:pt x="5" y="84"/>
                    <a:pt x="5" y="73"/>
                  </a:cubicBezTo>
                  <a:cubicBezTo>
                    <a:pt x="4" y="61"/>
                    <a:pt x="2" y="50"/>
                    <a:pt x="1" y="39"/>
                  </a:cubicBezTo>
                  <a:cubicBezTo>
                    <a:pt x="0" y="32"/>
                    <a:pt x="0" y="25"/>
                    <a:pt x="0" y="19"/>
                  </a:cubicBezTo>
                  <a:cubicBezTo>
                    <a:pt x="1" y="14"/>
                    <a:pt x="2" y="8"/>
                    <a:pt x="6" y="4"/>
                  </a:cubicBezTo>
                  <a:cubicBezTo>
                    <a:pt x="11" y="0"/>
                    <a:pt x="18" y="1"/>
                    <a:pt x="22" y="6"/>
                  </a:cubicBezTo>
                  <a:cubicBezTo>
                    <a:pt x="24" y="10"/>
                    <a:pt x="23" y="14"/>
                    <a:pt x="22" y="18"/>
                  </a:cubicBezTo>
                  <a:cubicBezTo>
                    <a:pt x="21" y="18"/>
                    <a:pt x="21" y="18"/>
                    <a:pt x="21" y="19"/>
                  </a:cubicBezTo>
                  <a:cubicBezTo>
                    <a:pt x="21" y="22"/>
                    <a:pt x="21" y="24"/>
                    <a:pt x="21" y="26"/>
                  </a:cubicBezTo>
                  <a:cubicBezTo>
                    <a:pt x="21" y="38"/>
                    <a:pt x="22" y="50"/>
                    <a:pt x="23" y="63"/>
                  </a:cubicBezTo>
                  <a:cubicBezTo>
                    <a:pt x="24" y="74"/>
                    <a:pt x="25" y="85"/>
                    <a:pt x="26" y="96"/>
                  </a:cubicBezTo>
                  <a:cubicBezTo>
                    <a:pt x="27" y="117"/>
                    <a:pt x="28" y="138"/>
                    <a:pt x="29" y="159"/>
                  </a:cubicBezTo>
                  <a:cubicBezTo>
                    <a:pt x="30" y="178"/>
                    <a:pt x="31" y="198"/>
                    <a:pt x="32" y="217"/>
                  </a:cubicBezTo>
                  <a:cubicBezTo>
                    <a:pt x="32" y="241"/>
                    <a:pt x="32" y="264"/>
                    <a:pt x="32" y="288"/>
                  </a:cubicBezTo>
                  <a:cubicBezTo>
                    <a:pt x="33" y="304"/>
                    <a:pt x="32" y="320"/>
                    <a:pt x="32" y="336"/>
                  </a:cubicBezTo>
                  <a:cubicBezTo>
                    <a:pt x="32" y="355"/>
                    <a:pt x="32" y="374"/>
                    <a:pt x="32" y="393"/>
                  </a:cubicBezTo>
                  <a:cubicBezTo>
                    <a:pt x="32" y="413"/>
                    <a:pt x="33" y="433"/>
                    <a:pt x="33" y="453"/>
                  </a:cubicBezTo>
                  <a:cubicBezTo>
                    <a:pt x="34" y="475"/>
                    <a:pt x="35" y="497"/>
                    <a:pt x="36" y="518"/>
                  </a:cubicBezTo>
                  <a:cubicBezTo>
                    <a:pt x="37" y="536"/>
                    <a:pt x="37" y="554"/>
                    <a:pt x="38" y="571"/>
                  </a:cubicBezTo>
                  <a:cubicBezTo>
                    <a:pt x="39" y="579"/>
                    <a:pt x="39" y="587"/>
                    <a:pt x="39" y="596"/>
                  </a:cubicBezTo>
                  <a:cubicBezTo>
                    <a:pt x="39" y="604"/>
                    <a:pt x="39" y="614"/>
                    <a:pt x="39" y="622"/>
                  </a:cubicBezTo>
                  <a:cubicBezTo>
                    <a:pt x="39" y="628"/>
                    <a:pt x="34" y="632"/>
                    <a:pt x="29" y="632"/>
                  </a:cubicBezTo>
                  <a:lnTo>
                    <a:pt x="28" y="632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0" name="Google Shape;5020;p61"/>
            <p:cNvSpPr/>
            <p:nvPr/>
          </p:nvSpPr>
          <p:spPr>
            <a:xfrm>
              <a:off x="1623600" y="2268360"/>
              <a:ext cx="30240" cy="32400"/>
            </a:xfrm>
            <a:custGeom>
              <a:avLst/>
              <a:gdLst/>
              <a:ahLst/>
              <a:cxnLst/>
              <a:rect l="l" t="t" r="r" b="b"/>
              <a:pathLst>
                <a:path w="84" h="90" extrusionOk="0">
                  <a:moveTo>
                    <a:pt x="10" y="89"/>
                  </a:moveTo>
                  <a:cubicBezTo>
                    <a:pt x="5" y="88"/>
                    <a:pt x="1" y="86"/>
                    <a:pt x="0" y="81"/>
                  </a:cubicBezTo>
                  <a:cubicBezTo>
                    <a:pt x="0" y="79"/>
                    <a:pt x="0" y="77"/>
                    <a:pt x="0" y="76"/>
                  </a:cubicBezTo>
                  <a:cubicBezTo>
                    <a:pt x="0" y="75"/>
                    <a:pt x="1" y="73"/>
                    <a:pt x="1" y="72"/>
                  </a:cubicBezTo>
                  <a:cubicBezTo>
                    <a:pt x="4" y="60"/>
                    <a:pt x="7" y="48"/>
                    <a:pt x="10" y="36"/>
                  </a:cubicBezTo>
                  <a:cubicBezTo>
                    <a:pt x="11" y="32"/>
                    <a:pt x="12" y="28"/>
                    <a:pt x="14" y="23"/>
                  </a:cubicBezTo>
                  <a:cubicBezTo>
                    <a:pt x="16" y="17"/>
                    <a:pt x="19" y="10"/>
                    <a:pt x="24" y="6"/>
                  </a:cubicBezTo>
                  <a:cubicBezTo>
                    <a:pt x="25" y="5"/>
                    <a:pt x="27" y="4"/>
                    <a:pt x="29" y="3"/>
                  </a:cubicBezTo>
                  <a:cubicBezTo>
                    <a:pt x="31" y="2"/>
                    <a:pt x="33" y="2"/>
                    <a:pt x="35" y="1"/>
                  </a:cubicBezTo>
                  <a:cubicBezTo>
                    <a:pt x="40" y="0"/>
                    <a:pt x="46" y="3"/>
                    <a:pt x="50" y="6"/>
                  </a:cubicBezTo>
                  <a:cubicBezTo>
                    <a:pt x="54" y="10"/>
                    <a:pt x="58" y="15"/>
                    <a:pt x="61" y="20"/>
                  </a:cubicBezTo>
                  <a:cubicBezTo>
                    <a:pt x="65" y="24"/>
                    <a:pt x="68" y="30"/>
                    <a:pt x="71" y="35"/>
                  </a:cubicBezTo>
                  <a:cubicBezTo>
                    <a:pt x="74" y="40"/>
                    <a:pt x="78" y="46"/>
                    <a:pt x="81" y="51"/>
                  </a:cubicBezTo>
                  <a:cubicBezTo>
                    <a:pt x="83" y="56"/>
                    <a:pt x="81" y="62"/>
                    <a:pt x="76" y="65"/>
                  </a:cubicBezTo>
                  <a:cubicBezTo>
                    <a:pt x="71" y="68"/>
                    <a:pt x="65" y="65"/>
                    <a:pt x="62" y="60"/>
                  </a:cubicBezTo>
                  <a:cubicBezTo>
                    <a:pt x="60" y="56"/>
                    <a:pt x="57" y="51"/>
                    <a:pt x="54" y="47"/>
                  </a:cubicBezTo>
                  <a:lnTo>
                    <a:pt x="54" y="46"/>
                  </a:lnTo>
                  <a:lnTo>
                    <a:pt x="54" y="47"/>
                  </a:lnTo>
                  <a:cubicBezTo>
                    <a:pt x="50" y="40"/>
                    <a:pt x="47" y="34"/>
                    <a:pt x="43" y="28"/>
                  </a:cubicBezTo>
                  <a:cubicBezTo>
                    <a:pt x="42" y="28"/>
                    <a:pt x="42" y="27"/>
                    <a:pt x="42" y="27"/>
                  </a:cubicBezTo>
                  <a:cubicBezTo>
                    <a:pt x="41" y="27"/>
                    <a:pt x="40" y="27"/>
                    <a:pt x="40" y="28"/>
                  </a:cubicBezTo>
                  <a:cubicBezTo>
                    <a:pt x="39" y="28"/>
                    <a:pt x="39" y="28"/>
                    <a:pt x="38" y="28"/>
                  </a:cubicBezTo>
                  <a:cubicBezTo>
                    <a:pt x="32" y="46"/>
                    <a:pt x="26" y="64"/>
                    <a:pt x="20" y="82"/>
                  </a:cubicBezTo>
                  <a:cubicBezTo>
                    <a:pt x="18" y="86"/>
                    <a:pt x="15" y="89"/>
                    <a:pt x="10" y="8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1" name="Google Shape;5021;p61"/>
            <p:cNvSpPr/>
            <p:nvPr/>
          </p:nvSpPr>
          <p:spPr>
            <a:xfrm>
              <a:off x="1681920" y="2270520"/>
              <a:ext cx="12240" cy="195120"/>
            </a:xfrm>
            <a:custGeom>
              <a:avLst/>
              <a:gdLst/>
              <a:ahLst/>
              <a:cxnLst/>
              <a:rect l="l" t="t" r="r" b="b"/>
              <a:pathLst>
                <a:path w="34" h="542" extrusionOk="0">
                  <a:moveTo>
                    <a:pt x="21" y="541"/>
                  </a:moveTo>
                  <a:cubicBezTo>
                    <a:pt x="16" y="541"/>
                    <a:pt x="11" y="536"/>
                    <a:pt x="12" y="531"/>
                  </a:cubicBezTo>
                  <a:cubicBezTo>
                    <a:pt x="14" y="509"/>
                    <a:pt x="15" y="487"/>
                    <a:pt x="15" y="465"/>
                  </a:cubicBezTo>
                  <a:cubicBezTo>
                    <a:pt x="15" y="444"/>
                    <a:pt x="15" y="423"/>
                    <a:pt x="15" y="402"/>
                  </a:cubicBezTo>
                  <a:cubicBezTo>
                    <a:pt x="15" y="401"/>
                    <a:pt x="15" y="400"/>
                    <a:pt x="15" y="400"/>
                  </a:cubicBezTo>
                  <a:lnTo>
                    <a:pt x="15" y="401"/>
                  </a:lnTo>
                  <a:cubicBezTo>
                    <a:pt x="15" y="400"/>
                    <a:pt x="15" y="400"/>
                    <a:pt x="15" y="399"/>
                  </a:cubicBezTo>
                  <a:cubicBezTo>
                    <a:pt x="15" y="400"/>
                    <a:pt x="15" y="400"/>
                    <a:pt x="15" y="400"/>
                  </a:cubicBezTo>
                  <a:lnTo>
                    <a:pt x="15" y="399"/>
                  </a:lnTo>
                  <a:cubicBezTo>
                    <a:pt x="15" y="397"/>
                    <a:pt x="15" y="395"/>
                    <a:pt x="15" y="393"/>
                  </a:cubicBezTo>
                  <a:cubicBezTo>
                    <a:pt x="15" y="394"/>
                    <a:pt x="15" y="394"/>
                    <a:pt x="15" y="395"/>
                  </a:cubicBezTo>
                  <a:cubicBezTo>
                    <a:pt x="15" y="394"/>
                    <a:pt x="15" y="394"/>
                    <a:pt x="15" y="393"/>
                  </a:cubicBezTo>
                  <a:lnTo>
                    <a:pt x="15" y="392"/>
                  </a:lnTo>
                  <a:cubicBezTo>
                    <a:pt x="15" y="392"/>
                    <a:pt x="15" y="391"/>
                    <a:pt x="15" y="390"/>
                  </a:cubicBezTo>
                  <a:lnTo>
                    <a:pt x="15" y="391"/>
                  </a:lnTo>
                  <a:cubicBezTo>
                    <a:pt x="15" y="390"/>
                    <a:pt x="15" y="389"/>
                    <a:pt x="15" y="389"/>
                  </a:cubicBezTo>
                  <a:cubicBezTo>
                    <a:pt x="15" y="388"/>
                    <a:pt x="15" y="386"/>
                    <a:pt x="15" y="385"/>
                  </a:cubicBezTo>
                  <a:lnTo>
                    <a:pt x="15" y="384"/>
                  </a:lnTo>
                  <a:cubicBezTo>
                    <a:pt x="15" y="383"/>
                    <a:pt x="15" y="382"/>
                    <a:pt x="15" y="381"/>
                  </a:cubicBezTo>
                  <a:cubicBezTo>
                    <a:pt x="15" y="361"/>
                    <a:pt x="15" y="342"/>
                    <a:pt x="15" y="323"/>
                  </a:cubicBezTo>
                  <a:cubicBezTo>
                    <a:pt x="14" y="310"/>
                    <a:pt x="14" y="297"/>
                    <a:pt x="14" y="285"/>
                  </a:cubicBezTo>
                  <a:cubicBezTo>
                    <a:pt x="13" y="275"/>
                    <a:pt x="13" y="264"/>
                    <a:pt x="12" y="254"/>
                  </a:cubicBezTo>
                  <a:cubicBezTo>
                    <a:pt x="10" y="212"/>
                    <a:pt x="7" y="170"/>
                    <a:pt x="4" y="128"/>
                  </a:cubicBezTo>
                  <a:cubicBezTo>
                    <a:pt x="3" y="117"/>
                    <a:pt x="3" y="107"/>
                    <a:pt x="2" y="97"/>
                  </a:cubicBezTo>
                  <a:cubicBezTo>
                    <a:pt x="1" y="88"/>
                    <a:pt x="1" y="79"/>
                    <a:pt x="1" y="70"/>
                  </a:cubicBezTo>
                  <a:cubicBezTo>
                    <a:pt x="1" y="59"/>
                    <a:pt x="0" y="47"/>
                    <a:pt x="1" y="36"/>
                  </a:cubicBezTo>
                  <a:cubicBezTo>
                    <a:pt x="1" y="32"/>
                    <a:pt x="2" y="26"/>
                    <a:pt x="3" y="22"/>
                  </a:cubicBezTo>
                  <a:cubicBezTo>
                    <a:pt x="4" y="18"/>
                    <a:pt x="4" y="15"/>
                    <a:pt x="5" y="11"/>
                  </a:cubicBezTo>
                  <a:cubicBezTo>
                    <a:pt x="6" y="6"/>
                    <a:pt x="9" y="1"/>
                    <a:pt x="15" y="0"/>
                  </a:cubicBezTo>
                  <a:cubicBezTo>
                    <a:pt x="16" y="0"/>
                    <a:pt x="18" y="0"/>
                    <a:pt x="19" y="0"/>
                  </a:cubicBezTo>
                  <a:cubicBezTo>
                    <a:pt x="25" y="1"/>
                    <a:pt x="28" y="7"/>
                    <a:pt x="27" y="12"/>
                  </a:cubicBezTo>
                  <a:cubicBezTo>
                    <a:pt x="27" y="14"/>
                    <a:pt x="26" y="15"/>
                    <a:pt x="25" y="17"/>
                  </a:cubicBezTo>
                  <a:lnTo>
                    <a:pt x="25" y="18"/>
                  </a:lnTo>
                  <a:cubicBezTo>
                    <a:pt x="23" y="24"/>
                    <a:pt x="22" y="30"/>
                    <a:pt x="21" y="36"/>
                  </a:cubicBezTo>
                  <a:cubicBezTo>
                    <a:pt x="21" y="39"/>
                    <a:pt x="21" y="42"/>
                    <a:pt x="21" y="45"/>
                  </a:cubicBezTo>
                  <a:cubicBezTo>
                    <a:pt x="20" y="48"/>
                    <a:pt x="21" y="51"/>
                    <a:pt x="20" y="55"/>
                  </a:cubicBezTo>
                  <a:cubicBezTo>
                    <a:pt x="20" y="60"/>
                    <a:pt x="20" y="66"/>
                    <a:pt x="20" y="72"/>
                  </a:cubicBezTo>
                  <a:cubicBezTo>
                    <a:pt x="20" y="71"/>
                    <a:pt x="20" y="71"/>
                    <a:pt x="20" y="71"/>
                  </a:cubicBezTo>
                  <a:lnTo>
                    <a:pt x="20" y="72"/>
                  </a:lnTo>
                  <a:cubicBezTo>
                    <a:pt x="21" y="114"/>
                    <a:pt x="24" y="156"/>
                    <a:pt x="27" y="198"/>
                  </a:cubicBezTo>
                  <a:cubicBezTo>
                    <a:pt x="28" y="217"/>
                    <a:pt x="29" y="237"/>
                    <a:pt x="30" y="258"/>
                  </a:cubicBezTo>
                  <a:cubicBezTo>
                    <a:pt x="30" y="267"/>
                    <a:pt x="31" y="276"/>
                    <a:pt x="31" y="286"/>
                  </a:cubicBezTo>
                  <a:cubicBezTo>
                    <a:pt x="31" y="298"/>
                    <a:pt x="32" y="311"/>
                    <a:pt x="32" y="324"/>
                  </a:cubicBezTo>
                  <a:cubicBezTo>
                    <a:pt x="32" y="335"/>
                    <a:pt x="32" y="347"/>
                    <a:pt x="32" y="358"/>
                  </a:cubicBezTo>
                  <a:lnTo>
                    <a:pt x="32" y="357"/>
                  </a:lnTo>
                  <a:cubicBezTo>
                    <a:pt x="32" y="365"/>
                    <a:pt x="32" y="373"/>
                    <a:pt x="32" y="381"/>
                  </a:cubicBezTo>
                  <a:lnTo>
                    <a:pt x="32" y="380"/>
                  </a:lnTo>
                  <a:cubicBezTo>
                    <a:pt x="32" y="381"/>
                    <a:pt x="32" y="381"/>
                    <a:pt x="32" y="382"/>
                  </a:cubicBezTo>
                  <a:lnTo>
                    <a:pt x="32" y="381"/>
                  </a:lnTo>
                  <a:cubicBezTo>
                    <a:pt x="32" y="382"/>
                    <a:pt x="32" y="384"/>
                    <a:pt x="32" y="385"/>
                  </a:cubicBezTo>
                  <a:cubicBezTo>
                    <a:pt x="32" y="385"/>
                    <a:pt x="32" y="386"/>
                    <a:pt x="32" y="388"/>
                  </a:cubicBezTo>
                  <a:lnTo>
                    <a:pt x="32" y="389"/>
                  </a:lnTo>
                  <a:cubicBezTo>
                    <a:pt x="32" y="390"/>
                    <a:pt x="32" y="391"/>
                    <a:pt x="32" y="392"/>
                  </a:cubicBezTo>
                  <a:cubicBezTo>
                    <a:pt x="32" y="391"/>
                    <a:pt x="32" y="391"/>
                    <a:pt x="32" y="391"/>
                  </a:cubicBezTo>
                  <a:lnTo>
                    <a:pt x="32" y="392"/>
                  </a:lnTo>
                  <a:cubicBezTo>
                    <a:pt x="32" y="395"/>
                    <a:pt x="32" y="398"/>
                    <a:pt x="32" y="401"/>
                  </a:cubicBezTo>
                  <a:cubicBezTo>
                    <a:pt x="32" y="400"/>
                    <a:pt x="32" y="400"/>
                    <a:pt x="32" y="400"/>
                  </a:cubicBezTo>
                  <a:cubicBezTo>
                    <a:pt x="33" y="412"/>
                    <a:pt x="33" y="424"/>
                    <a:pt x="32" y="437"/>
                  </a:cubicBezTo>
                  <a:cubicBezTo>
                    <a:pt x="33" y="452"/>
                    <a:pt x="32" y="467"/>
                    <a:pt x="32" y="481"/>
                  </a:cubicBezTo>
                  <a:cubicBezTo>
                    <a:pt x="32" y="498"/>
                    <a:pt x="32" y="515"/>
                    <a:pt x="32" y="532"/>
                  </a:cubicBezTo>
                  <a:cubicBezTo>
                    <a:pt x="31" y="537"/>
                    <a:pt x="27" y="541"/>
                    <a:pt x="22" y="541"/>
                  </a:cubicBezTo>
                  <a:cubicBezTo>
                    <a:pt x="21" y="541"/>
                    <a:pt x="21" y="541"/>
                    <a:pt x="21" y="54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2" name="Google Shape;5022;p61"/>
            <p:cNvSpPr/>
            <p:nvPr/>
          </p:nvSpPr>
          <p:spPr>
            <a:xfrm>
              <a:off x="1667160" y="2273040"/>
              <a:ext cx="36720" cy="34560"/>
            </a:xfrm>
            <a:custGeom>
              <a:avLst/>
              <a:gdLst/>
              <a:ahLst/>
              <a:cxnLst/>
              <a:rect l="l" t="t" r="r" b="b"/>
              <a:pathLst>
                <a:path w="102" h="96" extrusionOk="0">
                  <a:moveTo>
                    <a:pt x="79" y="86"/>
                  </a:moveTo>
                  <a:cubicBezTo>
                    <a:pt x="78" y="80"/>
                    <a:pt x="76" y="74"/>
                    <a:pt x="74" y="68"/>
                  </a:cubicBezTo>
                  <a:cubicBezTo>
                    <a:pt x="74" y="65"/>
                    <a:pt x="73" y="62"/>
                    <a:pt x="71" y="59"/>
                  </a:cubicBezTo>
                  <a:cubicBezTo>
                    <a:pt x="70" y="56"/>
                    <a:pt x="69" y="53"/>
                    <a:pt x="67" y="50"/>
                  </a:cubicBezTo>
                  <a:cubicBezTo>
                    <a:pt x="65" y="47"/>
                    <a:pt x="63" y="45"/>
                    <a:pt x="62" y="42"/>
                  </a:cubicBezTo>
                  <a:cubicBezTo>
                    <a:pt x="60" y="40"/>
                    <a:pt x="59" y="39"/>
                    <a:pt x="57" y="37"/>
                  </a:cubicBezTo>
                  <a:cubicBezTo>
                    <a:pt x="56" y="36"/>
                    <a:pt x="55" y="35"/>
                    <a:pt x="53" y="34"/>
                  </a:cubicBezTo>
                  <a:cubicBezTo>
                    <a:pt x="52" y="33"/>
                    <a:pt x="51" y="32"/>
                    <a:pt x="50" y="32"/>
                  </a:cubicBezTo>
                  <a:cubicBezTo>
                    <a:pt x="50" y="32"/>
                    <a:pt x="49" y="32"/>
                    <a:pt x="49" y="31"/>
                  </a:cubicBezTo>
                  <a:lnTo>
                    <a:pt x="48" y="31"/>
                  </a:lnTo>
                  <a:lnTo>
                    <a:pt x="47" y="31"/>
                  </a:lnTo>
                  <a:cubicBezTo>
                    <a:pt x="46" y="31"/>
                    <a:pt x="46" y="32"/>
                    <a:pt x="45" y="32"/>
                  </a:cubicBezTo>
                  <a:cubicBezTo>
                    <a:pt x="43" y="35"/>
                    <a:pt x="42" y="38"/>
                    <a:pt x="39" y="41"/>
                  </a:cubicBezTo>
                  <a:cubicBezTo>
                    <a:pt x="34" y="50"/>
                    <a:pt x="30" y="60"/>
                    <a:pt x="25" y="69"/>
                  </a:cubicBezTo>
                  <a:cubicBezTo>
                    <a:pt x="24" y="75"/>
                    <a:pt x="22" y="81"/>
                    <a:pt x="20" y="86"/>
                  </a:cubicBezTo>
                  <a:cubicBezTo>
                    <a:pt x="16" y="95"/>
                    <a:pt x="2" y="93"/>
                    <a:pt x="0" y="83"/>
                  </a:cubicBezTo>
                  <a:cubicBezTo>
                    <a:pt x="0" y="81"/>
                    <a:pt x="0" y="79"/>
                    <a:pt x="1" y="77"/>
                  </a:cubicBezTo>
                  <a:cubicBezTo>
                    <a:pt x="2" y="75"/>
                    <a:pt x="2" y="73"/>
                    <a:pt x="3" y="71"/>
                  </a:cubicBezTo>
                  <a:cubicBezTo>
                    <a:pt x="4" y="69"/>
                    <a:pt x="5" y="67"/>
                    <a:pt x="6" y="64"/>
                  </a:cubicBezTo>
                  <a:lnTo>
                    <a:pt x="6" y="65"/>
                  </a:lnTo>
                  <a:cubicBezTo>
                    <a:pt x="6" y="63"/>
                    <a:pt x="7" y="62"/>
                    <a:pt x="7" y="61"/>
                  </a:cubicBezTo>
                  <a:cubicBezTo>
                    <a:pt x="10" y="54"/>
                    <a:pt x="12" y="47"/>
                    <a:pt x="14" y="40"/>
                  </a:cubicBezTo>
                  <a:cubicBezTo>
                    <a:pt x="17" y="33"/>
                    <a:pt x="19" y="27"/>
                    <a:pt x="21" y="20"/>
                  </a:cubicBezTo>
                  <a:cubicBezTo>
                    <a:pt x="22" y="18"/>
                    <a:pt x="23" y="16"/>
                    <a:pt x="23" y="14"/>
                  </a:cubicBezTo>
                  <a:cubicBezTo>
                    <a:pt x="25" y="11"/>
                    <a:pt x="26" y="7"/>
                    <a:pt x="28" y="5"/>
                  </a:cubicBezTo>
                  <a:cubicBezTo>
                    <a:pt x="31" y="3"/>
                    <a:pt x="34" y="1"/>
                    <a:pt x="37" y="0"/>
                  </a:cubicBezTo>
                  <a:cubicBezTo>
                    <a:pt x="38" y="0"/>
                    <a:pt x="39" y="1"/>
                    <a:pt x="41" y="1"/>
                  </a:cubicBezTo>
                  <a:cubicBezTo>
                    <a:pt x="45" y="1"/>
                    <a:pt x="48" y="5"/>
                    <a:pt x="49" y="10"/>
                  </a:cubicBezTo>
                  <a:cubicBezTo>
                    <a:pt x="53" y="10"/>
                    <a:pt x="57" y="12"/>
                    <a:pt x="60" y="14"/>
                  </a:cubicBezTo>
                  <a:cubicBezTo>
                    <a:pt x="70" y="19"/>
                    <a:pt x="77" y="29"/>
                    <a:pt x="83" y="38"/>
                  </a:cubicBezTo>
                  <a:cubicBezTo>
                    <a:pt x="88" y="46"/>
                    <a:pt x="92" y="56"/>
                    <a:pt x="95" y="65"/>
                  </a:cubicBezTo>
                  <a:cubicBezTo>
                    <a:pt x="96" y="71"/>
                    <a:pt x="98" y="76"/>
                    <a:pt x="99" y="82"/>
                  </a:cubicBezTo>
                  <a:cubicBezTo>
                    <a:pt x="101" y="88"/>
                    <a:pt x="96" y="93"/>
                    <a:pt x="91" y="95"/>
                  </a:cubicBezTo>
                  <a:cubicBezTo>
                    <a:pt x="91" y="95"/>
                    <a:pt x="90" y="95"/>
                    <a:pt x="89" y="95"/>
                  </a:cubicBezTo>
                  <a:cubicBezTo>
                    <a:pt x="84" y="95"/>
                    <a:pt x="80" y="91"/>
                    <a:pt x="79" y="8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3" name="Google Shape;5023;p61"/>
            <p:cNvSpPr/>
            <p:nvPr/>
          </p:nvSpPr>
          <p:spPr>
            <a:xfrm>
              <a:off x="1729080" y="2281320"/>
              <a:ext cx="10440" cy="140400"/>
            </a:xfrm>
            <a:custGeom>
              <a:avLst/>
              <a:gdLst/>
              <a:ahLst/>
              <a:cxnLst/>
              <a:rect l="l" t="t" r="r" b="b"/>
              <a:pathLst>
                <a:path w="29" h="390" extrusionOk="0">
                  <a:moveTo>
                    <a:pt x="14" y="389"/>
                  </a:moveTo>
                  <a:cubicBezTo>
                    <a:pt x="9" y="389"/>
                    <a:pt x="5" y="385"/>
                    <a:pt x="5" y="379"/>
                  </a:cubicBezTo>
                  <a:cubicBezTo>
                    <a:pt x="6" y="366"/>
                    <a:pt x="6" y="353"/>
                    <a:pt x="7" y="340"/>
                  </a:cubicBezTo>
                  <a:cubicBezTo>
                    <a:pt x="6" y="297"/>
                    <a:pt x="4" y="254"/>
                    <a:pt x="1" y="210"/>
                  </a:cubicBezTo>
                  <a:cubicBezTo>
                    <a:pt x="1" y="205"/>
                    <a:pt x="1" y="198"/>
                    <a:pt x="1" y="192"/>
                  </a:cubicBezTo>
                  <a:cubicBezTo>
                    <a:pt x="1" y="184"/>
                    <a:pt x="0" y="175"/>
                    <a:pt x="0" y="167"/>
                  </a:cubicBezTo>
                  <a:cubicBezTo>
                    <a:pt x="0" y="168"/>
                    <a:pt x="0" y="168"/>
                    <a:pt x="0" y="168"/>
                  </a:cubicBezTo>
                  <a:cubicBezTo>
                    <a:pt x="0" y="147"/>
                    <a:pt x="0" y="126"/>
                    <a:pt x="0" y="105"/>
                  </a:cubicBezTo>
                  <a:cubicBezTo>
                    <a:pt x="1" y="83"/>
                    <a:pt x="1" y="61"/>
                    <a:pt x="3" y="39"/>
                  </a:cubicBezTo>
                  <a:cubicBezTo>
                    <a:pt x="3" y="36"/>
                    <a:pt x="3" y="32"/>
                    <a:pt x="3" y="29"/>
                  </a:cubicBezTo>
                  <a:cubicBezTo>
                    <a:pt x="3" y="25"/>
                    <a:pt x="4" y="22"/>
                    <a:pt x="4" y="18"/>
                  </a:cubicBezTo>
                  <a:cubicBezTo>
                    <a:pt x="5" y="15"/>
                    <a:pt x="5" y="11"/>
                    <a:pt x="7" y="7"/>
                  </a:cubicBezTo>
                  <a:cubicBezTo>
                    <a:pt x="10" y="1"/>
                    <a:pt x="18" y="0"/>
                    <a:pt x="23" y="4"/>
                  </a:cubicBezTo>
                  <a:cubicBezTo>
                    <a:pt x="24" y="4"/>
                    <a:pt x="24" y="5"/>
                    <a:pt x="24" y="5"/>
                  </a:cubicBezTo>
                  <a:cubicBezTo>
                    <a:pt x="27" y="9"/>
                    <a:pt x="28" y="13"/>
                    <a:pt x="25" y="17"/>
                  </a:cubicBezTo>
                  <a:cubicBezTo>
                    <a:pt x="25" y="20"/>
                    <a:pt x="25" y="22"/>
                    <a:pt x="24" y="25"/>
                  </a:cubicBezTo>
                  <a:cubicBezTo>
                    <a:pt x="22" y="37"/>
                    <a:pt x="22" y="48"/>
                    <a:pt x="21" y="60"/>
                  </a:cubicBezTo>
                  <a:cubicBezTo>
                    <a:pt x="21" y="71"/>
                    <a:pt x="21" y="83"/>
                    <a:pt x="20" y="94"/>
                  </a:cubicBezTo>
                  <a:cubicBezTo>
                    <a:pt x="19" y="105"/>
                    <a:pt x="19" y="115"/>
                    <a:pt x="19" y="126"/>
                  </a:cubicBezTo>
                  <a:cubicBezTo>
                    <a:pt x="19" y="138"/>
                    <a:pt x="19" y="148"/>
                    <a:pt x="19" y="159"/>
                  </a:cubicBezTo>
                  <a:cubicBezTo>
                    <a:pt x="19" y="162"/>
                    <a:pt x="19" y="165"/>
                    <a:pt x="19" y="168"/>
                  </a:cubicBezTo>
                  <a:lnTo>
                    <a:pt x="19" y="167"/>
                  </a:lnTo>
                  <a:cubicBezTo>
                    <a:pt x="19" y="189"/>
                    <a:pt x="19" y="210"/>
                    <a:pt x="21" y="231"/>
                  </a:cubicBezTo>
                  <a:cubicBezTo>
                    <a:pt x="22" y="252"/>
                    <a:pt x="23" y="273"/>
                    <a:pt x="24" y="294"/>
                  </a:cubicBezTo>
                  <a:cubicBezTo>
                    <a:pt x="24" y="310"/>
                    <a:pt x="25" y="325"/>
                    <a:pt x="25" y="341"/>
                  </a:cubicBezTo>
                  <a:cubicBezTo>
                    <a:pt x="25" y="340"/>
                    <a:pt x="25" y="340"/>
                    <a:pt x="25" y="340"/>
                  </a:cubicBezTo>
                  <a:cubicBezTo>
                    <a:pt x="25" y="353"/>
                    <a:pt x="25" y="367"/>
                    <a:pt x="25" y="380"/>
                  </a:cubicBezTo>
                  <a:cubicBezTo>
                    <a:pt x="25" y="385"/>
                    <a:pt x="20" y="389"/>
                    <a:pt x="15" y="389"/>
                  </a:cubicBezTo>
                  <a:lnTo>
                    <a:pt x="14" y="389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4" name="Google Shape;5024;p61"/>
            <p:cNvSpPr/>
            <p:nvPr/>
          </p:nvSpPr>
          <p:spPr>
            <a:xfrm>
              <a:off x="1712520" y="2286000"/>
              <a:ext cx="31680" cy="41040"/>
            </a:xfrm>
            <a:custGeom>
              <a:avLst/>
              <a:gdLst/>
              <a:ahLst/>
              <a:cxnLst/>
              <a:rect l="l" t="t" r="r" b="b"/>
              <a:pathLst>
                <a:path w="88" h="114" extrusionOk="0">
                  <a:moveTo>
                    <a:pt x="8" y="112"/>
                  </a:moveTo>
                  <a:cubicBezTo>
                    <a:pt x="6" y="111"/>
                    <a:pt x="4" y="110"/>
                    <a:pt x="3" y="109"/>
                  </a:cubicBezTo>
                  <a:cubicBezTo>
                    <a:pt x="1" y="107"/>
                    <a:pt x="0" y="104"/>
                    <a:pt x="0" y="101"/>
                  </a:cubicBezTo>
                  <a:cubicBezTo>
                    <a:pt x="0" y="99"/>
                    <a:pt x="1" y="96"/>
                    <a:pt x="1" y="93"/>
                  </a:cubicBezTo>
                  <a:cubicBezTo>
                    <a:pt x="2" y="89"/>
                    <a:pt x="3" y="87"/>
                    <a:pt x="4" y="83"/>
                  </a:cubicBezTo>
                  <a:cubicBezTo>
                    <a:pt x="7" y="74"/>
                    <a:pt x="10" y="66"/>
                    <a:pt x="14" y="58"/>
                  </a:cubicBezTo>
                  <a:cubicBezTo>
                    <a:pt x="17" y="51"/>
                    <a:pt x="21" y="44"/>
                    <a:pt x="25" y="37"/>
                  </a:cubicBezTo>
                  <a:cubicBezTo>
                    <a:pt x="25" y="35"/>
                    <a:pt x="26" y="33"/>
                    <a:pt x="27" y="31"/>
                  </a:cubicBezTo>
                  <a:cubicBezTo>
                    <a:pt x="29" y="27"/>
                    <a:pt x="30" y="22"/>
                    <a:pt x="32" y="18"/>
                  </a:cubicBezTo>
                  <a:cubicBezTo>
                    <a:pt x="34" y="13"/>
                    <a:pt x="38" y="6"/>
                    <a:pt x="45" y="6"/>
                  </a:cubicBezTo>
                  <a:cubicBezTo>
                    <a:pt x="46" y="4"/>
                    <a:pt x="47" y="3"/>
                    <a:pt x="49" y="3"/>
                  </a:cubicBezTo>
                  <a:cubicBezTo>
                    <a:pt x="51" y="1"/>
                    <a:pt x="54" y="0"/>
                    <a:pt x="56" y="0"/>
                  </a:cubicBezTo>
                  <a:cubicBezTo>
                    <a:pt x="59" y="0"/>
                    <a:pt x="61" y="1"/>
                    <a:pt x="64" y="3"/>
                  </a:cubicBezTo>
                  <a:cubicBezTo>
                    <a:pt x="68" y="6"/>
                    <a:pt x="71" y="13"/>
                    <a:pt x="73" y="18"/>
                  </a:cubicBezTo>
                  <a:cubicBezTo>
                    <a:pt x="74" y="22"/>
                    <a:pt x="75" y="26"/>
                    <a:pt x="75" y="30"/>
                  </a:cubicBezTo>
                  <a:cubicBezTo>
                    <a:pt x="76" y="33"/>
                    <a:pt x="77" y="35"/>
                    <a:pt x="77" y="38"/>
                  </a:cubicBezTo>
                  <a:cubicBezTo>
                    <a:pt x="77" y="41"/>
                    <a:pt x="78" y="45"/>
                    <a:pt x="78" y="48"/>
                  </a:cubicBezTo>
                  <a:cubicBezTo>
                    <a:pt x="78" y="47"/>
                    <a:pt x="78" y="47"/>
                    <a:pt x="78" y="47"/>
                  </a:cubicBezTo>
                  <a:lnTo>
                    <a:pt x="78" y="48"/>
                  </a:lnTo>
                  <a:cubicBezTo>
                    <a:pt x="78" y="49"/>
                    <a:pt x="78" y="50"/>
                    <a:pt x="79" y="52"/>
                  </a:cubicBezTo>
                  <a:cubicBezTo>
                    <a:pt x="79" y="53"/>
                    <a:pt x="79" y="54"/>
                    <a:pt x="79" y="56"/>
                  </a:cubicBezTo>
                  <a:cubicBezTo>
                    <a:pt x="81" y="63"/>
                    <a:pt x="82" y="71"/>
                    <a:pt x="84" y="80"/>
                  </a:cubicBezTo>
                  <a:cubicBezTo>
                    <a:pt x="84" y="81"/>
                    <a:pt x="85" y="83"/>
                    <a:pt x="85" y="85"/>
                  </a:cubicBezTo>
                  <a:cubicBezTo>
                    <a:pt x="87" y="90"/>
                    <a:pt x="84" y="96"/>
                    <a:pt x="79" y="98"/>
                  </a:cubicBezTo>
                  <a:cubicBezTo>
                    <a:pt x="74" y="100"/>
                    <a:pt x="68" y="97"/>
                    <a:pt x="66" y="91"/>
                  </a:cubicBezTo>
                  <a:cubicBezTo>
                    <a:pt x="63" y="82"/>
                    <a:pt x="61" y="73"/>
                    <a:pt x="60" y="64"/>
                  </a:cubicBezTo>
                  <a:lnTo>
                    <a:pt x="60" y="63"/>
                  </a:lnTo>
                  <a:cubicBezTo>
                    <a:pt x="60" y="62"/>
                    <a:pt x="60" y="61"/>
                    <a:pt x="60" y="60"/>
                  </a:cubicBezTo>
                  <a:lnTo>
                    <a:pt x="60" y="61"/>
                  </a:lnTo>
                  <a:cubicBezTo>
                    <a:pt x="60" y="60"/>
                    <a:pt x="60" y="59"/>
                    <a:pt x="60" y="58"/>
                  </a:cubicBezTo>
                  <a:lnTo>
                    <a:pt x="60" y="59"/>
                  </a:lnTo>
                  <a:cubicBezTo>
                    <a:pt x="60" y="59"/>
                    <a:pt x="60" y="58"/>
                    <a:pt x="59" y="57"/>
                  </a:cubicBezTo>
                  <a:cubicBezTo>
                    <a:pt x="58" y="52"/>
                    <a:pt x="58" y="47"/>
                    <a:pt x="57" y="42"/>
                  </a:cubicBezTo>
                  <a:cubicBezTo>
                    <a:pt x="56" y="37"/>
                    <a:pt x="56" y="32"/>
                    <a:pt x="54" y="27"/>
                  </a:cubicBezTo>
                  <a:cubicBezTo>
                    <a:pt x="51" y="32"/>
                    <a:pt x="48" y="37"/>
                    <a:pt x="44" y="42"/>
                  </a:cubicBezTo>
                  <a:cubicBezTo>
                    <a:pt x="42" y="50"/>
                    <a:pt x="40" y="57"/>
                    <a:pt x="37" y="65"/>
                  </a:cubicBezTo>
                  <a:cubicBezTo>
                    <a:pt x="35" y="71"/>
                    <a:pt x="33" y="78"/>
                    <a:pt x="31" y="84"/>
                  </a:cubicBezTo>
                  <a:cubicBezTo>
                    <a:pt x="30" y="87"/>
                    <a:pt x="29" y="91"/>
                    <a:pt x="28" y="94"/>
                  </a:cubicBezTo>
                  <a:cubicBezTo>
                    <a:pt x="27" y="95"/>
                    <a:pt x="26" y="97"/>
                    <a:pt x="26" y="99"/>
                  </a:cubicBezTo>
                  <a:cubicBezTo>
                    <a:pt x="25" y="100"/>
                    <a:pt x="25" y="102"/>
                    <a:pt x="24" y="103"/>
                  </a:cubicBezTo>
                  <a:cubicBezTo>
                    <a:pt x="23" y="105"/>
                    <a:pt x="22" y="107"/>
                    <a:pt x="21" y="109"/>
                  </a:cubicBezTo>
                  <a:cubicBezTo>
                    <a:pt x="19" y="112"/>
                    <a:pt x="15" y="113"/>
                    <a:pt x="12" y="113"/>
                  </a:cubicBezTo>
                  <a:cubicBezTo>
                    <a:pt x="11" y="113"/>
                    <a:pt x="9" y="113"/>
                    <a:pt x="8" y="11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5" name="Google Shape;5025;p61"/>
            <p:cNvSpPr/>
            <p:nvPr/>
          </p:nvSpPr>
          <p:spPr>
            <a:xfrm>
              <a:off x="1775160" y="2295720"/>
              <a:ext cx="15120" cy="77040"/>
            </a:xfrm>
            <a:custGeom>
              <a:avLst/>
              <a:gdLst/>
              <a:ahLst/>
              <a:cxnLst/>
              <a:rect l="l" t="t" r="r" b="b"/>
              <a:pathLst>
                <a:path w="42" h="214" extrusionOk="0">
                  <a:moveTo>
                    <a:pt x="29" y="213"/>
                  </a:moveTo>
                  <a:cubicBezTo>
                    <a:pt x="22" y="213"/>
                    <a:pt x="19" y="207"/>
                    <a:pt x="19" y="201"/>
                  </a:cubicBezTo>
                  <a:cubicBezTo>
                    <a:pt x="20" y="199"/>
                    <a:pt x="20" y="197"/>
                    <a:pt x="20" y="195"/>
                  </a:cubicBezTo>
                  <a:cubicBezTo>
                    <a:pt x="21" y="188"/>
                    <a:pt x="21" y="181"/>
                    <a:pt x="21" y="174"/>
                  </a:cubicBezTo>
                  <a:cubicBezTo>
                    <a:pt x="21" y="167"/>
                    <a:pt x="20" y="159"/>
                    <a:pt x="20" y="152"/>
                  </a:cubicBezTo>
                  <a:cubicBezTo>
                    <a:pt x="19" y="144"/>
                    <a:pt x="19" y="135"/>
                    <a:pt x="18" y="127"/>
                  </a:cubicBezTo>
                  <a:lnTo>
                    <a:pt x="18" y="128"/>
                  </a:lnTo>
                  <a:cubicBezTo>
                    <a:pt x="17" y="122"/>
                    <a:pt x="16" y="116"/>
                    <a:pt x="15" y="109"/>
                  </a:cubicBezTo>
                  <a:lnTo>
                    <a:pt x="16" y="109"/>
                  </a:lnTo>
                  <a:cubicBezTo>
                    <a:pt x="13" y="93"/>
                    <a:pt x="10" y="78"/>
                    <a:pt x="6" y="62"/>
                  </a:cubicBezTo>
                  <a:cubicBezTo>
                    <a:pt x="5" y="54"/>
                    <a:pt x="3" y="45"/>
                    <a:pt x="2" y="36"/>
                  </a:cubicBezTo>
                  <a:cubicBezTo>
                    <a:pt x="1" y="29"/>
                    <a:pt x="0" y="22"/>
                    <a:pt x="1" y="14"/>
                  </a:cubicBezTo>
                  <a:cubicBezTo>
                    <a:pt x="1" y="10"/>
                    <a:pt x="2" y="6"/>
                    <a:pt x="5" y="3"/>
                  </a:cubicBezTo>
                  <a:cubicBezTo>
                    <a:pt x="8" y="1"/>
                    <a:pt x="12" y="0"/>
                    <a:pt x="15" y="1"/>
                  </a:cubicBezTo>
                  <a:cubicBezTo>
                    <a:pt x="20" y="2"/>
                    <a:pt x="24" y="7"/>
                    <a:pt x="23" y="13"/>
                  </a:cubicBezTo>
                  <a:cubicBezTo>
                    <a:pt x="23" y="14"/>
                    <a:pt x="22" y="15"/>
                    <a:pt x="22" y="17"/>
                  </a:cubicBezTo>
                  <a:cubicBezTo>
                    <a:pt x="21" y="19"/>
                    <a:pt x="21" y="21"/>
                    <a:pt x="21" y="24"/>
                  </a:cubicBezTo>
                  <a:cubicBezTo>
                    <a:pt x="22" y="28"/>
                    <a:pt x="22" y="32"/>
                    <a:pt x="22" y="36"/>
                  </a:cubicBezTo>
                  <a:cubicBezTo>
                    <a:pt x="26" y="58"/>
                    <a:pt x="30" y="80"/>
                    <a:pt x="34" y="102"/>
                  </a:cubicBezTo>
                  <a:cubicBezTo>
                    <a:pt x="37" y="123"/>
                    <a:pt x="39" y="145"/>
                    <a:pt x="40" y="166"/>
                  </a:cubicBezTo>
                  <a:cubicBezTo>
                    <a:pt x="41" y="179"/>
                    <a:pt x="41" y="191"/>
                    <a:pt x="40" y="204"/>
                  </a:cubicBezTo>
                  <a:cubicBezTo>
                    <a:pt x="39" y="209"/>
                    <a:pt x="35" y="213"/>
                    <a:pt x="29" y="21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6" name="Google Shape;5026;p61"/>
            <p:cNvSpPr/>
            <p:nvPr/>
          </p:nvSpPr>
          <p:spPr>
            <a:xfrm>
              <a:off x="1759680" y="2304720"/>
              <a:ext cx="36720" cy="35280"/>
            </a:xfrm>
            <a:custGeom>
              <a:avLst/>
              <a:gdLst/>
              <a:ahLst/>
              <a:cxnLst/>
              <a:rect l="l" t="t" r="r" b="b"/>
              <a:pathLst>
                <a:path w="102" h="98" extrusionOk="0">
                  <a:moveTo>
                    <a:pt x="81" y="88"/>
                  </a:moveTo>
                  <a:cubicBezTo>
                    <a:pt x="80" y="82"/>
                    <a:pt x="80" y="77"/>
                    <a:pt x="79" y="72"/>
                  </a:cubicBezTo>
                  <a:cubicBezTo>
                    <a:pt x="78" y="66"/>
                    <a:pt x="77" y="60"/>
                    <a:pt x="75" y="55"/>
                  </a:cubicBezTo>
                  <a:lnTo>
                    <a:pt x="75" y="56"/>
                  </a:lnTo>
                  <a:cubicBezTo>
                    <a:pt x="74" y="51"/>
                    <a:pt x="73" y="47"/>
                    <a:pt x="71" y="42"/>
                  </a:cubicBezTo>
                  <a:cubicBezTo>
                    <a:pt x="70" y="40"/>
                    <a:pt x="68" y="37"/>
                    <a:pt x="67" y="35"/>
                  </a:cubicBezTo>
                  <a:cubicBezTo>
                    <a:pt x="66" y="33"/>
                    <a:pt x="65" y="30"/>
                    <a:pt x="63" y="29"/>
                  </a:cubicBezTo>
                  <a:cubicBezTo>
                    <a:pt x="63" y="28"/>
                    <a:pt x="61" y="27"/>
                    <a:pt x="61" y="26"/>
                  </a:cubicBezTo>
                  <a:cubicBezTo>
                    <a:pt x="60" y="26"/>
                    <a:pt x="60" y="25"/>
                    <a:pt x="60" y="25"/>
                  </a:cubicBezTo>
                  <a:cubicBezTo>
                    <a:pt x="57" y="27"/>
                    <a:pt x="53" y="28"/>
                    <a:pt x="50" y="27"/>
                  </a:cubicBezTo>
                  <a:cubicBezTo>
                    <a:pt x="49" y="27"/>
                    <a:pt x="49" y="27"/>
                    <a:pt x="49" y="28"/>
                  </a:cubicBezTo>
                  <a:cubicBezTo>
                    <a:pt x="48" y="29"/>
                    <a:pt x="47" y="30"/>
                    <a:pt x="46" y="31"/>
                  </a:cubicBezTo>
                  <a:cubicBezTo>
                    <a:pt x="44" y="34"/>
                    <a:pt x="42" y="37"/>
                    <a:pt x="40" y="40"/>
                  </a:cubicBezTo>
                  <a:cubicBezTo>
                    <a:pt x="36" y="46"/>
                    <a:pt x="33" y="53"/>
                    <a:pt x="30" y="60"/>
                  </a:cubicBezTo>
                  <a:cubicBezTo>
                    <a:pt x="27" y="65"/>
                    <a:pt x="25" y="71"/>
                    <a:pt x="22" y="77"/>
                  </a:cubicBezTo>
                  <a:cubicBezTo>
                    <a:pt x="19" y="82"/>
                    <a:pt x="14" y="84"/>
                    <a:pt x="9" y="82"/>
                  </a:cubicBezTo>
                  <a:cubicBezTo>
                    <a:pt x="4" y="81"/>
                    <a:pt x="0" y="74"/>
                    <a:pt x="3" y="69"/>
                  </a:cubicBezTo>
                  <a:cubicBezTo>
                    <a:pt x="4" y="65"/>
                    <a:pt x="5" y="61"/>
                    <a:pt x="7" y="58"/>
                  </a:cubicBezTo>
                  <a:cubicBezTo>
                    <a:pt x="8" y="55"/>
                    <a:pt x="9" y="53"/>
                    <a:pt x="10" y="51"/>
                  </a:cubicBezTo>
                  <a:cubicBezTo>
                    <a:pt x="12" y="47"/>
                    <a:pt x="14" y="43"/>
                    <a:pt x="16" y="39"/>
                  </a:cubicBezTo>
                  <a:cubicBezTo>
                    <a:pt x="18" y="35"/>
                    <a:pt x="20" y="30"/>
                    <a:pt x="22" y="26"/>
                  </a:cubicBezTo>
                  <a:cubicBezTo>
                    <a:pt x="24" y="23"/>
                    <a:pt x="25" y="21"/>
                    <a:pt x="27" y="18"/>
                  </a:cubicBezTo>
                  <a:cubicBezTo>
                    <a:pt x="29" y="14"/>
                    <a:pt x="33" y="8"/>
                    <a:pt x="38" y="5"/>
                  </a:cubicBezTo>
                  <a:cubicBezTo>
                    <a:pt x="42" y="2"/>
                    <a:pt x="47" y="0"/>
                    <a:pt x="52" y="0"/>
                  </a:cubicBezTo>
                  <a:cubicBezTo>
                    <a:pt x="57" y="1"/>
                    <a:pt x="63" y="2"/>
                    <a:pt x="67" y="5"/>
                  </a:cubicBezTo>
                  <a:cubicBezTo>
                    <a:pt x="77" y="12"/>
                    <a:pt x="84" y="21"/>
                    <a:pt x="88" y="32"/>
                  </a:cubicBezTo>
                  <a:cubicBezTo>
                    <a:pt x="96" y="49"/>
                    <a:pt x="99" y="68"/>
                    <a:pt x="101" y="86"/>
                  </a:cubicBezTo>
                  <a:cubicBezTo>
                    <a:pt x="101" y="92"/>
                    <a:pt x="96" y="96"/>
                    <a:pt x="91" y="97"/>
                  </a:cubicBezTo>
                  <a:cubicBezTo>
                    <a:pt x="85" y="97"/>
                    <a:pt x="81" y="93"/>
                    <a:pt x="81" y="8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7" name="Google Shape;5027;p61"/>
            <p:cNvSpPr/>
            <p:nvPr/>
          </p:nvSpPr>
          <p:spPr>
            <a:xfrm>
              <a:off x="1514520" y="2087640"/>
              <a:ext cx="71640" cy="149400"/>
            </a:xfrm>
            <a:custGeom>
              <a:avLst/>
              <a:gdLst/>
              <a:ahLst/>
              <a:cxnLst/>
              <a:rect l="l" t="t" r="r" b="b"/>
              <a:pathLst>
                <a:path w="199" h="415" extrusionOk="0">
                  <a:moveTo>
                    <a:pt x="81" y="395"/>
                  </a:moveTo>
                  <a:cubicBezTo>
                    <a:pt x="81" y="395"/>
                    <a:pt x="82" y="395"/>
                    <a:pt x="83" y="395"/>
                  </a:cubicBezTo>
                  <a:cubicBezTo>
                    <a:pt x="84" y="395"/>
                    <a:pt x="85" y="395"/>
                    <a:pt x="86" y="395"/>
                  </a:cubicBezTo>
                  <a:cubicBezTo>
                    <a:pt x="86" y="395"/>
                    <a:pt x="88" y="394"/>
                    <a:pt x="88" y="393"/>
                  </a:cubicBezTo>
                  <a:cubicBezTo>
                    <a:pt x="89" y="393"/>
                    <a:pt x="89" y="393"/>
                    <a:pt x="89" y="393"/>
                  </a:cubicBezTo>
                  <a:cubicBezTo>
                    <a:pt x="90" y="393"/>
                    <a:pt x="91" y="392"/>
                    <a:pt x="92" y="392"/>
                  </a:cubicBezTo>
                  <a:cubicBezTo>
                    <a:pt x="92" y="391"/>
                    <a:pt x="93" y="391"/>
                    <a:pt x="93" y="390"/>
                  </a:cubicBezTo>
                  <a:lnTo>
                    <a:pt x="94" y="389"/>
                  </a:lnTo>
                  <a:cubicBezTo>
                    <a:pt x="96" y="386"/>
                    <a:pt x="97" y="384"/>
                    <a:pt x="99" y="382"/>
                  </a:cubicBezTo>
                  <a:cubicBezTo>
                    <a:pt x="100" y="379"/>
                    <a:pt x="102" y="376"/>
                    <a:pt x="103" y="373"/>
                  </a:cubicBezTo>
                  <a:cubicBezTo>
                    <a:pt x="105" y="368"/>
                    <a:pt x="107" y="364"/>
                    <a:pt x="108" y="360"/>
                  </a:cubicBezTo>
                  <a:cubicBezTo>
                    <a:pt x="109" y="356"/>
                    <a:pt x="110" y="351"/>
                    <a:pt x="110" y="347"/>
                  </a:cubicBezTo>
                  <a:cubicBezTo>
                    <a:pt x="112" y="333"/>
                    <a:pt x="112" y="320"/>
                    <a:pt x="112" y="307"/>
                  </a:cubicBezTo>
                  <a:cubicBezTo>
                    <a:pt x="111" y="302"/>
                    <a:pt x="111" y="297"/>
                    <a:pt x="111" y="292"/>
                  </a:cubicBezTo>
                  <a:cubicBezTo>
                    <a:pt x="111" y="289"/>
                    <a:pt x="111" y="285"/>
                    <a:pt x="110" y="282"/>
                  </a:cubicBezTo>
                  <a:cubicBezTo>
                    <a:pt x="110" y="280"/>
                    <a:pt x="110" y="279"/>
                    <a:pt x="110" y="277"/>
                  </a:cubicBezTo>
                  <a:cubicBezTo>
                    <a:pt x="109" y="268"/>
                    <a:pt x="107" y="257"/>
                    <a:pt x="106" y="247"/>
                  </a:cubicBezTo>
                  <a:lnTo>
                    <a:pt x="106" y="246"/>
                  </a:lnTo>
                  <a:lnTo>
                    <a:pt x="106" y="247"/>
                  </a:lnTo>
                  <a:cubicBezTo>
                    <a:pt x="104" y="236"/>
                    <a:pt x="103" y="226"/>
                    <a:pt x="101" y="216"/>
                  </a:cubicBezTo>
                  <a:cubicBezTo>
                    <a:pt x="100" y="208"/>
                    <a:pt x="98" y="199"/>
                    <a:pt x="97" y="191"/>
                  </a:cubicBezTo>
                  <a:cubicBezTo>
                    <a:pt x="96" y="193"/>
                    <a:pt x="95" y="195"/>
                    <a:pt x="93" y="198"/>
                  </a:cubicBezTo>
                  <a:cubicBezTo>
                    <a:pt x="90" y="205"/>
                    <a:pt x="86" y="213"/>
                    <a:pt x="83" y="221"/>
                  </a:cubicBezTo>
                  <a:cubicBezTo>
                    <a:pt x="75" y="241"/>
                    <a:pt x="67" y="261"/>
                    <a:pt x="62" y="282"/>
                  </a:cubicBezTo>
                  <a:cubicBezTo>
                    <a:pt x="59" y="293"/>
                    <a:pt x="56" y="304"/>
                    <a:pt x="55" y="315"/>
                  </a:cubicBezTo>
                  <a:cubicBezTo>
                    <a:pt x="54" y="320"/>
                    <a:pt x="54" y="326"/>
                    <a:pt x="54" y="332"/>
                  </a:cubicBezTo>
                  <a:cubicBezTo>
                    <a:pt x="54" y="339"/>
                    <a:pt x="54" y="347"/>
                    <a:pt x="56" y="355"/>
                  </a:cubicBezTo>
                  <a:lnTo>
                    <a:pt x="56" y="354"/>
                  </a:lnTo>
                  <a:cubicBezTo>
                    <a:pt x="56" y="358"/>
                    <a:pt x="57" y="363"/>
                    <a:pt x="58" y="367"/>
                  </a:cubicBezTo>
                  <a:cubicBezTo>
                    <a:pt x="59" y="371"/>
                    <a:pt x="61" y="375"/>
                    <a:pt x="63" y="379"/>
                  </a:cubicBezTo>
                  <a:cubicBezTo>
                    <a:pt x="63" y="381"/>
                    <a:pt x="64" y="383"/>
                    <a:pt x="65" y="385"/>
                  </a:cubicBezTo>
                  <a:cubicBezTo>
                    <a:pt x="66" y="386"/>
                    <a:pt x="67" y="387"/>
                    <a:pt x="67" y="388"/>
                  </a:cubicBezTo>
                  <a:cubicBezTo>
                    <a:pt x="68" y="388"/>
                    <a:pt x="68" y="389"/>
                    <a:pt x="69" y="390"/>
                  </a:cubicBezTo>
                  <a:cubicBezTo>
                    <a:pt x="70" y="391"/>
                    <a:pt x="70" y="391"/>
                    <a:pt x="71" y="391"/>
                  </a:cubicBezTo>
                  <a:cubicBezTo>
                    <a:pt x="71" y="392"/>
                    <a:pt x="72" y="392"/>
                    <a:pt x="72" y="393"/>
                  </a:cubicBezTo>
                  <a:cubicBezTo>
                    <a:pt x="74" y="393"/>
                    <a:pt x="75" y="394"/>
                    <a:pt x="76" y="395"/>
                  </a:cubicBezTo>
                  <a:cubicBezTo>
                    <a:pt x="77" y="395"/>
                    <a:pt x="77" y="395"/>
                    <a:pt x="78" y="395"/>
                  </a:cubicBezTo>
                  <a:cubicBezTo>
                    <a:pt x="78" y="395"/>
                    <a:pt x="79" y="395"/>
                    <a:pt x="80" y="395"/>
                  </a:cubicBezTo>
                  <a:lnTo>
                    <a:pt x="81" y="395"/>
                  </a:lnTo>
                  <a:moveTo>
                    <a:pt x="78" y="414"/>
                  </a:moveTo>
                  <a:cubicBezTo>
                    <a:pt x="73" y="414"/>
                    <a:pt x="68" y="412"/>
                    <a:pt x="63" y="409"/>
                  </a:cubicBezTo>
                  <a:cubicBezTo>
                    <a:pt x="58" y="406"/>
                    <a:pt x="54" y="403"/>
                    <a:pt x="50" y="398"/>
                  </a:cubicBezTo>
                  <a:cubicBezTo>
                    <a:pt x="47" y="393"/>
                    <a:pt x="45" y="388"/>
                    <a:pt x="43" y="383"/>
                  </a:cubicBezTo>
                  <a:cubicBezTo>
                    <a:pt x="41" y="377"/>
                    <a:pt x="39" y="371"/>
                    <a:pt x="38" y="364"/>
                  </a:cubicBezTo>
                  <a:cubicBezTo>
                    <a:pt x="37" y="358"/>
                    <a:pt x="36" y="352"/>
                    <a:pt x="36" y="346"/>
                  </a:cubicBezTo>
                  <a:cubicBezTo>
                    <a:pt x="35" y="339"/>
                    <a:pt x="35" y="332"/>
                    <a:pt x="36" y="325"/>
                  </a:cubicBezTo>
                  <a:cubicBezTo>
                    <a:pt x="36" y="311"/>
                    <a:pt x="39" y="297"/>
                    <a:pt x="43" y="284"/>
                  </a:cubicBezTo>
                  <a:cubicBezTo>
                    <a:pt x="46" y="270"/>
                    <a:pt x="50" y="258"/>
                    <a:pt x="55" y="245"/>
                  </a:cubicBezTo>
                  <a:cubicBezTo>
                    <a:pt x="60" y="232"/>
                    <a:pt x="65" y="219"/>
                    <a:pt x="71" y="207"/>
                  </a:cubicBezTo>
                  <a:cubicBezTo>
                    <a:pt x="77" y="194"/>
                    <a:pt x="84" y="183"/>
                    <a:pt x="91" y="171"/>
                  </a:cubicBezTo>
                  <a:cubicBezTo>
                    <a:pt x="92" y="169"/>
                    <a:pt x="93" y="167"/>
                    <a:pt x="93" y="165"/>
                  </a:cubicBezTo>
                  <a:cubicBezTo>
                    <a:pt x="93" y="163"/>
                    <a:pt x="93" y="162"/>
                    <a:pt x="93" y="161"/>
                  </a:cubicBezTo>
                  <a:cubicBezTo>
                    <a:pt x="92" y="150"/>
                    <a:pt x="91" y="140"/>
                    <a:pt x="90" y="129"/>
                  </a:cubicBezTo>
                  <a:cubicBezTo>
                    <a:pt x="90" y="127"/>
                    <a:pt x="90" y="124"/>
                    <a:pt x="89" y="121"/>
                  </a:cubicBezTo>
                  <a:cubicBezTo>
                    <a:pt x="89" y="116"/>
                    <a:pt x="89" y="111"/>
                    <a:pt x="88" y="106"/>
                  </a:cubicBezTo>
                  <a:cubicBezTo>
                    <a:pt x="88" y="107"/>
                    <a:pt x="88" y="109"/>
                    <a:pt x="87" y="110"/>
                  </a:cubicBezTo>
                  <a:cubicBezTo>
                    <a:pt x="83" y="123"/>
                    <a:pt x="78" y="135"/>
                    <a:pt x="71" y="146"/>
                  </a:cubicBezTo>
                  <a:cubicBezTo>
                    <a:pt x="68" y="151"/>
                    <a:pt x="64" y="155"/>
                    <a:pt x="59" y="159"/>
                  </a:cubicBezTo>
                  <a:cubicBezTo>
                    <a:pt x="55" y="162"/>
                    <a:pt x="49" y="162"/>
                    <a:pt x="43" y="160"/>
                  </a:cubicBezTo>
                  <a:cubicBezTo>
                    <a:pt x="38" y="159"/>
                    <a:pt x="35" y="155"/>
                    <a:pt x="32" y="150"/>
                  </a:cubicBezTo>
                  <a:cubicBezTo>
                    <a:pt x="30" y="146"/>
                    <a:pt x="30" y="142"/>
                    <a:pt x="29" y="138"/>
                  </a:cubicBezTo>
                  <a:cubicBezTo>
                    <a:pt x="25" y="121"/>
                    <a:pt x="22" y="104"/>
                    <a:pt x="19" y="86"/>
                  </a:cubicBezTo>
                  <a:cubicBezTo>
                    <a:pt x="18" y="74"/>
                    <a:pt x="16" y="60"/>
                    <a:pt x="14" y="47"/>
                  </a:cubicBezTo>
                  <a:cubicBezTo>
                    <a:pt x="13" y="48"/>
                    <a:pt x="11" y="49"/>
                    <a:pt x="9" y="48"/>
                  </a:cubicBezTo>
                  <a:cubicBezTo>
                    <a:pt x="4" y="47"/>
                    <a:pt x="0" y="41"/>
                    <a:pt x="1" y="36"/>
                  </a:cubicBezTo>
                  <a:cubicBezTo>
                    <a:pt x="1" y="32"/>
                    <a:pt x="3" y="29"/>
                    <a:pt x="3" y="25"/>
                  </a:cubicBezTo>
                  <a:cubicBezTo>
                    <a:pt x="4" y="21"/>
                    <a:pt x="5" y="16"/>
                    <a:pt x="5" y="12"/>
                  </a:cubicBezTo>
                  <a:cubicBezTo>
                    <a:pt x="6" y="9"/>
                    <a:pt x="7" y="8"/>
                    <a:pt x="8" y="6"/>
                  </a:cubicBezTo>
                  <a:cubicBezTo>
                    <a:pt x="9" y="4"/>
                    <a:pt x="10" y="3"/>
                    <a:pt x="12" y="2"/>
                  </a:cubicBezTo>
                  <a:cubicBezTo>
                    <a:pt x="16" y="0"/>
                    <a:pt x="21" y="1"/>
                    <a:pt x="25" y="4"/>
                  </a:cubicBezTo>
                  <a:cubicBezTo>
                    <a:pt x="28" y="7"/>
                    <a:pt x="29" y="10"/>
                    <a:pt x="30" y="14"/>
                  </a:cubicBezTo>
                  <a:cubicBezTo>
                    <a:pt x="30" y="16"/>
                    <a:pt x="30" y="19"/>
                    <a:pt x="31" y="21"/>
                  </a:cubicBezTo>
                  <a:cubicBezTo>
                    <a:pt x="32" y="24"/>
                    <a:pt x="32" y="28"/>
                    <a:pt x="32" y="30"/>
                  </a:cubicBezTo>
                  <a:cubicBezTo>
                    <a:pt x="35" y="47"/>
                    <a:pt x="36" y="65"/>
                    <a:pt x="39" y="82"/>
                  </a:cubicBezTo>
                  <a:cubicBezTo>
                    <a:pt x="39" y="81"/>
                    <a:pt x="38" y="81"/>
                    <a:pt x="38" y="81"/>
                  </a:cubicBezTo>
                  <a:cubicBezTo>
                    <a:pt x="39" y="88"/>
                    <a:pt x="40" y="95"/>
                    <a:pt x="41" y="102"/>
                  </a:cubicBezTo>
                  <a:lnTo>
                    <a:pt x="41" y="101"/>
                  </a:lnTo>
                  <a:cubicBezTo>
                    <a:pt x="42" y="104"/>
                    <a:pt x="42" y="107"/>
                    <a:pt x="43" y="110"/>
                  </a:cubicBezTo>
                  <a:cubicBezTo>
                    <a:pt x="43" y="113"/>
                    <a:pt x="43" y="115"/>
                    <a:pt x="44" y="117"/>
                  </a:cubicBezTo>
                  <a:cubicBezTo>
                    <a:pt x="45" y="121"/>
                    <a:pt x="46" y="125"/>
                    <a:pt x="46" y="128"/>
                  </a:cubicBezTo>
                  <a:cubicBezTo>
                    <a:pt x="47" y="131"/>
                    <a:pt x="48" y="134"/>
                    <a:pt x="49" y="136"/>
                  </a:cubicBezTo>
                  <a:cubicBezTo>
                    <a:pt x="49" y="137"/>
                    <a:pt x="49" y="139"/>
                    <a:pt x="50" y="140"/>
                  </a:cubicBezTo>
                  <a:cubicBezTo>
                    <a:pt x="51" y="139"/>
                    <a:pt x="51" y="138"/>
                    <a:pt x="53" y="137"/>
                  </a:cubicBezTo>
                  <a:cubicBezTo>
                    <a:pt x="54" y="135"/>
                    <a:pt x="55" y="134"/>
                    <a:pt x="56" y="132"/>
                  </a:cubicBezTo>
                  <a:lnTo>
                    <a:pt x="56" y="131"/>
                  </a:lnTo>
                  <a:cubicBezTo>
                    <a:pt x="56" y="132"/>
                    <a:pt x="56" y="132"/>
                    <a:pt x="56" y="132"/>
                  </a:cubicBezTo>
                  <a:cubicBezTo>
                    <a:pt x="58" y="127"/>
                    <a:pt x="61" y="122"/>
                    <a:pt x="64" y="117"/>
                  </a:cubicBezTo>
                  <a:cubicBezTo>
                    <a:pt x="63" y="117"/>
                    <a:pt x="63" y="118"/>
                    <a:pt x="63" y="118"/>
                  </a:cubicBezTo>
                  <a:cubicBezTo>
                    <a:pt x="69" y="103"/>
                    <a:pt x="74" y="88"/>
                    <a:pt x="78" y="72"/>
                  </a:cubicBezTo>
                  <a:cubicBezTo>
                    <a:pt x="82" y="58"/>
                    <a:pt x="85" y="43"/>
                    <a:pt x="87" y="29"/>
                  </a:cubicBezTo>
                  <a:cubicBezTo>
                    <a:pt x="88" y="28"/>
                    <a:pt x="88" y="27"/>
                    <a:pt x="88" y="26"/>
                  </a:cubicBezTo>
                  <a:cubicBezTo>
                    <a:pt x="88" y="23"/>
                    <a:pt x="89" y="21"/>
                    <a:pt x="91" y="19"/>
                  </a:cubicBezTo>
                  <a:cubicBezTo>
                    <a:pt x="93" y="17"/>
                    <a:pt x="96" y="16"/>
                    <a:pt x="99" y="16"/>
                  </a:cubicBezTo>
                  <a:cubicBezTo>
                    <a:pt x="104" y="16"/>
                    <a:pt x="109" y="22"/>
                    <a:pt x="108" y="27"/>
                  </a:cubicBezTo>
                  <a:cubicBezTo>
                    <a:pt x="107" y="50"/>
                    <a:pt x="107" y="73"/>
                    <a:pt x="107" y="96"/>
                  </a:cubicBezTo>
                  <a:cubicBezTo>
                    <a:pt x="107" y="104"/>
                    <a:pt x="107" y="112"/>
                    <a:pt x="108" y="120"/>
                  </a:cubicBezTo>
                  <a:cubicBezTo>
                    <a:pt x="108" y="127"/>
                    <a:pt x="109" y="132"/>
                    <a:pt x="109" y="138"/>
                  </a:cubicBezTo>
                  <a:cubicBezTo>
                    <a:pt x="109" y="139"/>
                    <a:pt x="109" y="139"/>
                    <a:pt x="109" y="140"/>
                  </a:cubicBezTo>
                  <a:cubicBezTo>
                    <a:pt x="113" y="134"/>
                    <a:pt x="116" y="129"/>
                    <a:pt x="120" y="123"/>
                  </a:cubicBezTo>
                  <a:cubicBezTo>
                    <a:pt x="127" y="113"/>
                    <a:pt x="134" y="103"/>
                    <a:pt x="140" y="92"/>
                  </a:cubicBezTo>
                  <a:cubicBezTo>
                    <a:pt x="155" y="69"/>
                    <a:pt x="170" y="47"/>
                    <a:pt x="184" y="24"/>
                  </a:cubicBezTo>
                  <a:cubicBezTo>
                    <a:pt x="187" y="21"/>
                    <a:pt x="191" y="20"/>
                    <a:pt x="194" y="22"/>
                  </a:cubicBezTo>
                  <a:cubicBezTo>
                    <a:pt x="198" y="25"/>
                    <a:pt x="198" y="29"/>
                    <a:pt x="197" y="32"/>
                  </a:cubicBezTo>
                  <a:cubicBezTo>
                    <a:pt x="181" y="56"/>
                    <a:pt x="166" y="80"/>
                    <a:pt x="151" y="104"/>
                  </a:cubicBezTo>
                  <a:cubicBezTo>
                    <a:pt x="137" y="125"/>
                    <a:pt x="124" y="145"/>
                    <a:pt x="111" y="166"/>
                  </a:cubicBezTo>
                  <a:cubicBezTo>
                    <a:pt x="112" y="171"/>
                    <a:pt x="113" y="177"/>
                    <a:pt x="113" y="183"/>
                  </a:cubicBezTo>
                  <a:lnTo>
                    <a:pt x="113" y="184"/>
                  </a:lnTo>
                  <a:lnTo>
                    <a:pt x="113" y="183"/>
                  </a:lnTo>
                  <a:cubicBezTo>
                    <a:pt x="116" y="203"/>
                    <a:pt x="120" y="223"/>
                    <a:pt x="123" y="243"/>
                  </a:cubicBezTo>
                  <a:cubicBezTo>
                    <a:pt x="124" y="253"/>
                    <a:pt x="125" y="263"/>
                    <a:pt x="127" y="273"/>
                  </a:cubicBezTo>
                  <a:cubicBezTo>
                    <a:pt x="127" y="276"/>
                    <a:pt x="128" y="279"/>
                    <a:pt x="128" y="283"/>
                  </a:cubicBezTo>
                  <a:cubicBezTo>
                    <a:pt x="128" y="289"/>
                    <a:pt x="128" y="296"/>
                    <a:pt x="129" y="303"/>
                  </a:cubicBezTo>
                  <a:cubicBezTo>
                    <a:pt x="130" y="312"/>
                    <a:pt x="129" y="321"/>
                    <a:pt x="129" y="330"/>
                  </a:cubicBezTo>
                  <a:cubicBezTo>
                    <a:pt x="129" y="342"/>
                    <a:pt x="128" y="355"/>
                    <a:pt x="125" y="367"/>
                  </a:cubicBezTo>
                  <a:cubicBezTo>
                    <a:pt x="123" y="373"/>
                    <a:pt x="121" y="379"/>
                    <a:pt x="118" y="385"/>
                  </a:cubicBezTo>
                  <a:cubicBezTo>
                    <a:pt x="117" y="388"/>
                    <a:pt x="116" y="391"/>
                    <a:pt x="114" y="393"/>
                  </a:cubicBezTo>
                  <a:cubicBezTo>
                    <a:pt x="112" y="396"/>
                    <a:pt x="110" y="399"/>
                    <a:pt x="109" y="401"/>
                  </a:cubicBezTo>
                  <a:cubicBezTo>
                    <a:pt x="102" y="410"/>
                    <a:pt x="91" y="414"/>
                    <a:pt x="80" y="414"/>
                  </a:cubicBezTo>
                  <a:cubicBezTo>
                    <a:pt x="79" y="414"/>
                    <a:pt x="79" y="414"/>
                    <a:pt x="78" y="41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8" name="Google Shape;5028;p61"/>
            <p:cNvSpPr/>
            <p:nvPr/>
          </p:nvSpPr>
          <p:spPr>
            <a:xfrm>
              <a:off x="1271160" y="2242080"/>
              <a:ext cx="851760" cy="552600"/>
            </a:xfrm>
            <a:custGeom>
              <a:avLst/>
              <a:gdLst/>
              <a:ahLst/>
              <a:cxnLst/>
              <a:rect l="l" t="t" r="r" b="b"/>
              <a:pathLst>
                <a:path w="2366" h="1535" extrusionOk="0">
                  <a:moveTo>
                    <a:pt x="16" y="1532"/>
                  </a:moveTo>
                  <a:cubicBezTo>
                    <a:pt x="7" y="1530"/>
                    <a:pt x="0" y="1522"/>
                    <a:pt x="0" y="1512"/>
                  </a:cubicBezTo>
                  <a:cubicBezTo>
                    <a:pt x="0" y="1503"/>
                    <a:pt x="9" y="1493"/>
                    <a:pt x="20" y="1494"/>
                  </a:cubicBezTo>
                  <a:cubicBezTo>
                    <a:pt x="25" y="1494"/>
                    <a:pt x="30" y="1495"/>
                    <a:pt x="35" y="1496"/>
                  </a:cubicBezTo>
                  <a:cubicBezTo>
                    <a:pt x="41" y="1496"/>
                    <a:pt x="47" y="1496"/>
                    <a:pt x="53" y="1496"/>
                  </a:cubicBezTo>
                  <a:cubicBezTo>
                    <a:pt x="73" y="1494"/>
                    <a:pt x="92" y="1492"/>
                    <a:pt x="111" y="1489"/>
                  </a:cubicBezTo>
                  <a:cubicBezTo>
                    <a:pt x="110" y="1489"/>
                    <a:pt x="110" y="1489"/>
                    <a:pt x="110" y="1490"/>
                  </a:cubicBezTo>
                  <a:cubicBezTo>
                    <a:pt x="126" y="1487"/>
                    <a:pt x="141" y="1484"/>
                    <a:pt x="156" y="1480"/>
                  </a:cubicBezTo>
                  <a:cubicBezTo>
                    <a:pt x="171" y="1477"/>
                    <a:pt x="186" y="1473"/>
                    <a:pt x="200" y="1469"/>
                  </a:cubicBezTo>
                  <a:cubicBezTo>
                    <a:pt x="205" y="1468"/>
                    <a:pt x="209" y="1466"/>
                    <a:pt x="214" y="1464"/>
                  </a:cubicBezTo>
                  <a:cubicBezTo>
                    <a:pt x="232" y="1455"/>
                    <a:pt x="250" y="1445"/>
                    <a:pt x="267" y="1434"/>
                  </a:cubicBezTo>
                  <a:cubicBezTo>
                    <a:pt x="267" y="1434"/>
                    <a:pt x="266" y="1434"/>
                    <a:pt x="266" y="1435"/>
                  </a:cubicBezTo>
                  <a:cubicBezTo>
                    <a:pt x="293" y="1418"/>
                    <a:pt x="321" y="1401"/>
                    <a:pt x="348" y="1383"/>
                  </a:cubicBezTo>
                  <a:cubicBezTo>
                    <a:pt x="375" y="1364"/>
                    <a:pt x="401" y="1345"/>
                    <a:pt x="427" y="1325"/>
                  </a:cubicBezTo>
                  <a:cubicBezTo>
                    <a:pt x="455" y="1302"/>
                    <a:pt x="483" y="1278"/>
                    <a:pt x="511" y="1254"/>
                  </a:cubicBezTo>
                  <a:cubicBezTo>
                    <a:pt x="538" y="1231"/>
                    <a:pt x="565" y="1207"/>
                    <a:pt x="590" y="1180"/>
                  </a:cubicBezTo>
                  <a:cubicBezTo>
                    <a:pt x="606" y="1163"/>
                    <a:pt x="622" y="1145"/>
                    <a:pt x="637" y="1126"/>
                  </a:cubicBezTo>
                  <a:cubicBezTo>
                    <a:pt x="653" y="1108"/>
                    <a:pt x="668" y="1090"/>
                    <a:pt x="684" y="1073"/>
                  </a:cubicBezTo>
                  <a:cubicBezTo>
                    <a:pt x="701" y="1054"/>
                    <a:pt x="718" y="1036"/>
                    <a:pt x="733" y="1017"/>
                  </a:cubicBezTo>
                  <a:cubicBezTo>
                    <a:pt x="748" y="999"/>
                    <a:pt x="763" y="980"/>
                    <a:pt x="778" y="961"/>
                  </a:cubicBezTo>
                  <a:cubicBezTo>
                    <a:pt x="793" y="942"/>
                    <a:pt x="808" y="923"/>
                    <a:pt x="823" y="904"/>
                  </a:cubicBezTo>
                  <a:cubicBezTo>
                    <a:pt x="839" y="884"/>
                    <a:pt x="857" y="866"/>
                    <a:pt x="874" y="848"/>
                  </a:cubicBezTo>
                  <a:cubicBezTo>
                    <a:pt x="891" y="831"/>
                    <a:pt x="908" y="814"/>
                    <a:pt x="925" y="797"/>
                  </a:cubicBezTo>
                  <a:cubicBezTo>
                    <a:pt x="942" y="779"/>
                    <a:pt x="961" y="761"/>
                    <a:pt x="979" y="745"/>
                  </a:cubicBezTo>
                  <a:cubicBezTo>
                    <a:pt x="1004" y="722"/>
                    <a:pt x="1030" y="701"/>
                    <a:pt x="1057" y="679"/>
                  </a:cubicBezTo>
                  <a:cubicBezTo>
                    <a:pt x="1070" y="668"/>
                    <a:pt x="1084" y="657"/>
                    <a:pt x="1097" y="646"/>
                  </a:cubicBezTo>
                  <a:cubicBezTo>
                    <a:pt x="1110" y="636"/>
                    <a:pt x="1123" y="626"/>
                    <a:pt x="1136" y="616"/>
                  </a:cubicBezTo>
                  <a:cubicBezTo>
                    <a:pt x="1157" y="599"/>
                    <a:pt x="1178" y="581"/>
                    <a:pt x="1199" y="562"/>
                  </a:cubicBezTo>
                  <a:cubicBezTo>
                    <a:pt x="1219" y="544"/>
                    <a:pt x="1238" y="526"/>
                    <a:pt x="1257" y="506"/>
                  </a:cubicBezTo>
                  <a:cubicBezTo>
                    <a:pt x="1256" y="507"/>
                    <a:pt x="1256" y="507"/>
                    <a:pt x="1255" y="508"/>
                  </a:cubicBezTo>
                  <a:cubicBezTo>
                    <a:pt x="1258" y="506"/>
                    <a:pt x="1260" y="503"/>
                    <a:pt x="1262" y="501"/>
                  </a:cubicBezTo>
                  <a:lnTo>
                    <a:pt x="1262" y="502"/>
                  </a:lnTo>
                  <a:cubicBezTo>
                    <a:pt x="1262" y="501"/>
                    <a:pt x="1263" y="500"/>
                    <a:pt x="1263" y="499"/>
                  </a:cubicBezTo>
                  <a:cubicBezTo>
                    <a:pt x="1264" y="499"/>
                    <a:pt x="1264" y="499"/>
                    <a:pt x="1265" y="499"/>
                  </a:cubicBezTo>
                  <a:cubicBezTo>
                    <a:pt x="1265" y="498"/>
                    <a:pt x="1265" y="498"/>
                    <a:pt x="1266" y="497"/>
                  </a:cubicBezTo>
                  <a:cubicBezTo>
                    <a:pt x="1267" y="496"/>
                    <a:pt x="1268" y="496"/>
                    <a:pt x="1268" y="495"/>
                  </a:cubicBezTo>
                  <a:lnTo>
                    <a:pt x="1268" y="496"/>
                  </a:lnTo>
                  <a:cubicBezTo>
                    <a:pt x="1294" y="467"/>
                    <a:pt x="1322" y="440"/>
                    <a:pt x="1350" y="411"/>
                  </a:cubicBezTo>
                  <a:cubicBezTo>
                    <a:pt x="1349" y="412"/>
                    <a:pt x="1349" y="412"/>
                    <a:pt x="1348" y="413"/>
                  </a:cubicBezTo>
                  <a:cubicBezTo>
                    <a:pt x="1350" y="411"/>
                    <a:pt x="1353" y="408"/>
                    <a:pt x="1355" y="405"/>
                  </a:cubicBezTo>
                  <a:cubicBezTo>
                    <a:pt x="1357" y="404"/>
                    <a:pt x="1359" y="401"/>
                    <a:pt x="1361" y="400"/>
                  </a:cubicBezTo>
                  <a:cubicBezTo>
                    <a:pt x="1361" y="399"/>
                    <a:pt x="1362" y="398"/>
                    <a:pt x="1363" y="398"/>
                  </a:cubicBezTo>
                  <a:cubicBezTo>
                    <a:pt x="1375" y="384"/>
                    <a:pt x="1388" y="372"/>
                    <a:pt x="1402" y="360"/>
                  </a:cubicBezTo>
                  <a:cubicBezTo>
                    <a:pt x="1417" y="348"/>
                    <a:pt x="1431" y="336"/>
                    <a:pt x="1446" y="323"/>
                  </a:cubicBezTo>
                  <a:cubicBezTo>
                    <a:pt x="1460" y="312"/>
                    <a:pt x="1473" y="299"/>
                    <a:pt x="1487" y="287"/>
                  </a:cubicBezTo>
                  <a:cubicBezTo>
                    <a:pt x="1502" y="275"/>
                    <a:pt x="1516" y="263"/>
                    <a:pt x="1532" y="252"/>
                  </a:cubicBezTo>
                  <a:cubicBezTo>
                    <a:pt x="1550" y="236"/>
                    <a:pt x="1569" y="220"/>
                    <a:pt x="1589" y="206"/>
                  </a:cubicBezTo>
                  <a:cubicBezTo>
                    <a:pt x="1609" y="192"/>
                    <a:pt x="1629" y="179"/>
                    <a:pt x="1650" y="165"/>
                  </a:cubicBezTo>
                  <a:cubicBezTo>
                    <a:pt x="1670" y="151"/>
                    <a:pt x="1690" y="137"/>
                    <a:pt x="1711" y="125"/>
                  </a:cubicBezTo>
                  <a:cubicBezTo>
                    <a:pt x="1721" y="119"/>
                    <a:pt x="1731" y="113"/>
                    <a:pt x="1742" y="108"/>
                  </a:cubicBezTo>
                  <a:cubicBezTo>
                    <a:pt x="1752" y="102"/>
                    <a:pt x="1762" y="96"/>
                    <a:pt x="1773" y="91"/>
                  </a:cubicBezTo>
                  <a:cubicBezTo>
                    <a:pt x="1792" y="81"/>
                    <a:pt x="1812" y="70"/>
                    <a:pt x="1832" y="63"/>
                  </a:cubicBezTo>
                  <a:cubicBezTo>
                    <a:pt x="1853" y="55"/>
                    <a:pt x="1875" y="49"/>
                    <a:pt x="1896" y="43"/>
                  </a:cubicBezTo>
                  <a:cubicBezTo>
                    <a:pt x="1916" y="37"/>
                    <a:pt x="1936" y="31"/>
                    <a:pt x="1957" y="28"/>
                  </a:cubicBezTo>
                  <a:cubicBezTo>
                    <a:pt x="1968" y="26"/>
                    <a:pt x="1980" y="24"/>
                    <a:pt x="1992" y="23"/>
                  </a:cubicBezTo>
                  <a:cubicBezTo>
                    <a:pt x="2002" y="22"/>
                    <a:pt x="2013" y="22"/>
                    <a:pt x="2024" y="22"/>
                  </a:cubicBezTo>
                  <a:lnTo>
                    <a:pt x="2023" y="22"/>
                  </a:lnTo>
                  <a:cubicBezTo>
                    <a:pt x="2039" y="21"/>
                    <a:pt x="2055" y="20"/>
                    <a:pt x="2072" y="18"/>
                  </a:cubicBezTo>
                  <a:cubicBezTo>
                    <a:pt x="2088" y="16"/>
                    <a:pt x="2105" y="14"/>
                    <a:pt x="2122" y="11"/>
                  </a:cubicBezTo>
                  <a:cubicBezTo>
                    <a:pt x="2142" y="8"/>
                    <a:pt x="2161" y="4"/>
                    <a:pt x="2181" y="2"/>
                  </a:cubicBezTo>
                  <a:cubicBezTo>
                    <a:pt x="2202" y="0"/>
                    <a:pt x="2222" y="0"/>
                    <a:pt x="2242" y="1"/>
                  </a:cubicBezTo>
                  <a:cubicBezTo>
                    <a:pt x="2262" y="1"/>
                    <a:pt x="2281" y="2"/>
                    <a:pt x="2301" y="4"/>
                  </a:cubicBezTo>
                  <a:cubicBezTo>
                    <a:pt x="2310" y="5"/>
                    <a:pt x="2321" y="6"/>
                    <a:pt x="2331" y="9"/>
                  </a:cubicBezTo>
                  <a:cubicBezTo>
                    <a:pt x="2338" y="10"/>
                    <a:pt x="2345" y="13"/>
                    <a:pt x="2352" y="16"/>
                  </a:cubicBezTo>
                  <a:cubicBezTo>
                    <a:pt x="2361" y="20"/>
                    <a:pt x="2365" y="30"/>
                    <a:pt x="2361" y="40"/>
                  </a:cubicBezTo>
                  <a:cubicBezTo>
                    <a:pt x="2357" y="48"/>
                    <a:pt x="2347" y="52"/>
                    <a:pt x="2338" y="48"/>
                  </a:cubicBezTo>
                  <a:cubicBezTo>
                    <a:pt x="2336" y="47"/>
                    <a:pt x="2333" y="46"/>
                    <a:pt x="2331" y="45"/>
                  </a:cubicBezTo>
                  <a:cubicBezTo>
                    <a:pt x="2329" y="44"/>
                    <a:pt x="2326" y="44"/>
                    <a:pt x="2324" y="43"/>
                  </a:cubicBezTo>
                  <a:cubicBezTo>
                    <a:pt x="2313" y="41"/>
                    <a:pt x="2304" y="40"/>
                    <a:pt x="2293" y="38"/>
                  </a:cubicBezTo>
                  <a:cubicBezTo>
                    <a:pt x="2291" y="38"/>
                    <a:pt x="2288" y="38"/>
                    <a:pt x="2285" y="38"/>
                  </a:cubicBezTo>
                  <a:cubicBezTo>
                    <a:pt x="2286" y="38"/>
                    <a:pt x="2286" y="38"/>
                    <a:pt x="2286" y="38"/>
                  </a:cubicBezTo>
                  <a:cubicBezTo>
                    <a:pt x="2285" y="38"/>
                    <a:pt x="2285" y="38"/>
                    <a:pt x="2284" y="38"/>
                  </a:cubicBezTo>
                  <a:cubicBezTo>
                    <a:pt x="2271" y="37"/>
                    <a:pt x="2259" y="36"/>
                    <a:pt x="2246" y="36"/>
                  </a:cubicBezTo>
                  <a:cubicBezTo>
                    <a:pt x="2233" y="35"/>
                    <a:pt x="2220" y="35"/>
                    <a:pt x="2206" y="35"/>
                  </a:cubicBezTo>
                  <a:cubicBezTo>
                    <a:pt x="2199" y="36"/>
                    <a:pt x="2192" y="36"/>
                    <a:pt x="2185" y="37"/>
                  </a:cubicBezTo>
                  <a:cubicBezTo>
                    <a:pt x="2177" y="37"/>
                    <a:pt x="2169" y="38"/>
                    <a:pt x="2161" y="40"/>
                  </a:cubicBezTo>
                  <a:cubicBezTo>
                    <a:pt x="2145" y="43"/>
                    <a:pt x="2129" y="45"/>
                    <a:pt x="2112" y="48"/>
                  </a:cubicBezTo>
                  <a:cubicBezTo>
                    <a:pt x="2095" y="51"/>
                    <a:pt x="2077" y="53"/>
                    <a:pt x="2059" y="55"/>
                  </a:cubicBezTo>
                  <a:cubicBezTo>
                    <a:pt x="2044" y="57"/>
                    <a:pt x="2028" y="58"/>
                    <a:pt x="2012" y="58"/>
                  </a:cubicBezTo>
                  <a:cubicBezTo>
                    <a:pt x="1995" y="59"/>
                    <a:pt x="1978" y="61"/>
                    <a:pt x="1962" y="64"/>
                  </a:cubicBezTo>
                  <a:cubicBezTo>
                    <a:pt x="1939" y="69"/>
                    <a:pt x="1917" y="74"/>
                    <a:pt x="1894" y="81"/>
                  </a:cubicBezTo>
                  <a:cubicBezTo>
                    <a:pt x="1872" y="88"/>
                    <a:pt x="1851" y="95"/>
                    <a:pt x="1830" y="104"/>
                  </a:cubicBezTo>
                  <a:cubicBezTo>
                    <a:pt x="1790" y="122"/>
                    <a:pt x="1753" y="143"/>
                    <a:pt x="1716" y="165"/>
                  </a:cubicBezTo>
                  <a:cubicBezTo>
                    <a:pt x="1694" y="179"/>
                    <a:pt x="1673" y="194"/>
                    <a:pt x="1652" y="209"/>
                  </a:cubicBezTo>
                  <a:cubicBezTo>
                    <a:pt x="1631" y="222"/>
                    <a:pt x="1611" y="236"/>
                    <a:pt x="1591" y="252"/>
                  </a:cubicBezTo>
                  <a:cubicBezTo>
                    <a:pt x="1573" y="266"/>
                    <a:pt x="1555" y="281"/>
                    <a:pt x="1537" y="295"/>
                  </a:cubicBezTo>
                  <a:cubicBezTo>
                    <a:pt x="1511" y="316"/>
                    <a:pt x="1486" y="338"/>
                    <a:pt x="1460" y="360"/>
                  </a:cubicBezTo>
                  <a:cubicBezTo>
                    <a:pt x="1447" y="372"/>
                    <a:pt x="1433" y="383"/>
                    <a:pt x="1420" y="395"/>
                  </a:cubicBezTo>
                  <a:cubicBezTo>
                    <a:pt x="1407" y="407"/>
                    <a:pt x="1395" y="419"/>
                    <a:pt x="1382" y="432"/>
                  </a:cubicBezTo>
                  <a:lnTo>
                    <a:pt x="1383" y="432"/>
                  </a:lnTo>
                  <a:cubicBezTo>
                    <a:pt x="1355" y="460"/>
                    <a:pt x="1326" y="488"/>
                    <a:pt x="1298" y="517"/>
                  </a:cubicBezTo>
                  <a:cubicBezTo>
                    <a:pt x="1299" y="517"/>
                    <a:pt x="1300" y="516"/>
                    <a:pt x="1300" y="516"/>
                  </a:cubicBezTo>
                  <a:cubicBezTo>
                    <a:pt x="1286" y="531"/>
                    <a:pt x="1272" y="546"/>
                    <a:pt x="1256" y="561"/>
                  </a:cubicBezTo>
                  <a:cubicBezTo>
                    <a:pt x="1242" y="575"/>
                    <a:pt x="1227" y="588"/>
                    <a:pt x="1212" y="602"/>
                  </a:cubicBezTo>
                  <a:cubicBezTo>
                    <a:pt x="1180" y="629"/>
                    <a:pt x="1148" y="655"/>
                    <a:pt x="1115" y="681"/>
                  </a:cubicBezTo>
                  <a:cubicBezTo>
                    <a:pt x="1116" y="680"/>
                    <a:pt x="1116" y="680"/>
                    <a:pt x="1117" y="680"/>
                  </a:cubicBezTo>
                  <a:cubicBezTo>
                    <a:pt x="1104" y="690"/>
                    <a:pt x="1092" y="699"/>
                    <a:pt x="1080" y="709"/>
                  </a:cubicBezTo>
                  <a:cubicBezTo>
                    <a:pt x="1081" y="709"/>
                    <a:pt x="1081" y="708"/>
                    <a:pt x="1082" y="708"/>
                  </a:cubicBezTo>
                  <a:cubicBezTo>
                    <a:pt x="1046" y="736"/>
                    <a:pt x="1010" y="766"/>
                    <a:pt x="977" y="799"/>
                  </a:cubicBezTo>
                  <a:cubicBezTo>
                    <a:pt x="962" y="814"/>
                    <a:pt x="947" y="829"/>
                    <a:pt x="931" y="845"/>
                  </a:cubicBezTo>
                  <a:cubicBezTo>
                    <a:pt x="916" y="861"/>
                    <a:pt x="899" y="877"/>
                    <a:pt x="883" y="893"/>
                  </a:cubicBezTo>
                  <a:lnTo>
                    <a:pt x="884" y="893"/>
                  </a:lnTo>
                  <a:cubicBezTo>
                    <a:pt x="867" y="910"/>
                    <a:pt x="852" y="928"/>
                    <a:pt x="838" y="946"/>
                  </a:cubicBezTo>
                  <a:cubicBezTo>
                    <a:pt x="822" y="966"/>
                    <a:pt x="807" y="985"/>
                    <a:pt x="792" y="1005"/>
                  </a:cubicBezTo>
                  <a:cubicBezTo>
                    <a:pt x="777" y="1023"/>
                    <a:pt x="762" y="1041"/>
                    <a:pt x="747" y="1059"/>
                  </a:cubicBezTo>
                  <a:cubicBezTo>
                    <a:pt x="732" y="1077"/>
                    <a:pt x="716" y="1095"/>
                    <a:pt x="700" y="1112"/>
                  </a:cubicBezTo>
                  <a:cubicBezTo>
                    <a:pt x="684" y="1130"/>
                    <a:pt x="669" y="1148"/>
                    <a:pt x="653" y="1167"/>
                  </a:cubicBezTo>
                  <a:cubicBezTo>
                    <a:pt x="637" y="1186"/>
                    <a:pt x="620" y="1205"/>
                    <a:pt x="602" y="1223"/>
                  </a:cubicBezTo>
                  <a:cubicBezTo>
                    <a:pt x="584" y="1240"/>
                    <a:pt x="565" y="1257"/>
                    <a:pt x="547" y="1272"/>
                  </a:cubicBezTo>
                  <a:cubicBezTo>
                    <a:pt x="529" y="1289"/>
                    <a:pt x="510" y="1305"/>
                    <a:pt x="491" y="1321"/>
                  </a:cubicBezTo>
                  <a:cubicBezTo>
                    <a:pt x="472" y="1336"/>
                    <a:pt x="454" y="1352"/>
                    <a:pt x="434" y="1367"/>
                  </a:cubicBezTo>
                  <a:cubicBezTo>
                    <a:pt x="415" y="1382"/>
                    <a:pt x="394" y="1396"/>
                    <a:pt x="374" y="1410"/>
                  </a:cubicBezTo>
                  <a:cubicBezTo>
                    <a:pt x="334" y="1437"/>
                    <a:pt x="292" y="1463"/>
                    <a:pt x="251" y="1488"/>
                  </a:cubicBezTo>
                  <a:cubicBezTo>
                    <a:pt x="243" y="1493"/>
                    <a:pt x="236" y="1497"/>
                    <a:pt x="227" y="1501"/>
                  </a:cubicBezTo>
                  <a:cubicBezTo>
                    <a:pt x="218" y="1504"/>
                    <a:pt x="208" y="1507"/>
                    <a:pt x="197" y="1510"/>
                  </a:cubicBezTo>
                  <a:cubicBezTo>
                    <a:pt x="176" y="1514"/>
                    <a:pt x="155" y="1519"/>
                    <a:pt x="134" y="1522"/>
                  </a:cubicBezTo>
                  <a:cubicBezTo>
                    <a:pt x="115" y="1526"/>
                    <a:pt x="96" y="1529"/>
                    <a:pt x="76" y="1531"/>
                  </a:cubicBezTo>
                  <a:cubicBezTo>
                    <a:pt x="64" y="1533"/>
                    <a:pt x="53" y="1534"/>
                    <a:pt x="41" y="1534"/>
                  </a:cubicBezTo>
                  <a:cubicBezTo>
                    <a:pt x="33" y="1534"/>
                    <a:pt x="24" y="1533"/>
                    <a:pt x="16" y="153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9" name="Google Shape;5029;p61"/>
            <p:cNvSpPr/>
            <p:nvPr/>
          </p:nvSpPr>
          <p:spPr>
            <a:xfrm>
              <a:off x="1245600" y="2265840"/>
              <a:ext cx="944640" cy="396000"/>
            </a:xfrm>
            <a:custGeom>
              <a:avLst/>
              <a:gdLst/>
              <a:ahLst/>
              <a:cxnLst/>
              <a:rect l="l" t="t" r="r" b="b"/>
              <a:pathLst>
                <a:path w="2624" h="1100" extrusionOk="0">
                  <a:moveTo>
                    <a:pt x="2596" y="1098"/>
                  </a:moveTo>
                  <a:cubicBezTo>
                    <a:pt x="2586" y="1096"/>
                    <a:pt x="2577" y="1093"/>
                    <a:pt x="2568" y="1090"/>
                  </a:cubicBezTo>
                  <a:cubicBezTo>
                    <a:pt x="2556" y="1085"/>
                    <a:pt x="2545" y="1081"/>
                    <a:pt x="2534" y="1075"/>
                  </a:cubicBezTo>
                  <a:cubicBezTo>
                    <a:pt x="2522" y="1071"/>
                    <a:pt x="2511" y="1065"/>
                    <a:pt x="2500" y="1060"/>
                  </a:cubicBezTo>
                  <a:cubicBezTo>
                    <a:pt x="2488" y="1054"/>
                    <a:pt x="2475" y="1048"/>
                    <a:pt x="2464" y="1041"/>
                  </a:cubicBezTo>
                  <a:cubicBezTo>
                    <a:pt x="2453" y="1035"/>
                    <a:pt x="2443" y="1028"/>
                    <a:pt x="2432" y="1020"/>
                  </a:cubicBezTo>
                  <a:cubicBezTo>
                    <a:pt x="2388" y="990"/>
                    <a:pt x="2343" y="961"/>
                    <a:pt x="2298" y="931"/>
                  </a:cubicBezTo>
                  <a:cubicBezTo>
                    <a:pt x="2276" y="917"/>
                    <a:pt x="2255" y="902"/>
                    <a:pt x="2234" y="886"/>
                  </a:cubicBezTo>
                  <a:cubicBezTo>
                    <a:pt x="2224" y="878"/>
                    <a:pt x="2216" y="870"/>
                    <a:pt x="2208" y="861"/>
                  </a:cubicBezTo>
                  <a:cubicBezTo>
                    <a:pt x="2199" y="852"/>
                    <a:pt x="2191" y="842"/>
                    <a:pt x="2182" y="833"/>
                  </a:cubicBezTo>
                  <a:cubicBezTo>
                    <a:pt x="2164" y="814"/>
                    <a:pt x="2146" y="796"/>
                    <a:pt x="2128" y="777"/>
                  </a:cubicBezTo>
                  <a:cubicBezTo>
                    <a:pt x="2111" y="760"/>
                    <a:pt x="2094" y="741"/>
                    <a:pt x="2076" y="725"/>
                  </a:cubicBezTo>
                  <a:cubicBezTo>
                    <a:pt x="2068" y="716"/>
                    <a:pt x="2060" y="708"/>
                    <a:pt x="2052" y="700"/>
                  </a:cubicBezTo>
                  <a:cubicBezTo>
                    <a:pt x="2033" y="682"/>
                    <a:pt x="2012" y="665"/>
                    <a:pt x="1993" y="647"/>
                  </a:cubicBezTo>
                  <a:cubicBezTo>
                    <a:pt x="1974" y="628"/>
                    <a:pt x="1955" y="610"/>
                    <a:pt x="1938" y="591"/>
                  </a:cubicBezTo>
                  <a:cubicBezTo>
                    <a:pt x="1920" y="572"/>
                    <a:pt x="1904" y="552"/>
                    <a:pt x="1886" y="532"/>
                  </a:cubicBezTo>
                  <a:cubicBezTo>
                    <a:pt x="1870" y="514"/>
                    <a:pt x="1851" y="497"/>
                    <a:pt x="1833" y="479"/>
                  </a:cubicBezTo>
                  <a:cubicBezTo>
                    <a:pt x="1821" y="467"/>
                    <a:pt x="1810" y="454"/>
                    <a:pt x="1797" y="441"/>
                  </a:cubicBezTo>
                  <a:cubicBezTo>
                    <a:pt x="1785" y="429"/>
                    <a:pt x="1772" y="416"/>
                    <a:pt x="1760" y="404"/>
                  </a:cubicBezTo>
                  <a:cubicBezTo>
                    <a:pt x="1748" y="391"/>
                    <a:pt x="1737" y="378"/>
                    <a:pt x="1726" y="364"/>
                  </a:cubicBezTo>
                  <a:cubicBezTo>
                    <a:pt x="1716" y="351"/>
                    <a:pt x="1706" y="338"/>
                    <a:pt x="1696" y="325"/>
                  </a:cubicBezTo>
                  <a:cubicBezTo>
                    <a:pt x="1695" y="324"/>
                    <a:pt x="1695" y="324"/>
                    <a:pt x="1695" y="324"/>
                  </a:cubicBezTo>
                  <a:lnTo>
                    <a:pt x="1696" y="325"/>
                  </a:lnTo>
                  <a:cubicBezTo>
                    <a:pt x="1677" y="302"/>
                    <a:pt x="1657" y="279"/>
                    <a:pt x="1635" y="257"/>
                  </a:cubicBezTo>
                  <a:cubicBezTo>
                    <a:pt x="1623" y="246"/>
                    <a:pt x="1610" y="235"/>
                    <a:pt x="1597" y="225"/>
                  </a:cubicBezTo>
                  <a:cubicBezTo>
                    <a:pt x="1581" y="214"/>
                    <a:pt x="1565" y="204"/>
                    <a:pt x="1548" y="196"/>
                  </a:cubicBezTo>
                  <a:cubicBezTo>
                    <a:pt x="1534" y="187"/>
                    <a:pt x="1519" y="180"/>
                    <a:pt x="1504" y="172"/>
                  </a:cubicBezTo>
                  <a:cubicBezTo>
                    <a:pt x="1488" y="164"/>
                    <a:pt x="1473" y="156"/>
                    <a:pt x="1458" y="149"/>
                  </a:cubicBezTo>
                  <a:cubicBezTo>
                    <a:pt x="1426" y="134"/>
                    <a:pt x="1394" y="121"/>
                    <a:pt x="1361" y="108"/>
                  </a:cubicBezTo>
                  <a:cubicBezTo>
                    <a:pt x="1362" y="108"/>
                    <a:pt x="1363" y="109"/>
                    <a:pt x="1364" y="109"/>
                  </a:cubicBezTo>
                  <a:cubicBezTo>
                    <a:pt x="1342" y="101"/>
                    <a:pt x="1319" y="94"/>
                    <a:pt x="1297" y="86"/>
                  </a:cubicBezTo>
                  <a:cubicBezTo>
                    <a:pt x="1275" y="79"/>
                    <a:pt x="1252" y="71"/>
                    <a:pt x="1228" y="66"/>
                  </a:cubicBezTo>
                  <a:cubicBezTo>
                    <a:pt x="1229" y="66"/>
                    <a:pt x="1230" y="66"/>
                    <a:pt x="1231" y="66"/>
                  </a:cubicBezTo>
                  <a:cubicBezTo>
                    <a:pt x="1204" y="60"/>
                    <a:pt x="1176" y="56"/>
                    <a:pt x="1149" y="52"/>
                  </a:cubicBezTo>
                  <a:cubicBezTo>
                    <a:pt x="1121" y="47"/>
                    <a:pt x="1092" y="44"/>
                    <a:pt x="1064" y="40"/>
                  </a:cubicBezTo>
                  <a:cubicBezTo>
                    <a:pt x="1038" y="38"/>
                    <a:pt x="1010" y="36"/>
                    <a:pt x="983" y="37"/>
                  </a:cubicBezTo>
                  <a:cubicBezTo>
                    <a:pt x="963" y="38"/>
                    <a:pt x="943" y="40"/>
                    <a:pt x="922" y="43"/>
                  </a:cubicBezTo>
                  <a:cubicBezTo>
                    <a:pt x="897" y="48"/>
                    <a:pt x="871" y="53"/>
                    <a:pt x="845" y="59"/>
                  </a:cubicBezTo>
                  <a:cubicBezTo>
                    <a:pt x="832" y="62"/>
                    <a:pt x="819" y="64"/>
                    <a:pt x="806" y="68"/>
                  </a:cubicBezTo>
                  <a:cubicBezTo>
                    <a:pt x="795" y="71"/>
                    <a:pt x="782" y="74"/>
                    <a:pt x="771" y="78"/>
                  </a:cubicBezTo>
                  <a:cubicBezTo>
                    <a:pt x="758" y="81"/>
                    <a:pt x="746" y="85"/>
                    <a:pt x="733" y="88"/>
                  </a:cubicBezTo>
                  <a:cubicBezTo>
                    <a:pt x="720" y="92"/>
                    <a:pt x="707" y="95"/>
                    <a:pt x="693" y="98"/>
                  </a:cubicBezTo>
                  <a:cubicBezTo>
                    <a:pt x="668" y="103"/>
                    <a:pt x="642" y="109"/>
                    <a:pt x="617" y="115"/>
                  </a:cubicBezTo>
                  <a:cubicBezTo>
                    <a:pt x="613" y="116"/>
                    <a:pt x="609" y="118"/>
                    <a:pt x="605" y="119"/>
                  </a:cubicBezTo>
                  <a:cubicBezTo>
                    <a:pt x="590" y="124"/>
                    <a:pt x="575" y="130"/>
                    <a:pt x="561" y="136"/>
                  </a:cubicBezTo>
                  <a:cubicBezTo>
                    <a:pt x="543" y="144"/>
                    <a:pt x="526" y="153"/>
                    <a:pt x="509" y="162"/>
                  </a:cubicBezTo>
                  <a:cubicBezTo>
                    <a:pt x="490" y="172"/>
                    <a:pt x="472" y="182"/>
                    <a:pt x="454" y="193"/>
                  </a:cubicBezTo>
                  <a:cubicBezTo>
                    <a:pt x="439" y="202"/>
                    <a:pt x="425" y="212"/>
                    <a:pt x="409" y="222"/>
                  </a:cubicBezTo>
                  <a:cubicBezTo>
                    <a:pt x="394" y="232"/>
                    <a:pt x="377" y="241"/>
                    <a:pt x="361" y="249"/>
                  </a:cubicBezTo>
                  <a:cubicBezTo>
                    <a:pt x="344" y="257"/>
                    <a:pt x="326" y="265"/>
                    <a:pt x="309" y="274"/>
                  </a:cubicBezTo>
                  <a:cubicBezTo>
                    <a:pt x="292" y="282"/>
                    <a:pt x="275" y="292"/>
                    <a:pt x="259" y="302"/>
                  </a:cubicBezTo>
                  <a:cubicBezTo>
                    <a:pt x="240" y="314"/>
                    <a:pt x="221" y="326"/>
                    <a:pt x="203" y="339"/>
                  </a:cubicBezTo>
                  <a:cubicBezTo>
                    <a:pt x="183" y="352"/>
                    <a:pt x="165" y="367"/>
                    <a:pt x="146" y="381"/>
                  </a:cubicBezTo>
                  <a:cubicBezTo>
                    <a:pt x="129" y="395"/>
                    <a:pt x="111" y="409"/>
                    <a:pt x="94" y="423"/>
                  </a:cubicBezTo>
                  <a:cubicBezTo>
                    <a:pt x="85" y="429"/>
                    <a:pt x="76" y="436"/>
                    <a:pt x="67" y="442"/>
                  </a:cubicBezTo>
                  <a:cubicBezTo>
                    <a:pt x="58" y="448"/>
                    <a:pt x="49" y="454"/>
                    <a:pt x="41" y="461"/>
                  </a:cubicBezTo>
                  <a:cubicBezTo>
                    <a:pt x="39" y="462"/>
                    <a:pt x="38" y="464"/>
                    <a:pt x="36" y="465"/>
                  </a:cubicBezTo>
                  <a:cubicBezTo>
                    <a:pt x="32" y="473"/>
                    <a:pt x="21" y="476"/>
                    <a:pt x="13" y="473"/>
                  </a:cubicBezTo>
                  <a:cubicBezTo>
                    <a:pt x="5" y="469"/>
                    <a:pt x="0" y="458"/>
                    <a:pt x="4" y="450"/>
                  </a:cubicBezTo>
                  <a:cubicBezTo>
                    <a:pt x="7" y="444"/>
                    <a:pt x="12" y="440"/>
                    <a:pt x="17" y="436"/>
                  </a:cubicBezTo>
                  <a:cubicBezTo>
                    <a:pt x="21" y="432"/>
                    <a:pt x="24" y="429"/>
                    <a:pt x="28" y="426"/>
                  </a:cubicBezTo>
                  <a:cubicBezTo>
                    <a:pt x="37" y="420"/>
                    <a:pt x="45" y="415"/>
                    <a:pt x="54" y="409"/>
                  </a:cubicBezTo>
                  <a:cubicBezTo>
                    <a:pt x="70" y="397"/>
                    <a:pt x="86" y="384"/>
                    <a:pt x="102" y="372"/>
                  </a:cubicBezTo>
                  <a:cubicBezTo>
                    <a:pt x="144" y="338"/>
                    <a:pt x="187" y="306"/>
                    <a:pt x="232" y="277"/>
                  </a:cubicBezTo>
                  <a:cubicBezTo>
                    <a:pt x="255" y="263"/>
                    <a:pt x="278" y="249"/>
                    <a:pt x="302" y="238"/>
                  </a:cubicBezTo>
                  <a:cubicBezTo>
                    <a:pt x="326" y="226"/>
                    <a:pt x="351" y="215"/>
                    <a:pt x="374" y="202"/>
                  </a:cubicBezTo>
                  <a:cubicBezTo>
                    <a:pt x="377" y="200"/>
                    <a:pt x="381" y="197"/>
                    <a:pt x="386" y="195"/>
                  </a:cubicBezTo>
                  <a:cubicBezTo>
                    <a:pt x="397" y="188"/>
                    <a:pt x="408" y="180"/>
                    <a:pt x="418" y="173"/>
                  </a:cubicBezTo>
                  <a:cubicBezTo>
                    <a:pt x="429" y="166"/>
                    <a:pt x="440" y="159"/>
                    <a:pt x="451" y="152"/>
                  </a:cubicBezTo>
                  <a:cubicBezTo>
                    <a:pt x="473" y="140"/>
                    <a:pt x="496" y="129"/>
                    <a:pt x="518" y="117"/>
                  </a:cubicBezTo>
                  <a:cubicBezTo>
                    <a:pt x="541" y="105"/>
                    <a:pt x="563" y="94"/>
                    <a:pt x="587" y="87"/>
                  </a:cubicBezTo>
                  <a:cubicBezTo>
                    <a:pt x="612" y="79"/>
                    <a:pt x="638" y="73"/>
                    <a:pt x="663" y="67"/>
                  </a:cubicBezTo>
                  <a:cubicBezTo>
                    <a:pt x="685" y="63"/>
                    <a:pt x="707" y="58"/>
                    <a:pt x="728" y="52"/>
                  </a:cubicBezTo>
                  <a:cubicBezTo>
                    <a:pt x="749" y="46"/>
                    <a:pt x="769" y="41"/>
                    <a:pt x="789" y="35"/>
                  </a:cubicBezTo>
                  <a:cubicBezTo>
                    <a:pt x="810" y="29"/>
                    <a:pt x="831" y="24"/>
                    <a:pt x="852" y="20"/>
                  </a:cubicBezTo>
                  <a:cubicBezTo>
                    <a:pt x="873" y="15"/>
                    <a:pt x="894" y="10"/>
                    <a:pt x="916" y="7"/>
                  </a:cubicBezTo>
                  <a:cubicBezTo>
                    <a:pt x="915" y="7"/>
                    <a:pt x="915" y="7"/>
                    <a:pt x="915" y="7"/>
                  </a:cubicBezTo>
                  <a:cubicBezTo>
                    <a:pt x="942" y="2"/>
                    <a:pt x="969" y="1"/>
                    <a:pt x="996" y="0"/>
                  </a:cubicBezTo>
                  <a:cubicBezTo>
                    <a:pt x="1010" y="0"/>
                    <a:pt x="1022" y="1"/>
                    <a:pt x="1035" y="2"/>
                  </a:cubicBezTo>
                  <a:cubicBezTo>
                    <a:pt x="1048" y="2"/>
                    <a:pt x="1061" y="3"/>
                    <a:pt x="1075" y="4"/>
                  </a:cubicBezTo>
                  <a:cubicBezTo>
                    <a:pt x="1102" y="7"/>
                    <a:pt x="1128" y="11"/>
                    <a:pt x="1155" y="15"/>
                  </a:cubicBezTo>
                  <a:cubicBezTo>
                    <a:pt x="1180" y="19"/>
                    <a:pt x="1207" y="23"/>
                    <a:pt x="1232" y="28"/>
                  </a:cubicBezTo>
                  <a:cubicBezTo>
                    <a:pt x="1257" y="33"/>
                    <a:pt x="1282" y="41"/>
                    <a:pt x="1306" y="49"/>
                  </a:cubicBezTo>
                  <a:cubicBezTo>
                    <a:pt x="1331" y="57"/>
                    <a:pt x="1356" y="66"/>
                    <a:pt x="1381" y="75"/>
                  </a:cubicBezTo>
                  <a:cubicBezTo>
                    <a:pt x="1405" y="84"/>
                    <a:pt x="1428" y="94"/>
                    <a:pt x="1452" y="105"/>
                  </a:cubicBezTo>
                  <a:cubicBezTo>
                    <a:pt x="1476" y="115"/>
                    <a:pt x="1499" y="126"/>
                    <a:pt x="1522" y="138"/>
                  </a:cubicBezTo>
                  <a:cubicBezTo>
                    <a:pt x="1545" y="151"/>
                    <a:pt x="1568" y="162"/>
                    <a:pt x="1591" y="175"/>
                  </a:cubicBezTo>
                  <a:cubicBezTo>
                    <a:pt x="1613" y="188"/>
                    <a:pt x="1634" y="204"/>
                    <a:pt x="1653" y="222"/>
                  </a:cubicBezTo>
                  <a:cubicBezTo>
                    <a:pt x="1692" y="258"/>
                    <a:pt x="1725" y="300"/>
                    <a:pt x="1758" y="342"/>
                  </a:cubicBezTo>
                  <a:cubicBezTo>
                    <a:pt x="1762" y="347"/>
                    <a:pt x="1765" y="352"/>
                    <a:pt x="1769" y="356"/>
                  </a:cubicBezTo>
                  <a:cubicBezTo>
                    <a:pt x="1786" y="376"/>
                    <a:pt x="1805" y="395"/>
                    <a:pt x="1823" y="413"/>
                  </a:cubicBezTo>
                  <a:cubicBezTo>
                    <a:pt x="1842" y="432"/>
                    <a:pt x="1859" y="451"/>
                    <a:pt x="1878" y="469"/>
                  </a:cubicBezTo>
                  <a:cubicBezTo>
                    <a:pt x="1896" y="486"/>
                    <a:pt x="1913" y="504"/>
                    <a:pt x="1930" y="523"/>
                  </a:cubicBezTo>
                  <a:cubicBezTo>
                    <a:pt x="1946" y="542"/>
                    <a:pt x="1962" y="562"/>
                    <a:pt x="1980" y="580"/>
                  </a:cubicBezTo>
                  <a:cubicBezTo>
                    <a:pt x="1990" y="591"/>
                    <a:pt x="2000" y="600"/>
                    <a:pt x="2010" y="610"/>
                  </a:cubicBezTo>
                  <a:cubicBezTo>
                    <a:pt x="2029" y="628"/>
                    <a:pt x="2050" y="646"/>
                    <a:pt x="2069" y="664"/>
                  </a:cubicBezTo>
                  <a:cubicBezTo>
                    <a:pt x="2088" y="681"/>
                    <a:pt x="2106" y="700"/>
                    <a:pt x="2124" y="718"/>
                  </a:cubicBezTo>
                  <a:cubicBezTo>
                    <a:pt x="2142" y="736"/>
                    <a:pt x="2160" y="754"/>
                    <a:pt x="2177" y="772"/>
                  </a:cubicBezTo>
                  <a:cubicBezTo>
                    <a:pt x="2195" y="791"/>
                    <a:pt x="2213" y="809"/>
                    <a:pt x="2231" y="828"/>
                  </a:cubicBezTo>
                  <a:cubicBezTo>
                    <a:pt x="2237" y="834"/>
                    <a:pt x="2243" y="841"/>
                    <a:pt x="2249" y="848"/>
                  </a:cubicBezTo>
                  <a:cubicBezTo>
                    <a:pt x="2260" y="858"/>
                    <a:pt x="2273" y="867"/>
                    <a:pt x="2284" y="875"/>
                  </a:cubicBezTo>
                  <a:lnTo>
                    <a:pt x="2283" y="874"/>
                  </a:lnTo>
                  <a:cubicBezTo>
                    <a:pt x="2319" y="900"/>
                    <a:pt x="2357" y="924"/>
                    <a:pt x="2394" y="949"/>
                  </a:cubicBezTo>
                  <a:cubicBezTo>
                    <a:pt x="2411" y="961"/>
                    <a:pt x="2429" y="972"/>
                    <a:pt x="2446" y="984"/>
                  </a:cubicBezTo>
                  <a:cubicBezTo>
                    <a:pt x="2464" y="995"/>
                    <a:pt x="2481" y="1007"/>
                    <a:pt x="2499" y="1017"/>
                  </a:cubicBezTo>
                  <a:cubicBezTo>
                    <a:pt x="2526" y="1031"/>
                    <a:pt x="2554" y="1042"/>
                    <a:pt x="2582" y="1053"/>
                  </a:cubicBezTo>
                  <a:cubicBezTo>
                    <a:pt x="2590" y="1056"/>
                    <a:pt x="2598" y="1058"/>
                    <a:pt x="2607" y="1061"/>
                  </a:cubicBezTo>
                  <a:cubicBezTo>
                    <a:pt x="2617" y="1063"/>
                    <a:pt x="2623" y="1075"/>
                    <a:pt x="2620" y="1085"/>
                  </a:cubicBezTo>
                  <a:cubicBezTo>
                    <a:pt x="2617" y="1094"/>
                    <a:pt x="2609" y="1099"/>
                    <a:pt x="2601" y="1099"/>
                  </a:cubicBezTo>
                  <a:cubicBezTo>
                    <a:pt x="2599" y="1099"/>
                    <a:pt x="2597" y="1099"/>
                    <a:pt x="2596" y="109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030" name="Google Shape;5030;p61"/>
          <p:cNvSpPr txBox="1">
            <a:spLocks noGrp="1"/>
          </p:cNvSpPr>
          <p:nvPr>
            <p:ph type="subTitle" idx="3"/>
          </p:nvPr>
        </p:nvSpPr>
        <p:spPr>
          <a:xfrm>
            <a:off x="4938836" y="3370566"/>
            <a:ext cx="2505600" cy="469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Kit Kat</a:t>
            </a:r>
            <a:endParaRPr dirty="0"/>
          </a:p>
        </p:txBody>
      </p:sp>
      <p:sp>
        <p:nvSpPr>
          <p:cNvPr id="5031" name="Google Shape;5031;p61"/>
          <p:cNvSpPr txBox="1">
            <a:spLocks noGrp="1"/>
          </p:cNvSpPr>
          <p:nvPr>
            <p:ph type="subTitle" idx="4"/>
          </p:nvPr>
        </p:nvSpPr>
        <p:spPr>
          <a:xfrm>
            <a:off x="1699564" y="3370566"/>
            <a:ext cx="2505600" cy="469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Abdulrahman Jalal</a:t>
            </a:r>
            <a:endParaRPr dirty="0"/>
          </a:p>
        </p:txBody>
      </p:sp>
      <p:sp>
        <p:nvSpPr>
          <p:cNvPr id="5032" name="Google Shape;5032;p61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Our team</a:t>
            </a:r>
            <a:endParaRPr dirty="0"/>
          </a:p>
        </p:txBody>
      </p:sp>
      <p:pic>
        <p:nvPicPr>
          <p:cNvPr id="5035" name="Google Shape;5035;p61"/>
          <p:cNvPicPr preferRelativeResize="0">
            <a:picLocks noGrp="1"/>
          </p:cNvPicPr>
          <p:nvPr>
            <p:ph type="pic" idx="2"/>
          </p:nvPr>
        </p:nvPicPr>
        <p:blipFill>
          <a:blip r:embed="rId3">
            <a:alphaModFix/>
          </a:blip>
          <a:srcRect/>
          <a:stretch/>
        </p:blipFill>
        <p:spPr>
          <a:xfrm>
            <a:off x="2207038" y="1704291"/>
            <a:ext cx="1490652" cy="1490652"/>
          </a:xfrm>
          <a:prstGeom prst="rect">
            <a:avLst/>
          </a:prstGeom>
          <a:noFill/>
          <a:ln>
            <a:noFill/>
          </a:ln>
        </p:spPr>
      </p:pic>
      <p:pic>
        <p:nvPicPr>
          <p:cNvPr id="5036" name="Google Shape;5036;p61"/>
          <p:cNvPicPr preferRelativeResize="0">
            <a:picLocks noGrp="1"/>
          </p:cNvPicPr>
          <p:nvPr>
            <p:ph type="pic" idx="3"/>
          </p:nvPr>
        </p:nvPicPr>
        <p:blipFill>
          <a:blip r:embed="rId4">
            <a:alphaModFix/>
          </a:blip>
          <a:srcRect l="139" r="139"/>
          <a:stretch/>
        </p:blipFill>
        <p:spPr>
          <a:xfrm>
            <a:off x="5446310" y="1704291"/>
            <a:ext cx="1490653" cy="149065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5" name="Google Shape;3585;p42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109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lvl="0"/>
            <a:r>
              <a:rPr lang="en-US" dirty="0"/>
              <a:t>Dataset Overview </a:t>
            </a:r>
            <a:endParaRPr dirty="0"/>
          </a:p>
        </p:txBody>
      </p:sp>
      <p:sp>
        <p:nvSpPr>
          <p:cNvPr id="3586" name="Google Shape;3586;p42"/>
          <p:cNvSpPr txBox="1">
            <a:spLocks noGrp="1"/>
          </p:cNvSpPr>
          <p:nvPr>
            <p:ph type="body" idx="1"/>
          </p:nvPr>
        </p:nvSpPr>
        <p:spPr>
          <a:xfrm>
            <a:off x="1457325" y="1365149"/>
            <a:ext cx="6229350" cy="3017493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r>
              <a:rPr lang="en-US" sz="1800" b="1" dirty="0"/>
              <a:t>Source: </a:t>
            </a:r>
            <a:r>
              <a:rPr lang="en-US" sz="1800" dirty="0"/>
              <a:t>UCI Machine Learning Repository</a:t>
            </a:r>
          </a:p>
          <a:p>
            <a:r>
              <a:rPr lang="en-US" sz="1800" b="1" dirty="0"/>
              <a:t>Contributors: </a:t>
            </a:r>
            <a:r>
              <a:rPr lang="en-US" sz="1800" dirty="0"/>
              <a:t>Georges </a:t>
            </a:r>
            <a:r>
              <a:rPr lang="en-US" sz="1800" dirty="0" err="1"/>
              <a:t>Hebrail</a:t>
            </a:r>
            <a:r>
              <a:rPr lang="en-US" sz="1800" dirty="0"/>
              <a:t> &amp; Alice Berard (2012)</a:t>
            </a:r>
          </a:p>
          <a:p>
            <a:r>
              <a:rPr lang="en-US" sz="1800" b="1" dirty="0"/>
              <a:t>Location: </a:t>
            </a:r>
            <a:r>
              <a:rPr lang="en-US" sz="1800" dirty="0"/>
              <a:t>Single household in </a:t>
            </a:r>
            <a:r>
              <a:rPr lang="en-US" sz="1800" dirty="0" err="1"/>
              <a:t>Sceaux</a:t>
            </a:r>
            <a:r>
              <a:rPr lang="en-US" sz="1800" dirty="0"/>
              <a:t>, France (≈7 km from Paris)</a:t>
            </a:r>
          </a:p>
          <a:p>
            <a:r>
              <a:rPr lang="en-US" sz="1800" b="1" dirty="0"/>
              <a:t>Time period: </a:t>
            </a:r>
            <a:r>
              <a:rPr lang="en-US" sz="1800" dirty="0"/>
              <a:t>December 2006 – November 2010 (47 months)</a:t>
            </a:r>
          </a:p>
          <a:p>
            <a:r>
              <a:rPr lang="en-US" sz="1800" b="1" dirty="0"/>
              <a:t>Sampling rate: </a:t>
            </a:r>
            <a:r>
              <a:rPr lang="en-US" sz="1800" dirty="0"/>
              <a:t>One-minute intervals</a:t>
            </a:r>
          </a:p>
          <a:p>
            <a:r>
              <a:rPr lang="en-US" sz="1800" b="1" dirty="0"/>
              <a:t>Size: </a:t>
            </a:r>
            <a:r>
              <a:rPr lang="en-US" sz="1800" dirty="0"/>
              <a:t>2,075,259 observations</a:t>
            </a:r>
          </a:p>
          <a:p>
            <a:r>
              <a:rPr lang="en-US" sz="1800" b="1" dirty="0"/>
              <a:t>Variables: </a:t>
            </a:r>
            <a:r>
              <a:rPr lang="en-US" sz="1800" dirty="0"/>
              <a:t>9 household measurement variables</a:t>
            </a:r>
          </a:p>
          <a:p>
            <a:pPr marL="0" lvl="0" indent="0" algn="l" rtl="0">
              <a:spcBef>
                <a:spcPts val="1000"/>
              </a:spcBef>
              <a:spcAft>
                <a:spcPts val="0"/>
              </a:spcAft>
              <a:buNone/>
            </a:pPr>
            <a:endParaRPr lang="en-US" sz="1800" dirty="0"/>
          </a:p>
        </p:txBody>
      </p:sp>
      <p:grpSp>
        <p:nvGrpSpPr>
          <p:cNvPr id="3587" name="Google Shape;3587;p42"/>
          <p:cNvGrpSpPr/>
          <p:nvPr/>
        </p:nvGrpSpPr>
        <p:grpSpPr>
          <a:xfrm>
            <a:off x="8043712" y="1507628"/>
            <a:ext cx="3149761" cy="2128238"/>
            <a:chOff x="3131640" y="4042440"/>
            <a:chExt cx="1464120" cy="989280"/>
          </a:xfrm>
        </p:grpSpPr>
        <p:sp>
          <p:nvSpPr>
            <p:cNvPr id="3588" name="Google Shape;3588;p42"/>
            <p:cNvSpPr/>
            <p:nvPr/>
          </p:nvSpPr>
          <p:spPr>
            <a:xfrm>
              <a:off x="3785040" y="4059720"/>
              <a:ext cx="13320" cy="820440"/>
            </a:xfrm>
            <a:custGeom>
              <a:avLst/>
              <a:gdLst/>
              <a:ahLst/>
              <a:cxnLst/>
              <a:rect l="l" t="t" r="r" b="b"/>
              <a:pathLst>
                <a:path w="37" h="2279" extrusionOk="0">
                  <a:moveTo>
                    <a:pt x="0" y="2268"/>
                  </a:moveTo>
                  <a:cubicBezTo>
                    <a:pt x="0" y="2260"/>
                    <a:pt x="1" y="2251"/>
                    <a:pt x="1" y="2243"/>
                  </a:cubicBezTo>
                  <a:cubicBezTo>
                    <a:pt x="1" y="2232"/>
                    <a:pt x="1" y="2220"/>
                    <a:pt x="1" y="2208"/>
                  </a:cubicBezTo>
                  <a:cubicBezTo>
                    <a:pt x="1" y="2184"/>
                    <a:pt x="2" y="2160"/>
                    <a:pt x="2" y="2136"/>
                  </a:cubicBezTo>
                  <a:cubicBezTo>
                    <a:pt x="3" y="2087"/>
                    <a:pt x="3" y="2038"/>
                    <a:pt x="3" y="1990"/>
                  </a:cubicBezTo>
                  <a:cubicBezTo>
                    <a:pt x="4" y="1897"/>
                    <a:pt x="4" y="1803"/>
                    <a:pt x="6" y="1710"/>
                  </a:cubicBezTo>
                  <a:cubicBezTo>
                    <a:pt x="6" y="1614"/>
                    <a:pt x="6" y="1518"/>
                    <a:pt x="7" y="1422"/>
                  </a:cubicBezTo>
                  <a:cubicBezTo>
                    <a:pt x="8" y="1375"/>
                    <a:pt x="8" y="1327"/>
                    <a:pt x="8" y="1280"/>
                  </a:cubicBezTo>
                  <a:cubicBezTo>
                    <a:pt x="8" y="1232"/>
                    <a:pt x="9" y="1183"/>
                    <a:pt x="10" y="1135"/>
                  </a:cubicBezTo>
                  <a:cubicBezTo>
                    <a:pt x="10" y="1037"/>
                    <a:pt x="11" y="940"/>
                    <a:pt x="12" y="842"/>
                  </a:cubicBezTo>
                  <a:cubicBezTo>
                    <a:pt x="13" y="745"/>
                    <a:pt x="13" y="648"/>
                    <a:pt x="14" y="551"/>
                  </a:cubicBezTo>
                  <a:cubicBezTo>
                    <a:pt x="14" y="456"/>
                    <a:pt x="15" y="361"/>
                    <a:pt x="15" y="266"/>
                  </a:cubicBezTo>
                  <a:cubicBezTo>
                    <a:pt x="15" y="221"/>
                    <a:pt x="16" y="177"/>
                    <a:pt x="16" y="132"/>
                  </a:cubicBezTo>
                  <a:cubicBezTo>
                    <a:pt x="16" y="111"/>
                    <a:pt x="16" y="90"/>
                    <a:pt x="16" y="69"/>
                  </a:cubicBezTo>
                  <a:cubicBezTo>
                    <a:pt x="17" y="50"/>
                    <a:pt x="17" y="30"/>
                    <a:pt x="17" y="10"/>
                  </a:cubicBezTo>
                  <a:cubicBezTo>
                    <a:pt x="17" y="4"/>
                    <a:pt x="21" y="0"/>
                    <a:pt x="26" y="0"/>
                  </a:cubicBezTo>
                  <a:cubicBezTo>
                    <a:pt x="31" y="0"/>
                    <a:pt x="36" y="4"/>
                    <a:pt x="36" y="10"/>
                  </a:cubicBezTo>
                  <a:cubicBezTo>
                    <a:pt x="35" y="31"/>
                    <a:pt x="35" y="52"/>
                    <a:pt x="35" y="73"/>
                  </a:cubicBezTo>
                  <a:cubicBezTo>
                    <a:pt x="35" y="96"/>
                    <a:pt x="34" y="120"/>
                    <a:pt x="34" y="142"/>
                  </a:cubicBezTo>
                  <a:cubicBezTo>
                    <a:pt x="34" y="189"/>
                    <a:pt x="34" y="236"/>
                    <a:pt x="33" y="283"/>
                  </a:cubicBezTo>
                  <a:cubicBezTo>
                    <a:pt x="32" y="378"/>
                    <a:pt x="31" y="474"/>
                    <a:pt x="31" y="569"/>
                  </a:cubicBezTo>
                  <a:cubicBezTo>
                    <a:pt x="29" y="668"/>
                    <a:pt x="29" y="766"/>
                    <a:pt x="28" y="864"/>
                  </a:cubicBezTo>
                  <a:cubicBezTo>
                    <a:pt x="28" y="959"/>
                    <a:pt x="27" y="1055"/>
                    <a:pt x="27" y="1150"/>
                  </a:cubicBezTo>
                  <a:cubicBezTo>
                    <a:pt x="26" y="1246"/>
                    <a:pt x="25" y="1341"/>
                    <a:pt x="25" y="1437"/>
                  </a:cubicBezTo>
                  <a:cubicBezTo>
                    <a:pt x="24" y="1534"/>
                    <a:pt x="23" y="1630"/>
                    <a:pt x="22" y="1727"/>
                  </a:cubicBezTo>
                  <a:cubicBezTo>
                    <a:pt x="22" y="1821"/>
                    <a:pt x="21" y="1915"/>
                    <a:pt x="21" y="2009"/>
                  </a:cubicBezTo>
                  <a:cubicBezTo>
                    <a:pt x="20" y="2053"/>
                    <a:pt x="20" y="2098"/>
                    <a:pt x="20" y="2142"/>
                  </a:cubicBezTo>
                  <a:cubicBezTo>
                    <a:pt x="20" y="2166"/>
                    <a:pt x="20" y="2190"/>
                    <a:pt x="20" y="2213"/>
                  </a:cubicBezTo>
                  <a:cubicBezTo>
                    <a:pt x="20" y="2224"/>
                    <a:pt x="20" y="2234"/>
                    <a:pt x="20" y="2245"/>
                  </a:cubicBezTo>
                  <a:cubicBezTo>
                    <a:pt x="20" y="2250"/>
                    <a:pt x="20" y="2254"/>
                    <a:pt x="20" y="2259"/>
                  </a:cubicBezTo>
                  <a:cubicBezTo>
                    <a:pt x="20" y="2262"/>
                    <a:pt x="20" y="2265"/>
                    <a:pt x="20" y="2268"/>
                  </a:cubicBezTo>
                  <a:cubicBezTo>
                    <a:pt x="20" y="2273"/>
                    <a:pt x="15" y="2278"/>
                    <a:pt x="10" y="2278"/>
                  </a:cubicBezTo>
                  <a:cubicBezTo>
                    <a:pt x="5" y="2278"/>
                    <a:pt x="0" y="2273"/>
                    <a:pt x="0" y="226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" name="Google Shape;3589;p42"/>
            <p:cNvSpPr/>
            <p:nvPr/>
          </p:nvSpPr>
          <p:spPr>
            <a:xfrm>
              <a:off x="3775320" y="4042440"/>
              <a:ext cx="31320" cy="82080"/>
            </a:xfrm>
            <a:custGeom>
              <a:avLst/>
              <a:gdLst/>
              <a:ahLst/>
              <a:cxnLst/>
              <a:rect l="l" t="t" r="r" b="b"/>
              <a:pathLst>
                <a:path w="87" h="228" extrusionOk="0">
                  <a:moveTo>
                    <a:pt x="3" y="222"/>
                  </a:moveTo>
                  <a:cubicBezTo>
                    <a:pt x="2" y="220"/>
                    <a:pt x="0" y="218"/>
                    <a:pt x="0" y="215"/>
                  </a:cubicBezTo>
                  <a:cubicBezTo>
                    <a:pt x="0" y="212"/>
                    <a:pt x="0" y="209"/>
                    <a:pt x="0" y="206"/>
                  </a:cubicBezTo>
                  <a:cubicBezTo>
                    <a:pt x="0" y="200"/>
                    <a:pt x="2" y="193"/>
                    <a:pt x="3" y="186"/>
                  </a:cubicBezTo>
                  <a:cubicBezTo>
                    <a:pt x="4" y="180"/>
                    <a:pt x="5" y="175"/>
                    <a:pt x="6" y="169"/>
                  </a:cubicBezTo>
                  <a:cubicBezTo>
                    <a:pt x="9" y="161"/>
                    <a:pt x="11" y="151"/>
                    <a:pt x="14" y="142"/>
                  </a:cubicBezTo>
                  <a:cubicBezTo>
                    <a:pt x="19" y="123"/>
                    <a:pt x="26" y="105"/>
                    <a:pt x="32" y="85"/>
                  </a:cubicBezTo>
                  <a:cubicBezTo>
                    <a:pt x="36" y="73"/>
                    <a:pt x="40" y="60"/>
                    <a:pt x="43" y="48"/>
                  </a:cubicBezTo>
                  <a:cubicBezTo>
                    <a:pt x="45" y="38"/>
                    <a:pt x="46" y="28"/>
                    <a:pt x="47" y="17"/>
                  </a:cubicBezTo>
                  <a:cubicBezTo>
                    <a:pt x="47" y="18"/>
                    <a:pt x="47" y="18"/>
                    <a:pt x="47" y="18"/>
                  </a:cubicBezTo>
                  <a:cubicBezTo>
                    <a:pt x="47" y="16"/>
                    <a:pt x="47" y="13"/>
                    <a:pt x="47" y="11"/>
                  </a:cubicBezTo>
                  <a:cubicBezTo>
                    <a:pt x="47" y="6"/>
                    <a:pt x="51" y="0"/>
                    <a:pt x="56" y="0"/>
                  </a:cubicBezTo>
                  <a:cubicBezTo>
                    <a:pt x="63" y="0"/>
                    <a:pt x="67" y="6"/>
                    <a:pt x="66" y="11"/>
                  </a:cubicBezTo>
                  <a:cubicBezTo>
                    <a:pt x="66" y="16"/>
                    <a:pt x="65" y="20"/>
                    <a:pt x="65" y="25"/>
                  </a:cubicBezTo>
                  <a:cubicBezTo>
                    <a:pt x="65" y="25"/>
                    <a:pt x="65" y="26"/>
                    <a:pt x="66" y="27"/>
                  </a:cubicBezTo>
                  <a:cubicBezTo>
                    <a:pt x="67" y="30"/>
                    <a:pt x="67" y="35"/>
                    <a:pt x="67" y="39"/>
                  </a:cubicBezTo>
                  <a:cubicBezTo>
                    <a:pt x="69" y="58"/>
                    <a:pt x="72" y="77"/>
                    <a:pt x="74" y="96"/>
                  </a:cubicBezTo>
                  <a:cubicBezTo>
                    <a:pt x="77" y="116"/>
                    <a:pt x="79" y="135"/>
                    <a:pt x="82" y="154"/>
                  </a:cubicBezTo>
                  <a:cubicBezTo>
                    <a:pt x="83" y="162"/>
                    <a:pt x="84" y="170"/>
                    <a:pt x="85" y="177"/>
                  </a:cubicBezTo>
                  <a:cubicBezTo>
                    <a:pt x="86" y="183"/>
                    <a:pt x="82" y="187"/>
                    <a:pt x="77" y="188"/>
                  </a:cubicBezTo>
                  <a:cubicBezTo>
                    <a:pt x="72" y="188"/>
                    <a:pt x="67" y="185"/>
                    <a:pt x="66" y="180"/>
                  </a:cubicBezTo>
                  <a:cubicBezTo>
                    <a:pt x="65" y="159"/>
                    <a:pt x="62" y="138"/>
                    <a:pt x="59" y="117"/>
                  </a:cubicBezTo>
                  <a:cubicBezTo>
                    <a:pt x="58" y="107"/>
                    <a:pt x="56" y="96"/>
                    <a:pt x="54" y="86"/>
                  </a:cubicBezTo>
                  <a:cubicBezTo>
                    <a:pt x="52" y="99"/>
                    <a:pt x="49" y="112"/>
                    <a:pt x="46" y="124"/>
                  </a:cubicBezTo>
                  <a:cubicBezTo>
                    <a:pt x="42" y="141"/>
                    <a:pt x="38" y="158"/>
                    <a:pt x="34" y="175"/>
                  </a:cubicBezTo>
                  <a:cubicBezTo>
                    <a:pt x="32" y="182"/>
                    <a:pt x="30" y="189"/>
                    <a:pt x="28" y="197"/>
                  </a:cubicBezTo>
                  <a:cubicBezTo>
                    <a:pt x="27" y="201"/>
                    <a:pt x="26" y="204"/>
                    <a:pt x="25" y="208"/>
                  </a:cubicBezTo>
                  <a:cubicBezTo>
                    <a:pt x="24" y="210"/>
                    <a:pt x="24" y="212"/>
                    <a:pt x="23" y="214"/>
                  </a:cubicBezTo>
                  <a:cubicBezTo>
                    <a:pt x="23" y="216"/>
                    <a:pt x="22" y="218"/>
                    <a:pt x="21" y="219"/>
                  </a:cubicBezTo>
                  <a:cubicBezTo>
                    <a:pt x="20" y="222"/>
                    <a:pt x="19" y="223"/>
                    <a:pt x="17" y="225"/>
                  </a:cubicBezTo>
                  <a:cubicBezTo>
                    <a:pt x="15" y="226"/>
                    <a:pt x="13" y="227"/>
                    <a:pt x="11" y="227"/>
                  </a:cubicBezTo>
                  <a:cubicBezTo>
                    <a:pt x="8" y="227"/>
                    <a:pt x="5" y="225"/>
                    <a:pt x="3" y="22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" name="Google Shape;3590;p42"/>
            <p:cNvSpPr/>
            <p:nvPr/>
          </p:nvSpPr>
          <p:spPr>
            <a:xfrm>
              <a:off x="3210840" y="4638600"/>
              <a:ext cx="1305360" cy="12600"/>
            </a:xfrm>
            <a:custGeom>
              <a:avLst/>
              <a:gdLst/>
              <a:ahLst/>
              <a:cxnLst/>
              <a:rect l="l" t="t" r="r" b="b"/>
              <a:pathLst>
                <a:path w="3626" h="35" extrusionOk="0">
                  <a:moveTo>
                    <a:pt x="1" y="25"/>
                  </a:moveTo>
                  <a:cubicBezTo>
                    <a:pt x="0" y="20"/>
                    <a:pt x="4" y="15"/>
                    <a:pt x="9" y="15"/>
                  </a:cubicBezTo>
                  <a:cubicBezTo>
                    <a:pt x="11" y="15"/>
                    <a:pt x="13" y="15"/>
                    <a:pt x="15" y="15"/>
                  </a:cubicBezTo>
                  <a:cubicBezTo>
                    <a:pt x="14" y="15"/>
                    <a:pt x="14" y="15"/>
                    <a:pt x="13" y="15"/>
                  </a:cubicBezTo>
                  <a:cubicBezTo>
                    <a:pt x="88" y="16"/>
                    <a:pt x="162" y="15"/>
                    <a:pt x="237" y="15"/>
                  </a:cubicBezTo>
                  <a:cubicBezTo>
                    <a:pt x="313" y="15"/>
                    <a:pt x="389" y="15"/>
                    <a:pt x="464" y="15"/>
                  </a:cubicBezTo>
                  <a:cubicBezTo>
                    <a:pt x="503" y="15"/>
                    <a:pt x="541" y="15"/>
                    <a:pt x="580" y="14"/>
                  </a:cubicBezTo>
                  <a:cubicBezTo>
                    <a:pt x="618" y="14"/>
                    <a:pt x="655" y="13"/>
                    <a:pt x="694" y="13"/>
                  </a:cubicBezTo>
                  <a:cubicBezTo>
                    <a:pt x="767" y="13"/>
                    <a:pt x="841" y="12"/>
                    <a:pt x="915" y="12"/>
                  </a:cubicBezTo>
                  <a:cubicBezTo>
                    <a:pt x="1067" y="12"/>
                    <a:pt x="1219" y="11"/>
                    <a:pt x="1371" y="11"/>
                  </a:cubicBezTo>
                  <a:cubicBezTo>
                    <a:pt x="1409" y="11"/>
                    <a:pt x="1447" y="10"/>
                    <a:pt x="1485" y="10"/>
                  </a:cubicBezTo>
                  <a:cubicBezTo>
                    <a:pt x="1522" y="10"/>
                    <a:pt x="1559" y="9"/>
                    <a:pt x="1597" y="9"/>
                  </a:cubicBezTo>
                  <a:cubicBezTo>
                    <a:pt x="1673" y="9"/>
                    <a:pt x="1750" y="9"/>
                    <a:pt x="1827" y="8"/>
                  </a:cubicBezTo>
                  <a:cubicBezTo>
                    <a:pt x="1982" y="8"/>
                    <a:pt x="2137" y="8"/>
                    <a:pt x="2292" y="7"/>
                  </a:cubicBezTo>
                  <a:cubicBezTo>
                    <a:pt x="2331" y="7"/>
                    <a:pt x="2370" y="7"/>
                    <a:pt x="2409" y="7"/>
                  </a:cubicBezTo>
                  <a:cubicBezTo>
                    <a:pt x="2448" y="7"/>
                    <a:pt x="2486" y="7"/>
                    <a:pt x="2525" y="6"/>
                  </a:cubicBezTo>
                  <a:cubicBezTo>
                    <a:pt x="2600" y="6"/>
                    <a:pt x="2675" y="5"/>
                    <a:pt x="2751" y="5"/>
                  </a:cubicBezTo>
                  <a:cubicBezTo>
                    <a:pt x="2827" y="5"/>
                    <a:pt x="2903" y="5"/>
                    <a:pt x="2980" y="5"/>
                  </a:cubicBezTo>
                  <a:cubicBezTo>
                    <a:pt x="3020" y="4"/>
                    <a:pt x="3059" y="4"/>
                    <a:pt x="3100" y="4"/>
                  </a:cubicBezTo>
                  <a:cubicBezTo>
                    <a:pt x="3138" y="4"/>
                    <a:pt x="3175" y="4"/>
                    <a:pt x="3213" y="4"/>
                  </a:cubicBezTo>
                  <a:cubicBezTo>
                    <a:pt x="3284" y="3"/>
                    <a:pt x="3354" y="2"/>
                    <a:pt x="3425" y="2"/>
                  </a:cubicBezTo>
                  <a:cubicBezTo>
                    <a:pt x="3458" y="2"/>
                    <a:pt x="3492" y="1"/>
                    <a:pt x="3525" y="1"/>
                  </a:cubicBezTo>
                  <a:cubicBezTo>
                    <a:pt x="3541" y="1"/>
                    <a:pt x="3556" y="0"/>
                    <a:pt x="3572" y="0"/>
                  </a:cubicBezTo>
                  <a:cubicBezTo>
                    <a:pt x="3586" y="0"/>
                    <a:pt x="3600" y="0"/>
                    <a:pt x="3614" y="0"/>
                  </a:cubicBezTo>
                  <a:cubicBezTo>
                    <a:pt x="3619" y="0"/>
                    <a:pt x="3624" y="3"/>
                    <a:pt x="3624" y="9"/>
                  </a:cubicBezTo>
                  <a:cubicBezTo>
                    <a:pt x="3625" y="13"/>
                    <a:pt x="3621" y="19"/>
                    <a:pt x="3615" y="19"/>
                  </a:cubicBezTo>
                  <a:cubicBezTo>
                    <a:pt x="3600" y="19"/>
                    <a:pt x="3584" y="19"/>
                    <a:pt x="3569" y="19"/>
                  </a:cubicBezTo>
                  <a:lnTo>
                    <a:pt x="3570" y="19"/>
                  </a:lnTo>
                  <a:cubicBezTo>
                    <a:pt x="3534" y="18"/>
                    <a:pt x="3498" y="18"/>
                    <a:pt x="3463" y="18"/>
                  </a:cubicBezTo>
                  <a:cubicBezTo>
                    <a:pt x="3426" y="18"/>
                    <a:pt x="3389" y="18"/>
                    <a:pt x="3353" y="18"/>
                  </a:cubicBezTo>
                  <a:cubicBezTo>
                    <a:pt x="3314" y="18"/>
                    <a:pt x="3274" y="18"/>
                    <a:pt x="3234" y="18"/>
                  </a:cubicBezTo>
                  <a:cubicBezTo>
                    <a:pt x="3198" y="18"/>
                    <a:pt x="3161" y="19"/>
                    <a:pt x="3125" y="19"/>
                  </a:cubicBezTo>
                  <a:cubicBezTo>
                    <a:pt x="2971" y="19"/>
                    <a:pt x="2817" y="20"/>
                    <a:pt x="2664" y="20"/>
                  </a:cubicBezTo>
                  <a:cubicBezTo>
                    <a:pt x="2588" y="21"/>
                    <a:pt x="2512" y="22"/>
                    <a:pt x="2437" y="22"/>
                  </a:cubicBezTo>
                  <a:cubicBezTo>
                    <a:pt x="2397" y="22"/>
                    <a:pt x="2358" y="22"/>
                    <a:pt x="2318" y="22"/>
                  </a:cubicBezTo>
                  <a:cubicBezTo>
                    <a:pt x="2280" y="23"/>
                    <a:pt x="2243" y="23"/>
                    <a:pt x="2205" y="23"/>
                  </a:cubicBezTo>
                  <a:cubicBezTo>
                    <a:pt x="2050" y="24"/>
                    <a:pt x="1894" y="25"/>
                    <a:pt x="1738" y="26"/>
                  </a:cubicBezTo>
                  <a:cubicBezTo>
                    <a:pt x="1587" y="26"/>
                    <a:pt x="1434" y="26"/>
                    <a:pt x="1282" y="27"/>
                  </a:cubicBezTo>
                  <a:cubicBezTo>
                    <a:pt x="1207" y="28"/>
                    <a:pt x="1131" y="28"/>
                    <a:pt x="1056" y="29"/>
                  </a:cubicBezTo>
                  <a:cubicBezTo>
                    <a:pt x="979" y="29"/>
                    <a:pt x="902" y="29"/>
                    <a:pt x="826" y="30"/>
                  </a:cubicBezTo>
                  <a:cubicBezTo>
                    <a:pt x="752" y="30"/>
                    <a:pt x="678" y="30"/>
                    <a:pt x="604" y="30"/>
                  </a:cubicBezTo>
                  <a:cubicBezTo>
                    <a:pt x="527" y="30"/>
                    <a:pt x="450" y="31"/>
                    <a:pt x="373" y="32"/>
                  </a:cubicBezTo>
                  <a:cubicBezTo>
                    <a:pt x="312" y="32"/>
                    <a:pt x="251" y="32"/>
                    <a:pt x="189" y="33"/>
                  </a:cubicBezTo>
                  <a:cubicBezTo>
                    <a:pt x="158" y="33"/>
                    <a:pt x="127" y="33"/>
                    <a:pt x="96" y="33"/>
                  </a:cubicBezTo>
                  <a:cubicBezTo>
                    <a:pt x="80" y="33"/>
                    <a:pt x="65" y="33"/>
                    <a:pt x="49" y="34"/>
                  </a:cubicBezTo>
                  <a:cubicBezTo>
                    <a:pt x="36" y="34"/>
                    <a:pt x="23" y="34"/>
                    <a:pt x="10" y="34"/>
                  </a:cubicBezTo>
                  <a:cubicBezTo>
                    <a:pt x="5" y="34"/>
                    <a:pt x="1" y="30"/>
                    <a:pt x="1" y="2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" name="Google Shape;3591;p42"/>
            <p:cNvSpPr/>
            <p:nvPr/>
          </p:nvSpPr>
          <p:spPr>
            <a:xfrm>
              <a:off x="4468320" y="4629600"/>
              <a:ext cx="67320" cy="29160"/>
            </a:xfrm>
            <a:custGeom>
              <a:avLst/>
              <a:gdLst/>
              <a:ahLst/>
              <a:cxnLst/>
              <a:rect l="l" t="t" r="r" b="b"/>
              <a:pathLst>
                <a:path w="187" h="81" extrusionOk="0">
                  <a:moveTo>
                    <a:pt x="49" y="75"/>
                  </a:moveTo>
                  <a:cubicBezTo>
                    <a:pt x="47" y="71"/>
                    <a:pt x="49" y="64"/>
                    <a:pt x="54" y="62"/>
                  </a:cubicBezTo>
                  <a:cubicBezTo>
                    <a:pt x="63" y="58"/>
                    <a:pt x="74" y="55"/>
                    <a:pt x="84" y="53"/>
                  </a:cubicBezTo>
                  <a:cubicBezTo>
                    <a:pt x="94" y="50"/>
                    <a:pt x="104" y="48"/>
                    <a:pt x="115" y="46"/>
                  </a:cubicBezTo>
                  <a:cubicBezTo>
                    <a:pt x="118" y="45"/>
                    <a:pt x="121" y="44"/>
                    <a:pt x="123" y="44"/>
                  </a:cubicBezTo>
                  <a:cubicBezTo>
                    <a:pt x="121" y="43"/>
                    <a:pt x="118" y="43"/>
                    <a:pt x="115" y="42"/>
                  </a:cubicBezTo>
                  <a:cubicBezTo>
                    <a:pt x="96" y="38"/>
                    <a:pt x="77" y="35"/>
                    <a:pt x="59" y="31"/>
                  </a:cubicBezTo>
                  <a:cubicBezTo>
                    <a:pt x="50" y="29"/>
                    <a:pt x="41" y="27"/>
                    <a:pt x="33" y="25"/>
                  </a:cubicBezTo>
                  <a:cubicBezTo>
                    <a:pt x="27" y="23"/>
                    <a:pt x="20" y="22"/>
                    <a:pt x="14" y="20"/>
                  </a:cubicBezTo>
                  <a:cubicBezTo>
                    <a:pt x="12" y="20"/>
                    <a:pt x="10" y="20"/>
                    <a:pt x="9" y="19"/>
                  </a:cubicBezTo>
                  <a:cubicBezTo>
                    <a:pt x="8" y="18"/>
                    <a:pt x="7" y="18"/>
                    <a:pt x="6" y="18"/>
                  </a:cubicBezTo>
                  <a:cubicBezTo>
                    <a:pt x="3" y="16"/>
                    <a:pt x="0" y="11"/>
                    <a:pt x="2" y="7"/>
                  </a:cubicBezTo>
                  <a:cubicBezTo>
                    <a:pt x="3" y="2"/>
                    <a:pt x="7" y="0"/>
                    <a:pt x="12" y="0"/>
                  </a:cubicBezTo>
                  <a:cubicBezTo>
                    <a:pt x="14" y="0"/>
                    <a:pt x="17" y="1"/>
                    <a:pt x="20" y="2"/>
                  </a:cubicBezTo>
                  <a:cubicBezTo>
                    <a:pt x="23" y="3"/>
                    <a:pt x="25" y="4"/>
                    <a:pt x="27" y="5"/>
                  </a:cubicBezTo>
                  <a:cubicBezTo>
                    <a:pt x="65" y="15"/>
                    <a:pt x="104" y="23"/>
                    <a:pt x="143" y="29"/>
                  </a:cubicBezTo>
                  <a:cubicBezTo>
                    <a:pt x="146" y="30"/>
                    <a:pt x="148" y="30"/>
                    <a:pt x="151" y="31"/>
                  </a:cubicBezTo>
                  <a:cubicBezTo>
                    <a:pt x="153" y="31"/>
                    <a:pt x="155" y="32"/>
                    <a:pt x="157" y="32"/>
                  </a:cubicBezTo>
                  <a:cubicBezTo>
                    <a:pt x="162" y="32"/>
                    <a:pt x="168" y="33"/>
                    <a:pt x="173" y="34"/>
                  </a:cubicBezTo>
                  <a:cubicBezTo>
                    <a:pt x="174" y="34"/>
                    <a:pt x="175" y="34"/>
                    <a:pt x="176" y="34"/>
                  </a:cubicBezTo>
                  <a:cubicBezTo>
                    <a:pt x="182" y="35"/>
                    <a:pt x="186" y="42"/>
                    <a:pt x="183" y="47"/>
                  </a:cubicBezTo>
                  <a:cubicBezTo>
                    <a:pt x="182" y="49"/>
                    <a:pt x="181" y="50"/>
                    <a:pt x="180" y="51"/>
                  </a:cubicBezTo>
                  <a:cubicBezTo>
                    <a:pt x="178" y="52"/>
                    <a:pt x="176" y="52"/>
                    <a:pt x="174" y="53"/>
                  </a:cubicBezTo>
                  <a:cubicBezTo>
                    <a:pt x="161" y="55"/>
                    <a:pt x="150" y="57"/>
                    <a:pt x="137" y="59"/>
                  </a:cubicBezTo>
                  <a:cubicBezTo>
                    <a:pt x="125" y="62"/>
                    <a:pt x="112" y="64"/>
                    <a:pt x="100" y="68"/>
                  </a:cubicBezTo>
                  <a:cubicBezTo>
                    <a:pt x="98" y="68"/>
                    <a:pt x="95" y="69"/>
                    <a:pt x="93" y="69"/>
                  </a:cubicBezTo>
                  <a:cubicBezTo>
                    <a:pt x="84" y="72"/>
                    <a:pt x="76" y="74"/>
                    <a:pt x="68" y="77"/>
                  </a:cubicBezTo>
                  <a:cubicBezTo>
                    <a:pt x="66" y="78"/>
                    <a:pt x="64" y="79"/>
                    <a:pt x="62" y="79"/>
                  </a:cubicBezTo>
                  <a:cubicBezTo>
                    <a:pt x="61" y="80"/>
                    <a:pt x="59" y="80"/>
                    <a:pt x="58" y="80"/>
                  </a:cubicBezTo>
                  <a:cubicBezTo>
                    <a:pt x="54" y="80"/>
                    <a:pt x="51" y="78"/>
                    <a:pt x="49" y="7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" name="Google Shape;3592;p42"/>
            <p:cNvSpPr/>
            <p:nvPr/>
          </p:nvSpPr>
          <p:spPr>
            <a:xfrm>
              <a:off x="4497840" y="4677120"/>
              <a:ext cx="21600" cy="41760"/>
            </a:xfrm>
            <a:custGeom>
              <a:avLst/>
              <a:gdLst/>
              <a:ahLst/>
              <a:cxnLst/>
              <a:rect l="l" t="t" r="r" b="b"/>
              <a:pathLst>
                <a:path w="60" h="116" extrusionOk="0">
                  <a:moveTo>
                    <a:pt x="40" y="109"/>
                  </a:moveTo>
                  <a:cubicBezTo>
                    <a:pt x="38" y="103"/>
                    <a:pt x="35" y="97"/>
                    <a:pt x="33" y="91"/>
                  </a:cubicBezTo>
                  <a:cubicBezTo>
                    <a:pt x="31" y="86"/>
                    <a:pt x="29" y="81"/>
                    <a:pt x="28" y="75"/>
                  </a:cubicBezTo>
                  <a:cubicBezTo>
                    <a:pt x="24" y="64"/>
                    <a:pt x="21" y="53"/>
                    <a:pt x="17" y="43"/>
                  </a:cubicBezTo>
                  <a:cubicBezTo>
                    <a:pt x="16" y="40"/>
                    <a:pt x="15" y="37"/>
                    <a:pt x="14" y="35"/>
                  </a:cubicBezTo>
                  <a:cubicBezTo>
                    <a:pt x="13" y="32"/>
                    <a:pt x="11" y="29"/>
                    <a:pt x="10" y="26"/>
                  </a:cubicBezTo>
                  <a:cubicBezTo>
                    <a:pt x="9" y="24"/>
                    <a:pt x="8" y="22"/>
                    <a:pt x="6" y="20"/>
                  </a:cubicBezTo>
                  <a:lnTo>
                    <a:pt x="5" y="20"/>
                  </a:lnTo>
                  <a:lnTo>
                    <a:pt x="6" y="20"/>
                  </a:lnTo>
                  <a:cubicBezTo>
                    <a:pt x="5" y="20"/>
                    <a:pt x="5" y="20"/>
                    <a:pt x="5" y="20"/>
                  </a:cubicBezTo>
                  <a:cubicBezTo>
                    <a:pt x="2" y="17"/>
                    <a:pt x="0" y="11"/>
                    <a:pt x="3" y="7"/>
                  </a:cubicBezTo>
                  <a:cubicBezTo>
                    <a:pt x="5" y="2"/>
                    <a:pt x="12" y="0"/>
                    <a:pt x="17" y="4"/>
                  </a:cubicBezTo>
                  <a:cubicBezTo>
                    <a:pt x="19" y="6"/>
                    <a:pt x="21" y="8"/>
                    <a:pt x="23" y="11"/>
                  </a:cubicBezTo>
                  <a:cubicBezTo>
                    <a:pt x="25" y="14"/>
                    <a:pt x="26" y="17"/>
                    <a:pt x="28" y="21"/>
                  </a:cubicBezTo>
                  <a:cubicBezTo>
                    <a:pt x="31" y="26"/>
                    <a:pt x="32" y="31"/>
                    <a:pt x="34" y="36"/>
                  </a:cubicBezTo>
                  <a:cubicBezTo>
                    <a:pt x="36" y="42"/>
                    <a:pt x="38" y="47"/>
                    <a:pt x="40" y="53"/>
                  </a:cubicBezTo>
                  <a:cubicBezTo>
                    <a:pt x="43" y="66"/>
                    <a:pt x="47" y="79"/>
                    <a:pt x="52" y="92"/>
                  </a:cubicBezTo>
                  <a:cubicBezTo>
                    <a:pt x="54" y="95"/>
                    <a:pt x="55" y="98"/>
                    <a:pt x="57" y="102"/>
                  </a:cubicBezTo>
                  <a:cubicBezTo>
                    <a:pt x="59" y="106"/>
                    <a:pt x="57" y="112"/>
                    <a:pt x="53" y="113"/>
                  </a:cubicBezTo>
                  <a:cubicBezTo>
                    <a:pt x="52" y="114"/>
                    <a:pt x="50" y="115"/>
                    <a:pt x="49" y="115"/>
                  </a:cubicBezTo>
                  <a:cubicBezTo>
                    <a:pt x="46" y="115"/>
                    <a:pt x="42" y="112"/>
                    <a:pt x="40" y="10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" name="Google Shape;3593;p42"/>
            <p:cNvSpPr/>
            <p:nvPr/>
          </p:nvSpPr>
          <p:spPr>
            <a:xfrm>
              <a:off x="4483800" y="4678200"/>
              <a:ext cx="63000" cy="60120"/>
            </a:xfrm>
            <a:custGeom>
              <a:avLst/>
              <a:gdLst/>
              <a:ahLst/>
              <a:cxnLst/>
              <a:rect l="l" t="t" r="r" b="b"/>
              <a:pathLst>
                <a:path w="175" h="167" extrusionOk="0">
                  <a:moveTo>
                    <a:pt x="3" y="163"/>
                  </a:moveTo>
                  <a:cubicBezTo>
                    <a:pt x="0" y="160"/>
                    <a:pt x="0" y="155"/>
                    <a:pt x="3" y="151"/>
                  </a:cubicBezTo>
                  <a:cubicBezTo>
                    <a:pt x="29" y="121"/>
                    <a:pt x="54" y="91"/>
                    <a:pt x="81" y="61"/>
                  </a:cubicBezTo>
                  <a:cubicBezTo>
                    <a:pt x="84" y="58"/>
                    <a:pt x="86" y="55"/>
                    <a:pt x="89" y="52"/>
                  </a:cubicBezTo>
                  <a:cubicBezTo>
                    <a:pt x="93" y="48"/>
                    <a:pt x="97" y="43"/>
                    <a:pt x="101" y="40"/>
                  </a:cubicBezTo>
                  <a:lnTo>
                    <a:pt x="100" y="40"/>
                  </a:lnTo>
                  <a:cubicBezTo>
                    <a:pt x="103" y="38"/>
                    <a:pt x="107" y="34"/>
                    <a:pt x="110" y="31"/>
                  </a:cubicBezTo>
                  <a:cubicBezTo>
                    <a:pt x="113" y="28"/>
                    <a:pt x="116" y="26"/>
                    <a:pt x="119" y="23"/>
                  </a:cubicBezTo>
                  <a:cubicBezTo>
                    <a:pt x="124" y="18"/>
                    <a:pt x="130" y="14"/>
                    <a:pt x="136" y="10"/>
                  </a:cubicBezTo>
                  <a:cubicBezTo>
                    <a:pt x="144" y="5"/>
                    <a:pt x="153" y="2"/>
                    <a:pt x="163" y="1"/>
                  </a:cubicBezTo>
                  <a:cubicBezTo>
                    <a:pt x="169" y="0"/>
                    <a:pt x="173" y="5"/>
                    <a:pt x="173" y="10"/>
                  </a:cubicBezTo>
                  <a:cubicBezTo>
                    <a:pt x="174" y="15"/>
                    <a:pt x="170" y="19"/>
                    <a:pt x="165" y="20"/>
                  </a:cubicBezTo>
                  <a:cubicBezTo>
                    <a:pt x="163" y="20"/>
                    <a:pt x="162" y="20"/>
                    <a:pt x="161" y="20"/>
                  </a:cubicBezTo>
                  <a:cubicBezTo>
                    <a:pt x="159" y="21"/>
                    <a:pt x="158" y="21"/>
                    <a:pt x="156" y="21"/>
                  </a:cubicBezTo>
                  <a:cubicBezTo>
                    <a:pt x="155" y="22"/>
                    <a:pt x="153" y="22"/>
                    <a:pt x="152" y="22"/>
                  </a:cubicBezTo>
                  <a:cubicBezTo>
                    <a:pt x="150" y="24"/>
                    <a:pt x="148" y="24"/>
                    <a:pt x="146" y="25"/>
                  </a:cubicBezTo>
                  <a:cubicBezTo>
                    <a:pt x="144" y="26"/>
                    <a:pt x="141" y="29"/>
                    <a:pt x="138" y="31"/>
                  </a:cubicBezTo>
                  <a:cubicBezTo>
                    <a:pt x="129" y="37"/>
                    <a:pt x="121" y="44"/>
                    <a:pt x="113" y="52"/>
                  </a:cubicBezTo>
                  <a:cubicBezTo>
                    <a:pt x="99" y="66"/>
                    <a:pt x="85" y="81"/>
                    <a:pt x="72" y="96"/>
                  </a:cubicBezTo>
                  <a:cubicBezTo>
                    <a:pt x="60" y="110"/>
                    <a:pt x="47" y="124"/>
                    <a:pt x="36" y="139"/>
                  </a:cubicBezTo>
                  <a:cubicBezTo>
                    <a:pt x="29" y="146"/>
                    <a:pt x="22" y="155"/>
                    <a:pt x="15" y="163"/>
                  </a:cubicBezTo>
                  <a:cubicBezTo>
                    <a:pt x="14" y="165"/>
                    <a:pt x="12" y="166"/>
                    <a:pt x="9" y="166"/>
                  </a:cubicBezTo>
                  <a:cubicBezTo>
                    <a:pt x="7" y="166"/>
                    <a:pt x="5" y="165"/>
                    <a:pt x="3" y="16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" name="Google Shape;3594;p42"/>
            <p:cNvSpPr/>
            <p:nvPr/>
          </p:nvSpPr>
          <p:spPr>
            <a:xfrm>
              <a:off x="3702960" y="4066920"/>
              <a:ext cx="54360" cy="137160"/>
            </a:xfrm>
            <a:custGeom>
              <a:avLst/>
              <a:gdLst/>
              <a:ahLst/>
              <a:cxnLst/>
              <a:rect l="l" t="t" r="r" b="b"/>
              <a:pathLst>
                <a:path w="151" h="381" extrusionOk="0">
                  <a:moveTo>
                    <a:pt x="48" y="380"/>
                  </a:moveTo>
                  <a:cubicBezTo>
                    <a:pt x="42" y="378"/>
                    <a:pt x="37" y="375"/>
                    <a:pt x="32" y="371"/>
                  </a:cubicBezTo>
                  <a:cubicBezTo>
                    <a:pt x="28" y="368"/>
                    <a:pt x="24" y="363"/>
                    <a:pt x="21" y="358"/>
                  </a:cubicBezTo>
                  <a:cubicBezTo>
                    <a:pt x="17" y="353"/>
                    <a:pt x="14" y="347"/>
                    <a:pt x="11" y="341"/>
                  </a:cubicBezTo>
                  <a:cubicBezTo>
                    <a:pt x="6" y="330"/>
                    <a:pt x="3" y="317"/>
                    <a:pt x="1" y="304"/>
                  </a:cubicBezTo>
                  <a:cubicBezTo>
                    <a:pt x="0" y="298"/>
                    <a:pt x="0" y="292"/>
                    <a:pt x="0" y="285"/>
                  </a:cubicBezTo>
                  <a:cubicBezTo>
                    <a:pt x="1" y="279"/>
                    <a:pt x="2" y="273"/>
                    <a:pt x="4" y="266"/>
                  </a:cubicBezTo>
                  <a:cubicBezTo>
                    <a:pt x="6" y="257"/>
                    <a:pt x="9" y="249"/>
                    <a:pt x="12" y="241"/>
                  </a:cubicBezTo>
                  <a:cubicBezTo>
                    <a:pt x="14" y="230"/>
                    <a:pt x="18" y="220"/>
                    <a:pt x="21" y="210"/>
                  </a:cubicBezTo>
                  <a:cubicBezTo>
                    <a:pt x="23" y="206"/>
                    <a:pt x="28" y="203"/>
                    <a:pt x="33" y="205"/>
                  </a:cubicBezTo>
                  <a:cubicBezTo>
                    <a:pt x="37" y="206"/>
                    <a:pt x="39" y="211"/>
                    <a:pt x="37" y="215"/>
                  </a:cubicBezTo>
                  <a:cubicBezTo>
                    <a:pt x="34" y="223"/>
                    <a:pt x="32" y="231"/>
                    <a:pt x="30" y="238"/>
                  </a:cubicBezTo>
                  <a:cubicBezTo>
                    <a:pt x="27" y="246"/>
                    <a:pt x="24" y="255"/>
                    <a:pt x="22" y="263"/>
                  </a:cubicBezTo>
                  <a:lnTo>
                    <a:pt x="21" y="264"/>
                  </a:lnTo>
                  <a:cubicBezTo>
                    <a:pt x="20" y="270"/>
                    <a:pt x="19" y="275"/>
                    <a:pt x="18" y="281"/>
                  </a:cubicBezTo>
                  <a:cubicBezTo>
                    <a:pt x="17" y="284"/>
                    <a:pt x="17" y="287"/>
                    <a:pt x="17" y="289"/>
                  </a:cubicBezTo>
                  <a:cubicBezTo>
                    <a:pt x="17" y="294"/>
                    <a:pt x="18" y="299"/>
                    <a:pt x="19" y="303"/>
                  </a:cubicBezTo>
                  <a:cubicBezTo>
                    <a:pt x="19" y="302"/>
                    <a:pt x="18" y="302"/>
                    <a:pt x="18" y="302"/>
                  </a:cubicBezTo>
                  <a:cubicBezTo>
                    <a:pt x="19" y="308"/>
                    <a:pt x="20" y="313"/>
                    <a:pt x="21" y="318"/>
                  </a:cubicBezTo>
                  <a:cubicBezTo>
                    <a:pt x="21" y="317"/>
                    <a:pt x="21" y="317"/>
                    <a:pt x="21" y="317"/>
                  </a:cubicBezTo>
                  <a:cubicBezTo>
                    <a:pt x="22" y="321"/>
                    <a:pt x="23" y="324"/>
                    <a:pt x="24" y="328"/>
                  </a:cubicBezTo>
                  <a:cubicBezTo>
                    <a:pt x="26" y="332"/>
                    <a:pt x="27" y="335"/>
                    <a:pt x="29" y="339"/>
                  </a:cubicBezTo>
                  <a:cubicBezTo>
                    <a:pt x="31" y="342"/>
                    <a:pt x="33" y="345"/>
                    <a:pt x="35" y="348"/>
                  </a:cubicBezTo>
                  <a:cubicBezTo>
                    <a:pt x="37" y="350"/>
                    <a:pt x="38" y="352"/>
                    <a:pt x="41" y="354"/>
                  </a:cubicBezTo>
                  <a:cubicBezTo>
                    <a:pt x="41" y="355"/>
                    <a:pt x="42" y="356"/>
                    <a:pt x="44" y="358"/>
                  </a:cubicBezTo>
                  <a:cubicBezTo>
                    <a:pt x="45" y="359"/>
                    <a:pt x="47" y="359"/>
                    <a:pt x="48" y="361"/>
                  </a:cubicBezTo>
                  <a:lnTo>
                    <a:pt x="49" y="361"/>
                  </a:lnTo>
                  <a:cubicBezTo>
                    <a:pt x="50" y="362"/>
                    <a:pt x="51" y="362"/>
                    <a:pt x="51" y="362"/>
                  </a:cubicBezTo>
                  <a:lnTo>
                    <a:pt x="52" y="362"/>
                  </a:lnTo>
                  <a:lnTo>
                    <a:pt x="51" y="362"/>
                  </a:lnTo>
                  <a:cubicBezTo>
                    <a:pt x="52" y="362"/>
                    <a:pt x="52" y="362"/>
                    <a:pt x="52" y="362"/>
                  </a:cubicBezTo>
                  <a:cubicBezTo>
                    <a:pt x="53" y="362"/>
                    <a:pt x="53" y="362"/>
                    <a:pt x="53" y="362"/>
                  </a:cubicBezTo>
                  <a:cubicBezTo>
                    <a:pt x="53" y="361"/>
                    <a:pt x="53" y="361"/>
                    <a:pt x="53" y="361"/>
                  </a:cubicBezTo>
                  <a:cubicBezTo>
                    <a:pt x="53" y="362"/>
                    <a:pt x="53" y="362"/>
                    <a:pt x="53" y="362"/>
                  </a:cubicBezTo>
                  <a:lnTo>
                    <a:pt x="53" y="361"/>
                  </a:lnTo>
                  <a:cubicBezTo>
                    <a:pt x="54" y="361"/>
                    <a:pt x="54" y="361"/>
                    <a:pt x="54" y="360"/>
                  </a:cubicBezTo>
                  <a:cubicBezTo>
                    <a:pt x="55" y="359"/>
                    <a:pt x="56" y="357"/>
                    <a:pt x="56" y="356"/>
                  </a:cubicBezTo>
                  <a:cubicBezTo>
                    <a:pt x="62" y="344"/>
                    <a:pt x="65" y="332"/>
                    <a:pt x="69" y="319"/>
                  </a:cubicBezTo>
                  <a:cubicBezTo>
                    <a:pt x="69" y="320"/>
                    <a:pt x="69" y="320"/>
                    <a:pt x="69" y="320"/>
                  </a:cubicBezTo>
                  <a:cubicBezTo>
                    <a:pt x="73" y="303"/>
                    <a:pt x="77" y="286"/>
                    <a:pt x="80" y="268"/>
                  </a:cubicBezTo>
                  <a:cubicBezTo>
                    <a:pt x="83" y="250"/>
                    <a:pt x="87" y="232"/>
                    <a:pt x="90" y="214"/>
                  </a:cubicBezTo>
                  <a:cubicBezTo>
                    <a:pt x="93" y="193"/>
                    <a:pt x="96" y="173"/>
                    <a:pt x="99" y="153"/>
                  </a:cubicBezTo>
                  <a:cubicBezTo>
                    <a:pt x="100" y="148"/>
                    <a:pt x="100" y="144"/>
                    <a:pt x="101" y="140"/>
                  </a:cubicBezTo>
                  <a:cubicBezTo>
                    <a:pt x="98" y="143"/>
                    <a:pt x="94" y="145"/>
                    <a:pt x="91" y="148"/>
                  </a:cubicBezTo>
                  <a:cubicBezTo>
                    <a:pt x="88" y="149"/>
                    <a:pt x="86" y="150"/>
                    <a:pt x="84" y="151"/>
                  </a:cubicBezTo>
                  <a:cubicBezTo>
                    <a:pt x="81" y="153"/>
                    <a:pt x="79" y="153"/>
                    <a:pt x="77" y="153"/>
                  </a:cubicBezTo>
                  <a:cubicBezTo>
                    <a:pt x="71" y="154"/>
                    <a:pt x="66" y="151"/>
                    <a:pt x="61" y="147"/>
                  </a:cubicBezTo>
                  <a:cubicBezTo>
                    <a:pt x="55" y="141"/>
                    <a:pt x="53" y="132"/>
                    <a:pt x="53" y="123"/>
                  </a:cubicBezTo>
                  <a:cubicBezTo>
                    <a:pt x="52" y="119"/>
                    <a:pt x="53" y="113"/>
                    <a:pt x="53" y="109"/>
                  </a:cubicBezTo>
                  <a:cubicBezTo>
                    <a:pt x="53" y="100"/>
                    <a:pt x="55" y="90"/>
                    <a:pt x="56" y="81"/>
                  </a:cubicBezTo>
                  <a:cubicBezTo>
                    <a:pt x="58" y="69"/>
                    <a:pt x="61" y="56"/>
                    <a:pt x="65" y="44"/>
                  </a:cubicBezTo>
                  <a:cubicBezTo>
                    <a:pt x="67" y="37"/>
                    <a:pt x="70" y="30"/>
                    <a:pt x="73" y="24"/>
                  </a:cubicBezTo>
                  <a:cubicBezTo>
                    <a:pt x="75" y="18"/>
                    <a:pt x="78" y="12"/>
                    <a:pt x="80" y="7"/>
                  </a:cubicBezTo>
                  <a:cubicBezTo>
                    <a:pt x="83" y="2"/>
                    <a:pt x="89" y="0"/>
                    <a:pt x="93" y="3"/>
                  </a:cubicBezTo>
                  <a:cubicBezTo>
                    <a:pt x="98" y="5"/>
                    <a:pt x="100" y="11"/>
                    <a:pt x="98" y="16"/>
                  </a:cubicBezTo>
                  <a:cubicBezTo>
                    <a:pt x="94" y="21"/>
                    <a:pt x="92" y="27"/>
                    <a:pt x="89" y="32"/>
                  </a:cubicBezTo>
                  <a:cubicBezTo>
                    <a:pt x="86" y="41"/>
                    <a:pt x="81" y="49"/>
                    <a:pt x="79" y="59"/>
                  </a:cubicBezTo>
                  <a:cubicBezTo>
                    <a:pt x="78" y="62"/>
                    <a:pt x="77" y="65"/>
                    <a:pt x="76" y="67"/>
                  </a:cubicBezTo>
                  <a:cubicBezTo>
                    <a:pt x="75" y="73"/>
                    <a:pt x="74" y="79"/>
                    <a:pt x="73" y="85"/>
                  </a:cubicBezTo>
                  <a:cubicBezTo>
                    <a:pt x="72" y="90"/>
                    <a:pt x="72" y="95"/>
                    <a:pt x="71" y="100"/>
                  </a:cubicBezTo>
                  <a:cubicBezTo>
                    <a:pt x="70" y="105"/>
                    <a:pt x="70" y="109"/>
                    <a:pt x="70" y="114"/>
                  </a:cubicBezTo>
                  <a:cubicBezTo>
                    <a:pt x="70" y="118"/>
                    <a:pt x="70" y="123"/>
                    <a:pt x="70" y="127"/>
                  </a:cubicBezTo>
                  <a:cubicBezTo>
                    <a:pt x="71" y="127"/>
                    <a:pt x="71" y="129"/>
                    <a:pt x="71" y="129"/>
                  </a:cubicBezTo>
                  <a:cubicBezTo>
                    <a:pt x="71" y="130"/>
                    <a:pt x="72" y="130"/>
                    <a:pt x="72" y="130"/>
                  </a:cubicBezTo>
                  <a:lnTo>
                    <a:pt x="71" y="130"/>
                  </a:lnTo>
                  <a:cubicBezTo>
                    <a:pt x="72" y="130"/>
                    <a:pt x="72" y="131"/>
                    <a:pt x="72" y="132"/>
                  </a:cubicBezTo>
                  <a:lnTo>
                    <a:pt x="73" y="133"/>
                  </a:lnTo>
                  <a:cubicBezTo>
                    <a:pt x="73" y="133"/>
                    <a:pt x="73" y="134"/>
                    <a:pt x="74" y="134"/>
                  </a:cubicBezTo>
                  <a:lnTo>
                    <a:pt x="74" y="135"/>
                  </a:lnTo>
                  <a:cubicBezTo>
                    <a:pt x="75" y="135"/>
                    <a:pt x="75" y="135"/>
                    <a:pt x="75" y="135"/>
                  </a:cubicBezTo>
                  <a:lnTo>
                    <a:pt x="76" y="135"/>
                  </a:lnTo>
                  <a:lnTo>
                    <a:pt x="77" y="135"/>
                  </a:lnTo>
                  <a:cubicBezTo>
                    <a:pt x="78" y="134"/>
                    <a:pt x="79" y="134"/>
                    <a:pt x="79" y="134"/>
                  </a:cubicBezTo>
                  <a:cubicBezTo>
                    <a:pt x="80" y="133"/>
                    <a:pt x="82" y="132"/>
                    <a:pt x="83" y="132"/>
                  </a:cubicBezTo>
                  <a:cubicBezTo>
                    <a:pt x="86" y="129"/>
                    <a:pt x="89" y="127"/>
                    <a:pt x="92" y="124"/>
                  </a:cubicBezTo>
                  <a:cubicBezTo>
                    <a:pt x="95" y="120"/>
                    <a:pt x="99" y="117"/>
                    <a:pt x="102" y="113"/>
                  </a:cubicBezTo>
                  <a:cubicBezTo>
                    <a:pt x="104" y="112"/>
                    <a:pt x="105" y="109"/>
                    <a:pt x="107" y="108"/>
                  </a:cubicBezTo>
                  <a:cubicBezTo>
                    <a:pt x="107" y="104"/>
                    <a:pt x="108" y="100"/>
                    <a:pt x="109" y="95"/>
                  </a:cubicBezTo>
                  <a:cubicBezTo>
                    <a:pt x="109" y="91"/>
                    <a:pt x="111" y="87"/>
                    <a:pt x="112" y="83"/>
                  </a:cubicBezTo>
                  <a:cubicBezTo>
                    <a:pt x="114" y="74"/>
                    <a:pt x="116" y="66"/>
                    <a:pt x="119" y="58"/>
                  </a:cubicBezTo>
                  <a:cubicBezTo>
                    <a:pt x="121" y="52"/>
                    <a:pt x="123" y="47"/>
                    <a:pt x="126" y="42"/>
                  </a:cubicBezTo>
                  <a:cubicBezTo>
                    <a:pt x="129" y="38"/>
                    <a:pt x="132" y="34"/>
                    <a:pt x="138" y="34"/>
                  </a:cubicBezTo>
                  <a:cubicBezTo>
                    <a:pt x="143" y="34"/>
                    <a:pt x="147" y="37"/>
                    <a:pt x="148" y="42"/>
                  </a:cubicBezTo>
                  <a:cubicBezTo>
                    <a:pt x="150" y="46"/>
                    <a:pt x="150" y="52"/>
                    <a:pt x="148" y="56"/>
                  </a:cubicBezTo>
                  <a:cubicBezTo>
                    <a:pt x="147" y="64"/>
                    <a:pt x="145" y="71"/>
                    <a:pt x="142" y="78"/>
                  </a:cubicBezTo>
                  <a:cubicBezTo>
                    <a:pt x="139" y="86"/>
                    <a:pt x="136" y="93"/>
                    <a:pt x="132" y="100"/>
                  </a:cubicBezTo>
                  <a:lnTo>
                    <a:pt x="132" y="99"/>
                  </a:lnTo>
                  <a:cubicBezTo>
                    <a:pt x="129" y="104"/>
                    <a:pt x="127" y="108"/>
                    <a:pt x="124" y="112"/>
                  </a:cubicBezTo>
                  <a:cubicBezTo>
                    <a:pt x="123" y="113"/>
                    <a:pt x="122" y="114"/>
                    <a:pt x="122" y="115"/>
                  </a:cubicBezTo>
                  <a:cubicBezTo>
                    <a:pt x="121" y="118"/>
                    <a:pt x="121" y="120"/>
                    <a:pt x="120" y="122"/>
                  </a:cubicBezTo>
                  <a:cubicBezTo>
                    <a:pt x="119" y="127"/>
                    <a:pt x="119" y="131"/>
                    <a:pt x="118" y="136"/>
                  </a:cubicBezTo>
                  <a:cubicBezTo>
                    <a:pt x="115" y="154"/>
                    <a:pt x="112" y="173"/>
                    <a:pt x="109" y="192"/>
                  </a:cubicBezTo>
                  <a:cubicBezTo>
                    <a:pt x="105" y="211"/>
                    <a:pt x="102" y="231"/>
                    <a:pt x="98" y="251"/>
                  </a:cubicBezTo>
                  <a:cubicBezTo>
                    <a:pt x="97" y="259"/>
                    <a:pt x="96" y="267"/>
                    <a:pt x="94" y="274"/>
                  </a:cubicBezTo>
                  <a:cubicBezTo>
                    <a:pt x="93" y="284"/>
                    <a:pt x="91" y="293"/>
                    <a:pt x="89" y="302"/>
                  </a:cubicBezTo>
                  <a:cubicBezTo>
                    <a:pt x="87" y="312"/>
                    <a:pt x="85" y="322"/>
                    <a:pt x="83" y="331"/>
                  </a:cubicBezTo>
                  <a:cubicBezTo>
                    <a:pt x="80" y="340"/>
                    <a:pt x="77" y="349"/>
                    <a:pt x="74" y="358"/>
                  </a:cubicBezTo>
                  <a:cubicBezTo>
                    <a:pt x="72" y="365"/>
                    <a:pt x="69" y="373"/>
                    <a:pt x="63" y="377"/>
                  </a:cubicBezTo>
                  <a:cubicBezTo>
                    <a:pt x="60" y="379"/>
                    <a:pt x="59" y="379"/>
                    <a:pt x="56" y="380"/>
                  </a:cubicBezTo>
                  <a:cubicBezTo>
                    <a:pt x="55" y="380"/>
                    <a:pt x="53" y="380"/>
                    <a:pt x="52" y="380"/>
                  </a:cubicBezTo>
                  <a:cubicBezTo>
                    <a:pt x="51" y="380"/>
                    <a:pt x="49" y="380"/>
                    <a:pt x="48" y="38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" name="Google Shape;3595;p42"/>
            <p:cNvSpPr/>
            <p:nvPr/>
          </p:nvSpPr>
          <p:spPr>
            <a:xfrm>
              <a:off x="3736440" y="4669920"/>
              <a:ext cx="35280" cy="61200"/>
            </a:xfrm>
            <a:custGeom>
              <a:avLst/>
              <a:gdLst/>
              <a:ahLst/>
              <a:cxnLst/>
              <a:rect l="l" t="t" r="r" b="b"/>
              <a:pathLst>
                <a:path w="98" h="170" extrusionOk="0">
                  <a:moveTo>
                    <a:pt x="40" y="151"/>
                  </a:moveTo>
                  <a:cubicBezTo>
                    <a:pt x="41" y="151"/>
                    <a:pt x="41" y="151"/>
                    <a:pt x="41" y="151"/>
                  </a:cubicBezTo>
                  <a:cubicBezTo>
                    <a:pt x="43" y="150"/>
                    <a:pt x="43" y="149"/>
                    <a:pt x="44" y="149"/>
                  </a:cubicBezTo>
                  <a:cubicBezTo>
                    <a:pt x="45" y="148"/>
                    <a:pt x="46" y="147"/>
                    <a:pt x="47" y="147"/>
                  </a:cubicBezTo>
                  <a:cubicBezTo>
                    <a:pt x="49" y="144"/>
                    <a:pt x="51" y="142"/>
                    <a:pt x="53" y="140"/>
                  </a:cubicBezTo>
                  <a:cubicBezTo>
                    <a:pt x="57" y="136"/>
                    <a:pt x="60" y="131"/>
                    <a:pt x="62" y="126"/>
                  </a:cubicBezTo>
                  <a:cubicBezTo>
                    <a:pt x="65" y="122"/>
                    <a:pt x="68" y="117"/>
                    <a:pt x="70" y="112"/>
                  </a:cubicBezTo>
                  <a:cubicBezTo>
                    <a:pt x="70" y="112"/>
                    <a:pt x="69" y="112"/>
                    <a:pt x="69" y="113"/>
                  </a:cubicBezTo>
                  <a:cubicBezTo>
                    <a:pt x="72" y="108"/>
                    <a:pt x="74" y="102"/>
                    <a:pt x="75" y="96"/>
                  </a:cubicBezTo>
                  <a:cubicBezTo>
                    <a:pt x="76" y="92"/>
                    <a:pt x="78" y="87"/>
                    <a:pt x="78" y="82"/>
                  </a:cubicBezTo>
                  <a:cubicBezTo>
                    <a:pt x="79" y="77"/>
                    <a:pt x="79" y="71"/>
                    <a:pt x="80" y="66"/>
                  </a:cubicBezTo>
                  <a:cubicBezTo>
                    <a:pt x="80" y="60"/>
                    <a:pt x="79" y="54"/>
                    <a:pt x="78" y="48"/>
                  </a:cubicBezTo>
                  <a:cubicBezTo>
                    <a:pt x="79" y="48"/>
                    <a:pt x="79" y="48"/>
                    <a:pt x="79" y="49"/>
                  </a:cubicBezTo>
                  <a:cubicBezTo>
                    <a:pt x="78" y="43"/>
                    <a:pt x="77" y="37"/>
                    <a:pt x="75" y="32"/>
                  </a:cubicBezTo>
                  <a:lnTo>
                    <a:pt x="76" y="32"/>
                  </a:lnTo>
                  <a:lnTo>
                    <a:pt x="75" y="32"/>
                  </a:lnTo>
                  <a:cubicBezTo>
                    <a:pt x="75" y="31"/>
                    <a:pt x="75" y="31"/>
                    <a:pt x="75" y="31"/>
                  </a:cubicBezTo>
                  <a:lnTo>
                    <a:pt x="75" y="32"/>
                  </a:lnTo>
                  <a:cubicBezTo>
                    <a:pt x="75" y="29"/>
                    <a:pt x="74" y="27"/>
                    <a:pt x="74" y="25"/>
                  </a:cubicBezTo>
                  <a:cubicBezTo>
                    <a:pt x="73" y="24"/>
                    <a:pt x="72" y="23"/>
                    <a:pt x="72" y="22"/>
                  </a:cubicBezTo>
                  <a:lnTo>
                    <a:pt x="72" y="21"/>
                  </a:lnTo>
                  <a:cubicBezTo>
                    <a:pt x="71" y="21"/>
                    <a:pt x="71" y="21"/>
                    <a:pt x="71" y="20"/>
                  </a:cubicBezTo>
                  <a:cubicBezTo>
                    <a:pt x="70" y="20"/>
                    <a:pt x="70" y="20"/>
                    <a:pt x="69" y="19"/>
                  </a:cubicBezTo>
                  <a:lnTo>
                    <a:pt x="68" y="18"/>
                  </a:lnTo>
                  <a:lnTo>
                    <a:pt x="67" y="18"/>
                  </a:lnTo>
                  <a:cubicBezTo>
                    <a:pt x="67" y="18"/>
                    <a:pt x="66" y="18"/>
                    <a:pt x="65" y="18"/>
                  </a:cubicBezTo>
                  <a:cubicBezTo>
                    <a:pt x="65" y="18"/>
                    <a:pt x="64" y="18"/>
                    <a:pt x="64" y="19"/>
                  </a:cubicBezTo>
                  <a:cubicBezTo>
                    <a:pt x="63" y="19"/>
                    <a:pt x="63" y="19"/>
                    <a:pt x="62" y="19"/>
                  </a:cubicBezTo>
                  <a:cubicBezTo>
                    <a:pt x="62" y="19"/>
                    <a:pt x="62" y="20"/>
                    <a:pt x="61" y="20"/>
                  </a:cubicBezTo>
                  <a:cubicBezTo>
                    <a:pt x="60" y="20"/>
                    <a:pt x="59" y="21"/>
                    <a:pt x="58" y="22"/>
                  </a:cubicBezTo>
                  <a:cubicBezTo>
                    <a:pt x="55" y="24"/>
                    <a:pt x="53" y="25"/>
                    <a:pt x="51" y="28"/>
                  </a:cubicBezTo>
                  <a:cubicBezTo>
                    <a:pt x="49" y="29"/>
                    <a:pt x="47" y="32"/>
                    <a:pt x="46" y="34"/>
                  </a:cubicBezTo>
                  <a:cubicBezTo>
                    <a:pt x="43" y="36"/>
                    <a:pt x="41" y="39"/>
                    <a:pt x="40" y="42"/>
                  </a:cubicBezTo>
                  <a:lnTo>
                    <a:pt x="39" y="42"/>
                  </a:lnTo>
                  <a:cubicBezTo>
                    <a:pt x="39" y="46"/>
                    <a:pt x="38" y="49"/>
                    <a:pt x="38" y="52"/>
                  </a:cubicBezTo>
                  <a:cubicBezTo>
                    <a:pt x="37" y="59"/>
                    <a:pt x="36" y="67"/>
                    <a:pt x="35" y="75"/>
                  </a:cubicBezTo>
                  <a:cubicBezTo>
                    <a:pt x="34" y="84"/>
                    <a:pt x="34" y="92"/>
                    <a:pt x="34" y="101"/>
                  </a:cubicBezTo>
                  <a:cubicBezTo>
                    <a:pt x="34" y="105"/>
                    <a:pt x="34" y="109"/>
                    <a:pt x="34" y="114"/>
                  </a:cubicBezTo>
                  <a:cubicBezTo>
                    <a:pt x="34" y="118"/>
                    <a:pt x="35" y="122"/>
                    <a:pt x="35" y="126"/>
                  </a:cubicBezTo>
                  <a:cubicBezTo>
                    <a:pt x="36" y="133"/>
                    <a:pt x="37" y="139"/>
                    <a:pt x="39" y="145"/>
                  </a:cubicBezTo>
                  <a:cubicBezTo>
                    <a:pt x="39" y="147"/>
                    <a:pt x="39" y="148"/>
                    <a:pt x="39" y="149"/>
                  </a:cubicBezTo>
                  <a:cubicBezTo>
                    <a:pt x="40" y="149"/>
                    <a:pt x="40" y="149"/>
                    <a:pt x="40" y="150"/>
                  </a:cubicBezTo>
                  <a:lnTo>
                    <a:pt x="40" y="151"/>
                  </a:lnTo>
                  <a:moveTo>
                    <a:pt x="29" y="165"/>
                  </a:moveTo>
                  <a:cubicBezTo>
                    <a:pt x="27" y="163"/>
                    <a:pt x="26" y="162"/>
                    <a:pt x="25" y="159"/>
                  </a:cubicBezTo>
                  <a:cubicBezTo>
                    <a:pt x="23" y="158"/>
                    <a:pt x="22" y="155"/>
                    <a:pt x="22" y="152"/>
                  </a:cubicBezTo>
                  <a:cubicBezTo>
                    <a:pt x="21" y="148"/>
                    <a:pt x="20" y="145"/>
                    <a:pt x="19" y="141"/>
                  </a:cubicBezTo>
                  <a:cubicBezTo>
                    <a:pt x="19" y="137"/>
                    <a:pt x="18" y="132"/>
                    <a:pt x="18" y="127"/>
                  </a:cubicBezTo>
                  <a:lnTo>
                    <a:pt x="18" y="126"/>
                  </a:lnTo>
                  <a:cubicBezTo>
                    <a:pt x="17" y="129"/>
                    <a:pt x="17" y="131"/>
                    <a:pt x="16" y="134"/>
                  </a:cubicBezTo>
                  <a:cubicBezTo>
                    <a:pt x="16" y="138"/>
                    <a:pt x="12" y="141"/>
                    <a:pt x="8" y="141"/>
                  </a:cubicBezTo>
                  <a:cubicBezTo>
                    <a:pt x="4" y="140"/>
                    <a:pt x="0" y="136"/>
                    <a:pt x="0" y="131"/>
                  </a:cubicBezTo>
                  <a:cubicBezTo>
                    <a:pt x="2" y="122"/>
                    <a:pt x="4" y="111"/>
                    <a:pt x="5" y="101"/>
                  </a:cubicBezTo>
                  <a:cubicBezTo>
                    <a:pt x="7" y="94"/>
                    <a:pt x="8" y="88"/>
                    <a:pt x="9" y="81"/>
                  </a:cubicBezTo>
                  <a:cubicBezTo>
                    <a:pt x="12" y="68"/>
                    <a:pt x="15" y="55"/>
                    <a:pt x="20" y="42"/>
                  </a:cubicBezTo>
                  <a:cubicBezTo>
                    <a:pt x="21" y="37"/>
                    <a:pt x="22" y="33"/>
                    <a:pt x="22" y="28"/>
                  </a:cubicBezTo>
                  <a:cubicBezTo>
                    <a:pt x="23" y="23"/>
                    <a:pt x="29" y="20"/>
                    <a:pt x="33" y="21"/>
                  </a:cubicBezTo>
                  <a:cubicBezTo>
                    <a:pt x="36" y="18"/>
                    <a:pt x="39" y="15"/>
                    <a:pt x="41" y="13"/>
                  </a:cubicBezTo>
                  <a:cubicBezTo>
                    <a:pt x="46" y="8"/>
                    <a:pt x="50" y="5"/>
                    <a:pt x="55" y="3"/>
                  </a:cubicBezTo>
                  <a:cubicBezTo>
                    <a:pt x="61" y="0"/>
                    <a:pt x="67" y="0"/>
                    <a:pt x="72" y="1"/>
                  </a:cubicBezTo>
                  <a:cubicBezTo>
                    <a:pt x="76" y="2"/>
                    <a:pt x="81" y="6"/>
                    <a:pt x="84" y="9"/>
                  </a:cubicBezTo>
                  <a:cubicBezTo>
                    <a:pt x="88" y="13"/>
                    <a:pt x="90" y="19"/>
                    <a:pt x="91" y="24"/>
                  </a:cubicBezTo>
                  <a:cubicBezTo>
                    <a:pt x="93" y="30"/>
                    <a:pt x="94" y="36"/>
                    <a:pt x="95" y="42"/>
                  </a:cubicBezTo>
                  <a:cubicBezTo>
                    <a:pt x="96" y="49"/>
                    <a:pt x="97" y="57"/>
                    <a:pt x="97" y="64"/>
                  </a:cubicBezTo>
                  <a:cubicBezTo>
                    <a:pt x="97" y="88"/>
                    <a:pt x="90" y="112"/>
                    <a:pt x="78" y="134"/>
                  </a:cubicBezTo>
                  <a:cubicBezTo>
                    <a:pt x="72" y="144"/>
                    <a:pt x="65" y="154"/>
                    <a:pt x="57" y="162"/>
                  </a:cubicBezTo>
                  <a:cubicBezTo>
                    <a:pt x="53" y="165"/>
                    <a:pt x="48" y="168"/>
                    <a:pt x="43" y="169"/>
                  </a:cubicBezTo>
                  <a:cubicBezTo>
                    <a:pt x="42" y="169"/>
                    <a:pt x="41" y="169"/>
                    <a:pt x="40" y="169"/>
                  </a:cubicBezTo>
                  <a:cubicBezTo>
                    <a:pt x="36" y="169"/>
                    <a:pt x="32" y="168"/>
                    <a:pt x="29" y="16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" name="Google Shape;3596;p42"/>
            <p:cNvSpPr/>
            <p:nvPr/>
          </p:nvSpPr>
          <p:spPr>
            <a:xfrm>
              <a:off x="3295800" y="4114440"/>
              <a:ext cx="43920" cy="72000"/>
            </a:xfrm>
            <a:custGeom>
              <a:avLst/>
              <a:gdLst/>
              <a:ahLst/>
              <a:cxnLst/>
              <a:rect l="l" t="t" r="r" b="b"/>
              <a:pathLst>
                <a:path w="122" h="200" extrusionOk="0">
                  <a:moveTo>
                    <a:pt x="14" y="199"/>
                  </a:moveTo>
                  <a:cubicBezTo>
                    <a:pt x="7" y="196"/>
                    <a:pt x="3" y="190"/>
                    <a:pt x="1" y="183"/>
                  </a:cubicBezTo>
                  <a:cubicBezTo>
                    <a:pt x="0" y="180"/>
                    <a:pt x="1" y="176"/>
                    <a:pt x="2" y="173"/>
                  </a:cubicBezTo>
                  <a:cubicBezTo>
                    <a:pt x="3" y="168"/>
                    <a:pt x="5" y="164"/>
                    <a:pt x="7" y="160"/>
                  </a:cubicBezTo>
                  <a:cubicBezTo>
                    <a:pt x="9" y="155"/>
                    <a:pt x="11" y="150"/>
                    <a:pt x="14" y="145"/>
                  </a:cubicBezTo>
                  <a:cubicBezTo>
                    <a:pt x="16" y="141"/>
                    <a:pt x="21" y="139"/>
                    <a:pt x="25" y="141"/>
                  </a:cubicBezTo>
                  <a:cubicBezTo>
                    <a:pt x="29" y="143"/>
                    <a:pt x="32" y="149"/>
                    <a:pt x="30" y="153"/>
                  </a:cubicBezTo>
                  <a:cubicBezTo>
                    <a:pt x="27" y="158"/>
                    <a:pt x="24" y="164"/>
                    <a:pt x="22" y="170"/>
                  </a:cubicBezTo>
                  <a:cubicBezTo>
                    <a:pt x="21" y="171"/>
                    <a:pt x="21" y="174"/>
                    <a:pt x="19" y="176"/>
                  </a:cubicBezTo>
                  <a:cubicBezTo>
                    <a:pt x="19" y="177"/>
                    <a:pt x="19" y="178"/>
                    <a:pt x="19" y="178"/>
                  </a:cubicBezTo>
                  <a:lnTo>
                    <a:pt x="19" y="179"/>
                  </a:lnTo>
                  <a:lnTo>
                    <a:pt x="19" y="180"/>
                  </a:lnTo>
                  <a:lnTo>
                    <a:pt x="20" y="180"/>
                  </a:lnTo>
                  <a:lnTo>
                    <a:pt x="20" y="181"/>
                  </a:lnTo>
                  <a:lnTo>
                    <a:pt x="21" y="181"/>
                  </a:lnTo>
                  <a:cubicBezTo>
                    <a:pt x="22" y="181"/>
                    <a:pt x="23" y="180"/>
                    <a:pt x="24" y="180"/>
                  </a:cubicBezTo>
                  <a:cubicBezTo>
                    <a:pt x="25" y="180"/>
                    <a:pt x="26" y="180"/>
                    <a:pt x="27" y="180"/>
                  </a:cubicBezTo>
                  <a:cubicBezTo>
                    <a:pt x="29" y="179"/>
                    <a:pt x="30" y="178"/>
                    <a:pt x="32" y="178"/>
                  </a:cubicBezTo>
                  <a:cubicBezTo>
                    <a:pt x="34" y="177"/>
                    <a:pt x="37" y="175"/>
                    <a:pt x="39" y="174"/>
                  </a:cubicBezTo>
                  <a:cubicBezTo>
                    <a:pt x="41" y="172"/>
                    <a:pt x="44" y="170"/>
                    <a:pt x="46" y="169"/>
                  </a:cubicBezTo>
                  <a:cubicBezTo>
                    <a:pt x="48" y="167"/>
                    <a:pt x="50" y="166"/>
                    <a:pt x="51" y="164"/>
                  </a:cubicBezTo>
                  <a:cubicBezTo>
                    <a:pt x="53" y="163"/>
                    <a:pt x="54" y="162"/>
                    <a:pt x="54" y="160"/>
                  </a:cubicBezTo>
                  <a:cubicBezTo>
                    <a:pt x="57" y="157"/>
                    <a:pt x="58" y="155"/>
                    <a:pt x="60" y="152"/>
                  </a:cubicBezTo>
                  <a:cubicBezTo>
                    <a:pt x="61" y="149"/>
                    <a:pt x="64" y="145"/>
                    <a:pt x="65" y="141"/>
                  </a:cubicBezTo>
                  <a:cubicBezTo>
                    <a:pt x="67" y="136"/>
                    <a:pt x="68" y="132"/>
                    <a:pt x="69" y="128"/>
                  </a:cubicBezTo>
                  <a:cubicBezTo>
                    <a:pt x="71" y="123"/>
                    <a:pt x="72" y="118"/>
                    <a:pt x="74" y="113"/>
                  </a:cubicBezTo>
                  <a:cubicBezTo>
                    <a:pt x="76" y="103"/>
                    <a:pt x="79" y="94"/>
                    <a:pt x="82" y="85"/>
                  </a:cubicBezTo>
                  <a:cubicBezTo>
                    <a:pt x="82" y="82"/>
                    <a:pt x="83" y="80"/>
                    <a:pt x="84" y="77"/>
                  </a:cubicBezTo>
                  <a:cubicBezTo>
                    <a:pt x="83" y="79"/>
                    <a:pt x="82" y="81"/>
                    <a:pt x="80" y="83"/>
                  </a:cubicBezTo>
                  <a:cubicBezTo>
                    <a:pt x="76" y="90"/>
                    <a:pt x="71" y="96"/>
                    <a:pt x="66" y="103"/>
                  </a:cubicBezTo>
                  <a:cubicBezTo>
                    <a:pt x="67" y="102"/>
                    <a:pt x="67" y="102"/>
                    <a:pt x="67" y="102"/>
                  </a:cubicBezTo>
                  <a:cubicBezTo>
                    <a:pt x="63" y="107"/>
                    <a:pt x="59" y="111"/>
                    <a:pt x="55" y="116"/>
                  </a:cubicBezTo>
                  <a:cubicBezTo>
                    <a:pt x="50" y="121"/>
                    <a:pt x="46" y="125"/>
                    <a:pt x="40" y="129"/>
                  </a:cubicBezTo>
                  <a:cubicBezTo>
                    <a:pt x="36" y="133"/>
                    <a:pt x="30" y="135"/>
                    <a:pt x="25" y="136"/>
                  </a:cubicBezTo>
                  <a:cubicBezTo>
                    <a:pt x="22" y="136"/>
                    <a:pt x="19" y="137"/>
                    <a:pt x="17" y="136"/>
                  </a:cubicBezTo>
                  <a:cubicBezTo>
                    <a:pt x="14" y="135"/>
                    <a:pt x="11" y="134"/>
                    <a:pt x="9" y="132"/>
                  </a:cubicBezTo>
                  <a:cubicBezTo>
                    <a:pt x="5" y="129"/>
                    <a:pt x="3" y="123"/>
                    <a:pt x="3" y="118"/>
                  </a:cubicBezTo>
                  <a:cubicBezTo>
                    <a:pt x="2" y="114"/>
                    <a:pt x="2" y="110"/>
                    <a:pt x="3" y="106"/>
                  </a:cubicBezTo>
                  <a:cubicBezTo>
                    <a:pt x="4" y="101"/>
                    <a:pt x="4" y="96"/>
                    <a:pt x="4" y="92"/>
                  </a:cubicBezTo>
                  <a:cubicBezTo>
                    <a:pt x="5" y="86"/>
                    <a:pt x="6" y="81"/>
                    <a:pt x="7" y="76"/>
                  </a:cubicBezTo>
                  <a:cubicBezTo>
                    <a:pt x="8" y="71"/>
                    <a:pt x="9" y="66"/>
                    <a:pt x="10" y="61"/>
                  </a:cubicBezTo>
                  <a:cubicBezTo>
                    <a:pt x="12" y="51"/>
                    <a:pt x="15" y="42"/>
                    <a:pt x="18" y="32"/>
                  </a:cubicBezTo>
                  <a:cubicBezTo>
                    <a:pt x="20" y="24"/>
                    <a:pt x="22" y="16"/>
                    <a:pt x="25" y="8"/>
                  </a:cubicBezTo>
                  <a:cubicBezTo>
                    <a:pt x="26" y="2"/>
                    <a:pt x="32" y="0"/>
                    <a:pt x="37" y="1"/>
                  </a:cubicBezTo>
                  <a:cubicBezTo>
                    <a:pt x="41" y="2"/>
                    <a:pt x="44" y="8"/>
                    <a:pt x="43" y="13"/>
                  </a:cubicBezTo>
                  <a:cubicBezTo>
                    <a:pt x="40" y="21"/>
                    <a:pt x="38" y="29"/>
                    <a:pt x="35" y="37"/>
                  </a:cubicBezTo>
                  <a:cubicBezTo>
                    <a:pt x="33" y="43"/>
                    <a:pt x="32" y="47"/>
                    <a:pt x="30" y="52"/>
                  </a:cubicBezTo>
                  <a:cubicBezTo>
                    <a:pt x="29" y="56"/>
                    <a:pt x="28" y="60"/>
                    <a:pt x="28" y="64"/>
                  </a:cubicBezTo>
                  <a:cubicBezTo>
                    <a:pt x="26" y="69"/>
                    <a:pt x="25" y="75"/>
                    <a:pt x="24" y="79"/>
                  </a:cubicBezTo>
                  <a:cubicBezTo>
                    <a:pt x="23" y="85"/>
                    <a:pt x="22" y="90"/>
                    <a:pt x="22" y="96"/>
                  </a:cubicBezTo>
                  <a:cubicBezTo>
                    <a:pt x="21" y="102"/>
                    <a:pt x="21" y="107"/>
                    <a:pt x="21" y="114"/>
                  </a:cubicBezTo>
                  <a:cubicBezTo>
                    <a:pt x="21" y="115"/>
                    <a:pt x="21" y="116"/>
                    <a:pt x="21" y="117"/>
                  </a:cubicBezTo>
                  <a:lnTo>
                    <a:pt x="21" y="118"/>
                  </a:lnTo>
                  <a:cubicBezTo>
                    <a:pt x="22" y="118"/>
                    <a:pt x="22" y="118"/>
                    <a:pt x="22" y="118"/>
                  </a:cubicBezTo>
                  <a:cubicBezTo>
                    <a:pt x="23" y="118"/>
                    <a:pt x="23" y="118"/>
                    <a:pt x="23" y="118"/>
                  </a:cubicBezTo>
                  <a:cubicBezTo>
                    <a:pt x="24" y="118"/>
                    <a:pt x="25" y="117"/>
                    <a:pt x="26" y="117"/>
                  </a:cubicBezTo>
                  <a:cubicBezTo>
                    <a:pt x="26" y="117"/>
                    <a:pt x="27" y="117"/>
                    <a:pt x="28" y="116"/>
                  </a:cubicBezTo>
                  <a:cubicBezTo>
                    <a:pt x="30" y="115"/>
                    <a:pt x="32" y="113"/>
                    <a:pt x="33" y="112"/>
                  </a:cubicBezTo>
                  <a:lnTo>
                    <a:pt x="33" y="113"/>
                  </a:lnTo>
                  <a:cubicBezTo>
                    <a:pt x="36" y="110"/>
                    <a:pt x="40" y="106"/>
                    <a:pt x="43" y="103"/>
                  </a:cubicBezTo>
                  <a:cubicBezTo>
                    <a:pt x="50" y="95"/>
                    <a:pt x="57" y="86"/>
                    <a:pt x="63" y="78"/>
                  </a:cubicBezTo>
                  <a:cubicBezTo>
                    <a:pt x="74" y="62"/>
                    <a:pt x="83" y="48"/>
                    <a:pt x="92" y="32"/>
                  </a:cubicBezTo>
                  <a:cubicBezTo>
                    <a:pt x="93" y="30"/>
                    <a:pt x="95" y="28"/>
                    <a:pt x="96" y="25"/>
                  </a:cubicBezTo>
                  <a:cubicBezTo>
                    <a:pt x="96" y="26"/>
                    <a:pt x="95" y="26"/>
                    <a:pt x="95" y="26"/>
                  </a:cubicBezTo>
                  <a:lnTo>
                    <a:pt x="96" y="26"/>
                  </a:lnTo>
                  <a:lnTo>
                    <a:pt x="95" y="26"/>
                  </a:lnTo>
                  <a:cubicBezTo>
                    <a:pt x="96" y="26"/>
                    <a:pt x="96" y="26"/>
                    <a:pt x="96" y="26"/>
                  </a:cubicBezTo>
                  <a:cubicBezTo>
                    <a:pt x="96" y="25"/>
                    <a:pt x="96" y="25"/>
                    <a:pt x="96" y="25"/>
                  </a:cubicBezTo>
                  <a:lnTo>
                    <a:pt x="96" y="26"/>
                  </a:lnTo>
                  <a:cubicBezTo>
                    <a:pt x="98" y="21"/>
                    <a:pt x="100" y="15"/>
                    <a:pt x="103" y="11"/>
                  </a:cubicBezTo>
                  <a:cubicBezTo>
                    <a:pt x="106" y="7"/>
                    <a:pt x="110" y="5"/>
                    <a:pt x="114" y="7"/>
                  </a:cubicBezTo>
                  <a:cubicBezTo>
                    <a:pt x="118" y="8"/>
                    <a:pt x="121" y="12"/>
                    <a:pt x="120" y="17"/>
                  </a:cubicBezTo>
                  <a:cubicBezTo>
                    <a:pt x="120" y="21"/>
                    <a:pt x="118" y="24"/>
                    <a:pt x="118" y="27"/>
                  </a:cubicBezTo>
                  <a:cubicBezTo>
                    <a:pt x="117" y="30"/>
                    <a:pt x="115" y="34"/>
                    <a:pt x="114" y="37"/>
                  </a:cubicBezTo>
                  <a:cubicBezTo>
                    <a:pt x="113" y="42"/>
                    <a:pt x="112" y="46"/>
                    <a:pt x="110" y="51"/>
                  </a:cubicBezTo>
                  <a:cubicBezTo>
                    <a:pt x="108" y="60"/>
                    <a:pt x="105" y="68"/>
                    <a:pt x="102" y="78"/>
                  </a:cubicBezTo>
                  <a:cubicBezTo>
                    <a:pt x="96" y="97"/>
                    <a:pt x="91" y="117"/>
                    <a:pt x="86" y="136"/>
                  </a:cubicBezTo>
                  <a:cubicBezTo>
                    <a:pt x="85" y="139"/>
                    <a:pt x="83" y="142"/>
                    <a:pt x="82" y="145"/>
                  </a:cubicBezTo>
                  <a:cubicBezTo>
                    <a:pt x="80" y="152"/>
                    <a:pt x="77" y="158"/>
                    <a:pt x="74" y="164"/>
                  </a:cubicBezTo>
                  <a:cubicBezTo>
                    <a:pt x="69" y="171"/>
                    <a:pt x="64" y="178"/>
                    <a:pt x="57" y="184"/>
                  </a:cubicBezTo>
                  <a:cubicBezTo>
                    <a:pt x="50" y="189"/>
                    <a:pt x="43" y="193"/>
                    <a:pt x="36" y="196"/>
                  </a:cubicBezTo>
                  <a:cubicBezTo>
                    <a:pt x="32" y="198"/>
                    <a:pt x="29" y="198"/>
                    <a:pt x="25" y="199"/>
                  </a:cubicBezTo>
                  <a:cubicBezTo>
                    <a:pt x="23" y="199"/>
                    <a:pt x="22" y="199"/>
                    <a:pt x="20" y="199"/>
                  </a:cubicBezTo>
                  <a:cubicBezTo>
                    <a:pt x="18" y="199"/>
                    <a:pt x="16" y="199"/>
                    <a:pt x="14" y="19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" name="Google Shape;3597;p42"/>
            <p:cNvSpPr/>
            <p:nvPr/>
          </p:nvSpPr>
          <p:spPr>
            <a:xfrm>
              <a:off x="3350520" y="4104360"/>
              <a:ext cx="21240" cy="25200"/>
            </a:xfrm>
            <a:custGeom>
              <a:avLst/>
              <a:gdLst/>
              <a:ahLst/>
              <a:cxnLst/>
              <a:rect l="l" t="t" r="r" b="b"/>
              <a:pathLst>
                <a:path w="59" h="70" extrusionOk="0">
                  <a:moveTo>
                    <a:pt x="22" y="69"/>
                  </a:moveTo>
                  <a:cubicBezTo>
                    <a:pt x="19" y="69"/>
                    <a:pt x="16" y="68"/>
                    <a:pt x="13" y="66"/>
                  </a:cubicBezTo>
                  <a:cubicBezTo>
                    <a:pt x="12" y="65"/>
                    <a:pt x="11" y="64"/>
                    <a:pt x="10" y="63"/>
                  </a:cubicBezTo>
                  <a:cubicBezTo>
                    <a:pt x="9" y="61"/>
                    <a:pt x="9" y="60"/>
                    <a:pt x="9" y="58"/>
                  </a:cubicBezTo>
                  <a:cubicBezTo>
                    <a:pt x="8" y="53"/>
                    <a:pt x="12" y="48"/>
                    <a:pt x="14" y="43"/>
                  </a:cubicBezTo>
                  <a:cubicBezTo>
                    <a:pt x="15" y="43"/>
                    <a:pt x="15" y="42"/>
                    <a:pt x="15" y="42"/>
                  </a:cubicBezTo>
                  <a:cubicBezTo>
                    <a:pt x="9" y="42"/>
                    <a:pt x="4" y="40"/>
                    <a:pt x="2" y="35"/>
                  </a:cubicBezTo>
                  <a:cubicBezTo>
                    <a:pt x="0" y="28"/>
                    <a:pt x="1" y="22"/>
                    <a:pt x="4" y="16"/>
                  </a:cubicBezTo>
                  <a:cubicBezTo>
                    <a:pt x="6" y="11"/>
                    <a:pt x="10" y="5"/>
                    <a:pt x="15" y="3"/>
                  </a:cubicBezTo>
                  <a:cubicBezTo>
                    <a:pt x="18" y="1"/>
                    <a:pt x="21" y="0"/>
                    <a:pt x="24" y="0"/>
                  </a:cubicBezTo>
                  <a:cubicBezTo>
                    <a:pt x="27" y="0"/>
                    <a:pt x="30" y="2"/>
                    <a:pt x="33" y="4"/>
                  </a:cubicBezTo>
                  <a:cubicBezTo>
                    <a:pt x="35" y="5"/>
                    <a:pt x="37" y="8"/>
                    <a:pt x="37" y="11"/>
                  </a:cubicBezTo>
                  <a:cubicBezTo>
                    <a:pt x="38" y="14"/>
                    <a:pt x="39" y="17"/>
                    <a:pt x="39" y="21"/>
                  </a:cubicBezTo>
                  <a:cubicBezTo>
                    <a:pt x="39" y="27"/>
                    <a:pt x="38" y="33"/>
                    <a:pt x="36" y="39"/>
                  </a:cubicBezTo>
                  <a:cubicBezTo>
                    <a:pt x="35" y="42"/>
                    <a:pt x="34" y="45"/>
                    <a:pt x="33" y="48"/>
                  </a:cubicBezTo>
                  <a:cubicBezTo>
                    <a:pt x="33" y="49"/>
                    <a:pt x="32" y="49"/>
                    <a:pt x="32" y="50"/>
                  </a:cubicBezTo>
                  <a:cubicBezTo>
                    <a:pt x="37" y="49"/>
                    <a:pt x="43" y="48"/>
                    <a:pt x="48" y="47"/>
                  </a:cubicBezTo>
                  <a:cubicBezTo>
                    <a:pt x="52" y="47"/>
                    <a:pt x="57" y="50"/>
                    <a:pt x="57" y="54"/>
                  </a:cubicBezTo>
                  <a:cubicBezTo>
                    <a:pt x="58" y="58"/>
                    <a:pt x="55" y="64"/>
                    <a:pt x="51" y="65"/>
                  </a:cubicBezTo>
                  <a:cubicBezTo>
                    <a:pt x="47" y="66"/>
                    <a:pt x="42" y="67"/>
                    <a:pt x="38" y="67"/>
                  </a:cubicBezTo>
                  <a:cubicBezTo>
                    <a:pt x="33" y="68"/>
                    <a:pt x="28" y="69"/>
                    <a:pt x="23" y="69"/>
                  </a:cubicBezTo>
                  <a:lnTo>
                    <a:pt x="22" y="69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" name="Google Shape;3598;p42"/>
            <p:cNvSpPr/>
            <p:nvPr/>
          </p:nvSpPr>
          <p:spPr>
            <a:xfrm>
              <a:off x="3370320" y="4136760"/>
              <a:ext cx="25200" cy="9360"/>
            </a:xfrm>
            <a:custGeom>
              <a:avLst/>
              <a:gdLst/>
              <a:ahLst/>
              <a:cxnLst/>
              <a:rect l="l" t="t" r="r" b="b"/>
              <a:pathLst>
                <a:path w="70" h="26" extrusionOk="0">
                  <a:moveTo>
                    <a:pt x="17" y="25"/>
                  </a:moveTo>
                  <a:cubicBezTo>
                    <a:pt x="13" y="25"/>
                    <a:pt x="8" y="24"/>
                    <a:pt x="4" y="21"/>
                  </a:cubicBezTo>
                  <a:cubicBezTo>
                    <a:pt x="2" y="19"/>
                    <a:pt x="0" y="15"/>
                    <a:pt x="0" y="12"/>
                  </a:cubicBezTo>
                  <a:cubicBezTo>
                    <a:pt x="1" y="9"/>
                    <a:pt x="3" y="6"/>
                    <a:pt x="5" y="5"/>
                  </a:cubicBezTo>
                  <a:cubicBezTo>
                    <a:pt x="9" y="2"/>
                    <a:pt x="14" y="3"/>
                    <a:pt x="17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21" y="6"/>
                    <a:pt x="23" y="6"/>
                    <a:pt x="25" y="6"/>
                  </a:cubicBezTo>
                  <a:lnTo>
                    <a:pt x="26" y="6"/>
                  </a:lnTo>
                  <a:lnTo>
                    <a:pt x="25" y="6"/>
                  </a:lnTo>
                  <a:cubicBezTo>
                    <a:pt x="31" y="6"/>
                    <a:pt x="35" y="5"/>
                    <a:pt x="40" y="5"/>
                  </a:cubicBezTo>
                  <a:cubicBezTo>
                    <a:pt x="45" y="3"/>
                    <a:pt x="51" y="2"/>
                    <a:pt x="56" y="1"/>
                  </a:cubicBezTo>
                  <a:cubicBezTo>
                    <a:pt x="61" y="0"/>
                    <a:pt x="66" y="3"/>
                    <a:pt x="67" y="8"/>
                  </a:cubicBezTo>
                  <a:cubicBezTo>
                    <a:pt x="69" y="13"/>
                    <a:pt x="66" y="19"/>
                    <a:pt x="60" y="19"/>
                  </a:cubicBezTo>
                  <a:cubicBezTo>
                    <a:pt x="51" y="21"/>
                    <a:pt x="42" y="23"/>
                    <a:pt x="32" y="24"/>
                  </a:cubicBezTo>
                  <a:cubicBezTo>
                    <a:pt x="28" y="25"/>
                    <a:pt x="25" y="25"/>
                    <a:pt x="21" y="25"/>
                  </a:cubicBezTo>
                  <a:cubicBezTo>
                    <a:pt x="20" y="25"/>
                    <a:pt x="18" y="25"/>
                    <a:pt x="17" y="2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" name="Google Shape;3599;p42"/>
            <p:cNvSpPr/>
            <p:nvPr/>
          </p:nvSpPr>
          <p:spPr>
            <a:xfrm>
              <a:off x="3366000" y="4146120"/>
              <a:ext cx="41400" cy="13680"/>
            </a:xfrm>
            <a:custGeom>
              <a:avLst/>
              <a:gdLst/>
              <a:ahLst/>
              <a:cxnLst/>
              <a:rect l="l" t="t" r="r" b="b"/>
              <a:pathLst>
                <a:path w="115" h="38" extrusionOk="0">
                  <a:moveTo>
                    <a:pt x="7" y="35"/>
                  </a:moveTo>
                  <a:cubicBezTo>
                    <a:pt x="2" y="33"/>
                    <a:pt x="0" y="27"/>
                    <a:pt x="2" y="22"/>
                  </a:cubicBezTo>
                  <a:cubicBezTo>
                    <a:pt x="3" y="21"/>
                    <a:pt x="5" y="18"/>
                    <a:pt x="8" y="18"/>
                  </a:cubicBezTo>
                  <a:cubicBezTo>
                    <a:pt x="10" y="16"/>
                    <a:pt x="13" y="17"/>
                    <a:pt x="15" y="18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18" y="18"/>
                    <a:pt x="20" y="18"/>
                    <a:pt x="22" y="18"/>
                  </a:cubicBezTo>
                  <a:cubicBezTo>
                    <a:pt x="27" y="18"/>
                    <a:pt x="32" y="17"/>
                    <a:pt x="36" y="16"/>
                  </a:cubicBezTo>
                  <a:cubicBezTo>
                    <a:pt x="41" y="16"/>
                    <a:pt x="46" y="15"/>
                    <a:pt x="50" y="14"/>
                  </a:cubicBezTo>
                  <a:cubicBezTo>
                    <a:pt x="56" y="13"/>
                    <a:pt x="62" y="11"/>
                    <a:pt x="68" y="10"/>
                  </a:cubicBezTo>
                  <a:cubicBezTo>
                    <a:pt x="79" y="7"/>
                    <a:pt x="92" y="4"/>
                    <a:pt x="103" y="1"/>
                  </a:cubicBezTo>
                  <a:cubicBezTo>
                    <a:pt x="107" y="0"/>
                    <a:pt x="111" y="2"/>
                    <a:pt x="113" y="6"/>
                  </a:cubicBezTo>
                  <a:cubicBezTo>
                    <a:pt x="114" y="10"/>
                    <a:pt x="113" y="15"/>
                    <a:pt x="108" y="16"/>
                  </a:cubicBezTo>
                  <a:cubicBezTo>
                    <a:pt x="93" y="21"/>
                    <a:pt x="79" y="26"/>
                    <a:pt x="64" y="29"/>
                  </a:cubicBezTo>
                  <a:cubicBezTo>
                    <a:pt x="56" y="31"/>
                    <a:pt x="49" y="33"/>
                    <a:pt x="41" y="34"/>
                  </a:cubicBezTo>
                  <a:cubicBezTo>
                    <a:pt x="37" y="35"/>
                    <a:pt x="33" y="36"/>
                    <a:pt x="30" y="36"/>
                  </a:cubicBezTo>
                  <a:cubicBezTo>
                    <a:pt x="27" y="36"/>
                    <a:pt x="23" y="37"/>
                    <a:pt x="21" y="37"/>
                  </a:cubicBezTo>
                  <a:cubicBezTo>
                    <a:pt x="19" y="37"/>
                    <a:pt x="18" y="37"/>
                    <a:pt x="18" y="37"/>
                  </a:cubicBezTo>
                  <a:cubicBezTo>
                    <a:pt x="14" y="37"/>
                    <a:pt x="10" y="37"/>
                    <a:pt x="7" y="3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" name="Google Shape;3600;p42"/>
            <p:cNvSpPr/>
            <p:nvPr/>
          </p:nvSpPr>
          <p:spPr>
            <a:xfrm>
              <a:off x="3435120" y="4105080"/>
              <a:ext cx="71280" cy="57960"/>
            </a:xfrm>
            <a:custGeom>
              <a:avLst/>
              <a:gdLst/>
              <a:ahLst/>
              <a:cxnLst/>
              <a:rect l="l" t="t" r="r" b="b"/>
              <a:pathLst>
                <a:path w="198" h="161" extrusionOk="0">
                  <a:moveTo>
                    <a:pt x="28" y="160"/>
                  </a:moveTo>
                  <a:cubicBezTo>
                    <a:pt x="22" y="159"/>
                    <a:pt x="18" y="158"/>
                    <a:pt x="13" y="154"/>
                  </a:cubicBezTo>
                  <a:cubicBezTo>
                    <a:pt x="8" y="150"/>
                    <a:pt x="5" y="144"/>
                    <a:pt x="4" y="139"/>
                  </a:cubicBezTo>
                  <a:cubicBezTo>
                    <a:pt x="0" y="126"/>
                    <a:pt x="0" y="112"/>
                    <a:pt x="2" y="99"/>
                  </a:cubicBezTo>
                  <a:cubicBezTo>
                    <a:pt x="3" y="95"/>
                    <a:pt x="4" y="90"/>
                    <a:pt x="5" y="86"/>
                  </a:cubicBezTo>
                  <a:cubicBezTo>
                    <a:pt x="6" y="80"/>
                    <a:pt x="8" y="74"/>
                    <a:pt x="11" y="69"/>
                  </a:cubicBezTo>
                  <a:cubicBezTo>
                    <a:pt x="13" y="60"/>
                    <a:pt x="17" y="53"/>
                    <a:pt x="21" y="46"/>
                  </a:cubicBezTo>
                  <a:cubicBezTo>
                    <a:pt x="25" y="38"/>
                    <a:pt x="30" y="30"/>
                    <a:pt x="36" y="24"/>
                  </a:cubicBezTo>
                  <a:cubicBezTo>
                    <a:pt x="41" y="18"/>
                    <a:pt x="47" y="13"/>
                    <a:pt x="54" y="9"/>
                  </a:cubicBezTo>
                  <a:cubicBezTo>
                    <a:pt x="61" y="6"/>
                    <a:pt x="69" y="4"/>
                    <a:pt x="77" y="7"/>
                  </a:cubicBezTo>
                  <a:cubicBezTo>
                    <a:pt x="80" y="8"/>
                    <a:pt x="82" y="10"/>
                    <a:pt x="85" y="12"/>
                  </a:cubicBezTo>
                  <a:cubicBezTo>
                    <a:pt x="85" y="11"/>
                    <a:pt x="85" y="9"/>
                    <a:pt x="86" y="8"/>
                  </a:cubicBezTo>
                  <a:cubicBezTo>
                    <a:pt x="87" y="3"/>
                    <a:pt x="93" y="0"/>
                    <a:pt x="97" y="2"/>
                  </a:cubicBezTo>
                  <a:cubicBezTo>
                    <a:pt x="103" y="3"/>
                    <a:pt x="105" y="8"/>
                    <a:pt x="104" y="14"/>
                  </a:cubicBezTo>
                  <a:cubicBezTo>
                    <a:pt x="103" y="19"/>
                    <a:pt x="101" y="24"/>
                    <a:pt x="99" y="29"/>
                  </a:cubicBezTo>
                  <a:cubicBezTo>
                    <a:pt x="98" y="31"/>
                    <a:pt x="98" y="34"/>
                    <a:pt x="97" y="36"/>
                  </a:cubicBezTo>
                  <a:cubicBezTo>
                    <a:pt x="97" y="38"/>
                    <a:pt x="96" y="39"/>
                    <a:pt x="96" y="41"/>
                  </a:cubicBezTo>
                  <a:cubicBezTo>
                    <a:pt x="94" y="43"/>
                    <a:pt x="93" y="45"/>
                    <a:pt x="91" y="46"/>
                  </a:cubicBezTo>
                  <a:cubicBezTo>
                    <a:pt x="88" y="48"/>
                    <a:pt x="84" y="48"/>
                    <a:pt x="81" y="46"/>
                  </a:cubicBezTo>
                  <a:cubicBezTo>
                    <a:pt x="78" y="45"/>
                    <a:pt x="77" y="41"/>
                    <a:pt x="77" y="38"/>
                  </a:cubicBezTo>
                  <a:cubicBezTo>
                    <a:pt x="77" y="37"/>
                    <a:pt x="77" y="36"/>
                    <a:pt x="77" y="35"/>
                  </a:cubicBezTo>
                  <a:lnTo>
                    <a:pt x="77" y="34"/>
                  </a:lnTo>
                  <a:cubicBezTo>
                    <a:pt x="76" y="34"/>
                    <a:pt x="76" y="33"/>
                    <a:pt x="76" y="32"/>
                  </a:cubicBezTo>
                  <a:cubicBezTo>
                    <a:pt x="76" y="31"/>
                    <a:pt x="76" y="31"/>
                    <a:pt x="75" y="30"/>
                  </a:cubicBezTo>
                  <a:cubicBezTo>
                    <a:pt x="75" y="29"/>
                    <a:pt x="75" y="28"/>
                    <a:pt x="74" y="27"/>
                  </a:cubicBezTo>
                  <a:lnTo>
                    <a:pt x="73" y="27"/>
                  </a:lnTo>
                  <a:cubicBezTo>
                    <a:pt x="73" y="27"/>
                    <a:pt x="73" y="26"/>
                    <a:pt x="72" y="26"/>
                  </a:cubicBezTo>
                  <a:cubicBezTo>
                    <a:pt x="72" y="25"/>
                    <a:pt x="72" y="25"/>
                    <a:pt x="71" y="25"/>
                  </a:cubicBezTo>
                  <a:lnTo>
                    <a:pt x="72" y="25"/>
                  </a:lnTo>
                  <a:lnTo>
                    <a:pt x="71" y="25"/>
                  </a:lnTo>
                  <a:lnTo>
                    <a:pt x="71" y="24"/>
                  </a:lnTo>
                  <a:cubicBezTo>
                    <a:pt x="70" y="24"/>
                    <a:pt x="70" y="24"/>
                    <a:pt x="69" y="24"/>
                  </a:cubicBezTo>
                  <a:lnTo>
                    <a:pt x="68" y="24"/>
                  </a:lnTo>
                  <a:cubicBezTo>
                    <a:pt x="67" y="24"/>
                    <a:pt x="66" y="24"/>
                    <a:pt x="66" y="24"/>
                  </a:cubicBezTo>
                  <a:cubicBezTo>
                    <a:pt x="65" y="24"/>
                    <a:pt x="64" y="25"/>
                    <a:pt x="63" y="25"/>
                  </a:cubicBezTo>
                  <a:lnTo>
                    <a:pt x="64" y="25"/>
                  </a:lnTo>
                  <a:cubicBezTo>
                    <a:pt x="63" y="25"/>
                    <a:pt x="62" y="25"/>
                    <a:pt x="62" y="25"/>
                  </a:cubicBezTo>
                  <a:cubicBezTo>
                    <a:pt x="61" y="26"/>
                    <a:pt x="60" y="27"/>
                    <a:pt x="59" y="27"/>
                  </a:cubicBezTo>
                  <a:cubicBezTo>
                    <a:pt x="58" y="28"/>
                    <a:pt x="57" y="29"/>
                    <a:pt x="55" y="29"/>
                  </a:cubicBezTo>
                  <a:cubicBezTo>
                    <a:pt x="54" y="31"/>
                    <a:pt x="52" y="32"/>
                    <a:pt x="50" y="34"/>
                  </a:cubicBezTo>
                  <a:cubicBezTo>
                    <a:pt x="48" y="36"/>
                    <a:pt x="47" y="39"/>
                    <a:pt x="44" y="41"/>
                  </a:cubicBezTo>
                  <a:cubicBezTo>
                    <a:pt x="45" y="41"/>
                    <a:pt x="45" y="41"/>
                    <a:pt x="45" y="40"/>
                  </a:cubicBezTo>
                  <a:cubicBezTo>
                    <a:pt x="41" y="46"/>
                    <a:pt x="38" y="52"/>
                    <a:pt x="34" y="57"/>
                  </a:cubicBezTo>
                  <a:cubicBezTo>
                    <a:pt x="31" y="63"/>
                    <a:pt x="29" y="67"/>
                    <a:pt x="27" y="73"/>
                  </a:cubicBezTo>
                  <a:cubicBezTo>
                    <a:pt x="24" y="81"/>
                    <a:pt x="22" y="89"/>
                    <a:pt x="20" y="98"/>
                  </a:cubicBezTo>
                  <a:cubicBezTo>
                    <a:pt x="19" y="102"/>
                    <a:pt x="19" y="105"/>
                    <a:pt x="18" y="109"/>
                  </a:cubicBezTo>
                  <a:cubicBezTo>
                    <a:pt x="18" y="112"/>
                    <a:pt x="18" y="115"/>
                    <a:pt x="18" y="117"/>
                  </a:cubicBezTo>
                  <a:cubicBezTo>
                    <a:pt x="18" y="120"/>
                    <a:pt x="19" y="123"/>
                    <a:pt x="19" y="126"/>
                  </a:cubicBezTo>
                  <a:lnTo>
                    <a:pt x="19" y="127"/>
                  </a:lnTo>
                  <a:cubicBezTo>
                    <a:pt x="19" y="126"/>
                    <a:pt x="19" y="126"/>
                    <a:pt x="19" y="126"/>
                  </a:cubicBezTo>
                  <a:cubicBezTo>
                    <a:pt x="19" y="128"/>
                    <a:pt x="20" y="130"/>
                    <a:pt x="20" y="133"/>
                  </a:cubicBezTo>
                  <a:cubicBezTo>
                    <a:pt x="21" y="134"/>
                    <a:pt x="22" y="135"/>
                    <a:pt x="22" y="136"/>
                  </a:cubicBezTo>
                  <a:cubicBezTo>
                    <a:pt x="22" y="137"/>
                    <a:pt x="23" y="137"/>
                    <a:pt x="23" y="138"/>
                  </a:cubicBezTo>
                  <a:cubicBezTo>
                    <a:pt x="23" y="137"/>
                    <a:pt x="23" y="137"/>
                    <a:pt x="22" y="137"/>
                  </a:cubicBezTo>
                  <a:cubicBezTo>
                    <a:pt x="23" y="137"/>
                    <a:pt x="23" y="138"/>
                    <a:pt x="23" y="138"/>
                  </a:cubicBezTo>
                  <a:cubicBezTo>
                    <a:pt x="24" y="139"/>
                    <a:pt x="24" y="140"/>
                    <a:pt x="25" y="140"/>
                  </a:cubicBezTo>
                  <a:lnTo>
                    <a:pt x="24" y="140"/>
                  </a:lnTo>
                  <a:cubicBezTo>
                    <a:pt x="25" y="140"/>
                    <a:pt x="25" y="140"/>
                    <a:pt x="25" y="140"/>
                  </a:cubicBezTo>
                  <a:cubicBezTo>
                    <a:pt x="26" y="141"/>
                    <a:pt x="26" y="141"/>
                    <a:pt x="26" y="141"/>
                  </a:cubicBezTo>
                  <a:lnTo>
                    <a:pt x="27" y="141"/>
                  </a:lnTo>
                  <a:cubicBezTo>
                    <a:pt x="28" y="141"/>
                    <a:pt x="29" y="141"/>
                    <a:pt x="29" y="141"/>
                  </a:cubicBezTo>
                  <a:cubicBezTo>
                    <a:pt x="30" y="142"/>
                    <a:pt x="30" y="142"/>
                    <a:pt x="31" y="142"/>
                  </a:cubicBezTo>
                  <a:cubicBezTo>
                    <a:pt x="31" y="142"/>
                    <a:pt x="31" y="141"/>
                    <a:pt x="32" y="141"/>
                  </a:cubicBezTo>
                  <a:cubicBezTo>
                    <a:pt x="33" y="141"/>
                    <a:pt x="34" y="141"/>
                    <a:pt x="35" y="141"/>
                  </a:cubicBezTo>
                  <a:cubicBezTo>
                    <a:pt x="37" y="140"/>
                    <a:pt x="39" y="140"/>
                    <a:pt x="41" y="138"/>
                  </a:cubicBezTo>
                  <a:cubicBezTo>
                    <a:pt x="43" y="137"/>
                    <a:pt x="45" y="137"/>
                    <a:pt x="47" y="136"/>
                  </a:cubicBezTo>
                  <a:cubicBezTo>
                    <a:pt x="49" y="134"/>
                    <a:pt x="51" y="133"/>
                    <a:pt x="52" y="131"/>
                  </a:cubicBezTo>
                  <a:cubicBezTo>
                    <a:pt x="57" y="128"/>
                    <a:pt x="61" y="124"/>
                    <a:pt x="64" y="120"/>
                  </a:cubicBezTo>
                  <a:cubicBezTo>
                    <a:pt x="67" y="117"/>
                    <a:pt x="69" y="115"/>
                    <a:pt x="72" y="112"/>
                  </a:cubicBezTo>
                  <a:cubicBezTo>
                    <a:pt x="75" y="108"/>
                    <a:pt x="78" y="105"/>
                    <a:pt x="80" y="101"/>
                  </a:cubicBezTo>
                  <a:lnTo>
                    <a:pt x="80" y="102"/>
                  </a:lnTo>
                  <a:cubicBezTo>
                    <a:pt x="82" y="98"/>
                    <a:pt x="85" y="95"/>
                    <a:pt x="86" y="92"/>
                  </a:cubicBezTo>
                  <a:cubicBezTo>
                    <a:pt x="89" y="87"/>
                    <a:pt x="92" y="81"/>
                    <a:pt x="94" y="75"/>
                  </a:cubicBezTo>
                  <a:cubicBezTo>
                    <a:pt x="94" y="74"/>
                    <a:pt x="95" y="73"/>
                    <a:pt x="95" y="72"/>
                  </a:cubicBezTo>
                  <a:cubicBezTo>
                    <a:pt x="96" y="71"/>
                    <a:pt x="96" y="71"/>
                    <a:pt x="96" y="70"/>
                  </a:cubicBezTo>
                  <a:cubicBezTo>
                    <a:pt x="97" y="65"/>
                    <a:pt x="103" y="62"/>
                    <a:pt x="108" y="64"/>
                  </a:cubicBezTo>
                  <a:cubicBezTo>
                    <a:pt x="112" y="65"/>
                    <a:pt x="116" y="71"/>
                    <a:pt x="114" y="76"/>
                  </a:cubicBezTo>
                  <a:lnTo>
                    <a:pt x="114" y="77"/>
                  </a:lnTo>
                  <a:cubicBezTo>
                    <a:pt x="113" y="78"/>
                    <a:pt x="112" y="80"/>
                    <a:pt x="112" y="81"/>
                  </a:cubicBezTo>
                  <a:cubicBezTo>
                    <a:pt x="112" y="83"/>
                    <a:pt x="111" y="85"/>
                    <a:pt x="111" y="88"/>
                  </a:cubicBezTo>
                  <a:cubicBezTo>
                    <a:pt x="111" y="90"/>
                    <a:pt x="111" y="92"/>
                    <a:pt x="111" y="95"/>
                  </a:cubicBezTo>
                  <a:cubicBezTo>
                    <a:pt x="111" y="96"/>
                    <a:pt x="111" y="98"/>
                    <a:pt x="111" y="100"/>
                  </a:cubicBezTo>
                  <a:cubicBezTo>
                    <a:pt x="112" y="101"/>
                    <a:pt x="112" y="102"/>
                    <a:pt x="112" y="103"/>
                  </a:cubicBezTo>
                  <a:cubicBezTo>
                    <a:pt x="112" y="103"/>
                    <a:pt x="112" y="105"/>
                    <a:pt x="113" y="105"/>
                  </a:cubicBezTo>
                  <a:cubicBezTo>
                    <a:pt x="113" y="106"/>
                    <a:pt x="114" y="106"/>
                    <a:pt x="114" y="108"/>
                  </a:cubicBezTo>
                  <a:cubicBezTo>
                    <a:pt x="114" y="108"/>
                    <a:pt x="115" y="108"/>
                    <a:pt x="115" y="109"/>
                  </a:cubicBezTo>
                  <a:cubicBezTo>
                    <a:pt x="115" y="109"/>
                    <a:pt x="116" y="109"/>
                    <a:pt x="116" y="110"/>
                  </a:cubicBezTo>
                  <a:lnTo>
                    <a:pt x="116" y="109"/>
                  </a:lnTo>
                  <a:cubicBezTo>
                    <a:pt x="116" y="110"/>
                    <a:pt x="117" y="110"/>
                    <a:pt x="117" y="110"/>
                  </a:cubicBezTo>
                  <a:lnTo>
                    <a:pt x="116" y="110"/>
                  </a:lnTo>
                  <a:cubicBezTo>
                    <a:pt x="117" y="110"/>
                    <a:pt x="117" y="110"/>
                    <a:pt x="117" y="110"/>
                  </a:cubicBezTo>
                  <a:cubicBezTo>
                    <a:pt x="117" y="110"/>
                    <a:pt x="118" y="110"/>
                    <a:pt x="118" y="111"/>
                  </a:cubicBezTo>
                  <a:lnTo>
                    <a:pt x="119" y="111"/>
                  </a:lnTo>
                  <a:cubicBezTo>
                    <a:pt x="119" y="111"/>
                    <a:pt x="120" y="111"/>
                    <a:pt x="120" y="112"/>
                  </a:cubicBezTo>
                  <a:cubicBezTo>
                    <a:pt x="121" y="112"/>
                    <a:pt x="121" y="112"/>
                    <a:pt x="121" y="112"/>
                  </a:cubicBezTo>
                  <a:cubicBezTo>
                    <a:pt x="122" y="111"/>
                    <a:pt x="122" y="111"/>
                    <a:pt x="122" y="111"/>
                  </a:cubicBezTo>
                  <a:cubicBezTo>
                    <a:pt x="124" y="111"/>
                    <a:pt x="125" y="111"/>
                    <a:pt x="126" y="110"/>
                  </a:cubicBezTo>
                  <a:cubicBezTo>
                    <a:pt x="127" y="110"/>
                    <a:pt x="128" y="110"/>
                    <a:pt x="129" y="109"/>
                  </a:cubicBezTo>
                  <a:cubicBezTo>
                    <a:pt x="131" y="109"/>
                    <a:pt x="132" y="108"/>
                    <a:pt x="133" y="108"/>
                  </a:cubicBezTo>
                  <a:cubicBezTo>
                    <a:pt x="134" y="106"/>
                    <a:pt x="136" y="105"/>
                    <a:pt x="138" y="104"/>
                  </a:cubicBezTo>
                  <a:cubicBezTo>
                    <a:pt x="140" y="102"/>
                    <a:pt x="143" y="99"/>
                    <a:pt x="145" y="96"/>
                  </a:cubicBezTo>
                  <a:cubicBezTo>
                    <a:pt x="149" y="93"/>
                    <a:pt x="152" y="89"/>
                    <a:pt x="156" y="84"/>
                  </a:cubicBezTo>
                  <a:cubicBezTo>
                    <a:pt x="161" y="76"/>
                    <a:pt x="167" y="67"/>
                    <a:pt x="172" y="57"/>
                  </a:cubicBezTo>
                  <a:cubicBezTo>
                    <a:pt x="174" y="55"/>
                    <a:pt x="175" y="52"/>
                    <a:pt x="176" y="50"/>
                  </a:cubicBezTo>
                  <a:cubicBezTo>
                    <a:pt x="177" y="48"/>
                    <a:pt x="177" y="47"/>
                    <a:pt x="177" y="46"/>
                  </a:cubicBezTo>
                  <a:cubicBezTo>
                    <a:pt x="177" y="45"/>
                    <a:pt x="178" y="43"/>
                    <a:pt x="178" y="42"/>
                  </a:cubicBezTo>
                  <a:cubicBezTo>
                    <a:pt x="178" y="41"/>
                    <a:pt x="178" y="41"/>
                    <a:pt x="178" y="40"/>
                  </a:cubicBezTo>
                  <a:lnTo>
                    <a:pt x="178" y="41"/>
                  </a:lnTo>
                  <a:cubicBezTo>
                    <a:pt x="178" y="40"/>
                    <a:pt x="178" y="39"/>
                    <a:pt x="178" y="38"/>
                  </a:cubicBezTo>
                  <a:cubicBezTo>
                    <a:pt x="178" y="38"/>
                    <a:pt x="177" y="37"/>
                    <a:pt x="177" y="36"/>
                  </a:cubicBezTo>
                  <a:cubicBezTo>
                    <a:pt x="177" y="35"/>
                    <a:pt x="176" y="34"/>
                    <a:pt x="175" y="32"/>
                  </a:cubicBezTo>
                  <a:cubicBezTo>
                    <a:pt x="175" y="31"/>
                    <a:pt x="175" y="31"/>
                    <a:pt x="175" y="31"/>
                  </a:cubicBezTo>
                  <a:cubicBezTo>
                    <a:pt x="174" y="29"/>
                    <a:pt x="174" y="29"/>
                    <a:pt x="173" y="28"/>
                  </a:cubicBezTo>
                  <a:cubicBezTo>
                    <a:pt x="172" y="28"/>
                    <a:pt x="172" y="28"/>
                    <a:pt x="172" y="27"/>
                  </a:cubicBezTo>
                  <a:cubicBezTo>
                    <a:pt x="171" y="27"/>
                    <a:pt x="171" y="27"/>
                    <a:pt x="170" y="27"/>
                  </a:cubicBezTo>
                  <a:cubicBezTo>
                    <a:pt x="170" y="26"/>
                    <a:pt x="170" y="26"/>
                    <a:pt x="169" y="26"/>
                  </a:cubicBezTo>
                  <a:cubicBezTo>
                    <a:pt x="168" y="25"/>
                    <a:pt x="167" y="25"/>
                    <a:pt x="166" y="25"/>
                  </a:cubicBezTo>
                  <a:cubicBezTo>
                    <a:pt x="165" y="25"/>
                    <a:pt x="164" y="24"/>
                    <a:pt x="163" y="24"/>
                  </a:cubicBezTo>
                  <a:cubicBezTo>
                    <a:pt x="162" y="24"/>
                    <a:pt x="161" y="24"/>
                    <a:pt x="160" y="24"/>
                  </a:cubicBezTo>
                  <a:cubicBezTo>
                    <a:pt x="159" y="24"/>
                    <a:pt x="158" y="24"/>
                    <a:pt x="157" y="25"/>
                  </a:cubicBezTo>
                  <a:cubicBezTo>
                    <a:pt x="156" y="25"/>
                    <a:pt x="154" y="25"/>
                    <a:pt x="153" y="25"/>
                  </a:cubicBezTo>
                  <a:cubicBezTo>
                    <a:pt x="153" y="26"/>
                    <a:pt x="152" y="26"/>
                    <a:pt x="150" y="27"/>
                  </a:cubicBezTo>
                  <a:cubicBezTo>
                    <a:pt x="148" y="28"/>
                    <a:pt x="146" y="29"/>
                    <a:pt x="145" y="30"/>
                  </a:cubicBezTo>
                  <a:cubicBezTo>
                    <a:pt x="142" y="31"/>
                    <a:pt x="140" y="33"/>
                    <a:pt x="138" y="34"/>
                  </a:cubicBezTo>
                  <a:cubicBezTo>
                    <a:pt x="138" y="35"/>
                    <a:pt x="136" y="36"/>
                    <a:pt x="136" y="36"/>
                  </a:cubicBezTo>
                  <a:cubicBezTo>
                    <a:pt x="135" y="38"/>
                    <a:pt x="135" y="38"/>
                    <a:pt x="133" y="39"/>
                  </a:cubicBezTo>
                  <a:cubicBezTo>
                    <a:pt x="131" y="43"/>
                    <a:pt x="125" y="43"/>
                    <a:pt x="121" y="41"/>
                  </a:cubicBezTo>
                  <a:cubicBezTo>
                    <a:pt x="117" y="37"/>
                    <a:pt x="117" y="31"/>
                    <a:pt x="119" y="28"/>
                  </a:cubicBezTo>
                  <a:cubicBezTo>
                    <a:pt x="121" y="25"/>
                    <a:pt x="123" y="24"/>
                    <a:pt x="125" y="22"/>
                  </a:cubicBezTo>
                  <a:cubicBezTo>
                    <a:pt x="127" y="20"/>
                    <a:pt x="129" y="18"/>
                    <a:pt x="132" y="16"/>
                  </a:cubicBezTo>
                  <a:cubicBezTo>
                    <a:pt x="137" y="13"/>
                    <a:pt x="143" y="10"/>
                    <a:pt x="149" y="7"/>
                  </a:cubicBezTo>
                  <a:cubicBezTo>
                    <a:pt x="160" y="4"/>
                    <a:pt x="173" y="5"/>
                    <a:pt x="183" y="13"/>
                  </a:cubicBezTo>
                  <a:cubicBezTo>
                    <a:pt x="187" y="15"/>
                    <a:pt x="191" y="20"/>
                    <a:pt x="193" y="25"/>
                  </a:cubicBezTo>
                  <a:cubicBezTo>
                    <a:pt x="195" y="31"/>
                    <a:pt x="197" y="37"/>
                    <a:pt x="196" y="43"/>
                  </a:cubicBezTo>
                  <a:cubicBezTo>
                    <a:pt x="195" y="53"/>
                    <a:pt x="191" y="62"/>
                    <a:pt x="185" y="71"/>
                  </a:cubicBezTo>
                  <a:cubicBezTo>
                    <a:pt x="183" y="75"/>
                    <a:pt x="181" y="79"/>
                    <a:pt x="178" y="83"/>
                  </a:cubicBezTo>
                  <a:cubicBezTo>
                    <a:pt x="172" y="92"/>
                    <a:pt x="167" y="100"/>
                    <a:pt x="160" y="108"/>
                  </a:cubicBezTo>
                  <a:cubicBezTo>
                    <a:pt x="155" y="113"/>
                    <a:pt x="151" y="117"/>
                    <a:pt x="146" y="121"/>
                  </a:cubicBezTo>
                  <a:cubicBezTo>
                    <a:pt x="140" y="125"/>
                    <a:pt x="134" y="127"/>
                    <a:pt x="128" y="129"/>
                  </a:cubicBezTo>
                  <a:cubicBezTo>
                    <a:pt x="122" y="130"/>
                    <a:pt x="116" y="130"/>
                    <a:pt x="111" y="128"/>
                  </a:cubicBezTo>
                  <a:cubicBezTo>
                    <a:pt x="105" y="126"/>
                    <a:pt x="101" y="122"/>
                    <a:pt x="98" y="116"/>
                  </a:cubicBezTo>
                  <a:cubicBezTo>
                    <a:pt x="97" y="115"/>
                    <a:pt x="96" y="112"/>
                    <a:pt x="95" y="110"/>
                  </a:cubicBezTo>
                  <a:cubicBezTo>
                    <a:pt x="91" y="116"/>
                    <a:pt x="87" y="122"/>
                    <a:pt x="82" y="127"/>
                  </a:cubicBezTo>
                  <a:cubicBezTo>
                    <a:pt x="76" y="134"/>
                    <a:pt x="69" y="141"/>
                    <a:pt x="62" y="147"/>
                  </a:cubicBezTo>
                  <a:cubicBezTo>
                    <a:pt x="58" y="150"/>
                    <a:pt x="52" y="154"/>
                    <a:pt x="47" y="156"/>
                  </a:cubicBezTo>
                  <a:cubicBezTo>
                    <a:pt x="41" y="158"/>
                    <a:pt x="36" y="160"/>
                    <a:pt x="30" y="160"/>
                  </a:cubicBezTo>
                  <a:cubicBezTo>
                    <a:pt x="29" y="160"/>
                    <a:pt x="29" y="160"/>
                    <a:pt x="28" y="16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" name="Google Shape;3601;p42"/>
            <p:cNvSpPr/>
            <p:nvPr/>
          </p:nvSpPr>
          <p:spPr>
            <a:xfrm>
              <a:off x="3502440" y="4104720"/>
              <a:ext cx="33480" cy="53280"/>
            </a:xfrm>
            <a:custGeom>
              <a:avLst/>
              <a:gdLst/>
              <a:ahLst/>
              <a:cxnLst/>
              <a:rect l="l" t="t" r="r" b="b"/>
              <a:pathLst>
                <a:path w="93" h="148" extrusionOk="0">
                  <a:moveTo>
                    <a:pt x="0" y="138"/>
                  </a:moveTo>
                  <a:cubicBezTo>
                    <a:pt x="0" y="133"/>
                    <a:pt x="4" y="128"/>
                    <a:pt x="9" y="128"/>
                  </a:cubicBezTo>
                  <a:cubicBezTo>
                    <a:pt x="14" y="127"/>
                    <a:pt x="21" y="127"/>
                    <a:pt x="27" y="126"/>
                  </a:cubicBezTo>
                  <a:cubicBezTo>
                    <a:pt x="32" y="125"/>
                    <a:pt x="37" y="124"/>
                    <a:pt x="42" y="123"/>
                  </a:cubicBezTo>
                  <a:cubicBezTo>
                    <a:pt x="44" y="122"/>
                    <a:pt x="46" y="122"/>
                    <a:pt x="48" y="120"/>
                  </a:cubicBezTo>
                  <a:cubicBezTo>
                    <a:pt x="49" y="120"/>
                    <a:pt x="49" y="120"/>
                    <a:pt x="50" y="120"/>
                  </a:cubicBezTo>
                  <a:cubicBezTo>
                    <a:pt x="50" y="119"/>
                    <a:pt x="51" y="119"/>
                    <a:pt x="51" y="119"/>
                  </a:cubicBezTo>
                  <a:cubicBezTo>
                    <a:pt x="51" y="119"/>
                    <a:pt x="51" y="118"/>
                    <a:pt x="50" y="118"/>
                  </a:cubicBezTo>
                  <a:cubicBezTo>
                    <a:pt x="51" y="118"/>
                    <a:pt x="51" y="119"/>
                    <a:pt x="51" y="119"/>
                  </a:cubicBezTo>
                  <a:cubicBezTo>
                    <a:pt x="47" y="115"/>
                    <a:pt x="44" y="112"/>
                    <a:pt x="39" y="108"/>
                  </a:cubicBezTo>
                  <a:cubicBezTo>
                    <a:pt x="40" y="108"/>
                    <a:pt x="40" y="109"/>
                    <a:pt x="41" y="109"/>
                  </a:cubicBezTo>
                  <a:cubicBezTo>
                    <a:pt x="35" y="103"/>
                    <a:pt x="29" y="97"/>
                    <a:pt x="23" y="91"/>
                  </a:cubicBezTo>
                  <a:cubicBezTo>
                    <a:pt x="20" y="88"/>
                    <a:pt x="17" y="84"/>
                    <a:pt x="14" y="80"/>
                  </a:cubicBezTo>
                  <a:cubicBezTo>
                    <a:pt x="12" y="76"/>
                    <a:pt x="10" y="71"/>
                    <a:pt x="9" y="67"/>
                  </a:cubicBezTo>
                  <a:cubicBezTo>
                    <a:pt x="7" y="58"/>
                    <a:pt x="7" y="48"/>
                    <a:pt x="10" y="39"/>
                  </a:cubicBezTo>
                  <a:cubicBezTo>
                    <a:pt x="13" y="31"/>
                    <a:pt x="19" y="24"/>
                    <a:pt x="25" y="18"/>
                  </a:cubicBezTo>
                  <a:cubicBezTo>
                    <a:pt x="33" y="11"/>
                    <a:pt x="42" y="7"/>
                    <a:pt x="51" y="4"/>
                  </a:cubicBezTo>
                  <a:cubicBezTo>
                    <a:pt x="55" y="3"/>
                    <a:pt x="59" y="2"/>
                    <a:pt x="64" y="1"/>
                  </a:cubicBezTo>
                  <a:cubicBezTo>
                    <a:pt x="69" y="0"/>
                    <a:pt x="74" y="1"/>
                    <a:pt x="79" y="3"/>
                  </a:cubicBezTo>
                  <a:cubicBezTo>
                    <a:pt x="86" y="4"/>
                    <a:pt x="92" y="10"/>
                    <a:pt x="92" y="17"/>
                  </a:cubicBezTo>
                  <a:cubicBezTo>
                    <a:pt x="92" y="18"/>
                    <a:pt x="92" y="20"/>
                    <a:pt x="92" y="21"/>
                  </a:cubicBezTo>
                  <a:cubicBezTo>
                    <a:pt x="92" y="23"/>
                    <a:pt x="91" y="25"/>
                    <a:pt x="90" y="26"/>
                  </a:cubicBezTo>
                  <a:cubicBezTo>
                    <a:pt x="87" y="28"/>
                    <a:pt x="84" y="29"/>
                    <a:pt x="80" y="28"/>
                  </a:cubicBezTo>
                  <a:cubicBezTo>
                    <a:pt x="77" y="27"/>
                    <a:pt x="75" y="24"/>
                    <a:pt x="74" y="21"/>
                  </a:cubicBezTo>
                  <a:lnTo>
                    <a:pt x="73" y="21"/>
                  </a:lnTo>
                  <a:lnTo>
                    <a:pt x="72" y="21"/>
                  </a:lnTo>
                  <a:cubicBezTo>
                    <a:pt x="71" y="20"/>
                    <a:pt x="70" y="20"/>
                    <a:pt x="69" y="20"/>
                  </a:cubicBezTo>
                  <a:cubicBezTo>
                    <a:pt x="68" y="20"/>
                    <a:pt x="67" y="20"/>
                    <a:pt x="66" y="20"/>
                  </a:cubicBezTo>
                  <a:lnTo>
                    <a:pt x="67" y="20"/>
                  </a:lnTo>
                  <a:cubicBezTo>
                    <a:pt x="66" y="20"/>
                    <a:pt x="65" y="20"/>
                    <a:pt x="63" y="20"/>
                  </a:cubicBezTo>
                  <a:cubicBezTo>
                    <a:pt x="61" y="21"/>
                    <a:pt x="59" y="21"/>
                    <a:pt x="56" y="22"/>
                  </a:cubicBezTo>
                  <a:cubicBezTo>
                    <a:pt x="53" y="23"/>
                    <a:pt x="51" y="24"/>
                    <a:pt x="48" y="25"/>
                  </a:cubicBezTo>
                  <a:cubicBezTo>
                    <a:pt x="46" y="26"/>
                    <a:pt x="44" y="27"/>
                    <a:pt x="42" y="28"/>
                  </a:cubicBezTo>
                  <a:cubicBezTo>
                    <a:pt x="41" y="29"/>
                    <a:pt x="40" y="30"/>
                    <a:pt x="38" y="31"/>
                  </a:cubicBezTo>
                  <a:cubicBezTo>
                    <a:pt x="38" y="32"/>
                    <a:pt x="37" y="33"/>
                    <a:pt x="35" y="34"/>
                  </a:cubicBezTo>
                  <a:cubicBezTo>
                    <a:pt x="34" y="35"/>
                    <a:pt x="33" y="36"/>
                    <a:pt x="32" y="38"/>
                  </a:cubicBezTo>
                  <a:cubicBezTo>
                    <a:pt x="31" y="39"/>
                    <a:pt x="30" y="41"/>
                    <a:pt x="30" y="42"/>
                  </a:cubicBezTo>
                  <a:cubicBezTo>
                    <a:pt x="29" y="43"/>
                    <a:pt x="28" y="44"/>
                    <a:pt x="28" y="45"/>
                  </a:cubicBezTo>
                  <a:cubicBezTo>
                    <a:pt x="28" y="46"/>
                    <a:pt x="27" y="48"/>
                    <a:pt x="27" y="49"/>
                  </a:cubicBezTo>
                  <a:cubicBezTo>
                    <a:pt x="27" y="50"/>
                    <a:pt x="27" y="50"/>
                    <a:pt x="27" y="52"/>
                  </a:cubicBezTo>
                  <a:cubicBezTo>
                    <a:pt x="26" y="53"/>
                    <a:pt x="26" y="54"/>
                    <a:pt x="26" y="55"/>
                  </a:cubicBezTo>
                  <a:cubicBezTo>
                    <a:pt x="27" y="57"/>
                    <a:pt x="27" y="59"/>
                    <a:pt x="27" y="60"/>
                  </a:cubicBezTo>
                  <a:cubicBezTo>
                    <a:pt x="27" y="62"/>
                    <a:pt x="27" y="63"/>
                    <a:pt x="28" y="64"/>
                  </a:cubicBezTo>
                  <a:cubicBezTo>
                    <a:pt x="28" y="65"/>
                    <a:pt x="28" y="66"/>
                    <a:pt x="29" y="68"/>
                  </a:cubicBezTo>
                  <a:cubicBezTo>
                    <a:pt x="30" y="69"/>
                    <a:pt x="30" y="70"/>
                    <a:pt x="31" y="71"/>
                  </a:cubicBezTo>
                  <a:cubicBezTo>
                    <a:pt x="32" y="73"/>
                    <a:pt x="34" y="74"/>
                    <a:pt x="35" y="77"/>
                  </a:cubicBezTo>
                  <a:cubicBezTo>
                    <a:pt x="41" y="83"/>
                    <a:pt x="46" y="89"/>
                    <a:pt x="53" y="95"/>
                  </a:cubicBezTo>
                  <a:cubicBezTo>
                    <a:pt x="55" y="97"/>
                    <a:pt x="58" y="99"/>
                    <a:pt x="61" y="102"/>
                  </a:cubicBezTo>
                  <a:cubicBezTo>
                    <a:pt x="63" y="105"/>
                    <a:pt x="66" y="107"/>
                    <a:pt x="69" y="110"/>
                  </a:cubicBezTo>
                  <a:cubicBezTo>
                    <a:pt x="69" y="112"/>
                    <a:pt x="70" y="114"/>
                    <a:pt x="70" y="116"/>
                  </a:cubicBezTo>
                  <a:cubicBezTo>
                    <a:pt x="71" y="119"/>
                    <a:pt x="70" y="122"/>
                    <a:pt x="70" y="124"/>
                  </a:cubicBezTo>
                  <a:cubicBezTo>
                    <a:pt x="69" y="129"/>
                    <a:pt x="65" y="132"/>
                    <a:pt x="61" y="135"/>
                  </a:cubicBezTo>
                  <a:cubicBezTo>
                    <a:pt x="58" y="137"/>
                    <a:pt x="53" y="139"/>
                    <a:pt x="48" y="140"/>
                  </a:cubicBezTo>
                  <a:cubicBezTo>
                    <a:pt x="42" y="142"/>
                    <a:pt x="35" y="143"/>
                    <a:pt x="29" y="144"/>
                  </a:cubicBezTo>
                  <a:cubicBezTo>
                    <a:pt x="30" y="144"/>
                    <a:pt x="30" y="144"/>
                    <a:pt x="30" y="144"/>
                  </a:cubicBezTo>
                  <a:cubicBezTo>
                    <a:pt x="24" y="145"/>
                    <a:pt x="17" y="146"/>
                    <a:pt x="11" y="147"/>
                  </a:cubicBezTo>
                  <a:cubicBezTo>
                    <a:pt x="10" y="147"/>
                    <a:pt x="10" y="147"/>
                    <a:pt x="10" y="147"/>
                  </a:cubicBezTo>
                  <a:cubicBezTo>
                    <a:pt x="5" y="147"/>
                    <a:pt x="1" y="143"/>
                    <a:pt x="0" y="13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" name="Google Shape;3602;p42"/>
            <p:cNvSpPr/>
            <p:nvPr/>
          </p:nvSpPr>
          <p:spPr>
            <a:xfrm>
              <a:off x="3543120" y="4102200"/>
              <a:ext cx="45360" cy="58680"/>
            </a:xfrm>
            <a:custGeom>
              <a:avLst/>
              <a:gdLst/>
              <a:ahLst/>
              <a:cxnLst/>
              <a:rect l="l" t="t" r="r" b="b"/>
              <a:pathLst>
                <a:path w="126" h="163" extrusionOk="0">
                  <a:moveTo>
                    <a:pt x="20" y="140"/>
                  </a:moveTo>
                  <a:cubicBezTo>
                    <a:pt x="20" y="138"/>
                    <a:pt x="21" y="137"/>
                    <a:pt x="23" y="137"/>
                  </a:cubicBezTo>
                  <a:cubicBezTo>
                    <a:pt x="26" y="133"/>
                    <a:pt x="29" y="129"/>
                    <a:pt x="32" y="125"/>
                  </a:cubicBezTo>
                  <a:cubicBezTo>
                    <a:pt x="31" y="126"/>
                    <a:pt x="31" y="126"/>
                    <a:pt x="31" y="126"/>
                  </a:cubicBezTo>
                  <a:cubicBezTo>
                    <a:pt x="30" y="126"/>
                    <a:pt x="28" y="127"/>
                    <a:pt x="27" y="127"/>
                  </a:cubicBezTo>
                  <a:cubicBezTo>
                    <a:pt x="27" y="128"/>
                    <a:pt x="26" y="129"/>
                    <a:pt x="26" y="129"/>
                  </a:cubicBezTo>
                  <a:cubicBezTo>
                    <a:pt x="25" y="129"/>
                    <a:pt x="24" y="130"/>
                    <a:pt x="24" y="130"/>
                  </a:cubicBezTo>
                  <a:cubicBezTo>
                    <a:pt x="23" y="131"/>
                    <a:pt x="23" y="131"/>
                    <a:pt x="23" y="131"/>
                  </a:cubicBezTo>
                  <a:cubicBezTo>
                    <a:pt x="23" y="132"/>
                    <a:pt x="22" y="133"/>
                    <a:pt x="21" y="134"/>
                  </a:cubicBezTo>
                  <a:cubicBezTo>
                    <a:pt x="21" y="135"/>
                    <a:pt x="21" y="136"/>
                    <a:pt x="20" y="137"/>
                  </a:cubicBezTo>
                  <a:lnTo>
                    <a:pt x="20" y="138"/>
                  </a:lnTo>
                  <a:cubicBezTo>
                    <a:pt x="20" y="139"/>
                    <a:pt x="20" y="139"/>
                    <a:pt x="20" y="140"/>
                  </a:cubicBezTo>
                  <a:moveTo>
                    <a:pt x="10" y="161"/>
                  </a:moveTo>
                  <a:cubicBezTo>
                    <a:pt x="6" y="159"/>
                    <a:pt x="2" y="155"/>
                    <a:pt x="1" y="150"/>
                  </a:cubicBezTo>
                  <a:cubicBezTo>
                    <a:pt x="0" y="144"/>
                    <a:pt x="0" y="138"/>
                    <a:pt x="2" y="133"/>
                  </a:cubicBezTo>
                  <a:cubicBezTo>
                    <a:pt x="4" y="127"/>
                    <a:pt x="7" y="122"/>
                    <a:pt x="10" y="117"/>
                  </a:cubicBezTo>
                  <a:cubicBezTo>
                    <a:pt x="15" y="113"/>
                    <a:pt x="21" y="110"/>
                    <a:pt x="27" y="108"/>
                  </a:cubicBezTo>
                  <a:cubicBezTo>
                    <a:pt x="33" y="106"/>
                    <a:pt x="38" y="105"/>
                    <a:pt x="45" y="105"/>
                  </a:cubicBezTo>
                  <a:cubicBezTo>
                    <a:pt x="45" y="105"/>
                    <a:pt x="46" y="105"/>
                    <a:pt x="47" y="105"/>
                  </a:cubicBezTo>
                  <a:cubicBezTo>
                    <a:pt x="47" y="104"/>
                    <a:pt x="47" y="103"/>
                    <a:pt x="47" y="103"/>
                  </a:cubicBezTo>
                  <a:cubicBezTo>
                    <a:pt x="50" y="99"/>
                    <a:pt x="52" y="94"/>
                    <a:pt x="55" y="89"/>
                  </a:cubicBezTo>
                  <a:cubicBezTo>
                    <a:pt x="58" y="85"/>
                    <a:pt x="60" y="80"/>
                    <a:pt x="62" y="75"/>
                  </a:cubicBezTo>
                  <a:cubicBezTo>
                    <a:pt x="63" y="72"/>
                    <a:pt x="65" y="70"/>
                    <a:pt x="66" y="67"/>
                  </a:cubicBezTo>
                  <a:cubicBezTo>
                    <a:pt x="66" y="66"/>
                    <a:pt x="66" y="66"/>
                    <a:pt x="66" y="65"/>
                  </a:cubicBezTo>
                  <a:cubicBezTo>
                    <a:pt x="65" y="65"/>
                    <a:pt x="64" y="66"/>
                    <a:pt x="63" y="65"/>
                  </a:cubicBezTo>
                  <a:cubicBezTo>
                    <a:pt x="58" y="64"/>
                    <a:pt x="54" y="60"/>
                    <a:pt x="54" y="55"/>
                  </a:cubicBezTo>
                  <a:cubicBezTo>
                    <a:pt x="54" y="49"/>
                    <a:pt x="56" y="43"/>
                    <a:pt x="59" y="38"/>
                  </a:cubicBezTo>
                  <a:cubicBezTo>
                    <a:pt x="59" y="35"/>
                    <a:pt x="60" y="33"/>
                    <a:pt x="61" y="31"/>
                  </a:cubicBezTo>
                  <a:cubicBezTo>
                    <a:pt x="63" y="27"/>
                    <a:pt x="65" y="22"/>
                    <a:pt x="67" y="17"/>
                  </a:cubicBezTo>
                  <a:cubicBezTo>
                    <a:pt x="69" y="14"/>
                    <a:pt x="71" y="10"/>
                    <a:pt x="74" y="7"/>
                  </a:cubicBezTo>
                  <a:cubicBezTo>
                    <a:pt x="76" y="4"/>
                    <a:pt x="77" y="3"/>
                    <a:pt x="79" y="2"/>
                  </a:cubicBezTo>
                  <a:cubicBezTo>
                    <a:pt x="81" y="0"/>
                    <a:pt x="84" y="0"/>
                    <a:pt x="87" y="0"/>
                  </a:cubicBezTo>
                  <a:cubicBezTo>
                    <a:pt x="91" y="2"/>
                    <a:pt x="95" y="5"/>
                    <a:pt x="96" y="10"/>
                  </a:cubicBezTo>
                  <a:cubicBezTo>
                    <a:pt x="98" y="16"/>
                    <a:pt x="97" y="22"/>
                    <a:pt x="95" y="29"/>
                  </a:cubicBezTo>
                  <a:cubicBezTo>
                    <a:pt x="94" y="35"/>
                    <a:pt x="93" y="41"/>
                    <a:pt x="91" y="48"/>
                  </a:cubicBezTo>
                  <a:cubicBezTo>
                    <a:pt x="90" y="54"/>
                    <a:pt x="87" y="60"/>
                    <a:pt x="85" y="66"/>
                  </a:cubicBezTo>
                  <a:cubicBezTo>
                    <a:pt x="83" y="71"/>
                    <a:pt x="80" y="76"/>
                    <a:pt x="79" y="81"/>
                  </a:cubicBezTo>
                  <a:cubicBezTo>
                    <a:pt x="76" y="86"/>
                    <a:pt x="74" y="91"/>
                    <a:pt x="72" y="95"/>
                  </a:cubicBezTo>
                  <a:cubicBezTo>
                    <a:pt x="70" y="99"/>
                    <a:pt x="67" y="103"/>
                    <a:pt x="66" y="106"/>
                  </a:cubicBezTo>
                  <a:cubicBezTo>
                    <a:pt x="76" y="109"/>
                    <a:pt x="85" y="113"/>
                    <a:pt x="94" y="118"/>
                  </a:cubicBezTo>
                  <a:cubicBezTo>
                    <a:pt x="101" y="122"/>
                    <a:pt x="107" y="126"/>
                    <a:pt x="114" y="129"/>
                  </a:cubicBezTo>
                  <a:cubicBezTo>
                    <a:pt x="115" y="130"/>
                    <a:pt x="117" y="131"/>
                    <a:pt x="118" y="131"/>
                  </a:cubicBezTo>
                  <a:cubicBezTo>
                    <a:pt x="123" y="133"/>
                    <a:pt x="125" y="139"/>
                    <a:pt x="123" y="144"/>
                  </a:cubicBezTo>
                  <a:cubicBezTo>
                    <a:pt x="121" y="148"/>
                    <a:pt x="115" y="151"/>
                    <a:pt x="111" y="148"/>
                  </a:cubicBezTo>
                  <a:cubicBezTo>
                    <a:pt x="101" y="144"/>
                    <a:pt x="93" y="138"/>
                    <a:pt x="84" y="133"/>
                  </a:cubicBezTo>
                  <a:cubicBezTo>
                    <a:pt x="79" y="131"/>
                    <a:pt x="73" y="128"/>
                    <a:pt x="68" y="126"/>
                  </a:cubicBezTo>
                  <a:cubicBezTo>
                    <a:pt x="69" y="126"/>
                    <a:pt x="69" y="126"/>
                    <a:pt x="69" y="126"/>
                  </a:cubicBezTo>
                  <a:lnTo>
                    <a:pt x="68" y="126"/>
                  </a:lnTo>
                  <a:lnTo>
                    <a:pt x="67" y="126"/>
                  </a:lnTo>
                  <a:lnTo>
                    <a:pt x="68" y="126"/>
                  </a:lnTo>
                  <a:cubicBezTo>
                    <a:pt x="65" y="125"/>
                    <a:pt x="63" y="124"/>
                    <a:pt x="60" y="123"/>
                  </a:cubicBezTo>
                  <a:cubicBezTo>
                    <a:pt x="58" y="123"/>
                    <a:pt x="57" y="123"/>
                    <a:pt x="56" y="123"/>
                  </a:cubicBezTo>
                  <a:cubicBezTo>
                    <a:pt x="55" y="123"/>
                    <a:pt x="55" y="123"/>
                    <a:pt x="55" y="123"/>
                  </a:cubicBezTo>
                  <a:cubicBezTo>
                    <a:pt x="50" y="131"/>
                    <a:pt x="44" y="138"/>
                    <a:pt x="38" y="146"/>
                  </a:cubicBezTo>
                  <a:cubicBezTo>
                    <a:pt x="35" y="151"/>
                    <a:pt x="30" y="155"/>
                    <a:pt x="26" y="159"/>
                  </a:cubicBezTo>
                  <a:cubicBezTo>
                    <a:pt x="23" y="161"/>
                    <a:pt x="19" y="162"/>
                    <a:pt x="15" y="162"/>
                  </a:cubicBezTo>
                  <a:cubicBezTo>
                    <a:pt x="13" y="162"/>
                    <a:pt x="12" y="162"/>
                    <a:pt x="10" y="16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" name="Google Shape;3603;p42"/>
            <p:cNvSpPr/>
            <p:nvPr/>
          </p:nvSpPr>
          <p:spPr>
            <a:xfrm>
              <a:off x="3600720" y="4115880"/>
              <a:ext cx="15480" cy="27720"/>
            </a:xfrm>
            <a:custGeom>
              <a:avLst/>
              <a:gdLst/>
              <a:ahLst/>
              <a:cxnLst/>
              <a:rect l="l" t="t" r="r" b="b"/>
              <a:pathLst>
                <a:path w="43" h="77" extrusionOk="0">
                  <a:moveTo>
                    <a:pt x="22" y="70"/>
                  </a:moveTo>
                  <a:cubicBezTo>
                    <a:pt x="18" y="59"/>
                    <a:pt x="14" y="49"/>
                    <a:pt x="9" y="39"/>
                  </a:cubicBezTo>
                  <a:cubicBezTo>
                    <a:pt x="5" y="31"/>
                    <a:pt x="2" y="23"/>
                    <a:pt x="1" y="15"/>
                  </a:cubicBezTo>
                  <a:cubicBezTo>
                    <a:pt x="0" y="12"/>
                    <a:pt x="0" y="10"/>
                    <a:pt x="1" y="8"/>
                  </a:cubicBezTo>
                  <a:cubicBezTo>
                    <a:pt x="1" y="5"/>
                    <a:pt x="3" y="3"/>
                    <a:pt x="5" y="1"/>
                  </a:cubicBezTo>
                  <a:cubicBezTo>
                    <a:pt x="8" y="0"/>
                    <a:pt x="11" y="0"/>
                    <a:pt x="14" y="0"/>
                  </a:cubicBezTo>
                  <a:cubicBezTo>
                    <a:pt x="15" y="0"/>
                    <a:pt x="16" y="1"/>
                    <a:pt x="17" y="1"/>
                  </a:cubicBezTo>
                  <a:cubicBezTo>
                    <a:pt x="22" y="3"/>
                    <a:pt x="25" y="8"/>
                    <a:pt x="23" y="13"/>
                  </a:cubicBezTo>
                  <a:cubicBezTo>
                    <a:pt x="23" y="15"/>
                    <a:pt x="22" y="16"/>
                    <a:pt x="21" y="17"/>
                  </a:cubicBezTo>
                  <a:cubicBezTo>
                    <a:pt x="23" y="25"/>
                    <a:pt x="27" y="33"/>
                    <a:pt x="30" y="41"/>
                  </a:cubicBezTo>
                  <a:cubicBezTo>
                    <a:pt x="33" y="48"/>
                    <a:pt x="37" y="56"/>
                    <a:pt x="40" y="63"/>
                  </a:cubicBezTo>
                  <a:cubicBezTo>
                    <a:pt x="42" y="68"/>
                    <a:pt x="39" y="74"/>
                    <a:pt x="35" y="75"/>
                  </a:cubicBezTo>
                  <a:cubicBezTo>
                    <a:pt x="33" y="76"/>
                    <a:pt x="32" y="76"/>
                    <a:pt x="32" y="76"/>
                  </a:cubicBezTo>
                  <a:cubicBezTo>
                    <a:pt x="28" y="76"/>
                    <a:pt x="24" y="74"/>
                    <a:pt x="22" y="7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" name="Google Shape;3604;p42"/>
            <p:cNvSpPr/>
            <p:nvPr/>
          </p:nvSpPr>
          <p:spPr>
            <a:xfrm>
              <a:off x="3592800" y="4117320"/>
              <a:ext cx="38520" cy="38520"/>
            </a:xfrm>
            <a:custGeom>
              <a:avLst/>
              <a:gdLst/>
              <a:ahLst/>
              <a:cxnLst/>
              <a:rect l="l" t="t" r="r" b="b"/>
              <a:pathLst>
                <a:path w="107" h="107" extrusionOk="0">
                  <a:moveTo>
                    <a:pt x="5" y="103"/>
                  </a:moveTo>
                  <a:cubicBezTo>
                    <a:pt x="1" y="100"/>
                    <a:pt x="0" y="94"/>
                    <a:pt x="3" y="90"/>
                  </a:cubicBezTo>
                  <a:cubicBezTo>
                    <a:pt x="15" y="77"/>
                    <a:pt x="26" y="63"/>
                    <a:pt x="38" y="49"/>
                  </a:cubicBezTo>
                  <a:cubicBezTo>
                    <a:pt x="44" y="42"/>
                    <a:pt x="50" y="35"/>
                    <a:pt x="57" y="28"/>
                  </a:cubicBezTo>
                  <a:cubicBezTo>
                    <a:pt x="63" y="20"/>
                    <a:pt x="71" y="12"/>
                    <a:pt x="79" y="6"/>
                  </a:cubicBezTo>
                  <a:cubicBezTo>
                    <a:pt x="83" y="3"/>
                    <a:pt x="88" y="0"/>
                    <a:pt x="93" y="0"/>
                  </a:cubicBezTo>
                  <a:cubicBezTo>
                    <a:pt x="97" y="0"/>
                    <a:pt x="100" y="2"/>
                    <a:pt x="103" y="5"/>
                  </a:cubicBezTo>
                  <a:cubicBezTo>
                    <a:pt x="106" y="8"/>
                    <a:pt x="106" y="15"/>
                    <a:pt x="103" y="18"/>
                  </a:cubicBezTo>
                  <a:cubicBezTo>
                    <a:pt x="99" y="21"/>
                    <a:pt x="95" y="21"/>
                    <a:pt x="92" y="20"/>
                  </a:cubicBezTo>
                  <a:cubicBezTo>
                    <a:pt x="91" y="20"/>
                    <a:pt x="91" y="20"/>
                    <a:pt x="91" y="20"/>
                  </a:cubicBezTo>
                  <a:cubicBezTo>
                    <a:pt x="90" y="21"/>
                    <a:pt x="89" y="22"/>
                    <a:pt x="87" y="23"/>
                  </a:cubicBezTo>
                  <a:cubicBezTo>
                    <a:pt x="83" y="27"/>
                    <a:pt x="79" y="31"/>
                    <a:pt x="75" y="35"/>
                  </a:cubicBezTo>
                  <a:cubicBezTo>
                    <a:pt x="75" y="35"/>
                    <a:pt x="75" y="34"/>
                    <a:pt x="76" y="34"/>
                  </a:cubicBezTo>
                  <a:cubicBezTo>
                    <a:pt x="65" y="45"/>
                    <a:pt x="55" y="57"/>
                    <a:pt x="45" y="68"/>
                  </a:cubicBezTo>
                  <a:cubicBezTo>
                    <a:pt x="36" y="80"/>
                    <a:pt x="27" y="91"/>
                    <a:pt x="17" y="102"/>
                  </a:cubicBezTo>
                  <a:cubicBezTo>
                    <a:pt x="16" y="105"/>
                    <a:pt x="13" y="106"/>
                    <a:pt x="10" y="106"/>
                  </a:cubicBezTo>
                  <a:cubicBezTo>
                    <a:pt x="8" y="106"/>
                    <a:pt x="6" y="105"/>
                    <a:pt x="5" y="10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" name="Google Shape;3605;p42"/>
            <p:cNvSpPr/>
            <p:nvPr/>
          </p:nvSpPr>
          <p:spPr>
            <a:xfrm>
              <a:off x="3634560" y="4098240"/>
              <a:ext cx="55080" cy="34560"/>
            </a:xfrm>
            <a:custGeom>
              <a:avLst/>
              <a:gdLst/>
              <a:ahLst/>
              <a:cxnLst/>
              <a:rect l="l" t="t" r="r" b="b"/>
              <a:pathLst>
                <a:path w="153" h="96" extrusionOk="0">
                  <a:moveTo>
                    <a:pt x="24" y="20"/>
                  </a:moveTo>
                  <a:lnTo>
                    <a:pt x="23" y="20"/>
                  </a:lnTo>
                  <a:lnTo>
                    <a:pt x="22" y="20"/>
                  </a:lnTo>
                  <a:cubicBezTo>
                    <a:pt x="22" y="20"/>
                    <a:pt x="23" y="20"/>
                    <a:pt x="24" y="20"/>
                  </a:cubicBezTo>
                  <a:moveTo>
                    <a:pt x="31" y="94"/>
                  </a:moveTo>
                  <a:cubicBezTo>
                    <a:pt x="30" y="94"/>
                    <a:pt x="30" y="94"/>
                    <a:pt x="29" y="93"/>
                  </a:cubicBezTo>
                  <a:cubicBezTo>
                    <a:pt x="27" y="92"/>
                    <a:pt x="27" y="92"/>
                    <a:pt x="26" y="91"/>
                  </a:cubicBezTo>
                  <a:cubicBezTo>
                    <a:pt x="24" y="89"/>
                    <a:pt x="22" y="87"/>
                    <a:pt x="22" y="85"/>
                  </a:cubicBezTo>
                  <a:cubicBezTo>
                    <a:pt x="20" y="81"/>
                    <a:pt x="22" y="77"/>
                    <a:pt x="23" y="72"/>
                  </a:cubicBezTo>
                  <a:cubicBezTo>
                    <a:pt x="25" y="64"/>
                    <a:pt x="26" y="56"/>
                    <a:pt x="26" y="48"/>
                  </a:cubicBezTo>
                  <a:cubicBezTo>
                    <a:pt x="27" y="45"/>
                    <a:pt x="27" y="42"/>
                    <a:pt x="27" y="39"/>
                  </a:cubicBezTo>
                  <a:cubicBezTo>
                    <a:pt x="25" y="40"/>
                    <a:pt x="23" y="39"/>
                    <a:pt x="20" y="39"/>
                  </a:cubicBezTo>
                  <a:lnTo>
                    <a:pt x="19" y="38"/>
                  </a:lnTo>
                  <a:cubicBezTo>
                    <a:pt x="15" y="38"/>
                    <a:pt x="11" y="37"/>
                    <a:pt x="7" y="35"/>
                  </a:cubicBezTo>
                  <a:cubicBezTo>
                    <a:pt x="0" y="29"/>
                    <a:pt x="0" y="21"/>
                    <a:pt x="2" y="14"/>
                  </a:cubicBezTo>
                  <a:cubicBezTo>
                    <a:pt x="4" y="10"/>
                    <a:pt x="6" y="7"/>
                    <a:pt x="9" y="4"/>
                  </a:cubicBezTo>
                  <a:cubicBezTo>
                    <a:pt x="13" y="2"/>
                    <a:pt x="17" y="1"/>
                    <a:pt x="21" y="0"/>
                  </a:cubicBezTo>
                  <a:cubicBezTo>
                    <a:pt x="29" y="0"/>
                    <a:pt x="37" y="4"/>
                    <a:pt x="41" y="11"/>
                  </a:cubicBezTo>
                  <a:cubicBezTo>
                    <a:pt x="46" y="20"/>
                    <a:pt x="46" y="29"/>
                    <a:pt x="46" y="39"/>
                  </a:cubicBezTo>
                  <a:cubicBezTo>
                    <a:pt x="46" y="45"/>
                    <a:pt x="45" y="52"/>
                    <a:pt x="44" y="58"/>
                  </a:cubicBezTo>
                  <a:cubicBezTo>
                    <a:pt x="44" y="61"/>
                    <a:pt x="43" y="64"/>
                    <a:pt x="43" y="68"/>
                  </a:cubicBezTo>
                  <a:cubicBezTo>
                    <a:pt x="42" y="70"/>
                    <a:pt x="42" y="73"/>
                    <a:pt x="41" y="75"/>
                  </a:cubicBezTo>
                  <a:cubicBezTo>
                    <a:pt x="44" y="74"/>
                    <a:pt x="47" y="74"/>
                    <a:pt x="49" y="73"/>
                  </a:cubicBezTo>
                  <a:cubicBezTo>
                    <a:pt x="60" y="70"/>
                    <a:pt x="70" y="65"/>
                    <a:pt x="81" y="61"/>
                  </a:cubicBezTo>
                  <a:cubicBezTo>
                    <a:pt x="86" y="59"/>
                    <a:pt x="92" y="56"/>
                    <a:pt x="98" y="53"/>
                  </a:cubicBezTo>
                  <a:cubicBezTo>
                    <a:pt x="112" y="47"/>
                    <a:pt x="126" y="42"/>
                    <a:pt x="140" y="36"/>
                  </a:cubicBezTo>
                  <a:cubicBezTo>
                    <a:pt x="144" y="34"/>
                    <a:pt x="149" y="36"/>
                    <a:pt x="150" y="40"/>
                  </a:cubicBezTo>
                  <a:cubicBezTo>
                    <a:pt x="152" y="45"/>
                    <a:pt x="150" y="49"/>
                    <a:pt x="146" y="51"/>
                  </a:cubicBezTo>
                  <a:cubicBezTo>
                    <a:pt x="129" y="59"/>
                    <a:pt x="113" y="66"/>
                    <a:pt x="97" y="73"/>
                  </a:cubicBezTo>
                  <a:cubicBezTo>
                    <a:pt x="86" y="78"/>
                    <a:pt x="74" y="83"/>
                    <a:pt x="63" y="88"/>
                  </a:cubicBezTo>
                  <a:cubicBezTo>
                    <a:pt x="58" y="89"/>
                    <a:pt x="53" y="92"/>
                    <a:pt x="47" y="93"/>
                  </a:cubicBezTo>
                  <a:cubicBezTo>
                    <a:pt x="44" y="94"/>
                    <a:pt x="41" y="94"/>
                    <a:pt x="39" y="94"/>
                  </a:cubicBezTo>
                  <a:cubicBezTo>
                    <a:pt x="38" y="95"/>
                    <a:pt x="37" y="95"/>
                    <a:pt x="36" y="95"/>
                  </a:cubicBezTo>
                  <a:cubicBezTo>
                    <a:pt x="34" y="95"/>
                    <a:pt x="33" y="94"/>
                    <a:pt x="31" y="9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" name="Google Shape;3606;p42"/>
            <p:cNvSpPr/>
            <p:nvPr/>
          </p:nvSpPr>
          <p:spPr>
            <a:xfrm>
              <a:off x="3516480" y="4921560"/>
              <a:ext cx="59040" cy="110160"/>
            </a:xfrm>
            <a:custGeom>
              <a:avLst/>
              <a:gdLst/>
              <a:ahLst/>
              <a:cxnLst/>
              <a:rect l="l" t="t" r="r" b="b"/>
              <a:pathLst>
                <a:path w="164" h="306" extrusionOk="0">
                  <a:moveTo>
                    <a:pt x="28" y="304"/>
                  </a:moveTo>
                  <a:cubicBezTo>
                    <a:pt x="24" y="302"/>
                    <a:pt x="20" y="300"/>
                    <a:pt x="17" y="298"/>
                  </a:cubicBezTo>
                  <a:cubicBezTo>
                    <a:pt x="5" y="285"/>
                    <a:pt x="0" y="266"/>
                    <a:pt x="0" y="248"/>
                  </a:cubicBezTo>
                  <a:cubicBezTo>
                    <a:pt x="0" y="240"/>
                    <a:pt x="2" y="231"/>
                    <a:pt x="6" y="222"/>
                  </a:cubicBezTo>
                  <a:cubicBezTo>
                    <a:pt x="10" y="214"/>
                    <a:pt x="15" y="206"/>
                    <a:pt x="20" y="199"/>
                  </a:cubicBezTo>
                  <a:cubicBezTo>
                    <a:pt x="26" y="191"/>
                    <a:pt x="33" y="184"/>
                    <a:pt x="39" y="177"/>
                  </a:cubicBezTo>
                  <a:cubicBezTo>
                    <a:pt x="42" y="174"/>
                    <a:pt x="47" y="173"/>
                    <a:pt x="51" y="176"/>
                  </a:cubicBezTo>
                  <a:cubicBezTo>
                    <a:pt x="54" y="179"/>
                    <a:pt x="55" y="184"/>
                    <a:pt x="52" y="188"/>
                  </a:cubicBezTo>
                  <a:cubicBezTo>
                    <a:pt x="45" y="195"/>
                    <a:pt x="39" y="203"/>
                    <a:pt x="33" y="210"/>
                  </a:cubicBezTo>
                  <a:cubicBezTo>
                    <a:pt x="31" y="214"/>
                    <a:pt x="28" y="218"/>
                    <a:pt x="26" y="222"/>
                  </a:cubicBezTo>
                  <a:cubicBezTo>
                    <a:pt x="24" y="225"/>
                    <a:pt x="23" y="228"/>
                    <a:pt x="22" y="231"/>
                  </a:cubicBezTo>
                  <a:cubicBezTo>
                    <a:pt x="21" y="234"/>
                    <a:pt x="20" y="237"/>
                    <a:pt x="19" y="240"/>
                  </a:cubicBezTo>
                  <a:cubicBezTo>
                    <a:pt x="19" y="242"/>
                    <a:pt x="18" y="244"/>
                    <a:pt x="18" y="246"/>
                  </a:cubicBezTo>
                  <a:cubicBezTo>
                    <a:pt x="18" y="248"/>
                    <a:pt x="18" y="250"/>
                    <a:pt x="18" y="252"/>
                  </a:cubicBezTo>
                  <a:cubicBezTo>
                    <a:pt x="18" y="255"/>
                    <a:pt x="18" y="257"/>
                    <a:pt x="19" y="260"/>
                  </a:cubicBezTo>
                  <a:cubicBezTo>
                    <a:pt x="19" y="263"/>
                    <a:pt x="20" y="265"/>
                    <a:pt x="20" y="267"/>
                  </a:cubicBezTo>
                  <a:cubicBezTo>
                    <a:pt x="21" y="269"/>
                    <a:pt x="21" y="272"/>
                    <a:pt x="23" y="273"/>
                  </a:cubicBezTo>
                  <a:cubicBezTo>
                    <a:pt x="23" y="274"/>
                    <a:pt x="24" y="276"/>
                    <a:pt x="25" y="278"/>
                  </a:cubicBezTo>
                  <a:cubicBezTo>
                    <a:pt x="26" y="279"/>
                    <a:pt x="27" y="280"/>
                    <a:pt x="27" y="281"/>
                  </a:cubicBezTo>
                  <a:cubicBezTo>
                    <a:pt x="28" y="282"/>
                    <a:pt x="29" y="283"/>
                    <a:pt x="30" y="284"/>
                  </a:cubicBezTo>
                  <a:cubicBezTo>
                    <a:pt x="30" y="284"/>
                    <a:pt x="31" y="285"/>
                    <a:pt x="32" y="286"/>
                  </a:cubicBezTo>
                  <a:lnTo>
                    <a:pt x="33" y="286"/>
                  </a:lnTo>
                  <a:cubicBezTo>
                    <a:pt x="33" y="287"/>
                    <a:pt x="34" y="287"/>
                    <a:pt x="34" y="287"/>
                  </a:cubicBezTo>
                  <a:lnTo>
                    <a:pt x="35" y="287"/>
                  </a:lnTo>
                  <a:lnTo>
                    <a:pt x="36" y="287"/>
                  </a:lnTo>
                  <a:lnTo>
                    <a:pt x="37" y="287"/>
                  </a:lnTo>
                  <a:cubicBezTo>
                    <a:pt x="38" y="287"/>
                    <a:pt x="40" y="287"/>
                    <a:pt x="41" y="286"/>
                  </a:cubicBezTo>
                  <a:cubicBezTo>
                    <a:pt x="41" y="286"/>
                    <a:pt x="42" y="286"/>
                    <a:pt x="43" y="286"/>
                  </a:cubicBezTo>
                  <a:cubicBezTo>
                    <a:pt x="44" y="285"/>
                    <a:pt x="45" y="284"/>
                    <a:pt x="45" y="284"/>
                  </a:cubicBezTo>
                  <a:cubicBezTo>
                    <a:pt x="46" y="284"/>
                    <a:pt x="47" y="284"/>
                    <a:pt x="47" y="283"/>
                  </a:cubicBezTo>
                  <a:cubicBezTo>
                    <a:pt x="47" y="283"/>
                    <a:pt x="48" y="283"/>
                    <a:pt x="48" y="282"/>
                  </a:cubicBezTo>
                  <a:cubicBezTo>
                    <a:pt x="49" y="280"/>
                    <a:pt x="51" y="279"/>
                    <a:pt x="53" y="276"/>
                  </a:cubicBezTo>
                  <a:lnTo>
                    <a:pt x="52" y="277"/>
                  </a:lnTo>
                  <a:cubicBezTo>
                    <a:pt x="53" y="277"/>
                    <a:pt x="53" y="276"/>
                    <a:pt x="53" y="276"/>
                  </a:cubicBezTo>
                  <a:cubicBezTo>
                    <a:pt x="56" y="272"/>
                    <a:pt x="58" y="268"/>
                    <a:pt x="60" y="264"/>
                  </a:cubicBezTo>
                  <a:cubicBezTo>
                    <a:pt x="64" y="258"/>
                    <a:pt x="66" y="252"/>
                    <a:pt x="69" y="246"/>
                  </a:cubicBezTo>
                  <a:lnTo>
                    <a:pt x="69" y="247"/>
                  </a:lnTo>
                  <a:cubicBezTo>
                    <a:pt x="70" y="242"/>
                    <a:pt x="72" y="238"/>
                    <a:pt x="74" y="234"/>
                  </a:cubicBezTo>
                  <a:cubicBezTo>
                    <a:pt x="75" y="229"/>
                    <a:pt x="77" y="224"/>
                    <a:pt x="78" y="220"/>
                  </a:cubicBezTo>
                  <a:cubicBezTo>
                    <a:pt x="81" y="210"/>
                    <a:pt x="83" y="201"/>
                    <a:pt x="86" y="192"/>
                  </a:cubicBezTo>
                  <a:cubicBezTo>
                    <a:pt x="92" y="173"/>
                    <a:pt x="97" y="154"/>
                    <a:pt x="103" y="135"/>
                  </a:cubicBezTo>
                  <a:cubicBezTo>
                    <a:pt x="108" y="117"/>
                    <a:pt x="114" y="99"/>
                    <a:pt x="120" y="81"/>
                  </a:cubicBezTo>
                  <a:cubicBezTo>
                    <a:pt x="121" y="78"/>
                    <a:pt x="122" y="76"/>
                    <a:pt x="123" y="73"/>
                  </a:cubicBezTo>
                  <a:cubicBezTo>
                    <a:pt x="121" y="75"/>
                    <a:pt x="120" y="76"/>
                    <a:pt x="119" y="78"/>
                  </a:cubicBezTo>
                  <a:cubicBezTo>
                    <a:pt x="116" y="80"/>
                    <a:pt x="115" y="82"/>
                    <a:pt x="113" y="84"/>
                  </a:cubicBezTo>
                  <a:cubicBezTo>
                    <a:pt x="109" y="89"/>
                    <a:pt x="105" y="93"/>
                    <a:pt x="101" y="97"/>
                  </a:cubicBezTo>
                  <a:cubicBezTo>
                    <a:pt x="96" y="101"/>
                    <a:pt x="91" y="106"/>
                    <a:pt x="86" y="110"/>
                  </a:cubicBezTo>
                  <a:cubicBezTo>
                    <a:pt x="76" y="117"/>
                    <a:pt x="65" y="124"/>
                    <a:pt x="53" y="122"/>
                  </a:cubicBezTo>
                  <a:cubicBezTo>
                    <a:pt x="48" y="121"/>
                    <a:pt x="44" y="117"/>
                    <a:pt x="41" y="112"/>
                  </a:cubicBezTo>
                  <a:cubicBezTo>
                    <a:pt x="38" y="107"/>
                    <a:pt x="37" y="101"/>
                    <a:pt x="38" y="96"/>
                  </a:cubicBezTo>
                  <a:cubicBezTo>
                    <a:pt x="38" y="80"/>
                    <a:pt x="41" y="66"/>
                    <a:pt x="43" y="51"/>
                  </a:cubicBezTo>
                  <a:cubicBezTo>
                    <a:pt x="44" y="43"/>
                    <a:pt x="47" y="36"/>
                    <a:pt x="48" y="29"/>
                  </a:cubicBezTo>
                  <a:cubicBezTo>
                    <a:pt x="50" y="22"/>
                    <a:pt x="52" y="16"/>
                    <a:pt x="53" y="9"/>
                  </a:cubicBezTo>
                  <a:lnTo>
                    <a:pt x="53" y="8"/>
                  </a:lnTo>
                  <a:cubicBezTo>
                    <a:pt x="55" y="2"/>
                    <a:pt x="60" y="0"/>
                    <a:pt x="66" y="1"/>
                  </a:cubicBezTo>
                  <a:cubicBezTo>
                    <a:pt x="70" y="3"/>
                    <a:pt x="74" y="8"/>
                    <a:pt x="72" y="13"/>
                  </a:cubicBezTo>
                  <a:lnTo>
                    <a:pt x="72" y="14"/>
                  </a:lnTo>
                  <a:cubicBezTo>
                    <a:pt x="72" y="13"/>
                    <a:pt x="72" y="13"/>
                    <a:pt x="72" y="13"/>
                  </a:cubicBezTo>
                  <a:cubicBezTo>
                    <a:pt x="72" y="14"/>
                    <a:pt x="72" y="15"/>
                    <a:pt x="72" y="15"/>
                  </a:cubicBezTo>
                  <a:cubicBezTo>
                    <a:pt x="69" y="23"/>
                    <a:pt x="66" y="32"/>
                    <a:pt x="63" y="41"/>
                  </a:cubicBezTo>
                  <a:cubicBezTo>
                    <a:pt x="63" y="41"/>
                    <a:pt x="63" y="40"/>
                    <a:pt x="64" y="40"/>
                  </a:cubicBezTo>
                  <a:cubicBezTo>
                    <a:pt x="63" y="40"/>
                    <a:pt x="63" y="41"/>
                    <a:pt x="63" y="41"/>
                  </a:cubicBezTo>
                  <a:cubicBezTo>
                    <a:pt x="63" y="45"/>
                    <a:pt x="62" y="49"/>
                    <a:pt x="61" y="52"/>
                  </a:cubicBezTo>
                  <a:cubicBezTo>
                    <a:pt x="60" y="57"/>
                    <a:pt x="59" y="61"/>
                    <a:pt x="59" y="64"/>
                  </a:cubicBezTo>
                  <a:cubicBezTo>
                    <a:pt x="58" y="71"/>
                    <a:pt x="56" y="78"/>
                    <a:pt x="56" y="85"/>
                  </a:cubicBezTo>
                  <a:cubicBezTo>
                    <a:pt x="56" y="89"/>
                    <a:pt x="55" y="93"/>
                    <a:pt x="56" y="97"/>
                  </a:cubicBezTo>
                  <a:cubicBezTo>
                    <a:pt x="56" y="99"/>
                    <a:pt x="56" y="100"/>
                    <a:pt x="56" y="101"/>
                  </a:cubicBezTo>
                  <a:lnTo>
                    <a:pt x="56" y="102"/>
                  </a:lnTo>
                  <a:lnTo>
                    <a:pt x="56" y="103"/>
                  </a:lnTo>
                  <a:lnTo>
                    <a:pt x="57" y="103"/>
                  </a:lnTo>
                  <a:lnTo>
                    <a:pt x="58" y="104"/>
                  </a:lnTo>
                  <a:lnTo>
                    <a:pt x="59" y="104"/>
                  </a:lnTo>
                  <a:cubicBezTo>
                    <a:pt x="59" y="104"/>
                    <a:pt x="60" y="103"/>
                    <a:pt x="62" y="103"/>
                  </a:cubicBezTo>
                  <a:cubicBezTo>
                    <a:pt x="63" y="103"/>
                    <a:pt x="64" y="102"/>
                    <a:pt x="65" y="102"/>
                  </a:cubicBezTo>
                  <a:cubicBezTo>
                    <a:pt x="66" y="101"/>
                    <a:pt x="67" y="100"/>
                    <a:pt x="69" y="99"/>
                  </a:cubicBezTo>
                  <a:cubicBezTo>
                    <a:pt x="73" y="97"/>
                    <a:pt x="76" y="95"/>
                    <a:pt x="79" y="92"/>
                  </a:cubicBezTo>
                  <a:cubicBezTo>
                    <a:pt x="87" y="86"/>
                    <a:pt x="94" y="79"/>
                    <a:pt x="101" y="72"/>
                  </a:cubicBezTo>
                  <a:cubicBezTo>
                    <a:pt x="100" y="73"/>
                    <a:pt x="100" y="73"/>
                    <a:pt x="100" y="73"/>
                  </a:cubicBezTo>
                  <a:cubicBezTo>
                    <a:pt x="103" y="69"/>
                    <a:pt x="106" y="66"/>
                    <a:pt x="109" y="62"/>
                  </a:cubicBezTo>
                  <a:cubicBezTo>
                    <a:pt x="111" y="61"/>
                    <a:pt x="112" y="59"/>
                    <a:pt x="113" y="58"/>
                  </a:cubicBezTo>
                  <a:cubicBezTo>
                    <a:pt x="115" y="55"/>
                    <a:pt x="116" y="54"/>
                    <a:pt x="118" y="51"/>
                  </a:cubicBezTo>
                  <a:cubicBezTo>
                    <a:pt x="122" y="45"/>
                    <a:pt x="127" y="39"/>
                    <a:pt x="131" y="33"/>
                  </a:cubicBezTo>
                  <a:cubicBezTo>
                    <a:pt x="133" y="30"/>
                    <a:pt x="134" y="27"/>
                    <a:pt x="136" y="25"/>
                  </a:cubicBezTo>
                  <a:cubicBezTo>
                    <a:pt x="137" y="22"/>
                    <a:pt x="139" y="20"/>
                    <a:pt x="140" y="19"/>
                  </a:cubicBezTo>
                  <a:cubicBezTo>
                    <a:pt x="140" y="18"/>
                    <a:pt x="141" y="16"/>
                    <a:pt x="142" y="15"/>
                  </a:cubicBezTo>
                  <a:cubicBezTo>
                    <a:pt x="143" y="13"/>
                    <a:pt x="145" y="11"/>
                    <a:pt x="147" y="9"/>
                  </a:cubicBezTo>
                  <a:cubicBezTo>
                    <a:pt x="150" y="7"/>
                    <a:pt x="154" y="6"/>
                    <a:pt x="158" y="8"/>
                  </a:cubicBezTo>
                  <a:cubicBezTo>
                    <a:pt x="161" y="11"/>
                    <a:pt x="163" y="15"/>
                    <a:pt x="162" y="19"/>
                  </a:cubicBezTo>
                  <a:cubicBezTo>
                    <a:pt x="160" y="26"/>
                    <a:pt x="157" y="32"/>
                    <a:pt x="154" y="39"/>
                  </a:cubicBezTo>
                  <a:cubicBezTo>
                    <a:pt x="151" y="45"/>
                    <a:pt x="148" y="52"/>
                    <a:pt x="146" y="59"/>
                  </a:cubicBezTo>
                  <a:lnTo>
                    <a:pt x="146" y="58"/>
                  </a:lnTo>
                  <a:cubicBezTo>
                    <a:pt x="143" y="66"/>
                    <a:pt x="140" y="75"/>
                    <a:pt x="137" y="84"/>
                  </a:cubicBezTo>
                  <a:cubicBezTo>
                    <a:pt x="134" y="93"/>
                    <a:pt x="130" y="102"/>
                    <a:pt x="127" y="111"/>
                  </a:cubicBezTo>
                  <a:cubicBezTo>
                    <a:pt x="122" y="129"/>
                    <a:pt x="116" y="147"/>
                    <a:pt x="111" y="166"/>
                  </a:cubicBezTo>
                  <a:cubicBezTo>
                    <a:pt x="105" y="185"/>
                    <a:pt x="100" y="205"/>
                    <a:pt x="94" y="224"/>
                  </a:cubicBezTo>
                  <a:cubicBezTo>
                    <a:pt x="93" y="228"/>
                    <a:pt x="91" y="233"/>
                    <a:pt x="90" y="238"/>
                  </a:cubicBezTo>
                  <a:cubicBezTo>
                    <a:pt x="88" y="242"/>
                    <a:pt x="87" y="247"/>
                    <a:pt x="85" y="251"/>
                  </a:cubicBezTo>
                  <a:cubicBezTo>
                    <a:pt x="84" y="256"/>
                    <a:pt x="81" y="260"/>
                    <a:pt x="80" y="265"/>
                  </a:cubicBezTo>
                  <a:cubicBezTo>
                    <a:pt x="77" y="270"/>
                    <a:pt x="74" y="274"/>
                    <a:pt x="72" y="280"/>
                  </a:cubicBezTo>
                  <a:cubicBezTo>
                    <a:pt x="69" y="285"/>
                    <a:pt x="65" y="290"/>
                    <a:pt x="60" y="295"/>
                  </a:cubicBezTo>
                  <a:cubicBezTo>
                    <a:pt x="55" y="301"/>
                    <a:pt x="48" y="304"/>
                    <a:pt x="40" y="305"/>
                  </a:cubicBezTo>
                  <a:cubicBezTo>
                    <a:pt x="38" y="305"/>
                    <a:pt x="37" y="305"/>
                    <a:pt x="36" y="305"/>
                  </a:cubicBezTo>
                  <a:cubicBezTo>
                    <a:pt x="33" y="305"/>
                    <a:pt x="31" y="305"/>
                    <a:pt x="28" y="30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" name="Google Shape;3607;p42"/>
            <p:cNvSpPr/>
            <p:nvPr/>
          </p:nvSpPr>
          <p:spPr>
            <a:xfrm>
              <a:off x="3611520" y="4934880"/>
              <a:ext cx="23760" cy="8280"/>
            </a:xfrm>
            <a:custGeom>
              <a:avLst/>
              <a:gdLst/>
              <a:ahLst/>
              <a:cxnLst/>
              <a:rect l="l" t="t" r="r" b="b"/>
              <a:pathLst>
                <a:path w="66" h="23" extrusionOk="0">
                  <a:moveTo>
                    <a:pt x="13" y="22"/>
                  </a:moveTo>
                  <a:cubicBezTo>
                    <a:pt x="11" y="22"/>
                    <a:pt x="10" y="22"/>
                    <a:pt x="8" y="21"/>
                  </a:cubicBezTo>
                  <a:cubicBezTo>
                    <a:pt x="3" y="21"/>
                    <a:pt x="0" y="17"/>
                    <a:pt x="0" y="12"/>
                  </a:cubicBezTo>
                  <a:cubicBezTo>
                    <a:pt x="0" y="7"/>
                    <a:pt x="5" y="2"/>
                    <a:pt x="10" y="3"/>
                  </a:cubicBezTo>
                  <a:cubicBezTo>
                    <a:pt x="11" y="3"/>
                    <a:pt x="13" y="3"/>
                    <a:pt x="14" y="3"/>
                  </a:cubicBezTo>
                  <a:cubicBezTo>
                    <a:pt x="28" y="2"/>
                    <a:pt x="41" y="1"/>
                    <a:pt x="54" y="0"/>
                  </a:cubicBezTo>
                  <a:cubicBezTo>
                    <a:pt x="59" y="0"/>
                    <a:pt x="63" y="3"/>
                    <a:pt x="64" y="8"/>
                  </a:cubicBezTo>
                  <a:cubicBezTo>
                    <a:pt x="65" y="13"/>
                    <a:pt x="61" y="18"/>
                    <a:pt x="56" y="18"/>
                  </a:cubicBezTo>
                  <a:cubicBezTo>
                    <a:pt x="48" y="19"/>
                    <a:pt x="39" y="20"/>
                    <a:pt x="31" y="20"/>
                  </a:cubicBezTo>
                  <a:cubicBezTo>
                    <a:pt x="27" y="20"/>
                    <a:pt x="23" y="21"/>
                    <a:pt x="19" y="21"/>
                  </a:cubicBezTo>
                  <a:cubicBezTo>
                    <a:pt x="18" y="22"/>
                    <a:pt x="16" y="22"/>
                    <a:pt x="14" y="22"/>
                  </a:cubicBezTo>
                  <a:lnTo>
                    <a:pt x="13" y="22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" name="Google Shape;3608;p42"/>
            <p:cNvSpPr/>
            <p:nvPr/>
          </p:nvSpPr>
          <p:spPr>
            <a:xfrm>
              <a:off x="3599640" y="4946400"/>
              <a:ext cx="45000" cy="12960"/>
            </a:xfrm>
            <a:custGeom>
              <a:avLst/>
              <a:gdLst/>
              <a:ahLst/>
              <a:cxnLst/>
              <a:rect l="l" t="t" r="r" b="b"/>
              <a:pathLst>
                <a:path w="125" h="36" extrusionOk="0">
                  <a:moveTo>
                    <a:pt x="8" y="35"/>
                  </a:moveTo>
                  <a:cubicBezTo>
                    <a:pt x="3" y="34"/>
                    <a:pt x="0" y="31"/>
                    <a:pt x="0" y="25"/>
                  </a:cubicBezTo>
                  <a:cubicBezTo>
                    <a:pt x="0" y="25"/>
                    <a:pt x="0" y="24"/>
                    <a:pt x="0" y="23"/>
                  </a:cubicBezTo>
                  <a:cubicBezTo>
                    <a:pt x="0" y="24"/>
                    <a:pt x="0" y="24"/>
                    <a:pt x="0" y="24"/>
                  </a:cubicBezTo>
                  <a:lnTo>
                    <a:pt x="0" y="23"/>
                  </a:lnTo>
                  <a:cubicBezTo>
                    <a:pt x="1" y="17"/>
                    <a:pt x="7" y="15"/>
                    <a:pt x="12" y="16"/>
                  </a:cubicBezTo>
                  <a:lnTo>
                    <a:pt x="13" y="16"/>
                  </a:lnTo>
                  <a:cubicBezTo>
                    <a:pt x="23" y="16"/>
                    <a:pt x="32" y="14"/>
                    <a:pt x="42" y="12"/>
                  </a:cubicBezTo>
                  <a:cubicBezTo>
                    <a:pt x="50" y="11"/>
                    <a:pt x="57" y="10"/>
                    <a:pt x="64" y="9"/>
                  </a:cubicBezTo>
                  <a:cubicBezTo>
                    <a:pt x="81" y="6"/>
                    <a:pt x="98" y="3"/>
                    <a:pt x="114" y="1"/>
                  </a:cubicBezTo>
                  <a:cubicBezTo>
                    <a:pt x="118" y="0"/>
                    <a:pt x="122" y="3"/>
                    <a:pt x="123" y="7"/>
                  </a:cubicBezTo>
                  <a:cubicBezTo>
                    <a:pt x="124" y="11"/>
                    <a:pt x="121" y="16"/>
                    <a:pt x="117" y="17"/>
                  </a:cubicBezTo>
                  <a:cubicBezTo>
                    <a:pt x="100" y="20"/>
                    <a:pt x="82" y="23"/>
                    <a:pt x="65" y="26"/>
                  </a:cubicBezTo>
                  <a:cubicBezTo>
                    <a:pt x="58" y="27"/>
                    <a:pt x="51" y="29"/>
                    <a:pt x="44" y="30"/>
                  </a:cubicBezTo>
                  <a:cubicBezTo>
                    <a:pt x="40" y="31"/>
                    <a:pt x="35" y="32"/>
                    <a:pt x="31" y="32"/>
                  </a:cubicBezTo>
                  <a:cubicBezTo>
                    <a:pt x="28" y="33"/>
                    <a:pt x="26" y="34"/>
                    <a:pt x="24" y="34"/>
                  </a:cubicBezTo>
                  <a:cubicBezTo>
                    <a:pt x="21" y="34"/>
                    <a:pt x="19" y="35"/>
                    <a:pt x="16" y="35"/>
                  </a:cubicBezTo>
                  <a:cubicBezTo>
                    <a:pt x="14" y="35"/>
                    <a:pt x="12" y="35"/>
                    <a:pt x="11" y="35"/>
                  </a:cubicBezTo>
                  <a:cubicBezTo>
                    <a:pt x="10" y="35"/>
                    <a:pt x="9" y="35"/>
                    <a:pt x="8" y="3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" name="Google Shape;3609;p42"/>
            <p:cNvSpPr/>
            <p:nvPr/>
          </p:nvSpPr>
          <p:spPr>
            <a:xfrm>
              <a:off x="3648240" y="4906440"/>
              <a:ext cx="48960" cy="74880"/>
            </a:xfrm>
            <a:custGeom>
              <a:avLst/>
              <a:gdLst/>
              <a:ahLst/>
              <a:cxnLst/>
              <a:rect l="l" t="t" r="r" b="b"/>
              <a:pathLst>
                <a:path w="136" h="208" extrusionOk="0">
                  <a:moveTo>
                    <a:pt x="22" y="181"/>
                  </a:moveTo>
                  <a:cubicBezTo>
                    <a:pt x="26" y="177"/>
                    <a:pt x="30" y="173"/>
                    <a:pt x="33" y="169"/>
                  </a:cubicBezTo>
                  <a:lnTo>
                    <a:pt x="33" y="170"/>
                  </a:lnTo>
                  <a:cubicBezTo>
                    <a:pt x="40" y="161"/>
                    <a:pt x="48" y="153"/>
                    <a:pt x="55" y="144"/>
                  </a:cubicBezTo>
                  <a:cubicBezTo>
                    <a:pt x="55" y="143"/>
                    <a:pt x="56" y="143"/>
                    <a:pt x="56" y="142"/>
                  </a:cubicBezTo>
                  <a:lnTo>
                    <a:pt x="55" y="142"/>
                  </a:lnTo>
                  <a:cubicBezTo>
                    <a:pt x="55" y="142"/>
                    <a:pt x="55" y="141"/>
                    <a:pt x="54" y="141"/>
                  </a:cubicBezTo>
                  <a:cubicBezTo>
                    <a:pt x="54" y="141"/>
                    <a:pt x="53" y="141"/>
                    <a:pt x="52" y="141"/>
                  </a:cubicBezTo>
                  <a:cubicBezTo>
                    <a:pt x="52" y="141"/>
                    <a:pt x="51" y="141"/>
                    <a:pt x="51" y="142"/>
                  </a:cubicBezTo>
                  <a:cubicBezTo>
                    <a:pt x="50" y="142"/>
                    <a:pt x="50" y="142"/>
                    <a:pt x="49" y="142"/>
                  </a:cubicBezTo>
                  <a:lnTo>
                    <a:pt x="50" y="142"/>
                  </a:lnTo>
                  <a:lnTo>
                    <a:pt x="49" y="142"/>
                  </a:lnTo>
                  <a:lnTo>
                    <a:pt x="48" y="142"/>
                  </a:lnTo>
                  <a:cubicBezTo>
                    <a:pt x="49" y="142"/>
                    <a:pt x="49" y="142"/>
                    <a:pt x="49" y="142"/>
                  </a:cubicBezTo>
                  <a:cubicBezTo>
                    <a:pt x="48" y="142"/>
                    <a:pt x="48" y="143"/>
                    <a:pt x="47" y="143"/>
                  </a:cubicBezTo>
                  <a:cubicBezTo>
                    <a:pt x="46" y="143"/>
                    <a:pt x="45" y="144"/>
                    <a:pt x="44" y="145"/>
                  </a:cubicBezTo>
                  <a:cubicBezTo>
                    <a:pt x="43" y="146"/>
                    <a:pt x="43" y="146"/>
                    <a:pt x="42" y="148"/>
                  </a:cubicBezTo>
                  <a:cubicBezTo>
                    <a:pt x="40" y="149"/>
                    <a:pt x="38" y="152"/>
                    <a:pt x="36" y="154"/>
                  </a:cubicBezTo>
                  <a:cubicBezTo>
                    <a:pt x="33" y="159"/>
                    <a:pt x="30" y="163"/>
                    <a:pt x="27" y="168"/>
                  </a:cubicBezTo>
                  <a:cubicBezTo>
                    <a:pt x="26" y="171"/>
                    <a:pt x="24" y="175"/>
                    <a:pt x="23" y="178"/>
                  </a:cubicBezTo>
                  <a:cubicBezTo>
                    <a:pt x="22" y="180"/>
                    <a:pt x="22" y="180"/>
                    <a:pt x="22" y="181"/>
                  </a:cubicBezTo>
                  <a:moveTo>
                    <a:pt x="9" y="206"/>
                  </a:moveTo>
                  <a:cubicBezTo>
                    <a:pt x="8" y="206"/>
                    <a:pt x="6" y="205"/>
                    <a:pt x="5" y="204"/>
                  </a:cubicBezTo>
                  <a:cubicBezTo>
                    <a:pt x="2" y="202"/>
                    <a:pt x="1" y="198"/>
                    <a:pt x="1" y="195"/>
                  </a:cubicBezTo>
                  <a:cubicBezTo>
                    <a:pt x="0" y="191"/>
                    <a:pt x="1" y="187"/>
                    <a:pt x="2" y="183"/>
                  </a:cubicBezTo>
                  <a:cubicBezTo>
                    <a:pt x="3" y="179"/>
                    <a:pt x="4" y="174"/>
                    <a:pt x="6" y="170"/>
                  </a:cubicBezTo>
                  <a:cubicBezTo>
                    <a:pt x="9" y="162"/>
                    <a:pt x="14" y="154"/>
                    <a:pt x="19" y="148"/>
                  </a:cubicBezTo>
                  <a:cubicBezTo>
                    <a:pt x="23" y="141"/>
                    <a:pt x="28" y="134"/>
                    <a:pt x="34" y="129"/>
                  </a:cubicBezTo>
                  <a:cubicBezTo>
                    <a:pt x="41" y="125"/>
                    <a:pt x="49" y="122"/>
                    <a:pt x="57" y="123"/>
                  </a:cubicBezTo>
                  <a:cubicBezTo>
                    <a:pt x="61" y="124"/>
                    <a:pt x="65" y="125"/>
                    <a:pt x="68" y="127"/>
                  </a:cubicBezTo>
                  <a:cubicBezTo>
                    <a:pt x="71" y="123"/>
                    <a:pt x="74" y="119"/>
                    <a:pt x="77" y="115"/>
                  </a:cubicBezTo>
                  <a:lnTo>
                    <a:pt x="76" y="116"/>
                  </a:lnTo>
                  <a:cubicBezTo>
                    <a:pt x="79" y="111"/>
                    <a:pt x="83" y="107"/>
                    <a:pt x="86" y="103"/>
                  </a:cubicBezTo>
                  <a:cubicBezTo>
                    <a:pt x="91" y="95"/>
                    <a:pt x="96" y="87"/>
                    <a:pt x="100" y="79"/>
                  </a:cubicBezTo>
                  <a:cubicBezTo>
                    <a:pt x="103" y="72"/>
                    <a:pt x="107" y="66"/>
                    <a:pt x="109" y="59"/>
                  </a:cubicBezTo>
                  <a:lnTo>
                    <a:pt x="109" y="60"/>
                  </a:lnTo>
                  <a:cubicBezTo>
                    <a:pt x="111" y="54"/>
                    <a:pt x="113" y="47"/>
                    <a:pt x="114" y="42"/>
                  </a:cubicBezTo>
                  <a:cubicBezTo>
                    <a:pt x="114" y="41"/>
                    <a:pt x="115" y="41"/>
                    <a:pt x="115" y="41"/>
                  </a:cubicBezTo>
                  <a:cubicBezTo>
                    <a:pt x="115" y="41"/>
                    <a:pt x="114" y="41"/>
                    <a:pt x="114" y="42"/>
                  </a:cubicBezTo>
                  <a:cubicBezTo>
                    <a:pt x="115" y="38"/>
                    <a:pt x="116" y="35"/>
                    <a:pt x="116" y="31"/>
                  </a:cubicBezTo>
                  <a:cubicBezTo>
                    <a:pt x="117" y="28"/>
                    <a:pt x="117" y="25"/>
                    <a:pt x="117" y="22"/>
                  </a:cubicBezTo>
                  <a:lnTo>
                    <a:pt x="117" y="21"/>
                  </a:lnTo>
                  <a:cubicBezTo>
                    <a:pt x="117" y="21"/>
                    <a:pt x="117" y="20"/>
                    <a:pt x="116" y="20"/>
                  </a:cubicBezTo>
                  <a:cubicBezTo>
                    <a:pt x="116" y="19"/>
                    <a:pt x="116" y="19"/>
                    <a:pt x="116" y="19"/>
                  </a:cubicBezTo>
                  <a:lnTo>
                    <a:pt x="115" y="19"/>
                  </a:lnTo>
                  <a:cubicBezTo>
                    <a:pt x="114" y="20"/>
                    <a:pt x="114" y="21"/>
                    <a:pt x="112" y="22"/>
                  </a:cubicBezTo>
                  <a:cubicBezTo>
                    <a:pt x="110" y="25"/>
                    <a:pt x="107" y="29"/>
                    <a:pt x="104" y="33"/>
                  </a:cubicBezTo>
                  <a:cubicBezTo>
                    <a:pt x="101" y="36"/>
                    <a:pt x="100" y="38"/>
                    <a:pt x="98" y="42"/>
                  </a:cubicBezTo>
                  <a:lnTo>
                    <a:pt x="98" y="41"/>
                  </a:lnTo>
                  <a:cubicBezTo>
                    <a:pt x="97" y="44"/>
                    <a:pt x="95" y="47"/>
                    <a:pt x="94" y="50"/>
                  </a:cubicBezTo>
                  <a:cubicBezTo>
                    <a:pt x="93" y="52"/>
                    <a:pt x="93" y="54"/>
                    <a:pt x="93" y="55"/>
                  </a:cubicBezTo>
                  <a:cubicBezTo>
                    <a:pt x="96" y="58"/>
                    <a:pt x="97" y="62"/>
                    <a:pt x="96" y="67"/>
                  </a:cubicBezTo>
                  <a:cubicBezTo>
                    <a:pt x="94" y="71"/>
                    <a:pt x="89" y="74"/>
                    <a:pt x="84" y="73"/>
                  </a:cubicBezTo>
                  <a:cubicBezTo>
                    <a:pt x="80" y="72"/>
                    <a:pt x="77" y="70"/>
                    <a:pt x="75" y="66"/>
                  </a:cubicBezTo>
                  <a:cubicBezTo>
                    <a:pt x="72" y="61"/>
                    <a:pt x="73" y="55"/>
                    <a:pt x="75" y="50"/>
                  </a:cubicBezTo>
                  <a:cubicBezTo>
                    <a:pt x="76" y="44"/>
                    <a:pt x="79" y="38"/>
                    <a:pt x="82" y="33"/>
                  </a:cubicBezTo>
                  <a:cubicBezTo>
                    <a:pt x="84" y="28"/>
                    <a:pt x="87" y="24"/>
                    <a:pt x="91" y="19"/>
                  </a:cubicBezTo>
                  <a:cubicBezTo>
                    <a:pt x="92" y="18"/>
                    <a:pt x="93" y="16"/>
                    <a:pt x="95" y="14"/>
                  </a:cubicBezTo>
                  <a:cubicBezTo>
                    <a:pt x="96" y="13"/>
                    <a:pt x="97" y="12"/>
                    <a:pt x="97" y="11"/>
                  </a:cubicBezTo>
                  <a:cubicBezTo>
                    <a:pt x="100" y="8"/>
                    <a:pt x="102" y="5"/>
                    <a:pt x="105" y="4"/>
                  </a:cubicBezTo>
                  <a:cubicBezTo>
                    <a:pt x="106" y="2"/>
                    <a:pt x="107" y="2"/>
                    <a:pt x="108" y="1"/>
                  </a:cubicBezTo>
                  <a:cubicBezTo>
                    <a:pt x="110" y="1"/>
                    <a:pt x="111" y="0"/>
                    <a:pt x="112" y="0"/>
                  </a:cubicBezTo>
                  <a:cubicBezTo>
                    <a:pt x="114" y="0"/>
                    <a:pt x="117" y="0"/>
                    <a:pt x="119" y="0"/>
                  </a:cubicBezTo>
                  <a:cubicBezTo>
                    <a:pt x="125" y="1"/>
                    <a:pt x="129" y="5"/>
                    <a:pt x="132" y="10"/>
                  </a:cubicBezTo>
                  <a:cubicBezTo>
                    <a:pt x="133" y="12"/>
                    <a:pt x="133" y="14"/>
                    <a:pt x="134" y="17"/>
                  </a:cubicBezTo>
                  <a:cubicBezTo>
                    <a:pt x="135" y="20"/>
                    <a:pt x="135" y="22"/>
                    <a:pt x="135" y="25"/>
                  </a:cubicBezTo>
                  <a:cubicBezTo>
                    <a:pt x="134" y="32"/>
                    <a:pt x="133" y="39"/>
                    <a:pt x="132" y="46"/>
                  </a:cubicBezTo>
                  <a:cubicBezTo>
                    <a:pt x="128" y="59"/>
                    <a:pt x="123" y="71"/>
                    <a:pt x="117" y="83"/>
                  </a:cubicBezTo>
                  <a:cubicBezTo>
                    <a:pt x="112" y="92"/>
                    <a:pt x="108" y="100"/>
                    <a:pt x="103" y="108"/>
                  </a:cubicBezTo>
                  <a:cubicBezTo>
                    <a:pt x="98" y="113"/>
                    <a:pt x="95" y="118"/>
                    <a:pt x="91" y="124"/>
                  </a:cubicBezTo>
                  <a:cubicBezTo>
                    <a:pt x="88" y="128"/>
                    <a:pt x="85" y="133"/>
                    <a:pt x="82" y="138"/>
                  </a:cubicBezTo>
                  <a:cubicBezTo>
                    <a:pt x="84" y="141"/>
                    <a:pt x="87" y="144"/>
                    <a:pt x="90" y="147"/>
                  </a:cubicBezTo>
                  <a:cubicBezTo>
                    <a:pt x="93" y="150"/>
                    <a:pt x="93" y="156"/>
                    <a:pt x="90" y="160"/>
                  </a:cubicBezTo>
                  <a:cubicBezTo>
                    <a:pt x="86" y="163"/>
                    <a:pt x="80" y="163"/>
                    <a:pt x="77" y="159"/>
                  </a:cubicBezTo>
                  <a:cubicBezTo>
                    <a:pt x="75" y="157"/>
                    <a:pt x="72" y="154"/>
                    <a:pt x="70" y="152"/>
                  </a:cubicBezTo>
                  <a:cubicBezTo>
                    <a:pt x="68" y="154"/>
                    <a:pt x="66" y="157"/>
                    <a:pt x="64" y="160"/>
                  </a:cubicBezTo>
                  <a:cubicBezTo>
                    <a:pt x="59" y="166"/>
                    <a:pt x="54" y="172"/>
                    <a:pt x="48" y="178"/>
                  </a:cubicBezTo>
                  <a:cubicBezTo>
                    <a:pt x="44" y="184"/>
                    <a:pt x="38" y="189"/>
                    <a:pt x="33" y="195"/>
                  </a:cubicBezTo>
                  <a:cubicBezTo>
                    <a:pt x="34" y="195"/>
                    <a:pt x="34" y="194"/>
                    <a:pt x="34" y="194"/>
                  </a:cubicBezTo>
                  <a:cubicBezTo>
                    <a:pt x="33" y="195"/>
                    <a:pt x="33" y="196"/>
                    <a:pt x="32" y="196"/>
                  </a:cubicBezTo>
                  <a:cubicBezTo>
                    <a:pt x="32" y="196"/>
                    <a:pt x="33" y="196"/>
                    <a:pt x="33" y="195"/>
                  </a:cubicBezTo>
                  <a:cubicBezTo>
                    <a:pt x="32" y="196"/>
                    <a:pt x="31" y="197"/>
                    <a:pt x="30" y="198"/>
                  </a:cubicBezTo>
                  <a:cubicBezTo>
                    <a:pt x="31" y="198"/>
                    <a:pt x="31" y="198"/>
                    <a:pt x="31" y="198"/>
                  </a:cubicBezTo>
                  <a:cubicBezTo>
                    <a:pt x="30" y="198"/>
                    <a:pt x="30" y="198"/>
                    <a:pt x="30" y="198"/>
                  </a:cubicBezTo>
                  <a:cubicBezTo>
                    <a:pt x="26" y="202"/>
                    <a:pt x="20" y="207"/>
                    <a:pt x="14" y="207"/>
                  </a:cubicBezTo>
                  <a:cubicBezTo>
                    <a:pt x="12" y="207"/>
                    <a:pt x="11" y="207"/>
                    <a:pt x="9" y="20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" name="Google Shape;3610;p42"/>
            <p:cNvSpPr/>
            <p:nvPr/>
          </p:nvSpPr>
          <p:spPr>
            <a:xfrm>
              <a:off x="3714840" y="4921200"/>
              <a:ext cx="63360" cy="43200"/>
            </a:xfrm>
            <a:custGeom>
              <a:avLst/>
              <a:gdLst/>
              <a:ahLst/>
              <a:cxnLst/>
              <a:rect l="l" t="t" r="r" b="b"/>
              <a:pathLst>
                <a:path w="176" h="120" extrusionOk="0">
                  <a:moveTo>
                    <a:pt x="26" y="119"/>
                  </a:moveTo>
                  <a:cubicBezTo>
                    <a:pt x="20" y="119"/>
                    <a:pt x="14" y="118"/>
                    <a:pt x="9" y="113"/>
                  </a:cubicBezTo>
                  <a:cubicBezTo>
                    <a:pt x="7" y="112"/>
                    <a:pt x="5" y="110"/>
                    <a:pt x="4" y="108"/>
                  </a:cubicBezTo>
                  <a:cubicBezTo>
                    <a:pt x="2" y="105"/>
                    <a:pt x="2" y="103"/>
                    <a:pt x="1" y="100"/>
                  </a:cubicBezTo>
                  <a:cubicBezTo>
                    <a:pt x="1" y="97"/>
                    <a:pt x="0" y="94"/>
                    <a:pt x="0" y="91"/>
                  </a:cubicBezTo>
                  <a:cubicBezTo>
                    <a:pt x="0" y="87"/>
                    <a:pt x="0" y="84"/>
                    <a:pt x="1" y="80"/>
                  </a:cubicBezTo>
                  <a:cubicBezTo>
                    <a:pt x="2" y="66"/>
                    <a:pt x="7" y="53"/>
                    <a:pt x="14" y="41"/>
                  </a:cubicBezTo>
                  <a:cubicBezTo>
                    <a:pt x="16" y="36"/>
                    <a:pt x="20" y="31"/>
                    <a:pt x="24" y="26"/>
                  </a:cubicBezTo>
                  <a:cubicBezTo>
                    <a:pt x="28" y="20"/>
                    <a:pt x="33" y="16"/>
                    <a:pt x="38" y="12"/>
                  </a:cubicBezTo>
                  <a:cubicBezTo>
                    <a:pt x="42" y="9"/>
                    <a:pt x="47" y="7"/>
                    <a:pt x="51" y="6"/>
                  </a:cubicBezTo>
                  <a:cubicBezTo>
                    <a:pt x="56" y="5"/>
                    <a:pt x="61" y="5"/>
                    <a:pt x="65" y="6"/>
                  </a:cubicBezTo>
                  <a:cubicBezTo>
                    <a:pt x="71" y="8"/>
                    <a:pt x="75" y="12"/>
                    <a:pt x="78" y="16"/>
                  </a:cubicBezTo>
                  <a:cubicBezTo>
                    <a:pt x="82" y="19"/>
                    <a:pt x="83" y="23"/>
                    <a:pt x="81" y="27"/>
                  </a:cubicBezTo>
                  <a:cubicBezTo>
                    <a:pt x="81" y="28"/>
                    <a:pt x="80" y="30"/>
                    <a:pt x="79" y="31"/>
                  </a:cubicBezTo>
                  <a:cubicBezTo>
                    <a:pt x="74" y="37"/>
                    <a:pt x="64" y="35"/>
                    <a:pt x="62" y="27"/>
                  </a:cubicBezTo>
                  <a:lnTo>
                    <a:pt x="62" y="26"/>
                  </a:lnTo>
                  <a:lnTo>
                    <a:pt x="61" y="26"/>
                  </a:lnTo>
                  <a:lnTo>
                    <a:pt x="62" y="26"/>
                  </a:lnTo>
                  <a:cubicBezTo>
                    <a:pt x="61" y="25"/>
                    <a:pt x="61" y="25"/>
                    <a:pt x="60" y="25"/>
                  </a:cubicBezTo>
                  <a:cubicBezTo>
                    <a:pt x="60" y="24"/>
                    <a:pt x="58" y="24"/>
                    <a:pt x="58" y="24"/>
                  </a:cubicBezTo>
                  <a:cubicBezTo>
                    <a:pt x="57" y="24"/>
                    <a:pt x="57" y="24"/>
                    <a:pt x="57" y="24"/>
                  </a:cubicBezTo>
                  <a:lnTo>
                    <a:pt x="58" y="24"/>
                  </a:lnTo>
                  <a:cubicBezTo>
                    <a:pt x="57" y="24"/>
                    <a:pt x="57" y="24"/>
                    <a:pt x="57" y="24"/>
                  </a:cubicBezTo>
                  <a:lnTo>
                    <a:pt x="56" y="24"/>
                  </a:lnTo>
                  <a:cubicBezTo>
                    <a:pt x="55" y="24"/>
                    <a:pt x="54" y="24"/>
                    <a:pt x="54" y="24"/>
                  </a:cubicBezTo>
                  <a:lnTo>
                    <a:pt x="53" y="24"/>
                  </a:lnTo>
                  <a:cubicBezTo>
                    <a:pt x="53" y="24"/>
                    <a:pt x="52" y="24"/>
                    <a:pt x="51" y="25"/>
                  </a:cubicBezTo>
                  <a:lnTo>
                    <a:pt x="50" y="26"/>
                  </a:lnTo>
                  <a:cubicBezTo>
                    <a:pt x="48" y="27"/>
                    <a:pt x="47" y="27"/>
                    <a:pt x="47" y="28"/>
                  </a:cubicBezTo>
                  <a:cubicBezTo>
                    <a:pt x="45" y="29"/>
                    <a:pt x="44" y="30"/>
                    <a:pt x="43" y="31"/>
                  </a:cubicBezTo>
                  <a:lnTo>
                    <a:pt x="43" y="32"/>
                  </a:lnTo>
                  <a:lnTo>
                    <a:pt x="42" y="32"/>
                  </a:lnTo>
                  <a:cubicBezTo>
                    <a:pt x="43" y="32"/>
                    <a:pt x="43" y="32"/>
                    <a:pt x="43" y="32"/>
                  </a:cubicBezTo>
                  <a:cubicBezTo>
                    <a:pt x="40" y="34"/>
                    <a:pt x="38" y="37"/>
                    <a:pt x="36" y="40"/>
                  </a:cubicBezTo>
                  <a:cubicBezTo>
                    <a:pt x="33" y="45"/>
                    <a:pt x="30" y="49"/>
                    <a:pt x="27" y="54"/>
                  </a:cubicBezTo>
                  <a:cubicBezTo>
                    <a:pt x="25" y="57"/>
                    <a:pt x="24" y="60"/>
                    <a:pt x="23" y="64"/>
                  </a:cubicBezTo>
                  <a:cubicBezTo>
                    <a:pt x="22" y="67"/>
                    <a:pt x="20" y="70"/>
                    <a:pt x="20" y="73"/>
                  </a:cubicBezTo>
                  <a:cubicBezTo>
                    <a:pt x="19" y="76"/>
                    <a:pt x="19" y="79"/>
                    <a:pt x="19" y="82"/>
                  </a:cubicBezTo>
                  <a:cubicBezTo>
                    <a:pt x="18" y="84"/>
                    <a:pt x="18" y="86"/>
                    <a:pt x="18" y="88"/>
                  </a:cubicBezTo>
                  <a:cubicBezTo>
                    <a:pt x="19" y="91"/>
                    <a:pt x="19" y="94"/>
                    <a:pt x="19" y="97"/>
                  </a:cubicBezTo>
                  <a:cubicBezTo>
                    <a:pt x="19" y="98"/>
                    <a:pt x="20" y="98"/>
                    <a:pt x="20" y="98"/>
                  </a:cubicBezTo>
                  <a:cubicBezTo>
                    <a:pt x="20" y="99"/>
                    <a:pt x="20" y="99"/>
                    <a:pt x="20" y="99"/>
                  </a:cubicBezTo>
                  <a:lnTo>
                    <a:pt x="21" y="100"/>
                  </a:lnTo>
                  <a:cubicBezTo>
                    <a:pt x="20" y="100"/>
                    <a:pt x="20" y="99"/>
                    <a:pt x="20" y="99"/>
                  </a:cubicBezTo>
                  <a:cubicBezTo>
                    <a:pt x="21" y="100"/>
                    <a:pt x="21" y="100"/>
                    <a:pt x="21" y="100"/>
                  </a:cubicBezTo>
                  <a:cubicBezTo>
                    <a:pt x="22" y="100"/>
                    <a:pt x="22" y="100"/>
                    <a:pt x="22" y="100"/>
                  </a:cubicBezTo>
                  <a:lnTo>
                    <a:pt x="23" y="100"/>
                  </a:lnTo>
                  <a:cubicBezTo>
                    <a:pt x="24" y="101"/>
                    <a:pt x="25" y="101"/>
                    <a:pt x="25" y="101"/>
                  </a:cubicBezTo>
                  <a:cubicBezTo>
                    <a:pt x="26" y="101"/>
                    <a:pt x="27" y="101"/>
                    <a:pt x="28" y="10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8" y="101"/>
                    <a:pt x="29" y="100"/>
                    <a:pt x="30" y="100"/>
                  </a:cubicBezTo>
                  <a:cubicBezTo>
                    <a:pt x="31" y="100"/>
                    <a:pt x="32" y="100"/>
                    <a:pt x="33" y="100"/>
                  </a:cubicBezTo>
                  <a:cubicBezTo>
                    <a:pt x="36" y="99"/>
                    <a:pt x="38" y="98"/>
                    <a:pt x="40" y="97"/>
                  </a:cubicBezTo>
                  <a:cubicBezTo>
                    <a:pt x="44" y="95"/>
                    <a:pt x="48" y="93"/>
                    <a:pt x="53" y="90"/>
                  </a:cubicBezTo>
                  <a:cubicBezTo>
                    <a:pt x="58" y="87"/>
                    <a:pt x="64" y="83"/>
                    <a:pt x="69" y="78"/>
                  </a:cubicBezTo>
                  <a:cubicBezTo>
                    <a:pt x="72" y="76"/>
                    <a:pt x="75" y="73"/>
                    <a:pt x="77" y="71"/>
                  </a:cubicBezTo>
                  <a:lnTo>
                    <a:pt x="78" y="71"/>
                  </a:lnTo>
                  <a:cubicBezTo>
                    <a:pt x="78" y="70"/>
                    <a:pt x="78" y="69"/>
                    <a:pt x="79" y="68"/>
                  </a:cubicBezTo>
                  <a:cubicBezTo>
                    <a:pt x="81" y="65"/>
                    <a:pt x="83" y="60"/>
                    <a:pt x="87" y="59"/>
                  </a:cubicBezTo>
                  <a:cubicBezTo>
                    <a:pt x="91" y="57"/>
                    <a:pt x="96" y="59"/>
                    <a:pt x="99" y="62"/>
                  </a:cubicBezTo>
                  <a:cubicBezTo>
                    <a:pt x="104" y="69"/>
                    <a:pt x="97" y="77"/>
                    <a:pt x="93" y="82"/>
                  </a:cubicBezTo>
                  <a:cubicBezTo>
                    <a:pt x="93" y="83"/>
                    <a:pt x="93" y="83"/>
                    <a:pt x="93" y="83"/>
                  </a:cubicBezTo>
                  <a:cubicBezTo>
                    <a:pt x="92" y="84"/>
                    <a:pt x="92" y="86"/>
                    <a:pt x="91" y="87"/>
                  </a:cubicBezTo>
                  <a:cubicBezTo>
                    <a:pt x="91" y="88"/>
                    <a:pt x="91" y="89"/>
                    <a:pt x="90" y="90"/>
                  </a:cubicBezTo>
                  <a:cubicBezTo>
                    <a:pt x="90" y="91"/>
                    <a:pt x="90" y="93"/>
                    <a:pt x="90" y="94"/>
                  </a:cubicBezTo>
                  <a:lnTo>
                    <a:pt x="91" y="95"/>
                  </a:lnTo>
                  <a:lnTo>
                    <a:pt x="90" y="94"/>
                  </a:lnTo>
                  <a:cubicBezTo>
                    <a:pt x="90" y="95"/>
                    <a:pt x="91" y="95"/>
                    <a:pt x="91" y="96"/>
                  </a:cubicBezTo>
                  <a:cubicBezTo>
                    <a:pt x="92" y="97"/>
                    <a:pt x="92" y="97"/>
                    <a:pt x="92" y="97"/>
                  </a:cubicBezTo>
                  <a:cubicBezTo>
                    <a:pt x="92" y="98"/>
                    <a:pt x="93" y="98"/>
                    <a:pt x="93" y="99"/>
                  </a:cubicBezTo>
                  <a:lnTo>
                    <a:pt x="93" y="98"/>
                  </a:lnTo>
                  <a:lnTo>
                    <a:pt x="93" y="99"/>
                  </a:lnTo>
                  <a:cubicBezTo>
                    <a:pt x="94" y="99"/>
                    <a:pt x="94" y="99"/>
                    <a:pt x="95" y="99"/>
                  </a:cubicBezTo>
                  <a:cubicBezTo>
                    <a:pt x="96" y="99"/>
                    <a:pt x="96" y="99"/>
                    <a:pt x="96" y="99"/>
                  </a:cubicBezTo>
                  <a:lnTo>
                    <a:pt x="95" y="99"/>
                  </a:lnTo>
                  <a:lnTo>
                    <a:pt x="94" y="99"/>
                  </a:lnTo>
                  <a:cubicBezTo>
                    <a:pt x="95" y="99"/>
                    <a:pt x="96" y="99"/>
                    <a:pt x="96" y="99"/>
                  </a:cubicBezTo>
                  <a:cubicBezTo>
                    <a:pt x="97" y="99"/>
                    <a:pt x="98" y="98"/>
                    <a:pt x="99" y="98"/>
                  </a:cubicBezTo>
                  <a:cubicBezTo>
                    <a:pt x="100" y="98"/>
                    <a:pt x="100" y="98"/>
                    <a:pt x="101" y="97"/>
                  </a:cubicBezTo>
                  <a:cubicBezTo>
                    <a:pt x="103" y="97"/>
                    <a:pt x="104" y="96"/>
                    <a:pt x="106" y="95"/>
                  </a:cubicBezTo>
                  <a:cubicBezTo>
                    <a:pt x="108" y="93"/>
                    <a:pt x="111" y="91"/>
                    <a:pt x="113" y="90"/>
                  </a:cubicBezTo>
                  <a:cubicBezTo>
                    <a:pt x="117" y="86"/>
                    <a:pt x="121" y="83"/>
                    <a:pt x="124" y="79"/>
                  </a:cubicBezTo>
                  <a:cubicBezTo>
                    <a:pt x="131" y="73"/>
                    <a:pt x="136" y="66"/>
                    <a:pt x="142" y="59"/>
                  </a:cubicBezTo>
                  <a:cubicBezTo>
                    <a:pt x="143" y="56"/>
                    <a:pt x="145" y="54"/>
                    <a:pt x="147" y="52"/>
                  </a:cubicBezTo>
                  <a:cubicBezTo>
                    <a:pt x="149" y="48"/>
                    <a:pt x="150" y="45"/>
                    <a:pt x="152" y="42"/>
                  </a:cubicBezTo>
                  <a:cubicBezTo>
                    <a:pt x="153" y="40"/>
                    <a:pt x="155" y="38"/>
                    <a:pt x="155" y="35"/>
                  </a:cubicBezTo>
                  <a:cubicBezTo>
                    <a:pt x="156" y="35"/>
                    <a:pt x="156" y="35"/>
                    <a:pt x="156" y="34"/>
                  </a:cubicBezTo>
                  <a:cubicBezTo>
                    <a:pt x="156" y="35"/>
                    <a:pt x="156" y="35"/>
                    <a:pt x="156" y="35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3"/>
                    <a:pt x="156" y="33"/>
                    <a:pt x="156" y="33"/>
                  </a:cubicBezTo>
                  <a:cubicBezTo>
                    <a:pt x="156" y="32"/>
                    <a:pt x="156" y="32"/>
                    <a:pt x="156" y="31"/>
                  </a:cubicBezTo>
                  <a:cubicBezTo>
                    <a:pt x="155" y="30"/>
                    <a:pt x="155" y="30"/>
                    <a:pt x="155" y="30"/>
                  </a:cubicBezTo>
                  <a:cubicBezTo>
                    <a:pt x="155" y="30"/>
                    <a:pt x="155" y="29"/>
                    <a:pt x="155" y="28"/>
                  </a:cubicBezTo>
                  <a:lnTo>
                    <a:pt x="154" y="28"/>
                  </a:lnTo>
                  <a:cubicBezTo>
                    <a:pt x="153" y="27"/>
                    <a:pt x="152" y="26"/>
                    <a:pt x="151" y="25"/>
                  </a:cubicBezTo>
                  <a:cubicBezTo>
                    <a:pt x="150" y="24"/>
                    <a:pt x="149" y="23"/>
                    <a:pt x="149" y="23"/>
                  </a:cubicBezTo>
                  <a:cubicBezTo>
                    <a:pt x="148" y="22"/>
                    <a:pt x="147" y="21"/>
                    <a:pt x="146" y="21"/>
                  </a:cubicBezTo>
                  <a:cubicBezTo>
                    <a:pt x="145" y="21"/>
                    <a:pt x="145" y="20"/>
                    <a:pt x="144" y="20"/>
                  </a:cubicBezTo>
                  <a:cubicBezTo>
                    <a:pt x="143" y="20"/>
                    <a:pt x="143" y="20"/>
                    <a:pt x="143" y="20"/>
                  </a:cubicBezTo>
                  <a:cubicBezTo>
                    <a:pt x="142" y="20"/>
                    <a:pt x="141" y="19"/>
                    <a:pt x="139" y="19"/>
                  </a:cubicBezTo>
                  <a:cubicBezTo>
                    <a:pt x="138" y="19"/>
                    <a:pt x="138" y="19"/>
                    <a:pt x="137" y="19"/>
                  </a:cubicBezTo>
                  <a:cubicBezTo>
                    <a:pt x="136" y="19"/>
                    <a:pt x="135" y="19"/>
                    <a:pt x="134" y="20"/>
                  </a:cubicBezTo>
                  <a:cubicBezTo>
                    <a:pt x="131" y="20"/>
                    <a:pt x="129" y="20"/>
                    <a:pt x="127" y="21"/>
                  </a:cubicBezTo>
                  <a:cubicBezTo>
                    <a:pt x="125" y="21"/>
                    <a:pt x="123" y="23"/>
                    <a:pt x="121" y="23"/>
                  </a:cubicBezTo>
                  <a:cubicBezTo>
                    <a:pt x="120" y="24"/>
                    <a:pt x="118" y="24"/>
                    <a:pt x="117" y="26"/>
                  </a:cubicBezTo>
                  <a:cubicBezTo>
                    <a:pt x="115" y="26"/>
                    <a:pt x="115" y="27"/>
                    <a:pt x="114" y="28"/>
                  </a:cubicBezTo>
                  <a:cubicBezTo>
                    <a:pt x="112" y="29"/>
                    <a:pt x="111" y="31"/>
                    <a:pt x="109" y="32"/>
                  </a:cubicBezTo>
                  <a:cubicBezTo>
                    <a:pt x="107" y="34"/>
                    <a:pt x="105" y="37"/>
                    <a:pt x="103" y="39"/>
                  </a:cubicBezTo>
                  <a:cubicBezTo>
                    <a:pt x="100" y="44"/>
                    <a:pt x="97" y="48"/>
                    <a:pt x="94" y="53"/>
                  </a:cubicBezTo>
                  <a:cubicBezTo>
                    <a:pt x="92" y="57"/>
                    <a:pt x="86" y="58"/>
                    <a:pt x="82" y="56"/>
                  </a:cubicBezTo>
                  <a:cubicBezTo>
                    <a:pt x="78" y="53"/>
                    <a:pt x="77" y="48"/>
                    <a:pt x="79" y="44"/>
                  </a:cubicBezTo>
                  <a:cubicBezTo>
                    <a:pt x="85" y="35"/>
                    <a:pt x="90" y="26"/>
                    <a:pt x="97" y="18"/>
                  </a:cubicBezTo>
                  <a:cubicBezTo>
                    <a:pt x="102" y="14"/>
                    <a:pt x="107" y="10"/>
                    <a:pt x="113" y="7"/>
                  </a:cubicBezTo>
                  <a:cubicBezTo>
                    <a:pt x="119" y="4"/>
                    <a:pt x="126" y="2"/>
                    <a:pt x="133" y="1"/>
                  </a:cubicBezTo>
                  <a:cubicBezTo>
                    <a:pt x="139" y="0"/>
                    <a:pt x="146" y="1"/>
                    <a:pt x="151" y="3"/>
                  </a:cubicBezTo>
                  <a:cubicBezTo>
                    <a:pt x="157" y="6"/>
                    <a:pt x="163" y="9"/>
                    <a:pt x="167" y="14"/>
                  </a:cubicBezTo>
                  <a:cubicBezTo>
                    <a:pt x="171" y="19"/>
                    <a:pt x="173" y="24"/>
                    <a:pt x="174" y="30"/>
                  </a:cubicBezTo>
                  <a:cubicBezTo>
                    <a:pt x="175" y="35"/>
                    <a:pt x="173" y="41"/>
                    <a:pt x="170" y="46"/>
                  </a:cubicBezTo>
                  <a:cubicBezTo>
                    <a:pt x="168" y="51"/>
                    <a:pt x="166" y="54"/>
                    <a:pt x="164" y="58"/>
                  </a:cubicBezTo>
                  <a:cubicBezTo>
                    <a:pt x="162" y="62"/>
                    <a:pt x="159" y="66"/>
                    <a:pt x="156" y="70"/>
                  </a:cubicBezTo>
                  <a:cubicBezTo>
                    <a:pt x="148" y="80"/>
                    <a:pt x="140" y="89"/>
                    <a:pt x="131" y="97"/>
                  </a:cubicBezTo>
                  <a:cubicBezTo>
                    <a:pt x="123" y="105"/>
                    <a:pt x="114" y="113"/>
                    <a:pt x="103" y="116"/>
                  </a:cubicBezTo>
                  <a:cubicBezTo>
                    <a:pt x="99" y="118"/>
                    <a:pt x="93" y="119"/>
                    <a:pt x="88" y="117"/>
                  </a:cubicBezTo>
                  <a:cubicBezTo>
                    <a:pt x="83" y="116"/>
                    <a:pt x="79" y="112"/>
                    <a:pt x="76" y="108"/>
                  </a:cubicBezTo>
                  <a:cubicBezTo>
                    <a:pt x="74" y="105"/>
                    <a:pt x="73" y="102"/>
                    <a:pt x="72" y="99"/>
                  </a:cubicBezTo>
                  <a:cubicBezTo>
                    <a:pt x="72" y="100"/>
                    <a:pt x="71" y="100"/>
                    <a:pt x="71" y="100"/>
                  </a:cubicBezTo>
                  <a:cubicBezTo>
                    <a:pt x="62" y="106"/>
                    <a:pt x="54" y="111"/>
                    <a:pt x="44" y="115"/>
                  </a:cubicBezTo>
                  <a:cubicBezTo>
                    <a:pt x="39" y="118"/>
                    <a:pt x="33" y="119"/>
                    <a:pt x="27" y="119"/>
                  </a:cubicBezTo>
                  <a:cubicBezTo>
                    <a:pt x="26" y="119"/>
                    <a:pt x="26" y="119"/>
                    <a:pt x="26" y="11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" name="Google Shape;3611;p42"/>
            <p:cNvSpPr/>
            <p:nvPr/>
          </p:nvSpPr>
          <p:spPr>
            <a:xfrm>
              <a:off x="3775680" y="4917240"/>
              <a:ext cx="27000" cy="50040"/>
            </a:xfrm>
            <a:custGeom>
              <a:avLst/>
              <a:gdLst/>
              <a:ahLst/>
              <a:cxnLst/>
              <a:rect l="l" t="t" r="r" b="b"/>
              <a:pathLst>
                <a:path w="75" h="139" extrusionOk="0">
                  <a:moveTo>
                    <a:pt x="12" y="131"/>
                  </a:moveTo>
                  <a:cubicBezTo>
                    <a:pt x="11" y="126"/>
                    <a:pt x="14" y="121"/>
                    <a:pt x="19" y="120"/>
                  </a:cubicBezTo>
                  <a:cubicBezTo>
                    <a:pt x="25" y="118"/>
                    <a:pt x="32" y="116"/>
                    <a:pt x="38" y="115"/>
                  </a:cubicBezTo>
                  <a:cubicBezTo>
                    <a:pt x="38" y="115"/>
                    <a:pt x="39" y="115"/>
                    <a:pt x="39" y="114"/>
                  </a:cubicBezTo>
                  <a:cubicBezTo>
                    <a:pt x="39" y="114"/>
                    <a:pt x="39" y="115"/>
                    <a:pt x="38" y="115"/>
                  </a:cubicBezTo>
                  <a:cubicBezTo>
                    <a:pt x="41" y="113"/>
                    <a:pt x="44" y="112"/>
                    <a:pt x="48" y="111"/>
                  </a:cubicBezTo>
                  <a:cubicBezTo>
                    <a:pt x="49" y="110"/>
                    <a:pt x="50" y="109"/>
                    <a:pt x="51" y="109"/>
                  </a:cubicBezTo>
                  <a:cubicBezTo>
                    <a:pt x="52" y="108"/>
                    <a:pt x="53" y="108"/>
                    <a:pt x="53" y="108"/>
                  </a:cubicBezTo>
                  <a:lnTo>
                    <a:pt x="52" y="108"/>
                  </a:lnTo>
                  <a:cubicBezTo>
                    <a:pt x="53" y="108"/>
                    <a:pt x="54" y="107"/>
                    <a:pt x="54" y="106"/>
                  </a:cubicBezTo>
                  <a:cubicBezTo>
                    <a:pt x="55" y="106"/>
                    <a:pt x="55" y="106"/>
                    <a:pt x="55" y="106"/>
                  </a:cubicBezTo>
                  <a:cubicBezTo>
                    <a:pt x="55" y="106"/>
                    <a:pt x="54" y="106"/>
                    <a:pt x="54" y="105"/>
                  </a:cubicBezTo>
                  <a:cubicBezTo>
                    <a:pt x="54" y="106"/>
                    <a:pt x="55" y="106"/>
                    <a:pt x="55" y="106"/>
                  </a:cubicBezTo>
                  <a:cubicBezTo>
                    <a:pt x="55" y="106"/>
                    <a:pt x="54" y="106"/>
                    <a:pt x="54" y="105"/>
                  </a:cubicBezTo>
                  <a:cubicBezTo>
                    <a:pt x="50" y="101"/>
                    <a:pt x="46" y="98"/>
                    <a:pt x="42" y="95"/>
                  </a:cubicBezTo>
                  <a:lnTo>
                    <a:pt x="43" y="95"/>
                  </a:lnTo>
                  <a:cubicBezTo>
                    <a:pt x="36" y="91"/>
                    <a:pt x="29" y="85"/>
                    <a:pt x="22" y="80"/>
                  </a:cubicBezTo>
                  <a:cubicBezTo>
                    <a:pt x="15" y="74"/>
                    <a:pt x="7" y="67"/>
                    <a:pt x="4" y="58"/>
                  </a:cubicBezTo>
                  <a:cubicBezTo>
                    <a:pt x="0" y="48"/>
                    <a:pt x="0" y="38"/>
                    <a:pt x="4" y="28"/>
                  </a:cubicBezTo>
                  <a:cubicBezTo>
                    <a:pt x="5" y="24"/>
                    <a:pt x="9" y="20"/>
                    <a:pt x="12" y="16"/>
                  </a:cubicBezTo>
                  <a:cubicBezTo>
                    <a:pt x="15" y="13"/>
                    <a:pt x="19" y="10"/>
                    <a:pt x="23" y="8"/>
                  </a:cubicBezTo>
                  <a:cubicBezTo>
                    <a:pt x="32" y="2"/>
                    <a:pt x="43" y="0"/>
                    <a:pt x="54" y="2"/>
                  </a:cubicBezTo>
                  <a:cubicBezTo>
                    <a:pt x="58" y="3"/>
                    <a:pt x="62" y="5"/>
                    <a:pt x="65" y="8"/>
                  </a:cubicBezTo>
                  <a:cubicBezTo>
                    <a:pt x="66" y="9"/>
                    <a:pt x="68" y="11"/>
                    <a:pt x="68" y="13"/>
                  </a:cubicBezTo>
                  <a:cubicBezTo>
                    <a:pt x="69" y="15"/>
                    <a:pt x="69" y="17"/>
                    <a:pt x="69" y="19"/>
                  </a:cubicBezTo>
                  <a:cubicBezTo>
                    <a:pt x="69" y="21"/>
                    <a:pt x="68" y="23"/>
                    <a:pt x="68" y="25"/>
                  </a:cubicBezTo>
                  <a:cubicBezTo>
                    <a:pt x="67" y="27"/>
                    <a:pt x="67" y="29"/>
                    <a:pt x="66" y="31"/>
                  </a:cubicBezTo>
                  <a:cubicBezTo>
                    <a:pt x="66" y="37"/>
                    <a:pt x="60" y="41"/>
                    <a:pt x="55" y="41"/>
                  </a:cubicBezTo>
                  <a:cubicBezTo>
                    <a:pt x="49" y="39"/>
                    <a:pt x="46" y="34"/>
                    <a:pt x="47" y="28"/>
                  </a:cubicBezTo>
                  <a:cubicBezTo>
                    <a:pt x="47" y="27"/>
                    <a:pt x="47" y="26"/>
                    <a:pt x="48" y="25"/>
                  </a:cubicBezTo>
                  <a:cubicBezTo>
                    <a:pt x="48" y="24"/>
                    <a:pt x="48" y="23"/>
                    <a:pt x="48" y="21"/>
                  </a:cubicBezTo>
                  <a:lnTo>
                    <a:pt x="47" y="21"/>
                  </a:lnTo>
                  <a:cubicBezTo>
                    <a:pt x="46" y="21"/>
                    <a:pt x="44" y="21"/>
                    <a:pt x="43" y="21"/>
                  </a:cubicBezTo>
                  <a:cubicBezTo>
                    <a:pt x="42" y="21"/>
                    <a:pt x="41" y="21"/>
                    <a:pt x="41" y="21"/>
                  </a:cubicBezTo>
                  <a:cubicBezTo>
                    <a:pt x="40" y="21"/>
                    <a:pt x="39" y="21"/>
                    <a:pt x="38" y="21"/>
                  </a:cubicBezTo>
                  <a:cubicBezTo>
                    <a:pt x="37" y="22"/>
                    <a:pt x="36" y="23"/>
                    <a:pt x="35" y="23"/>
                  </a:cubicBezTo>
                  <a:cubicBezTo>
                    <a:pt x="34" y="23"/>
                    <a:pt x="33" y="24"/>
                    <a:pt x="32" y="25"/>
                  </a:cubicBezTo>
                  <a:cubicBezTo>
                    <a:pt x="30" y="25"/>
                    <a:pt x="29" y="26"/>
                    <a:pt x="28" y="27"/>
                  </a:cubicBezTo>
                  <a:cubicBezTo>
                    <a:pt x="27" y="28"/>
                    <a:pt x="26" y="30"/>
                    <a:pt x="25" y="31"/>
                  </a:cubicBezTo>
                  <a:cubicBezTo>
                    <a:pt x="24" y="31"/>
                    <a:pt x="23" y="31"/>
                    <a:pt x="23" y="32"/>
                  </a:cubicBezTo>
                  <a:cubicBezTo>
                    <a:pt x="22" y="33"/>
                    <a:pt x="22" y="34"/>
                    <a:pt x="22" y="35"/>
                  </a:cubicBezTo>
                  <a:cubicBezTo>
                    <a:pt x="21" y="35"/>
                    <a:pt x="21" y="35"/>
                    <a:pt x="20" y="36"/>
                  </a:cubicBezTo>
                  <a:cubicBezTo>
                    <a:pt x="20" y="37"/>
                    <a:pt x="20" y="37"/>
                    <a:pt x="20" y="38"/>
                  </a:cubicBezTo>
                  <a:cubicBezTo>
                    <a:pt x="20" y="39"/>
                    <a:pt x="20" y="40"/>
                    <a:pt x="20" y="41"/>
                  </a:cubicBezTo>
                  <a:cubicBezTo>
                    <a:pt x="19" y="42"/>
                    <a:pt x="19" y="43"/>
                    <a:pt x="19" y="44"/>
                  </a:cubicBezTo>
                  <a:cubicBezTo>
                    <a:pt x="20" y="45"/>
                    <a:pt x="20" y="47"/>
                    <a:pt x="20" y="49"/>
                  </a:cubicBezTo>
                  <a:lnTo>
                    <a:pt x="20" y="48"/>
                  </a:lnTo>
                  <a:cubicBezTo>
                    <a:pt x="20" y="49"/>
                    <a:pt x="20" y="49"/>
                    <a:pt x="20" y="50"/>
                  </a:cubicBezTo>
                  <a:cubicBezTo>
                    <a:pt x="20" y="51"/>
                    <a:pt x="21" y="52"/>
                    <a:pt x="22" y="53"/>
                  </a:cubicBezTo>
                  <a:lnTo>
                    <a:pt x="21" y="52"/>
                  </a:lnTo>
                  <a:cubicBezTo>
                    <a:pt x="22" y="53"/>
                    <a:pt x="22" y="53"/>
                    <a:pt x="22" y="54"/>
                  </a:cubicBezTo>
                  <a:cubicBezTo>
                    <a:pt x="23" y="55"/>
                    <a:pt x="23" y="56"/>
                    <a:pt x="24" y="56"/>
                  </a:cubicBezTo>
                  <a:lnTo>
                    <a:pt x="23" y="56"/>
                  </a:lnTo>
                  <a:cubicBezTo>
                    <a:pt x="25" y="57"/>
                    <a:pt x="26" y="59"/>
                    <a:pt x="27" y="60"/>
                  </a:cubicBezTo>
                  <a:cubicBezTo>
                    <a:pt x="33" y="65"/>
                    <a:pt x="38" y="69"/>
                    <a:pt x="43" y="73"/>
                  </a:cubicBezTo>
                  <a:cubicBezTo>
                    <a:pt x="47" y="76"/>
                    <a:pt x="51" y="79"/>
                    <a:pt x="55" y="82"/>
                  </a:cubicBezTo>
                  <a:cubicBezTo>
                    <a:pt x="56" y="83"/>
                    <a:pt x="57" y="83"/>
                    <a:pt x="58" y="84"/>
                  </a:cubicBezTo>
                  <a:lnTo>
                    <a:pt x="57" y="83"/>
                  </a:lnTo>
                  <a:cubicBezTo>
                    <a:pt x="62" y="87"/>
                    <a:pt x="66" y="90"/>
                    <a:pt x="69" y="94"/>
                  </a:cubicBezTo>
                  <a:cubicBezTo>
                    <a:pt x="72" y="98"/>
                    <a:pt x="74" y="102"/>
                    <a:pt x="74" y="107"/>
                  </a:cubicBezTo>
                  <a:cubicBezTo>
                    <a:pt x="74" y="112"/>
                    <a:pt x="71" y="117"/>
                    <a:pt x="67" y="120"/>
                  </a:cubicBezTo>
                  <a:cubicBezTo>
                    <a:pt x="64" y="124"/>
                    <a:pt x="59" y="126"/>
                    <a:pt x="54" y="128"/>
                  </a:cubicBezTo>
                  <a:cubicBezTo>
                    <a:pt x="50" y="130"/>
                    <a:pt x="46" y="131"/>
                    <a:pt x="41" y="133"/>
                  </a:cubicBezTo>
                  <a:cubicBezTo>
                    <a:pt x="36" y="134"/>
                    <a:pt x="29" y="136"/>
                    <a:pt x="23" y="138"/>
                  </a:cubicBezTo>
                  <a:cubicBezTo>
                    <a:pt x="23" y="138"/>
                    <a:pt x="22" y="138"/>
                    <a:pt x="21" y="138"/>
                  </a:cubicBezTo>
                  <a:cubicBezTo>
                    <a:pt x="17" y="138"/>
                    <a:pt x="13" y="135"/>
                    <a:pt x="12" y="13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" name="Google Shape;3612;p42"/>
            <p:cNvSpPr/>
            <p:nvPr/>
          </p:nvSpPr>
          <p:spPr>
            <a:xfrm>
              <a:off x="3816720" y="4888800"/>
              <a:ext cx="34200" cy="91080"/>
            </a:xfrm>
            <a:custGeom>
              <a:avLst/>
              <a:gdLst/>
              <a:ahLst/>
              <a:cxnLst/>
              <a:rect l="l" t="t" r="r" b="b"/>
              <a:pathLst>
                <a:path w="95" h="253" extrusionOk="0">
                  <a:moveTo>
                    <a:pt x="27" y="250"/>
                  </a:moveTo>
                  <a:cubicBezTo>
                    <a:pt x="23" y="246"/>
                    <a:pt x="18" y="242"/>
                    <a:pt x="15" y="237"/>
                  </a:cubicBezTo>
                  <a:cubicBezTo>
                    <a:pt x="11" y="233"/>
                    <a:pt x="8" y="227"/>
                    <a:pt x="6" y="222"/>
                  </a:cubicBezTo>
                  <a:cubicBezTo>
                    <a:pt x="0" y="210"/>
                    <a:pt x="0" y="197"/>
                    <a:pt x="1" y="184"/>
                  </a:cubicBezTo>
                  <a:cubicBezTo>
                    <a:pt x="2" y="174"/>
                    <a:pt x="3" y="163"/>
                    <a:pt x="4" y="153"/>
                  </a:cubicBezTo>
                  <a:cubicBezTo>
                    <a:pt x="6" y="148"/>
                    <a:pt x="6" y="143"/>
                    <a:pt x="7" y="138"/>
                  </a:cubicBezTo>
                  <a:cubicBezTo>
                    <a:pt x="8" y="133"/>
                    <a:pt x="10" y="127"/>
                    <a:pt x="11" y="121"/>
                  </a:cubicBezTo>
                  <a:cubicBezTo>
                    <a:pt x="13" y="112"/>
                    <a:pt x="16" y="103"/>
                    <a:pt x="18" y="93"/>
                  </a:cubicBezTo>
                  <a:cubicBezTo>
                    <a:pt x="18" y="90"/>
                    <a:pt x="20" y="86"/>
                    <a:pt x="21" y="84"/>
                  </a:cubicBezTo>
                  <a:cubicBezTo>
                    <a:pt x="22" y="80"/>
                    <a:pt x="23" y="76"/>
                    <a:pt x="24" y="72"/>
                  </a:cubicBezTo>
                  <a:cubicBezTo>
                    <a:pt x="24" y="73"/>
                    <a:pt x="24" y="73"/>
                    <a:pt x="24" y="73"/>
                  </a:cubicBezTo>
                  <a:cubicBezTo>
                    <a:pt x="25" y="72"/>
                    <a:pt x="25" y="70"/>
                    <a:pt x="26" y="69"/>
                  </a:cubicBezTo>
                  <a:cubicBezTo>
                    <a:pt x="25" y="69"/>
                    <a:pt x="25" y="70"/>
                    <a:pt x="25" y="70"/>
                  </a:cubicBezTo>
                  <a:cubicBezTo>
                    <a:pt x="26" y="69"/>
                    <a:pt x="26" y="68"/>
                    <a:pt x="27" y="67"/>
                  </a:cubicBezTo>
                  <a:lnTo>
                    <a:pt x="26" y="67"/>
                  </a:lnTo>
                  <a:cubicBezTo>
                    <a:pt x="27" y="67"/>
                    <a:pt x="27" y="65"/>
                    <a:pt x="27" y="65"/>
                  </a:cubicBezTo>
                  <a:lnTo>
                    <a:pt x="27" y="66"/>
                  </a:lnTo>
                  <a:cubicBezTo>
                    <a:pt x="27" y="65"/>
                    <a:pt x="27" y="64"/>
                    <a:pt x="28" y="64"/>
                  </a:cubicBezTo>
                  <a:cubicBezTo>
                    <a:pt x="28" y="63"/>
                    <a:pt x="28" y="62"/>
                    <a:pt x="29" y="61"/>
                  </a:cubicBezTo>
                  <a:cubicBezTo>
                    <a:pt x="28" y="61"/>
                    <a:pt x="28" y="61"/>
                    <a:pt x="28" y="62"/>
                  </a:cubicBezTo>
                  <a:cubicBezTo>
                    <a:pt x="30" y="60"/>
                    <a:pt x="30" y="57"/>
                    <a:pt x="31" y="55"/>
                  </a:cubicBezTo>
                  <a:cubicBezTo>
                    <a:pt x="32" y="53"/>
                    <a:pt x="33" y="50"/>
                    <a:pt x="34" y="49"/>
                  </a:cubicBezTo>
                  <a:cubicBezTo>
                    <a:pt x="37" y="42"/>
                    <a:pt x="40" y="36"/>
                    <a:pt x="44" y="30"/>
                  </a:cubicBezTo>
                  <a:cubicBezTo>
                    <a:pt x="46" y="24"/>
                    <a:pt x="50" y="19"/>
                    <a:pt x="54" y="14"/>
                  </a:cubicBezTo>
                  <a:cubicBezTo>
                    <a:pt x="58" y="10"/>
                    <a:pt x="63" y="6"/>
                    <a:pt x="68" y="4"/>
                  </a:cubicBezTo>
                  <a:cubicBezTo>
                    <a:pt x="73" y="1"/>
                    <a:pt x="79" y="0"/>
                    <a:pt x="84" y="3"/>
                  </a:cubicBezTo>
                  <a:cubicBezTo>
                    <a:pt x="85" y="3"/>
                    <a:pt x="86" y="4"/>
                    <a:pt x="87" y="4"/>
                  </a:cubicBezTo>
                  <a:cubicBezTo>
                    <a:pt x="88" y="5"/>
                    <a:pt x="90" y="7"/>
                    <a:pt x="91" y="8"/>
                  </a:cubicBezTo>
                  <a:cubicBezTo>
                    <a:pt x="91" y="10"/>
                    <a:pt x="92" y="11"/>
                    <a:pt x="92" y="12"/>
                  </a:cubicBezTo>
                  <a:cubicBezTo>
                    <a:pt x="94" y="18"/>
                    <a:pt x="91" y="23"/>
                    <a:pt x="85" y="24"/>
                  </a:cubicBezTo>
                  <a:cubicBezTo>
                    <a:pt x="82" y="25"/>
                    <a:pt x="78" y="24"/>
                    <a:pt x="76" y="21"/>
                  </a:cubicBezTo>
                  <a:cubicBezTo>
                    <a:pt x="74" y="21"/>
                    <a:pt x="74" y="22"/>
                    <a:pt x="73" y="22"/>
                  </a:cubicBezTo>
                  <a:cubicBezTo>
                    <a:pt x="71" y="23"/>
                    <a:pt x="71" y="24"/>
                    <a:pt x="70" y="24"/>
                  </a:cubicBezTo>
                  <a:cubicBezTo>
                    <a:pt x="69" y="25"/>
                    <a:pt x="69" y="25"/>
                    <a:pt x="68" y="26"/>
                  </a:cubicBezTo>
                  <a:cubicBezTo>
                    <a:pt x="67" y="28"/>
                    <a:pt x="66" y="29"/>
                    <a:pt x="64" y="30"/>
                  </a:cubicBezTo>
                  <a:cubicBezTo>
                    <a:pt x="65" y="30"/>
                    <a:pt x="65" y="29"/>
                    <a:pt x="65" y="29"/>
                  </a:cubicBezTo>
                  <a:cubicBezTo>
                    <a:pt x="62" y="34"/>
                    <a:pt x="59" y="39"/>
                    <a:pt x="56" y="44"/>
                  </a:cubicBezTo>
                  <a:cubicBezTo>
                    <a:pt x="54" y="47"/>
                    <a:pt x="52" y="50"/>
                    <a:pt x="51" y="54"/>
                  </a:cubicBezTo>
                  <a:cubicBezTo>
                    <a:pt x="49" y="56"/>
                    <a:pt x="48" y="59"/>
                    <a:pt x="47" y="62"/>
                  </a:cubicBezTo>
                  <a:cubicBezTo>
                    <a:pt x="44" y="68"/>
                    <a:pt x="42" y="74"/>
                    <a:pt x="39" y="80"/>
                  </a:cubicBezTo>
                  <a:lnTo>
                    <a:pt x="39" y="79"/>
                  </a:lnTo>
                  <a:cubicBezTo>
                    <a:pt x="38" y="83"/>
                    <a:pt x="37" y="86"/>
                    <a:pt x="36" y="90"/>
                  </a:cubicBezTo>
                  <a:cubicBezTo>
                    <a:pt x="35" y="93"/>
                    <a:pt x="34" y="95"/>
                    <a:pt x="34" y="98"/>
                  </a:cubicBezTo>
                  <a:cubicBezTo>
                    <a:pt x="32" y="105"/>
                    <a:pt x="30" y="112"/>
                    <a:pt x="28" y="119"/>
                  </a:cubicBezTo>
                  <a:cubicBezTo>
                    <a:pt x="26" y="128"/>
                    <a:pt x="24" y="138"/>
                    <a:pt x="22" y="148"/>
                  </a:cubicBezTo>
                  <a:cubicBezTo>
                    <a:pt x="21" y="151"/>
                    <a:pt x="21" y="155"/>
                    <a:pt x="20" y="158"/>
                  </a:cubicBezTo>
                  <a:cubicBezTo>
                    <a:pt x="20" y="160"/>
                    <a:pt x="20" y="162"/>
                    <a:pt x="20" y="163"/>
                  </a:cubicBezTo>
                  <a:cubicBezTo>
                    <a:pt x="19" y="169"/>
                    <a:pt x="18" y="175"/>
                    <a:pt x="18" y="181"/>
                  </a:cubicBezTo>
                  <a:cubicBezTo>
                    <a:pt x="18" y="180"/>
                    <a:pt x="18" y="180"/>
                    <a:pt x="18" y="180"/>
                  </a:cubicBezTo>
                  <a:cubicBezTo>
                    <a:pt x="17" y="186"/>
                    <a:pt x="17" y="192"/>
                    <a:pt x="18" y="199"/>
                  </a:cubicBezTo>
                  <a:cubicBezTo>
                    <a:pt x="18" y="198"/>
                    <a:pt x="18" y="198"/>
                    <a:pt x="18" y="198"/>
                  </a:cubicBezTo>
                  <a:cubicBezTo>
                    <a:pt x="18" y="200"/>
                    <a:pt x="18" y="202"/>
                    <a:pt x="18" y="205"/>
                  </a:cubicBezTo>
                  <a:cubicBezTo>
                    <a:pt x="18" y="206"/>
                    <a:pt x="19" y="208"/>
                    <a:pt x="20" y="210"/>
                  </a:cubicBezTo>
                  <a:cubicBezTo>
                    <a:pt x="20" y="212"/>
                    <a:pt x="21" y="214"/>
                    <a:pt x="22" y="216"/>
                  </a:cubicBezTo>
                  <a:cubicBezTo>
                    <a:pt x="23" y="218"/>
                    <a:pt x="24" y="220"/>
                    <a:pt x="25" y="222"/>
                  </a:cubicBezTo>
                  <a:cubicBezTo>
                    <a:pt x="27" y="224"/>
                    <a:pt x="28" y="226"/>
                    <a:pt x="30" y="228"/>
                  </a:cubicBezTo>
                  <a:cubicBezTo>
                    <a:pt x="31" y="230"/>
                    <a:pt x="33" y="232"/>
                    <a:pt x="35" y="234"/>
                  </a:cubicBezTo>
                  <a:cubicBezTo>
                    <a:pt x="36" y="234"/>
                    <a:pt x="37" y="236"/>
                    <a:pt x="38" y="236"/>
                  </a:cubicBezTo>
                  <a:cubicBezTo>
                    <a:pt x="41" y="240"/>
                    <a:pt x="42" y="245"/>
                    <a:pt x="39" y="248"/>
                  </a:cubicBezTo>
                  <a:cubicBezTo>
                    <a:pt x="37" y="251"/>
                    <a:pt x="35" y="252"/>
                    <a:pt x="32" y="252"/>
                  </a:cubicBezTo>
                  <a:cubicBezTo>
                    <a:pt x="30" y="252"/>
                    <a:pt x="28" y="251"/>
                    <a:pt x="27" y="25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" name="Google Shape;3613;p42"/>
            <p:cNvSpPr/>
            <p:nvPr/>
          </p:nvSpPr>
          <p:spPr>
            <a:xfrm>
              <a:off x="3840120" y="4910400"/>
              <a:ext cx="33120" cy="55800"/>
            </a:xfrm>
            <a:custGeom>
              <a:avLst/>
              <a:gdLst/>
              <a:ahLst/>
              <a:cxnLst/>
              <a:rect l="l" t="t" r="r" b="b"/>
              <a:pathLst>
                <a:path w="92" h="155" extrusionOk="0">
                  <a:moveTo>
                    <a:pt x="68" y="53"/>
                  </a:moveTo>
                  <a:cubicBezTo>
                    <a:pt x="69" y="51"/>
                    <a:pt x="69" y="49"/>
                    <a:pt x="70" y="47"/>
                  </a:cubicBezTo>
                  <a:cubicBezTo>
                    <a:pt x="70" y="43"/>
                    <a:pt x="71" y="39"/>
                    <a:pt x="72" y="36"/>
                  </a:cubicBezTo>
                  <a:cubicBezTo>
                    <a:pt x="72" y="32"/>
                    <a:pt x="72" y="28"/>
                    <a:pt x="72" y="23"/>
                  </a:cubicBezTo>
                  <a:cubicBezTo>
                    <a:pt x="72" y="24"/>
                    <a:pt x="72" y="25"/>
                    <a:pt x="71" y="25"/>
                  </a:cubicBezTo>
                  <a:cubicBezTo>
                    <a:pt x="70" y="27"/>
                    <a:pt x="70" y="29"/>
                    <a:pt x="69" y="31"/>
                  </a:cubicBezTo>
                  <a:cubicBezTo>
                    <a:pt x="69" y="34"/>
                    <a:pt x="68" y="36"/>
                    <a:pt x="68" y="39"/>
                  </a:cubicBezTo>
                  <a:cubicBezTo>
                    <a:pt x="68" y="42"/>
                    <a:pt x="67" y="44"/>
                    <a:pt x="67" y="47"/>
                  </a:cubicBezTo>
                  <a:cubicBezTo>
                    <a:pt x="67" y="49"/>
                    <a:pt x="68" y="51"/>
                    <a:pt x="68" y="53"/>
                  </a:cubicBezTo>
                  <a:moveTo>
                    <a:pt x="20" y="134"/>
                  </a:moveTo>
                  <a:lnTo>
                    <a:pt x="21" y="134"/>
                  </a:lnTo>
                  <a:cubicBezTo>
                    <a:pt x="22" y="134"/>
                    <a:pt x="22" y="134"/>
                    <a:pt x="23" y="133"/>
                  </a:cubicBezTo>
                  <a:cubicBezTo>
                    <a:pt x="24" y="132"/>
                    <a:pt x="25" y="131"/>
                    <a:pt x="26" y="130"/>
                  </a:cubicBezTo>
                  <a:cubicBezTo>
                    <a:pt x="27" y="128"/>
                    <a:pt x="28" y="128"/>
                    <a:pt x="28" y="127"/>
                  </a:cubicBezTo>
                  <a:lnTo>
                    <a:pt x="27" y="127"/>
                  </a:lnTo>
                  <a:lnTo>
                    <a:pt x="26" y="127"/>
                  </a:lnTo>
                  <a:cubicBezTo>
                    <a:pt x="25" y="127"/>
                    <a:pt x="25" y="127"/>
                    <a:pt x="24" y="127"/>
                  </a:cubicBezTo>
                  <a:lnTo>
                    <a:pt x="24" y="128"/>
                  </a:lnTo>
                  <a:cubicBezTo>
                    <a:pt x="23" y="128"/>
                    <a:pt x="23" y="128"/>
                    <a:pt x="23" y="128"/>
                  </a:cubicBezTo>
                  <a:lnTo>
                    <a:pt x="22" y="129"/>
                  </a:lnTo>
                  <a:cubicBezTo>
                    <a:pt x="21" y="130"/>
                    <a:pt x="21" y="130"/>
                    <a:pt x="21" y="130"/>
                  </a:cubicBezTo>
                  <a:lnTo>
                    <a:pt x="21" y="131"/>
                  </a:lnTo>
                  <a:cubicBezTo>
                    <a:pt x="21" y="130"/>
                    <a:pt x="21" y="130"/>
                    <a:pt x="21" y="130"/>
                  </a:cubicBezTo>
                  <a:cubicBezTo>
                    <a:pt x="21" y="131"/>
                    <a:pt x="21" y="131"/>
                    <a:pt x="20" y="131"/>
                  </a:cubicBezTo>
                  <a:cubicBezTo>
                    <a:pt x="20" y="132"/>
                    <a:pt x="20" y="132"/>
                    <a:pt x="20" y="132"/>
                  </a:cubicBezTo>
                  <a:cubicBezTo>
                    <a:pt x="20" y="132"/>
                    <a:pt x="20" y="133"/>
                    <a:pt x="20" y="134"/>
                  </a:cubicBezTo>
                  <a:moveTo>
                    <a:pt x="14" y="153"/>
                  </a:moveTo>
                  <a:cubicBezTo>
                    <a:pt x="10" y="152"/>
                    <a:pt x="7" y="150"/>
                    <a:pt x="5" y="146"/>
                  </a:cubicBezTo>
                  <a:cubicBezTo>
                    <a:pt x="0" y="139"/>
                    <a:pt x="0" y="129"/>
                    <a:pt x="4" y="122"/>
                  </a:cubicBezTo>
                  <a:cubicBezTo>
                    <a:pt x="9" y="114"/>
                    <a:pt x="17" y="109"/>
                    <a:pt x="27" y="108"/>
                  </a:cubicBezTo>
                  <a:cubicBezTo>
                    <a:pt x="31" y="108"/>
                    <a:pt x="36" y="109"/>
                    <a:pt x="40" y="110"/>
                  </a:cubicBezTo>
                  <a:lnTo>
                    <a:pt x="41" y="110"/>
                  </a:lnTo>
                  <a:cubicBezTo>
                    <a:pt x="44" y="104"/>
                    <a:pt x="47" y="99"/>
                    <a:pt x="50" y="93"/>
                  </a:cubicBezTo>
                  <a:cubicBezTo>
                    <a:pt x="50" y="93"/>
                    <a:pt x="50" y="94"/>
                    <a:pt x="49" y="95"/>
                  </a:cubicBezTo>
                  <a:cubicBezTo>
                    <a:pt x="55" y="85"/>
                    <a:pt x="59" y="76"/>
                    <a:pt x="63" y="67"/>
                  </a:cubicBezTo>
                  <a:cubicBezTo>
                    <a:pt x="62" y="67"/>
                    <a:pt x="61" y="67"/>
                    <a:pt x="59" y="67"/>
                  </a:cubicBezTo>
                  <a:cubicBezTo>
                    <a:pt x="54" y="68"/>
                    <a:pt x="49" y="63"/>
                    <a:pt x="49" y="58"/>
                  </a:cubicBezTo>
                  <a:cubicBezTo>
                    <a:pt x="49" y="53"/>
                    <a:pt x="49" y="48"/>
                    <a:pt x="49" y="43"/>
                  </a:cubicBezTo>
                  <a:cubicBezTo>
                    <a:pt x="49" y="38"/>
                    <a:pt x="50" y="32"/>
                    <a:pt x="51" y="27"/>
                  </a:cubicBezTo>
                  <a:cubicBezTo>
                    <a:pt x="52" y="24"/>
                    <a:pt x="53" y="21"/>
                    <a:pt x="54" y="18"/>
                  </a:cubicBezTo>
                  <a:cubicBezTo>
                    <a:pt x="56" y="12"/>
                    <a:pt x="59" y="7"/>
                    <a:pt x="63" y="3"/>
                  </a:cubicBezTo>
                  <a:cubicBezTo>
                    <a:pt x="66" y="1"/>
                    <a:pt x="68" y="1"/>
                    <a:pt x="70" y="0"/>
                  </a:cubicBezTo>
                  <a:cubicBezTo>
                    <a:pt x="73" y="0"/>
                    <a:pt x="76" y="0"/>
                    <a:pt x="79" y="1"/>
                  </a:cubicBezTo>
                  <a:cubicBezTo>
                    <a:pt x="84" y="3"/>
                    <a:pt x="87" y="7"/>
                    <a:pt x="89" y="12"/>
                  </a:cubicBezTo>
                  <a:cubicBezTo>
                    <a:pt x="91" y="17"/>
                    <a:pt x="91" y="23"/>
                    <a:pt x="90" y="29"/>
                  </a:cubicBezTo>
                  <a:cubicBezTo>
                    <a:pt x="90" y="36"/>
                    <a:pt x="89" y="43"/>
                    <a:pt x="87" y="50"/>
                  </a:cubicBezTo>
                  <a:cubicBezTo>
                    <a:pt x="85" y="60"/>
                    <a:pt x="81" y="69"/>
                    <a:pt x="77" y="79"/>
                  </a:cubicBezTo>
                  <a:cubicBezTo>
                    <a:pt x="75" y="83"/>
                    <a:pt x="73" y="88"/>
                    <a:pt x="70" y="92"/>
                  </a:cubicBezTo>
                  <a:cubicBezTo>
                    <a:pt x="68" y="97"/>
                    <a:pt x="66" y="102"/>
                    <a:pt x="63" y="106"/>
                  </a:cubicBezTo>
                  <a:cubicBezTo>
                    <a:pt x="61" y="110"/>
                    <a:pt x="59" y="114"/>
                    <a:pt x="56" y="118"/>
                  </a:cubicBezTo>
                  <a:cubicBezTo>
                    <a:pt x="59" y="120"/>
                    <a:pt x="61" y="121"/>
                    <a:pt x="63" y="122"/>
                  </a:cubicBezTo>
                  <a:cubicBezTo>
                    <a:pt x="70" y="127"/>
                    <a:pt x="78" y="131"/>
                    <a:pt x="86" y="135"/>
                  </a:cubicBezTo>
                  <a:cubicBezTo>
                    <a:pt x="90" y="138"/>
                    <a:pt x="91" y="143"/>
                    <a:pt x="88" y="148"/>
                  </a:cubicBezTo>
                  <a:cubicBezTo>
                    <a:pt x="87" y="149"/>
                    <a:pt x="85" y="151"/>
                    <a:pt x="83" y="152"/>
                  </a:cubicBezTo>
                  <a:cubicBezTo>
                    <a:pt x="80" y="152"/>
                    <a:pt x="78" y="152"/>
                    <a:pt x="76" y="150"/>
                  </a:cubicBezTo>
                  <a:cubicBezTo>
                    <a:pt x="70" y="147"/>
                    <a:pt x="64" y="144"/>
                    <a:pt x="58" y="141"/>
                  </a:cubicBezTo>
                  <a:cubicBezTo>
                    <a:pt x="55" y="139"/>
                    <a:pt x="53" y="138"/>
                    <a:pt x="51" y="136"/>
                  </a:cubicBezTo>
                  <a:cubicBezTo>
                    <a:pt x="49" y="135"/>
                    <a:pt x="48" y="134"/>
                    <a:pt x="47" y="134"/>
                  </a:cubicBezTo>
                  <a:cubicBezTo>
                    <a:pt x="46" y="134"/>
                    <a:pt x="45" y="135"/>
                    <a:pt x="45" y="135"/>
                  </a:cubicBezTo>
                  <a:cubicBezTo>
                    <a:pt x="45" y="136"/>
                    <a:pt x="45" y="136"/>
                    <a:pt x="44" y="137"/>
                  </a:cubicBezTo>
                  <a:lnTo>
                    <a:pt x="45" y="136"/>
                  </a:lnTo>
                  <a:cubicBezTo>
                    <a:pt x="44" y="137"/>
                    <a:pt x="44" y="138"/>
                    <a:pt x="43" y="138"/>
                  </a:cubicBezTo>
                  <a:cubicBezTo>
                    <a:pt x="44" y="138"/>
                    <a:pt x="44" y="138"/>
                    <a:pt x="44" y="138"/>
                  </a:cubicBezTo>
                  <a:cubicBezTo>
                    <a:pt x="41" y="141"/>
                    <a:pt x="39" y="143"/>
                    <a:pt x="37" y="146"/>
                  </a:cubicBezTo>
                  <a:cubicBezTo>
                    <a:pt x="34" y="149"/>
                    <a:pt x="30" y="151"/>
                    <a:pt x="27" y="153"/>
                  </a:cubicBezTo>
                  <a:cubicBezTo>
                    <a:pt x="24" y="153"/>
                    <a:pt x="22" y="154"/>
                    <a:pt x="20" y="154"/>
                  </a:cubicBezTo>
                  <a:cubicBezTo>
                    <a:pt x="18" y="154"/>
                    <a:pt x="16" y="154"/>
                    <a:pt x="14" y="15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" name="Google Shape;3614;p42"/>
            <p:cNvSpPr/>
            <p:nvPr/>
          </p:nvSpPr>
          <p:spPr>
            <a:xfrm>
              <a:off x="3904560" y="4920840"/>
              <a:ext cx="22680" cy="42120"/>
            </a:xfrm>
            <a:custGeom>
              <a:avLst/>
              <a:gdLst/>
              <a:ahLst/>
              <a:cxnLst/>
              <a:rect l="l" t="t" r="r" b="b"/>
              <a:pathLst>
                <a:path w="63" h="117" extrusionOk="0">
                  <a:moveTo>
                    <a:pt x="43" y="112"/>
                  </a:moveTo>
                  <a:cubicBezTo>
                    <a:pt x="35" y="97"/>
                    <a:pt x="26" y="82"/>
                    <a:pt x="18" y="67"/>
                  </a:cubicBezTo>
                  <a:cubicBezTo>
                    <a:pt x="14" y="59"/>
                    <a:pt x="11" y="51"/>
                    <a:pt x="8" y="43"/>
                  </a:cubicBezTo>
                  <a:cubicBezTo>
                    <a:pt x="6" y="39"/>
                    <a:pt x="4" y="35"/>
                    <a:pt x="3" y="31"/>
                  </a:cubicBezTo>
                  <a:cubicBezTo>
                    <a:pt x="2" y="26"/>
                    <a:pt x="1" y="21"/>
                    <a:pt x="0" y="16"/>
                  </a:cubicBezTo>
                  <a:cubicBezTo>
                    <a:pt x="0" y="14"/>
                    <a:pt x="0" y="11"/>
                    <a:pt x="1" y="10"/>
                  </a:cubicBezTo>
                  <a:cubicBezTo>
                    <a:pt x="2" y="7"/>
                    <a:pt x="2" y="6"/>
                    <a:pt x="3" y="4"/>
                  </a:cubicBezTo>
                  <a:cubicBezTo>
                    <a:pt x="6" y="1"/>
                    <a:pt x="10" y="0"/>
                    <a:pt x="13" y="1"/>
                  </a:cubicBezTo>
                  <a:lnTo>
                    <a:pt x="14" y="1"/>
                  </a:lnTo>
                  <a:lnTo>
                    <a:pt x="13" y="1"/>
                  </a:lnTo>
                  <a:cubicBezTo>
                    <a:pt x="18" y="2"/>
                    <a:pt x="21" y="7"/>
                    <a:pt x="21" y="11"/>
                  </a:cubicBezTo>
                  <a:cubicBezTo>
                    <a:pt x="21" y="13"/>
                    <a:pt x="20" y="14"/>
                    <a:pt x="19" y="15"/>
                  </a:cubicBezTo>
                  <a:cubicBezTo>
                    <a:pt x="20" y="17"/>
                    <a:pt x="20" y="18"/>
                    <a:pt x="20" y="20"/>
                  </a:cubicBezTo>
                  <a:cubicBezTo>
                    <a:pt x="20" y="23"/>
                    <a:pt x="21" y="27"/>
                    <a:pt x="23" y="29"/>
                  </a:cubicBezTo>
                  <a:cubicBezTo>
                    <a:pt x="24" y="36"/>
                    <a:pt x="27" y="42"/>
                    <a:pt x="30" y="48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31" y="51"/>
                    <a:pt x="32" y="55"/>
                    <a:pt x="35" y="59"/>
                  </a:cubicBezTo>
                  <a:cubicBezTo>
                    <a:pt x="37" y="64"/>
                    <a:pt x="40" y="70"/>
                    <a:pt x="42" y="74"/>
                  </a:cubicBezTo>
                  <a:cubicBezTo>
                    <a:pt x="48" y="84"/>
                    <a:pt x="53" y="94"/>
                    <a:pt x="59" y="103"/>
                  </a:cubicBezTo>
                  <a:cubicBezTo>
                    <a:pt x="62" y="107"/>
                    <a:pt x="60" y="113"/>
                    <a:pt x="56" y="115"/>
                  </a:cubicBezTo>
                  <a:cubicBezTo>
                    <a:pt x="55" y="116"/>
                    <a:pt x="53" y="116"/>
                    <a:pt x="52" y="116"/>
                  </a:cubicBezTo>
                  <a:cubicBezTo>
                    <a:pt x="48" y="116"/>
                    <a:pt x="45" y="114"/>
                    <a:pt x="43" y="11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" name="Google Shape;3615;p42"/>
            <p:cNvSpPr/>
            <p:nvPr/>
          </p:nvSpPr>
          <p:spPr>
            <a:xfrm>
              <a:off x="3902040" y="4926960"/>
              <a:ext cx="38160" cy="51120"/>
            </a:xfrm>
            <a:custGeom>
              <a:avLst/>
              <a:gdLst/>
              <a:ahLst/>
              <a:cxnLst/>
              <a:rect l="l" t="t" r="r" b="b"/>
              <a:pathLst>
                <a:path w="106" h="142" extrusionOk="0">
                  <a:moveTo>
                    <a:pt x="6" y="140"/>
                  </a:moveTo>
                  <a:cubicBezTo>
                    <a:pt x="2" y="138"/>
                    <a:pt x="0" y="133"/>
                    <a:pt x="2" y="129"/>
                  </a:cubicBezTo>
                  <a:cubicBezTo>
                    <a:pt x="6" y="119"/>
                    <a:pt x="10" y="109"/>
                    <a:pt x="15" y="99"/>
                  </a:cubicBezTo>
                  <a:cubicBezTo>
                    <a:pt x="18" y="90"/>
                    <a:pt x="23" y="82"/>
                    <a:pt x="28" y="74"/>
                  </a:cubicBezTo>
                  <a:cubicBezTo>
                    <a:pt x="34" y="65"/>
                    <a:pt x="39" y="57"/>
                    <a:pt x="44" y="49"/>
                  </a:cubicBezTo>
                  <a:cubicBezTo>
                    <a:pt x="48" y="44"/>
                    <a:pt x="50" y="40"/>
                    <a:pt x="54" y="35"/>
                  </a:cubicBezTo>
                  <a:cubicBezTo>
                    <a:pt x="57" y="30"/>
                    <a:pt x="60" y="26"/>
                    <a:pt x="64" y="22"/>
                  </a:cubicBezTo>
                  <a:cubicBezTo>
                    <a:pt x="65" y="20"/>
                    <a:pt x="67" y="18"/>
                    <a:pt x="69" y="16"/>
                  </a:cubicBezTo>
                  <a:cubicBezTo>
                    <a:pt x="72" y="13"/>
                    <a:pt x="75" y="10"/>
                    <a:pt x="78" y="7"/>
                  </a:cubicBezTo>
                  <a:cubicBezTo>
                    <a:pt x="82" y="4"/>
                    <a:pt x="85" y="1"/>
                    <a:pt x="89" y="1"/>
                  </a:cubicBezTo>
                  <a:cubicBezTo>
                    <a:pt x="92" y="0"/>
                    <a:pt x="94" y="0"/>
                    <a:pt x="97" y="1"/>
                  </a:cubicBezTo>
                  <a:cubicBezTo>
                    <a:pt x="102" y="3"/>
                    <a:pt x="105" y="8"/>
                    <a:pt x="103" y="13"/>
                  </a:cubicBezTo>
                  <a:cubicBezTo>
                    <a:pt x="102" y="18"/>
                    <a:pt x="97" y="21"/>
                    <a:pt x="92" y="20"/>
                  </a:cubicBezTo>
                  <a:cubicBezTo>
                    <a:pt x="91" y="21"/>
                    <a:pt x="91" y="21"/>
                    <a:pt x="90" y="22"/>
                  </a:cubicBezTo>
                  <a:cubicBezTo>
                    <a:pt x="87" y="24"/>
                    <a:pt x="84" y="27"/>
                    <a:pt x="81" y="30"/>
                  </a:cubicBezTo>
                  <a:cubicBezTo>
                    <a:pt x="77" y="35"/>
                    <a:pt x="73" y="40"/>
                    <a:pt x="69" y="45"/>
                  </a:cubicBezTo>
                  <a:lnTo>
                    <a:pt x="69" y="44"/>
                  </a:lnTo>
                  <a:cubicBezTo>
                    <a:pt x="66" y="49"/>
                    <a:pt x="62" y="54"/>
                    <a:pt x="59" y="58"/>
                  </a:cubicBezTo>
                  <a:cubicBezTo>
                    <a:pt x="56" y="63"/>
                    <a:pt x="53" y="67"/>
                    <a:pt x="50" y="71"/>
                  </a:cubicBezTo>
                  <a:cubicBezTo>
                    <a:pt x="45" y="79"/>
                    <a:pt x="40" y="87"/>
                    <a:pt x="35" y="95"/>
                  </a:cubicBezTo>
                  <a:cubicBezTo>
                    <a:pt x="34" y="99"/>
                    <a:pt x="32" y="102"/>
                    <a:pt x="31" y="105"/>
                  </a:cubicBezTo>
                  <a:cubicBezTo>
                    <a:pt x="29" y="108"/>
                    <a:pt x="28" y="111"/>
                    <a:pt x="26" y="114"/>
                  </a:cubicBezTo>
                  <a:cubicBezTo>
                    <a:pt x="23" y="121"/>
                    <a:pt x="20" y="129"/>
                    <a:pt x="17" y="136"/>
                  </a:cubicBezTo>
                  <a:cubicBezTo>
                    <a:pt x="16" y="139"/>
                    <a:pt x="13" y="141"/>
                    <a:pt x="9" y="141"/>
                  </a:cubicBezTo>
                  <a:cubicBezTo>
                    <a:pt x="8" y="141"/>
                    <a:pt x="7" y="141"/>
                    <a:pt x="6" y="14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" name="Google Shape;3616;p42"/>
            <p:cNvSpPr/>
            <p:nvPr/>
          </p:nvSpPr>
          <p:spPr>
            <a:xfrm>
              <a:off x="3948120" y="4943520"/>
              <a:ext cx="50040" cy="13320"/>
            </a:xfrm>
            <a:custGeom>
              <a:avLst/>
              <a:gdLst/>
              <a:ahLst/>
              <a:cxnLst/>
              <a:rect l="l" t="t" r="r" b="b"/>
              <a:pathLst>
                <a:path w="139" h="37" extrusionOk="0">
                  <a:moveTo>
                    <a:pt x="6" y="35"/>
                  </a:moveTo>
                  <a:cubicBezTo>
                    <a:pt x="4" y="33"/>
                    <a:pt x="1" y="31"/>
                    <a:pt x="1" y="28"/>
                  </a:cubicBezTo>
                  <a:cubicBezTo>
                    <a:pt x="0" y="24"/>
                    <a:pt x="2" y="19"/>
                    <a:pt x="5" y="18"/>
                  </a:cubicBezTo>
                  <a:cubicBezTo>
                    <a:pt x="10" y="15"/>
                    <a:pt x="15" y="14"/>
                    <a:pt x="21" y="13"/>
                  </a:cubicBezTo>
                  <a:cubicBezTo>
                    <a:pt x="23" y="12"/>
                    <a:pt x="26" y="12"/>
                    <a:pt x="28" y="11"/>
                  </a:cubicBezTo>
                  <a:cubicBezTo>
                    <a:pt x="33" y="11"/>
                    <a:pt x="37" y="10"/>
                    <a:pt x="42" y="9"/>
                  </a:cubicBezTo>
                  <a:cubicBezTo>
                    <a:pt x="51" y="8"/>
                    <a:pt x="61" y="7"/>
                    <a:pt x="69" y="5"/>
                  </a:cubicBezTo>
                  <a:cubicBezTo>
                    <a:pt x="89" y="4"/>
                    <a:pt x="109" y="1"/>
                    <a:pt x="128" y="0"/>
                  </a:cubicBezTo>
                  <a:cubicBezTo>
                    <a:pt x="132" y="0"/>
                    <a:pt x="136" y="3"/>
                    <a:pt x="137" y="7"/>
                  </a:cubicBezTo>
                  <a:cubicBezTo>
                    <a:pt x="138" y="12"/>
                    <a:pt x="134" y="16"/>
                    <a:pt x="130" y="17"/>
                  </a:cubicBezTo>
                  <a:cubicBezTo>
                    <a:pt x="117" y="18"/>
                    <a:pt x="104" y="19"/>
                    <a:pt x="91" y="21"/>
                  </a:cubicBezTo>
                  <a:cubicBezTo>
                    <a:pt x="85" y="21"/>
                    <a:pt x="78" y="22"/>
                    <a:pt x="71" y="23"/>
                  </a:cubicBezTo>
                  <a:cubicBezTo>
                    <a:pt x="65" y="24"/>
                    <a:pt x="60" y="25"/>
                    <a:pt x="54" y="25"/>
                  </a:cubicBezTo>
                  <a:cubicBezTo>
                    <a:pt x="42" y="28"/>
                    <a:pt x="30" y="29"/>
                    <a:pt x="19" y="33"/>
                  </a:cubicBezTo>
                  <a:cubicBezTo>
                    <a:pt x="18" y="33"/>
                    <a:pt x="16" y="33"/>
                    <a:pt x="15" y="34"/>
                  </a:cubicBezTo>
                  <a:cubicBezTo>
                    <a:pt x="14" y="35"/>
                    <a:pt x="12" y="36"/>
                    <a:pt x="10" y="36"/>
                  </a:cubicBezTo>
                  <a:cubicBezTo>
                    <a:pt x="9" y="36"/>
                    <a:pt x="7" y="35"/>
                    <a:pt x="6" y="3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7" name="Google Shape;3617;p42"/>
            <p:cNvSpPr/>
            <p:nvPr/>
          </p:nvSpPr>
          <p:spPr>
            <a:xfrm>
              <a:off x="4006800" y="4908960"/>
              <a:ext cx="24480" cy="67680"/>
            </a:xfrm>
            <a:custGeom>
              <a:avLst/>
              <a:gdLst/>
              <a:ahLst/>
              <a:cxnLst/>
              <a:rect l="l" t="t" r="r" b="b"/>
              <a:pathLst>
                <a:path w="68" h="188" extrusionOk="0">
                  <a:moveTo>
                    <a:pt x="7" y="186"/>
                  </a:moveTo>
                  <a:cubicBezTo>
                    <a:pt x="3" y="184"/>
                    <a:pt x="0" y="179"/>
                    <a:pt x="1" y="174"/>
                  </a:cubicBezTo>
                  <a:cubicBezTo>
                    <a:pt x="7" y="155"/>
                    <a:pt x="13" y="135"/>
                    <a:pt x="18" y="115"/>
                  </a:cubicBezTo>
                  <a:cubicBezTo>
                    <a:pt x="24" y="97"/>
                    <a:pt x="28" y="78"/>
                    <a:pt x="33" y="60"/>
                  </a:cubicBezTo>
                  <a:cubicBezTo>
                    <a:pt x="35" y="50"/>
                    <a:pt x="38" y="41"/>
                    <a:pt x="40" y="32"/>
                  </a:cubicBezTo>
                  <a:cubicBezTo>
                    <a:pt x="42" y="24"/>
                    <a:pt x="45" y="16"/>
                    <a:pt x="46" y="9"/>
                  </a:cubicBezTo>
                  <a:cubicBezTo>
                    <a:pt x="47" y="3"/>
                    <a:pt x="53" y="0"/>
                    <a:pt x="59" y="1"/>
                  </a:cubicBezTo>
                  <a:cubicBezTo>
                    <a:pt x="64" y="2"/>
                    <a:pt x="67" y="9"/>
                    <a:pt x="65" y="14"/>
                  </a:cubicBezTo>
                  <a:cubicBezTo>
                    <a:pt x="59" y="32"/>
                    <a:pt x="54" y="51"/>
                    <a:pt x="49" y="69"/>
                  </a:cubicBezTo>
                  <a:cubicBezTo>
                    <a:pt x="43" y="89"/>
                    <a:pt x="39" y="108"/>
                    <a:pt x="34" y="127"/>
                  </a:cubicBezTo>
                  <a:cubicBezTo>
                    <a:pt x="28" y="145"/>
                    <a:pt x="24" y="162"/>
                    <a:pt x="19" y="180"/>
                  </a:cubicBezTo>
                  <a:cubicBezTo>
                    <a:pt x="18" y="184"/>
                    <a:pt x="14" y="187"/>
                    <a:pt x="10" y="187"/>
                  </a:cubicBezTo>
                  <a:cubicBezTo>
                    <a:pt x="9" y="187"/>
                    <a:pt x="8" y="186"/>
                    <a:pt x="7" y="18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8" name="Google Shape;3618;p42"/>
            <p:cNvSpPr/>
            <p:nvPr/>
          </p:nvSpPr>
          <p:spPr>
            <a:xfrm>
              <a:off x="4023360" y="4921920"/>
              <a:ext cx="18360" cy="47880"/>
            </a:xfrm>
            <a:custGeom>
              <a:avLst/>
              <a:gdLst/>
              <a:ahLst/>
              <a:cxnLst/>
              <a:rect l="l" t="t" r="r" b="b"/>
              <a:pathLst>
                <a:path w="51" h="133" extrusionOk="0">
                  <a:moveTo>
                    <a:pt x="8" y="132"/>
                  </a:moveTo>
                  <a:cubicBezTo>
                    <a:pt x="5" y="131"/>
                    <a:pt x="4" y="130"/>
                    <a:pt x="2" y="128"/>
                  </a:cubicBezTo>
                  <a:cubicBezTo>
                    <a:pt x="0" y="125"/>
                    <a:pt x="0" y="123"/>
                    <a:pt x="1" y="120"/>
                  </a:cubicBezTo>
                  <a:cubicBezTo>
                    <a:pt x="1" y="119"/>
                    <a:pt x="1" y="118"/>
                    <a:pt x="1" y="117"/>
                  </a:cubicBezTo>
                  <a:lnTo>
                    <a:pt x="1" y="116"/>
                  </a:lnTo>
                  <a:lnTo>
                    <a:pt x="2" y="116"/>
                  </a:lnTo>
                  <a:lnTo>
                    <a:pt x="1" y="116"/>
                  </a:lnTo>
                  <a:cubicBezTo>
                    <a:pt x="5" y="99"/>
                    <a:pt x="9" y="82"/>
                    <a:pt x="12" y="65"/>
                  </a:cubicBezTo>
                  <a:cubicBezTo>
                    <a:pt x="14" y="57"/>
                    <a:pt x="16" y="50"/>
                    <a:pt x="18" y="42"/>
                  </a:cubicBezTo>
                  <a:cubicBezTo>
                    <a:pt x="19" y="36"/>
                    <a:pt x="21" y="30"/>
                    <a:pt x="22" y="24"/>
                  </a:cubicBezTo>
                  <a:cubicBezTo>
                    <a:pt x="24" y="18"/>
                    <a:pt x="26" y="14"/>
                    <a:pt x="29" y="9"/>
                  </a:cubicBezTo>
                  <a:cubicBezTo>
                    <a:pt x="30" y="6"/>
                    <a:pt x="32" y="4"/>
                    <a:pt x="35" y="2"/>
                  </a:cubicBezTo>
                  <a:lnTo>
                    <a:pt x="36" y="1"/>
                  </a:lnTo>
                  <a:cubicBezTo>
                    <a:pt x="41" y="0"/>
                    <a:pt x="47" y="3"/>
                    <a:pt x="49" y="8"/>
                  </a:cubicBezTo>
                  <a:cubicBezTo>
                    <a:pt x="50" y="12"/>
                    <a:pt x="48" y="17"/>
                    <a:pt x="45" y="18"/>
                  </a:cubicBezTo>
                  <a:cubicBezTo>
                    <a:pt x="44" y="19"/>
                    <a:pt x="44" y="20"/>
                    <a:pt x="43" y="21"/>
                  </a:cubicBezTo>
                  <a:cubicBezTo>
                    <a:pt x="43" y="23"/>
                    <a:pt x="42" y="25"/>
                    <a:pt x="41" y="26"/>
                  </a:cubicBezTo>
                  <a:cubicBezTo>
                    <a:pt x="38" y="35"/>
                    <a:pt x="36" y="43"/>
                    <a:pt x="34" y="51"/>
                  </a:cubicBezTo>
                  <a:cubicBezTo>
                    <a:pt x="28" y="75"/>
                    <a:pt x="23" y="100"/>
                    <a:pt x="19" y="124"/>
                  </a:cubicBezTo>
                  <a:cubicBezTo>
                    <a:pt x="18" y="128"/>
                    <a:pt x="14" y="132"/>
                    <a:pt x="9" y="132"/>
                  </a:cubicBezTo>
                  <a:lnTo>
                    <a:pt x="8" y="132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" name="Google Shape;3619;p42"/>
            <p:cNvSpPr/>
            <p:nvPr/>
          </p:nvSpPr>
          <p:spPr>
            <a:xfrm>
              <a:off x="3996360" y="4901760"/>
              <a:ext cx="82800" cy="24120"/>
            </a:xfrm>
            <a:custGeom>
              <a:avLst/>
              <a:gdLst/>
              <a:ahLst/>
              <a:cxnLst/>
              <a:rect l="l" t="t" r="r" b="b"/>
              <a:pathLst>
                <a:path w="230" h="67" extrusionOk="0">
                  <a:moveTo>
                    <a:pt x="9" y="65"/>
                  </a:moveTo>
                  <a:cubicBezTo>
                    <a:pt x="6" y="63"/>
                    <a:pt x="2" y="60"/>
                    <a:pt x="1" y="57"/>
                  </a:cubicBezTo>
                  <a:cubicBezTo>
                    <a:pt x="0" y="52"/>
                    <a:pt x="1" y="46"/>
                    <a:pt x="4" y="42"/>
                  </a:cubicBezTo>
                  <a:cubicBezTo>
                    <a:pt x="12" y="32"/>
                    <a:pt x="23" y="28"/>
                    <a:pt x="35" y="24"/>
                  </a:cubicBezTo>
                  <a:cubicBezTo>
                    <a:pt x="43" y="20"/>
                    <a:pt x="53" y="18"/>
                    <a:pt x="62" y="16"/>
                  </a:cubicBezTo>
                  <a:cubicBezTo>
                    <a:pt x="68" y="15"/>
                    <a:pt x="75" y="14"/>
                    <a:pt x="81" y="12"/>
                  </a:cubicBezTo>
                  <a:cubicBezTo>
                    <a:pt x="85" y="11"/>
                    <a:pt x="89" y="11"/>
                    <a:pt x="92" y="10"/>
                  </a:cubicBezTo>
                  <a:cubicBezTo>
                    <a:pt x="96" y="10"/>
                    <a:pt x="99" y="9"/>
                    <a:pt x="102" y="9"/>
                  </a:cubicBezTo>
                  <a:cubicBezTo>
                    <a:pt x="104" y="8"/>
                    <a:pt x="106" y="8"/>
                    <a:pt x="107" y="8"/>
                  </a:cubicBezTo>
                  <a:cubicBezTo>
                    <a:pt x="112" y="8"/>
                    <a:pt x="118" y="7"/>
                    <a:pt x="123" y="7"/>
                  </a:cubicBezTo>
                  <a:cubicBezTo>
                    <a:pt x="128" y="6"/>
                    <a:pt x="132" y="6"/>
                    <a:pt x="137" y="6"/>
                  </a:cubicBezTo>
                  <a:cubicBezTo>
                    <a:pt x="164" y="4"/>
                    <a:pt x="192" y="1"/>
                    <a:pt x="220" y="0"/>
                  </a:cubicBezTo>
                  <a:cubicBezTo>
                    <a:pt x="224" y="0"/>
                    <a:pt x="228" y="3"/>
                    <a:pt x="229" y="7"/>
                  </a:cubicBezTo>
                  <a:cubicBezTo>
                    <a:pt x="229" y="11"/>
                    <a:pt x="226" y="16"/>
                    <a:pt x="222" y="16"/>
                  </a:cubicBezTo>
                  <a:cubicBezTo>
                    <a:pt x="200" y="17"/>
                    <a:pt x="178" y="19"/>
                    <a:pt x="157" y="21"/>
                  </a:cubicBezTo>
                  <a:cubicBezTo>
                    <a:pt x="148" y="21"/>
                    <a:pt x="138" y="22"/>
                    <a:pt x="128" y="23"/>
                  </a:cubicBezTo>
                  <a:cubicBezTo>
                    <a:pt x="122" y="24"/>
                    <a:pt x="116" y="24"/>
                    <a:pt x="110" y="25"/>
                  </a:cubicBezTo>
                  <a:cubicBezTo>
                    <a:pt x="106" y="25"/>
                    <a:pt x="101" y="27"/>
                    <a:pt x="97" y="27"/>
                  </a:cubicBezTo>
                  <a:cubicBezTo>
                    <a:pt x="93" y="28"/>
                    <a:pt x="90" y="28"/>
                    <a:pt x="87" y="29"/>
                  </a:cubicBezTo>
                  <a:cubicBezTo>
                    <a:pt x="82" y="30"/>
                    <a:pt x="77" y="31"/>
                    <a:pt x="72" y="32"/>
                  </a:cubicBezTo>
                  <a:cubicBezTo>
                    <a:pt x="69" y="32"/>
                    <a:pt x="67" y="33"/>
                    <a:pt x="64" y="34"/>
                  </a:cubicBezTo>
                  <a:cubicBezTo>
                    <a:pt x="59" y="35"/>
                    <a:pt x="54" y="36"/>
                    <a:pt x="49" y="38"/>
                  </a:cubicBezTo>
                  <a:cubicBezTo>
                    <a:pt x="50" y="38"/>
                    <a:pt x="50" y="38"/>
                    <a:pt x="50" y="37"/>
                  </a:cubicBezTo>
                  <a:cubicBezTo>
                    <a:pt x="44" y="39"/>
                    <a:pt x="39" y="41"/>
                    <a:pt x="33" y="43"/>
                  </a:cubicBezTo>
                  <a:cubicBezTo>
                    <a:pt x="30" y="45"/>
                    <a:pt x="28" y="46"/>
                    <a:pt x="26" y="48"/>
                  </a:cubicBezTo>
                  <a:cubicBezTo>
                    <a:pt x="25" y="48"/>
                    <a:pt x="24" y="49"/>
                    <a:pt x="23" y="49"/>
                  </a:cubicBezTo>
                  <a:cubicBezTo>
                    <a:pt x="22" y="50"/>
                    <a:pt x="22" y="50"/>
                    <a:pt x="21" y="51"/>
                  </a:cubicBezTo>
                  <a:cubicBezTo>
                    <a:pt x="23" y="53"/>
                    <a:pt x="23" y="56"/>
                    <a:pt x="22" y="59"/>
                  </a:cubicBezTo>
                  <a:cubicBezTo>
                    <a:pt x="21" y="63"/>
                    <a:pt x="17" y="66"/>
                    <a:pt x="13" y="66"/>
                  </a:cubicBezTo>
                  <a:cubicBezTo>
                    <a:pt x="12" y="66"/>
                    <a:pt x="10" y="66"/>
                    <a:pt x="9" y="6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" name="Google Shape;3620;p42"/>
            <p:cNvSpPr/>
            <p:nvPr/>
          </p:nvSpPr>
          <p:spPr>
            <a:xfrm>
              <a:off x="4047840" y="4898880"/>
              <a:ext cx="47160" cy="102960"/>
            </a:xfrm>
            <a:custGeom>
              <a:avLst/>
              <a:gdLst/>
              <a:ahLst/>
              <a:cxnLst/>
              <a:rect l="l" t="t" r="r" b="b"/>
              <a:pathLst>
                <a:path w="131" h="286" extrusionOk="0">
                  <a:moveTo>
                    <a:pt x="7" y="284"/>
                  </a:moveTo>
                  <a:cubicBezTo>
                    <a:pt x="2" y="283"/>
                    <a:pt x="0" y="277"/>
                    <a:pt x="2" y="272"/>
                  </a:cubicBezTo>
                  <a:cubicBezTo>
                    <a:pt x="10" y="253"/>
                    <a:pt x="18" y="234"/>
                    <a:pt x="25" y="215"/>
                  </a:cubicBezTo>
                  <a:cubicBezTo>
                    <a:pt x="32" y="198"/>
                    <a:pt x="39" y="182"/>
                    <a:pt x="46" y="166"/>
                  </a:cubicBezTo>
                  <a:cubicBezTo>
                    <a:pt x="62" y="128"/>
                    <a:pt x="76" y="92"/>
                    <a:pt x="92" y="54"/>
                  </a:cubicBezTo>
                  <a:cubicBezTo>
                    <a:pt x="96" y="43"/>
                    <a:pt x="101" y="31"/>
                    <a:pt x="106" y="19"/>
                  </a:cubicBezTo>
                  <a:lnTo>
                    <a:pt x="105" y="20"/>
                  </a:lnTo>
                  <a:cubicBezTo>
                    <a:pt x="107" y="16"/>
                    <a:pt x="108" y="12"/>
                    <a:pt x="109" y="8"/>
                  </a:cubicBezTo>
                  <a:cubicBezTo>
                    <a:pt x="111" y="3"/>
                    <a:pt x="116" y="0"/>
                    <a:pt x="122" y="1"/>
                  </a:cubicBezTo>
                  <a:cubicBezTo>
                    <a:pt x="126" y="3"/>
                    <a:pt x="130" y="8"/>
                    <a:pt x="128" y="13"/>
                  </a:cubicBezTo>
                  <a:cubicBezTo>
                    <a:pt x="124" y="22"/>
                    <a:pt x="121" y="31"/>
                    <a:pt x="117" y="40"/>
                  </a:cubicBezTo>
                  <a:cubicBezTo>
                    <a:pt x="113" y="49"/>
                    <a:pt x="110" y="57"/>
                    <a:pt x="106" y="66"/>
                  </a:cubicBezTo>
                  <a:cubicBezTo>
                    <a:pt x="98" y="83"/>
                    <a:pt x="91" y="101"/>
                    <a:pt x="83" y="118"/>
                  </a:cubicBezTo>
                  <a:cubicBezTo>
                    <a:pt x="68" y="154"/>
                    <a:pt x="53" y="189"/>
                    <a:pt x="39" y="226"/>
                  </a:cubicBezTo>
                  <a:cubicBezTo>
                    <a:pt x="35" y="234"/>
                    <a:pt x="32" y="242"/>
                    <a:pt x="29" y="250"/>
                  </a:cubicBezTo>
                  <a:lnTo>
                    <a:pt x="29" y="249"/>
                  </a:lnTo>
                  <a:cubicBezTo>
                    <a:pt x="26" y="259"/>
                    <a:pt x="22" y="269"/>
                    <a:pt x="19" y="278"/>
                  </a:cubicBezTo>
                  <a:cubicBezTo>
                    <a:pt x="17" y="282"/>
                    <a:pt x="14" y="285"/>
                    <a:pt x="10" y="285"/>
                  </a:cubicBezTo>
                  <a:cubicBezTo>
                    <a:pt x="9" y="285"/>
                    <a:pt x="8" y="284"/>
                    <a:pt x="7" y="28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" name="Google Shape;3621;p42"/>
            <p:cNvSpPr/>
            <p:nvPr/>
          </p:nvSpPr>
          <p:spPr>
            <a:xfrm>
              <a:off x="4077000" y="4926240"/>
              <a:ext cx="29520" cy="51840"/>
            </a:xfrm>
            <a:custGeom>
              <a:avLst/>
              <a:gdLst/>
              <a:ahLst/>
              <a:cxnLst/>
              <a:rect l="l" t="t" r="r" b="b"/>
              <a:pathLst>
                <a:path w="82" h="144" extrusionOk="0">
                  <a:moveTo>
                    <a:pt x="24" y="138"/>
                  </a:moveTo>
                  <a:cubicBezTo>
                    <a:pt x="21" y="133"/>
                    <a:pt x="23" y="127"/>
                    <a:pt x="28" y="125"/>
                  </a:cubicBezTo>
                  <a:cubicBezTo>
                    <a:pt x="28" y="125"/>
                    <a:pt x="29" y="124"/>
                    <a:pt x="30" y="123"/>
                  </a:cubicBezTo>
                  <a:cubicBezTo>
                    <a:pt x="35" y="120"/>
                    <a:pt x="39" y="117"/>
                    <a:pt x="43" y="114"/>
                  </a:cubicBezTo>
                  <a:cubicBezTo>
                    <a:pt x="45" y="112"/>
                    <a:pt x="47" y="111"/>
                    <a:pt x="49" y="109"/>
                  </a:cubicBezTo>
                  <a:cubicBezTo>
                    <a:pt x="50" y="107"/>
                    <a:pt x="52" y="105"/>
                    <a:pt x="53" y="103"/>
                  </a:cubicBezTo>
                  <a:cubicBezTo>
                    <a:pt x="55" y="101"/>
                    <a:pt x="56" y="99"/>
                    <a:pt x="57" y="98"/>
                  </a:cubicBezTo>
                  <a:cubicBezTo>
                    <a:pt x="57" y="97"/>
                    <a:pt x="58" y="95"/>
                    <a:pt x="59" y="94"/>
                  </a:cubicBezTo>
                  <a:lnTo>
                    <a:pt x="59" y="93"/>
                  </a:lnTo>
                  <a:cubicBezTo>
                    <a:pt x="59" y="92"/>
                    <a:pt x="59" y="91"/>
                    <a:pt x="59" y="90"/>
                  </a:cubicBezTo>
                  <a:cubicBezTo>
                    <a:pt x="59" y="90"/>
                    <a:pt x="59" y="89"/>
                    <a:pt x="59" y="88"/>
                  </a:cubicBezTo>
                  <a:lnTo>
                    <a:pt x="59" y="89"/>
                  </a:lnTo>
                  <a:cubicBezTo>
                    <a:pt x="59" y="90"/>
                    <a:pt x="59" y="90"/>
                    <a:pt x="59" y="90"/>
                  </a:cubicBezTo>
                  <a:lnTo>
                    <a:pt x="59" y="89"/>
                  </a:lnTo>
                  <a:lnTo>
                    <a:pt x="59" y="88"/>
                  </a:lnTo>
                  <a:cubicBezTo>
                    <a:pt x="59" y="89"/>
                    <a:pt x="59" y="89"/>
                    <a:pt x="59" y="89"/>
                  </a:cubicBezTo>
                  <a:cubicBezTo>
                    <a:pt x="59" y="88"/>
                    <a:pt x="59" y="87"/>
                    <a:pt x="59" y="87"/>
                  </a:cubicBezTo>
                  <a:cubicBezTo>
                    <a:pt x="59" y="86"/>
                    <a:pt x="59" y="86"/>
                    <a:pt x="59" y="85"/>
                  </a:cubicBezTo>
                  <a:lnTo>
                    <a:pt x="59" y="84"/>
                  </a:lnTo>
                  <a:cubicBezTo>
                    <a:pt x="58" y="84"/>
                    <a:pt x="58" y="83"/>
                    <a:pt x="58" y="83"/>
                  </a:cubicBezTo>
                  <a:cubicBezTo>
                    <a:pt x="57" y="83"/>
                    <a:pt x="57" y="82"/>
                    <a:pt x="57" y="81"/>
                  </a:cubicBezTo>
                  <a:cubicBezTo>
                    <a:pt x="56" y="81"/>
                    <a:pt x="56" y="81"/>
                    <a:pt x="56" y="80"/>
                  </a:cubicBezTo>
                  <a:lnTo>
                    <a:pt x="55" y="80"/>
                  </a:lnTo>
                  <a:lnTo>
                    <a:pt x="55" y="79"/>
                  </a:lnTo>
                  <a:cubicBezTo>
                    <a:pt x="53" y="79"/>
                    <a:pt x="53" y="78"/>
                    <a:pt x="52" y="77"/>
                  </a:cubicBezTo>
                  <a:cubicBezTo>
                    <a:pt x="51" y="77"/>
                    <a:pt x="50" y="77"/>
                    <a:pt x="49" y="77"/>
                  </a:cubicBezTo>
                  <a:cubicBezTo>
                    <a:pt x="48" y="76"/>
                    <a:pt x="47" y="76"/>
                    <a:pt x="46" y="76"/>
                  </a:cubicBezTo>
                  <a:cubicBezTo>
                    <a:pt x="44" y="75"/>
                    <a:pt x="43" y="75"/>
                    <a:pt x="42" y="75"/>
                  </a:cubicBezTo>
                  <a:cubicBezTo>
                    <a:pt x="39" y="74"/>
                    <a:pt x="35" y="75"/>
                    <a:pt x="32" y="74"/>
                  </a:cubicBezTo>
                  <a:cubicBezTo>
                    <a:pt x="28" y="73"/>
                    <a:pt x="25" y="69"/>
                    <a:pt x="25" y="63"/>
                  </a:cubicBezTo>
                  <a:cubicBezTo>
                    <a:pt x="25" y="60"/>
                    <a:pt x="27" y="56"/>
                    <a:pt x="29" y="53"/>
                  </a:cubicBezTo>
                  <a:cubicBezTo>
                    <a:pt x="31" y="52"/>
                    <a:pt x="31" y="50"/>
                    <a:pt x="32" y="48"/>
                  </a:cubicBezTo>
                  <a:cubicBezTo>
                    <a:pt x="34" y="45"/>
                    <a:pt x="36" y="41"/>
                    <a:pt x="38" y="38"/>
                  </a:cubicBezTo>
                  <a:cubicBezTo>
                    <a:pt x="38" y="37"/>
                    <a:pt x="38" y="36"/>
                    <a:pt x="38" y="35"/>
                  </a:cubicBezTo>
                  <a:cubicBezTo>
                    <a:pt x="39" y="34"/>
                    <a:pt x="39" y="32"/>
                    <a:pt x="39" y="31"/>
                  </a:cubicBezTo>
                  <a:cubicBezTo>
                    <a:pt x="39" y="30"/>
                    <a:pt x="39" y="29"/>
                    <a:pt x="39" y="27"/>
                  </a:cubicBezTo>
                  <a:lnTo>
                    <a:pt x="39" y="26"/>
                  </a:lnTo>
                  <a:cubicBezTo>
                    <a:pt x="39" y="25"/>
                    <a:pt x="39" y="25"/>
                    <a:pt x="39" y="25"/>
                  </a:cubicBezTo>
                  <a:cubicBezTo>
                    <a:pt x="39" y="24"/>
                    <a:pt x="38" y="24"/>
                    <a:pt x="38" y="24"/>
                  </a:cubicBezTo>
                  <a:lnTo>
                    <a:pt x="39" y="24"/>
                  </a:lnTo>
                  <a:lnTo>
                    <a:pt x="38" y="24"/>
                  </a:lnTo>
                  <a:lnTo>
                    <a:pt x="39" y="24"/>
                  </a:lnTo>
                  <a:cubicBezTo>
                    <a:pt x="39" y="25"/>
                    <a:pt x="39" y="25"/>
                    <a:pt x="39" y="25"/>
                  </a:cubicBezTo>
                  <a:lnTo>
                    <a:pt x="38" y="24"/>
                  </a:lnTo>
                  <a:lnTo>
                    <a:pt x="38" y="23"/>
                  </a:lnTo>
                  <a:cubicBezTo>
                    <a:pt x="38" y="23"/>
                    <a:pt x="37" y="22"/>
                    <a:pt x="36" y="21"/>
                  </a:cubicBezTo>
                  <a:lnTo>
                    <a:pt x="37" y="22"/>
                  </a:lnTo>
                  <a:cubicBezTo>
                    <a:pt x="36" y="22"/>
                    <a:pt x="36" y="21"/>
                    <a:pt x="36" y="21"/>
                  </a:cubicBezTo>
                  <a:cubicBezTo>
                    <a:pt x="35" y="21"/>
                    <a:pt x="35" y="21"/>
                    <a:pt x="35" y="20"/>
                  </a:cubicBezTo>
                  <a:lnTo>
                    <a:pt x="34" y="20"/>
                  </a:lnTo>
                  <a:cubicBezTo>
                    <a:pt x="33" y="20"/>
                    <a:pt x="33" y="20"/>
                    <a:pt x="33" y="20"/>
                  </a:cubicBezTo>
                  <a:cubicBezTo>
                    <a:pt x="32" y="21"/>
                    <a:pt x="31" y="21"/>
                    <a:pt x="30" y="21"/>
                  </a:cubicBezTo>
                  <a:cubicBezTo>
                    <a:pt x="29" y="22"/>
                    <a:pt x="28" y="22"/>
                    <a:pt x="27" y="23"/>
                  </a:cubicBezTo>
                  <a:lnTo>
                    <a:pt x="26" y="24"/>
                  </a:lnTo>
                  <a:cubicBezTo>
                    <a:pt x="25" y="24"/>
                    <a:pt x="24" y="25"/>
                    <a:pt x="23" y="26"/>
                  </a:cubicBezTo>
                  <a:cubicBezTo>
                    <a:pt x="23" y="27"/>
                    <a:pt x="22" y="27"/>
                    <a:pt x="22" y="27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21" y="28"/>
                    <a:pt x="21" y="28"/>
                    <a:pt x="21" y="29"/>
                  </a:cubicBezTo>
                  <a:cubicBezTo>
                    <a:pt x="21" y="30"/>
                    <a:pt x="21" y="30"/>
                    <a:pt x="21" y="30"/>
                  </a:cubicBezTo>
                  <a:lnTo>
                    <a:pt x="21" y="31"/>
                  </a:lnTo>
                  <a:cubicBezTo>
                    <a:pt x="20" y="36"/>
                    <a:pt x="14" y="39"/>
                    <a:pt x="9" y="38"/>
                  </a:cubicBezTo>
                  <a:cubicBezTo>
                    <a:pt x="4" y="36"/>
                    <a:pt x="0" y="30"/>
                    <a:pt x="3" y="25"/>
                  </a:cubicBezTo>
                  <a:lnTo>
                    <a:pt x="3" y="24"/>
                  </a:lnTo>
                  <a:cubicBezTo>
                    <a:pt x="3" y="23"/>
                    <a:pt x="4" y="21"/>
                    <a:pt x="4" y="20"/>
                  </a:cubicBezTo>
                  <a:cubicBezTo>
                    <a:pt x="6" y="17"/>
                    <a:pt x="8" y="15"/>
                    <a:pt x="10" y="13"/>
                  </a:cubicBezTo>
                  <a:cubicBezTo>
                    <a:pt x="14" y="8"/>
                    <a:pt x="20" y="5"/>
                    <a:pt x="25" y="3"/>
                  </a:cubicBezTo>
                  <a:cubicBezTo>
                    <a:pt x="31" y="0"/>
                    <a:pt x="38" y="0"/>
                    <a:pt x="43" y="3"/>
                  </a:cubicBezTo>
                  <a:cubicBezTo>
                    <a:pt x="49" y="6"/>
                    <a:pt x="53" y="12"/>
                    <a:pt x="56" y="17"/>
                  </a:cubicBezTo>
                  <a:cubicBezTo>
                    <a:pt x="58" y="24"/>
                    <a:pt x="58" y="30"/>
                    <a:pt x="57" y="37"/>
                  </a:cubicBezTo>
                  <a:cubicBezTo>
                    <a:pt x="56" y="42"/>
                    <a:pt x="53" y="47"/>
                    <a:pt x="51" y="52"/>
                  </a:cubicBezTo>
                  <a:cubicBezTo>
                    <a:pt x="50" y="54"/>
                    <a:pt x="50" y="56"/>
                    <a:pt x="49" y="57"/>
                  </a:cubicBezTo>
                  <a:cubicBezTo>
                    <a:pt x="49" y="58"/>
                    <a:pt x="50" y="58"/>
                    <a:pt x="50" y="58"/>
                  </a:cubicBezTo>
                  <a:cubicBezTo>
                    <a:pt x="57" y="59"/>
                    <a:pt x="63" y="62"/>
                    <a:pt x="68" y="66"/>
                  </a:cubicBezTo>
                  <a:cubicBezTo>
                    <a:pt x="78" y="75"/>
                    <a:pt x="81" y="90"/>
                    <a:pt x="75" y="102"/>
                  </a:cubicBezTo>
                  <a:cubicBezTo>
                    <a:pt x="73" y="108"/>
                    <a:pt x="69" y="114"/>
                    <a:pt x="64" y="119"/>
                  </a:cubicBezTo>
                  <a:cubicBezTo>
                    <a:pt x="61" y="123"/>
                    <a:pt x="57" y="127"/>
                    <a:pt x="52" y="130"/>
                  </a:cubicBezTo>
                  <a:cubicBezTo>
                    <a:pt x="48" y="134"/>
                    <a:pt x="42" y="139"/>
                    <a:pt x="36" y="142"/>
                  </a:cubicBezTo>
                  <a:cubicBezTo>
                    <a:pt x="35" y="143"/>
                    <a:pt x="34" y="143"/>
                    <a:pt x="32" y="143"/>
                  </a:cubicBezTo>
                  <a:cubicBezTo>
                    <a:pt x="29" y="143"/>
                    <a:pt x="25" y="141"/>
                    <a:pt x="24" y="13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" name="Google Shape;3622;p42"/>
            <p:cNvSpPr/>
            <p:nvPr/>
          </p:nvSpPr>
          <p:spPr>
            <a:xfrm>
              <a:off x="4115160" y="4883040"/>
              <a:ext cx="22680" cy="127800"/>
            </a:xfrm>
            <a:custGeom>
              <a:avLst/>
              <a:gdLst/>
              <a:ahLst/>
              <a:cxnLst/>
              <a:rect l="l" t="t" r="r" b="b"/>
              <a:pathLst>
                <a:path w="63" h="355" extrusionOk="0">
                  <a:moveTo>
                    <a:pt x="4" y="352"/>
                  </a:moveTo>
                  <a:cubicBezTo>
                    <a:pt x="0" y="349"/>
                    <a:pt x="0" y="343"/>
                    <a:pt x="3" y="339"/>
                  </a:cubicBezTo>
                  <a:cubicBezTo>
                    <a:pt x="4" y="338"/>
                    <a:pt x="5" y="337"/>
                    <a:pt x="6" y="335"/>
                  </a:cubicBezTo>
                  <a:cubicBezTo>
                    <a:pt x="6" y="334"/>
                    <a:pt x="7" y="334"/>
                    <a:pt x="7" y="333"/>
                  </a:cubicBezTo>
                  <a:lnTo>
                    <a:pt x="8" y="333"/>
                  </a:lnTo>
                  <a:cubicBezTo>
                    <a:pt x="8" y="332"/>
                    <a:pt x="8" y="332"/>
                    <a:pt x="8" y="332"/>
                  </a:cubicBezTo>
                  <a:cubicBezTo>
                    <a:pt x="8" y="332"/>
                    <a:pt x="9" y="332"/>
                    <a:pt x="9" y="331"/>
                  </a:cubicBezTo>
                  <a:cubicBezTo>
                    <a:pt x="13" y="324"/>
                    <a:pt x="17" y="318"/>
                    <a:pt x="21" y="311"/>
                  </a:cubicBezTo>
                  <a:cubicBezTo>
                    <a:pt x="24" y="306"/>
                    <a:pt x="26" y="300"/>
                    <a:pt x="28" y="295"/>
                  </a:cubicBezTo>
                  <a:cubicBezTo>
                    <a:pt x="31" y="289"/>
                    <a:pt x="32" y="283"/>
                    <a:pt x="34" y="277"/>
                  </a:cubicBezTo>
                  <a:cubicBezTo>
                    <a:pt x="35" y="271"/>
                    <a:pt x="36" y="266"/>
                    <a:pt x="37" y="260"/>
                  </a:cubicBezTo>
                  <a:cubicBezTo>
                    <a:pt x="38" y="256"/>
                    <a:pt x="39" y="250"/>
                    <a:pt x="40" y="246"/>
                  </a:cubicBezTo>
                  <a:cubicBezTo>
                    <a:pt x="41" y="242"/>
                    <a:pt x="41" y="238"/>
                    <a:pt x="42" y="233"/>
                  </a:cubicBezTo>
                  <a:cubicBezTo>
                    <a:pt x="42" y="228"/>
                    <a:pt x="43" y="222"/>
                    <a:pt x="44" y="217"/>
                  </a:cubicBezTo>
                  <a:cubicBezTo>
                    <a:pt x="44" y="213"/>
                    <a:pt x="44" y="208"/>
                    <a:pt x="44" y="205"/>
                  </a:cubicBezTo>
                  <a:cubicBezTo>
                    <a:pt x="44" y="201"/>
                    <a:pt x="45" y="197"/>
                    <a:pt x="45" y="192"/>
                  </a:cubicBezTo>
                  <a:cubicBezTo>
                    <a:pt x="45" y="183"/>
                    <a:pt x="45" y="175"/>
                    <a:pt x="45" y="166"/>
                  </a:cubicBezTo>
                  <a:cubicBezTo>
                    <a:pt x="45" y="161"/>
                    <a:pt x="44" y="157"/>
                    <a:pt x="44" y="151"/>
                  </a:cubicBezTo>
                  <a:cubicBezTo>
                    <a:pt x="44" y="148"/>
                    <a:pt x="44" y="144"/>
                    <a:pt x="44" y="140"/>
                  </a:cubicBezTo>
                  <a:cubicBezTo>
                    <a:pt x="42" y="130"/>
                    <a:pt x="42" y="120"/>
                    <a:pt x="41" y="110"/>
                  </a:cubicBezTo>
                  <a:cubicBezTo>
                    <a:pt x="38" y="90"/>
                    <a:pt x="35" y="70"/>
                    <a:pt x="33" y="49"/>
                  </a:cubicBezTo>
                  <a:cubicBezTo>
                    <a:pt x="33" y="45"/>
                    <a:pt x="32" y="40"/>
                    <a:pt x="31" y="35"/>
                  </a:cubicBezTo>
                  <a:cubicBezTo>
                    <a:pt x="31" y="30"/>
                    <a:pt x="31" y="24"/>
                    <a:pt x="31" y="17"/>
                  </a:cubicBezTo>
                  <a:cubicBezTo>
                    <a:pt x="31" y="13"/>
                    <a:pt x="33" y="9"/>
                    <a:pt x="35" y="5"/>
                  </a:cubicBezTo>
                  <a:cubicBezTo>
                    <a:pt x="38" y="2"/>
                    <a:pt x="41" y="0"/>
                    <a:pt x="46" y="0"/>
                  </a:cubicBezTo>
                  <a:cubicBezTo>
                    <a:pt x="51" y="0"/>
                    <a:pt x="56" y="3"/>
                    <a:pt x="56" y="9"/>
                  </a:cubicBezTo>
                  <a:cubicBezTo>
                    <a:pt x="56" y="13"/>
                    <a:pt x="54" y="17"/>
                    <a:pt x="50" y="19"/>
                  </a:cubicBezTo>
                  <a:cubicBezTo>
                    <a:pt x="50" y="20"/>
                    <a:pt x="50" y="20"/>
                    <a:pt x="50" y="21"/>
                  </a:cubicBezTo>
                  <a:cubicBezTo>
                    <a:pt x="49" y="25"/>
                    <a:pt x="49" y="29"/>
                    <a:pt x="50" y="33"/>
                  </a:cubicBezTo>
                  <a:cubicBezTo>
                    <a:pt x="51" y="45"/>
                    <a:pt x="52" y="57"/>
                    <a:pt x="53" y="69"/>
                  </a:cubicBezTo>
                  <a:cubicBezTo>
                    <a:pt x="54" y="79"/>
                    <a:pt x="55" y="89"/>
                    <a:pt x="56" y="99"/>
                  </a:cubicBezTo>
                  <a:cubicBezTo>
                    <a:pt x="58" y="109"/>
                    <a:pt x="59" y="120"/>
                    <a:pt x="59" y="130"/>
                  </a:cubicBezTo>
                  <a:cubicBezTo>
                    <a:pt x="61" y="141"/>
                    <a:pt x="61" y="151"/>
                    <a:pt x="61" y="161"/>
                  </a:cubicBezTo>
                  <a:cubicBezTo>
                    <a:pt x="62" y="172"/>
                    <a:pt x="62" y="182"/>
                    <a:pt x="61" y="192"/>
                  </a:cubicBezTo>
                  <a:cubicBezTo>
                    <a:pt x="61" y="196"/>
                    <a:pt x="61" y="200"/>
                    <a:pt x="61" y="204"/>
                  </a:cubicBezTo>
                  <a:cubicBezTo>
                    <a:pt x="61" y="209"/>
                    <a:pt x="61" y="214"/>
                    <a:pt x="60" y="219"/>
                  </a:cubicBezTo>
                  <a:cubicBezTo>
                    <a:pt x="59" y="229"/>
                    <a:pt x="58" y="238"/>
                    <a:pt x="56" y="248"/>
                  </a:cubicBezTo>
                  <a:cubicBezTo>
                    <a:pt x="56" y="253"/>
                    <a:pt x="55" y="258"/>
                    <a:pt x="54" y="263"/>
                  </a:cubicBezTo>
                  <a:cubicBezTo>
                    <a:pt x="53" y="268"/>
                    <a:pt x="52" y="274"/>
                    <a:pt x="51" y="280"/>
                  </a:cubicBezTo>
                  <a:cubicBezTo>
                    <a:pt x="49" y="284"/>
                    <a:pt x="48" y="288"/>
                    <a:pt x="47" y="292"/>
                  </a:cubicBezTo>
                  <a:cubicBezTo>
                    <a:pt x="45" y="298"/>
                    <a:pt x="44" y="303"/>
                    <a:pt x="41" y="309"/>
                  </a:cubicBezTo>
                  <a:cubicBezTo>
                    <a:pt x="38" y="315"/>
                    <a:pt x="35" y="321"/>
                    <a:pt x="32" y="327"/>
                  </a:cubicBezTo>
                  <a:cubicBezTo>
                    <a:pt x="28" y="335"/>
                    <a:pt x="23" y="344"/>
                    <a:pt x="17" y="351"/>
                  </a:cubicBezTo>
                  <a:cubicBezTo>
                    <a:pt x="16" y="353"/>
                    <a:pt x="13" y="354"/>
                    <a:pt x="10" y="354"/>
                  </a:cubicBezTo>
                  <a:cubicBezTo>
                    <a:pt x="8" y="354"/>
                    <a:pt x="6" y="354"/>
                    <a:pt x="4" y="35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" name="Google Shape;3623;p42"/>
            <p:cNvSpPr/>
            <p:nvPr/>
          </p:nvSpPr>
          <p:spPr>
            <a:xfrm>
              <a:off x="4160880" y="4941000"/>
              <a:ext cx="27360" cy="10080"/>
            </a:xfrm>
            <a:custGeom>
              <a:avLst/>
              <a:gdLst/>
              <a:ahLst/>
              <a:cxnLst/>
              <a:rect l="l" t="t" r="r" b="b"/>
              <a:pathLst>
                <a:path w="76" h="28" extrusionOk="0">
                  <a:moveTo>
                    <a:pt x="17" y="26"/>
                  </a:moveTo>
                  <a:cubicBezTo>
                    <a:pt x="11" y="25"/>
                    <a:pt x="4" y="24"/>
                    <a:pt x="2" y="18"/>
                  </a:cubicBezTo>
                  <a:cubicBezTo>
                    <a:pt x="0" y="12"/>
                    <a:pt x="3" y="7"/>
                    <a:pt x="7" y="5"/>
                  </a:cubicBezTo>
                  <a:cubicBezTo>
                    <a:pt x="9" y="5"/>
                    <a:pt x="10" y="4"/>
                    <a:pt x="12" y="4"/>
                  </a:cubicBezTo>
                  <a:cubicBezTo>
                    <a:pt x="15" y="4"/>
                    <a:pt x="17" y="5"/>
                    <a:pt x="19" y="7"/>
                  </a:cubicBezTo>
                  <a:cubicBezTo>
                    <a:pt x="21" y="8"/>
                    <a:pt x="24" y="8"/>
                    <a:pt x="27" y="8"/>
                  </a:cubicBezTo>
                  <a:lnTo>
                    <a:pt x="28" y="8"/>
                  </a:lnTo>
                  <a:lnTo>
                    <a:pt x="27" y="8"/>
                  </a:lnTo>
                  <a:cubicBezTo>
                    <a:pt x="29" y="8"/>
                    <a:pt x="31" y="9"/>
                    <a:pt x="33" y="8"/>
                  </a:cubicBezTo>
                  <a:cubicBezTo>
                    <a:pt x="35" y="8"/>
                    <a:pt x="37" y="8"/>
                    <a:pt x="39" y="8"/>
                  </a:cubicBezTo>
                  <a:cubicBezTo>
                    <a:pt x="43" y="7"/>
                    <a:pt x="47" y="6"/>
                    <a:pt x="51" y="5"/>
                  </a:cubicBezTo>
                  <a:cubicBezTo>
                    <a:pt x="55" y="4"/>
                    <a:pt x="58" y="3"/>
                    <a:pt x="62" y="1"/>
                  </a:cubicBezTo>
                  <a:cubicBezTo>
                    <a:pt x="66" y="0"/>
                    <a:pt x="71" y="2"/>
                    <a:pt x="73" y="7"/>
                  </a:cubicBezTo>
                  <a:cubicBezTo>
                    <a:pt x="75" y="11"/>
                    <a:pt x="73" y="17"/>
                    <a:pt x="68" y="18"/>
                  </a:cubicBezTo>
                  <a:cubicBezTo>
                    <a:pt x="59" y="22"/>
                    <a:pt x="50" y="25"/>
                    <a:pt x="41" y="26"/>
                  </a:cubicBezTo>
                  <a:cubicBezTo>
                    <a:pt x="38" y="27"/>
                    <a:pt x="34" y="27"/>
                    <a:pt x="31" y="27"/>
                  </a:cubicBezTo>
                  <a:cubicBezTo>
                    <a:pt x="27" y="27"/>
                    <a:pt x="22" y="27"/>
                    <a:pt x="17" y="2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" name="Google Shape;3624;p42"/>
            <p:cNvSpPr/>
            <p:nvPr/>
          </p:nvSpPr>
          <p:spPr>
            <a:xfrm>
              <a:off x="4172040" y="4919400"/>
              <a:ext cx="11880" cy="45000"/>
            </a:xfrm>
            <a:custGeom>
              <a:avLst/>
              <a:gdLst/>
              <a:ahLst/>
              <a:cxnLst/>
              <a:rect l="l" t="t" r="r" b="b"/>
              <a:pathLst>
                <a:path w="33" h="125" extrusionOk="0">
                  <a:moveTo>
                    <a:pt x="9" y="124"/>
                  </a:moveTo>
                  <a:cubicBezTo>
                    <a:pt x="4" y="124"/>
                    <a:pt x="0" y="120"/>
                    <a:pt x="0" y="115"/>
                  </a:cubicBezTo>
                  <a:cubicBezTo>
                    <a:pt x="0" y="106"/>
                    <a:pt x="0" y="96"/>
                    <a:pt x="0" y="87"/>
                  </a:cubicBezTo>
                  <a:cubicBezTo>
                    <a:pt x="0" y="78"/>
                    <a:pt x="1" y="69"/>
                    <a:pt x="1" y="60"/>
                  </a:cubicBezTo>
                  <a:cubicBezTo>
                    <a:pt x="3" y="42"/>
                    <a:pt x="5" y="24"/>
                    <a:pt x="12" y="7"/>
                  </a:cubicBezTo>
                  <a:cubicBezTo>
                    <a:pt x="14" y="3"/>
                    <a:pt x="18" y="0"/>
                    <a:pt x="24" y="1"/>
                  </a:cubicBezTo>
                  <a:cubicBezTo>
                    <a:pt x="29" y="3"/>
                    <a:pt x="32" y="9"/>
                    <a:pt x="29" y="14"/>
                  </a:cubicBezTo>
                  <a:cubicBezTo>
                    <a:pt x="29" y="15"/>
                    <a:pt x="29" y="15"/>
                    <a:pt x="29" y="16"/>
                  </a:cubicBezTo>
                  <a:cubicBezTo>
                    <a:pt x="28" y="20"/>
                    <a:pt x="26" y="24"/>
                    <a:pt x="25" y="28"/>
                  </a:cubicBezTo>
                  <a:cubicBezTo>
                    <a:pt x="25" y="31"/>
                    <a:pt x="24" y="33"/>
                    <a:pt x="23" y="36"/>
                  </a:cubicBezTo>
                  <a:cubicBezTo>
                    <a:pt x="22" y="39"/>
                    <a:pt x="22" y="42"/>
                    <a:pt x="22" y="46"/>
                  </a:cubicBezTo>
                  <a:cubicBezTo>
                    <a:pt x="21" y="51"/>
                    <a:pt x="20" y="57"/>
                    <a:pt x="19" y="63"/>
                  </a:cubicBezTo>
                  <a:cubicBezTo>
                    <a:pt x="19" y="71"/>
                    <a:pt x="18" y="79"/>
                    <a:pt x="18" y="88"/>
                  </a:cubicBezTo>
                  <a:cubicBezTo>
                    <a:pt x="18" y="97"/>
                    <a:pt x="18" y="106"/>
                    <a:pt x="18" y="116"/>
                  </a:cubicBezTo>
                  <a:cubicBezTo>
                    <a:pt x="18" y="120"/>
                    <a:pt x="14" y="124"/>
                    <a:pt x="9" y="12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" name="Google Shape;3625;p42"/>
            <p:cNvSpPr/>
            <p:nvPr/>
          </p:nvSpPr>
          <p:spPr>
            <a:xfrm>
              <a:off x="4203720" y="4896720"/>
              <a:ext cx="30240" cy="78480"/>
            </a:xfrm>
            <a:custGeom>
              <a:avLst/>
              <a:gdLst/>
              <a:ahLst/>
              <a:cxnLst/>
              <a:rect l="l" t="t" r="r" b="b"/>
              <a:pathLst>
                <a:path w="84" h="218" extrusionOk="0">
                  <a:moveTo>
                    <a:pt x="21" y="217"/>
                  </a:moveTo>
                  <a:cubicBezTo>
                    <a:pt x="19" y="217"/>
                    <a:pt x="16" y="216"/>
                    <a:pt x="14" y="214"/>
                  </a:cubicBezTo>
                  <a:cubicBezTo>
                    <a:pt x="13" y="212"/>
                    <a:pt x="12" y="209"/>
                    <a:pt x="12" y="206"/>
                  </a:cubicBezTo>
                  <a:cubicBezTo>
                    <a:pt x="14" y="191"/>
                    <a:pt x="16" y="176"/>
                    <a:pt x="18" y="162"/>
                  </a:cubicBezTo>
                  <a:cubicBezTo>
                    <a:pt x="19" y="154"/>
                    <a:pt x="20" y="147"/>
                    <a:pt x="22" y="139"/>
                  </a:cubicBezTo>
                  <a:cubicBezTo>
                    <a:pt x="23" y="133"/>
                    <a:pt x="24" y="126"/>
                    <a:pt x="26" y="119"/>
                  </a:cubicBezTo>
                  <a:cubicBezTo>
                    <a:pt x="25" y="120"/>
                    <a:pt x="25" y="120"/>
                    <a:pt x="25" y="120"/>
                  </a:cubicBezTo>
                  <a:cubicBezTo>
                    <a:pt x="25" y="119"/>
                    <a:pt x="26" y="119"/>
                    <a:pt x="26" y="118"/>
                  </a:cubicBezTo>
                  <a:cubicBezTo>
                    <a:pt x="26" y="118"/>
                    <a:pt x="26" y="117"/>
                    <a:pt x="27" y="117"/>
                  </a:cubicBezTo>
                  <a:lnTo>
                    <a:pt x="26" y="117"/>
                  </a:lnTo>
                  <a:cubicBezTo>
                    <a:pt x="27" y="117"/>
                    <a:pt x="27" y="117"/>
                    <a:pt x="27" y="117"/>
                  </a:cubicBezTo>
                  <a:cubicBezTo>
                    <a:pt x="27" y="116"/>
                    <a:pt x="27" y="116"/>
                    <a:pt x="27" y="116"/>
                  </a:cubicBezTo>
                  <a:cubicBezTo>
                    <a:pt x="27" y="114"/>
                    <a:pt x="27" y="112"/>
                    <a:pt x="28" y="110"/>
                  </a:cubicBezTo>
                  <a:cubicBezTo>
                    <a:pt x="28" y="111"/>
                    <a:pt x="28" y="111"/>
                    <a:pt x="28" y="111"/>
                  </a:cubicBezTo>
                  <a:lnTo>
                    <a:pt x="28" y="110"/>
                  </a:lnTo>
                  <a:cubicBezTo>
                    <a:pt x="27" y="112"/>
                    <a:pt x="26" y="113"/>
                    <a:pt x="25" y="114"/>
                  </a:cubicBezTo>
                  <a:cubicBezTo>
                    <a:pt x="25" y="115"/>
                    <a:pt x="24" y="117"/>
                    <a:pt x="23" y="119"/>
                  </a:cubicBezTo>
                  <a:cubicBezTo>
                    <a:pt x="22" y="120"/>
                    <a:pt x="21" y="121"/>
                    <a:pt x="21" y="122"/>
                  </a:cubicBezTo>
                  <a:cubicBezTo>
                    <a:pt x="21" y="121"/>
                    <a:pt x="21" y="121"/>
                    <a:pt x="21" y="121"/>
                  </a:cubicBezTo>
                  <a:cubicBezTo>
                    <a:pt x="21" y="122"/>
                    <a:pt x="21" y="123"/>
                    <a:pt x="20" y="124"/>
                  </a:cubicBezTo>
                  <a:cubicBezTo>
                    <a:pt x="18" y="128"/>
                    <a:pt x="12" y="131"/>
                    <a:pt x="7" y="128"/>
                  </a:cubicBezTo>
                  <a:cubicBezTo>
                    <a:pt x="3" y="126"/>
                    <a:pt x="0" y="120"/>
                    <a:pt x="3" y="116"/>
                  </a:cubicBezTo>
                  <a:cubicBezTo>
                    <a:pt x="6" y="109"/>
                    <a:pt x="10" y="103"/>
                    <a:pt x="14" y="97"/>
                  </a:cubicBezTo>
                  <a:lnTo>
                    <a:pt x="14" y="98"/>
                  </a:lnTo>
                  <a:cubicBezTo>
                    <a:pt x="16" y="95"/>
                    <a:pt x="17" y="93"/>
                    <a:pt x="19" y="91"/>
                  </a:cubicBezTo>
                  <a:cubicBezTo>
                    <a:pt x="19" y="91"/>
                    <a:pt x="18" y="91"/>
                    <a:pt x="18" y="92"/>
                  </a:cubicBezTo>
                  <a:cubicBezTo>
                    <a:pt x="27" y="80"/>
                    <a:pt x="36" y="67"/>
                    <a:pt x="43" y="54"/>
                  </a:cubicBezTo>
                  <a:cubicBezTo>
                    <a:pt x="45" y="48"/>
                    <a:pt x="48" y="41"/>
                    <a:pt x="50" y="35"/>
                  </a:cubicBezTo>
                  <a:cubicBezTo>
                    <a:pt x="51" y="31"/>
                    <a:pt x="53" y="27"/>
                    <a:pt x="54" y="24"/>
                  </a:cubicBezTo>
                  <a:cubicBezTo>
                    <a:pt x="55" y="21"/>
                    <a:pt x="56" y="18"/>
                    <a:pt x="57" y="16"/>
                  </a:cubicBezTo>
                  <a:cubicBezTo>
                    <a:pt x="58" y="14"/>
                    <a:pt x="59" y="11"/>
                    <a:pt x="60" y="9"/>
                  </a:cubicBezTo>
                  <a:cubicBezTo>
                    <a:pt x="62" y="7"/>
                    <a:pt x="63" y="6"/>
                    <a:pt x="64" y="4"/>
                  </a:cubicBezTo>
                  <a:cubicBezTo>
                    <a:pt x="67" y="0"/>
                    <a:pt x="72" y="0"/>
                    <a:pt x="76" y="2"/>
                  </a:cubicBezTo>
                  <a:cubicBezTo>
                    <a:pt x="78" y="2"/>
                    <a:pt x="80" y="3"/>
                    <a:pt x="81" y="5"/>
                  </a:cubicBezTo>
                  <a:cubicBezTo>
                    <a:pt x="83" y="7"/>
                    <a:pt x="83" y="10"/>
                    <a:pt x="83" y="12"/>
                  </a:cubicBezTo>
                  <a:cubicBezTo>
                    <a:pt x="83" y="15"/>
                    <a:pt x="81" y="18"/>
                    <a:pt x="81" y="20"/>
                  </a:cubicBezTo>
                  <a:cubicBezTo>
                    <a:pt x="80" y="21"/>
                    <a:pt x="80" y="22"/>
                    <a:pt x="79" y="24"/>
                  </a:cubicBezTo>
                  <a:cubicBezTo>
                    <a:pt x="77" y="28"/>
                    <a:pt x="75" y="33"/>
                    <a:pt x="73" y="38"/>
                  </a:cubicBezTo>
                  <a:cubicBezTo>
                    <a:pt x="69" y="46"/>
                    <a:pt x="64" y="55"/>
                    <a:pt x="59" y="63"/>
                  </a:cubicBezTo>
                  <a:cubicBezTo>
                    <a:pt x="59" y="64"/>
                    <a:pt x="59" y="64"/>
                    <a:pt x="58" y="66"/>
                  </a:cubicBezTo>
                  <a:cubicBezTo>
                    <a:pt x="57" y="70"/>
                    <a:pt x="55" y="74"/>
                    <a:pt x="54" y="79"/>
                  </a:cubicBezTo>
                  <a:cubicBezTo>
                    <a:pt x="53" y="82"/>
                    <a:pt x="52" y="86"/>
                    <a:pt x="51" y="89"/>
                  </a:cubicBezTo>
                  <a:cubicBezTo>
                    <a:pt x="50" y="95"/>
                    <a:pt x="48" y="99"/>
                    <a:pt x="47" y="105"/>
                  </a:cubicBezTo>
                  <a:lnTo>
                    <a:pt x="47" y="104"/>
                  </a:lnTo>
                  <a:cubicBezTo>
                    <a:pt x="46" y="109"/>
                    <a:pt x="45" y="114"/>
                    <a:pt x="43" y="120"/>
                  </a:cubicBezTo>
                  <a:lnTo>
                    <a:pt x="43" y="119"/>
                  </a:lnTo>
                  <a:cubicBezTo>
                    <a:pt x="43" y="120"/>
                    <a:pt x="43" y="121"/>
                    <a:pt x="43" y="123"/>
                  </a:cubicBezTo>
                  <a:lnTo>
                    <a:pt x="42" y="123"/>
                  </a:lnTo>
                  <a:lnTo>
                    <a:pt x="43" y="123"/>
                  </a:lnTo>
                  <a:cubicBezTo>
                    <a:pt x="42" y="123"/>
                    <a:pt x="42" y="123"/>
                    <a:pt x="42" y="123"/>
                  </a:cubicBezTo>
                  <a:lnTo>
                    <a:pt x="42" y="124"/>
                  </a:lnTo>
                  <a:lnTo>
                    <a:pt x="42" y="123"/>
                  </a:lnTo>
                  <a:cubicBezTo>
                    <a:pt x="42" y="124"/>
                    <a:pt x="42" y="124"/>
                    <a:pt x="42" y="124"/>
                  </a:cubicBezTo>
                  <a:lnTo>
                    <a:pt x="42" y="123"/>
                  </a:lnTo>
                  <a:cubicBezTo>
                    <a:pt x="40" y="135"/>
                    <a:pt x="38" y="147"/>
                    <a:pt x="37" y="159"/>
                  </a:cubicBezTo>
                  <a:cubicBezTo>
                    <a:pt x="35" y="172"/>
                    <a:pt x="33" y="184"/>
                    <a:pt x="32" y="197"/>
                  </a:cubicBezTo>
                  <a:lnTo>
                    <a:pt x="32" y="198"/>
                  </a:lnTo>
                  <a:cubicBezTo>
                    <a:pt x="32" y="201"/>
                    <a:pt x="31" y="204"/>
                    <a:pt x="31" y="208"/>
                  </a:cubicBezTo>
                  <a:cubicBezTo>
                    <a:pt x="31" y="213"/>
                    <a:pt x="27" y="217"/>
                    <a:pt x="21" y="21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" name="Google Shape;3626;p42"/>
            <p:cNvSpPr/>
            <p:nvPr/>
          </p:nvSpPr>
          <p:spPr>
            <a:xfrm>
              <a:off x="3567600" y="4994640"/>
              <a:ext cx="770760" cy="11880"/>
            </a:xfrm>
            <a:custGeom>
              <a:avLst/>
              <a:gdLst/>
              <a:ahLst/>
              <a:cxnLst/>
              <a:rect l="l" t="t" r="r" b="b"/>
              <a:pathLst>
                <a:path w="2141" h="33" extrusionOk="0">
                  <a:moveTo>
                    <a:pt x="10" y="32"/>
                  </a:moveTo>
                  <a:lnTo>
                    <a:pt x="9" y="32"/>
                  </a:lnTo>
                  <a:cubicBezTo>
                    <a:pt x="4" y="32"/>
                    <a:pt x="0" y="28"/>
                    <a:pt x="0" y="23"/>
                  </a:cubicBezTo>
                  <a:cubicBezTo>
                    <a:pt x="0" y="18"/>
                    <a:pt x="5" y="14"/>
                    <a:pt x="10" y="14"/>
                  </a:cubicBezTo>
                  <a:cubicBezTo>
                    <a:pt x="18" y="14"/>
                    <a:pt x="26" y="14"/>
                    <a:pt x="34" y="14"/>
                  </a:cubicBezTo>
                  <a:cubicBezTo>
                    <a:pt x="46" y="14"/>
                    <a:pt x="56" y="14"/>
                    <a:pt x="67" y="14"/>
                  </a:cubicBezTo>
                  <a:cubicBezTo>
                    <a:pt x="90" y="14"/>
                    <a:pt x="113" y="14"/>
                    <a:pt x="136" y="14"/>
                  </a:cubicBezTo>
                  <a:cubicBezTo>
                    <a:pt x="180" y="13"/>
                    <a:pt x="224" y="13"/>
                    <a:pt x="268" y="13"/>
                  </a:cubicBezTo>
                  <a:cubicBezTo>
                    <a:pt x="357" y="13"/>
                    <a:pt x="446" y="11"/>
                    <a:pt x="534" y="11"/>
                  </a:cubicBezTo>
                  <a:cubicBezTo>
                    <a:pt x="579" y="11"/>
                    <a:pt x="624" y="11"/>
                    <a:pt x="668" y="10"/>
                  </a:cubicBezTo>
                  <a:cubicBezTo>
                    <a:pt x="713" y="10"/>
                    <a:pt x="759" y="10"/>
                    <a:pt x="804" y="10"/>
                  </a:cubicBezTo>
                  <a:cubicBezTo>
                    <a:pt x="894" y="10"/>
                    <a:pt x="985" y="9"/>
                    <a:pt x="1075" y="8"/>
                  </a:cubicBezTo>
                  <a:cubicBezTo>
                    <a:pt x="1166" y="8"/>
                    <a:pt x="1256" y="7"/>
                    <a:pt x="1347" y="6"/>
                  </a:cubicBezTo>
                  <a:cubicBezTo>
                    <a:pt x="1436" y="6"/>
                    <a:pt x="1527" y="6"/>
                    <a:pt x="1617" y="5"/>
                  </a:cubicBezTo>
                  <a:cubicBezTo>
                    <a:pt x="1662" y="4"/>
                    <a:pt x="1708" y="4"/>
                    <a:pt x="1753" y="4"/>
                  </a:cubicBezTo>
                  <a:cubicBezTo>
                    <a:pt x="1799" y="3"/>
                    <a:pt x="1845" y="3"/>
                    <a:pt x="1890" y="3"/>
                  </a:cubicBezTo>
                  <a:cubicBezTo>
                    <a:pt x="1933" y="2"/>
                    <a:pt x="1977" y="2"/>
                    <a:pt x="2020" y="2"/>
                  </a:cubicBezTo>
                  <a:cubicBezTo>
                    <a:pt x="2030" y="1"/>
                    <a:pt x="2040" y="1"/>
                    <a:pt x="2050" y="0"/>
                  </a:cubicBezTo>
                  <a:cubicBezTo>
                    <a:pt x="2059" y="0"/>
                    <a:pt x="2068" y="0"/>
                    <a:pt x="2077" y="0"/>
                  </a:cubicBezTo>
                  <a:cubicBezTo>
                    <a:pt x="2095" y="0"/>
                    <a:pt x="2112" y="0"/>
                    <a:pt x="2130" y="0"/>
                  </a:cubicBezTo>
                  <a:cubicBezTo>
                    <a:pt x="2136" y="0"/>
                    <a:pt x="2140" y="5"/>
                    <a:pt x="2140" y="10"/>
                  </a:cubicBezTo>
                  <a:cubicBezTo>
                    <a:pt x="2140" y="16"/>
                    <a:pt x="2135" y="20"/>
                    <a:pt x="2130" y="20"/>
                  </a:cubicBezTo>
                  <a:cubicBezTo>
                    <a:pt x="2112" y="20"/>
                    <a:pt x="2094" y="20"/>
                    <a:pt x="2076" y="20"/>
                  </a:cubicBezTo>
                  <a:cubicBezTo>
                    <a:pt x="2067" y="20"/>
                    <a:pt x="2058" y="20"/>
                    <a:pt x="2049" y="20"/>
                  </a:cubicBezTo>
                  <a:cubicBezTo>
                    <a:pt x="2039" y="20"/>
                    <a:pt x="2029" y="20"/>
                    <a:pt x="2019" y="20"/>
                  </a:cubicBezTo>
                  <a:cubicBezTo>
                    <a:pt x="1975" y="20"/>
                    <a:pt x="1930" y="20"/>
                    <a:pt x="1886" y="20"/>
                  </a:cubicBezTo>
                  <a:cubicBezTo>
                    <a:pt x="1841" y="20"/>
                    <a:pt x="1795" y="20"/>
                    <a:pt x="1750" y="21"/>
                  </a:cubicBezTo>
                  <a:cubicBezTo>
                    <a:pt x="1705" y="21"/>
                    <a:pt x="1659" y="21"/>
                    <a:pt x="1614" y="21"/>
                  </a:cubicBezTo>
                  <a:cubicBezTo>
                    <a:pt x="1524" y="22"/>
                    <a:pt x="1433" y="23"/>
                    <a:pt x="1342" y="23"/>
                  </a:cubicBezTo>
                  <a:cubicBezTo>
                    <a:pt x="1297" y="23"/>
                    <a:pt x="1252" y="24"/>
                    <a:pt x="1207" y="24"/>
                  </a:cubicBezTo>
                  <a:cubicBezTo>
                    <a:pt x="1162" y="24"/>
                    <a:pt x="1118" y="24"/>
                    <a:pt x="1073" y="25"/>
                  </a:cubicBezTo>
                  <a:cubicBezTo>
                    <a:pt x="983" y="25"/>
                    <a:pt x="893" y="26"/>
                    <a:pt x="803" y="27"/>
                  </a:cubicBezTo>
                  <a:cubicBezTo>
                    <a:pt x="757" y="27"/>
                    <a:pt x="712" y="27"/>
                    <a:pt x="667" y="28"/>
                  </a:cubicBezTo>
                  <a:cubicBezTo>
                    <a:pt x="622" y="28"/>
                    <a:pt x="578" y="28"/>
                    <a:pt x="533" y="28"/>
                  </a:cubicBezTo>
                  <a:cubicBezTo>
                    <a:pt x="489" y="29"/>
                    <a:pt x="444" y="29"/>
                    <a:pt x="400" y="30"/>
                  </a:cubicBezTo>
                  <a:cubicBezTo>
                    <a:pt x="354" y="30"/>
                    <a:pt x="309" y="30"/>
                    <a:pt x="263" y="30"/>
                  </a:cubicBezTo>
                  <a:cubicBezTo>
                    <a:pt x="221" y="31"/>
                    <a:pt x="179" y="31"/>
                    <a:pt x="137" y="31"/>
                  </a:cubicBezTo>
                  <a:cubicBezTo>
                    <a:pt x="114" y="31"/>
                    <a:pt x="92" y="31"/>
                    <a:pt x="69" y="32"/>
                  </a:cubicBezTo>
                  <a:cubicBezTo>
                    <a:pt x="50" y="32"/>
                    <a:pt x="30" y="32"/>
                    <a:pt x="10" y="3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" name="Google Shape;3627;p42"/>
            <p:cNvSpPr/>
            <p:nvPr/>
          </p:nvSpPr>
          <p:spPr>
            <a:xfrm>
              <a:off x="4120200" y="4723200"/>
              <a:ext cx="215640" cy="274320"/>
            </a:xfrm>
            <a:custGeom>
              <a:avLst/>
              <a:gdLst/>
              <a:ahLst/>
              <a:cxnLst/>
              <a:rect l="l" t="t" r="r" b="b"/>
              <a:pathLst>
                <a:path w="599" h="762" extrusionOk="0">
                  <a:moveTo>
                    <a:pt x="579" y="758"/>
                  </a:moveTo>
                  <a:cubicBezTo>
                    <a:pt x="569" y="744"/>
                    <a:pt x="558" y="729"/>
                    <a:pt x="547" y="715"/>
                  </a:cubicBezTo>
                  <a:cubicBezTo>
                    <a:pt x="541" y="708"/>
                    <a:pt x="536" y="701"/>
                    <a:pt x="531" y="694"/>
                  </a:cubicBezTo>
                  <a:cubicBezTo>
                    <a:pt x="525" y="686"/>
                    <a:pt x="519" y="679"/>
                    <a:pt x="513" y="672"/>
                  </a:cubicBezTo>
                  <a:cubicBezTo>
                    <a:pt x="501" y="656"/>
                    <a:pt x="489" y="641"/>
                    <a:pt x="477" y="625"/>
                  </a:cubicBezTo>
                  <a:cubicBezTo>
                    <a:pt x="465" y="610"/>
                    <a:pt x="453" y="594"/>
                    <a:pt x="441" y="579"/>
                  </a:cubicBezTo>
                  <a:cubicBezTo>
                    <a:pt x="418" y="549"/>
                    <a:pt x="395" y="519"/>
                    <a:pt x="371" y="489"/>
                  </a:cubicBezTo>
                  <a:cubicBezTo>
                    <a:pt x="347" y="458"/>
                    <a:pt x="323" y="427"/>
                    <a:pt x="299" y="396"/>
                  </a:cubicBezTo>
                  <a:cubicBezTo>
                    <a:pt x="275" y="365"/>
                    <a:pt x="251" y="333"/>
                    <a:pt x="226" y="302"/>
                  </a:cubicBezTo>
                  <a:cubicBezTo>
                    <a:pt x="202" y="270"/>
                    <a:pt x="177" y="239"/>
                    <a:pt x="152" y="207"/>
                  </a:cubicBezTo>
                  <a:cubicBezTo>
                    <a:pt x="128" y="176"/>
                    <a:pt x="105" y="145"/>
                    <a:pt x="80" y="115"/>
                  </a:cubicBezTo>
                  <a:cubicBezTo>
                    <a:pt x="56" y="84"/>
                    <a:pt x="32" y="53"/>
                    <a:pt x="7" y="23"/>
                  </a:cubicBezTo>
                  <a:cubicBezTo>
                    <a:pt x="6" y="21"/>
                    <a:pt x="4" y="19"/>
                    <a:pt x="3" y="17"/>
                  </a:cubicBezTo>
                  <a:cubicBezTo>
                    <a:pt x="0" y="13"/>
                    <a:pt x="1" y="7"/>
                    <a:pt x="4" y="4"/>
                  </a:cubicBezTo>
                  <a:cubicBezTo>
                    <a:pt x="9" y="0"/>
                    <a:pt x="15" y="2"/>
                    <a:pt x="18" y="6"/>
                  </a:cubicBezTo>
                  <a:cubicBezTo>
                    <a:pt x="24" y="13"/>
                    <a:pt x="29" y="21"/>
                    <a:pt x="35" y="28"/>
                  </a:cubicBezTo>
                  <a:cubicBezTo>
                    <a:pt x="42" y="37"/>
                    <a:pt x="48" y="45"/>
                    <a:pt x="54" y="52"/>
                  </a:cubicBezTo>
                  <a:cubicBezTo>
                    <a:pt x="66" y="68"/>
                    <a:pt x="78" y="84"/>
                    <a:pt x="90" y="100"/>
                  </a:cubicBezTo>
                  <a:cubicBezTo>
                    <a:pt x="114" y="131"/>
                    <a:pt x="138" y="162"/>
                    <a:pt x="162" y="193"/>
                  </a:cubicBezTo>
                  <a:cubicBezTo>
                    <a:pt x="186" y="223"/>
                    <a:pt x="209" y="253"/>
                    <a:pt x="233" y="284"/>
                  </a:cubicBezTo>
                  <a:cubicBezTo>
                    <a:pt x="257" y="315"/>
                    <a:pt x="282" y="345"/>
                    <a:pt x="306" y="376"/>
                  </a:cubicBezTo>
                  <a:cubicBezTo>
                    <a:pt x="330" y="408"/>
                    <a:pt x="355" y="439"/>
                    <a:pt x="379" y="470"/>
                  </a:cubicBezTo>
                  <a:cubicBezTo>
                    <a:pt x="404" y="501"/>
                    <a:pt x="427" y="531"/>
                    <a:pt x="451" y="562"/>
                  </a:cubicBezTo>
                  <a:cubicBezTo>
                    <a:pt x="475" y="592"/>
                    <a:pt x="498" y="623"/>
                    <a:pt x="522" y="654"/>
                  </a:cubicBezTo>
                  <a:cubicBezTo>
                    <a:pt x="545" y="682"/>
                    <a:pt x="567" y="711"/>
                    <a:pt x="590" y="739"/>
                  </a:cubicBezTo>
                  <a:cubicBezTo>
                    <a:pt x="592" y="741"/>
                    <a:pt x="593" y="743"/>
                    <a:pt x="595" y="746"/>
                  </a:cubicBezTo>
                  <a:cubicBezTo>
                    <a:pt x="598" y="750"/>
                    <a:pt x="598" y="756"/>
                    <a:pt x="593" y="760"/>
                  </a:cubicBezTo>
                  <a:cubicBezTo>
                    <a:pt x="592" y="761"/>
                    <a:pt x="589" y="761"/>
                    <a:pt x="588" y="761"/>
                  </a:cubicBezTo>
                  <a:cubicBezTo>
                    <a:pt x="585" y="761"/>
                    <a:pt x="582" y="760"/>
                    <a:pt x="579" y="75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" name="Google Shape;3628;p42"/>
            <p:cNvSpPr/>
            <p:nvPr/>
          </p:nvSpPr>
          <p:spPr>
            <a:xfrm>
              <a:off x="3292560" y="4186080"/>
              <a:ext cx="335520" cy="15480"/>
            </a:xfrm>
            <a:custGeom>
              <a:avLst/>
              <a:gdLst/>
              <a:ahLst/>
              <a:cxnLst/>
              <a:rect l="l" t="t" r="r" b="b"/>
              <a:pathLst>
                <a:path w="932" h="43" extrusionOk="0">
                  <a:moveTo>
                    <a:pt x="0" y="32"/>
                  </a:moveTo>
                  <a:cubicBezTo>
                    <a:pt x="0" y="27"/>
                    <a:pt x="4" y="23"/>
                    <a:pt x="10" y="23"/>
                  </a:cubicBezTo>
                  <a:cubicBezTo>
                    <a:pt x="10" y="23"/>
                    <a:pt x="11" y="23"/>
                    <a:pt x="12" y="23"/>
                  </a:cubicBezTo>
                  <a:cubicBezTo>
                    <a:pt x="24" y="23"/>
                    <a:pt x="36" y="23"/>
                    <a:pt x="48" y="22"/>
                  </a:cubicBezTo>
                  <a:cubicBezTo>
                    <a:pt x="60" y="22"/>
                    <a:pt x="72" y="21"/>
                    <a:pt x="84" y="21"/>
                  </a:cubicBezTo>
                  <a:lnTo>
                    <a:pt x="83" y="21"/>
                  </a:lnTo>
                  <a:cubicBezTo>
                    <a:pt x="92" y="21"/>
                    <a:pt x="102" y="21"/>
                    <a:pt x="112" y="21"/>
                  </a:cubicBezTo>
                  <a:lnTo>
                    <a:pt x="113" y="21"/>
                  </a:lnTo>
                  <a:cubicBezTo>
                    <a:pt x="119" y="21"/>
                    <a:pt x="125" y="20"/>
                    <a:pt x="130" y="20"/>
                  </a:cubicBezTo>
                  <a:lnTo>
                    <a:pt x="131" y="20"/>
                  </a:lnTo>
                  <a:cubicBezTo>
                    <a:pt x="137" y="20"/>
                    <a:pt x="142" y="20"/>
                    <a:pt x="147" y="20"/>
                  </a:cubicBezTo>
                  <a:lnTo>
                    <a:pt x="148" y="20"/>
                  </a:lnTo>
                  <a:cubicBezTo>
                    <a:pt x="163" y="20"/>
                    <a:pt x="177" y="20"/>
                    <a:pt x="192" y="19"/>
                  </a:cubicBezTo>
                  <a:cubicBezTo>
                    <a:pt x="191" y="19"/>
                    <a:pt x="191" y="19"/>
                    <a:pt x="191" y="19"/>
                  </a:cubicBezTo>
                  <a:cubicBezTo>
                    <a:pt x="199" y="19"/>
                    <a:pt x="208" y="18"/>
                    <a:pt x="217" y="18"/>
                  </a:cubicBezTo>
                  <a:cubicBezTo>
                    <a:pt x="216" y="18"/>
                    <a:pt x="216" y="18"/>
                    <a:pt x="216" y="18"/>
                  </a:cubicBezTo>
                  <a:cubicBezTo>
                    <a:pt x="216" y="18"/>
                    <a:pt x="217" y="18"/>
                    <a:pt x="218" y="18"/>
                  </a:cubicBezTo>
                  <a:cubicBezTo>
                    <a:pt x="222" y="18"/>
                    <a:pt x="227" y="18"/>
                    <a:pt x="232" y="18"/>
                  </a:cubicBezTo>
                  <a:cubicBezTo>
                    <a:pt x="233" y="18"/>
                    <a:pt x="233" y="18"/>
                    <a:pt x="233" y="18"/>
                  </a:cubicBezTo>
                  <a:cubicBezTo>
                    <a:pt x="239" y="18"/>
                    <a:pt x="243" y="18"/>
                    <a:pt x="248" y="18"/>
                  </a:cubicBezTo>
                  <a:cubicBezTo>
                    <a:pt x="250" y="18"/>
                    <a:pt x="251" y="18"/>
                    <a:pt x="253" y="18"/>
                  </a:cubicBezTo>
                  <a:lnTo>
                    <a:pt x="254" y="18"/>
                  </a:lnTo>
                  <a:cubicBezTo>
                    <a:pt x="255" y="17"/>
                    <a:pt x="255" y="17"/>
                    <a:pt x="256" y="17"/>
                  </a:cubicBezTo>
                  <a:cubicBezTo>
                    <a:pt x="257" y="17"/>
                    <a:pt x="257" y="17"/>
                    <a:pt x="257" y="17"/>
                  </a:cubicBezTo>
                  <a:cubicBezTo>
                    <a:pt x="257" y="17"/>
                    <a:pt x="258" y="17"/>
                    <a:pt x="259" y="17"/>
                  </a:cubicBezTo>
                  <a:cubicBezTo>
                    <a:pt x="260" y="17"/>
                    <a:pt x="261" y="17"/>
                    <a:pt x="262" y="17"/>
                  </a:cubicBezTo>
                  <a:cubicBezTo>
                    <a:pt x="263" y="17"/>
                    <a:pt x="264" y="17"/>
                    <a:pt x="265" y="17"/>
                  </a:cubicBezTo>
                  <a:cubicBezTo>
                    <a:pt x="265" y="17"/>
                    <a:pt x="266" y="17"/>
                    <a:pt x="267" y="17"/>
                  </a:cubicBezTo>
                  <a:cubicBezTo>
                    <a:pt x="268" y="17"/>
                    <a:pt x="268" y="17"/>
                    <a:pt x="268" y="17"/>
                  </a:cubicBezTo>
                  <a:cubicBezTo>
                    <a:pt x="271" y="17"/>
                    <a:pt x="273" y="17"/>
                    <a:pt x="275" y="17"/>
                  </a:cubicBezTo>
                  <a:lnTo>
                    <a:pt x="276" y="17"/>
                  </a:lnTo>
                  <a:cubicBezTo>
                    <a:pt x="277" y="17"/>
                    <a:pt x="278" y="17"/>
                    <a:pt x="279" y="17"/>
                  </a:cubicBezTo>
                  <a:lnTo>
                    <a:pt x="280" y="17"/>
                  </a:lnTo>
                  <a:lnTo>
                    <a:pt x="281" y="17"/>
                  </a:lnTo>
                  <a:lnTo>
                    <a:pt x="280" y="17"/>
                  </a:lnTo>
                  <a:cubicBezTo>
                    <a:pt x="281" y="17"/>
                    <a:pt x="281" y="17"/>
                    <a:pt x="281" y="17"/>
                  </a:cubicBezTo>
                  <a:cubicBezTo>
                    <a:pt x="282" y="17"/>
                    <a:pt x="282" y="17"/>
                    <a:pt x="282" y="17"/>
                  </a:cubicBezTo>
                  <a:lnTo>
                    <a:pt x="281" y="17"/>
                  </a:lnTo>
                  <a:lnTo>
                    <a:pt x="282" y="17"/>
                  </a:lnTo>
                  <a:lnTo>
                    <a:pt x="283" y="17"/>
                  </a:lnTo>
                  <a:lnTo>
                    <a:pt x="284" y="17"/>
                  </a:lnTo>
                  <a:cubicBezTo>
                    <a:pt x="285" y="17"/>
                    <a:pt x="286" y="17"/>
                    <a:pt x="286" y="17"/>
                  </a:cubicBezTo>
                  <a:lnTo>
                    <a:pt x="285" y="17"/>
                  </a:lnTo>
                  <a:cubicBezTo>
                    <a:pt x="286" y="17"/>
                    <a:pt x="287" y="17"/>
                    <a:pt x="288" y="17"/>
                  </a:cubicBezTo>
                  <a:cubicBezTo>
                    <a:pt x="289" y="17"/>
                    <a:pt x="289" y="17"/>
                    <a:pt x="290" y="17"/>
                  </a:cubicBezTo>
                  <a:lnTo>
                    <a:pt x="292" y="17"/>
                  </a:lnTo>
                  <a:lnTo>
                    <a:pt x="293" y="17"/>
                  </a:lnTo>
                  <a:lnTo>
                    <a:pt x="292" y="17"/>
                  </a:lnTo>
                  <a:cubicBezTo>
                    <a:pt x="293" y="17"/>
                    <a:pt x="294" y="17"/>
                    <a:pt x="296" y="17"/>
                  </a:cubicBezTo>
                  <a:lnTo>
                    <a:pt x="295" y="17"/>
                  </a:lnTo>
                  <a:lnTo>
                    <a:pt x="296" y="17"/>
                  </a:lnTo>
                  <a:cubicBezTo>
                    <a:pt x="297" y="17"/>
                    <a:pt x="297" y="17"/>
                    <a:pt x="297" y="17"/>
                  </a:cubicBezTo>
                  <a:lnTo>
                    <a:pt x="298" y="17"/>
                  </a:lnTo>
                  <a:lnTo>
                    <a:pt x="299" y="17"/>
                  </a:lnTo>
                  <a:lnTo>
                    <a:pt x="298" y="17"/>
                  </a:lnTo>
                  <a:cubicBezTo>
                    <a:pt x="299" y="16"/>
                    <a:pt x="299" y="16"/>
                    <a:pt x="299" y="16"/>
                  </a:cubicBezTo>
                  <a:lnTo>
                    <a:pt x="300" y="16"/>
                  </a:lnTo>
                  <a:lnTo>
                    <a:pt x="301" y="16"/>
                  </a:lnTo>
                  <a:lnTo>
                    <a:pt x="300" y="16"/>
                  </a:lnTo>
                  <a:cubicBezTo>
                    <a:pt x="301" y="16"/>
                    <a:pt x="302" y="16"/>
                    <a:pt x="303" y="16"/>
                  </a:cubicBezTo>
                  <a:lnTo>
                    <a:pt x="304" y="16"/>
                  </a:lnTo>
                  <a:cubicBezTo>
                    <a:pt x="304" y="16"/>
                    <a:pt x="305" y="16"/>
                    <a:pt x="306" y="16"/>
                  </a:cubicBezTo>
                  <a:cubicBezTo>
                    <a:pt x="306" y="16"/>
                    <a:pt x="307" y="16"/>
                    <a:pt x="308" y="16"/>
                  </a:cubicBezTo>
                  <a:lnTo>
                    <a:pt x="307" y="16"/>
                  </a:lnTo>
                  <a:cubicBezTo>
                    <a:pt x="308" y="16"/>
                    <a:pt x="308" y="16"/>
                    <a:pt x="308" y="16"/>
                  </a:cubicBezTo>
                  <a:cubicBezTo>
                    <a:pt x="309" y="16"/>
                    <a:pt x="310" y="16"/>
                    <a:pt x="310" y="16"/>
                  </a:cubicBezTo>
                  <a:cubicBezTo>
                    <a:pt x="311" y="16"/>
                    <a:pt x="311" y="16"/>
                    <a:pt x="312" y="16"/>
                  </a:cubicBezTo>
                  <a:cubicBezTo>
                    <a:pt x="313" y="16"/>
                    <a:pt x="313" y="16"/>
                    <a:pt x="313" y="16"/>
                  </a:cubicBezTo>
                  <a:cubicBezTo>
                    <a:pt x="317" y="16"/>
                    <a:pt x="320" y="16"/>
                    <a:pt x="324" y="16"/>
                  </a:cubicBezTo>
                  <a:lnTo>
                    <a:pt x="325" y="16"/>
                  </a:lnTo>
                  <a:lnTo>
                    <a:pt x="326" y="16"/>
                  </a:lnTo>
                  <a:lnTo>
                    <a:pt x="325" y="16"/>
                  </a:lnTo>
                  <a:cubicBezTo>
                    <a:pt x="326" y="16"/>
                    <a:pt x="326" y="16"/>
                    <a:pt x="326" y="16"/>
                  </a:cubicBezTo>
                  <a:cubicBezTo>
                    <a:pt x="327" y="16"/>
                    <a:pt x="327" y="16"/>
                    <a:pt x="327" y="16"/>
                  </a:cubicBezTo>
                  <a:lnTo>
                    <a:pt x="326" y="16"/>
                  </a:lnTo>
                  <a:cubicBezTo>
                    <a:pt x="327" y="16"/>
                    <a:pt x="327" y="16"/>
                    <a:pt x="328" y="16"/>
                  </a:cubicBezTo>
                  <a:lnTo>
                    <a:pt x="329" y="16"/>
                  </a:lnTo>
                  <a:lnTo>
                    <a:pt x="330" y="16"/>
                  </a:lnTo>
                  <a:lnTo>
                    <a:pt x="331" y="16"/>
                  </a:lnTo>
                  <a:lnTo>
                    <a:pt x="332" y="16"/>
                  </a:lnTo>
                  <a:cubicBezTo>
                    <a:pt x="333" y="16"/>
                    <a:pt x="334" y="16"/>
                    <a:pt x="334" y="16"/>
                  </a:cubicBezTo>
                  <a:lnTo>
                    <a:pt x="335" y="16"/>
                  </a:lnTo>
                  <a:cubicBezTo>
                    <a:pt x="336" y="16"/>
                    <a:pt x="336" y="16"/>
                    <a:pt x="336" y="16"/>
                  </a:cubicBezTo>
                  <a:lnTo>
                    <a:pt x="337" y="16"/>
                  </a:lnTo>
                  <a:lnTo>
                    <a:pt x="338" y="16"/>
                  </a:lnTo>
                  <a:lnTo>
                    <a:pt x="339" y="16"/>
                  </a:lnTo>
                  <a:lnTo>
                    <a:pt x="338" y="16"/>
                  </a:lnTo>
                  <a:cubicBezTo>
                    <a:pt x="339" y="16"/>
                    <a:pt x="339" y="16"/>
                    <a:pt x="339" y="16"/>
                  </a:cubicBezTo>
                  <a:lnTo>
                    <a:pt x="340" y="16"/>
                  </a:lnTo>
                  <a:lnTo>
                    <a:pt x="339" y="16"/>
                  </a:lnTo>
                  <a:cubicBezTo>
                    <a:pt x="343" y="15"/>
                    <a:pt x="346" y="15"/>
                    <a:pt x="350" y="15"/>
                  </a:cubicBezTo>
                  <a:lnTo>
                    <a:pt x="351" y="15"/>
                  </a:lnTo>
                  <a:lnTo>
                    <a:pt x="352" y="15"/>
                  </a:lnTo>
                  <a:cubicBezTo>
                    <a:pt x="356" y="15"/>
                    <a:pt x="359" y="15"/>
                    <a:pt x="363" y="15"/>
                  </a:cubicBezTo>
                  <a:cubicBezTo>
                    <a:pt x="364" y="15"/>
                    <a:pt x="365" y="15"/>
                    <a:pt x="366" y="15"/>
                  </a:cubicBezTo>
                  <a:cubicBezTo>
                    <a:pt x="366" y="15"/>
                    <a:pt x="366" y="14"/>
                    <a:pt x="367" y="14"/>
                  </a:cubicBezTo>
                  <a:lnTo>
                    <a:pt x="366" y="14"/>
                  </a:lnTo>
                  <a:lnTo>
                    <a:pt x="367" y="14"/>
                  </a:lnTo>
                  <a:cubicBezTo>
                    <a:pt x="370" y="14"/>
                    <a:pt x="371" y="14"/>
                    <a:pt x="374" y="14"/>
                  </a:cubicBezTo>
                  <a:cubicBezTo>
                    <a:pt x="376" y="14"/>
                    <a:pt x="378" y="14"/>
                    <a:pt x="380" y="14"/>
                  </a:cubicBezTo>
                  <a:cubicBezTo>
                    <a:pt x="381" y="14"/>
                    <a:pt x="381" y="14"/>
                    <a:pt x="381" y="14"/>
                  </a:cubicBezTo>
                  <a:lnTo>
                    <a:pt x="382" y="14"/>
                  </a:lnTo>
                  <a:lnTo>
                    <a:pt x="381" y="14"/>
                  </a:lnTo>
                  <a:lnTo>
                    <a:pt x="382" y="14"/>
                  </a:lnTo>
                  <a:lnTo>
                    <a:pt x="383" y="14"/>
                  </a:lnTo>
                  <a:cubicBezTo>
                    <a:pt x="382" y="14"/>
                    <a:pt x="382" y="14"/>
                    <a:pt x="382" y="14"/>
                  </a:cubicBezTo>
                  <a:cubicBezTo>
                    <a:pt x="384" y="14"/>
                    <a:pt x="385" y="14"/>
                    <a:pt x="387" y="14"/>
                  </a:cubicBezTo>
                  <a:lnTo>
                    <a:pt x="388" y="14"/>
                  </a:lnTo>
                  <a:cubicBezTo>
                    <a:pt x="388" y="14"/>
                    <a:pt x="389" y="14"/>
                    <a:pt x="390" y="14"/>
                  </a:cubicBezTo>
                  <a:lnTo>
                    <a:pt x="389" y="14"/>
                  </a:lnTo>
                  <a:cubicBezTo>
                    <a:pt x="390" y="14"/>
                    <a:pt x="390" y="14"/>
                    <a:pt x="391" y="14"/>
                  </a:cubicBezTo>
                  <a:cubicBezTo>
                    <a:pt x="392" y="14"/>
                    <a:pt x="394" y="14"/>
                    <a:pt x="395" y="14"/>
                  </a:cubicBezTo>
                  <a:cubicBezTo>
                    <a:pt x="396" y="14"/>
                    <a:pt x="396" y="14"/>
                    <a:pt x="396" y="14"/>
                  </a:cubicBezTo>
                  <a:lnTo>
                    <a:pt x="397" y="14"/>
                  </a:lnTo>
                  <a:lnTo>
                    <a:pt x="398" y="14"/>
                  </a:lnTo>
                  <a:cubicBezTo>
                    <a:pt x="397" y="14"/>
                    <a:pt x="397" y="14"/>
                    <a:pt x="397" y="14"/>
                  </a:cubicBezTo>
                  <a:cubicBezTo>
                    <a:pt x="398" y="14"/>
                    <a:pt x="398" y="14"/>
                    <a:pt x="399" y="14"/>
                  </a:cubicBezTo>
                  <a:cubicBezTo>
                    <a:pt x="398" y="14"/>
                    <a:pt x="398" y="14"/>
                    <a:pt x="398" y="14"/>
                  </a:cubicBezTo>
                  <a:lnTo>
                    <a:pt x="399" y="14"/>
                  </a:lnTo>
                  <a:cubicBezTo>
                    <a:pt x="403" y="14"/>
                    <a:pt x="406" y="14"/>
                    <a:pt x="410" y="14"/>
                  </a:cubicBezTo>
                  <a:lnTo>
                    <a:pt x="411" y="14"/>
                  </a:lnTo>
                  <a:lnTo>
                    <a:pt x="410" y="14"/>
                  </a:lnTo>
                  <a:cubicBezTo>
                    <a:pt x="411" y="14"/>
                    <a:pt x="411" y="14"/>
                    <a:pt x="412" y="13"/>
                  </a:cubicBezTo>
                  <a:cubicBezTo>
                    <a:pt x="411" y="14"/>
                    <a:pt x="411" y="14"/>
                    <a:pt x="411" y="14"/>
                  </a:cubicBezTo>
                  <a:lnTo>
                    <a:pt x="412" y="13"/>
                  </a:lnTo>
                  <a:lnTo>
                    <a:pt x="413" y="13"/>
                  </a:lnTo>
                  <a:lnTo>
                    <a:pt x="412" y="13"/>
                  </a:lnTo>
                  <a:lnTo>
                    <a:pt x="413" y="13"/>
                  </a:lnTo>
                  <a:cubicBezTo>
                    <a:pt x="415" y="13"/>
                    <a:pt x="417" y="13"/>
                    <a:pt x="419" y="13"/>
                  </a:cubicBezTo>
                  <a:lnTo>
                    <a:pt x="418" y="13"/>
                  </a:lnTo>
                  <a:cubicBezTo>
                    <a:pt x="419" y="13"/>
                    <a:pt x="420" y="13"/>
                    <a:pt x="420" y="13"/>
                  </a:cubicBezTo>
                  <a:lnTo>
                    <a:pt x="419" y="13"/>
                  </a:lnTo>
                  <a:cubicBezTo>
                    <a:pt x="421" y="13"/>
                    <a:pt x="424" y="13"/>
                    <a:pt x="426" y="13"/>
                  </a:cubicBezTo>
                  <a:cubicBezTo>
                    <a:pt x="427" y="13"/>
                    <a:pt x="427" y="13"/>
                    <a:pt x="427" y="13"/>
                  </a:cubicBezTo>
                  <a:lnTo>
                    <a:pt x="428" y="13"/>
                  </a:lnTo>
                  <a:lnTo>
                    <a:pt x="429" y="13"/>
                  </a:lnTo>
                  <a:lnTo>
                    <a:pt x="430" y="13"/>
                  </a:lnTo>
                  <a:cubicBezTo>
                    <a:pt x="431" y="13"/>
                    <a:pt x="432" y="13"/>
                    <a:pt x="433" y="13"/>
                  </a:cubicBezTo>
                  <a:lnTo>
                    <a:pt x="434" y="13"/>
                  </a:lnTo>
                  <a:cubicBezTo>
                    <a:pt x="435" y="13"/>
                    <a:pt x="435" y="13"/>
                    <a:pt x="436" y="13"/>
                  </a:cubicBezTo>
                  <a:cubicBezTo>
                    <a:pt x="435" y="13"/>
                    <a:pt x="435" y="13"/>
                    <a:pt x="435" y="13"/>
                  </a:cubicBezTo>
                  <a:cubicBezTo>
                    <a:pt x="435" y="13"/>
                    <a:pt x="436" y="13"/>
                    <a:pt x="437" y="13"/>
                  </a:cubicBezTo>
                  <a:cubicBezTo>
                    <a:pt x="438" y="13"/>
                    <a:pt x="441" y="13"/>
                    <a:pt x="442" y="13"/>
                  </a:cubicBezTo>
                  <a:lnTo>
                    <a:pt x="443" y="13"/>
                  </a:lnTo>
                  <a:lnTo>
                    <a:pt x="444" y="13"/>
                  </a:lnTo>
                  <a:lnTo>
                    <a:pt x="443" y="13"/>
                  </a:lnTo>
                  <a:cubicBezTo>
                    <a:pt x="444" y="13"/>
                    <a:pt x="444" y="13"/>
                    <a:pt x="444" y="13"/>
                  </a:cubicBezTo>
                  <a:lnTo>
                    <a:pt x="445" y="13"/>
                  </a:lnTo>
                  <a:cubicBezTo>
                    <a:pt x="445" y="13"/>
                    <a:pt x="446" y="13"/>
                    <a:pt x="447" y="13"/>
                  </a:cubicBezTo>
                  <a:cubicBezTo>
                    <a:pt x="448" y="13"/>
                    <a:pt x="449" y="13"/>
                    <a:pt x="450" y="13"/>
                  </a:cubicBezTo>
                  <a:lnTo>
                    <a:pt x="449" y="13"/>
                  </a:lnTo>
                  <a:cubicBezTo>
                    <a:pt x="450" y="13"/>
                    <a:pt x="451" y="13"/>
                    <a:pt x="451" y="13"/>
                  </a:cubicBezTo>
                  <a:cubicBezTo>
                    <a:pt x="452" y="13"/>
                    <a:pt x="455" y="13"/>
                    <a:pt x="456" y="12"/>
                  </a:cubicBezTo>
                  <a:lnTo>
                    <a:pt x="457" y="12"/>
                  </a:lnTo>
                  <a:lnTo>
                    <a:pt x="456" y="12"/>
                  </a:lnTo>
                  <a:cubicBezTo>
                    <a:pt x="458" y="12"/>
                    <a:pt x="458" y="12"/>
                    <a:pt x="459" y="12"/>
                  </a:cubicBezTo>
                  <a:cubicBezTo>
                    <a:pt x="461" y="12"/>
                    <a:pt x="462" y="12"/>
                    <a:pt x="463" y="12"/>
                  </a:cubicBezTo>
                  <a:lnTo>
                    <a:pt x="465" y="12"/>
                  </a:lnTo>
                  <a:lnTo>
                    <a:pt x="466" y="12"/>
                  </a:lnTo>
                  <a:cubicBezTo>
                    <a:pt x="466" y="12"/>
                    <a:pt x="467" y="12"/>
                    <a:pt x="468" y="12"/>
                  </a:cubicBezTo>
                  <a:cubicBezTo>
                    <a:pt x="467" y="12"/>
                    <a:pt x="467" y="12"/>
                    <a:pt x="466" y="12"/>
                  </a:cubicBezTo>
                  <a:cubicBezTo>
                    <a:pt x="468" y="12"/>
                    <a:pt x="470" y="12"/>
                    <a:pt x="472" y="12"/>
                  </a:cubicBezTo>
                  <a:lnTo>
                    <a:pt x="471" y="12"/>
                  </a:lnTo>
                  <a:cubicBezTo>
                    <a:pt x="472" y="12"/>
                    <a:pt x="472" y="12"/>
                    <a:pt x="473" y="12"/>
                  </a:cubicBezTo>
                  <a:lnTo>
                    <a:pt x="472" y="12"/>
                  </a:lnTo>
                  <a:cubicBezTo>
                    <a:pt x="473" y="12"/>
                    <a:pt x="473" y="12"/>
                    <a:pt x="473" y="12"/>
                  </a:cubicBezTo>
                  <a:cubicBezTo>
                    <a:pt x="473" y="12"/>
                    <a:pt x="474" y="12"/>
                    <a:pt x="475" y="12"/>
                  </a:cubicBezTo>
                  <a:cubicBezTo>
                    <a:pt x="477" y="12"/>
                    <a:pt x="480" y="11"/>
                    <a:pt x="483" y="11"/>
                  </a:cubicBezTo>
                  <a:cubicBezTo>
                    <a:pt x="484" y="11"/>
                    <a:pt x="484" y="11"/>
                    <a:pt x="485" y="11"/>
                  </a:cubicBezTo>
                  <a:cubicBezTo>
                    <a:pt x="486" y="11"/>
                    <a:pt x="486" y="11"/>
                    <a:pt x="486" y="11"/>
                  </a:cubicBezTo>
                  <a:lnTo>
                    <a:pt x="487" y="11"/>
                  </a:lnTo>
                  <a:lnTo>
                    <a:pt x="488" y="11"/>
                  </a:lnTo>
                  <a:lnTo>
                    <a:pt x="489" y="11"/>
                  </a:lnTo>
                  <a:cubicBezTo>
                    <a:pt x="491" y="11"/>
                    <a:pt x="494" y="11"/>
                    <a:pt x="496" y="11"/>
                  </a:cubicBezTo>
                  <a:lnTo>
                    <a:pt x="497" y="11"/>
                  </a:lnTo>
                  <a:cubicBezTo>
                    <a:pt x="498" y="11"/>
                    <a:pt x="499" y="11"/>
                    <a:pt x="500" y="11"/>
                  </a:cubicBezTo>
                  <a:lnTo>
                    <a:pt x="501" y="11"/>
                  </a:lnTo>
                  <a:lnTo>
                    <a:pt x="502" y="11"/>
                  </a:lnTo>
                  <a:lnTo>
                    <a:pt x="503" y="11"/>
                  </a:lnTo>
                  <a:cubicBezTo>
                    <a:pt x="502" y="11"/>
                    <a:pt x="502" y="11"/>
                    <a:pt x="502" y="11"/>
                  </a:cubicBezTo>
                  <a:cubicBezTo>
                    <a:pt x="504" y="11"/>
                    <a:pt x="505" y="11"/>
                    <a:pt x="507" y="11"/>
                  </a:cubicBezTo>
                  <a:cubicBezTo>
                    <a:pt x="507" y="11"/>
                    <a:pt x="506" y="11"/>
                    <a:pt x="505" y="11"/>
                  </a:cubicBezTo>
                  <a:cubicBezTo>
                    <a:pt x="506" y="11"/>
                    <a:pt x="507" y="11"/>
                    <a:pt x="508" y="11"/>
                  </a:cubicBezTo>
                  <a:cubicBezTo>
                    <a:pt x="507" y="11"/>
                    <a:pt x="507" y="11"/>
                    <a:pt x="507" y="11"/>
                  </a:cubicBezTo>
                  <a:cubicBezTo>
                    <a:pt x="508" y="11"/>
                    <a:pt x="508" y="11"/>
                    <a:pt x="508" y="11"/>
                  </a:cubicBezTo>
                  <a:lnTo>
                    <a:pt x="509" y="11"/>
                  </a:lnTo>
                  <a:lnTo>
                    <a:pt x="510" y="11"/>
                  </a:lnTo>
                  <a:cubicBezTo>
                    <a:pt x="511" y="11"/>
                    <a:pt x="512" y="11"/>
                    <a:pt x="513" y="11"/>
                  </a:cubicBezTo>
                  <a:lnTo>
                    <a:pt x="514" y="11"/>
                  </a:lnTo>
                  <a:lnTo>
                    <a:pt x="515" y="11"/>
                  </a:lnTo>
                  <a:lnTo>
                    <a:pt x="514" y="11"/>
                  </a:lnTo>
                  <a:cubicBezTo>
                    <a:pt x="515" y="11"/>
                    <a:pt x="515" y="11"/>
                    <a:pt x="515" y="11"/>
                  </a:cubicBezTo>
                  <a:cubicBezTo>
                    <a:pt x="516" y="11"/>
                    <a:pt x="516" y="11"/>
                    <a:pt x="517" y="11"/>
                  </a:cubicBezTo>
                  <a:cubicBezTo>
                    <a:pt x="518" y="11"/>
                    <a:pt x="518" y="11"/>
                    <a:pt x="519" y="11"/>
                  </a:cubicBezTo>
                  <a:lnTo>
                    <a:pt x="520" y="11"/>
                  </a:lnTo>
                  <a:cubicBezTo>
                    <a:pt x="519" y="11"/>
                    <a:pt x="519" y="11"/>
                    <a:pt x="519" y="11"/>
                  </a:cubicBezTo>
                  <a:cubicBezTo>
                    <a:pt x="520" y="11"/>
                    <a:pt x="521" y="11"/>
                    <a:pt x="521" y="11"/>
                  </a:cubicBezTo>
                  <a:cubicBezTo>
                    <a:pt x="522" y="11"/>
                    <a:pt x="523" y="10"/>
                    <a:pt x="523" y="10"/>
                  </a:cubicBezTo>
                  <a:lnTo>
                    <a:pt x="524" y="10"/>
                  </a:lnTo>
                  <a:lnTo>
                    <a:pt x="523" y="10"/>
                  </a:lnTo>
                  <a:cubicBezTo>
                    <a:pt x="524" y="10"/>
                    <a:pt x="525" y="10"/>
                    <a:pt x="526" y="10"/>
                  </a:cubicBezTo>
                  <a:lnTo>
                    <a:pt x="527" y="10"/>
                  </a:lnTo>
                  <a:lnTo>
                    <a:pt x="526" y="10"/>
                  </a:lnTo>
                  <a:cubicBezTo>
                    <a:pt x="527" y="10"/>
                    <a:pt x="527" y="10"/>
                    <a:pt x="528" y="10"/>
                  </a:cubicBezTo>
                  <a:lnTo>
                    <a:pt x="529" y="10"/>
                  </a:lnTo>
                  <a:cubicBezTo>
                    <a:pt x="530" y="10"/>
                    <a:pt x="530" y="10"/>
                    <a:pt x="530" y="10"/>
                  </a:cubicBezTo>
                  <a:cubicBezTo>
                    <a:pt x="532" y="10"/>
                    <a:pt x="532" y="10"/>
                    <a:pt x="533" y="10"/>
                  </a:cubicBezTo>
                  <a:lnTo>
                    <a:pt x="534" y="10"/>
                  </a:lnTo>
                  <a:lnTo>
                    <a:pt x="533" y="10"/>
                  </a:lnTo>
                  <a:cubicBezTo>
                    <a:pt x="535" y="10"/>
                    <a:pt x="536" y="10"/>
                    <a:pt x="537" y="10"/>
                  </a:cubicBezTo>
                  <a:lnTo>
                    <a:pt x="538" y="10"/>
                  </a:lnTo>
                  <a:cubicBezTo>
                    <a:pt x="537" y="10"/>
                    <a:pt x="537" y="10"/>
                    <a:pt x="537" y="10"/>
                  </a:cubicBezTo>
                  <a:cubicBezTo>
                    <a:pt x="538" y="10"/>
                    <a:pt x="538" y="10"/>
                    <a:pt x="538" y="10"/>
                  </a:cubicBezTo>
                  <a:cubicBezTo>
                    <a:pt x="539" y="10"/>
                    <a:pt x="539" y="10"/>
                    <a:pt x="539" y="10"/>
                  </a:cubicBezTo>
                  <a:lnTo>
                    <a:pt x="540" y="10"/>
                  </a:lnTo>
                  <a:cubicBezTo>
                    <a:pt x="540" y="10"/>
                    <a:pt x="541" y="10"/>
                    <a:pt x="542" y="10"/>
                  </a:cubicBezTo>
                  <a:cubicBezTo>
                    <a:pt x="541" y="10"/>
                    <a:pt x="541" y="10"/>
                    <a:pt x="541" y="10"/>
                  </a:cubicBezTo>
                  <a:lnTo>
                    <a:pt x="540" y="10"/>
                  </a:lnTo>
                  <a:cubicBezTo>
                    <a:pt x="541" y="10"/>
                    <a:pt x="542" y="10"/>
                    <a:pt x="542" y="10"/>
                  </a:cubicBezTo>
                  <a:cubicBezTo>
                    <a:pt x="546" y="10"/>
                    <a:pt x="550" y="10"/>
                    <a:pt x="554" y="10"/>
                  </a:cubicBezTo>
                  <a:lnTo>
                    <a:pt x="555" y="10"/>
                  </a:lnTo>
                  <a:lnTo>
                    <a:pt x="554" y="10"/>
                  </a:lnTo>
                  <a:cubicBezTo>
                    <a:pt x="558" y="10"/>
                    <a:pt x="563" y="10"/>
                    <a:pt x="567" y="10"/>
                  </a:cubicBezTo>
                  <a:cubicBezTo>
                    <a:pt x="568" y="9"/>
                    <a:pt x="568" y="9"/>
                    <a:pt x="569" y="9"/>
                  </a:cubicBezTo>
                  <a:cubicBezTo>
                    <a:pt x="574" y="9"/>
                    <a:pt x="578" y="9"/>
                    <a:pt x="582" y="9"/>
                  </a:cubicBezTo>
                  <a:cubicBezTo>
                    <a:pt x="586" y="9"/>
                    <a:pt x="589" y="9"/>
                    <a:pt x="593" y="9"/>
                  </a:cubicBezTo>
                  <a:lnTo>
                    <a:pt x="594" y="9"/>
                  </a:lnTo>
                  <a:lnTo>
                    <a:pt x="593" y="9"/>
                  </a:lnTo>
                  <a:cubicBezTo>
                    <a:pt x="597" y="9"/>
                    <a:pt x="601" y="9"/>
                    <a:pt x="604" y="9"/>
                  </a:cubicBezTo>
                  <a:lnTo>
                    <a:pt x="605" y="9"/>
                  </a:lnTo>
                  <a:cubicBezTo>
                    <a:pt x="604" y="9"/>
                    <a:pt x="604" y="9"/>
                    <a:pt x="604" y="9"/>
                  </a:cubicBezTo>
                  <a:cubicBezTo>
                    <a:pt x="605" y="9"/>
                    <a:pt x="605" y="9"/>
                    <a:pt x="605" y="9"/>
                  </a:cubicBezTo>
                  <a:cubicBezTo>
                    <a:pt x="608" y="9"/>
                    <a:pt x="612" y="9"/>
                    <a:pt x="615" y="9"/>
                  </a:cubicBezTo>
                  <a:lnTo>
                    <a:pt x="616" y="9"/>
                  </a:lnTo>
                  <a:lnTo>
                    <a:pt x="617" y="9"/>
                  </a:lnTo>
                  <a:cubicBezTo>
                    <a:pt x="620" y="8"/>
                    <a:pt x="624" y="8"/>
                    <a:pt x="628" y="8"/>
                  </a:cubicBezTo>
                  <a:cubicBezTo>
                    <a:pt x="631" y="8"/>
                    <a:pt x="635" y="8"/>
                    <a:pt x="638" y="8"/>
                  </a:cubicBezTo>
                  <a:lnTo>
                    <a:pt x="639" y="8"/>
                  </a:lnTo>
                  <a:cubicBezTo>
                    <a:pt x="641" y="8"/>
                    <a:pt x="642" y="7"/>
                    <a:pt x="645" y="7"/>
                  </a:cubicBezTo>
                  <a:cubicBezTo>
                    <a:pt x="646" y="7"/>
                    <a:pt x="646" y="7"/>
                    <a:pt x="647" y="7"/>
                  </a:cubicBezTo>
                  <a:cubicBezTo>
                    <a:pt x="648" y="7"/>
                    <a:pt x="648" y="7"/>
                    <a:pt x="648" y="7"/>
                  </a:cubicBezTo>
                  <a:cubicBezTo>
                    <a:pt x="649" y="7"/>
                    <a:pt x="649" y="7"/>
                    <a:pt x="649" y="7"/>
                  </a:cubicBezTo>
                  <a:cubicBezTo>
                    <a:pt x="650" y="7"/>
                    <a:pt x="650" y="7"/>
                    <a:pt x="650" y="7"/>
                  </a:cubicBezTo>
                  <a:lnTo>
                    <a:pt x="651" y="7"/>
                  </a:lnTo>
                  <a:lnTo>
                    <a:pt x="652" y="7"/>
                  </a:lnTo>
                  <a:cubicBezTo>
                    <a:pt x="653" y="7"/>
                    <a:pt x="655" y="7"/>
                    <a:pt x="656" y="7"/>
                  </a:cubicBezTo>
                  <a:cubicBezTo>
                    <a:pt x="657" y="7"/>
                    <a:pt x="657" y="7"/>
                    <a:pt x="657" y="7"/>
                  </a:cubicBezTo>
                  <a:cubicBezTo>
                    <a:pt x="658" y="7"/>
                    <a:pt x="659" y="7"/>
                    <a:pt x="659" y="7"/>
                  </a:cubicBezTo>
                  <a:lnTo>
                    <a:pt x="660" y="7"/>
                  </a:lnTo>
                  <a:lnTo>
                    <a:pt x="661" y="7"/>
                  </a:lnTo>
                  <a:cubicBezTo>
                    <a:pt x="664" y="7"/>
                    <a:pt x="667" y="7"/>
                    <a:pt x="670" y="7"/>
                  </a:cubicBezTo>
                  <a:cubicBezTo>
                    <a:pt x="674" y="7"/>
                    <a:pt x="677" y="7"/>
                    <a:pt x="681" y="7"/>
                  </a:cubicBezTo>
                  <a:cubicBezTo>
                    <a:pt x="691" y="6"/>
                    <a:pt x="702" y="6"/>
                    <a:pt x="712" y="6"/>
                  </a:cubicBezTo>
                  <a:cubicBezTo>
                    <a:pt x="714" y="6"/>
                    <a:pt x="717" y="6"/>
                    <a:pt x="719" y="6"/>
                  </a:cubicBezTo>
                  <a:cubicBezTo>
                    <a:pt x="721" y="6"/>
                    <a:pt x="723" y="6"/>
                    <a:pt x="724" y="6"/>
                  </a:cubicBezTo>
                  <a:cubicBezTo>
                    <a:pt x="726" y="6"/>
                    <a:pt x="728" y="5"/>
                    <a:pt x="730" y="5"/>
                  </a:cubicBezTo>
                  <a:lnTo>
                    <a:pt x="731" y="5"/>
                  </a:lnTo>
                  <a:cubicBezTo>
                    <a:pt x="730" y="5"/>
                    <a:pt x="730" y="5"/>
                    <a:pt x="730" y="5"/>
                  </a:cubicBezTo>
                  <a:lnTo>
                    <a:pt x="731" y="5"/>
                  </a:lnTo>
                  <a:lnTo>
                    <a:pt x="732" y="5"/>
                  </a:lnTo>
                  <a:cubicBezTo>
                    <a:pt x="734" y="5"/>
                    <a:pt x="736" y="5"/>
                    <a:pt x="738" y="5"/>
                  </a:cubicBezTo>
                  <a:cubicBezTo>
                    <a:pt x="739" y="5"/>
                    <a:pt x="739" y="5"/>
                    <a:pt x="740" y="5"/>
                  </a:cubicBezTo>
                  <a:lnTo>
                    <a:pt x="739" y="5"/>
                  </a:lnTo>
                  <a:cubicBezTo>
                    <a:pt x="740" y="5"/>
                    <a:pt x="740" y="5"/>
                    <a:pt x="740" y="5"/>
                  </a:cubicBezTo>
                  <a:lnTo>
                    <a:pt x="741" y="5"/>
                  </a:lnTo>
                  <a:lnTo>
                    <a:pt x="742" y="5"/>
                  </a:lnTo>
                  <a:lnTo>
                    <a:pt x="743" y="5"/>
                  </a:lnTo>
                  <a:cubicBezTo>
                    <a:pt x="743" y="5"/>
                    <a:pt x="744" y="5"/>
                    <a:pt x="745" y="5"/>
                  </a:cubicBezTo>
                  <a:lnTo>
                    <a:pt x="746" y="5"/>
                  </a:lnTo>
                  <a:lnTo>
                    <a:pt x="747" y="5"/>
                  </a:lnTo>
                  <a:lnTo>
                    <a:pt x="748" y="5"/>
                  </a:lnTo>
                  <a:lnTo>
                    <a:pt x="749" y="4"/>
                  </a:lnTo>
                  <a:lnTo>
                    <a:pt x="748" y="4"/>
                  </a:lnTo>
                  <a:cubicBezTo>
                    <a:pt x="749" y="4"/>
                    <a:pt x="749" y="4"/>
                    <a:pt x="749" y="4"/>
                  </a:cubicBezTo>
                  <a:cubicBezTo>
                    <a:pt x="751" y="4"/>
                    <a:pt x="751" y="4"/>
                    <a:pt x="752" y="4"/>
                  </a:cubicBezTo>
                  <a:lnTo>
                    <a:pt x="753" y="4"/>
                  </a:lnTo>
                  <a:cubicBezTo>
                    <a:pt x="754" y="4"/>
                    <a:pt x="754" y="4"/>
                    <a:pt x="754" y="4"/>
                  </a:cubicBezTo>
                  <a:cubicBezTo>
                    <a:pt x="757" y="4"/>
                    <a:pt x="761" y="4"/>
                    <a:pt x="763" y="4"/>
                  </a:cubicBezTo>
                  <a:cubicBezTo>
                    <a:pt x="767" y="4"/>
                    <a:pt x="770" y="4"/>
                    <a:pt x="774" y="4"/>
                  </a:cubicBezTo>
                  <a:lnTo>
                    <a:pt x="773" y="4"/>
                  </a:lnTo>
                  <a:cubicBezTo>
                    <a:pt x="777" y="4"/>
                    <a:pt x="781" y="4"/>
                    <a:pt x="785" y="4"/>
                  </a:cubicBezTo>
                  <a:cubicBezTo>
                    <a:pt x="784" y="4"/>
                    <a:pt x="784" y="4"/>
                    <a:pt x="784" y="4"/>
                  </a:cubicBezTo>
                  <a:cubicBezTo>
                    <a:pt x="787" y="4"/>
                    <a:pt x="791" y="4"/>
                    <a:pt x="795" y="4"/>
                  </a:cubicBezTo>
                  <a:cubicBezTo>
                    <a:pt x="796" y="4"/>
                    <a:pt x="796" y="4"/>
                    <a:pt x="796" y="3"/>
                  </a:cubicBezTo>
                  <a:cubicBezTo>
                    <a:pt x="803" y="3"/>
                    <a:pt x="810" y="3"/>
                    <a:pt x="816" y="3"/>
                  </a:cubicBezTo>
                  <a:lnTo>
                    <a:pt x="815" y="3"/>
                  </a:lnTo>
                  <a:cubicBezTo>
                    <a:pt x="818" y="3"/>
                    <a:pt x="821" y="3"/>
                    <a:pt x="824" y="3"/>
                  </a:cubicBezTo>
                  <a:lnTo>
                    <a:pt x="825" y="3"/>
                  </a:lnTo>
                  <a:lnTo>
                    <a:pt x="826" y="3"/>
                  </a:lnTo>
                  <a:cubicBezTo>
                    <a:pt x="828" y="3"/>
                    <a:pt x="830" y="3"/>
                    <a:pt x="833" y="3"/>
                  </a:cubicBezTo>
                  <a:cubicBezTo>
                    <a:pt x="834" y="3"/>
                    <a:pt x="834" y="3"/>
                    <a:pt x="835" y="3"/>
                  </a:cubicBezTo>
                  <a:cubicBezTo>
                    <a:pt x="834" y="3"/>
                    <a:pt x="834" y="3"/>
                    <a:pt x="834" y="3"/>
                  </a:cubicBezTo>
                  <a:lnTo>
                    <a:pt x="835" y="3"/>
                  </a:lnTo>
                  <a:cubicBezTo>
                    <a:pt x="837" y="3"/>
                    <a:pt x="839" y="3"/>
                    <a:pt x="840" y="3"/>
                  </a:cubicBezTo>
                  <a:lnTo>
                    <a:pt x="839" y="3"/>
                  </a:lnTo>
                  <a:cubicBezTo>
                    <a:pt x="840" y="3"/>
                    <a:pt x="840" y="3"/>
                    <a:pt x="841" y="3"/>
                  </a:cubicBezTo>
                  <a:cubicBezTo>
                    <a:pt x="844" y="2"/>
                    <a:pt x="846" y="2"/>
                    <a:pt x="849" y="2"/>
                  </a:cubicBezTo>
                  <a:lnTo>
                    <a:pt x="850" y="2"/>
                  </a:lnTo>
                  <a:cubicBezTo>
                    <a:pt x="852" y="2"/>
                    <a:pt x="854" y="2"/>
                    <a:pt x="856" y="2"/>
                  </a:cubicBezTo>
                  <a:cubicBezTo>
                    <a:pt x="858" y="2"/>
                    <a:pt x="861" y="2"/>
                    <a:pt x="863" y="2"/>
                  </a:cubicBezTo>
                  <a:cubicBezTo>
                    <a:pt x="864" y="2"/>
                    <a:pt x="864" y="2"/>
                    <a:pt x="864" y="2"/>
                  </a:cubicBezTo>
                  <a:cubicBezTo>
                    <a:pt x="883" y="1"/>
                    <a:pt x="902" y="0"/>
                    <a:pt x="920" y="0"/>
                  </a:cubicBezTo>
                  <a:cubicBezTo>
                    <a:pt x="925" y="0"/>
                    <a:pt x="931" y="3"/>
                    <a:pt x="931" y="9"/>
                  </a:cubicBezTo>
                  <a:cubicBezTo>
                    <a:pt x="931" y="15"/>
                    <a:pt x="927" y="20"/>
                    <a:pt x="921" y="20"/>
                  </a:cubicBezTo>
                  <a:cubicBezTo>
                    <a:pt x="882" y="20"/>
                    <a:pt x="844" y="21"/>
                    <a:pt x="805" y="22"/>
                  </a:cubicBezTo>
                  <a:cubicBezTo>
                    <a:pt x="803" y="22"/>
                    <a:pt x="801" y="22"/>
                    <a:pt x="798" y="22"/>
                  </a:cubicBezTo>
                  <a:lnTo>
                    <a:pt x="797" y="22"/>
                  </a:lnTo>
                  <a:cubicBezTo>
                    <a:pt x="798" y="22"/>
                    <a:pt x="798" y="22"/>
                    <a:pt x="798" y="22"/>
                  </a:cubicBezTo>
                  <a:cubicBezTo>
                    <a:pt x="797" y="22"/>
                    <a:pt x="797" y="22"/>
                    <a:pt x="797" y="22"/>
                  </a:cubicBezTo>
                  <a:cubicBezTo>
                    <a:pt x="793" y="22"/>
                    <a:pt x="789" y="22"/>
                    <a:pt x="785" y="23"/>
                  </a:cubicBezTo>
                  <a:cubicBezTo>
                    <a:pt x="782" y="23"/>
                    <a:pt x="778" y="23"/>
                    <a:pt x="775" y="23"/>
                  </a:cubicBezTo>
                  <a:lnTo>
                    <a:pt x="774" y="23"/>
                  </a:lnTo>
                  <a:lnTo>
                    <a:pt x="773" y="23"/>
                  </a:lnTo>
                  <a:cubicBezTo>
                    <a:pt x="765" y="23"/>
                    <a:pt x="755" y="23"/>
                    <a:pt x="747" y="23"/>
                  </a:cubicBezTo>
                  <a:cubicBezTo>
                    <a:pt x="745" y="23"/>
                    <a:pt x="743" y="23"/>
                    <a:pt x="741" y="23"/>
                  </a:cubicBezTo>
                  <a:lnTo>
                    <a:pt x="740" y="23"/>
                  </a:lnTo>
                  <a:cubicBezTo>
                    <a:pt x="735" y="24"/>
                    <a:pt x="731" y="24"/>
                    <a:pt x="726" y="24"/>
                  </a:cubicBezTo>
                  <a:lnTo>
                    <a:pt x="725" y="24"/>
                  </a:lnTo>
                  <a:cubicBezTo>
                    <a:pt x="723" y="24"/>
                    <a:pt x="721" y="24"/>
                    <a:pt x="719" y="24"/>
                  </a:cubicBezTo>
                  <a:cubicBezTo>
                    <a:pt x="710" y="24"/>
                    <a:pt x="701" y="24"/>
                    <a:pt x="692" y="24"/>
                  </a:cubicBezTo>
                  <a:cubicBezTo>
                    <a:pt x="693" y="24"/>
                    <a:pt x="693" y="24"/>
                    <a:pt x="693" y="24"/>
                  </a:cubicBezTo>
                  <a:cubicBezTo>
                    <a:pt x="689" y="24"/>
                    <a:pt x="686" y="24"/>
                    <a:pt x="682" y="25"/>
                  </a:cubicBezTo>
                  <a:cubicBezTo>
                    <a:pt x="678" y="25"/>
                    <a:pt x="674" y="25"/>
                    <a:pt x="671" y="25"/>
                  </a:cubicBezTo>
                  <a:lnTo>
                    <a:pt x="672" y="25"/>
                  </a:lnTo>
                  <a:cubicBezTo>
                    <a:pt x="669" y="25"/>
                    <a:pt x="664" y="25"/>
                    <a:pt x="661" y="25"/>
                  </a:cubicBezTo>
                  <a:lnTo>
                    <a:pt x="660" y="25"/>
                  </a:lnTo>
                  <a:cubicBezTo>
                    <a:pt x="653" y="25"/>
                    <a:pt x="646" y="25"/>
                    <a:pt x="639" y="25"/>
                  </a:cubicBezTo>
                  <a:lnTo>
                    <a:pt x="638" y="25"/>
                  </a:lnTo>
                  <a:lnTo>
                    <a:pt x="639" y="25"/>
                  </a:lnTo>
                  <a:cubicBezTo>
                    <a:pt x="635" y="25"/>
                    <a:pt x="632" y="26"/>
                    <a:pt x="628" y="26"/>
                  </a:cubicBezTo>
                  <a:lnTo>
                    <a:pt x="629" y="26"/>
                  </a:lnTo>
                  <a:cubicBezTo>
                    <a:pt x="628" y="26"/>
                    <a:pt x="627" y="26"/>
                    <a:pt x="625" y="26"/>
                  </a:cubicBezTo>
                  <a:cubicBezTo>
                    <a:pt x="626" y="26"/>
                    <a:pt x="626" y="26"/>
                    <a:pt x="627" y="26"/>
                  </a:cubicBezTo>
                  <a:cubicBezTo>
                    <a:pt x="626" y="26"/>
                    <a:pt x="625" y="26"/>
                    <a:pt x="624" y="26"/>
                  </a:cubicBezTo>
                  <a:lnTo>
                    <a:pt x="622" y="26"/>
                  </a:lnTo>
                  <a:lnTo>
                    <a:pt x="621" y="26"/>
                  </a:lnTo>
                  <a:lnTo>
                    <a:pt x="620" y="26"/>
                  </a:lnTo>
                  <a:cubicBezTo>
                    <a:pt x="619" y="26"/>
                    <a:pt x="618" y="26"/>
                    <a:pt x="618" y="26"/>
                  </a:cubicBezTo>
                  <a:lnTo>
                    <a:pt x="617" y="26"/>
                  </a:lnTo>
                  <a:lnTo>
                    <a:pt x="616" y="26"/>
                  </a:lnTo>
                  <a:cubicBezTo>
                    <a:pt x="615" y="26"/>
                    <a:pt x="615" y="26"/>
                    <a:pt x="614" y="26"/>
                  </a:cubicBezTo>
                  <a:lnTo>
                    <a:pt x="613" y="26"/>
                  </a:lnTo>
                  <a:lnTo>
                    <a:pt x="612" y="26"/>
                  </a:lnTo>
                  <a:lnTo>
                    <a:pt x="611" y="26"/>
                  </a:lnTo>
                  <a:cubicBezTo>
                    <a:pt x="610" y="26"/>
                    <a:pt x="610" y="27"/>
                    <a:pt x="609" y="27"/>
                  </a:cubicBezTo>
                  <a:cubicBezTo>
                    <a:pt x="610" y="27"/>
                    <a:pt x="610" y="26"/>
                    <a:pt x="610" y="26"/>
                  </a:cubicBezTo>
                  <a:cubicBezTo>
                    <a:pt x="610" y="27"/>
                    <a:pt x="609" y="27"/>
                    <a:pt x="608" y="27"/>
                  </a:cubicBezTo>
                  <a:lnTo>
                    <a:pt x="607" y="27"/>
                  </a:lnTo>
                  <a:lnTo>
                    <a:pt x="608" y="27"/>
                  </a:lnTo>
                  <a:cubicBezTo>
                    <a:pt x="607" y="27"/>
                    <a:pt x="607" y="27"/>
                    <a:pt x="606" y="27"/>
                  </a:cubicBezTo>
                  <a:lnTo>
                    <a:pt x="605" y="27"/>
                  </a:lnTo>
                  <a:lnTo>
                    <a:pt x="604" y="27"/>
                  </a:lnTo>
                  <a:cubicBezTo>
                    <a:pt x="603" y="27"/>
                    <a:pt x="602" y="27"/>
                    <a:pt x="601" y="27"/>
                  </a:cubicBezTo>
                  <a:lnTo>
                    <a:pt x="602" y="27"/>
                  </a:lnTo>
                  <a:cubicBezTo>
                    <a:pt x="600" y="27"/>
                    <a:pt x="598" y="27"/>
                    <a:pt x="596" y="27"/>
                  </a:cubicBezTo>
                  <a:cubicBezTo>
                    <a:pt x="595" y="27"/>
                    <a:pt x="594" y="27"/>
                    <a:pt x="593" y="27"/>
                  </a:cubicBezTo>
                  <a:cubicBezTo>
                    <a:pt x="593" y="27"/>
                    <a:pt x="594" y="27"/>
                    <a:pt x="595" y="27"/>
                  </a:cubicBezTo>
                  <a:cubicBezTo>
                    <a:pt x="590" y="27"/>
                    <a:pt x="587" y="27"/>
                    <a:pt x="583" y="27"/>
                  </a:cubicBezTo>
                  <a:lnTo>
                    <a:pt x="582" y="27"/>
                  </a:lnTo>
                  <a:cubicBezTo>
                    <a:pt x="582" y="27"/>
                    <a:pt x="581" y="27"/>
                    <a:pt x="579" y="27"/>
                  </a:cubicBezTo>
                  <a:lnTo>
                    <a:pt x="578" y="27"/>
                  </a:lnTo>
                  <a:lnTo>
                    <a:pt x="579" y="27"/>
                  </a:lnTo>
                  <a:cubicBezTo>
                    <a:pt x="576" y="27"/>
                    <a:pt x="574" y="27"/>
                    <a:pt x="572" y="27"/>
                  </a:cubicBezTo>
                  <a:lnTo>
                    <a:pt x="571" y="27"/>
                  </a:lnTo>
                  <a:lnTo>
                    <a:pt x="570" y="27"/>
                  </a:lnTo>
                  <a:cubicBezTo>
                    <a:pt x="569" y="27"/>
                    <a:pt x="569" y="27"/>
                    <a:pt x="569" y="27"/>
                  </a:cubicBezTo>
                  <a:cubicBezTo>
                    <a:pt x="560" y="28"/>
                    <a:pt x="551" y="28"/>
                    <a:pt x="542" y="28"/>
                  </a:cubicBezTo>
                  <a:cubicBezTo>
                    <a:pt x="537" y="28"/>
                    <a:pt x="533" y="28"/>
                    <a:pt x="528" y="28"/>
                  </a:cubicBezTo>
                  <a:cubicBezTo>
                    <a:pt x="529" y="28"/>
                    <a:pt x="529" y="28"/>
                    <a:pt x="529" y="28"/>
                  </a:cubicBezTo>
                  <a:lnTo>
                    <a:pt x="528" y="28"/>
                  </a:lnTo>
                  <a:cubicBezTo>
                    <a:pt x="523" y="28"/>
                    <a:pt x="519" y="28"/>
                    <a:pt x="515" y="28"/>
                  </a:cubicBezTo>
                  <a:cubicBezTo>
                    <a:pt x="510" y="29"/>
                    <a:pt x="505" y="29"/>
                    <a:pt x="501" y="29"/>
                  </a:cubicBezTo>
                  <a:lnTo>
                    <a:pt x="500" y="29"/>
                  </a:lnTo>
                  <a:cubicBezTo>
                    <a:pt x="471" y="30"/>
                    <a:pt x="442" y="30"/>
                    <a:pt x="412" y="31"/>
                  </a:cubicBezTo>
                  <a:lnTo>
                    <a:pt x="413" y="31"/>
                  </a:lnTo>
                  <a:cubicBezTo>
                    <a:pt x="408" y="31"/>
                    <a:pt x="403" y="31"/>
                    <a:pt x="398" y="31"/>
                  </a:cubicBezTo>
                  <a:lnTo>
                    <a:pt x="397" y="31"/>
                  </a:lnTo>
                  <a:cubicBezTo>
                    <a:pt x="392" y="31"/>
                    <a:pt x="388" y="32"/>
                    <a:pt x="382" y="32"/>
                  </a:cubicBezTo>
                  <a:lnTo>
                    <a:pt x="383" y="32"/>
                  </a:lnTo>
                  <a:cubicBezTo>
                    <a:pt x="382" y="32"/>
                    <a:pt x="382" y="32"/>
                    <a:pt x="382" y="32"/>
                  </a:cubicBezTo>
                  <a:lnTo>
                    <a:pt x="381" y="32"/>
                  </a:lnTo>
                  <a:cubicBezTo>
                    <a:pt x="380" y="32"/>
                    <a:pt x="378" y="32"/>
                    <a:pt x="375" y="32"/>
                  </a:cubicBezTo>
                  <a:lnTo>
                    <a:pt x="374" y="32"/>
                  </a:lnTo>
                  <a:cubicBezTo>
                    <a:pt x="372" y="32"/>
                    <a:pt x="370" y="32"/>
                    <a:pt x="367" y="32"/>
                  </a:cubicBezTo>
                  <a:cubicBezTo>
                    <a:pt x="362" y="32"/>
                    <a:pt x="357" y="32"/>
                    <a:pt x="352" y="32"/>
                  </a:cubicBezTo>
                  <a:lnTo>
                    <a:pt x="351" y="32"/>
                  </a:lnTo>
                  <a:lnTo>
                    <a:pt x="350" y="32"/>
                  </a:lnTo>
                  <a:cubicBezTo>
                    <a:pt x="351" y="32"/>
                    <a:pt x="351" y="32"/>
                    <a:pt x="351" y="32"/>
                  </a:cubicBezTo>
                  <a:cubicBezTo>
                    <a:pt x="346" y="32"/>
                    <a:pt x="342" y="32"/>
                    <a:pt x="338" y="33"/>
                  </a:cubicBezTo>
                  <a:cubicBezTo>
                    <a:pt x="337" y="33"/>
                    <a:pt x="337" y="33"/>
                    <a:pt x="336" y="33"/>
                  </a:cubicBezTo>
                  <a:cubicBezTo>
                    <a:pt x="337" y="33"/>
                    <a:pt x="337" y="33"/>
                    <a:pt x="337" y="33"/>
                  </a:cubicBezTo>
                  <a:cubicBezTo>
                    <a:pt x="333" y="33"/>
                    <a:pt x="329" y="33"/>
                    <a:pt x="325" y="33"/>
                  </a:cubicBezTo>
                  <a:cubicBezTo>
                    <a:pt x="321" y="33"/>
                    <a:pt x="317" y="33"/>
                    <a:pt x="313" y="34"/>
                  </a:cubicBezTo>
                  <a:cubicBezTo>
                    <a:pt x="308" y="34"/>
                    <a:pt x="303" y="34"/>
                    <a:pt x="299" y="34"/>
                  </a:cubicBezTo>
                  <a:cubicBezTo>
                    <a:pt x="298" y="34"/>
                    <a:pt x="298" y="34"/>
                    <a:pt x="298" y="34"/>
                  </a:cubicBezTo>
                  <a:cubicBezTo>
                    <a:pt x="293" y="34"/>
                    <a:pt x="288" y="34"/>
                    <a:pt x="283" y="34"/>
                  </a:cubicBezTo>
                  <a:cubicBezTo>
                    <a:pt x="282" y="34"/>
                    <a:pt x="282" y="34"/>
                    <a:pt x="282" y="34"/>
                  </a:cubicBezTo>
                  <a:cubicBezTo>
                    <a:pt x="276" y="34"/>
                    <a:pt x="271" y="34"/>
                    <a:pt x="265" y="34"/>
                  </a:cubicBezTo>
                  <a:lnTo>
                    <a:pt x="266" y="34"/>
                  </a:lnTo>
                  <a:cubicBezTo>
                    <a:pt x="265" y="34"/>
                    <a:pt x="265" y="34"/>
                    <a:pt x="265" y="34"/>
                  </a:cubicBezTo>
                  <a:cubicBezTo>
                    <a:pt x="260" y="35"/>
                    <a:pt x="255" y="35"/>
                    <a:pt x="250" y="35"/>
                  </a:cubicBezTo>
                  <a:cubicBezTo>
                    <a:pt x="249" y="35"/>
                    <a:pt x="249" y="35"/>
                    <a:pt x="248" y="35"/>
                  </a:cubicBezTo>
                  <a:cubicBezTo>
                    <a:pt x="249" y="35"/>
                    <a:pt x="249" y="35"/>
                    <a:pt x="249" y="35"/>
                  </a:cubicBezTo>
                  <a:cubicBezTo>
                    <a:pt x="250" y="35"/>
                    <a:pt x="250" y="35"/>
                    <a:pt x="250" y="35"/>
                  </a:cubicBezTo>
                  <a:cubicBezTo>
                    <a:pt x="249" y="35"/>
                    <a:pt x="249" y="35"/>
                    <a:pt x="248" y="35"/>
                  </a:cubicBezTo>
                  <a:cubicBezTo>
                    <a:pt x="243" y="35"/>
                    <a:pt x="239" y="35"/>
                    <a:pt x="233" y="35"/>
                  </a:cubicBezTo>
                  <a:lnTo>
                    <a:pt x="232" y="35"/>
                  </a:lnTo>
                  <a:cubicBezTo>
                    <a:pt x="233" y="35"/>
                    <a:pt x="233" y="35"/>
                    <a:pt x="233" y="35"/>
                  </a:cubicBezTo>
                  <a:cubicBezTo>
                    <a:pt x="228" y="35"/>
                    <a:pt x="223" y="35"/>
                    <a:pt x="218" y="35"/>
                  </a:cubicBezTo>
                  <a:lnTo>
                    <a:pt x="217" y="35"/>
                  </a:lnTo>
                  <a:lnTo>
                    <a:pt x="218" y="35"/>
                  </a:lnTo>
                  <a:lnTo>
                    <a:pt x="217" y="35"/>
                  </a:lnTo>
                  <a:lnTo>
                    <a:pt x="216" y="35"/>
                  </a:lnTo>
                  <a:cubicBezTo>
                    <a:pt x="217" y="35"/>
                    <a:pt x="217" y="35"/>
                    <a:pt x="217" y="35"/>
                  </a:cubicBezTo>
                  <a:cubicBezTo>
                    <a:pt x="216" y="35"/>
                    <a:pt x="216" y="35"/>
                    <a:pt x="216" y="35"/>
                  </a:cubicBezTo>
                  <a:lnTo>
                    <a:pt x="215" y="35"/>
                  </a:lnTo>
                  <a:cubicBezTo>
                    <a:pt x="215" y="35"/>
                    <a:pt x="215" y="36"/>
                    <a:pt x="214" y="36"/>
                  </a:cubicBezTo>
                  <a:lnTo>
                    <a:pt x="215" y="36"/>
                  </a:lnTo>
                  <a:cubicBezTo>
                    <a:pt x="213" y="36"/>
                    <a:pt x="212" y="36"/>
                    <a:pt x="211" y="36"/>
                  </a:cubicBezTo>
                  <a:lnTo>
                    <a:pt x="210" y="36"/>
                  </a:lnTo>
                  <a:cubicBezTo>
                    <a:pt x="209" y="36"/>
                    <a:pt x="209" y="36"/>
                    <a:pt x="208" y="36"/>
                  </a:cubicBezTo>
                  <a:cubicBezTo>
                    <a:pt x="206" y="36"/>
                    <a:pt x="206" y="36"/>
                    <a:pt x="205" y="36"/>
                  </a:cubicBezTo>
                  <a:lnTo>
                    <a:pt x="206" y="36"/>
                  </a:lnTo>
                  <a:cubicBezTo>
                    <a:pt x="206" y="36"/>
                    <a:pt x="205" y="36"/>
                    <a:pt x="204" y="36"/>
                  </a:cubicBezTo>
                  <a:lnTo>
                    <a:pt x="203" y="36"/>
                  </a:lnTo>
                  <a:cubicBezTo>
                    <a:pt x="204" y="36"/>
                    <a:pt x="204" y="36"/>
                    <a:pt x="204" y="36"/>
                  </a:cubicBezTo>
                  <a:cubicBezTo>
                    <a:pt x="202" y="36"/>
                    <a:pt x="200" y="36"/>
                    <a:pt x="198" y="36"/>
                  </a:cubicBezTo>
                  <a:lnTo>
                    <a:pt x="197" y="36"/>
                  </a:lnTo>
                  <a:cubicBezTo>
                    <a:pt x="195" y="36"/>
                    <a:pt x="194" y="36"/>
                    <a:pt x="192" y="37"/>
                  </a:cubicBezTo>
                  <a:lnTo>
                    <a:pt x="191" y="37"/>
                  </a:lnTo>
                  <a:cubicBezTo>
                    <a:pt x="187" y="37"/>
                    <a:pt x="182" y="37"/>
                    <a:pt x="177" y="37"/>
                  </a:cubicBezTo>
                  <a:lnTo>
                    <a:pt x="176" y="37"/>
                  </a:lnTo>
                  <a:lnTo>
                    <a:pt x="177" y="37"/>
                  </a:lnTo>
                  <a:cubicBezTo>
                    <a:pt x="176" y="37"/>
                    <a:pt x="176" y="37"/>
                    <a:pt x="176" y="37"/>
                  </a:cubicBezTo>
                  <a:cubicBezTo>
                    <a:pt x="172" y="37"/>
                    <a:pt x="167" y="37"/>
                    <a:pt x="163" y="37"/>
                  </a:cubicBezTo>
                  <a:lnTo>
                    <a:pt x="162" y="37"/>
                  </a:lnTo>
                  <a:lnTo>
                    <a:pt x="163" y="37"/>
                  </a:lnTo>
                  <a:lnTo>
                    <a:pt x="162" y="37"/>
                  </a:lnTo>
                  <a:cubicBezTo>
                    <a:pt x="158" y="37"/>
                    <a:pt x="153" y="37"/>
                    <a:pt x="149" y="38"/>
                  </a:cubicBezTo>
                  <a:lnTo>
                    <a:pt x="148" y="38"/>
                  </a:lnTo>
                  <a:lnTo>
                    <a:pt x="147" y="38"/>
                  </a:lnTo>
                  <a:lnTo>
                    <a:pt x="148" y="38"/>
                  </a:lnTo>
                  <a:cubicBezTo>
                    <a:pt x="142" y="38"/>
                    <a:pt x="137" y="38"/>
                    <a:pt x="132" y="38"/>
                  </a:cubicBezTo>
                  <a:cubicBezTo>
                    <a:pt x="131" y="38"/>
                    <a:pt x="131" y="38"/>
                    <a:pt x="131" y="38"/>
                  </a:cubicBezTo>
                  <a:cubicBezTo>
                    <a:pt x="128" y="38"/>
                    <a:pt x="125" y="38"/>
                    <a:pt x="123" y="38"/>
                  </a:cubicBezTo>
                  <a:lnTo>
                    <a:pt x="124" y="38"/>
                  </a:lnTo>
                  <a:cubicBezTo>
                    <a:pt x="120" y="38"/>
                    <a:pt x="117" y="38"/>
                    <a:pt x="114" y="38"/>
                  </a:cubicBezTo>
                  <a:cubicBezTo>
                    <a:pt x="113" y="38"/>
                    <a:pt x="113" y="38"/>
                    <a:pt x="112" y="38"/>
                  </a:cubicBezTo>
                  <a:lnTo>
                    <a:pt x="113" y="38"/>
                  </a:lnTo>
                  <a:cubicBezTo>
                    <a:pt x="113" y="38"/>
                    <a:pt x="112" y="38"/>
                    <a:pt x="111" y="38"/>
                  </a:cubicBezTo>
                  <a:cubicBezTo>
                    <a:pt x="110" y="38"/>
                    <a:pt x="110" y="38"/>
                    <a:pt x="110" y="39"/>
                  </a:cubicBezTo>
                  <a:cubicBezTo>
                    <a:pt x="110" y="38"/>
                    <a:pt x="110" y="38"/>
                    <a:pt x="110" y="38"/>
                  </a:cubicBezTo>
                  <a:cubicBezTo>
                    <a:pt x="109" y="39"/>
                    <a:pt x="108" y="39"/>
                    <a:pt x="107" y="39"/>
                  </a:cubicBezTo>
                  <a:cubicBezTo>
                    <a:pt x="106" y="39"/>
                    <a:pt x="105" y="39"/>
                    <a:pt x="103" y="39"/>
                  </a:cubicBezTo>
                  <a:cubicBezTo>
                    <a:pt x="101" y="39"/>
                    <a:pt x="99" y="39"/>
                    <a:pt x="97" y="39"/>
                  </a:cubicBezTo>
                  <a:lnTo>
                    <a:pt x="98" y="39"/>
                  </a:lnTo>
                  <a:cubicBezTo>
                    <a:pt x="97" y="39"/>
                    <a:pt x="96" y="39"/>
                    <a:pt x="95" y="39"/>
                  </a:cubicBezTo>
                  <a:lnTo>
                    <a:pt x="94" y="39"/>
                  </a:lnTo>
                  <a:cubicBezTo>
                    <a:pt x="93" y="39"/>
                    <a:pt x="93" y="39"/>
                    <a:pt x="92" y="39"/>
                  </a:cubicBezTo>
                  <a:cubicBezTo>
                    <a:pt x="90" y="39"/>
                    <a:pt x="88" y="39"/>
                    <a:pt x="86" y="39"/>
                  </a:cubicBezTo>
                  <a:lnTo>
                    <a:pt x="85" y="39"/>
                  </a:lnTo>
                  <a:cubicBezTo>
                    <a:pt x="86" y="39"/>
                    <a:pt x="86" y="39"/>
                    <a:pt x="86" y="39"/>
                  </a:cubicBezTo>
                  <a:cubicBezTo>
                    <a:pt x="85" y="39"/>
                    <a:pt x="85" y="39"/>
                    <a:pt x="84" y="39"/>
                  </a:cubicBezTo>
                  <a:lnTo>
                    <a:pt x="85" y="39"/>
                  </a:lnTo>
                  <a:lnTo>
                    <a:pt x="84" y="39"/>
                  </a:lnTo>
                  <a:lnTo>
                    <a:pt x="83" y="39"/>
                  </a:lnTo>
                  <a:cubicBezTo>
                    <a:pt x="82" y="39"/>
                    <a:pt x="82" y="39"/>
                    <a:pt x="82" y="39"/>
                  </a:cubicBezTo>
                  <a:cubicBezTo>
                    <a:pt x="79" y="39"/>
                    <a:pt x="76" y="39"/>
                    <a:pt x="73" y="39"/>
                  </a:cubicBezTo>
                  <a:cubicBezTo>
                    <a:pt x="72" y="39"/>
                    <a:pt x="72" y="39"/>
                    <a:pt x="72" y="39"/>
                  </a:cubicBezTo>
                  <a:lnTo>
                    <a:pt x="71" y="39"/>
                  </a:lnTo>
                  <a:cubicBezTo>
                    <a:pt x="72" y="39"/>
                    <a:pt x="72" y="39"/>
                    <a:pt x="72" y="39"/>
                  </a:cubicBezTo>
                  <a:cubicBezTo>
                    <a:pt x="69" y="39"/>
                    <a:pt x="66" y="40"/>
                    <a:pt x="64" y="40"/>
                  </a:cubicBezTo>
                  <a:cubicBezTo>
                    <a:pt x="61" y="40"/>
                    <a:pt x="59" y="40"/>
                    <a:pt x="57" y="40"/>
                  </a:cubicBezTo>
                  <a:cubicBezTo>
                    <a:pt x="42" y="41"/>
                    <a:pt x="27" y="41"/>
                    <a:pt x="12" y="42"/>
                  </a:cubicBezTo>
                  <a:cubicBezTo>
                    <a:pt x="11" y="42"/>
                    <a:pt x="10" y="42"/>
                    <a:pt x="9" y="42"/>
                  </a:cubicBezTo>
                  <a:cubicBezTo>
                    <a:pt x="4" y="42"/>
                    <a:pt x="0" y="37"/>
                    <a:pt x="0" y="3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" name="Google Shape;3629;p42"/>
            <p:cNvSpPr/>
            <p:nvPr/>
          </p:nvSpPr>
          <p:spPr>
            <a:xfrm>
              <a:off x="3286440" y="4197240"/>
              <a:ext cx="62280" cy="173880"/>
            </a:xfrm>
            <a:custGeom>
              <a:avLst/>
              <a:gdLst/>
              <a:ahLst/>
              <a:cxnLst/>
              <a:rect l="l" t="t" r="r" b="b"/>
              <a:pathLst>
                <a:path w="173" h="483" extrusionOk="0">
                  <a:moveTo>
                    <a:pt x="151" y="474"/>
                  </a:moveTo>
                  <a:cubicBezTo>
                    <a:pt x="151" y="473"/>
                    <a:pt x="151" y="472"/>
                    <a:pt x="150" y="470"/>
                  </a:cubicBezTo>
                  <a:cubicBezTo>
                    <a:pt x="151" y="471"/>
                    <a:pt x="151" y="472"/>
                    <a:pt x="151" y="472"/>
                  </a:cubicBezTo>
                  <a:cubicBezTo>
                    <a:pt x="148" y="463"/>
                    <a:pt x="145" y="455"/>
                    <a:pt x="142" y="447"/>
                  </a:cubicBezTo>
                  <a:cubicBezTo>
                    <a:pt x="138" y="438"/>
                    <a:pt x="136" y="429"/>
                    <a:pt x="133" y="420"/>
                  </a:cubicBezTo>
                  <a:cubicBezTo>
                    <a:pt x="126" y="402"/>
                    <a:pt x="122" y="383"/>
                    <a:pt x="116" y="364"/>
                  </a:cubicBezTo>
                  <a:cubicBezTo>
                    <a:pt x="113" y="355"/>
                    <a:pt x="109" y="346"/>
                    <a:pt x="106" y="336"/>
                  </a:cubicBezTo>
                  <a:cubicBezTo>
                    <a:pt x="103" y="328"/>
                    <a:pt x="101" y="318"/>
                    <a:pt x="98" y="310"/>
                  </a:cubicBezTo>
                  <a:cubicBezTo>
                    <a:pt x="91" y="291"/>
                    <a:pt x="84" y="272"/>
                    <a:pt x="78" y="253"/>
                  </a:cubicBezTo>
                  <a:cubicBezTo>
                    <a:pt x="71" y="234"/>
                    <a:pt x="65" y="215"/>
                    <a:pt x="59" y="196"/>
                  </a:cubicBezTo>
                  <a:cubicBezTo>
                    <a:pt x="53" y="176"/>
                    <a:pt x="46" y="156"/>
                    <a:pt x="41" y="137"/>
                  </a:cubicBezTo>
                  <a:cubicBezTo>
                    <a:pt x="38" y="124"/>
                    <a:pt x="34" y="111"/>
                    <a:pt x="31" y="98"/>
                  </a:cubicBezTo>
                  <a:cubicBezTo>
                    <a:pt x="27" y="84"/>
                    <a:pt x="22" y="70"/>
                    <a:pt x="17" y="56"/>
                  </a:cubicBezTo>
                  <a:cubicBezTo>
                    <a:pt x="13" y="43"/>
                    <a:pt x="8" y="30"/>
                    <a:pt x="3" y="18"/>
                  </a:cubicBezTo>
                  <a:cubicBezTo>
                    <a:pt x="1" y="15"/>
                    <a:pt x="1" y="14"/>
                    <a:pt x="0" y="11"/>
                  </a:cubicBezTo>
                  <a:cubicBezTo>
                    <a:pt x="0" y="8"/>
                    <a:pt x="1" y="5"/>
                    <a:pt x="4" y="3"/>
                  </a:cubicBezTo>
                  <a:cubicBezTo>
                    <a:pt x="7" y="1"/>
                    <a:pt x="12" y="0"/>
                    <a:pt x="15" y="3"/>
                  </a:cubicBezTo>
                  <a:cubicBezTo>
                    <a:pt x="16" y="3"/>
                    <a:pt x="17" y="4"/>
                    <a:pt x="17" y="4"/>
                  </a:cubicBezTo>
                  <a:cubicBezTo>
                    <a:pt x="18" y="4"/>
                    <a:pt x="18" y="5"/>
                    <a:pt x="19" y="6"/>
                  </a:cubicBezTo>
                  <a:cubicBezTo>
                    <a:pt x="23" y="8"/>
                    <a:pt x="24" y="13"/>
                    <a:pt x="22" y="17"/>
                  </a:cubicBezTo>
                  <a:cubicBezTo>
                    <a:pt x="23" y="20"/>
                    <a:pt x="24" y="21"/>
                    <a:pt x="25" y="24"/>
                  </a:cubicBezTo>
                  <a:cubicBezTo>
                    <a:pt x="27" y="28"/>
                    <a:pt x="28" y="32"/>
                    <a:pt x="29" y="35"/>
                  </a:cubicBezTo>
                  <a:cubicBezTo>
                    <a:pt x="33" y="45"/>
                    <a:pt x="36" y="54"/>
                    <a:pt x="39" y="64"/>
                  </a:cubicBezTo>
                  <a:cubicBezTo>
                    <a:pt x="42" y="74"/>
                    <a:pt x="45" y="84"/>
                    <a:pt x="48" y="94"/>
                  </a:cubicBezTo>
                  <a:cubicBezTo>
                    <a:pt x="50" y="104"/>
                    <a:pt x="53" y="114"/>
                    <a:pt x="56" y="124"/>
                  </a:cubicBezTo>
                  <a:cubicBezTo>
                    <a:pt x="58" y="133"/>
                    <a:pt x="60" y="141"/>
                    <a:pt x="62" y="149"/>
                  </a:cubicBezTo>
                  <a:cubicBezTo>
                    <a:pt x="68" y="168"/>
                    <a:pt x="74" y="187"/>
                    <a:pt x="80" y="205"/>
                  </a:cubicBezTo>
                  <a:cubicBezTo>
                    <a:pt x="87" y="224"/>
                    <a:pt x="93" y="243"/>
                    <a:pt x="99" y="261"/>
                  </a:cubicBezTo>
                  <a:cubicBezTo>
                    <a:pt x="113" y="299"/>
                    <a:pt x="126" y="336"/>
                    <a:pt x="138" y="374"/>
                  </a:cubicBezTo>
                  <a:cubicBezTo>
                    <a:pt x="142" y="390"/>
                    <a:pt x="147" y="406"/>
                    <a:pt x="153" y="422"/>
                  </a:cubicBezTo>
                  <a:cubicBezTo>
                    <a:pt x="156" y="430"/>
                    <a:pt x="159" y="437"/>
                    <a:pt x="162" y="445"/>
                  </a:cubicBezTo>
                  <a:cubicBezTo>
                    <a:pt x="165" y="453"/>
                    <a:pt x="168" y="461"/>
                    <a:pt x="170" y="470"/>
                  </a:cubicBezTo>
                  <a:cubicBezTo>
                    <a:pt x="172" y="475"/>
                    <a:pt x="168" y="480"/>
                    <a:pt x="163" y="482"/>
                  </a:cubicBezTo>
                  <a:cubicBezTo>
                    <a:pt x="162" y="482"/>
                    <a:pt x="161" y="482"/>
                    <a:pt x="161" y="482"/>
                  </a:cubicBezTo>
                  <a:cubicBezTo>
                    <a:pt x="156" y="482"/>
                    <a:pt x="152" y="479"/>
                    <a:pt x="151" y="47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" name="Google Shape;3630;p42"/>
            <p:cNvSpPr/>
            <p:nvPr/>
          </p:nvSpPr>
          <p:spPr>
            <a:xfrm>
              <a:off x="3336480" y="4200840"/>
              <a:ext cx="1063080" cy="599040"/>
            </a:xfrm>
            <a:custGeom>
              <a:avLst/>
              <a:gdLst/>
              <a:ahLst/>
              <a:cxnLst/>
              <a:rect l="l" t="t" r="r" b="b"/>
              <a:pathLst>
                <a:path w="2953" h="1664" extrusionOk="0">
                  <a:moveTo>
                    <a:pt x="866" y="1662"/>
                  </a:moveTo>
                  <a:cubicBezTo>
                    <a:pt x="862" y="1661"/>
                    <a:pt x="859" y="1658"/>
                    <a:pt x="856" y="1654"/>
                  </a:cubicBezTo>
                  <a:cubicBezTo>
                    <a:pt x="849" y="1647"/>
                    <a:pt x="843" y="1639"/>
                    <a:pt x="837" y="1631"/>
                  </a:cubicBezTo>
                  <a:cubicBezTo>
                    <a:pt x="829" y="1620"/>
                    <a:pt x="822" y="1608"/>
                    <a:pt x="815" y="1596"/>
                  </a:cubicBezTo>
                  <a:cubicBezTo>
                    <a:pt x="809" y="1584"/>
                    <a:pt x="803" y="1572"/>
                    <a:pt x="798" y="1560"/>
                  </a:cubicBezTo>
                  <a:cubicBezTo>
                    <a:pt x="786" y="1534"/>
                    <a:pt x="776" y="1506"/>
                    <a:pt x="766" y="1479"/>
                  </a:cubicBezTo>
                  <a:cubicBezTo>
                    <a:pt x="749" y="1428"/>
                    <a:pt x="735" y="1376"/>
                    <a:pt x="720" y="1324"/>
                  </a:cubicBezTo>
                  <a:cubicBezTo>
                    <a:pt x="713" y="1299"/>
                    <a:pt x="706" y="1274"/>
                    <a:pt x="700" y="1249"/>
                  </a:cubicBezTo>
                  <a:cubicBezTo>
                    <a:pt x="693" y="1222"/>
                    <a:pt x="686" y="1195"/>
                    <a:pt x="678" y="1168"/>
                  </a:cubicBezTo>
                  <a:cubicBezTo>
                    <a:pt x="678" y="1168"/>
                    <a:pt x="678" y="1169"/>
                    <a:pt x="678" y="1170"/>
                  </a:cubicBezTo>
                  <a:cubicBezTo>
                    <a:pt x="672" y="1147"/>
                    <a:pt x="665" y="1124"/>
                    <a:pt x="658" y="1101"/>
                  </a:cubicBezTo>
                  <a:cubicBezTo>
                    <a:pt x="650" y="1079"/>
                    <a:pt x="643" y="1056"/>
                    <a:pt x="636" y="1033"/>
                  </a:cubicBezTo>
                  <a:cubicBezTo>
                    <a:pt x="631" y="1010"/>
                    <a:pt x="626" y="988"/>
                    <a:pt x="621" y="964"/>
                  </a:cubicBezTo>
                  <a:cubicBezTo>
                    <a:pt x="617" y="941"/>
                    <a:pt x="610" y="918"/>
                    <a:pt x="604" y="895"/>
                  </a:cubicBezTo>
                  <a:cubicBezTo>
                    <a:pt x="599" y="878"/>
                    <a:pt x="593" y="860"/>
                    <a:pt x="587" y="843"/>
                  </a:cubicBezTo>
                  <a:cubicBezTo>
                    <a:pt x="582" y="828"/>
                    <a:pt x="577" y="812"/>
                    <a:pt x="572" y="797"/>
                  </a:cubicBezTo>
                  <a:cubicBezTo>
                    <a:pt x="564" y="766"/>
                    <a:pt x="558" y="733"/>
                    <a:pt x="548" y="702"/>
                  </a:cubicBezTo>
                  <a:lnTo>
                    <a:pt x="548" y="703"/>
                  </a:lnTo>
                  <a:cubicBezTo>
                    <a:pt x="548" y="700"/>
                    <a:pt x="547" y="698"/>
                    <a:pt x="547" y="696"/>
                  </a:cubicBezTo>
                  <a:lnTo>
                    <a:pt x="547" y="695"/>
                  </a:lnTo>
                  <a:lnTo>
                    <a:pt x="546" y="695"/>
                  </a:lnTo>
                  <a:cubicBezTo>
                    <a:pt x="547" y="695"/>
                    <a:pt x="547" y="695"/>
                    <a:pt x="547" y="695"/>
                  </a:cubicBezTo>
                  <a:cubicBezTo>
                    <a:pt x="543" y="684"/>
                    <a:pt x="540" y="673"/>
                    <a:pt x="536" y="662"/>
                  </a:cubicBezTo>
                  <a:cubicBezTo>
                    <a:pt x="531" y="649"/>
                    <a:pt x="526" y="637"/>
                    <a:pt x="523" y="625"/>
                  </a:cubicBezTo>
                  <a:cubicBezTo>
                    <a:pt x="519" y="613"/>
                    <a:pt x="516" y="601"/>
                    <a:pt x="513" y="590"/>
                  </a:cubicBezTo>
                  <a:cubicBezTo>
                    <a:pt x="510" y="579"/>
                    <a:pt x="506" y="568"/>
                    <a:pt x="504" y="556"/>
                  </a:cubicBezTo>
                  <a:cubicBezTo>
                    <a:pt x="500" y="532"/>
                    <a:pt x="497" y="508"/>
                    <a:pt x="492" y="484"/>
                  </a:cubicBezTo>
                  <a:cubicBezTo>
                    <a:pt x="490" y="472"/>
                    <a:pt x="488" y="460"/>
                    <a:pt x="485" y="449"/>
                  </a:cubicBezTo>
                  <a:cubicBezTo>
                    <a:pt x="482" y="436"/>
                    <a:pt x="478" y="423"/>
                    <a:pt x="475" y="410"/>
                  </a:cubicBezTo>
                  <a:cubicBezTo>
                    <a:pt x="475" y="411"/>
                    <a:pt x="475" y="411"/>
                    <a:pt x="475" y="411"/>
                  </a:cubicBezTo>
                  <a:cubicBezTo>
                    <a:pt x="474" y="410"/>
                    <a:pt x="474" y="408"/>
                    <a:pt x="474" y="406"/>
                  </a:cubicBezTo>
                  <a:cubicBezTo>
                    <a:pt x="473" y="406"/>
                    <a:pt x="473" y="405"/>
                    <a:pt x="473" y="405"/>
                  </a:cubicBezTo>
                  <a:cubicBezTo>
                    <a:pt x="473" y="405"/>
                    <a:pt x="473" y="404"/>
                    <a:pt x="473" y="403"/>
                  </a:cubicBezTo>
                  <a:cubicBezTo>
                    <a:pt x="473" y="403"/>
                    <a:pt x="473" y="402"/>
                    <a:pt x="472" y="402"/>
                  </a:cubicBezTo>
                  <a:cubicBezTo>
                    <a:pt x="464" y="375"/>
                    <a:pt x="454" y="348"/>
                    <a:pt x="445" y="321"/>
                  </a:cubicBezTo>
                  <a:cubicBezTo>
                    <a:pt x="441" y="308"/>
                    <a:pt x="436" y="295"/>
                    <a:pt x="433" y="282"/>
                  </a:cubicBezTo>
                  <a:cubicBezTo>
                    <a:pt x="429" y="267"/>
                    <a:pt x="427" y="252"/>
                    <a:pt x="424" y="237"/>
                  </a:cubicBezTo>
                  <a:cubicBezTo>
                    <a:pt x="419" y="211"/>
                    <a:pt x="414" y="184"/>
                    <a:pt x="407" y="158"/>
                  </a:cubicBezTo>
                  <a:cubicBezTo>
                    <a:pt x="406" y="155"/>
                    <a:pt x="406" y="152"/>
                    <a:pt x="405" y="149"/>
                  </a:cubicBezTo>
                  <a:cubicBezTo>
                    <a:pt x="405" y="150"/>
                    <a:pt x="405" y="150"/>
                    <a:pt x="405" y="151"/>
                  </a:cubicBezTo>
                  <a:cubicBezTo>
                    <a:pt x="402" y="140"/>
                    <a:pt x="399" y="130"/>
                    <a:pt x="395" y="121"/>
                  </a:cubicBezTo>
                  <a:cubicBezTo>
                    <a:pt x="390" y="110"/>
                    <a:pt x="384" y="100"/>
                    <a:pt x="378" y="90"/>
                  </a:cubicBezTo>
                  <a:cubicBezTo>
                    <a:pt x="374" y="84"/>
                    <a:pt x="370" y="77"/>
                    <a:pt x="366" y="71"/>
                  </a:cubicBezTo>
                  <a:cubicBezTo>
                    <a:pt x="363" y="68"/>
                    <a:pt x="360" y="64"/>
                    <a:pt x="356" y="61"/>
                  </a:cubicBezTo>
                  <a:cubicBezTo>
                    <a:pt x="353" y="58"/>
                    <a:pt x="350" y="55"/>
                    <a:pt x="346" y="53"/>
                  </a:cubicBezTo>
                  <a:cubicBezTo>
                    <a:pt x="344" y="51"/>
                    <a:pt x="342" y="50"/>
                    <a:pt x="340" y="49"/>
                  </a:cubicBezTo>
                  <a:cubicBezTo>
                    <a:pt x="336" y="47"/>
                    <a:pt x="332" y="44"/>
                    <a:pt x="328" y="43"/>
                  </a:cubicBezTo>
                  <a:cubicBezTo>
                    <a:pt x="325" y="42"/>
                    <a:pt x="321" y="40"/>
                    <a:pt x="317" y="39"/>
                  </a:cubicBezTo>
                  <a:cubicBezTo>
                    <a:pt x="315" y="39"/>
                    <a:pt x="314" y="39"/>
                    <a:pt x="312" y="39"/>
                  </a:cubicBezTo>
                  <a:cubicBezTo>
                    <a:pt x="311" y="39"/>
                    <a:pt x="310" y="39"/>
                    <a:pt x="309" y="39"/>
                  </a:cubicBezTo>
                  <a:cubicBezTo>
                    <a:pt x="308" y="39"/>
                    <a:pt x="308" y="39"/>
                    <a:pt x="307" y="39"/>
                  </a:cubicBezTo>
                  <a:lnTo>
                    <a:pt x="306" y="39"/>
                  </a:lnTo>
                  <a:cubicBezTo>
                    <a:pt x="307" y="39"/>
                    <a:pt x="307" y="39"/>
                    <a:pt x="307" y="39"/>
                  </a:cubicBezTo>
                  <a:cubicBezTo>
                    <a:pt x="306" y="39"/>
                    <a:pt x="305" y="39"/>
                    <a:pt x="304" y="40"/>
                  </a:cubicBezTo>
                  <a:lnTo>
                    <a:pt x="303" y="40"/>
                  </a:lnTo>
                  <a:cubicBezTo>
                    <a:pt x="303" y="41"/>
                    <a:pt x="301" y="42"/>
                    <a:pt x="301" y="42"/>
                  </a:cubicBezTo>
                  <a:cubicBezTo>
                    <a:pt x="298" y="44"/>
                    <a:pt x="296" y="47"/>
                    <a:pt x="293" y="49"/>
                  </a:cubicBezTo>
                  <a:cubicBezTo>
                    <a:pt x="289" y="54"/>
                    <a:pt x="284" y="60"/>
                    <a:pt x="280" y="65"/>
                  </a:cubicBezTo>
                  <a:cubicBezTo>
                    <a:pt x="271" y="78"/>
                    <a:pt x="264" y="91"/>
                    <a:pt x="256" y="104"/>
                  </a:cubicBezTo>
                  <a:lnTo>
                    <a:pt x="255" y="105"/>
                  </a:lnTo>
                  <a:cubicBezTo>
                    <a:pt x="255" y="106"/>
                    <a:pt x="254" y="107"/>
                    <a:pt x="254" y="108"/>
                  </a:cubicBezTo>
                  <a:cubicBezTo>
                    <a:pt x="254" y="109"/>
                    <a:pt x="254" y="109"/>
                    <a:pt x="254" y="109"/>
                  </a:cubicBezTo>
                  <a:cubicBezTo>
                    <a:pt x="243" y="128"/>
                    <a:pt x="234" y="147"/>
                    <a:pt x="225" y="167"/>
                  </a:cubicBezTo>
                  <a:cubicBezTo>
                    <a:pt x="216" y="187"/>
                    <a:pt x="206" y="208"/>
                    <a:pt x="198" y="229"/>
                  </a:cubicBezTo>
                  <a:cubicBezTo>
                    <a:pt x="191" y="250"/>
                    <a:pt x="183" y="271"/>
                    <a:pt x="175" y="291"/>
                  </a:cubicBezTo>
                  <a:cubicBezTo>
                    <a:pt x="167" y="312"/>
                    <a:pt x="158" y="333"/>
                    <a:pt x="150" y="354"/>
                  </a:cubicBezTo>
                  <a:cubicBezTo>
                    <a:pt x="150" y="353"/>
                    <a:pt x="150" y="353"/>
                    <a:pt x="150" y="353"/>
                  </a:cubicBezTo>
                  <a:cubicBezTo>
                    <a:pt x="144" y="371"/>
                    <a:pt x="137" y="389"/>
                    <a:pt x="131" y="408"/>
                  </a:cubicBezTo>
                  <a:cubicBezTo>
                    <a:pt x="123" y="429"/>
                    <a:pt x="117" y="450"/>
                    <a:pt x="110" y="472"/>
                  </a:cubicBezTo>
                  <a:cubicBezTo>
                    <a:pt x="107" y="481"/>
                    <a:pt x="103" y="491"/>
                    <a:pt x="100" y="502"/>
                  </a:cubicBezTo>
                  <a:cubicBezTo>
                    <a:pt x="97" y="512"/>
                    <a:pt x="94" y="523"/>
                    <a:pt x="90" y="534"/>
                  </a:cubicBezTo>
                  <a:cubicBezTo>
                    <a:pt x="85" y="554"/>
                    <a:pt x="79" y="576"/>
                    <a:pt x="75" y="597"/>
                  </a:cubicBezTo>
                  <a:cubicBezTo>
                    <a:pt x="72" y="610"/>
                    <a:pt x="69" y="622"/>
                    <a:pt x="67" y="635"/>
                  </a:cubicBezTo>
                  <a:cubicBezTo>
                    <a:pt x="64" y="647"/>
                    <a:pt x="63" y="659"/>
                    <a:pt x="60" y="671"/>
                  </a:cubicBezTo>
                  <a:cubicBezTo>
                    <a:pt x="56" y="696"/>
                    <a:pt x="53" y="721"/>
                    <a:pt x="48" y="745"/>
                  </a:cubicBezTo>
                  <a:cubicBezTo>
                    <a:pt x="46" y="758"/>
                    <a:pt x="44" y="770"/>
                    <a:pt x="42" y="783"/>
                  </a:cubicBezTo>
                  <a:cubicBezTo>
                    <a:pt x="39" y="795"/>
                    <a:pt x="37" y="807"/>
                    <a:pt x="34" y="819"/>
                  </a:cubicBezTo>
                  <a:cubicBezTo>
                    <a:pt x="32" y="832"/>
                    <a:pt x="29" y="844"/>
                    <a:pt x="26" y="856"/>
                  </a:cubicBezTo>
                  <a:cubicBezTo>
                    <a:pt x="25" y="861"/>
                    <a:pt x="23" y="867"/>
                    <a:pt x="22" y="873"/>
                  </a:cubicBezTo>
                  <a:cubicBezTo>
                    <a:pt x="21" y="878"/>
                    <a:pt x="20" y="883"/>
                    <a:pt x="19" y="888"/>
                  </a:cubicBezTo>
                  <a:cubicBezTo>
                    <a:pt x="20" y="890"/>
                    <a:pt x="20" y="893"/>
                    <a:pt x="18" y="896"/>
                  </a:cubicBezTo>
                  <a:cubicBezTo>
                    <a:pt x="16" y="899"/>
                    <a:pt x="12" y="900"/>
                    <a:pt x="8" y="899"/>
                  </a:cubicBezTo>
                  <a:cubicBezTo>
                    <a:pt x="8" y="900"/>
                    <a:pt x="8" y="900"/>
                    <a:pt x="9" y="900"/>
                  </a:cubicBezTo>
                  <a:cubicBezTo>
                    <a:pt x="5" y="899"/>
                    <a:pt x="2" y="897"/>
                    <a:pt x="1" y="893"/>
                  </a:cubicBezTo>
                  <a:cubicBezTo>
                    <a:pt x="0" y="889"/>
                    <a:pt x="1" y="885"/>
                    <a:pt x="1" y="881"/>
                  </a:cubicBezTo>
                  <a:cubicBezTo>
                    <a:pt x="4" y="867"/>
                    <a:pt x="7" y="854"/>
                    <a:pt x="11" y="840"/>
                  </a:cubicBezTo>
                  <a:cubicBezTo>
                    <a:pt x="14" y="827"/>
                    <a:pt x="16" y="814"/>
                    <a:pt x="19" y="801"/>
                  </a:cubicBezTo>
                  <a:cubicBezTo>
                    <a:pt x="22" y="787"/>
                    <a:pt x="24" y="772"/>
                    <a:pt x="27" y="758"/>
                  </a:cubicBezTo>
                  <a:cubicBezTo>
                    <a:pt x="32" y="729"/>
                    <a:pt x="36" y="701"/>
                    <a:pt x="40" y="673"/>
                  </a:cubicBezTo>
                  <a:cubicBezTo>
                    <a:pt x="43" y="659"/>
                    <a:pt x="45" y="645"/>
                    <a:pt x="47" y="632"/>
                  </a:cubicBezTo>
                  <a:cubicBezTo>
                    <a:pt x="50" y="617"/>
                    <a:pt x="54" y="603"/>
                    <a:pt x="57" y="588"/>
                  </a:cubicBezTo>
                  <a:cubicBezTo>
                    <a:pt x="64" y="562"/>
                    <a:pt x="70" y="536"/>
                    <a:pt x="78" y="509"/>
                  </a:cubicBezTo>
                  <a:cubicBezTo>
                    <a:pt x="82" y="497"/>
                    <a:pt x="86" y="484"/>
                    <a:pt x="90" y="471"/>
                  </a:cubicBezTo>
                  <a:cubicBezTo>
                    <a:pt x="94" y="458"/>
                    <a:pt x="98" y="445"/>
                    <a:pt x="102" y="432"/>
                  </a:cubicBezTo>
                  <a:cubicBezTo>
                    <a:pt x="110" y="407"/>
                    <a:pt x="119" y="382"/>
                    <a:pt x="128" y="357"/>
                  </a:cubicBezTo>
                  <a:cubicBezTo>
                    <a:pt x="138" y="332"/>
                    <a:pt x="148" y="307"/>
                    <a:pt x="158" y="282"/>
                  </a:cubicBezTo>
                  <a:cubicBezTo>
                    <a:pt x="158" y="283"/>
                    <a:pt x="157" y="283"/>
                    <a:pt x="157" y="283"/>
                  </a:cubicBezTo>
                  <a:cubicBezTo>
                    <a:pt x="163" y="268"/>
                    <a:pt x="169" y="253"/>
                    <a:pt x="174" y="238"/>
                  </a:cubicBezTo>
                  <a:cubicBezTo>
                    <a:pt x="180" y="222"/>
                    <a:pt x="187" y="206"/>
                    <a:pt x="194" y="190"/>
                  </a:cubicBezTo>
                  <a:cubicBezTo>
                    <a:pt x="207" y="159"/>
                    <a:pt x="221" y="128"/>
                    <a:pt x="237" y="98"/>
                  </a:cubicBezTo>
                  <a:lnTo>
                    <a:pt x="238" y="97"/>
                  </a:lnTo>
                  <a:cubicBezTo>
                    <a:pt x="238" y="97"/>
                    <a:pt x="238" y="96"/>
                    <a:pt x="239" y="96"/>
                  </a:cubicBezTo>
                  <a:cubicBezTo>
                    <a:pt x="239" y="95"/>
                    <a:pt x="240" y="94"/>
                    <a:pt x="240" y="93"/>
                  </a:cubicBezTo>
                  <a:cubicBezTo>
                    <a:pt x="247" y="82"/>
                    <a:pt x="253" y="70"/>
                    <a:pt x="261" y="60"/>
                  </a:cubicBezTo>
                  <a:cubicBezTo>
                    <a:pt x="268" y="49"/>
                    <a:pt x="276" y="37"/>
                    <a:pt x="286" y="29"/>
                  </a:cubicBezTo>
                  <a:cubicBezTo>
                    <a:pt x="288" y="27"/>
                    <a:pt x="290" y="25"/>
                    <a:pt x="293" y="24"/>
                  </a:cubicBezTo>
                  <a:cubicBezTo>
                    <a:pt x="296" y="22"/>
                    <a:pt x="298" y="21"/>
                    <a:pt x="302" y="20"/>
                  </a:cubicBezTo>
                  <a:cubicBezTo>
                    <a:pt x="305" y="19"/>
                    <a:pt x="309" y="19"/>
                    <a:pt x="312" y="19"/>
                  </a:cubicBezTo>
                  <a:cubicBezTo>
                    <a:pt x="315" y="19"/>
                    <a:pt x="319" y="20"/>
                    <a:pt x="322" y="21"/>
                  </a:cubicBezTo>
                  <a:cubicBezTo>
                    <a:pt x="329" y="22"/>
                    <a:pt x="335" y="25"/>
                    <a:pt x="341" y="28"/>
                  </a:cubicBezTo>
                  <a:cubicBezTo>
                    <a:pt x="347" y="30"/>
                    <a:pt x="353" y="33"/>
                    <a:pt x="359" y="38"/>
                  </a:cubicBezTo>
                  <a:cubicBezTo>
                    <a:pt x="381" y="54"/>
                    <a:pt x="395" y="78"/>
                    <a:pt x="407" y="102"/>
                  </a:cubicBezTo>
                  <a:cubicBezTo>
                    <a:pt x="415" y="117"/>
                    <a:pt x="420" y="133"/>
                    <a:pt x="425" y="149"/>
                  </a:cubicBezTo>
                  <a:cubicBezTo>
                    <a:pt x="429" y="163"/>
                    <a:pt x="433" y="177"/>
                    <a:pt x="435" y="192"/>
                  </a:cubicBezTo>
                  <a:cubicBezTo>
                    <a:pt x="441" y="223"/>
                    <a:pt x="446" y="255"/>
                    <a:pt x="455" y="287"/>
                  </a:cubicBezTo>
                  <a:cubicBezTo>
                    <a:pt x="455" y="286"/>
                    <a:pt x="454" y="286"/>
                    <a:pt x="454" y="286"/>
                  </a:cubicBezTo>
                  <a:cubicBezTo>
                    <a:pt x="462" y="312"/>
                    <a:pt x="472" y="338"/>
                    <a:pt x="480" y="363"/>
                  </a:cubicBezTo>
                  <a:cubicBezTo>
                    <a:pt x="484" y="374"/>
                    <a:pt x="488" y="385"/>
                    <a:pt x="491" y="397"/>
                  </a:cubicBezTo>
                  <a:cubicBezTo>
                    <a:pt x="491" y="398"/>
                    <a:pt x="491" y="398"/>
                    <a:pt x="492" y="398"/>
                  </a:cubicBezTo>
                  <a:lnTo>
                    <a:pt x="492" y="399"/>
                  </a:lnTo>
                  <a:cubicBezTo>
                    <a:pt x="492" y="400"/>
                    <a:pt x="492" y="402"/>
                    <a:pt x="493" y="403"/>
                  </a:cubicBezTo>
                  <a:cubicBezTo>
                    <a:pt x="497" y="417"/>
                    <a:pt x="501" y="432"/>
                    <a:pt x="504" y="446"/>
                  </a:cubicBezTo>
                  <a:cubicBezTo>
                    <a:pt x="508" y="459"/>
                    <a:pt x="510" y="473"/>
                    <a:pt x="512" y="486"/>
                  </a:cubicBezTo>
                  <a:cubicBezTo>
                    <a:pt x="515" y="501"/>
                    <a:pt x="517" y="515"/>
                    <a:pt x="520" y="530"/>
                  </a:cubicBezTo>
                  <a:cubicBezTo>
                    <a:pt x="522" y="543"/>
                    <a:pt x="525" y="555"/>
                    <a:pt x="527" y="567"/>
                  </a:cubicBezTo>
                  <a:cubicBezTo>
                    <a:pt x="530" y="580"/>
                    <a:pt x="534" y="593"/>
                    <a:pt x="538" y="606"/>
                  </a:cubicBezTo>
                  <a:cubicBezTo>
                    <a:pt x="543" y="622"/>
                    <a:pt x="548" y="638"/>
                    <a:pt x="554" y="653"/>
                  </a:cubicBezTo>
                  <a:cubicBezTo>
                    <a:pt x="559" y="668"/>
                    <a:pt x="564" y="684"/>
                    <a:pt x="568" y="699"/>
                  </a:cubicBezTo>
                  <a:cubicBezTo>
                    <a:pt x="573" y="715"/>
                    <a:pt x="576" y="731"/>
                    <a:pt x="580" y="747"/>
                  </a:cubicBezTo>
                  <a:cubicBezTo>
                    <a:pt x="584" y="763"/>
                    <a:pt x="588" y="779"/>
                    <a:pt x="592" y="795"/>
                  </a:cubicBezTo>
                  <a:lnTo>
                    <a:pt x="593" y="796"/>
                  </a:lnTo>
                  <a:cubicBezTo>
                    <a:pt x="599" y="815"/>
                    <a:pt x="605" y="834"/>
                    <a:pt x="611" y="853"/>
                  </a:cubicBezTo>
                  <a:cubicBezTo>
                    <a:pt x="619" y="875"/>
                    <a:pt x="625" y="897"/>
                    <a:pt x="631" y="918"/>
                  </a:cubicBezTo>
                  <a:cubicBezTo>
                    <a:pt x="636" y="939"/>
                    <a:pt x="640" y="960"/>
                    <a:pt x="645" y="980"/>
                  </a:cubicBezTo>
                  <a:cubicBezTo>
                    <a:pt x="649" y="1001"/>
                    <a:pt x="653" y="1022"/>
                    <a:pt x="659" y="1043"/>
                  </a:cubicBezTo>
                  <a:cubicBezTo>
                    <a:pt x="665" y="1063"/>
                    <a:pt x="672" y="1084"/>
                    <a:pt x="679" y="1104"/>
                  </a:cubicBezTo>
                  <a:cubicBezTo>
                    <a:pt x="685" y="1125"/>
                    <a:pt x="692" y="1146"/>
                    <a:pt x="698" y="1167"/>
                  </a:cubicBezTo>
                  <a:cubicBezTo>
                    <a:pt x="710" y="1209"/>
                    <a:pt x="720" y="1252"/>
                    <a:pt x="732" y="1294"/>
                  </a:cubicBezTo>
                  <a:cubicBezTo>
                    <a:pt x="740" y="1320"/>
                    <a:pt x="747" y="1348"/>
                    <a:pt x="755" y="1375"/>
                  </a:cubicBezTo>
                  <a:cubicBezTo>
                    <a:pt x="763" y="1402"/>
                    <a:pt x="771" y="1429"/>
                    <a:pt x="780" y="1456"/>
                  </a:cubicBezTo>
                  <a:cubicBezTo>
                    <a:pt x="784" y="1470"/>
                    <a:pt x="789" y="1484"/>
                    <a:pt x="794" y="1497"/>
                  </a:cubicBezTo>
                  <a:cubicBezTo>
                    <a:pt x="798" y="1511"/>
                    <a:pt x="804" y="1525"/>
                    <a:pt x="810" y="1538"/>
                  </a:cubicBezTo>
                  <a:lnTo>
                    <a:pt x="809" y="1537"/>
                  </a:lnTo>
                  <a:cubicBezTo>
                    <a:pt x="819" y="1558"/>
                    <a:pt x="828" y="1578"/>
                    <a:pt x="840" y="1598"/>
                  </a:cubicBezTo>
                  <a:cubicBezTo>
                    <a:pt x="839" y="1597"/>
                    <a:pt x="839" y="1597"/>
                    <a:pt x="839" y="1597"/>
                  </a:cubicBezTo>
                  <a:cubicBezTo>
                    <a:pt x="845" y="1606"/>
                    <a:pt x="851" y="1616"/>
                    <a:pt x="858" y="1625"/>
                  </a:cubicBezTo>
                  <a:cubicBezTo>
                    <a:pt x="862" y="1630"/>
                    <a:pt x="867" y="1636"/>
                    <a:pt x="872" y="1641"/>
                  </a:cubicBezTo>
                  <a:cubicBezTo>
                    <a:pt x="873" y="1641"/>
                    <a:pt x="873" y="1641"/>
                    <a:pt x="873" y="1641"/>
                  </a:cubicBezTo>
                  <a:lnTo>
                    <a:pt x="874" y="1641"/>
                  </a:lnTo>
                  <a:cubicBezTo>
                    <a:pt x="875" y="1641"/>
                    <a:pt x="876" y="1640"/>
                    <a:pt x="878" y="1640"/>
                  </a:cubicBezTo>
                  <a:cubicBezTo>
                    <a:pt x="881" y="1639"/>
                    <a:pt x="884" y="1637"/>
                    <a:pt x="887" y="1635"/>
                  </a:cubicBezTo>
                  <a:cubicBezTo>
                    <a:pt x="891" y="1633"/>
                    <a:pt x="895" y="1630"/>
                    <a:pt x="899" y="1627"/>
                  </a:cubicBezTo>
                  <a:cubicBezTo>
                    <a:pt x="903" y="1623"/>
                    <a:pt x="907" y="1619"/>
                    <a:pt x="911" y="1616"/>
                  </a:cubicBezTo>
                  <a:cubicBezTo>
                    <a:pt x="918" y="1609"/>
                    <a:pt x="924" y="1601"/>
                    <a:pt x="929" y="1594"/>
                  </a:cubicBezTo>
                  <a:cubicBezTo>
                    <a:pt x="938" y="1581"/>
                    <a:pt x="947" y="1568"/>
                    <a:pt x="956" y="1555"/>
                  </a:cubicBezTo>
                  <a:cubicBezTo>
                    <a:pt x="964" y="1541"/>
                    <a:pt x="973" y="1528"/>
                    <a:pt x="981" y="1514"/>
                  </a:cubicBezTo>
                  <a:cubicBezTo>
                    <a:pt x="985" y="1506"/>
                    <a:pt x="989" y="1499"/>
                    <a:pt x="992" y="1491"/>
                  </a:cubicBezTo>
                  <a:cubicBezTo>
                    <a:pt x="996" y="1481"/>
                    <a:pt x="1001" y="1470"/>
                    <a:pt x="1005" y="1460"/>
                  </a:cubicBezTo>
                  <a:cubicBezTo>
                    <a:pt x="1012" y="1441"/>
                    <a:pt x="1020" y="1422"/>
                    <a:pt x="1027" y="1404"/>
                  </a:cubicBezTo>
                  <a:cubicBezTo>
                    <a:pt x="1027" y="1403"/>
                    <a:pt x="1027" y="1403"/>
                    <a:pt x="1027" y="1403"/>
                  </a:cubicBezTo>
                  <a:cubicBezTo>
                    <a:pt x="1033" y="1388"/>
                    <a:pt x="1038" y="1373"/>
                    <a:pt x="1043" y="1358"/>
                  </a:cubicBezTo>
                  <a:cubicBezTo>
                    <a:pt x="1047" y="1342"/>
                    <a:pt x="1051" y="1326"/>
                    <a:pt x="1056" y="1309"/>
                  </a:cubicBezTo>
                  <a:cubicBezTo>
                    <a:pt x="1060" y="1292"/>
                    <a:pt x="1065" y="1276"/>
                    <a:pt x="1070" y="1259"/>
                  </a:cubicBezTo>
                  <a:cubicBezTo>
                    <a:pt x="1075" y="1243"/>
                    <a:pt x="1079" y="1228"/>
                    <a:pt x="1083" y="1213"/>
                  </a:cubicBezTo>
                  <a:lnTo>
                    <a:pt x="1083" y="1214"/>
                  </a:lnTo>
                  <a:cubicBezTo>
                    <a:pt x="1089" y="1186"/>
                    <a:pt x="1094" y="1158"/>
                    <a:pt x="1100" y="1130"/>
                  </a:cubicBezTo>
                  <a:cubicBezTo>
                    <a:pt x="1103" y="1115"/>
                    <a:pt x="1106" y="1101"/>
                    <a:pt x="1109" y="1087"/>
                  </a:cubicBezTo>
                  <a:cubicBezTo>
                    <a:pt x="1112" y="1073"/>
                    <a:pt x="1114" y="1059"/>
                    <a:pt x="1117" y="1045"/>
                  </a:cubicBezTo>
                  <a:cubicBezTo>
                    <a:pt x="1122" y="1017"/>
                    <a:pt x="1128" y="991"/>
                    <a:pt x="1133" y="963"/>
                  </a:cubicBezTo>
                  <a:cubicBezTo>
                    <a:pt x="1135" y="949"/>
                    <a:pt x="1138" y="935"/>
                    <a:pt x="1140" y="921"/>
                  </a:cubicBezTo>
                  <a:cubicBezTo>
                    <a:pt x="1143" y="906"/>
                    <a:pt x="1146" y="890"/>
                    <a:pt x="1150" y="875"/>
                  </a:cubicBezTo>
                  <a:cubicBezTo>
                    <a:pt x="1153" y="861"/>
                    <a:pt x="1156" y="848"/>
                    <a:pt x="1158" y="834"/>
                  </a:cubicBezTo>
                  <a:cubicBezTo>
                    <a:pt x="1162" y="819"/>
                    <a:pt x="1165" y="804"/>
                    <a:pt x="1168" y="788"/>
                  </a:cubicBezTo>
                  <a:cubicBezTo>
                    <a:pt x="1171" y="773"/>
                    <a:pt x="1175" y="759"/>
                    <a:pt x="1179" y="744"/>
                  </a:cubicBezTo>
                  <a:cubicBezTo>
                    <a:pt x="1184" y="728"/>
                    <a:pt x="1188" y="713"/>
                    <a:pt x="1192" y="698"/>
                  </a:cubicBezTo>
                  <a:cubicBezTo>
                    <a:pt x="1196" y="684"/>
                    <a:pt x="1199" y="670"/>
                    <a:pt x="1202" y="656"/>
                  </a:cubicBezTo>
                  <a:cubicBezTo>
                    <a:pt x="1205" y="640"/>
                    <a:pt x="1207" y="626"/>
                    <a:pt x="1210" y="611"/>
                  </a:cubicBezTo>
                  <a:cubicBezTo>
                    <a:pt x="1214" y="596"/>
                    <a:pt x="1217" y="581"/>
                    <a:pt x="1221" y="566"/>
                  </a:cubicBezTo>
                  <a:cubicBezTo>
                    <a:pt x="1225" y="551"/>
                    <a:pt x="1229" y="537"/>
                    <a:pt x="1232" y="522"/>
                  </a:cubicBezTo>
                  <a:cubicBezTo>
                    <a:pt x="1232" y="523"/>
                    <a:pt x="1232" y="523"/>
                    <a:pt x="1232" y="523"/>
                  </a:cubicBezTo>
                  <a:cubicBezTo>
                    <a:pt x="1233" y="520"/>
                    <a:pt x="1234" y="516"/>
                    <a:pt x="1235" y="512"/>
                  </a:cubicBezTo>
                  <a:cubicBezTo>
                    <a:pt x="1235" y="512"/>
                    <a:pt x="1235" y="513"/>
                    <a:pt x="1234" y="513"/>
                  </a:cubicBezTo>
                  <a:cubicBezTo>
                    <a:pt x="1238" y="498"/>
                    <a:pt x="1241" y="484"/>
                    <a:pt x="1245" y="469"/>
                  </a:cubicBezTo>
                  <a:cubicBezTo>
                    <a:pt x="1249" y="453"/>
                    <a:pt x="1253" y="438"/>
                    <a:pt x="1258" y="423"/>
                  </a:cubicBezTo>
                  <a:cubicBezTo>
                    <a:pt x="1267" y="396"/>
                    <a:pt x="1277" y="370"/>
                    <a:pt x="1286" y="343"/>
                  </a:cubicBezTo>
                  <a:cubicBezTo>
                    <a:pt x="1291" y="331"/>
                    <a:pt x="1294" y="319"/>
                    <a:pt x="1298" y="307"/>
                  </a:cubicBezTo>
                  <a:cubicBezTo>
                    <a:pt x="1302" y="293"/>
                    <a:pt x="1305" y="279"/>
                    <a:pt x="1309" y="266"/>
                  </a:cubicBezTo>
                  <a:cubicBezTo>
                    <a:pt x="1311" y="259"/>
                    <a:pt x="1313" y="252"/>
                    <a:pt x="1315" y="246"/>
                  </a:cubicBezTo>
                  <a:cubicBezTo>
                    <a:pt x="1317" y="239"/>
                    <a:pt x="1320" y="233"/>
                    <a:pt x="1323" y="226"/>
                  </a:cubicBezTo>
                  <a:cubicBezTo>
                    <a:pt x="1329" y="213"/>
                    <a:pt x="1334" y="199"/>
                    <a:pt x="1340" y="185"/>
                  </a:cubicBezTo>
                  <a:cubicBezTo>
                    <a:pt x="1345" y="172"/>
                    <a:pt x="1351" y="159"/>
                    <a:pt x="1357" y="146"/>
                  </a:cubicBezTo>
                  <a:cubicBezTo>
                    <a:pt x="1363" y="133"/>
                    <a:pt x="1370" y="120"/>
                    <a:pt x="1377" y="107"/>
                  </a:cubicBezTo>
                  <a:cubicBezTo>
                    <a:pt x="1384" y="96"/>
                    <a:pt x="1390" y="84"/>
                    <a:pt x="1397" y="71"/>
                  </a:cubicBezTo>
                  <a:cubicBezTo>
                    <a:pt x="1404" y="59"/>
                    <a:pt x="1411" y="47"/>
                    <a:pt x="1419" y="35"/>
                  </a:cubicBezTo>
                  <a:cubicBezTo>
                    <a:pt x="1422" y="30"/>
                    <a:pt x="1426" y="25"/>
                    <a:pt x="1430" y="21"/>
                  </a:cubicBezTo>
                  <a:cubicBezTo>
                    <a:pt x="1434" y="16"/>
                    <a:pt x="1438" y="11"/>
                    <a:pt x="1443" y="7"/>
                  </a:cubicBezTo>
                  <a:cubicBezTo>
                    <a:pt x="1445" y="5"/>
                    <a:pt x="1448" y="3"/>
                    <a:pt x="1451" y="1"/>
                  </a:cubicBezTo>
                  <a:cubicBezTo>
                    <a:pt x="1453" y="1"/>
                    <a:pt x="1454" y="1"/>
                    <a:pt x="1456" y="1"/>
                  </a:cubicBezTo>
                  <a:cubicBezTo>
                    <a:pt x="1458" y="0"/>
                    <a:pt x="1460" y="0"/>
                    <a:pt x="1462" y="1"/>
                  </a:cubicBezTo>
                  <a:cubicBezTo>
                    <a:pt x="1468" y="1"/>
                    <a:pt x="1473" y="4"/>
                    <a:pt x="1478" y="6"/>
                  </a:cubicBezTo>
                  <a:cubicBezTo>
                    <a:pt x="1483" y="8"/>
                    <a:pt x="1488" y="11"/>
                    <a:pt x="1492" y="15"/>
                  </a:cubicBezTo>
                  <a:cubicBezTo>
                    <a:pt x="1503" y="23"/>
                    <a:pt x="1513" y="32"/>
                    <a:pt x="1523" y="42"/>
                  </a:cubicBezTo>
                  <a:cubicBezTo>
                    <a:pt x="1527" y="47"/>
                    <a:pt x="1532" y="52"/>
                    <a:pt x="1536" y="57"/>
                  </a:cubicBezTo>
                  <a:cubicBezTo>
                    <a:pt x="1541" y="64"/>
                    <a:pt x="1545" y="70"/>
                    <a:pt x="1549" y="77"/>
                  </a:cubicBezTo>
                  <a:cubicBezTo>
                    <a:pt x="1557" y="88"/>
                    <a:pt x="1563" y="99"/>
                    <a:pt x="1569" y="111"/>
                  </a:cubicBezTo>
                  <a:cubicBezTo>
                    <a:pt x="1574" y="123"/>
                    <a:pt x="1580" y="135"/>
                    <a:pt x="1584" y="148"/>
                  </a:cubicBezTo>
                  <a:cubicBezTo>
                    <a:pt x="1595" y="174"/>
                    <a:pt x="1604" y="201"/>
                    <a:pt x="1615" y="226"/>
                  </a:cubicBezTo>
                  <a:lnTo>
                    <a:pt x="1615" y="225"/>
                  </a:lnTo>
                  <a:cubicBezTo>
                    <a:pt x="1627" y="252"/>
                    <a:pt x="1639" y="279"/>
                    <a:pt x="1648" y="308"/>
                  </a:cubicBezTo>
                  <a:cubicBezTo>
                    <a:pt x="1650" y="314"/>
                    <a:pt x="1652" y="321"/>
                    <a:pt x="1654" y="328"/>
                  </a:cubicBezTo>
                  <a:cubicBezTo>
                    <a:pt x="1656" y="335"/>
                    <a:pt x="1658" y="342"/>
                    <a:pt x="1659" y="350"/>
                  </a:cubicBezTo>
                  <a:cubicBezTo>
                    <a:pt x="1662" y="364"/>
                    <a:pt x="1665" y="378"/>
                    <a:pt x="1667" y="392"/>
                  </a:cubicBezTo>
                  <a:cubicBezTo>
                    <a:pt x="1669" y="406"/>
                    <a:pt x="1671" y="421"/>
                    <a:pt x="1674" y="435"/>
                  </a:cubicBezTo>
                  <a:cubicBezTo>
                    <a:pt x="1677" y="450"/>
                    <a:pt x="1681" y="465"/>
                    <a:pt x="1685" y="479"/>
                  </a:cubicBezTo>
                  <a:cubicBezTo>
                    <a:pt x="1692" y="508"/>
                    <a:pt x="1701" y="537"/>
                    <a:pt x="1708" y="566"/>
                  </a:cubicBezTo>
                  <a:cubicBezTo>
                    <a:pt x="1712" y="580"/>
                    <a:pt x="1715" y="596"/>
                    <a:pt x="1719" y="610"/>
                  </a:cubicBezTo>
                  <a:cubicBezTo>
                    <a:pt x="1722" y="625"/>
                    <a:pt x="1725" y="639"/>
                    <a:pt x="1728" y="654"/>
                  </a:cubicBezTo>
                  <a:cubicBezTo>
                    <a:pt x="1734" y="683"/>
                    <a:pt x="1742" y="712"/>
                    <a:pt x="1749" y="740"/>
                  </a:cubicBezTo>
                  <a:cubicBezTo>
                    <a:pt x="1757" y="769"/>
                    <a:pt x="1764" y="798"/>
                    <a:pt x="1770" y="828"/>
                  </a:cubicBezTo>
                  <a:cubicBezTo>
                    <a:pt x="1775" y="857"/>
                    <a:pt x="1779" y="887"/>
                    <a:pt x="1783" y="917"/>
                  </a:cubicBezTo>
                  <a:cubicBezTo>
                    <a:pt x="1788" y="952"/>
                    <a:pt x="1793" y="987"/>
                    <a:pt x="1798" y="1022"/>
                  </a:cubicBezTo>
                  <a:cubicBezTo>
                    <a:pt x="1798" y="1021"/>
                    <a:pt x="1798" y="1020"/>
                    <a:pt x="1798" y="1020"/>
                  </a:cubicBezTo>
                  <a:cubicBezTo>
                    <a:pt x="1799" y="1031"/>
                    <a:pt x="1801" y="1042"/>
                    <a:pt x="1803" y="1053"/>
                  </a:cubicBezTo>
                  <a:cubicBezTo>
                    <a:pt x="1805" y="1064"/>
                    <a:pt x="1808" y="1075"/>
                    <a:pt x="1809" y="1086"/>
                  </a:cubicBezTo>
                  <a:cubicBezTo>
                    <a:pt x="1812" y="1108"/>
                    <a:pt x="1815" y="1130"/>
                    <a:pt x="1819" y="1151"/>
                  </a:cubicBezTo>
                  <a:lnTo>
                    <a:pt x="1819" y="1152"/>
                  </a:lnTo>
                  <a:lnTo>
                    <a:pt x="1819" y="1153"/>
                  </a:lnTo>
                  <a:lnTo>
                    <a:pt x="1819" y="1152"/>
                  </a:lnTo>
                  <a:cubicBezTo>
                    <a:pt x="1820" y="1161"/>
                    <a:pt x="1822" y="1169"/>
                    <a:pt x="1823" y="1178"/>
                  </a:cubicBezTo>
                  <a:cubicBezTo>
                    <a:pt x="1825" y="1186"/>
                    <a:pt x="1827" y="1196"/>
                    <a:pt x="1829" y="1204"/>
                  </a:cubicBezTo>
                  <a:cubicBezTo>
                    <a:pt x="1839" y="1236"/>
                    <a:pt x="1851" y="1269"/>
                    <a:pt x="1862" y="1300"/>
                  </a:cubicBezTo>
                  <a:cubicBezTo>
                    <a:pt x="1868" y="1316"/>
                    <a:pt x="1873" y="1332"/>
                    <a:pt x="1879" y="1348"/>
                  </a:cubicBezTo>
                  <a:cubicBezTo>
                    <a:pt x="1884" y="1365"/>
                    <a:pt x="1889" y="1382"/>
                    <a:pt x="1893" y="1398"/>
                  </a:cubicBezTo>
                  <a:cubicBezTo>
                    <a:pt x="1898" y="1413"/>
                    <a:pt x="1903" y="1428"/>
                    <a:pt x="1908" y="1442"/>
                  </a:cubicBezTo>
                  <a:cubicBezTo>
                    <a:pt x="1914" y="1456"/>
                    <a:pt x="1919" y="1470"/>
                    <a:pt x="1925" y="1483"/>
                  </a:cubicBezTo>
                  <a:lnTo>
                    <a:pt x="1925" y="1482"/>
                  </a:lnTo>
                  <a:cubicBezTo>
                    <a:pt x="1932" y="1499"/>
                    <a:pt x="1940" y="1515"/>
                    <a:pt x="1948" y="1531"/>
                  </a:cubicBezTo>
                  <a:cubicBezTo>
                    <a:pt x="1956" y="1546"/>
                    <a:pt x="1965" y="1562"/>
                    <a:pt x="1974" y="1577"/>
                  </a:cubicBezTo>
                  <a:cubicBezTo>
                    <a:pt x="1979" y="1585"/>
                    <a:pt x="1985" y="1593"/>
                    <a:pt x="1992" y="1601"/>
                  </a:cubicBezTo>
                  <a:cubicBezTo>
                    <a:pt x="1991" y="1601"/>
                    <a:pt x="1991" y="1601"/>
                    <a:pt x="1990" y="1600"/>
                  </a:cubicBezTo>
                  <a:cubicBezTo>
                    <a:pt x="1994" y="1604"/>
                    <a:pt x="1997" y="1608"/>
                    <a:pt x="2000" y="1612"/>
                  </a:cubicBezTo>
                  <a:cubicBezTo>
                    <a:pt x="2001" y="1612"/>
                    <a:pt x="2001" y="1612"/>
                    <a:pt x="2002" y="1612"/>
                  </a:cubicBezTo>
                  <a:lnTo>
                    <a:pt x="2002" y="1613"/>
                  </a:lnTo>
                  <a:cubicBezTo>
                    <a:pt x="2002" y="1613"/>
                    <a:pt x="2002" y="1612"/>
                    <a:pt x="2003" y="1612"/>
                  </a:cubicBezTo>
                  <a:lnTo>
                    <a:pt x="2004" y="1612"/>
                  </a:lnTo>
                  <a:cubicBezTo>
                    <a:pt x="2006" y="1611"/>
                    <a:pt x="2007" y="1610"/>
                    <a:pt x="2009" y="1609"/>
                  </a:cubicBezTo>
                  <a:cubicBezTo>
                    <a:pt x="2012" y="1606"/>
                    <a:pt x="2016" y="1602"/>
                    <a:pt x="2019" y="1599"/>
                  </a:cubicBezTo>
                  <a:cubicBezTo>
                    <a:pt x="2024" y="1595"/>
                    <a:pt x="2028" y="1590"/>
                    <a:pt x="2033" y="1585"/>
                  </a:cubicBezTo>
                  <a:cubicBezTo>
                    <a:pt x="2041" y="1579"/>
                    <a:pt x="2048" y="1572"/>
                    <a:pt x="2055" y="1565"/>
                  </a:cubicBezTo>
                  <a:cubicBezTo>
                    <a:pt x="2058" y="1562"/>
                    <a:pt x="2062" y="1558"/>
                    <a:pt x="2065" y="1553"/>
                  </a:cubicBezTo>
                  <a:cubicBezTo>
                    <a:pt x="2069" y="1548"/>
                    <a:pt x="2074" y="1544"/>
                    <a:pt x="2078" y="1539"/>
                  </a:cubicBezTo>
                  <a:cubicBezTo>
                    <a:pt x="2088" y="1528"/>
                    <a:pt x="2098" y="1518"/>
                    <a:pt x="2106" y="1507"/>
                  </a:cubicBezTo>
                  <a:cubicBezTo>
                    <a:pt x="2112" y="1499"/>
                    <a:pt x="2118" y="1491"/>
                    <a:pt x="2122" y="1483"/>
                  </a:cubicBezTo>
                  <a:cubicBezTo>
                    <a:pt x="2125" y="1478"/>
                    <a:pt x="2127" y="1473"/>
                    <a:pt x="2130" y="1468"/>
                  </a:cubicBezTo>
                  <a:cubicBezTo>
                    <a:pt x="2132" y="1462"/>
                    <a:pt x="2135" y="1456"/>
                    <a:pt x="2137" y="1450"/>
                  </a:cubicBezTo>
                  <a:cubicBezTo>
                    <a:pt x="2138" y="1446"/>
                    <a:pt x="2140" y="1442"/>
                    <a:pt x="2141" y="1438"/>
                  </a:cubicBezTo>
                  <a:cubicBezTo>
                    <a:pt x="2143" y="1433"/>
                    <a:pt x="2144" y="1428"/>
                    <a:pt x="2145" y="1424"/>
                  </a:cubicBezTo>
                  <a:cubicBezTo>
                    <a:pt x="2145" y="1424"/>
                    <a:pt x="2145" y="1423"/>
                    <a:pt x="2145" y="1422"/>
                  </a:cubicBezTo>
                  <a:cubicBezTo>
                    <a:pt x="2154" y="1382"/>
                    <a:pt x="2165" y="1342"/>
                    <a:pt x="2175" y="1302"/>
                  </a:cubicBezTo>
                  <a:cubicBezTo>
                    <a:pt x="2180" y="1282"/>
                    <a:pt x="2185" y="1263"/>
                    <a:pt x="2190" y="1243"/>
                  </a:cubicBezTo>
                  <a:cubicBezTo>
                    <a:pt x="2194" y="1233"/>
                    <a:pt x="2197" y="1222"/>
                    <a:pt x="2200" y="1211"/>
                  </a:cubicBezTo>
                  <a:cubicBezTo>
                    <a:pt x="2203" y="1200"/>
                    <a:pt x="2205" y="1190"/>
                    <a:pt x="2208" y="1179"/>
                  </a:cubicBezTo>
                  <a:cubicBezTo>
                    <a:pt x="2215" y="1149"/>
                    <a:pt x="2222" y="1119"/>
                    <a:pt x="2228" y="1089"/>
                  </a:cubicBezTo>
                  <a:cubicBezTo>
                    <a:pt x="2232" y="1073"/>
                    <a:pt x="2235" y="1056"/>
                    <a:pt x="2239" y="1040"/>
                  </a:cubicBezTo>
                  <a:cubicBezTo>
                    <a:pt x="2242" y="1026"/>
                    <a:pt x="2244" y="1012"/>
                    <a:pt x="2247" y="997"/>
                  </a:cubicBezTo>
                  <a:cubicBezTo>
                    <a:pt x="2250" y="983"/>
                    <a:pt x="2253" y="969"/>
                    <a:pt x="2256" y="954"/>
                  </a:cubicBezTo>
                  <a:cubicBezTo>
                    <a:pt x="2258" y="939"/>
                    <a:pt x="2260" y="924"/>
                    <a:pt x="2263" y="909"/>
                  </a:cubicBezTo>
                  <a:cubicBezTo>
                    <a:pt x="2267" y="878"/>
                    <a:pt x="2274" y="848"/>
                    <a:pt x="2281" y="819"/>
                  </a:cubicBezTo>
                  <a:cubicBezTo>
                    <a:pt x="2282" y="814"/>
                    <a:pt x="2284" y="809"/>
                    <a:pt x="2285" y="805"/>
                  </a:cubicBezTo>
                  <a:lnTo>
                    <a:pt x="2285" y="804"/>
                  </a:lnTo>
                  <a:cubicBezTo>
                    <a:pt x="2292" y="776"/>
                    <a:pt x="2298" y="748"/>
                    <a:pt x="2304" y="720"/>
                  </a:cubicBezTo>
                  <a:cubicBezTo>
                    <a:pt x="2308" y="705"/>
                    <a:pt x="2311" y="691"/>
                    <a:pt x="2316" y="676"/>
                  </a:cubicBezTo>
                  <a:cubicBezTo>
                    <a:pt x="2319" y="661"/>
                    <a:pt x="2323" y="647"/>
                    <a:pt x="2326" y="632"/>
                  </a:cubicBezTo>
                  <a:cubicBezTo>
                    <a:pt x="2332" y="604"/>
                    <a:pt x="2338" y="575"/>
                    <a:pt x="2345" y="547"/>
                  </a:cubicBezTo>
                  <a:cubicBezTo>
                    <a:pt x="2348" y="532"/>
                    <a:pt x="2352" y="517"/>
                    <a:pt x="2356" y="502"/>
                  </a:cubicBezTo>
                  <a:cubicBezTo>
                    <a:pt x="2360" y="488"/>
                    <a:pt x="2365" y="474"/>
                    <a:pt x="2369" y="459"/>
                  </a:cubicBezTo>
                  <a:cubicBezTo>
                    <a:pt x="2373" y="444"/>
                    <a:pt x="2378" y="429"/>
                    <a:pt x="2383" y="413"/>
                  </a:cubicBezTo>
                  <a:cubicBezTo>
                    <a:pt x="2387" y="400"/>
                    <a:pt x="2391" y="387"/>
                    <a:pt x="2395" y="374"/>
                  </a:cubicBezTo>
                  <a:cubicBezTo>
                    <a:pt x="2399" y="360"/>
                    <a:pt x="2403" y="346"/>
                    <a:pt x="2407" y="332"/>
                  </a:cubicBezTo>
                  <a:cubicBezTo>
                    <a:pt x="2412" y="318"/>
                    <a:pt x="2417" y="303"/>
                    <a:pt x="2422" y="289"/>
                  </a:cubicBezTo>
                  <a:cubicBezTo>
                    <a:pt x="2427" y="273"/>
                    <a:pt x="2434" y="257"/>
                    <a:pt x="2440" y="240"/>
                  </a:cubicBezTo>
                  <a:cubicBezTo>
                    <a:pt x="2446" y="227"/>
                    <a:pt x="2450" y="214"/>
                    <a:pt x="2455" y="201"/>
                  </a:cubicBezTo>
                  <a:cubicBezTo>
                    <a:pt x="2460" y="188"/>
                    <a:pt x="2466" y="176"/>
                    <a:pt x="2472" y="163"/>
                  </a:cubicBezTo>
                  <a:cubicBezTo>
                    <a:pt x="2479" y="150"/>
                    <a:pt x="2485" y="137"/>
                    <a:pt x="2493" y="124"/>
                  </a:cubicBezTo>
                  <a:cubicBezTo>
                    <a:pt x="2500" y="111"/>
                    <a:pt x="2507" y="99"/>
                    <a:pt x="2514" y="86"/>
                  </a:cubicBezTo>
                  <a:cubicBezTo>
                    <a:pt x="2522" y="75"/>
                    <a:pt x="2529" y="63"/>
                    <a:pt x="2536" y="51"/>
                  </a:cubicBezTo>
                  <a:cubicBezTo>
                    <a:pt x="2539" y="46"/>
                    <a:pt x="2543" y="40"/>
                    <a:pt x="2546" y="35"/>
                  </a:cubicBezTo>
                  <a:cubicBezTo>
                    <a:pt x="2549" y="32"/>
                    <a:pt x="2552" y="28"/>
                    <a:pt x="2556" y="25"/>
                  </a:cubicBezTo>
                  <a:cubicBezTo>
                    <a:pt x="2559" y="23"/>
                    <a:pt x="2562" y="21"/>
                    <a:pt x="2566" y="18"/>
                  </a:cubicBezTo>
                  <a:cubicBezTo>
                    <a:pt x="2571" y="15"/>
                    <a:pt x="2577" y="12"/>
                    <a:pt x="2582" y="10"/>
                  </a:cubicBezTo>
                  <a:cubicBezTo>
                    <a:pt x="2585" y="10"/>
                    <a:pt x="2588" y="9"/>
                    <a:pt x="2591" y="8"/>
                  </a:cubicBezTo>
                  <a:cubicBezTo>
                    <a:pt x="2595" y="8"/>
                    <a:pt x="2597" y="8"/>
                    <a:pt x="2600" y="8"/>
                  </a:cubicBezTo>
                  <a:cubicBezTo>
                    <a:pt x="2603" y="8"/>
                    <a:pt x="2607" y="8"/>
                    <a:pt x="2610" y="9"/>
                  </a:cubicBezTo>
                  <a:cubicBezTo>
                    <a:pt x="2613" y="10"/>
                    <a:pt x="2615" y="10"/>
                    <a:pt x="2617" y="11"/>
                  </a:cubicBezTo>
                  <a:cubicBezTo>
                    <a:pt x="2624" y="12"/>
                    <a:pt x="2630" y="15"/>
                    <a:pt x="2637" y="17"/>
                  </a:cubicBezTo>
                  <a:cubicBezTo>
                    <a:pt x="2643" y="20"/>
                    <a:pt x="2649" y="23"/>
                    <a:pt x="2655" y="26"/>
                  </a:cubicBezTo>
                  <a:cubicBezTo>
                    <a:pt x="2673" y="37"/>
                    <a:pt x="2688" y="52"/>
                    <a:pt x="2701" y="69"/>
                  </a:cubicBezTo>
                  <a:cubicBezTo>
                    <a:pt x="2707" y="78"/>
                    <a:pt x="2713" y="88"/>
                    <a:pt x="2717" y="99"/>
                  </a:cubicBezTo>
                  <a:cubicBezTo>
                    <a:pt x="2721" y="108"/>
                    <a:pt x="2724" y="117"/>
                    <a:pt x="2726" y="127"/>
                  </a:cubicBezTo>
                  <a:cubicBezTo>
                    <a:pt x="2739" y="170"/>
                    <a:pt x="2749" y="213"/>
                    <a:pt x="2761" y="256"/>
                  </a:cubicBezTo>
                  <a:cubicBezTo>
                    <a:pt x="2765" y="269"/>
                    <a:pt x="2769" y="283"/>
                    <a:pt x="2774" y="296"/>
                  </a:cubicBezTo>
                  <a:cubicBezTo>
                    <a:pt x="2778" y="310"/>
                    <a:pt x="2783" y="324"/>
                    <a:pt x="2787" y="338"/>
                  </a:cubicBezTo>
                  <a:cubicBezTo>
                    <a:pt x="2795" y="364"/>
                    <a:pt x="2802" y="392"/>
                    <a:pt x="2809" y="419"/>
                  </a:cubicBezTo>
                  <a:cubicBezTo>
                    <a:pt x="2813" y="433"/>
                    <a:pt x="2817" y="448"/>
                    <a:pt x="2820" y="462"/>
                  </a:cubicBezTo>
                  <a:cubicBezTo>
                    <a:pt x="2824" y="476"/>
                    <a:pt x="2827" y="490"/>
                    <a:pt x="2828" y="504"/>
                  </a:cubicBezTo>
                  <a:cubicBezTo>
                    <a:pt x="2832" y="532"/>
                    <a:pt x="2835" y="559"/>
                    <a:pt x="2839" y="587"/>
                  </a:cubicBezTo>
                  <a:cubicBezTo>
                    <a:pt x="2842" y="601"/>
                    <a:pt x="2844" y="615"/>
                    <a:pt x="2848" y="629"/>
                  </a:cubicBezTo>
                  <a:cubicBezTo>
                    <a:pt x="2852" y="643"/>
                    <a:pt x="2856" y="657"/>
                    <a:pt x="2860" y="671"/>
                  </a:cubicBezTo>
                  <a:cubicBezTo>
                    <a:pt x="2864" y="685"/>
                    <a:pt x="2867" y="699"/>
                    <a:pt x="2871" y="714"/>
                  </a:cubicBezTo>
                  <a:cubicBezTo>
                    <a:pt x="2875" y="727"/>
                    <a:pt x="2878" y="741"/>
                    <a:pt x="2883" y="754"/>
                  </a:cubicBezTo>
                  <a:cubicBezTo>
                    <a:pt x="2887" y="769"/>
                    <a:pt x="2890" y="783"/>
                    <a:pt x="2894" y="798"/>
                  </a:cubicBezTo>
                  <a:cubicBezTo>
                    <a:pt x="2896" y="812"/>
                    <a:pt x="2899" y="827"/>
                    <a:pt x="2902" y="841"/>
                  </a:cubicBezTo>
                  <a:cubicBezTo>
                    <a:pt x="2909" y="871"/>
                    <a:pt x="2917" y="902"/>
                    <a:pt x="2924" y="932"/>
                  </a:cubicBezTo>
                  <a:cubicBezTo>
                    <a:pt x="2927" y="945"/>
                    <a:pt x="2930" y="959"/>
                    <a:pt x="2933" y="972"/>
                  </a:cubicBezTo>
                  <a:cubicBezTo>
                    <a:pt x="2936" y="986"/>
                    <a:pt x="2938" y="1000"/>
                    <a:pt x="2940" y="1015"/>
                  </a:cubicBezTo>
                  <a:cubicBezTo>
                    <a:pt x="2944" y="1043"/>
                    <a:pt x="2948" y="1070"/>
                    <a:pt x="2951" y="1098"/>
                  </a:cubicBezTo>
                  <a:cubicBezTo>
                    <a:pt x="2952" y="1104"/>
                    <a:pt x="2947" y="1109"/>
                    <a:pt x="2942" y="1110"/>
                  </a:cubicBezTo>
                  <a:cubicBezTo>
                    <a:pt x="2936" y="1110"/>
                    <a:pt x="2931" y="1105"/>
                    <a:pt x="2931" y="1100"/>
                  </a:cubicBezTo>
                  <a:cubicBezTo>
                    <a:pt x="2929" y="1084"/>
                    <a:pt x="2927" y="1068"/>
                    <a:pt x="2925" y="1052"/>
                  </a:cubicBezTo>
                  <a:cubicBezTo>
                    <a:pt x="2923" y="1037"/>
                    <a:pt x="2920" y="1021"/>
                    <a:pt x="2918" y="1005"/>
                  </a:cubicBezTo>
                  <a:cubicBezTo>
                    <a:pt x="2916" y="991"/>
                    <a:pt x="2914" y="977"/>
                    <a:pt x="2911" y="963"/>
                  </a:cubicBezTo>
                  <a:cubicBezTo>
                    <a:pt x="2908" y="949"/>
                    <a:pt x="2905" y="935"/>
                    <a:pt x="2901" y="921"/>
                  </a:cubicBezTo>
                  <a:cubicBezTo>
                    <a:pt x="2894" y="890"/>
                    <a:pt x="2886" y="861"/>
                    <a:pt x="2880" y="830"/>
                  </a:cubicBezTo>
                  <a:cubicBezTo>
                    <a:pt x="2877" y="816"/>
                    <a:pt x="2874" y="801"/>
                    <a:pt x="2870" y="787"/>
                  </a:cubicBezTo>
                  <a:cubicBezTo>
                    <a:pt x="2867" y="772"/>
                    <a:pt x="2863" y="758"/>
                    <a:pt x="2859" y="742"/>
                  </a:cubicBezTo>
                  <a:cubicBezTo>
                    <a:pt x="2851" y="715"/>
                    <a:pt x="2843" y="688"/>
                    <a:pt x="2836" y="660"/>
                  </a:cubicBezTo>
                  <a:cubicBezTo>
                    <a:pt x="2832" y="647"/>
                    <a:pt x="2828" y="635"/>
                    <a:pt x="2825" y="621"/>
                  </a:cubicBezTo>
                  <a:cubicBezTo>
                    <a:pt x="2822" y="608"/>
                    <a:pt x="2820" y="595"/>
                    <a:pt x="2818" y="582"/>
                  </a:cubicBezTo>
                  <a:cubicBezTo>
                    <a:pt x="2817" y="569"/>
                    <a:pt x="2815" y="555"/>
                    <a:pt x="2813" y="542"/>
                  </a:cubicBezTo>
                  <a:cubicBezTo>
                    <a:pt x="2812" y="529"/>
                    <a:pt x="2810" y="515"/>
                    <a:pt x="2808" y="501"/>
                  </a:cubicBezTo>
                  <a:lnTo>
                    <a:pt x="2808" y="502"/>
                  </a:lnTo>
                  <a:cubicBezTo>
                    <a:pt x="2808" y="501"/>
                    <a:pt x="2808" y="501"/>
                    <a:pt x="2808" y="501"/>
                  </a:cubicBezTo>
                  <a:cubicBezTo>
                    <a:pt x="2806" y="490"/>
                    <a:pt x="2804" y="478"/>
                    <a:pt x="2801" y="466"/>
                  </a:cubicBezTo>
                  <a:cubicBezTo>
                    <a:pt x="2798" y="454"/>
                    <a:pt x="2795" y="442"/>
                    <a:pt x="2792" y="430"/>
                  </a:cubicBezTo>
                  <a:cubicBezTo>
                    <a:pt x="2786" y="407"/>
                    <a:pt x="2779" y="384"/>
                    <a:pt x="2773" y="360"/>
                  </a:cubicBezTo>
                  <a:cubicBezTo>
                    <a:pt x="2767" y="340"/>
                    <a:pt x="2760" y="320"/>
                    <a:pt x="2754" y="300"/>
                  </a:cubicBezTo>
                  <a:cubicBezTo>
                    <a:pt x="2748" y="282"/>
                    <a:pt x="2742" y="262"/>
                    <a:pt x="2737" y="243"/>
                  </a:cubicBezTo>
                  <a:cubicBezTo>
                    <a:pt x="2726" y="205"/>
                    <a:pt x="2717" y="167"/>
                    <a:pt x="2706" y="129"/>
                  </a:cubicBezTo>
                  <a:cubicBezTo>
                    <a:pt x="2706" y="128"/>
                    <a:pt x="2706" y="128"/>
                    <a:pt x="2706" y="128"/>
                  </a:cubicBezTo>
                  <a:cubicBezTo>
                    <a:pt x="2704" y="120"/>
                    <a:pt x="2701" y="113"/>
                    <a:pt x="2698" y="104"/>
                  </a:cubicBezTo>
                  <a:cubicBezTo>
                    <a:pt x="2695" y="100"/>
                    <a:pt x="2693" y="95"/>
                    <a:pt x="2691" y="91"/>
                  </a:cubicBezTo>
                  <a:cubicBezTo>
                    <a:pt x="2687" y="86"/>
                    <a:pt x="2684" y="81"/>
                    <a:pt x="2680" y="76"/>
                  </a:cubicBezTo>
                  <a:cubicBezTo>
                    <a:pt x="2675" y="70"/>
                    <a:pt x="2670" y="64"/>
                    <a:pt x="2664" y="58"/>
                  </a:cubicBezTo>
                  <a:cubicBezTo>
                    <a:pt x="2661" y="55"/>
                    <a:pt x="2658" y="52"/>
                    <a:pt x="2654" y="49"/>
                  </a:cubicBezTo>
                  <a:cubicBezTo>
                    <a:pt x="2652" y="48"/>
                    <a:pt x="2651" y="47"/>
                    <a:pt x="2649" y="46"/>
                  </a:cubicBezTo>
                  <a:cubicBezTo>
                    <a:pt x="2648" y="44"/>
                    <a:pt x="2646" y="44"/>
                    <a:pt x="2644" y="43"/>
                  </a:cubicBezTo>
                  <a:cubicBezTo>
                    <a:pt x="2639" y="40"/>
                    <a:pt x="2633" y="37"/>
                    <a:pt x="2627" y="35"/>
                  </a:cubicBezTo>
                  <a:cubicBezTo>
                    <a:pt x="2624" y="34"/>
                    <a:pt x="2621" y="33"/>
                    <a:pt x="2618" y="32"/>
                  </a:cubicBezTo>
                  <a:cubicBezTo>
                    <a:pt x="2615" y="31"/>
                    <a:pt x="2612" y="30"/>
                    <a:pt x="2609" y="29"/>
                  </a:cubicBezTo>
                  <a:cubicBezTo>
                    <a:pt x="2607" y="29"/>
                    <a:pt x="2606" y="29"/>
                    <a:pt x="2603" y="28"/>
                  </a:cubicBezTo>
                  <a:cubicBezTo>
                    <a:pt x="2604" y="28"/>
                    <a:pt x="2605" y="28"/>
                    <a:pt x="2605" y="29"/>
                  </a:cubicBezTo>
                  <a:cubicBezTo>
                    <a:pt x="2602" y="28"/>
                    <a:pt x="2599" y="28"/>
                    <a:pt x="2595" y="28"/>
                  </a:cubicBezTo>
                  <a:cubicBezTo>
                    <a:pt x="2596" y="28"/>
                    <a:pt x="2596" y="28"/>
                    <a:pt x="2597" y="28"/>
                  </a:cubicBezTo>
                  <a:cubicBezTo>
                    <a:pt x="2595" y="28"/>
                    <a:pt x="2594" y="28"/>
                    <a:pt x="2593" y="29"/>
                  </a:cubicBezTo>
                  <a:cubicBezTo>
                    <a:pt x="2594" y="29"/>
                    <a:pt x="2594" y="28"/>
                    <a:pt x="2594" y="28"/>
                  </a:cubicBezTo>
                  <a:cubicBezTo>
                    <a:pt x="2592" y="29"/>
                    <a:pt x="2590" y="29"/>
                    <a:pt x="2588" y="30"/>
                  </a:cubicBezTo>
                  <a:cubicBezTo>
                    <a:pt x="2586" y="30"/>
                    <a:pt x="2584" y="31"/>
                    <a:pt x="2582" y="32"/>
                  </a:cubicBezTo>
                  <a:cubicBezTo>
                    <a:pt x="2581" y="32"/>
                    <a:pt x="2579" y="33"/>
                    <a:pt x="2578" y="34"/>
                  </a:cubicBezTo>
                  <a:cubicBezTo>
                    <a:pt x="2575" y="36"/>
                    <a:pt x="2573" y="37"/>
                    <a:pt x="2570" y="39"/>
                  </a:cubicBezTo>
                  <a:cubicBezTo>
                    <a:pt x="2569" y="40"/>
                    <a:pt x="2567" y="42"/>
                    <a:pt x="2566" y="43"/>
                  </a:cubicBezTo>
                  <a:cubicBezTo>
                    <a:pt x="2565" y="44"/>
                    <a:pt x="2564" y="46"/>
                    <a:pt x="2563" y="47"/>
                  </a:cubicBezTo>
                  <a:cubicBezTo>
                    <a:pt x="2557" y="54"/>
                    <a:pt x="2553" y="62"/>
                    <a:pt x="2549" y="69"/>
                  </a:cubicBezTo>
                  <a:cubicBezTo>
                    <a:pt x="2544" y="76"/>
                    <a:pt x="2539" y="84"/>
                    <a:pt x="2535" y="91"/>
                  </a:cubicBezTo>
                  <a:cubicBezTo>
                    <a:pt x="2525" y="107"/>
                    <a:pt x="2515" y="123"/>
                    <a:pt x="2507" y="139"/>
                  </a:cubicBezTo>
                  <a:cubicBezTo>
                    <a:pt x="2500" y="151"/>
                    <a:pt x="2494" y="163"/>
                    <a:pt x="2488" y="175"/>
                  </a:cubicBezTo>
                  <a:cubicBezTo>
                    <a:pt x="2482" y="187"/>
                    <a:pt x="2476" y="200"/>
                    <a:pt x="2471" y="213"/>
                  </a:cubicBezTo>
                  <a:cubicBezTo>
                    <a:pt x="2468" y="223"/>
                    <a:pt x="2464" y="232"/>
                    <a:pt x="2461" y="241"/>
                  </a:cubicBezTo>
                  <a:cubicBezTo>
                    <a:pt x="2457" y="251"/>
                    <a:pt x="2453" y="261"/>
                    <a:pt x="2450" y="271"/>
                  </a:cubicBezTo>
                  <a:cubicBezTo>
                    <a:pt x="2446" y="281"/>
                    <a:pt x="2441" y="292"/>
                    <a:pt x="2438" y="302"/>
                  </a:cubicBezTo>
                  <a:cubicBezTo>
                    <a:pt x="2434" y="313"/>
                    <a:pt x="2430" y="324"/>
                    <a:pt x="2427" y="336"/>
                  </a:cubicBezTo>
                  <a:cubicBezTo>
                    <a:pt x="2420" y="357"/>
                    <a:pt x="2415" y="378"/>
                    <a:pt x="2408" y="399"/>
                  </a:cubicBezTo>
                  <a:cubicBezTo>
                    <a:pt x="2401" y="423"/>
                    <a:pt x="2394" y="445"/>
                    <a:pt x="2387" y="468"/>
                  </a:cubicBezTo>
                  <a:cubicBezTo>
                    <a:pt x="2380" y="490"/>
                    <a:pt x="2374" y="513"/>
                    <a:pt x="2368" y="535"/>
                  </a:cubicBezTo>
                  <a:lnTo>
                    <a:pt x="2368" y="534"/>
                  </a:lnTo>
                  <a:cubicBezTo>
                    <a:pt x="2368" y="535"/>
                    <a:pt x="2368" y="535"/>
                    <a:pt x="2368" y="535"/>
                  </a:cubicBezTo>
                  <a:cubicBezTo>
                    <a:pt x="2368" y="536"/>
                    <a:pt x="2368" y="536"/>
                    <a:pt x="2368" y="536"/>
                  </a:cubicBezTo>
                  <a:cubicBezTo>
                    <a:pt x="2360" y="568"/>
                    <a:pt x="2354" y="601"/>
                    <a:pt x="2346" y="633"/>
                  </a:cubicBezTo>
                  <a:cubicBezTo>
                    <a:pt x="2339" y="666"/>
                    <a:pt x="2330" y="698"/>
                    <a:pt x="2322" y="731"/>
                  </a:cubicBezTo>
                  <a:cubicBezTo>
                    <a:pt x="2318" y="749"/>
                    <a:pt x="2313" y="768"/>
                    <a:pt x="2309" y="787"/>
                  </a:cubicBezTo>
                  <a:cubicBezTo>
                    <a:pt x="2304" y="807"/>
                    <a:pt x="2299" y="828"/>
                    <a:pt x="2295" y="847"/>
                  </a:cubicBezTo>
                  <a:cubicBezTo>
                    <a:pt x="2291" y="862"/>
                    <a:pt x="2288" y="876"/>
                    <a:pt x="2285" y="890"/>
                  </a:cubicBezTo>
                  <a:cubicBezTo>
                    <a:pt x="2283" y="906"/>
                    <a:pt x="2281" y="921"/>
                    <a:pt x="2278" y="936"/>
                  </a:cubicBezTo>
                  <a:cubicBezTo>
                    <a:pt x="2276" y="952"/>
                    <a:pt x="2274" y="967"/>
                    <a:pt x="2271" y="983"/>
                  </a:cubicBezTo>
                  <a:cubicBezTo>
                    <a:pt x="2268" y="998"/>
                    <a:pt x="2265" y="1012"/>
                    <a:pt x="2261" y="1027"/>
                  </a:cubicBezTo>
                  <a:cubicBezTo>
                    <a:pt x="2255" y="1057"/>
                    <a:pt x="2249" y="1088"/>
                    <a:pt x="2242" y="1118"/>
                  </a:cubicBezTo>
                  <a:cubicBezTo>
                    <a:pt x="2236" y="1148"/>
                    <a:pt x="2230" y="1178"/>
                    <a:pt x="2222" y="1207"/>
                  </a:cubicBezTo>
                  <a:cubicBezTo>
                    <a:pt x="2220" y="1215"/>
                    <a:pt x="2218" y="1222"/>
                    <a:pt x="2215" y="1229"/>
                  </a:cubicBezTo>
                  <a:cubicBezTo>
                    <a:pt x="2213" y="1238"/>
                    <a:pt x="2211" y="1246"/>
                    <a:pt x="2208" y="1255"/>
                  </a:cubicBezTo>
                  <a:cubicBezTo>
                    <a:pt x="2204" y="1271"/>
                    <a:pt x="2199" y="1288"/>
                    <a:pt x="2195" y="1304"/>
                  </a:cubicBezTo>
                  <a:cubicBezTo>
                    <a:pt x="2191" y="1319"/>
                    <a:pt x="2188" y="1334"/>
                    <a:pt x="2184" y="1349"/>
                  </a:cubicBezTo>
                  <a:cubicBezTo>
                    <a:pt x="2180" y="1365"/>
                    <a:pt x="2176" y="1382"/>
                    <a:pt x="2172" y="1398"/>
                  </a:cubicBezTo>
                  <a:cubicBezTo>
                    <a:pt x="2168" y="1412"/>
                    <a:pt x="2166" y="1426"/>
                    <a:pt x="2162" y="1440"/>
                  </a:cubicBezTo>
                  <a:cubicBezTo>
                    <a:pt x="2158" y="1454"/>
                    <a:pt x="2153" y="1467"/>
                    <a:pt x="2147" y="1480"/>
                  </a:cubicBezTo>
                  <a:cubicBezTo>
                    <a:pt x="2140" y="1493"/>
                    <a:pt x="2134" y="1505"/>
                    <a:pt x="2125" y="1516"/>
                  </a:cubicBezTo>
                  <a:cubicBezTo>
                    <a:pt x="2117" y="1528"/>
                    <a:pt x="2106" y="1539"/>
                    <a:pt x="2097" y="1549"/>
                  </a:cubicBezTo>
                  <a:cubicBezTo>
                    <a:pt x="2092" y="1555"/>
                    <a:pt x="2088" y="1559"/>
                    <a:pt x="2083" y="1565"/>
                  </a:cubicBezTo>
                  <a:cubicBezTo>
                    <a:pt x="2078" y="1569"/>
                    <a:pt x="2074" y="1575"/>
                    <a:pt x="2070" y="1580"/>
                  </a:cubicBezTo>
                  <a:cubicBezTo>
                    <a:pt x="2062" y="1588"/>
                    <a:pt x="2052" y="1596"/>
                    <a:pt x="2044" y="1604"/>
                  </a:cubicBezTo>
                  <a:cubicBezTo>
                    <a:pt x="2039" y="1609"/>
                    <a:pt x="2034" y="1614"/>
                    <a:pt x="2029" y="1619"/>
                  </a:cubicBezTo>
                  <a:cubicBezTo>
                    <a:pt x="2027" y="1620"/>
                    <a:pt x="2024" y="1623"/>
                    <a:pt x="2022" y="1625"/>
                  </a:cubicBezTo>
                  <a:cubicBezTo>
                    <a:pt x="2018" y="1627"/>
                    <a:pt x="2014" y="1630"/>
                    <a:pt x="2010" y="1632"/>
                  </a:cubicBezTo>
                  <a:cubicBezTo>
                    <a:pt x="2007" y="1633"/>
                    <a:pt x="2003" y="1634"/>
                    <a:pt x="2000" y="1634"/>
                  </a:cubicBezTo>
                  <a:cubicBezTo>
                    <a:pt x="1997" y="1633"/>
                    <a:pt x="1996" y="1633"/>
                    <a:pt x="1994" y="1632"/>
                  </a:cubicBezTo>
                  <a:cubicBezTo>
                    <a:pt x="1992" y="1632"/>
                    <a:pt x="1990" y="1631"/>
                    <a:pt x="1989" y="1630"/>
                  </a:cubicBezTo>
                  <a:cubicBezTo>
                    <a:pt x="1986" y="1628"/>
                    <a:pt x="1984" y="1625"/>
                    <a:pt x="1982" y="1623"/>
                  </a:cubicBezTo>
                  <a:cubicBezTo>
                    <a:pt x="1979" y="1620"/>
                    <a:pt x="1977" y="1617"/>
                    <a:pt x="1975" y="1614"/>
                  </a:cubicBezTo>
                  <a:cubicBezTo>
                    <a:pt x="1969" y="1606"/>
                    <a:pt x="1963" y="1598"/>
                    <a:pt x="1957" y="1589"/>
                  </a:cubicBezTo>
                  <a:cubicBezTo>
                    <a:pt x="1954" y="1585"/>
                    <a:pt x="1953" y="1581"/>
                    <a:pt x="1950" y="1577"/>
                  </a:cubicBezTo>
                  <a:cubicBezTo>
                    <a:pt x="1947" y="1573"/>
                    <a:pt x="1944" y="1567"/>
                    <a:pt x="1942" y="1563"/>
                  </a:cubicBezTo>
                  <a:cubicBezTo>
                    <a:pt x="1936" y="1552"/>
                    <a:pt x="1930" y="1542"/>
                    <a:pt x="1925" y="1531"/>
                  </a:cubicBezTo>
                  <a:cubicBezTo>
                    <a:pt x="1920" y="1521"/>
                    <a:pt x="1915" y="1511"/>
                    <a:pt x="1911" y="1500"/>
                  </a:cubicBezTo>
                  <a:cubicBezTo>
                    <a:pt x="1906" y="1491"/>
                    <a:pt x="1902" y="1481"/>
                    <a:pt x="1898" y="1471"/>
                  </a:cubicBezTo>
                  <a:cubicBezTo>
                    <a:pt x="1894" y="1461"/>
                    <a:pt x="1890" y="1451"/>
                    <a:pt x="1886" y="1441"/>
                  </a:cubicBezTo>
                  <a:cubicBezTo>
                    <a:pt x="1883" y="1431"/>
                    <a:pt x="1879" y="1420"/>
                    <a:pt x="1876" y="1410"/>
                  </a:cubicBezTo>
                  <a:cubicBezTo>
                    <a:pt x="1873" y="1400"/>
                    <a:pt x="1870" y="1389"/>
                    <a:pt x="1867" y="1379"/>
                  </a:cubicBezTo>
                  <a:cubicBezTo>
                    <a:pt x="1862" y="1361"/>
                    <a:pt x="1855" y="1343"/>
                    <a:pt x="1849" y="1325"/>
                  </a:cubicBezTo>
                  <a:cubicBezTo>
                    <a:pt x="1843" y="1306"/>
                    <a:pt x="1836" y="1288"/>
                    <a:pt x="1829" y="1269"/>
                  </a:cubicBezTo>
                  <a:cubicBezTo>
                    <a:pt x="1826" y="1261"/>
                    <a:pt x="1824" y="1252"/>
                    <a:pt x="1821" y="1244"/>
                  </a:cubicBezTo>
                  <a:cubicBezTo>
                    <a:pt x="1818" y="1236"/>
                    <a:pt x="1815" y="1227"/>
                    <a:pt x="1813" y="1218"/>
                  </a:cubicBezTo>
                  <a:cubicBezTo>
                    <a:pt x="1810" y="1209"/>
                    <a:pt x="1807" y="1200"/>
                    <a:pt x="1805" y="1191"/>
                  </a:cubicBezTo>
                  <a:cubicBezTo>
                    <a:pt x="1803" y="1181"/>
                    <a:pt x="1802" y="1172"/>
                    <a:pt x="1800" y="1163"/>
                  </a:cubicBezTo>
                  <a:cubicBezTo>
                    <a:pt x="1800" y="1163"/>
                    <a:pt x="1801" y="1163"/>
                    <a:pt x="1801" y="1164"/>
                  </a:cubicBezTo>
                  <a:cubicBezTo>
                    <a:pt x="1800" y="1161"/>
                    <a:pt x="1799" y="1159"/>
                    <a:pt x="1799" y="1157"/>
                  </a:cubicBezTo>
                  <a:cubicBezTo>
                    <a:pt x="1799" y="1156"/>
                    <a:pt x="1799" y="1156"/>
                    <a:pt x="1799" y="1155"/>
                  </a:cubicBezTo>
                  <a:cubicBezTo>
                    <a:pt x="1796" y="1136"/>
                    <a:pt x="1794" y="1116"/>
                    <a:pt x="1791" y="1097"/>
                  </a:cubicBezTo>
                  <a:cubicBezTo>
                    <a:pt x="1788" y="1077"/>
                    <a:pt x="1784" y="1058"/>
                    <a:pt x="1781" y="1039"/>
                  </a:cubicBezTo>
                  <a:cubicBezTo>
                    <a:pt x="1778" y="1019"/>
                    <a:pt x="1775" y="999"/>
                    <a:pt x="1773" y="980"/>
                  </a:cubicBezTo>
                  <a:cubicBezTo>
                    <a:pt x="1767" y="938"/>
                    <a:pt x="1761" y="896"/>
                    <a:pt x="1755" y="854"/>
                  </a:cubicBezTo>
                  <a:lnTo>
                    <a:pt x="1755" y="853"/>
                  </a:lnTo>
                  <a:lnTo>
                    <a:pt x="1755" y="854"/>
                  </a:lnTo>
                  <a:cubicBezTo>
                    <a:pt x="1752" y="839"/>
                    <a:pt x="1749" y="825"/>
                    <a:pt x="1746" y="810"/>
                  </a:cubicBezTo>
                  <a:cubicBezTo>
                    <a:pt x="1743" y="795"/>
                    <a:pt x="1739" y="781"/>
                    <a:pt x="1736" y="766"/>
                  </a:cubicBezTo>
                  <a:cubicBezTo>
                    <a:pt x="1729" y="737"/>
                    <a:pt x="1721" y="709"/>
                    <a:pt x="1714" y="680"/>
                  </a:cubicBezTo>
                  <a:cubicBezTo>
                    <a:pt x="1707" y="651"/>
                    <a:pt x="1702" y="622"/>
                    <a:pt x="1695" y="593"/>
                  </a:cubicBezTo>
                  <a:cubicBezTo>
                    <a:pt x="1688" y="564"/>
                    <a:pt x="1681" y="536"/>
                    <a:pt x="1672" y="508"/>
                  </a:cubicBezTo>
                  <a:cubicBezTo>
                    <a:pt x="1667" y="490"/>
                    <a:pt x="1662" y="471"/>
                    <a:pt x="1658" y="452"/>
                  </a:cubicBezTo>
                  <a:cubicBezTo>
                    <a:pt x="1654" y="434"/>
                    <a:pt x="1651" y="415"/>
                    <a:pt x="1648" y="396"/>
                  </a:cubicBezTo>
                  <a:cubicBezTo>
                    <a:pt x="1648" y="397"/>
                    <a:pt x="1648" y="397"/>
                    <a:pt x="1648" y="397"/>
                  </a:cubicBezTo>
                  <a:cubicBezTo>
                    <a:pt x="1644" y="374"/>
                    <a:pt x="1640" y="350"/>
                    <a:pt x="1634" y="328"/>
                  </a:cubicBezTo>
                  <a:cubicBezTo>
                    <a:pt x="1630" y="316"/>
                    <a:pt x="1626" y="304"/>
                    <a:pt x="1622" y="293"/>
                  </a:cubicBezTo>
                  <a:cubicBezTo>
                    <a:pt x="1617" y="281"/>
                    <a:pt x="1612" y="269"/>
                    <a:pt x="1607" y="257"/>
                  </a:cubicBezTo>
                  <a:cubicBezTo>
                    <a:pt x="1607" y="258"/>
                    <a:pt x="1608" y="258"/>
                    <a:pt x="1608" y="258"/>
                  </a:cubicBezTo>
                  <a:cubicBezTo>
                    <a:pt x="1603" y="248"/>
                    <a:pt x="1598" y="238"/>
                    <a:pt x="1594" y="227"/>
                  </a:cubicBezTo>
                  <a:cubicBezTo>
                    <a:pt x="1589" y="216"/>
                    <a:pt x="1585" y="205"/>
                    <a:pt x="1580" y="194"/>
                  </a:cubicBezTo>
                  <a:cubicBezTo>
                    <a:pt x="1572" y="173"/>
                    <a:pt x="1564" y="151"/>
                    <a:pt x="1555" y="130"/>
                  </a:cubicBezTo>
                  <a:cubicBezTo>
                    <a:pt x="1549" y="117"/>
                    <a:pt x="1543" y="105"/>
                    <a:pt x="1536" y="93"/>
                  </a:cubicBezTo>
                  <a:cubicBezTo>
                    <a:pt x="1537" y="94"/>
                    <a:pt x="1537" y="94"/>
                    <a:pt x="1537" y="95"/>
                  </a:cubicBezTo>
                  <a:cubicBezTo>
                    <a:pt x="1537" y="94"/>
                    <a:pt x="1536" y="94"/>
                    <a:pt x="1536" y="93"/>
                  </a:cubicBezTo>
                  <a:cubicBezTo>
                    <a:pt x="1534" y="89"/>
                    <a:pt x="1531" y="85"/>
                    <a:pt x="1528" y="81"/>
                  </a:cubicBezTo>
                  <a:cubicBezTo>
                    <a:pt x="1525" y="76"/>
                    <a:pt x="1521" y="71"/>
                    <a:pt x="1518" y="67"/>
                  </a:cubicBezTo>
                  <a:cubicBezTo>
                    <a:pt x="1513" y="61"/>
                    <a:pt x="1507" y="55"/>
                    <a:pt x="1502" y="49"/>
                  </a:cubicBezTo>
                  <a:cubicBezTo>
                    <a:pt x="1499" y="46"/>
                    <a:pt x="1495" y="43"/>
                    <a:pt x="1491" y="40"/>
                  </a:cubicBezTo>
                  <a:cubicBezTo>
                    <a:pt x="1488" y="36"/>
                    <a:pt x="1484" y="33"/>
                    <a:pt x="1479" y="30"/>
                  </a:cubicBezTo>
                  <a:cubicBezTo>
                    <a:pt x="1477" y="28"/>
                    <a:pt x="1474" y="26"/>
                    <a:pt x="1472" y="25"/>
                  </a:cubicBezTo>
                  <a:cubicBezTo>
                    <a:pt x="1470" y="24"/>
                    <a:pt x="1468" y="23"/>
                    <a:pt x="1466" y="22"/>
                  </a:cubicBezTo>
                  <a:cubicBezTo>
                    <a:pt x="1465" y="22"/>
                    <a:pt x="1463" y="22"/>
                    <a:pt x="1462" y="21"/>
                  </a:cubicBezTo>
                  <a:cubicBezTo>
                    <a:pt x="1461" y="21"/>
                    <a:pt x="1461" y="21"/>
                    <a:pt x="1460" y="21"/>
                  </a:cubicBezTo>
                  <a:lnTo>
                    <a:pt x="1459" y="21"/>
                  </a:lnTo>
                  <a:lnTo>
                    <a:pt x="1458" y="21"/>
                  </a:lnTo>
                  <a:cubicBezTo>
                    <a:pt x="1457" y="22"/>
                    <a:pt x="1456" y="22"/>
                    <a:pt x="1456" y="23"/>
                  </a:cubicBezTo>
                  <a:cubicBezTo>
                    <a:pt x="1456" y="22"/>
                    <a:pt x="1456" y="22"/>
                    <a:pt x="1456" y="22"/>
                  </a:cubicBezTo>
                  <a:cubicBezTo>
                    <a:pt x="1454" y="24"/>
                    <a:pt x="1453" y="25"/>
                    <a:pt x="1451" y="28"/>
                  </a:cubicBezTo>
                  <a:cubicBezTo>
                    <a:pt x="1447" y="32"/>
                    <a:pt x="1443" y="36"/>
                    <a:pt x="1439" y="41"/>
                  </a:cubicBezTo>
                  <a:cubicBezTo>
                    <a:pt x="1430" y="54"/>
                    <a:pt x="1422" y="68"/>
                    <a:pt x="1414" y="82"/>
                  </a:cubicBezTo>
                  <a:cubicBezTo>
                    <a:pt x="1406" y="97"/>
                    <a:pt x="1398" y="111"/>
                    <a:pt x="1390" y="125"/>
                  </a:cubicBezTo>
                  <a:cubicBezTo>
                    <a:pt x="1380" y="144"/>
                    <a:pt x="1371" y="163"/>
                    <a:pt x="1362" y="182"/>
                  </a:cubicBezTo>
                  <a:cubicBezTo>
                    <a:pt x="1354" y="202"/>
                    <a:pt x="1346" y="222"/>
                    <a:pt x="1338" y="241"/>
                  </a:cubicBezTo>
                  <a:cubicBezTo>
                    <a:pt x="1333" y="255"/>
                    <a:pt x="1328" y="269"/>
                    <a:pt x="1324" y="284"/>
                  </a:cubicBezTo>
                  <a:cubicBezTo>
                    <a:pt x="1322" y="292"/>
                    <a:pt x="1320" y="301"/>
                    <a:pt x="1318" y="310"/>
                  </a:cubicBezTo>
                  <a:cubicBezTo>
                    <a:pt x="1316" y="318"/>
                    <a:pt x="1313" y="326"/>
                    <a:pt x="1311" y="334"/>
                  </a:cubicBezTo>
                  <a:cubicBezTo>
                    <a:pt x="1305" y="351"/>
                    <a:pt x="1299" y="368"/>
                    <a:pt x="1292" y="384"/>
                  </a:cubicBezTo>
                  <a:cubicBezTo>
                    <a:pt x="1286" y="402"/>
                    <a:pt x="1280" y="419"/>
                    <a:pt x="1274" y="437"/>
                  </a:cubicBezTo>
                  <a:cubicBezTo>
                    <a:pt x="1269" y="456"/>
                    <a:pt x="1263" y="476"/>
                    <a:pt x="1259" y="497"/>
                  </a:cubicBezTo>
                  <a:cubicBezTo>
                    <a:pt x="1259" y="496"/>
                    <a:pt x="1259" y="496"/>
                    <a:pt x="1259" y="496"/>
                  </a:cubicBezTo>
                  <a:cubicBezTo>
                    <a:pt x="1259" y="497"/>
                    <a:pt x="1259" y="497"/>
                    <a:pt x="1259" y="497"/>
                  </a:cubicBezTo>
                  <a:cubicBezTo>
                    <a:pt x="1258" y="498"/>
                    <a:pt x="1258" y="498"/>
                    <a:pt x="1258" y="498"/>
                  </a:cubicBezTo>
                  <a:cubicBezTo>
                    <a:pt x="1258" y="500"/>
                    <a:pt x="1258" y="502"/>
                    <a:pt x="1257" y="504"/>
                  </a:cubicBezTo>
                  <a:lnTo>
                    <a:pt x="1257" y="505"/>
                  </a:lnTo>
                  <a:cubicBezTo>
                    <a:pt x="1256" y="505"/>
                    <a:pt x="1256" y="505"/>
                    <a:pt x="1256" y="506"/>
                  </a:cubicBezTo>
                  <a:cubicBezTo>
                    <a:pt x="1251" y="532"/>
                    <a:pt x="1243" y="557"/>
                    <a:pt x="1237" y="582"/>
                  </a:cubicBezTo>
                  <a:cubicBezTo>
                    <a:pt x="1237" y="583"/>
                    <a:pt x="1236" y="584"/>
                    <a:pt x="1236" y="585"/>
                  </a:cubicBezTo>
                  <a:lnTo>
                    <a:pt x="1236" y="584"/>
                  </a:lnTo>
                  <a:cubicBezTo>
                    <a:pt x="1235" y="587"/>
                    <a:pt x="1235" y="589"/>
                    <a:pt x="1234" y="592"/>
                  </a:cubicBezTo>
                  <a:lnTo>
                    <a:pt x="1235" y="591"/>
                  </a:lnTo>
                  <a:cubicBezTo>
                    <a:pt x="1227" y="622"/>
                    <a:pt x="1223" y="654"/>
                    <a:pt x="1216" y="685"/>
                  </a:cubicBezTo>
                  <a:cubicBezTo>
                    <a:pt x="1212" y="700"/>
                    <a:pt x="1208" y="716"/>
                    <a:pt x="1203" y="731"/>
                  </a:cubicBezTo>
                  <a:cubicBezTo>
                    <a:pt x="1199" y="747"/>
                    <a:pt x="1195" y="762"/>
                    <a:pt x="1191" y="778"/>
                  </a:cubicBezTo>
                  <a:lnTo>
                    <a:pt x="1191" y="777"/>
                  </a:lnTo>
                  <a:lnTo>
                    <a:pt x="1191" y="778"/>
                  </a:lnTo>
                  <a:lnTo>
                    <a:pt x="1191" y="779"/>
                  </a:lnTo>
                  <a:lnTo>
                    <a:pt x="1191" y="778"/>
                  </a:lnTo>
                  <a:cubicBezTo>
                    <a:pt x="1188" y="793"/>
                    <a:pt x="1185" y="808"/>
                    <a:pt x="1182" y="822"/>
                  </a:cubicBezTo>
                  <a:cubicBezTo>
                    <a:pt x="1179" y="836"/>
                    <a:pt x="1176" y="849"/>
                    <a:pt x="1172" y="863"/>
                  </a:cubicBezTo>
                  <a:cubicBezTo>
                    <a:pt x="1166" y="892"/>
                    <a:pt x="1160" y="920"/>
                    <a:pt x="1156" y="949"/>
                  </a:cubicBezTo>
                  <a:cubicBezTo>
                    <a:pt x="1153" y="963"/>
                    <a:pt x="1151" y="977"/>
                    <a:pt x="1148" y="991"/>
                  </a:cubicBezTo>
                  <a:cubicBezTo>
                    <a:pt x="1145" y="1005"/>
                    <a:pt x="1142" y="1019"/>
                    <a:pt x="1140" y="1033"/>
                  </a:cubicBezTo>
                  <a:cubicBezTo>
                    <a:pt x="1137" y="1046"/>
                    <a:pt x="1135" y="1060"/>
                    <a:pt x="1132" y="1073"/>
                  </a:cubicBezTo>
                  <a:cubicBezTo>
                    <a:pt x="1129" y="1088"/>
                    <a:pt x="1126" y="1102"/>
                    <a:pt x="1123" y="1117"/>
                  </a:cubicBezTo>
                  <a:cubicBezTo>
                    <a:pt x="1117" y="1143"/>
                    <a:pt x="1112" y="1170"/>
                    <a:pt x="1107" y="1196"/>
                  </a:cubicBezTo>
                  <a:cubicBezTo>
                    <a:pt x="1104" y="1210"/>
                    <a:pt x="1101" y="1223"/>
                    <a:pt x="1097" y="1236"/>
                  </a:cubicBezTo>
                  <a:cubicBezTo>
                    <a:pt x="1093" y="1250"/>
                    <a:pt x="1089" y="1263"/>
                    <a:pt x="1085" y="1276"/>
                  </a:cubicBezTo>
                  <a:cubicBezTo>
                    <a:pt x="1081" y="1290"/>
                    <a:pt x="1077" y="1304"/>
                    <a:pt x="1073" y="1319"/>
                  </a:cubicBezTo>
                  <a:cubicBezTo>
                    <a:pt x="1069" y="1333"/>
                    <a:pt x="1066" y="1347"/>
                    <a:pt x="1062" y="1361"/>
                  </a:cubicBezTo>
                  <a:cubicBezTo>
                    <a:pt x="1055" y="1388"/>
                    <a:pt x="1044" y="1414"/>
                    <a:pt x="1034" y="1440"/>
                  </a:cubicBezTo>
                  <a:cubicBezTo>
                    <a:pt x="1028" y="1455"/>
                    <a:pt x="1023" y="1470"/>
                    <a:pt x="1016" y="1485"/>
                  </a:cubicBezTo>
                  <a:cubicBezTo>
                    <a:pt x="1013" y="1492"/>
                    <a:pt x="1010" y="1500"/>
                    <a:pt x="1007" y="1507"/>
                  </a:cubicBezTo>
                  <a:cubicBezTo>
                    <a:pt x="1003" y="1515"/>
                    <a:pt x="999" y="1523"/>
                    <a:pt x="995" y="1530"/>
                  </a:cubicBezTo>
                  <a:cubicBezTo>
                    <a:pt x="987" y="1543"/>
                    <a:pt x="979" y="1556"/>
                    <a:pt x="971" y="1569"/>
                  </a:cubicBezTo>
                  <a:cubicBezTo>
                    <a:pt x="963" y="1581"/>
                    <a:pt x="954" y="1594"/>
                    <a:pt x="945" y="1606"/>
                  </a:cubicBezTo>
                  <a:cubicBezTo>
                    <a:pt x="941" y="1611"/>
                    <a:pt x="937" y="1617"/>
                    <a:pt x="933" y="1622"/>
                  </a:cubicBezTo>
                  <a:cubicBezTo>
                    <a:pt x="928" y="1627"/>
                    <a:pt x="923" y="1633"/>
                    <a:pt x="917" y="1638"/>
                  </a:cubicBezTo>
                  <a:cubicBezTo>
                    <a:pt x="907" y="1647"/>
                    <a:pt x="896" y="1654"/>
                    <a:pt x="884" y="1659"/>
                  </a:cubicBezTo>
                  <a:cubicBezTo>
                    <a:pt x="881" y="1661"/>
                    <a:pt x="876" y="1663"/>
                    <a:pt x="872" y="1663"/>
                  </a:cubicBezTo>
                  <a:cubicBezTo>
                    <a:pt x="869" y="1663"/>
                    <a:pt x="868" y="1662"/>
                    <a:pt x="866" y="166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" name="Google Shape;3631;p42"/>
            <p:cNvSpPr/>
            <p:nvPr/>
          </p:nvSpPr>
          <p:spPr>
            <a:xfrm>
              <a:off x="3239640" y="4519800"/>
              <a:ext cx="93600" cy="9000"/>
            </a:xfrm>
            <a:custGeom>
              <a:avLst/>
              <a:gdLst/>
              <a:ahLst/>
              <a:cxnLst/>
              <a:rect l="l" t="t" r="r" b="b"/>
              <a:pathLst>
                <a:path w="260" h="25" extrusionOk="0">
                  <a:moveTo>
                    <a:pt x="0" y="15"/>
                  </a:moveTo>
                  <a:cubicBezTo>
                    <a:pt x="0" y="12"/>
                    <a:pt x="1" y="9"/>
                    <a:pt x="3" y="7"/>
                  </a:cubicBezTo>
                  <a:cubicBezTo>
                    <a:pt x="5" y="6"/>
                    <a:pt x="8" y="5"/>
                    <a:pt x="11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11" y="5"/>
                    <a:pt x="14" y="4"/>
                    <a:pt x="17" y="4"/>
                  </a:cubicBezTo>
                  <a:cubicBezTo>
                    <a:pt x="20" y="4"/>
                    <a:pt x="23" y="4"/>
                    <a:pt x="27" y="4"/>
                  </a:cubicBezTo>
                  <a:cubicBezTo>
                    <a:pt x="34" y="3"/>
                    <a:pt x="41" y="3"/>
                    <a:pt x="49" y="3"/>
                  </a:cubicBezTo>
                  <a:cubicBezTo>
                    <a:pt x="55" y="2"/>
                    <a:pt x="61" y="2"/>
                    <a:pt x="67" y="2"/>
                  </a:cubicBezTo>
                  <a:cubicBezTo>
                    <a:pt x="71" y="2"/>
                    <a:pt x="76" y="2"/>
                    <a:pt x="80" y="1"/>
                  </a:cubicBezTo>
                  <a:cubicBezTo>
                    <a:pt x="83" y="1"/>
                    <a:pt x="86" y="1"/>
                    <a:pt x="90" y="0"/>
                  </a:cubicBezTo>
                  <a:lnTo>
                    <a:pt x="91" y="0"/>
                  </a:lnTo>
                  <a:cubicBezTo>
                    <a:pt x="99" y="0"/>
                    <a:pt x="106" y="0"/>
                    <a:pt x="115" y="0"/>
                  </a:cubicBezTo>
                  <a:cubicBezTo>
                    <a:pt x="114" y="0"/>
                    <a:pt x="114" y="0"/>
                    <a:pt x="113" y="0"/>
                  </a:cubicBezTo>
                  <a:cubicBezTo>
                    <a:pt x="114" y="0"/>
                    <a:pt x="114" y="0"/>
                    <a:pt x="115" y="0"/>
                  </a:cubicBezTo>
                  <a:lnTo>
                    <a:pt x="114" y="0"/>
                  </a:lnTo>
                  <a:cubicBezTo>
                    <a:pt x="115" y="0"/>
                    <a:pt x="115" y="0"/>
                    <a:pt x="115" y="0"/>
                  </a:cubicBezTo>
                  <a:cubicBezTo>
                    <a:pt x="119" y="0"/>
                    <a:pt x="124" y="0"/>
                    <a:pt x="128" y="0"/>
                  </a:cubicBezTo>
                  <a:cubicBezTo>
                    <a:pt x="132" y="0"/>
                    <a:pt x="136" y="0"/>
                    <a:pt x="140" y="0"/>
                  </a:cubicBezTo>
                  <a:cubicBezTo>
                    <a:pt x="146" y="0"/>
                    <a:pt x="151" y="0"/>
                    <a:pt x="157" y="0"/>
                  </a:cubicBezTo>
                  <a:cubicBezTo>
                    <a:pt x="161" y="0"/>
                    <a:pt x="165" y="0"/>
                    <a:pt x="169" y="0"/>
                  </a:cubicBezTo>
                  <a:cubicBezTo>
                    <a:pt x="188" y="2"/>
                    <a:pt x="207" y="2"/>
                    <a:pt x="226" y="3"/>
                  </a:cubicBezTo>
                  <a:cubicBezTo>
                    <a:pt x="235" y="3"/>
                    <a:pt x="243" y="4"/>
                    <a:pt x="252" y="4"/>
                  </a:cubicBezTo>
                  <a:cubicBezTo>
                    <a:pt x="256" y="4"/>
                    <a:pt x="259" y="8"/>
                    <a:pt x="259" y="13"/>
                  </a:cubicBezTo>
                  <a:cubicBezTo>
                    <a:pt x="259" y="17"/>
                    <a:pt x="255" y="20"/>
                    <a:pt x="251" y="20"/>
                  </a:cubicBezTo>
                  <a:cubicBezTo>
                    <a:pt x="229" y="19"/>
                    <a:pt x="208" y="18"/>
                    <a:pt x="187" y="18"/>
                  </a:cubicBezTo>
                  <a:cubicBezTo>
                    <a:pt x="169" y="17"/>
                    <a:pt x="150" y="16"/>
                    <a:pt x="131" y="17"/>
                  </a:cubicBezTo>
                  <a:cubicBezTo>
                    <a:pt x="126" y="17"/>
                    <a:pt x="121" y="17"/>
                    <a:pt x="116" y="17"/>
                  </a:cubicBezTo>
                  <a:cubicBezTo>
                    <a:pt x="107" y="17"/>
                    <a:pt x="99" y="18"/>
                    <a:pt x="90" y="18"/>
                  </a:cubicBezTo>
                  <a:cubicBezTo>
                    <a:pt x="81" y="18"/>
                    <a:pt x="73" y="19"/>
                    <a:pt x="64" y="20"/>
                  </a:cubicBezTo>
                  <a:cubicBezTo>
                    <a:pt x="55" y="20"/>
                    <a:pt x="46" y="21"/>
                    <a:pt x="38" y="21"/>
                  </a:cubicBezTo>
                  <a:cubicBezTo>
                    <a:pt x="30" y="22"/>
                    <a:pt x="21" y="23"/>
                    <a:pt x="12" y="23"/>
                  </a:cubicBezTo>
                  <a:lnTo>
                    <a:pt x="12" y="24"/>
                  </a:lnTo>
                  <a:lnTo>
                    <a:pt x="11" y="24"/>
                  </a:lnTo>
                  <a:cubicBezTo>
                    <a:pt x="11" y="24"/>
                    <a:pt x="10" y="24"/>
                    <a:pt x="9" y="24"/>
                  </a:cubicBezTo>
                  <a:cubicBezTo>
                    <a:pt x="4" y="24"/>
                    <a:pt x="0" y="20"/>
                    <a:pt x="0" y="1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" name="Google Shape;3632;p42"/>
            <p:cNvSpPr/>
            <p:nvPr/>
          </p:nvSpPr>
          <p:spPr>
            <a:xfrm>
              <a:off x="3366360" y="4518720"/>
              <a:ext cx="51840" cy="11520"/>
            </a:xfrm>
            <a:custGeom>
              <a:avLst/>
              <a:gdLst/>
              <a:ahLst/>
              <a:cxnLst/>
              <a:rect l="l" t="t" r="r" b="b"/>
              <a:pathLst>
                <a:path w="144" h="32" extrusionOk="0">
                  <a:moveTo>
                    <a:pt x="133" y="31"/>
                  </a:moveTo>
                  <a:cubicBezTo>
                    <a:pt x="123" y="29"/>
                    <a:pt x="113" y="28"/>
                    <a:pt x="103" y="26"/>
                  </a:cubicBezTo>
                  <a:cubicBezTo>
                    <a:pt x="94" y="25"/>
                    <a:pt x="84" y="24"/>
                    <a:pt x="74" y="23"/>
                  </a:cubicBezTo>
                  <a:cubicBezTo>
                    <a:pt x="75" y="23"/>
                    <a:pt x="75" y="23"/>
                    <a:pt x="75" y="23"/>
                  </a:cubicBezTo>
                  <a:cubicBezTo>
                    <a:pt x="65" y="21"/>
                    <a:pt x="55" y="21"/>
                    <a:pt x="44" y="20"/>
                  </a:cubicBezTo>
                  <a:cubicBezTo>
                    <a:pt x="32" y="20"/>
                    <a:pt x="21" y="20"/>
                    <a:pt x="9" y="19"/>
                  </a:cubicBezTo>
                  <a:cubicBezTo>
                    <a:pt x="4" y="19"/>
                    <a:pt x="0" y="14"/>
                    <a:pt x="0" y="10"/>
                  </a:cubicBezTo>
                  <a:cubicBezTo>
                    <a:pt x="0" y="5"/>
                    <a:pt x="5" y="0"/>
                    <a:pt x="10" y="0"/>
                  </a:cubicBezTo>
                  <a:cubicBezTo>
                    <a:pt x="21" y="0"/>
                    <a:pt x="32" y="1"/>
                    <a:pt x="44" y="2"/>
                  </a:cubicBezTo>
                  <a:cubicBezTo>
                    <a:pt x="55" y="3"/>
                    <a:pt x="66" y="4"/>
                    <a:pt x="77" y="5"/>
                  </a:cubicBezTo>
                  <a:lnTo>
                    <a:pt x="76" y="5"/>
                  </a:lnTo>
                  <a:cubicBezTo>
                    <a:pt x="86" y="6"/>
                    <a:pt x="95" y="7"/>
                    <a:pt x="105" y="9"/>
                  </a:cubicBezTo>
                  <a:cubicBezTo>
                    <a:pt x="115" y="10"/>
                    <a:pt x="125" y="12"/>
                    <a:pt x="136" y="14"/>
                  </a:cubicBezTo>
                  <a:cubicBezTo>
                    <a:pt x="140" y="14"/>
                    <a:pt x="143" y="19"/>
                    <a:pt x="142" y="24"/>
                  </a:cubicBezTo>
                  <a:cubicBezTo>
                    <a:pt x="141" y="28"/>
                    <a:pt x="138" y="31"/>
                    <a:pt x="134" y="31"/>
                  </a:cubicBezTo>
                  <a:cubicBezTo>
                    <a:pt x="133" y="31"/>
                    <a:pt x="133" y="31"/>
                    <a:pt x="133" y="3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" name="Google Shape;3633;p42"/>
            <p:cNvSpPr/>
            <p:nvPr/>
          </p:nvSpPr>
          <p:spPr>
            <a:xfrm>
              <a:off x="3453480" y="4512960"/>
              <a:ext cx="77760" cy="11880"/>
            </a:xfrm>
            <a:custGeom>
              <a:avLst/>
              <a:gdLst/>
              <a:ahLst/>
              <a:cxnLst/>
              <a:rect l="l" t="t" r="r" b="b"/>
              <a:pathLst>
                <a:path w="216" h="33" extrusionOk="0">
                  <a:moveTo>
                    <a:pt x="97" y="31"/>
                  </a:moveTo>
                  <a:cubicBezTo>
                    <a:pt x="93" y="30"/>
                    <a:pt x="88" y="30"/>
                    <a:pt x="83" y="30"/>
                  </a:cubicBezTo>
                  <a:cubicBezTo>
                    <a:pt x="75" y="29"/>
                    <a:pt x="66" y="29"/>
                    <a:pt x="57" y="28"/>
                  </a:cubicBezTo>
                  <a:cubicBezTo>
                    <a:pt x="48" y="26"/>
                    <a:pt x="38" y="25"/>
                    <a:pt x="29" y="23"/>
                  </a:cubicBezTo>
                  <a:cubicBezTo>
                    <a:pt x="22" y="22"/>
                    <a:pt x="15" y="21"/>
                    <a:pt x="8" y="19"/>
                  </a:cubicBezTo>
                  <a:cubicBezTo>
                    <a:pt x="3" y="18"/>
                    <a:pt x="0" y="14"/>
                    <a:pt x="0" y="8"/>
                  </a:cubicBezTo>
                  <a:cubicBezTo>
                    <a:pt x="1" y="2"/>
                    <a:pt x="7" y="0"/>
                    <a:pt x="12" y="1"/>
                  </a:cubicBezTo>
                  <a:cubicBezTo>
                    <a:pt x="16" y="2"/>
                    <a:pt x="21" y="3"/>
                    <a:pt x="25" y="4"/>
                  </a:cubicBezTo>
                  <a:cubicBezTo>
                    <a:pt x="37" y="7"/>
                    <a:pt x="49" y="9"/>
                    <a:pt x="62" y="11"/>
                  </a:cubicBezTo>
                  <a:cubicBezTo>
                    <a:pt x="61" y="11"/>
                    <a:pt x="61" y="11"/>
                    <a:pt x="61" y="11"/>
                  </a:cubicBezTo>
                  <a:lnTo>
                    <a:pt x="62" y="11"/>
                  </a:lnTo>
                  <a:lnTo>
                    <a:pt x="63" y="11"/>
                  </a:lnTo>
                  <a:cubicBezTo>
                    <a:pt x="62" y="11"/>
                    <a:pt x="62" y="11"/>
                    <a:pt x="62" y="11"/>
                  </a:cubicBezTo>
                  <a:cubicBezTo>
                    <a:pt x="63" y="11"/>
                    <a:pt x="64" y="11"/>
                    <a:pt x="64" y="11"/>
                  </a:cubicBezTo>
                  <a:lnTo>
                    <a:pt x="65" y="11"/>
                  </a:lnTo>
                  <a:lnTo>
                    <a:pt x="66" y="11"/>
                  </a:lnTo>
                  <a:lnTo>
                    <a:pt x="67" y="11"/>
                  </a:lnTo>
                  <a:cubicBezTo>
                    <a:pt x="68" y="11"/>
                    <a:pt x="69" y="11"/>
                    <a:pt x="71" y="11"/>
                  </a:cubicBezTo>
                  <a:lnTo>
                    <a:pt x="70" y="11"/>
                  </a:lnTo>
                  <a:cubicBezTo>
                    <a:pt x="71" y="12"/>
                    <a:pt x="72" y="12"/>
                    <a:pt x="74" y="12"/>
                  </a:cubicBezTo>
                  <a:cubicBezTo>
                    <a:pt x="74" y="12"/>
                    <a:pt x="75" y="12"/>
                    <a:pt x="76" y="12"/>
                  </a:cubicBezTo>
                  <a:cubicBezTo>
                    <a:pt x="75" y="12"/>
                    <a:pt x="75" y="12"/>
                    <a:pt x="75" y="12"/>
                  </a:cubicBezTo>
                  <a:lnTo>
                    <a:pt x="76" y="12"/>
                  </a:lnTo>
                  <a:cubicBezTo>
                    <a:pt x="77" y="12"/>
                    <a:pt x="78" y="12"/>
                    <a:pt x="78" y="12"/>
                  </a:cubicBezTo>
                  <a:lnTo>
                    <a:pt x="79" y="12"/>
                  </a:lnTo>
                  <a:lnTo>
                    <a:pt x="80" y="12"/>
                  </a:lnTo>
                  <a:lnTo>
                    <a:pt x="79" y="12"/>
                  </a:lnTo>
                  <a:cubicBezTo>
                    <a:pt x="93" y="14"/>
                    <a:pt x="106" y="15"/>
                    <a:pt x="120" y="15"/>
                  </a:cubicBezTo>
                  <a:cubicBezTo>
                    <a:pt x="134" y="15"/>
                    <a:pt x="148" y="14"/>
                    <a:pt x="161" y="14"/>
                  </a:cubicBezTo>
                  <a:cubicBezTo>
                    <a:pt x="168" y="14"/>
                    <a:pt x="175" y="14"/>
                    <a:pt x="181" y="14"/>
                  </a:cubicBezTo>
                  <a:cubicBezTo>
                    <a:pt x="182" y="14"/>
                    <a:pt x="182" y="14"/>
                    <a:pt x="182" y="14"/>
                  </a:cubicBezTo>
                  <a:lnTo>
                    <a:pt x="183" y="14"/>
                  </a:lnTo>
                  <a:cubicBezTo>
                    <a:pt x="182" y="14"/>
                    <a:pt x="182" y="14"/>
                    <a:pt x="182" y="14"/>
                  </a:cubicBezTo>
                  <a:cubicBezTo>
                    <a:pt x="183" y="14"/>
                    <a:pt x="184" y="14"/>
                    <a:pt x="185" y="14"/>
                  </a:cubicBezTo>
                  <a:lnTo>
                    <a:pt x="186" y="14"/>
                  </a:lnTo>
                  <a:cubicBezTo>
                    <a:pt x="185" y="14"/>
                    <a:pt x="185" y="14"/>
                    <a:pt x="185" y="14"/>
                  </a:cubicBezTo>
                  <a:cubicBezTo>
                    <a:pt x="187" y="14"/>
                    <a:pt x="187" y="14"/>
                    <a:pt x="188" y="14"/>
                  </a:cubicBezTo>
                  <a:lnTo>
                    <a:pt x="189" y="14"/>
                  </a:lnTo>
                  <a:lnTo>
                    <a:pt x="188" y="14"/>
                  </a:lnTo>
                  <a:cubicBezTo>
                    <a:pt x="189" y="14"/>
                    <a:pt x="190" y="14"/>
                    <a:pt x="191" y="14"/>
                  </a:cubicBezTo>
                  <a:cubicBezTo>
                    <a:pt x="192" y="14"/>
                    <a:pt x="192" y="14"/>
                    <a:pt x="192" y="13"/>
                  </a:cubicBezTo>
                  <a:cubicBezTo>
                    <a:pt x="193" y="13"/>
                    <a:pt x="193" y="13"/>
                    <a:pt x="194" y="13"/>
                  </a:cubicBezTo>
                  <a:lnTo>
                    <a:pt x="195" y="13"/>
                  </a:lnTo>
                  <a:lnTo>
                    <a:pt x="196" y="13"/>
                  </a:lnTo>
                  <a:lnTo>
                    <a:pt x="195" y="13"/>
                  </a:lnTo>
                  <a:lnTo>
                    <a:pt x="196" y="13"/>
                  </a:lnTo>
                  <a:cubicBezTo>
                    <a:pt x="195" y="13"/>
                    <a:pt x="195" y="13"/>
                    <a:pt x="195" y="13"/>
                  </a:cubicBezTo>
                  <a:cubicBezTo>
                    <a:pt x="196" y="13"/>
                    <a:pt x="196" y="13"/>
                    <a:pt x="196" y="13"/>
                  </a:cubicBezTo>
                  <a:cubicBezTo>
                    <a:pt x="200" y="13"/>
                    <a:pt x="203" y="13"/>
                    <a:pt x="206" y="13"/>
                  </a:cubicBezTo>
                  <a:cubicBezTo>
                    <a:pt x="210" y="13"/>
                    <a:pt x="214" y="16"/>
                    <a:pt x="215" y="21"/>
                  </a:cubicBezTo>
                  <a:cubicBezTo>
                    <a:pt x="215" y="25"/>
                    <a:pt x="212" y="29"/>
                    <a:pt x="208" y="29"/>
                  </a:cubicBezTo>
                  <a:cubicBezTo>
                    <a:pt x="199" y="29"/>
                    <a:pt x="191" y="30"/>
                    <a:pt x="182" y="30"/>
                  </a:cubicBezTo>
                  <a:lnTo>
                    <a:pt x="181" y="30"/>
                  </a:lnTo>
                  <a:cubicBezTo>
                    <a:pt x="175" y="30"/>
                    <a:pt x="168" y="30"/>
                    <a:pt x="162" y="30"/>
                  </a:cubicBezTo>
                  <a:cubicBezTo>
                    <a:pt x="161" y="30"/>
                    <a:pt x="161" y="30"/>
                    <a:pt x="161" y="30"/>
                  </a:cubicBezTo>
                  <a:cubicBezTo>
                    <a:pt x="159" y="30"/>
                    <a:pt x="157" y="30"/>
                    <a:pt x="156" y="30"/>
                  </a:cubicBezTo>
                  <a:cubicBezTo>
                    <a:pt x="156" y="30"/>
                    <a:pt x="155" y="30"/>
                    <a:pt x="154" y="31"/>
                  </a:cubicBezTo>
                  <a:lnTo>
                    <a:pt x="153" y="31"/>
                  </a:lnTo>
                  <a:lnTo>
                    <a:pt x="154" y="31"/>
                  </a:lnTo>
                  <a:cubicBezTo>
                    <a:pt x="153" y="31"/>
                    <a:pt x="153" y="31"/>
                    <a:pt x="152" y="31"/>
                  </a:cubicBezTo>
                  <a:cubicBezTo>
                    <a:pt x="151" y="31"/>
                    <a:pt x="150" y="31"/>
                    <a:pt x="149" y="31"/>
                  </a:cubicBezTo>
                  <a:cubicBezTo>
                    <a:pt x="148" y="31"/>
                    <a:pt x="148" y="31"/>
                    <a:pt x="147" y="31"/>
                  </a:cubicBezTo>
                  <a:cubicBezTo>
                    <a:pt x="146" y="31"/>
                    <a:pt x="145" y="31"/>
                    <a:pt x="144" y="31"/>
                  </a:cubicBezTo>
                  <a:lnTo>
                    <a:pt x="143" y="31"/>
                  </a:lnTo>
                  <a:cubicBezTo>
                    <a:pt x="133" y="31"/>
                    <a:pt x="122" y="32"/>
                    <a:pt x="111" y="32"/>
                  </a:cubicBezTo>
                  <a:cubicBezTo>
                    <a:pt x="107" y="32"/>
                    <a:pt x="102" y="31"/>
                    <a:pt x="97" y="3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" name="Google Shape;3634;p42"/>
            <p:cNvSpPr/>
            <p:nvPr/>
          </p:nvSpPr>
          <p:spPr>
            <a:xfrm>
              <a:off x="3582360" y="4517280"/>
              <a:ext cx="73800" cy="7920"/>
            </a:xfrm>
            <a:custGeom>
              <a:avLst/>
              <a:gdLst/>
              <a:ahLst/>
              <a:cxnLst/>
              <a:rect l="l" t="t" r="r" b="b"/>
              <a:pathLst>
                <a:path w="205" h="22" extrusionOk="0">
                  <a:moveTo>
                    <a:pt x="196" y="21"/>
                  </a:moveTo>
                  <a:cubicBezTo>
                    <a:pt x="158" y="21"/>
                    <a:pt x="119" y="20"/>
                    <a:pt x="81" y="19"/>
                  </a:cubicBezTo>
                  <a:cubicBezTo>
                    <a:pt x="70" y="18"/>
                    <a:pt x="58" y="18"/>
                    <a:pt x="47" y="18"/>
                  </a:cubicBezTo>
                  <a:cubicBezTo>
                    <a:pt x="35" y="18"/>
                    <a:pt x="24" y="18"/>
                    <a:pt x="12" y="18"/>
                  </a:cubicBezTo>
                  <a:lnTo>
                    <a:pt x="11" y="18"/>
                  </a:lnTo>
                  <a:lnTo>
                    <a:pt x="12" y="18"/>
                  </a:lnTo>
                  <a:cubicBezTo>
                    <a:pt x="11" y="18"/>
                    <a:pt x="10" y="18"/>
                    <a:pt x="10" y="18"/>
                  </a:cubicBezTo>
                  <a:cubicBezTo>
                    <a:pt x="5" y="18"/>
                    <a:pt x="0" y="14"/>
                    <a:pt x="0" y="9"/>
                  </a:cubicBezTo>
                  <a:cubicBezTo>
                    <a:pt x="1" y="3"/>
                    <a:pt x="5" y="0"/>
                    <a:pt x="10" y="0"/>
                  </a:cubicBezTo>
                  <a:cubicBezTo>
                    <a:pt x="30" y="0"/>
                    <a:pt x="48" y="0"/>
                    <a:pt x="67" y="1"/>
                  </a:cubicBezTo>
                  <a:cubicBezTo>
                    <a:pt x="76" y="2"/>
                    <a:pt x="85" y="2"/>
                    <a:pt x="94" y="3"/>
                  </a:cubicBezTo>
                  <a:cubicBezTo>
                    <a:pt x="104" y="3"/>
                    <a:pt x="113" y="3"/>
                    <a:pt x="123" y="4"/>
                  </a:cubicBezTo>
                  <a:cubicBezTo>
                    <a:pt x="147" y="5"/>
                    <a:pt x="172" y="6"/>
                    <a:pt x="197" y="7"/>
                  </a:cubicBezTo>
                  <a:cubicBezTo>
                    <a:pt x="201" y="7"/>
                    <a:pt x="204" y="10"/>
                    <a:pt x="204" y="14"/>
                  </a:cubicBezTo>
                  <a:cubicBezTo>
                    <a:pt x="204" y="18"/>
                    <a:pt x="200" y="21"/>
                    <a:pt x="196" y="2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" name="Google Shape;3635;p42"/>
            <p:cNvSpPr/>
            <p:nvPr/>
          </p:nvSpPr>
          <p:spPr>
            <a:xfrm>
              <a:off x="3713040" y="4516920"/>
              <a:ext cx="58320" cy="8280"/>
            </a:xfrm>
            <a:custGeom>
              <a:avLst/>
              <a:gdLst/>
              <a:ahLst/>
              <a:cxnLst/>
              <a:rect l="l" t="t" r="r" b="b"/>
              <a:pathLst>
                <a:path w="162" h="23" extrusionOk="0">
                  <a:moveTo>
                    <a:pt x="153" y="22"/>
                  </a:moveTo>
                  <a:cubicBezTo>
                    <a:pt x="132" y="22"/>
                    <a:pt x="111" y="22"/>
                    <a:pt x="90" y="22"/>
                  </a:cubicBezTo>
                  <a:cubicBezTo>
                    <a:pt x="70" y="22"/>
                    <a:pt x="51" y="22"/>
                    <a:pt x="32" y="22"/>
                  </a:cubicBezTo>
                  <a:cubicBezTo>
                    <a:pt x="29" y="22"/>
                    <a:pt x="25" y="21"/>
                    <a:pt x="22" y="21"/>
                  </a:cubicBezTo>
                  <a:cubicBezTo>
                    <a:pt x="19" y="21"/>
                    <a:pt x="16" y="21"/>
                    <a:pt x="13" y="21"/>
                  </a:cubicBezTo>
                  <a:cubicBezTo>
                    <a:pt x="10" y="20"/>
                    <a:pt x="7" y="19"/>
                    <a:pt x="5" y="17"/>
                  </a:cubicBezTo>
                  <a:cubicBezTo>
                    <a:pt x="0" y="11"/>
                    <a:pt x="2" y="4"/>
                    <a:pt x="8" y="1"/>
                  </a:cubicBezTo>
                  <a:cubicBezTo>
                    <a:pt x="10" y="1"/>
                    <a:pt x="13" y="0"/>
                    <a:pt x="14" y="1"/>
                  </a:cubicBezTo>
                  <a:cubicBezTo>
                    <a:pt x="16" y="1"/>
                    <a:pt x="17" y="1"/>
                    <a:pt x="19" y="3"/>
                  </a:cubicBezTo>
                  <a:lnTo>
                    <a:pt x="20" y="3"/>
                  </a:lnTo>
                  <a:cubicBezTo>
                    <a:pt x="29" y="4"/>
                    <a:pt x="39" y="4"/>
                    <a:pt x="48" y="4"/>
                  </a:cubicBezTo>
                  <a:cubicBezTo>
                    <a:pt x="58" y="4"/>
                    <a:pt x="69" y="5"/>
                    <a:pt x="79" y="5"/>
                  </a:cubicBezTo>
                  <a:cubicBezTo>
                    <a:pt x="99" y="5"/>
                    <a:pt x="118" y="5"/>
                    <a:pt x="137" y="6"/>
                  </a:cubicBezTo>
                  <a:cubicBezTo>
                    <a:pt x="143" y="6"/>
                    <a:pt x="148" y="6"/>
                    <a:pt x="154" y="7"/>
                  </a:cubicBezTo>
                  <a:cubicBezTo>
                    <a:pt x="158" y="7"/>
                    <a:pt x="161" y="10"/>
                    <a:pt x="161" y="15"/>
                  </a:cubicBezTo>
                  <a:cubicBezTo>
                    <a:pt x="161" y="19"/>
                    <a:pt x="157" y="22"/>
                    <a:pt x="153" y="2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" name="Google Shape;3636;p42"/>
            <p:cNvSpPr/>
            <p:nvPr/>
          </p:nvSpPr>
          <p:spPr>
            <a:xfrm>
              <a:off x="3821040" y="4516920"/>
              <a:ext cx="85680" cy="8280"/>
            </a:xfrm>
            <a:custGeom>
              <a:avLst/>
              <a:gdLst/>
              <a:ahLst/>
              <a:cxnLst/>
              <a:rect l="l" t="t" r="r" b="b"/>
              <a:pathLst>
                <a:path w="238" h="23" extrusionOk="0">
                  <a:moveTo>
                    <a:pt x="228" y="22"/>
                  </a:moveTo>
                  <a:cubicBezTo>
                    <a:pt x="190" y="22"/>
                    <a:pt x="151" y="21"/>
                    <a:pt x="112" y="20"/>
                  </a:cubicBezTo>
                  <a:cubicBezTo>
                    <a:pt x="97" y="19"/>
                    <a:pt x="81" y="19"/>
                    <a:pt x="65" y="19"/>
                  </a:cubicBezTo>
                  <a:cubicBezTo>
                    <a:pt x="49" y="19"/>
                    <a:pt x="34" y="18"/>
                    <a:pt x="19" y="19"/>
                  </a:cubicBezTo>
                  <a:cubicBezTo>
                    <a:pt x="18" y="19"/>
                    <a:pt x="18" y="19"/>
                    <a:pt x="17" y="19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6" y="19"/>
                    <a:pt x="14" y="19"/>
                    <a:pt x="13" y="19"/>
                  </a:cubicBezTo>
                  <a:lnTo>
                    <a:pt x="12" y="19"/>
                  </a:lnTo>
                  <a:cubicBezTo>
                    <a:pt x="9" y="20"/>
                    <a:pt x="6" y="19"/>
                    <a:pt x="4" y="17"/>
                  </a:cubicBezTo>
                  <a:cubicBezTo>
                    <a:pt x="0" y="14"/>
                    <a:pt x="0" y="7"/>
                    <a:pt x="4" y="3"/>
                  </a:cubicBezTo>
                  <a:cubicBezTo>
                    <a:pt x="6" y="1"/>
                    <a:pt x="9" y="1"/>
                    <a:pt x="13" y="0"/>
                  </a:cubicBezTo>
                  <a:cubicBezTo>
                    <a:pt x="14" y="0"/>
                    <a:pt x="17" y="0"/>
                    <a:pt x="19" y="0"/>
                  </a:cubicBezTo>
                  <a:cubicBezTo>
                    <a:pt x="24" y="1"/>
                    <a:pt x="28" y="1"/>
                    <a:pt x="34" y="1"/>
                  </a:cubicBezTo>
                  <a:cubicBezTo>
                    <a:pt x="43" y="1"/>
                    <a:pt x="52" y="1"/>
                    <a:pt x="62" y="2"/>
                  </a:cubicBezTo>
                  <a:cubicBezTo>
                    <a:pt x="80" y="3"/>
                    <a:pt x="98" y="3"/>
                    <a:pt x="117" y="4"/>
                  </a:cubicBezTo>
                  <a:cubicBezTo>
                    <a:pt x="134" y="5"/>
                    <a:pt x="152" y="5"/>
                    <a:pt x="170" y="5"/>
                  </a:cubicBezTo>
                  <a:cubicBezTo>
                    <a:pt x="190" y="6"/>
                    <a:pt x="210" y="6"/>
                    <a:pt x="229" y="7"/>
                  </a:cubicBezTo>
                  <a:cubicBezTo>
                    <a:pt x="234" y="7"/>
                    <a:pt x="237" y="11"/>
                    <a:pt x="237" y="15"/>
                  </a:cubicBezTo>
                  <a:cubicBezTo>
                    <a:pt x="236" y="19"/>
                    <a:pt x="233" y="22"/>
                    <a:pt x="228" y="2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" name="Google Shape;3637;p42"/>
            <p:cNvSpPr/>
            <p:nvPr/>
          </p:nvSpPr>
          <p:spPr>
            <a:xfrm>
              <a:off x="3949200" y="4516920"/>
              <a:ext cx="64440" cy="7920"/>
            </a:xfrm>
            <a:custGeom>
              <a:avLst/>
              <a:gdLst/>
              <a:ahLst/>
              <a:cxnLst/>
              <a:rect l="l" t="t" r="r" b="b"/>
              <a:pathLst>
                <a:path w="179" h="22" extrusionOk="0">
                  <a:moveTo>
                    <a:pt x="169" y="21"/>
                  </a:moveTo>
                  <a:cubicBezTo>
                    <a:pt x="151" y="19"/>
                    <a:pt x="133" y="19"/>
                    <a:pt x="116" y="18"/>
                  </a:cubicBezTo>
                  <a:cubicBezTo>
                    <a:pt x="107" y="18"/>
                    <a:pt x="98" y="18"/>
                    <a:pt x="89" y="18"/>
                  </a:cubicBezTo>
                  <a:cubicBezTo>
                    <a:pt x="80" y="18"/>
                    <a:pt x="72" y="18"/>
                    <a:pt x="64" y="18"/>
                  </a:cubicBezTo>
                  <a:cubicBezTo>
                    <a:pt x="58" y="18"/>
                    <a:pt x="52" y="18"/>
                    <a:pt x="47" y="19"/>
                  </a:cubicBezTo>
                  <a:lnTo>
                    <a:pt x="48" y="19"/>
                  </a:lnTo>
                  <a:cubicBezTo>
                    <a:pt x="40" y="19"/>
                    <a:pt x="33" y="19"/>
                    <a:pt x="25" y="19"/>
                  </a:cubicBezTo>
                  <a:cubicBezTo>
                    <a:pt x="21" y="19"/>
                    <a:pt x="19" y="19"/>
                    <a:pt x="15" y="19"/>
                  </a:cubicBezTo>
                  <a:cubicBezTo>
                    <a:pt x="12" y="19"/>
                    <a:pt x="9" y="19"/>
                    <a:pt x="6" y="18"/>
                  </a:cubicBezTo>
                  <a:cubicBezTo>
                    <a:pt x="3" y="17"/>
                    <a:pt x="1" y="14"/>
                    <a:pt x="0" y="10"/>
                  </a:cubicBezTo>
                  <a:cubicBezTo>
                    <a:pt x="0" y="5"/>
                    <a:pt x="3" y="1"/>
                    <a:pt x="8" y="0"/>
                  </a:cubicBezTo>
                  <a:cubicBezTo>
                    <a:pt x="10" y="0"/>
                    <a:pt x="12" y="0"/>
                    <a:pt x="13" y="1"/>
                  </a:cubicBezTo>
                  <a:cubicBezTo>
                    <a:pt x="14" y="1"/>
                    <a:pt x="14" y="1"/>
                    <a:pt x="14" y="1"/>
                  </a:cubicBezTo>
                  <a:lnTo>
                    <a:pt x="13" y="1"/>
                  </a:lnTo>
                  <a:cubicBezTo>
                    <a:pt x="22" y="1"/>
                    <a:pt x="30" y="1"/>
                    <a:pt x="39" y="1"/>
                  </a:cubicBezTo>
                  <a:cubicBezTo>
                    <a:pt x="47" y="1"/>
                    <a:pt x="55" y="1"/>
                    <a:pt x="63" y="0"/>
                  </a:cubicBezTo>
                  <a:cubicBezTo>
                    <a:pt x="64" y="0"/>
                    <a:pt x="64" y="0"/>
                    <a:pt x="65" y="0"/>
                  </a:cubicBezTo>
                  <a:cubicBezTo>
                    <a:pt x="81" y="0"/>
                    <a:pt x="98" y="1"/>
                    <a:pt x="115" y="1"/>
                  </a:cubicBezTo>
                  <a:cubicBezTo>
                    <a:pt x="133" y="2"/>
                    <a:pt x="151" y="3"/>
                    <a:pt x="169" y="4"/>
                  </a:cubicBezTo>
                  <a:cubicBezTo>
                    <a:pt x="174" y="4"/>
                    <a:pt x="178" y="8"/>
                    <a:pt x="178" y="12"/>
                  </a:cubicBezTo>
                  <a:cubicBezTo>
                    <a:pt x="177" y="17"/>
                    <a:pt x="174" y="21"/>
                    <a:pt x="169" y="2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" name="Google Shape;3638;p42"/>
            <p:cNvSpPr/>
            <p:nvPr/>
          </p:nvSpPr>
          <p:spPr>
            <a:xfrm>
              <a:off x="4045320" y="4518720"/>
              <a:ext cx="72720" cy="8640"/>
            </a:xfrm>
            <a:custGeom>
              <a:avLst/>
              <a:gdLst/>
              <a:ahLst/>
              <a:cxnLst/>
              <a:rect l="l" t="t" r="r" b="b"/>
              <a:pathLst>
                <a:path w="202" h="24" extrusionOk="0">
                  <a:moveTo>
                    <a:pt x="193" y="23"/>
                  </a:moveTo>
                  <a:cubicBezTo>
                    <a:pt x="173" y="22"/>
                    <a:pt x="153" y="21"/>
                    <a:pt x="133" y="21"/>
                  </a:cubicBezTo>
                  <a:cubicBezTo>
                    <a:pt x="113" y="21"/>
                    <a:pt x="94" y="20"/>
                    <a:pt x="74" y="20"/>
                  </a:cubicBezTo>
                  <a:cubicBezTo>
                    <a:pt x="56" y="20"/>
                    <a:pt x="39" y="20"/>
                    <a:pt x="22" y="20"/>
                  </a:cubicBezTo>
                  <a:lnTo>
                    <a:pt x="21" y="20"/>
                  </a:lnTo>
                  <a:cubicBezTo>
                    <a:pt x="19" y="20"/>
                    <a:pt x="17" y="20"/>
                    <a:pt x="15" y="20"/>
                  </a:cubicBezTo>
                  <a:lnTo>
                    <a:pt x="16" y="20"/>
                  </a:lnTo>
                  <a:cubicBezTo>
                    <a:pt x="12" y="20"/>
                    <a:pt x="8" y="20"/>
                    <a:pt x="4" y="17"/>
                  </a:cubicBezTo>
                  <a:cubicBezTo>
                    <a:pt x="2" y="15"/>
                    <a:pt x="0" y="10"/>
                    <a:pt x="2" y="6"/>
                  </a:cubicBezTo>
                  <a:cubicBezTo>
                    <a:pt x="4" y="3"/>
                    <a:pt x="9" y="0"/>
                    <a:pt x="13" y="1"/>
                  </a:cubicBezTo>
                  <a:cubicBezTo>
                    <a:pt x="15" y="1"/>
                    <a:pt x="18" y="1"/>
                    <a:pt x="21" y="1"/>
                  </a:cubicBezTo>
                  <a:cubicBezTo>
                    <a:pt x="22" y="1"/>
                    <a:pt x="24" y="1"/>
                    <a:pt x="25" y="1"/>
                  </a:cubicBezTo>
                  <a:cubicBezTo>
                    <a:pt x="31" y="1"/>
                    <a:pt x="36" y="2"/>
                    <a:pt x="41" y="2"/>
                  </a:cubicBezTo>
                  <a:cubicBezTo>
                    <a:pt x="51" y="2"/>
                    <a:pt x="60" y="2"/>
                    <a:pt x="70" y="2"/>
                  </a:cubicBezTo>
                  <a:cubicBezTo>
                    <a:pt x="89" y="3"/>
                    <a:pt x="108" y="3"/>
                    <a:pt x="127" y="4"/>
                  </a:cubicBezTo>
                  <a:cubicBezTo>
                    <a:pt x="149" y="5"/>
                    <a:pt x="171" y="5"/>
                    <a:pt x="193" y="6"/>
                  </a:cubicBezTo>
                  <a:cubicBezTo>
                    <a:pt x="198" y="6"/>
                    <a:pt x="201" y="10"/>
                    <a:pt x="201" y="14"/>
                  </a:cubicBezTo>
                  <a:cubicBezTo>
                    <a:pt x="201" y="19"/>
                    <a:pt x="197" y="23"/>
                    <a:pt x="193" y="2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" name="Google Shape;3639;p42"/>
            <p:cNvSpPr/>
            <p:nvPr/>
          </p:nvSpPr>
          <p:spPr>
            <a:xfrm>
              <a:off x="4172040" y="4516200"/>
              <a:ext cx="76680" cy="8640"/>
            </a:xfrm>
            <a:custGeom>
              <a:avLst/>
              <a:gdLst/>
              <a:ahLst/>
              <a:cxnLst/>
              <a:rect l="l" t="t" r="r" b="b"/>
              <a:pathLst>
                <a:path w="213" h="24" extrusionOk="0">
                  <a:moveTo>
                    <a:pt x="47" y="23"/>
                  </a:moveTo>
                  <a:cubicBezTo>
                    <a:pt x="41" y="23"/>
                    <a:pt x="35" y="23"/>
                    <a:pt x="28" y="23"/>
                  </a:cubicBezTo>
                  <a:cubicBezTo>
                    <a:pt x="25" y="22"/>
                    <a:pt x="22" y="22"/>
                    <a:pt x="18" y="21"/>
                  </a:cubicBezTo>
                  <a:cubicBezTo>
                    <a:pt x="17" y="21"/>
                    <a:pt x="15" y="21"/>
                    <a:pt x="13" y="21"/>
                  </a:cubicBezTo>
                  <a:cubicBezTo>
                    <a:pt x="10" y="20"/>
                    <a:pt x="7" y="20"/>
                    <a:pt x="5" y="18"/>
                  </a:cubicBezTo>
                  <a:cubicBezTo>
                    <a:pt x="2" y="14"/>
                    <a:pt x="0" y="9"/>
                    <a:pt x="3" y="5"/>
                  </a:cubicBezTo>
                  <a:cubicBezTo>
                    <a:pt x="6" y="2"/>
                    <a:pt x="11" y="0"/>
                    <a:pt x="15" y="2"/>
                  </a:cubicBezTo>
                  <a:lnTo>
                    <a:pt x="16" y="2"/>
                  </a:lnTo>
                  <a:cubicBezTo>
                    <a:pt x="19" y="3"/>
                    <a:pt x="22" y="3"/>
                    <a:pt x="25" y="4"/>
                  </a:cubicBezTo>
                  <a:cubicBezTo>
                    <a:pt x="34" y="5"/>
                    <a:pt x="43" y="5"/>
                    <a:pt x="52" y="5"/>
                  </a:cubicBezTo>
                  <a:cubicBezTo>
                    <a:pt x="62" y="5"/>
                    <a:pt x="73" y="6"/>
                    <a:pt x="84" y="6"/>
                  </a:cubicBezTo>
                  <a:cubicBezTo>
                    <a:pt x="102" y="5"/>
                    <a:pt x="120" y="5"/>
                    <a:pt x="137" y="6"/>
                  </a:cubicBezTo>
                  <a:cubicBezTo>
                    <a:pt x="160" y="6"/>
                    <a:pt x="182" y="6"/>
                    <a:pt x="204" y="6"/>
                  </a:cubicBezTo>
                  <a:cubicBezTo>
                    <a:pt x="209" y="6"/>
                    <a:pt x="212" y="10"/>
                    <a:pt x="212" y="15"/>
                  </a:cubicBezTo>
                  <a:cubicBezTo>
                    <a:pt x="212" y="20"/>
                    <a:pt x="208" y="23"/>
                    <a:pt x="204" y="23"/>
                  </a:cubicBezTo>
                  <a:cubicBezTo>
                    <a:pt x="164" y="23"/>
                    <a:pt x="125" y="22"/>
                    <a:pt x="85" y="23"/>
                  </a:cubicBezTo>
                  <a:cubicBezTo>
                    <a:pt x="78" y="23"/>
                    <a:pt x="71" y="23"/>
                    <a:pt x="65" y="23"/>
                  </a:cubicBezTo>
                  <a:cubicBezTo>
                    <a:pt x="62" y="23"/>
                    <a:pt x="58" y="23"/>
                    <a:pt x="55" y="23"/>
                  </a:cubicBezTo>
                  <a:cubicBezTo>
                    <a:pt x="52" y="23"/>
                    <a:pt x="50" y="23"/>
                    <a:pt x="47" y="2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" name="Google Shape;3640;p42"/>
            <p:cNvSpPr/>
            <p:nvPr/>
          </p:nvSpPr>
          <p:spPr>
            <a:xfrm>
              <a:off x="4273560" y="4516920"/>
              <a:ext cx="68040" cy="7920"/>
            </a:xfrm>
            <a:custGeom>
              <a:avLst/>
              <a:gdLst/>
              <a:ahLst/>
              <a:cxnLst/>
              <a:rect l="l" t="t" r="r" b="b"/>
              <a:pathLst>
                <a:path w="189" h="22" extrusionOk="0">
                  <a:moveTo>
                    <a:pt x="5" y="19"/>
                  </a:moveTo>
                  <a:cubicBezTo>
                    <a:pt x="0" y="16"/>
                    <a:pt x="0" y="8"/>
                    <a:pt x="4" y="4"/>
                  </a:cubicBezTo>
                  <a:cubicBezTo>
                    <a:pt x="7" y="1"/>
                    <a:pt x="11" y="1"/>
                    <a:pt x="15" y="1"/>
                  </a:cubicBezTo>
                  <a:cubicBezTo>
                    <a:pt x="18" y="1"/>
                    <a:pt x="21" y="1"/>
                    <a:pt x="24" y="1"/>
                  </a:cubicBezTo>
                  <a:cubicBezTo>
                    <a:pt x="23" y="1"/>
                    <a:pt x="22" y="1"/>
                    <a:pt x="22" y="1"/>
                  </a:cubicBezTo>
                  <a:cubicBezTo>
                    <a:pt x="29" y="1"/>
                    <a:pt x="36" y="1"/>
                    <a:pt x="42" y="1"/>
                  </a:cubicBezTo>
                  <a:lnTo>
                    <a:pt x="43" y="1"/>
                  </a:lnTo>
                  <a:lnTo>
                    <a:pt x="44" y="1"/>
                  </a:lnTo>
                  <a:cubicBezTo>
                    <a:pt x="45" y="1"/>
                    <a:pt x="45" y="0"/>
                    <a:pt x="46" y="0"/>
                  </a:cubicBezTo>
                  <a:cubicBezTo>
                    <a:pt x="47" y="0"/>
                    <a:pt x="48" y="0"/>
                    <a:pt x="49" y="0"/>
                  </a:cubicBezTo>
                  <a:lnTo>
                    <a:pt x="50" y="0"/>
                  </a:lnTo>
                  <a:lnTo>
                    <a:pt x="49" y="0"/>
                  </a:lnTo>
                  <a:cubicBezTo>
                    <a:pt x="50" y="0"/>
                    <a:pt x="50" y="0"/>
                    <a:pt x="52" y="0"/>
                  </a:cubicBezTo>
                  <a:lnTo>
                    <a:pt x="51" y="0"/>
                  </a:lnTo>
                  <a:cubicBezTo>
                    <a:pt x="52" y="0"/>
                    <a:pt x="52" y="0"/>
                    <a:pt x="52" y="0"/>
                  </a:cubicBezTo>
                  <a:cubicBezTo>
                    <a:pt x="53" y="0"/>
                    <a:pt x="53" y="0"/>
                    <a:pt x="54" y="0"/>
                  </a:cubicBezTo>
                  <a:lnTo>
                    <a:pt x="55" y="0"/>
                  </a:lnTo>
                  <a:cubicBezTo>
                    <a:pt x="74" y="0"/>
                    <a:pt x="92" y="0"/>
                    <a:pt x="110" y="1"/>
                  </a:cubicBezTo>
                  <a:cubicBezTo>
                    <a:pt x="130" y="1"/>
                    <a:pt x="149" y="1"/>
                    <a:pt x="168" y="2"/>
                  </a:cubicBezTo>
                  <a:cubicBezTo>
                    <a:pt x="172" y="2"/>
                    <a:pt x="176" y="2"/>
                    <a:pt x="180" y="2"/>
                  </a:cubicBezTo>
                  <a:cubicBezTo>
                    <a:pt x="184" y="2"/>
                    <a:pt x="188" y="6"/>
                    <a:pt x="188" y="11"/>
                  </a:cubicBezTo>
                  <a:cubicBezTo>
                    <a:pt x="188" y="15"/>
                    <a:pt x="184" y="18"/>
                    <a:pt x="180" y="18"/>
                  </a:cubicBezTo>
                  <a:cubicBezTo>
                    <a:pt x="140" y="18"/>
                    <a:pt x="100" y="17"/>
                    <a:pt x="60" y="18"/>
                  </a:cubicBezTo>
                  <a:cubicBezTo>
                    <a:pt x="59" y="18"/>
                    <a:pt x="57" y="18"/>
                    <a:pt x="56" y="18"/>
                  </a:cubicBezTo>
                  <a:cubicBezTo>
                    <a:pt x="49" y="18"/>
                    <a:pt x="41" y="19"/>
                    <a:pt x="33" y="19"/>
                  </a:cubicBezTo>
                  <a:cubicBezTo>
                    <a:pt x="31" y="19"/>
                    <a:pt x="27" y="19"/>
                    <a:pt x="24" y="19"/>
                  </a:cubicBezTo>
                  <a:cubicBezTo>
                    <a:pt x="21" y="20"/>
                    <a:pt x="17" y="20"/>
                    <a:pt x="13" y="20"/>
                  </a:cubicBezTo>
                  <a:cubicBezTo>
                    <a:pt x="12" y="21"/>
                    <a:pt x="11" y="21"/>
                    <a:pt x="10" y="21"/>
                  </a:cubicBezTo>
                  <a:cubicBezTo>
                    <a:pt x="8" y="21"/>
                    <a:pt x="7" y="20"/>
                    <a:pt x="5" y="1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" name="Google Shape;3641;p42"/>
            <p:cNvSpPr/>
            <p:nvPr/>
          </p:nvSpPr>
          <p:spPr>
            <a:xfrm>
              <a:off x="4384080" y="4518360"/>
              <a:ext cx="61560" cy="9720"/>
            </a:xfrm>
            <a:custGeom>
              <a:avLst/>
              <a:gdLst/>
              <a:ahLst/>
              <a:cxnLst/>
              <a:rect l="l" t="t" r="r" b="b"/>
              <a:pathLst>
                <a:path w="171" h="27" extrusionOk="0">
                  <a:moveTo>
                    <a:pt x="161" y="26"/>
                  </a:moveTo>
                  <a:cubicBezTo>
                    <a:pt x="140" y="25"/>
                    <a:pt x="120" y="24"/>
                    <a:pt x="99" y="24"/>
                  </a:cubicBezTo>
                  <a:cubicBezTo>
                    <a:pt x="80" y="22"/>
                    <a:pt x="61" y="21"/>
                    <a:pt x="42" y="21"/>
                  </a:cubicBezTo>
                  <a:cubicBezTo>
                    <a:pt x="36" y="20"/>
                    <a:pt x="31" y="20"/>
                    <a:pt x="25" y="20"/>
                  </a:cubicBezTo>
                  <a:cubicBezTo>
                    <a:pt x="20" y="20"/>
                    <a:pt x="15" y="19"/>
                    <a:pt x="11" y="19"/>
                  </a:cubicBezTo>
                  <a:cubicBezTo>
                    <a:pt x="6" y="20"/>
                    <a:pt x="1" y="16"/>
                    <a:pt x="0" y="11"/>
                  </a:cubicBezTo>
                  <a:cubicBezTo>
                    <a:pt x="0" y="8"/>
                    <a:pt x="1" y="6"/>
                    <a:pt x="3" y="4"/>
                  </a:cubicBezTo>
                  <a:cubicBezTo>
                    <a:pt x="4" y="1"/>
                    <a:pt x="7" y="1"/>
                    <a:pt x="9" y="0"/>
                  </a:cubicBezTo>
                  <a:cubicBezTo>
                    <a:pt x="11" y="0"/>
                    <a:pt x="14" y="0"/>
                    <a:pt x="16" y="1"/>
                  </a:cubicBezTo>
                  <a:cubicBezTo>
                    <a:pt x="18" y="1"/>
                    <a:pt x="20" y="1"/>
                    <a:pt x="22" y="1"/>
                  </a:cubicBezTo>
                  <a:cubicBezTo>
                    <a:pt x="27" y="1"/>
                    <a:pt x="32" y="2"/>
                    <a:pt x="36" y="2"/>
                  </a:cubicBezTo>
                  <a:cubicBezTo>
                    <a:pt x="46" y="3"/>
                    <a:pt x="55" y="3"/>
                    <a:pt x="65" y="4"/>
                  </a:cubicBezTo>
                  <a:cubicBezTo>
                    <a:pt x="85" y="6"/>
                    <a:pt x="106" y="7"/>
                    <a:pt x="126" y="7"/>
                  </a:cubicBezTo>
                  <a:cubicBezTo>
                    <a:pt x="138" y="8"/>
                    <a:pt x="150" y="8"/>
                    <a:pt x="162" y="9"/>
                  </a:cubicBezTo>
                  <a:cubicBezTo>
                    <a:pt x="166" y="9"/>
                    <a:pt x="170" y="13"/>
                    <a:pt x="169" y="18"/>
                  </a:cubicBezTo>
                  <a:cubicBezTo>
                    <a:pt x="169" y="22"/>
                    <a:pt x="166" y="26"/>
                    <a:pt x="161" y="2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" name="Google Shape;3642;p42"/>
            <p:cNvSpPr/>
            <p:nvPr/>
          </p:nvSpPr>
          <p:spPr>
            <a:xfrm>
              <a:off x="4465800" y="4515840"/>
              <a:ext cx="63000" cy="11520"/>
            </a:xfrm>
            <a:custGeom>
              <a:avLst/>
              <a:gdLst/>
              <a:ahLst/>
              <a:cxnLst/>
              <a:rect l="l" t="t" r="r" b="b"/>
              <a:pathLst>
                <a:path w="175" h="32" extrusionOk="0">
                  <a:moveTo>
                    <a:pt x="164" y="31"/>
                  </a:moveTo>
                  <a:cubicBezTo>
                    <a:pt x="125" y="29"/>
                    <a:pt x="85" y="28"/>
                    <a:pt x="45" y="24"/>
                  </a:cubicBezTo>
                  <a:cubicBezTo>
                    <a:pt x="33" y="22"/>
                    <a:pt x="20" y="22"/>
                    <a:pt x="8" y="20"/>
                  </a:cubicBezTo>
                  <a:cubicBezTo>
                    <a:pt x="3" y="18"/>
                    <a:pt x="0" y="14"/>
                    <a:pt x="1" y="8"/>
                  </a:cubicBezTo>
                  <a:cubicBezTo>
                    <a:pt x="1" y="4"/>
                    <a:pt x="6" y="0"/>
                    <a:pt x="11" y="1"/>
                  </a:cubicBezTo>
                  <a:cubicBezTo>
                    <a:pt x="24" y="4"/>
                    <a:pt x="37" y="5"/>
                    <a:pt x="50" y="6"/>
                  </a:cubicBezTo>
                  <a:cubicBezTo>
                    <a:pt x="55" y="7"/>
                    <a:pt x="61" y="7"/>
                    <a:pt x="66" y="8"/>
                  </a:cubicBezTo>
                  <a:cubicBezTo>
                    <a:pt x="67" y="8"/>
                    <a:pt x="67" y="8"/>
                    <a:pt x="67" y="8"/>
                  </a:cubicBezTo>
                  <a:cubicBezTo>
                    <a:pt x="99" y="11"/>
                    <a:pt x="132" y="12"/>
                    <a:pt x="165" y="14"/>
                  </a:cubicBezTo>
                  <a:cubicBezTo>
                    <a:pt x="170" y="14"/>
                    <a:pt x="174" y="18"/>
                    <a:pt x="173" y="22"/>
                  </a:cubicBezTo>
                  <a:cubicBezTo>
                    <a:pt x="173" y="27"/>
                    <a:pt x="169" y="31"/>
                    <a:pt x="165" y="31"/>
                  </a:cubicBezTo>
                  <a:cubicBezTo>
                    <a:pt x="164" y="31"/>
                    <a:pt x="164" y="31"/>
                    <a:pt x="164" y="3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" name="Google Shape;3643;p42"/>
            <p:cNvSpPr/>
            <p:nvPr/>
          </p:nvSpPr>
          <p:spPr>
            <a:xfrm>
              <a:off x="4482360" y="4501800"/>
              <a:ext cx="65880" cy="33840"/>
            </a:xfrm>
            <a:custGeom>
              <a:avLst/>
              <a:gdLst/>
              <a:ahLst/>
              <a:cxnLst/>
              <a:rect l="l" t="t" r="r" b="b"/>
              <a:pathLst>
                <a:path w="183" h="94" extrusionOk="0">
                  <a:moveTo>
                    <a:pt x="69" y="88"/>
                  </a:moveTo>
                  <a:cubicBezTo>
                    <a:pt x="67" y="84"/>
                    <a:pt x="69" y="78"/>
                    <a:pt x="74" y="76"/>
                  </a:cubicBezTo>
                  <a:cubicBezTo>
                    <a:pt x="88" y="68"/>
                    <a:pt x="103" y="61"/>
                    <a:pt x="118" y="54"/>
                  </a:cubicBezTo>
                  <a:cubicBezTo>
                    <a:pt x="126" y="50"/>
                    <a:pt x="134" y="47"/>
                    <a:pt x="142" y="43"/>
                  </a:cubicBezTo>
                  <a:cubicBezTo>
                    <a:pt x="143" y="42"/>
                    <a:pt x="145" y="42"/>
                    <a:pt x="146" y="41"/>
                  </a:cubicBezTo>
                  <a:cubicBezTo>
                    <a:pt x="143" y="41"/>
                    <a:pt x="141" y="40"/>
                    <a:pt x="138" y="40"/>
                  </a:cubicBezTo>
                  <a:cubicBezTo>
                    <a:pt x="128" y="39"/>
                    <a:pt x="118" y="38"/>
                    <a:pt x="108" y="37"/>
                  </a:cubicBezTo>
                  <a:cubicBezTo>
                    <a:pt x="98" y="36"/>
                    <a:pt x="88" y="34"/>
                    <a:pt x="77" y="33"/>
                  </a:cubicBezTo>
                  <a:cubicBezTo>
                    <a:pt x="68" y="32"/>
                    <a:pt x="58" y="29"/>
                    <a:pt x="50" y="28"/>
                  </a:cubicBezTo>
                  <a:cubicBezTo>
                    <a:pt x="36" y="25"/>
                    <a:pt x="22" y="22"/>
                    <a:pt x="9" y="19"/>
                  </a:cubicBezTo>
                  <a:cubicBezTo>
                    <a:pt x="4" y="18"/>
                    <a:pt x="0" y="14"/>
                    <a:pt x="1" y="8"/>
                  </a:cubicBezTo>
                  <a:cubicBezTo>
                    <a:pt x="2" y="4"/>
                    <a:pt x="7" y="0"/>
                    <a:pt x="12" y="1"/>
                  </a:cubicBezTo>
                  <a:cubicBezTo>
                    <a:pt x="14" y="1"/>
                    <a:pt x="16" y="1"/>
                    <a:pt x="19" y="2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19" y="2"/>
                    <a:pt x="19" y="3"/>
                    <a:pt x="20" y="3"/>
                  </a:cubicBezTo>
                  <a:cubicBezTo>
                    <a:pt x="21" y="3"/>
                    <a:pt x="21" y="3"/>
                    <a:pt x="21" y="3"/>
                  </a:cubicBezTo>
                  <a:lnTo>
                    <a:pt x="22" y="3"/>
                  </a:lnTo>
                  <a:lnTo>
                    <a:pt x="23" y="3"/>
                  </a:lnTo>
                  <a:lnTo>
                    <a:pt x="22" y="3"/>
                  </a:lnTo>
                  <a:cubicBezTo>
                    <a:pt x="23" y="3"/>
                    <a:pt x="23" y="3"/>
                    <a:pt x="24" y="4"/>
                  </a:cubicBezTo>
                  <a:cubicBezTo>
                    <a:pt x="25" y="4"/>
                    <a:pt x="25" y="4"/>
                    <a:pt x="26" y="4"/>
                  </a:cubicBezTo>
                  <a:lnTo>
                    <a:pt x="27" y="4"/>
                  </a:lnTo>
                  <a:cubicBezTo>
                    <a:pt x="46" y="8"/>
                    <a:pt x="65" y="13"/>
                    <a:pt x="84" y="16"/>
                  </a:cubicBezTo>
                  <a:cubicBezTo>
                    <a:pt x="104" y="19"/>
                    <a:pt x="124" y="21"/>
                    <a:pt x="144" y="23"/>
                  </a:cubicBezTo>
                  <a:cubicBezTo>
                    <a:pt x="149" y="24"/>
                    <a:pt x="153" y="24"/>
                    <a:pt x="158" y="25"/>
                  </a:cubicBezTo>
                  <a:cubicBezTo>
                    <a:pt x="160" y="25"/>
                    <a:pt x="162" y="25"/>
                    <a:pt x="164" y="25"/>
                  </a:cubicBezTo>
                  <a:cubicBezTo>
                    <a:pt x="169" y="26"/>
                    <a:pt x="174" y="26"/>
                    <a:pt x="177" y="29"/>
                  </a:cubicBezTo>
                  <a:cubicBezTo>
                    <a:pt x="180" y="31"/>
                    <a:pt x="181" y="32"/>
                    <a:pt x="181" y="35"/>
                  </a:cubicBezTo>
                  <a:cubicBezTo>
                    <a:pt x="182" y="37"/>
                    <a:pt x="182" y="39"/>
                    <a:pt x="181" y="42"/>
                  </a:cubicBezTo>
                  <a:cubicBezTo>
                    <a:pt x="179" y="46"/>
                    <a:pt x="174" y="48"/>
                    <a:pt x="169" y="50"/>
                  </a:cubicBezTo>
                  <a:cubicBezTo>
                    <a:pt x="164" y="53"/>
                    <a:pt x="160" y="54"/>
                    <a:pt x="155" y="57"/>
                  </a:cubicBezTo>
                  <a:cubicBezTo>
                    <a:pt x="137" y="65"/>
                    <a:pt x="120" y="73"/>
                    <a:pt x="102" y="82"/>
                  </a:cubicBezTo>
                  <a:cubicBezTo>
                    <a:pt x="96" y="85"/>
                    <a:pt x="89" y="89"/>
                    <a:pt x="82" y="92"/>
                  </a:cubicBezTo>
                  <a:cubicBezTo>
                    <a:pt x="81" y="93"/>
                    <a:pt x="79" y="93"/>
                    <a:pt x="78" y="93"/>
                  </a:cubicBezTo>
                  <a:cubicBezTo>
                    <a:pt x="74" y="93"/>
                    <a:pt x="71" y="92"/>
                    <a:pt x="69" y="8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" name="Google Shape;3644;p42"/>
            <p:cNvSpPr/>
            <p:nvPr/>
          </p:nvSpPr>
          <p:spPr>
            <a:xfrm>
              <a:off x="4504680" y="4539600"/>
              <a:ext cx="21960" cy="50400"/>
            </a:xfrm>
            <a:custGeom>
              <a:avLst/>
              <a:gdLst/>
              <a:ahLst/>
              <a:cxnLst/>
              <a:rect l="l" t="t" r="r" b="b"/>
              <a:pathLst>
                <a:path w="61" h="140" extrusionOk="0">
                  <a:moveTo>
                    <a:pt x="41" y="132"/>
                  </a:moveTo>
                  <a:cubicBezTo>
                    <a:pt x="39" y="122"/>
                    <a:pt x="37" y="114"/>
                    <a:pt x="35" y="105"/>
                  </a:cubicBezTo>
                  <a:cubicBezTo>
                    <a:pt x="33" y="97"/>
                    <a:pt x="31" y="90"/>
                    <a:pt x="28" y="82"/>
                  </a:cubicBezTo>
                  <a:cubicBezTo>
                    <a:pt x="25" y="74"/>
                    <a:pt x="21" y="67"/>
                    <a:pt x="18" y="59"/>
                  </a:cubicBezTo>
                  <a:cubicBezTo>
                    <a:pt x="15" y="51"/>
                    <a:pt x="12" y="43"/>
                    <a:pt x="10" y="35"/>
                  </a:cubicBezTo>
                  <a:cubicBezTo>
                    <a:pt x="7" y="28"/>
                    <a:pt x="5" y="21"/>
                    <a:pt x="2" y="14"/>
                  </a:cubicBezTo>
                  <a:cubicBezTo>
                    <a:pt x="0" y="9"/>
                    <a:pt x="3" y="3"/>
                    <a:pt x="8" y="1"/>
                  </a:cubicBezTo>
                  <a:cubicBezTo>
                    <a:pt x="13" y="0"/>
                    <a:pt x="18" y="2"/>
                    <a:pt x="20" y="8"/>
                  </a:cubicBezTo>
                  <a:lnTo>
                    <a:pt x="20" y="7"/>
                  </a:lnTo>
                  <a:lnTo>
                    <a:pt x="20" y="8"/>
                  </a:lnTo>
                  <a:cubicBezTo>
                    <a:pt x="21" y="11"/>
                    <a:pt x="22" y="14"/>
                    <a:pt x="23" y="17"/>
                  </a:cubicBezTo>
                  <a:cubicBezTo>
                    <a:pt x="24" y="22"/>
                    <a:pt x="25" y="26"/>
                    <a:pt x="27" y="30"/>
                  </a:cubicBezTo>
                  <a:cubicBezTo>
                    <a:pt x="28" y="35"/>
                    <a:pt x="30" y="39"/>
                    <a:pt x="31" y="43"/>
                  </a:cubicBezTo>
                  <a:cubicBezTo>
                    <a:pt x="35" y="52"/>
                    <a:pt x="39" y="61"/>
                    <a:pt x="42" y="70"/>
                  </a:cubicBezTo>
                  <a:cubicBezTo>
                    <a:pt x="49" y="89"/>
                    <a:pt x="54" y="109"/>
                    <a:pt x="59" y="128"/>
                  </a:cubicBezTo>
                  <a:cubicBezTo>
                    <a:pt x="60" y="132"/>
                    <a:pt x="57" y="138"/>
                    <a:pt x="52" y="139"/>
                  </a:cubicBezTo>
                  <a:cubicBezTo>
                    <a:pt x="52" y="139"/>
                    <a:pt x="51" y="139"/>
                    <a:pt x="50" y="139"/>
                  </a:cubicBezTo>
                  <a:cubicBezTo>
                    <a:pt x="46" y="139"/>
                    <a:pt x="42" y="136"/>
                    <a:pt x="41" y="13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" name="Google Shape;3645;p42"/>
            <p:cNvSpPr/>
            <p:nvPr/>
          </p:nvSpPr>
          <p:spPr>
            <a:xfrm>
              <a:off x="4499280" y="4555080"/>
              <a:ext cx="47520" cy="28080"/>
            </a:xfrm>
            <a:custGeom>
              <a:avLst/>
              <a:gdLst/>
              <a:ahLst/>
              <a:cxnLst/>
              <a:rect l="l" t="t" r="r" b="b"/>
              <a:pathLst>
                <a:path w="132" h="78" extrusionOk="0">
                  <a:moveTo>
                    <a:pt x="2" y="72"/>
                  </a:moveTo>
                  <a:cubicBezTo>
                    <a:pt x="0" y="68"/>
                    <a:pt x="1" y="63"/>
                    <a:pt x="5" y="60"/>
                  </a:cubicBezTo>
                  <a:cubicBezTo>
                    <a:pt x="17" y="51"/>
                    <a:pt x="30" y="43"/>
                    <a:pt x="43" y="36"/>
                  </a:cubicBezTo>
                  <a:cubicBezTo>
                    <a:pt x="43" y="35"/>
                    <a:pt x="44" y="35"/>
                    <a:pt x="44" y="35"/>
                  </a:cubicBezTo>
                  <a:cubicBezTo>
                    <a:pt x="44" y="35"/>
                    <a:pt x="43" y="35"/>
                    <a:pt x="43" y="36"/>
                  </a:cubicBezTo>
                  <a:cubicBezTo>
                    <a:pt x="44" y="35"/>
                    <a:pt x="45" y="35"/>
                    <a:pt x="46" y="34"/>
                  </a:cubicBezTo>
                  <a:lnTo>
                    <a:pt x="45" y="35"/>
                  </a:lnTo>
                  <a:cubicBezTo>
                    <a:pt x="47" y="33"/>
                    <a:pt x="49" y="32"/>
                    <a:pt x="50" y="32"/>
                  </a:cubicBezTo>
                  <a:cubicBezTo>
                    <a:pt x="51" y="31"/>
                    <a:pt x="53" y="30"/>
                    <a:pt x="54" y="29"/>
                  </a:cubicBezTo>
                  <a:cubicBezTo>
                    <a:pt x="60" y="26"/>
                    <a:pt x="64" y="23"/>
                    <a:pt x="69" y="20"/>
                  </a:cubicBezTo>
                  <a:cubicBezTo>
                    <a:pt x="69" y="20"/>
                    <a:pt x="69" y="21"/>
                    <a:pt x="68" y="21"/>
                  </a:cubicBezTo>
                  <a:cubicBezTo>
                    <a:pt x="76" y="16"/>
                    <a:pt x="83" y="12"/>
                    <a:pt x="91" y="8"/>
                  </a:cubicBezTo>
                  <a:cubicBezTo>
                    <a:pt x="98" y="4"/>
                    <a:pt x="106" y="1"/>
                    <a:pt x="114" y="0"/>
                  </a:cubicBezTo>
                  <a:cubicBezTo>
                    <a:pt x="118" y="0"/>
                    <a:pt x="122" y="0"/>
                    <a:pt x="125" y="3"/>
                  </a:cubicBezTo>
                  <a:cubicBezTo>
                    <a:pt x="127" y="4"/>
                    <a:pt x="128" y="7"/>
                    <a:pt x="130" y="9"/>
                  </a:cubicBezTo>
                  <a:cubicBezTo>
                    <a:pt x="131" y="14"/>
                    <a:pt x="128" y="19"/>
                    <a:pt x="124" y="21"/>
                  </a:cubicBezTo>
                  <a:cubicBezTo>
                    <a:pt x="120" y="22"/>
                    <a:pt x="117" y="21"/>
                    <a:pt x="114" y="19"/>
                  </a:cubicBezTo>
                  <a:cubicBezTo>
                    <a:pt x="112" y="19"/>
                    <a:pt x="110" y="20"/>
                    <a:pt x="109" y="21"/>
                  </a:cubicBezTo>
                  <a:cubicBezTo>
                    <a:pt x="107" y="21"/>
                    <a:pt x="105" y="22"/>
                    <a:pt x="103" y="22"/>
                  </a:cubicBezTo>
                  <a:cubicBezTo>
                    <a:pt x="96" y="25"/>
                    <a:pt x="90" y="29"/>
                    <a:pt x="83" y="33"/>
                  </a:cubicBezTo>
                  <a:cubicBezTo>
                    <a:pt x="76" y="36"/>
                    <a:pt x="70" y="40"/>
                    <a:pt x="64" y="43"/>
                  </a:cubicBezTo>
                  <a:cubicBezTo>
                    <a:pt x="60" y="46"/>
                    <a:pt x="56" y="48"/>
                    <a:pt x="52" y="51"/>
                  </a:cubicBezTo>
                  <a:cubicBezTo>
                    <a:pt x="40" y="58"/>
                    <a:pt x="27" y="66"/>
                    <a:pt x="15" y="75"/>
                  </a:cubicBezTo>
                  <a:cubicBezTo>
                    <a:pt x="14" y="76"/>
                    <a:pt x="12" y="77"/>
                    <a:pt x="11" y="77"/>
                  </a:cubicBezTo>
                  <a:cubicBezTo>
                    <a:pt x="8" y="77"/>
                    <a:pt x="4" y="75"/>
                    <a:pt x="2" y="7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" name="Google Shape;3646;p42"/>
            <p:cNvSpPr/>
            <p:nvPr/>
          </p:nvSpPr>
          <p:spPr>
            <a:xfrm>
              <a:off x="4565520" y="4536000"/>
              <a:ext cx="30240" cy="29160"/>
            </a:xfrm>
            <a:custGeom>
              <a:avLst/>
              <a:gdLst/>
              <a:ahLst/>
              <a:cxnLst/>
              <a:rect l="l" t="t" r="r" b="b"/>
              <a:pathLst>
                <a:path w="84" h="81" extrusionOk="0">
                  <a:moveTo>
                    <a:pt x="23" y="78"/>
                  </a:moveTo>
                  <a:cubicBezTo>
                    <a:pt x="18" y="77"/>
                    <a:pt x="13" y="73"/>
                    <a:pt x="10" y="68"/>
                  </a:cubicBezTo>
                  <a:cubicBezTo>
                    <a:pt x="7" y="64"/>
                    <a:pt x="7" y="57"/>
                    <a:pt x="9" y="52"/>
                  </a:cubicBezTo>
                  <a:cubicBezTo>
                    <a:pt x="10" y="45"/>
                    <a:pt x="14" y="39"/>
                    <a:pt x="18" y="33"/>
                  </a:cubicBezTo>
                  <a:cubicBezTo>
                    <a:pt x="19" y="32"/>
                    <a:pt x="19" y="31"/>
                    <a:pt x="20" y="30"/>
                  </a:cubicBezTo>
                  <a:cubicBezTo>
                    <a:pt x="17" y="31"/>
                    <a:pt x="14" y="30"/>
                    <a:pt x="12" y="29"/>
                  </a:cubicBezTo>
                  <a:cubicBezTo>
                    <a:pt x="12" y="28"/>
                    <a:pt x="10" y="28"/>
                    <a:pt x="9" y="27"/>
                  </a:cubicBezTo>
                  <a:cubicBezTo>
                    <a:pt x="9" y="26"/>
                    <a:pt x="8" y="26"/>
                    <a:pt x="7" y="26"/>
                  </a:cubicBezTo>
                  <a:cubicBezTo>
                    <a:pt x="5" y="24"/>
                    <a:pt x="3" y="22"/>
                    <a:pt x="2" y="19"/>
                  </a:cubicBezTo>
                  <a:cubicBezTo>
                    <a:pt x="0" y="12"/>
                    <a:pt x="7" y="7"/>
                    <a:pt x="12" y="4"/>
                  </a:cubicBezTo>
                  <a:cubicBezTo>
                    <a:pt x="14" y="3"/>
                    <a:pt x="17" y="1"/>
                    <a:pt x="21" y="1"/>
                  </a:cubicBezTo>
                  <a:cubicBezTo>
                    <a:pt x="24" y="0"/>
                    <a:pt x="27" y="0"/>
                    <a:pt x="30" y="0"/>
                  </a:cubicBezTo>
                  <a:cubicBezTo>
                    <a:pt x="37" y="1"/>
                    <a:pt x="42" y="5"/>
                    <a:pt x="43" y="12"/>
                  </a:cubicBezTo>
                  <a:cubicBezTo>
                    <a:pt x="45" y="19"/>
                    <a:pt x="42" y="27"/>
                    <a:pt x="38" y="33"/>
                  </a:cubicBezTo>
                  <a:cubicBezTo>
                    <a:pt x="35" y="40"/>
                    <a:pt x="32" y="46"/>
                    <a:pt x="28" y="52"/>
                  </a:cubicBezTo>
                  <a:cubicBezTo>
                    <a:pt x="28" y="53"/>
                    <a:pt x="27" y="54"/>
                    <a:pt x="27" y="56"/>
                  </a:cubicBezTo>
                  <a:lnTo>
                    <a:pt x="27" y="57"/>
                  </a:lnTo>
                  <a:cubicBezTo>
                    <a:pt x="26" y="57"/>
                    <a:pt x="26" y="57"/>
                    <a:pt x="26" y="58"/>
                  </a:cubicBezTo>
                  <a:lnTo>
                    <a:pt x="27" y="59"/>
                  </a:lnTo>
                  <a:lnTo>
                    <a:pt x="27" y="60"/>
                  </a:lnTo>
                  <a:lnTo>
                    <a:pt x="28" y="60"/>
                  </a:lnTo>
                  <a:cubicBezTo>
                    <a:pt x="27" y="60"/>
                    <a:pt x="27" y="60"/>
                    <a:pt x="27" y="60"/>
                  </a:cubicBezTo>
                  <a:lnTo>
                    <a:pt x="28" y="60"/>
                  </a:lnTo>
                  <a:cubicBezTo>
                    <a:pt x="28" y="60"/>
                    <a:pt x="29" y="61"/>
                    <a:pt x="30" y="61"/>
                  </a:cubicBezTo>
                  <a:cubicBezTo>
                    <a:pt x="30" y="61"/>
                    <a:pt x="29" y="61"/>
                    <a:pt x="29" y="60"/>
                  </a:cubicBezTo>
                  <a:cubicBezTo>
                    <a:pt x="30" y="61"/>
                    <a:pt x="31" y="61"/>
                    <a:pt x="32" y="61"/>
                  </a:cubicBezTo>
                  <a:cubicBezTo>
                    <a:pt x="33" y="61"/>
                    <a:pt x="35" y="62"/>
                    <a:pt x="36" y="62"/>
                  </a:cubicBezTo>
                  <a:cubicBezTo>
                    <a:pt x="41" y="63"/>
                    <a:pt x="46" y="63"/>
                    <a:pt x="51" y="63"/>
                  </a:cubicBezTo>
                  <a:lnTo>
                    <a:pt x="52" y="63"/>
                  </a:lnTo>
                  <a:cubicBezTo>
                    <a:pt x="59" y="62"/>
                    <a:pt x="66" y="61"/>
                    <a:pt x="73" y="61"/>
                  </a:cubicBezTo>
                  <a:cubicBezTo>
                    <a:pt x="78" y="60"/>
                    <a:pt x="82" y="64"/>
                    <a:pt x="83" y="69"/>
                  </a:cubicBezTo>
                  <a:cubicBezTo>
                    <a:pt x="83" y="74"/>
                    <a:pt x="79" y="78"/>
                    <a:pt x="74" y="78"/>
                  </a:cubicBezTo>
                  <a:cubicBezTo>
                    <a:pt x="68" y="79"/>
                    <a:pt x="62" y="79"/>
                    <a:pt x="56" y="80"/>
                  </a:cubicBezTo>
                  <a:cubicBezTo>
                    <a:pt x="51" y="80"/>
                    <a:pt x="47" y="80"/>
                    <a:pt x="43" y="80"/>
                  </a:cubicBezTo>
                  <a:cubicBezTo>
                    <a:pt x="36" y="80"/>
                    <a:pt x="30" y="80"/>
                    <a:pt x="23" y="7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" name="Google Shape;3647;p42"/>
            <p:cNvSpPr/>
            <p:nvPr/>
          </p:nvSpPr>
          <p:spPr>
            <a:xfrm>
              <a:off x="3860280" y="4816440"/>
              <a:ext cx="7920" cy="51480"/>
            </a:xfrm>
            <a:custGeom>
              <a:avLst/>
              <a:gdLst/>
              <a:ahLst/>
              <a:cxnLst/>
              <a:rect l="l" t="t" r="r" b="b"/>
              <a:pathLst>
                <a:path w="22" h="143" extrusionOk="0">
                  <a:moveTo>
                    <a:pt x="9" y="142"/>
                  </a:moveTo>
                  <a:cubicBezTo>
                    <a:pt x="4" y="140"/>
                    <a:pt x="1" y="135"/>
                    <a:pt x="2" y="130"/>
                  </a:cubicBezTo>
                  <a:cubicBezTo>
                    <a:pt x="2" y="120"/>
                    <a:pt x="2" y="111"/>
                    <a:pt x="1" y="102"/>
                  </a:cubicBezTo>
                  <a:cubicBezTo>
                    <a:pt x="0" y="92"/>
                    <a:pt x="0" y="82"/>
                    <a:pt x="0" y="72"/>
                  </a:cubicBezTo>
                  <a:cubicBezTo>
                    <a:pt x="0" y="62"/>
                    <a:pt x="1" y="51"/>
                    <a:pt x="1" y="41"/>
                  </a:cubicBezTo>
                  <a:cubicBezTo>
                    <a:pt x="2" y="30"/>
                    <a:pt x="2" y="19"/>
                    <a:pt x="3" y="9"/>
                  </a:cubicBezTo>
                  <a:cubicBezTo>
                    <a:pt x="3" y="4"/>
                    <a:pt x="7" y="0"/>
                    <a:pt x="12" y="0"/>
                  </a:cubicBezTo>
                  <a:cubicBezTo>
                    <a:pt x="17" y="1"/>
                    <a:pt x="21" y="5"/>
                    <a:pt x="20" y="10"/>
                  </a:cubicBezTo>
                  <a:cubicBezTo>
                    <a:pt x="20" y="23"/>
                    <a:pt x="18" y="37"/>
                    <a:pt x="18" y="51"/>
                  </a:cubicBezTo>
                  <a:cubicBezTo>
                    <a:pt x="18" y="65"/>
                    <a:pt x="18" y="78"/>
                    <a:pt x="18" y="92"/>
                  </a:cubicBezTo>
                  <a:cubicBezTo>
                    <a:pt x="19" y="100"/>
                    <a:pt x="20" y="108"/>
                    <a:pt x="20" y="117"/>
                  </a:cubicBezTo>
                  <a:cubicBezTo>
                    <a:pt x="20" y="121"/>
                    <a:pt x="21" y="125"/>
                    <a:pt x="21" y="130"/>
                  </a:cubicBezTo>
                  <a:cubicBezTo>
                    <a:pt x="21" y="133"/>
                    <a:pt x="21" y="137"/>
                    <a:pt x="18" y="139"/>
                  </a:cubicBezTo>
                  <a:cubicBezTo>
                    <a:pt x="16" y="141"/>
                    <a:pt x="14" y="142"/>
                    <a:pt x="11" y="142"/>
                  </a:cubicBezTo>
                  <a:cubicBezTo>
                    <a:pt x="11" y="142"/>
                    <a:pt x="10" y="142"/>
                    <a:pt x="9" y="14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" name="Google Shape;3648;p42"/>
            <p:cNvSpPr/>
            <p:nvPr/>
          </p:nvSpPr>
          <p:spPr>
            <a:xfrm>
              <a:off x="3861360" y="4733280"/>
              <a:ext cx="9000" cy="60480"/>
            </a:xfrm>
            <a:custGeom>
              <a:avLst/>
              <a:gdLst/>
              <a:ahLst/>
              <a:cxnLst/>
              <a:rect l="l" t="t" r="r" b="b"/>
              <a:pathLst>
                <a:path w="25" h="168" extrusionOk="0">
                  <a:moveTo>
                    <a:pt x="4" y="161"/>
                  </a:moveTo>
                  <a:cubicBezTo>
                    <a:pt x="3" y="158"/>
                    <a:pt x="3" y="156"/>
                    <a:pt x="3" y="153"/>
                  </a:cubicBezTo>
                  <a:cubicBezTo>
                    <a:pt x="3" y="150"/>
                    <a:pt x="3" y="146"/>
                    <a:pt x="2" y="143"/>
                  </a:cubicBezTo>
                  <a:cubicBezTo>
                    <a:pt x="2" y="135"/>
                    <a:pt x="2" y="128"/>
                    <a:pt x="1" y="120"/>
                  </a:cubicBezTo>
                  <a:lnTo>
                    <a:pt x="1" y="121"/>
                  </a:lnTo>
                  <a:cubicBezTo>
                    <a:pt x="1" y="120"/>
                    <a:pt x="1" y="119"/>
                    <a:pt x="1" y="119"/>
                  </a:cubicBezTo>
                  <a:cubicBezTo>
                    <a:pt x="1" y="115"/>
                    <a:pt x="1" y="112"/>
                    <a:pt x="1" y="109"/>
                  </a:cubicBezTo>
                  <a:cubicBezTo>
                    <a:pt x="1" y="108"/>
                    <a:pt x="1" y="106"/>
                    <a:pt x="1" y="105"/>
                  </a:cubicBezTo>
                  <a:lnTo>
                    <a:pt x="1" y="104"/>
                  </a:lnTo>
                  <a:cubicBezTo>
                    <a:pt x="0" y="88"/>
                    <a:pt x="0" y="73"/>
                    <a:pt x="1" y="58"/>
                  </a:cubicBezTo>
                  <a:cubicBezTo>
                    <a:pt x="1" y="41"/>
                    <a:pt x="0" y="24"/>
                    <a:pt x="0" y="8"/>
                  </a:cubicBezTo>
                  <a:cubicBezTo>
                    <a:pt x="0" y="3"/>
                    <a:pt x="4" y="0"/>
                    <a:pt x="9" y="0"/>
                  </a:cubicBezTo>
                  <a:cubicBezTo>
                    <a:pt x="14" y="0"/>
                    <a:pt x="17" y="4"/>
                    <a:pt x="17" y="9"/>
                  </a:cubicBezTo>
                  <a:cubicBezTo>
                    <a:pt x="17" y="23"/>
                    <a:pt x="18" y="37"/>
                    <a:pt x="18" y="51"/>
                  </a:cubicBezTo>
                  <a:cubicBezTo>
                    <a:pt x="18" y="62"/>
                    <a:pt x="18" y="74"/>
                    <a:pt x="18" y="86"/>
                  </a:cubicBezTo>
                  <a:lnTo>
                    <a:pt x="18" y="87"/>
                  </a:lnTo>
                  <a:lnTo>
                    <a:pt x="18" y="88"/>
                  </a:lnTo>
                  <a:lnTo>
                    <a:pt x="18" y="89"/>
                  </a:lnTo>
                  <a:cubicBezTo>
                    <a:pt x="18" y="90"/>
                    <a:pt x="18" y="91"/>
                    <a:pt x="18" y="92"/>
                  </a:cubicBezTo>
                  <a:cubicBezTo>
                    <a:pt x="18" y="93"/>
                    <a:pt x="18" y="93"/>
                    <a:pt x="18" y="94"/>
                  </a:cubicBezTo>
                  <a:lnTo>
                    <a:pt x="18" y="93"/>
                  </a:lnTo>
                  <a:cubicBezTo>
                    <a:pt x="18" y="94"/>
                    <a:pt x="18" y="94"/>
                    <a:pt x="18" y="94"/>
                  </a:cubicBezTo>
                  <a:cubicBezTo>
                    <a:pt x="18" y="95"/>
                    <a:pt x="18" y="95"/>
                    <a:pt x="18" y="96"/>
                  </a:cubicBezTo>
                  <a:lnTo>
                    <a:pt x="18" y="95"/>
                  </a:lnTo>
                  <a:cubicBezTo>
                    <a:pt x="18" y="96"/>
                    <a:pt x="18" y="97"/>
                    <a:pt x="18" y="97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99"/>
                    <a:pt x="18" y="100"/>
                    <a:pt x="18" y="101"/>
                  </a:cubicBezTo>
                  <a:lnTo>
                    <a:pt x="18" y="102"/>
                  </a:lnTo>
                  <a:lnTo>
                    <a:pt x="18" y="101"/>
                  </a:lnTo>
                  <a:cubicBezTo>
                    <a:pt x="18" y="102"/>
                    <a:pt x="18" y="102"/>
                    <a:pt x="18" y="102"/>
                  </a:cubicBezTo>
                  <a:cubicBezTo>
                    <a:pt x="18" y="103"/>
                    <a:pt x="18" y="103"/>
                    <a:pt x="18" y="103"/>
                  </a:cubicBezTo>
                  <a:lnTo>
                    <a:pt x="18" y="104"/>
                  </a:lnTo>
                  <a:lnTo>
                    <a:pt x="18" y="105"/>
                  </a:lnTo>
                  <a:cubicBezTo>
                    <a:pt x="18" y="104"/>
                    <a:pt x="18" y="104"/>
                    <a:pt x="18" y="104"/>
                  </a:cubicBezTo>
                  <a:cubicBezTo>
                    <a:pt x="20" y="120"/>
                    <a:pt x="20" y="136"/>
                    <a:pt x="22" y="152"/>
                  </a:cubicBezTo>
                  <a:cubicBezTo>
                    <a:pt x="22" y="153"/>
                    <a:pt x="22" y="154"/>
                    <a:pt x="22" y="154"/>
                  </a:cubicBezTo>
                  <a:cubicBezTo>
                    <a:pt x="24" y="160"/>
                    <a:pt x="20" y="165"/>
                    <a:pt x="15" y="167"/>
                  </a:cubicBezTo>
                  <a:cubicBezTo>
                    <a:pt x="15" y="167"/>
                    <a:pt x="14" y="167"/>
                    <a:pt x="13" y="167"/>
                  </a:cubicBezTo>
                  <a:cubicBezTo>
                    <a:pt x="10" y="167"/>
                    <a:pt x="6" y="164"/>
                    <a:pt x="4" y="16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" name="Google Shape;3649;p42"/>
            <p:cNvSpPr/>
            <p:nvPr/>
          </p:nvSpPr>
          <p:spPr>
            <a:xfrm>
              <a:off x="3859560" y="4652280"/>
              <a:ext cx="11520" cy="48240"/>
            </a:xfrm>
            <a:custGeom>
              <a:avLst/>
              <a:gdLst/>
              <a:ahLst/>
              <a:cxnLst/>
              <a:rect l="l" t="t" r="r" b="b"/>
              <a:pathLst>
                <a:path w="32" h="134" extrusionOk="0">
                  <a:moveTo>
                    <a:pt x="7" y="133"/>
                  </a:moveTo>
                  <a:cubicBezTo>
                    <a:pt x="3" y="132"/>
                    <a:pt x="0" y="126"/>
                    <a:pt x="1" y="122"/>
                  </a:cubicBezTo>
                  <a:cubicBezTo>
                    <a:pt x="1" y="118"/>
                    <a:pt x="2" y="114"/>
                    <a:pt x="2" y="109"/>
                  </a:cubicBezTo>
                  <a:cubicBezTo>
                    <a:pt x="2" y="110"/>
                    <a:pt x="2" y="110"/>
                    <a:pt x="2" y="110"/>
                  </a:cubicBezTo>
                  <a:cubicBezTo>
                    <a:pt x="3" y="107"/>
                    <a:pt x="3" y="104"/>
                    <a:pt x="3" y="101"/>
                  </a:cubicBezTo>
                  <a:lnTo>
                    <a:pt x="3" y="102"/>
                  </a:lnTo>
                  <a:cubicBezTo>
                    <a:pt x="3" y="98"/>
                    <a:pt x="4" y="95"/>
                    <a:pt x="4" y="91"/>
                  </a:cubicBezTo>
                  <a:cubicBezTo>
                    <a:pt x="4" y="92"/>
                    <a:pt x="4" y="92"/>
                    <a:pt x="4" y="92"/>
                  </a:cubicBezTo>
                  <a:cubicBezTo>
                    <a:pt x="4" y="89"/>
                    <a:pt x="4" y="87"/>
                    <a:pt x="5" y="84"/>
                  </a:cubicBezTo>
                  <a:lnTo>
                    <a:pt x="5" y="85"/>
                  </a:lnTo>
                  <a:cubicBezTo>
                    <a:pt x="6" y="75"/>
                    <a:pt x="7" y="64"/>
                    <a:pt x="8" y="54"/>
                  </a:cubicBezTo>
                  <a:lnTo>
                    <a:pt x="8" y="55"/>
                  </a:lnTo>
                  <a:cubicBezTo>
                    <a:pt x="8" y="54"/>
                    <a:pt x="8" y="53"/>
                    <a:pt x="8" y="52"/>
                  </a:cubicBezTo>
                  <a:lnTo>
                    <a:pt x="8" y="53"/>
                  </a:lnTo>
                  <a:cubicBezTo>
                    <a:pt x="8" y="52"/>
                    <a:pt x="8" y="52"/>
                    <a:pt x="8" y="52"/>
                  </a:cubicBezTo>
                  <a:cubicBezTo>
                    <a:pt x="8" y="51"/>
                    <a:pt x="8" y="50"/>
                    <a:pt x="8" y="49"/>
                  </a:cubicBezTo>
                  <a:lnTo>
                    <a:pt x="8" y="50"/>
                  </a:lnTo>
                  <a:cubicBezTo>
                    <a:pt x="8" y="48"/>
                    <a:pt x="9" y="47"/>
                    <a:pt x="9" y="45"/>
                  </a:cubicBezTo>
                  <a:lnTo>
                    <a:pt x="9" y="46"/>
                  </a:lnTo>
                  <a:cubicBezTo>
                    <a:pt x="9" y="45"/>
                    <a:pt x="9" y="45"/>
                    <a:pt x="9" y="45"/>
                  </a:cubicBezTo>
                  <a:lnTo>
                    <a:pt x="9" y="44"/>
                  </a:lnTo>
                  <a:lnTo>
                    <a:pt x="9" y="43"/>
                  </a:lnTo>
                  <a:lnTo>
                    <a:pt x="9" y="42"/>
                  </a:lnTo>
                  <a:cubicBezTo>
                    <a:pt x="10" y="31"/>
                    <a:pt x="11" y="20"/>
                    <a:pt x="12" y="8"/>
                  </a:cubicBezTo>
                  <a:cubicBezTo>
                    <a:pt x="13" y="3"/>
                    <a:pt x="17" y="0"/>
                    <a:pt x="22" y="0"/>
                  </a:cubicBezTo>
                  <a:cubicBezTo>
                    <a:pt x="26" y="0"/>
                    <a:pt x="31" y="5"/>
                    <a:pt x="30" y="9"/>
                  </a:cubicBezTo>
                  <a:cubicBezTo>
                    <a:pt x="29" y="24"/>
                    <a:pt x="27" y="38"/>
                    <a:pt x="26" y="52"/>
                  </a:cubicBezTo>
                  <a:cubicBezTo>
                    <a:pt x="26" y="53"/>
                    <a:pt x="26" y="54"/>
                    <a:pt x="26" y="54"/>
                  </a:cubicBezTo>
                  <a:lnTo>
                    <a:pt x="26" y="55"/>
                  </a:lnTo>
                  <a:cubicBezTo>
                    <a:pt x="25" y="59"/>
                    <a:pt x="25" y="65"/>
                    <a:pt x="24" y="69"/>
                  </a:cubicBezTo>
                  <a:cubicBezTo>
                    <a:pt x="23" y="79"/>
                    <a:pt x="22" y="90"/>
                    <a:pt x="22" y="100"/>
                  </a:cubicBezTo>
                  <a:cubicBezTo>
                    <a:pt x="21" y="104"/>
                    <a:pt x="21" y="108"/>
                    <a:pt x="21" y="113"/>
                  </a:cubicBezTo>
                  <a:cubicBezTo>
                    <a:pt x="20" y="117"/>
                    <a:pt x="20" y="121"/>
                    <a:pt x="19" y="125"/>
                  </a:cubicBezTo>
                  <a:cubicBezTo>
                    <a:pt x="19" y="130"/>
                    <a:pt x="14" y="133"/>
                    <a:pt x="10" y="133"/>
                  </a:cubicBezTo>
                  <a:cubicBezTo>
                    <a:pt x="9" y="133"/>
                    <a:pt x="8" y="133"/>
                    <a:pt x="7" y="13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" name="Google Shape;3650;p42"/>
            <p:cNvSpPr/>
            <p:nvPr/>
          </p:nvSpPr>
          <p:spPr>
            <a:xfrm>
              <a:off x="3859200" y="4560480"/>
              <a:ext cx="9360" cy="56160"/>
            </a:xfrm>
            <a:custGeom>
              <a:avLst/>
              <a:gdLst/>
              <a:ahLst/>
              <a:cxnLst/>
              <a:rect l="l" t="t" r="r" b="b"/>
              <a:pathLst>
                <a:path w="26" h="156" extrusionOk="0">
                  <a:moveTo>
                    <a:pt x="2" y="147"/>
                  </a:moveTo>
                  <a:cubicBezTo>
                    <a:pt x="2" y="145"/>
                    <a:pt x="1" y="142"/>
                    <a:pt x="1" y="140"/>
                  </a:cubicBezTo>
                  <a:cubicBezTo>
                    <a:pt x="1" y="137"/>
                    <a:pt x="1" y="134"/>
                    <a:pt x="1" y="131"/>
                  </a:cubicBezTo>
                  <a:cubicBezTo>
                    <a:pt x="1" y="128"/>
                    <a:pt x="1" y="125"/>
                    <a:pt x="1" y="122"/>
                  </a:cubicBezTo>
                  <a:cubicBezTo>
                    <a:pt x="0" y="113"/>
                    <a:pt x="1" y="104"/>
                    <a:pt x="1" y="94"/>
                  </a:cubicBezTo>
                  <a:cubicBezTo>
                    <a:pt x="2" y="74"/>
                    <a:pt x="4" y="54"/>
                    <a:pt x="6" y="34"/>
                  </a:cubicBezTo>
                  <a:cubicBezTo>
                    <a:pt x="7" y="26"/>
                    <a:pt x="7" y="17"/>
                    <a:pt x="8" y="9"/>
                  </a:cubicBezTo>
                  <a:cubicBezTo>
                    <a:pt x="8" y="4"/>
                    <a:pt x="12" y="0"/>
                    <a:pt x="16" y="0"/>
                  </a:cubicBezTo>
                  <a:cubicBezTo>
                    <a:pt x="21" y="0"/>
                    <a:pt x="25" y="5"/>
                    <a:pt x="25" y="10"/>
                  </a:cubicBezTo>
                  <a:cubicBezTo>
                    <a:pt x="23" y="29"/>
                    <a:pt x="22" y="48"/>
                    <a:pt x="20" y="67"/>
                  </a:cubicBezTo>
                  <a:cubicBezTo>
                    <a:pt x="20" y="76"/>
                    <a:pt x="19" y="85"/>
                    <a:pt x="19" y="94"/>
                  </a:cubicBezTo>
                  <a:cubicBezTo>
                    <a:pt x="19" y="103"/>
                    <a:pt x="19" y="112"/>
                    <a:pt x="19" y="120"/>
                  </a:cubicBezTo>
                  <a:cubicBezTo>
                    <a:pt x="19" y="126"/>
                    <a:pt x="19" y="131"/>
                    <a:pt x="19" y="137"/>
                  </a:cubicBezTo>
                  <a:cubicBezTo>
                    <a:pt x="23" y="140"/>
                    <a:pt x="24" y="146"/>
                    <a:pt x="20" y="150"/>
                  </a:cubicBezTo>
                  <a:lnTo>
                    <a:pt x="21" y="150"/>
                  </a:lnTo>
                  <a:cubicBezTo>
                    <a:pt x="19" y="152"/>
                    <a:pt x="17" y="154"/>
                    <a:pt x="13" y="155"/>
                  </a:cubicBezTo>
                  <a:lnTo>
                    <a:pt x="12" y="155"/>
                  </a:lnTo>
                  <a:cubicBezTo>
                    <a:pt x="8" y="155"/>
                    <a:pt x="4" y="151"/>
                    <a:pt x="2" y="14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" name="Google Shape;3651;p42"/>
            <p:cNvSpPr/>
            <p:nvPr/>
          </p:nvSpPr>
          <p:spPr>
            <a:xfrm>
              <a:off x="3858120" y="4470480"/>
              <a:ext cx="9720" cy="63360"/>
            </a:xfrm>
            <a:custGeom>
              <a:avLst/>
              <a:gdLst/>
              <a:ahLst/>
              <a:cxnLst/>
              <a:rect l="l" t="t" r="r" b="b"/>
              <a:pathLst>
                <a:path w="27" h="176" extrusionOk="0">
                  <a:moveTo>
                    <a:pt x="10" y="173"/>
                  </a:moveTo>
                  <a:cubicBezTo>
                    <a:pt x="6" y="170"/>
                    <a:pt x="5" y="165"/>
                    <a:pt x="5" y="161"/>
                  </a:cubicBezTo>
                  <a:cubicBezTo>
                    <a:pt x="4" y="154"/>
                    <a:pt x="4" y="147"/>
                    <a:pt x="3" y="140"/>
                  </a:cubicBezTo>
                  <a:cubicBezTo>
                    <a:pt x="3" y="126"/>
                    <a:pt x="2" y="111"/>
                    <a:pt x="1" y="97"/>
                  </a:cubicBezTo>
                  <a:cubicBezTo>
                    <a:pt x="1" y="87"/>
                    <a:pt x="1" y="79"/>
                    <a:pt x="1" y="69"/>
                  </a:cubicBezTo>
                  <a:cubicBezTo>
                    <a:pt x="0" y="49"/>
                    <a:pt x="1" y="28"/>
                    <a:pt x="1" y="8"/>
                  </a:cubicBezTo>
                  <a:cubicBezTo>
                    <a:pt x="1" y="3"/>
                    <a:pt x="5" y="0"/>
                    <a:pt x="10" y="0"/>
                  </a:cubicBezTo>
                  <a:cubicBezTo>
                    <a:pt x="14" y="0"/>
                    <a:pt x="18" y="5"/>
                    <a:pt x="18" y="9"/>
                  </a:cubicBezTo>
                  <a:cubicBezTo>
                    <a:pt x="18" y="29"/>
                    <a:pt x="18" y="49"/>
                    <a:pt x="18" y="69"/>
                  </a:cubicBezTo>
                  <a:cubicBezTo>
                    <a:pt x="18" y="84"/>
                    <a:pt x="19" y="98"/>
                    <a:pt x="20" y="113"/>
                  </a:cubicBezTo>
                  <a:cubicBezTo>
                    <a:pt x="20" y="122"/>
                    <a:pt x="21" y="130"/>
                    <a:pt x="21" y="139"/>
                  </a:cubicBezTo>
                  <a:cubicBezTo>
                    <a:pt x="22" y="146"/>
                    <a:pt x="22" y="153"/>
                    <a:pt x="23" y="160"/>
                  </a:cubicBezTo>
                  <a:cubicBezTo>
                    <a:pt x="26" y="163"/>
                    <a:pt x="26" y="167"/>
                    <a:pt x="24" y="171"/>
                  </a:cubicBezTo>
                  <a:cubicBezTo>
                    <a:pt x="22" y="174"/>
                    <a:pt x="19" y="175"/>
                    <a:pt x="16" y="175"/>
                  </a:cubicBezTo>
                  <a:cubicBezTo>
                    <a:pt x="14" y="175"/>
                    <a:pt x="11" y="175"/>
                    <a:pt x="10" y="17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" name="Google Shape;3652;p42"/>
            <p:cNvSpPr/>
            <p:nvPr/>
          </p:nvSpPr>
          <p:spPr>
            <a:xfrm>
              <a:off x="3858120" y="4362840"/>
              <a:ext cx="10080" cy="64800"/>
            </a:xfrm>
            <a:custGeom>
              <a:avLst/>
              <a:gdLst/>
              <a:ahLst/>
              <a:cxnLst/>
              <a:rect l="l" t="t" r="r" b="b"/>
              <a:pathLst>
                <a:path w="28" h="180" extrusionOk="0">
                  <a:moveTo>
                    <a:pt x="11" y="176"/>
                  </a:moveTo>
                  <a:cubicBezTo>
                    <a:pt x="7" y="173"/>
                    <a:pt x="6" y="167"/>
                    <a:pt x="5" y="162"/>
                  </a:cubicBezTo>
                  <a:cubicBezTo>
                    <a:pt x="5" y="157"/>
                    <a:pt x="4" y="153"/>
                    <a:pt x="4" y="149"/>
                  </a:cubicBezTo>
                  <a:cubicBezTo>
                    <a:pt x="2" y="139"/>
                    <a:pt x="2" y="129"/>
                    <a:pt x="1" y="119"/>
                  </a:cubicBezTo>
                  <a:cubicBezTo>
                    <a:pt x="0" y="100"/>
                    <a:pt x="0" y="81"/>
                    <a:pt x="1" y="62"/>
                  </a:cubicBezTo>
                  <a:cubicBezTo>
                    <a:pt x="1" y="44"/>
                    <a:pt x="2" y="26"/>
                    <a:pt x="3" y="8"/>
                  </a:cubicBezTo>
                  <a:cubicBezTo>
                    <a:pt x="3" y="3"/>
                    <a:pt x="7" y="0"/>
                    <a:pt x="12" y="0"/>
                  </a:cubicBezTo>
                  <a:cubicBezTo>
                    <a:pt x="16" y="1"/>
                    <a:pt x="19" y="4"/>
                    <a:pt x="19" y="9"/>
                  </a:cubicBezTo>
                  <a:cubicBezTo>
                    <a:pt x="19" y="23"/>
                    <a:pt x="19" y="38"/>
                    <a:pt x="18" y="52"/>
                  </a:cubicBezTo>
                  <a:cubicBezTo>
                    <a:pt x="17" y="65"/>
                    <a:pt x="17" y="78"/>
                    <a:pt x="18" y="90"/>
                  </a:cubicBezTo>
                  <a:cubicBezTo>
                    <a:pt x="19" y="112"/>
                    <a:pt x="20" y="133"/>
                    <a:pt x="23" y="154"/>
                  </a:cubicBezTo>
                  <a:lnTo>
                    <a:pt x="23" y="153"/>
                  </a:lnTo>
                  <a:cubicBezTo>
                    <a:pt x="23" y="157"/>
                    <a:pt x="24" y="160"/>
                    <a:pt x="25" y="164"/>
                  </a:cubicBezTo>
                  <a:cubicBezTo>
                    <a:pt x="27" y="167"/>
                    <a:pt x="27" y="171"/>
                    <a:pt x="25" y="174"/>
                  </a:cubicBezTo>
                  <a:cubicBezTo>
                    <a:pt x="23" y="177"/>
                    <a:pt x="20" y="179"/>
                    <a:pt x="17" y="179"/>
                  </a:cubicBezTo>
                  <a:cubicBezTo>
                    <a:pt x="15" y="179"/>
                    <a:pt x="13" y="178"/>
                    <a:pt x="11" y="17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" name="Google Shape;3653;p42"/>
            <p:cNvSpPr/>
            <p:nvPr/>
          </p:nvSpPr>
          <p:spPr>
            <a:xfrm>
              <a:off x="3856320" y="4259520"/>
              <a:ext cx="7920" cy="62280"/>
            </a:xfrm>
            <a:custGeom>
              <a:avLst/>
              <a:gdLst/>
              <a:ahLst/>
              <a:cxnLst/>
              <a:rect l="l" t="t" r="r" b="b"/>
              <a:pathLst>
                <a:path w="22" h="173" extrusionOk="0">
                  <a:moveTo>
                    <a:pt x="4" y="169"/>
                  </a:moveTo>
                  <a:cubicBezTo>
                    <a:pt x="4" y="169"/>
                    <a:pt x="4" y="170"/>
                    <a:pt x="5" y="170"/>
                  </a:cubicBezTo>
                  <a:cubicBezTo>
                    <a:pt x="2" y="168"/>
                    <a:pt x="2" y="165"/>
                    <a:pt x="1" y="162"/>
                  </a:cubicBezTo>
                  <a:cubicBezTo>
                    <a:pt x="0" y="159"/>
                    <a:pt x="0" y="156"/>
                    <a:pt x="0" y="154"/>
                  </a:cubicBezTo>
                  <a:cubicBezTo>
                    <a:pt x="0" y="150"/>
                    <a:pt x="0" y="145"/>
                    <a:pt x="0" y="141"/>
                  </a:cubicBezTo>
                  <a:cubicBezTo>
                    <a:pt x="1" y="131"/>
                    <a:pt x="1" y="121"/>
                    <a:pt x="1" y="111"/>
                  </a:cubicBezTo>
                  <a:cubicBezTo>
                    <a:pt x="2" y="92"/>
                    <a:pt x="2" y="74"/>
                    <a:pt x="2" y="55"/>
                  </a:cubicBezTo>
                  <a:cubicBezTo>
                    <a:pt x="1" y="39"/>
                    <a:pt x="1" y="24"/>
                    <a:pt x="0" y="8"/>
                  </a:cubicBezTo>
                  <a:cubicBezTo>
                    <a:pt x="0" y="4"/>
                    <a:pt x="4" y="1"/>
                    <a:pt x="8" y="1"/>
                  </a:cubicBezTo>
                  <a:cubicBezTo>
                    <a:pt x="13" y="0"/>
                    <a:pt x="17" y="4"/>
                    <a:pt x="17" y="8"/>
                  </a:cubicBezTo>
                  <a:cubicBezTo>
                    <a:pt x="18" y="29"/>
                    <a:pt x="18" y="50"/>
                    <a:pt x="19" y="71"/>
                  </a:cubicBezTo>
                  <a:cubicBezTo>
                    <a:pt x="19" y="89"/>
                    <a:pt x="19" y="108"/>
                    <a:pt x="19" y="127"/>
                  </a:cubicBezTo>
                  <a:cubicBezTo>
                    <a:pt x="19" y="134"/>
                    <a:pt x="19" y="142"/>
                    <a:pt x="19" y="149"/>
                  </a:cubicBezTo>
                  <a:lnTo>
                    <a:pt x="19" y="148"/>
                  </a:lnTo>
                  <a:cubicBezTo>
                    <a:pt x="19" y="152"/>
                    <a:pt x="19" y="155"/>
                    <a:pt x="20" y="159"/>
                  </a:cubicBezTo>
                  <a:cubicBezTo>
                    <a:pt x="21" y="162"/>
                    <a:pt x="21" y="165"/>
                    <a:pt x="19" y="168"/>
                  </a:cubicBezTo>
                  <a:cubicBezTo>
                    <a:pt x="17" y="170"/>
                    <a:pt x="14" y="172"/>
                    <a:pt x="11" y="172"/>
                  </a:cubicBezTo>
                  <a:cubicBezTo>
                    <a:pt x="9" y="172"/>
                    <a:pt x="6" y="171"/>
                    <a:pt x="4" y="16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" name="Google Shape;3654;p42"/>
            <p:cNvSpPr/>
            <p:nvPr/>
          </p:nvSpPr>
          <p:spPr>
            <a:xfrm>
              <a:off x="3855960" y="4198320"/>
              <a:ext cx="9720" cy="44640"/>
            </a:xfrm>
            <a:custGeom>
              <a:avLst/>
              <a:gdLst/>
              <a:ahLst/>
              <a:cxnLst/>
              <a:rect l="l" t="t" r="r" b="b"/>
              <a:pathLst>
                <a:path w="27" h="124" extrusionOk="0">
                  <a:moveTo>
                    <a:pt x="4" y="121"/>
                  </a:moveTo>
                  <a:cubicBezTo>
                    <a:pt x="1" y="119"/>
                    <a:pt x="0" y="116"/>
                    <a:pt x="0" y="111"/>
                  </a:cubicBezTo>
                  <a:lnTo>
                    <a:pt x="0" y="112"/>
                  </a:lnTo>
                  <a:cubicBezTo>
                    <a:pt x="0" y="111"/>
                    <a:pt x="0" y="111"/>
                    <a:pt x="0" y="111"/>
                  </a:cubicBezTo>
                  <a:lnTo>
                    <a:pt x="0" y="112"/>
                  </a:lnTo>
                  <a:lnTo>
                    <a:pt x="0" y="113"/>
                  </a:lnTo>
                  <a:cubicBezTo>
                    <a:pt x="0" y="110"/>
                    <a:pt x="0" y="107"/>
                    <a:pt x="0" y="104"/>
                  </a:cubicBezTo>
                  <a:cubicBezTo>
                    <a:pt x="0" y="101"/>
                    <a:pt x="1" y="98"/>
                    <a:pt x="1" y="94"/>
                  </a:cubicBezTo>
                  <a:cubicBezTo>
                    <a:pt x="1" y="88"/>
                    <a:pt x="3" y="81"/>
                    <a:pt x="3" y="75"/>
                  </a:cubicBezTo>
                  <a:cubicBezTo>
                    <a:pt x="3" y="72"/>
                    <a:pt x="4" y="69"/>
                    <a:pt x="4" y="66"/>
                  </a:cubicBezTo>
                  <a:cubicBezTo>
                    <a:pt x="4" y="65"/>
                    <a:pt x="4" y="65"/>
                    <a:pt x="4" y="65"/>
                  </a:cubicBezTo>
                  <a:cubicBezTo>
                    <a:pt x="5" y="57"/>
                    <a:pt x="5" y="49"/>
                    <a:pt x="6" y="40"/>
                  </a:cubicBezTo>
                  <a:cubicBezTo>
                    <a:pt x="7" y="30"/>
                    <a:pt x="8" y="19"/>
                    <a:pt x="8" y="9"/>
                  </a:cubicBezTo>
                  <a:cubicBezTo>
                    <a:pt x="9" y="4"/>
                    <a:pt x="12" y="0"/>
                    <a:pt x="18" y="1"/>
                  </a:cubicBezTo>
                  <a:cubicBezTo>
                    <a:pt x="22" y="1"/>
                    <a:pt x="26" y="5"/>
                    <a:pt x="26" y="10"/>
                  </a:cubicBezTo>
                  <a:cubicBezTo>
                    <a:pt x="24" y="35"/>
                    <a:pt x="22" y="61"/>
                    <a:pt x="20" y="87"/>
                  </a:cubicBezTo>
                  <a:cubicBezTo>
                    <a:pt x="20" y="86"/>
                    <a:pt x="20" y="86"/>
                    <a:pt x="20" y="86"/>
                  </a:cubicBezTo>
                  <a:cubicBezTo>
                    <a:pt x="19" y="94"/>
                    <a:pt x="19" y="101"/>
                    <a:pt x="18" y="109"/>
                  </a:cubicBezTo>
                  <a:cubicBezTo>
                    <a:pt x="18" y="110"/>
                    <a:pt x="19" y="111"/>
                    <a:pt x="19" y="112"/>
                  </a:cubicBezTo>
                  <a:cubicBezTo>
                    <a:pt x="19" y="114"/>
                    <a:pt x="19" y="117"/>
                    <a:pt x="17" y="118"/>
                  </a:cubicBezTo>
                  <a:cubicBezTo>
                    <a:pt x="15" y="121"/>
                    <a:pt x="12" y="123"/>
                    <a:pt x="10" y="123"/>
                  </a:cubicBezTo>
                  <a:cubicBezTo>
                    <a:pt x="8" y="123"/>
                    <a:pt x="6" y="123"/>
                    <a:pt x="4" y="12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" name="Google Shape;3655;p42"/>
            <p:cNvSpPr/>
            <p:nvPr/>
          </p:nvSpPr>
          <p:spPr>
            <a:xfrm>
              <a:off x="3857040" y="4115160"/>
              <a:ext cx="9360" cy="62280"/>
            </a:xfrm>
            <a:custGeom>
              <a:avLst/>
              <a:gdLst/>
              <a:ahLst/>
              <a:cxnLst/>
              <a:rect l="l" t="t" r="r" b="b"/>
              <a:pathLst>
                <a:path w="26" h="173" extrusionOk="0">
                  <a:moveTo>
                    <a:pt x="8" y="169"/>
                  </a:moveTo>
                  <a:cubicBezTo>
                    <a:pt x="7" y="167"/>
                    <a:pt x="6" y="165"/>
                    <a:pt x="5" y="162"/>
                  </a:cubicBezTo>
                  <a:cubicBezTo>
                    <a:pt x="5" y="160"/>
                    <a:pt x="5" y="157"/>
                    <a:pt x="5" y="154"/>
                  </a:cubicBezTo>
                  <a:cubicBezTo>
                    <a:pt x="4" y="150"/>
                    <a:pt x="4" y="145"/>
                    <a:pt x="3" y="140"/>
                  </a:cubicBezTo>
                  <a:cubicBezTo>
                    <a:pt x="2" y="130"/>
                    <a:pt x="2" y="120"/>
                    <a:pt x="1" y="111"/>
                  </a:cubicBezTo>
                  <a:cubicBezTo>
                    <a:pt x="0" y="101"/>
                    <a:pt x="0" y="91"/>
                    <a:pt x="0" y="83"/>
                  </a:cubicBezTo>
                  <a:cubicBezTo>
                    <a:pt x="0" y="72"/>
                    <a:pt x="0" y="62"/>
                    <a:pt x="1" y="52"/>
                  </a:cubicBezTo>
                  <a:cubicBezTo>
                    <a:pt x="1" y="38"/>
                    <a:pt x="2" y="23"/>
                    <a:pt x="3" y="8"/>
                  </a:cubicBezTo>
                  <a:cubicBezTo>
                    <a:pt x="3" y="3"/>
                    <a:pt x="7" y="0"/>
                    <a:pt x="12" y="0"/>
                  </a:cubicBezTo>
                  <a:cubicBezTo>
                    <a:pt x="16" y="0"/>
                    <a:pt x="20" y="4"/>
                    <a:pt x="20" y="9"/>
                  </a:cubicBezTo>
                  <a:cubicBezTo>
                    <a:pt x="19" y="22"/>
                    <a:pt x="19" y="35"/>
                    <a:pt x="18" y="48"/>
                  </a:cubicBezTo>
                  <a:cubicBezTo>
                    <a:pt x="18" y="60"/>
                    <a:pt x="18" y="72"/>
                    <a:pt x="18" y="84"/>
                  </a:cubicBezTo>
                  <a:cubicBezTo>
                    <a:pt x="18" y="90"/>
                    <a:pt x="18" y="97"/>
                    <a:pt x="18" y="102"/>
                  </a:cubicBezTo>
                  <a:cubicBezTo>
                    <a:pt x="19" y="109"/>
                    <a:pt x="19" y="115"/>
                    <a:pt x="20" y="121"/>
                  </a:cubicBezTo>
                  <a:cubicBezTo>
                    <a:pt x="21" y="134"/>
                    <a:pt x="22" y="146"/>
                    <a:pt x="24" y="158"/>
                  </a:cubicBezTo>
                  <a:cubicBezTo>
                    <a:pt x="24" y="159"/>
                    <a:pt x="24" y="159"/>
                    <a:pt x="24" y="160"/>
                  </a:cubicBezTo>
                  <a:cubicBezTo>
                    <a:pt x="25" y="162"/>
                    <a:pt x="25" y="165"/>
                    <a:pt x="23" y="168"/>
                  </a:cubicBezTo>
                  <a:cubicBezTo>
                    <a:pt x="22" y="171"/>
                    <a:pt x="19" y="172"/>
                    <a:pt x="15" y="172"/>
                  </a:cubicBezTo>
                  <a:cubicBezTo>
                    <a:pt x="13" y="172"/>
                    <a:pt x="10" y="171"/>
                    <a:pt x="8" y="16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" name="Google Shape;3656;p42"/>
            <p:cNvSpPr/>
            <p:nvPr/>
          </p:nvSpPr>
          <p:spPr>
            <a:xfrm>
              <a:off x="3846960" y="4072680"/>
              <a:ext cx="21600" cy="47160"/>
            </a:xfrm>
            <a:custGeom>
              <a:avLst/>
              <a:gdLst/>
              <a:ahLst/>
              <a:cxnLst/>
              <a:rect l="l" t="t" r="r" b="b"/>
              <a:pathLst>
                <a:path w="60" h="131" extrusionOk="0">
                  <a:moveTo>
                    <a:pt x="9" y="130"/>
                  </a:moveTo>
                  <a:cubicBezTo>
                    <a:pt x="3" y="129"/>
                    <a:pt x="0" y="123"/>
                    <a:pt x="1" y="117"/>
                  </a:cubicBezTo>
                  <a:cubicBezTo>
                    <a:pt x="4" y="109"/>
                    <a:pt x="8" y="99"/>
                    <a:pt x="11" y="91"/>
                  </a:cubicBezTo>
                  <a:cubicBezTo>
                    <a:pt x="14" y="81"/>
                    <a:pt x="18" y="72"/>
                    <a:pt x="21" y="63"/>
                  </a:cubicBezTo>
                  <a:cubicBezTo>
                    <a:pt x="24" y="53"/>
                    <a:pt x="28" y="44"/>
                    <a:pt x="31" y="35"/>
                  </a:cubicBezTo>
                  <a:cubicBezTo>
                    <a:pt x="34" y="26"/>
                    <a:pt x="36" y="17"/>
                    <a:pt x="39" y="8"/>
                  </a:cubicBezTo>
                  <a:cubicBezTo>
                    <a:pt x="41" y="3"/>
                    <a:pt x="45" y="0"/>
                    <a:pt x="50" y="1"/>
                  </a:cubicBezTo>
                  <a:cubicBezTo>
                    <a:pt x="54" y="2"/>
                    <a:pt x="59" y="7"/>
                    <a:pt x="57" y="12"/>
                  </a:cubicBezTo>
                  <a:cubicBezTo>
                    <a:pt x="56" y="19"/>
                    <a:pt x="54" y="27"/>
                    <a:pt x="54" y="35"/>
                  </a:cubicBezTo>
                  <a:cubicBezTo>
                    <a:pt x="53" y="42"/>
                    <a:pt x="53" y="48"/>
                    <a:pt x="52" y="54"/>
                  </a:cubicBezTo>
                  <a:cubicBezTo>
                    <a:pt x="52" y="61"/>
                    <a:pt x="52" y="68"/>
                    <a:pt x="52" y="75"/>
                  </a:cubicBezTo>
                  <a:cubicBezTo>
                    <a:pt x="53" y="83"/>
                    <a:pt x="53" y="91"/>
                    <a:pt x="54" y="99"/>
                  </a:cubicBezTo>
                  <a:cubicBezTo>
                    <a:pt x="54" y="99"/>
                    <a:pt x="54" y="100"/>
                    <a:pt x="55" y="101"/>
                  </a:cubicBezTo>
                  <a:cubicBezTo>
                    <a:pt x="55" y="103"/>
                    <a:pt x="55" y="106"/>
                    <a:pt x="53" y="108"/>
                  </a:cubicBezTo>
                  <a:cubicBezTo>
                    <a:pt x="52" y="110"/>
                    <a:pt x="50" y="111"/>
                    <a:pt x="47" y="112"/>
                  </a:cubicBezTo>
                  <a:cubicBezTo>
                    <a:pt x="42" y="113"/>
                    <a:pt x="37" y="109"/>
                    <a:pt x="36" y="104"/>
                  </a:cubicBezTo>
                  <a:cubicBezTo>
                    <a:pt x="35" y="96"/>
                    <a:pt x="35" y="87"/>
                    <a:pt x="34" y="79"/>
                  </a:cubicBezTo>
                  <a:cubicBezTo>
                    <a:pt x="32" y="84"/>
                    <a:pt x="31" y="89"/>
                    <a:pt x="29" y="95"/>
                  </a:cubicBezTo>
                  <a:cubicBezTo>
                    <a:pt x="26" y="103"/>
                    <a:pt x="22" y="112"/>
                    <a:pt x="20" y="121"/>
                  </a:cubicBezTo>
                  <a:lnTo>
                    <a:pt x="20" y="122"/>
                  </a:lnTo>
                  <a:cubicBezTo>
                    <a:pt x="19" y="127"/>
                    <a:pt x="15" y="130"/>
                    <a:pt x="10" y="130"/>
                  </a:cubicBezTo>
                  <a:lnTo>
                    <a:pt x="9" y="130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" name="Google Shape;3657;p42"/>
            <p:cNvSpPr/>
            <p:nvPr/>
          </p:nvSpPr>
          <p:spPr>
            <a:xfrm>
              <a:off x="3885840" y="4080600"/>
              <a:ext cx="28080" cy="96480"/>
            </a:xfrm>
            <a:custGeom>
              <a:avLst/>
              <a:gdLst/>
              <a:ahLst/>
              <a:cxnLst/>
              <a:rect l="l" t="t" r="r" b="b"/>
              <a:pathLst>
                <a:path w="78" h="268" extrusionOk="0">
                  <a:moveTo>
                    <a:pt x="52" y="99"/>
                  </a:moveTo>
                  <a:cubicBezTo>
                    <a:pt x="51" y="103"/>
                    <a:pt x="49" y="106"/>
                    <a:pt x="47" y="110"/>
                  </a:cubicBezTo>
                  <a:cubicBezTo>
                    <a:pt x="47" y="112"/>
                    <a:pt x="45" y="113"/>
                    <a:pt x="45" y="115"/>
                  </a:cubicBezTo>
                  <a:cubicBezTo>
                    <a:pt x="47" y="113"/>
                    <a:pt x="49" y="113"/>
                    <a:pt x="52" y="113"/>
                  </a:cubicBezTo>
                  <a:cubicBezTo>
                    <a:pt x="52" y="108"/>
                    <a:pt x="52" y="103"/>
                    <a:pt x="53" y="98"/>
                  </a:cubicBezTo>
                  <a:cubicBezTo>
                    <a:pt x="52" y="98"/>
                    <a:pt x="52" y="99"/>
                    <a:pt x="52" y="99"/>
                  </a:cubicBezTo>
                  <a:moveTo>
                    <a:pt x="34" y="249"/>
                  </a:moveTo>
                  <a:cubicBezTo>
                    <a:pt x="34" y="248"/>
                    <a:pt x="34" y="248"/>
                    <a:pt x="34" y="248"/>
                  </a:cubicBezTo>
                  <a:lnTo>
                    <a:pt x="35" y="248"/>
                  </a:lnTo>
                  <a:lnTo>
                    <a:pt x="35" y="247"/>
                  </a:lnTo>
                  <a:cubicBezTo>
                    <a:pt x="35" y="246"/>
                    <a:pt x="35" y="246"/>
                    <a:pt x="36" y="246"/>
                  </a:cubicBezTo>
                  <a:cubicBezTo>
                    <a:pt x="37" y="242"/>
                    <a:pt x="38" y="239"/>
                    <a:pt x="39" y="235"/>
                  </a:cubicBezTo>
                  <a:lnTo>
                    <a:pt x="39" y="234"/>
                  </a:lnTo>
                  <a:cubicBezTo>
                    <a:pt x="39" y="235"/>
                    <a:pt x="39" y="235"/>
                    <a:pt x="39" y="235"/>
                  </a:cubicBezTo>
                  <a:cubicBezTo>
                    <a:pt x="39" y="234"/>
                    <a:pt x="39" y="234"/>
                    <a:pt x="39" y="233"/>
                  </a:cubicBezTo>
                  <a:cubicBezTo>
                    <a:pt x="41" y="225"/>
                    <a:pt x="42" y="216"/>
                    <a:pt x="44" y="207"/>
                  </a:cubicBezTo>
                  <a:cubicBezTo>
                    <a:pt x="45" y="199"/>
                    <a:pt x="47" y="190"/>
                    <a:pt x="47" y="182"/>
                  </a:cubicBezTo>
                  <a:cubicBezTo>
                    <a:pt x="48" y="173"/>
                    <a:pt x="49" y="163"/>
                    <a:pt x="50" y="154"/>
                  </a:cubicBezTo>
                  <a:cubicBezTo>
                    <a:pt x="50" y="148"/>
                    <a:pt x="51" y="142"/>
                    <a:pt x="51" y="136"/>
                  </a:cubicBezTo>
                  <a:cubicBezTo>
                    <a:pt x="45" y="144"/>
                    <a:pt x="40" y="153"/>
                    <a:pt x="35" y="162"/>
                  </a:cubicBezTo>
                  <a:cubicBezTo>
                    <a:pt x="35" y="161"/>
                    <a:pt x="35" y="161"/>
                    <a:pt x="35" y="161"/>
                  </a:cubicBezTo>
                  <a:cubicBezTo>
                    <a:pt x="31" y="168"/>
                    <a:pt x="28" y="175"/>
                    <a:pt x="26" y="182"/>
                  </a:cubicBezTo>
                  <a:cubicBezTo>
                    <a:pt x="24" y="187"/>
                    <a:pt x="22" y="192"/>
                    <a:pt x="21" y="197"/>
                  </a:cubicBezTo>
                  <a:lnTo>
                    <a:pt x="21" y="198"/>
                  </a:lnTo>
                  <a:cubicBezTo>
                    <a:pt x="21" y="197"/>
                    <a:pt x="21" y="197"/>
                    <a:pt x="21" y="197"/>
                  </a:cubicBezTo>
                  <a:cubicBezTo>
                    <a:pt x="20" y="201"/>
                    <a:pt x="19" y="205"/>
                    <a:pt x="19" y="208"/>
                  </a:cubicBezTo>
                  <a:cubicBezTo>
                    <a:pt x="19" y="212"/>
                    <a:pt x="19" y="215"/>
                    <a:pt x="19" y="219"/>
                  </a:cubicBezTo>
                  <a:cubicBezTo>
                    <a:pt x="19" y="222"/>
                    <a:pt x="19" y="224"/>
                    <a:pt x="19" y="227"/>
                  </a:cubicBezTo>
                  <a:cubicBezTo>
                    <a:pt x="20" y="229"/>
                    <a:pt x="20" y="231"/>
                    <a:pt x="20" y="233"/>
                  </a:cubicBezTo>
                  <a:cubicBezTo>
                    <a:pt x="21" y="235"/>
                    <a:pt x="21" y="236"/>
                    <a:pt x="22" y="237"/>
                  </a:cubicBezTo>
                  <a:cubicBezTo>
                    <a:pt x="23" y="239"/>
                    <a:pt x="23" y="239"/>
                    <a:pt x="24" y="240"/>
                  </a:cubicBezTo>
                  <a:cubicBezTo>
                    <a:pt x="25" y="242"/>
                    <a:pt x="27" y="243"/>
                    <a:pt x="28" y="245"/>
                  </a:cubicBezTo>
                  <a:cubicBezTo>
                    <a:pt x="28" y="246"/>
                    <a:pt x="29" y="246"/>
                    <a:pt x="30" y="246"/>
                  </a:cubicBezTo>
                  <a:cubicBezTo>
                    <a:pt x="30" y="247"/>
                    <a:pt x="31" y="247"/>
                    <a:pt x="32" y="248"/>
                  </a:cubicBezTo>
                  <a:lnTo>
                    <a:pt x="33" y="248"/>
                  </a:lnTo>
                  <a:lnTo>
                    <a:pt x="33" y="249"/>
                  </a:lnTo>
                  <a:lnTo>
                    <a:pt x="34" y="249"/>
                  </a:lnTo>
                  <a:moveTo>
                    <a:pt x="28" y="266"/>
                  </a:moveTo>
                  <a:cubicBezTo>
                    <a:pt x="21" y="264"/>
                    <a:pt x="17" y="260"/>
                    <a:pt x="13" y="256"/>
                  </a:cubicBezTo>
                  <a:cubicBezTo>
                    <a:pt x="11" y="253"/>
                    <a:pt x="9" y="251"/>
                    <a:pt x="8" y="249"/>
                  </a:cubicBezTo>
                  <a:cubicBezTo>
                    <a:pt x="6" y="247"/>
                    <a:pt x="5" y="244"/>
                    <a:pt x="5" y="242"/>
                  </a:cubicBezTo>
                  <a:cubicBezTo>
                    <a:pt x="2" y="235"/>
                    <a:pt x="1" y="228"/>
                    <a:pt x="1" y="222"/>
                  </a:cubicBezTo>
                  <a:cubicBezTo>
                    <a:pt x="0" y="197"/>
                    <a:pt x="9" y="172"/>
                    <a:pt x="21" y="151"/>
                  </a:cubicBezTo>
                  <a:cubicBezTo>
                    <a:pt x="26" y="141"/>
                    <a:pt x="32" y="133"/>
                    <a:pt x="38" y="124"/>
                  </a:cubicBezTo>
                  <a:cubicBezTo>
                    <a:pt x="37" y="124"/>
                    <a:pt x="37" y="125"/>
                    <a:pt x="36" y="126"/>
                  </a:cubicBezTo>
                  <a:cubicBezTo>
                    <a:pt x="33" y="129"/>
                    <a:pt x="27" y="131"/>
                    <a:pt x="22" y="130"/>
                  </a:cubicBezTo>
                  <a:cubicBezTo>
                    <a:pt x="20" y="129"/>
                    <a:pt x="18" y="128"/>
                    <a:pt x="16" y="126"/>
                  </a:cubicBezTo>
                  <a:cubicBezTo>
                    <a:pt x="14" y="124"/>
                    <a:pt x="13" y="122"/>
                    <a:pt x="13" y="119"/>
                  </a:cubicBezTo>
                  <a:cubicBezTo>
                    <a:pt x="12" y="114"/>
                    <a:pt x="11" y="109"/>
                    <a:pt x="10" y="103"/>
                  </a:cubicBezTo>
                  <a:cubicBezTo>
                    <a:pt x="9" y="95"/>
                    <a:pt x="9" y="85"/>
                    <a:pt x="9" y="77"/>
                  </a:cubicBezTo>
                  <a:cubicBezTo>
                    <a:pt x="9" y="66"/>
                    <a:pt x="9" y="55"/>
                    <a:pt x="9" y="45"/>
                  </a:cubicBezTo>
                  <a:cubicBezTo>
                    <a:pt x="9" y="40"/>
                    <a:pt x="9" y="35"/>
                    <a:pt x="9" y="31"/>
                  </a:cubicBezTo>
                  <a:cubicBezTo>
                    <a:pt x="10" y="22"/>
                    <a:pt x="10" y="14"/>
                    <a:pt x="13" y="6"/>
                  </a:cubicBezTo>
                  <a:cubicBezTo>
                    <a:pt x="15" y="1"/>
                    <a:pt x="21" y="0"/>
                    <a:pt x="26" y="1"/>
                  </a:cubicBezTo>
                  <a:cubicBezTo>
                    <a:pt x="30" y="4"/>
                    <a:pt x="33" y="10"/>
                    <a:pt x="30" y="14"/>
                  </a:cubicBezTo>
                  <a:cubicBezTo>
                    <a:pt x="30" y="15"/>
                    <a:pt x="30" y="15"/>
                    <a:pt x="30" y="16"/>
                  </a:cubicBezTo>
                  <a:cubicBezTo>
                    <a:pt x="29" y="17"/>
                    <a:pt x="29" y="17"/>
                    <a:pt x="29" y="17"/>
                  </a:cubicBezTo>
                  <a:cubicBezTo>
                    <a:pt x="28" y="20"/>
                    <a:pt x="28" y="21"/>
                    <a:pt x="28" y="24"/>
                  </a:cubicBezTo>
                  <a:cubicBezTo>
                    <a:pt x="28" y="23"/>
                    <a:pt x="28" y="23"/>
                    <a:pt x="28" y="22"/>
                  </a:cubicBezTo>
                  <a:cubicBezTo>
                    <a:pt x="27" y="29"/>
                    <a:pt x="27" y="36"/>
                    <a:pt x="27" y="43"/>
                  </a:cubicBezTo>
                  <a:cubicBezTo>
                    <a:pt x="27" y="51"/>
                    <a:pt x="27" y="59"/>
                    <a:pt x="27" y="66"/>
                  </a:cubicBezTo>
                  <a:cubicBezTo>
                    <a:pt x="27" y="79"/>
                    <a:pt x="27" y="92"/>
                    <a:pt x="29" y="105"/>
                  </a:cubicBezTo>
                  <a:cubicBezTo>
                    <a:pt x="29" y="105"/>
                    <a:pt x="29" y="104"/>
                    <a:pt x="29" y="103"/>
                  </a:cubicBezTo>
                  <a:cubicBezTo>
                    <a:pt x="29" y="104"/>
                    <a:pt x="29" y="105"/>
                    <a:pt x="30" y="105"/>
                  </a:cubicBezTo>
                  <a:cubicBezTo>
                    <a:pt x="30" y="103"/>
                    <a:pt x="30" y="103"/>
                    <a:pt x="31" y="102"/>
                  </a:cubicBezTo>
                  <a:cubicBezTo>
                    <a:pt x="35" y="93"/>
                    <a:pt x="40" y="84"/>
                    <a:pt x="43" y="75"/>
                  </a:cubicBezTo>
                  <a:cubicBezTo>
                    <a:pt x="48" y="62"/>
                    <a:pt x="52" y="49"/>
                    <a:pt x="55" y="35"/>
                  </a:cubicBezTo>
                  <a:lnTo>
                    <a:pt x="55" y="36"/>
                  </a:lnTo>
                  <a:cubicBezTo>
                    <a:pt x="55" y="35"/>
                    <a:pt x="55" y="35"/>
                    <a:pt x="55" y="35"/>
                  </a:cubicBezTo>
                  <a:cubicBezTo>
                    <a:pt x="56" y="33"/>
                    <a:pt x="56" y="32"/>
                    <a:pt x="56" y="30"/>
                  </a:cubicBezTo>
                  <a:cubicBezTo>
                    <a:pt x="57" y="28"/>
                    <a:pt x="57" y="26"/>
                    <a:pt x="58" y="24"/>
                  </a:cubicBezTo>
                  <a:cubicBezTo>
                    <a:pt x="59" y="20"/>
                    <a:pt x="63" y="17"/>
                    <a:pt x="68" y="18"/>
                  </a:cubicBezTo>
                  <a:cubicBezTo>
                    <a:pt x="73" y="19"/>
                    <a:pt x="77" y="24"/>
                    <a:pt x="76" y="29"/>
                  </a:cubicBezTo>
                  <a:cubicBezTo>
                    <a:pt x="76" y="29"/>
                    <a:pt x="76" y="30"/>
                    <a:pt x="76" y="31"/>
                  </a:cubicBezTo>
                  <a:cubicBezTo>
                    <a:pt x="75" y="34"/>
                    <a:pt x="75" y="35"/>
                    <a:pt x="75" y="38"/>
                  </a:cubicBezTo>
                  <a:lnTo>
                    <a:pt x="75" y="37"/>
                  </a:lnTo>
                  <a:lnTo>
                    <a:pt x="75" y="38"/>
                  </a:lnTo>
                  <a:lnTo>
                    <a:pt x="75" y="37"/>
                  </a:lnTo>
                  <a:lnTo>
                    <a:pt x="75" y="36"/>
                  </a:lnTo>
                  <a:cubicBezTo>
                    <a:pt x="75" y="37"/>
                    <a:pt x="75" y="38"/>
                    <a:pt x="75" y="38"/>
                  </a:cubicBezTo>
                  <a:lnTo>
                    <a:pt x="75" y="39"/>
                  </a:lnTo>
                  <a:cubicBezTo>
                    <a:pt x="75" y="39"/>
                    <a:pt x="74" y="40"/>
                    <a:pt x="74" y="41"/>
                  </a:cubicBezTo>
                  <a:lnTo>
                    <a:pt x="74" y="40"/>
                  </a:lnTo>
                  <a:cubicBezTo>
                    <a:pt x="74" y="43"/>
                    <a:pt x="74" y="45"/>
                    <a:pt x="73" y="48"/>
                  </a:cubicBezTo>
                  <a:cubicBezTo>
                    <a:pt x="73" y="48"/>
                    <a:pt x="73" y="47"/>
                    <a:pt x="73" y="46"/>
                  </a:cubicBezTo>
                  <a:cubicBezTo>
                    <a:pt x="72" y="66"/>
                    <a:pt x="70" y="86"/>
                    <a:pt x="70" y="105"/>
                  </a:cubicBezTo>
                  <a:cubicBezTo>
                    <a:pt x="69" y="126"/>
                    <a:pt x="68" y="146"/>
                    <a:pt x="66" y="166"/>
                  </a:cubicBezTo>
                  <a:cubicBezTo>
                    <a:pt x="65" y="185"/>
                    <a:pt x="62" y="205"/>
                    <a:pt x="59" y="224"/>
                  </a:cubicBezTo>
                  <a:cubicBezTo>
                    <a:pt x="58" y="229"/>
                    <a:pt x="58" y="234"/>
                    <a:pt x="56" y="239"/>
                  </a:cubicBezTo>
                  <a:cubicBezTo>
                    <a:pt x="55" y="249"/>
                    <a:pt x="52" y="260"/>
                    <a:pt x="43" y="265"/>
                  </a:cubicBezTo>
                  <a:cubicBezTo>
                    <a:pt x="40" y="266"/>
                    <a:pt x="37" y="267"/>
                    <a:pt x="34" y="267"/>
                  </a:cubicBezTo>
                  <a:cubicBezTo>
                    <a:pt x="31" y="267"/>
                    <a:pt x="30" y="267"/>
                    <a:pt x="28" y="26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" name="Google Shape;3658;p42"/>
            <p:cNvSpPr/>
            <p:nvPr/>
          </p:nvSpPr>
          <p:spPr>
            <a:xfrm>
              <a:off x="3934800" y="4078080"/>
              <a:ext cx="24840" cy="31680"/>
            </a:xfrm>
            <a:custGeom>
              <a:avLst/>
              <a:gdLst/>
              <a:ahLst/>
              <a:cxnLst/>
              <a:rect l="l" t="t" r="r" b="b"/>
              <a:pathLst>
                <a:path w="69" h="88" extrusionOk="0">
                  <a:moveTo>
                    <a:pt x="8" y="80"/>
                  </a:moveTo>
                  <a:cubicBezTo>
                    <a:pt x="4" y="74"/>
                    <a:pt x="7" y="66"/>
                    <a:pt x="10" y="60"/>
                  </a:cubicBezTo>
                  <a:lnTo>
                    <a:pt x="10" y="59"/>
                  </a:lnTo>
                  <a:cubicBezTo>
                    <a:pt x="12" y="54"/>
                    <a:pt x="14" y="49"/>
                    <a:pt x="15" y="43"/>
                  </a:cubicBezTo>
                  <a:cubicBezTo>
                    <a:pt x="11" y="42"/>
                    <a:pt x="6" y="40"/>
                    <a:pt x="4" y="35"/>
                  </a:cubicBezTo>
                  <a:cubicBezTo>
                    <a:pt x="0" y="28"/>
                    <a:pt x="3" y="20"/>
                    <a:pt x="7" y="13"/>
                  </a:cubicBezTo>
                  <a:cubicBezTo>
                    <a:pt x="8" y="10"/>
                    <a:pt x="11" y="7"/>
                    <a:pt x="14" y="5"/>
                  </a:cubicBezTo>
                  <a:cubicBezTo>
                    <a:pt x="17" y="3"/>
                    <a:pt x="20" y="1"/>
                    <a:pt x="24" y="0"/>
                  </a:cubicBezTo>
                  <a:cubicBezTo>
                    <a:pt x="28" y="0"/>
                    <a:pt x="32" y="2"/>
                    <a:pt x="35" y="4"/>
                  </a:cubicBezTo>
                  <a:cubicBezTo>
                    <a:pt x="38" y="8"/>
                    <a:pt x="39" y="12"/>
                    <a:pt x="39" y="16"/>
                  </a:cubicBezTo>
                  <a:cubicBezTo>
                    <a:pt x="40" y="24"/>
                    <a:pt x="38" y="31"/>
                    <a:pt x="36" y="39"/>
                  </a:cubicBezTo>
                  <a:cubicBezTo>
                    <a:pt x="35" y="43"/>
                    <a:pt x="33" y="46"/>
                    <a:pt x="32" y="50"/>
                  </a:cubicBezTo>
                  <a:cubicBezTo>
                    <a:pt x="31" y="54"/>
                    <a:pt x="30" y="57"/>
                    <a:pt x="29" y="61"/>
                  </a:cubicBezTo>
                  <a:cubicBezTo>
                    <a:pt x="28" y="63"/>
                    <a:pt x="28" y="64"/>
                    <a:pt x="27" y="66"/>
                  </a:cubicBezTo>
                  <a:cubicBezTo>
                    <a:pt x="28" y="66"/>
                    <a:pt x="30" y="65"/>
                    <a:pt x="31" y="64"/>
                  </a:cubicBezTo>
                  <a:cubicBezTo>
                    <a:pt x="34" y="63"/>
                    <a:pt x="37" y="62"/>
                    <a:pt x="40" y="60"/>
                  </a:cubicBezTo>
                  <a:cubicBezTo>
                    <a:pt x="43" y="59"/>
                    <a:pt x="46" y="57"/>
                    <a:pt x="49" y="55"/>
                  </a:cubicBezTo>
                  <a:cubicBezTo>
                    <a:pt x="50" y="55"/>
                    <a:pt x="52" y="53"/>
                    <a:pt x="53" y="52"/>
                  </a:cubicBezTo>
                  <a:cubicBezTo>
                    <a:pt x="58" y="50"/>
                    <a:pt x="63" y="50"/>
                    <a:pt x="66" y="55"/>
                  </a:cubicBezTo>
                  <a:cubicBezTo>
                    <a:pt x="68" y="59"/>
                    <a:pt x="68" y="64"/>
                    <a:pt x="64" y="67"/>
                  </a:cubicBezTo>
                  <a:cubicBezTo>
                    <a:pt x="54" y="73"/>
                    <a:pt x="45" y="79"/>
                    <a:pt x="34" y="83"/>
                  </a:cubicBezTo>
                  <a:cubicBezTo>
                    <a:pt x="30" y="85"/>
                    <a:pt x="25" y="87"/>
                    <a:pt x="21" y="87"/>
                  </a:cubicBezTo>
                  <a:cubicBezTo>
                    <a:pt x="15" y="87"/>
                    <a:pt x="11" y="85"/>
                    <a:pt x="8" y="8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" name="Google Shape;3659;p42"/>
            <p:cNvSpPr/>
            <p:nvPr/>
          </p:nvSpPr>
          <p:spPr>
            <a:xfrm>
              <a:off x="3223080" y="4553640"/>
              <a:ext cx="16920" cy="24840"/>
            </a:xfrm>
            <a:custGeom>
              <a:avLst/>
              <a:gdLst/>
              <a:ahLst/>
              <a:cxnLst/>
              <a:rect l="l" t="t" r="r" b="b"/>
              <a:pathLst>
                <a:path w="47" h="69" extrusionOk="0">
                  <a:moveTo>
                    <a:pt x="29" y="65"/>
                  </a:moveTo>
                  <a:cubicBezTo>
                    <a:pt x="20" y="56"/>
                    <a:pt x="11" y="45"/>
                    <a:pt x="4" y="34"/>
                  </a:cubicBezTo>
                  <a:cubicBezTo>
                    <a:pt x="3" y="31"/>
                    <a:pt x="2" y="29"/>
                    <a:pt x="1" y="26"/>
                  </a:cubicBezTo>
                  <a:cubicBezTo>
                    <a:pt x="0" y="23"/>
                    <a:pt x="0" y="21"/>
                    <a:pt x="0" y="18"/>
                  </a:cubicBezTo>
                  <a:cubicBezTo>
                    <a:pt x="0" y="12"/>
                    <a:pt x="2" y="7"/>
                    <a:pt x="6" y="4"/>
                  </a:cubicBezTo>
                  <a:cubicBezTo>
                    <a:pt x="11" y="0"/>
                    <a:pt x="18" y="3"/>
                    <a:pt x="23" y="6"/>
                  </a:cubicBezTo>
                  <a:cubicBezTo>
                    <a:pt x="27" y="8"/>
                    <a:pt x="28" y="15"/>
                    <a:pt x="26" y="19"/>
                  </a:cubicBezTo>
                  <a:cubicBezTo>
                    <a:pt x="24" y="21"/>
                    <a:pt x="22" y="23"/>
                    <a:pt x="20" y="23"/>
                  </a:cubicBezTo>
                  <a:cubicBezTo>
                    <a:pt x="20" y="25"/>
                    <a:pt x="21" y="25"/>
                    <a:pt x="21" y="26"/>
                  </a:cubicBezTo>
                  <a:cubicBezTo>
                    <a:pt x="24" y="31"/>
                    <a:pt x="28" y="36"/>
                    <a:pt x="31" y="40"/>
                  </a:cubicBezTo>
                  <a:cubicBezTo>
                    <a:pt x="31" y="40"/>
                    <a:pt x="31" y="39"/>
                    <a:pt x="30" y="39"/>
                  </a:cubicBezTo>
                  <a:cubicBezTo>
                    <a:pt x="34" y="44"/>
                    <a:pt x="38" y="49"/>
                    <a:pt x="43" y="53"/>
                  </a:cubicBezTo>
                  <a:cubicBezTo>
                    <a:pt x="46" y="56"/>
                    <a:pt x="46" y="62"/>
                    <a:pt x="42" y="65"/>
                  </a:cubicBezTo>
                  <a:cubicBezTo>
                    <a:pt x="41" y="67"/>
                    <a:pt x="38" y="68"/>
                    <a:pt x="36" y="68"/>
                  </a:cubicBezTo>
                  <a:cubicBezTo>
                    <a:pt x="34" y="68"/>
                    <a:pt x="32" y="67"/>
                    <a:pt x="29" y="6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" name="Google Shape;3660;p42"/>
            <p:cNvSpPr/>
            <p:nvPr/>
          </p:nvSpPr>
          <p:spPr>
            <a:xfrm>
              <a:off x="3265920" y="4587840"/>
              <a:ext cx="29880" cy="21240"/>
            </a:xfrm>
            <a:custGeom>
              <a:avLst/>
              <a:gdLst/>
              <a:ahLst/>
              <a:cxnLst/>
              <a:rect l="l" t="t" r="r" b="b"/>
              <a:pathLst>
                <a:path w="83" h="59" extrusionOk="0">
                  <a:moveTo>
                    <a:pt x="67" y="57"/>
                  </a:moveTo>
                  <a:cubicBezTo>
                    <a:pt x="55" y="50"/>
                    <a:pt x="43" y="44"/>
                    <a:pt x="32" y="37"/>
                  </a:cubicBezTo>
                  <a:cubicBezTo>
                    <a:pt x="26" y="33"/>
                    <a:pt x="22" y="30"/>
                    <a:pt x="17" y="26"/>
                  </a:cubicBezTo>
                  <a:cubicBezTo>
                    <a:pt x="12" y="23"/>
                    <a:pt x="7" y="19"/>
                    <a:pt x="3" y="16"/>
                  </a:cubicBezTo>
                  <a:cubicBezTo>
                    <a:pt x="0" y="12"/>
                    <a:pt x="0" y="5"/>
                    <a:pt x="4" y="2"/>
                  </a:cubicBezTo>
                  <a:cubicBezTo>
                    <a:pt x="5" y="1"/>
                    <a:pt x="8" y="0"/>
                    <a:pt x="11" y="0"/>
                  </a:cubicBezTo>
                  <a:cubicBezTo>
                    <a:pt x="14" y="0"/>
                    <a:pt x="16" y="1"/>
                    <a:pt x="18" y="4"/>
                  </a:cubicBezTo>
                  <a:lnTo>
                    <a:pt x="19" y="5"/>
                  </a:lnTo>
                  <a:cubicBezTo>
                    <a:pt x="23" y="8"/>
                    <a:pt x="28" y="12"/>
                    <a:pt x="32" y="15"/>
                  </a:cubicBezTo>
                  <a:cubicBezTo>
                    <a:pt x="46" y="25"/>
                    <a:pt x="61" y="33"/>
                    <a:pt x="77" y="42"/>
                  </a:cubicBezTo>
                  <a:cubicBezTo>
                    <a:pt x="81" y="44"/>
                    <a:pt x="82" y="50"/>
                    <a:pt x="79" y="54"/>
                  </a:cubicBezTo>
                  <a:cubicBezTo>
                    <a:pt x="78" y="57"/>
                    <a:pt x="75" y="58"/>
                    <a:pt x="72" y="58"/>
                  </a:cubicBezTo>
                  <a:cubicBezTo>
                    <a:pt x="70" y="58"/>
                    <a:pt x="68" y="58"/>
                    <a:pt x="67" y="5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" name="Google Shape;3661;p42"/>
            <p:cNvSpPr/>
            <p:nvPr/>
          </p:nvSpPr>
          <p:spPr>
            <a:xfrm>
              <a:off x="3329280" y="4628520"/>
              <a:ext cx="37080" cy="15840"/>
            </a:xfrm>
            <a:custGeom>
              <a:avLst/>
              <a:gdLst/>
              <a:ahLst/>
              <a:cxnLst/>
              <a:rect l="l" t="t" r="r" b="b"/>
              <a:pathLst>
                <a:path w="103" h="44" extrusionOk="0">
                  <a:moveTo>
                    <a:pt x="91" y="43"/>
                  </a:moveTo>
                  <a:cubicBezTo>
                    <a:pt x="76" y="40"/>
                    <a:pt x="60" y="37"/>
                    <a:pt x="45" y="33"/>
                  </a:cubicBezTo>
                  <a:cubicBezTo>
                    <a:pt x="38" y="32"/>
                    <a:pt x="32" y="29"/>
                    <a:pt x="25" y="27"/>
                  </a:cubicBezTo>
                  <a:cubicBezTo>
                    <a:pt x="19" y="25"/>
                    <a:pt x="13" y="22"/>
                    <a:pt x="7" y="19"/>
                  </a:cubicBezTo>
                  <a:cubicBezTo>
                    <a:pt x="3" y="16"/>
                    <a:pt x="0" y="11"/>
                    <a:pt x="3" y="5"/>
                  </a:cubicBezTo>
                  <a:cubicBezTo>
                    <a:pt x="6" y="1"/>
                    <a:pt x="13" y="0"/>
                    <a:pt x="17" y="3"/>
                  </a:cubicBezTo>
                  <a:cubicBezTo>
                    <a:pt x="22" y="5"/>
                    <a:pt x="26" y="7"/>
                    <a:pt x="31" y="9"/>
                  </a:cubicBezTo>
                  <a:cubicBezTo>
                    <a:pt x="35" y="11"/>
                    <a:pt x="39" y="12"/>
                    <a:pt x="44" y="14"/>
                  </a:cubicBezTo>
                  <a:cubicBezTo>
                    <a:pt x="49" y="15"/>
                    <a:pt x="55" y="16"/>
                    <a:pt x="59" y="18"/>
                  </a:cubicBezTo>
                  <a:cubicBezTo>
                    <a:pt x="71" y="21"/>
                    <a:pt x="82" y="23"/>
                    <a:pt x="94" y="25"/>
                  </a:cubicBezTo>
                  <a:cubicBezTo>
                    <a:pt x="98" y="26"/>
                    <a:pt x="102" y="30"/>
                    <a:pt x="101" y="35"/>
                  </a:cubicBezTo>
                  <a:cubicBezTo>
                    <a:pt x="100" y="40"/>
                    <a:pt x="96" y="43"/>
                    <a:pt x="92" y="43"/>
                  </a:cubicBezTo>
                  <a:lnTo>
                    <a:pt x="91" y="43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" name="Google Shape;3662;p42"/>
            <p:cNvSpPr/>
            <p:nvPr/>
          </p:nvSpPr>
          <p:spPr>
            <a:xfrm>
              <a:off x="3410640" y="4617720"/>
              <a:ext cx="51120" cy="23040"/>
            </a:xfrm>
            <a:custGeom>
              <a:avLst/>
              <a:gdLst/>
              <a:ahLst/>
              <a:cxnLst/>
              <a:rect l="l" t="t" r="r" b="b"/>
              <a:pathLst>
                <a:path w="142" h="64" extrusionOk="0">
                  <a:moveTo>
                    <a:pt x="14" y="63"/>
                  </a:moveTo>
                  <a:cubicBezTo>
                    <a:pt x="13" y="63"/>
                    <a:pt x="11" y="63"/>
                    <a:pt x="9" y="63"/>
                  </a:cubicBezTo>
                  <a:cubicBezTo>
                    <a:pt x="4" y="63"/>
                    <a:pt x="0" y="58"/>
                    <a:pt x="0" y="53"/>
                  </a:cubicBezTo>
                  <a:cubicBezTo>
                    <a:pt x="0" y="48"/>
                    <a:pt x="5" y="44"/>
                    <a:pt x="10" y="44"/>
                  </a:cubicBezTo>
                  <a:cubicBezTo>
                    <a:pt x="18" y="45"/>
                    <a:pt x="25" y="45"/>
                    <a:pt x="32" y="45"/>
                  </a:cubicBezTo>
                  <a:cubicBezTo>
                    <a:pt x="34" y="45"/>
                    <a:pt x="36" y="45"/>
                    <a:pt x="38" y="44"/>
                  </a:cubicBezTo>
                  <a:cubicBezTo>
                    <a:pt x="43" y="44"/>
                    <a:pt x="49" y="42"/>
                    <a:pt x="54" y="41"/>
                  </a:cubicBezTo>
                  <a:cubicBezTo>
                    <a:pt x="57" y="40"/>
                    <a:pt x="60" y="39"/>
                    <a:pt x="63" y="38"/>
                  </a:cubicBezTo>
                  <a:cubicBezTo>
                    <a:pt x="66" y="37"/>
                    <a:pt x="69" y="35"/>
                    <a:pt x="72" y="34"/>
                  </a:cubicBezTo>
                  <a:cubicBezTo>
                    <a:pt x="77" y="31"/>
                    <a:pt x="82" y="29"/>
                    <a:pt x="87" y="26"/>
                  </a:cubicBezTo>
                  <a:cubicBezTo>
                    <a:pt x="92" y="23"/>
                    <a:pt x="97" y="21"/>
                    <a:pt x="102" y="18"/>
                  </a:cubicBezTo>
                  <a:cubicBezTo>
                    <a:pt x="105" y="16"/>
                    <a:pt x="107" y="14"/>
                    <a:pt x="110" y="13"/>
                  </a:cubicBezTo>
                  <a:lnTo>
                    <a:pt x="109" y="13"/>
                  </a:lnTo>
                  <a:cubicBezTo>
                    <a:pt x="115" y="10"/>
                    <a:pt x="120" y="6"/>
                    <a:pt x="126" y="3"/>
                  </a:cubicBezTo>
                  <a:cubicBezTo>
                    <a:pt x="130" y="0"/>
                    <a:pt x="135" y="1"/>
                    <a:pt x="138" y="5"/>
                  </a:cubicBezTo>
                  <a:cubicBezTo>
                    <a:pt x="141" y="9"/>
                    <a:pt x="140" y="14"/>
                    <a:pt x="136" y="17"/>
                  </a:cubicBezTo>
                  <a:cubicBezTo>
                    <a:pt x="127" y="23"/>
                    <a:pt x="118" y="29"/>
                    <a:pt x="109" y="34"/>
                  </a:cubicBezTo>
                  <a:cubicBezTo>
                    <a:pt x="104" y="37"/>
                    <a:pt x="99" y="40"/>
                    <a:pt x="95" y="42"/>
                  </a:cubicBezTo>
                  <a:cubicBezTo>
                    <a:pt x="90" y="45"/>
                    <a:pt x="85" y="47"/>
                    <a:pt x="81" y="49"/>
                  </a:cubicBezTo>
                  <a:cubicBezTo>
                    <a:pt x="72" y="53"/>
                    <a:pt x="63" y="57"/>
                    <a:pt x="53" y="59"/>
                  </a:cubicBezTo>
                  <a:cubicBezTo>
                    <a:pt x="49" y="60"/>
                    <a:pt x="45" y="62"/>
                    <a:pt x="42" y="62"/>
                  </a:cubicBezTo>
                  <a:cubicBezTo>
                    <a:pt x="37" y="63"/>
                    <a:pt x="33" y="63"/>
                    <a:pt x="29" y="63"/>
                  </a:cubicBezTo>
                  <a:cubicBezTo>
                    <a:pt x="26" y="63"/>
                    <a:pt x="25" y="63"/>
                    <a:pt x="22" y="63"/>
                  </a:cubicBezTo>
                  <a:cubicBezTo>
                    <a:pt x="19" y="63"/>
                    <a:pt x="17" y="63"/>
                    <a:pt x="14" y="6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" name="Google Shape;3663;p42"/>
            <p:cNvSpPr/>
            <p:nvPr/>
          </p:nvSpPr>
          <p:spPr>
            <a:xfrm>
              <a:off x="3494160" y="4562640"/>
              <a:ext cx="43560" cy="33480"/>
            </a:xfrm>
            <a:custGeom>
              <a:avLst/>
              <a:gdLst/>
              <a:ahLst/>
              <a:cxnLst/>
              <a:rect l="l" t="t" r="r" b="b"/>
              <a:pathLst>
                <a:path w="121" h="93" extrusionOk="0">
                  <a:moveTo>
                    <a:pt x="3" y="88"/>
                  </a:moveTo>
                  <a:cubicBezTo>
                    <a:pt x="0" y="84"/>
                    <a:pt x="1" y="78"/>
                    <a:pt x="5" y="75"/>
                  </a:cubicBezTo>
                  <a:cubicBezTo>
                    <a:pt x="22" y="64"/>
                    <a:pt x="39" y="52"/>
                    <a:pt x="55" y="40"/>
                  </a:cubicBezTo>
                  <a:cubicBezTo>
                    <a:pt x="71" y="28"/>
                    <a:pt x="88" y="15"/>
                    <a:pt x="104" y="3"/>
                  </a:cubicBezTo>
                  <a:cubicBezTo>
                    <a:pt x="108" y="0"/>
                    <a:pt x="114" y="1"/>
                    <a:pt x="117" y="5"/>
                  </a:cubicBezTo>
                  <a:cubicBezTo>
                    <a:pt x="120" y="10"/>
                    <a:pt x="118" y="15"/>
                    <a:pt x="114" y="18"/>
                  </a:cubicBezTo>
                  <a:cubicBezTo>
                    <a:pt x="98" y="30"/>
                    <a:pt x="82" y="43"/>
                    <a:pt x="65" y="55"/>
                  </a:cubicBezTo>
                  <a:cubicBezTo>
                    <a:pt x="49" y="67"/>
                    <a:pt x="33" y="79"/>
                    <a:pt x="16" y="91"/>
                  </a:cubicBezTo>
                  <a:cubicBezTo>
                    <a:pt x="15" y="92"/>
                    <a:pt x="13" y="92"/>
                    <a:pt x="11" y="92"/>
                  </a:cubicBezTo>
                  <a:cubicBezTo>
                    <a:pt x="8" y="92"/>
                    <a:pt x="5" y="91"/>
                    <a:pt x="3" y="8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" name="Google Shape;3664;p42"/>
            <p:cNvSpPr/>
            <p:nvPr/>
          </p:nvSpPr>
          <p:spPr>
            <a:xfrm>
              <a:off x="3557520" y="4492080"/>
              <a:ext cx="41040" cy="49680"/>
            </a:xfrm>
            <a:custGeom>
              <a:avLst/>
              <a:gdLst/>
              <a:ahLst/>
              <a:cxnLst/>
              <a:rect l="l" t="t" r="r" b="b"/>
              <a:pathLst>
                <a:path w="114" h="138" extrusionOk="0">
                  <a:moveTo>
                    <a:pt x="7" y="136"/>
                  </a:moveTo>
                  <a:cubicBezTo>
                    <a:pt x="2" y="134"/>
                    <a:pt x="0" y="128"/>
                    <a:pt x="2" y="123"/>
                  </a:cubicBezTo>
                  <a:cubicBezTo>
                    <a:pt x="5" y="118"/>
                    <a:pt x="8" y="113"/>
                    <a:pt x="12" y="108"/>
                  </a:cubicBezTo>
                  <a:cubicBezTo>
                    <a:pt x="16" y="103"/>
                    <a:pt x="19" y="98"/>
                    <a:pt x="23" y="94"/>
                  </a:cubicBezTo>
                  <a:cubicBezTo>
                    <a:pt x="26" y="91"/>
                    <a:pt x="28" y="88"/>
                    <a:pt x="30" y="85"/>
                  </a:cubicBezTo>
                  <a:cubicBezTo>
                    <a:pt x="39" y="74"/>
                    <a:pt x="48" y="63"/>
                    <a:pt x="57" y="52"/>
                  </a:cubicBezTo>
                  <a:cubicBezTo>
                    <a:pt x="69" y="38"/>
                    <a:pt x="81" y="24"/>
                    <a:pt x="93" y="9"/>
                  </a:cubicBezTo>
                  <a:cubicBezTo>
                    <a:pt x="94" y="8"/>
                    <a:pt x="95" y="6"/>
                    <a:pt x="96" y="5"/>
                  </a:cubicBezTo>
                  <a:cubicBezTo>
                    <a:pt x="100" y="1"/>
                    <a:pt x="105" y="0"/>
                    <a:pt x="109" y="4"/>
                  </a:cubicBezTo>
                  <a:cubicBezTo>
                    <a:pt x="113" y="7"/>
                    <a:pt x="113" y="13"/>
                    <a:pt x="110" y="17"/>
                  </a:cubicBezTo>
                  <a:cubicBezTo>
                    <a:pt x="99" y="31"/>
                    <a:pt x="86" y="45"/>
                    <a:pt x="75" y="60"/>
                  </a:cubicBezTo>
                  <a:cubicBezTo>
                    <a:pt x="67" y="70"/>
                    <a:pt x="58" y="80"/>
                    <a:pt x="50" y="91"/>
                  </a:cubicBezTo>
                  <a:cubicBezTo>
                    <a:pt x="42" y="100"/>
                    <a:pt x="34" y="110"/>
                    <a:pt x="27" y="120"/>
                  </a:cubicBezTo>
                  <a:cubicBezTo>
                    <a:pt x="25" y="123"/>
                    <a:pt x="22" y="127"/>
                    <a:pt x="19" y="131"/>
                  </a:cubicBezTo>
                  <a:cubicBezTo>
                    <a:pt x="18" y="134"/>
                    <a:pt x="14" y="137"/>
                    <a:pt x="11" y="137"/>
                  </a:cubicBezTo>
                  <a:cubicBezTo>
                    <a:pt x="9" y="137"/>
                    <a:pt x="8" y="137"/>
                    <a:pt x="7" y="13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" name="Google Shape;3665;p42"/>
            <p:cNvSpPr/>
            <p:nvPr/>
          </p:nvSpPr>
          <p:spPr>
            <a:xfrm>
              <a:off x="3616560" y="4430160"/>
              <a:ext cx="36720" cy="39960"/>
            </a:xfrm>
            <a:custGeom>
              <a:avLst/>
              <a:gdLst/>
              <a:ahLst/>
              <a:cxnLst/>
              <a:rect l="l" t="t" r="r" b="b"/>
              <a:pathLst>
                <a:path w="102" h="111" extrusionOk="0">
                  <a:moveTo>
                    <a:pt x="6" y="108"/>
                  </a:moveTo>
                  <a:cubicBezTo>
                    <a:pt x="1" y="105"/>
                    <a:pt x="0" y="100"/>
                    <a:pt x="3" y="96"/>
                  </a:cubicBezTo>
                  <a:cubicBezTo>
                    <a:pt x="8" y="87"/>
                    <a:pt x="13" y="79"/>
                    <a:pt x="18" y="71"/>
                  </a:cubicBezTo>
                  <a:cubicBezTo>
                    <a:pt x="24" y="63"/>
                    <a:pt x="30" y="55"/>
                    <a:pt x="36" y="48"/>
                  </a:cubicBezTo>
                  <a:cubicBezTo>
                    <a:pt x="40" y="44"/>
                    <a:pt x="44" y="40"/>
                    <a:pt x="48" y="36"/>
                  </a:cubicBezTo>
                  <a:cubicBezTo>
                    <a:pt x="51" y="32"/>
                    <a:pt x="55" y="29"/>
                    <a:pt x="59" y="25"/>
                  </a:cubicBezTo>
                  <a:cubicBezTo>
                    <a:pt x="66" y="19"/>
                    <a:pt x="74" y="12"/>
                    <a:pt x="81" y="6"/>
                  </a:cubicBezTo>
                  <a:cubicBezTo>
                    <a:pt x="83" y="5"/>
                    <a:pt x="84" y="4"/>
                    <a:pt x="85" y="3"/>
                  </a:cubicBezTo>
                  <a:cubicBezTo>
                    <a:pt x="89" y="0"/>
                    <a:pt x="94" y="0"/>
                    <a:pt x="98" y="3"/>
                  </a:cubicBezTo>
                  <a:cubicBezTo>
                    <a:pt x="101" y="7"/>
                    <a:pt x="101" y="13"/>
                    <a:pt x="97" y="16"/>
                  </a:cubicBezTo>
                  <a:cubicBezTo>
                    <a:pt x="89" y="23"/>
                    <a:pt x="81" y="30"/>
                    <a:pt x="74" y="37"/>
                  </a:cubicBezTo>
                  <a:cubicBezTo>
                    <a:pt x="67" y="42"/>
                    <a:pt x="62" y="47"/>
                    <a:pt x="56" y="53"/>
                  </a:cubicBezTo>
                  <a:cubicBezTo>
                    <a:pt x="53" y="56"/>
                    <a:pt x="51" y="59"/>
                    <a:pt x="48" y="62"/>
                  </a:cubicBezTo>
                  <a:cubicBezTo>
                    <a:pt x="45" y="65"/>
                    <a:pt x="42" y="69"/>
                    <a:pt x="39" y="72"/>
                  </a:cubicBezTo>
                  <a:cubicBezTo>
                    <a:pt x="32" y="83"/>
                    <a:pt x="25" y="94"/>
                    <a:pt x="18" y="105"/>
                  </a:cubicBezTo>
                  <a:cubicBezTo>
                    <a:pt x="17" y="108"/>
                    <a:pt x="14" y="110"/>
                    <a:pt x="10" y="110"/>
                  </a:cubicBezTo>
                  <a:cubicBezTo>
                    <a:pt x="9" y="110"/>
                    <a:pt x="7" y="110"/>
                    <a:pt x="6" y="10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" name="Google Shape;3666;p42"/>
            <p:cNvSpPr/>
            <p:nvPr/>
          </p:nvSpPr>
          <p:spPr>
            <a:xfrm>
              <a:off x="3675960" y="4374000"/>
              <a:ext cx="44280" cy="33480"/>
            </a:xfrm>
            <a:custGeom>
              <a:avLst/>
              <a:gdLst/>
              <a:ahLst/>
              <a:cxnLst/>
              <a:rect l="l" t="t" r="r" b="b"/>
              <a:pathLst>
                <a:path w="123" h="93" extrusionOk="0">
                  <a:moveTo>
                    <a:pt x="5" y="90"/>
                  </a:moveTo>
                  <a:cubicBezTo>
                    <a:pt x="1" y="86"/>
                    <a:pt x="0" y="80"/>
                    <a:pt x="4" y="76"/>
                  </a:cubicBezTo>
                  <a:cubicBezTo>
                    <a:pt x="10" y="69"/>
                    <a:pt x="17" y="63"/>
                    <a:pt x="24" y="57"/>
                  </a:cubicBezTo>
                  <a:cubicBezTo>
                    <a:pt x="31" y="50"/>
                    <a:pt x="39" y="44"/>
                    <a:pt x="47" y="37"/>
                  </a:cubicBezTo>
                  <a:cubicBezTo>
                    <a:pt x="55" y="31"/>
                    <a:pt x="63" y="25"/>
                    <a:pt x="73" y="20"/>
                  </a:cubicBezTo>
                  <a:cubicBezTo>
                    <a:pt x="81" y="15"/>
                    <a:pt x="90" y="10"/>
                    <a:pt x="99" y="6"/>
                  </a:cubicBezTo>
                  <a:cubicBezTo>
                    <a:pt x="102" y="4"/>
                    <a:pt x="105" y="3"/>
                    <a:pt x="108" y="2"/>
                  </a:cubicBezTo>
                  <a:cubicBezTo>
                    <a:pt x="112" y="0"/>
                    <a:pt x="117" y="2"/>
                    <a:pt x="120" y="6"/>
                  </a:cubicBezTo>
                  <a:cubicBezTo>
                    <a:pt x="122" y="10"/>
                    <a:pt x="120" y="16"/>
                    <a:pt x="116" y="18"/>
                  </a:cubicBezTo>
                  <a:cubicBezTo>
                    <a:pt x="109" y="21"/>
                    <a:pt x="102" y="24"/>
                    <a:pt x="95" y="28"/>
                  </a:cubicBezTo>
                  <a:cubicBezTo>
                    <a:pt x="89" y="31"/>
                    <a:pt x="83" y="34"/>
                    <a:pt x="77" y="38"/>
                  </a:cubicBezTo>
                  <a:cubicBezTo>
                    <a:pt x="74" y="40"/>
                    <a:pt x="71" y="42"/>
                    <a:pt x="67" y="45"/>
                  </a:cubicBezTo>
                  <a:cubicBezTo>
                    <a:pt x="64" y="47"/>
                    <a:pt x="61" y="49"/>
                    <a:pt x="58" y="52"/>
                  </a:cubicBezTo>
                  <a:cubicBezTo>
                    <a:pt x="52" y="56"/>
                    <a:pt x="46" y="62"/>
                    <a:pt x="39" y="67"/>
                  </a:cubicBezTo>
                  <a:cubicBezTo>
                    <a:pt x="34" y="72"/>
                    <a:pt x="29" y="77"/>
                    <a:pt x="24" y="82"/>
                  </a:cubicBezTo>
                  <a:cubicBezTo>
                    <a:pt x="22" y="84"/>
                    <a:pt x="20" y="86"/>
                    <a:pt x="18" y="88"/>
                  </a:cubicBezTo>
                  <a:cubicBezTo>
                    <a:pt x="17" y="91"/>
                    <a:pt x="14" y="92"/>
                    <a:pt x="11" y="92"/>
                  </a:cubicBezTo>
                  <a:cubicBezTo>
                    <a:pt x="8" y="92"/>
                    <a:pt x="7" y="91"/>
                    <a:pt x="5" y="9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" name="Google Shape;3667;p42"/>
            <p:cNvSpPr/>
            <p:nvPr/>
          </p:nvSpPr>
          <p:spPr>
            <a:xfrm>
              <a:off x="3752640" y="4352400"/>
              <a:ext cx="43200" cy="12960"/>
            </a:xfrm>
            <a:custGeom>
              <a:avLst/>
              <a:gdLst/>
              <a:ahLst/>
              <a:cxnLst/>
              <a:rect l="l" t="t" r="r" b="b"/>
              <a:pathLst>
                <a:path w="120" h="36" extrusionOk="0">
                  <a:moveTo>
                    <a:pt x="8" y="35"/>
                  </a:moveTo>
                  <a:cubicBezTo>
                    <a:pt x="3" y="34"/>
                    <a:pt x="0" y="28"/>
                    <a:pt x="2" y="23"/>
                  </a:cubicBezTo>
                  <a:cubicBezTo>
                    <a:pt x="3" y="19"/>
                    <a:pt x="6" y="17"/>
                    <a:pt x="10" y="16"/>
                  </a:cubicBezTo>
                  <a:cubicBezTo>
                    <a:pt x="11" y="16"/>
                    <a:pt x="12" y="16"/>
                    <a:pt x="14" y="16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27" y="13"/>
                    <a:pt x="42" y="9"/>
                    <a:pt x="57" y="6"/>
                  </a:cubicBezTo>
                  <a:cubicBezTo>
                    <a:pt x="65" y="4"/>
                    <a:pt x="73" y="3"/>
                    <a:pt x="82" y="2"/>
                  </a:cubicBezTo>
                  <a:cubicBezTo>
                    <a:pt x="91" y="1"/>
                    <a:pt x="100" y="1"/>
                    <a:pt x="109" y="0"/>
                  </a:cubicBezTo>
                  <a:cubicBezTo>
                    <a:pt x="114" y="0"/>
                    <a:pt x="119" y="3"/>
                    <a:pt x="119" y="9"/>
                  </a:cubicBezTo>
                  <a:cubicBezTo>
                    <a:pt x="119" y="13"/>
                    <a:pt x="116" y="18"/>
                    <a:pt x="111" y="18"/>
                  </a:cubicBezTo>
                  <a:cubicBezTo>
                    <a:pt x="104" y="19"/>
                    <a:pt x="98" y="19"/>
                    <a:pt x="92" y="20"/>
                  </a:cubicBezTo>
                  <a:cubicBezTo>
                    <a:pt x="87" y="20"/>
                    <a:pt x="82" y="20"/>
                    <a:pt x="76" y="21"/>
                  </a:cubicBezTo>
                  <a:cubicBezTo>
                    <a:pt x="65" y="23"/>
                    <a:pt x="55" y="25"/>
                    <a:pt x="44" y="28"/>
                  </a:cubicBezTo>
                  <a:cubicBezTo>
                    <a:pt x="34" y="31"/>
                    <a:pt x="24" y="33"/>
                    <a:pt x="13" y="35"/>
                  </a:cubicBezTo>
                  <a:lnTo>
                    <a:pt x="12" y="35"/>
                  </a:lnTo>
                  <a:lnTo>
                    <a:pt x="13" y="35"/>
                  </a:lnTo>
                  <a:cubicBezTo>
                    <a:pt x="12" y="35"/>
                    <a:pt x="11" y="35"/>
                    <a:pt x="10" y="35"/>
                  </a:cubicBezTo>
                  <a:cubicBezTo>
                    <a:pt x="10" y="35"/>
                    <a:pt x="9" y="35"/>
                    <a:pt x="8" y="3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" name="Google Shape;3668;p42"/>
            <p:cNvSpPr/>
            <p:nvPr/>
          </p:nvSpPr>
          <p:spPr>
            <a:xfrm>
              <a:off x="3812760" y="4357800"/>
              <a:ext cx="35280" cy="19800"/>
            </a:xfrm>
            <a:custGeom>
              <a:avLst/>
              <a:gdLst/>
              <a:ahLst/>
              <a:cxnLst/>
              <a:rect l="l" t="t" r="r" b="b"/>
              <a:pathLst>
                <a:path w="98" h="55" extrusionOk="0">
                  <a:moveTo>
                    <a:pt x="84" y="53"/>
                  </a:moveTo>
                  <a:cubicBezTo>
                    <a:pt x="74" y="48"/>
                    <a:pt x="64" y="43"/>
                    <a:pt x="55" y="38"/>
                  </a:cubicBezTo>
                  <a:cubicBezTo>
                    <a:pt x="46" y="34"/>
                    <a:pt x="38" y="30"/>
                    <a:pt x="29" y="26"/>
                  </a:cubicBezTo>
                  <a:cubicBezTo>
                    <a:pt x="24" y="24"/>
                    <a:pt x="18" y="22"/>
                    <a:pt x="13" y="21"/>
                  </a:cubicBezTo>
                  <a:cubicBezTo>
                    <a:pt x="11" y="20"/>
                    <a:pt x="9" y="20"/>
                    <a:pt x="7" y="20"/>
                  </a:cubicBezTo>
                  <a:cubicBezTo>
                    <a:pt x="3" y="18"/>
                    <a:pt x="0" y="13"/>
                    <a:pt x="1" y="8"/>
                  </a:cubicBezTo>
                  <a:cubicBezTo>
                    <a:pt x="3" y="3"/>
                    <a:pt x="8" y="0"/>
                    <a:pt x="13" y="2"/>
                  </a:cubicBezTo>
                  <a:cubicBezTo>
                    <a:pt x="15" y="2"/>
                    <a:pt x="18" y="3"/>
                    <a:pt x="20" y="3"/>
                  </a:cubicBezTo>
                  <a:cubicBezTo>
                    <a:pt x="23" y="4"/>
                    <a:pt x="26" y="5"/>
                    <a:pt x="29" y="6"/>
                  </a:cubicBezTo>
                  <a:cubicBezTo>
                    <a:pt x="34" y="9"/>
                    <a:pt x="40" y="11"/>
                    <a:pt x="45" y="13"/>
                  </a:cubicBezTo>
                  <a:cubicBezTo>
                    <a:pt x="57" y="19"/>
                    <a:pt x="68" y="25"/>
                    <a:pt x="79" y="31"/>
                  </a:cubicBezTo>
                  <a:cubicBezTo>
                    <a:pt x="79" y="31"/>
                    <a:pt x="78" y="31"/>
                    <a:pt x="78" y="30"/>
                  </a:cubicBezTo>
                  <a:cubicBezTo>
                    <a:pt x="81" y="32"/>
                    <a:pt x="83" y="33"/>
                    <a:pt x="85" y="34"/>
                  </a:cubicBezTo>
                  <a:cubicBezTo>
                    <a:pt x="88" y="35"/>
                    <a:pt x="89" y="37"/>
                    <a:pt x="92" y="38"/>
                  </a:cubicBezTo>
                  <a:cubicBezTo>
                    <a:pt x="96" y="40"/>
                    <a:pt x="97" y="45"/>
                    <a:pt x="95" y="49"/>
                  </a:cubicBezTo>
                  <a:cubicBezTo>
                    <a:pt x="94" y="52"/>
                    <a:pt x="91" y="54"/>
                    <a:pt x="87" y="54"/>
                  </a:cubicBezTo>
                  <a:cubicBezTo>
                    <a:pt x="86" y="54"/>
                    <a:pt x="85" y="54"/>
                    <a:pt x="84" y="5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" name="Google Shape;3669;p42"/>
            <p:cNvSpPr/>
            <p:nvPr/>
          </p:nvSpPr>
          <p:spPr>
            <a:xfrm>
              <a:off x="3894480" y="4399200"/>
              <a:ext cx="61200" cy="51480"/>
            </a:xfrm>
            <a:custGeom>
              <a:avLst/>
              <a:gdLst/>
              <a:ahLst/>
              <a:cxnLst/>
              <a:rect l="l" t="t" r="r" b="b"/>
              <a:pathLst>
                <a:path w="170" h="143" extrusionOk="0">
                  <a:moveTo>
                    <a:pt x="154" y="140"/>
                  </a:moveTo>
                  <a:cubicBezTo>
                    <a:pt x="144" y="129"/>
                    <a:pt x="134" y="119"/>
                    <a:pt x="125" y="108"/>
                  </a:cubicBezTo>
                  <a:cubicBezTo>
                    <a:pt x="119" y="103"/>
                    <a:pt x="115" y="98"/>
                    <a:pt x="110" y="93"/>
                  </a:cubicBezTo>
                  <a:cubicBezTo>
                    <a:pt x="105" y="88"/>
                    <a:pt x="100" y="83"/>
                    <a:pt x="95" y="78"/>
                  </a:cubicBezTo>
                  <a:cubicBezTo>
                    <a:pt x="92" y="76"/>
                    <a:pt x="90" y="74"/>
                    <a:pt x="88" y="72"/>
                  </a:cubicBezTo>
                  <a:cubicBezTo>
                    <a:pt x="86" y="70"/>
                    <a:pt x="84" y="69"/>
                    <a:pt x="82" y="67"/>
                  </a:cubicBezTo>
                  <a:cubicBezTo>
                    <a:pt x="77" y="63"/>
                    <a:pt x="72" y="59"/>
                    <a:pt x="67" y="55"/>
                  </a:cubicBezTo>
                  <a:cubicBezTo>
                    <a:pt x="63" y="52"/>
                    <a:pt x="58" y="49"/>
                    <a:pt x="54" y="46"/>
                  </a:cubicBezTo>
                  <a:cubicBezTo>
                    <a:pt x="51" y="43"/>
                    <a:pt x="46" y="41"/>
                    <a:pt x="42" y="38"/>
                  </a:cubicBezTo>
                  <a:cubicBezTo>
                    <a:pt x="35" y="34"/>
                    <a:pt x="27" y="29"/>
                    <a:pt x="19" y="24"/>
                  </a:cubicBezTo>
                  <a:cubicBezTo>
                    <a:pt x="16" y="23"/>
                    <a:pt x="13" y="21"/>
                    <a:pt x="9" y="20"/>
                  </a:cubicBezTo>
                  <a:cubicBezTo>
                    <a:pt x="3" y="18"/>
                    <a:pt x="0" y="13"/>
                    <a:pt x="2" y="8"/>
                  </a:cubicBezTo>
                  <a:cubicBezTo>
                    <a:pt x="4" y="2"/>
                    <a:pt x="10" y="0"/>
                    <a:pt x="15" y="2"/>
                  </a:cubicBezTo>
                  <a:cubicBezTo>
                    <a:pt x="24" y="6"/>
                    <a:pt x="33" y="11"/>
                    <a:pt x="41" y="17"/>
                  </a:cubicBezTo>
                  <a:cubicBezTo>
                    <a:pt x="49" y="21"/>
                    <a:pt x="58" y="27"/>
                    <a:pt x="65" y="32"/>
                  </a:cubicBezTo>
                  <a:cubicBezTo>
                    <a:pt x="81" y="43"/>
                    <a:pt x="97" y="56"/>
                    <a:pt x="111" y="70"/>
                  </a:cubicBezTo>
                  <a:cubicBezTo>
                    <a:pt x="115" y="74"/>
                    <a:pt x="119" y="78"/>
                    <a:pt x="123" y="82"/>
                  </a:cubicBezTo>
                  <a:cubicBezTo>
                    <a:pt x="128" y="87"/>
                    <a:pt x="133" y="92"/>
                    <a:pt x="137" y="97"/>
                  </a:cubicBezTo>
                  <a:cubicBezTo>
                    <a:pt x="147" y="108"/>
                    <a:pt x="157" y="118"/>
                    <a:pt x="166" y="129"/>
                  </a:cubicBezTo>
                  <a:cubicBezTo>
                    <a:pt x="169" y="131"/>
                    <a:pt x="169" y="137"/>
                    <a:pt x="165" y="140"/>
                  </a:cubicBezTo>
                  <a:cubicBezTo>
                    <a:pt x="164" y="141"/>
                    <a:pt x="162" y="142"/>
                    <a:pt x="159" y="142"/>
                  </a:cubicBezTo>
                  <a:cubicBezTo>
                    <a:pt x="158" y="142"/>
                    <a:pt x="155" y="141"/>
                    <a:pt x="154" y="14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" name="Google Shape;3670;p42"/>
            <p:cNvSpPr/>
            <p:nvPr/>
          </p:nvSpPr>
          <p:spPr>
            <a:xfrm>
              <a:off x="3988440" y="4491360"/>
              <a:ext cx="52920" cy="46080"/>
            </a:xfrm>
            <a:custGeom>
              <a:avLst/>
              <a:gdLst/>
              <a:ahLst/>
              <a:cxnLst/>
              <a:rect l="l" t="t" r="r" b="b"/>
              <a:pathLst>
                <a:path w="147" h="128" extrusionOk="0">
                  <a:moveTo>
                    <a:pt x="132" y="125"/>
                  </a:moveTo>
                  <a:cubicBezTo>
                    <a:pt x="116" y="112"/>
                    <a:pt x="101" y="99"/>
                    <a:pt x="85" y="86"/>
                  </a:cubicBezTo>
                  <a:cubicBezTo>
                    <a:pt x="70" y="72"/>
                    <a:pt x="55" y="60"/>
                    <a:pt x="39" y="46"/>
                  </a:cubicBezTo>
                  <a:cubicBezTo>
                    <a:pt x="32" y="41"/>
                    <a:pt x="26" y="36"/>
                    <a:pt x="20" y="30"/>
                  </a:cubicBezTo>
                  <a:cubicBezTo>
                    <a:pt x="17" y="28"/>
                    <a:pt x="14" y="26"/>
                    <a:pt x="12" y="23"/>
                  </a:cubicBezTo>
                  <a:cubicBezTo>
                    <a:pt x="10" y="22"/>
                    <a:pt x="8" y="21"/>
                    <a:pt x="6" y="19"/>
                  </a:cubicBezTo>
                  <a:cubicBezTo>
                    <a:pt x="5" y="18"/>
                    <a:pt x="4" y="17"/>
                    <a:pt x="3" y="16"/>
                  </a:cubicBezTo>
                  <a:cubicBezTo>
                    <a:pt x="0" y="11"/>
                    <a:pt x="1" y="4"/>
                    <a:pt x="6" y="2"/>
                  </a:cubicBezTo>
                  <a:cubicBezTo>
                    <a:pt x="11" y="0"/>
                    <a:pt x="16" y="1"/>
                    <a:pt x="19" y="5"/>
                  </a:cubicBezTo>
                  <a:cubicBezTo>
                    <a:pt x="25" y="11"/>
                    <a:pt x="32" y="17"/>
                    <a:pt x="39" y="23"/>
                  </a:cubicBezTo>
                  <a:cubicBezTo>
                    <a:pt x="46" y="29"/>
                    <a:pt x="54" y="36"/>
                    <a:pt x="62" y="42"/>
                  </a:cubicBezTo>
                  <a:cubicBezTo>
                    <a:pt x="76" y="54"/>
                    <a:pt x="90" y="67"/>
                    <a:pt x="104" y="79"/>
                  </a:cubicBezTo>
                  <a:cubicBezTo>
                    <a:pt x="117" y="90"/>
                    <a:pt x="130" y="102"/>
                    <a:pt x="142" y="113"/>
                  </a:cubicBezTo>
                  <a:cubicBezTo>
                    <a:pt x="146" y="115"/>
                    <a:pt x="146" y="121"/>
                    <a:pt x="143" y="124"/>
                  </a:cubicBezTo>
                  <a:cubicBezTo>
                    <a:pt x="141" y="126"/>
                    <a:pt x="139" y="127"/>
                    <a:pt x="137" y="127"/>
                  </a:cubicBezTo>
                  <a:cubicBezTo>
                    <a:pt x="135" y="127"/>
                    <a:pt x="133" y="127"/>
                    <a:pt x="132" y="12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" name="Google Shape;3671;p42"/>
            <p:cNvSpPr/>
            <p:nvPr/>
          </p:nvSpPr>
          <p:spPr>
            <a:xfrm>
              <a:off x="4081680" y="4574520"/>
              <a:ext cx="22680" cy="27720"/>
            </a:xfrm>
            <a:custGeom>
              <a:avLst/>
              <a:gdLst/>
              <a:ahLst/>
              <a:cxnLst/>
              <a:rect l="l" t="t" r="r" b="b"/>
              <a:pathLst>
                <a:path w="63" h="77" extrusionOk="0">
                  <a:moveTo>
                    <a:pt x="44" y="72"/>
                  </a:moveTo>
                  <a:cubicBezTo>
                    <a:pt x="38" y="63"/>
                    <a:pt x="32" y="55"/>
                    <a:pt x="25" y="46"/>
                  </a:cubicBezTo>
                  <a:cubicBezTo>
                    <a:pt x="20" y="38"/>
                    <a:pt x="15" y="31"/>
                    <a:pt x="9" y="23"/>
                  </a:cubicBezTo>
                  <a:lnTo>
                    <a:pt x="10" y="24"/>
                  </a:lnTo>
                  <a:cubicBezTo>
                    <a:pt x="9" y="23"/>
                    <a:pt x="8" y="21"/>
                    <a:pt x="7" y="20"/>
                  </a:cubicBezTo>
                  <a:cubicBezTo>
                    <a:pt x="7" y="21"/>
                    <a:pt x="8" y="21"/>
                    <a:pt x="8" y="21"/>
                  </a:cubicBezTo>
                  <a:cubicBezTo>
                    <a:pt x="7" y="20"/>
                    <a:pt x="6" y="19"/>
                    <a:pt x="5" y="18"/>
                  </a:cubicBezTo>
                  <a:cubicBezTo>
                    <a:pt x="1" y="16"/>
                    <a:pt x="0" y="10"/>
                    <a:pt x="3" y="6"/>
                  </a:cubicBezTo>
                  <a:cubicBezTo>
                    <a:pt x="6" y="0"/>
                    <a:pt x="13" y="0"/>
                    <a:pt x="17" y="3"/>
                  </a:cubicBezTo>
                  <a:cubicBezTo>
                    <a:pt x="19" y="5"/>
                    <a:pt x="20" y="6"/>
                    <a:pt x="21" y="8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7" y="15"/>
                    <a:pt x="32" y="23"/>
                    <a:pt x="38" y="32"/>
                  </a:cubicBezTo>
                  <a:cubicBezTo>
                    <a:pt x="44" y="42"/>
                    <a:pt x="52" y="52"/>
                    <a:pt x="59" y="62"/>
                  </a:cubicBezTo>
                  <a:cubicBezTo>
                    <a:pt x="62" y="65"/>
                    <a:pt x="61" y="71"/>
                    <a:pt x="57" y="74"/>
                  </a:cubicBezTo>
                  <a:cubicBezTo>
                    <a:pt x="55" y="75"/>
                    <a:pt x="54" y="76"/>
                    <a:pt x="52" y="76"/>
                  </a:cubicBezTo>
                  <a:cubicBezTo>
                    <a:pt x="49" y="76"/>
                    <a:pt x="46" y="74"/>
                    <a:pt x="44" y="7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" name="Google Shape;3672;p42"/>
            <p:cNvSpPr/>
            <p:nvPr/>
          </p:nvSpPr>
          <p:spPr>
            <a:xfrm>
              <a:off x="4173120" y="4628520"/>
              <a:ext cx="29880" cy="17640"/>
            </a:xfrm>
            <a:custGeom>
              <a:avLst/>
              <a:gdLst/>
              <a:ahLst/>
              <a:cxnLst/>
              <a:rect l="l" t="t" r="r" b="b"/>
              <a:pathLst>
                <a:path w="83" h="49" extrusionOk="0">
                  <a:moveTo>
                    <a:pt x="69" y="47"/>
                  </a:moveTo>
                  <a:cubicBezTo>
                    <a:pt x="61" y="45"/>
                    <a:pt x="54" y="43"/>
                    <a:pt x="47" y="40"/>
                  </a:cubicBezTo>
                  <a:cubicBezTo>
                    <a:pt x="39" y="37"/>
                    <a:pt x="31" y="33"/>
                    <a:pt x="23" y="29"/>
                  </a:cubicBezTo>
                  <a:cubicBezTo>
                    <a:pt x="20" y="28"/>
                    <a:pt x="16" y="25"/>
                    <a:pt x="14" y="23"/>
                  </a:cubicBezTo>
                  <a:cubicBezTo>
                    <a:pt x="12" y="22"/>
                    <a:pt x="10" y="21"/>
                    <a:pt x="9" y="20"/>
                  </a:cubicBezTo>
                  <a:cubicBezTo>
                    <a:pt x="8" y="19"/>
                    <a:pt x="7" y="19"/>
                    <a:pt x="5" y="18"/>
                  </a:cubicBezTo>
                  <a:cubicBezTo>
                    <a:pt x="1" y="15"/>
                    <a:pt x="0" y="8"/>
                    <a:pt x="4" y="4"/>
                  </a:cubicBezTo>
                  <a:cubicBezTo>
                    <a:pt x="7" y="0"/>
                    <a:pt x="15" y="0"/>
                    <a:pt x="18" y="4"/>
                  </a:cubicBezTo>
                  <a:cubicBezTo>
                    <a:pt x="19" y="4"/>
                    <a:pt x="19" y="5"/>
                    <a:pt x="19" y="5"/>
                  </a:cubicBezTo>
                  <a:cubicBezTo>
                    <a:pt x="24" y="8"/>
                    <a:pt x="28" y="11"/>
                    <a:pt x="33" y="14"/>
                  </a:cubicBezTo>
                  <a:cubicBezTo>
                    <a:pt x="37" y="15"/>
                    <a:pt x="40" y="17"/>
                    <a:pt x="44" y="19"/>
                  </a:cubicBezTo>
                  <a:cubicBezTo>
                    <a:pt x="49" y="21"/>
                    <a:pt x="53" y="23"/>
                    <a:pt x="57" y="25"/>
                  </a:cubicBezTo>
                  <a:cubicBezTo>
                    <a:pt x="63" y="26"/>
                    <a:pt x="68" y="28"/>
                    <a:pt x="74" y="30"/>
                  </a:cubicBezTo>
                  <a:cubicBezTo>
                    <a:pt x="79" y="32"/>
                    <a:pt x="82" y="37"/>
                    <a:pt x="80" y="41"/>
                  </a:cubicBezTo>
                  <a:cubicBezTo>
                    <a:pt x="79" y="46"/>
                    <a:pt x="75" y="48"/>
                    <a:pt x="71" y="48"/>
                  </a:cubicBezTo>
                  <a:cubicBezTo>
                    <a:pt x="71" y="48"/>
                    <a:pt x="69" y="48"/>
                    <a:pt x="69" y="4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" name="Google Shape;3673;p42"/>
            <p:cNvSpPr/>
            <p:nvPr/>
          </p:nvSpPr>
          <p:spPr>
            <a:xfrm>
              <a:off x="4237920" y="4626360"/>
              <a:ext cx="45360" cy="19080"/>
            </a:xfrm>
            <a:custGeom>
              <a:avLst/>
              <a:gdLst/>
              <a:ahLst/>
              <a:cxnLst/>
              <a:rect l="l" t="t" r="r" b="b"/>
              <a:pathLst>
                <a:path w="126" h="53" extrusionOk="0">
                  <a:moveTo>
                    <a:pt x="1" y="45"/>
                  </a:moveTo>
                  <a:cubicBezTo>
                    <a:pt x="0" y="39"/>
                    <a:pt x="3" y="34"/>
                    <a:pt x="8" y="33"/>
                  </a:cubicBezTo>
                  <a:cubicBezTo>
                    <a:pt x="22" y="30"/>
                    <a:pt x="35" y="27"/>
                    <a:pt x="49" y="22"/>
                  </a:cubicBezTo>
                  <a:cubicBezTo>
                    <a:pt x="70" y="17"/>
                    <a:pt x="91" y="9"/>
                    <a:pt x="112" y="2"/>
                  </a:cubicBezTo>
                  <a:cubicBezTo>
                    <a:pt x="117" y="0"/>
                    <a:pt x="122" y="2"/>
                    <a:pt x="124" y="7"/>
                  </a:cubicBezTo>
                  <a:cubicBezTo>
                    <a:pt x="125" y="11"/>
                    <a:pt x="123" y="17"/>
                    <a:pt x="118" y="18"/>
                  </a:cubicBezTo>
                  <a:cubicBezTo>
                    <a:pt x="100" y="25"/>
                    <a:pt x="82" y="32"/>
                    <a:pt x="63" y="37"/>
                  </a:cubicBezTo>
                  <a:cubicBezTo>
                    <a:pt x="55" y="40"/>
                    <a:pt x="47" y="42"/>
                    <a:pt x="39" y="45"/>
                  </a:cubicBezTo>
                  <a:cubicBezTo>
                    <a:pt x="30" y="47"/>
                    <a:pt x="21" y="49"/>
                    <a:pt x="12" y="52"/>
                  </a:cubicBezTo>
                  <a:cubicBezTo>
                    <a:pt x="11" y="52"/>
                    <a:pt x="11" y="52"/>
                    <a:pt x="10" y="52"/>
                  </a:cubicBezTo>
                  <a:cubicBezTo>
                    <a:pt x="6" y="52"/>
                    <a:pt x="2" y="49"/>
                    <a:pt x="1" y="4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" name="Google Shape;3674;p42"/>
            <p:cNvSpPr/>
            <p:nvPr/>
          </p:nvSpPr>
          <p:spPr>
            <a:xfrm>
              <a:off x="4312440" y="4589640"/>
              <a:ext cx="23760" cy="22320"/>
            </a:xfrm>
            <a:custGeom>
              <a:avLst/>
              <a:gdLst/>
              <a:ahLst/>
              <a:cxnLst/>
              <a:rect l="l" t="t" r="r" b="b"/>
              <a:pathLst>
                <a:path w="66" h="62" extrusionOk="0">
                  <a:moveTo>
                    <a:pt x="3" y="57"/>
                  </a:moveTo>
                  <a:cubicBezTo>
                    <a:pt x="0" y="54"/>
                    <a:pt x="0" y="48"/>
                    <a:pt x="4" y="44"/>
                  </a:cubicBezTo>
                  <a:cubicBezTo>
                    <a:pt x="11" y="38"/>
                    <a:pt x="18" y="32"/>
                    <a:pt x="24" y="25"/>
                  </a:cubicBezTo>
                  <a:cubicBezTo>
                    <a:pt x="32" y="18"/>
                    <a:pt x="40" y="11"/>
                    <a:pt x="49" y="4"/>
                  </a:cubicBezTo>
                  <a:cubicBezTo>
                    <a:pt x="52" y="0"/>
                    <a:pt x="58" y="1"/>
                    <a:pt x="61" y="4"/>
                  </a:cubicBezTo>
                  <a:cubicBezTo>
                    <a:pt x="65" y="9"/>
                    <a:pt x="65" y="14"/>
                    <a:pt x="61" y="17"/>
                  </a:cubicBezTo>
                  <a:cubicBezTo>
                    <a:pt x="53" y="25"/>
                    <a:pt x="45" y="32"/>
                    <a:pt x="37" y="39"/>
                  </a:cubicBezTo>
                  <a:cubicBezTo>
                    <a:pt x="30" y="45"/>
                    <a:pt x="24" y="52"/>
                    <a:pt x="17" y="59"/>
                  </a:cubicBezTo>
                  <a:cubicBezTo>
                    <a:pt x="15" y="60"/>
                    <a:pt x="12" y="61"/>
                    <a:pt x="10" y="61"/>
                  </a:cubicBezTo>
                  <a:cubicBezTo>
                    <a:pt x="8" y="61"/>
                    <a:pt x="5" y="60"/>
                    <a:pt x="3" y="5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" name="Google Shape;3675;p42"/>
            <p:cNvSpPr/>
            <p:nvPr/>
          </p:nvSpPr>
          <p:spPr>
            <a:xfrm>
              <a:off x="4367520" y="4523760"/>
              <a:ext cx="34560" cy="32040"/>
            </a:xfrm>
            <a:custGeom>
              <a:avLst/>
              <a:gdLst/>
              <a:ahLst/>
              <a:cxnLst/>
              <a:rect l="l" t="t" r="r" b="b"/>
              <a:pathLst>
                <a:path w="96" h="89" extrusionOk="0">
                  <a:moveTo>
                    <a:pt x="4" y="86"/>
                  </a:moveTo>
                  <a:cubicBezTo>
                    <a:pt x="2" y="84"/>
                    <a:pt x="1" y="81"/>
                    <a:pt x="0" y="79"/>
                  </a:cubicBezTo>
                  <a:cubicBezTo>
                    <a:pt x="0" y="76"/>
                    <a:pt x="1" y="73"/>
                    <a:pt x="4" y="71"/>
                  </a:cubicBezTo>
                  <a:cubicBezTo>
                    <a:pt x="9" y="66"/>
                    <a:pt x="14" y="61"/>
                    <a:pt x="20" y="56"/>
                  </a:cubicBezTo>
                  <a:cubicBezTo>
                    <a:pt x="27" y="51"/>
                    <a:pt x="32" y="46"/>
                    <a:pt x="38" y="41"/>
                  </a:cubicBezTo>
                  <a:cubicBezTo>
                    <a:pt x="52" y="28"/>
                    <a:pt x="66" y="16"/>
                    <a:pt x="78" y="3"/>
                  </a:cubicBezTo>
                  <a:cubicBezTo>
                    <a:pt x="82" y="0"/>
                    <a:pt x="88" y="0"/>
                    <a:pt x="91" y="4"/>
                  </a:cubicBezTo>
                  <a:cubicBezTo>
                    <a:pt x="95" y="8"/>
                    <a:pt x="94" y="13"/>
                    <a:pt x="91" y="17"/>
                  </a:cubicBezTo>
                  <a:cubicBezTo>
                    <a:pt x="79" y="28"/>
                    <a:pt x="67" y="39"/>
                    <a:pt x="55" y="50"/>
                  </a:cubicBezTo>
                  <a:cubicBezTo>
                    <a:pt x="49" y="55"/>
                    <a:pt x="43" y="60"/>
                    <a:pt x="38" y="66"/>
                  </a:cubicBezTo>
                  <a:cubicBezTo>
                    <a:pt x="32" y="70"/>
                    <a:pt x="26" y="76"/>
                    <a:pt x="21" y="81"/>
                  </a:cubicBezTo>
                  <a:cubicBezTo>
                    <a:pt x="21" y="80"/>
                    <a:pt x="21" y="80"/>
                    <a:pt x="21" y="80"/>
                  </a:cubicBezTo>
                  <a:lnTo>
                    <a:pt x="21" y="81"/>
                  </a:lnTo>
                  <a:cubicBezTo>
                    <a:pt x="20" y="82"/>
                    <a:pt x="18" y="83"/>
                    <a:pt x="17" y="84"/>
                  </a:cubicBezTo>
                  <a:cubicBezTo>
                    <a:pt x="15" y="87"/>
                    <a:pt x="13" y="88"/>
                    <a:pt x="10" y="88"/>
                  </a:cubicBezTo>
                  <a:cubicBezTo>
                    <a:pt x="8" y="88"/>
                    <a:pt x="6" y="87"/>
                    <a:pt x="4" y="8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" name="Google Shape;3676;p42"/>
            <p:cNvSpPr/>
            <p:nvPr/>
          </p:nvSpPr>
          <p:spPr>
            <a:xfrm>
              <a:off x="4428360" y="4454280"/>
              <a:ext cx="37080" cy="38520"/>
            </a:xfrm>
            <a:custGeom>
              <a:avLst/>
              <a:gdLst/>
              <a:ahLst/>
              <a:cxnLst/>
              <a:rect l="l" t="t" r="r" b="b"/>
              <a:pathLst>
                <a:path w="103" h="107" extrusionOk="0">
                  <a:moveTo>
                    <a:pt x="9" y="106"/>
                  </a:moveTo>
                  <a:cubicBezTo>
                    <a:pt x="3" y="104"/>
                    <a:pt x="0" y="98"/>
                    <a:pt x="3" y="92"/>
                  </a:cubicBezTo>
                  <a:cubicBezTo>
                    <a:pt x="7" y="84"/>
                    <a:pt x="14" y="76"/>
                    <a:pt x="20" y="69"/>
                  </a:cubicBezTo>
                  <a:cubicBezTo>
                    <a:pt x="27" y="62"/>
                    <a:pt x="34" y="56"/>
                    <a:pt x="41" y="49"/>
                  </a:cubicBezTo>
                  <a:cubicBezTo>
                    <a:pt x="56" y="35"/>
                    <a:pt x="71" y="21"/>
                    <a:pt x="85" y="6"/>
                  </a:cubicBezTo>
                  <a:cubicBezTo>
                    <a:pt x="86" y="6"/>
                    <a:pt x="87" y="4"/>
                    <a:pt x="87" y="4"/>
                  </a:cubicBezTo>
                  <a:cubicBezTo>
                    <a:pt x="91" y="0"/>
                    <a:pt x="97" y="1"/>
                    <a:pt x="100" y="4"/>
                  </a:cubicBezTo>
                  <a:cubicBezTo>
                    <a:pt x="101" y="6"/>
                    <a:pt x="102" y="9"/>
                    <a:pt x="102" y="11"/>
                  </a:cubicBezTo>
                  <a:cubicBezTo>
                    <a:pt x="102" y="13"/>
                    <a:pt x="101" y="16"/>
                    <a:pt x="99" y="17"/>
                  </a:cubicBezTo>
                  <a:cubicBezTo>
                    <a:pt x="88" y="28"/>
                    <a:pt x="77" y="39"/>
                    <a:pt x="66" y="51"/>
                  </a:cubicBezTo>
                  <a:cubicBezTo>
                    <a:pt x="56" y="60"/>
                    <a:pt x="45" y="71"/>
                    <a:pt x="35" y="81"/>
                  </a:cubicBezTo>
                  <a:cubicBezTo>
                    <a:pt x="31" y="85"/>
                    <a:pt x="28" y="88"/>
                    <a:pt x="25" y="92"/>
                  </a:cubicBezTo>
                  <a:cubicBezTo>
                    <a:pt x="24" y="94"/>
                    <a:pt x="23" y="95"/>
                    <a:pt x="21" y="97"/>
                  </a:cubicBezTo>
                  <a:cubicBezTo>
                    <a:pt x="21" y="98"/>
                    <a:pt x="21" y="99"/>
                    <a:pt x="20" y="101"/>
                  </a:cubicBezTo>
                  <a:cubicBezTo>
                    <a:pt x="20" y="100"/>
                    <a:pt x="20" y="100"/>
                    <a:pt x="20" y="99"/>
                  </a:cubicBezTo>
                  <a:cubicBezTo>
                    <a:pt x="20" y="102"/>
                    <a:pt x="18" y="104"/>
                    <a:pt x="16" y="105"/>
                  </a:cubicBezTo>
                  <a:cubicBezTo>
                    <a:pt x="14" y="106"/>
                    <a:pt x="13" y="106"/>
                    <a:pt x="11" y="106"/>
                  </a:cubicBezTo>
                  <a:cubicBezTo>
                    <a:pt x="10" y="106"/>
                    <a:pt x="10" y="106"/>
                    <a:pt x="9" y="10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" name="Google Shape;3677;p42"/>
            <p:cNvSpPr/>
            <p:nvPr/>
          </p:nvSpPr>
          <p:spPr>
            <a:xfrm>
              <a:off x="4491000" y="4366440"/>
              <a:ext cx="49680" cy="60840"/>
            </a:xfrm>
            <a:custGeom>
              <a:avLst/>
              <a:gdLst/>
              <a:ahLst/>
              <a:cxnLst/>
              <a:rect l="l" t="t" r="r" b="b"/>
              <a:pathLst>
                <a:path w="138" h="169" extrusionOk="0">
                  <a:moveTo>
                    <a:pt x="9" y="167"/>
                  </a:moveTo>
                  <a:cubicBezTo>
                    <a:pt x="4" y="166"/>
                    <a:pt x="0" y="161"/>
                    <a:pt x="1" y="157"/>
                  </a:cubicBezTo>
                  <a:cubicBezTo>
                    <a:pt x="4" y="147"/>
                    <a:pt x="8" y="139"/>
                    <a:pt x="14" y="131"/>
                  </a:cubicBezTo>
                  <a:cubicBezTo>
                    <a:pt x="20" y="123"/>
                    <a:pt x="26" y="116"/>
                    <a:pt x="33" y="109"/>
                  </a:cubicBezTo>
                  <a:cubicBezTo>
                    <a:pt x="40" y="102"/>
                    <a:pt x="46" y="95"/>
                    <a:pt x="52" y="88"/>
                  </a:cubicBezTo>
                  <a:cubicBezTo>
                    <a:pt x="58" y="81"/>
                    <a:pt x="64" y="74"/>
                    <a:pt x="69" y="66"/>
                  </a:cubicBezTo>
                  <a:cubicBezTo>
                    <a:pt x="70" y="66"/>
                    <a:pt x="70" y="66"/>
                    <a:pt x="70" y="66"/>
                  </a:cubicBezTo>
                  <a:cubicBezTo>
                    <a:pt x="78" y="56"/>
                    <a:pt x="84" y="45"/>
                    <a:pt x="91" y="35"/>
                  </a:cubicBezTo>
                  <a:cubicBezTo>
                    <a:pt x="99" y="23"/>
                    <a:pt x="110" y="13"/>
                    <a:pt x="121" y="3"/>
                  </a:cubicBezTo>
                  <a:cubicBezTo>
                    <a:pt x="125" y="0"/>
                    <a:pt x="131" y="0"/>
                    <a:pt x="133" y="4"/>
                  </a:cubicBezTo>
                  <a:cubicBezTo>
                    <a:pt x="137" y="7"/>
                    <a:pt x="137" y="13"/>
                    <a:pt x="133" y="17"/>
                  </a:cubicBezTo>
                  <a:cubicBezTo>
                    <a:pt x="128" y="21"/>
                    <a:pt x="124" y="25"/>
                    <a:pt x="119" y="30"/>
                  </a:cubicBezTo>
                  <a:cubicBezTo>
                    <a:pt x="117" y="32"/>
                    <a:pt x="115" y="34"/>
                    <a:pt x="114" y="35"/>
                  </a:cubicBezTo>
                  <a:cubicBezTo>
                    <a:pt x="112" y="37"/>
                    <a:pt x="111" y="39"/>
                    <a:pt x="110" y="41"/>
                  </a:cubicBezTo>
                  <a:cubicBezTo>
                    <a:pt x="104" y="48"/>
                    <a:pt x="100" y="56"/>
                    <a:pt x="94" y="64"/>
                  </a:cubicBezTo>
                  <a:cubicBezTo>
                    <a:pt x="88" y="72"/>
                    <a:pt x="82" y="80"/>
                    <a:pt x="76" y="87"/>
                  </a:cubicBezTo>
                  <a:cubicBezTo>
                    <a:pt x="64" y="103"/>
                    <a:pt x="50" y="117"/>
                    <a:pt x="37" y="132"/>
                  </a:cubicBezTo>
                  <a:cubicBezTo>
                    <a:pt x="34" y="135"/>
                    <a:pt x="31" y="139"/>
                    <a:pt x="29" y="143"/>
                  </a:cubicBezTo>
                  <a:cubicBezTo>
                    <a:pt x="27" y="145"/>
                    <a:pt x="26" y="148"/>
                    <a:pt x="24" y="150"/>
                  </a:cubicBezTo>
                  <a:cubicBezTo>
                    <a:pt x="23" y="153"/>
                    <a:pt x="22" y="155"/>
                    <a:pt x="21" y="157"/>
                  </a:cubicBezTo>
                  <a:lnTo>
                    <a:pt x="20" y="157"/>
                  </a:lnTo>
                  <a:cubicBezTo>
                    <a:pt x="20" y="158"/>
                    <a:pt x="20" y="158"/>
                    <a:pt x="20" y="158"/>
                  </a:cubicBezTo>
                  <a:cubicBezTo>
                    <a:pt x="20" y="159"/>
                    <a:pt x="20" y="159"/>
                    <a:pt x="20" y="160"/>
                  </a:cubicBezTo>
                  <a:cubicBezTo>
                    <a:pt x="19" y="164"/>
                    <a:pt x="15" y="168"/>
                    <a:pt x="10" y="168"/>
                  </a:cubicBezTo>
                  <a:lnTo>
                    <a:pt x="9" y="167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" name="Google Shape;3678;p42"/>
            <p:cNvSpPr/>
            <p:nvPr/>
          </p:nvSpPr>
          <p:spPr>
            <a:xfrm>
              <a:off x="4010400" y="4615200"/>
              <a:ext cx="29160" cy="23040"/>
            </a:xfrm>
            <a:custGeom>
              <a:avLst/>
              <a:gdLst/>
              <a:ahLst/>
              <a:cxnLst/>
              <a:rect l="l" t="t" r="r" b="b"/>
              <a:pathLst>
                <a:path w="81" h="64" extrusionOk="0">
                  <a:moveTo>
                    <a:pt x="5" y="61"/>
                  </a:moveTo>
                  <a:cubicBezTo>
                    <a:pt x="1" y="58"/>
                    <a:pt x="0" y="52"/>
                    <a:pt x="4" y="48"/>
                  </a:cubicBezTo>
                  <a:cubicBezTo>
                    <a:pt x="8" y="42"/>
                    <a:pt x="14" y="38"/>
                    <a:pt x="20" y="35"/>
                  </a:cubicBezTo>
                  <a:cubicBezTo>
                    <a:pt x="24" y="33"/>
                    <a:pt x="29" y="31"/>
                    <a:pt x="33" y="28"/>
                  </a:cubicBezTo>
                  <a:cubicBezTo>
                    <a:pt x="39" y="24"/>
                    <a:pt x="45" y="20"/>
                    <a:pt x="51" y="16"/>
                  </a:cubicBezTo>
                  <a:cubicBezTo>
                    <a:pt x="55" y="12"/>
                    <a:pt x="60" y="7"/>
                    <a:pt x="64" y="3"/>
                  </a:cubicBezTo>
                  <a:cubicBezTo>
                    <a:pt x="68" y="0"/>
                    <a:pt x="74" y="0"/>
                    <a:pt x="77" y="4"/>
                  </a:cubicBezTo>
                  <a:cubicBezTo>
                    <a:pt x="80" y="8"/>
                    <a:pt x="80" y="13"/>
                    <a:pt x="76" y="17"/>
                  </a:cubicBezTo>
                  <a:cubicBezTo>
                    <a:pt x="72" y="21"/>
                    <a:pt x="68" y="26"/>
                    <a:pt x="62" y="30"/>
                  </a:cubicBezTo>
                  <a:lnTo>
                    <a:pt x="63" y="30"/>
                  </a:lnTo>
                  <a:cubicBezTo>
                    <a:pt x="57" y="35"/>
                    <a:pt x="50" y="40"/>
                    <a:pt x="44" y="44"/>
                  </a:cubicBezTo>
                  <a:cubicBezTo>
                    <a:pt x="37" y="47"/>
                    <a:pt x="32" y="50"/>
                    <a:pt x="25" y="53"/>
                  </a:cubicBezTo>
                  <a:cubicBezTo>
                    <a:pt x="24" y="55"/>
                    <a:pt x="23" y="55"/>
                    <a:pt x="22" y="56"/>
                  </a:cubicBezTo>
                  <a:cubicBezTo>
                    <a:pt x="21" y="56"/>
                    <a:pt x="20" y="57"/>
                    <a:pt x="20" y="58"/>
                  </a:cubicBezTo>
                  <a:cubicBezTo>
                    <a:pt x="19" y="58"/>
                    <a:pt x="19" y="59"/>
                    <a:pt x="18" y="60"/>
                  </a:cubicBezTo>
                  <a:cubicBezTo>
                    <a:pt x="16" y="62"/>
                    <a:pt x="13" y="63"/>
                    <a:pt x="11" y="63"/>
                  </a:cubicBezTo>
                  <a:cubicBezTo>
                    <a:pt x="9" y="63"/>
                    <a:pt x="6" y="62"/>
                    <a:pt x="5" y="6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" name="Google Shape;3679;p42"/>
            <p:cNvSpPr/>
            <p:nvPr/>
          </p:nvSpPr>
          <p:spPr>
            <a:xfrm>
              <a:off x="4053600" y="4540320"/>
              <a:ext cx="30960" cy="42840"/>
            </a:xfrm>
            <a:custGeom>
              <a:avLst/>
              <a:gdLst/>
              <a:ahLst/>
              <a:cxnLst/>
              <a:rect l="l" t="t" r="r" b="b"/>
              <a:pathLst>
                <a:path w="86" h="119" extrusionOk="0">
                  <a:moveTo>
                    <a:pt x="6" y="116"/>
                  </a:moveTo>
                  <a:cubicBezTo>
                    <a:pt x="2" y="113"/>
                    <a:pt x="0" y="107"/>
                    <a:pt x="3" y="103"/>
                  </a:cubicBezTo>
                  <a:cubicBezTo>
                    <a:pt x="8" y="96"/>
                    <a:pt x="13" y="89"/>
                    <a:pt x="18" y="82"/>
                  </a:cubicBezTo>
                  <a:cubicBezTo>
                    <a:pt x="23" y="74"/>
                    <a:pt x="29" y="66"/>
                    <a:pt x="34" y="58"/>
                  </a:cubicBezTo>
                  <a:cubicBezTo>
                    <a:pt x="46" y="41"/>
                    <a:pt x="57" y="23"/>
                    <a:pt x="68" y="6"/>
                  </a:cubicBezTo>
                  <a:cubicBezTo>
                    <a:pt x="70" y="2"/>
                    <a:pt x="76" y="0"/>
                    <a:pt x="80" y="3"/>
                  </a:cubicBezTo>
                  <a:cubicBezTo>
                    <a:pt x="84" y="6"/>
                    <a:pt x="85" y="12"/>
                    <a:pt x="82" y="16"/>
                  </a:cubicBezTo>
                  <a:cubicBezTo>
                    <a:pt x="72" y="33"/>
                    <a:pt x="61" y="50"/>
                    <a:pt x="50" y="67"/>
                  </a:cubicBezTo>
                  <a:cubicBezTo>
                    <a:pt x="45" y="75"/>
                    <a:pt x="39" y="83"/>
                    <a:pt x="34" y="91"/>
                  </a:cubicBezTo>
                  <a:cubicBezTo>
                    <a:pt x="29" y="99"/>
                    <a:pt x="24" y="106"/>
                    <a:pt x="19" y="113"/>
                  </a:cubicBezTo>
                  <a:cubicBezTo>
                    <a:pt x="17" y="116"/>
                    <a:pt x="14" y="118"/>
                    <a:pt x="11" y="118"/>
                  </a:cubicBezTo>
                  <a:cubicBezTo>
                    <a:pt x="10" y="118"/>
                    <a:pt x="8" y="117"/>
                    <a:pt x="6" y="11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" name="Google Shape;3680;p42"/>
            <p:cNvSpPr/>
            <p:nvPr/>
          </p:nvSpPr>
          <p:spPr>
            <a:xfrm>
              <a:off x="4088520" y="4478040"/>
              <a:ext cx="27000" cy="46080"/>
            </a:xfrm>
            <a:custGeom>
              <a:avLst/>
              <a:gdLst/>
              <a:ahLst/>
              <a:cxnLst/>
              <a:rect l="l" t="t" r="r" b="b"/>
              <a:pathLst>
                <a:path w="75" h="128" extrusionOk="0">
                  <a:moveTo>
                    <a:pt x="10" y="127"/>
                  </a:moveTo>
                  <a:cubicBezTo>
                    <a:pt x="4" y="127"/>
                    <a:pt x="0" y="122"/>
                    <a:pt x="2" y="116"/>
                  </a:cubicBezTo>
                  <a:cubicBezTo>
                    <a:pt x="3" y="111"/>
                    <a:pt x="4" y="106"/>
                    <a:pt x="6" y="101"/>
                  </a:cubicBezTo>
                  <a:cubicBezTo>
                    <a:pt x="7" y="97"/>
                    <a:pt x="10" y="92"/>
                    <a:pt x="11" y="87"/>
                  </a:cubicBezTo>
                  <a:cubicBezTo>
                    <a:pt x="15" y="78"/>
                    <a:pt x="19" y="70"/>
                    <a:pt x="24" y="62"/>
                  </a:cubicBezTo>
                  <a:cubicBezTo>
                    <a:pt x="33" y="45"/>
                    <a:pt x="43" y="27"/>
                    <a:pt x="53" y="10"/>
                  </a:cubicBezTo>
                  <a:cubicBezTo>
                    <a:pt x="55" y="9"/>
                    <a:pt x="55" y="7"/>
                    <a:pt x="56" y="6"/>
                  </a:cubicBezTo>
                  <a:cubicBezTo>
                    <a:pt x="59" y="2"/>
                    <a:pt x="64" y="0"/>
                    <a:pt x="68" y="3"/>
                  </a:cubicBezTo>
                  <a:cubicBezTo>
                    <a:pt x="73" y="6"/>
                    <a:pt x="74" y="11"/>
                    <a:pt x="71" y="16"/>
                  </a:cubicBezTo>
                  <a:cubicBezTo>
                    <a:pt x="63" y="28"/>
                    <a:pt x="56" y="41"/>
                    <a:pt x="49" y="53"/>
                  </a:cubicBezTo>
                  <a:cubicBezTo>
                    <a:pt x="48" y="54"/>
                    <a:pt x="48" y="55"/>
                    <a:pt x="48" y="55"/>
                  </a:cubicBezTo>
                  <a:cubicBezTo>
                    <a:pt x="48" y="56"/>
                    <a:pt x="47" y="56"/>
                    <a:pt x="47" y="57"/>
                  </a:cubicBezTo>
                  <a:cubicBezTo>
                    <a:pt x="47" y="56"/>
                    <a:pt x="47" y="56"/>
                    <a:pt x="48" y="56"/>
                  </a:cubicBezTo>
                  <a:cubicBezTo>
                    <a:pt x="46" y="58"/>
                    <a:pt x="45" y="60"/>
                    <a:pt x="43" y="63"/>
                  </a:cubicBezTo>
                  <a:cubicBezTo>
                    <a:pt x="43" y="62"/>
                    <a:pt x="44" y="62"/>
                    <a:pt x="44" y="62"/>
                  </a:cubicBezTo>
                  <a:cubicBezTo>
                    <a:pt x="41" y="69"/>
                    <a:pt x="37" y="75"/>
                    <a:pt x="34" y="81"/>
                  </a:cubicBezTo>
                  <a:cubicBezTo>
                    <a:pt x="31" y="87"/>
                    <a:pt x="29" y="94"/>
                    <a:pt x="27" y="99"/>
                  </a:cubicBezTo>
                  <a:cubicBezTo>
                    <a:pt x="25" y="104"/>
                    <a:pt x="23" y="109"/>
                    <a:pt x="22" y="114"/>
                  </a:cubicBezTo>
                  <a:cubicBezTo>
                    <a:pt x="22" y="113"/>
                    <a:pt x="22" y="113"/>
                    <a:pt x="22" y="113"/>
                  </a:cubicBezTo>
                  <a:cubicBezTo>
                    <a:pt x="21" y="116"/>
                    <a:pt x="21" y="118"/>
                    <a:pt x="21" y="120"/>
                  </a:cubicBezTo>
                  <a:cubicBezTo>
                    <a:pt x="20" y="125"/>
                    <a:pt x="16" y="127"/>
                    <a:pt x="11" y="127"/>
                  </a:cubicBezTo>
                  <a:lnTo>
                    <a:pt x="10" y="127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" name="Google Shape;3681;p42"/>
            <p:cNvSpPr/>
            <p:nvPr/>
          </p:nvSpPr>
          <p:spPr>
            <a:xfrm>
              <a:off x="4122720" y="4394880"/>
              <a:ext cx="30600" cy="45000"/>
            </a:xfrm>
            <a:custGeom>
              <a:avLst/>
              <a:gdLst/>
              <a:ahLst/>
              <a:cxnLst/>
              <a:rect l="l" t="t" r="r" b="b"/>
              <a:pathLst>
                <a:path w="85" h="125" extrusionOk="0">
                  <a:moveTo>
                    <a:pt x="6" y="122"/>
                  </a:moveTo>
                  <a:cubicBezTo>
                    <a:pt x="1" y="119"/>
                    <a:pt x="0" y="112"/>
                    <a:pt x="4" y="108"/>
                  </a:cubicBezTo>
                  <a:cubicBezTo>
                    <a:pt x="5" y="108"/>
                    <a:pt x="5" y="108"/>
                    <a:pt x="5" y="108"/>
                  </a:cubicBezTo>
                  <a:lnTo>
                    <a:pt x="4" y="108"/>
                  </a:lnTo>
                  <a:cubicBezTo>
                    <a:pt x="5" y="108"/>
                    <a:pt x="5" y="108"/>
                    <a:pt x="5" y="107"/>
                  </a:cubicBezTo>
                  <a:cubicBezTo>
                    <a:pt x="7" y="104"/>
                    <a:pt x="9" y="100"/>
                    <a:pt x="11" y="96"/>
                  </a:cubicBezTo>
                  <a:cubicBezTo>
                    <a:pt x="13" y="93"/>
                    <a:pt x="16" y="89"/>
                    <a:pt x="18" y="85"/>
                  </a:cubicBezTo>
                  <a:cubicBezTo>
                    <a:pt x="23" y="76"/>
                    <a:pt x="28" y="68"/>
                    <a:pt x="33" y="59"/>
                  </a:cubicBezTo>
                  <a:cubicBezTo>
                    <a:pt x="44" y="41"/>
                    <a:pt x="55" y="23"/>
                    <a:pt x="67" y="5"/>
                  </a:cubicBezTo>
                  <a:cubicBezTo>
                    <a:pt x="69" y="1"/>
                    <a:pt x="75" y="0"/>
                    <a:pt x="79" y="2"/>
                  </a:cubicBezTo>
                  <a:cubicBezTo>
                    <a:pt x="83" y="5"/>
                    <a:pt x="84" y="11"/>
                    <a:pt x="81" y="15"/>
                  </a:cubicBezTo>
                  <a:cubicBezTo>
                    <a:pt x="63" y="43"/>
                    <a:pt x="45" y="72"/>
                    <a:pt x="29" y="102"/>
                  </a:cubicBezTo>
                  <a:cubicBezTo>
                    <a:pt x="26" y="106"/>
                    <a:pt x="24" y="111"/>
                    <a:pt x="21" y="115"/>
                  </a:cubicBezTo>
                  <a:lnTo>
                    <a:pt x="22" y="115"/>
                  </a:lnTo>
                  <a:lnTo>
                    <a:pt x="21" y="115"/>
                  </a:lnTo>
                  <a:lnTo>
                    <a:pt x="21" y="116"/>
                  </a:lnTo>
                  <a:lnTo>
                    <a:pt x="21" y="115"/>
                  </a:lnTo>
                  <a:cubicBezTo>
                    <a:pt x="21" y="116"/>
                    <a:pt x="21" y="117"/>
                    <a:pt x="21" y="117"/>
                  </a:cubicBezTo>
                  <a:cubicBezTo>
                    <a:pt x="20" y="117"/>
                    <a:pt x="20" y="118"/>
                    <a:pt x="20" y="118"/>
                  </a:cubicBezTo>
                  <a:cubicBezTo>
                    <a:pt x="19" y="121"/>
                    <a:pt x="15" y="124"/>
                    <a:pt x="12" y="124"/>
                  </a:cubicBezTo>
                  <a:cubicBezTo>
                    <a:pt x="10" y="124"/>
                    <a:pt x="8" y="123"/>
                    <a:pt x="6" y="12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" name="Google Shape;3682;p42"/>
            <p:cNvSpPr/>
            <p:nvPr/>
          </p:nvSpPr>
          <p:spPr>
            <a:xfrm>
              <a:off x="4166640" y="4354920"/>
              <a:ext cx="25560" cy="19440"/>
            </a:xfrm>
            <a:custGeom>
              <a:avLst/>
              <a:gdLst/>
              <a:ahLst/>
              <a:cxnLst/>
              <a:rect l="l" t="t" r="r" b="b"/>
              <a:pathLst>
                <a:path w="71" h="54" extrusionOk="0">
                  <a:moveTo>
                    <a:pt x="5" y="51"/>
                  </a:moveTo>
                  <a:cubicBezTo>
                    <a:pt x="1" y="48"/>
                    <a:pt x="0" y="42"/>
                    <a:pt x="4" y="38"/>
                  </a:cubicBezTo>
                  <a:cubicBezTo>
                    <a:pt x="6" y="34"/>
                    <a:pt x="10" y="31"/>
                    <a:pt x="14" y="28"/>
                  </a:cubicBezTo>
                  <a:cubicBezTo>
                    <a:pt x="18" y="25"/>
                    <a:pt x="22" y="22"/>
                    <a:pt x="26" y="20"/>
                  </a:cubicBezTo>
                  <a:cubicBezTo>
                    <a:pt x="30" y="17"/>
                    <a:pt x="34" y="14"/>
                    <a:pt x="39" y="11"/>
                  </a:cubicBezTo>
                  <a:cubicBezTo>
                    <a:pt x="44" y="8"/>
                    <a:pt x="50" y="6"/>
                    <a:pt x="55" y="3"/>
                  </a:cubicBezTo>
                  <a:cubicBezTo>
                    <a:pt x="60" y="0"/>
                    <a:pt x="65" y="2"/>
                    <a:pt x="68" y="7"/>
                  </a:cubicBezTo>
                  <a:cubicBezTo>
                    <a:pt x="70" y="11"/>
                    <a:pt x="68" y="17"/>
                    <a:pt x="64" y="19"/>
                  </a:cubicBezTo>
                  <a:cubicBezTo>
                    <a:pt x="58" y="21"/>
                    <a:pt x="53" y="24"/>
                    <a:pt x="47" y="27"/>
                  </a:cubicBezTo>
                  <a:cubicBezTo>
                    <a:pt x="40" y="32"/>
                    <a:pt x="32" y="38"/>
                    <a:pt x="25" y="43"/>
                  </a:cubicBezTo>
                  <a:cubicBezTo>
                    <a:pt x="23" y="44"/>
                    <a:pt x="22" y="45"/>
                    <a:pt x="21" y="46"/>
                  </a:cubicBezTo>
                  <a:cubicBezTo>
                    <a:pt x="20" y="47"/>
                    <a:pt x="19" y="48"/>
                    <a:pt x="19" y="49"/>
                  </a:cubicBezTo>
                  <a:cubicBezTo>
                    <a:pt x="19" y="48"/>
                    <a:pt x="19" y="48"/>
                    <a:pt x="20" y="48"/>
                  </a:cubicBezTo>
                  <a:cubicBezTo>
                    <a:pt x="19" y="48"/>
                    <a:pt x="19" y="49"/>
                    <a:pt x="18" y="50"/>
                  </a:cubicBezTo>
                  <a:cubicBezTo>
                    <a:pt x="16" y="52"/>
                    <a:pt x="13" y="53"/>
                    <a:pt x="11" y="53"/>
                  </a:cubicBezTo>
                  <a:cubicBezTo>
                    <a:pt x="9" y="53"/>
                    <a:pt x="6" y="52"/>
                    <a:pt x="5" y="5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" name="Google Shape;3683;p42"/>
            <p:cNvSpPr/>
            <p:nvPr/>
          </p:nvSpPr>
          <p:spPr>
            <a:xfrm>
              <a:off x="4212360" y="4354920"/>
              <a:ext cx="29520" cy="24480"/>
            </a:xfrm>
            <a:custGeom>
              <a:avLst/>
              <a:gdLst/>
              <a:ahLst/>
              <a:cxnLst/>
              <a:rect l="l" t="t" r="r" b="b"/>
              <a:pathLst>
                <a:path w="82" h="68" extrusionOk="0">
                  <a:moveTo>
                    <a:pt x="65" y="65"/>
                  </a:moveTo>
                  <a:cubicBezTo>
                    <a:pt x="56" y="58"/>
                    <a:pt x="47" y="50"/>
                    <a:pt x="38" y="43"/>
                  </a:cubicBezTo>
                  <a:cubicBezTo>
                    <a:pt x="32" y="39"/>
                    <a:pt x="26" y="35"/>
                    <a:pt x="21" y="32"/>
                  </a:cubicBezTo>
                  <a:cubicBezTo>
                    <a:pt x="17" y="29"/>
                    <a:pt x="14" y="27"/>
                    <a:pt x="11" y="25"/>
                  </a:cubicBezTo>
                  <a:cubicBezTo>
                    <a:pt x="8" y="23"/>
                    <a:pt x="6" y="21"/>
                    <a:pt x="4" y="18"/>
                  </a:cubicBezTo>
                  <a:cubicBezTo>
                    <a:pt x="0" y="15"/>
                    <a:pt x="0" y="9"/>
                    <a:pt x="3" y="5"/>
                  </a:cubicBezTo>
                  <a:cubicBezTo>
                    <a:pt x="6" y="1"/>
                    <a:pt x="12" y="0"/>
                    <a:pt x="16" y="4"/>
                  </a:cubicBezTo>
                  <a:cubicBezTo>
                    <a:pt x="18" y="5"/>
                    <a:pt x="18" y="7"/>
                    <a:pt x="20" y="8"/>
                  </a:cubicBezTo>
                  <a:cubicBezTo>
                    <a:pt x="22" y="9"/>
                    <a:pt x="24" y="11"/>
                    <a:pt x="25" y="12"/>
                  </a:cubicBezTo>
                  <a:lnTo>
                    <a:pt x="25" y="11"/>
                  </a:lnTo>
                  <a:cubicBezTo>
                    <a:pt x="25" y="12"/>
                    <a:pt x="25" y="12"/>
                    <a:pt x="25" y="12"/>
                  </a:cubicBezTo>
                  <a:cubicBezTo>
                    <a:pt x="26" y="12"/>
                    <a:pt x="27" y="13"/>
                    <a:pt x="28" y="14"/>
                  </a:cubicBezTo>
                  <a:cubicBezTo>
                    <a:pt x="27" y="14"/>
                    <a:pt x="27" y="13"/>
                    <a:pt x="26" y="13"/>
                  </a:cubicBezTo>
                  <a:cubicBezTo>
                    <a:pt x="35" y="19"/>
                    <a:pt x="43" y="24"/>
                    <a:pt x="51" y="30"/>
                  </a:cubicBezTo>
                  <a:cubicBezTo>
                    <a:pt x="60" y="37"/>
                    <a:pt x="68" y="44"/>
                    <a:pt x="77" y="51"/>
                  </a:cubicBezTo>
                  <a:cubicBezTo>
                    <a:pt x="80" y="54"/>
                    <a:pt x="81" y="60"/>
                    <a:pt x="78" y="64"/>
                  </a:cubicBezTo>
                  <a:cubicBezTo>
                    <a:pt x="76" y="66"/>
                    <a:pt x="73" y="67"/>
                    <a:pt x="71" y="67"/>
                  </a:cubicBezTo>
                  <a:cubicBezTo>
                    <a:pt x="68" y="67"/>
                    <a:pt x="67" y="67"/>
                    <a:pt x="65" y="6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" name="Google Shape;3684;p42"/>
            <p:cNvSpPr/>
            <p:nvPr/>
          </p:nvSpPr>
          <p:spPr>
            <a:xfrm>
              <a:off x="4257720" y="4390560"/>
              <a:ext cx="20520" cy="30600"/>
            </a:xfrm>
            <a:custGeom>
              <a:avLst/>
              <a:gdLst/>
              <a:ahLst/>
              <a:cxnLst/>
              <a:rect l="l" t="t" r="r" b="b"/>
              <a:pathLst>
                <a:path w="57" h="85" extrusionOk="0">
                  <a:moveTo>
                    <a:pt x="37" y="79"/>
                  </a:moveTo>
                  <a:cubicBezTo>
                    <a:pt x="36" y="76"/>
                    <a:pt x="34" y="73"/>
                    <a:pt x="32" y="70"/>
                  </a:cubicBezTo>
                  <a:cubicBezTo>
                    <a:pt x="26" y="60"/>
                    <a:pt x="20" y="51"/>
                    <a:pt x="15" y="42"/>
                  </a:cubicBezTo>
                  <a:cubicBezTo>
                    <a:pt x="10" y="33"/>
                    <a:pt x="6" y="24"/>
                    <a:pt x="2" y="15"/>
                  </a:cubicBezTo>
                  <a:cubicBezTo>
                    <a:pt x="0" y="10"/>
                    <a:pt x="2" y="4"/>
                    <a:pt x="8" y="2"/>
                  </a:cubicBezTo>
                  <a:cubicBezTo>
                    <a:pt x="13" y="0"/>
                    <a:pt x="19" y="4"/>
                    <a:pt x="20" y="9"/>
                  </a:cubicBezTo>
                  <a:lnTo>
                    <a:pt x="20" y="10"/>
                  </a:lnTo>
                  <a:cubicBezTo>
                    <a:pt x="20" y="9"/>
                    <a:pt x="20" y="9"/>
                    <a:pt x="20" y="9"/>
                  </a:cubicBezTo>
                  <a:lnTo>
                    <a:pt x="20" y="10"/>
                  </a:lnTo>
                  <a:cubicBezTo>
                    <a:pt x="21" y="12"/>
                    <a:pt x="22" y="14"/>
                    <a:pt x="23" y="16"/>
                  </a:cubicBezTo>
                  <a:lnTo>
                    <a:pt x="23" y="15"/>
                  </a:lnTo>
                  <a:cubicBezTo>
                    <a:pt x="26" y="22"/>
                    <a:pt x="29" y="28"/>
                    <a:pt x="32" y="33"/>
                  </a:cubicBezTo>
                  <a:cubicBezTo>
                    <a:pt x="39" y="46"/>
                    <a:pt x="47" y="58"/>
                    <a:pt x="54" y="71"/>
                  </a:cubicBezTo>
                  <a:cubicBezTo>
                    <a:pt x="56" y="75"/>
                    <a:pt x="54" y="81"/>
                    <a:pt x="49" y="83"/>
                  </a:cubicBezTo>
                  <a:cubicBezTo>
                    <a:pt x="48" y="84"/>
                    <a:pt x="47" y="84"/>
                    <a:pt x="46" y="84"/>
                  </a:cubicBezTo>
                  <a:cubicBezTo>
                    <a:pt x="42" y="84"/>
                    <a:pt x="39" y="82"/>
                    <a:pt x="37" y="7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" name="Google Shape;3685;p42"/>
            <p:cNvSpPr/>
            <p:nvPr/>
          </p:nvSpPr>
          <p:spPr>
            <a:xfrm>
              <a:off x="4285800" y="4442400"/>
              <a:ext cx="22680" cy="30960"/>
            </a:xfrm>
            <a:custGeom>
              <a:avLst/>
              <a:gdLst/>
              <a:ahLst/>
              <a:cxnLst/>
              <a:rect l="l" t="t" r="r" b="b"/>
              <a:pathLst>
                <a:path w="63" h="86" extrusionOk="0">
                  <a:moveTo>
                    <a:pt x="44" y="82"/>
                  </a:moveTo>
                  <a:cubicBezTo>
                    <a:pt x="37" y="70"/>
                    <a:pt x="29" y="59"/>
                    <a:pt x="22" y="46"/>
                  </a:cubicBezTo>
                  <a:cubicBezTo>
                    <a:pt x="15" y="36"/>
                    <a:pt x="9" y="27"/>
                    <a:pt x="3" y="17"/>
                  </a:cubicBezTo>
                  <a:cubicBezTo>
                    <a:pt x="0" y="13"/>
                    <a:pt x="1" y="6"/>
                    <a:pt x="5" y="3"/>
                  </a:cubicBezTo>
                  <a:cubicBezTo>
                    <a:pt x="9" y="0"/>
                    <a:pt x="16" y="2"/>
                    <a:pt x="19" y="6"/>
                  </a:cubicBezTo>
                  <a:cubicBezTo>
                    <a:pt x="20" y="9"/>
                    <a:pt x="22" y="12"/>
                    <a:pt x="25" y="15"/>
                  </a:cubicBezTo>
                  <a:cubicBezTo>
                    <a:pt x="24" y="15"/>
                    <a:pt x="24" y="14"/>
                    <a:pt x="23" y="14"/>
                  </a:cubicBezTo>
                  <a:cubicBezTo>
                    <a:pt x="24" y="14"/>
                    <a:pt x="24" y="15"/>
                    <a:pt x="25" y="16"/>
                  </a:cubicBezTo>
                  <a:lnTo>
                    <a:pt x="25" y="15"/>
                  </a:lnTo>
                  <a:cubicBezTo>
                    <a:pt x="27" y="20"/>
                    <a:pt x="30" y="26"/>
                    <a:pt x="34" y="31"/>
                  </a:cubicBezTo>
                  <a:cubicBezTo>
                    <a:pt x="35" y="33"/>
                    <a:pt x="36" y="35"/>
                    <a:pt x="37" y="36"/>
                  </a:cubicBezTo>
                  <a:cubicBezTo>
                    <a:pt x="44" y="48"/>
                    <a:pt x="52" y="60"/>
                    <a:pt x="59" y="71"/>
                  </a:cubicBezTo>
                  <a:cubicBezTo>
                    <a:pt x="62" y="76"/>
                    <a:pt x="61" y="81"/>
                    <a:pt x="57" y="84"/>
                  </a:cubicBezTo>
                  <a:cubicBezTo>
                    <a:pt x="55" y="85"/>
                    <a:pt x="54" y="85"/>
                    <a:pt x="52" y="85"/>
                  </a:cubicBezTo>
                  <a:cubicBezTo>
                    <a:pt x="49" y="85"/>
                    <a:pt x="46" y="84"/>
                    <a:pt x="44" y="8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" name="Google Shape;3686;p42"/>
            <p:cNvSpPr/>
            <p:nvPr/>
          </p:nvSpPr>
          <p:spPr>
            <a:xfrm>
              <a:off x="4316040" y="4496400"/>
              <a:ext cx="21960" cy="36720"/>
            </a:xfrm>
            <a:custGeom>
              <a:avLst/>
              <a:gdLst/>
              <a:ahLst/>
              <a:cxnLst/>
              <a:rect l="l" t="t" r="r" b="b"/>
              <a:pathLst>
                <a:path w="61" h="102" extrusionOk="0">
                  <a:moveTo>
                    <a:pt x="42" y="97"/>
                  </a:moveTo>
                  <a:cubicBezTo>
                    <a:pt x="38" y="89"/>
                    <a:pt x="34" y="82"/>
                    <a:pt x="30" y="74"/>
                  </a:cubicBezTo>
                  <a:cubicBezTo>
                    <a:pt x="26" y="68"/>
                    <a:pt x="23" y="61"/>
                    <a:pt x="19" y="54"/>
                  </a:cubicBezTo>
                  <a:cubicBezTo>
                    <a:pt x="15" y="47"/>
                    <a:pt x="12" y="41"/>
                    <a:pt x="9" y="34"/>
                  </a:cubicBezTo>
                  <a:cubicBezTo>
                    <a:pt x="5" y="27"/>
                    <a:pt x="2" y="20"/>
                    <a:pt x="1" y="12"/>
                  </a:cubicBezTo>
                  <a:cubicBezTo>
                    <a:pt x="0" y="7"/>
                    <a:pt x="3" y="2"/>
                    <a:pt x="8" y="1"/>
                  </a:cubicBezTo>
                  <a:cubicBezTo>
                    <a:pt x="13" y="0"/>
                    <a:pt x="19" y="2"/>
                    <a:pt x="19" y="8"/>
                  </a:cubicBezTo>
                  <a:cubicBezTo>
                    <a:pt x="19" y="9"/>
                    <a:pt x="20" y="11"/>
                    <a:pt x="21" y="13"/>
                  </a:cubicBezTo>
                  <a:cubicBezTo>
                    <a:pt x="21" y="16"/>
                    <a:pt x="22" y="19"/>
                    <a:pt x="24" y="23"/>
                  </a:cubicBezTo>
                  <a:cubicBezTo>
                    <a:pt x="24" y="22"/>
                    <a:pt x="24" y="22"/>
                    <a:pt x="23" y="22"/>
                  </a:cubicBezTo>
                  <a:cubicBezTo>
                    <a:pt x="24" y="22"/>
                    <a:pt x="24" y="22"/>
                    <a:pt x="24" y="23"/>
                  </a:cubicBezTo>
                  <a:cubicBezTo>
                    <a:pt x="26" y="27"/>
                    <a:pt x="28" y="32"/>
                    <a:pt x="30" y="37"/>
                  </a:cubicBezTo>
                  <a:cubicBezTo>
                    <a:pt x="33" y="43"/>
                    <a:pt x="36" y="48"/>
                    <a:pt x="40" y="54"/>
                  </a:cubicBezTo>
                  <a:cubicBezTo>
                    <a:pt x="46" y="65"/>
                    <a:pt x="52" y="77"/>
                    <a:pt x="58" y="89"/>
                  </a:cubicBezTo>
                  <a:cubicBezTo>
                    <a:pt x="60" y="93"/>
                    <a:pt x="58" y="98"/>
                    <a:pt x="54" y="100"/>
                  </a:cubicBezTo>
                  <a:cubicBezTo>
                    <a:pt x="53" y="101"/>
                    <a:pt x="51" y="101"/>
                    <a:pt x="50" y="101"/>
                  </a:cubicBezTo>
                  <a:cubicBezTo>
                    <a:pt x="47" y="101"/>
                    <a:pt x="43" y="100"/>
                    <a:pt x="42" y="9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" name="Google Shape;3687;p42"/>
            <p:cNvSpPr/>
            <p:nvPr/>
          </p:nvSpPr>
          <p:spPr>
            <a:xfrm>
              <a:off x="4346280" y="4576320"/>
              <a:ext cx="16200" cy="22680"/>
            </a:xfrm>
            <a:custGeom>
              <a:avLst/>
              <a:gdLst/>
              <a:ahLst/>
              <a:cxnLst/>
              <a:rect l="l" t="t" r="r" b="b"/>
              <a:pathLst>
                <a:path w="45" h="63" extrusionOk="0">
                  <a:moveTo>
                    <a:pt x="26" y="57"/>
                  </a:moveTo>
                  <a:cubicBezTo>
                    <a:pt x="21" y="49"/>
                    <a:pt x="17" y="41"/>
                    <a:pt x="13" y="34"/>
                  </a:cubicBezTo>
                  <a:cubicBezTo>
                    <a:pt x="10" y="27"/>
                    <a:pt x="6" y="22"/>
                    <a:pt x="2" y="15"/>
                  </a:cubicBezTo>
                  <a:cubicBezTo>
                    <a:pt x="0" y="11"/>
                    <a:pt x="2" y="5"/>
                    <a:pt x="6" y="2"/>
                  </a:cubicBezTo>
                  <a:cubicBezTo>
                    <a:pt x="11" y="0"/>
                    <a:pt x="17" y="2"/>
                    <a:pt x="19" y="7"/>
                  </a:cubicBezTo>
                  <a:cubicBezTo>
                    <a:pt x="23" y="13"/>
                    <a:pt x="25" y="19"/>
                    <a:pt x="29" y="26"/>
                  </a:cubicBezTo>
                  <a:cubicBezTo>
                    <a:pt x="33" y="33"/>
                    <a:pt x="38" y="41"/>
                    <a:pt x="42" y="48"/>
                  </a:cubicBezTo>
                  <a:cubicBezTo>
                    <a:pt x="44" y="53"/>
                    <a:pt x="42" y="59"/>
                    <a:pt x="38" y="61"/>
                  </a:cubicBezTo>
                  <a:cubicBezTo>
                    <a:pt x="37" y="61"/>
                    <a:pt x="35" y="62"/>
                    <a:pt x="34" y="62"/>
                  </a:cubicBezTo>
                  <a:cubicBezTo>
                    <a:pt x="31" y="62"/>
                    <a:pt x="28" y="60"/>
                    <a:pt x="26" y="5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" name="Google Shape;3688;p42"/>
            <p:cNvSpPr/>
            <p:nvPr/>
          </p:nvSpPr>
          <p:spPr>
            <a:xfrm>
              <a:off x="3965400" y="4628520"/>
              <a:ext cx="19080" cy="18720"/>
            </a:xfrm>
            <a:custGeom>
              <a:avLst/>
              <a:gdLst/>
              <a:ahLst/>
              <a:cxnLst/>
              <a:rect l="l" t="t" r="r" b="b"/>
              <a:pathLst>
                <a:path w="53" h="52" extrusionOk="0">
                  <a:moveTo>
                    <a:pt x="36" y="50"/>
                  </a:moveTo>
                  <a:cubicBezTo>
                    <a:pt x="35" y="49"/>
                    <a:pt x="34" y="48"/>
                    <a:pt x="33" y="47"/>
                  </a:cubicBezTo>
                  <a:cubicBezTo>
                    <a:pt x="31" y="46"/>
                    <a:pt x="30" y="44"/>
                    <a:pt x="29" y="43"/>
                  </a:cubicBezTo>
                  <a:cubicBezTo>
                    <a:pt x="27" y="40"/>
                    <a:pt x="24" y="38"/>
                    <a:pt x="21" y="35"/>
                  </a:cubicBezTo>
                  <a:cubicBezTo>
                    <a:pt x="15" y="29"/>
                    <a:pt x="9" y="22"/>
                    <a:pt x="3" y="16"/>
                  </a:cubicBezTo>
                  <a:cubicBezTo>
                    <a:pt x="0" y="12"/>
                    <a:pt x="0" y="6"/>
                    <a:pt x="4" y="3"/>
                  </a:cubicBezTo>
                  <a:cubicBezTo>
                    <a:pt x="8" y="0"/>
                    <a:pt x="13" y="0"/>
                    <a:pt x="17" y="4"/>
                  </a:cubicBezTo>
                  <a:cubicBezTo>
                    <a:pt x="25" y="12"/>
                    <a:pt x="33" y="21"/>
                    <a:pt x="42" y="29"/>
                  </a:cubicBezTo>
                  <a:cubicBezTo>
                    <a:pt x="42" y="29"/>
                    <a:pt x="41" y="29"/>
                    <a:pt x="41" y="28"/>
                  </a:cubicBezTo>
                  <a:cubicBezTo>
                    <a:pt x="43" y="30"/>
                    <a:pt x="45" y="32"/>
                    <a:pt x="47" y="34"/>
                  </a:cubicBezTo>
                  <a:cubicBezTo>
                    <a:pt x="51" y="37"/>
                    <a:pt x="52" y="43"/>
                    <a:pt x="49" y="47"/>
                  </a:cubicBezTo>
                  <a:cubicBezTo>
                    <a:pt x="48" y="50"/>
                    <a:pt x="44" y="51"/>
                    <a:pt x="41" y="51"/>
                  </a:cubicBezTo>
                  <a:cubicBezTo>
                    <a:pt x="40" y="51"/>
                    <a:pt x="38" y="51"/>
                    <a:pt x="36" y="5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" name="Google Shape;3689;p42"/>
            <p:cNvSpPr/>
            <p:nvPr/>
          </p:nvSpPr>
          <p:spPr>
            <a:xfrm>
              <a:off x="3922920" y="4566960"/>
              <a:ext cx="19800" cy="27720"/>
            </a:xfrm>
            <a:custGeom>
              <a:avLst/>
              <a:gdLst/>
              <a:ahLst/>
              <a:cxnLst/>
              <a:rect l="l" t="t" r="r" b="b"/>
              <a:pathLst>
                <a:path w="55" h="77" extrusionOk="0">
                  <a:moveTo>
                    <a:pt x="36" y="73"/>
                  </a:moveTo>
                  <a:cubicBezTo>
                    <a:pt x="29" y="65"/>
                    <a:pt x="24" y="55"/>
                    <a:pt x="18" y="46"/>
                  </a:cubicBezTo>
                  <a:cubicBezTo>
                    <a:pt x="15" y="42"/>
                    <a:pt x="13" y="37"/>
                    <a:pt x="11" y="33"/>
                  </a:cubicBezTo>
                  <a:cubicBezTo>
                    <a:pt x="8" y="26"/>
                    <a:pt x="5" y="20"/>
                    <a:pt x="1" y="14"/>
                  </a:cubicBezTo>
                  <a:cubicBezTo>
                    <a:pt x="0" y="10"/>
                    <a:pt x="1" y="5"/>
                    <a:pt x="5" y="2"/>
                  </a:cubicBezTo>
                  <a:cubicBezTo>
                    <a:pt x="10" y="0"/>
                    <a:pt x="15" y="2"/>
                    <a:pt x="18" y="6"/>
                  </a:cubicBezTo>
                  <a:cubicBezTo>
                    <a:pt x="23" y="16"/>
                    <a:pt x="28" y="27"/>
                    <a:pt x="34" y="37"/>
                  </a:cubicBezTo>
                  <a:cubicBezTo>
                    <a:pt x="37" y="42"/>
                    <a:pt x="41" y="48"/>
                    <a:pt x="45" y="53"/>
                  </a:cubicBezTo>
                  <a:cubicBezTo>
                    <a:pt x="46" y="55"/>
                    <a:pt x="49" y="58"/>
                    <a:pt x="50" y="60"/>
                  </a:cubicBezTo>
                  <a:cubicBezTo>
                    <a:pt x="54" y="63"/>
                    <a:pt x="54" y="70"/>
                    <a:pt x="50" y="73"/>
                  </a:cubicBezTo>
                  <a:cubicBezTo>
                    <a:pt x="48" y="75"/>
                    <a:pt x="46" y="76"/>
                    <a:pt x="43" y="76"/>
                  </a:cubicBezTo>
                  <a:cubicBezTo>
                    <a:pt x="41" y="76"/>
                    <a:pt x="38" y="74"/>
                    <a:pt x="36" y="7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" name="Google Shape;3690;p42"/>
            <p:cNvSpPr/>
            <p:nvPr/>
          </p:nvSpPr>
          <p:spPr>
            <a:xfrm>
              <a:off x="3897360" y="4487040"/>
              <a:ext cx="17640" cy="30960"/>
            </a:xfrm>
            <a:custGeom>
              <a:avLst/>
              <a:gdLst/>
              <a:ahLst/>
              <a:cxnLst/>
              <a:rect l="l" t="t" r="r" b="b"/>
              <a:pathLst>
                <a:path w="49" h="86" extrusionOk="0">
                  <a:moveTo>
                    <a:pt x="29" y="79"/>
                  </a:moveTo>
                  <a:cubicBezTo>
                    <a:pt x="29" y="79"/>
                    <a:pt x="28" y="78"/>
                    <a:pt x="28" y="77"/>
                  </a:cubicBezTo>
                  <a:cubicBezTo>
                    <a:pt x="26" y="73"/>
                    <a:pt x="23" y="68"/>
                    <a:pt x="21" y="63"/>
                  </a:cubicBezTo>
                  <a:cubicBezTo>
                    <a:pt x="18" y="59"/>
                    <a:pt x="16" y="53"/>
                    <a:pt x="14" y="49"/>
                  </a:cubicBezTo>
                  <a:cubicBezTo>
                    <a:pt x="9" y="37"/>
                    <a:pt x="5" y="25"/>
                    <a:pt x="1" y="13"/>
                  </a:cubicBezTo>
                  <a:cubicBezTo>
                    <a:pt x="0" y="9"/>
                    <a:pt x="2" y="3"/>
                    <a:pt x="7" y="2"/>
                  </a:cubicBezTo>
                  <a:cubicBezTo>
                    <a:pt x="11" y="0"/>
                    <a:pt x="17" y="2"/>
                    <a:pt x="19" y="7"/>
                  </a:cubicBezTo>
                  <a:cubicBezTo>
                    <a:pt x="22" y="20"/>
                    <a:pt x="27" y="32"/>
                    <a:pt x="32" y="44"/>
                  </a:cubicBezTo>
                  <a:cubicBezTo>
                    <a:pt x="34" y="49"/>
                    <a:pt x="37" y="54"/>
                    <a:pt x="39" y="59"/>
                  </a:cubicBezTo>
                  <a:cubicBezTo>
                    <a:pt x="42" y="63"/>
                    <a:pt x="44" y="67"/>
                    <a:pt x="46" y="71"/>
                  </a:cubicBezTo>
                  <a:cubicBezTo>
                    <a:pt x="48" y="76"/>
                    <a:pt x="47" y="81"/>
                    <a:pt x="42" y="84"/>
                  </a:cubicBezTo>
                  <a:cubicBezTo>
                    <a:pt x="40" y="85"/>
                    <a:pt x="39" y="85"/>
                    <a:pt x="37" y="85"/>
                  </a:cubicBezTo>
                  <a:cubicBezTo>
                    <a:pt x="34" y="85"/>
                    <a:pt x="30" y="83"/>
                    <a:pt x="29" y="7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" name="Google Shape;3691;p42"/>
            <p:cNvSpPr/>
            <p:nvPr/>
          </p:nvSpPr>
          <p:spPr>
            <a:xfrm>
              <a:off x="3874680" y="4423680"/>
              <a:ext cx="12960" cy="18360"/>
            </a:xfrm>
            <a:custGeom>
              <a:avLst/>
              <a:gdLst/>
              <a:ahLst/>
              <a:cxnLst/>
              <a:rect l="l" t="t" r="r" b="b"/>
              <a:pathLst>
                <a:path w="36" h="51" extrusionOk="0">
                  <a:moveTo>
                    <a:pt x="22" y="50"/>
                  </a:moveTo>
                  <a:cubicBezTo>
                    <a:pt x="19" y="49"/>
                    <a:pt x="17" y="47"/>
                    <a:pt x="16" y="45"/>
                  </a:cubicBezTo>
                  <a:cubicBezTo>
                    <a:pt x="14" y="41"/>
                    <a:pt x="12" y="38"/>
                    <a:pt x="10" y="34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8" y="28"/>
                    <a:pt x="5" y="21"/>
                    <a:pt x="3" y="14"/>
                  </a:cubicBezTo>
                  <a:cubicBezTo>
                    <a:pt x="0" y="10"/>
                    <a:pt x="3" y="4"/>
                    <a:pt x="8" y="2"/>
                  </a:cubicBezTo>
                  <a:cubicBezTo>
                    <a:pt x="12" y="0"/>
                    <a:pt x="18" y="3"/>
                    <a:pt x="19" y="8"/>
                  </a:cubicBezTo>
                  <a:cubicBezTo>
                    <a:pt x="21" y="11"/>
                    <a:pt x="22" y="15"/>
                    <a:pt x="24" y="19"/>
                  </a:cubicBezTo>
                  <a:cubicBezTo>
                    <a:pt x="26" y="24"/>
                    <a:pt x="28" y="29"/>
                    <a:pt x="31" y="33"/>
                  </a:cubicBezTo>
                  <a:cubicBezTo>
                    <a:pt x="31" y="34"/>
                    <a:pt x="32" y="34"/>
                    <a:pt x="32" y="35"/>
                  </a:cubicBezTo>
                  <a:cubicBezTo>
                    <a:pt x="35" y="39"/>
                    <a:pt x="34" y="45"/>
                    <a:pt x="29" y="48"/>
                  </a:cubicBezTo>
                  <a:cubicBezTo>
                    <a:pt x="28" y="49"/>
                    <a:pt x="26" y="50"/>
                    <a:pt x="24" y="50"/>
                  </a:cubicBezTo>
                  <a:cubicBezTo>
                    <a:pt x="24" y="50"/>
                    <a:pt x="23" y="50"/>
                    <a:pt x="22" y="5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" name="Google Shape;3692;p42"/>
            <p:cNvSpPr/>
            <p:nvPr/>
          </p:nvSpPr>
          <p:spPr>
            <a:xfrm>
              <a:off x="3826800" y="4368600"/>
              <a:ext cx="30240" cy="28080"/>
            </a:xfrm>
            <a:custGeom>
              <a:avLst/>
              <a:gdLst/>
              <a:ahLst/>
              <a:cxnLst/>
              <a:rect l="l" t="t" r="r" b="b"/>
              <a:pathLst>
                <a:path w="84" h="78" extrusionOk="0">
                  <a:moveTo>
                    <a:pt x="64" y="73"/>
                  </a:moveTo>
                  <a:cubicBezTo>
                    <a:pt x="63" y="71"/>
                    <a:pt x="63" y="70"/>
                    <a:pt x="61" y="68"/>
                  </a:cubicBezTo>
                  <a:cubicBezTo>
                    <a:pt x="58" y="65"/>
                    <a:pt x="56" y="62"/>
                    <a:pt x="53" y="59"/>
                  </a:cubicBezTo>
                  <a:cubicBezTo>
                    <a:pt x="46" y="52"/>
                    <a:pt x="38" y="46"/>
                    <a:pt x="30" y="39"/>
                  </a:cubicBezTo>
                  <a:cubicBezTo>
                    <a:pt x="21" y="32"/>
                    <a:pt x="13" y="24"/>
                    <a:pt x="4" y="17"/>
                  </a:cubicBezTo>
                  <a:cubicBezTo>
                    <a:pt x="1" y="13"/>
                    <a:pt x="0" y="8"/>
                    <a:pt x="3" y="4"/>
                  </a:cubicBezTo>
                  <a:cubicBezTo>
                    <a:pt x="6" y="0"/>
                    <a:pt x="12" y="0"/>
                    <a:pt x="16" y="3"/>
                  </a:cubicBezTo>
                  <a:cubicBezTo>
                    <a:pt x="25" y="11"/>
                    <a:pt x="33" y="18"/>
                    <a:pt x="43" y="26"/>
                  </a:cubicBezTo>
                  <a:cubicBezTo>
                    <a:pt x="51" y="33"/>
                    <a:pt x="60" y="40"/>
                    <a:pt x="68" y="48"/>
                  </a:cubicBezTo>
                  <a:cubicBezTo>
                    <a:pt x="68" y="49"/>
                    <a:pt x="68" y="49"/>
                    <a:pt x="68" y="49"/>
                  </a:cubicBezTo>
                  <a:cubicBezTo>
                    <a:pt x="72" y="53"/>
                    <a:pt x="77" y="57"/>
                    <a:pt x="80" y="62"/>
                  </a:cubicBezTo>
                  <a:cubicBezTo>
                    <a:pt x="83" y="66"/>
                    <a:pt x="82" y="72"/>
                    <a:pt x="78" y="75"/>
                  </a:cubicBezTo>
                  <a:cubicBezTo>
                    <a:pt x="76" y="76"/>
                    <a:pt x="74" y="77"/>
                    <a:pt x="72" y="77"/>
                  </a:cubicBezTo>
                  <a:cubicBezTo>
                    <a:pt x="69" y="77"/>
                    <a:pt x="66" y="75"/>
                    <a:pt x="64" y="7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" name="Google Shape;3693;p42"/>
            <p:cNvSpPr/>
            <p:nvPr/>
          </p:nvSpPr>
          <p:spPr>
            <a:xfrm>
              <a:off x="3780720" y="4350960"/>
              <a:ext cx="19440" cy="7920"/>
            </a:xfrm>
            <a:custGeom>
              <a:avLst/>
              <a:gdLst/>
              <a:ahLst/>
              <a:cxnLst/>
              <a:rect l="l" t="t" r="r" b="b"/>
              <a:pathLst>
                <a:path w="54" h="22" extrusionOk="0">
                  <a:moveTo>
                    <a:pt x="1" y="15"/>
                  </a:moveTo>
                  <a:cubicBezTo>
                    <a:pt x="0" y="10"/>
                    <a:pt x="2" y="5"/>
                    <a:pt x="7" y="3"/>
                  </a:cubicBezTo>
                  <a:cubicBezTo>
                    <a:pt x="12" y="1"/>
                    <a:pt x="18" y="0"/>
                    <a:pt x="24" y="0"/>
                  </a:cubicBezTo>
                  <a:cubicBezTo>
                    <a:pt x="27" y="0"/>
                    <a:pt x="29" y="0"/>
                    <a:pt x="32" y="0"/>
                  </a:cubicBezTo>
                  <a:cubicBezTo>
                    <a:pt x="35" y="0"/>
                    <a:pt x="38" y="0"/>
                    <a:pt x="40" y="1"/>
                  </a:cubicBezTo>
                  <a:cubicBezTo>
                    <a:pt x="41" y="1"/>
                    <a:pt x="42" y="1"/>
                    <a:pt x="43" y="1"/>
                  </a:cubicBezTo>
                  <a:cubicBezTo>
                    <a:pt x="48" y="1"/>
                    <a:pt x="53" y="6"/>
                    <a:pt x="52" y="11"/>
                  </a:cubicBezTo>
                  <a:cubicBezTo>
                    <a:pt x="52" y="16"/>
                    <a:pt x="47" y="21"/>
                    <a:pt x="42" y="20"/>
                  </a:cubicBezTo>
                  <a:cubicBezTo>
                    <a:pt x="42" y="20"/>
                    <a:pt x="41" y="20"/>
                    <a:pt x="40" y="20"/>
                  </a:cubicBezTo>
                  <a:cubicBezTo>
                    <a:pt x="38" y="20"/>
                    <a:pt x="35" y="20"/>
                    <a:pt x="33" y="19"/>
                  </a:cubicBezTo>
                  <a:cubicBezTo>
                    <a:pt x="31" y="19"/>
                    <a:pt x="28" y="18"/>
                    <a:pt x="24" y="18"/>
                  </a:cubicBezTo>
                  <a:cubicBezTo>
                    <a:pt x="23" y="19"/>
                    <a:pt x="22" y="19"/>
                    <a:pt x="20" y="19"/>
                  </a:cubicBezTo>
                  <a:cubicBezTo>
                    <a:pt x="19" y="19"/>
                    <a:pt x="18" y="20"/>
                    <a:pt x="18" y="20"/>
                  </a:cubicBezTo>
                  <a:lnTo>
                    <a:pt x="19" y="19"/>
                  </a:lnTo>
                  <a:cubicBezTo>
                    <a:pt x="18" y="20"/>
                    <a:pt x="16" y="20"/>
                    <a:pt x="15" y="20"/>
                  </a:cubicBezTo>
                  <a:cubicBezTo>
                    <a:pt x="14" y="20"/>
                    <a:pt x="14" y="21"/>
                    <a:pt x="13" y="21"/>
                  </a:cubicBezTo>
                  <a:cubicBezTo>
                    <a:pt x="12" y="21"/>
                    <a:pt x="11" y="21"/>
                    <a:pt x="10" y="21"/>
                  </a:cubicBezTo>
                  <a:cubicBezTo>
                    <a:pt x="6" y="21"/>
                    <a:pt x="3" y="19"/>
                    <a:pt x="1" y="1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" name="Google Shape;3694;p42"/>
            <p:cNvSpPr/>
            <p:nvPr/>
          </p:nvSpPr>
          <p:spPr>
            <a:xfrm>
              <a:off x="3744360" y="4369680"/>
              <a:ext cx="17640" cy="18360"/>
            </a:xfrm>
            <a:custGeom>
              <a:avLst/>
              <a:gdLst/>
              <a:ahLst/>
              <a:cxnLst/>
              <a:rect l="l" t="t" r="r" b="b"/>
              <a:pathLst>
                <a:path w="49" h="51" extrusionOk="0">
                  <a:moveTo>
                    <a:pt x="6" y="48"/>
                  </a:moveTo>
                  <a:cubicBezTo>
                    <a:pt x="1" y="46"/>
                    <a:pt x="0" y="39"/>
                    <a:pt x="3" y="35"/>
                  </a:cubicBezTo>
                  <a:cubicBezTo>
                    <a:pt x="6" y="31"/>
                    <a:pt x="8" y="28"/>
                    <a:pt x="11" y="23"/>
                  </a:cubicBezTo>
                  <a:lnTo>
                    <a:pt x="11" y="24"/>
                  </a:lnTo>
                  <a:cubicBezTo>
                    <a:pt x="14" y="20"/>
                    <a:pt x="17" y="16"/>
                    <a:pt x="20" y="12"/>
                  </a:cubicBezTo>
                  <a:cubicBezTo>
                    <a:pt x="22" y="11"/>
                    <a:pt x="24" y="9"/>
                    <a:pt x="26" y="8"/>
                  </a:cubicBezTo>
                  <a:cubicBezTo>
                    <a:pt x="27" y="7"/>
                    <a:pt x="29" y="5"/>
                    <a:pt x="30" y="4"/>
                  </a:cubicBezTo>
                  <a:cubicBezTo>
                    <a:pt x="33" y="1"/>
                    <a:pt x="38" y="0"/>
                    <a:pt x="42" y="3"/>
                  </a:cubicBezTo>
                  <a:cubicBezTo>
                    <a:pt x="47" y="6"/>
                    <a:pt x="48" y="12"/>
                    <a:pt x="45" y="17"/>
                  </a:cubicBezTo>
                  <a:cubicBezTo>
                    <a:pt x="42" y="19"/>
                    <a:pt x="40" y="21"/>
                    <a:pt x="37" y="22"/>
                  </a:cubicBezTo>
                  <a:cubicBezTo>
                    <a:pt x="36" y="23"/>
                    <a:pt x="36" y="24"/>
                    <a:pt x="35" y="25"/>
                  </a:cubicBezTo>
                  <a:cubicBezTo>
                    <a:pt x="28" y="32"/>
                    <a:pt x="23" y="39"/>
                    <a:pt x="18" y="46"/>
                  </a:cubicBezTo>
                  <a:cubicBezTo>
                    <a:pt x="16" y="49"/>
                    <a:pt x="13" y="50"/>
                    <a:pt x="11" y="50"/>
                  </a:cubicBezTo>
                  <a:cubicBezTo>
                    <a:pt x="9" y="50"/>
                    <a:pt x="7" y="49"/>
                    <a:pt x="6" y="4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" name="Google Shape;3695;p42"/>
            <p:cNvSpPr/>
            <p:nvPr/>
          </p:nvSpPr>
          <p:spPr>
            <a:xfrm>
              <a:off x="3705840" y="4419000"/>
              <a:ext cx="18360" cy="27360"/>
            </a:xfrm>
            <a:custGeom>
              <a:avLst/>
              <a:gdLst/>
              <a:ahLst/>
              <a:cxnLst/>
              <a:rect l="l" t="t" r="r" b="b"/>
              <a:pathLst>
                <a:path w="51" h="76" extrusionOk="0">
                  <a:moveTo>
                    <a:pt x="7" y="74"/>
                  </a:moveTo>
                  <a:cubicBezTo>
                    <a:pt x="2" y="72"/>
                    <a:pt x="0" y="67"/>
                    <a:pt x="2" y="62"/>
                  </a:cubicBezTo>
                  <a:cubicBezTo>
                    <a:pt x="6" y="54"/>
                    <a:pt x="9" y="47"/>
                    <a:pt x="13" y="39"/>
                  </a:cubicBezTo>
                  <a:cubicBezTo>
                    <a:pt x="17" y="32"/>
                    <a:pt x="20" y="25"/>
                    <a:pt x="24" y="18"/>
                  </a:cubicBezTo>
                  <a:cubicBezTo>
                    <a:pt x="25" y="17"/>
                    <a:pt x="25" y="16"/>
                    <a:pt x="25" y="16"/>
                  </a:cubicBezTo>
                  <a:lnTo>
                    <a:pt x="25" y="17"/>
                  </a:lnTo>
                  <a:cubicBezTo>
                    <a:pt x="25" y="15"/>
                    <a:pt x="26" y="14"/>
                    <a:pt x="27" y="13"/>
                  </a:cubicBezTo>
                  <a:lnTo>
                    <a:pt x="26" y="14"/>
                  </a:lnTo>
                  <a:cubicBezTo>
                    <a:pt x="28" y="11"/>
                    <a:pt x="30" y="8"/>
                    <a:pt x="31" y="5"/>
                  </a:cubicBezTo>
                  <a:cubicBezTo>
                    <a:pt x="34" y="1"/>
                    <a:pt x="40" y="0"/>
                    <a:pt x="44" y="2"/>
                  </a:cubicBezTo>
                  <a:cubicBezTo>
                    <a:pt x="49" y="5"/>
                    <a:pt x="50" y="11"/>
                    <a:pt x="47" y="15"/>
                  </a:cubicBezTo>
                  <a:cubicBezTo>
                    <a:pt x="44" y="21"/>
                    <a:pt x="40" y="27"/>
                    <a:pt x="37" y="33"/>
                  </a:cubicBezTo>
                  <a:cubicBezTo>
                    <a:pt x="31" y="45"/>
                    <a:pt x="25" y="57"/>
                    <a:pt x="19" y="69"/>
                  </a:cubicBezTo>
                  <a:cubicBezTo>
                    <a:pt x="18" y="73"/>
                    <a:pt x="14" y="75"/>
                    <a:pt x="11" y="75"/>
                  </a:cubicBezTo>
                  <a:cubicBezTo>
                    <a:pt x="9" y="75"/>
                    <a:pt x="8" y="75"/>
                    <a:pt x="7" y="7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" name="Google Shape;3696;p42"/>
            <p:cNvSpPr/>
            <p:nvPr/>
          </p:nvSpPr>
          <p:spPr>
            <a:xfrm>
              <a:off x="3680640" y="4475160"/>
              <a:ext cx="17640" cy="28080"/>
            </a:xfrm>
            <a:custGeom>
              <a:avLst/>
              <a:gdLst/>
              <a:ahLst/>
              <a:cxnLst/>
              <a:rect l="l" t="t" r="r" b="b"/>
              <a:pathLst>
                <a:path w="49" h="78" extrusionOk="0">
                  <a:moveTo>
                    <a:pt x="7" y="76"/>
                  </a:moveTo>
                  <a:cubicBezTo>
                    <a:pt x="2" y="74"/>
                    <a:pt x="0" y="68"/>
                    <a:pt x="2" y="64"/>
                  </a:cubicBezTo>
                  <a:cubicBezTo>
                    <a:pt x="7" y="54"/>
                    <a:pt x="11" y="44"/>
                    <a:pt x="15" y="34"/>
                  </a:cubicBezTo>
                  <a:cubicBezTo>
                    <a:pt x="19" y="25"/>
                    <a:pt x="24" y="15"/>
                    <a:pt x="28" y="7"/>
                  </a:cubicBezTo>
                  <a:cubicBezTo>
                    <a:pt x="30" y="1"/>
                    <a:pt x="36" y="0"/>
                    <a:pt x="41" y="2"/>
                  </a:cubicBezTo>
                  <a:cubicBezTo>
                    <a:pt x="46" y="4"/>
                    <a:pt x="48" y="10"/>
                    <a:pt x="46" y="14"/>
                  </a:cubicBezTo>
                  <a:cubicBezTo>
                    <a:pt x="41" y="24"/>
                    <a:pt x="36" y="32"/>
                    <a:pt x="32" y="42"/>
                  </a:cubicBezTo>
                  <a:cubicBezTo>
                    <a:pt x="28" y="52"/>
                    <a:pt x="23" y="61"/>
                    <a:pt x="19" y="71"/>
                  </a:cubicBezTo>
                  <a:cubicBezTo>
                    <a:pt x="18" y="75"/>
                    <a:pt x="14" y="77"/>
                    <a:pt x="11" y="77"/>
                  </a:cubicBezTo>
                  <a:cubicBezTo>
                    <a:pt x="9" y="77"/>
                    <a:pt x="8" y="77"/>
                    <a:pt x="7" y="7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" name="Google Shape;3697;p42"/>
            <p:cNvSpPr/>
            <p:nvPr/>
          </p:nvSpPr>
          <p:spPr>
            <a:xfrm>
              <a:off x="3659400" y="4545360"/>
              <a:ext cx="7920" cy="7920"/>
            </a:xfrm>
            <a:custGeom>
              <a:avLst/>
              <a:gdLst/>
              <a:ahLst/>
              <a:cxnLst/>
              <a:rect l="l" t="t" r="r" b="b"/>
              <a:pathLst>
                <a:path w="22" h="22" extrusionOk="0">
                  <a:moveTo>
                    <a:pt x="0" y="10"/>
                  </a:moveTo>
                  <a:cubicBezTo>
                    <a:pt x="0" y="5"/>
                    <a:pt x="5" y="0"/>
                    <a:pt x="10" y="0"/>
                  </a:cubicBezTo>
                  <a:cubicBezTo>
                    <a:pt x="16" y="0"/>
                    <a:pt x="21" y="6"/>
                    <a:pt x="20" y="12"/>
                  </a:cubicBezTo>
                  <a:cubicBezTo>
                    <a:pt x="20" y="17"/>
                    <a:pt x="15" y="21"/>
                    <a:pt x="10" y="21"/>
                  </a:cubicBezTo>
                  <a:cubicBezTo>
                    <a:pt x="4" y="21"/>
                    <a:pt x="0" y="16"/>
                    <a:pt x="0" y="1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" name="Google Shape;3698;p42"/>
            <p:cNvSpPr/>
            <p:nvPr/>
          </p:nvSpPr>
          <p:spPr>
            <a:xfrm>
              <a:off x="3562560" y="4623480"/>
              <a:ext cx="38160" cy="16560"/>
            </a:xfrm>
            <a:custGeom>
              <a:avLst/>
              <a:gdLst/>
              <a:ahLst/>
              <a:cxnLst/>
              <a:rect l="l" t="t" r="r" b="b"/>
              <a:pathLst>
                <a:path w="106" h="46" extrusionOk="0">
                  <a:moveTo>
                    <a:pt x="74" y="45"/>
                  </a:moveTo>
                  <a:cubicBezTo>
                    <a:pt x="68" y="44"/>
                    <a:pt x="63" y="43"/>
                    <a:pt x="57" y="42"/>
                  </a:cubicBezTo>
                  <a:cubicBezTo>
                    <a:pt x="54" y="41"/>
                    <a:pt x="50" y="40"/>
                    <a:pt x="47" y="38"/>
                  </a:cubicBezTo>
                  <a:cubicBezTo>
                    <a:pt x="33" y="32"/>
                    <a:pt x="20" y="25"/>
                    <a:pt x="7" y="18"/>
                  </a:cubicBezTo>
                  <a:cubicBezTo>
                    <a:pt x="3" y="15"/>
                    <a:pt x="0" y="11"/>
                    <a:pt x="3" y="6"/>
                  </a:cubicBezTo>
                  <a:cubicBezTo>
                    <a:pt x="4" y="2"/>
                    <a:pt x="10" y="0"/>
                    <a:pt x="14" y="2"/>
                  </a:cubicBezTo>
                  <a:cubicBezTo>
                    <a:pt x="28" y="9"/>
                    <a:pt x="41" y="16"/>
                    <a:pt x="55" y="22"/>
                  </a:cubicBezTo>
                  <a:cubicBezTo>
                    <a:pt x="59" y="23"/>
                    <a:pt x="63" y="24"/>
                    <a:pt x="67" y="25"/>
                  </a:cubicBezTo>
                  <a:cubicBezTo>
                    <a:pt x="68" y="26"/>
                    <a:pt x="71" y="26"/>
                    <a:pt x="72" y="26"/>
                  </a:cubicBezTo>
                  <a:cubicBezTo>
                    <a:pt x="75" y="26"/>
                    <a:pt x="78" y="26"/>
                    <a:pt x="81" y="26"/>
                  </a:cubicBezTo>
                  <a:lnTo>
                    <a:pt x="82" y="26"/>
                  </a:lnTo>
                  <a:cubicBezTo>
                    <a:pt x="82" y="26"/>
                    <a:pt x="83" y="26"/>
                    <a:pt x="84" y="26"/>
                  </a:cubicBezTo>
                  <a:lnTo>
                    <a:pt x="85" y="26"/>
                  </a:lnTo>
                  <a:cubicBezTo>
                    <a:pt x="85" y="25"/>
                    <a:pt x="86" y="25"/>
                    <a:pt x="86" y="25"/>
                  </a:cubicBezTo>
                  <a:cubicBezTo>
                    <a:pt x="86" y="25"/>
                    <a:pt x="87" y="25"/>
                    <a:pt x="87" y="24"/>
                  </a:cubicBezTo>
                  <a:lnTo>
                    <a:pt x="88" y="24"/>
                  </a:lnTo>
                  <a:cubicBezTo>
                    <a:pt x="91" y="21"/>
                    <a:pt x="97" y="21"/>
                    <a:pt x="101" y="25"/>
                  </a:cubicBezTo>
                  <a:cubicBezTo>
                    <a:pt x="105" y="29"/>
                    <a:pt x="104" y="36"/>
                    <a:pt x="99" y="39"/>
                  </a:cubicBezTo>
                  <a:cubicBezTo>
                    <a:pt x="96" y="41"/>
                    <a:pt x="93" y="43"/>
                    <a:pt x="90" y="44"/>
                  </a:cubicBezTo>
                  <a:cubicBezTo>
                    <a:pt x="86" y="45"/>
                    <a:pt x="83" y="45"/>
                    <a:pt x="79" y="45"/>
                  </a:cubicBezTo>
                  <a:cubicBezTo>
                    <a:pt x="77" y="45"/>
                    <a:pt x="75" y="45"/>
                    <a:pt x="74" y="4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" name="Google Shape;3699;p42"/>
            <p:cNvSpPr/>
            <p:nvPr/>
          </p:nvSpPr>
          <p:spPr>
            <a:xfrm>
              <a:off x="3638880" y="4560120"/>
              <a:ext cx="25560" cy="43200"/>
            </a:xfrm>
            <a:custGeom>
              <a:avLst/>
              <a:gdLst/>
              <a:ahLst/>
              <a:cxnLst/>
              <a:rect l="l" t="t" r="r" b="b"/>
              <a:pathLst>
                <a:path w="71" h="120" extrusionOk="0">
                  <a:moveTo>
                    <a:pt x="7" y="119"/>
                  </a:moveTo>
                  <a:cubicBezTo>
                    <a:pt x="2" y="116"/>
                    <a:pt x="0" y="111"/>
                    <a:pt x="2" y="106"/>
                  </a:cubicBezTo>
                  <a:cubicBezTo>
                    <a:pt x="11" y="89"/>
                    <a:pt x="19" y="72"/>
                    <a:pt x="28" y="54"/>
                  </a:cubicBezTo>
                  <a:cubicBezTo>
                    <a:pt x="31" y="46"/>
                    <a:pt x="35" y="38"/>
                    <a:pt x="39" y="29"/>
                  </a:cubicBezTo>
                  <a:cubicBezTo>
                    <a:pt x="42" y="21"/>
                    <a:pt x="47" y="14"/>
                    <a:pt x="51" y="6"/>
                  </a:cubicBezTo>
                  <a:cubicBezTo>
                    <a:pt x="54" y="2"/>
                    <a:pt x="60" y="0"/>
                    <a:pt x="64" y="3"/>
                  </a:cubicBezTo>
                  <a:cubicBezTo>
                    <a:pt x="69" y="6"/>
                    <a:pt x="70" y="12"/>
                    <a:pt x="67" y="17"/>
                  </a:cubicBezTo>
                  <a:cubicBezTo>
                    <a:pt x="64" y="21"/>
                    <a:pt x="61" y="26"/>
                    <a:pt x="58" y="30"/>
                  </a:cubicBezTo>
                  <a:cubicBezTo>
                    <a:pt x="58" y="30"/>
                    <a:pt x="59" y="30"/>
                    <a:pt x="59" y="29"/>
                  </a:cubicBezTo>
                  <a:cubicBezTo>
                    <a:pt x="53" y="43"/>
                    <a:pt x="46" y="56"/>
                    <a:pt x="40" y="70"/>
                  </a:cubicBezTo>
                  <a:cubicBezTo>
                    <a:pt x="33" y="84"/>
                    <a:pt x="26" y="99"/>
                    <a:pt x="18" y="114"/>
                  </a:cubicBezTo>
                  <a:cubicBezTo>
                    <a:pt x="16" y="117"/>
                    <a:pt x="14" y="119"/>
                    <a:pt x="10" y="119"/>
                  </a:cubicBezTo>
                  <a:cubicBezTo>
                    <a:pt x="9" y="119"/>
                    <a:pt x="8" y="119"/>
                    <a:pt x="7" y="11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" name="Google Shape;3700;p42"/>
            <p:cNvSpPr/>
            <p:nvPr/>
          </p:nvSpPr>
          <p:spPr>
            <a:xfrm>
              <a:off x="3552120" y="4615920"/>
              <a:ext cx="42120" cy="23760"/>
            </a:xfrm>
            <a:custGeom>
              <a:avLst/>
              <a:gdLst/>
              <a:ahLst/>
              <a:cxnLst/>
              <a:rect l="l" t="t" r="r" b="b"/>
              <a:pathLst>
                <a:path w="117" h="66" extrusionOk="0">
                  <a:moveTo>
                    <a:pt x="101" y="64"/>
                  </a:moveTo>
                  <a:lnTo>
                    <a:pt x="101" y="65"/>
                  </a:lnTo>
                  <a:cubicBezTo>
                    <a:pt x="101" y="64"/>
                    <a:pt x="100" y="64"/>
                    <a:pt x="99" y="64"/>
                  </a:cubicBezTo>
                  <a:cubicBezTo>
                    <a:pt x="96" y="63"/>
                    <a:pt x="92" y="61"/>
                    <a:pt x="89" y="60"/>
                  </a:cubicBezTo>
                  <a:cubicBezTo>
                    <a:pt x="82" y="59"/>
                    <a:pt x="74" y="58"/>
                    <a:pt x="67" y="56"/>
                  </a:cubicBezTo>
                  <a:cubicBezTo>
                    <a:pt x="59" y="53"/>
                    <a:pt x="52" y="51"/>
                    <a:pt x="45" y="47"/>
                  </a:cubicBezTo>
                  <a:cubicBezTo>
                    <a:pt x="41" y="46"/>
                    <a:pt x="37" y="43"/>
                    <a:pt x="33" y="41"/>
                  </a:cubicBezTo>
                  <a:cubicBezTo>
                    <a:pt x="30" y="39"/>
                    <a:pt x="27" y="37"/>
                    <a:pt x="23" y="34"/>
                  </a:cubicBezTo>
                  <a:cubicBezTo>
                    <a:pt x="16" y="29"/>
                    <a:pt x="10" y="22"/>
                    <a:pt x="3" y="15"/>
                  </a:cubicBezTo>
                  <a:cubicBezTo>
                    <a:pt x="0" y="12"/>
                    <a:pt x="1" y="6"/>
                    <a:pt x="4" y="3"/>
                  </a:cubicBezTo>
                  <a:cubicBezTo>
                    <a:pt x="8" y="0"/>
                    <a:pt x="14" y="0"/>
                    <a:pt x="17" y="3"/>
                  </a:cubicBezTo>
                  <a:cubicBezTo>
                    <a:pt x="19" y="6"/>
                    <a:pt x="22" y="8"/>
                    <a:pt x="24" y="11"/>
                  </a:cubicBezTo>
                  <a:cubicBezTo>
                    <a:pt x="27" y="13"/>
                    <a:pt x="28" y="15"/>
                    <a:pt x="31" y="17"/>
                  </a:cubicBezTo>
                  <a:cubicBezTo>
                    <a:pt x="33" y="19"/>
                    <a:pt x="35" y="21"/>
                    <a:pt x="38" y="22"/>
                  </a:cubicBezTo>
                  <a:cubicBezTo>
                    <a:pt x="41" y="24"/>
                    <a:pt x="44" y="26"/>
                    <a:pt x="48" y="28"/>
                  </a:cubicBezTo>
                  <a:cubicBezTo>
                    <a:pt x="52" y="31"/>
                    <a:pt x="56" y="32"/>
                    <a:pt x="60" y="34"/>
                  </a:cubicBezTo>
                  <a:cubicBezTo>
                    <a:pt x="62" y="35"/>
                    <a:pt x="65" y="36"/>
                    <a:pt x="68" y="37"/>
                  </a:cubicBezTo>
                  <a:cubicBezTo>
                    <a:pt x="72" y="38"/>
                    <a:pt x="75" y="39"/>
                    <a:pt x="78" y="39"/>
                  </a:cubicBezTo>
                  <a:cubicBezTo>
                    <a:pt x="83" y="40"/>
                    <a:pt x="89" y="42"/>
                    <a:pt x="94" y="43"/>
                  </a:cubicBezTo>
                  <a:cubicBezTo>
                    <a:pt x="100" y="44"/>
                    <a:pt x="104" y="46"/>
                    <a:pt x="108" y="47"/>
                  </a:cubicBezTo>
                  <a:cubicBezTo>
                    <a:pt x="114" y="49"/>
                    <a:pt x="116" y="55"/>
                    <a:pt x="114" y="60"/>
                  </a:cubicBezTo>
                  <a:cubicBezTo>
                    <a:pt x="112" y="64"/>
                    <a:pt x="109" y="65"/>
                    <a:pt x="105" y="65"/>
                  </a:cubicBezTo>
                  <a:cubicBezTo>
                    <a:pt x="104" y="65"/>
                    <a:pt x="102" y="65"/>
                    <a:pt x="101" y="6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" name="Google Shape;3701;p42"/>
            <p:cNvSpPr/>
            <p:nvPr/>
          </p:nvSpPr>
          <p:spPr>
            <a:xfrm>
              <a:off x="3510000" y="4552200"/>
              <a:ext cx="16920" cy="27720"/>
            </a:xfrm>
            <a:custGeom>
              <a:avLst/>
              <a:gdLst/>
              <a:ahLst/>
              <a:cxnLst/>
              <a:rect l="l" t="t" r="r" b="b"/>
              <a:pathLst>
                <a:path w="47" h="77" extrusionOk="0">
                  <a:moveTo>
                    <a:pt x="28" y="70"/>
                  </a:moveTo>
                  <a:cubicBezTo>
                    <a:pt x="24" y="58"/>
                    <a:pt x="21" y="47"/>
                    <a:pt x="16" y="36"/>
                  </a:cubicBezTo>
                  <a:lnTo>
                    <a:pt x="16" y="37"/>
                  </a:lnTo>
                  <a:cubicBezTo>
                    <a:pt x="16" y="36"/>
                    <a:pt x="16" y="36"/>
                    <a:pt x="16" y="36"/>
                  </a:cubicBezTo>
                  <a:cubicBezTo>
                    <a:pt x="14" y="33"/>
                    <a:pt x="13" y="30"/>
                    <a:pt x="12" y="28"/>
                  </a:cubicBezTo>
                  <a:cubicBezTo>
                    <a:pt x="10" y="29"/>
                    <a:pt x="9" y="28"/>
                    <a:pt x="7" y="27"/>
                  </a:cubicBezTo>
                  <a:cubicBezTo>
                    <a:pt x="4" y="26"/>
                    <a:pt x="2" y="24"/>
                    <a:pt x="2" y="21"/>
                  </a:cubicBezTo>
                  <a:cubicBezTo>
                    <a:pt x="1" y="20"/>
                    <a:pt x="1" y="19"/>
                    <a:pt x="1" y="18"/>
                  </a:cubicBezTo>
                  <a:cubicBezTo>
                    <a:pt x="0" y="16"/>
                    <a:pt x="0" y="14"/>
                    <a:pt x="0" y="12"/>
                  </a:cubicBezTo>
                  <a:cubicBezTo>
                    <a:pt x="0" y="10"/>
                    <a:pt x="1" y="8"/>
                    <a:pt x="2" y="6"/>
                  </a:cubicBezTo>
                  <a:cubicBezTo>
                    <a:pt x="5" y="2"/>
                    <a:pt x="10" y="0"/>
                    <a:pt x="14" y="2"/>
                  </a:cubicBezTo>
                  <a:cubicBezTo>
                    <a:pt x="16" y="3"/>
                    <a:pt x="18" y="4"/>
                    <a:pt x="20" y="6"/>
                  </a:cubicBezTo>
                  <a:cubicBezTo>
                    <a:pt x="21" y="8"/>
                    <a:pt x="23" y="10"/>
                    <a:pt x="24" y="12"/>
                  </a:cubicBezTo>
                  <a:cubicBezTo>
                    <a:pt x="27" y="15"/>
                    <a:pt x="28" y="19"/>
                    <a:pt x="30" y="23"/>
                  </a:cubicBezTo>
                  <a:cubicBezTo>
                    <a:pt x="31" y="27"/>
                    <a:pt x="34" y="31"/>
                    <a:pt x="35" y="35"/>
                  </a:cubicBezTo>
                  <a:cubicBezTo>
                    <a:pt x="39" y="45"/>
                    <a:pt x="42" y="54"/>
                    <a:pt x="45" y="64"/>
                  </a:cubicBezTo>
                  <a:cubicBezTo>
                    <a:pt x="46" y="68"/>
                    <a:pt x="44" y="74"/>
                    <a:pt x="39" y="75"/>
                  </a:cubicBezTo>
                  <a:cubicBezTo>
                    <a:pt x="38" y="76"/>
                    <a:pt x="38" y="76"/>
                    <a:pt x="37" y="76"/>
                  </a:cubicBezTo>
                  <a:cubicBezTo>
                    <a:pt x="32" y="76"/>
                    <a:pt x="29" y="74"/>
                    <a:pt x="28" y="7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" name="Google Shape;3702;p42"/>
            <p:cNvSpPr/>
            <p:nvPr/>
          </p:nvSpPr>
          <p:spPr>
            <a:xfrm>
              <a:off x="3475440" y="4480560"/>
              <a:ext cx="21240" cy="40680"/>
            </a:xfrm>
            <a:custGeom>
              <a:avLst/>
              <a:gdLst/>
              <a:ahLst/>
              <a:cxnLst/>
              <a:rect l="l" t="t" r="r" b="b"/>
              <a:pathLst>
                <a:path w="59" h="113" extrusionOk="0">
                  <a:moveTo>
                    <a:pt x="46" y="111"/>
                  </a:moveTo>
                  <a:cubicBezTo>
                    <a:pt x="43" y="111"/>
                    <a:pt x="41" y="108"/>
                    <a:pt x="40" y="106"/>
                  </a:cubicBezTo>
                  <a:cubicBezTo>
                    <a:pt x="34" y="90"/>
                    <a:pt x="27" y="74"/>
                    <a:pt x="20" y="59"/>
                  </a:cubicBezTo>
                  <a:cubicBezTo>
                    <a:pt x="19" y="56"/>
                    <a:pt x="17" y="53"/>
                    <a:pt x="16" y="49"/>
                  </a:cubicBezTo>
                  <a:cubicBezTo>
                    <a:pt x="16" y="50"/>
                    <a:pt x="16" y="50"/>
                    <a:pt x="17" y="51"/>
                  </a:cubicBezTo>
                  <a:cubicBezTo>
                    <a:pt x="14" y="45"/>
                    <a:pt x="12" y="39"/>
                    <a:pt x="9" y="34"/>
                  </a:cubicBezTo>
                  <a:cubicBezTo>
                    <a:pt x="7" y="31"/>
                    <a:pt x="6" y="28"/>
                    <a:pt x="5" y="25"/>
                  </a:cubicBezTo>
                  <a:cubicBezTo>
                    <a:pt x="3" y="20"/>
                    <a:pt x="0" y="13"/>
                    <a:pt x="3" y="8"/>
                  </a:cubicBezTo>
                  <a:cubicBezTo>
                    <a:pt x="5" y="3"/>
                    <a:pt x="12" y="0"/>
                    <a:pt x="16" y="4"/>
                  </a:cubicBezTo>
                  <a:cubicBezTo>
                    <a:pt x="20" y="6"/>
                    <a:pt x="21" y="9"/>
                    <a:pt x="21" y="13"/>
                  </a:cubicBezTo>
                  <a:lnTo>
                    <a:pt x="21" y="14"/>
                  </a:lnTo>
                  <a:lnTo>
                    <a:pt x="21" y="13"/>
                  </a:lnTo>
                  <a:cubicBezTo>
                    <a:pt x="23" y="20"/>
                    <a:pt x="26" y="27"/>
                    <a:pt x="28" y="33"/>
                  </a:cubicBezTo>
                  <a:cubicBezTo>
                    <a:pt x="31" y="38"/>
                    <a:pt x="33" y="44"/>
                    <a:pt x="35" y="48"/>
                  </a:cubicBezTo>
                  <a:cubicBezTo>
                    <a:pt x="40" y="59"/>
                    <a:pt x="44" y="70"/>
                    <a:pt x="48" y="81"/>
                  </a:cubicBezTo>
                  <a:cubicBezTo>
                    <a:pt x="51" y="87"/>
                    <a:pt x="54" y="92"/>
                    <a:pt x="56" y="99"/>
                  </a:cubicBezTo>
                  <a:cubicBezTo>
                    <a:pt x="58" y="103"/>
                    <a:pt x="57" y="108"/>
                    <a:pt x="52" y="111"/>
                  </a:cubicBezTo>
                  <a:cubicBezTo>
                    <a:pt x="51" y="111"/>
                    <a:pt x="50" y="112"/>
                    <a:pt x="48" y="112"/>
                  </a:cubicBezTo>
                  <a:cubicBezTo>
                    <a:pt x="48" y="112"/>
                    <a:pt x="47" y="112"/>
                    <a:pt x="46" y="11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" name="Google Shape;3703;p42"/>
            <p:cNvSpPr/>
            <p:nvPr/>
          </p:nvSpPr>
          <p:spPr>
            <a:xfrm>
              <a:off x="3443760" y="4426560"/>
              <a:ext cx="18360" cy="31320"/>
            </a:xfrm>
            <a:custGeom>
              <a:avLst/>
              <a:gdLst/>
              <a:ahLst/>
              <a:cxnLst/>
              <a:rect l="l" t="t" r="r" b="b"/>
              <a:pathLst>
                <a:path w="51" h="87" extrusionOk="0">
                  <a:moveTo>
                    <a:pt x="31" y="80"/>
                  </a:moveTo>
                  <a:cubicBezTo>
                    <a:pt x="28" y="72"/>
                    <a:pt x="24" y="63"/>
                    <a:pt x="21" y="55"/>
                  </a:cubicBezTo>
                  <a:lnTo>
                    <a:pt x="21" y="56"/>
                  </a:lnTo>
                  <a:cubicBezTo>
                    <a:pt x="17" y="48"/>
                    <a:pt x="14" y="41"/>
                    <a:pt x="10" y="33"/>
                  </a:cubicBezTo>
                  <a:cubicBezTo>
                    <a:pt x="9" y="29"/>
                    <a:pt x="6" y="25"/>
                    <a:pt x="5" y="21"/>
                  </a:cubicBezTo>
                  <a:cubicBezTo>
                    <a:pt x="3" y="17"/>
                    <a:pt x="0" y="13"/>
                    <a:pt x="1" y="9"/>
                  </a:cubicBezTo>
                  <a:cubicBezTo>
                    <a:pt x="2" y="6"/>
                    <a:pt x="4" y="3"/>
                    <a:pt x="7" y="2"/>
                  </a:cubicBezTo>
                  <a:cubicBezTo>
                    <a:pt x="13" y="0"/>
                    <a:pt x="20" y="3"/>
                    <a:pt x="20" y="10"/>
                  </a:cubicBezTo>
                  <a:cubicBezTo>
                    <a:pt x="20" y="10"/>
                    <a:pt x="20" y="12"/>
                    <a:pt x="21" y="12"/>
                  </a:cubicBezTo>
                  <a:cubicBezTo>
                    <a:pt x="25" y="22"/>
                    <a:pt x="30" y="31"/>
                    <a:pt x="34" y="41"/>
                  </a:cubicBezTo>
                  <a:cubicBezTo>
                    <a:pt x="39" y="52"/>
                    <a:pt x="44" y="63"/>
                    <a:pt x="48" y="74"/>
                  </a:cubicBezTo>
                  <a:cubicBezTo>
                    <a:pt x="50" y="79"/>
                    <a:pt x="47" y="84"/>
                    <a:pt x="42" y="86"/>
                  </a:cubicBezTo>
                  <a:cubicBezTo>
                    <a:pt x="42" y="86"/>
                    <a:pt x="41" y="86"/>
                    <a:pt x="40" y="86"/>
                  </a:cubicBezTo>
                  <a:cubicBezTo>
                    <a:pt x="36" y="86"/>
                    <a:pt x="33" y="84"/>
                    <a:pt x="31" y="8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" name="Google Shape;3704;p42"/>
            <p:cNvSpPr/>
            <p:nvPr/>
          </p:nvSpPr>
          <p:spPr>
            <a:xfrm>
              <a:off x="3410280" y="4368600"/>
              <a:ext cx="22680" cy="29880"/>
            </a:xfrm>
            <a:custGeom>
              <a:avLst/>
              <a:gdLst/>
              <a:ahLst/>
              <a:cxnLst/>
              <a:rect l="l" t="t" r="r" b="b"/>
              <a:pathLst>
                <a:path w="63" h="83" extrusionOk="0">
                  <a:moveTo>
                    <a:pt x="44" y="77"/>
                  </a:moveTo>
                  <a:cubicBezTo>
                    <a:pt x="43" y="75"/>
                    <a:pt x="43" y="74"/>
                    <a:pt x="42" y="73"/>
                  </a:cubicBezTo>
                  <a:cubicBezTo>
                    <a:pt x="41" y="73"/>
                    <a:pt x="41" y="73"/>
                    <a:pt x="41" y="72"/>
                  </a:cubicBezTo>
                  <a:lnTo>
                    <a:pt x="41" y="73"/>
                  </a:lnTo>
                  <a:cubicBezTo>
                    <a:pt x="38" y="63"/>
                    <a:pt x="34" y="54"/>
                    <a:pt x="29" y="46"/>
                  </a:cubicBezTo>
                  <a:cubicBezTo>
                    <a:pt x="26" y="41"/>
                    <a:pt x="23" y="36"/>
                    <a:pt x="19" y="31"/>
                  </a:cubicBezTo>
                  <a:cubicBezTo>
                    <a:pt x="18" y="29"/>
                    <a:pt x="16" y="28"/>
                    <a:pt x="15" y="26"/>
                  </a:cubicBezTo>
                  <a:cubicBezTo>
                    <a:pt x="13" y="25"/>
                    <a:pt x="11" y="23"/>
                    <a:pt x="9" y="21"/>
                  </a:cubicBezTo>
                  <a:lnTo>
                    <a:pt x="8" y="21"/>
                  </a:lnTo>
                  <a:cubicBezTo>
                    <a:pt x="8" y="21"/>
                    <a:pt x="7" y="20"/>
                    <a:pt x="7" y="19"/>
                  </a:cubicBezTo>
                  <a:cubicBezTo>
                    <a:pt x="2" y="18"/>
                    <a:pt x="0" y="12"/>
                    <a:pt x="2" y="7"/>
                  </a:cubicBezTo>
                  <a:cubicBezTo>
                    <a:pt x="4" y="2"/>
                    <a:pt x="11" y="0"/>
                    <a:pt x="15" y="3"/>
                  </a:cubicBezTo>
                  <a:cubicBezTo>
                    <a:pt x="23" y="7"/>
                    <a:pt x="29" y="14"/>
                    <a:pt x="34" y="21"/>
                  </a:cubicBezTo>
                  <a:cubicBezTo>
                    <a:pt x="38" y="25"/>
                    <a:pt x="41" y="31"/>
                    <a:pt x="44" y="36"/>
                  </a:cubicBezTo>
                  <a:cubicBezTo>
                    <a:pt x="48" y="45"/>
                    <a:pt x="53" y="53"/>
                    <a:pt x="56" y="62"/>
                  </a:cubicBezTo>
                  <a:cubicBezTo>
                    <a:pt x="57" y="63"/>
                    <a:pt x="57" y="64"/>
                    <a:pt x="58" y="65"/>
                  </a:cubicBezTo>
                  <a:cubicBezTo>
                    <a:pt x="57" y="65"/>
                    <a:pt x="57" y="64"/>
                    <a:pt x="57" y="64"/>
                  </a:cubicBezTo>
                  <a:cubicBezTo>
                    <a:pt x="58" y="66"/>
                    <a:pt x="59" y="68"/>
                    <a:pt x="60" y="71"/>
                  </a:cubicBezTo>
                  <a:cubicBezTo>
                    <a:pt x="62" y="75"/>
                    <a:pt x="59" y="81"/>
                    <a:pt x="55" y="82"/>
                  </a:cubicBezTo>
                  <a:cubicBezTo>
                    <a:pt x="54" y="82"/>
                    <a:pt x="53" y="82"/>
                    <a:pt x="52" y="82"/>
                  </a:cubicBezTo>
                  <a:cubicBezTo>
                    <a:pt x="48" y="82"/>
                    <a:pt x="45" y="80"/>
                    <a:pt x="44" y="7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" name="Google Shape;3705;p42"/>
            <p:cNvSpPr/>
            <p:nvPr/>
          </p:nvSpPr>
          <p:spPr>
            <a:xfrm>
              <a:off x="3371040" y="4348800"/>
              <a:ext cx="24120" cy="12240"/>
            </a:xfrm>
            <a:custGeom>
              <a:avLst/>
              <a:gdLst/>
              <a:ahLst/>
              <a:cxnLst/>
              <a:rect l="l" t="t" r="r" b="b"/>
              <a:pathLst>
                <a:path w="67" h="34" extrusionOk="0">
                  <a:moveTo>
                    <a:pt x="54" y="32"/>
                  </a:moveTo>
                  <a:cubicBezTo>
                    <a:pt x="43" y="28"/>
                    <a:pt x="31" y="25"/>
                    <a:pt x="20" y="22"/>
                  </a:cubicBezTo>
                  <a:lnTo>
                    <a:pt x="21" y="22"/>
                  </a:lnTo>
                  <a:cubicBezTo>
                    <a:pt x="19" y="21"/>
                    <a:pt x="17" y="21"/>
                    <a:pt x="15" y="21"/>
                  </a:cubicBezTo>
                  <a:cubicBezTo>
                    <a:pt x="12" y="20"/>
                    <a:pt x="9" y="20"/>
                    <a:pt x="6" y="19"/>
                  </a:cubicBezTo>
                  <a:cubicBezTo>
                    <a:pt x="3" y="17"/>
                    <a:pt x="1" y="14"/>
                    <a:pt x="1" y="11"/>
                  </a:cubicBezTo>
                  <a:cubicBezTo>
                    <a:pt x="0" y="7"/>
                    <a:pt x="2" y="4"/>
                    <a:pt x="5" y="2"/>
                  </a:cubicBezTo>
                  <a:cubicBezTo>
                    <a:pt x="7" y="0"/>
                    <a:pt x="10" y="0"/>
                    <a:pt x="13" y="0"/>
                  </a:cubicBezTo>
                  <a:cubicBezTo>
                    <a:pt x="14" y="1"/>
                    <a:pt x="14" y="1"/>
                    <a:pt x="15" y="2"/>
                  </a:cubicBezTo>
                  <a:cubicBezTo>
                    <a:pt x="21" y="3"/>
                    <a:pt x="28" y="5"/>
                    <a:pt x="34" y="7"/>
                  </a:cubicBezTo>
                  <a:cubicBezTo>
                    <a:pt x="43" y="9"/>
                    <a:pt x="51" y="12"/>
                    <a:pt x="59" y="15"/>
                  </a:cubicBezTo>
                  <a:cubicBezTo>
                    <a:pt x="64" y="17"/>
                    <a:pt x="66" y="21"/>
                    <a:pt x="65" y="26"/>
                  </a:cubicBezTo>
                  <a:cubicBezTo>
                    <a:pt x="64" y="30"/>
                    <a:pt x="60" y="33"/>
                    <a:pt x="56" y="33"/>
                  </a:cubicBezTo>
                  <a:lnTo>
                    <a:pt x="54" y="32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" name="Google Shape;3706;p42"/>
            <p:cNvSpPr/>
            <p:nvPr/>
          </p:nvSpPr>
          <p:spPr>
            <a:xfrm>
              <a:off x="3325320" y="4353840"/>
              <a:ext cx="37080" cy="41760"/>
            </a:xfrm>
            <a:custGeom>
              <a:avLst/>
              <a:gdLst/>
              <a:ahLst/>
              <a:cxnLst/>
              <a:rect l="l" t="t" r="r" b="b"/>
              <a:pathLst>
                <a:path w="103" h="116" extrusionOk="0">
                  <a:moveTo>
                    <a:pt x="5" y="114"/>
                  </a:moveTo>
                  <a:cubicBezTo>
                    <a:pt x="1" y="112"/>
                    <a:pt x="0" y="106"/>
                    <a:pt x="2" y="102"/>
                  </a:cubicBezTo>
                  <a:cubicBezTo>
                    <a:pt x="15" y="84"/>
                    <a:pt x="28" y="66"/>
                    <a:pt x="41" y="49"/>
                  </a:cubicBezTo>
                  <a:cubicBezTo>
                    <a:pt x="47" y="42"/>
                    <a:pt x="53" y="35"/>
                    <a:pt x="59" y="28"/>
                  </a:cubicBezTo>
                  <a:cubicBezTo>
                    <a:pt x="62" y="24"/>
                    <a:pt x="66" y="20"/>
                    <a:pt x="69" y="17"/>
                  </a:cubicBezTo>
                  <a:cubicBezTo>
                    <a:pt x="74" y="12"/>
                    <a:pt x="79" y="7"/>
                    <a:pt x="84" y="4"/>
                  </a:cubicBezTo>
                  <a:cubicBezTo>
                    <a:pt x="85" y="3"/>
                    <a:pt x="86" y="3"/>
                    <a:pt x="86" y="3"/>
                  </a:cubicBezTo>
                  <a:cubicBezTo>
                    <a:pt x="91" y="0"/>
                    <a:pt x="97" y="2"/>
                    <a:pt x="99" y="7"/>
                  </a:cubicBezTo>
                  <a:cubicBezTo>
                    <a:pt x="102" y="12"/>
                    <a:pt x="100" y="17"/>
                    <a:pt x="95" y="20"/>
                  </a:cubicBezTo>
                  <a:cubicBezTo>
                    <a:pt x="95" y="20"/>
                    <a:pt x="94" y="20"/>
                    <a:pt x="93" y="20"/>
                  </a:cubicBezTo>
                  <a:cubicBezTo>
                    <a:pt x="93" y="21"/>
                    <a:pt x="92" y="22"/>
                    <a:pt x="90" y="23"/>
                  </a:cubicBezTo>
                  <a:cubicBezTo>
                    <a:pt x="86" y="26"/>
                    <a:pt x="82" y="30"/>
                    <a:pt x="78" y="35"/>
                  </a:cubicBezTo>
                  <a:cubicBezTo>
                    <a:pt x="74" y="39"/>
                    <a:pt x="70" y="43"/>
                    <a:pt x="66" y="48"/>
                  </a:cubicBezTo>
                  <a:cubicBezTo>
                    <a:pt x="62" y="52"/>
                    <a:pt x="59" y="56"/>
                    <a:pt x="55" y="60"/>
                  </a:cubicBezTo>
                  <a:cubicBezTo>
                    <a:pt x="48" y="69"/>
                    <a:pt x="40" y="79"/>
                    <a:pt x="33" y="88"/>
                  </a:cubicBezTo>
                  <a:cubicBezTo>
                    <a:pt x="34" y="88"/>
                    <a:pt x="34" y="88"/>
                    <a:pt x="34" y="87"/>
                  </a:cubicBezTo>
                  <a:cubicBezTo>
                    <a:pt x="29" y="95"/>
                    <a:pt x="23" y="103"/>
                    <a:pt x="18" y="111"/>
                  </a:cubicBezTo>
                  <a:cubicBezTo>
                    <a:pt x="16" y="114"/>
                    <a:pt x="13" y="115"/>
                    <a:pt x="10" y="115"/>
                  </a:cubicBezTo>
                  <a:cubicBezTo>
                    <a:pt x="8" y="115"/>
                    <a:pt x="7" y="115"/>
                    <a:pt x="5" y="11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" name="Google Shape;3707;p42"/>
            <p:cNvSpPr/>
            <p:nvPr/>
          </p:nvSpPr>
          <p:spPr>
            <a:xfrm>
              <a:off x="3292200" y="4414320"/>
              <a:ext cx="26640" cy="45720"/>
            </a:xfrm>
            <a:custGeom>
              <a:avLst/>
              <a:gdLst/>
              <a:ahLst/>
              <a:cxnLst/>
              <a:rect l="l" t="t" r="r" b="b"/>
              <a:pathLst>
                <a:path w="74" h="127" extrusionOk="0">
                  <a:moveTo>
                    <a:pt x="6" y="126"/>
                  </a:moveTo>
                  <a:cubicBezTo>
                    <a:pt x="2" y="123"/>
                    <a:pt x="0" y="118"/>
                    <a:pt x="2" y="113"/>
                  </a:cubicBezTo>
                  <a:cubicBezTo>
                    <a:pt x="12" y="95"/>
                    <a:pt x="20" y="76"/>
                    <a:pt x="29" y="57"/>
                  </a:cubicBezTo>
                  <a:cubicBezTo>
                    <a:pt x="33" y="49"/>
                    <a:pt x="36" y="40"/>
                    <a:pt x="40" y="32"/>
                  </a:cubicBezTo>
                  <a:cubicBezTo>
                    <a:pt x="44" y="23"/>
                    <a:pt x="49" y="14"/>
                    <a:pt x="54" y="6"/>
                  </a:cubicBezTo>
                  <a:cubicBezTo>
                    <a:pt x="57" y="1"/>
                    <a:pt x="63" y="0"/>
                    <a:pt x="68" y="3"/>
                  </a:cubicBezTo>
                  <a:cubicBezTo>
                    <a:pt x="72" y="6"/>
                    <a:pt x="73" y="11"/>
                    <a:pt x="71" y="16"/>
                  </a:cubicBezTo>
                  <a:cubicBezTo>
                    <a:pt x="68" y="20"/>
                    <a:pt x="65" y="24"/>
                    <a:pt x="62" y="29"/>
                  </a:cubicBezTo>
                  <a:cubicBezTo>
                    <a:pt x="55" y="43"/>
                    <a:pt x="48" y="59"/>
                    <a:pt x="41" y="73"/>
                  </a:cubicBezTo>
                  <a:cubicBezTo>
                    <a:pt x="34" y="89"/>
                    <a:pt x="26" y="105"/>
                    <a:pt x="19" y="121"/>
                  </a:cubicBezTo>
                  <a:cubicBezTo>
                    <a:pt x="17" y="124"/>
                    <a:pt x="13" y="126"/>
                    <a:pt x="11" y="126"/>
                  </a:cubicBezTo>
                  <a:cubicBezTo>
                    <a:pt x="9" y="126"/>
                    <a:pt x="8" y="126"/>
                    <a:pt x="6" y="12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" name="Google Shape;3708;p42"/>
            <p:cNvSpPr/>
            <p:nvPr/>
          </p:nvSpPr>
          <p:spPr>
            <a:xfrm>
              <a:off x="3263760" y="4491720"/>
              <a:ext cx="18360" cy="27000"/>
            </a:xfrm>
            <a:custGeom>
              <a:avLst/>
              <a:gdLst/>
              <a:ahLst/>
              <a:cxnLst/>
              <a:rect l="l" t="t" r="r" b="b"/>
              <a:pathLst>
                <a:path w="51" h="75" extrusionOk="0">
                  <a:moveTo>
                    <a:pt x="7" y="74"/>
                  </a:moveTo>
                  <a:cubicBezTo>
                    <a:pt x="2" y="71"/>
                    <a:pt x="0" y="66"/>
                    <a:pt x="2" y="61"/>
                  </a:cubicBezTo>
                  <a:cubicBezTo>
                    <a:pt x="7" y="52"/>
                    <a:pt x="12" y="42"/>
                    <a:pt x="17" y="32"/>
                  </a:cubicBezTo>
                  <a:cubicBezTo>
                    <a:pt x="21" y="24"/>
                    <a:pt x="25" y="15"/>
                    <a:pt x="31" y="6"/>
                  </a:cubicBezTo>
                  <a:cubicBezTo>
                    <a:pt x="34" y="2"/>
                    <a:pt x="39" y="0"/>
                    <a:pt x="44" y="3"/>
                  </a:cubicBezTo>
                  <a:cubicBezTo>
                    <a:pt x="48" y="6"/>
                    <a:pt x="50" y="12"/>
                    <a:pt x="47" y="17"/>
                  </a:cubicBezTo>
                  <a:cubicBezTo>
                    <a:pt x="45" y="20"/>
                    <a:pt x="42" y="24"/>
                    <a:pt x="40" y="28"/>
                  </a:cubicBezTo>
                  <a:cubicBezTo>
                    <a:pt x="33" y="41"/>
                    <a:pt x="26" y="55"/>
                    <a:pt x="19" y="69"/>
                  </a:cubicBezTo>
                  <a:cubicBezTo>
                    <a:pt x="17" y="73"/>
                    <a:pt x="14" y="74"/>
                    <a:pt x="11" y="74"/>
                  </a:cubicBezTo>
                  <a:cubicBezTo>
                    <a:pt x="9" y="74"/>
                    <a:pt x="8" y="74"/>
                    <a:pt x="7" y="7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" name="Google Shape;3709;p42"/>
            <p:cNvSpPr/>
            <p:nvPr/>
          </p:nvSpPr>
          <p:spPr>
            <a:xfrm>
              <a:off x="3132000" y="4584960"/>
              <a:ext cx="90000" cy="191880"/>
            </a:xfrm>
            <a:custGeom>
              <a:avLst/>
              <a:gdLst/>
              <a:ahLst/>
              <a:cxnLst/>
              <a:rect l="l" t="t" r="r" b="b"/>
              <a:pathLst>
                <a:path w="250" h="533" extrusionOk="0">
                  <a:moveTo>
                    <a:pt x="7" y="531"/>
                  </a:moveTo>
                  <a:cubicBezTo>
                    <a:pt x="2" y="529"/>
                    <a:pt x="0" y="523"/>
                    <a:pt x="2" y="518"/>
                  </a:cubicBezTo>
                  <a:cubicBezTo>
                    <a:pt x="19" y="483"/>
                    <a:pt x="34" y="447"/>
                    <a:pt x="50" y="412"/>
                  </a:cubicBezTo>
                  <a:cubicBezTo>
                    <a:pt x="66" y="375"/>
                    <a:pt x="83" y="338"/>
                    <a:pt x="99" y="301"/>
                  </a:cubicBezTo>
                  <a:cubicBezTo>
                    <a:pt x="115" y="265"/>
                    <a:pt x="132" y="229"/>
                    <a:pt x="147" y="193"/>
                  </a:cubicBezTo>
                  <a:cubicBezTo>
                    <a:pt x="164" y="156"/>
                    <a:pt x="181" y="119"/>
                    <a:pt x="197" y="82"/>
                  </a:cubicBezTo>
                  <a:cubicBezTo>
                    <a:pt x="202" y="69"/>
                    <a:pt x="208" y="57"/>
                    <a:pt x="213" y="44"/>
                  </a:cubicBezTo>
                  <a:cubicBezTo>
                    <a:pt x="218" y="32"/>
                    <a:pt x="224" y="19"/>
                    <a:pt x="229" y="7"/>
                  </a:cubicBezTo>
                  <a:cubicBezTo>
                    <a:pt x="231" y="2"/>
                    <a:pt x="238" y="0"/>
                    <a:pt x="242" y="2"/>
                  </a:cubicBezTo>
                  <a:cubicBezTo>
                    <a:pt x="247" y="5"/>
                    <a:pt x="249" y="10"/>
                    <a:pt x="247" y="15"/>
                  </a:cubicBezTo>
                  <a:cubicBezTo>
                    <a:pt x="239" y="33"/>
                    <a:pt x="230" y="51"/>
                    <a:pt x="222" y="69"/>
                  </a:cubicBezTo>
                  <a:cubicBezTo>
                    <a:pt x="214" y="87"/>
                    <a:pt x="206" y="105"/>
                    <a:pt x="198" y="122"/>
                  </a:cubicBezTo>
                  <a:cubicBezTo>
                    <a:pt x="182" y="160"/>
                    <a:pt x="165" y="197"/>
                    <a:pt x="149" y="234"/>
                  </a:cubicBezTo>
                  <a:cubicBezTo>
                    <a:pt x="133" y="270"/>
                    <a:pt x="117" y="306"/>
                    <a:pt x="101" y="343"/>
                  </a:cubicBezTo>
                  <a:cubicBezTo>
                    <a:pt x="85" y="379"/>
                    <a:pt x="69" y="415"/>
                    <a:pt x="53" y="452"/>
                  </a:cubicBezTo>
                  <a:cubicBezTo>
                    <a:pt x="42" y="477"/>
                    <a:pt x="31" y="502"/>
                    <a:pt x="20" y="527"/>
                  </a:cubicBezTo>
                  <a:cubicBezTo>
                    <a:pt x="19" y="530"/>
                    <a:pt x="15" y="532"/>
                    <a:pt x="11" y="532"/>
                  </a:cubicBezTo>
                  <a:cubicBezTo>
                    <a:pt x="10" y="532"/>
                    <a:pt x="9" y="532"/>
                    <a:pt x="7" y="53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" name="Google Shape;3710;p42"/>
            <p:cNvSpPr/>
            <p:nvPr/>
          </p:nvSpPr>
          <p:spPr>
            <a:xfrm>
              <a:off x="3131640" y="4771800"/>
              <a:ext cx="415800" cy="11160"/>
            </a:xfrm>
            <a:custGeom>
              <a:avLst/>
              <a:gdLst/>
              <a:ahLst/>
              <a:cxnLst/>
              <a:rect l="l" t="t" r="r" b="b"/>
              <a:pathLst>
                <a:path w="1155" h="31" extrusionOk="0">
                  <a:moveTo>
                    <a:pt x="1143" y="30"/>
                  </a:moveTo>
                  <a:cubicBezTo>
                    <a:pt x="1120" y="29"/>
                    <a:pt x="1096" y="29"/>
                    <a:pt x="1073" y="29"/>
                  </a:cubicBezTo>
                  <a:cubicBezTo>
                    <a:pt x="1062" y="29"/>
                    <a:pt x="1050" y="28"/>
                    <a:pt x="1039" y="28"/>
                  </a:cubicBezTo>
                  <a:cubicBezTo>
                    <a:pt x="1027" y="27"/>
                    <a:pt x="1014" y="27"/>
                    <a:pt x="1002" y="27"/>
                  </a:cubicBezTo>
                  <a:cubicBezTo>
                    <a:pt x="954" y="27"/>
                    <a:pt x="905" y="26"/>
                    <a:pt x="857" y="26"/>
                  </a:cubicBezTo>
                  <a:cubicBezTo>
                    <a:pt x="808" y="25"/>
                    <a:pt x="758" y="25"/>
                    <a:pt x="709" y="25"/>
                  </a:cubicBezTo>
                  <a:cubicBezTo>
                    <a:pt x="658" y="24"/>
                    <a:pt x="608" y="23"/>
                    <a:pt x="557" y="23"/>
                  </a:cubicBezTo>
                  <a:cubicBezTo>
                    <a:pt x="508" y="23"/>
                    <a:pt x="459" y="22"/>
                    <a:pt x="411" y="22"/>
                  </a:cubicBezTo>
                  <a:cubicBezTo>
                    <a:pt x="362" y="22"/>
                    <a:pt x="312" y="22"/>
                    <a:pt x="263" y="21"/>
                  </a:cubicBezTo>
                  <a:cubicBezTo>
                    <a:pt x="215" y="20"/>
                    <a:pt x="166" y="20"/>
                    <a:pt x="119" y="19"/>
                  </a:cubicBezTo>
                  <a:cubicBezTo>
                    <a:pt x="101" y="19"/>
                    <a:pt x="83" y="19"/>
                    <a:pt x="64" y="19"/>
                  </a:cubicBezTo>
                  <a:cubicBezTo>
                    <a:pt x="47" y="19"/>
                    <a:pt x="29" y="19"/>
                    <a:pt x="11" y="19"/>
                  </a:cubicBezTo>
                  <a:lnTo>
                    <a:pt x="10" y="19"/>
                  </a:lnTo>
                  <a:cubicBezTo>
                    <a:pt x="4" y="19"/>
                    <a:pt x="0" y="15"/>
                    <a:pt x="0" y="9"/>
                  </a:cubicBezTo>
                  <a:cubicBezTo>
                    <a:pt x="1" y="4"/>
                    <a:pt x="5" y="0"/>
                    <a:pt x="10" y="0"/>
                  </a:cubicBezTo>
                  <a:cubicBezTo>
                    <a:pt x="16" y="0"/>
                    <a:pt x="20" y="1"/>
                    <a:pt x="25" y="1"/>
                  </a:cubicBezTo>
                  <a:cubicBezTo>
                    <a:pt x="32" y="1"/>
                    <a:pt x="38" y="1"/>
                    <a:pt x="45" y="1"/>
                  </a:cubicBezTo>
                  <a:cubicBezTo>
                    <a:pt x="57" y="1"/>
                    <a:pt x="69" y="1"/>
                    <a:pt x="81" y="2"/>
                  </a:cubicBezTo>
                  <a:cubicBezTo>
                    <a:pt x="105" y="2"/>
                    <a:pt x="128" y="2"/>
                    <a:pt x="152" y="2"/>
                  </a:cubicBezTo>
                  <a:cubicBezTo>
                    <a:pt x="201" y="3"/>
                    <a:pt x="250" y="3"/>
                    <a:pt x="299" y="4"/>
                  </a:cubicBezTo>
                  <a:cubicBezTo>
                    <a:pt x="349" y="4"/>
                    <a:pt x="398" y="5"/>
                    <a:pt x="447" y="5"/>
                  </a:cubicBezTo>
                  <a:cubicBezTo>
                    <a:pt x="472" y="5"/>
                    <a:pt x="497" y="5"/>
                    <a:pt x="523" y="6"/>
                  </a:cubicBezTo>
                  <a:cubicBezTo>
                    <a:pt x="546" y="6"/>
                    <a:pt x="570" y="6"/>
                    <a:pt x="594" y="6"/>
                  </a:cubicBezTo>
                  <a:cubicBezTo>
                    <a:pt x="644" y="7"/>
                    <a:pt x="695" y="7"/>
                    <a:pt x="746" y="8"/>
                  </a:cubicBezTo>
                  <a:cubicBezTo>
                    <a:pt x="794" y="8"/>
                    <a:pt x="843" y="9"/>
                    <a:pt x="891" y="9"/>
                  </a:cubicBezTo>
                  <a:cubicBezTo>
                    <a:pt x="916" y="9"/>
                    <a:pt x="941" y="9"/>
                    <a:pt x="965" y="9"/>
                  </a:cubicBezTo>
                  <a:cubicBezTo>
                    <a:pt x="990" y="9"/>
                    <a:pt x="1014" y="10"/>
                    <a:pt x="1037" y="10"/>
                  </a:cubicBezTo>
                  <a:cubicBezTo>
                    <a:pt x="1047" y="10"/>
                    <a:pt x="1055" y="9"/>
                    <a:pt x="1064" y="9"/>
                  </a:cubicBezTo>
                  <a:cubicBezTo>
                    <a:pt x="1074" y="10"/>
                    <a:pt x="1083" y="10"/>
                    <a:pt x="1092" y="10"/>
                  </a:cubicBezTo>
                  <a:cubicBezTo>
                    <a:pt x="1110" y="10"/>
                    <a:pt x="1127" y="10"/>
                    <a:pt x="1144" y="10"/>
                  </a:cubicBezTo>
                  <a:cubicBezTo>
                    <a:pt x="1150" y="10"/>
                    <a:pt x="1154" y="15"/>
                    <a:pt x="1154" y="20"/>
                  </a:cubicBezTo>
                  <a:cubicBezTo>
                    <a:pt x="1153" y="26"/>
                    <a:pt x="1149" y="30"/>
                    <a:pt x="1144" y="30"/>
                  </a:cubicBezTo>
                  <a:cubicBezTo>
                    <a:pt x="1143" y="30"/>
                    <a:pt x="1143" y="30"/>
                    <a:pt x="1143" y="3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" name="Google Shape;3711;p42"/>
            <p:cNvSpPr/>
            <p:nvPr/>
          </p:nvSpPr>
          <p:spPr>
            <a:xfrm>
              <a:off x="3232080" y="4697280"/>
              <a:ext cx="32760" cy="66240"/>
            </a:xfrm>
            <a:custGeom>
              <a:avLst/>
              <a:gdLst/>
              <a:ahLst/>
              <a:cxnLst/>
              <a:rect l="l" t="t" r="r" b="b"/>
              <a:pathLst>
                <a:path w="91" h="184" extrusionOk="0">
                  <a:moveTo>
                    <a:pt x="62" y="79"/>
                  </a:moveTo>
                  <a:cubicBezTo>
                    <a:pt x="59" y="83"/>
                    <a:pt x="56" y="86"/>
                    <a:pt x="52" y="90"/>
                  </a:cubicBezTo>
                  <a:cubicBezTo>
                    <a:pt x="51" y="92"/>
                    <a:pt x="49" y="93"/>
                    <a:pt x="47" y="95"/>
                  </a:cubicBezTo>
                  <a:cubicBezTo>
                    <a:pt x="51" y="92"/>
                    <a:pt x="55" y="90"/>
                    <a:pt x="60" y="88"/>
                  </a:cubicBezTo>
                  <a:lnTo>
                    <a:pt x="60" y="87"/>
                  </a:lnTo>
                  <a:cubicBezTo>
                    <a:pt x="62" y="84"/>
                    <a:pt x="62" y="81"/>
                    <a:pt x="63" y="78"/>
                  </a:cubicBezTo>
                  <a:cubicBezTo>
                    <a:pt x="63" y="79"/>
                    <a:pt x="62" y="79"/>
                    <a:pt x="62" y="79"/>
                  </a:cubicBezTo>
                  <a:moveTo>
                    <a:pt x="21" y="164"/>
                  </a:moveTo>
                  <a:cubicBezTo>
                    <a:pt x="22" y="164"/>
                    <a:pt x="22" y="164"/>
                    <a:pt x="23" y="164"/>
                  </a:cubicBezTo>
                  <a:cubicBezTo>
                    <a:pt x="23" y="163"/>
                    <a:pt x="24" y="163"/>
                    <a:pt x="25" y="163"/>
                  </a:cubicBezTo>
                  <a:lnTo>
                    <a:pt x="24" y="163"/>
                  </a:lnTo>
                  <a:cubicBezTo>
                    <a:pt x="24" y="163"/>
                    <a:pt x="25" y="163"/>
                    <a:pt x="25" y="162"/>
                  </a:cubicBezTo>
                  <a:cubicBezTo>
                    <a:pt x="27" y="162"/>
                    <a:pt x="28" y="161"/>
                    <a:pt x="29" y="160"/>
                  </a:cubicBezTo>
                  <a:cubicBezTo>
                    <a:pt x="30" y="160"/>
                    <a:pt x="30" y="159"/>
                    <a:pt x="31" y="158"/>
                  </a:cubicBezTo>
                  <a:cubicBezTo>
                    <a:pt x="32" y="157"/>
                    <a:pt x="33" y="156"/>
                    <a:pt x="34" y="155"/>
                  </a:cubicBezTo>
                  <a:cubicBezTo>
                    <a:pt x="35" y="153"/>
                    <a:pt x="37" y="151"/>
                    <a:pt x="38" y="148"/>
                  </a:cubicBezTo>
                  <a:cubicBezTo>
                    <a:pt x="42" y="141"/>
                    <a:pt x="45" y="134"/>
                    <a:pt x="48" y="126"/>
                  </a:cubicBezTo>
                  <a:cubicBezTo>
                    <a:pt x="50" y="121"/>
                    <a:pt x="52" y="117"/>
                    <a:pt x="53" y="112"/>
                  </a:cubicBezTo>
                  <a:cubicBezTo>
                    <a:pt x="49" y="114"/>
                    <a:pt x="46" y="117"/>
                    <a:pt x="42" y="120"/>
                  </a:cubicBezTo>
                  <a:cubicBezTo>
                    <a:pt x="39" y="122"/>
                    <a:pt x="37" y="124"/>
                    <a:pt x="34" y="127"/>
                  </a:cubicBezTo>
                  <a:cubicBezTo>
                    <a:pt x="31" y="130"/>
                    <a:pt x="28" y="133"/>
                    <a:pt x="26" y="137"/>
                  </a:cubicBezTo>
                  <a:cubicBezTo>
                    <a:pt x="25" y="138"/>
                    <a:pt x="23" y="140"/>
                    <a:pt x="22" y="142"/>
                  </a:cubicBezTo>
                  <a:cubicBezTo>
                    <a:pt x="21" y="144"/>
                    <a:pt x="21" y="145"/>
                    <a:pt x="21" y="146"/>
                  </a:cubicBezTo>
                  <a:cubicBezTo>
                    <a:pt x="20" y="147"/>
                    <a:pt x="20" y="148"/>
                    <a:pt x="20" y="149"/>
                  </a:cubicBezTo>
                  <a:cubicBezTo>
                    <a:pt x="19" y="151"/>
                    <a:pt x="19" y="153"/>
                    <a:pt x="18" y="156"/>
                  </a:cubicBezTo>
                  <a:cubicBezTo>
                    <a:pt x="18" y="157"/>
                    <a:pt x="18" y="158"/>
                    <a:pt x="18" y="159"/>
                  </a:cubicBezTo>
                  <a:cubicBezTo>
                    <a:pt x="18" y="160"/>
                    <a:pt x="18" y="161"/>
                    <a:pt x="19" y="162"/>
                  </a:cubicBezTo>
                  <a:lnTo>
                    <a:pt x="19" y="163"/>
                  </a:lnTo>
                  <a:lnTo>
                    <a:pt x="20" y="163"/>
                  </a:lnTo>
                  <a:lnTo>
                    <a:pt x="20" y="164"/>
                  </a:lnTo>
                  <a:lnTo>
                    <a:pt x="21" y="164"/>
                  </a:lnTo>
                  <a:moveTo>
                    <a:pt x="12" y="181"/>
                  </a:moveTo>
                  <a:cubicBezTo>
                    <a:pt x="9" y="180"/>
                    <a:pt x="7" y="178"/>
                    <a:pt x="6" y="176"/>
                  </a:cubicBezTo>
                  <a:cubicBezTo>
                    <a:pt x="4" y="174"/>
                    <a:pt x="2" y="172"/>
                    <a:pt x="2" y="169"/>
                  </a:cubicBezTo>
                  <a:cubicBezTo>
                    <a:pt x="0" y="163"/>
                    <a:pt x="0" y="158"/>
                    <a:pt x="0" y="152"/>
                  </a:cubicBezTo>
                  <a:cubicBezTo>
                    <a:pt x="2" y="146"/>
                    <a:pt x="3" y="140"/>
                    <a:pt x="6" y="135"/>
                  </a:cubicBezTo>
                  <a:cubicBezTo>
                    <a:pt x="9" y="129"/>
                    <a:pt x="13" y="124"/>
                    <a:pt x="17" y="119"/>
                  </a:cubicBezTo>
                  <a:cubicBezTo>
                    <a:pt x="21" y="114"/>
                    <a:pt x="25" y="111"/>
                    <a:pt x="29" y="107"/>
                  </a:cubicBezTo>
                  <a:cubicBezTo>
                    <a:pt x="27" y="108"/>
                    <a:pt x="25" y="108"/>
                    <a:pt x="24" y="109"/>
                  </a:cubicBezTo>
                  <a:cubicBezTo>
                    <a:pt x="21" y="109"/>
                    <a:pt x="19" y="108"/>
                    <a:pt x="17" y="107"/>
                  </a:cubicBezTo>
                  <a:cubicBezTo>
                    <a:pt x="16" y="107"/>
                    <a:pt x="15" y="106"/>
                    <a:pt x="14" y="105"/>
                  </a:cubicBezTo>
                  <a:cubicBezTo>
                    <a:pt x="13" y="105"/>
                    <a:pt x="12" y="104"/>
                    <a:pt x="11" y="103"/>
                  </a:cubicBezTo>
                  <a:cubicBezTo>
                    <a:pt x="10" y="100"/>
                    <a:pt x="10" y="98"/>
                    <a:pt x="9" y="95"/>
                  </a:cubicBezTo>
                  <a:cubicBezTo>
                    <a:pt x="9" y="93"/>
                    <a:pt x="9" y="91"/>
                    <a:pt x="10" y="88"/>
                  </a:cubicBezTo>
                  <a:cubicBezTo>
                    <a:pt x="10" y="86"/>
                    <a:pt x="10" y="85"/>
                    <a:pt x="10" y="84"/>
                  </a:cubicBezTo>
                  <a:cubicBezTo>
                    <a:pt x="10" y="81"/>
                    <a:pt x="11" y="79"/>
                    <a:pt x="11" y="77"/>
                  </a:cubicBezTo>
                  <a:cubicBezTo>
                    <a:pt x="13" y="66"/>
                    <a:pt x="15" y="56"/>
                    <a:pt x="17" y="46"/>
                  </a:cubicBezTo>
                  <a:cubicBezTo>
                    <a:pt x="20" y="34"/>
                    <a:pt x="24" y="23"/>
                    <a:pt x="28" y="12"/>
                  </a:cubicBezTo>
                  <a:cubicBezTo>
                    <a:pt x="28" y="10"/>
                    <a:pt x="28" y="8"/>
                    <a:pt x="29" y="7"/>
                  </a:cubicBezTo>
                  <a:cubicBezTo>
                    <a:pt x="30" y="7"/>
                    <a:pt x="30" y="6"/>
                    <a:pt x="30" y="6"/>
                  </a:cubicBezTo>
                  <a:cubicBezTo>
                    <a:pt x="33" y="2"/>
                    <a:pt x="38" y="0"/>
                    <a:pt x="42" y="3"/>
                  </a:cubicBezTo>
                  <a:cubicBezTo>
                    <a:pt x="46" y="4"/>
                    <a:pt x="49" y="10"/>
                    <a:pt x="46" y="15"/>
                  </a:cubicBezTo>
                  <a:cubicBezTo>
                    <a:pt x="45" y="19"/>
                    <a:pt x="44" y="23"/>
                    <a:pt x="42" y="27"/>
                  </a:cubicBezTo>
                  <a:cubicBezTo>
                    <a:pt x="40" y="32"/>
                    <a:pt x="38" y="37"/>
                    <a:pt x="37" y="42"/>
                  </a:cubicBezTo>
                  <a:cubicBezTo>
                    <a:pt x="35" y="47"/>
                    <a:pt x="34" y="52"/>
                    <a:pt x="33" y="57"/>
                  </a:cubicBezTo>
                  <a:cubicBezTo>
                    <a:pt x="31" y="66"/>
                    <a:pt x="30" y="75"/>
                    <a:pt x="28" y="85"/>
                  </a:cubicBezTo>
                  <a:cubicBezTo>
                    <a:pt x="28" y="85"/>
                    <a:pt x="28" y="86"/>
                    <a:pt x="28" y="87"/>
                  </a:cubicBezTo>
                  <a:cubicBezTo>
                    <a:pt x="28" y="87"/>
                    <a:pt x="29" y="86"/>
                    <a:pt x="30" y="86"/>
                  </a:cubicBezTo>
                  <a:cubicBezTo>
                    <a:pt x="34" y="83"/>
                    <a:pt x="38" y="79"/>
                    <a:pt x="41" y="75"/>
                  </a:cubicBezTo>
                  <a:lnTo>
                    <a:pt x="42" y="75"/>
                  </a:lnTo>
                  <a:cubicBezTo>
                    <a:pt x="42" y="74"/>
                    <a:pt x="43" y="74"/>
                    <a:pt x="44" y="73"/>
                  </a:cubicBezTo>
                  <a:cubicBezTo>
                    <a:pt x="44" y="72"/>
                    <a:pt x="45" y="72"/>
                    <a:pt x="45" y="71"/>
                  </a:cubicBezTo>
                  <a:lnTo>
                    <a:pt x="45" y="72"/>
                  </a:lnTo>
                  <a:cubicBezTo>
                    <a:pt x="45" y="71"/>
                    <a:pt x="46" y="71"/>
                    <a:pt x="46" y="70"/>
                  </a:cubicBezTo>
                  <a:lnTo>
                    <a:pt x="47" y="70"/>
                  </a:lnTo>
                  <a:cubicBezTo>
                    <a:pt x="53" y="63"/>
                    <a:pt x="59" y="56"/>
                    <a:pt x="65" y="49"/>
                  </a:cubicBezTo>
                  <a:cubicBezTo>
                    <a:pt x="68" y="46"/>
                    <a:pt x="70" y="43"/>
                    <a:pt x="74" y="41"/>
                  </a:cubicBezTo>
                  <a:cubicBezTo>
                    <a:pt x="78" y="39"/>
                    <a:pt x="84" y="40"/>
                    <a:pt x="87" y="45"/>
                  </a:cubicBezTo>
                  <a:cubicBezTo>
                    <a:pt x="90" y="49"/>
                    <a:pt x="88" y="55"/>
                    <a:pt x="87" y="60"/>
                  </a:cubicBezTo>
                  <a:cubicBezTo>
                    <a:pt x="87" y="63"/>
                    <a:pt x="85" y="67"/>
                    <a:pt x="84" y="70"/>
                  </a:cubicBezTo>
                  <a:cubicBezTo>
                    <a:pt x="82" y="78"/>
                    <a:pt x="80" y="86"/>
                    <a:pt x="77" y="93"/>
                  </a:cubicBezTo>
                  <a:cubicBezTo>
                    <a:pt x="77" y="95"/>
                    <a:pt x="77" y="96"/>
                    <a:pt x="76" y="97"/>
                  </a:cubicBezTo>
                  <a:cubicBezTo>
                    <a:pt x="73" y="107"/>
                    <a:pt x="71" y="116"/>
                    <a:pt x="67" y="126"/>
                  </a:cubicBezTo>
                  <a:cubicBezTo>
                    <a:pt x="64" y="135"/>
                    <a:pt x="60" y="145"/>
                    <a:pt x="56" y="154"/>
                  </a:cubicBezTo>
                  <a:cubicBezTo>
                    <a:pt x="52" y="161"/>
                    <a:pt x="48" y="168"/>
                    <a:pt x="42" y="174"/>
                  </a:cubicBezTo>
                  <a:cubicBezTo>
                    <a:pt x="38" y="177"/>
                    <a:pt x="33" y="180"/>
                    <a:pt x="28" y="182"/>
                  </a:cubicBezTo>
                  <a:cubicBezTo>
                    <a:pt x="26" y="183"/>
                    <a:pt x="24" y="183"/>
                    <a:pt x="21" y="183"/>
                  </a:cubicBezTo>
                  <a:cubicBezTo>
                    <a:pt x="18" y="183"/>
                    <a:pt x="15" y="182"/>
                    <a:pt x="12" y="18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" name="Google Shape;3712;p42"/>
            <p:cNvSpPr/>
            <p:nvPr/>
          </p:nvSpPr>
          <p:spPr>
            <a:xfrm>
              <a:off x="3282120" y="4696560"/>
              <a:ext cx="16920" cy="37440"/>
            </a:xfrm>
            <a:custGeom>
              <a:avLst/>
              <a:gdLst/>
              <a:ahLst/>
              <a:cxnLst/>
              <a:rect l="l" t="t" r="r" b="b"/>
              <a:pathLst>
                <a:path w="47" h="104" extrusionOk="0">
                  <a:moveTo>
                    <a:pt x="20" y="103"/>
                  </a:moveTo>
                  <a:cubicBezTo>
                    <a:pt x="15" y="102"/>
                    <a:pt x="12" y="97"/>
                    <a:pt x="12" y="92"/>
                  </a:cubicBezTo>
                  <a:cubicBezTo>
                    <a:pt x="15" y="80"/>
                    <a:pt x="18" y="69"/>
                    <a:pt x="20" y="57"/>
                  </a:cubicBezTo>
                  <a:cubicBezTo>
                    <a:pt x="21" y="54"/>
                    <a:pt x="22" y="51"/>
                    <a:pt x="23" y="48"/>
                  </a:cubicBezTo>
                  <a:cubicBezTo>
                    <a:pt x="22" y="49"/>
                    <a:pt x="21" y="51"/>
                    <a:pt x="20" y="53"/>
                  </a:cubicBezTo>
                  <a:lnTo>
                    <a:pt x="20" y="54"/>
                  </a:lnTo>
                  <a:cubicBezTo>
                    <a:pt x="20" y="58"/>
                    <a:pt x="15" y="62"/>
                    <a:pt x="10" y="62"/>
                  </a:cubicBezTo>
                  <a:cubicBezTo>
                    <a:pt x="4" y="62"/>
                    <a:pt x="0" y="57"/>
                    <a:pt x="1" y="51"/>
                  </a:cubicBezTo>
                  <a:cubicBezTo>
                    <a:pt x="2" y="47"/>
                    <a:pt x="5" y="42"/>
                    <a:pt x="6" y="38"/>
                  </a:cubicBezTo>
                  <a:cubicBezTo>
                    <a:pt x="9" y="34"/>
                    <a:pt x="11" y="30"/>
                    <a:pt x="13" y="27"/>
                  </a:cubicBezTo>
                  <a:cubicBezTo>
                    <a:pt x="15" y="23"/>
                    <a:pt x="16" y="20"/>
                    <a:pt x="19" y="17"/>
                  </a:cubicBezTo>
                  <a:cubicBezTo>
                    <a:pt x="19" y="15"/>
                    <a:pt x="20" y="13"/>
                    <a:pt x="22" y="12"/>
                  </a:cubicBezTo>
                  <a:cubicBezTo>
                    <a:pt x="22" y="10"/>
                    <a:pt x="23" y="8"/>
                    <a:pt x="25" y="6"/>
                  </a:cubicBezTo>
                  <a:cubicBezTo>
                    <a:pt x="26" y="4"/>
                    <a:pt x="29" y="3"/>
                    <a:pt x="30" y="2"/>
                  </a:cubicBezTo>
                  <a:cubicBezTo>
                    <a:pt x="34" y="0"/>
                    <a:pt x="40" y="1"/>
                    <a:pt x="43" y="5"/>
                  </a:cubicBezTo>
                  <a:cubicBezTo>
                    <a:pt x="44" y="8"/>
                    <a:pt x="46" y="11"/>
                    <a:pt x="46" y="14"/>
                  </a:cubicBezTo>
                  <a:cubicBezTo>
                    <a:pt x="46" y="19"/>
                    <a:pt x="45" y="23"/>
                    <a:pt x="44" y="27"/>
                  </a:cubicBezTo>
                  <a:cubicBezTo>
                    <a:pt x="44" y="31"/>
                    <a:pt x="43" y="35"/>
                    <a:pt x="42" y="39"/>
                  </a:cubicBezTo>
                  <a:cubicBezTo>
                    <a:pt x="41" y="45"/>
                    <a:pt x="40" y="52"/>
                    <a:pt x="39" y="58"/>
                  </a:cubicBezTo>
                  <a:cubicBezTo>
                    <a:pt x="36" y="70"/>
                    <a:pt x="33" y="83"/>
                    <a:pt x="31" y="95"/>
                  </a:cubicBezTo>
                  <a:cubicBezTo>
                    <a:pt x="30" y="100"/>
                    <a:pt x="26" y="103"/>
                    <a:pt x="22" y="103"/>
                  </a:cubicBezTo>
                  <a:cubicBezTo>
                    <a:pt x="21" y="103"/>
                    <a:pt x="21" y="103"/>
                    <a:pt x="20" y="10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" name="Google Shape;3713;p42"/>
            <p:cNvSpPr/>
            <p:nvPr/>
          </p:nvSpPr>
          <p:spPr>
            <a:xfrm>
              <a:off x="3311640" y="4715640"/>
              <a:ext cx="39600" cy="7920"/>
            </a:xfrm>
            <a:custGeom>
              <a:avLst/>
              <a:gdLst/>
              <a:ahLst/>
              <a:cxnLst/>
              <a:rect l="l" t="t" r="r" b="b"/>
              <a:pathLst>
                <a:path w="110" h="22" extrusionOk="0">
                  <a:moveTo>
                    <a:pt x="8" y="21"/>
                  </a:moveTo>
                  <a:cubicBezTo>
                    <a:pt x="4" y="20"/>
                    <a:pt x="0" y="16"/>
                    <a:pt x="0" y="12"/>
                  </a:cubicBezTo>
                  <a:cubicBezTo>
                    <a:pt x="0" y="10"/>
                    <a:pt x="0" y="8"/>
                    <a:pt x="1" y="6"/>
                  </a:cubicBezTo>
                  <a:cubicBezTo>
                    <a:pt x="4" y="2"/>
                    <a:pt x="10" y="0"/>
                    <a:pt x="14" y="2"/>
                  </a:cubicBezTo>
                  <a:cubicBezTo>
                    <a:pt x="21" y="3"/>
                    <a:pt x="27" y="3"/>
                    <a:pt x="33" y="3"/>
                  </a:cubicBezTo>
                  <a:cubicBezTo>
                    <a:pt x="36" y="2"/>
                    <a:pt x="39" y="2"/>
                    <a:pt x="43" y="2"/>
                  </a:cubicBezTo>
                  <a:lnTo>
                    <a:pt x="42" y="2"/>
                  </a:lnTo>
                  <a:cubicBezTo>
                    <a:pt x="43" y="2"/>
                    <a:pt x="43" y="2"/>
                    <a:pt x="43" y="2"/>
                  </a:cubicBezTo>
                  <a:cubicBezTo>
                    <a:pt x="46" y="2"/>
                    <a:pt x="49" y="2"/>
                    <a:pt x="51" y="2"/>
                  </a:cubicBezTo>
                  <a:lnTo>
                    <a:pt x="52" y="2"/>
                  </a:lnTo>
                  <a:cubicBezTo>
                    <a:pt x="68" y="2"/>
                    <a:pt x="84" y="2"/>
                    <a:pt x="100" y="2"/>
                  </a:cubicBezTo>
                  <a:cubicBezTo>
                    <a:pt x="105" y="3"/>
                    <a:pt x="109" y="7"/>
                    <a:pt x="109" y="12"/>
                  </a:cubicBezTo>
                  <a:cubicBezTo>
                    <a:pt x="109" y="17"/>
                    <a:pt x="105" y="21"/>
                    <a:pt x="99" y="21"/>
                  </a:cubicBezTo>
                  <a:cubicBezTo>
                    <a:pt x="93" y="20"/>
                    <a:pt x="86" y="20"/>
                    <a:pt x="80" y="20"/>
                  </a:cubicBezTo>
                  <a:cubicBezTo>
                    <a:pt x="74" y="20"/>
                    <a:pt x="68" y="20"/>
                    <a:pt x="63" y="20"/>
                  </a:cubicBezTo>
                  <a:cubicBezTo>
                    <a:pt x="56" y="20"/>
                    <a:pt x="49" y="20"/>
                    <a:pt x="42" y="21"/>
                  </a:cubicBezTo>
                  <a:cubicBezTo>
                    <a:pt x="38" y="21"/>
                    <a:pt x="33" y="21"/>
                    <a:pt x="29" y="21"/>
                  </a:cubicBezTo>
                  <a:cubicBezTo>
                    <a:pt x="26" y="21"/>
                    <a:pt x="22" y="21"/>
                    <a:pt x="19" y="21"/>
                  </a:cubicBezTo>
                  <a:cubicBezTo>
                    <a:pt x="15" y="21"/>
                    <a:pt x="11" y="21"/>
                    <a:pt x="8" y="2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" name="Google Shape;3714;p42"/>
            <p:cNvSpPr/>
            <p:nvPr/>
          </p:nvSpPr>
          <p:spPr>
            <a:xfrm>
              <a:off x="3314880" y="4724280"/>
              <a:ext cx="42840" cy="9000"/>
            </a:xfrm>
            <a:custGeom>
              <a:avLst/>
              <a:gdLst/>
              <a:ahLst/>
              <a:cxnLst/>
              <a:rect l="l" t="t" r="r" b="b"/>
              <a:pathLst>
                <a:path w="119" h="25" extrusionOk="0">
                  <a:moveTo>
                    <a:pt x="37" y="24"/>
                  </a:moveTo>
                  <a:cubicBezTo>
                    <a:pt x="29" y="24"/>
                    <a:pt x="21" y="24"/>
                    <a:pt x="13" y="23"/>
                  </a:cubicBezTo>
                  <a:cubicBezTo>
                    <a:pt x="8" y="22"/>
                    <a:pt x="3" y="20"/>
                    <a:pt x="2" y="14"/>
                  </a:cubicBezTo>
                  <a:cubicBezTo>
                    <a:pt x="0" y="11"/>
                    <a:pt x="2" y="7"/>
                    <a:pt x="5" y="4"/>
                  </a:cubicBezTo>
                  <a:cubicBezTo>
                    <a:pt x="8" y="0"/>
                    <a:pt x="15" y="1"/>
                    <a:pt x="18" y="4"/>
                  </a:cubicBezTo>
                  <a:cubicBezTo>
                    <a:pt x="19" y="5"/>
                    <a:pt x="21" y="5"/>
                    <a:pt x="22" y="5"/>
                  </a:cubicBezTo>
                  <a:cubicBezTo>
                    <a:pt x="37" y="6"/>
                    <a:pt x="51" y="7"/>
                    <a:pt x="66" y="6"/>
                  </a:cubicBezTo>
                  <a:lnTo>
                    <a:pt x="67" y="6"/>
                  </a:lnTo>
                  <a:lnTo>
                    <a:pt x="68" y="6"/>
                  </a:lnTo>
                  <a:cubicBezTo>
                    <a:pt x="67" y="6"/>
                    <a:pt x="67" y="6"/>
                    <a:pt x="67" y="6"/>
                  </a:cubicBezTo>
                  <a:cubicBezTo>
                    <a:pt x="69" y="6"/>
                    <a:pt x="70" y="6"/>
                    <a:pt x="72" y="6"/>
                  </a:cubicBezTo>
                  <a:cubicBezTo>
                    <a:pt x="73" y="6"/>
                    <a:pt x="74" y="6"/>
                    <a:pt x="75" y="6"/>
                  </a:cubicBezTo>
                  <a:cubicBezTo>
                    <a:pt x="76" y="6"/>
                    <a:pt x="76" y="6"/>
                    <a:pt x="77" y="6"/>
                  </a:cubicBezTo>
                  <a:lnTo>
                    <a:pt x="76" y="6"/>
                  </a:lnTo>
                  <a:cubicBezTo>
                    <a:pt x="77" y="6"/>
                    <a:pt x="77" y="6"/>
                    <a:pt x="77" y="6"/>
                  </a:cubicBezTo>
                  <a:cubicBezTo>
                    <a:pt x="78" y="6"/>
                    <a:pt x="79" y="6"/>
                    <a:pt x="79" y="6"/>
                  </a:cubicBezTo>
                  <a:cubicBezTo>
                    <a:pt x="80" y="6"/>
                    <a:pt x="80" y="6"/>
                    <a:pt x="80" y="6"/>
                  </a:cubicBezTo>
                  <a:lnTo>
                    <a:pt x="82" y="6"/>
                  </a:lnTo>
                  <a:cubicBezTo>
                    <a:pt x="91" y="6"/>
                    <a:pt x="100" y="6"/>
                    <a:pt x="108" y="5"/>
                  </a:cubicBezTo>
                  <a:cubicBezTo>
                    <a:pt x="113" y="5"/>
                    <a:pt x="117" y="8"/>
                    <a:pt x="117" y="13"/>
                  </a:cubicBezTo>
                  <a:cubicBezTo>
                    <a:pt x="118" y="17"/>
                    <a:pt x="114" y="21"/>
                    <a:pt x="110" y="21"/>
                  </a:cubicBezTo>
                  <a:cubicBezTo>
                    <a:pt x="95" y="23"/>
                    <a:pt x="80" y="23"/>
                    <a:pt x="66" y="24"/>
                  </a:cubicBezTo>
                  <a:cubicBezTo>
                    <a:pt x="58" y="24"/>
                    <a:pt x="51" y="24"/>
                    <a:pt x="43" y="24"/>
                  </a:cubicBezTo>
                  <a:cubicBezTo>
                    <a:pt x="41" y="24"/>
                    <a:pt x="40" y="24"/>
                    <a:pt x="37" y="2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" name="Google Shape;3715;p42"/>
            <p:cNvSpPr/>
            <p:nvPr/>
          </p:nvSpPr>
          <p:spPr>
            <a:xfrm>
              <a:off x="3382560" y="4700520"/>
              <a:ext cx="74880" cy="46440"/>
            </a:xfrm>
            <a:custGeom>
              <a:avLst/>
              <a:gdLst/>
              <a:ahLst/>
              <a:cxnLst/>
              <a:rect l="l" t="t" r="r" b="b"/>
              <a:pathLst>
                <a:path w="208" h="129" extrusionOk="0">
                  <a:moveTo>
                    <a:pt x="127" y="93"/>
                  </a:moveTo>
                  <a:cubicBezTo>
                    <a:pt x="126" y="93"/>
                    <a:pt x="126" y="93"/>
                    <a:pt x="126" y="93"/>
                  </a:cubicBezTo>
                  <a:cubicBezTo>
                    <a:pt x="127" y="93"/>
                    <a:pt x="128" y="93"/>
                    <a:pt x="129" y="93"/>
                  </a:cubicBezTo>
                  <a:cubicBezTo>
                    <a:pt x="130" y="93"/>
                    <a:pt x="131" y="93"/>
                    <a:pt x="132" y="92"/>
                  </a:cubicBezTo>
                  <a:cubicBezTo>
                    <a:pt x="134" y="91"/>
                    <a:pt x="137" y="91"/>
                    <a:pt x="138" y="90"/>
                  </a:cubicBezTo>
                  <a:cubicBezTo>
                    <a:pt x="141" y="89"/>
                    <a:pt x="144" y="87"/>
                    <a:pt x="147" y="86"/>
                  </a:cubicBezTo>
                  <a:cubicBezTo>
                    <a:pt x="151" y="83"/>
                    <a:pt x="155" y="80"/>
                    <a:pt x="159" y="77"/>
                  </a:cubicBezTo>
                  <a:lnTo>
                    <a:pt x="158" y="77"/>
                  </a:lnTo>
                  <a:cubicBezTo>
                    <a:pt x="162" y="74"/>
                    <a:pt x="166" y="70"/>
                    <a:pt x="170" y="66"/>
                  </a:cubicBezTo>
                  <a:cubicBezTo>
                    <a:pt x="173" y="63"/>
                    <a:pt x="175" y="61"/>
                    <a:pt x="177" y="58"/>
                  </a:cubicBezTo>
                  <a:cubicBezTo>
                    <a:pt x="179" y="56"/>
                    <a:pt x="181" y="54"/>
                    <a:pt x="182" y="51"/>
                  </a:cubicBezTo>
                  <a:cubicBezTo>
                    <a:pt x="183" y="49"/>
                    <a:pt x="184" y="47"/>
                    <a:pt x="185" y="45"/>
                  </a:cubicBezTo>
                  <a:cubicBezTo>
                    <a:pt x="186" y="43"/>
                    <a:pt x="186" y="42"/>
                    <a:pt x="187" y="40"/>
                  </a:cubicBezTo>
                  <a:cubicBezTo>
                    <a:pt x="187" y="39"/>
                    <a:pt x="187" y="37"/>
                    <a:pt x="187" y="36"/>
                  </a:cubicBezTo>
                  <a:cubicBezTo>
                    <a:pt x="187" y="36"/>
                    <a:pt x="187" y="34"/>
                    <a:pt x="187" y="33"/>
                  </a:cubicBezTo>
                  <a:cubicBezTo>
                    <a:pt x="187" y="32"/>
                    <a:pt x="187" y="30"/>
                    <a:pt x="187" y="29"/>
                  </a:cubicBezTo>
                  <a:cubicBezTo>
                    <a:pt x="187" y="29"/>
                    <a:pt x="187" y="28"/>
                    <a:pt x="187" y="27"/>
                  </a:cubicBezTo>
                  <a:cubicBezTo>
                    <a:pt x="187" y="27"/>
                    <a:pt x="186" y="27"/>
                    <a:pt x="186" y="26"/>
                  </a:cubicBezTo>
                  <a:lnTo>
                    <a:pt x="186" y="25"/>
                  </a:lnTo>
                  <a:cubicBezTo>
                    <a:pt x="185" y="24"/>
                    <a:pt x="185" y="24"/>
                    <a:pt x="184" y="23"/>
                  </a:cubicBezTo>
                  <a:cubicBezTo>
                    <a:pt x="183" y="22"/>
                    <a:pt x="183" y="22"/>
                    <a:pt x="183" y="22"/>
                  </a:cubicBezTo>
                  <a:cubicBezTo>
                    <a:pt x="182" y="22"/>
                    <a:pt x="182" y="21"/>
                    <a:pt x="182" y="21"/>
                  </a:cubicBezTo>
                  <a:cubicBezTo>
                    <a:pt x="180" y="20"/>
                    <a:pt x="180" y="20"/>
                    <a:pt x="179" y="20"/>
                  </a:cubicBezTo>
                  <a:lnTo>
                    <a:pt x="180" y="20"/>
                  </a:lnTo>
                  <a:cubicBezTo>
                    <a:pt x="179" y="20"/>
                    <a:pt x="179" y="19"/>
                    <a:pt x="177" y="19"/>
                  </a:cubicBezTo>
                  <a:cubicBezTo>
                    <a:pt x="176" y="19"/>
                    <a:pt x="175" y="19"/>
                    <a:pt x="175" y="19"/>
                  </a:cubicBezTo>
                  <a:cubicBezTo>
                    <a:pt x="173" y="19"/>
                    <a:pt x="172" y="19"/>
                    <a:pt x="171" y="19"/>
                  </a:cubicBezTo>
                  <a:cubicBezTo>
                    <a:pt x="169" y="19"/>
                    <a:pt x="168" y="19"/>
                    <a:pt x="167" y="19"/>
                  </a:cubicBezTo>
                  <a:cubicBezTo>
                    <a:pt x="166" y="19"/>
                    <a:pt x="165" y="19"/>
                    <a:pt x="164" y="20"/>
                  </a:cubicBezTo>
                  <a:cubicBezTo>
                    <a:pt x="162" y="20"/>
                    <a:pt x="161" y="20"/>
                    <a:pt x="160" y="21"/>
                  </a:cubicBezTo>
                  <a:cubicBezTo>
                    <a:pt x="159" y="22"/>
                    <a:pt x="158" y="22"/>
                    <a:pt x="157" y="23"/>
                  </a:cubicBezTo>
                  <a:cubicBezTo>
                    <a:pt x="155" y="23"/>
                    <a:pt x="154" y="24"/>
                    <a:pt x="152" y="26"/>
                  </a:cubicBezTo>
                  <a:cubicBezTo>
                    <a:pt x="151" y="27"/>
                    <a:pt x="150" y="27"/>
                    <a:pt x="149" y="29"/>
                  </a:cubicBezTo>
                  <a:cubicBezTo>
                    <a:pt x="148" y="29"/>
                    <a:pt x="148" y="30"/>
                    <a:pt x="147" y="31"/>
                  </a:cubicBezTo>
                  <a:cubicBezTo>
                    <a:pt x="147" y="31"/>
                    <a:pt x="146" y="33"/>
                    <a:pt x="145" y="33"/>
                  </a:cubicBezTo>
                  <a:cubicBezTo>
                    <a:pt x="145" y="34"/>
                    <a:pt x="144" y="36"/>
                    <a:pt x="144" y="36"/>
                  </a:cubicBezTo>
                  <a:cubicBezTo>
                    <a:pt x="144" y="38"/>
                    <a:pt x="143" y="40"/>
                    <a:pt x="143" y="41"/>
                  </a:cubicBezTo>
                  <a:cubicBezTo>
                    <a:pt x="141" y="46"/>
                    <a:pt x="141" y="51"/>
                    <a:pt x="140" y="56"/>
                  </a:cubicBezTo>
                  <a:lnTo>
                    <a:pt x="140" y="57"/>
                  </a:lnTo>
                  <a:lnTo>
                    <a:pt x="140" y="56"/>
                  </a:lnTo>
                  <a:cubicBezTo>
                    <a:pt x="140" y="58"/>
                    <a:pt x="140" y="59"/>
                    <a:pt x="140" y="61"/>
                  </a:cubicBezTo>
                  <a:cubicBezTo>
                    <a:pt x="140" y="66"/>
                    <a:pt x="136" y="69"/>
                    <a:pt x="131" y="69"/>
                  </a:cubicBezTo>
                  <a:cubicBezTo>
                    <a:pt x="130" y="69"/>
                    <a:pt x="129" y="69"/>
                    <a:pt x="128" y="68"/>
                  </a:cubicBezTo>
                  <a:cubicBezTo>
                    <a:pt x="127" y="69"/>
                    <a:pt x="127" y="70"/>
                    <a:pt x="126" y="71"/>
                  </a:cubicBezTo>
                  <a:cubicBezTo>
                    <a:pt x="126" y="73"/>
                    <a:pt x="125" y="76"/>
                    <a:pt x="124" y="78"/>
                  </a:cubicBezTo>
                  <a:cubicBezTo>
                    <a:pt x="124" y="80"/>
                    <a:pt x="123" y="82"/>
                    <a:pt x="123" y="84"/>
                  </a:cubicBezTo>
                  <a:cubicBezTo>
                    <a:pt x="123" y="87"/>
                    <a:pt x="123" y="89"/>
                    <a:pt x="123" y="91"/>
                  </a:cubicBezTo>
                  <a:lnTo>
                    <a:pt x="123" y="90"/>
                  </a:lnTo>
                  <a:cubicBezTo>
                    <a:pt x="123" y="91"/>
                    <a:pt x="123" y="91"/>
                    <a:pt x="123" y="92"/>
                  </a:cubicBezTo>
                  <a:cubicBezTo>
                    <a:pt x="123" y="93"/>
                    <a:pt x="123" y="93"/>
                    <a:pt x="123" y="93"/>
                  </a:cubicBezTo>
                  <a:cubicBezTo>
                    <a:pt x="124" y="93"/>
                    <a:pt x="124" y="93"/>
                    <a:pt x="124" y="93"/>
                  </a:cubicBezTo>
                  <a:cubicBezTo>
                    <a:pt x="125" y="93"/>
                    <a:pt x="126" y="93"/>
                    <a:pt x="127" y="93"/>
                  </a:cubicBezTo>
                  <a:moveTo>
                    <a:pt x="24" y="128"/>
                  </a:moveTo>
                  <a:cubicBezTo>
                    <a:pt x="19" y="128"/>
                    <a:pt x="13" y="126"/>
                    <a:pt x="9" y="124"/>
                  </a:cubicBezTo>
                  <a:cubicBezTo>
                    <a:pt x="4" y="120"/>
                    <a:pt x="2" y="115"/>
                    <a:pt x="1" y="109"/>
                  </a:cubicBezTo>
                  <a:cubicBezTo>
                    <a:pt x="0" y="103"/>
                    <a:pt x="1" y="97"/>
                    <a:pt x="2" y="91"/>
                  </a:cubicBezTo>
                  <a:cubicBezTo>
                    <a:pt x="3" y="84"/>
                    <a:pt x="4" y="77"/>
                    <a:pt x="6" y="71"/>
                  </a:cubicBezTo>
                  <a:cubicBezTo>
                    <a:pt x="10" y="57"/>
                    <a:pt x="16" y="44"/>
                    <a:pt x="24" y="33"/>
                  </a:cubicBezTo>
                  <a:cubicBezTo>
                    <a:pt x="28" y="26"/>
                    <a:pt x="34" y="21"/>
                    <a:pt x="39" y="16"/>
                  </a:cubicBezTo>
                  <a:cubicBezTo>
                    <a:pt x="45" y="12"/>
                    <a:pt x="50" y="9"/>
                    <a:pt x="57" y="7"/>
                  </a:cubicBezTo>
                  <a:cubicBezTo>
                    <a:pt x="63" y="5"/>
                    <a:pt x="69" y="5"/>
                    <a:pt x="75" y="5"/>
                  </a:cubicBezTo>
                  <a:cubicBezTo>
                    <a:pt x="81" y="6"/>
                    <a:pt x="87" y="9"/>
                    <a:pt x="89" y="15"/>
                  </a:cubicBezTo>
                  <a:cubicBezTo>
                    <a:pt x="91" y="20"/>
                    <a:pt x="92" y="26"/>
                    <a:pt x="90" y="31"/>
                  </a:cubicBezTo>
                  <a:cubicBezTo>
                    <a:pt x="89" y="36"/>
                    <a:pt x="86" y="41"/>
                    <a:pt x="81" y="43"/>
                  </a:cubicBezTo>
                  <a:cubicBezTo>
                    <a:pt x="78" y="44"/>
                    <a:pt x="76" y="44"/>
                    <a:pt x="73" y="42"/>
                  </a:cubicBezTo>
                  <a:cubicBezTo>
                    <a:pt x="70" y="40"/>
                    <a:pt x="69" y="37"/>
                    <a:pt x="69" y="33"/>
                  </a:cubicBezTo>
                  <a:lnTo>
                    <a:pt x="69" y="32"/>
                  </a:lnTo>
                  <a:cubicBezTo>
                    <a:pt x="69" y="30"/>
                    <a:pt x="70" y="27"/>
                    <a:pt x="72" y="26"/>
                  </a:cubicBezTo>
                  <a:cubicBezTo>
                    <a:pt x="73" y="26"/>
                    <a:pt x="73" y="26"/>
                    <a:pt x="73" y="25"/>
                  </a:cubicBezTo>
                  <a:cubicBezTo>
                    <a:pt x="73" y="24"/>
                    <a:pt x="72" y="24"/>
                    <a:pt x="72" y="24"/>
                  </a:cubicBezTo>
                  <a:lnTo>
                    <a:pt x="73" y="24"/>
                  </a:lnTo>
                  <a:cubicBezTo>
                    <a:pt x="72" y="24"/>
                    <a:pt x="72" y="24"/>
                    <a:pt x="72" y="24"/>
                  </a:cubicBezTo>
                  <a:cubicBezTo>
                    <a:pt x="71" y="24"/>
                    <a:pt x="71" y="24"/>
                    <a:pt x="71" y="24"/>
                  </a:cubicBezTo>
                  <a:lnTo>
                    <a:pt x="70" y="24"/>
                  </a:lnTo>
                  <a:cubicBezTo>
                    <a:pt x="69" y="24"/>
                    <a:pt x="67" y="24"/>
                    <a:pt x="66" y="24"/>
                  </a:cubicBezTo>
                  <a:cubicBezTo>
                    <a:pt x="64" y="24"/>
                    <a:pt x="63" y="24"/>
                    <a:pt x="61" y="25"/>
                  </a:cubicBezTo>
                  <a:cubicBezTo>
                    <a:pt x="59" y="26"/>
                    <a:pt x="58" y="26"/>
                    <a:pt x="56" y="27"/>
                  </a:cubicBezTo>
                  <a:cubicBezTo>
                    <a:pt x="55" y="27"/>
                    <a:pt x="55" y="27"/>
                    <a:pt x="53" y="28"/>
                  </a:cubicBezTo>
                  <a:cubicBezTo>
                    <a:pt x="52" y="29"/>
                    <a:pt x="51" y="30"/>
                    <a:pt x="49" y="31"/>
                  </a:cubicBezTo>
                  <a:cubicBezTo>
                    <a:pt x="48" y="33"/>
                    <a:pt x="46" y="34"/>
                    <a:pt x="45" y="36"/>
                  </a:cubicBezTo>
                  <a:cubicBezTo>
                    <a:pt x="42" y="38"/>
                    <a:pt x="41" y="40"/>
                    <a:pt x="38" y="43"/>
                  </a:cubicBezTo>
                  <a:cubicBezTo>
                    <a:pt x="36" y="46"/>
                    <a:pt x="34" y="49"/>
                    <a:pt x="32" y="52"/>
                  </a:cubicBezTo>
                  <a:cubicBezTo>
                    <a:pt x="30" y="57"/>
                    <a:pt x="28" y="61"/>
                    <a:pt x="26" y="66"/>
                  </a:cubicBezTo>
                  <a:cubicBezTo>
                    <a:pt x="24" y="70"/>
                    <a:pt x="23" y="75"/>
                    <a:pt x="22" y="80"/>
                  </a:cubicBezTo>
                  <a:cubicBezTo>
                    <a:pt x="21" y="85"/>
                    <a:pt x="20" y="90"/>
                    <a:pt x="19" y="96"/>
                  </a:cubicBezTo>
                  <a:cubicBezTo>
                    <a:pt x="19" y="98"/>
                    <a:pt x="19" y="100"/>
                    <a:pt x="19" y="102"/>
                  </a:cubicBezTo>
                  <a:cubicBezTo>
                    <a:pt x="19" y="104"/>
                    <a:pt x="19" y="105"/>
                    <a:pt x="19" y="107"/>
                  </a:cubicBezTo>
                  <a:cubicBezTo>
                    <a:pt x="20" y="107"/>
                    <a:pt x="20" y="108"/>
                    <a:pt x="20" y="108"/>
                  </a:cubicBezTo>
                  <a:lnTo>
                    <a:pt x="21" y="109"/>
                  </a:lnTo>
                  <a:lnTo>
                    <a:pt x="21" y="110"/>
                  </a:lnTo>
                  <a:cubicBezTo>
                    <a:pt x="21" y="109"/>
                    <a:pt x="21" y="109"/>
                    <a:pt x="21" y="109"/>
                  </a:cubicBezTo>
                  <a:cubicBezTo>
                    <a:pt x="22" y="110"/>
                    <a:pt x="22" y="110"/>
                    <a:pt x="22" y="110"/>
                  </a:cubicBezTo>
                  <a:cubicBezTo>
                    <a:pt x="23" y="110"/>
                    <a:pt x="24" y="110"/>
                    <a:pt x="24" y="110"/>
                  </a:cubicBezTo>
                  <a:cubicBezTo>
                    <a:pt x="25" y="110"/>
                    <a:pt x="26" y="110"/>
                    <a:pt x="27" y="110"/>
                  </a:cubicBezTo>
                  <a:cubicBezTo>
                    <a:pt x="28" y="110"/>
                    <a:pt x="29" y="110"/>
                    <a:pt x="31" y="110"/>
                  </a:cubicBezTo>
                  <a:cubicBezTo>
                    <a:pt x="33" y="109"/>
                    <a:pt x="35" y="109"/>
                    <a:pt x="37" y="108"/>
                  </a:cubicBezTo>
                  <a:cubicBezTo>
                    <a:pt x="41" y="107"/>
                    <a:pt x="43" y="106"/>
                    <a:pt x="47" y="104"/>
                  </a:cubicBezTo>
                  <a:cubicBezTo>
                    <a:pt x="46" y="105"/>
                    <a:pt x="46" y="105"/>
                    <a:pt x="46" y="105"/>
                  </a:cubicBezTo>
                  <a:cubicBezTo>
                    <a:pt x="53" y="102"/>
                    <a:pt x="59" y="98"/>
                    <a:pt x="66" y="94"/>
                  </a:cubicBezTo>
                  <a:lnTo>
                    <a:pt x="66" y="95"/>
                  </a:lnTo>
                  <a:cubicBezTo>
                    <a:pt x="74" y="90"/>
                    <a:pt x="81" y="84"/>
                    <a:pt x="90" y="79"/>
                  </a:cubicBezTo>
                  <a:cubicBezTo>
                    <a:pt x="90" y="79"/>
                    <a:pt x="90" y="78"/>
                    <a:pt x="91" y="78"/>
                  </a:cubicBezTo>
                  <a:lnTo>
                    <a:pt x="91" y="77"/>
                  </a:lnTo>
                  <a:cubicBezTo>
                    <a:pt x="92" y="77"/>
                    <a:pt x="93" y="76"/>
                    <a:pt x="94" y="75"/>
                  </a:cubicBezTo>
                  <a:cubicBezTo>
                    <a:pt x="94" y="75"/>
                    <a:pt x="95" y="75"/>
                    <a:pt x="95" y="74"/>
                  </a:cubicBezTo>
                  <a:lnTo>
                    <a:pt x="95" y="75"/>
                  </a:lnTo>
                  <a:cubicBezTo>
                    <a:pt x="95" y="74"/>
                    <a:pt x="95" y="74"/>
                    <a:pt x="96" y="74"/>
                  </a:cubicBezTo>
                  <a:cubicBezTo>
                    <a:pt x="96" y="73"/>
                    <a:pt x="96" y="73"/>
                    <a:pt x="96" y="73"/>
                  </a:cubicBezTo>
                  <a:cubicBezTo>
                    <a:pt x="96" y="73"/>
                    <a:pt x="96" y="74"/>
                    <a:pt x="95" y="74"/>
                  </a:cubicBezTo>
                  <a:cubicBezTo>
                    <a:pt x="99" y="71"/>
                    <a:pt x="103" y="68"/>
                    <a:pt x="106" y="64"/>
                  </a:cubicBezTo>
                  <a:cubicBezTo>
                    <a:pt x="108" y="62"/>
                    <a:pt x="110" y="60"/>
                    <a:pt x="112" y="58"/>
                  </a:cubicBezTo>
                  <a:cubicBezTo>
                    <a:pt x="114" y="54"/>
                    <a:pt x="116" y="51"/>
                    <a:pt x="119" y="49"/>
                  </a:cubicBezTo>
                  <a:cubicBezTo>
                    <a:pt x="120" y="48"/>
                    <a:pt x="122" y="47"/>
                    <a:pt x="124" y="47"/>
                  </a:cubicBezTo>
                  <a:cubicBezTo>
                    <a:pt x="124" y="42"/>
                    <a:pt x="126" y="37"/>
                    <a:pt x="127" y="32"/>
                  </a:cubicBezTo>
                  <a:cubicBezTo>
                    <a:pt x="130" y="20"/>
                    <a:pt x="140" y="12"/>
                    <a:pt x="150" y="6"/>
                  </a:cubicBezTo>
                  <a:cubicBezTo>
                    <a:pt x="155" y="3"/>
                    <a:pt x="161" y="2"/>
                    <a:pt x="166" y="1"/>
                  </a:cubicBezTo>
                  <a:cubicBezTo>
                    <a:pt x="173" y="0"/>
                    <a:pt x="179" y="1"/>
                    <a:pt x="186" y="3"/>
                  </a:cubicBezTo>
                  <a:cubicBezTo>
                    <a:pt x="190" y="5"/>
                    <a:pt x="196" y="8"/>
                    <a:pt x="198" y="12"/>
                  </a:cubicBezTo>
                  <a:cubicBezTo>
                    <a:pt x="203" y="17"/>
                    <a:pt x="204" y="22"/>
                    <a:pt x="205" y="28"/>
                  </a:cubicBezTo>
                  <a:cubicBezTo>
                    <a:pt x="207" y="40"/>
                    <a:pt x="202" y="52"/>
                    <a:pt x="196" y="63"/>
                  </a:cubicBezTo>
                  <a:cubicBezTo>
                    <a:pt x="189" y="74"/>
                    <a:pt x="179" y="84"/>
                    <a:pt x="169" y="92"/>
                  </a:cubicBezTo>
                  <a:cubicBezTo>
                    <a:pt x="164" y="96"/>
                    <a:pt x="159" y="100"/>
                    <a:pt x="154" y="103"/>
                  </a:cubicBezTo>
                  <a:cubicBezTo>
                    <a:pt x="148" y="106"/>
                    <a:pt x="142" y="109"/>
                    <a:pt x="135" y="111"/>
                  </a:cubicBezTo>
                  <a:cubicBezTo>
                    <a:pt x="129" y="112"/>
                    <a:pt x="124" y="112"/>
                    <a:pt x="118" y="111"/>
                  </a:cubicBezTo>
                  <a:cubicBezTo>
                    <a:pt x="116" y="110"/>
                    <a:pt x="113" y="109"/>
                    <a:pt x="111" y="107"/>
                  </a:cubicBezTo>
                  <a:cubicBezTo>
                    <a:pt x="109" y="105"/>
                    <a:pt x="107" y="103"/>
                    <a:pt x="106" y="100"/>
                  </a:cubicBezTo>
                  <a:cubicBezTo>
                    <a:pt x="105" y="97"/>
                    <a:pt x="105" y="93"/>
                    <a:pt x="105" y="89"/>
                  </a:cubicBezTo>
                  <a:cubicBezTo>
                    <a:pt x="98" y="94"/>
                    <a:pt x="91" y="98"/>
                    <a:pt x="85" y="103"/>
                  </a:cubicBezTo>
                  <a:cubicBezTo>
                    <a:pt x="77" y="108"/>
                    <a:pt x="70" y="113"/>
                    <a:pt x="62" y="117"/>
                  </a:cubicBezTo>
                  <a:cubicBezTo>
                    <a:pt x="50" y="124"/>
                    <a:pt x="38" y="128"/>
                    <a:pt x="25" y="128"/>
                  </a:cubicBezTo>
                  <a:lnTo>
                    <a:pt x="24" y="128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" name="Google Shape;3716;p42"/>
            <p:cNvSpPr/>
            <p:nvPr/>
          </p:nvSpPr>
          <p:spPr>
            <a:xfrm>
              <a:off x="3463920" y="4704120"/>
              <a:ext cx="22680" cy="51840"/>
            </a:xfrm>
            <a:custGeom>
              <a:avLst/>
              <a:gdLst/>
              <a:ahLst/>
              <a:cxnLst/>
              <a:rect l="l" t="t" r="r" b="b"/>
              <a:pathLst>
                <a:path w="63" h="144" extrusionOk="0">
                  <a:moveTo>
                    <a:pt x="13" y="142"/>
                  </a:moveTo>
                  <a:cubicBezTo>
                    <a:pt x="8" y="141"/>
                    <a:pt x="4" y="136"/>
                    <a:pt x="5" y="131"/>
                  </a:cubicBezTo>
                  <a:cubicBezTo>
                    <a:pt x="6" y="126"/>
                    <a:pt x="11" y="122"/>
                    <a:pt x="16" y="123"/>
                  </a:cubicBezTo>
                  <a:cubicBezTo>
                    <a:pt x="17" y="123"/>
                    <a:pt x="18" y="123"/>
                    <a:pt x="18" y="124"/>
                  </a:cubicBezTo>
                  <a:lnTo>
                    <a:pt x="19" y="124"/>
                  </a:lnTo>
                  <a:cubicBezTo>
                    <a:pt x="21" y="123"/>
                    <a:pt x="22" y="123"/>
                    <a:pt x="24" y="123"/>
                  </a:cubicBezTo>
                  <a:cubicBezTo>
                    <a:pt x="25" y="123"/>
                    <a:pt x="25" y="123"/>
                    <a:pt x="26" y="123"/>
                  </a:cubicBezTo>
                  <a:cubicBezTo>
                    <a:pt x="26" y="123"/>
                    <a:pt x="27" y="122"/>
                    <a:pt x="28" y="122"/>
                  </a:cubicBezTo>
                  <a:cubicBezTo>
                    <a:pt x="30" y="121"/>
                    <a:pt x="32" y="120"/>
                    <a:pt x="33" y="119"/>
                  </a:cubicBezTo>
                  <a:cubicBezTo>
                    <a:pt x="34" y="119"/>
                    <a:pt x="35" y="118"/>
                    <a:pt x="36" y="118"/>
                  </a:cubicBezTo>
                  <a:cubicBezTo>
                    <a:pt x="36" y="118"/>
                    <a:pt x="37" y="117"/>
                    <a:pt x="37" y="116"/>
                  </a:cubicBezTo>
                  <a:cubicBezTo>
                    <a:pt x="38" y="116"/>
                    <a:pt x="38" y="116"/>
                    <a:pt x="38" y="116"/>
                  </a:cubicBezTo>
                  <a:cubicBezTo>
                    <a:pt x="39" y="115"/>
                    <a:pt x="39" y="114"/>
                    <a:pt x="40" y="112"/>
                  </a:cubicBezTo>
                  <a:cubicBezTo>
                    <a:pt x="40" y="111"/>
                    <a:pt x="41" y="110"/>
                    <a:pt x="42" y="109"/>
                  </a:cubicBezTo>
                  <a:cubicBezTo>
                    <a:pt x="42" y="108"/>
                    <a:pt x="42" y="107"/>
                    <a:pt x="42" y="106"/>
                  </a:cubicBezTo>
                  <a:cubicBezTo>
                    <a:pt x="43" y="105"/>
                    <a:pt x="43" y="103"/>
                    <a:pt x="43" y="101"/>
                  </a:cubicBezTo>
                  <a:lnTo>
                    <a:pt x="43" y="100"/>
                  </a:lnTo>
                  <a:cubicBezTo>
                    <a:pt x="43" y="99"/>
                    <a:pt x="43" y="98"/>
                    <a:pt x="43" y="98"/>
                  </a:cubicBezTo>
                  <a:cubicBezTo>
                    <a:pt x="43" y="96"/>
                    <a:pt x="43" y="95"/>
                    <a:pt x="42" y="94"/>
                  </a:cubicBezTo>
                  <a:cubicBezTo>
                    <a:pt x="42" y="93"/>
                    <a:pt x="42" y="93"/>
                    <a:pt x="42" y="92"/>
                  </a:cubicBezTo>
                  <a:cubicBezTo>
                    <a:pt x="41" y="90"/>
                    <a:pt x="40" y="88"/>
                    <a:pt x="39" y="87"/>
                  </a:cubicBezTo>
                  <a:cubicBezTo>
                    <a:pt x="38" y="85"/>
                    <a:pt x="36" y="83"/>
                    <a:pt x="35" y="81"/>
                  </a:cubicBezTo>
                  <a:cubicBezTo>
                    <a:pt x="30" y="75"/>
                    <a:pt x="25" y="69"/>
                    <a:pt x="20" y="63"/>
                  </a:cubicBezTo>
                  <a:cubicBezTo>
                    <a:pt x="15" y="58"/>
                    <a:pt x="10" y="52"/>
                    <a:pt x="7" y="45"/>
                  </a:cubicBezTo>
                  <a:cubicBezTo>
                    <a:pt x="2" y="37"/>
                    <a:pt x="0" y="27"/>
                    <a:pt x="5" y="19"/>
                  </a:cubicBezTo>
                  <a:cubicBezTo>
                    <a:pt x="7" y="15"/>
                    <a:pt x="11" y="12"/>
                    <a:pt x="15" y="10"/>
                  </a:cubicBezTo>
                  <a:cubicBezTo>
                    <a:pt x="18" y="8"/>
                    <a:pt x="21" y="6"/>
                    <a:pt x="24" y="5"/>
                  </a:cubicBezTo>
                  <a:cubicBezTo>
                    <a:pt x="30" y="3"/>
                    <a:pt x="37" y="0"/>
                    <a:pt x="43" y="0"/>
                  </a:cubicBezTo>
                  <a:cubicBezTo>
                    <a:pt x="47" y="1"/>
                    <a:pt x="52" y="2"/>
                    <a:pt x="56" y="5"/>
                  </a:cubicBezTo>
                  <a:cubicBezTo>
                    <a:pt x="59" y="7"/>
                    <a:pt x="60" y="12"/>
                    <a:pt x="60" y="16"/>
                  </a:cubicBezTo>
                  <a:cubicBezTo>
                    <a:pt x="59" y="19"/>
                    <a:pt x="58" y="22"/>
                    <a:pt x="56" y="25"/>
                  </a:cubicBezTo>
                  <a:lnTo>
                    <a:pt x="56" y="26"/>
                  </a:lnTo>
                  <a:cubicBezTo>
                    <a:pt x="54" y="30"/>
                    <a:pt x="49" y="33"/>
                    <a:pt x="43" y="31"/>
                  </a:cubicBezTo>
                  <a:cubicBezTo>
                    <a:pt x="39" y="29"/>
                    <a:pt x="38" y="24"/>
                    <a:pt x="38" y="20"/>
                  </a:cubicBezTo>
                  <a:cubicBezTo>
                    <a:pt x="38" y="20"/>
                    <a:pt x="37" y="21"/>
                    <a:pt x="36" y="21"/>
                  </a:cubicBezTo>
                  <a:cubicBezTo>
                    <a:pt x="33" y="21"/>
                    <a:pt x="31" y="23"/>
                    <a:pt x="28" y="24"/>
                  </a:cubicBezTo>
                  <a:cubicBezTo>
                    <a:pt x="27" y="24"/>
                    <a:pt x="26" y="25"/>
                    <a:pt x="24" y="26"/>
                  </a:cubicBezTo>
                  <a:cubicBezTo>
                    <a:pt x="25" y="26"/>
                    <a:pt x="25" y="25"/>
                    <a:pt x="25" y="25"/>
                  </a:cubicBezTo>
                  <a:cubicBezTo>
                    <a:pt x="25" y="26"/>
                    <a:pt x="24" y="26"/>
                    <a:pt x="23" y="27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4" y="26"/>
                    <a:pt x="23" y="27"/>
                    <a:pt x="22" y="27"/>
                  </a:cubicBezTo>
                  <a:lnTo>
                    <a:pt x="22" y="28"/>
                  </a:lnTo>
                  <a:lnTo>
                    <a:pt x="21" y="28"/>
                  </a:lnTo>
                  <a:cubicBezTo>
                    <a:pt x="21" y="29"/>
                    <a:pt x="21" y="29"/>
                    <a:pt x="21" y="29"/>
                  </a:cubicBezTo>
                  <a:lnTo>
                    <a:pt x="21" y="30"/>
                  </a:lnTo>
                  <a:lnTo>
                    <a:pt x="21" y="31"/>
                  </a:lnTo>
                  <a:cubicBezTo>
                    <a:pt x="21" y="31"/>
                    <a:pt x="21" y="32"/>
                    <a:pt x="21" y="33"/>
                  </a:cubicBezTo>
                  <a:cubicBezTo>
                    <a:pt x="22" y="33"/>
                    <a:pt x="22" y="34"/>
                    <a:pt x="22" y="35"/>
                  </a:cubicBezTo>
                  <a:cubicBezTo>
                    <a:pt x="23" y="37"/>
                    <a:pt x="24" y="38"/>
                    <a:pt x="25" y="39"/>
                  </a:cubicBezTo>
                  <a:cubicBezTo>
                    <a:pt x="26" y="41"/>
                    <a:pt x="28" y="44"/>
                    <a:pt x="29" y="46"/>
                  </a:cubicBezTo>
                  <a:cubicBezTo>
                    <a:pt x="33" y="51"/>
                    <a:pt x="37" y="55"/>
                    <a:pt x="41" y="59"/>
                  </a:cubicBezTo>
                  <a:cubicBezTo>
                    <a:pt x="47" y="67"/>
                    <a:pt x="54" y="74"/>
                    <a:pt x="58" y="84"/>
                  </a:cubicBezTo>
                  <a:cubicBezTo>
                    <a:pt x="60" y="87"/>
                    <a:pt x="61" y="90"/>
                    <a:pt x="61" y="94"/>
                  </a:cubicBezTo>
                  <a:cubicBezTo>
                    <a:pt x="62" y="98"/>
                    <a:pt x="62" y="102"/>
                    <a:pt x="61" y="107"/>
                  </a:cubicBezTo>
                  <a:cubicBezTo>
                    <a:pt x="60" y="114"/>
                    <a:pt x="56" y="122"/>
                    <a:pt x="52" y="128"/>
                  </a:cubicBezTo>
                  <a:cubicBezTo>
                    <a:pt x="50" y="130"/>
                    <a:pt x="47" y="133"/>
                    <a:pt x="45" y="134"/>
                  </a:cubicBezTo>
                  <a:cubicBezTo>
                    <a:pt x="42" y="136"/>
                    <a:pt x="38" y="138"/>
                    <a:pt x="35" y="139"/>
                  </a:cubicBezTo>
                  <a:cubicBezTo>
                    <a:pt x="30" y="141"/>
                    <a:pt x="25" y="143"/>
                    <a:pt x="19" y="143"/>
                  </a:cubicBezTo>
                  <a:cubicBezTo>
                    <a:pt x="17" y="143"/>
                    <a:pt x="15" y="143"/>
                    <a:pt x="13" y="14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" name="Google Shape;3717;p42"/>
            <p:cNvSpPr/>
            <p:nvPr/>
          </p:nvSpPr>
          <p:spPr>
            <a:xfrm>
              <a:off x="3501720" y="4709880"/>
              <a:ext cx="19440" cy="29880"/>
            </a:xfrm>
            <a:custGeom>
              <a:avLst/>
              <a:gdLst/>
              <a:ahLst/>
              <a:cxnLst/>
              <a:rect l="l" t="t" r="r" b="b"/>
              <a:pathLst>
                <a:path w="54" h="83" extrusionOk="0">
                  <a:moveTo>
                    <a:pt x="34" y="77"/>
                  </a:moveTo>
                  <a:cubicBezTo>
                    <a:pt x="33" y="75"/>
                    <a:pt x="33" y="74"/>
                    <a:pt x="33" y="73"/>
                  </a:cubicBezTo>
                  <a:lnTo>
                    <a:pt x="33" y="74"/>
                  </a:lnTo>
                  <a:cubicBezTo>
                    <a:pt x="33" y="73"/>
                    <a:pt x="33" y="73"/>
                    <a:pt x="33" y="73"/>
                  </a:cubicBezTo>
                  <a:cubicBezTo>
                    <a:pt x="33" y="72"/>
                    <a:pt x="32" y="72"/>
                    <a:pt x="32" y="72"/>
                  </a:cubicBezTo>
                  <a:cubicBezTo>
                    <a:pt x="28" y="63"/>
                    <a:pt x="23" y="53"/>
                    <a:pt x="18" y="43"/>
                  </a:cubicBezTo>
                  <a:cubicBezTo>
                    <a:pt x="13" y="34"/>
                    <a:pt x="7" y="24"/>
                    <a:pt x="2" y="15"/>
                  </a:cubicBezTo>
                  <a:cubicBezTo>
                    <a:pt x="0" y="11"/>
                    <a:pt x="1" y="6"/>
                    <a:pt x="4" y="3"/>
                  </a:cubicBezTo>
                  <a:cubicBezTo>
                    <a:pt x="7" y="0"/>
                    <a:pt x="12" y="0"/>
                    <a:pt x="15" y="3"/>
                  </a:cubicBezTo>
                  <a:cubicBezTo>
                    <a:pt x="16" y="3"/>
                    <a:pt x="18" y="4"/>
                    <a:pt x="18" y="5"/>
                  </a:cubicBezTo>
                  <a:lnTo>
                    <a:pt x="19" y="5"/>
                  </a:lnTo>
                  <a:cubicBezTo>
                    <a:pt x="20" y="7"/>
                    <a:pt x="22" y="10"/>
                    <a:pt x="22" y="12"/>
                  </a:cubicBezTo>
                  <a:cubicBezTo>
                    <a:pt x="23" y="15"/>
                    <a:pt x="25" y="18"/>
                    <a:pt x="26" y="21"/>
                  </a:cubicBezTo>
                  <a:cubicBezTo>
                    <a:pt x="29" y="26"/>
                    <a:pt x="32" y="31"/>
                    <a:pt x="34" y="36"/>
                  </a:cubicBezTo>
                  <a:cubicBezTo>
                    <a:pt x="40" y="47"/>
                    <a:pt x="46" y="58"/>
                    <a:pt x="51" y="69"/>
                  </a:cubicBezTo>
                  <a:cubicBezTo>
                    <a:pt x="53" y="74"/>
                    <a:pt x="52" y="79"/>
                    <a:pt x="47" y="82"/>
                  </a:cubicBezTo>
                  <a:cubicBezTo>
                    <a:pt x="46" y="82"/>
                    <a:pt x="44" y="82"/>
                    <a:pt x="43" y="82"/>
                  </a:cubicBezTo>
                  <a:cubicBezTo>
                    <a:pt x="39" y="82"/>
                    <a:pt x="36" y="80"/>
                    <a:pt x="34" y="7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" name="Google Shape;3718;p42"/>
            <p:cNvSpPr/>
            <p:nvPr/>
          </p:nvSpPr>
          <p:spPr>
            <a:xfrm>
              <a:off x="3504600" y="4713840"/>
              <a:ext cx="31320" cy="25560"/>
            </a:xfrm>
            <a:custGeom>
              <a:avLst/>
              <a:gdLst/>
              <a:ahLst/>
              <a:cxnLst/>
              <a:rect l="l" t="t" r="r" b="b"/>
              <a:pathLst>
                <a:path w="87" h="71" extrusionOk="0">
                  <a:moveTo>
                    <a:pt x="4" y="68"/>
                  </a:moveTo>
                  <a:cubicBezTo>
                    <a:pt x="0" y="65"/>
                    <a:pt x="0" y="59"/>
                    <a:pt x="3" y="55"/>
                  </a:cubicBezTo>
                  <a:cubicBezTo>
                    <a:pt x="12" y="44"/>
                    <a:pt x="22" y="33"/>
                    <a:pt x="33" y="24"/>
                  </a:cubicBezTo>
                  <a:cubicBezTo>
                    <a:pt x="39" y="19"/>
                    <a:pt x="44" y="14"/>
                    <a:pt x="50" y="10"/>
                  </a:cubicBezTo>
                  <a:cubicBezTo>
                    <a:pt x="53" y="7"/>
                    <a:pt x="57" y="5"/>
                    <a:pt x="60" y="3"/>
                  </a:cubicBezTo>
                  <a:cubicBezTo>
                    <a:pt x="63" y="1"/>
                    <a:pt x="67" y="0"/>
                    <a:pt x="70" y="0"/>
                  </a:cubicBezTo>
                  <a:cubicBezTo>
                    <a:pt x="72" y="0"/>
                    <a:pt x="73" y="0"/>
                    <a:pt x="74" y="1"/>
                  </a:cubicBezTo>
                  <a:cubicBezTo>
                    <a:pt x="76" y="1"/>
                    <a:pt x="77" y="3"/>
                    <a:pt x="79" y="3"/>
                  </a:cubicBezTo>
                  <a:cubicBezTo>
                    <a:pt x="80" y="4"/>
                    <a:pt x="81" y="6"/>
                    <a:pt x="82" y="7"/>
                  </a:cubicBezTo>
                  <a:cubicBezTo>
                    <a:pt x="86" y="11"/>
                    <a:pt x="85" y="17"/>
                    <a:pt x="82" y="21"/>
                  </a:cubicBezTo>
                  <a:cubicBezTo>
                    <a:pt x="78" y="24"/>
                    <a:pt x="72" y="24"/>
                    <a:pt x="68" y="20"/>
                  </a:cubicBezTo>
                  <a:cubicBezTo>
                    <a:pt x="67" y="21"/>
                    <a:pt x="67" y="21"/>
                    <a:pt x="66" y="22"/>
                  </a:cubicBezTo>
                  <a:cubicBezTo>
                    <a:pt x="61" y="25"/>
                    <a:pt x="56" y="28"/>
                    <a:pt x="52" y="32"/>
                  </a:cubicBezTo>
                  <a:cubicBezTo>
                    <a:pt x="52" y="32"/>
                    <a:pt x="51" y="32"/>
                    <a:pt x="51" y="33"/>
                  </a:cubicBezTo>
                  <a:cubicBezTo>
                    <a:pt x="51" y="32"/>
                    <a:pt x="52" y="32"/>
                    <a:pt x="52" y="32"/>
                  </a:cubicBezTo>
                  <a:cubicBezTo>
                    <a:pt x="44" y="38"/>
                    <a:pt x="37" y="45"/>
                    <a:pt x="30" y="53"/>
                  </a:cubicBezTo>
                  <a:cubicBezTo>
                    <a:pt x="30" y="52"/>
                    <a:pt x="31" y="52"/>
                    <a:pt x="31" y="52"/>
                  </a:cubicBezTo>
                  <a:cubicBezTo>
                    <a:pt x="26" y="57"/>
                    <a:pt x="21" y="62"/>
                    <a:pt x="17" y="67"/>
                  </a:cubicBezTo>
                  <a:cubicBezTo>
                    <a:pt x="15" y="70"/>
                    <a:pt x="13" y="70"/>
                    <a:pt x="10" y="70"/>
                  </a:cubicBezTo>
                  <a:cubicBezTo>
                    <a:pt x="8" y="70"/>
                    <a:pt x="6" y="70"/>
                    <a:pt x="4" y="6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" name="Google Shape;3719;p42"/>
            <p:cNvSpPr/>
            <p:nvPr/>
          </p:nvSpPr>
          <p:spPr>
            <a:xfrm>
              <a:off x="3543840" y="4695120"/>
              <a:ext cx="14400" cy="34560"/>
            </a:xfrm>
            <a:custGeom>
              <a:avLst/>
              <a:gdLst/>
              <a:ahLst/>
              <a:cxnLst/>
              <a:rect l="l" t="t" r="r" b="b"/>
              <a:pathLst>
                <a:path w="40" h="96" extrusionOk="0">
                  <a:moveTo>
                    <a:pt x="9" y="95"/>
                  </a:moveTo>
                  <a:cubicBezTo>
                    <a:pt x="4" y="95"/>
                    <a:pt x="0" y="90"/>
                    <a:pt x="1" y="84"/>
                  </a:cubicBezTo>
                  <a:cubicBezTo>
                    <a:pt x="3" y="74"/>
                    <a:pt x="6" y="63"/>
                    <a:pt x="9" y="53"/>
                  </a:cubicBezTo>
                  <a:cubicBezTo>
                    <a:pt x="9" y="53"/>
                    <a:pt x="9" y="54"/>
                    <a:pt x="8" y="55"/>
                  </a:cubicBezTo>
                  <a:cubicBezTo>
                    <a:pt x="10" y="48"/>
                    <a:pt x="11" y="40"/>
                    <a:pt x="13" y="33"/>
                  </a:cubicBezTo>
                  <a:cubicBezTo>
                    <a:pt x="11" y="30"/>
                    <a:pt x="10" y="27"/>
                    <a:pt x="11" y="23"/>
                  </a:cubicBezTo>
                  <a:cubicBezTo>
                    <a:pt x="14" y="17"/>
                    <a:pt x="17" y="11"/>
                    <a:pt x="20" y="5"/>
                  </a:cubicBezTo>
                  <a:cubicBezTo>
                    <a:pt x="23" y="1"/>
                    <a:pt x="28" y="0"/>
                    <a:pt x="32" y="2"/>
                  </a:cubicBezTo>
                  <a:cubicBezTo>
                    <a:pt x="37" y="4"/>
                    <a:pt x="39" y="9"/>
                    <a:pt x="38" y="13"/>
                  </a:cubicBezTo>
                  <a:cubicBezTo>
                    <a:pt x="36" y="20"/>
                    <a:pt x="34" y="26"/>
                    <a:pt x="32" y="32"/>
                  </a:cubicBezTo>
                  <a:cubicBezTo>
                    <a:pt x="31" y="35"/>
                    <a:pt x="31" y="38"/>
                    <a:pt x="30" y="40"/>
                  </a:cubicBezTo>
                  <a:lnTo>
                    <a:pt x="30" y="41"/>
                  </a:lnTo>
                  <a:lnTo>
                    <a:pt x="30" y="40"/>
                  </a:lnTo>
                  <a:cubicBezTo>
                    <a:pt x="30" y="41"/>
                    <a:pt x="30" y="41"/>
                    <a:pt x="30" y="41"/>
                  </a:cubicBezTo>
                  <a:cubicBezTo>
                    <a:pt x="27" y="57"/>
                    <a:pt x="23" y="72"/>
                    <a:pt x="20" y="88"/>
                  </a:cubicBezTo>
                  <a:cubicBezTo>
                    <a:pt x="18" y="92"/>
                    <a:pt x="15" y="95"/>
                    <a:pt x="10" y="95"/>
                  </a:cubicBezTo>
                  <a:lnTo>
                    <a:pt x="9" y="95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" name="Google Shape;3720;p42"/>
            <p:cNvSpPr/>
            <p:nvPr/>
          </p:nvSpPr>
          <p:spPr>
            <a:xfrm>
              <a:off x="3337560" y="4201200"/>
              <a:ext cx="561600" cy="593640"/>
            </a:xfrm>
            <a:custGeom>
              <a:avLst/>
              <a:gdLst/>
              <a:ahLst/>
              <a:cxnLst/>
              <a:rect l="l" t="t" r="r" b="b"/>
              <a:pathLst>
                <a:path w="1560" h="1649" extrusionOk="0">
                  <a:moveTo>
                    <a:pt x="865" y="1646"/>
                  </a:moveTo>
                  <a:cubicBezTo>
                    <a:pt x="857" y="1643"/>
                    <a:pt x="851" y="1640"/>
                    <a:pt x="844" y="1636"/>
                  </a:cubicBezTo>
                  <a:cubicBezTo>
                    <a:pt x="840" y="1634"/>
                    <a:pt x="837" y="1631"/>
                    <a:pt x="834" y="1628"/>
                  </a:cubicBezTo>
                  <a:cubicBezTo>
                    <a:pt x="831" y="1625"/>
                    <a:pt x="828" y="1622"/>
                    <a:pt x="826" y="1618"/>
                  </a:cubicBezTo>
                  <a:cubicBezTo>
                    <a:pt x="822" y="1612"/>
                    <a:pt x="817" y="1607"/>
                    <a:pt x="813" y="1601"/>
                  </a:cubicBezTo>
                  <a:cubicBezTo>
                    <a:pt x="809" y="1596"/>
                    <a:pt x="806" y="1590"/>
                    <a:pt x="803" y="1584"/>
                  </a:cubicBezTo>
                  <a:cubicBezTo>
                    <a:pt x="800" y="1581"/>
                    <a:pt x="799" y="1578"/>
                    <a:pt x="797" y="1575"/>
                  </a:cubicBezTo>
                  <a:cubicBezTo>
                    <a:pt x="795" y="1571"/>
                    <a:pt x="793" y="1567"/>
                    <a:pt x="792" y="1563"/>
                  </a:cubicBezTo>
                  <a:cubicBezTo>
                    <a:pt x="788" y="1556"/>
                    <a:pt x="785" y="1548"/>
                    <a:pt x="782" y="1541"/>
                  </a:cubicBezTo>
                  <a:cubicBezTo>
                    <a:pt x="775" y="1525"/>
                    <a:pt x="770" y="1509"/>
                    <a:pt x="764" y="1494"/>
                  </a:cubicBezTo>
                  <a:cubicBezTo>
                    <a:pt x="759" y="1478"/>
                    <a:pt x="753" y="1462"/>
                    <a:pt x="747" y="1447"/>
                  </a:cubicBezTo>
                  <a:cubicBezTo>
                    <a:pt x="741" y="1430"/>
                    <a:pt x="735" y="1413"/>
                    <a:pt x="729" y="1396"/>
                  </a:cubicBezTo>
                  <a:cubicBezTo>
                    <a:pt x="724" y="1381"/>
                    <a:pt x="718" y="1366"/>
                    <a:pt x="713" y="1351"/>
                  </a:cubicBezTo>
                  <a:cubicBezTo>
                    <a:pt x="708" y="1337"/>
                    <a:pt x="704" y="1323"/>
                    <a:pt x="699" y="1308"/>
                  </a:cubicBezTo>
                  <a:cubicBezTo>
                    <a:pt x="694" y="1293"/>
                    <a:pt x="689" y="1278"/>
                    <a:pt x="683" y="1262"/>
                  </a:cubicBezTo>
                  <a:cubicBezTo>
                    <a:pt x="678" y="1248"/>
                    <a:pt x="674" y="1232"/>
                    <a:pt x="669" y="1217"/>
                  </a:cubicBezTo>
                  <a:cubicBezTo>
                    <a:pt x="668" y="1213"/>
                    <a:pt x="667" y="1209"/>
                    <a:pt x="666" y="1205"/>
                  </a:cubicBezTo>
                  <a:cubicBezTo>
                    <a:pt x="666" y="1206"/>
                    <a:pt x="666" y="1206"/>
                    <a:pt x="666" y="1206"/>
                  </a:cubicBezTo>
                  <a:cubicBezTo>
                    <a:pt x="655" y="1172"/>
                    <a:pt x="646" y="1137"/>
                    <a:pt x="636" y="1103"/>
                  </a:cubicBezTo>
                  <a:cubicBezTo>
                    <a:pt x="627" y="1068"/>
                    <a:pt x="618" y="1034"/>
                    <a:pt x="609" y="999"/>
                  </a:cubicBezTo>
                  <a:cubicBezTo>
                    <a:pt x="605" y="983"/>
                    <a:pt x="601" y="967"/>
                    <a:pt x="597" y="951"/>
                  </a:cubicBezTo>
                  <a:cubicBezTo>
                    <a:pt x="592" y="934"/>
                    <a:pt x="587" y="916"/>
                    <a:pt x="583" y="899"/>
                  </a:cubicBezTo>
                  <a:cubicBezTo>
                    <a:pt x="578" y="883"/>
                    <a:pt x="574" y="867"/>
                    <a:pt x="571" y="850"/>
                  </a:cubicBezTo>
                  <a:cubicBezTo>
                    <a:pt x="567" y="833"/>
                    <a:pt x="562" y="815"/>
                    <a:pt x="559" y="799"/>
                  </a:cubicBezTo>
                  <a:cubicBezTo>
                    <a:pt x="550" y="764"/>
                    <a:pt x="543" y="730"/>
                    <a:pt x="537" y="695"/>
                  </a:cubicBezTo>
                  <a:cubicBezTo>
                    <a:pt x="533" y="679"/>
                    <a:pt x="528" y="662"/>
                    <a:pt x="524" y="645"/>
                  </a:cubicBezTo>
                  <a:cubicBezTo>
                    <a:pt x="520" y="628"/>
                    <a:pt x="516" y="612"/>
                    <a:pt x="511" y="596"/>
                  </a:cubicBezTo>
                  <a:cubicBezTo>
                    <a:pt x="510" y="593"/>
                    <a:pt x="509" y="591"/>
                    <a:pt x="509" y="588"/>
                  </a:cubicBezTo>
                  <a:cubicBezTo>
                    <a:pt x="509" y="588"/>
                    <a:pt x="509" y="589"/>
                    <a:pt x="509" y="590"/>
                  </a:cubicBezTo>
                  <a:cubicBezTo>
                    <a:pt x="499" y="556"/>
                    <a:pt x="488" y="522"/>
                    <a:pt x="477" y="489"/>
                  </a:cubicBezTo>
                  <a:cubicBezTo>
                    <a:pt x="467" y="455"/>
                    <a:pt x="456" y="423"/>
                    <a:pt x="446" y="390"/>
                  </a:cubicBezTo>
                  <a:cubicBezTo>
                    <a:pt x="440" y="373"/>
                    <a:pt x="435" y="356"/>
                    <a:pt x="431" y="339"/>
                  </a:cubicBezTo>
                  <a:cubicBezTo>
                    <a:pt x="426" y="321"/>
                    <a:pt x="422" y="305"/>
                    <a:pt x="419" y="287"/>
                  </a:cubicBezTo>
                  <a:cubicBezTo>
                    <a:pt x="412" y="254"/>
                    <a:pt x="407" y="220"/>
                    <a:pt x="400" y="187"/>
                  </a:cubicBezTo>
                  <a:cubicBezTo>
                    <a:pt x="397" y="172"/>
                    <a:pt x="394" y="157"/>
                    <a:pt x="390" y="143"/>
                  </a:cubicBezTo>
                  <a:cubicBezTo>
                    <a:pt x="387" y="129"/>
                    <a:pt x="384" y="115"/>
                    <a:pt x="380" y="101"/>
                  </a:cubicBezTo>
                  <a:cubicBezTo>
                    <a:pt x="378" y="94"/>
                    <a:pt x="376" y="88"/>
                    <a:pt x="373" y="81"/>
                  </a:cubicBezTo>
                  <a:cubicBezTo>
                    <a:pt x="370" y="76"/>
                    <a:pt x="368" y="71"/>
                    <a:pt x="365" y="67"/>
                  </a:cubicBezTo>
                  <a:cubicBezTo>
                    <a:pt x="364" y="64"/>
                    <a:pt x="362" y="62"/>
                    <a:pt x="360" y="59"/>
                  </a:cubicBezTo>
                  <a:cubicBezTo>
                    <a:pt x="359" y="58"/>
                    <a:pt x="358" y="57"/>
                    <a:pt x="357" y="56"/>
                  </a:cubicBezTo>
                  <a:cubicBezTo>
                    <a:pt x="356" y="55"/>
                    <a:pt x="355" y="54"/>
                    <a:pt x="354" y="53"/>
                  </a:cubicBezTo>
                  <a:cubicBezTo>
                    <a:pt x="352" y="52"/>
                    <a:pt x="351" y="52"/>
                    <a:pt x="350" y="50"/>
                  </a:cubicBezTo>
                  <a:cubicBezTo>
                    <a:pt x="349" y="50"/>
                    <a:pt x="348" y="49"/>
                    <a:pt x="347" y="49"/>
                  </a:cubicBezTo>
                  <a:cubicBezTo>
                    <a:pt x="345" y="49"/>
                    <a:pt x="344" y="48"/>
                    <a:pt x="343" y="48"/>
                  </a:cubicBezTo>
                  <a:cubicBezTo>
                    <a:pt x="341" y="48"/>
                    <a:pt x="340" y="48"/>
                    <a:pt x="338" y="47"/>
                  </a:cubicBezTo>
                  <a:cubicBezTo>
                    <a:pt x="337" y="47"/>
                    <a:pt x="336" y="47"/>
                    <a:pt x="334" y="47"/>
                  </a:cubicBezTo>
                  <a:cubicBezTo>
                    <a:pt x="333" y="47"/>
                    <a:pt x="331" y="47"/>
                    <a:pt x="330" y="48"/>
                  </a:cubicBezTo>
                  <a:cubicBezTo>
                    <a:pt x="329" y="48"/>
                    <a:pt x="327" y="48"/>
                    <a:pt x="326" y="49"/>
                  </a:cubicBezTo>
                  <a:cubicBezTo>
                    <a:pt x="324" y="49"/>
                    <a:pt x="323" y="49"/>
                    <a:pt x="322" y="50"/>
                  </a:cubicBezTo>
                  <a:cubicBezTo>
                    <a:pt x="320" y="51"/>
                    <a:pt x="319" y="52"/>
                    <a:pt x="317" y="52"/>
                  </a:cubicBezTo>
                  <a:cubicBezTo>
                    <a:pt x="316" y="53"/>
                    <a:pt x="315" y="55"/>
                    <a:pt x="313" y="56"/>
                  </a:cubicBezTo>
                  <a:cubicBezTo>
                    <a:pt x="311" y="57"/>
                    <a:pt x="309" y="59"/>
                    <a:pt x="307" y="61"/>
                  </a:cubicBezTo>
                  <a:cubicBezTo>
                    <a:pt x="306" y="62"/>
                    <a:pt x="305" y="63"/>
                    <a:pt x="303" y="64"/>
                  </a:cubicBezTo>
                  <a:cubicBezTo>
                    <a:pt x="301" y="69"/>
                    <a:pt x="298" y="73"/>
                    <a:pt x="296" y="78"/>
                  </a:cubicBezTo>
                  <a:cubicBezTo>
                    <a:pt x="291" y="87"/>
                    <a:pt x="286" y="96"/>
                    <a:pt x="281" y="105"/>
                  </a:cubicBezTo>
                  <a:cubicBezTo>
                    <a:pt x="277" y="115"/>
                    <a:pt x="273" y="124"/>
                    <a:pt x="268" y="134"/>
                  </a:cubicBezTo>
                  <a:cubicBezTo>
                    <a:pt x="259" y="154"/>
                    <a:pt x="250" y="173"/>
                    <a:pt x="242" y="194"/>
                  </a:cubicBezTo>
                  <a:cubicBezTo>
                    <a:pt x="242" y="193"/>
                    <a:pt x="242" y="193"/>
                    <a:pt x="242" y="193"/>
                  </a:cubicBezTo>
                  <a:cubicBezTo>
                    <a:pt x="239" y="201"/>
                    <a:pt x="236" y="208"/>
                    <a:pt x="234" y="215"/>
                  </a:cubicBezTo>
                  <a:cubicBezTo>
                    <a:pt x="222" y="246"/>
                    <a:pt x="211" y="277"/>
                    <a:pt x="200" y="306"/>
                  </a:cubicBezTo>
                  <a:lnTo>
                    <a:pt x="200" y="307"/>
                  </a:lnTo>
                  <a:cubicBezTo>
                    <a:pt x="200" y="307"/>
                    <a:pt x="200" y="308"/>
                    <a:pt x="199" y="308"/>
                  </a:cubicBezTo>
                  <a:cubicBezTo>
                    <a:pt x="199" y="310"/>
                    <a:pt x="198" y="312"/>
                    <a:pt x="197" y="314"/>
                  </a:cubicBezTo>
                  <a:cubicBezTo>
                    <a:pt x="185" y="346"/>
                    <a:pt x="173" y="378"/>
                    <a:pt x="161" y="410"/>
                  </a:cubicBezTo>
                  <a:cubicBezTo>
                    <a:pt x="155" y="426"/>
                    <a:pt x="150" y="443"/>
                    <a:pt x="144" y="458"/>
                  </a:cubicBezTo>
                  <a:cubicBezTo>
                    <a:pt x="138" y="474"/>
                    <a:pt x="132" y="490"/>
                    <a:pt x="126" y="505"/>
                  </a:cubicBezTo>
                  <a:cubicBezTo>
                    <a:pt x="114" y="538"/>
                    <a:pt x="104" y="571"/>
                    <a:pt x="94" y="603"/>
                  </a:cubicBezTo>
                  <a:cubicBezTo>
                    <a:pt x="90" y="621"/>
                    <a:pt x="86" y="638"/>
                    <a:pt x="81" y="655"/>
                  </a:cubicBezTo>
                  <a:cubicBezTo>
                    <a:pt x="77" y="672"/>
                    <a:pt x="72" y="688"/>
                    <a:pt x="68" y="704"/>
                  </a:cubicBezTo>
                  <a:cubicBezTo>
                    <a:pt x="65" y="712"/>
                    <a:pt x="63" y="720"/>
                    <a:pt x="61" y="729"/>
                  </a:cubicBezTo>
                  <a:cubicBezTo>
                    <a:pt x="55" y="755"/>
                    <a:pt x="51" y="783"/>
                    <a:pt x="46" y="810"/>
                  </a:cubicBezTo>
                  <a:cubicBezTo>
                    <a:pt x="43" y="824"/>
                    <a:pt x="41" y="838"/>
                    <a:pt x="38" y="851"/>
                  </a:cubicBezTo>
                  <a:cubicBezTo>
                    <a:pt x="37" y="858"/>
                    <a:pt x="35" y="865"/>
                    <a:pt x="34" y="872"/>
                  </a:cubicBezTo>
                  <a:cubicBezTo>
                    <a:pt x="34" y="875"/>
                    <a:pt x="33" y="879"/>
                    <a:pt x="33" y="882"/>
                  </a:cubicBezTo>
                  <a:cubicBezTo>
                    <a:pt x="33" y="884"/>
                    <a:pt x="32" y="886"/>
                    <a:pt x="32" y="888"/>
                  </a:cubicBezTo>
                  <a:cubicBezTo>
                    <a:pt x="30" y="896"/>
                    <a:pt x="23" y="902"/>
                    <a:pt x="13" y="901"/>
                  </a:cubicBezTo>
                  <a:cubicBezTo>
                    <a:pt x="9" y="901"/>
                    <a:pt x="6" y="898"/>
                    <a:pt x="3" y="895"/>
                  </a:cubicBezTo>
                  <a:cubicBezTo>
                    <a:pt x="0" y="891"/>
                    <a:pt x="0" y="887"/>
                    <a:pt x="0" y="882"/>
                  </a:cubicBezTo>
                  <a:cubicBezTo>
                    <a:pt x="0" y="881"/>
                    <a:pt x="1" y="878"/>
                    <a:pt x="2" y="876"/>
                  </a:cubicBezTo>
                  <a:cubicBezTo>
                    <a:pt x="2" y="872"/>
                    <a:pt x="3" y="867"/>
                    <a:pt x="4" y="863"/>
                  </a:cubicBezTo>
                  <a:cubicBezTo>
                    <a:pt x="6" y="854"/>
                    <a:pt x="7" y="846"/>
                    <a:pt x="9" y="837"/>
                  </a:cubicBezTo>
                  <a:cubicBezTo>
                    <a:pt x="12" y="820"/>
                    <a:pt x="15" y="803"/>
                    <a:pt x="18" y="785"/>
                  </a:cubicBezTo>
                  <a:cubicBezTo>
                    <a:pt x="21" y="768"/>
                    <a:pt x="24" y="751"/>
                    <a:pt x="27" y="734"/>
                  </a:cubicBezTo>
                  <a:cubicBezTo>
                    <a:pt x="30" y="717"/>
                    <a:pt x="35" y="700"/>
                    <a:pt x="40" y="683"/>
                  </a:cubicBezTo>
                  <a:cubicBezTo>
                    <a:pt x="44" y="667"/>
                    <a:pt x="49" y="651"/>
                    <a:pt x="53" y="635"/>
                  </a:cubicBezTo>
                  <a:cubicBezTo>
                    <a:pt x="58" y="618"/>
                    <a:pt x="62" y="601"/>
                    <a:pt x="67" y="584"/>
                  </a:cubicBezTo>
                  <a:cubicBezTo>
                    <a:pt x="76" y="551"/>
                    <a:pt x="86" y="518"/>
                    <a:pt x="98" y="486"/>
                  </a:cubicBezTo>
                  <a:cubicBezTo>
                    <a:pt x="105" y="470"/>
                    <a:pt x="111" y="454"/>
                    <a:pt x="116" y="438"/>
                  </a:cubicBezTo>
                  <a:cubicBezTo>
                    <a:pt x="122" y="422"/>
                    <a:pt x="128" y="406"/>
                    <a:pt x="133" y="390"/>
                  </a:cubicBezTo>
                  <a:cubicBezTo>
                    <a:pt x="145" y="359"/>
                    <a:pt x="157" y="327"/>
                    <a:pt x="168" y="295"/>
                  </a:cubicBezTo>
                  <a:cubicBezTo>
                    <a:pt x="181" y="264"/>
                    <a:pt x="192" y="232"/>
                    <a:pt x="204" y="200"/>
                  </a:cubicBezTo>
                  <a:cubicBezTo>
                    <a:pt x="210" y="184"/>
                    <a:pt x="217" y="168"/>
                    <a:pt x="223" y="152"/>
                  </a:cubicBezTo>
                  <a:cubicBezTo>
                    <a:pt x="230" y="137"/>
                    <a:pt x="237" y="121"/>
                    <a:pt x="244" y="106"/>
                  </a:cubicBezTo>
                  <a:cubicBezTo>
                    <a:pt x="252" y="91"/>
                    <a:pt x="259" y="76"/>
                    <a:pt x="267" y="60"/>
                  </a:cubicBezTo>
                  <a:cubicBezTo>
                    <a:pt x="271" y="53"/>
                    <a:pt x="275" y="45"/>
                    <a:pt x="281" y="39"/>
                  </a:cubicBezTo>
                  <a:cubicBezTo>
                    <a:pt x="287" y="33"/>
                    <a:pt x="293" y="28"/>
                    <a:pt x="300" y="24"/>
                  </a:cubicBezTo>
                  <a:cubicBezTo>
                    <a:pt x="308" y="19"/>
                    <a:pt x="316" y="15"/>
                    <a:pt x="326" y="14"/>
                  </a:cubicBezTo>
                  <a:cubicBezTo>
                    <a:pt x="340" y="11"/>
                    <a:pt x="354" y="14"/>
                    <a:pt x="367" y="21"/>
                  </a:cubicBezTo>
                  <a:cubicBezTo>
                    <a:pt x="386" y="31"/>
                    <a:pt x="397" y="50"/>
                    <a:pt x="405" y="70"/>
                  </a:cubicBezTo>
                  <a:cubicBezTo>
                    <a:pt x="412" y="85"/>
                    <a:pt x="416" y="101"/>
                    <a:pt x="420" y="117"/>
                  </a:cubicBezTo>
                  <a:cubicBezTo>
                    <a:pt x="424" y="134"/>
                    <a:pt x="428" y="151"/>
                    <a:pt x="432" y="168"/>
                  </a:cubicBezTo>
                  <a:cubicBezTo>
                    <a:pt x="439" y="202"/>
                    <a:pt x="445" y="236"/>
                    <a:pt x="451" y="269"/>
                  </a:cubicBezTo>
                  <a:cubicBezTo>
                    <a:pt x="455" y="290"/>
                    <a:pt x="459" y="310"/>
                    <a:pt x="464" y="331"/>
                  </a:cubicBezTo>
                  <a:cubicBezTo>
                    <a:pt x="470" y="351"/>
                    <a:pt x="475" y="370"/>
                    <a:pt x="482" y="390"/>
                  </a:cubicBezTo>
                  <a:cubicBezTo>
                    <a:pt x="492" y="422"/>
                    <a:pt x="502" y="454"/>
                    <a:pt x="513" y="487"/>
                  </a:cubicBezTo>
                  <a:cubicBezTo>
                    <a:pt x="523" y="521"/>
                    <a:pt x="535" y="554"/>
                    <a:pt x="545" y="589"/>
                  </a:cubicBezTo>
                  <a:cubicBezTo>
                    <a:pt x="549" y="605"/>
                    <a:pt x="553" y="621"/>
                    <a:pt x="558" y="637"/>
                  </a:cubicBezTo>
                  <a:cubicBezTo>
                    <a:pt x="563" y="655"/>
                    <a:pt x="567" y="672"/>
                    <a:pt x="570" y="689"/>
                  </a:cubicBezTo>
                  <a:cubicBezTo>
                    <a:pt x="577" y="723"/>
                    <a:pt x="584" y="758"/>
                    <a:pt x="592" y="792"/>
                  </a:cubicBezTo>
                  <a:cubicBezTo>
                    <a:pt x="599" y="825"/>
                    <a:pt x="607" y="859"/>
                    <a:pt x="616" y="892"/>
                  </a:cubicBezTo>
                  <a:cubicBezTo>
                    <a:pt x="625" y="926"/>
                    <a:pt x="634" y="959"/>
                    <a:pt x="643" y="993"/>
                  </a:cubicBezTo>
                  <a:cubicBezTo>
                    <a:pt x="660" y="1061"/>
                    <a:pt x="679" y="1129"/>
                    <a:pt x="699" y="1198"/>
                  </a:cubicBezTo>
                  <a:cubicBezTo>
                    <a:pt x="702" y="1208"/>
                    <a:pt x="705" y="1217"/>
                    <a:pt x="708" y="1227"/>
                  </a:cubicBezTo>
                  <a:lnTo>
                    <a:pt x="707" y="1226"/>
                  </a:lnTo>
                  <a:cubicBezTo>
                    <a:pt x="707" y="1226"/>
                    <a:pt x="708" y="1227"/>
                    <a:pt x="708" y="1228"/>
                  </a:cubicBezTo>
                  <a:lnTo>
                    <a:pt x="708" y="1227"/>
                  </a:lnTo>
                  <a:cubicBezTo>
                    <a:pt x="708" y="1228"/>
                    <a:pt x="708" y="1228"/>
                    <a:pt x="708" y="1228"/>
                  </a:cubicBezTo>
                  <a:cubicBezTo>
                    <a:pt x="708" y="1228"/>
                    <a:pt x="708" y="1229"/>
                    <a:pt x="708" y="1230"/>
                  </a:cubicBezTo>
                  <a:cubicBezTo>
                    <a:pt x="709" y="1231"/>
                    <a:pt x="710" y="1233"/>
                    <a:pt x="710" y="1234"/>
                  </a:cubicBezTo>
                  <a:lnTo>
                    <a:pt x="710" y="1233"/>
                  </a:lnTo>
                  <a:cubicBezTo>
                    <a:pt x="710" y="1234"/>
                    <a:pt x="710" y="1235"/>
                    <a:pt x="710" y="1236"/>
                  </a:cubicBezTo>
                  <a:lnTo>
                    <a:pt x="710" y="1235"/>
                  </a:lnTo>
                  <a:cubicBezTo>
                    <a:pt x="715" y="1251"/>
                    <a:pt x="721" y="1268"/>
                    <a:pt x="726" y="1284"/>
                  </a:cubicBezTo>
                  <a:cubicBezTo>
                    <a:pt x="732" y="1301"/>
                    <a:pt x="738" y="1317"/>
                    <a:pt x="743" y="1333"/>
                  </a:cubicBezTo>
                  <a:cubicBezTo>
                    <a:pt x="749" y="1350"/>
                    <a:pt x="755" y="1366"/>
                    <a:pt x="761" y="1382"/>
                  </a:cubicBezTo>
                  <a:cubicBezTo>
                    <a:pt x="767" y="1399"/>
                    <a:pt x="772" y="1417"/>
                    <a:pt x="779" y="1434"/>
                  </a:cubicBezTo>
                  <a:cubicBezTo>
                    <a:pt x="785" y="1452"/>
                    <a:pt x="792" y="1469"/>
                    <a:pt x="799" y="1487"/>
                  </a:cubicBezTo>
                  <a:cubicBezTo>
                    <a:pt x="805" y="1504"/>
                    <a:pt x="812" y="1521"/>
                    <a:pt x="819" y="1537"/>
                  </a:cubicBezTo>
                  <a:cubicBezTo>
                    <a:pt x="824" y="1548"/>
                    <a:pt x="829" y="1559"/>
                    <a:pt x="835" y="1569"/>
                  </a:cubicBezTo>
                  <a:cubicBezTo>
                    <a:pt x="835" y="1569"/>
                    <a:pt x="834" y="1569"/>
                    <a:pt x="834" y="1568"/>
                  </a:cubicBezTo>
                  <a:cubicBezTo>
                    <a:pt x="834" y="1569"/>
                    <a:pt x="835" y="1569"/>
                    <a:pt x="835" y="1569"/>
                  </a:cubicBezTo>
                  <a:cubicBezTo>
                    <a:pt x="835" y="1570"/>
                    <a:pt x="835" y="1570"/>
                    <a:pt x="835" y="1571"/>
                  </a:cubicBezTo>
                  <a:cubicBezTo>
                    <a:pt x="835" y="1570"/>
                    <a:pt x="835" y="1570"/>
                    <a:pt x="835" y="1569"/>
                  </a:cubicBezTo>
                  <a:cubicBezTo>
                    <a:pt x="842" y="1581"/>
                    <a:pt x="850" y="1591"/>
                    <a:pt x="858" y="1602"/>
                  </a:cubicBezTo>
                  <a:cubicBezTo>
                    <a:pt x="859" y="1603"/>
                    <a:pt x="859" y="1603"/>
                    <a:pt x="860" y="1604"/>
                  </a:cubicBezTo>
                  <a:cubicBezTo>
                    <a:pt x="860" y="1604"/>
                    <a:pt x="861" y="1605"/>
                    <a:pt x="862" y="1605"/>
                  </a:cubicBezTo>
                  <a:cubicBezTo>
                    <a:pt x="863" y="1607"/>
                    <a:pt x="865" y="1607"/>
                    <a:pt x="866" y="1608"/>
                  </a:cubicBezTo>
                  <a:cubicBezTo>
                    <a:pt x="868" y="1609"/>
                    <a:pt x="870" y="1610"/>
                    <a:pt x="872" y="1611"/>
                  </a:cubicBezTo>
                  <a:cubicBezTo>
                    <a:pt x="873" y="1611"/>
                    <a:pt x="874" y="1612"/>
                    <a:pt x="876" y="1612"/>
                  </a:cubicBezTo>
                  <a:cubicBezTo>
                    <a:pt x="877" y="1612"/>
                    <a:pt x="878" y="1612"/>
                    <a:pt x="879" y="1612"/>
                  </a:cubicBezTo>
                  <a:cubicBezTo>
                    <a:pt x="880" y="1612"/>
                    <a:pt x="880" y="1612"/>
                    <a:pt x="880" y="1612"/>
                  </a:cubicBezTo>
                  <a:cubicBezTo>
                    <a:pt x="881" y="1612"/>
                    <a:pt x="881" y="1612"/>
                    <a:pt x="881" y="1612"/>
                  </a:cubicBezTo>
                  <a:cubicBezTo>
                    <a:pt x="880" y="1612"/>
                    <a:pt x="880" y="1612"/>
                    <a:pt x="880" y="1612"/>
                  </a:cubicBezTo>
                  <a:lnTo>
                    <a:pt x="881" y="1612"/>
                  </a:lnTo>
                  <a:cubicBezTo>
                    <a:pt x="882" y="1612"/>
                    <a:pt x="883" y="1612"/>
                    <a:pt x="884" y="1612"/>
                  </a:cubicBezTo>
                  <a:cubicBezTo>
                    <a:pt x="886" y="1611"/>
                    <a:pt x="887" y="1611"/>
                    <a:pt x="888" y="1610"/>
                  </a:cubicBezTo>
                  <a:cubicBezTo>
                    <a:pt x="889" y="1610"/>
                    <a:pt x="891" y="1609"/>
                    <a:pt x="893" y="1608"/>
                  </a:cubicBezTo>
                  <a:lnTo>
                    <a:pt x="892" y="1608"/>
                  </a:lnTo>
                  <a:cubicBezTo>
                    <a:pt x="893" y="1608"/>
                    <a:pt x="893" y="1607"/>
                    <a:pt x="894" y="1607"/>
                  </a:cubicBezTo>
                  <a:cubicBezTo>
                    <a:pt x="894" y="1607"/>
                    <a:pt x="895" y="1606"/>
                    <a:pt x="896" y="1605"/>
                  </a:cubicBezTo>
                  <a:cubicBezTo>
                    <a:pt x="901" y="1601"/>
                    <a:pt x="906" y="1596"/>
                    <a:pt x="911" y="1591"/>
                  </a:cubicBezTo>
                  <a:cubicBezTo>
                    <a:pt x="918" y="1584"/>
                    <a:pt x="925" y="1576"/>
                    <a:pt x="932" y="1569"/>
                  </a:cubicBezTo>
                  <a:cubicBezTo>
                    <a:pt x="939" y="1561"/>
                    <a:pt x="946" y="1554"/>
                    <a:pt x="952" y="1545"/>
                  </a:cubicBezTo>
                  <a:cubicBezTo>
                    <a:pt x="968" y="1523"/>
                    <a:pt x="981" y="1499"/>
                    <a:pt x="994" y="1476"/>
                  </a:cubicBezTo>
                  <a:cubicBezTo>
                    <a:pt x="999" y="1467"/>
                    <a:pt x="1002" y="1459"/>
                    <a:pt x="1006" y="1450"/>
                  </a:cubicBezTo>
                  <a:cubicBezTo>
                    <a:pt x="1009" y="1442"/>
                    <a:pt x="1013" y="1434"/>
                    <a:pt x="1016" y="1425"/>
                  </a:cubicBezTo>
                  <a:cubicBezTo>
                    <a:pt x="1022" y="1409"/>
                    <a:pt x="1027" y="1393"/>
                    <a:pt x="1032" y="1376"/>
                  </a:cubicBezTo>
                  <a:cubicBezTo>
                    <a:pt x="1038" y="1360"/>
                    <a:pt x="1042" y="1343"/>
                    <a:pt x="1047" y="1326"/>
                  </a:cubicBezTo>
                  <a:cubicBezTo>
                    <a:pt x="1052" y="1309"/>
                    <a:pt x="1056" y="1292"/>
                    <a:pt x="1060" y="1275"/>
                  </a:cubicBezTo>
                  <a:cubicBezTo>
                    <a:pt x="1064" y="1258"/>
                    <a:pt x="1070" y="1241"/>
                    <a:pt x="1075" y="1225"/>
                  </a:cubicBezTo>
                  <a:cubicBezTo>
                    <a:pt x="1084" y="1194"/>
                    <a:pt x="1092" y="1163"/>
                    <a:pt x="1100" y="1132"/>
                  </a:cubicBezTo>
                  <a:cubicBezTo>
                    <a:pt x="1104" y="1117"/>
                    <a:pt x="1108" y="1102"/>
                    <a:pt x="1112" y="1087"/>
                  </a:cubicBezTo>
                  <a:cubicBezTo>
                    <a:pt x="1116" y="1072"/>
                    <a:pt x="1120" y="1057"/>
                    <a:pt x="1123" y="1041"/>
                  </a:cubicBezTo>
                  <a:cubicBezTo>
                    <a:pt x="1123" y="1042"/>
                    <a:pt x="1123" y="1043"/>
                    <a:pt x="1123" y="1043"/>
                  </a:cubicBezTo>
                  <a:cubicBezTo>
                    <a:pt x="1131" y="1009"/>
                    <a:pt x="1138" y="975"/>
                    <a:pt x="1146" y="940"/>
                  </a:cubicBezTo>
                  <a:cubicBezTo>
                    <a:pt x="1149" y="923"/>
                    <a:pt x="1152" y="907"/>
                    <a:pt x="1156" y="891"/>
                  </a:cubicBezTo>
                  <a:cubicBezTo>
                    <a:pt x="1159" y="874"/>
                    <a:pt x="1162" y="856"/>
                    <a:pt x="1165" y="839"/>
                  </a:cubicBezTo>
                  <a:cubicBezTo>
                    <a:pt x="1170" y="804"/>
                    <a:pt x="1176" y="768"/>
                    <a:pt x="1183" y="733"/>
                  </a:cubicBezTo>
                  <a:cubicBezTo>
                    <a:pt x="1189" y="699"/>
                    <a:pt x="1196" y="666"/>
                    <a:pt x="1203" y="632"/>
                  </a:cubicBezTo>
                  <a:cubicBezTo>
                    <a:pt x="1210" y="598"/>
                    <a:pt x="1220" y="563"/>
                    <a:pt x="1229" y="528"/>
                  </a:cubicBezTo>
                  <a:cubicBezTo>
                    <a:pt x="1234" y="511"/>
                    <a:pt x="1239" y="494"/>
                    <a:pt x="1244" y="477"/>
                  </a:cubicBezTo>
                  <a:cubicBezTo>
                    <a:pt x="1249" y="460"/>
                    <a:pt x="1253" y="444"/>
                    <a:pt x="1258" y="427"/>
                  </a:cubicBezTo>
                  <a:cubicBezTo>
                    <a:pt x="1263" y="410"/>
                    <a:pt x="1268" y="394"/>
                    <a:pt x="1272" y="377"/>
                  </a:cubicBezTo>
                  <a:cubicBezTo>
                    <a:pt x="1275" y="368"/>
                    <a:pt x="1277" y="359"/>
                    <a:pt x="1279" y="351"/>
                  </a:cubicBezTo>
                  <a:cubicBezTo>
                    <a:pt x="1279" y="350"/>
                    <a:pt x="1279" y="349"/>
                    <a:pt x="1280" y="348"/>
                  </a:cubicBezTo>
                  <a:cubicBezTo>
                    <a:pt x="1281" y="344"/>
                    <a:pt x="1282" y="339"/>
                    <a:pt x="1283" y="336"/>
                  </a:cubicBezTo>
                  <a:cubicBezTo>
                    <a:pt x="1284" y="331"/>
                    <a:pt x="1285" y="327"/>
                    <a:pt x="1286" y="322"/>
                  </a:cubicBezTo>
                  <a:cubicBezTo>
                    <a:pt x="1290" y="305"/>
                    <a:pt x="1294" y="289"/>
                    <a:pt x="1299" y="272"/>
                  </a:cubicBezTo>
                  <a:cubicBezTo>
                    <a:pt x="1309" y="239"/>
                    <a:pt x="1321" y="207"/>
                    <a:pt x="1332" y="174"/>
                  </a:cubicBezTo>
                  <a:cubicBezTo>
                    <a:pt x="1335" y="166"/>
                    <a:pt x="1338" y="158"/>
                    <a:pt x="1340" y="150"/>
                  </a:cubicBezTo>
                  <a:cubicBezTo>
                    <a:pt x="1342" y="141"/>
                    <a:pt x="1345" y="133"/>
                    <a:pt x="1347" y="126"/>
                  </a:cubicBezTo>
                  <a:cubicBezTo>
                    <a:pt x="1352" y="109"/>
                    <a:pt x="1358" y="92"/>
                    <a:pt x="1366" y="77"/>
                  </a:cubicBezTo>
                  <a:cubicBezTo>
                    <a:pt x="1374" y="62"/>
                    <a:pt x="1383" y="46"/>
                    <a:pt x="1394" y="32"/>
                  </a:cubicBezTo>
                  <a:cubicBezTo>
                    <a:pt x="1399" y="26"/>
                    <a:pt x="1405" y="21"/>
                    <a:pt x="1411" y="16"/>
                  </a:cubicBezTo>
                  <a:cubicBezTo>
                    <a:pt x="1414" y="13"/>
                    <a:pt x="1417" y="11"/>
                    <a:pt x="1421" y="10"/>
                  </a:cubicBezTo>
                  <a:cubicBezTo>
                    <a:pt x="1425" y="7"/>
                    <a:pt x="1430" y="6"/>
                    <a:pt x="1435" y="4"/>
                  </a:cubicBezTo>
                  <a:cubicBezTo>
                    <a:pt x="1443" y="2"/>
                    <a:pt x="1452" y="1"/>
                    <a:pt x="1460" y="0"/>
                  </a:cubicBezTo>
                  <a:cubicBezTo>
                    <a:pt x="1469" y="0"/>
                    <a:pt x="1479" y="0"/>
                    <a:pt x="1488" y="2"/>
                  </a:cubicBezTo>
                  <a:cubicBezTo>
                    <a:pt x="1501" y="4"/>
                    <a:pt x="1513" y="11"/>
                    <a:pt x="1522" y="21"/>
                  </a:cubicBezTo>
                  <a:cubicBezTo>
                    <a:pt x="1529" y="27"/>
                    <a:pt x="1533" y="34"/>
                    <a:pt x="1538" y="42"/>
                  </a:cubicBezTo>
                  <a:cubicBezTo>
                    <a:pt x="1542" y="48"/>
                    <a:pt x="1544" y="53"/>
                    <a:pt x="1547" y="59"/>
                  </a:cubicBezTo>
                  <a:cubicBezTo>
                    <a:pt x="1551" y="66"/>
                    <a:pt x="1554" y="74"/>
                    <a:pt x="1557" y="82"/>
                  </a:cubicBezTo>
                  <a:cubicBezTo>
                    <a:pt x="1559" y="90"/>
                    <a:pt x="1554" y="99"/>
                    <a:pt x="1546" y="102"/>
                  </a:cubicBezTo>
                  <a:cubicBezTo>
                    <a:pt x="1537" y="105"/>
                    <a:pt x="1527" y="101"/>
                    <a:pt x="1524" y="92"/>
                  </a:cubicBezTo>
                  <a:cubicBezTo>
                    <a:pt x="1522" y="88"/>
                    <a:pt x="1521" y="85"/>
                    <a:pt x="1519" y="81"/>
                  </a:cubicBezTo>
                  <a:cubicBezTo>
                    <a:pt x="1515" y="73"/>
                    <a:pt x="1511" y="64"/>
                    <a:pt x="1506" y="57"/>
                  </a:cubicBezTo>
                  <a:cubicBezTo>
                    <a:pt x="1504" y="54"/>
                    <a:pt x="1503" y="52"/>
                    <a:pt x="1501" y="49"/>
                  </a:cubicBezTo>
                  <a:cubicBezTo>
                    <a:pt x="1500" y="48"/>
                    <a:pt x="1498" y="46"/>
                    <a:pt x="1497" y="45"/>
                  </a:cubicBezTo>
                  <a:cubicBezTo>
                    <a:pt x="1496" y="43"/>
                    <a:pt x="1494" y="42"/>
                    <a:pt x="1492" y="41"/>
                  </a:cubicBezTo>
                  <a:cubicBezTo>
                    <a:pt x="1491" y="40"/>
                    <a:pt x="1490" y="39"/>
                    <a:pt x="1489" y="39"/>
                  </a:cubicBezTo>
                  <a:cubicBezTo>
                    <a:pt x="1489" y="39"/>
                    <a:pt x="1488" y="38"/>
                    <a:pt x="1487" y="38"/>
                  </a:cubicBezTo>
                  <a:cubicBezTo>
                    <a:pt x="1488" y="38"/>
                    <a:pt x="1488" y="38"/>
                    <a:pt x="1489" y="38"/>
                  </a:cubicBezTo>
                  <a:cubicBezTo>
                    <a:pt x="1487" y="38"/>
                    <a:pt x="1486" y="38"/>
                    <a:pt x="1485" y="37"/>
                  </a:cubicBezTo>
                  <a:cubicBezTo>
                    <a:pt x="1483" y="36"/>
                    <a:pt x="1480" y="36"/>
                    <a:pt x="1477" y="36"/>
                  </a:cubicBezTo>
                  <a:cubicBezTo>
                    <a:pt x="1473" y="36"/>
                    <a:pt x="1469" y="35"/>
                    <a:pt x="1466" y="36"/>
                  </a:cubicBezTo>
                  <a:cubicBezTo>
                    <a:pt x="1461" y="36"/>
                    <a:pt x="1455" y="36"/>
                    <a:pt x="1450" y="37"/>
                  </a:cubicBezTo>
                  <a:cubicBezTo>
                    <a:pt x="1447" y="38"/>
                    <a:pt x="1444" y="38"/>
                    <a:pt x="1441" y="39"/>
                  </a:cubicBezTo>
                  <a:cubicBezTo>
                    <a:pt x="1440" y="39"/>
                    <a:pt x="1439" y="40"/>
                    <a:pt x="1438" y="41"/>
                  </a:cubicBezTo>
                  <a:cubicBezTo>
                    <a:pt x="1437" y="41"/>
                    <a:pt x="1436" y="42"/>
                    <a:pt x="1434" y="42"/>
                  </a:cubicBezTo>
                  <a:cubicBezTo>
                    <a:pt x="1433" y="43"/>
                    <a:pt x="1431" y="45"/>
                    <a:pt x="1430" y="46"/>
                  </a:cubicBezTo>
                  <a:cubicBezTo>
                    <a:pt x="1428" y="47"/>
                    <a:pt x="1427" y="48"/>
                    <a:pt x="1426" y="49"/>
                  </a:cubicBezTo>
                  <a:cubicBezTo>
                    <a:pt x="1422" y="53"/>
                    <a:pt x="1419" y="57"/>
                    <a:pt x="1416" y="62"/>
                  </a:cubicBezTo>
                  <a:cubicBezTo>
                    <a:pt x="1410" y="70"/>
                    <a:pt x="1405" y="78"/>
                    <a:pt x="1399" y="87"/>
                  </a:cubicBezTo>
                  <a:cubicBezTo>
                    <a:pt x="1395" y="95"/>
                    <a:pt x="1392" y="103"/>
                    <a:pt x="1388" y="112"/>
                  </a:cubicBezTo>
                  <a:cubicBezTo>
                    <a:pt x="1383" y="127"/>
                    <a:pt x="1378" y="143"/>
                    <a:pt x="1373" y="159"/>
                  </a:cubicBezTo>
                  <a:cubicBezTo>
                    <a:pt x="1369" y="175"/>
                    <a:pt x="1363" y="191"/>
                    <a:pt x="1357" y="207"/>
                  </a:cubicBezTo>
                  <a:cubicBezTo>
                    <a:pt x="1345" y="239"/>
                    <a:pt x="1334" y="272"/>
                    <a:pt x="1326" y="305"/>
                  </a:cubicBezTo>
                  <a:cubicBezTo>
                    <a:pt x="1322" y="317"/>
                    <a:pt x="1320" y="330"/>
                    <a:pt x="1316" y="343"/>
                  </a:cubicBezTo>
                  <a:cubicBezTo>
                    <a:pt x="1317" y="342"/>
                    <a:pt x="1317" y="341"/>
                    <a:pt x="1317" y="341"/>
                  </a:cubicBezTo>
                  <a:cubicBezTo>
                    <a:pt x="1315" y="345"/>
                    <a:pt x="1315" y="349"/>
                    <a:pt x="1314" y="354"/>
                  </a:cubicBezTo>
                  <a:lnTo>
                    <a:pt x="1313" y="355"/>
                  </a:lnTo>
                  <a:cubicBezTo>
                    <a:pt x="1310" y="368"/>
                    <a:pt x="1307" y="381"/>
                    <a:pt x="1303" y="394"/>
                  </a:cubicBezTo>
                  <a:cubicBezTo>
                    <a:pt x="1299" y="410"/>
                    <a:pt x="1293" y="428"/>
                    <a:pt x="1288" y="445"/>
                  </a:cubicBezTo>
                  <a:cubicBezTo>
                    <a:pt x="1284" y="461"/>
                    <a:pt x="1279" y="478"/>
                    <a:pt x="1275" y="494"/>
                  </a:cubicBezTo>
                  <a:cubicBezTo>
                    <a:pt x="1270" y="511"/>
                    <a:pt x="1264" y="529"/>
                    <a:pt x="1260" y="547"/>
                  </a:cubicBezTo>
                  <a:cubicBezTo>
                    <a:pt x="1254" y="565"/>
                    <a:pt x="1250" y="584"/>
                    <a:pt x="1245" y="603"/>
                  </a:cubicBezTo>
                  <a:cubicBezTo>
                    <a:pt x="1241" y="620"/>
                    <a:pt x="1237" y="637"/>
                    <a:pt x="1234" y="653"/>
                  </a:cubicBezTo>
                  <a:cubicBezTo>
                    <a:pt x="1231" y="670"/>
                    <a:pt x="1227" y="686"/>
                    <a:pt x="1223" y="702"/>
                  </a:cubicBezTo>
                  <a:cubicBezTo>
                    <a:pt x="1216" y="737"/>
                    <a:pt x="1210" y="772"/>
                    <a:pt x="1204" y="807"/>
                  </a:cubicBezTo>
                  <a:cubicBezTo>
                    <a:pt x="1199" y="842"/>
                    <a:pt x="1193" y="876"/>
                    <a:pt x="1187" y="910"/>
                  </a:cubicBezTo>
                  <a:cubicBezTo>
                    <a:pt x="1183" y="927"/>
                    <a:pt x="1180" y="944"/>
                    <a:pt x="1176" y="961"/>
                  </a:cubicBezTo>
                  <a:cubicBezTo>
                    <a:pt x="1172" y="979"/>
                    <a:pt x="1168" y="996"/>
                    <a:pt x="1165" y="1014"/>
                  </a:cubicBezTo>
                  <a:cubicBezTo>
                    <a:pt x="1157" y="1049"/>
                    <a:pt x="1148" y="1083"/>
                    <a:pt x="1140" y="1118"/>
                  </a:cubicBezTo>
                  <a:cubicBezTo>
                    <a:pt x="1135" y="1135"/>
                    <a:pt x="1130" y="1152"/>
                    <a:pt x="1126" y="1169"/>
                  </a:cubicBezTo>
                  <a:cubicBezTo>
                    <a:pt x="1121" y="1185"/>
                    <a:pt x="1117" y="1201"/>
                    <a:pt x="1112" y="1217"/>
                  </a:cubicBezTo>
                  <a:cubicBezTo>
                    <a:pt x="1108" y="1234"/>
                    <a:pt x="1102" y="1252"/>
                    <a:pt x="1097" y="1269"/>
                  </a:cubicBezTo>
                  <a:cubicBezTo>
                    <a:pt x="1092" y="1286"/>
                    <a:pt x="1088" y="1304"/>
                    <a:pt x="1084" y="1322"/>
                  </a:cubicBezTo>
                  <a:cubicBezTo>
                    <a:pt x="1075" y="1355"/>
                    <a:pt x="1065" y="1388"/>
                    <a:pt x="1054" y="1421"/>
                  </a:cubicBezTo>
                  <a:cubicBezTo>
                    <a:pt x="1049" y="1438"/>
                    <a:pt x="1042" y="1453"/>
                    <a:pt x="1035" y="1469"/>
                  </a:cubicBezTo>
                  <a:cubicBezTo>
                    <a:pt x="1032" y="1477"/>
                    <a:pt x="1029" y="1486"/>
                    <a:pt x="1025" y="1494"/>
                  </a:cubicBezTo>
                  <a:cubicBezTo>
                    <a:pt x="1021" y="1501"/>
                    <a:pt x="1017" y="1507"/>
                    <a:pt x="1013" y="1514"/>
                  </a:cubicBezTo>
                  <a:cubicBezTo>
                    <a:pt x="1004" y="1529"/>
                    <a:pt x="996" y="1544"/>
                    <a:pt x="986" y="1558"/>
                  </a:cubicBezTo>
                  <a:cubicBezTo>
                    <a:pt x="981" y="1565"/>
                    <a:pt x="975" y="1572"/>
                    <a:pt x="970" y="1578"/>
                  </a:cubicBezTo>
                  <a:cubicBezTo>
                    <a:pt x="965" y="1584"/>
                    <a:pt x="959" y="1591"/>
                    <a:pt x="953" y="1597"/>
                  </a:cubicBezTo>
                  <a:cubicBezTo>
                    <a:pt x="943" y="1608"/>
                    <a:pt x="932" y="1621"/>
                    <a:pt x="920" y="1631"/>
                  </a:cubicBezTo>
                  <a:cubicBezTo>
                    <a:pt x="914" y="1636"/>
                    <a:pt x="906" y="1641"/>
                    <a:pt x="898" y="1644"/>
                  </a:cubicBezTo>
                  <a:cubicBezTo>
                    <a:pt x="893" y="1646"/>
                    <a:pt x="887" y="1647"/>
                    <a:pt x="881" y="1648"/>
                  </a:cubicBezTo>
                  <a:cubicBezTo>
                    <a:pt x="880" y="1648"/>
                    <a:pt x="880" y="1648"/>
                    <a:pt x="879" y="1648"/>
                  </a:cubicBezTo>
                  <a:cubicBezTo>
                    <a:pt x="874" y="1648"/>
                    <a:pt x="869" y="1647"/>
                    <a:pt x="865" y="164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" name="Google Shape;3721;p42"/>
            <p:cNvSpPr/>
            <p:nvPr/>
          </p:nvSpPr>
          <p:spPr>
            <a:xfrm>
              <a:off x="3872880" y="4201560"/>
              <a:ext cx="533520" cy="583920"/>
            </a:xfrm>
            <a:custGeom>
              <a:avLst/>
              <a:gdLst/>
              <a:ahLst/>
              <a:cxnLst/>
              <a:rect l="l" t="t" r="r" b="b"/>
              <a:pathLst>
                <a:path w="1482" h="1622" extrusionOk="0">
                  <a:moveTo>
                    <a:pt x="540" y="1620"/>
                  </a:moveTo>
                  <a:cubicBezTo>
                    <a:pt x="532" y="1618"/>
                    <a:pt x="524" y="1615"/>
                    <a:pt x="516" y="1612"/>
                  </a:cubicBezTo>
                  <a:cubicBezTo>
                    <a:pt x="508" y="1609"/>
                    <a:pt x="500" y="1606"/>
                    <a:pt x="493" y="1602"/>
                  </a:cubicBezTo>
                  <a:cubicBezTo>
                    <a:pt x="483" y="1598"/>
                    <a:pt x="474" y="1593"/>
                    <a:pt x="465" y="1586"/>
                  </a:cubicBezTo>
                  <a:cubicBezTo>
                    <a:pt x="462" y="1583"/>
                    <a:pt x="459" y="1579"/>
                    <a:pt x="456" y="1574"/>
                  </a:cubicBezTo>
                  <a:cubicBezTo>
                    <a:pt x="454" y="1571"/>
                    <a:pt x="452" y="1567"/>
                    <a:pt x="450" y="1563"/>
                  </a:cubicBezTo>
                  <a:cubicBezTo>
                    <a:pt x="442" y="1550"/>
                    <a:pt x="435" y="1536"/>
                    <a:pt x="428" y="1522"/>
                  </a:cubicBezTo>
                  <a:cubicBezTo>
                    <a:pt x="421" y="1507"/>
                    <a:pt x="413" y="1491"/>
                    <a:pt x="407" y="1475"/>
                  </a:cubicBezTo>
                  <a:cubicBezTo>
                    <a:pt x="401" y="1459"/>
                    <a:pt x="395" y="1443"/>
                    <a:pt x="390" y="1427"/>
                  </a:cubicBezTo>
                  <a:cubicBezTo>
                    <a:pt x="386" y="1410"/>
                    <a:pt x="381" y="1395"/>
                    <a:pt x="377" y="1379"/>
                  </a:cubicBezTo>
                  <a:cubicBezTo>
                    <a:pt x="372" y="1363"/>
                    <a:pt x="368" y="1346"/>
                    <a:pt x="363" y="1329"/>
                  </a:cubicBezTo>
                  <a:cubicBezTo>
                    <a:pt x="359" y="1313"/>
                    <a:pt x="354" y="1296"/>
                    <a:pt x="350" y="1279"/>
                  </a:cubicBezTo>
                  <a:cubicBezTo>
                    <a:pt x="341" y="1244"/>
                    <a:pt x="335" y="1209"/>
                    <a:pt x="326" y="1175"/>
                  </a:cubicBezTo>
                  <a:cubicBezTo>
                    <a:pt x="321" y="1157"/>
                    <a:pt x="316" y="1140"/>
                    <a:pt x="312" y="1122"/>
                  </a:cubicBezTo>
                  <a:cubicBezTo>
                    <a:pt x="307" y="1106"/>
                    <a:pt x="305" y="1090"/>
                    <a:pt x="302" y="1074"/>
                  </a:cubicBezTo>
                  <a:cubicBezTo>
                    <a:pt x="299" y="1056"/>
                    <a:pt x="296" y="1039"/>
                    <a:pt x="292" y="1022"/>
                  </a:cubicBezTo>
                  <a:cubicBezTo>
                    <a:pt x="288" y="1004"/>
                    <a:pt x="282" y="987"/>
                    <a:pt x="278" y="969"/>
                  </a:cubicBezTo>
                  <a:cubicBezTo>
                    <a:pt x="274" y="953"/>
                    <a:pt x="271" y="936"/>
                    <a:pt x="268" y="919"/>
                  </a:cubicBezTo>
                  <a:cubicBezTo>
                    <a:pt x="264" y="902"/>
                    <a:pt x="261" y="884"/>
                    <a:pt x="258" y="866"/>
                  </a:cubicBezTo>
                  <a:cubicBezTo>
                    <a:pt x="256" y="851"/>
                    <a:pt x="254" y="837"/>
                    <a:pt x="252" y="822"/>
                  </a:cubicBezTo>
                  <a:cubicBezTo>
                    <a:pt x="250" y="807"/>
                    <a:pt x="247" y="792"/>
                    <a:pt x="245" y="777"/>
                  </a:cubicBezTo>
                  <a:cubicBezTo>
                    <a:pt x="245" y="770"/>
                    <a:pt x="243" y="763"/>
                    <a:pt x="242" y="755"/>
                  </a:cubicBezTo>
                  <a:cubicBezTo>
                    <a:pt x="242" y="752"/>
                    <a:pt x="241" y="747"/>
                    <a:pt x="240" y="744"/>
                  </a:cubicBezTo>
                  <a:cubicBezTo>
                    <a:pt x="240" y="741"/>
                    <a:pt x="239" y="738"/>
                    <a:pt x="239" y="735"/>
                  </a:cubicBezTo>
                  <a:cubicBezTo>
                    <a:pt x="239" y="736"/>
                    <a:pt x="239" y="737"/>
                    <a:pt x="239" y="738"/>
                  </a:cubicBezTo>
                  <a:cubicBezTo>
                    <a:pt x="239" y="736"/>
                    <a:pt x="239" y="734"/>
                    <a:pt x="238" y="732"/>
                  </a:cubicBezTo>
                  <a:cubicBezTo>
                    <a:pt x="239" y="733"/>
                    <a:pt x="239" y="733"/>
                    <a:pt x="239" y="735"/>
                  </a:cubicBezTo>
                  <a:cubicBezTo>
                    <a:pt x="234" y="708"/>
                    <a:pt x="229" y="682"/>
                    <a:pt x="225" y="655"/>
                  </a:cubicBezTo>
                  <a:cubicBezTo>
                    <a:pt x="225" y="654"/>
                    <a:pt x="225" y="651"/>
                    <a:pt x="225" y="650"/>
                  </a:cubicBezTo>
                  <a:cubicBezTo>
                    <a:pt x="220" y="626"/>
                    <a:pt x="215" y="601"/>
                    <a:pt x="208" y="577"/>
                  </a:cubicBezTo>
                  <a:cubicBezTo>
                    <a:pt x="201" y="552"/>
                    <a:pt x="195" y="527"/>
                    <a:pt x="187" y="502"/>
                  </a:cubicBezTo>
                  <a:cubicBezTo>
                    <a:pt x="180" y="479"/>
                    <a:pt x="172" y="457"/>
                    <a:pt x="166" y="434"/>
                  </a:cubicBezTo>
                  <a:cubicBezTo>
                    <a:pt x="159" y="411"/>
                    <a:pt x="154" y="389"/>
                    <a:pt x="147" y="366"/>
                  </a:cubicBezTo>
                  <a:cubicBezTo>
                    <a:pt x="141" y="350"/>
                    <a:pt x="136" y="333"/>
                    <a:pt x="130" y="317"/>
                  </a:cubicBezTo>
                  <a:cubicBezTo>
                    <a:pt x="124" y="301"/>
                    <a:pt x="118" y="284"/>
                    <a:pt x="112" y="268"/>
                  </a:cubicBezTo>
                  <a:cubicBezTo>
                    <a:pt x="106" y="252"/>
                    <a:pt x="99" y="237"/>
                    <a:pt x="93" y="221"/>
                  </a:cubicBezTo>
                  <a:cubicBezTo>
                    <a:pt x="87" y="204"/>
                    <a:pt x="81" y="188"/>
                    <a:pt x="74" y="172"/>
                  </a:cubicBezTo>
                  <a:cubicBezTo>
                    <a:pt x="73" y="171"/>
                    <a:pt x="73" y="169"/>
                    <a:pt x="72" y="168"/>
                  </a:cubicBezTo>
                  <a:cubicBezTo>
                    <a:pt x="63" y="150"/>
                    <a:pt x="54" y="133"/>
                    <a:pt x="45" y="116"/>
                  </a:cubicBezTo>
                  <a:cubicBezTo>
                    <a:pt x="36" y="98"/>
                    <a:pt x="27" y="80"/>
                    <a:pt x="17" y="63"/>
                  </a:cubicBezTo>
                  <a:cubicBezTo>
                    <a:pt x="14" y="60"/>
                    <a:pt x="12" y="56"/>
                    <a:pt x="10" y="53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3" y="49"/>
                    <a:pt x="0" y="42"/>
                    <a:pt x="2" y="36"/>
                  </a:cubicBezTo>
                  <a:cubicBezTo>
                    <a:pt x="3" y="28"/>
                    <a:pt x="10" y="23"/>
                    <a:pt x="18" y="23"/>
                  </a:cubicBezTo>
                  <a:cubicBezTo>
                    <a:pt x="28" y="23"/>
                    <a:pt x="33" y="32"/>
                    <a:pt x="38" y="40"/>
                  </a:cubicBezTo>
                  <a:cubicBezTo>
                    <a:pt x="43" y="47"/>
                    <a:pt x="48" y="54"/>
                    <a:pt x="52" y="61"/>
                  </a:cubicBezTo>
                  <a:cubicBezTo>
                    <a:pt x="60" y="76"/>
                    <a:pt x="67" y="91"/>
                    <a:pt x="76" y="107"/>
                  </a:cubicBezTo>
                  <a:cubicBezTo>
                    <a:pt x="84" y="121"/>
                    <a:pt x="92" y="135"/>
                    <a:pt x="99" y="150"/>
                  </a:cubicBezTo>
                  <a:cubicBezTo>
                    <a:pt x="107" y="166"/>
                    <a:pt x="113" y="182"/>
                    <a:pt x="120" y="199"/>
                  </a:cubicBezTo>
                  <a:cubicBezTo>
                    <a:pt x="132" y="231"/>
                    <a:pt x="145" y="263"/>
                    <a:pt x="158" y="295"/>
                  </a:cubicBezTo>
                  <a:cubicBezTo>
                    <a:pt x="171" y="328"/>
                    <a:pt x="180" y="362"/>
                    <a:pt x="190" y="396"/>
                  </a:cubicBezTo>
                  <a:cubicBezTo>
                    <a:pt x="194" y="409"/>
                    <a:pt x="197" y="422"/>
                    <a:pt x="201" y="435"/>
                  </a:cubicBezTo>
                  <a:cubicBezTo>
                    <a:pt x="201" y="435"/>
                    <a:pt x="201" y="433"/>
                    <a:pt x="200" y="433"/>
                  </a:cubicBezTo>
                  <a:cubicBezTo>
                    <a:pt x="201" y="436"/>
                    <a:pt x="203" y="440"/>
                    <a:pt x="204" y="443"/>
                  </a:cubicBezTo>
                  <a:lnTo>
                    <a:pt x="203" y="443"/>
                  </a:lnTo>
                  <a:cubicBezTo>
                    <a:pt x="208" y="456"/>
                    <a:pt x="212" y="470"/>
                    <a:pt x="216" y="482"/>
                  </a:cubicBezTo>
                  <a:cubicBezTo>
                    <a:pt x="221" y="497"/>
                    <a:pt x="225" y="513"/>
                    <a:pt x="230" y="528"/>
                  </a:cubicBezTo>
                  <a:cubicBezTo>
                    <a:pt x="230" y="528"/>
                    <a:pt x="229" y="527"/>
                    <a:pt x="229" y="526"/>
                  </a:cubicBezTo>
                  <a:cubicBezTo>
                    <a:pt x="235" y="544"/>
                    <a:pt x="240" y="562"/>
                    <a:pt x="245" y="579"/>
                  </a:cubicBezTo>
                  <a:cubicBezTo>
                    <a:pt x="249" y="596"/>
                    <a:pt x="252" y="612"/>
                    <a:pt x="256" y="629"/>
                  </a:cubicBezTo>
                  <a:cubicBezTo>
                    <a:pt x="262" y="664"/>
                    <a:pt x="267" y="700"/>
                    <a:pt x="273" y="735"/>
                  </a:cubicBezTo>
                  <a:cubicBezTo>
                    <a:pt x="277" y="758"/>
                    <a:pt x="279" y="780"/>
                    <a:pt x="283" y="803"/>
                  </a:cubicBezTo>
                  <a:cubicBezTo>
                    <a:pt x="286" y="824"/>
                    <a:pt x="288" y="846"/>
                    <a:pt x="292" y="867"/>
                  </a:cubicBezTo>
                  <a:cubicBezTo>
                    <a:pt x="298" y="902"/>
                    <a:pt x="305" y="936"/>
                    <a:pt x="313" y="970"/>
                  </a:cubicBezTo>
                  <a:cubicBezTo>
                    <a:pt x="317" y="987"/>
                    <a:pt x="323" y="1003"/>
                    <a:pt x="326" y="1020"/>
                  </a:cubicBezTo>
                  <a:cubicBezTo>
                    <a:pt x="330" y="1037"/>
                    <a:pt x="333" y="1054"/>
                    <a:pt x="336" y="1072"/>
                  </a:cubicBezTo>
                  <a:cubicBezTo>
                    <a:pt x="339" y="1089"/>
                    <a:pt x="343" y="1105"/>
                    <a:pt x="347" y="1122"/>
                  </a:cubicBezTo>
                  <a:cubicBezTo>
                    <a:pt x="352" y="1138"/>
                    <a:pt x="356" y="1156"/>
                    <a:pt x="360" y="1173"/>
                  </a:cubicBezTo>
                  <a:cubicBezTo>
                    <a:pt x="368" y="1208"/>
                    <a:pt x="376" y="1243"/>
                    <a:pt x="384" y="1278"/>
                  </a:cubicBezTo>
                  <a:cubicBezTo>
                    <a:pt x="390" y="1300"/>
                    <a:pt x="397" y="1321"/>
                    <a:pt x="403" y="1343"/>
                  </a:cubicBezTo>
                  <a:cubicBezTo>
                    <a:pt x="408" y="1364"/>
                    <a:pt x="414" y="1384"/>
                    <a:pt x="420" y="1405"/>
                  </a:cubicBezTo>
                  <a:lnTo>
                    <a:pt x="420" y="1404"/>
                  </a:lnTo>
                  <a:cubicBezTo>
                    <a:pt x="420" y="1406"/>
                    <a:pt x="421" y="1408"/>
                    <a:pt x="422" y="1409"/>
                  </a:cubicBezTo>
                  <a:cubicBezTo>
                    <a:pt x="422" y="1408"/>
                    <a:pt x="421" y="1408"/>
                    <a:pt x="421" y="1407"/>
                  </a:cubicBezTo>
                  <a:cubicBezTo>
                    <a:pt x="423" y="1413"/>
                    <a:pt x="425" y="1420"/>
                    <a:pt x="427" y="1427"/>
                  </a:cubicBezTo>
                  <a:cubicBezTo>
                    <a:pt x="433" y="1446"/>
                    <a:pt x="440" y="1465"/>
                    <a:pt x="448" y="1483"/>
                  </a:cubicBezTo>
                  <a:lnTo>
                    <a:pt x="448" y="1484"/>
                  </a:lnTo>
                  <a:lnTo>
                    <a:pt x="449" y="1484"/>
                  </a:lnTo>
                  <a:lnTo>
                    <a:pt x="448" y="1484"/>
                  </a:lnTo>
                  <a:cubicBezTo>
                    <a:pt x="454" y="1495"/>
                    <a:pt x="459" y="1505"/>
                    <a:pt x="464" y="1516"/>
                  </a:cubicBezTo>
                  <a:cubicBezTo>
                    <a:pt x="469" y="1526"/>
                    <a:pt x="474" y="1536"/>
                    <a:pt x="480" y="1545"/>
                  </a:cubicBezTo>
                  <a:cubicBezTo>
                    <a:pt x="483" y="1550"/>
                    <a:pt x="487" y="1556"/>
                    <a:pt x="490" y="1561"/>
                  </a:cubicBezTo>
                  <a:lnTo>
                    <a:pt x="491" y="1561"/>
                  </a:lnTo>
                  <a:cubicBezTo>
                    <a:pt x="491" y="1561"/>
                    <a:pt x="491" y="1562"/>
                    <a:pt x="492" y="1562"/>
                  </a:cubicBezTo>
                  <a:cubicBezTo>
                    <a:pt x="494" y="1564"/>
                    <a:pt x="497" y="1565"/>
                    <a:pt x="499" y="1567"/>
                  </a:cubicBezTo>
                  <a:cubicBezTo>
                    <a:pt x="506" y="1570"/>
                    <a:pt x="513" y="1574"/>
                    <a:pt x="520" y="1577"/>
                  </a:cubicBezTo>
                  <a:cubicBezTo>
                    <a:pt x="528" y="1579"/>
                    <a:pt x="537" y="1582"/>
                    <a:pt x="546" y="1585"/>
                  </a:cubicBezTo>
                  <a:lnTo>
                    <a:pt x="548" y="1585"/>
                  </a:lnTo>
                  <a:cubicBezTo>
                    <a:pt x="549" y="1585"/>
                    <a:pt x="549" y="1585"/>
                    <a:pt x="549" y="1585"/>
                  </a:cubicBezTo>
                  <a:cubicBezTo>
                    <a:pt x="550" y="1585"/>
                    <a:pt x="551" y="1585"/>
                    <a:pt x="552" y="1585"/>
                  </a:cubicBezTo>
                  <a:cubicBezTo>
                    <a:pt x="553" y="1584"/>
                    <a:pt x="553" y="1584"/>
                    <a:pt x="555" y="1583"/>
                  </a:cubicBezTo>
                  <a:cubicBezTo>
                    <a:pt x="556" y="1583"/>
                    <a:pt x="557" y="1582"/>
                    <a:pt x="558" y="1582"/>
                  </a:cubicBezTo>
                  <a:cubicBezTo>
                    <a:pt x="560" y="1580"/>
                    <a:pt x="563" y="1578"/>
                    <a:pt x="565" y="1577"/>
                  </a:cubicBezTo>
                  <a:cubicBezTo>
                    <a:pt x="569" y="1573"/>
                    <a:pt x="573" y="1569"/>
                    <a:pt x="577" y="1565"/>
                  </a:cubicBezTo>
                  <a:cubicBezTo>
                    <a:pt x="584" y="1558"/>
                    <a:pt x="589" y="1551"/>
                    <a:pt x="595" y="1544"/>
                  </a:cubicBezTo>
                  <a:cubicBezTo>
                    <a:pt x="599" y="1539"/>
                    <a:pt x="602" y="1533"/>
                    <a:pt x="606" y="1526"/>
                  </a:cubicBezTo>
                  <a:cubicBezTo>
                    <a:pt x="615" y="1510"/>
                    <a:pt x="624" y="1493"/>
                    <a:pt x="632" y="1476"/>
                  </a:cubicBezTo>
                  <a:cubicBezTo>
                    <a:pt x="640" y="1458"/>
                    <a:pt x="648" y="1440"/>
                    <a:pt x="655" y="1422"/>
                  </a:cubicBezTo>
                  <a:cubicBezTo>
                    <a:pt x="662" y="1405"/>
                    <a:pt x="668" y="1388"/>
                    <a:pt x="673" y="1371"/>
                  </a:cubicBezTo>
                  <a:cubicBezTo>
                    <a:pt x="679" y="1355"/>
                    <a:pt x="683" y="1338"/>
                    <a:pt x="687" y="1320"/>
                  </a:cubicBezTo>
                  <a:cubicBezTo>
                    <a:pt x="693" y="1295"/>
                    <a:pt x="699" y="1268"/>
                    <a:pt x="705" y="1243"/>
                  </a:cubicBezTo>
                  <a:cubicBezTo>
                    <a:pt x="705" y="1242"/>
                    <a:pt x="705" y="1241"/>
                    <a:pt x="705" y="1240"/>
                  </a:cubicBezTo>
                  <a:cubicBezTo>
                    <a:pt x="706" y="1240"/>
                    <a:pt x="706" y="1239"/>
                    <a:pt x="707" y="1237"/>
                  </a:cubicBezTo>
                  <a:cubicBezTo>
                    <a:pt x="707" y="1236"/>
                    <a:pt x="707" y="1235"/>
                    <a:pt x="707" y="1234"/>
                  </a:cubicBezTo>
                  <a:cubicBezTo>
                    <a:pt x="707" y="1234"/>
                    <a:pt x="707" y="1235"/>
                    <a:pt x="707" y="1236"/>
                  </a:cubicBezTo>
                  <a:cubicBezTo>
                    <a:pt x="715" y="1202"/>
                    <a:pt x="721" y="1167"/>
                    <a:pt x="728" y="1132"/>
                  </a:cubicBezTo>
                  <a:cubicBezTo>
                    <a:pt x="733" y="1098"/>
                    <a:pt x="739" y="1063"/>
                    <a:pt x="745" y="1028"/>
                  </a:cubicBezTo>
                  <a:cubicBezTo>
                    <a:pt x="751" y="994"/>
                    <a:pt x="757" y="959"/>
                    <a:pt x="762" y="925"/>
                  </a:cubicBezTo>
                  <a:cubicBezTo>
                    <a:pt x="768" y="890"/>
                    <a:pt x="774" y="856"/>
                    <a:pt x="782" y="823"/>
                  </a:cubicBezTo>
                  <a:cubicBezTo>
                    <a:pt x="790" y="788"/>
                    <a:pt x="799" y="754"/>
                    <a:pt x="809" y="720"/>
                  </a:cubicBezTo>
                  <a:cubicBezTo>
                    <a:pt x="818" y="686"/>
                    <a:pt x="827" y="651"/>
                    <a:pt x="837" y="618"/>
                  </a:cubicBezTo>
                  <a:cubicBezTo>
                    <a:pt x="842" y="601"/>
                    <a:pt x="848" y="583"/>
                    <a:pt x="853" y="566"/>
                  </a:cubicBezTo>
                  <a:cubicBezTo>
                    <a:pt x="858" y="549"/>
                    <a:pt x="863" y="531"/>
                    <a:pt x="868" y="514"/>
                  </a:cubicBezTo>
                  <a:cubicBezTo>
                    <a:pt x="873" y="496"/>
                    <a:pt x="877" y="478"/>
                    <a:pt x="883" y="461"/>
                  </a:cubicBezTo>
                  <a:cubicBezTo>
                    <a:pt x="888" y="443"/>
                    <a:pt x="894" y="425"/>
                    <a:pt x="899" y="408"/>
                  </a:cubicBezTo>
                  <a:cubicBezTo>
                    <a:pt x="910" y="374"/>
                    <a:pt x="922" y="340"/>
                    <a:pt x="933" y="307"/>
                  </a:cubicBezTo>
                  <a:cubicBezTo>
                    <a:pt x="945" y="272"/>
                    <a:pt x="956" y="237"/>
                    <a:pt x="969" y="202"/>
                  </a:cubicBezTo>
                  <a:cubicBezTo>
                    <a:pt x="980" y="169"/>
                    <a:pt x="994" y="137"/>
                    <a:pt x="1010" y="106"/>
                  </a:cubicBezTo>
                  <a:cubicBezTo>
                    <a:pt x="1014" y="97"/>
                    <a:pt x="1018" y="89"/>
                    <a:pt x="1023" y="80"/>
                  </a:cubicBezTo>
                  <a:cubicBezTo>
                    <a:pt x="1028" y="72"/>
                    <a:pt x="1033" y="65"/>
                    <a:pt x="1039" y="57"/>
                  </a:cubicBezTo>
                  <a:cubicBezTo>
                    <a:pt x="1044" y="51"/>
                    <a:pt x="1051" y="45"/>
                    <a:pt x="1057" y="40"/>
                  </a:cubicBezTo>
                  <a:cubicBezTo>
                    <a:pt x="1064" y="34"/>
                    <a:pt x="1071" y="29"/>
                    <a:pt x="1079" y="24"/>
                  </a:cubicBezTo>
                  <a:cubicBezTo>
                    <a:pt x="1085" y="21"/>
                    <a:pt x="1092" y="17"/>
                    <a:pt x="1099" y="13"/>
                  </a:cubicBezTo>
                  <a:cubicBezTo>
                    <a:pt x="1107" y="9"/>
                    <a:pt x="1116" y="6"/>
                    <a:pt x="1124" y="4"/>
                  </a:cubicBezTo>
                  <a:cubicBezTo>
                    <a:pt x="1136" y="1"/>
                    <a:pt x="1149" y="0"/>
                    <a:pt x="1161" y="3"/>
                  </a:cubicBezTo>
                  <a:cubicBezTo>
                    <a:pt x="1175" y="6"/>
                    <a:pt x="1187" y="15"/>
                    <a:pt x="1197" y="24"/>
                  </a:cubicBezTo>
                  <a:cubicBezTo>
                    <a:pt x="1204" y="31"/>
                    <a:pt x="1210" y="38"/>
                    <a:pt x="1215" y="47"/>
                  </a:cubicBezTo>
                  <a:cubicBezTo>
                    <a:pt x="1219" y="55"/>
                    <a:pt x="1223" y="63"/>
                    <a:pt x="1226" y="72"/>
                  </a:cubicBezTo>
                  <a:cubicBezTo>
                    <a:pt x="1233" y="87"/>
                    <a:pt x="1239" y="103"/>
                    <a:pt x="1244" y="119"/>
                  </a:cubicBezTo>
                  <a:cubicBezTo>
                    <a:pt x="1251" y="136"/>
                    <a:pt x="1257" y="153"/>
                    <a:pt x="1262" y="170"/>
                  </a:cubicBezTo>
                  <a:cubicBezTo>
                    <a:pt x="1266" y="188"/>
                    <a:pt x="1269" y="205"/>
                    <a:pt x="1272" y="223"/>
                  </a:cubicBezTo>
                  <a:cubicBezTo>
                    <a:pt x="1279" y="257"/>
                    <a:pt x="1288" y="292"/>
                    <a:pt x="1297" y="326"/>
                  </a:cubicBezTo>
                  <a:cubicBezTo>
                    <a:pt x="1302" y="343"/>
                    <a:pt x="1307" y="360"/>
                    <a:pt x="1313" y="378"/>
                  </a:cubicBezTo>
                  <a:cubicBezTo>
                    <a:pt x="1318" y="394"/>
                    <a:pt x="1322" y="412"/>
                    <a:pt x="1325" y="429"/>
                  </a:cubicBezTo>
                  <a:cubicBezTo>
                    <a:pt x="1329" y="446"/>
                    <a:pt x="1333" y="463"/>
                    <a:pt x="1336" y="481"/>
                  </a:cubicBezTo>
                  <a:cubicBezTo>
                    <a:pt x="1340" y="498"/>
                    <a:pt x="1345" y="516"/>
                    <a:pt x="1347" y="534"/>
                  </a:cubicBezTo>
                  <a:cubicBezTo>
                    <a:pt x="1351" y="552"/>
                    <a:pt x="1353" y="571"/>
                    <a:pt x="1354" y="590"/>
                  </a:cubicBezTo>
                  <a:cubicBezTo>
                    <a:pt x="1356" y="609"/>
                    <a:pt x="1357" y="628"/>
                    <a:pt x="1360" y="647"/>
                  </a:cubicBezTo>
                  <a:cubicBezTo>
                    <a:pt x="1364" y="668"/>
                    <a:pt x="1368" y="689"/>
                    <a:pt x="1373" y="710"/>
                  </a:cubicBezTo>
                  <a:cubicBezTo>
                    <a:pt x="1377" y="732"/>
                    <a:pt x="1383" y="753"/>
                    <a:pt x="1389" y="775"/>
                  </a:cubicBezTo>
                  <a:lnTo>
                    <a:pt x="1389" y="774"/>
                  </a:lnTo>
                  <a:cubicBezTo>
                    <a:pt x="1391" y="777"/>
                    <a:pt x="1391" y="780"/>
                    <a:pt x="1392" y="783"/>
                  </a:cubicBezTo>
                  <a:lnTo>
                    <a:pt x="1392" y="782"/>
                  </a:lnTo>
                  <a:cubicBezTo>
                    <a:pt x="1402" y="816"/>
                    <a:pt x="1412" y="850"/>
                    <a:pt x="1422" y="884"/>
                  </a:cubicBezTo>
                  <a:cubicBezTo>
                    <a:pt x="1427" y="901"/>
                    <a:pt x="1432" y="918"/>
                    <a:pt x="1437" y="936"/>
                  </a:cubicBezTo>
                  <a:cubicBezTo>
                    <a:pt x="1441" y="952"/>
                    <a:pt x="1447" y="968"/>
                    <a:pt x="1451" y="985"/>
                  </a:cubicBezTo>
                  <a:cubicBezTo>
                    <a:pt x="1454" y="997"/>
                    <a:pt x="1456" y="1009"/>
                    <a:pt x="1458" y="1021"/>
                  </a:cubicBezTo>
                  <a:cubicBezTo>
                    <a:pt x="1461" y="1032"/>
                    <a:pt x="1463" y="1043"/>
                    <a:pt x="1466" y="1054"/>
                  </a:cubicBezTo>
                  <a:cubicBezTo>
                    <a:pt x="1469" y="1066"/>
                    <a:pt x="1470" y="1077"/>
                    <a:pt x="1473" y="1088"/>
                  </a:cubicBezTo>
                  <a:cubicBezTo>
                    <a:pt x="1475" y="1099"/>
                    <a:pt x="1477" y="1109"/>
                    <a:pt x="1479" y="1120"/>
                  </a:cubicBezTo>
                  <a:cubicBezTo>
                    <a:pt x="1480" y="1124"/>
                    <a:pt x="1480" y="1128"/>
                    <a:pt x="1481" y="1132"/>
                  </a:cubicBezTo>
                  <a:cubicBezTo>
                    <a:pt x="1481" y="1140"/>
                    <a:pt x="1476" y="1148"/>
                    <a:pt x="1468" y="1151"/>
                  </a:cubicBezTo>
                  <a:cubicBezTo>
                    <a:pt x="1458" y="1153"/>
                    <a:pt x="1449" y="1147"/>
                    <a:pt x="1447" y="1138"/>
                  </a:cubicBezTo>
                  <a:cubicBezTo>
                    <a:pt x="1445" y="1133"/>
                    <a:pt x="1445" y="1128"/>
                    <a:pt x="1444" y="1124"/>
                  </a:cubicBezTo>
                  <a:cubicBezTo>
                    <a:pt x="1443" y="1118"/>
                    <a:pt x="1441" y="1112"/>
                    <a:pt x="1440" y="1105"/>
                  </a:cubicBezTo>
                  <a:cubicBezTo>
                    <a:pt x="1439" y="1097"/>
                    <a:pt x="1437" y="1089"/>
                    <a:pt x="1435" y="1081"/>
                  </a:cubicBezTo>
                  <a:cubicBezTo>
                    <a:pt x="1434" y="1073"/>
                    <a:pt x="1433" y="1066"/>
                    <a:pt x="1431" y="1058"/>
                  </a:cubicBezTo>
                  <a:cubicBezTo>
                    <a:pt x="1429" y="1050"/>
                    <a:pt x="1428" y="1042"/>
                    <a:pt x="1426" y="1035"/>
                  </a:cubicBezTo>
                  <a:cubicBezTo>
                    <a:pt x="1419" y="1001"/>
                    <a:pt x="1410" y="967"/>
                    <a:pt x="1401" y="934"/>
                  </a:cubicBezTo>
                  <a:cubicBezTo>
                    <a:pt x="1392" y="900"/>
                    <a:pt x="1381" y="867"/>
                    <a:pt x="1371" y="833"/>
                  </a:cubicBezTo>
                  <a:cubicBezTo>
                    <a:pt x="1367" y="816"/>
                    <a:pt x="1362" y="799"/>
                    <a:pt x="1357" y="783"/>
                  </a:cubicBezTo>
                  <a:cubicBezTo>
                    <a:pt x="1352" y="766"/>
                    <a:pt x="1347" y="749"/>
                    <a:pt x="1343" y="732"/>
                  </a:cubicBezTo>
                  <a:cubicBezTo>
                    <a:pt x="1339" y="717"/>
                    <a:pt x="1337" y="702"/>
                    <a:pt x="1334" y="687"/>
                  </a:cubicBezTo>
                  <a:cubicBezTo>
                    <a:pt x="1331" y="672"/>
                    <a:pt x="1328" y="657"/>
                    <a:pt x="1326" y="641"/>
                  </a:cubicBezTo>
                  <a:cubicBezTo>
                    <a:pt x="1324" y="626"/>
                    <a:pt x="1322" y="611"/>
                    <a:pt x="1321" y="597"/>
                  </a:cubicBezTo>
                  <a:cubicBezTo>
                    <a:pt x="1320" y="581"/>
                    <a:pt x="1318" y="565"/>
                    <a:pt x="1316" y="549"/>
                  </a:cubicBezTo>
                  <a:cubicBezTo>
                    <a:pt x="1313" y="532"/>
                    <a:pt x="1309" y="515"/>
                    <a:pt x="1306" y="498"/>
                  </a:cubicBezTo>
                  <a:cubicBezTo>
                    <a:pt x="1302" y="481"/>
                    <a:pt x="1299" y="465"/>
                    <a:pt x="1295" y="448"/>
                  </a:cubicBezTo>
                  <a:cubicBezTo>
                    <a:pt x="1292" y="430"/>
                    <a:pt x="1287" y="413"/>
                    <a:pt x="1282" y="396"/>
                  </a:cubicBezTo>
                  <a:cubicBezTo>
                    <a:pt x="1278" y="379"/>
                    <a:pt x="1272" y="362"/>
                    <a:pt x="1268" y="345"/>
                  </a:cubicBezTo>
                  <a:cubicBezTo>
                    <a:pt x="1264" y="330"/>
                    <a:pt x="1259" y="315"/>
                    <a:pt x="1256" y="300"/>
                  </a:cubicBezTo>
                  <a:cubicBezTo>
                    <a:pt x="1252" y="285"/>
                    <a:pt x="1248" y="271"/>
                    <a:pt x="1245" y="256"/>
                  </a:cubicBezTo>
                  <a:cubicBezTo>
                    <a:pt x="1241" y="242"/>
                    <a:pt x="1239" y="227"/>
                    <a:pt x="1236" y="213"/>
                  </a:cubicBezTo>
                  <a:cubicBezTo>
                    <a:pt x="1235" y="205"/>
                    <a:pt x="1233" y="197"/>
                    <a:pt x="1232" y="190"/>
                  </a:cubicBezTo>
                  <a:cubicBezTo>
                    <a:pt x="1230" y="182"/>
                    <a:pt x="1227" y="175"/>
                    <a:pt x="1225" y="167"/>
                  </a:cubicBezTo>
                  <a:cubicBezTo>
                    <a:pt x="1225" y="168"/>
                    <a:pt x="1226" y="169"/>
                    <a:pt x="1226" y="169"/>
                  </a:cubicBezTo>
                  <a:cubicBezTo>
                    <a:pt x="1216" y="138"/>
                    <a:pt x="1205" y="108"/>
                    <a:pt x="1191" y="77"/>
                  </a:cubicBezTo>
                  <a:cubicBezTo>
                    <a:pt x="1188" y="72"/>
                    <a:pt x="1185" y="66"/>
                    <a:pt x="1183" y="61"/>
                  </a:cubicBezTo>
                  <a:cubicBezTo>
                    <a:pt x="1181" y="58"/>
                    <a:pt x="1179" y="56"/>
                    <a:pt x="1177" y="54"/>
                  </a:cubicBezTo>
                  <a:cubicBezTo>
                    <a:pt x="1176" y="52"/>
                    <a:pt x="1174" y="51"/>
                    <a:pt x="1172" y="49"/>
                  </a:cubicBezTo>
                  <a:cubicBezTo>
                    <a:pt x="1170" y="47"/>
                    <a:pt x="1168" y="45"/>
                    <a:pt x="1166" y="44"/>
                  </a:cubicBezTo>
                  <a:cubicBezTo>
                    <a:pt x="1165" y="42"/>
                    <a:pt x="1163" y="42"/>
                    <a:pt x="1162" y="41"/>
                  </a:cubicBezTo>
                  <a:cubicBezTo>
                    <a:pt x="1160" y="40"/>
                    <a:pt x="1158" y="39"/>
                    <a:pt x="1156" y="38"/>
                  </a:cubicBezTo>
                  <a:cubicBezTo>
                    <a:pt x="1155" y="38"/>
                    <a:pt x="1153" y="37"/>
                    <a:pt x="1152" y="37"/>
                  </a:cubicBezTo>
                  <a:cubicBezTo>
                    <a:pt x="1151" y="37"/>
                    <a:pt x="1149" y="37"/>
                    <a:pt x="1148" y="36"/>
                  </a:cubicBezTo>
                  <a:cubicBezTo>
                    <a:pt x="1147" y="36"/>
                    <a:pt x="1146" y="36"/>
                    <a:pt x="1145" y="36"/>
                  </a:cubicBezTo>
                  <a:cubicBezTo>
                    <a:pt x="1143" y="36"/>
                    <a:pt x="1140" y="37"/>
                    <a:pt x="1138" y="37"/>
                  </a:cubicBezTo>
                  <a:cubicBezTo>
                    <a:pt x="1135" y="38"/>
                    <a:pt x="1132" y="38"/>
                    <a:pt x="1130" y="39"/>
                  </a:cubicBezTo>
                  <a:cubicBezTo>
                    <a:pt x="1125" y="41"/>
                    <a:pt x="1120" y="42"/>
                    <a:pt x="1114" y="45"/>
                  </a:cubicBezTo>
                  <a:cubicBezTo>
                    <a:pt x="1108" y="48"/>
                    <a:pt x="1102" y="51"/>
                    <a:pt x="1096" y="55"/>
                  </a:cubicBezTo>
                  <a:cubicBezTo>
                    <a:pt x="1090" y="59"/>
                    <a:pt x="1085" y="62"/>
                    <a:pt x="1079" y="66"/>
                  </a:cubicBezTo>
                  <a:cubicBezTo>
                    <a:pt x="1075" y="70"/>
                    <a:pt x="1072" y="73"/>
                    <a:pt x="1068" y="76"/>
                  </a:cubicBezTo>
                  <a:cubicBezTo>
                    <a:pt x="1065" y="80"/>
                    <a:pt x="1063" y="83"/>
                    <a:pt x="1060" y="86"/>
                  </a:cubicBezTo>
                  <a:cubicBezTo>
                    <a:pt x="1055" y="94"/>
                    <a:pt x="1050" y="102"/>
                    <a:pt x="1045" y="111"/>
                  </a:cubicBezTo>
                  <a:cubicBezTo>
                    <a:pt x="1037" y="125"/>
                    <a:pt x="1031" y="140"/>
                    <a:pt x="1024" y="156"/>
                  </a:cubicBezTo>
                  <a:cubicBezTo>
                    <a:pt x="1017" y="171"/>
                    <a:pt x="1010" y="186"/>
                    <a:pt x="1004" y="202"/>
                  </a:cubicBezTo>
                  <a:cubicBezTo>
                    <a:pt x="998" y="218"/>
                    <a:pt x="992" y="235"/>
                    <a:pt x="986" y="251"/>
                  </a:cubicBezTo>
                  <a:cubicBezTo>
                    <a:pt x="980" y="268"/>
                    <a:pt x="975" y="285"/>
                    <a:pt x="969" y="302"/>
                  </a:cubicBezTo>
                  <a:cubicBezTo>
                    <a:pt x="963" y="319"/>
                    <a:pt x="958" y="336"/>
                    <a:pt x="952" y="352"/>
                  </a:cubicBezTo>
                  <a:cubicBezTo>
                    <a:pt x="946" y="370"/>
                    <a:pt x="941" y="387"/>
                    <a:pt x="935" y="405"/>
                  </a:cubicBezTo>
                  <a:cubicBezTo>
                    <a:pt x="930" y="422"/>
                    <a:pt x="924" y="439"/>
                    <a:pt x="919" y="456"/>
                  </a:cubicBezTo>
                  <a:cubicBezTo>
                    <a:pt x="913" y="474"/>
                    <a:pt x="908" y="492"/>
                    <a:pt x="903" y="510"/>
                  </a:cubicBezTo>
                  <a:cubicBezTo>
                    <a:pt x="898" y="527"/>
                    <a:pt x="894" y="545"/>
                    <a:pt x="889" y="562"/>
                  </a:cubicBezTo>
                  <a:cubicBezTo>
                    <a:pt x="884" y="580"/>
                    <a:pt x="878" y="597"/>
                    <a:pt x="873" y="615"/>
                  </a:cubicBezTo>
                  <a:cubicBezTo>
                    <a:pt x="863" y="647"/>
                    <a:pt x="854" y="680"/>
                    <a:pt x="845" y="714"/>
                  </a:cubicBezTo>
                  <a:cubicBezTo>
                    <a:pt x="836" y="746"/>
                    <a:pt x="827" y="779"/>
                    <a:pt x="819" y="812"/>
                  </a:cubicBezTo>
                  <a:lnTo>
                    <a:pt x="819" y="811"/>
                  </a:lnTo>
                  <a:cubicBezTo>
                    <a:pt x="803" y="880"/>
                    <a:pt x="793" y="949"/>
                    <a:pt x="781" y="1018"/>
                  </a:cubicBezTo>
                  <a:cubicBezTo>
                    <a:pt x="775" y="1053"/>
                    <a:pt x="769" y="1087"/>
                    <a:pt x="764" y="1121"/>
                  </a:cubicBezTo>
                  <a:cubicBezTo>
                    <a:pt x="757" y="1156"/>
                    <a:pt x="751" y="1190"/>
                    <a:pt x="744" y="1225"/>
                  </a:cubicBezTo>
                  <a:cubicBezTo>
                    <a:pt x="743" y="1231"/>
                    <a:pt x="741" y="1237"/>
                    <a:pt x="740" y="1244"/>
                  </a:cubicBezTo>
                  <a:cubicBezTo>
                    <a:pt x="740" y="1245"/>
                    <a:pt x="739" y="1246"/>
                    <a:pt x="739" y="1246"/>
                  </a:cubicBezTo>
                  <a:lnTo>
                    <a:pt x="739" y="1247"/>
                  </a:lnTo>
                  <a:cubicBezTo>
                    <a:pt x="739" y="1249"/>
                    <a:pt x="738" y="1251"/>
                    <a:pt x="737" y="1253"/>
                  </a:cubicBezTo>
                  <a:cubicBezTo>
                    <a:pt x="737" y="1254"/>
                    <a:pt x="737" y="1256"/>
                    <a:pt x="736" y="1257"/>
                  </a:cubicBezTo>
                  <a:cubicBezTo>
                    <a:pt x="736" y="1259"/>
                    <a:pt x="736" y="1261"/>
                    <a:pt x="736" y="1262"/>
                  </a:cubicBezTo>
                  <a:cubicBezTo>
                    <a:pt x="736" y="1261"/>
                    <a:pt x="736" y="1261"/>
                    <a:pt x="736" y="1260"/>
                  </a:cubicBezTo>
                  <a:cubicBezTo>
                    <a:pt x="732" y="1276"/>
                    <a:pt x="728" y="1293"/>
                    <a:pt x="725" y="1309"/>
                  </a:cubicBezTo>
                  <a:cubicBezTo>
                    <a:pt x="720" y="1328"/>
                    <a:pt x="715" y="1346"/>
                    <a:pt x="711" y="1365"/>
                  </a:cubicBezTo>
                  <a:cubicBezTo>
                    <a:pt x="707" y="1382"/>
                    <a:pt x="701" y="1398"/>
                    <a:pt x="695" y="1414"/>
                  </a:cubicBezTo>
                  <a:cubicBezTo>
                    <a:pt x="689" y="1431"/>
                    <a:pt x="681" y="1448"/>
                    <a:pt x="674" y="1465"/>
                  </a:cubicBezTo>
                  <a:cubicBezTo>
                    <a:pt x="667" y="1480"/>
                    <a:pt x="661" y="1497"/>
                    <a:pt x="653" y="1512"/>
                  </a:cubicBezTo>
                  <a:cubicBezTo>
                    <a:pt x="645" y="1528"/>
                    <a:pt x="637" y="1544"/>
                    <a:pt x="627" y="1558"/>
                  </a:cubicBezTo>
                  <a:cubicBezTo>
                    <a:pt x="623" y="1565"/>
                    <a:pt x="617" y="1572"/>
                    <a:pt x="612" y="1578"/>
                  </a:cubicBezTo>
                  <a:cubicBezTo>
                    <a:pt x="606" y="1585"/>
                    <a:pt x="601" y="1592"/>
                    <a:pt x="594" y="1598"/>
                  </a:cubicBezTo>
                  <a:cubicBezTo>
                    <a:pt x="587" y="1604"/>
                    <a:pt x="580" y="1610"/>
                    <a:pt x="572" y="1614"/>
                  </a:cubicBezTo>
                  <a:cubicBezTo>
                    <a:pt x="564" y="1618"/>
                    <a:pt x="556" y="1621"/>
                    <a:pt x="548" y="1621"/>
                  </a:cubicBezTo>
                  <a:cubicBezTo>
                    <a:pt x="545" y="1621"/>
                    <a:pt x="542" y="1620"/>
                    <a:pt x="540" y="162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722" name="Google Shape;3722;p42"/>
          <p:cNvGrpSpPr/>
          <p:nvPr/>
        </p:nvGrpSpPr>
        <p:grpSpPr>
          <a:xfrm>
            <a:off x="-1464700" y="2120968"/>
            <a:ext cx="2657974" cy="1278647"/>
            <a:chOff x="3368880" y="572760"/>
            <a:chExt cx="1235520" cy="594360"/>
          </a:xfrm>
        </p:grpSpPr>
        <p:sp>
          <p:nvSpPr>
            <p:cNvPr id="3723" name="Google Shape;3723;p42"/>
            <p:cNvSpPr/>
            <p:nvPr/>
          </p:nvSpPr>
          <p:spPr>
            <a:xfrm>
              <a:off x="3565800" y="572760"/>
              <a:ext cx="13680" cy="594360"/>
            </a:xfrm>
            <a:custGeom>
              <a:avLst/>
              <a:gdLst/>
              <a:ahLst/>
              <a:cxnLst/>
              <a:rect l="l" t="t" r="r" b="b"/>
              <a:pathLst>
                <a:path w="38" h="1651" extrusionOk="0">
                  <a:moveTo>
                    <a:pt x="0" y="1638"/>
                  </a:moveTo>
                  <a:cubicBezTo>
                    <a:pt x="0" y="1621"/>
                    <a:pt x="0" y="1604"/>
                    <a:pt x="0" y="1587"/>
                  </a:cubicBezTo>
                  <a:cubicBezTo>
                    <a:pt x="1" y="1570"/>
                    <a:pt x="1" y="1553"/>
                    <a:pt x="2" y="1536"/>
                  </a:cubicBezTo>
                  <a:cubicBezTo>
                    <a:pt x="2" y="1500"/>
                    <a:pt x="2" y="1465"/>
                    <a:pt x="3" y="1429"/>
                  </a:cubicBezTo>
                  <a:cubicBezTo>
                    <a:pt x="3" y="1359"/>
                    <a:pt x="4" y="1290"/>
                    <a:pt x="4" y="1220"/>
                  </a:cubicBezTo>
                  <a:cubicBezTo>
                    <a:pt x="5" y="1149"/>
                    <a:pt x="6" y="1078"/>
                    <a:pt x="6" y="1006"/>
                  </a:cubicBezTo>
                  <a:cubicBezTo>
                    <a:pt x="7" y="935"/>
                    <a:pt x="8" y="864"/>
                    <a:pt x="9" y="793"/>
                  </a:cubicBezTo>
                  <a:cubicBezTo>
                    <a:pt x="9" y="722"/>
                    <a:pt x="10" y="651"/>
                    <a:pt x="10" y="580"/>
                  </a:cubicBezTo>
                  <a:cubicBezTo>
                    <a:pt x="11" y="509"/>
                    <a:pt x="11" y="438"/>
                    <a:pt x="12" y="367"/>
                  </a:cubicBezTo>
                  <a:cubicBezTo>
                    <a:pt x="13" y="297"/>
                    <a:pt x="13" y="227"/>
                    <a:pt x="14" y="157"/>
                  </a:cubicBezTo>
                  <a:cubicBezTo>
                    <a:pt x="14" y="132"/>
                    <a:pt x="14" y="106"/>
                    <a:pt x="14" y="80"/>
                  </a:cubicBezTo>
                  <a:cubicBezTo>
                    <a:pt x="14" y="81"/>
                    <a:pt x="14" y="81"/>
                    <a:pt x="14" y="82"/>
                  </a:cubicBezTo>
                  <a:cubicBezTo>
                    <a:pt x="14" y="76"/>
                    <a:pt x="14" y="70"/>
                    <a:pt x="14" y="65"/>
                  </a:cubicBezTo>
                  <a:lnTo>
                    <a:pt x="14" y="66"/>
                  </a:lnTo>
                  <a:cubicBezTo>
                    <a:pt x="14" y="65"/>
                    <a:pt x="14" y="65"/>
                    <a:pt x="14" y="63"/>
                  </a:cubicBezTo>
                  <a:cubicBezTo>
                    <a:pt x="14" y="64"/>
                    <a:pt x="14" y="65"/>
                    <a:pt x="14" y="65"/>
                  </a:cubicBezTo>
                  <a:cubicBezTo>
                    <a:pt x="14" y="59"/>
                    <a:pt x="14" y="53"/>
                    <a:pt x="14" y="48"/>
                  </a:cubicBezTo>
                  <a:lnTo>
                    <a:pt x="14" y="49"/>
                  </a:lnTo>
                  <a:cubicBezTo>
                    <a:pt x="14" y="42"/>
                    <a:pt x="14" y="34"/>
                    <a:pt x="14" y="27"/>
                  </a:cubicBezTo>
                  <a:cubicBezTo>
                    <a:pt x="14" y="21"/>
                    <a:pt x="14" y="16"/>
                    <a:pt x="14" y="10"/>
                  </a:cubicBezTo>
                  <a:cubicBezTo>
                    <a:pt x="14" y="11"/>
                    <a:pt x="14" y="12"/>
                    <a:pt x="14" y="12"/>
                  </a:cubicBezTo>
                  <a:cubicBezTo>
                    <a:pt x="14" y="9"/>
                    <a:pt x="16" y="6"/>
                    <a:pt x="17" y="4"/>
                  </a:cubicBezTo>
                  <a:cubicBezTo>
                    <a:pt x="19" y="2"/>
                    <a:pt x="22" y="0"/>
                    <a:pt x="25" y="0"/>
                  </a:cubicBezTo>
                  <a:cubicBezTo>
                    <a:pt x="31" y="0"/>
                    <a:pt x="37" y="5"/>
                    <a:pt x="37" y="10"/>
                  </a:cubicBezTo>
                  <a:cubicBezTo>
                    <a:pt x="37" y="17"/>
                    <a:pt x="36" y="24"/>
                    <a:pt x="36" y="31"/>
                  </a:cubicBezTo>
                  <a:cubicBezTo>
                    <a:pt x="36" y="40"/>
                    <a:pt x="36" y="48"/>
                    <a:pt x="35" y="56"/>
                  </a:cubicBezTo>
                  <a:cubicBezTo>
                    <a:pt x="35" y="74"/>
                    <a:pt x="35" y="91"/>
                    <a:pt x="35" y="109"/>
                  </a:cubicBezTo>
                  <a:cubicBezTo>
                    <a:pt x="35" y="144"/>
                    <a:pt x="34" y="179"/>
                    <a:pt x="34" y="214"/>
                  </a:cubicBezTo>
                  <a:cubicBezTo>
                    <a:pt x="34" y="249"/>
                    <a:pt x="33" y="284"/>
                    <a:pt x="33" y="320"/>
                  </a:cubicBezTo>
                  <a:cubicBezTo>
                    <a:pt x="33" y="354"/>
                    <a:pt x="32" y="389"/>
                    <a:pt x="32" y="423"/>
                  </a:cubicBezTo>
                  <a:cubicBezTo>
                    <a:pt x="32" y="493"/>
                    <a:pt x="31" y="563"/>
                    <a:pt x="30" y="633"/>
                  </a:cubicBezTo>
                  <a:cubicBezTo>
                    <a:pt x="30" y="705"/>
                    <a:pt x="29" y="778"/>
                    <a:pt x="28" y="850"/>
                  </a:cubicBezTo>
                  <a:cubicBezTo>
                    <a:pt x="28" y="920"/>
                    <a:pt x="27" y="992"/>
                    <a:pt x="27" y="1062"/>
                  </a:cubicBezTo>
                  <a:cubicBezTo>
                    <a:pt x="26" y="1133"/>
                    <a:pt x="25" y="1204"/>
                    <a:pt x="25" y="1274"/>
                  </a:cubicBezTo>
                  <a:cubicBezTo>
                    <a:pt x="24" y="1344"/>
                    <a:pt x="24" y="1414"/>
                    <a:pt x="23" y="1483"/>
                  </a:cubicBezTo>
                  <a:cubicBezTo>
                    <a:pt x="23" y="1507"/>
                    <a:pt x="23" y="1530"/>
                    <a:pt x="23" y="1554"/>
                  </a:cubicBezTo>
                  <a:lnTo>
                    <a:pt x="23" y="1553"/>
                  </a:lnTo>
                  <a:cubicBezTo>
                    <a:pt x="23" y="1556"/>
                    <a:pt x="23" y="1560"/>
                    <a:pt x="23" y="1563"/>
                  </a:cubicBezTo>
                  <a:cubicBezTo>
                    <a:pt x="23" y="1562"/>
                    <a:pt x="23" y="1562"/>
                    <a:pt x="23" y="1561"/>
                  </a:cubicBezTo>
                  <a:cubicBezTo>
                    <a:pt x="23" y="1578"/>
                    <a:pt x="23" y="1593"/>
                    <a:pt x="23" y="1609"/>
                  </a:cubicBezTo>
                  <a:lnTo>
                    <a:pt x="23" y="1608"/>
                  </a:lnTo>
                  <a:cubicBezTo>
                    <a:pt x="23" y="1615"/>
                    <a:pt x="23" y="1623"/>
                    <a:pt x="23" y="1631"/>
                  </a:cubicBezTo>
                  <a:cubicBezTo>
                    <a:pt x="23" y="1633"/>
                    <a:pt x="23" y="1635"/>
                    <a:pt x="23" y="1638"/>
                  </a:cubicBezTo>
                  <a:cubicBezTo>
                    <a:pt x="23" y="1644"/>
                    <a:pt x="18" y="1649"/>
                    <a:pt x="12" y="1650"/>
                  </a:cubicBezTo>
                  <a:cubicBezTo>
                    <a:pt x="11" y="1650"/>
                    <a:pt x="11" y="1650"/>
                    <a:pt x="11" y="1650"/>
                  </a:cubicBezTo>
                  <a:cubicBezTo>
                    <a:pt x="4" y="1650"/>
                    <a:pt x="0" y="1644"/>
                    <a:pt x="0" y="163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" name="Google Shape;3724;p42"/>
            <p:cNvSpPr/>
            <p:nvPr/>
          </p:nvSpPr>
          <p:spPr>
            <a:xfrm>
              <a:off x="3555720" y="574560"/>
              <a:ext cx="53280" cy="73800"/>
            </a:xfrm>
            <a:custGeom>
              <a:avLst/>
              <a:gdLst/>
              <a:ahLst/>
              <a:cxnLst/>
              <a:rect l="l" t="t" r="r" b="b"/>
              <a:pathLst>
                <a:path w="148" h="205" extrusionOk="0">
                  <a:moveTo>
                    <a:pt x="125" y="196"/>
                  </a:moveTo>
                  <a:cubicBezTo>
                    <a:pt x="120" y="181"/>
                    <a:pt x="115" y="165"/>
                    <a:pt x="109" y="149"/>
                  </a:cubicBezTo>
                  <a:cubicBezTo>
                    <a:pt x="106" y="145"/>
                    <a:pt x="105" y="140"/>
                    <a:pt x="103" y="135"/>
                  </a:cubicBezTo>
                  <a:cubicBezTo>
                    <a:pt x="98" y="124"/>
                    <a:pt x="93" y="114"/>
                    <a:pt x="88" y="103"/>
                  </a:cubicBezTo>
                  <a:cubicBezTo>
                    <a:pt x="86" y="98"/>
                    <a:pt x="83" y="93"/>
                    <a:pt x="80" y="88"/>
                  </a:cubicBezTo>
                  <a:cubicBezTo>
                    <a:pt x="77" y="82"/>
                    <a:pt x="74" y="78"/>
                    <a:pt x="72" y="72"/>
                  </a:cubicBezTo>
                  <a:cubicBezTo>
                    <a:pt x="72" y="73"/>
                    <a:pt x="72" y="74"/>
                    <a:pt x="72" y="74"/>
                  </a:cubicBezTo>
                  <a:cubicBezTo>
                    <a:pt x="66" y="64"/>
                    <a:pt x="60" y="54"/>
                    <a:pt x="53" y="44"/>
                  </a:cubicBezTo>
                  <a:cubicBezTo>
                    <a:pt x="49" y="65"/>
                    <a:pt x="45" y="86"/>
                    <a:pt x="40" y="106"/>
                  </a:cubicBezTo>
                  <a:cubicBezTo>
                    <a:pt x="35" y="129"/>
                    <a:pt x="31" y="152"/>
                    <a:pt x="26" y="175"/>
                  </a:cubicBezTo>
                  <a:cubicBezTo>
                    <a:pt x="25" y="181"/>
                    <a:pt x="24" y="187"/>
                    <a:pt x="22" y="192"/>
                  </a:cubicBezTo>
                  <a:cubicBezTo>
                    <a:pt x="21" y="198"/>
                    <a:pt x="16" y="201"/>
                    <a:pt x="11" y="201"/>
                  </a:cubicBezTo>
                  <a:cubicBezTo>
                    <a:pt x="6" y="201"/>
                    <a:pt x="0" y="195"/>
                    <a:pt x="1" y="189"/>
                  </a:cubicBezTo>
                  <a:cubicBezTo>
                    <a:pt x="2" y="183"/>
                    <a:pt x="3" y="177"/>
                    <a:pt x="5" y="170"/>
                  </a:cubicBezTo>
                  <a:cubicBezTo>
                    <a:pt x="6" y="164"/>
                    <a:pt x="7" y="159"/>
                    <a:pt x="7" y="153"/>
                  </a:cubicBezTo>
                  <a:cubicBezTo>
                    <a:pt x="10" y="142"/>
                    <a:pt x="12" y="132"/>
                    <a:pt x="13" y="121"/>
                  </a:cubicBezTo>
                  <a:cubicBezTo>
                    <a:pt x="17" y="97"/>
                    <a:pt x="20" y="74"/>
                    <a:pt x="24" y="50"/>
                  </a:cubicBezTo>
                  <a:cubicBezTo>
                    <a:pt x="25" y="44"/>
                    <a:pt x="25" y="37"/>
                    <a:pt x="27" y="31"/>
                  </a:cubicBezTo>
                  <a:cubicBezTo>
                    <a:pt x="28" y="24"/>
                    <a:pt x="30" y="16"/>
                    <a:pt x="31" y="9"/>
                  </a:cubicBezTo>
                  <a:cubicBezTo>
                    <a:pt x="31" y="9"/>
                    <a:pt x="31" y="10"/>
                    <a:pt x="31" y="11"/>
                  </a:cubicBezTo>
                  <a:lnTo>
                    <a:pt x="31" y="12"/>
                  </a:lnTo>
                  <a:cubicBezTo>
                    <a:pt x="31" y="8"/>
                    <a:pt x="31" y="5"/>
                    <a:pt x="34" y="2"/>
                  </a:cubicBezTo>
                  <a:cubicBezTo>
                    <a:pt x="37" y="0"/>
                    <a:pt x="41" y="0"/>
                    <a:pt x="44" y="0"/>
                  </a:cubicBezTo>
                  <a:cubicBezTo>
                    <a:pt x="47" y="1"/>
                    <a:pt x="50" y="3"/>
                    <a:pt x="52" y="6"/>
                  </a:cubicBezTo>
                  <a:cubicBezTo>
                    <a:pt x="53" y="9"/>
                    <a:pt x="53" y="13"/>
                    <a:pt x="51" y="16"/>
                  </a:cubicBezTo>
                  <a:cubicBezTo>
                    <a:pt x="52" y="16"/>
                    <a:pt x="52" y="15"/>
                    <a:pt x="52" y="15"/>
                  </a:cubicBezTo>
                  <a:lnTo>
                    <a:pt x="52" y="14"/>
                  </a:lnTo>
                  <a:cubicBezTo>
                    <a:pt x="52" y="15"/>
                    <a:pt x="52" y="15"/>
                    <a:pt x="52" y="16"/>
                  </a:cubicBezTo>
                  <a:cubicBezTo>
                    <a:pt x="52" y="16"/>
                    <a:pt x="53" y="16"/>
                    <a:pt x="54" y="17"/>
                  </a:cubicBezTo>
                  <a:cubicBezTo>
                    <a:pt x="58" y="18"/>
                    <a:pt x="61" y="20"/>
                    <a:pt x="63" y="23"/>
                  </a:cubicBezTo>
                  <a:cubicBezTo>
                    <a:pt x="69" y="28"/>
                    <a:pt x="73" y="33"/>
                    <a:pt x="76" y="39"/>
                  </a:cubicBezTo>
                  <a:cubicBezTo>
                    <a:pt x="78" y="42"/>
                    <a:pt x="80" y="45"/>
                    <a:pt x="81" y="48"/>
                  </a:cubicBezTo>
                  <a:cubicBezTo>
                    <a:pt x="84" y="53"/>
                    <a:pt x="87" y="57"/>
                    <a:pt x="90" y="62"/>
                  </a:cubicBezTo>
                  <a:cubicBezTo>
                    <a:pt x="102" y="82"/>
                    <a:pt x="112" y="104"/>
                    <a:pt x="122" y="125"/>
                  </a:cubicBezTo>
                  <a:cubicBezTo>
                    <a:pt x="122" y="126"/>
                    <a:pt x="122" y="126"/>
                    <a:pt x="122" y="127"/>
                  </a:cubicBezTo>
                  <a:lnTo>
                    <a:pt x="122" y="126"/>
                  </a:lnTo>
                  <a:cubicBezTo>
                    <a:pt x="124" y="131"/>
                    <a:pt x="126" y="136"/>
                    <a:pt x="129" y="142"/>
                  </a:cubicBezTo>
                  <a:cubicBezTo>
                    <a:pt x="132" y="149"/>
                    <a:pt x="134" y="157"/>
                    <a:pt x="137" y="164"/>
                  </a:cubicBezTo>
                  <a:cubicBezTo>
                    <a:pt x="140" y="173"/>
                    <a:pt x="143" y="181"/>
                    <a:pt x="146" y="189"/>
                  </a:cubicBezTo>
                  <a:cubicBezTo>
                    <a:pt x="147" y="195"/>
                    <a:pt x="144" y="202"/>
                    <a:pt x="139" y="203"/>
                  </a:cubicBezTo>
                  <a:cubicBezTo>
                    <a:pt x="137" y="204"/>
                    <a:pt x="137" y="204"/>
                    <a:pt x="136" y="204"/>
                  </a:cubicBezTo>
                  <a:cubicBezTo>
                    <a:pt x="131" y="204"/>
                    <a:pt x="126" y="201"/>
                    <a:pt x="125" y="19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" name="Google Shape;3725;p42"/>
            <p:cNvSpPr/>
            <p:nvPr/>
          </p:nvSpPr>
          <p:spPr>
            <a:xfrm>
              <a:off x="3502440" y="582120"/>
              <a:ext cx="44280" cy="132840"/>
            </a:xfrm>
            <a:custGeom>
              <a:avLst/>
              <a:gdLst/>
              <a:ahLst/>
              <a:cxnLst/>
              <a:rect l="l" t="t" r="r" b="b"/>
              <a:pathLst>
                <a:path w="123" h="369" extrusionOk="0">
                  <a:moveTo>
                    <a:pt x="99" y="346"/>
                  </a:moveTo>
                  <a:cubicBezTo>
                    <a:pt x="99" y="346"/>
                    <a:pt x="99" y="344"/>
                    <a:pt x="100" y="343"/>
                  </a:cubicBezTo>
                  <a:cubicBezTo>
                    <a:pt x="100" y="336"/>
                    <a:pt x="101" y="328"/>
                    <a:pt x="101" y="320"/>
                  </a:cubicBezTo>
                  <a:cubicBezTo>
                    <a:pt x="101" y="321"/>
                    <a:pt x="101" y="321"/>
                    <a:pt x="101" y="322"/>
                  </a:cubicBezTo>
                  <a:cubicBezTo>
                    <a:pt x="101" y="317"/>
                    <a:pt x="101" y="313"/>
                    <a:pt x="101" y="308"/>
                  </a:cubicBezTo>
                  <a:lnTo>
                    <a:pt x="101" y="309"/>
                  </a:lnTo>
                  <a:cubicBezTo>
                    <a:pt x="101" y="308"/>
                    <a:pt x="101" y="308"/>
                    <a:pt x="101" y="308"/>
                  </a:cubicBezTo>
                  <a:cubicBezTo>
                    <a:pt x="101" y="286"/>
                    <a:pt x="100" y="265"/>
                    <a:pt x="99" y="243"/>
                  </a:cubicBezTo>
                  <a:cubicBezTo>
                    <a:pt x="98" y="221"/>
                    <a:pt x="96" y="199"/>
                    <a:pt x="95" y="177"/>
                  </a:cubicBezTo>
                  <a:cubicBezTo>
                    <a:pt x="94" y="161"/>
                    <a:pt x="93" y="145"/>
                    <a:pt x="92" y="129"/>
                  </a:cubicBezTo>
                  <a:cubicBezTo>
                    <a:pt x="92" y="123"/>
                    <a:pt x="92" y="117"/>
                    <a:pt x="91" y="111"/>
                  </a:cubicBezTo>
                  <a:cubicBezTo>
                    <a:pt x="91" y="106"/>
                    <a:pt x="91" y="100"/>
                    <a:pt x="91" y="94"/>
                  </a:cubicBezTo>
                  <a:cubicBezTo>
                    <a:pt x="91" y="95"/>
                    <a:pt x="91" y="96"/>
                    <a:pt x="90" y="97"/>
                  </a:cubicBezTo>
                  <a:cubicBezTo>
                    <a:pt x="87" y="107"/>
                    <a:pt x="83" y="116"/>
                    <a:pt x="79" y="125"/>
                  </a:cubicBezTo>
                  <a:cubicBezTo>
                    <a:pt x="75" y="135"/>
                    <a:pt x="69" y="145"/>
                    <a:pt x="60" y="152"/>
                  </a:cubicBezTo>
                  <a:cubicBezTo>
                    <a:pt x="65" y="153"/>
                    <a:pt x="69" y="157"/>
                    <a:pt x="68" y="162"/>
                  </a:cubicBezTo>
                  <a:cubicBezTo>
                    <a:pt x="66" y="176"/>
                    <a:pt x="65" y="191"/>
                    <a:pt x="65" y="205"/>
                  </a:cubicBezTo>
                  <a:cubicBezTo>
                    <a:pt x="64" y="220"/>
                    <a:pt x="62" y="235"/>
                    <a:pt x="62" y="250"/>
                  </a:cubicBezTo>
                  <a:cubicBezTo>
                    <a:pt x="62" y="259"/>
                    <a:pt x="63" y="268"/>
                    <a:pt x="64" y="276"/>
                  </a:cubicBezTo>
                  <a:lnTo>
                    <a:pt x="64" y="277"/>
                  </a:lnTo>
                  <a:cubicBezTo>
                    <a:pt x="65" y="286"/>
                    <a:pt x="66" y="294"/>
                    <a:pt x="69" y="302"/>
                  </a:cubicBezTo>
                  <a:cubicBezTo>
                    <a:pt x="70" y="307"/>
                    <a:pt x="72" y="311"/>
                    <a:pt x="73" y="315"/>
                  </a:cubicBezTo>
                  <a:cubicBezTo>
                    <a:pt x="75" y="319"/>
                    <a:pt x="76" y="322"/>
                    <a:pt x="78" y="325"/>
                  </a:cubicBezTo>
                  <a:cubicBezTo>
                    <a:pt x="80" y="328"/>
                    <a:pt x="81" y="330"/>
                    <a:pt x="83" y="333"/>
                  </a:cubicBezTo>
                  <a:cubicBezTo>
                    <a:pt x="85" y="335"/>
                    <a:pt x="86" y="337"/>
                    <a:pt x="89" y="339"/>
                  </a:cubicBezTo>
                  <a:cubicBezTo>
                    <a:pt x="90" y="340"/>
                    <a:pt x="91" y="342"/>
                    <a:pt x="92" y="343"/>
                  </a:cubicBezTo>
                  <a:cubicBezTo>
                    <a:pt x="93" y="343"/>
                    <a:pt x="94" y="344"/>
                    <a:pt x="95" y="344"/>
                  </a:cubicBezTo>
                  <a:cubicBezTo>
                    <a:pt x="96" y="345"/>
                    <a:pt x="97" y="346"/>
                    <a:pt x="97" y="346"/>
                  </a:cubicBezTo>
                  <a:cubicBezTo>
                    <a:pt x="98" y="346"/>
                    <a:pt x="98" y="346"/>
                    <a:pt x="98" y="346"/>
                  </a:cubicBezTo>
                  <a:lnTo>
                    <a:pt x="99" y="346"/>
                  </a:lnTo>
                  <a:moveTo>
                    <a:pt x="70" y="350"/>
                  </a:moveTo>
                  <a:cubicBezTo>
                    <a:pt x="61" y="340"/>
                    <a:pt x="54" y="326"/>
                    <a:pt x="50" y="312"/>
                  </a:cubicBezTo>
                  <a:cubicBezTo>
                    <a:pt x="48" y="305"/>
                    <a:pt x="47" y="298"/>
                    <a:pt x="45" y="291"/>
                  </a:cubicBezTo>
                  <a:cubicBezTo>
                    <a:pt x="44" y="284"/>
                    <a:pt x="44" y="276"/>
                    <a:pt x="43" y="269"/>
                  </a:cubicBezTo>
                  <a:cubicBezTo>
                    <a:pt x="42" y="257"/>
                    <a:pt x="42" y="245"/>
                    <a:pt x="43" y="233"/>
                  </a:cubicBezTo>
                  <a:cubicBezTo>
                    <a:pt x="45" y="209"/>
                    <a:pt x="47" y="185"/>
                    <a:pt x="50" y="161"/>
                  </a:cubicBezTo>
                  <a:cubicBezTo>
                    <a:pt x="50" y="159"/>
                    <a:pt x="50" y="158"/>
                    <a:pt x="50" y="157"/>
                  </a:cubicBezTo>
                  <a:cubicBezTo>
                    <a:pt x="48" y="157"/>
                    <a:pt x="47" y="158"/>
                    <a:pt x="44" y="158"/>
                  </a:cubicBezTo>
                  <a:cubicBezTo>
                    <a:pt x="42" y="158"/>
                    <a:pt x="38" y="158"/>
                    <a:pt x="36" y="157"/>
                  </a:cubicBezTo>
                  <a:cubicBezTo>
                    <a:pt x="33" y="156"/>
                    <a:pt x="31" y="155"/>
                    <a:pt x="29" y="152"/>
                  </a:cubicBezTo>
                  <a:cubicBezTo>
                    <a:pt x="26" y="150"/>
                    <a:pt x="24" y="147"/>
                    <a:pt x="23" y="143"/>
                  </a:cubicBezTo>
                  <a:cubicBezTo>
                    <a:pt x="20" y="137"/>
                    <a:pt x="17" y="129"/>
                    <a:pt x="15" y="122"/>
                  </a:cubicBezTo>
                  <a:cubicBezTo>
                    <a:pt x="13" y="117"/>
                    <a:pt x="12" y="111"/>
                    <a:pt x="11" y="106"/>
                  </a:cubicBezTo>
                  <a:lnTo>
                    <a:pt x="11" y="105"/>
                  </a:lnTo>
                  <a:lnTo>
                    <a:pt x="11" y="104"/>
                  </a:lnTo>
                  <a:cubicBezTo>
                    <a:pt x="10" y="104"/>
                    <a:pt x="10" y="103"/>
                    <a:pt x="10" y="103"/>
                  </a:cubicBezTo>
                  <a:cubicBezTo>
                    <a:pt x="6" y="89"/>
                    <a:pt x="3" y="74"/>
                    <a:pt x="1" y="60"/>
                  </a:cubicBezTo>
                  <a:cubicBezTo>
                    <a:pt x="1" y="53"/>
                    <a:pt x="0" y="46"/>
                    <a:pt x="1" y="39"/>
                  </a:cubicBezTo>
                  <a:cubicBezTo>
                    <a:pt x="1" y="33"/>
                    <a:pt x="1" y="26"/>
                    <a:pt x="2" y="20"/>
                  </a:cubicBezTo>
                  <a:cubicBezTo>
                    <a:pt x="3" y="18"/>
                    <a:pt x="4" y="15"/>
                    <a:pt x="7" y="13"/>
                  </a:cubicBezTo>
                  <a:cubicBezTo>
                    <a:pt x="10" y="11"/>
                    <a:pt x="13" y="11"/>
                    <a:pt x="17" y="12"/>
                  </a:cubicBezTo>
                  <a:cubicBezTo>
                    <a:pt x="22" y="14"/>
                    <a:pt x="25" y="19"/>
                    <a:pt x="24" y="25"/>
                  </a:cubicBezTo>
                  <a:cubicBezTo>
                    <a:pt x="24" y="25"/>
                    <a:pt x="23" y="26"/>
                    <a:pt x="23" y="27"/>
                  </a:cubicBezTo>
                  <a:cubicBezTo>
                    <a:pt x="23" y="28"/>
                    <a:pt x="23" y="29"/>
                    <a:pt x="22" y="30"/>
                  </a:cubicBezTo>
                  <a:cubicBezTo>
                    <a:pt x="22" y="36"/>
                    <a:pt x="22" y="42"/>
                    <a:pt x="22" y="48"/>
                  </a:cubicBezTo>
                  <a:cubicBezTo>
                    <a:pt x="22" y="53"/>
                    <a:pt x="22" y="58"/>
                    <a:pt x="23" y="63"/>
                  </a:cubicBezTo>
                  <a:cubicBezTo>
                    <a:pt x="23" y="68"/>
                    <a:pt x="24" y="73"/>
                    <a:pt x="25" y="78"/>
                  </a:cubicBezTo>
                  <a:cubicBezTo>
                    <a:pt x="26" y="83"/>
                    <a:pt x="27" y="89"/>
                    <a:pt x="29" y="94"/>
                  </a:cubicBezTo>
                  <a:cubicBezTo>
                    <a:pt x="32" y="107"/>
                    <a:pt x="36" y="119"/>
                    <a:pt x="41" y="131"/>
                  </a:cubicBezTo>
                  <a:cubicBezTo>
                    <a:pt x="41" y="132"/>
                    <a:pt x="42" y="134"/>
                    <a:pt x="43" y="135"/>
                  </a:cubicBezTo>
                  <a:lnTo>
                    <a:pt x="43" y="136"/>
                  </a:lnTo>
                  <a:lnTo>
                    <a:pt x="44" y="136"/>
                  </a:lnTo>
                  <a:lnTo>
                    <a:pt x="45" y="136"/>
                  </a:lnTo>
                  <a:cubicBezTo>
                    <a:pt x="46" y="136"/>
                    <a:pt x="47" y="136"/>
                    <a:pt x="47" y="136"/>
                  </a:cubicBezTo>
                  <a:cubicBezTo>
                    <a:pt x="47" y="135"/>
                    <a:pt x="47" y="135"/>
                    <a:pt x="47" y="135"/>
                  </a:cubicBezTo>
                  <a:cubicBezTo>
                    <a:pt x="48" y="135"/>
                    <a:pt x="48" y="134"/>
                    <a:pt x="49" y="134"/>
                  </a:cubicBezTo>
                  <a:cubicBezTo>
                    <a:pt x="50" y="132"/>
                    <a:pt x="51" y="131"/>
                    <a:pt x="52" y="130"/>
                  </a:cubicBezTo>
                  <a:cubicBezTo>
                    <a:pt x="54" y="128"/>
                    <a:pt x="55" y="127"/>
                    <a:pt x="56" y="125"/>
                  </a:cubicBezTo>
                  <a:cubicBezTo>
                    <a:pt x="59" y="120"/>
                    <a:pt x="62" y="114"/>
                    <a:pt x="64" y="108"/>
                  </a:cubicBezTo>
                  <a:cubicBezTo>
                    <a:pt x="65" y="108"/>
                    <a:pt x="65" y="107"/>
                    <a:pt x="65" y="107"/>
                  </a:cubicBezTo>
                  <a:lnTo>
                    <a:pt x="65" y="108"/>
                  </a:lnTo>
                  <a:cubicBezTo>
                    <a:pt x="73" y="87"/>
                    <a:pt x="80" y="65"/>
                    <a:pt x="86" y="43"/>
                  </a:cubicBezTo>
                  <a:cubicBezTo>
                    <a:pt x="87" y="38"/>
                    <a:pt x="89" y="32"/>
                    <a:pt x="90" y="27"/>
                  </a:cubicBezTo>
                  <a:cubicBezTo>
                    <a:pt x="92" y="20"/>
                    <a:pt x="93" y="14"/>
                    <a:pt x="96" y="8"/>
                  </a:cubicBezTo>
                  <a:cubicBezTo>
                    <a:pt x="97" y="2"/>
                    <a:pt x="103" y="0"/>
                    <a:pt x="107" y="1"/>
                  </a:cubicBezTo>
                  <a:cubicBezTo>
                    <a:pt x="110" y="1"/>
                    <a:pt x="112" y="3"/>
                    <a:pt x="114" y="5"/>
                  </a:cubicBezTo>
                  <a:cubicBezTo>
                    <a:pt x="115" y="8"/>
                    <a:pt x="116" y="11"/>
                    <a:pt x="115" y="13"/>
                  </a:cubicBezTo>
                  <a:cubicBezTo>
                    <a:pt x="115" y="15"/>
                    <a:pt x="115" y="16"/>
                    <a:pt x="115" y="18"/>
                  </a:cubicBezTo>
                  <a:cubicBezTo>
                    <a:pt x="115" y="18"/>
                    <a:pt x="115" y="17"/>
                    <a:pt x="115" y="16"/>
                  </a:cubicBezTo>
                  <a:cubicBezTo>
                    <a:pt x="113" y="32"/>
                    <a:pt x="112" y="47"/>
                    <a:pt x="111" y="62"/>
                  </a:cubicBezTo>
                  <a:cubicBezTo>
                    <a:pt x="111" y="71"/>
                    <a:pt x="111" y="81"/>
                    <a:pt x="111" y="90"/>
                  </a:cubicBezTo>
                  <a:cubicBezTo>
                    <a:pt x="111" y="96"/>
                    <a:pt x="111" y="101"/>
                    <a:pt x="111" y="107"/>
                  </a:cubicBezTo>
                  <a:cubicBezTo>
                    <a:pt x="111" y="112"/>
                    <a:pt x="111" y="117"/>
                    <a:pt x="112" y="121"/>
                  </a:cubicBezTo>
                  <a:cubicBezTo>
                    <a:pt x="112" y="132"/>
                    <a:pt x="112" y="143"/>
                    <a:pt x="113" y="154"/>
                  </a:cubicBezTo>
                  <a:cubicBezTo>
                    <a:pt x="114" y="177"/>
                    <a:pt x="116" y="200"/>
                    <a:pt x="118" y="223"/>
                  </a:cubicBezTo>
                  <a:cubicBezTo>
                    <a:pt x="119" y="245"/>
                    <a:pt x="120" y="268"/>
                    <a:pt x="121" y="291"/>
                  </a:cubicBezTo>
                  <a:cubicBezTo>
                    <a:pt x="121" y="302"/>
                    <a:pt x="122" y="312"/>
                    <a:pt x="122" y="323"/>
                  </a:cubicBezTo>
                  <a:cubicBezTo>
                    <a:pt x="121" y="330"/>
                    <a:pt x="121" y="336"/>
                    <a:pt x="121" y="342"/>
                  </a:cubicBezTo>
                  <a:cubicBezTo>
                    <a:pt x="121" y="348"/>
                    <a:pt x="120" y="354"/>
                    <a:pt x="117" y="359"/>
                  </a:cubicBezTo>
                  <a:cubicBezTo>
                    <a:pt x="113" y="364"/>
                    <a:pt x="108" y="367"/>
                    <a:pt x="102" y="368"/>
                  </a:cubicBezTo>
                  <a:cubicBezTo>
                    <a:pt x="101" y="368"/>
                    <a:pt x="101" y="368"/>
                    <a:pt x="100" y="368"/>
                  </a:cubicBezTo>
                  <a:cubicBezTo>
                    <a:pt x="88" y="368"/>
                    <a:pt x="78" y="359"/>
                    <a:pt x="70" y="35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" name="Google Shape;3726;p42"/>
            <p:cNvSpPr/>
            <p:nvPr/>
          </p:nvSpPr>
          <p:spPr>
            <a:xfrm>
              <a:off x="3510720" y="736560"/>
              <a:ext cx="24840" cy="80640"/>
            </a:xfrm>
            <a:custGeom>
              <a:avLst/>
              <a:gdLst/>
              <a:ahLst/>
              <a:cxnLst/>
              <a:rect l="l" t="t" r="r" b="b"/>
              <a:pathLst>
                <a:path w="69" h="224" extrusionOk="0">
                  <a:moveTo>
                    <a:pt x="46" y="213"/>
                  </a:moveTo>
                  <a:cubicBezTo>
                    <a:pt x="45" y="188"/>
                    <a:pt x="45" y="163"/>
                    <a:pt x="45" y="138"/>
                  </a:cubicBezTo>
                  <a:cubicBezTo>
                    <a:pt x="45" y="125"/>
                    <a:pt x="45" y="113"/>
                    <a:pt x="45" y="100"/>
                  </a:cubicBezTo>
                  <a:cubicBezTo>
                    <a:pt x="45" y="90"/>
                    <a:pt x="46" y="79"/>
                    <a:pt x="46" y="68"/>
                  </a:cubicBezTo>
                  <a:cubicBezTo>
                    <a:pt x="46" y="67"/>
                    <a:pt x="46" y="66"/>
                    <a:pt x="46" y="65"/>
                  </a:cubicBezTo>
                  <a:cubicBezTo>
                    <a:pt x="45" y="69"/>
                    <a:pt x="43" y="73"/>
                    <a:pt x="42" y="77"/>
                  </a:cubicBezTo>
                  <a:cubicBezTo>
                    <a:pt x="36" y="94"/>
                    <a:pt x="29" y="111"/>
                    <a:pt x="24" y="128"/>
                  </a:cubicBezTo>
                  <a:cubicBezTo>
                    <a:pt x="24" y="130"/>
                    <a:pt x="23" y="133"/>
                    <a:pt x="22" y="136"/>
                  </a:cubicBezTo>
                  <a:cubicBezTo>
                    <a:pt x="21" y="142"/>
                    <a:pt x="15" y="146"/>
                    <a:pt x="10" y="144"/>
                  </a:cubicBezTo>
                  <a:cubicBezTo>
                    <a:pt x="4" y="143"/>
                    <a:pt x="0" y="137"/>
                    <a:pt x="1" y="131"/>
                  </a:cubicBezTo>
                  <a:cubicBezTo>
                    <a:pt x="2" y="127"/>
                    <a:pt x="3" y="122"/>
                    <a:pt x="5" y="118"/>
                  </a:cubicBezTo>
                  <a:cubicBezTo>
                    <a:pt x="7" y="112"/>
                    <a:pt x="8" y="107"/>
                    <a:pt x="10" y="102"/>
                  </a:cubicBezTo>
                  <a:cubicBezTo>
                    <a:pt x="14" y="91"/>
                    <a:pt x="18" y="82"/>
                    <a:pt x="21" y="72"/>
                  </a:cubicBezTo>
                  <a:cubicBezTo>
                    <a:pt x="25" y="62"/>
                    <a:pt x="28" y="54"/>
                    <a:pt x="32" y="44"/>
                  </a:cubicBezTo>
                  <a:cubicBezTo>
                    <a:pt x="34" y="38"/>
                    <a:pt x="35" y="33"/>
                    <a:pt x="38" y="28"/>
                  </a:cubicBezTo>
                  <a:cubicBezTo>
                    <a:pt x="40" y="21"/>
                    <a:pt x="42" y="14"/>
                    <a:pt x="45" y="8"/>
                  </a:cubicBezTo>
                  <a:cubicBezTo>
                    <a:pt x="48" y="2"/>
                    <a:pt x="56" y="0"/>
                    <a:pt x="61" y="3"/>
                  </a:cubicBezTo>
                  <a:cubicBezTo>
                    <a:pt x="62" y="5"/>
                    <a:pt x="63" y="5"/>
                    <a:pt x="64" y="6"/>
                  </a:cubicBezTo>
                  <a:cubicBezTo>
                    <a:pt x="66" y="8"/>
                    <a:pt x="66" y="10"/>
                    <a:pt x="67" y="11"/>
                  </a:cubicBezTo>
                  <a:cubicBezTo>
                    <a:pt x="68" y="15"/>
                    <a:pt x="67" y="19"/>
                    <a:pt x="67" y="22"/>
                  </a:cubicBezTo>
                  <a:cubicBezTo>
                    <a:pt x="68" y="33"/>
                    <a:pt x="67" y="44"/>
                    <a:pt x="67" y="55"/>
                  </a:cubicBezTo>
                  <a:cubicBezTo>
                    <a:pt x="67" y="62"/>
                    <a:pt x="66" y="70"/>
                    <a:pt x="66" y="77"/>
                  </a:cubicBezTo>
                  <a:cubicBezTo>
                    <a:pt x="66" y="90"/>
                    <a:pt x="66" y="104"/>
                    <a:pt x="65" y="117"/>
                  </a:cubicBezTo>
                  <a:lnTo>
                    <a:pt x="65" y="116"/>
                  </a:lnTo>
                  <a:cubicBezTo>
                    <a:pt x="65" y="148"/>
                    <a:pt x="65" y="180"/>
                    <a:pt x="67" y="212"/>
                  </a:cubicBezTo>
                  <a:cubicBezTo>
                    <a:pt x="67" y="218"/>
                    <a:pt x="63" y="223"/>
                    <a:pt x="57" y="223"/>
                  </a:cubicBezTo>
                  <a:lnTo>
                    <a:pt x="56" y="223"/>
                  </a:lnTo>
                  <a:cubicBezTo>
                    <a:pt x="51" y="223"/>
                    <a:pt x="46" y="219"/>
                    <a:pt x="46" y="21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" name="Google Shape;3727;p42"/>
            <p:cNvSpPr/>
            <p:nvPr/>
          </p:nvSpPr>
          <p:spPr>
            <a:xfrm>
              <a:off x="3503880" y="915120"/>
              <a:ext cx="39240" cy="38520"/>
            </a:xfrm>
            <a:custGeom>
              <a:avLst/>
              <a:gdLst/>
              <a:ahLst/>
              <a:cxnLst/>
              <a:rect l="l" t="t" r="r" b="b"/>
              <a:pathLst>
                <a:path w="109" h="107" extrusionOk="0">
                  <a:moveTo>
                    <a:pt x="41" y="85"/>
                  </a:moveTo>
                  <a:cubicBezTo>
                    <a:pt x="42" y="85"/>
                    <a:pt x="43" y="85"/>
                    <a:pt x="43" y="85"/>
                  </a:cubicBezTo>
                  <a:lnTo>
                    <a:pt x="44" y="85"/>
                  </a:lnTo>
                  <a:cubicBezTo>
                    <a:pt x="46" y="84"/>
                    <a:pt x="47" y="84"/>
                    <a:pt x="48" y="84"/>
                  </a:cubicBezTo>
                  <a:cubicBezTo>
                    <a:pt x="50" y="83"/>
                    <a:pt x="51" y="82"/>
                    <a:pt x="53" y="81"/>
                  </a:cubicBezTo>
                  <a:cubicBezTo>
                    <a:pt x="54" y="80"/>
                    <a:pt x="56" y="80"/>
                    <a:pt x="57" y="78"/>
                  </a:cubicBezTo>
                  <a:cubicBezTo>
                    <a:pt x="59" y="77"/>
                    <a:pt x="61" y="75"/>
                    <a:pt x="62" y="74"/>
                  </a:cubicBezTo>
                  <a:lnTo>
                    <a:pt x="62" y="75"/>
                  </a:lnTo>
                  <a:cubicBezTo>
                    <a:pt x="62" y="74"/>
                    <a:pt x="64" y="73"/>
                    <a:pt x="65" y="71"/>
                  </a:cubicBezTo>
                  <a:cubicBezTo>
                    <a:pt x="66" y="70"/>
                    <a:pt x="67" y="68"/>
                    <a:pt x="68" y="66"/>
                  </a:cubicBezTo>
                  <a:cubicBezTo>
                    <a:pt x="68" y="67"/>
                    <a:pt x="68" y="67"/>
                    <a:pt x="68" y="67"/>
                  </a:cubicBezTo>
                  <a:lnTo>
                    <a:pt x="68" y="66"/>
                  </a:lnTo>
                  <a:cubicBezTo>
                    <a:pt x="74" y="56"/>
                    <a:pt x="79" y="46"/>
                    <a:pt x="84" y="35"/>
                  </a:cubicBezTo>
                  <a:cubicBezTo>
                    <a:pt x="85" y="33"/>
                    <a:pt x="86" y="31"/>
                    <a:pt x="86" y="28"/>
                  </a:cubicBezTo>
                  <a:lnTo>
                    <a:pt x="87" y="27"/>
                  </a:lnTo>
                  <a:cubicBezTo>
                    <a:pt x="87" y="26"/>
                    <a:pt x="87" y="25"/>
                    <a:pt x="87" y="25"/>
                  </a:cubicBezTo>
                  <a:cubicBezTo>
                    <a:pt x="87" y="24"/>
                    <a:pt x="87" y="24"/>
                    <a:pt x="87" y="24"/>
                  </a:cubicBezTo>
                  <a:cubicBezTo>
                    <a:pt x="87" y="23"/>
                    <a:pt x="87" y="22"/>
                    <a:pt x="86" y="22"/>
                  </a:cubicBezTo>
                  <a:cubicBezTo>
                    <a:pt x="85" y="22"/>
                    <a:pt x="83" y="22"/>
                    <a:pt x="82" y="23"/>
                  </a:cubicBezTo>
                  <a:cubicBezTo>
                    <a:pt x="81" y="23"/>
                    <a:pt x="79" y="24"/>
                    <a:pt x="78" y="24"/>
                  </a:cubicBezTo>
                  <a:cubicBezTo>
                    <a:pt x="77" y="25"/>
                    <a:pt x="76" y="25"/>
                    <a:pt x="75" y="25"/>
                  </a:cubicBezTo>
                  <a:cubicBezTo>
                    <a:pt x="75" y="26"/>
                    <a:pt x="74" y="27"/>
                    <a:pt x="72" y="27"/>
                  </a:cubicBezTo>
                  <a:cubicBezTo>
                    <a:pt x="71" y="29"/>
                    <a:pt x="69" y="30"/>
                    <a:pt x="68" y="32"/>
                  </a:cubicBezTo>
                  <a:cubicBezTo>
                    <a:pt x="65" y="34"/>
                    <a:pt x="64" y="36"/>
                    <a:pt x="61" y="39"/>
                  </a:cubicBezTo>
                  <a:cubicBezTo>
                    <a:pt x="56" y="46"/>
                    <a:pt x="51" y="53"/>
                    <a:pt x="46" y="61"/>
                  </a:cubicBezTo>
                  <a:cubicBezTo>
                    <a:pt x="43" y="66"/>
                    <a:pt x="40" y="71"/>
                    <a:pt x="37" y="75"/>
                  </a:cubicBezTo>
                  <a:cubicBezTo>
                    <a:pt x="38" y="75"/>
                    <a:pt x="38" y="75"/>
                    <a:pt x="38" y="74"/>
                  </a:cubicBezTo>
                  <a:cubicBezTo>
                    <a:pt x="36" y="77"/>
                    <a:pt x="35" y="80"/>
                    <a:pt x="33" y="82"/>
                  </a:cubicBezTo>
                  <a:cubicBezTo>
                    <a:pt x="34" y="83"/>
                    <a:pt x="34" y="83"/>
                    <a:pt x="34" y="84"/>
                  </a:cubicBezTo>
                  <a:cubicBezTo>
                    <a:pt x="35" y="84"/>
                    <a:pt x="36" y="84"/>
                    <a:pt x="36" y="84"/>
                  </a:cubicBezTo>
                  <a:lnTo>
                    <a:pt x="37" y="85"/>
                  </a:lnTo>
                  <a:cubicBezTo>
                    <a:pt x="37" y="85"/>
                    <a:pt x="38" y="85"/>
                    <a:pt x="39" y="85"/>
                  </a:cubicBezTo>
                  <a:cubicBezTo>
                    <a:pt x="40" y="85"/>
                    <a:pt x="41" y="85"/>
                    <a:pt x="41" y="85"/>
                  </a:cubicBezTo>
                  <a:moveTo>
                    <a:pt x="30" y="105"/>
                  </a:moveTo>
                  <a:cubicBezTo>
                    <a:pt x="26" y="103"/>
                    <a:pt x="23" y="102"/>
                    <a:pt x="20" y="99"/>
                  </a:cubicBezTo>
                  <a:cubicBezTo>
                    <a:pt x="18" y="100"/>
                    <a:pt x="15" y="99"/>
                    <a:pt x="13" y="98"/>
                  </a:cubicBezTo>
                  <a:cubicBezTo>
                    <a:pt x="8" y="96"/>
                    <a:pt x="6" y="90"/>
                    <a:pt x="9" y="85"/>
                  </a:cubicBezTo>
                  <a:lnTo>
                    <a:pt x="9" y="84"/>
                  </a:lnTo>
                  <a:cubicBezTo>
                    <a:pt x="8" y="82"/>
                    <a:pt x="8" y="80"/>
                    <a:pt x="7" y="77"/>
                  </a:cubicBezTo>
                  <a:cubicBezTo>
                    <a:pt x="4" y="70"/>
                    <a:pt x="2" y="63"/>
                    <a:pt x="2" y="56"/>
                  </a:cubicBezTo>
                  <a:cubicBezTo>
                    <a:pt x="1" y="49"/>
                    <a:pt x="0" y="43"/>
                    <a:pt x="1" y="36"/>
                  </a:cubicBezTo>
                  <a:cubicBezTo>
                    <a:pt x="2" y="30"/>
                    <a:pt x="8" y="26"/>
                    <a:pt x="14" y="27"/>
                  </a:cubicBezTo>
                  <a:cubicBezTo>
                    <a:pt x="20" y="28"/>
                    <a:pt x="23" y="35"/>
                    <a:pt x="22" y="41"/>
                  </a:cubicBezTo>
                  <a:lnTo>
                    <a:pt x="22" y="42"/>
                  </a:lnTo>
                  <a:lnTo>
                    <a:pt x="22" y="43"/>
                  </a:lnTo>
                  <a:cubicBezTo>
                    <a:pt x="22" y="48"/>
                    <a:pt x="22" y="51"/>
                    <a:pt x="23" y="54"/>
                  </a:cubicBezTo>
                  <a:cubicBezTo>
                    <a:pt x="23" y="56"/>
                    <a:pt x="23" y="58"/>
                    <a:pt x="24" y="59"/>
                  </a:cubicBezTo>
                  <a:cubicBezTo>
                    <a:pt x="26" y="56"/>
                    <a:pt x="28" y="52"/>
                    <a:pt x="30" y="49"/>
                  </a:cubicBezTo>
                  <a:cubicBezTo>
                    <a:pt x="36" y="39"/>
                    <a:pt x="42" y="29"/>
                    <a:pt x="49" y="21"/>
                  </a:cubicBezTo>
                  <a:cubicBezTo>
                    <a:pt x="54" y="16"/>
                    <a:pt x="59" y="11"/>
                    <a:pt x="65" y="8"/>
                  </a:cubicBezTo>
                  <a:cubicBezTo>
                    <a:pt x="70" y="4"/>
                    <a:pt x="78" y="2"/>
                    <a:pt x="84" y="1"/>
                  </a:cubicBezTo>
                  <a:cubicBezTo>
                    <a:pt x="90" y="0"/>
                    <a:pt x="97" y="1"/>
                    <a:pt x="101" y="6"/>
                  </a:cubicBezTo>
                  <a:cubicBezTo>
                    <a:pt x="103" y="8"/>
                    <a:pt x="105" y="10"/>
                    <a:pt x="106" y="13"/>
                  </a:cubicBezTo>
                  <a:cubicBezTo>
                    <a:pt x="107" y="17"/>
                    <a:pt x="108" y="20"/>
                    <a:pt x="108" y="24"/>
                  </a:cubicBezTo>
                  <a:cubicBezTo>
                    <a:pt x="108" y="31"/>
                    <a:pt x="106" y="36"/>
                    <a:pt x="104" y="42"/>
                  </a:cubicBezTo>
                  <a:cubicBezTo>
                    <a:pt x="101" y="47"/>
                    <a:pt x="100" y="51"/>
                    <a:pt x="97" y="55"/>
                  </a:cubicBezTo>
                  <a:cubicBezTo>
                    <a:pt x="96" y="59"/>
                    <a:pt x="94" y="62"/>
                    <a:pt x="92" y="66"/>
                  </a:cubicBezTo>
                  <a:cubicBezTo>
                    <a:pt x="89" y="73"/>
                    <a:pt x="85" y="79"/>
                    <a:pt x="81" y="85"/>
                  </a:cubicBezTo>
                  <a:cubicBezTo>
                    <a:pt x="76" y="91"/>
                    <a:pt x="71" y="95"/>
                    <a:pt x="65" y="99"/>
                  </a:cubicBezTo>
                  <a:cubicBezTo>
                    <a:pt x="62" y="101"/>
                    <a:pt x="59" y="102"/>
                    <a:pt x="55" y="103"/>
                  </a:cubicBezTo>
                  <a:cubicBezTo>
                    <a:pt x="52" y="105"/>
                    <a:pt x="48" y="106"/>
                    <a:pt x="44" y="106"/>
                  </a:cubicBezTo>
                  <a:cubicBezTo>
                    <a:pt x="44" y="106"/>
                    <a:pt x="43" y="106"/>
                    <a:pt x="41" y="106"/>
                  </a:cubicBezTo>
                  <a:cubicBezTo>
                    <a:pt x="37" y="106"/>
                    <a:pt x="33" y="106"/>
                    <a:pt x="30" y="10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" name="Google Shape;3728;p42"/>
            <p:cNvSpPr/>
            <p:nvPr/>
          </p:nvSpPr>
          <p:spPr>
            <a:xfrm>
              <a:off x="3470760" y="1025280"/>
              <a:ext cx="40320" cy="14760"/>
            </a:xfrm>
            <a:custGeom>
              <a:avLst/>
              <a:gdLst/>
              <a:ahLst/>
              <a:cxnLst/>
              <a:rect l="l" t="t" r="r" b="b"/>
              <a:pathLst>
                <a:path w="112" h="41" extrusionOk="0">
                  <a:moveTo>
                    <a:pt x="20" y="40"/>
                  </a:moveTo>
                  <a:cubicBezTo>
                    <a:pt x="19" y="40"/>
                    <a:pt x="18" y="40"/>
                    <a:pt x="17" y="40"/>
                  </a:cubicBezTo>
                  <a:cubicBezTo>
                    <a:pt x="16" y="40"/>
                    <a:pt x="14" y="40"/>
                    <a:pt x="13" y="40"/>
                  </a:cubicBezTo>
                  <a:cubicBezTo>
                    <a:pt x="4" y="39"/>
                    <a:pt x="0" y="29"/>
                    <a:pt x="6" y="22"/>
                  </a:cubicBezTo>
                  <a:cubicBezTo>
                    <a:pt x="9" y="18"/>
                    <a:pt x="16" y="16"/>
                    <a:pt x="21" y="14"/>
                  </a:cubicBezTo>
                  <a:cubicBezTo>
                    <a:pt x="24" y="13"/>
                    <a:pt x="28" y="12"/>
                    <a:pt x="31" y="11"/>
                  </a:cubicBezTo>
                  <a:cubicBezTo>
                    <a:pt x="38" y="10"/>
                    <a:pt x="45" y="8"/>
                    <a:pt x="53" y="7"/>
                  </a:cubicBezTo>
                  <a:cubicBezTo>
                    <a:pt x="59" y="6"/>
                    <a:pt x="66" y="5"/>
                    <a:pt x="73" y="4"/>
                  </a:cubicBezTo>
                  <a:cubicBezTo>
                    <a:pt x="82" y="3"/>
                    <a:pt x="91" y="2"/>
                    <a:pt x="100" y="1"/>
                  </a:cubicBezTo>
                  <a:cubicBezTo>
                    <a:pt x="105" y="0"/>
                    <a:pt x="111" y="5"/>
                    <a:pt x="111" y="10"/>
                  </a:cubicBezTo>
                  <a:cubicBezTo>
                    <a:pt x="111" y="16"/>
                    <a:pt x="106" y="20"/>
                    <a:pt x="101" y="21"/>
                  </a:cubicBezTo>
                  <a:cubicBezTo>
                    <a:pt x="100" y="21"/>
                    <a:pt x="98" y="21"/>
                    <a:pt x="96" y="22"/>
                  </a:cubicBezTo>
                  <a:lnTo>
                    <a:pt x="97" y="22"/>
                  </a:lnTo>
                  <a:cubicBezTo>
                    <a:pt x="86" y="23"/>
                    <a:pt x="74" y="25"/>
                    <a:pt x="63" y="26"/>
                  </a:cubicBezTo>
                  <a:cubicBezTo>
                    <a:pt x="58" y="28"/>
                    <a:pt x="52" y="29"/>
                    <a:pt x="46" y="29"/>
                  </a:cubicBezTo>
                  <a:cubicBezTo>
                    <a:pt x="41" y="30"/>
                    <a:pt x="37" y="32"/>
                    <a:pt x="32" y="33"/>
                  </a:cubicBezTo>
                  <a:lnTo>
                    <a:pt x="33" y="33"/>
                  </a:lnTo>
                  <a:cubicBezTo>
                    <a:pt x="32" y="33"/>
                    <a:pt x="31" y="33"/>
                    <a:pt x="31" y="33"/>
                  </a:cubicBezTo>
                  <a:cubicBezTo>
                    <a:pt x="29" y="37"/>
                    <a:pt x="25" y="40"/>
                    <a:pt x="21" y="40"/>
                  </a:cubicBezTo>
                  <a:cubicBezTo>
                    <a:pt x="20" y="40"/>
                    <a:pt x="20" y="40"/>
                    <a:pt x="20" y="4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" name="Google Shape;3729;p42"/>
            <p:cNvSpPr/>
            <p:nvPr/>
          </p:nvSpPr>
          <p:spPr>
            <a:xfrm>
              <a:off x="3512520" y="1025640"/>
              <a:ext cx="20520" cy="91440"/>
            </a:xfrm>
            <a:custGeom>
              <a:avLst/>
              <a:gdLst/>
              <a:ahLst/>
              <a:cxnLst/>
              <a:rect l="l" t="t" r="r" b="b"/>
              <a:pathLst>
                <a:path w="57" h="254" extrusionOk="0">
                  <a:moveTo>
                    <a:pt x="35" y="243"/>
                  </a:moveTo>
                  <a:cubicBezTo>
                    <a:pt x="35" y="223"/>
                    <a:pt x="35" y="204"/>
                    <a:pt x="36" y="184"/>
                  </a:cubicBezTo>
                  <a:lnTo>
                    <a:pt x="36" y="185"/>
                  </a:lnTo>
                  <a:cubicBezTo>
                    <a:pt x="36" y="177"/>
                    <a:pt x="36" y="171"/>
                    <a:pt x="36" y="163"/>
                  </a:cubicBezTo>
                  <a:cubicBezTo>
                    <a:pt x="36" y="164"/>
                    <a:pt x="36" y="164"/>
                    <a:pt x="36" y="164"/>
                  </a:cubicBezTo>
                  <a:cubicBezTo>
                    <a:pt x="36" y="155"/>
                    <a:pt x="36" y="147"/>
                    <a:pt x="36" y="137"/>
                  </a:cubicBezTo>
                  <a:cubicBezTo>
                    <a:pt x="36" y="138"/>
                    <a:pt x="36" y="138"/>
                    <a:pt x="36" y="139"/>
                  </a:cubicBezTo>
                  <a:cubicBezTo>
                    <a:pt x="36" y="138"/>
                    <a:pt x="36" y="138"/>
                    <a:pt x="36" y="137"/>
                  </a:cubicBezTo>
                  <a:lnTo>
                    <a:pt x="36" y="138"/>
                  </a:lnTo>
                  <a:cubicBezTo>
                    <a:pt x="37" y="129"/>
                    <a:pt x="37" y="119"/>
                    <a:pt x="37" y="109"/>
                  </a:cubicBezTo>
                  <a:cubicBezTo>
                    <a:pt x="37" y="94"/>
                    <a:pt x="36" y="78"/>
                    <a:pt x="36" y="62"/>
                  </a:cubicBezTo>
                  <a:cubicBezTo>
                    <a:pt x="36" y="61"/>
                    <a:pt x="36" y="60"/>
                    <a:pt x="36" y="59"/>
                  </a:cubicBezTo>
                  <a:cubicBezTo>
                    <a:pt x="32" y="69"/>
                    <a:pt x="28" y="80"/>
                    <a:pt x="25" y="91"/>
                  </a:cubicBezTo>
                  <a:cubicBezTo>
                    <a:pt x="25" y="92"/>
                    <a:pt x="24" y="93"/>
                    <a:pt x="24" y="94"/>
                  </a:cubicBezTo>
                  <a:cubicBezTo>
                    <a:pt x="24" y="98"/>
                    <a:pt x="23" y="103"/>
                    <a:pt x="18" y="105"/>
                  </a:cubicBezTo>
                  <a:cubicBezTo>
                    <a:pt x="14" y="106"/>
                    <a:pt x="9" y="106"/>
                    <a:pt x="5" y="102"/>
                  </a:cubicBezTo>
                  <a:cubicBezTo>
                    <a:pt x="0" y="96"/>
                    <a:pt x="3" y="89"/>
                    <a:pt x="5" y="83"/>
                  </a:cubicBezTo>
                  <a:cubicBezTo>
                    <a:pt x="6" y="79"/>
                    <a:pt x="8" y="75"/>
                    <a:pt x="9" y="71"/>
                  </a:cubicBezTo>
                  <a:cubicBezTo>
                    <a:pt x="11" y="64"/>
                    <a:pt x="13" y="59"/>
                    <a:pt x="16" y="53"/>
                  </a:cubicBezTo>
                  <a:cubicBezTo>
                    <a:pt x="18" y="46"/>
                    <a:pt x="21" y="39"/>
                    <a:pt x="23" y="32"/>
                  </a:cubicBezTo>
                  <a:cubicBezTo>
                    <a:pt x="24" y="28"/>
                    <a:pt x="25" y="25"/>
                    <a:pt x="27" y="22"/>
                  </a:cubicBezTo>
                  <a:cubicBezTo>
                    <a:pt x="29" y="16"/>
                    <a:pt x="31" y="8"/>
                    <a:pt x="37" y="3"/>
                  </a:cubicBezTo>
                  <a:cubicBezTo>
                    <a:pt x="39" y="2"/>
                    <a:pt x="41" y="0"/>
                    <a:pt x="44" y="1"/>
                  </a:cubicBezTo>
                  <a:cubicBezTo>
                    <a:pt x="47" y="1"/>
                    <a:pt x="50" y="2"/>
                    <a:pt x="52" y="4"/>
                  </a:cubicBezTo>
                  <a:cubicBezTo>
                    <a:pt x="53" y="6"/>
                    <a:pt x="54" y="7"/>
                    <a:pt x="55" y="9"/>
                  </a:cubicBezTo>
                  <a:cubicBezTo>
                    <a:pt x="55" y="12"/>
                    <a:pt x="56" y="14"/>
                    <a:pt x="56" y="17"/>
                  </a:cubicBezTo>
                  <a:cubicBezTo>
                    <a:pt x="56" y="20"/>
                    <a:pt x="56" y="23"/>
                    <a:pt x="56" y="26"/>
                  </a:cubicBezTo>
                  <a:cubicBezTo>
                    <a:pt x="56" y="31"/>
                    <a:pt x="56" y="35"/>
                    <a:pt x="56" y="41"/>
                  </a:cubicBezTo>
                  <a:cubicBezTo>
                    <a:pt x="56" y="51"/>
                    <a:pt x="56" y="62"/>
                    <a:pt x="56" y="73"/>
                  </a:cubicBezTo>
                  <a:cubicBezTo>
                    <a:pt x="56" y="94"/>
                    <a:pt x="56" y="116"/>
                    <a:pt x="56" y="138"/>
                  </a:cubicBezTo>
                  <a:lnTo>
                    <a:pt x="56" y="137"/>
                  </a:lnTo>
                  <a:cubicBezTo>
                    <a:pt x="56" y="138"/>
                    <a:pt x="56" y="138"/>
                    <a:pt x="56" y="139"/>
                  </a:cubicBezTo>
                  <a:lnTo>
                    <a:pt x="56" y="138"/>
                  </a:lnTo>
                  <a:cubicBezTo>
                    <a:pt x="56" y="139"/>
                    <a:pt x="56" y="140"/>
                    <a:pt x="56" y="141"/>
                  </a:cubicBezTo>
                  <a:cubicBezTo>
                    <a:pt x="56" y="141"/>
                    <a:pt x="56" y="143"/>
                    <a:pt x="56" y="144"/>
                  </a:cubicBezTo>
                  <a:cubicBezTo>
                    <a:pt x="56" y="145"/>
                    <a:pt x="56" y="147"/>
                    <a:pt x="56" y="148"/>
                  </a:cubicBezTo>
                  <a:cubicBezTo>
                    <a:pt x="56" y="147"/>
                    <a:pt x="56" y="147"/>
                    <a:pt x="56" y="147"/>
                  </a:cubicBezTo>
                  <a:cubicBezTo>
                    <a:pt x="56" y="149"/>
                    <a:pt x="56" y="151"/>
                    <a:pt x="56" y="154"/>
                  </a:cubicBezTo>
                  <a:cubicBezTo>
                    <a:pt x="56" y="155"/>
                    <a:pt x="56" y="155"/>
                    <a:pt x="56" y="156"/>
                  </a:cubicBezTo>
                  <a:cubicBezTo>
                    <a:pt x="56" y="158"/>
                    <a:pt x="56" y="159"/>
                    <a:pt x="56" y="161"/>
                  </a:cubicBezTo>
                  <a:cubicBezTo>
                    <a:pt x="56" y="162"/>
                    <a:pt x="56" y="162"/>
                    <a:pt x="56" y="163"/>
                  </a:cubicBezTo>
                  <a:cubicBezTo>
                    <a:pt x="56" y="165"/>
                    <a:pt x="56" y="168"/>
                    <a:pt x="56" y="169"/>
                  </a:cubicBezTo>
                  <a:lnTo>
                    <a:pt x="56" y="168"/>
                  </a:lnTo>
                  <a:cubicBezTo>
                    <a:pt x="56" y="172"/>
                    <a:pt x="56" y="176"/>
                    <a:pt x="56" y="180"/>
                  </a:cubicBezTo>
                  <a:cubicBezTo>
                    <a:pt x="56" y="182"/>
                    <a:pt x="56" y="183"/>
                    <a:pt x="56" y="184"/>
                  </a:cubicBezTo>
                  <a:cubicBezTo>
                    <a:pt x="56" y="203"/>
                    <a:pt x="56" y="222"/>
                    <a:pt x="56" y="242"/>
                  </a:cubicBezTo>
                  <a:cubicBezTo>
                    <a:pt x="56" y="247"/>
                    <a:pt x="52" y="253"/>
                    <a:pt x="46" y="253"/>
                  </a:cubicBezTo>
                  <a:cubicBezTo>
                    <a:pt x="41" y="253"/>
                    <a:pt x="35" y="249"/>
                    <a:pt x="35" y="24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0" name="Google Shape;3730;p42"/>
            <p:cNvSpPr/>
            <p:nvPr/>
          </p:nvSpPr>
          <p:spPr>
            <a:xfrm>
              <a:off x="3368880" y="893520"/>
              <a:ext cx="1036080" cy="14400"/>
            </a:xfrm>
            <a:custGeom>
              <a:avLst/>
              <a:gdLst/>
              <a:ahLst/>
              <a:cxnLst/>
              <a:rect l="l" t="t" r="r" b="b"/>
              <a:pathLst>
                <a:path w="2878" h="40" extrusionOk="0">
                  <a:moveTo>
                    <a:pt x="2865" y="39"/>
                  </a:moveTo>
                  <a:cubicBezTo>
                    <a:pt x="2836" y="39"/>
                    <a:pt x="2807" y="38"/>
                    <a:pt x="2778" y="38"/>
                  </a:cubicBezTo>
                  <a:cubicBezTo>
                    <a:pt x="2747" y="38"/>
                    <a:pt x="2716" y="38"/>
                    <a:pt x="2685" y="38"/>
                  </a:cubicBezTo>
                  <a:cubicBezTo>
                    <a:pt x="2623" y="37"/>
                    <a:pt x="2562" y="36"/>
                    <a:pt x="2501" y="36"/>
                  </a:cubicBezTo>
                  <a:cubicBezTo>
                    <a:pt x="2489" y="36"/>
                    <a:pt x="2477" y="36"/>
                    <a:pt x="2465" y="36"/>
                  </a:cubicBezTo>
                  <a:cubicBezTo>
                    <a:pt x="2466" y="36"/>
                    <a:pt x="2466" y="36"/>
                    <a:pt x="2467" y="36"/>
                  </a:cubicBezTo>
                  <a:cubicBezTo>
                    <a:pt x="2465" y="36"/>
                    <a:pt x="2463" y="36"/>
                    <a:pt x="2461" y="36"/>
                  </a:cubicBezTo>
                  <a:lnTo>
                    <a:pt x="2462" y="36"/>
                  </a:lnTo>
                  <a:cubicBezTo>
                    <a:pt x="2457" y="36"/>
                    <a:pt x="2451" y="36"/>
                    <a:pt x="2445" y="36"/>
                  </a:cubicBezTo>
                  <a:cubicBezTo>
                    <a:pt x="2444" y="36"/>
                    <a:pt x="2443" y="36"/>
                    <a:pt x="2441" y="36"/>
                  </a:cubicBezTo>
                  <a:cubicBezTo>
                    <a:pt x="2440" y="36"/>
                    <a:pt x="2440" y="36"/>
                    <a:pt x="2439" y="36"/>
                  </a:cubicBezTo>
                  <a:cubicBezTo>
                    <a:pt x="2440" y="36"/>
                    <a:pt x="2440" y="36"/>
                    <a:pt x="2440" y="36"/>
                  </a:cubicBezTo>
                  <a:cubicBezTo>
                    <a:pt x="2429" y="36"/>
                    <a:pt x="2417" y="36"/>
                    <a:pt x="2405" y="35"/>
                  </a:cubicBezTo>
                  <a:cubicBezTo>
                    <a:pt x="2406" y="35"/>
                    <a:pt x="2407" y="35"/>
                    <a:pt x="2407" y="35"/>
                  </a:cubicBezTo>
                  <a:cubicBezTo>
                    <a:pt x="2346" y="35"/>
                    <a:pt x="2285" y="35"/>
                    <a:pt x="2225" y="34"/>
                  </a:cubicBezTo>
                  <a:cubicBezTo>
                    <a:pt x="2164" y="34"/>
                    <a:pt x="2104" y="34"/>
                    <a:pt x="2044" y="33"/>
                  </a:cubicBezTo>
                  <a:cubicBezTo>
                    <a:pt x="1981" y="33"/>
                    <a:pt x="1918" y="32"/>
                    <a:pt x="1856" y="32"/>
                  </a:cubicBezTo>
                  <a:cubicBezTo>
                    <a:pt x="1793" y="32"/>
                    <a:pt x="1730" y="31"/>
                    <a:pt x="1667" y="31"/>
                  </a:cubicBezTo>
                  <a:cubicBezTo>
                    <a:pt x="1545" y="30"/>
                    <a:pt x="1422" y="29"/>
                    <a:pt x="1299" y="29"/>
                  </a:cubicBezTo>
                  <a:cubicBezTo>
                    <a:pt x="1177" y="28"/>
                    <a:pt x="1055" y="27"/>
                    <a:pt x="934" y="27"/>
                  </a:cubicBezTo>
                  <a:cubicBezTo>
                    <a:pt x="810" y="26"/>
                    <a:pt x="687" y="25"/>
                    <a:pt x="563" y="24"/>
                  </a:cubicBezTo>
                  <a:cubicBezTo>
                    <a:pt x="449" y="24"/>
                    <a:pt x="334" y="23"/>
                    <a:pt x="219" y="22"/>
                  </a:cubicBezTo>
                  <a:cubicBezTo>
                    <a:pt x="220" y="22"/>
                    <a:pt x="221" y="22"/>
                    <a:pt x="221" y="22"/>
                  </a:cubicBezTo>
                  <a:cubicBezTo>
                    <a:pt x="183" y="22"/>
                    <a:pt x="146" y="22"/>
                    <a:pt x="109" y="22"/>
                  </a:cubicBezTo>
                  <a:cubicBezTo>
                    <a:pt x="91" y="22"/>
                    <a:pt x="74" y="22"/>
                    <a:pt x="56" y="22"/>
                  </a:cubicBezTo>
                  <a:cubicBezTo>
                    <a:pt x="47" y="22"/>
                    <a:pt x="38" y="22"/>
                    <a:pt x="28" y="22"/>
                  </a:cubicBezTo>
                  <a:cubicBezTo>
                    <a:pt x="22" y="22"/>
                    <a:pt x="17" y="22"/>
                    <a:pt x="11" y="22"/>
                  </a:cubicBezTo>
                  <a:cubicBezTo>
                    <a:pt x="4" y="22"/>
                    <a:pt x="0" y="17"/>
                    <a:pt x="0" y="11"/>
                  </a:cubicBezTo>
                  <a:cubicBezTo>
                    <a:pt x="0" y="8"/>
                    <a:pt x="2" y="5"/>
                    <a:pt x="4" y="3"/>
                  </a:cubicBezTo>
                  <a:cubicBezTo>
                    <a:pt x="7" y="1"/>
                    <a:pt x="9" y="0"/>
                    <a:pt x="12" y="0"/>
                  </a:cubicBezTo>
                  <a:cubicBezTo>
                    <a:pt x="17" y="0"/>
                    <a:pt x="22" y="1"/>
                    <a:pt x="27" y="1"/>
                  </a:cubicBezTo>
                  <a:cubicBezTo>
                    <a:pt x="34" y="1"/>
                    <a:pt x="42" y="1"/>
                    <a:pt x="50" y="1"/>
                  </a:cubicBezTo>
                  <a:cubicBezTo>
                    <a:pt x="65" y="1"/>
                    <a:pt x="81" y="1"/>
                    <a:pt x="96" y="1"/>
                  </a:cubicBezTo>
                  <a:cubicBezTo>
                    <a:pt x="127" y="1"/>
                    <a:pt x="158" y="2"/>
                    <a:pt x="189" y="3"/>
                  </a:cubicBezTo>
                  <a:cubicBezTo>
                    <a:pt x="250" y="3"/>
                    <a:pt x="312" y="3"/>
                    <a:pt x="374" y="4"/>
                  </a:cubicBezTo>
                  <a:cubicBezTo>
                    <a:pt x="497" y="4"/>
                    <a:pt x="620" y="6"/>
                    <a:pt x="743" y="6"/>
                  </a:cubicBezTo>
                  <a:cubicBezTo>
                    <a:pt x="864" y="7"/>
                    <a:pt x="987" y="8"/>
                    <a:pt x="1109" y="8"/>
                  </a:cubicBezTo>
                  <a:cubicBezTo>
                    <a:pt x="1113" y="8"/>
                    <a:pt x="1117" y="8"/>
                    <a:pt x="1121" y="8"/>
                  </a:cubicBezTo>
                  <a:lnTo>
                    <a:pt x="1120" y="8"/>
                  </a:lnTo>
                  <a:cubicBezTo>
                    <a:pt x="1241" y="8"/>
                    <a:pt x="1363" y="9"/>
                    <a:pt x="1484" y="10"/>
                  </a:cubicBezTo>
                  <a:cubicBezTo>
                    <a:pt x="1575" y="11"/>
                    <a:pt x="1666" y="11"/>
                    <a:pt x="1756" y="12"/>
                  </a:cubicBezTo>
                  <a:lnTo>
                    <a:pt x="1755" y="12"/>
                  </a:lnTo>
                  <a:cubicBezTo>
                    <a:pt x="1878" y="12"/>
                    <a:pt x="2001" y="13"/>
                    <a:pt x="2125" y="14"/>
                  </a:cubicBezTo>
                  <a:cubicBezTo>
                    <a:pt x="2150" y="14"/>
                    <a:pt x="2176" y="14"/>
                    <a:pt x="2202" y="14"/>
                  </a:cubicBezTo>
                  <a:cubicBezTo>
                    <a:pt x="2202" y="14"/>
                    <a:pt x="2201" y="14"/>
                    <a:pt x="2200" y="14"/>
                  </a:cubicBezTo>
                  <a:cubicBezTo>
                    <a:pt x="2202" y="14"/>
                    <a:pt x="2203" y="14"/>
                    <a:pt x="2204" y="14"/>
                  </a:cubicBezTo>
                  <a:lnTo>
                    <a:pt x="2203" y="14"/>
                  </a:lnTo>
                  <a:cubicBezTo>
                    <a:pt x="2211" y="14"/>
                    <a:pt x="2218" y="14"/>
                    <a:pt x="2226" y="14"/>
                  </a:cubicBezTo>
                  <a:cubicBezTo>
                    <a:pt x="2225" y="14"/>
                    <a:pt x="2225" y="14"/>
                    <a:pt x="2225" y="14"/>
                  </a:cubicBezTo>
                  <a:cubicBezTo>
                    <a:pt x="2277" y="14"/>
                    <a:pt x="2330" y="15"/>
                    <a:pt x="2383" y="15"/>
                  </a:cubicBezTo>
                  <a:cubicBezTo>
                    <a:pt x="2438" y="15"/>
                    <a:pt x="2493" y="16"/>
                    <a:pt x="2549" y="16"/>
                  </a:cubicBezTo>
                  <a:cubicBezTo>
                    <a:pt x="2548" y="16"/>
                    <a:pt x="2548" y="16"/>
                    <a:pt x="2547" y="16"/>
                  </a:cubicBezTo>
                  <a:cubicBezTo>
                    <a:pt x="2630" y="17"/>
                    <a:pt x="2713" y="17"/>
                    <a:pt x="2795" y="17"/>
                  </a:cubicBezTo>
                  <a:lnTo>
                    <a:pt x="2794" y="17"/>
                  </a:lnTo>
                  <a:cubicBezTo>
                    <a:pt x="2817" y="17"/>
                    <a:pt x="2841" y="17"/>
                    <a:pt x="2865" y="17"/>
                  </a:cubicBezTo>
                  <a:cubicBezTo>
                    <a:pt x="2871" y="17"/>
                    <a:pt x="2876" y="21"/>
                    <a:pt x="2877" y="27"/>
                  </a:cubicBezTo>
                  <a:cubicBezTo>
                    <a:pt x="2877" y="31"/>
                    <a:pt x="2876" y="34"/>
                    <a:pt x="2874" y="36"/>
                  </a:cubicBezTo>
                  <a:cubicBezTo>
                    <a:pt x="2872" y="38"/>
                    <a:pt x="2869" y="39"/>
                    <a:pt x="2865" y="3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1" name="Google Shape;3731;p42"/>
            <p:cNvSpPr/>
            <p:nvPr/>
          </p:nvSpPr>
          <p:spPr>
            <a:xfrm>
              <a:off x="4346640" y="891000"/>
              <a:ext cx="94680" cy="32040"/>
            </a:xfrm>
            <a:custGeom>
              <a:avLst/>
              <a:gdLst/>
              <a:ahLst/>
              <a:cxnLst/>
              <a:rect l="l" t="t" r="r" b="b"/>
              <a:pathLst>
                <a:path w="263" h="89" extrusionOk="0">
                  <a:moveTo>
                    <a:pt x="66" y="77"/>
                  </a:moveTo>
                  <a:cubicBezTo>
                    <a:pt x="66" y="71"/>
                    <a:pt x="71" y="66"/>
                    <a:pt x="76" y="66"/>
                  </a:cubicBezTo>
                  <a:cubicBezTo>
                    <a:pt x="94" y="64"/>
                    <a:pt x="111" y="63"/>
                    <a:pt x="128" y="61"/>
                  </a:cubicBezTo>
                  <a:cubicBezTo>
                    <a:pt x="144" y="60"/>
                    <a:pt x="159" y="59"/>
                    <a:pt x="174" y="57"/>
                  </a:cubicBezTo>
                  <a:cubicBezTo>
                    <a:pt x="181" y="57"/>
                    <a:pt x="186" y="56"/>
                    <a:pt x="192" y="54"/>
                  </a:cubicBezTo>
                  <a:cubicBezTo>
                    <a:pt x="195" y="54"/>
                    <a:pt x="198" y="54"/>
                    <a:pt x="201" y="53"/>
                  </a:cubicBezTo>
                  <a:cubicBezTo>
                    <a:pt x="204" y="52"/>
                    <a:pt x="207" y="52"/>
                    <a:pt x="211" y="50"/>
                  </a:cubicBezTo>
                  <a:cubicBezTo>
                    <a:pt x="216" y="49"/>
                    <a:pt x="220" y="48"/>
                    <a:pt x="224" y="46"/>
                  </a:cubicBezTo>
                  <a:cubicBezTo>
                    <a:pt x="227" y="45"/>
                    <a:pt x="230" y="43"/>
                    <a:pt x="232" y="42"/>
                  </a:cubicBezTo>
                  <a:cubicBezTo>
                    <a:pt x="233" y="42"/>
                    <a:pt x="234" y="42"/>
                    <a:pt x="234" y="41"/>
                  </a:cubicBezTo>
                  <a:cubicBezTo>
                    <a:pt x="230" y="41"/>
                    <a:pt x="225" y="40"/>
                    <a:pt x="221" y="39"/>
                  </a:cubicBezTo>
                  <a:cubicBezTo>
                    <a:pt x="176" y="34"/>
                    <a:pt x="131" y="31"/>
                    <a:pt x="86" y="27"/>
                  </a:cubicBezTo>
                  <a:cubicBezTo>
                    <a:pt x="64" y="25"/>
                    <a:pt x="41" y="23"/>
                    <a:pt x="19" y="22"/>
                  </a:cubicBezTo>
                  <a:cubicBezTo>
                    <a:pt x="17" y="24"/>
                    <a:pt x="15" y="25"/>
                    <a:pt x="12" y="25"/>
                  </a:cubicBezTo>
                  <a:cubicBezTo>
                    <a:pt x="6" y="26"/>
                    <a:pt x="1" y="21"/>
                    <a:pt x="1" y="15"/>
                  </a:cubicBezTo>
                  <a:cubicBezTo>
                    <a:pt x="0" y="13"/>
                    <a:pt x="0" y="10"/>
                    <a:pt x="1" y="7"/>
                  </a:cubicBezTo>
                  <a:cubicBezTo>
                    <a:pt x="5" y="1"/>
                    <a:pt x="12" y="0"/>
                    <a:pt x="18" y="1"/>
                  </a:cubicBezTo>
                  <a:cubicBezTo>
                    <a:pt x="24" y="1"/>
                    <a:pt x="30" y="1"/>
                    <a:pt x="36" y="1"/>
                  </a:cubicBezTo>
                  <a:cubicBezTo>
                    <a:pt x="47" y="3"/>
                    <a:pt x="59" y="4"/>
                    <a:pt x="70" y="4"/>
                  </a:cubicBezTo>
                  <a:cubicBezTo>
                    <a:pt x="94" y="7"/>
                    <a:pt x="118" y="9"/>
                    <a:pt x="142" y="11"/>
                  </a:cubicBezTo>
                  <a:cubicBezTo>
                    <a:pt x="164" y="13"/>
                    <a:pt x="187" y="15"/>
                    <a:pt x="209" y="17"/>
                  </a:cubicBezTo>
                  <a:cubicBezTo>
                    <a:pt x="215" y="18"/>
                    <a:pt x="220" y="18"/>
                    <a:pt x="225" y="19"/>
                  </a:cubicBezTo>
                  <a:cubicBezTo>
                    <a:pt x="228" y="19"/>
                    <a:pt x="231" y="20"/>
                    <a:pt x="234" y="20"/>
                  </a:cubicBezTo>
                  <a:cubicBezTo>
                    <a:pt x="239" y="21"/>
                    <a:pt x="245" y="21"/>
                    <a:pt x="251" y="23"/>
                  </a:cubicBezTo>
                  <a:cubicBezTo>
                    <a:pt x="256" y="25"/>
                    <a:pt x="260" y="29"/>
                    <a:pt x="262" y="35"/>
                  </a:cubicBezTo>
                  <a:cubicBezTo>
                    <a:pt x="262" y="38"/>
                    <a:pt x="262" y="40"/>
                    <a:pt x="262" y="43"/>
                  </a:cubicBezTo>
                  <a:cubicBezTo>
                    <a:pt x="260" y="46"/>
                    <a:pt x="259" y="49"/>
                    <a:pt x="256" y="51"/>
                  </a:cubicBezTo>
                  <a:cubicBezTo>
                    <a:pt x="255" y="53"/>
                    <a:pt x="252" y="55"/>
                    <a:pt x="249" y="57"/>
                  </a:cubicBezTo>
                  <a:cubicBezTo>
                    <a:pt x="246" y="59"/>
                    <a:pt x="243" y="60"/>
                    <a:pt x="240" y="62"/>
                  </a:cubicBezTo>
                  <a:cubicBezTo>
                    <a:pt x="235" y="65"/>
                    <a:pt x="230" y="67"/>
                    <a:pt x="224" y="68"/>
                  </a:cubicBezTo>
                  <a:cubicBezTo>
                    <a:pt x="214" y="72"/>
                    <a:pt x="203" y="75"/>
                    <a:pt x="191" y="76"/>
                  </a:cubicBezTo>
                  <a:cubicBezTo>
                    <a:pt x="180" y="78"/>
                    <a:pt x="168" y="79"/>
                    <a:pt x="157" y="80"/>
                  </a:cubicBezTo>
                  <a:cubicBezTo>
                    <a:pt x="134" y="82"/>
                    <a:pt x="111" y="84"/>
                    <a:pt x="89" y="87"/>
                  </a:cubicBezTo>
                  <a:cubicBezTo>
                    <a:pt x="85" y="87"/>
                    <a:pt x="82" y="87"/>
                    <a:pt x="78" y="88"/>
                  </a:cubicBezTo>
                  <a:lnTo>
                    <a:pt x="77" y="88"/>
                  </a:lnTo>
                  <a:cubicBezTo>
                    <a:pt x="71" y="88"/>
                    <a:pt x="66" y="82"/>
                    <a:pt x="66" y="7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2" name="Google Shape;3732;p42"/>
            <p:cNvSpPr/>
            <p:nvPr/>
          </p:nvSpPr>
          <p:spPr>
            <a:xfrm>
              <a:off x="4155480" y="630720"/>
              <a:ext cx="23040" cy="519480"/>
            </a:xfrm>
            <a:custGeom>
              <a:avLst/>
              <a:gdLst/>
              <a:ahLst/>
              <a:cxnLst/>
              <a:rect l="l" t="t" r="r" b="b"/>
              <a:pathLst>
                <a:path w="64" h="1443" extrusionOk="0">
                  <a:moveTo>
                    <a:pt x="41" y="1432"/>
                  </a:moveTo>
                  <a:cubicBezTo>
                    <a:pt x="40" y="1401"/>
                    <a:pt x="39" y="1370"/>
                    <a:pt x="38" y="1339"/>
                  </a:cubicBezTo>
                  <a:cubicBezTo>
                    <a:pt x="38" y="1308"/>
                    <a:pt x="36" y="1278"/>
                    <a:pt x="36" y="1248"/>
                  </a:cubicBezTo>
                  <a:cubicBezTo>
                    <a:pt x="35" y="1216"/>
                    <a:pt x="35" y="1184"/>
                    <a:pt x="35" y="1152"/>
                  </a:cubicBezTo>
                  <a:cubicBezTo>
                    <a:pt x="35" y="1153"/>
                    <a:pt x="35" y="1153"/>
                    <a:pt x="35" y="1153"/>
                  </a:cubicBezTo>
                  <a:cubicBezTo>
                    <a:pt x="35" y="1152"/>
                    <a:pt x="35" y="1150"/>
                    <a:pt x="35" y="1148"/>
                  </a:cubicBezTo>
                  <a:lnTo>
                    <a:pt x="35" y="1149"/>
                  </a:lnTo>
                  <a:cubicBezTo>
                    <a:pt x="35" y="1145"/>
                    <a:pt x="35" y="1142"/>
                    <a:pt x="35" y="1138"/>
                  </a:cubicBezTo>
                  <a:cubicBezTo>
                    <a:pt x="35" y="1107"/>
                    <a:pt x="34" y="1076"/>
                    <a:pt x="33" y="1046"/>
                  </a:cubicBezTo>
                  <a:cubicBezTo>
                    <a:pt x="32" y="1016"/>
                    <a:pt x="30" y="986"/>
                    <a:pt x="28" y="956"/>
                  </a:cubicBezTo>
                  <a:cubicBezTo>
                    <a:pt x="27" y="925"/>
                    <a:pt x="24" y="894"/>
                    <a:pt x="22" y="863"/>
                  </a:cubicBezTo>
                  <a:cubicBezTo>
                    <a:pt x="20" y="831"/>
                    <a:pt x="17" y="799"/>
                    <a:pt x="14" y="767"/>
                  </a:cubicBezTo>
                  <a:cubicBezTo>
                    <a:pt x="11" y="737"/>
                    <a:pt x="9" y="706"/>
                    <a:pt x="8" y="676"/>
                  </a:cubicBezTo>
                  <a:cubicBezTo>
                    <a:pt x="7" y="646"/>
                    <a:pt x="6" y="616"/>
                    <a:pt x="6" y="586"/>
                  </a:cubicBezTo>
                  <a:cubicBezTo>
                    <a:pt x="6" y="525"/>
                    <a:pt x="6" y="463"/>
                    <a:pt x="5" y="402"/>
                  </a:cubicBezTo>
                  <a:cubicBezTo>
                    <a:pt x="4" y="359"/>
                    <a:pt x="4" y="315"/>
                    <a:pt x="4" y="273"/>
                  </a:cubicBezTo>
                  <a:lnTo>
                    <a:pt x="4" y="274"/>
                  </a:lnTo>
                  <a:cubicBezTo>
                    <a:pt x="4" y="254"/>
                    <a:pt x="5" y="234"/>
                    <a:pt x="6" y="214"/>
                  </a:cubicBezTo>
                  <a:cubicBezTo>
                    <a:pt x="6" y="194"/>
                    <a:pt x="6" y="175"/>
                    <a:pt x="6" y="155"/>
                  </a:cubicBezTo>
                  <a:cubicBezTo>
                    <a:pt x="6" y="156"/>
                    <a:pt x="6" y="156"/>
                    <a:pt x="6" y="157"/>
                  </a:cubicBezTo>
                  <a:cubicBezTo>
                    <a:pt x="6" y="132"/>
                    <a:pt x="6" y="107"/>
                    <a:pt x="4" y="82"/>
                  </a:cubicBezTo>
                  <a:cubicBezTo>
                    <a:pt x="4" y="77"/>
                    <a:pt x="4" y="71"/>
                    <a:pt x="4" y="66"/>
                  </a:cubicBezTo>
                  <a:cubicBezTo>
                    <a:pt x="4" y="59"/>
                    <a:pt x="3" y="52"/>
                    <a:pt x="3" y="46"/>
                  </a:cubicBezTo>
                  <a:cubicBezTo>
                    <a:pt x="2" y="39"/>
                    <a:pt x="2" y="33"/>
                    <a:pt x="2" y="28"/>
                  </a:cubicBezTo>
                  <a:cubicBezTo>
                    <a:pt x="1" y="22"/>
                    <a:pt x="0" y="17"/>
                    <a:pt x="1" y="11"/>
                  </a:cubicBezTo>
                  <a:cubicBezTo>
                    <a:pt x="1" y="5"/>
                    <a:pt x="7" y="0"/>
                    <a:pt x="13" y="1"/>
                  </a:cubicBezTo>
                  <a:cubicBezTo>
                    <a:pt x="19" y="1"/>
                    <a:pt x="24" y="8"/>
                    <a:pt x="23" y="14"/>
                  </a:cubicBezTo>
                  <a:lnTo>
                    <a:pt x="23" y="15"/>
                  </a:lnTo>
                  <a:cubicBezTo>
                    <a:pt x="22" y="15"/>
                    <a:pt x="22" y="17"/>
                    <a:pt x="22" y="17"/>
                  </a:cubicBezTo>
                  <a:cubicBezTo>
                    <a:pt x="23" y="35"/>
                    <a:pt x="24" y="52"/>
                    <a:pt x="25" y="70"/>
                  </a:cubicBezTo>
                  <a:cubicBezTo>
                    <a:pt x="25" y="89"/>
                    <a:pt x="26" y="109"/>
                    <a:pt x="26" y="128"/>
                  </a:cubicBezTo>
                  <a:lnTo>
                    <a:pt x="26" y="127"/>
                  </a:lnTo>
                  <a:cubicBezTo>
                    <a:pt x="26" y="136"/>
                    <a:pt x="26" y="145"/>
                    <a:pt x="26" y="154"/>
                  </a:cubicBezTo>
                  <a:lnTo>
                    <a:pt x="26" y="155"/>
                  </a:lnTo>
                  <a:cubicBezTo>
                    <a:pt x="26" y="175"/>
                    <a:pt x="25" y="195"/>
                    <a:pt x="25" y="214"/>
                  </a:cubicBezTo>
                  <a:cubicBezTo>
                    <a:pt x="25" y="234"/>
                    <a:pt x="25" y="254"/>
                    <a:pt x="24" y="274"/>
                  </a:cubicBezTo>
                  <a:cubicBezTo>
                    <a:pt x="24" y="274"/>
                    <a:pt x="24" y="273"/>
                    <a:pt x="24" y="272"/>
                  </a:cubicBezTo>
                  <a:cubicBezTo>
                    <a:pt x="24" y="280"/>
                    <a:pt x="24" y="287"/>
                    <a:pt x="24" y="294"/>
                  </a:cubicBezTo>
                  <a:cubicBezTo>
                    <a:pt x="24" y="295"/>
                    <a:pt x="24" y="296"/>
                    <a:pt x="24" y="298"/>
                  </a:cubicBezTo>
                  <a:cubicBezTo>
                    <a:pt x="24" y="297"/>
                    <a:pt x="24" y="297"/>
                    <a:pt x="24" y="297"/>
                  </a:cubicBezTo>
                  <a:cubicBezTo>
                    <a:pt x="25" y="328"/>
                    <a:pt x="25" y="359"/>
                    <a:pt x="25" y="389"/>
                  </a:cubicBezTo>
                  <a:cubicBezTo>
                    <a:pt x="25" y="420"/>
                    <a:pt x="25" y="451"/>
                    <a:pt x="25" y="482"/>
                  </a:cubicBezTo>
                  <a:cubicBezTo>
                    <a:pt x="26" y="512"/>
                    <a:pt x="26" y="542"/>
                    <a:pt x="27" y="572"/>
                  </a:cubicBezTo>
                  <a:cubicBezTo>
                    <a:pt x="27" y="588"/>
                    <a:pt x="27" y="603"/>
                    <a:pt x="27" y="618"/>
                  </a:cubicBezTo>
                  <a:cubicBezTo>
                    <a:pt x="27" y="634"/>
                    <a:pt x="27" y="649"/>
                    <a:pt x="28" y="665"/>
                  </a:cubicBezTo>
                  <a:cubicBezTo>
                    <a:pt x="29" y="682"/>
                    <a:pt x="29" y="698"/>
                    <a:pt x="30" y="715"/>
                  </a:cubicBezTo>
                  <a:cubicBezTo>
                    <a:pt x="31" y="730"/>
                    <a:pt x="32" y="745"/>
                    <a:pt x="34" y="761"/>
                  </a:cubicBezTo>
                  <a:cubicBezTo>
                    <a:pt x="36" y="790"/>
                    <a:pt x="39" y="819"/>
                    <a:pt x="41" y="849"/>
                  </a:cubicBezTo>
                  <a:cubicBezTo>
                    <a:pt x="44" y="880"/>
                    <a:pt x="46" y="911"/>
                    <a:pt x="48" y="942"/>
                  </a:cubicBezTo>
                  <a:cubicBezTo>
                    <a:pt x="50" y="975"/>
                    <a:pt x="52" y="1007"/>
                    <a:pt x="53" y="1039"/>
                  </a:cubicBezTo>
                  <a:cubicBezTo>
                    <a:pt x="55" y="1058"/>
                    <a:pt x="55" y="1076"/>
                    <a:pt x="55" y="1094"/>
                  </a:cubicBezTo>
                  <a:cubicBezTo>
                    <a:pt x="56" y="1114"/>
                    <a:pt x="56" y="1134"/>
                    <a:pt x="56" y="1154"/>
                  </a:cubicBezTo>
                  <a:cubicBezTo>
                    <a:pt x="56" y="1213"/>
                    <a:pt x="58" y="1273"/>
                    <a:pt x="59" y="1333"/>
                  </a:cubicBezTo>
                  <a:cubicBezTo>
                    <a:pt x="60" y="1366"/>
                    <a:pt x="61" y="1398"/>
                    <a:pt x="62" y="1431"/>
                  </a:cubicBezTo>
                  <a:cubicBezTo>
                    <a:pt x="63" y="1436"/>
                    <a:pt x="58" y="1442"/>
                    <a:pt x="52" y="1442"/>
                  </a:cubicBezTo>
                  <a:cubicBezTo>
                    <a:pt x="46" y="1442"/>
                    <a:pt x="41" y="1438"/>
                    <a:pt x="41" y="143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3" name="Google Shape;3733;p42"/>
            <p:cNvSpPr/>
            <p:nvPr/>
          </p:nvSpPr>
          <p:spPr>
            <a:xfrm>
              <a:off x="3905640" y="756720"/>
              <a:ext cx="381240" cy="299520"/>
            </a:xfrm>
            <a:custGeom>
              <a:avLst/>
              <a:gdLst/>
              <a:ahLst/>
              <a:cxnLst/>
              <a:rect l="l" t="t" r="r" b="b"/>
              <a:pathLst>
                <a:path w="1059" h="832" extrusionOk="0">
                  <a:moveTo>
                    <a:pt x="1044" y="831"/>
                  </a:moveTo>
                  <a:cubicBezTo>
                    <a:pt x="1027" y="828"/>
                    <a:pt x="1010" y="825"/>
                    <a:pt x="993" y="823"/>
                  </a:cubicBezTo>
                  <a:cubicBezTo>
                    <a:pt x="994" y="823"/>
                    <a:pt x="994" y="823"/>
                    <a:pt x="995" y="823"/>
                  </a:cubicBezTo>
                  <a:cubicBezTo>
                    <a:pt x="950" y="817"/>
                    <a:pt x="905" y="812"/>
                    <a:pt x="860" y="807"/>
                  </a:cubicBezTo>
                  <a:cubicBezTo>
                    <a:pt x="835" y="804"/>
                    <a:pt x="811" y="802"/>
                    <a:pt x="787" y="799"/>
                  </a:cubicBezTo>
                  <a:cubicBezTo>
                    <a:pt x="776" y="797"/>
                    <a:pt x="765" y="796"/>
                    <a:pt x="754" y="795"/>
                  </a:cubicBezTo>
                  <a:cubicBezTo>
                    <a:pt x="742" y="793"/>
                    <a:pt x="730" y="792"/>
                    <a:pt x="719" y="790"/>
                  </a:cubicBezTo>
                  <a:cubicBezTo>
                    <a:pt x="697" y="786"/>
                    <a:pt x="674" y="783"/>
                    <a:pt x="651" y="779"/>
                  </a:cubicBezTo>
                  <a:cubicBezTo>
                    <a:pt x="628" y="775"/>
                    <a:pt x="605" y="770"/>
                    <a:pt x="582" y="765"/>
                  </a:cubicBezTo>
                  <a:cubicBezTo>
                    <a:pt x="536" y="756"/>
                    <a:pt x="491" y="746"/>
                    <a:pt x="445" y="736"/>
                  </a:cubicBezTo>
                  <a:cubicBezTo>
                    <a:pt x="423" y="732"/>
                    <a:pt x="401" y="726"/>
                    <a:pt x="378" y="721"/>
                  </a:cubicBezTo>
                  <a:cubicBezTo>
                    <a:pt x="367" y="718"/>
                    <a:pt x="356" y="715"/>
                    <a:pt x="345" y="712"/>
                  </a:cubicBezTo>
                  <a:cubicBezTo>
                    <a:pt x="339" y="710"/>
                    <a:pt x="334" y="709"/>
                    <a:pt x="328" y="707"/>
                  </a:cubicBezTo>
                  <a:cubicBezTo>
                    <a:pt x="323" y="705"/>
                    <a:pt x="317" y="704"/>
                    <a:pt x="311" y="701"/>
                  </a:cubicBezTo>
                  <a:cubicBezTo>
                    <a:pt x="305" y="700"/>
                    <a:pt x="299" y="697"/>
                    <a:pt x="293" y="696"/>
                  </a:cubicBezTo>
                  <a:cubicBezTo>
                    <a:pt x="288" y="693"/>
                    <a:pt x="282" y="691"/>
                    <a:pt x="276" y="689"/>
                  </a:cubicBezTo>
                  <a:cubicBezTo>
                    <a:pt x="265" y="684"/>
                    <a:pt x="255" y="679"/>
                    <a:pt x="244" y="673"/>
                  </a:cubicBezTo>
                  <a:cubicBezTo>
                    <a:pt x="234" y="668"/>
                    <a:pt x="224" y="662"/>
                    <a:pt x="214" y="657"/>
                  </a:cubicBezTo>
                  <a:cubicBezTo>
                    <a:pt x="205" y="652"/>
                    <a:pt x="195" y="647"/>
                    <a:pt x="186" y="641"/>
                  </a:cubicBezTo>
                  <a:cubicBezTo>
                    <a:pt x="181" y="637"/>
                    <a:pt x="176" y="634"/>
                    <a:pt x="170" y="630"/>
                  </a:cubicBezTo>
                  <a:cubicBezTo>
                    <a:pt x="165" y="627"/>
                    <a:pt x="160" y="623"/>
                    <a:pt x="155" y="620"/>
                  </a:cubicBezTo>
                  <a:cubicBezTo>
                    <a:pt x="145" y="613"/>
                    <a:pt x="137" y="606"/>
                    <a:pt x="128" y="598"/>
                  </a:cubicBezTo>
                  <a:cubicBezTo>
                    <a:pt x="111" y="583"/>
                    <a:pt x="94" y="567"/>
                    <a:pt x="78" y="551"/>
                  </a:cubicBezTo>
                  <a:cubicBezTo>
                    <a:pt x="66" y="537"/>
                    <a:pt x="52" y="522"/>
                    <a:pt x="40" y="507"/>
                  </a:cubicBezTo>
                  <a:cubicBezTo>
                    <a:pt x="35" y="500"/>
                    <a:pt x="30" y="493"/>
                    <a:pt x="26" y="485"/>
                  </a:cubicBezTo>
                  <a:cubicBezTo>
                    <a:pt x="25" y="485"/>
                    <a:pt x="25" y="484"/>
                    <a:pt x="25" y="483"/>
                  </a:cubicBezTo>
                  <a:cubicBezTo>
                    <a:pt x="25" y="483"/>
                    <a:pt x="25" y="484"/>
                    <a:pt x="25" y="485"/>
                  </a:cubicBezTo>
                  <a:cubicBezTo>
                    <a:pt x="25" y="483"/>
                    <a:pt x="24" y="483"/>
                    <a:pt x="24" y="482"/>
                  </a:cubicBezTo>
                  <a:cubicBezTo>
                    <a:pt x="24" y="481"/>
                    <a:pt x="24" y="481"/>
                    <a:pt x="23" y="481"/>
                  </a:cubicBezTo>
                  <a:cubicBezTo>
                    <a:pt x="20" y="475"/>
                    <a:pt x="16" y="468"/>
                    <a:pt x="14" y="461"/>
                  </a:cubicBezTo>
                  <a:cubicBezTo>
                    <a:pt x="11" y="454"/>
                    <a:pt x="8" y="447"/>
                    <a:pt x="7" y="440"/>
                  </a:cubicBezTo>
                  <a:cubicBezTo>
                    <a:pt x="4" y="433"/>
                    <a:pt x="3" y="426"/>
                    <a:pt x="2" y="420"/>
                  </a:cubicBezTo>
                  <a:cubicBezTo>
                    <a:pt x="1" y="413"/>
                    <a:pt x="0" y="405"/>
                    <a:pt x="0" y="398"/>
                  </a:cubicBezTo>
                  <a:lnTo>
                    <a:pt x="0" y="397"/>
                  </a:lnTo>
                  <a:lnTo>
                    <a:pt x="0" y="398"/>
                  </a:lnTo>
                  <a:cubicBezTo>
                    <a:pt x="0" y="396"/>
                    <a:pt x="0" y="394"/>
                    <a:pt x="0" y="393"/>
                  </a:cubicBezTo>
                  <a:lnTo>
                    <a:pt x="0" y="394"/>
                  </a:lnTo>
                  <a:cubicBezTo>
                    <a:pt x="0" y="382"/>
                    <a:pt x="1" y="370"/>
                    <a:pt x="5" y="359"/>
                  </a:cubicBezTo>
                  <a:cubicBezTo>
                    <a:pt x="7" y="353"/>
                    <a:pt x="8" y="348"/>
                    <a:pt x="11" y="342"/>
                  </a:cubicBezTo>
                  <a:cubicBezTo>
                    <a:pt x="14" y="337"/>
                    <a:pt x="17" y="331"/>
                    <a:pt x="20" y="327"/>
                  </a:cubicBezTo>
                  <a:cubicBezTo>
                    <a:pt x="26" y="317"/>
                    <a:pt x="33" y="308"/>
                    <a:pt x="42" y="300"/>
                  </a:cubicBezTo>
                  <a:cubicBezTo>
                    <a:pt x="49" y="292"/>
                    <a:pt x="57" y="284"/>
                    <a:pt x="66" y="277"/>
                  </a:cubicBezTo>
                  <a:cubicBezTo>
                    <a:pt x="74" y="270"/>
                    <a:pt x="82" y="262"/>
                    <a:pt x="91" y="255"/>
                  </a:cubicBezTo>
                  <a:cubicBezTo>
                    <a:pt x="94" y="253"/>
                    <a:pt x="96" y="250"/>
                    <a:pt x="99" y="248"/>
                  </a:cubicBezTo>
                  <a:cubicBezTo>
                    <a:pt x="104" y="245"/>
                    <a:pt x="109" y="242"/>
                    <a:pt x="114" y="239"/>
                  </a:cubicBezTo>
                  <a:cubicBezTo>
                    <a:pt x="119" y="237"/>
                    <a:pt x="124" y="235"/>
                    <a:pt x="130" y="232"/>
                  </a:cubicBezTo>
                  <a:cubicBezTo>
                    <a:pt x="141" y="228"/>
                    <a:pt x="152" y="225"/>
                    <a:pt x="163" y="221"/>
                  </a:cubicBezTo>
                  <a:cubicBezTo>
                    <a:pt x="175" y="217"/>
                    <a:pt x="186" y="214"/>
                    <a:pt x="197" y="210"/>
                  </a:cubicBezTo>
                  <a:cubicBezTo>
                    <a:pt x="219" y="203"/>
                    <a:pt x="240" y="196"/>
                    <a:pt x="261" y="189"/>
                  </a:cubicBezTo>
                  <a:cubicBezTo>
                    <a:pt x="285" y="182"/>
                    <a:pt x="307" y="174"/>
                    <a:pt x="331" y="165"/>
                  </a:cubicBezTo>
                  <a:cubicBezTo>
                    <a:pt x="373" y="150"/>
                    <a:pt x="414" y="131"/>
                    <a:pt x="457" y="119"/>
                  </a:cubicBezTo>
                  <a:cubicBezTo>
                    <a:pt x="503" y="105"/>
                    <a:pt x="549" y="93"/>
                    <a:pt x="595" y="81"/>
                  </a:cubicBezTo>
                  <a:cubicBezTo>
                    <a:pt x="617" y="76"/>
                    <a:pt x="639" y="71"/>
                    <a:pt x="661" y="66"/>
                  </a:cubicBezTo>
                  <a:cubicBezTo>
                    <a:pt x="684" y="60"/>
                    <a:pt x="707" y="55"/>
                    <a:pt x="730" y="51"/>
                  </a:cubicBezTo>
                  <a:cubicBezTo>
                    <a:pt x="748" y="47"/>
                    <a:pt x="765" y="44"/>
                    <a:pt x="783" y="40"/>
                  </a:cubicBezTo>
                  <a:cubicBezTo>
                    <a:pt x="803" y="36"/>
                    <a:pt x="821" y="32"/>
                    <a:pt x="840" y="28"/>
                  </a:cubicBezTo>
                  <a:lnTo>
                    <a:pt x="839" y="28"/>
                  </a:lnTo>
                  <a:cubicBezTo>
                    <a:pt x="849" y="26"/>
                    <a:pt x="858" y="23"/>
                    <a:pt x="867" y="20"/>
                  </a:cubicBezTo>
                  <a:cubicBezTo>
                    <a:pt x="876" y="17"/>
                    <a:pt x="885" y="14"/>
                    <a:pt x="893" y="12"/>
                  </a:cubicBezTo>
                  <a:cubicBezTo>
                    <a:pt x="897" y="10"/>
                    <a:pt x="900" y="9"/>
                    <a:pt x="903" y="7"/>
                  </a:cubicBezTo>
                  <a:cubicBezTo>
                    <a:pt x="905" y="3"/>
                    <a:pt x="910" y="0"/>
                    <a:pt x="915" y="1"/>
                  </a:cubicBezTo>
                  <a:cubicBezTo>
                    <a:pt x="921" y="2"/>
                    <a:pt x="924" y="8"/>
                    <a:pt x="923" y="14"/>
                  </a:cubicBezTo>
                  <a:cubicBezTo>
                    <a:pt x="921" y="23"/>
                    <a:pt x="913" y="27"/>
                    <a:pt x="905" y="30"/>
                  </a:cubicBezTo>
                  <a:cubicBezTo>
                    <a:pt x="900" y="32"/>
                    <a:pt x="895" y="34"/>
                    <a:pt x="889" y="35"/>
                  </a:cubicBezTo>
                  <a:cubicBezTo>
                    <a:pt x="878" y="39"/>
                    <a:pt x="867" y="42"/>
                    <a:pt x="855" y="45"/>
                  </a:cubicBezTo>
                  <a:cubicBezTo>
                    <a:pt x="832" y="51"/>
                    <a:pt x="808" y="56"/>
                    <a:pt x="785" y="60"/>
                  </a:cubicBezTo>
                  <a:cubicBezTo>
                    <a:pt x="762" y="65"/>
                    <a:pt x="740" y="69"/>
                    <a:pt x="718" y="74"/>
                  </a:cubicBezTo>
                  <a:cubicBezTo>
                    <a:pt x="696" y="79"/>
                    <a:pt x="674" y="83"/>
                    <a:pt x="652" y="88"/>
                  </a:cubicBezTo>
                  <a:cubicBezTo>
                    <a:pt x="619" y="97"/>
                    <a:pt x="585" y="105"/>
                    <a:pt x="552" y="113"/>
                  </a:cubicBezTo>
                  <a:lnTo>
                    <a:pt x="553" y="113"/>
                  </a:lnTo>
                  <a:cubicBezTo>
                    <a:pt x="530" y="119"/>
                    <a:pt x="508" y="125"/>
                    <a:pt x="486" y="132"/>
                  </a:cubicBezTo>
                  <a:cubicBezTo>
                    <a:pt x="475" y="135"/>
                    <a:pt x="464" y="139"/>
                    <a:pt x="452" y="142"/>
                  </a:cubicBezTo>
                  <a:cubicBezTo>
                    <a:pt x="441" y="146"/>
                    <a:pt x="430" y="150"/>
                    <a:pt x="419" y="153"/>
                  </a:cubicBezTo>
                  <a:cubicBezTo>
                    <a:pt x="398" y="161"/>
                    <a:pt x="377" y="169"/>
                    <a:pt x="356" y="177"/>
                  </a:cubicBezTo>
                  <a:cubicBezTo>
                    <a:pt x="334" y="186"/>
                    <a:pt x="310" y="194"/>
                    <a:pt x="288" y="202"/>
                  </a:cubicBezTo>
                  <a:cubicBezTo>
                    <a:pt x="267" y="209"/>
                    <a:pt x="246" y="215"/>
                    <a:pt x="226" y="222"/>
                  </a:cubicBezTo>
                  <a:cubicBezTo>
                    <a:pt x="203" y="229"/>
                    <a:pt x="180" y="237"/>
                    <a:pt x="158" y="245"/>
                  </a:cubicBezTo>
                  <a:cubicBezTo>
                    <a:pt x="151" y="247"/>
                    <a:pt x="145" y="249"/>
                    <a:pt x="138" y="252"/>
                  </a:cubicBezTo>
                  <a:cubicBezTo>
                    <a:pt x="132" y="254"/>
                    <a:pt x="126" y="257"/>
                    <a:pt x="120" y="261"/>
                  </a:cubicBezTo>
                  <a:cubicBezTo>
                    <a:pt x="117" y="263"/>
                    <a:pt x="114" y="264"/>
                    <a:pt x="112" y="266"/>
                  </a:cubicBezTo>
                  <a:cubicBezTo>
                    <a:pt x="95" y="279"/>
                    <a:pt x="80" y="293"/>
                    <a:pt x="64" y="307"/>
                  </a:cubicBezTo>
                  <a:cubicBezTo>
                    <a:pt x="57" y="314"/>
                    <a:pt x="51" y="321"/>
                    <a:pt x="45" y="328"/>
                  </a:cubicBezTo>
                  <a:cubicBezTo>
                    <a:pt x="42" y="333"/>
                    <a:pt x="39" y="338"/>
                    <a:pt x="36" y="343"/>
                  </a:cubicBezTo>
                  <a:cubicBezTo>
                    <a:pt x="34" y="346"/>
                    <a:pt x="32" y="349"/>
                    <a:pt x="31" y="352"/>
                  </a:cubicBezTo>
                  <a:cubicBezTo>
                    <a:pt x="29" y="357"/>
                    <a:pt x="27" y="362"/>
                    <a:pt x="26" y="366"/>
                  </a:cubicBezTo>
                  <a:cubicBezTo>
                    <a:pt x="25" y="369"/>
                    <a:pt x="25" y="372"/>
                    <a:pt x="24" y="376"/>
                  </a:cubicBezTo>
                  <a:cubicBezTo>
                    <a:pt x="23" y="381"/>
                    <a:pt x="22" y="387"/>
                    <a:pt x="22" y="393"/>
                  </a:cubicBezTo>
                  <a:cubicBezTo>
                    <a:pt x="22" y="400"/>
                    <a:pt x="23" y="406"/>
                    <a:pt x="24" y="412"/>
                  </a:cubicBezTo>
                  <a:cubicBezTo>
                    <a:pt x="24" y="416"/>
                    <a:pt x="25" y="419"/>
                    <a:pt x="25" y="422"/>
                  </a:cubicBezTo>
                  <a:cubicBezTo>
                    <a:pt x="26" y="426"/>
                    <a:pt x="27" y="430"/>
                    <a:pt x="28" y="433"/>
                  </a:cubicBezTo>
                  <a:cubicBezTo>
                    <a:pt x="29" y="437"/>
                    <a:pt x="29" y="440"/>
                    <a:pt x="31" y="443"/>
                  </a:cubicBezTo>
                  <a:cubicBezTo>
                    <a:pt x="32" y="447"/>
                    <a:pt x="33" y="450"/>
                    <a:pt x="35" y="454"/>
                  </a:cubicBezTo>
                  <a:cubicBezTo>
                    <a:pt x="36" y="457"/>
                    <a:pt x="38" y="461"/>
                    <a:pt x="39" y="464"/>
                  </a:cubicBezTo>
                  <a:cubicBezTo>
                    <a:pt x="41" y="468"/>
                    <a:pt x="43" y="471"/>
                    <a:pt x="45" y="474"/>
                  </a:cubicBezTo>
                  <a:cubicBezTo>
                    <a:pt x="47" y="478"/>
                    <a:pt x="50" y="482"/>
                    <a:pt x="52" y="486"/>
                  </a:cubicBezTo>
                  <a:cubicBezTo>
                    <a:pt x="55" y="490"/>
                    <a:pt x="57" y="493"/>
                    <a:pt x="60" y="497"/>
                  </a:cubicBezTo>
                  <a:cubicBezTo>
                    <a:pt x="65" y="503"/>
                    <a:pt x="71" y="510"/>
                    <a:pt x="76" y="515"/>
                  </a:cubicBezTo>
                  <a:cubicBezTo>
                    <a:pt x="82" y="522"/>
                    <a:pt x="88" y="529"/>
                    <a:pt x="95" y="536"/>
                  </a:cubicBezTo>
                  <a:cubicBezTo>
                    <a:pt x="115" y="556"/>
                    <a:pt x="135" y="576"/>
                    <a:pt x="158" y="594"/>
                  </a:cubicBezTo>
                  <a:cubicBezTo>
                    <a:pt x="164" y="599"/>
                    <a:pt x="170" y="604"/>
                    <a:pt x="177" y="609"/>
                  </a:cubicBezTo>
                  <a:cubicBezTo>
                    <a:pt x="184" y="613"/>
                    <a:pt x="191" y="618"/>
                    <a:pt x="199" y="623"/>
                  </a:cubicBezTo>
                  <a:lnTo>
                    <a:pt x="200" y="623"/>
                  </a:lnTo>
                  <a:cubicBezTo>
                    <a:pt x="200" y="624"/>
                    <a:pt x="200" y="624"/>
                    <a:pt x="201" y="624"/>
                  </a:cubicBezTo>
                  <a:cubicBezTo>
                    <a:pt x="200" y="624"/>
                    <a:pt x="200" y="624"/>
                    <a:pt x="200" y="623"/>
                  </a:cubicBezTo>
                  <a:cubicBezTo>
                    <a:pt x="202" y="625"/>
                    <a:pt x="205" y="626"/>
                    <a:pt x="207" y="628"/>
                  </a:cubicBezTo>
                  <a:cubicBezTo>
                    <a:pt x="208" y="628"/>
                    <a:pt x="208" y="629"/>
                    <a:pt x="208" y="629"/>
                  </a:cubicBezTo>
                  <a:lnTo>
                    <a:pt x="209" y="629"/>
                  </a:lnTo>
                  <a:cubicBezTo>
                    <a:pt x="208" y="629"/>
                    <a:pt x="208" y="629"/>
                    <a:pt x="208" y="629"/>
                  </a:cubicBezTo>
                  <a:cubicBezTo>
                    <a:pt x="209" y="629"/>
                    <a:pt x="209" y="629"/>
                    <a:pt x="209" y="629"/>
                  </a:cubicBezTo>
                  <a:cubicBezTo>
                    <a:pt x="210" y="630"/>
                    <a:pt x="211" y="630"/>
                    <a:pt x="211" y="630"/>
                  </a:cubicBezTo>
                  <a:cubicBezTo>
                    <a:pt x="223" y="637"/>
                    <a:pt x="236" y="644"/>
                    <a:pt x="248" y="651"/>
                  </a:cubicBezTo>
                  <a:cubicBezTo>
                    <a:pt x="254" y="654"/>
                    <a:pt x="260" y="657"/>
                    <a:pt x="267" y="660"/>
                  </a:cubicBezTo>
                  <a:cubicBezTo>
                    <a:pt x="272" y="663"/>
                    <a:pt x="278" y="665"/>
                    <a:pt x="284" y="668"/>
                  </a:cubicBezTo>
                  <a:cubicBezTo>
                    <a:pt x="289" y="670"/>
                    <a:pt x="295" y="673"/>
                    <a:pt x="301" y="675"/>
                  </a:cubicBezTo>
                  <a:cubicBezTo>
                    <a:pt x="307" y="677"/>
                    <a:pt x="313" y="679"/>
                    <a:pt x="318" y="682"/>
                  </a:cubicBezTo>
                  <a:cubicBezTo>
                    <a:pt x="324" y="684"/>
                    <a:pt x="331" y="686"/>
                    <a:pt x="336" y="687"/>
                  </a:cubicBezTo>
                  <a:cubicBezTo>
                    <a:pt x="342" y="689"/>
                    <a:pt x="348" y="691"/>
                    <a:pt x="354" y="693"/>
                  </a:cubicBezTo>
                  <a:cubicBezTo>
                    <a:pt x="398" y="704"/>
                    <a:pt x="444" y="714"/>
                    <a:pt x="489" y="723"/>
                  </a:cubicBezTo>
                  <a:cubicBezTo>
                    <a:pt x="534" y="733"/>
                    <a:pt x="578" y="743"/>
                    <a:pt x="623" y="752"/>
                  </a:cubicBezTo>
                  <a:cubicBezTo>
                    <a:pt x="641" y="756"/>
                    <a:pt x="657" y="759"/>
                    <a:pt x="675" y="762"/>
                  </a:cubicBezTo>
                  <a:cubicBezTo>
                    <a:pt x="691" y="764"/>
                    <a:pt x="707" y="767"/>
                    <a:pt x="723" y="769"/>
                  </a:cubicBezTo>
                  <a:lnTo>
                    <a:pt x="722" y="769"/>
                  </a:lnTo>
                  <a:cubicBezTo>
                    <a:pt x="768" y="775"/>
                    <a:pt x="815" y="781"/>
                    <a:pt x="862" y="786"/>
                  </a:cubicBezTo>
                  <a:cubicBezTo>
                    <a:pt x="907" y="791"/>
                    <a:pt x="952" y="796"/>
                    <a:pt x="997" y="802"/>
                  </a:cubicBezTo>
                  <a:cubicBezTo>
                    <a:pt x="1014" y="804"/>
                    <a:pt x="1031" y="806"/>
                    <a:pt x="1048" y="809"/>
                  </a:cubicBezTo>
                  <a:cubicBezTo>
                    <a:pt x="1054" y="810"/>
                    <a:pt x="1058" y="816"/>
                    <a:pt x="1057" y="822"/>
                  </a:cubicBezTo>
                  <a:cubicBezTo>
                    <a:pt x="1056" y="827"/>
                    <a:pt x="1051" y="831"/>
                    <a:pt x="1046" y="831"/>
                  </a:cubicBezTo>
                  <a:lnTo>
                    <a:pt x="1044" y="831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4" name="Google Shape;3734;p42"/>
            <p:cNvSpPr/>
            <p:nvPr/>
          </p:nvSpPr>
          <p:spPr>
            <a:xfrm>
              <a:off x="3659040" y="926640"/>
              <a:ext cx="34200" cy="51480"/>
            </a:xfrm>
            <a:custGeom>
              <a:avLst/>
              <a:gdLst/>
              <a:ahLst/>
              <a:cxnLst/>
              <a:rect l="l" t="t" r="r" b="b"/>
              <a:pathLst>
                <a:path w="95" h="143" extrusionOk="0">
                  <a:moveTo>
                    <a:pt x="67" y="142"/>
                  </a:moveTo>
                  <a:cubicBezTo>
                    <a:pt x="61" y="141"/>
                    <a:pt x="56" y="136"/>
                    <a:pt x="57" y="130"/>
                  </a:cubicBezTo>
                  <a:cubicBezTo>
                    <a:pt x="58" y="111"/>
                    <a:pt x="60" y="92"/>
                    <a:pt x="61" y="73"/>
                  </a:cubicBezTo>
                  <a:cubicBezTo>
                    <a:pt x="63" y="66"/>
                    <a:pt x="63" y="59"/>
                    <a:pt x="64" y="52"/>
                  </a:cubicBezTo>
                  <a:cubicBezTo>
                    <a:pt x="62" y="54"/>
                    <a:pt x="59" y="57"/>
                    <a:pt x="57" y="59"/>
                  </a:cubicBezTo>
                  <a:cubicBezTo>
                    <a:pt x="51" y="64"/>
                    <a:pt x="46" y="70"/>
                    <a:pt x="40" y="74"/>
                  </a:cubicBezTo>
                  <a:cubicBezTo>
                    <a:pt x="33" y="80"/>
                    <a:pt x="28" y="85"/>
                    <a:pt x="21" y="91"/>
                  </a:cubicBezTo>
                  <a:cubicBezTo>
                    <a:pt x="19" y="95"/>
                    <a:pt x="14" y="97"/>
                    <a:pt x="10" y="96"/>
                  </a:cubicBezTo>
                  <a:cubicBezTo>
                    <a:pt x="4" y="95"/>
                    <a:pt x="0" y="89"/>
                    <a:pt x="1" y="83"/>
                  </a:cubicBezTo>
                  <a:cubicBezTo>
                    <a:pt x="3" y="77"/>
                    <a:pt x="8" y="74"/>
                    <a:pt x="13" y="70"/>
                  </a:cubicBezTo>
                  <a:cubicBezTo>
                    <a:pt x="17" y="66"/>
                    <a:pt x="21" y="63"/>
                    <a:pt x="25" y="59"/>
                  </a:cubicBezTo>
                  <a:cubicBezTo>
                    <a:pt x="32" y="53"/>
                    <a:pt x="39" y="46"/>
                    <a:pt x="46" y="41"/>
                  </a:cubicBezTo>
                  <a:cubicBezTo>
                    <a:pt x="52" y="34"/>
                    <a:pt x="58" y="28"/>
                    <a:pt x="63" y="21"/>
                  </a:cubicBezTo>
                  <a:cubicBezTo>
                    <a:pt x="65" y="19"/>
                    <a:pt x="66" y="17"/>
                    <a:pt x="67" y="16"/>
                  </a:cubicBezTo>
                  <a:cubicBezTo>
                    <a:pt x="70" y="13"/>
                    <a:pt x="72" y="9"/>
                    <a:pt x="75" y="6"/>
                  </a:cubicBezTo>
                  <a:cubicBezTo>
                    <a:pt x="82" y="0"/>
                    <a:pt x="93" y="5"/>
                    <a:pt x="94" y="14"/>
                  </a:cubicBezTo>
                  <a:cubicBezTo>
                    <a:pt x="94" y="16"/>
                    <a:pt x="94" y="17"/>
                    <a:pt x="94" y="18"/>
                  </a:cubicBezTo>
                  <a:cubicBezTo>
                    <a:pt x="93" y="21"/>
                    <a:pt x="92" y="22"/>
                    <a:pt x="92" y="25"/>
                  </a:cubicBezTo>
                  <a:cubicBezTo>
                    <a:pt x="91" y="27"/>
                    <a:pt x="91" y="28"/>
                    <a:pt x="91" y="30"/>
                  </a:cubicBezTo>
                  <a:cubicBezTo>
                    <a:pt x="89" y="34"/>
                    <a:pt x="89" y="37"/>
                    <a:pt x="88" y="41"/>
                  </a:cubicBezTo>
                  <a:cubicBezTo>
                    <a:pt x="87" y="47"/>
                    <a:pt x="85" y="54"/>
                    <a:pt x="84" y="61"/>
                  </a:cubicBezTo>
                  <a:cubicBezTo>
                    <a:pt x="81" y="84"/>
                    <a:pt x="79" y="108"/>
                    <a:pt x="78" y="132"/>
                  </a:cubicBezTo>
                  <a:cubicBezTo>
                    <a:pt x="78" y="137"/>
                    <a:pt x="73" y="142"/>
                    <a:pt x="67" y="14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5" name="Google Shape;3735;p42"/>
            <p:cNvSpPr/>
            <p:nvPr/>
          </p:nvSpPr>
          <p:spPr>
            <a:xfrm>
              <a:off x="3857760" y="930240"/>
              <a:ext cx="45720" cy="73440"/>
            </a:xfrm>
            <a:custGeom>
              <a:avLst/>
              <a:gdLst/>
              <a:ahLst/>
              <a:cxnLst/>
              <a:rect l="l" t="t" r="r" b="b"/>
              <a:pathLst>
                <a:path w="127" h="204" extrusionOk="0">
                  <a:moveTo>
                    <a:pt x="18" y="202"/>
                  </a:moveTo>
                  <a:cubicBezTo>
                    <a:pt x="15" y="202"/>
                    <a:pt x="12" y="201"/>
                    <a:pt x="9" y="200"/>
                  </a:cubicBezTo>
                  <a:cubicBezTo>
                    <a:pt x="3" y="198"/>
                    <a:pt x="0" y="191"/>
                    <a:pt x="2" y="186"/>
                  </a:cubicBezTo>
                  <a:cubicBezTo>
                    <a:pt x="4" y="180"/>
                    <a:pt x="10" y="177"/>
                    <a:pt x="16" y="179"/>
                  </a:cubicBezTo>
                  <a:cubicBezTo>
                    <a:pt x="17" y="179"/>
                    <a:pt x="18" y="180"/>
                    <a:pt x="20" y="180"/>
                  </a:cubicBezTo>
                  <a:lnTo>
                    <a:pt x="21" y="180"/>
                  </a:lnTo>
                  <a:cubicBezTo>
                    <a:pt x="23" y="180"/>
                    <a:pt x="24" y="180"/>
                    <a:pt x="27" y="180"/>
                  </a:cubicBezTo>
                  <a:cubicBezTo>
                    <a:pt x="26" y="180"/>
                    <a:pt x="25" y="180"/>
                    <a:pt x="25" y="180"/>
                  </a:cubicBezTo>
                  <a:cubicBezTo>
                    <a:pt x="28" y="180"/>
                    <a:pt x="31" y="180"/>
                    <a:pt x="34" y="180"/>
                  </a:cubicBezTo>
                  <a:cubicBezTo>
                    <a:pt x="42" y="180"/>
                    <a:pt x="51" y="180"/>
                    <a:pt x="59" y="179"/>
                  </a:cubicBezTo>
                  <a:cubicBezTo>
                    <a:pt x="65" y="178"/>
                    <a:pt x="70" y="177"/>
                    <a:pt x="76" y="176"/>
                  </a:cubicBezTo>
                  <a:cubicBezTo>
                    <a:pt x="79" y="174"/>
                    <a:pt x="82" y="173"/>
                    <a:pt x="85" y="172"/>
                  </a:cubicBezTo>
                  <a:cubicBezTo>
                    <a:pt x="87" y="172"/>
                    <a:pt x="88" y="170"/>
                    <a:pt x="90" y="170"/>
                  </a:cubicBezTo>
                  <a:cubicBezTo>
                    <a:pt x="92" y="169"/>
                    <a:pt x="93" y="167"/>
                    <a:pt x="95" y="167"/>
                  </a:cubicBezTo>
                  <a:cubicBezTo>
                    <a:pt x="95" y="166"/>
                    <a:pt x="96" y="166"/>
                    <a:pt x="97" y="165"/>
                  </a:cubicBezTo>
                  <a:cubicBezTo>
                    <a:pt x="97" y="165"/>
                    <a:pt x="98" y="164"/>
                    <a:pt x="98" y="163"/>
                  </a:cubicBezTo>
                  <a:cubicBezTo>
                    <a:pt x="99" y="163"/>
                    <a:pt x="99" y="162"/>
                    <a:pt x="100" y="160"/>
                  </a:cubicBezTo>
                  <a:cubicBezTo>
                    <a:pt x="101" y="159"/>
                    <a:pt x="101" y="159"/>
                    <a:pt x="102" y="158"/>
                  </a:cubicBezTo>
                  <a:cubicBezTo>
                    <a:pt x="102" y="156"/>
                    <a:pt x="102" y="156"/>
                    <a:pt x="102" y="155"/>
                  </a:cubicBezTo>
                  <a:cubicBezTo>
                    <a:pt x="103" y="152"/>
                    <a:pt x="104" y="151"/>
                    <a:pt x="104" y="148"/>
                  </a:cubicBezTo>
                  <a:cubicBezTo>
                    <a:pt x="104" y="147"/>
                    <a:pt x="104" y="145"/>
                    <a:pt x="104" y="144"/>
                  </a:cubicBezTo>
                  <a:cubicBezTo>
                    <a:pt x="104" y="144"/>
                    <a:pt x="104" y="143"/>
                    <a:pt x="104" y="142"/>
                  </a:cubicBezTo>
                  <a:cubicBezTo>
                    <a:pt x="104" y="141"/>
                    <a:pt x="104" y="139"/>
                    <a:pt x="104" y="138"/>
                  </a:cubicBezTo>
                  <a:cubicBezTo>
                    <a:pt x="103" y="136"/>
                    <a:pt x="102" y="135"/>
                    <a:pt x="102" y="134"/>
                  </a:cubicBezTo>
                  <a:cubicBezTo>
                    <a:pt x="101" y="132"/>
                    <a:pt x="100" y="130"/>
                    <a:pt x="99" y="128"/>
                  </a:cubicBezTo>
                  <a:lnTo>
                    <a:pt x="100" y="129"/>
                  </a:lnTo>
                  <a:cubicBezTo>
                    <a:pt x="98" y="126"/>
                    <a:pt x="96" y="123"/>
                    <a:pt x="94" y="120"/>
                  </a:cubicBezTo>
                  <a:cubicBezTo>
                    <a:pt x="92" y="117"/>
                    <a:pt x="90" y="114"/>
                    <a:pt x="88" y="112"/>
                  </a:cubicBezTo>
                  <a:cubicBezTo>
                    <a:pt x="86" y="110"/>
                    <a:pt x="84" y="109"/>
                    <a:pt x="82" y="107"/>
                  </a:cubicBezTo>
                  <a:cubicBezTo>
                    <a:pt x="75" y="102"/>
                    <a:pt x="67" y="97"/>
                    <a:pt x="60" y="91"/>
                  </a:cubicBezTo>
                  <a:cubicBezTo>
                    <a:pt x="57" y="89"/>
                    <a:pt x="55" y="87"/>
                    <a:pt x="53" y="84"/>
                  </a:cubicBezTo>
                  <a:cubicBezTo>
                    <a:pt x="51" y="81"/>
                    <a:pt x="51" y="78"/>
                    <a:pt x="51" y="74"/>
                  </a:cubicBezTo>
                  <a:cubicBezTo>
                    <a:pt x="51" y="71"/>
                    <a:pt x="52" y="68"/>
                    <a:pt x="55" y="65"/>
                  </a:cubicBezTo>
                  <a:cubicBezTo>
                    <a:pt x="56" y="63"/>
                    <a:pt x="59" y="60"/>
                    <a:pt x="62" y="58"/>
                  </a:cubicBezTo>
                  <a:cubicBezTo>
                    <a:pt x="64" y="56"/>
                    <a:pt x="66" y="53"/>
                    <a:pt x="68" y="50"/>
                  </a:cubicBezTo>
                  <a:cubicBezTo>
                    <a:pt x="70" y="48"/>
                    <a:pt x="72" y="45"/>
                    <a:pt x="73" y="43"/>
                  </a:cubicBezTo>
                  <a:cubicBezTo>
                    <a:pt x="75" y="40"/>
                    <a:pt x="76" y="38"/>
                    <a:pt x="77" y="35"/>
                  </a:cubicBezTo>
                  <a:cubicBezTo>
                    <a:pt x="78" y="34"/>
                    <a:pt x="79" y="32"/>
                    <a:pt x="79" y="31"/>
                  </a:cubicBezTo>
                  <a:cubicBezTo>
                    <a:pt x="79" y="29"/>
                    <a:pt x="79" y="28"/>
                    <a:pt x="80" y="28"/>
                  </a:cubicBezTo>
                  <a:cubicBezTo>
                    <a:pt x="80" y="28"/>
                    <a:pt x="79" y="28"/>
                    <a:pt x="79" y="29"/>
                  </a:cubicBezTo>
                  <a:cubicBezTo>
                    <a:pt x="79" y="28"/>
                    <a:pt x="80" y="27"/>
                    <a:pt x="80" y="26"/>
                  </a:cubicBezTo>
                  <a:cubicBezTo>
                    <a:pt x="80" y="26"/>
                    <a:pt x="79" y="26"/>
                    <a:pt x="79" y="25"/>
                  </a:cubicBezTo>
                  <a:cubicBezTo>
                    <a:pt x="79" y="24"/>
                    <a:pt x="79" y="24"/>
                    <a:pt x="78" y="24"/>
                  </a:cubicBezTo>
                  <a:lnTo>
                    <a:pt x="77" y="23"/>
                  </a:lnTo>
                  <a:cubicBezTo>
                    <a:pt x="77" y="22"/>
                    <a:pt x="76" y="22"/>
                    <a:pt x="76" y="22"/>
                  </a:cubicBezTo>
                  <a:lnTo>
                    <a:pt x="77" y="22"/>
                  </a:lnTo>
                  <a:lnTo>
                    <a:pt x="76" y="22"/>
                  </a:lnTo>
                  <a:cubicBezTo>
                    <a:pt x="77" y="22"/>
                    <a:pt x="77" y="22"/>
                    <a:pt x="77" y="22"/>
                  </a:cubicBezTo>
                  <a:lnTo>
                    <a:pt x="76" y="22"/>
                  </a:lnTo>
                  <a:cubicBezTo>
                    <a:pt x="76" y="22"/>
                    <a:pt x="75" y="22"/>
                    <a:pt x="74" y="22"/>
                  </a:cubicBezTo>
                  <a:lnTo>
                    <a:pt x="73" y="22"/>
                  </a:lnTo>
                  <a:lnTo>
                    <a:pt x="72" y="22"/>
                  </a:lnTo>
                  <a:cubicBezTo>
                    <a:pt x="69" y="22"/>
                    <a:pt x="67" y="22"/>
                    <a:pt x="65" y="23"/>
                  </a:cubicBezTo>
                  <a:cubicBezTo>
                    <a:pt x="60" y="24"/>
                    <a:pt x="55" y="26"/>
                    <a:pt x="51" y="28"/>
                  </a:cubicBezTo>
                  <a:cubicBezTo>
                    <a:pt x="49" y="28"/>
                    <a:pt x="48" y="29"/>
                    <a:pt x="46" y="30"/>
                  </a:cubicBezTo>
                  <a:cubicBezTo>
                    <a:pt x="45" y="31"/>
                    <a:pt x="44" y="31"/>
                    <a:pt x="43" y="32"/>
                  </a:cubicBezTo>
                  <a:cubicBezTo>
                    <a:pt x="45" y="34"/>
                    <a:pt x="45" y="36"/>
                    <a:pt x="45" y="39"/>
                  </a:cubicBezTo>
                  <a:cubicBezTo>
                    <a:pt x="45" y="45"/>
                    <a:pt x="39" y="50"/>
                    <a:pt x="34" y="49"/>
                  </a:cubicBezTo>
                  <a:cubicBezTo>
                    <a:pt x="28" y="49"/>
                    <a:pt x="23" y="47"/>
                    <a:pt x="20" y="43"/>
                  </a:cubicBezTo>
                  <a:cubicBezTo>
                    <a:pt x="18" y="42"/>
                    <a:pt x="17" y="40"/>
                    <a:pt x="16" y="38"/>
                  </a:cubicBezTo>
                  <a:cubicBezTo>
                    <a:pt x="16" y="35"/>
                    <a:pt x="16" y="33"/>
                    <a:pt x="16" y="31"/>
                  </a:cubicBezTo>
                  <a:cubicBezTo>
                    <a:pt x="17" y="25"/>
                    <a:pt x="22" y="21"/>
                    <a:pt x="25" y="18"/>
                  </a:cubicBezTo>
                  <a:cubicBezTo>
                    <a:pt x="37" y="9"/>
                    <a:pt x="52" y="3"/>
                    <a:pt x="67" y="0"/>
                  </a:cubicBezTo>
                  <a:cubicBezTo>
                    <a:pt x="69" y="0"/>
                    <a:pt x="72" y="0"/>
                    <a:pt x="74" y="0"/>
                  </a:cubicBezTo>
                  <a:cubicBezTo>
                    <a:pt x="77" y="0"/>
                    <a:pt x="80" y="1"/>
                    <a:pt x="83" y="1"/>
                  </a:cubicBezTo>
                  <a:cubicBezTo>
                    <a:pt x="87" y="3"/>
                    <a:pt x="91" y="6"/>
                    <a:pt x="95" y="10"/>
                  </a:cubicBezTo>
                  <a:cubicBezTo>
                    <a:pt x="98" y="13"/>
                    <a:pt x="101" y="18"/>
                    <a:pt x="101" y="24"/>
                  </a:cubicBezTo>
                  <a:cubicBezTo>
                    <a:pt x="101" y="30"/>
                    <a:pt x="99" y="36"/>
                    <a:pt x="97" y="43"/>
                  </a:cubicBezTo>
                  <a:cubicBezTo>
                    <a:pt x="95" y="48"/>
                    <a:pt x="92" y="53"/>
                    <a:pt x="89" y="58"/>
                  </a:cubicBezTo>
                  <a:cubicBezTo>
                    <a:pt x="88" y="60"/>
                    <a:pt x="87" y="61"/>
                    <a:pt x="85" y="64"/>
                  </a:cubicBezTo>
                  <a:cubicBezTo>
                    <a:pt x="84" y="66"/>
                    <a:pt x="82" y="68"/>
                    <a:pt x="80" y="70"/>
                  </a:cubicBezTo>
                  <a:cubicBezTo>
                    <a:pt x="79" y="71"/>
                    <a:pt x="77" y="74"/>
                    <a:pt x="75" y="75"/>
                  </a:cubicBezTo>
                  <a:cubicBezTo>
                    <a:pt x="80" y="79"/>
                    <a:pt x="84" y="82"/>
                    <a:pt x="90" y="86"/>
                  </a:cubicBezTo>
                  <a:cubicBezTo>
                    <a:pt x="93" y="89"/>
                    <a:pt x="97" y="91"/>
                    <a:pt x="99" y="94"/>
                  </a:cubicBezTo>
                  <a:cubicBezTo>
                    <a:pt x="104" y="99"/>
                    <a:pt x="108" y="103"/>
                    <a:pt x="112" y="109"/>
                  </a:cubicBezTo>
                  <a:cubicBezTo>
                    <a:pt x="120" y="119"/>
                    <a:pt x="125" y="131"/>
                    <a:pt x="126" y="143"/>
                  </a:cubicBezTo>
                  <a:cubicBezTo>
                    <a:pt x="126" y="150"/>
                    <a:pt x="125" y="157"/>
                    <a:pt x="122" y="163"/>
                  </a:cubicBezTo>
                  <a:cubicBezTo>
                    <a:pt x="120" y="169"/>
                    <a:pt x="118" y="174"/>
                    <a:pt x="113" y="179"/>
                  </a:cubicBezTo>
                  <a:cubicBezTo>
                    <a:pt x="110" y="183"/>
                    <a:pt x="105" y="186"/>
                    <a:pt x="101" y="188"/>
                  </a:cubicBezTo>
                  <a:cubicBezTo>
                    <a:pt x="94" y="192"/>
                    <a:pt x="87" y="194"/>
                    <a:pt x="81" y="197"/>
                  </a:cubicBezTo>
                  <a:cubicBezTo>
                    <a:pt x="70" y="199"/>
                    <a:pt x="59" y="201"/>
                    <a:pt x="49" y="201"/>
                  </a:cubicBezTo>
                  <a:cubicBezTo>
                    <a:pt x="44" y="202"/>
                    <a:pt x="39" y="202"/>
                    <a:pt x="34" y="203"/>
                  </a:cubicBezTo>
                  <a:cubicBezTo>
                    <a:pt x="32" y="203"/>
                    <a:pt x="29" y="203"/>
                    <a:pt x="26" y="203"/>
                  </a:cubicBezTo>
                  <a:cubicBezTo>
                    <a:pt x="25" y="203"/>
                    <a:pt x="24" y="203"/>
                    <a:pt x="24" y="203"/>
                  </a:cubicBezTo>
                  <a:cubicBezTo>
                    <a:pt x="22" y="203"/>
                    <a:pt x="20" y="203"/>
                    <a:pt x="18" y="20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6" name="Google Shape;3736;p42"/>
            <p:cNvSpPr/>
            <p:nvPr/>
          </p:nvSpPr>
          <p:spPr>
            <a:xfrm>
              <a:off x="4181760" y="941040"/>
              <a:ext cx="33120" cy="70560"/>
            </a:xfrm>
            <a:custGeom>
              <a:avLst/>
              <a:gdLst/>
              <a:ahLst/>
              <a:cxnLst/>
              <a:rect l="l" t="t" r="r" b="b"/>
              <a:pathLst>
                <a:path w="92" h="196" extrusionOk="0">
                  <a:moveTo>
                    <a:pt x="30" y="194"/>
                  </a:moveTo>
                  <a:cubicBezTo>
                    <a:pt x="27" y="194"/>
                    <a:pt x="24" y="193"/>
                    <a:pt x="21" y="193"/>
                  </a:cubicBezTo>
                  <a:cubicBezTo>
                    <a:pt x="19" y="192"/>
                    <a:pt x="18" y="192"/>
                    <a:pt x="16" y="191"/>
                  </a:cubicBezTo>
                  <a:cubicBezTo>
                    <a:pt x="13" y="191"/>
                    <a:pt x="10" y="189"/>
                    <a:pt x="8" y="188"/>
                  </a:cubicBezTo>
                  <a:cubicBezTo>
                    <a:pt x="2" y="185"/>
                    <a:pt x="0" y="178"/>
                    <a:pt x="3" y="172"/>
                  </a:cubicBezTo>
                  <a:cubicBezTo>
                    <a:pt x="5" y="167"/>
                    <a:pt x="12" y="164"/>
                    <a:pt x="18" y="167"/>
                  </a:cubicBezTo>
                  <a:cubicBezTo>
                    <a:pt x="19" y="168"/>
                    <a:pt x="20" y="168"/>
                    <a:pt x="21" y="168"/>
                  </a:cubicBezTo>
                  <a:cubicBezTo>
                    <a:pt x="22" y="169"/>
                    <a:pt x="23" y="169"/>
                    <a:pt x="24" y="170"/>
                  </a:cubicBezTo>
                  <a:cubicBezTo>
                    <a:pt x="28" y="171"/>
                    <a:pt x="33" y="172"/>
                    <a:pt x="37" y="172"/>
                  </a:cubicBezTo>
                  <a:cubicBezTo>
                    <a:pt x="39" y="172"/>
                    <a:pt x="41" y="172"/>
                    <a:pt x="43" y="172"/>
                  </a:cubicBezTo>
                  <a:cubicBezTo>
                    <a:pt x="45" y="172"/>
                    <a:pt x="47" y="172"/>
                    <a:pt x="50" y="172"/>
                  </a:cubicBezTo>
                  <a:cubicBezTo>
                    <a:pt x="51" y="172"/>
                    <a:pt x="53" y="172"/>
                    <a:pt x="55" y="171"/>
                  </a:cubicBezTo>
                  <a:cubicBezTo>
                    <a:pt x="56" y="171"/>
                    <a:pt x="57" y="171"/>
                    <a:pt x="58" y="171"/>
                  </a:cubicBezTo>
                  <a:cubicBezTo>
                    <a:pt x="58" y="170"/>
                    <a:pt x="59" y="170"/>
                    <a:pt x="60" y="170"/>
                  </a:cubicBezTo>
                  <a:cubicBezTo>
                    <a:pt x="60" y="169"/>
                    <a:pt x="61" y="169"/>
                    <a:pt x="61" y="168"/>
                  </a:cubicBezTo>
                  <a:cubicBezTo>
                    <a:pt x="62" y="168"/>
                    <a:pt x="63" y="168"/>
                    <a:pt x="63" y="167"/>
                  </a:cubicBezTo>
                  <a:cubicBezTo>
                    <a:pt x="63" y="167"/>
                    <a:pt x="64" y="166"/>
                    <a:pt x="64" y="165"/>
                  </a:cubicBezTo>
                  <a:cubicBezTo>
                    <a:pt x="65" y="165"/>
                    <a:pt x="65" y="165"/>
                    <a:pt x="65" y="164"/>
                  </a:cubicBezTo>
                  <a:lnTo>
                    <a:pt x="66" y="163"/>
                  </a:lnTo>
                  <a:cubicBezTo>
                    <a:pt x="67" y="162"/>
                    <a:pt x="67" y="161"/>
                    <a:pt x="67" y="160"/>
                  </a:cubicBezTo>
                  <a:cubicBezTo>
                    <a:pt x="67" y="159"/>
                    <a:pt x="68" y="158"/>
                    <a:pt x="68" y="157"/>
                  </a:cubicBezTo>
                  <a:cubicBezTo>
                    <a:pt x="68" y="154"/>
                    <a:pt x="68" y="153"/>
                    <a:pt x="68" y="150"/>
                  </a:cubicBezTo>
                  <a:cubicBezTo>
                    <a:pt x="68" y="143"/>
                    <a:pt x="67" y="136"/>
                    <a:pt x="66" y="129"/>
                  </a:cubicBezTo>
                  <a:cubicBezTo>
                    <a:pt x="65" y="123"/>
                    <a:pt x="64" y="119"/>
                    <a:pt x="63" y="114"/>
                  </a:cubicBezTo>
                  <a:cubicBezTo>
                    <a:pt x="62" y="110"/>
                    <a:pt x="61" y="107"/>
                    <a:pt x="60" y="103"/>
                  </a:cubicBezTo>
                  <a:cubicBezTo>
                    <a:pt x="58" y="100"/>
                    <a:pt x="57" y="98"/>
                    <a:pt x="56" y="95"/>
                  </a:cubicBezTo>
                  <a:cubicBezTo>
                    <a:pt x="54" y="93"/>
                    <a:pt x="53" y="91"/>
                    <a:pt x="52" y="89"/>
                  </a:cubicBezTo>
                  <a:cubicBezTo>
                    <a:pt x="51" y="88"/>
                    <a:pt x="50" y="86"/>
                    <a:pt x="48" y="85"/>
                  </a:cubicBezTo>
                  <a:cubicBezTo>
                    <a:pt x="47" y="84"/>
                    <a:pt x="46" y="83"/>
                    <a:pt x="45" y="82"/>
                  </a:cubicBezTo>
                  <a:cubicBezTo>
                    <a:pt x="44" y="82"/>
                    <a:pt x="43" y="80"/>
                    <a:pt x="42" y="80"/>
                  </a:cubicBezTo>
                  <a:cubicBezTo>
                    <a:pt x="41" y="79"/>
                    <a:pt x="40" y="79"/>
                    <a:pt x="40" y="79"/>
                  </a:cubicBezTo>
                  <a:cubicBezTo>
                    <a:pt x="39" y="79"/>
                    <a:pt x="37" y="78"/>
                    <a:pt x="36" y="77"/>
                  </a:cubicBezTo>
                  <a:lnTo>
                    <a:pt x="35" y="77"/>
                  </a:lnTo>
                  <a:cubicBezTo>
                    <a:pt x="33" y="77"/>
                    <a:pt x="32" y="77"/>
                    <a:pt x="31" y="77"/>
                  </a:cubicBezTo>
                  <a:cubicBezTo>
                    <a:pt x="32" y="77"/>
                    <a:pt x="32" y="77"/>
                    <a:pt x="33" y="77"/>
                  </a:cubicBezTo>
                  <a:cubicBezTo>
                    <a:pt x="32" y="77"/>
                    <a:pt x="30" y="77"/>
                    <a:pt x="29" y="77"/>
                  </a:cubicBezTo>
                  <a:cubicBezTo>
                    <a:pt x="30" y="77"/>
                    <a:pt x="30" y="77"/>
                    <a:pt x="30" y="77"/>
                  </a:cubicBezTo>
                  <a:cubicBezTo>
                    <a:pt x="30" y="77"/>
                    <a:pt x="29" y="77"/>
                    <a:pt x="28" y="77"/>
                  </a:cubicBezTo>
                  <a:cubicBezTo>
                    <a:pt x="27" y="77"/>
                    <a:pt x="27" y="77"/>
                    <a:pt x="26" y="78"/>
                  </a:cubicBezTo>
                  <a:cubicBezTo>
                    <a:pt x="25" y="80"/>
                    <a:pt x="22" y="82"/>
                    <a:pt x="20" y="83"/>
                  </a:cubicBezTo>
                  <a:cubicBezTo>
                    <a:pt x="14" y="86"/>
                    <a:pt x="8" y="83"/>
                    <a:pt x="5" y="77"/>
                  </a:cubicBezTo>
                  <a:cubicBezTo>
                    <a:pt x="3" y="73"/>
                    <a:pt x="4" y="69"/>
                    <a:pt x="5" y="66"/>
                  </a:cubicBezTo>
                  <a:cubicBezTo>
                    <a:pt x="7" y="64"/>
                    <a:pt x="9" y="62"/>
                    <a:pt x="11" y="61"/>
                  </a:cubicBezTo>
                  <a:cubicBezTo>
                    <a:pt x="12" y="60"/>
                    <a:pt x="12" y="59"/>
                    <a:pt x="13" y="58"/>
                  </a:cubicBezTo>
                  <a:cubicBezTo>
                    <a:pt x="14" y="57"/>
                    <a:pt x="14" y="56"/>
                    <a:pt x="15" y="55"/>
                  </a:cubicBezTo>
                  <a:lnTo>
                    <a:pt x="14" y="56"/>
                  </a:lnTo>
                  <a:cubicBezTo>
                    <a:pt x="17" y="52"/>
                    <a:pt x="18" y="48"/>
                    <a:pt x="20" y="44"/>
                  </a:cubicBezTo>
                  <a:cubicBezTo>
                    <a:pt x="22" y="40"/>
                    <a:pt x="24" y="35"/>
                    <a:pt x="25" y="30"/>
                  </a:cubicBezTo>
                  <a:cubicBezTo>
                    <a:pt x="26" y="27"/>
                    <a:pt x="27" y="23"/>
                    <a:pt x="28" y="20"/>
                  </a:cubicBezTo>
                  <a:cubicBezTo>
                    <a:pt x="29" y="15"/>
                    <a:pt x="30" y="9"/>
                    <a:pt x="32" y="5"/>
                  </a:cubicBezTo>
                  <a:cubicBezTo>
                    <a:pt x="35" y="2"/>
                    <a:pt x="39" y="0"/>
                    <a:pt x="42" y="1"/>
                  </a:cubicBezTo>
                  <a:cubicBezTo>
                    <a:pt x="47" y="1"/>
                    <a:pt x="50" y="3"/>
                    <a:pt x="51" y="8"/>
                  </a:cubicBezTo>
                  <a:cubicBezTo>
                    <a:pt x="52" y="8"/>
                    <a:pt x="52" y="9"/>
                    <a:pt x="52" y="10"/>
                  </a:cubicBezTo>
                  <a:cubicBezTo>
                    <a:pt x="52" y="9"/>
                    <a:pt x="52" y="9"/>
                    <a:pt x="52" y="9"/>
                  </a:cubicBezTo>
                  <a:cubicBezTo>
                    <a:pt x="53" y="12"/>
                    <a:pt x="52" y="16"/>
                    <a:pt x="51" y="18"/>
                  </a:cubicBezTo>
                  <a:cubicBezTo>
                    <a:pt x="50" y="18"/>
                    <a:pt x="50" y="19"/>
                    <a:pt x="50" y="19"/>
                  </a:cubicBezTo>
                  <a:cubicBezTo>
                    <a:pt x="48" y="29"/>
                    <a:pt x="46" y="39"/>
                    <a:pt x="42" y="48"/>
                  </a:cubicBezTo>
                  <a:cubicBezTo>
                    <a:pt x="41" y="51"/>
                    <a:pt x="40" y="53"/>
                    <a:pt x="39" y="56"/>
                  </a:cubicBezTo>
                  <a:cubicBezTo>
                    <a:pt x="51" y="58"/>
                    <a:pt x="61" y="66"/>
                    <a:pt x="69" y="76"/>
                  </a:cubicBezTo>
                  <a:cubicBezTo>
                    <a:pt x="78" y="87"/>
                    <a:pt x="83" y="101"/>
                    <a:pt x="86" y="116"/>
                  </a:cubicBezTo>
                  <a:cubicBezTo>
                    <a:pt x="88" y="123"/>
                    <a:pt x="89" y="130"/>
                    <a:pt x="89" y="137"/>
                  </a:cubicBezTo>
                  <a:cubicBezTo>
                    <a:pt x="90" y="147"/>
                    <a:pt x="91" y="158"/>
                    <a:pt x="88" y="168"/>
                  </a:cubicBezTo>
                  <a:cubicBezTo>
                    <a:pt x="86" y="174"/>
                    <a:pt x="83" y="178"/>
                    <a:pt x="79" y="183"/>
                  </a:cubicBezTo>
                  <a:cubicBezTo>
                    <a:pt x="74" y="188"/>
                    <a:pt x="68" y="191"/>
                    <a:pt x="61" y="193"/>
                  </a:cubicBezTo>
                  <a:cubicBezTo>
                    <a:pt x="56" y="195"/>
                    <a:pt x="50" y="195"/>
                    <a:pt x="44" y="195"/>
                  </a:cubicBezTo>
                  <a:cubicBezTo>
                    <a:pt x="39" y="195"/>
                    <a:pt x="35" y="195"/>
                    <a:pt x="30" y="19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7" name="Google Shape;3737;p42"/>
            <p:cNvSpPr/>
            <p:nvPr/>
          </p:nvSpPr>
          <p:spPr>
            <a:xfrm>
              <a:off x="4196520" y="928080"/>
              <a:ext cx="59400" cy="32400"/>
            </a:xfrm>
            <a:custGeom>
              <a:avLst/>
              <a:gdLst/>
              <a:ahLst/>
              <a:cxnLst/>
              <a:rect l="l" t="t" r="r" b="b"/>
              <a:pathLst>
                <a:path w="165" h="90" extrusionOk="0">
                  <a:moveTo>
                    <a:pt x="0" y="79"/>
                  </a:moveTo>
                  <a:cubicBezTo>
                    <a:pt x="0" y="77"/>
                    <a:pt x="0" y="76"/>
                    <a:pt x="0" y="74"/>
                  </a:cubicBezTo>
                  <a:cubicBezTo>
                    <a:pt x="0" y="72"/>
                    <a:pt x="0" y="69"/>
                    <a:pt x="0" y="66"/>
                  </a:cubicBezTo>
                  <a:cubicBezTo>
                    <a:pt x="2" y="60"/>
                    <a:pt x="4" y="55"/>
                    <a:pt x="8" y="50"/>
                  </a:cubicBezTo>
                  <a:cubicBezTo>
                    <a:pt x="17" y="39"/>
                    <a:pt x="29" y="32"/>
                    <a:pt x="41" y="27"/>
                  </a:cubicBezTo>
                  <a:cubicBezTo>
                    <a:pt x="50" y="24"/>
                    <a:pt x="59" y="21"/>
                    <a:pt x="67" y="18"/>
                  </a:cubicBezTo>
                  <a:cubicBezTo>
                    <a:pt x="73" y="17"/>
                    <a:pt x="78" y="16"/>
                    <a:pt x="83" y="14"/>
                  </a:cubicBezTo>
                  <a:cubicBezTo>
                    <a:pt x="105" y="9"/>
                    <a:pt x="129" y="5"/>
                    <a:pt x="151" y="2"/>
                  </a:cubicBezTo>
                  <a:cubicBezTo>
                    <a:pt x="157" y="0"/>
                    <a:pt x="162" y="4"/>
                    <a:pt x="163" y="9"/>
                  </a:cubicBezTo>
                  <a:cubicBezTo>
                    <a:pt x="164" y="14"/>
                    <a:pt x="161" y="20"/>
                    <a:pt x="155" y="21"/>
                  </a:cubicBezTo>
                  <a:cubicBezTo>
                    <a:pt x="142" y="23"/>
                    <a:pt x="129" y="25"/>
                    <a:pt x="116" y="28"/>
                  </a:cubicBezTo>
                  <a:cubicBezTo>
                    <a:pt x="104" y="31"/>
                    <a:pt x="93" y="33"/>
                    <a:pt x="82" y="36"/>
                  </a:cubicBezTo>
                  <a:cubicBezTo>
                    <a:pt x="73" y="39"/>
                    <a:pt x="63" y="42"/>
                    <a:pt x="54" y="45"/>
                  </a:cubicBezTo>
                  <a:lnTo>
                    <a:pt x="55" y="45"/>
                  </a:lnTo>
                  <a:cubicBezTo>
                    <a:pt x="54" y="45"/>
                    <a:pt x="54" y="45"/>
                    <a:pt x="54" y="45"/>
                  </a:cubicBezTo>
                  <a:cubicBezTo>
                    <a:pt x="53" y="45"/>
                    <a:pt x="53" y="45"/>
                    <a:pt x="53" y="45"/>
                  </a:cubicBezTo>
                  <a:cubicBezTo>
                    <a:pt x="49" y="47"/>
                    <a:pt x="45" y="49"/>
                    <a:pt x="40" y="52"/>
                  </a:cubicBezTo>
                  <a:cubicBezTo>
                    <a:pt x="37" y="53"/>
                    <a:pt x="34" y="55"/>
                    <a:pt x="31" y="58"/>
                  </a:cubicBezTo>
                  <a:cubicBezTo>
                    <a:pt x="30" y="59"/>
                    <a:pt x="29" y="59"/>
                    <a:pt x="28" y="60"/>
                  </a:cubicBezTo>
                  <a:cubicBezTo>
                    <a:pt x="27" y="62"/>
                    <a:pt x="26" y="63"/>
                    <a:pt x="25" y="63"/>
                  </a:cubicBezTo>
                  <a:cubicBezTo>
                    <a:pt x="24" y="65"/>
                    <a:pt x="24" y="66"/>
                    <a:pt x="23" y="67"/>
                  </a:cubicBezTo>
                  <a:lnTo>
                    <a:pt x="22" y="68"/>
                  </a:lnTo>
                  <a:lnTo>
                    <a:pt x="22" y="69"/>
                  </a:lnTo>
                  <a:cubicBezTo>
                    <a:pt x="21" y="70"/>
                    <a:pt x="21" y="70"/>
                    <a:pt x="21" y="71"/>
                  </a:cubicBezTo>
                  <a:cubicBezTo>
                    <a:pt x="21" y="73"/>
                    <a:pt x="22" y="75"/>
                    <a:pt x="22" y="77"/>
                  </a:cubicBezTo>
                  <a:cubicBezTo>
                    <a:pt x="23" y="83"/>
                    <a:pt x="17" y="88"/>
                    <a:pt x="11" y="89"/>
                  </a:cubicBezTo>
                  <a:cubicBezTo>
                    <a:pt x="6" y="89"/>
                    <a:pt x="0" y="84"/>
                    <a:pt x="0" y="7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8" name="Google Shape;3738;p42"/>
            <p:cNvSpPr/>
            <p:nvPr/>
          </p:nvSpPr>
          <p:spPr>
            <a:xfrm>
              <a:off x="4221720" y="681120"/>
              <a:ext cx="39600" cy="51120"/>
            </a:xfrm>
            <a:custGeom>
              <a:avLst/>
              <a:gdLst/>
              <a:ahLst/>
              <a:cxnLst/>
              <a:rect l="l" t="t" r="r" b="b"/>
              <a:pathLst>
                <a:path w="110" h="142" extrusionOk="0">
                  <a:moveTo>
                    <a:pt x="89" y="136"/>
                  </a:moveTo>
                  <a:cubicBezTo>
                    <a:pt x="82" y="125"/>
                    <a:pt x="75" y="114"/>
                    <a:pt x="67" y="104"/>
                  </a:cubicBezTo>
                  <a:cubicBezTo>
                    <a:pt x="63" y="99"/>
                    <a:pt x="59" y="93"/>
                    <a:pt x="54" y="88"/>
                  </a:cubicBezTo>
                  <a:cubicBezTo>
                    <a:pt x="49" y="82"/>
                    <a:pt x="45" y="76"/>
                    <a:pt x="41" y="71"/>
                  </a:cubicBezTo>
                  <a:cubicBezTo>
                    <a:pt x="35" y="65"/>
                    <a:pt x="29" y="59"/>
                    <a:pt x="24" y="53"/>
                  </a:cubicBezTo>
                  <a:cubicBezTo>
                    <a:pt x="20" y="47"/>
                    <a:pt x="15" y="41"/>
                    <a:pt x="11" y="35"/>
                  </a:cubicBezTo>
                  <a:cubicBezTo>
                    <a:pt x="8" y="32"/>
                    <a:pt x="6" y="27"/>
                    <a:pt x="3" y="23"/>
                  </a:cubicBezTo>
                  <a:cubicBezTo>
                    <a:pt x="1" y="20"/>
                    <a:pt x="0" y="16"/>
                    <a:pt x="0" y="12"/>
                  </a:cubicBezTo>
                  <a:cubicBezTo>
                    <a:pt x="0" y="9"/>
                    <a:pt x="0" y="6"/>
                    <a:pt x="3" y="4"/>
                  </a:cubicBezTo>
                  <a:cubicBezTo>
                    <a:pt x="5" y="1"/>
                    <a:pt x="8" y="0"/>
                    <a:pt x="11" y="0"/>
                  </a:cubicBezTo>
                  <a:cubicBezTo>
                    <a:pt x="15" y="0"/>
                    <a:pt x="18" y="2"/>
                    <a:pt x="22" y="5"/>
                  </a:cubicBezTo>
                  <a:cubicBezTo>
                    <a:pt x="27" y="8"/>
                    <a:pt x="28" y="14"/>
                    <a:pt x="25" y="19"/>
                  </a:cubicBezTo>
                  <a:cubicBezTo>
                    <a:pt x="28" y="22"/>
                    <a:pt x="30" y="26"/>
                    <a:pt x="32" y="29"/>
                  </a:cubicBezTo>
                  <a:cubicBezTo>
                    <a:pt x="45" y="45"/>
                    <a:pt x="59" y="61"/>
                    <a:pt x="71" y="76"/>
                  </a:cubicBezTo>
                  <a:cubicBezTo>
                    <a:pt x="84" y="92"/>
                    <a:pt x="96" y="107"/>
                    <a:pt x="106" y="124"/>
                  </a:cubicBezTo>
                  <a:cubicBezTo>
                    <a:pt x="109" y="129"/>
                    <a:pt x="108" y="136"/>
                    <a:pt x="103" y="139"/>
                  </a:cubicBezTo>
                  <a:cubicBezTo>
                    <a:pt x="102" y="140"/>
                    <a:pt x="99" y="141"/>
                    <a:pt x="98" y="141"/>
                  </a:cubicBezTo>
                  <a:cubicBezTo>
                    <a:pt x="94" y="141"/>
                    <a:pt x="91" y="139"/>
                    <a:pt x="89" y="13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9" name="Google Shape;3739;p42"/>
            <p:cNvSpPr/>
            <p:nvPr/>
          </p:nvSpPr>
          <p:spPr>
            <a:xfrm>
              <a:off x="4224240" y="676440"/>
              <a:ext cx="43920" cy="65160"/>
            </a:xfrm>
            <a:custGeom>
              <a:avLst/>
              <a:gdLst/>
              <a:ahLst/>
              <a:cxnLst/>
              <a:rect l="l" t="t" r="r" b="b"/>
              <a:pathLst>
                <a:path w="122" h="181" extrusionOk="0">
                  <a:moveTo>
                    <a:pt x="6" y="179"/>
                  </a:moveTo>
                  <a:cubicBezTo>
                    <a:pt x="1" y="175"/>
                    <a:pt x="0" y="169"/>
                    <a:pt x="3" y="163"/>
                  </a:cubicBezTo>
                  <a:cubicBezTo>
                    <a:pt x="10" y="152"/>
                    <a:pt x="18" y="140"/>
                    <a:pt x="25" y="129"/>
                  </a:cubicBezTo>
                  <a:lnTo>
                    <a:pt x="24" y="130"/>
                  </a:lnTo>
                  <a:cubicBezTo>
                    <a:pt x="27" y="126"/>
                    <a:pt x="29" y="121"/>
                    <a:pt x="32" y="116"/>
                  </a:cubicBezTo>
                  <a:cubicBezTo>
                    <a:pt x="44" y="97"/>
                    <a:pt x="55" y="77"/>
                    <a:pt x="66" y="57"/>
                  </a:cubicBezTo>
                  <a:cubicBezTo>
                    <a:pt x="70" y="48"/>
                    <a:pt x="75" y="39"/>
                    <a:pt x="80" y="30"/>
                  </a:cubicBezTo>
                  <a:cubicBezTo>
                    <a:pt x="83" y="25"/>
                    <a:pt x="86" y="21"/>
                    <a:pt x="89" y="17"/>
                  </a:cubicBezTo>
                  <a:cubicBezTo>
                    <a:pt x="94" y="10"/>
                    <a:pt x="101" y="0"/>
                    <a:pt x="111" y="3"/>
                  </a:cubicBezTo>
                  <a:cubicBezTo>
                    <a:pt x="117" y="4"/>
                    <a:pt x="121" y="11"/>
                    <a:pt x="119" y="17"/>
                  </a:cubicBezTo>
                  <a:cubicBezTo>
                    <a:pt x="117" y="21"/>
                    <a:pt x="114" y="24"/>
                    <a:pt x="110" y="24"/>
                  </a:cubicBezTo>
                  <a:cubicBezTo>
                    <a:pt x="109" y="25"/>
                    <a:pt x="108" y="27"/>
                    <a:pt x="108" y="27"/>
                  </a:cubicBezTo>
                  <a:cubicBezTo>
                    <a:pt x="106" y="29"/>
                    <a:pt x="104" y="32"/>
                    <a:pt x="103" y="34"/>
                  </a:cubicBezTo>
                  <a:cubicBezTo>
                    <a:pt x="101" y="38"/>
                    <a:pt x="98" y="41"/>
                    <a:pt x="96" y="44"/>
                  </a:cubicBezTo>
                  <a:cubicBezTo>
                    <a:pt x="92" y="52"/>
                    <a:pt x="88" y="59"/>
                    <a:pt x="84" y="66"/>
                  </a:cubicBezTo>
                  <a:cubicBezTo>
                    <a:pt x="80" y="75"/>
                    <a:pt x="74" y="85"/>
                    <a:pt x="69" y="94"/>
                  </a:cubicBezTo>
                  <a:cubicBezTo>
                    <a:pt x="60" y="110"/>
                    <a:pt x="50" y="126"/>
                    <a:pt x="41" y="142"/>
                  </a:cubicBezTo>
                  <a:cubicBezTo>
                    <a:pt x="40" y="144"/>
                    <a:pt x="38" y="147"/>
                    <a:pt x="37" y="149"/>
                  </a:cubicBezTo>
                  <a:lnTo>
                    <a:pt x="37" y="148"/>
                  </a:lnTo>
                  <a:cubicBezTo>
                    <a:pt x="37" y="149"/>
                    <a:pt x="36" y="149"/>
                    <a:pt x="36" y="150"/>
                  </a:cubicBezTo>
                  <a:lnTo>
                    <a:pt x="36" y="149"/>
                  </a:lnTo>
                  <a:cubicBezTo>
                    <a:pt x="31" y="158"/>
                    <a:pt x="26" y="167"/>
                    <a:pt x="21" y="176"/>
                  </a:cubicBezTo>
                  <a:cubicBezTo>
                    <a:pt x="19" y="179"/>
                    <a:pt x="15" y="180"/>
                    <a:pt x="12" y="180"/>
                  </a:cubicBezTo>
                  <a:cubicBezTo>
                    <a:pt x="10" y="180"/>
                    <a:pt x="8" y="180"/>
                    <a:pt x="6" y="17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0" name="Google Shape;3740;p42"/>
            <p:cNvSpPr/>
            <p:nvPr/>
          </p:nvSpPr>
          <p:spPr>
            <a:xfrm>
              <a:off x="4281480" y="690120"/>
              <a:ext cx="27360" cy="11880"/>
            </a:xfrm>
            <a:custGeom>
              <a:avLst/>
              <a:gdLst/>
              <a:ahLst/>
              <a:cxnLst/>
              <a:rect l="l" t="t" r="r" b="b"/>
              <a:pathLst>
                <a:path w="76" h="33" extrusionOk="0">
                  <a:moveTo>
                    <a:pt x="13" y="31"/>
                  </a:moveTo>
                  <a:cubicBezTo>
                    <a:pt x="8" y="30"/>
                    <a:pt x="4" y="28"/>
                    <a:pt x="2" y="23"/>
                  </a:cubicBezTo>
                  <a:cubicBezTo>
                    <a:pt x="0" y="18"/>
                    <a:pt x="2" y="13"/>
                    <a:pt x="4" y="9"/>
                  </a:cubicBezTo>
                  <a:cubicBezTo>
                    <a:pt x="7" y="7"/>
                    <a:pt x="10" y="6"/>
                    <a:pt x="14" y="5"/>
                  </a:cubicBezTo>
                  <a:lnTo>
                    <a:pt x="13" y="5"/>
                  </a:lnTo>
                  <a:cubicBezTo>
                    <a:pt x="16" y="4"/>
                    <a:pt x="18" y="3"/>
                    <a:pt x="20" y="2"/>
                  </a:cubicBezTo>
                  <a:cubicBezTo>
                    <a:pt x="25" y="0"/>
                    <a:pt x="32" y="1"/>
                    <a:pt x="34" y="7"/>
                  </a:cubicBezTo>
                  <a:cubicBezTo>
                    <a:pt x="35" y="8"/>
                    <a:pt x="35" y="9"/>
                    <a:pt x="35" y="11"/>
                  </a:cubicBezTo>
                  <a:cubicBezTo>
                    <a:pt x="45" y="11"/>
                    <a:pt x="54" y="9"/>
                    <a:pt x="63" y="9"/>
                  </a:cubicBezTo>
                  <a:cubicBezTo>
                    <a:pt x="69" y="9"/>
                    <a:pt x="74" y="13"/>
                    <a:pt x="75" y="19"/>
                  </a:cubicBezTo>
                  <a:cubicBezTo>
                    <a:pt x="75" y="25"/>
                    <a:pt x="71" y="30"/>
                    <a:pt x="65" y="30"/>
                  </a:cubicBezTo>
                  <a:cubicBezTo>
                    <a:pt x="53" y="31"/>
                    <a:pt x="42" y="32"/>
                    <a:pt x="30" y="32"/>
                  </a:cubicBezTo>
                  <a:cubicBezTo>
                    <a:pt x="29" y="32"/>
                    <a:pt x="28" y="32"/>
                    <a:pt x="27" y="32"/>
                  </a:cubicBezTo>
                  <a:cubicBezTo>
                    <a:pt x="22" y="32"/>
                    <a:pt x="17" y="32"/>
                    <a:pt x="13" y="3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1" name="Google Shape;3741;p42"/>
            <p:cNvSpPr/>
            <p:nvPr/>
          </p:nvSpPr>
          <p:spPr>
            <a:xfrm>
              <a:off x="4272840" y="708480"/>
              <a:ext cx="48240" cy="16200"/>
            </a:xfrm>
            <a:custGeom>
              <a:avLst/>
              <a:gdLst/>
              <a:ahLst/>
              <a:cxnLst/>
              <a:rect l="l" t="t" r="r" b="b"/>
              <a:pathLst>
                <a:path w="134" h="45" extrusionOk="0">
                  <a:moveTo>
                    <a:pt x="7" y="42"/>
                  </a:moveTo>
                  <a:cubicBezTo>
                    <a:pt x="3" y="41"/>
                    <a:pt x="0" y="36"/>
                    <a:pt x="0" y="32"/>
                  </a:cubicBezTo>
                  <a:cubicBezTo>
                    <a:pt x="2" y="25"/>
                    <a:pt x="7" y="20"/>
                    <a:pt x="14" y="22"/>
                  </a:cubicBezTo>
                  <a:lnTo>
                    <a:pt x="15" y="22"/>
                  </a:lnTo>
                  <a:cubicBezTo>
                    <a:pt x="16" y="22"/>
                    <a:pt x="17" y="22"/>
                    <a:pt x="19" y="22"/>
                  </a:cubicBezTo>
                  <a:cubicBezTo>
                    <a:pt x="27" y="21"/>
                    <a:pt x="36" y="19"/>
                    <a:pt x="44" y="17"/>
                  </a:cubicBezTo>
                  <a:cubicBezTo>
                    <a:pt x="53" y="16"/>
                    <a:pt x="62" y="14"/>
                    <a:pt x="70" y="12"/>
                  </a:cubicBezTo>
                  <a:cubicBezTo>
                    <a:pt x="87" y="9"/>
                    <a:pt x="104" y="5"/>
                    <a:pt x="121" y="2"/>
                  </a:cubicBezTo>
                  <a:cubicBezTo>
                    <a:pt x="126" y="0"/>
                    <a:pt x="132" y="4"/>
                    <a:pt x="132" y="9"/>
                  </a:cubicBezTo>
                  <a:cubicBezTo>
                    <a:pt x="133" y="14"/>
                    <a:pt x="130" y="20"/>
                    <a:pt x="125" y="21"/>
                  </a:cubicBezTo>
                  <a:cubicBezTo>
                    <a:pt x="105" y="25"/>
                    <a:pt x="85" y="30"/>
                    <a:pt x="65" y="34"/>
                  </a:cubicBezTo>
                  <a:cubicBezTo>
                    <a:pt x="57" y="37"/>
                    <a:pt x="49" y="38"/>
                    <a:pt x="41" y="39"/>
                  </a:cubicBezTo>
                  <a:cubicBezTo>
                    <a:pt x="34" y="41"/>
                    <a:pt x="27" y="43"/>
                    <a:pt x="20" y="44"/>
                  </a:cubicBezTo>
                  <a:cubicBezTo>
                    <a:pt x="18" y="44"/>
                    <a:pt x="16" y="44"/>
                    <a:pt x="14" y="44"/>
                  </a:cubicBezTo>
                  <a:cubicBezTo>
                    <a:pt x="12" y="44"/>
                    <a:pt x="9" y="44"/>
                    <a:pt x="7" y="4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2" name="Google Shape;3742;p42"/>
            <p:cNvSpPr/>
            <p:nvPr/>
          </p:nvSpPr>
          <p:spPr>
            <a:xfrm>
              <a:off x="4314240" y="670320"/>
              <a:ext cx="58320" cy="86760"/>
            </a:xfrm>
            <a:custGeom>
              <a:avLst/>
              <a:gdLst/>
              <a:ahLst/>
              <a:cxnLst/>
              <a:rect l="l" t="t" r="r" b="b"/>
              <a:pathLst>
                <a:path w="162" h="241" extrusionOk="0">
                  <a:moveTo>
                    <a:pt x="13" y="240"/>
                  </a:moveTo>
                  <a:cubicBezTo>
                    <a:pt x="10" y="240"/>
                    <a:pt x="7" y="239"/>
                    <a:pt x="5" y="236"/>
                  </a:cubicBezTo>
                  <a:cubicBezTo>
                    <a:pt x="2" y="231"/>
                    <a:pt x="0" y="226"/>
                    <a:pt x="1" y="220"/>
                  </a:cubicBezTo>
                  <a:cubicBezTo>
                    <a:pt x="2" y="213"/>
                    <a:pt x="6" y="207"/>
                    <a:pt x="9" y="201"/>
                  </a:cubicBezTo>
                  <a:cubicBezTo>
                    <a:pt x="16" y="192"/>
                    <a:pt x="24" y="184"/>
                    <a:pt x="34" y="178"/>
                  </a:cubicBezTo>
                  <a:cubicBezTo>
                    <a:pt x="42" y="173"/>
                    <a:pt x="53" y="169"/>
                    <a:pt x="63" y="169"/>
                  </a:cubicBezTo>
                  <a:cubicBezTo>
                    <a:pt x="66" y="167"/>
                    <a:pt x="68" y="164"/>
                    <a:pt x="70" y="161"/>
                  </a:cubicBezTo>
                  <a:cubicBezTo>
                    <a:pt x="76" y="155"/>
                    <a:pt x="80" y="149"/>
                    <a:pt x="86" y="143"/>
                  </a:cubicBezTo>
                  <a:cubicBezTo>
                    <a:pt x="90" y="137"/>
                    <a:pt x="95" y="130"/>
                    <a:pt x="100" y="124"/>
                  </a:cubicBezTo>
                  <a:cubicBezTo>
                    <a:pt x="102" y="122"/>
                    <a:pt x="103" y="119"/>
                    <a:pt x="105" y="117"/>
                  </a:cubicBezTo>
                  <a:cubicBezTo>
                    <a:pt x="107" y="113"/>
                    <a:pt x="110" y="110"/>
                    <a:pt x="112" y="106"/>
                  </a:cubicBezTo>
                  <a:cubicBezTo>
                    <a:pt x="115" y="102"/>
                    <a:pt x="118" y="98"/>
                    <a:pt x="120" y="93"/>
                  </a:cubicBezTo>
                  <a:cubicBezTo>
                    <a:pt x="125" y="84"/>
                    <a:pt x="129" y="76"/>
                    <a:pt x="133" y="67"/>
                  </a:cubicBezTo>
                  <a:cubicBezTo>
                    <a:pt x="134" y="63"/>
                    <a:pt x="136" y="59"/>
                    <a:pt x="137" y="55"/>
                  </a:cubicBezTo>
                  <a:cubicBezTo>
                    <a:pt x="138" y="52"/>
                    <a:pt x="139" y="49"/>
                    <a:pt x="139" y="46"/>
                  </a:cubicBezTo>
                  <a:cubicBezTo>
                    <a:pt x="139" y="43"/>
                    <a:pt x="139" y="39"/>
                    <a:pt x="139" y="35"/>
                  </a:cubicBezTo>
                  <a:cubicBezTo>
                    <a:pt x="139" y="33"/>
                    <a:pt x="139" y="31"/>
                    <a:pt x="139" y="29"/>
                  </a:cubicBezTo>
                  <a:lnTo>
                    <a:pt x="139" y="28"/>
                  </a:lnTo>
                  <a:cubicBezTo>
                    <a:pt x="139" y="29"/>
                    <a:pt x="139" y="29"/>
                    <a:pt x="139" y="30"/>
                  </a:cubicBezTo>
                  <a:cubicBezTo>
                    <a:pt x="138" y="30"/>
                    <a:pt x="137" y="31"/>
                    <a:pt x="137" y="32"/>
                  </a:cubicBezTo>
                  <a:cubicBezTo>
                    <a:pt x="137" y="33"/>
                    <a:pt x="136" y="34"/>
                    <a:pt x="136" y="34"/>
                  </a:cubicBezTo>
                  <a:cubicBezTo>
                    <a:pt x="140" y="38"/>
                    <a:pt x="140" y="44"/>
                    <a:pt x="137" y="48"/>
                  </a:cubicBezTo>
                  <a:cubicBezTo>
                    <a:pt x="134" y="52"/>
                    <a:pt x="126" y="54"/>
                    <a:pt x="122" y="51"/>
                  </a:cubicBezTo>
                  <a:cubicBezTo>
                    <a:pt x="118" y="48"/>
                    <a:pt x="115" y="44"/>
                    <a:pt x="115" y="39"/>
                  </a:cubicBezTo>
                  <a:cubicBezTo>
                    <a:pt x="113" y="33"/>
                    <a:pt x="115" y="27"/>
                    <a:pt x="118" y="21"/>
                  </a:cubicBezTo>
                  <a:cubicBezTo>
                    <a:pt x="120" y="16"/>
                    <a:pt x="124" y="11"/>
                    <a:pt x="129" y="7"/>
                  </a:cubicBezTo>
                  <a:cubicBezTo>
                    <a:pt x="133" y="3"/>
                    <a:pt x="140" y="0"/>
                    <a:pt x="146" y="3"/>
                  </a:cubicBezTo>
                  <a:cubicBezTo>
                    <a:pt x="149" y="4"/>
                    <a:pt x="151" y="5"/>
                    <a:pt x="153" y="7"/>
                  </a:cubicBezTo>
                  <a:cubicBezTo>
                    <a:pt x="155" y="9"/>
                    <a:pt x="157" y="11"/>
                    <a:pt x="158" y="14"/>
                  </a:cubicBezTo>
                  <a:cubicBezTo>
                    <a:pt x="161" y="21"/>
                    <a:pt x="161" y="29"/>
                    <a:pt x="161" y="36"/>
                  </a:cubicBezTo>
                  <a:cubicBezTo>
                    <a:pt x="161" y="44"/>
                    <a:pt x="160" y="52"/>
                    <a:pt x="158" y="59"/>
                  </a:cubicBezTo>
                  <a:cubicBezTo>
                    <a:pt x="155" y="67"/>
                    <a:pt x="152" y="75"/>
                    <a:pt x="148" y="83"/>
                  </a:cubicBezTo>
                  <a:cubicBezTo>
                    <a:pt x="146" y="90"/>
                    <a:pt x="141" y="97"/>
                    <a:pt x="138" y="104"/>
                  </a:cubicBezTo>
                  <a:cubicBezTo>
                    <a:pt x="136" y="106"/>
                    <a:pt x="135" y="108"/>
                    <a:pt x="133" y="111"/>
                  </a:cubicBezTo>
                  <a:cubicBezTo>
                    <a:pt x="132" y="113"/>
                    <a:pt x="130" y="116"/>
                    <a:pt x="129" y="118"/>
                  </a:cubicBezTo>
                  <a:cubicBezTo>
                    <a:pt x="125" y="123"/>
                    <a:pt x="122" y="129"/>
                    <a:pt x="118" y="134"/>
                  </a:cubicBezTo>
                  <a:cubicBezTo>
                    <a:pt x="115" y="139"/>
                    <a:pt x="111" y="143"/>
                    <a:pt x="107" y="148"/>
                  </a:cubicBezTo>
                  <a:cubicBezTo>
                    <a:pt x="100" y="157"/>
                    <a:pt x="93" y="166"/>
                    <a:pt x="85" y="175"/>
                  </a:cubicBezTo>
                  <a:cubicBezTo>
                    <a:pt x="88" y="177"/>
                    <a:pt x="91" y="179"/>
                    <a:pt x="95" y="181"/>
                  </a:cubicBezTo>
                  <a:cubicBezTo>
                    <a:pt x="101" y="185"/>
                    <a:pt x="106" y="190"/>
                    <a:pt x="111" y="196"/>
                  </a:cubicBezTo>
                  <a:cubicBezTo>
                    <a:pt x="115" y="200"/>
                    <a:pt x="115" y="207"/>
                    <a:pt x="110" y="211"/>
                  </a:cubicBezTo>
                  <a:cubicBezTo>
                    <a:pt x="108" y="212"/>
                    <a:pt x="105" y="214"/>
                    <a:pt x="102" y="214"/>
                  </a:cubicBezTo>
                  <a:cubicBezTo>
                    <a:pt x="100" y="213"/>
                    <a:pt x="97" y="212"/>
                    <a:pt x="95" y="210"/>
                  </a:cubicBezTo>
                  <a:cubicBezTo>
                    <a:pt x="94" y="209"/>
                    <a:pt x="94" y="208"/>
                    <a:pt x="93" y="208"/>
                  </a:cubicBezTo>
                  <a:cubicBezTo>
                    <a:pt x="91" y="205"/>
                    <a:pt x="88" y="203"/>
                    <a:pt x="86" y="201"/>
                  </a:cubicBezTo>
                  <a:cubicBezTo>
                    <a:pt x="83" y="199"/>
                    <a:pt x="81" y="198"/>
                    <a:pt x="79" y="196"/>
                  </a:cubicBezTo>
                  <a:cubicBezTo>
                    <a:pt x="77" y="196"/>
                    <a:pt x="76" y="194"/>
                    <a:pt x="74" y="194"/>
                  </a:cubicBezTo>
                  <a:cubicBezTo>
                    <a:pt x="73" y="193"/>
                    <a:pt x="72" y="193"/>
                    <a:pt x="70" y="193"/>
                  </a:cubicBezTo>
                  <a:cubicBezTo>
                    <a:pt x="67" y="196"/>
                    <a:pt x="65" y="199"/>
                    <a:pt x="62" y="202"/>
                  </a:cubicBezTo>
                  <a:cubicBezTo>
                    <a:pt x="53" y="211"/>
                    <a:pt x="45" y="219"/>
                    <a:pt x="37" y="229"/>
                  </a:cubicBezTo>
                  <a:cubicBezTo>
                    <a:pt x="32" y="233"/>
                    <a:pt x="28" y="238"/>
                    <a:pt x="22" y="239"/>
                  </a:cubicBezTo>
                  <a:cubicBezTo>
                    <a:pt x="20" y="240"/>
                    <a:pt x="18" y="240"/>
                    <a:pt x="16" y="240"/>
                  </a:cubicBezTo>
                  <a:cubicBezTo>
                    <a:pt x="15" y="240"/>
                    <a:pt x="14" y="240"/>
                    <a:pt x="13" y="24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3" name="Google Shape;3743;p42"/>
            <p:cNvSpPr/>
            <p:nvPr/>
          </p:nvSpPr>
          <p:spPr>
            <a:xfrm>
              <a:off x="4379760" y="692280"/>
              <a:ext cx="52200" cy="148320"/>
            </a:xfrm>
            <a:custGeom>
              <a:avLst/>
              <a:gdLst/>
              <a:ahLst/>
              <a:cxnLst/>
              <a:rect l="l" t="t" r="r" b="b"/>
              <a:pathLst>
                <a:path w="145" h="412" extrusionOk="0">
                  <a:moveTo>
                    <a:pt x="47" y="410"/>
                  </a:moveTo>
                  <a:cubicBezTo>
                    <a:pt x="43" y="410"/>
                    <a:pt x="40" y="408"/>
                    <a:pt x="38" y="405"/>
                  </a:cubicBezTo>
                  <a:cubicBezTo>
                    <a:pt x="32" y="403"/>
                    <a:pt x="27" y="397"/>
                    <a:pt x="24" y="393"/>
                  </a:cubicBezTo>
                  <a:cubicBezTo>
                    <a:pt x="19" y="386"/>
                    <a:pt x="16" y="380"/>
                    <a:pt x="13" y="373"/>
                  </a:cubicBezTo>
                  <a:cubicBezTo>
                    <a:pt x="7" y="359"/>
                    <a:pt x="4" y="343"/>
                    <a:pt x="2" y="327"/>
                  </a:cubicBezTo>
                  <a:cubicBezTo>
                    <a:pt x="0" y="311"/>
                    <a:pt x="0" y="295"/>
                    <a:pt x="3" y="279"/>
                  </a:cubicBezTo>
                  <a:cubicBezTo>
                    <a:pt x="5" y="265"/>
                    <a:pt x="10" y="252"/>
                    <a:pt x="15" y="240"/>
                  </a:cubicBezTo>
                  <a:cubicBezTo>
                    <a:pt x="18" y="235"/>
                    <a:pt x="20" y="230"/>
                    <a:pt x="23" y="224"/>
                  </a:cubicBezTo>
                  <a:cubicBezTo>
                    <a:pt x="27" y="216"/>
                    <a:pt x="32" y="207"/>
                    <a:pt x="36" y="199"/>
                  </a:cubicBezTo>
                  <a:cubicBezTo>
                    <a:pt x="39" y="194"/>
                    <a:pt x="45" y="192"/>
                    <a:pt x="50" y="195"/>
                  </a:cubicBezTo>
                  <a:cubicBezTo>
                    <a:pt x="55" y="197"/>
                    <a:pt x="57" y="203"/>
                    <a:pt x="54" y="209"/>
                  </a:cubicBezTo>
                  <a:cubicBezTo>
                    <a:pt x="50" y="216"/>
                    <a:pt x="46" y="224"/>
                    <a:pt x="42" y="231"/>
                  </a:cubicBezTo>
                  <a:cubicBezTo>
                    <a:pt x="39" y="238"/>
                    <a:pt x="36" y="244"/>
                    <a:pt x="33" y="250"/>
                  </a:cubicBezTo>
                  <a:cubicBezTo>
                    <a:pt x="31" y="257"/>
                    <a:pt x="28" y="263"/>
                    <a:pt x="26" y="270"/>
                  </a:cubicBezTo>
                  <a:cubicBezTo>
                    <a:pt x="25" y="276"/>
                    <a:pt x="24" y="282"/>
                    <a:pt x="22" y="288"/>
                  </a:cubicBezTo>
                  <a:cubicBezTo>
                    <a:pt x="22" y="294"/>
                    <a:pt x="21" y="301"/>
                    <a:pt x="21" y="307"/>
                  </a:cubicBezTo>
                  <a:cubicBezTo>
                    <a:pt x="21" y="313"/>
                    <a:pt x="22" y="320"/>
                    <a:pt x="22" y="327"/>
                  </a:cubicBezTo>
                  <a:cubicBezTo>
                    <a:pt x="24" y="334"/>
                    <a:pt x="25" y="341"/>
                    <a:pt x="26" y="348"/>
                  </a:cubicBezTo>
                  <a:cubicBezTo>
                    <a:pt x="28" y="354"/>
                    <a:pt x="30" y="359"/>
                    <a:pt x="32" y="364"/>
                  </a:cubicBezTo>
                  <a:cubicBezTo>
                    <a:pt x="33" y="367"/>
                    <a:pt x="35" y="370"/>
                    <a:pt x="36" y="373"/>
                  </a:cubicBezTo>
                  <a:cubicBezTo>
                    <a:pt x="38" y="376"/>
                    <a:pt x="39" y="378"/>
                    <a:pt x="41" y="380"/>
                  </a:cubicBezTo>
                  <a:cubicBezTo>
                    <a:pt x="42" y="382"/>
                    <a:pt x="43" y="382"/>
                    <a:pt x="43" y="383"/>
                  </a:cubicBezTo>
                  <a:cubicBezTo>
                    <a:pt x="45" y="384"/>
                    <a:pt x="46" y="386"/>
                    <a:pt x="47" y="386"/>
                  </a:cubicBezTo>
                  <a:cubicBezTo>
                    <a:pt x="47" y="387"/>
                    <a:pt x="48" y="387"/>
                    <a:pt x="49" y="388"/>
                  </a:cubicBezTo>
                  <a:cubicBezTo>
                    <a:pt x="50" y="389"/>
                    <a:pt x="51" y="389"/>
                    <a:pt x="52" y="389"/>
                  </a:cubicBezTo>
                  <a:cubicBezTo>
                    <a:pt x="52" y="390"/>
                    <a:pt x="52" y="390"/>
                    <a:pt x="52" y="390"/>
                  </a:cubicBezTo>
                  <a:cubicBezTo>
                    <a:pt x="53" y="390"/>
                    <a:pt x="53" y="390"/>
                    <a:pt x="53" y="390"/>
                  </a:cubicBezTo>
                  <a:cubicBezTo>
                    <a:pt x="54" y="390"/>
                    <a:pt x="54" y="390"/>
                    <a:pt x="55" y="390"/>
                  </a:cubicBezTo>
                  <a:lnTo>
                    <a:pt x="56" y="390"/>
                  </a:lnTo>
                  <a:cubicBezTo>
                    <a:pt x="56" y="389"/>
                    <a:pt x="56" y="389"/>
                    <a:pt x="57" y="389"/>
                  </a:cubicBezTo>
                  <a:lnTo>
                    <a:pt x="58" y="389"/>
                  </a:lnTo>
                  <a:cubicBezTo>
                    <a:pt x="58" y="388"/>
                    <a:pt x="59" y="387"/>
                    <a:pt x="59" y="387"/>
                  </a:cubicBezTo>
                  <a:cubicBezTo>
                    <a:pt x="60" y="386"/>
                    <a:pt x="60" y="386"/>
                    <a:pt x="61" y="384"/>
                  </a:cubicBezTo>
                  <a:cubicBezTo>
                    <a:pt x="63" y="381"/>
                    <a:pt x="63" y="378"/>
                    <a:pt x="64" y="375"/>
                  </a:cubicBezTo>
                  <a:lnTo>
                    <a:pt x="64" y="376"/>
                  </a:lnTo>
                  <a:cubicBezTo>
                    <a:pt x="66" y="366"/>
                    <a:pt x="67" y="357"/>
                    <a:pt x="69" y="347"/>
                  </a:cubicBezTo>
                  <a:cubicBezTo>
                    <a:pt x="70" y="340"/>
                    <a:pt x="71" y="333"/>
                    <a:pt x="72" y="326"/>
                  </a:cubicBezTo>
                  <a:cubicBezTo>
                    <a:pt x="75" y="305"/>
                    <a:pt x="78" y="283"/>
                    <a:pt x="80" y="262"/>
                  </a:cubicBezTo>
                  <a:cubicBezTo>
                    <a:pt x="81" y="250"/>
                    <a:pt x="82" y="239"/>
                    <a:pt x="84" y="228"/>
                  </a:cubicBezTo>
                  <a:cubicBezTo>
                    <a:pt x="85" y="220"/>
                    <a:pt x="85" y="212"/>
                    <a:pt x="86" y="205"/>
                  </a:cubicBezTo>
                  <a:cubicBezTo>
                    <a:pt x="87" y="199"/>
                    <a:pt x="87" y="194"/>
                    <a:pt x="88" y="189"/>
                  </a:cubicBezTo>
                  <a:cubicBezTo>
                    <a:pt x="90" y="176"/>
                    <a:pt x="92" y="163"/>
                    <a:pt x="93" y="150"/>
                  </a:cubicBezTo>
                  <a:cubicBezTo>
                    <a:pt x="95" y="139"/>
                    <a:pt x="98" y="128"/>
                    <a:pt x="100" y="117"/>
                  </a:cubicBezTo>
                  <a:cubicBezTo>
                    <a:pt x="102" y="109"/>
                    <a:pt x="104" y="100"/>
                    <a:pt x="106" y="91"/>
                  </a:cubicBezTo>
                  <a:cubicBezTo>
                    <a:pt x="97" y="100"/>
                    <a:pt x="86" y="106"/>
                    <a:pt x="75" y="108"/>
                  </a:cubicBezTo>
                  <a:cubicBezTo>
                    <a:pt x="63" y="111"/>
                    <a:pt x="49" y="108"/>
                    <a:pt x="42" y="97"/>
                  </a:cubicBezTo>
                  <a:cubicBezTo>
                    <a:pt x="39" y="92"/>
                    <a:pt x="37" y="87"/>
                    <a:pt x="36" y="82"/>
                  </a:cubicBezTo>
                  <a:cubicBezTo>
                    <a:pt x="35" y="75"/>
                    <a:pt x="35" y="68"/>
                    <a:pt x="35" y="61"/>
                  </a:cubicBezTo>
                  <a:cubicBezTo>
                    <a:pt x="36" y="57"/>
                    <a:pt x="36" y="52"/>
                    <a:pt x="38" y="48"/>
                  </a:cubicBezTo>
                  <a:cubicBezTo>
                    <a:pt x="38" y="43"/>
                    <a:pt x="39" y="39"/>
                    <a:pt x="40" y="35"/>
                  </a:cubicBezTo>
                  <a:cubicBezTo>
                    <a:pt x="44" y="22"/>
                    <a:pt x="50" y="9"/>
                    <a:pt x="62" y="3"/>
                  </a:cubicBezTo>
                  <a:cubicBezTo>
                    <a:pt x="67" y="0"/>
                    <a:pt x="74" y="0"/>
                    <a:pt x="79" y="3"/>
                  </a:cubicBezTo>
                  <a:cubicBezTo>
                    <a:pt x="82" y="5"/>
                    <a:pt x="86" y="9"/>
                    <a:pt x="89" y="12"/>
                  </a:cubicBezTo>
                  <a:cubicBezTo>
                    <a:pt x="92" y="17"/>
                    <a:pt x="91" y="24"/>
                    <a:pt x="86" y="27"/>
                  </a:cubicBezTo>
                  <a:cubicBezTo>
                    <a:pt x="81" y="31"/>
                    <a:pt x="74" y="30"/>
                    <a:pt x="71" y="24"/>
                  </a:cubicBezTo>
                  <a:cubicBezTo>
                    <a:pt x="70" y="24"/>
                    <a:pt x="70" y="24"/>
                    <a:pt x="70" y="24"/>
                  </a:cubicBezTo>
                  <a:cubicBezTo>
                    <a:pt x="70" y="24"/>
                    <a:pt x="68" y="25"/>
                    <a:pt x="68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1"/>
                    <a:pt x="64" y="33"/>
                  </a:cubicBezTo>
                  <a:cubicBezTo>
                    <a:pt x="63" y="36"/>
                    <a:pt x="61" y="40"/>
                    <a:pt x="60" y="43"/>
                  </a:cubicBezTo>
                  <a:cubicBezTo>
                    <a:pt x="59" y="49"/>
                    <a:pt x="58" y="54"/>
                    <a:pt x="57" y="60"/>
                  </a:cubicBezTo>
                  <a:cubicBezTo>
                    <a:pt x="57" y="62"/>
                    <a:pt x="57" y="65"/>
                    <a:pt x="57" y="68"/>
                  </a:cubicBezTo>
                  <a:cubicBezTo>
                    <a:pt x="57" y="70"/>
                    <a:pt x="57" y="72"/>
                    <a:pt x="57" y="75"/>
                  </a:cubicBezTo>
                  <a:cubicBezTo>
                    <a:pt x="57" y="77"/>
                    <a:pt x="58" y="79"/>
                    <a:pt x="59" y="81"/>
                  </a:cubicBezTo>
                  <a:cubicBezTo>
                    <a:pt x="59" y="82"/>
                    <a:pt x="59" y="82"/>
                    <a:pt x="59" y="83"/>
                  </a:cubicBezTo>
                  <a:cubicBezTo>
                    <a:pt x="59" y="84"/>
                    <a:pt x="60" y="84"/>
                    <a:pt x="60" y="84"/>
                  </a:cubicBezTo>
                  <a:cubicBezTo>
                    <a:pt x="60" y="84"/>
                    <a:pt x="60" y="85"/>
                    <a:pt x="61" y="85"/>
                  </a:cubicBezTo>
                  <a:lnTo>
                    <a:pt x="61" y="86"/>
                  </a:lnTo>
                  <a:cubicBezTo>
                    <a:pt x="62" y="86"/>
                    <a:pt x="63" y="86"/>
                    <a:pt x="63" y="87"/>
                  </a:cubicBezTo>
                  <a:lnTo>
                    <a:pt x="64" y="87"/>
                  </a:lnTo>
                  <a:cubicBezTo>
                    <a:pt x="64" y="87"/>
                    <a:pt x="65" y="87"/>
                    <a:pt x="66" y="87"/>
                  </a:cubicBezTo>
                  <a:lnTo>
                    <a:pt x="67" y="87"/>
                  </a:lnTo>
                  <a:cubicBezTo>
                    <a:pt x="68" y="87"/>
                    <a:pt x="69" y="87"/>
                    <a:pt x="70" y="87"/>
                  </a:cubicBezTo>
                  <a:cubicBezTo>
                    <a:pt x="71" y="87"/>
                    <a:pt x="72" y="87"/>
                    <a:pt x="74" y="86"/>
                  </a:cubicBezTo>
                  <a:cubicBezTo>
                    <a:pt x="74" y="86"/>
                    <a:pt x="75" y="86"/>
                    <a:pt x="76" y="86"/>
                  </a:cubicBezTo>
                  <a:cubicBezTo>
                    <a:pt x="78" y="84"/>
                    <a:pt x="80" y="84"/>
                    <a:pt x="82" y="83"/>
                  </a:cubicBezTo>
                  <a:cubicBezTo>
                    <a:pt x="84" y="82"/>
                    <a:pt x="86" y="80"/>
                    <a:pt x="88" y="79"/>
                  </a:cubicBezTo>
                  <a:cubicBezTo>
                    <a:pt x="91" y="76"/>
                    <a:pt x="95" y="73"/>
                    <a:pt x="98" y="70"/>
                  </a:cubicBezTo>
                  <a:cubicBezTo>
                    <a:pt x="104" y="65"/>
                    <a:pt x="109" y="59"/>
                    <a:pt x="114" y="52"/>
                  </a:cubicBezTo>
                  <a:cubicBezTo>
                    <a:pt x="116" y="50"/>
                    <a:pt x="118" y="47"/>
                    <a:pt x="120" y="44"/>
                  </a:cubicBezTo>
                  <a:cubicBezTo>
                    <a:pt x="121" y="43"/>
                    <a:pt x="121" y="41"/>
                    <a:pt x="122" y="40"/>
                  </a:cubicBezTo>
                  <a:cubicBezTo>
                    <a:pt x="125" y="35"/>
                    <a:pt x="131" y="33"/>
                    <a:pt x="137" y="36"/>
                  </a:cubicBezTo>
                  <a:cubicBezTo>
                    <a:pt x="142" y="38"/>
                    <a:pt x="144" y="45"/>
                    <a:pt x="141" y="50"/>
                  </a:cubicBezTo>
                  <a:cubicBezTo>
                    <a:pt x="141" y="51"/>
                    <a:pt x="141" y="52"/>
                    <a:pt x="140" y="54"/>
                  </a:cubicBezTo>
                  <a:cubicBezTo>
                    <a:pt x="140" y="53"/>
                    <a:pt x="140" y="53"/>
                    <a:pt x="141" y="52"/>
                  </a:cubicBezTo>
                  <a:cubicBezTo>
                    <a:pt x="139" y="57"/>
                    <a:pt x="137" y="62"/>
                    <a:pt x="135" y="66"/>
                  </a:cubicBezTo>
                  <a:cubicBezTo>
                    <a:pt x="134" y="72"/>
                    <a:pt x="131" y="79"/>
                    <a:pt x="130" y="85"/>
                  </a:cubicBezTo>
                  <a:cubicBezTo>
                    <a:pt x="127" y="94"/>
                    <a:pt x="125" y="104"/>
                    <a:pt x="122" y="113"/>
                  </a:cubicBezTo>
                  <a:cubicBezTo>
                    <a:pt x="121" y="115"/>
                    <a:pt x="121" y="118"/>
                    <a:pt x="120" y="121"/>
                  </a:cubicBezTo>
                  <a:cubicBezTo>
                    <a:pt x="119" y="127"/>
                    <a:pt x="118" y="133"/>
                    <a:pt x="117" y="140"/>
                  </a:cubicBezTo>
                  <a:cubicBezTo>
                    <a:pt x="116" y="144"/>
                    <a:pt x="115" y="147"/>
                    <a:pt x="114" y="151"/>
                  </a:cubicBezTo>
                  <a:cubicBezTo>
                    <a:pt x="113" y="154"/>
                    <a:pt x="113" y="158"/>
                    <a:pt x="113" y="161"/>
                  </a:cubicBezTo>
                  <a:cubicBezTo>
                    <a:pt x="111" y="172"/>
                    <a:pt x="109" y="182"/>
                    <a:pt x="108" y="192"/>
                  </a:cubicBezTo>
                  <a:cubicBezTo>
                    <a:pt x="106" y="205"/>
                    <a:pt x="104" y="217"/>
                    <a:pt x="103" y="230"/>
                  </a:cubicBezTo>
                  <a:cubicBezTo>
                    <a:pt x="102" y="241"/>
                    <a:pt x="101" y="252"/>
                    <a:pt x="99" y="263"/>
                  </a:cubicBezTo>
                  <a:cubicBezTo>
                    <a:pt x="97" y="285"/>
                    <a:pt x="95" y="307"/>
                    <a:pt x="92" y="329"/>
                  </a:cubicBezTo>
                  <a:lnTo>
                    <a:pt x="92" y="330"/>
                  </a:lnTo>
                  <a:cubicBezTo>
                    <a:pt x="91" y="337"/>
                    <a:pt x="90" y="344"/>
                    <a:pt x="89" y="351"/>
                  </a:cubicBezTo>
                  <a:cubicBezTo>
                    <a:pt x="88" y="357"/>
                    <a:pt x="87" y="362"/>
                    <a:pt x="86" y="368"/>
                  </a:cubicBezTo>
                  <a:cubicBezTo>
                    <a:pt x="85" y="375"/>
                    <a:pt x="84" y="380"/>
                    <a:pt x="82" y="387"/>
                  </a:cubicBezTo>
                  <a:cubicBezTo>
                    <a:pt x="81" y="393"/>
                    <a:pt x="77" y="399"/>
                    <a:pt x="72" y="404"/>
                  </a:cubicBezTo>
                  <a:cubicBezTo>
                    <a:pt x="68" y="408"/>
                    <a:pt x="63" y="411"/>
                    <a:pt x="56" y="411"/>
                  </a:cubicBezTo>
                  <a:cubicBezTo>
                    <a:pt x="56" y="411"/>
                    <a:pt x="55" y="411"/>
                    <a:pt x="54" y="411"/>
                  </a:cubicBezTo>
                  <a:cubicBezTo>
                    <a:pt x="52" y="411"/>
                    <a:pt x="49" y="411"/>
                    <a:pt x="47" y="41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4" name="Google Shape;3744;p42"/>
            <p:cNvSpPr/>
            <p:nvPr/>
          </p:nvSpPr>
          <p:spPr>
            <a:xfrm>
              <a:off x="4446360" y="669240"/>
              <a:ext cx="29160" cy="56880"/>
            </a:xfrm>
            <a:custGeom>
              <a:avLst/>
              <a:gdLst/>
              <a:ahLst/>
              <a:cxnLst/>
              <a:rect l="l" t="t" r="r" b="b"/>
              <a:pathLst>
                <a:path w="81" h="158" extrusionOk="0">
                  <a:moveTo>
                    <a:pt x="56" y="31"/>
                  </a:moveTo>
                  <a:lnTo>
                    <a:pt x="57" y="31"/>
                  </a:lnTo>
                  <a:cubicBezTo>
                    <a:pt x="57" y="30"/>
                    <a:pt x="57" y="30"/>
                    <a:pt x="57" y="30"/>
                  </a:cubicBezTo>
                  <a:cubicBezTo>
                    <a:pt x="57" y="28"/>
                    <a:pt x="57" y="28"/>
                    <a:pt x="56" y="27"/>
                  </a:cubicBezTo>
                  <a:lnTo>
                    <a:pt x="56" y="26"/>
                  </a:lnTo>
                  <a:cubicBezTo>
                    <a:pt x="56" y="25"/>
                    <a:pt x="55" y="25"/>
                    <a:pt x="55" y="24"/>
                  </a:cubicBezTo>
                  <a:cubicBezTo>
                    <a:pt x="54" y="24"/>
                    <a:pt x="54" y="23"/>
                    <a:pt x="54" y="23"/>
                  </a:cubicBezTo>
                  <a:lnTo>
                    <a:pt x="53" y="23"/>
                  </a:lnTo>
                  <a:lnTo>
                    <a:pt x="52" y="23"/>
                  </a:lnTo>
                  <a:cubicBezTo>
                    <a:pt x="52" y="24"/>
                    <a:pt x="52" y="24"/>
                    <a:pt x="51" y="24"/>
                  </a:cubicBezTo>
                  <a:cubicBezTo>
                    <a:pt x="51" y="24"/>
                    <a:pt x="50" y="24"/>
                    <a:pt x="50" y="25"/>
                  </a:cubicBezTo>
                  <a:cubicBezTo>
                    <a:pt x="49" y="26"/>
                    <a:pt x="49" y="26"/>
                    <a:pt x="49" y="26"/>
                  </a:cubicBezTo>
                  <a:cubicBezTo>
                    <a:pt x="49" y="26"/>
                    <a:pt x="49" y="27"/>
                    <a:pt x="48" y="27"/>
                  </a:cubicBezTo>
                  <a:lnTo>
                    <a:pt x="48" y="28"/>
                  </a:lnTo>
                  <a:lnTo>
                    <a:pt x="48" y="29"/>
                  </a:lnTo>
                  <a:lnTo>
                    <a:pt x="48" y="30"/>
                  </a:lnTo>
                  <a:lnTo>
                    <a:pt x="49" y="30"/>
                  </a:lnTo>
                  <a:cubicBezTo>
                    <a:pt x="50" y="30"/>
                    <a:pt x="50" y="30"/>
                    <a:pt x="50" y="30"/>
                  </a:cubicBezTo>
                  <a:lnTo>
                    <a:pt x="51" y="30"/>
                  </a:lnTo>
                  <a:cubicBezTo>
                    <a:pt x="52" y="31"/>
                    <a:pt x="54" y="31"/>
                    <a:pt x="56" y="31"/>
                  </a:cubicBezTo>
                  <a:moveTo>
                    <a:pt x="32" y="157"/>
                  </a:moveTo>
                  <a:cubicBezTo>
                    <a:pt x="29" y="156"/>
                    <a:pt x="26" y="155"/>
                    <a:pt x="23" y="155"/>
                  </a:cubicBezTo>
                  <a:cubicBezTo>
                    <a:pt x="18" y="154"/>
                    <a:pt x="12" y="153"/>
                    <a:pt x="7" y="150"/>
                  </a:cubicBezTo>
                  <a:cubicBezTo>
                    <a:pt x="6" y="148"/>
                    <a:pt x="4" y="146"/>
                    <a:pt x="3" y="144"/>
                  </a:cubicBezTo>
                  <a:cubicBezTo>
                    <a:pt x="1" y="142"/>
                    <a:pt x="1" y="140"/>
                    <a:pt x="0" y="137"/>
                  </a:cubicBezTo>
                  <a:cubicBezTo>
                    <a:pt x="0" y="132"/>
                    <a:pt x="3" y="126"/>
                    <a:pt x="7" y="123"/>
                  </a:cubicBezTo>
                  <a:cubicBezTo>
                    <a:pt x="10" y="118"/>
                    <a:pt x="14" y="114"/>
                    <a:pt x="18" y="109"/>
                  </a:cubicBezTo>
                  <a:cubicBezTo>
                    <a:pt x="21" y="106"/>
                    <a:pt x="24" y="102"/>
                    <a:pt x="27" y="99"/>
                  </a:cubicBezTo>
                  <a:cubicBezTo>
                    <a:pt x="33" y="91"/>
                    <a:pt x="39" y="82"/>
                    <a:pt x="45" y="73"/>
                  </a:cubicBezTo>
                  <a:cubicBezTo>
                    <a:pt x="48" y="69"/>
                    <a:pt x="50" y="63"/>
                    <a:pt x="53" y="59"/>
                  </a:cubicBezTo>
                  <a:cubicBezTo>
                    <a:pt x="53" y="56"/>
                    <a:pt x="54" y="55"/>
                    <a:pt x="55" y="53"/>
                  </a:cubicBezTo>
                  <a:cubicBezTo>
                    <a:pt x="51" y="53"/>
                    <a:pt x="48" y="52"/>
                    <a:pt x="45" y="52"/>
                  </a:cubicBezTo>
                  <a:cubicBezTo>
                    <a:pt x="32" y="49"/>
                    <a:pt x="23" y="36"/>
                    <a:pt x="26" y="24"/>
                  </a:cubicBezTo>
                  <a:cubicBezTo>
                    <a:pt x="27" y="17"/>
                    <a:pt x="30" y="13"/>
                    <a:pt x="35" y="8"/>
                  </a:cubicBezTo>
                  <a:cubicBezTo>
                    <a:pt x="40" y="4"/>
                    <a:pt x="46" y="1"/>
                    <a:pt x="52" y="0"/>
                  </a:cubicBezTo>
                  <a:cubicBezTo>
                    <a:pt x="59" y="0"/>
                    <a:pt x="64" y="3"/>
                    <a:pt x="69" y="7"/>
                  </a:cubicBezTo>
                  <a:cubicBezTo>
                    <a:pt x="74" y="12"/>
                    <a:pt x="77" y="18"/>
                    <a:pt x="78" y="24"/>
                  </a:cubicBezTo>
                  <a:cubicBezTo>
                    <a:pt x="80" y="31"/>
                    <a:pt x="80" y="38"/>
                    <a:pt x="79" y="45"/>
                  </a:cubicBezTo>
                  <a:cubicBezTo>
                    <a:pt x="78" y="53"/>
                    <a:pt x="75" y="60"/>
                    <a:pt x="72" y="68"/>
                  </a:cubicBezTo>
                  <a:cubicBezTo>
                    <a:pt x="67" y="79"/>
                    <a:pt x="61" y="89"/>
                    <a:pt x="54" y="98"/>
                  </a:cubicBezTo>
                  <a:cubicBezTo>
                    <a:pt x="47" y="108"/>
                    <a:pt x="40" y="118"/>
                    <a:pt x="32" y="128"/>
                  </a:cubicBezTo>
                  <a:cubicBezTo>
                    <a:pt x="31" y="129"/>
                    <a:pt x="29" y="132"/>
                    <a:pt x="27" y="133"/>
                  </a:cubicBezTo>
                  <a:cubicBezTo>
                    <a:pt x="30" y="134"/>
                    <a:pt x="33" y="134"/>
                    <a:pt x="36" y="135"/>
                  </a:cubicBezTo>
                  <a:cubicBezTo>
                    <a:pt x="42" y="136"/>
                    <a:pt x="46" y="142"/>
                    <a:pt x="45" y="148"/>
                  </a:cubicBezTo>
                  <a:cubicBezTo>
                    <a:pt x="43" y="154"/>
                    <a:pt x="39" y="157"/>
                    <a:pt x="34" y="157"/>
                  </a:cubicBezTo>
                  <a:cubicBezTo>
                    <a:pt x="33" y="157"/>
                    <a:pt x="32" y="157"/>
                    <a:pt x="32" y="15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5" name="Google Shape;3745;p42"/>
            <p:cNvSpPr/>
            <p:nvPr/>
          </p:nvSpPr>
          <p:spPr>
            <a:xfrm>
              <a:off x="4500000" y="709200"/>
              <a:ext cx="29160" cy="10080"/>
            </a:xfrm>
            <a:custGeom>
              <a:avLst/>
              <a:gdLst/>
              <a:ahLst/>
              <a:cxnLst/>
              <a:rect l="l" t="t" r="r" b="b"/>
              <a:pathLst>
                <a:path w="81" h="28" extrusionOk="0">
                  <a:moveTo>
                    <a:pt x="5" y="23"/>
                  </a:moveTo>
                  <a:cubicBezTo>
                    <a:pt x="4" y="22"/>
                    <a:pt x="3" y="21"/>
                    <a:pt x="3" y="19"/>
                  </a:cubicBezTo>
                  <a:cubicBezTo>
                    <a:pt x="0" y="15"/>
                    <a:pt x="2" y="11"/>
                    <a:pt x="4" y="8"/>
                  </a:cubicBezTo>
                  <a:cubicBezTo>
                    <a:pt x="7" y="4"/>
                    <a:pt x="11" y="3"/>
                    <a:pt x="14" y="3"/>
                  </a:cubicBezTo>
                  <a:cubicBezTo>
                    <a:pt x="18" y="2"/>
                    <a:pt x="21" y="2"/>
                    <a:pt x="25" y="1"/>
                  </a:cubicBezTo>
                  <a:cubicBezTo>
                    <a:pt x="30" y="1"/>
                    <a:pt x="34" y="1"/>
                    <a:pt x="38" y="1"/>
                  </a:cubicBezTo>
                  <a:cubicBezTo>
                    <a:pt x="48" y="1"/>
                    <a:pt x="58" y="1"/>
                    <a:pt x="68" y="0"/>
                  </a:cubicBezTo>
                  <a:cubicBezTo>
                    <a:pt x="74" y="0"/>
                    <a:pt x="79" y="4"/>
                    <a:pt x="80" y="10"/>
                  </a:cubicBezTo>
                  <a:cubicBezTo>
                    <a:pt x="80" y="16"/>
                    <a:pt x="76" y="22"/>
                    <a:pt x="70" y="22"/>
                  </a:cubicBezTo>
                  <a:cubicBezTo>
                    <a:pt x="61" y="22"/>
                    <a:pt x="52" y="22"/>
                    <a:pt x="44" y="22"/>
                  </a:cubicBezTo>
                  <a:cubicBezTo>
                    <a:pt x="37" y="23"/>
                    <a:pt x="29" y="23"/>
                    <a:pt x="22" y="23"/>
                  </a:cubicBezTo>
                  <a:cubicBezTo>
                    <a:pt x="21" y="23"/>
                    <a:pt x="21" y="23"/>
                    <a:pt x="20" y="23"/>
                  </a:cubicBezTo>
                  <a:cubicBezTo>
                    <a:pt x="20" y="24"/>
                    <a:pt x="19" y="25"/>
                    <a:pt x="19" y="25"/>
                  </a:cubicBezTo>
                  <a:cubicBezTo>
                    <a:pt x="17" y="26"/>
                    <a:pt x="15" y="27"/>
                    <a:pt x="13" y="27"/>
                  </a:cubicBezTo>
                  <a:cubicBezTo>
                    <a:pt x="10" y="27"/>
                    <a:pt x="7" y="25"/>
                    <a:pt x="5" y="2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6" name="Google Shape;3746;p42"/>
            <p:cNvSpPr/>
            <p:nvPr/>
          </p:nvSpPr>
          <p:spPr>
            <a:xfrm>
              <a:off x="4510080" y="684720"/>
              <a:ext cx="12960" cy="49320"/>
            </a:xfrm>
            <a:custGeom>
              <a:avLst/>
              <a:gdLst/>
              <a:ahLst/>
              <a:cxnLst/>
              <a:rect l="l" t="t" r="r" b="b"/>
              <a:pathLst>
                <a:path w="36" h="137" extrusionOk="0">
                  <a:moveTo>
                    <a:pt x="0" y="126"/>
                  </a:moveTo>
                  <a:cubicBezTo>
                    <a:pt x="0" y="106"/>
                    <a:pt x="1" y="86"/>
                    <a:pt x="3" y="67"/>
                  </a:cubicBezTo>
                  <a:cubicBezTo>
                    <a:pt x="5" y="57"/>
                    <a:pt x="6" y="48"/>
                    <a:pt x="7" y="38"/>
                  </a:cubicBezTo>
                  <a:cubicBezTo>
                    <a:pt x="8" y="33"/>
                    <a:pt x="9" y="29"/>
                    <a:pt x="10" y="23"/>
                  </a:cubicBezTo>
                  <a:cubicBezTo>
                    <a:pt x="11" y="19"/>
                    <a:pt x="12" y="15"/>
                    <a:pt x="12" y="11"/>
                  </a:cubicBezTo>
                  <a:lnTo>
                    <a:pt x="12" y="10"/>
                  </a:lnTo>
                  <a:lnTo>
                    <a:pt x="12" y="11"/>
                  </a:lnTo>
                  <a:cubicBezTo>
                    <a:pt x="14" y="4"/>
                    <a:pt x="20" y="0"/>
                    <a:pt x="26" y="1"/>
                  </a:cubicBezTo>
                  <a:cubicBezTo>
                    <a:pt x="28" y="2"/>
                    <a:pt x="31" y="4"/>
                    <a:pt x="32" y="6"/>
                  </a:cubicBezTo>
                  <a:cubicBezTo>
                    <a:pt x="34" y="9"/>
                    <a:pt x="35" y="12"/>
                    <a:pt x="34" y="16"/>
                  </a:cubicBezTo>
                  <a:cubicBezTo>
                    <a:pt x="32" y="22"/>
                    <a:pt x="31" y="29"/>
                    <a:pt x="30" y="35"/>
                  </a:cubicBezTo>
                  <a:cubicBezTo>
                    <a:pt x="28" y="43"/>
                    <a:pt x="27" y="51"/>
                    <a:pt x="26" y="58"/>
                  </a:cubicBezTo>
                  <a:cubicBezTo>
                    <a:pt x="25" y="68"/>
                    <a:pt x="24" y="77"/>
                    <a:pt x="23" y="87"/>
                  </a:cubicBezTo>
                  <a:cubicBezTo>
                    <a:pt x="23" y="91"/>
                    <a:pt x="22" y="97"/>
                    <a:pt x="21" y="101"/>
                  </a:cubicBezTo>
                  <a:cubicBezTo>
                    <a:pt x="21" y="107"/>
                    <a:pt x="21" y="112"/>
                    <a:pt x="21" y="118"/>
                  </a:cubicBezTo>
                  <a:cubicBezTo>
                    <a:pt x="21" y="120"/>
                    <a:pt x="21" y="122"/>
                    <a:pt x="21" y="125"/>
                  </a:cubicBezTo>
                  <a:cubicBezTo>
                    <a:pt x="21" y="131"/>
                    <a:pt x="17" y="136"/>
                    <a:pt x="11" y="136"/>
                  </a:cubicBezTo>
                  <a:lnTo>
                    <a:pt x="10" y="136"/>
                  </a:lnTo>
                  <a:cubicBezTo>
                    <a:pt x="5" y="136"/>
                    <a:pt x="0" y="132"/>
                    <a:pt x="0" y="12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7" name="Google Shape;3747;p42"/>
            <p:cNvSpPr/>
            <p:nvPr/>
          </p:nvSpPr>
          <p:spPr>
            <a:xfrm>
              <a:off x="4557600" y="667440"/>
              <a:ext cx="46800" cy="104760"/>
            </a:xfrm>
            <a:custGeom>
              <a:avLst/>
              <a:gdLst/>
              <a:ahLst/>
              <a:cxnLst/>
              <a:rect l="l" t="t" r="r" b="b"/>
              <a:pathLst>
                <a:path w="130" h="291" extrusionOk="0">
                  <a:moveTo>
                    <a:pt x="1" y="281"/>
                  </a:moveTo>
                  <a:cubicBezTo>
                    <a:pt x="0" y="275"/>
                    <a:pt x="4" y="269"/>
                    <a:pt x="10" y="268"/>
                  </a:cubicBezTo>
                  <a:cubicBezTo>
                    <a:pt x="12" y="268"/>
                    <a:pt x="14" y="267"/>
                    <a:pt x="17" y="267"/>
                  </a:cubicBezTo>
                  <a:cubicBezTo>
                    <a:pt x="17" y="267"/>
                    <a:pt x="16" y="267"/>
                    <a:pt x="15" y="267"/>
                  </a:cubicBezTo>
                  <a:cubicBezTo>
                    <a:pt x="19" y="266"/>
                    <a:pt x="22" y="265"/>
                    <a:pt x="25" y="264"/>
                  </a:cubicBezTo>
                  <a:cubicBezTo>
                    <a:pt x="33" y="262"/>
                    <a:pt x="41" y="259"/>
                    <a:pt x="49" y="256"/>
                  </a:cubicBezTo>
                  <a:cubicBezTo>
                    <a:pt x="55" y="254"/>
                    <a:pt x="61" y="251"/>
                    <a:pt x="66" y="248"/>
                  </a:cubicBezTo>
                  <a:cubicBezTo>
                    <a:pt x="70" y="246"/>
                    <a:pt x="73" y="244"/>
                    <a:pt x="77" y="241"/>
                  </a:cubicBezTo>
                  <a:cubicBezTo>
                    <a:pt x="80" y="239"/>
                    <a:pt x="82" y="236"/>
                    <a:pt x="85" y="234"/>
                  </a:cubicBezTo>
                  <a:cubicBezTo>
                    <a:pt x="87" y="232"/>
                    <a:pt x="89" y="230"/>
                    <a:pt x="91" y="227"/>
                  </a:cubicBezTo>
                  <a:cubicBezTo>
                    <a:pt x="93" y="225"/>
                    <a:pt x="95" y="222"/>
                    <a:pt x="97" y="219"/>
                  </a:cubicBezTo>
                  <a:cubicBezTo>
                    <a:pt x="98" y="216"/>
                    <a:pt x="99" y="214"/>
                    <a:pt x="101" y="211"/>
                  </a:cubicBezTo>
                  <a:cubicBezTo>
                    <a:pt x="102" y="208"/>
                    <a:pt x="103" y="205"/>
                    <a:pt x="104" y="202"/>
                  </a:cubicBezTo>
                  <a:cubicBezTo>
                    <a:pt x="105" y="200"/>
                    <a:pt x="106" y="196"/>
                    <a:pt x="106" y="193"/>
                  </a:cubicBezTo>
                  <a:cubicBezTo>
                    <a:pt x="106" y="190"/>
                    <a:pt x="106" y="187"/>
                    <a:pt x="107" y="184"/>
                  </a:cubicBezTo>
                  <a:cubicBezTo>
                    <a:pt x="106" y="180"/>
                    <a:pt x="106" y="176"/>
                    <a:pt x="106" y="173"/>
                  </a:cubicBezTo>
                  <a:cubicBezTo>
                    <a:pt x="105" y="168"/>
                    <a:pt x="105" y="164"/>
                    <a:pt x="103" y="160"/>
                  </a:cubicBezTo>
                  <a:cubicBezTo>
                    <a:pt x="102" y="156"/>
                    <a:pt x="101" y="153"/>
                    <a:pt x="100" y="149"/>
                  </a:cubicBezTo>
                  <a:cubicBezTo>
                    <a:pt x="99" y="148"/>
                    <a:pt x="98" y="145"/>
                    <a:pt x="97" y="144"/>
                  </a:cubicBezTo>
                  <a:cubicBezTo>
                    <a:pt x="96" y="142"/>
                    <a:pt x="95" y="140"/>
                    <a:pt x="94" y="138"/>
                  </a:cubicBezTo>
                  <a:cubicBezTo>
                    <a:pt x="92" y="137"/>
                    <a:pt x="90" y="134"/>
                    <a:pt x="88" y="133"/>
                  </a:cubicBezTo>
                  <a:cubicBezTo>
                    <a:pt x="87" y="131"/>
                    <a:pt x="85" y="129"/>
                    <a:pt x="82" y="127"/>
                  </a:cubicBezTo>
                  <a:cubicBezTo>
                    <a:pt x="81" y="126"/>
                    <a:pt x="79" y="124"/>
                    <a:pt x="77" y="123"/>
                  </a:cubicBezTo>
                  <a:cubicBezTo>
                    <a:pt x="75" y="122"/>
                    <a:pt x="74" y="121"/>
                    <a:pt x="72" y="121"/>
                  </a:cubicBezTo>
                  <a:cubicBezTo>
                    <a:pt x="70" y="120"/>
                    <a:pt x="69" y="120"/>
                    <a:pt x="67" y="119"/>
                  </a:cubicBezTo>
                  <a:lnTo>
                    <a:pt x="66" y="119"/>
                  </a:lnTo>
                  <a:lnTo>
                    <a:pt x="64" y="120"/>
                  </a:lnTo>
                  <a:cubicBezTo>
                    <a:pt x="60" y="122"/>
                    <a:pt x="57" y="123"/>
                    <a:pt x="53" y="123"/>
                  </a:cubicBezTo>
                  <a:cubicBezTo>
                    <a:pt x="49" y="122"/>
                    <a:pt x="44" y="119"/>
                    <a:pt x="43" y="113"/>
                  </a:cubicBezTo>
                  <a:cubicBezTo>
                    <a:pt x="43" y="111"/>
                    <a:pt x="43" y="109"/>
                    <a:pt x="43" y="106"/>
                  </a:cubicBezTo>
                  <a:cubicBezTo>
                    <a:pt x="45" y="103"/>
                    <a:pt x="46" y="101"/>
                    <a:pt x="49" y="99"/>
                  </a:cubicBezTo>
                  <a:cubicBezTo>
                    <a:pt x="51" y="98"/>
                    <a:pt x="53" y="97"/>
                    <a:pt x="56" y="97"/>
                  </a:cubicBezTo>
                  <a:cubicBezTo>
                    <a:pt x="57" y="96"/>
                    <a:pt x="57" y="95"/>
                    <a:pt x="58" y="94"/>
                  </a:cubicBezTo>
                  <a:cubicBezTo>
                    <a:pt x="60" y="91"/>
                    <a:pt x="63" y="88"/>
                    <a:pt x="64" y="85"/>
                  </a:cubicBezTo>
                  <a:cubicBezTo>
                    <a:pt x="67" y="80"/>
                    <a:pt x="69" y="76"/>
                    <a:pt x="71" y="71"/>
                  </a:cubicBezTo>
                  <a:cubicBezTo>
                    <a:pt x="74" y="66"/>
                    <a:pt x="75" y="60"/>
                    <a:pt x="77" y="54"/>
                  </a:cubicBezTo>
                  <a:cubicBezTo>
                    <a:pt x="78" y="51"/>
                    <a:pt x="79" y="47"/>
                    <a:pt x="80" y="43"/>
                  </a:cubicBezTo>
                  <a:cubicBezTo>
                    <a:pt x="80" y="41"/>
                    <a:pt x="80" y="39"/>
                    <a:pt x="80" y="37"/>
                  </a:cubicBezTo>
                  <a:cubicBezTo>
                    <a:pt x="80" y="35"/>
                    <a:pt x="80" y="33"/>
                    <a:pt x="80" y="32"/>
                  </a:cubicBezTo>
                  <a:cubicBezTo>
                    <a:pt x="80" y="31"/>
                    <a:pt x="80" y="30"/>
                    <a:pt x="79" y="29"/>
                  </a:cubicBezTo>
                  <a:cubicBezTo>
                    <a:pt x="79" y="28"/>
                    <a:pt x="78" y="28"/>
                    <a:pt x="78" y="27"/>
                  </a:cubicBezTo>
                  <a:cubicBezTo>
                    <a:pt x="78" y="26"/>
                    <a:pt x="78" y="26"/>
                    <a:pt x="78" y="26"/>
                  </a:cubicBezTo>
                  <a:cubicBezTo>
                    <a:pt x="77" y="25"/>
                    <a:pt x="77" y="25"/>
                    <a:pt x="77" y="25"/>
                  </a:cubicBezTo>
                  <a:lnTo>
                    <a:pt x="77" y="24"/>
                  </a:lnTo>
                  <a:lnTo>
                    <a:pt x="76" y="24"/>
                  </a:lnTo>
                  <a:lnTo>
                    <a:pt x="75" y="24"/>
                  </a:lnTo>
                  <a:lnTo>
                    <a:pt x="75" y="23"/>
                  </a:lnTo>
                  <a:cubicBezTo>
                    <a:pt x="74" y="24"/>
                    <a:pt x="74" y="24"/>
                    <a:pt x="74" y="24"/>
                  </a:cubicBezTo>
                  <a:cubicBezTo>
                    <a:pt x="73" y="24"/>
                    <a:pt x="73" y="24"/>
                    <a:pt x="72" y="24"/>
                  </a:cubicBezTo>
                  <a:lnTo>
                    <a:pt x="73" y="24"/>
                  </a:lnTo>
                  <a:cubicBezTo>
                    <a:pt x="72" y="24"/>
                    <a:pt x="71" y="25"/>
                    <a:pt x="70" y="25"/>
                  </a:cubicBezTo>
                  <a:lnTo>
                    <a:pt x="71" y="25"/>
                  </a:lnTo>
                  <a:cubicBezTo>
                    <a:pt x="70" y="26"/>
                    <a:pt x="68" y="26"/>
                    <a:pt x="68" y="27"/>
                  </a:cubicBezTo>
                  <a:cubicBezTo>
                    <a:pt x="67" y="28"/>
                    <a:pt x="66" y="28"/>
                    <a:pt x="66" y="29"/>
                  </a:cubicBezTo>
                  <a:lnTo>
                    <a:pt x="66" y="30"/>
                  </a:lnTo>
                  <a:cubicBezTo>
                    <a:pt x="67" y="36"/>
                    <a:pt x="63" y="42"/>
                    <a:pt x="57" y="43"/>
                  </a:cubicBezTo>
                  <a:cubicBezTo>
                    <a:pt x="55" y="43"/>
                    <a:pt x="53" y="43"/>
                    <a:pt x="51" y="43"/>
                  </a:cubicBezTo>
                  <a:cubicBezTo>
                    <a:pt x="47" y="43"/>
                    <a:pt x="45" y="42"/>
                    <a:pt x="43" y="39"/>
                  </a:cubicBezTo>
                  <a:cubicBezTo>
                    <a:pt x="41" y="36"/>
                    <a:pt x="40" y="33"/>
                    <a:pt x="40" y="30"/>
                  </a:cubicBezTo>
                  <a:cubicBezTo>
                    <a:pt x="40" y="26"/>
                    <a:pt x="42" y="22"/>
                    <a:pt x="45" y="19"/>
                  </a:cubicBezTo>
                  <a:cubicBezTo>
                    <a:pt x="50" y="12"/>
                    <a:pt x="57" y="7"/>
                    <a:pt x="66" y="3"/>
                  </a:cubicBezTo>
                  <a:cubicBezTo>
                    <a:pt x="72" y="0"/>
                    <a:pt x="81" y="0"/>
                    <a:pt x="87" y="4"/>
                  </a:cubicBezTo>
                  <a:cubicBezTo>
                    <a:pt x="102" y="14"/>
                    <a:pt x="103" y="33"/>
                    <a:pt x="101" y="49"/>
                  </a:cubicBezTo>
                  <a:cubicBezTo>
                    <a:pt x="99" y="60"/>
                    <a:pt x="95" y="71"/>
                    <a:pt x="90" y="81"/>
                  </a:cubicBezTo>
                  <a:cubicBezTo>
                    <a:pt x="91" y="81"/>
                    <a:pt x="91" y="81"/>
                    <a:pt x="91" y="80"/>
                  </a:cubicBezTo>
                  <a:cubicBezTo>
                    <a:pt x="90" y="82"/>
                    <a:pt x="89" y="84"/>
                    <a:pt x="88" y="86"/>
                  </a:cubicBezTo>
                  <a:cubicBezTo>
                    <a:pt x="88" y="85"/>
                    <a:pt x="89" y="85"/>
                    <a:pt x="89" y="85"/>
                  </a:cubicBezTo>
                  <a:cubicBezTo>
                    <a:pt x="88" y="86"/>
                    <a:pt x="88" y="87"/>
                    <a:pt x="87" y="88"/>
                  </a:cubicBezTo>
                  <a:cubicBezTo>
                    <a:pt x="88" y="88"/>
                    <a:pt x="88" y="87"/>
                    <a:pt x="88" y="86"/>
                  </a:cubicBezTo>
                  <a:cubicBezTo>
                    <a:pt x="86" y="91"/>
                    <a:pt x="84" y="96"/>
                    <a:pt x="81" y="100"/>
                  </a:cubicBezTo>
                  <a:cubicBezTo>
                    <a:pt x="84" y="102"/>
                    <a:pt x="85" y="103"/>
                    <a:pt x="88" y="104"/>
                  </a:cubicBezTo>
                  <a:cubicBezTo>
                    <a:pt x="94" y="108"/>
                    <a:pt x="100" y="113"/>
                    <a:pt x="105" y="118"/>
                  </a:cubicBezTo>
                  <a:cubicBezTo>
                    <a:pt x="109" y="123"/>
                    <a:pt x="113" y="129"/>
                    <a:pt x="117" y="135"/>
                  </a:cubicBezTo>
                  <a:cubicBezTo>
                    <a:pt x="121" y="142"/>
                    <a:pt x="123" y="149"/>
                    <a:pt x="125" y="157"/>
                  </a:cubicBezTo>
                  <a:cubicBezTo>
                    <a:pt x="129" y="173"/>
                    <a:pt x="129" y="190"/>
                    <a:pt x="126" y="205"/>
                  </a:cubicBezTo>
                  <a:cubicBezTo>
                    <a:pt x="122" y="220"/>
                    <a:pt x="115" y="233"/>
                    <a:pt x="105" y="245"/>
                  </a:cubicBezTo>
                  <a:cubicBezTo>
                    <a:pt x="95" y="256"/>
                    <a:pt x="82" y="264"/>
                    <a:pt x="69" y="271"/>
                  </a:cubicBezTo>
                  <a:cubicBezTo>
                    <a:pt x="59" y="276"/>
                    <a:pt x="47" y="280"/>
                    <a:pt x="35" y="285"/>
                  </a:cubicBezTo>
                  <a:cubicBezTo>
                    <a:pt x="28" y="287"/>
                    <a:pt x="21" y="289"/>
                    <a:pt x="14" y="290"/>
                  </a:cubicBezTo>
                  <a:cubicBezTo>
                    <a:pt x="13" y="290"/>
                    <a:pt x="13" y="290"/>
                    <a:pt x="12" y="290"/>
                  </a:cubicBezTo>
                  <a:cubicBezTo>
                    <a:pt x="7" y="290"/>
                    <a:pt x="1" y="286"/>
                    <a:pt x="1" y="28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8" name="Google Shape;3748;p42"/>
            <p:cNvSpPr/>
            <p:nvPr/>
          </p:nvSpPr>
          <p:spPr>
            <a:xfrm>
              <a:off x="4394160" y="948240"/>
              <a:ext cx="41040" cy="41400"/>
            </a:xfrm>
            <a:custGeom>
              <a:avLst/>
              <a:gdLst/>
              <a:ahLst/>
              <a:cxnLst/>
              <a:rect l="l" t="t" r="r" b="b"/>
              <a:pathLst>
                <a:path w="114" h="115" extrusionOk="0">
                  <a:moveTo>
                    <a:pt x="95" y="112"/>
                  </a:moveTo>
                  <a:cubicBezTo>
                    <a:pt x="82" y="103"/>
                    <a:pt x="70" y="92"/>
                    <a:pt x="59" y="81"/>
                  </a:cubicBezTo>
                  <a:cubicBezTo>
                    <a:pt x="49" y="70"/>
                    <a:pt x="39" y="60"/>
                    <a:pt x="29" y="49"/>
                  </a:cubicBezTo>
                  <a:cubicBezTo>
                    <a:pt x="25" y="45"/>
                    <a:pt x="21" y="40"/>
                    <a:pt x="17" y="35"/>
                  </a:cubicBezTo>
                  <a:cubicBezTo>
                    <a:pt x="15" y="33"/>
                    <a:pt x="13" y="31"/>
                    <a:pt x="10" y="28"/>
                  </a:cubicBezTo>
                  <a:cubicBezTo>
                    <a:pt x="9" y="27"/>
                    <a:pt x="8" y="25"/>
                    <a:pt x="7" y="23"/>
                  </a:cubicBezTo>
                  <a:cubicBezTo>
                    <a:pt x="5" y="21"/>
                    <a:pt x="3" y="19"/>
                    <a:pt x="2" y="17"/>
                  </a:cubicBezTo>
                  <a:cubicBezTo>
                    <a:pt x="0" y="13"/>
                    <a:pt x="0" y="8"/>
                    <a:pt x="4" y="4"/>
                  </a:cubicBezTo>
                  <a:cubicBezTo>
                    <a:pt x="7" y="1"/>
                    <a:pt x="12" y="0"/>
                    <a:pt x="16" y="2"/>
                  </a:cubicBezTo>
                  <a:cubicBezTo>
                    <a:pt x="19" y="3"/>
                    <a:pt x="21" y="5"/>
                    <a:pt x="22" y="8"/>
                  </a:cubicBezTo>
                  <a:cubicBezTo>
                    <a:pt x="29" y="17"/>
                    <a:pt x="37" y="25"/>
                    <a:pt x="44" y="34"/>
                  </a:cubicBezTo>
                  <a:cubicBezTo>
                    <a:pt x="51" y="42"/>
                    <a:pt x="57" y="49"/>
                    <a:pt x="64" y="57"/>
                  </a:cubicBezTo>
                  <a:cubicBezTo>
                    <a:pt x="70" y="62"/>
                    <a:pt x="75" y="67"/>
                    <a:pt x="80" y="73"/>
                  </a:cubicBezTo>
                  <a:cubicBezTo>
                    <a:pt x="85" y="77"/>
                    <a:pt x="91" y="81"/>
                    <a:pt x="96" y="86"/>
                  </a:cubicBezTo>
                  <a:cubicBezTo>
                    <a:pt x="99" y="89"/>
                    <a:pt x="104" y="92"/>
                    <a:pt x="108" y="95"/>
                  </a:cubicBezTo>
                  <a:cubicBezTo>
                    <a:pt x="112" y="98"/>
                    <a:pt x="113" y="105"/>
                    <a:pt x="110" y="109"/>
                  </a:cubicBezTo>
                  <a:cubicBezTo>
                    <a:pt x="108" y="112"/>
                    <a:pt x="105" y="114"/>
                    <a:pt x="101" y="114"/>
                  </a:cubicBezTo>
                  <a:cubicBezTo>
                    <a:pt x="99" y="114"/>
                    <a:pt x="97" y="113"/>
                    <a:pt x="95" y="11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9" name="Google Shape;3749;p42"/>
            <p:cNvSpPr/>
            <p:nvPr/>
          </p:nvSpPr>
          <p:spPr>
            <a:xfrm>
              <a:off x="4386600" y="940680"/>
              <a:ext cx="66960" cy="81720"/>
            </a:xfrm>
            <a:custGeom>
              <a:avLst/>
              <a:gdLst/>
              <a:ahLst/>
              <a:cxnLst/>
              <a:rect l="l" t="t" r="r" b="b"/>
              <a:pathLst>
                <a:path w="186" h="227" extrusionOk="0">
                  <a:moveTo>
                    <a:pt x="7" y="225"/>
                  </a:moveTo>
                  <a:cubicBezTo>
                    <a:pt x="2" y="222"/>
                    <a:pt x="0" y="217"/>
                    <a:pt x="3" y="211"/>
                  </a:cubicBezTo>
                  <a:cubicBezTo>
                    <a:pt x="8" y="201"/>
                    <a:pt x="14" y="190"/>
                    <a:pt x="20" y="179"/>
                  </a:cubicBezTo>
                  <a:cubicBezTo>
                    <a:pt x="25" y="170"/>
                    <a:pt x="30" y="160"/>
                    <a:pt x="36" y="151"/>
                  </a:cubicBezTo>
                  <a:lnTo>
                    <a:pt x="35" y="151"/>
                  </a:lnTo>
                  <a:cubicBezTo>
                    <a:pt x="36" y="151"/>
                    <a:pt x="36" y="151"/>
                    <a:pt x="36" y="150"/>
                  </a:cubicBezTo>
                  <a:cubicBezTo>
                    <a:pt x="37" y="149"/>
                    <a:pt x="38" y="147"/>
                    <a:pt x="39" y="146"/>
                  </a:cubicBezTo>
                  <a:lnTo>
                    <a:pt x="38" y="146"/>
                  </a:lnTo>
                  <a:cubicBezTo>
                    <a:pt x="42" y="141"/>
                    <a:pt x="45" y="136"/>
                    <a:pt x="48" y="131"/>
                  </a:cubicBezTo>
                  <a:lnTo>
                    <a:pt x="47" y="131"/>
                  </a:lnTo>
                  <a:cubicBezTo>
                    <a:pt x="48" y="131"/>
                    <a:pt x="48" y="130"/>
                    <a:pt x="49" y="129"/>
                  </a:cubicBezTo>
                  <a:lnTo>
                    <a:pt x="48" y="130"/>
                  </a:lnTo>
                  <a:cubicBezTo>
                    <a:pt x="52" y="124"/>
                    <a:pt x="55" y="120"/>
                    <a:pt x="58" y="115"/>
                  </a:cubicBezTo>
                  <a:cubicBezTo>
                    <a:pt x="60" y="111"/>
                    <a:pt x="63" y="107"/>
                    <a:pt x="66" y="104"/>
                  </a:cubicBezTo>
                  <a:cubicBezTo>
                    <a:pt x="70" y="98"/>
                    <a:pt x="74" y="91"/>
                    <a:pt x="78" y="85"/>
                  </a:cubicBezTo>
                  <a:cubicBezTo>
                    <a:pt x="81" y="81"/>
                    <a:pt x="84" y="77"/>
                    <a:pt x="87" y="74"/>
                  </a:cubicBezTo>
                  <a:cubicBezTo>
                    <a:pt x="91" y="69"/>
                    <a:pt x="94" y="64"/>
                    <a:pt x="98" y="60"/>
                  </a:cubicBezTo>
                  <a:cubicBezTo>
                    <a:pt x="102" y="55"/>
                    <a:pt x="106" y="49"/>
                    <a:pt x="111" y="44"/>
                  </a:cubicBezTo>
                  <a:cubicBezTo>
                    <a:pt x="118" y="36"/>
                    <a:pt x="125" y="28"/>
                    <a:pt x="133" y="21"/>
                  </a:cubicBezTo>
                  <a:cubicBezTo>
                    <a:pt x="139" y="16"/>
                    <a:pt x="144" y="11"/>
                    <a:pt x="150" y="8"/>
                  </a:cubicBezTo>
                  <a:cubicBezTo>
                    <a:pt x="156" y="4"/>
                    <a:pt x="163" y="0"/>
                    <a:pt x="170" y="1"/>
                  </a:cubicBezTo>
                  <a:cubicBezTo>
                    <a:pt x="172" y="1"/>
                    <a:pt x="173" y="1"/>
                    <a:pt x="175" y="2"/>
                  </a:cubicBezTo>
                  <a:cubicBezTo>
                    <a:pt x="181" y="3"/>
                    <a:pt x="185" y="9"/>
                    <a:pt x="183" y="14"/>
                  </a:cubicBezTo>
                  <a:cubicBezTo>
                    <a:pt x="182" y="20"/>
                    <a:pt x="176" y="24"/>
                    <a:pt x="171" y="23"/>
                  </a:cubicBezTo>
                  <a:lnTo>
                    <a:pt x="170" y="23"/>
                  </a:lnTo>
                  <a:lnTo>
                    <a:pt x="169" y="23"/>
                  </a:lnTo>
                  <a:lnTo>
                    <a:pt x="168" y="23"/>
                  </a:lnTo>
                  <a:cubicBezTo>
                    <a:pt x="168" y="23"/>
                    <a:pt x="167" y="23"/>
                    <a:pt x="166" y="24"/>
                  </a:cubicBezTo>
                  <a:cubicBezTo>
                    <a:pt x="165" y="24"/>
                    <a:pt x="164" y="25"/>
                    <a:pt x="163" y="25"/>
                  </a:cubicBezTo>
                  <a:cubicBezTo>
                    <a:pt x="160" y="27"/>
                    <a:pt x="157" y="29"/>
                    <a:pt x="154" y="31"/>
                  </a:cubicBezTo>
                  <a:cubicBezTo>
                    <a:pt x="150" y="35"/>
                    <a:pt x="145" y="39"/>
                    <a:pt x="141" y="43"/>
                  </a:cubicBezTo>
                  <a:cubicBezTo>
                    <a:pt x="131" y="53"/>
                    <a:pt x="122" y="63"/>
                    <a:pt x="113" y="74"/>
                  </a:cubicBezTo>
                  <a:cubicBezTo>
                    <a:pt x="109" y="80"/>
                    <a:pt x="104" y="85"/>
                    <a:pt x="99" y="91"/>
                  </a:cubicBezTo>
                  <a:cubicBezTo>
                    <a:pt x="96" y="96"/>
                    <a:pt x="92" y="101"/>
                    <a:pt x="89" y="106"/>
                  </a:cubicBezTo>
                  <a:cubicBezTo>
                    <a:pt x="85" y="111"/>
                    <a:pt x="81" y="116"/>
                    <a:pt x="78" y="121"/>
                  </a:cubicBezTo>
                  <a:cubicBezTo>
                    <a:pt x="74" y="127"/>
                    <a:pt x="70" y="134"/>
                    <a:pt x="65" y="141"/>
                  </a:cubicBezTo>
                  <a:cubicBezTo>
                    <a:pt x="66" y="140"/>
                    <a:pt x="66" y="140"/>
                    <a:pt x="66" y="140"/>
                  </a:cubicBezTo>
                  <a:lnTo>
                    <a:pt x="65" y="141"/>
                  </a:lnTo>
                  <a:lnTo>
                    <a:pt x="65" y="142"/>
                  </a:lnTo>
                  <a:cubicBezTo>
                    <a:pt x="62" y="147"/>
                    <a:pt x="59" y="152"/>
                    <a:pt x="56" y="157"/>
                  </a:cubicBezTo>
                  <a:cubicBezTo>
                    <a:pt x="55" y="158"/>
                    <a:pt x="54" y="159"/>
                    <a:pt x="53" y="161"/>
                  </a:cubicBezTo>
                  <a:lnTo>
                    <a:pt x="52" y="162"/>
                  </a:lnTo>
                  <a:cubicBezTo>
                    <a:pt x="53" y="162"/>
                    <a:pt x="53" y="161"/>
                    <a:pt x="53" y="161"/>
                  </a:cubicBezTo>
                  <a:cubicBezTo>
                    <a:pt x="48" y="170"/>
                    <a:pt x="42" y="180"/>
                    <a:pt x="37" y="189"/>
                  </a:cubicBezTo>
                  <a:cubicBezTo>
                    <a:pt x="31" y="200"/>
                    <a:pt x="26" y="210"/>
                    <a:pt x="21" y="221"/>
                  </a:cubicBezTo>
                  <a:cubicBezTo>
                    <a:pt x="19" y="224"/>
                    <a:pt x="15" y="226"/>
                    <a:pt x="12" y="226"/>
                  </a:cubicBezTo>
                  <a:cubicBezTo>
                    <a:pt x="10" y="226"/>
                    <a:pt x="9" y="226"/>
                    <a:pt x="7" y="22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0" name="Google Shape;3750;p42"/>
            <p:cNvSpPr/>
            <p:nvPr/>
          </p:nvSpPr>
          <p:spPr>
            <a:xfrm>
              <a:off x="3907440" y="882000"/>
              <a:ext cx="124200" cy="125280"/>
            </a:xfrm>
            <a:custGeom>
              <a:avLst/>
              <a:gdLst/>
              <a:ahLst/>
              <a:cxnLst/>
              <a:rect l="l" t="t" r="r" b="b"/>
              <a:pathLst>
                <a:path w="345" h="348" extrusionOk="0">
                  <a:moveTo>
                    <a:pt x="324" y="344"/>
                  </a:moveTo>
                  <a:cubicBezTo>
                    <a:pt x="322" y="341"/>
                    <a:pt x="319" y="337"/>
                    <a:pt x="315" y="334"/>
                  </a:cubicBezTo>
                  <a:cubicBezTo>
                    <a:pt x="313" y="332"/>
                    <a:pt x="311" y="330"/>
                    <a:pt x="309" y="328"/>
                  </a:cubicBezTo>
                  <a:cubicBezTo>
                    <a:pt x="301" y="323"/>
                    <a:pt x="292" y="318"/>
                    <a:pt x="285" y="313"/>
                  </a:cubicBezTo>
                  <a:cubicBezTo>
                    <a:pt x="277" y="306"/>
                    <a:pt x="270" y="299"/>
                    <a:pt x="262" y="292"/>
                  </a:cubicBezTo>
                  <a:cubicBezTo>
                    <a:pt x="262" y="293"/>
                    <a:pt x="262" y="293"/>
                    <a:pt x="262" y="293"/>
                  </a:cubicBezTo>
                  <a:cubicBezTo>
                    <a:pt x="246" y="278"/>
                    <a:pt x="231" y="262"/>
                    <a:pt x="216" y="247"/>
                  </a:cubicBezTo>
                  <a:cubicBezTo>
                    <a:pt x="200" y="232"/>
                    <a:pt x="185" y="216"/>
                    <a:pt x="171" y="200"/>
                  </a:cubicBezTo>
                  <a:cubicBezTo>
                    <a:pt x="156" y="183"/>
                    <a:pt x="140" y="166"/>
                    <a:pt x="124" y="150"/>
                  </a:cubicBezTo>
                  <a:cubicBezTo>
                    <a:pt x="109" y="134"/>
                    <a:pt x="93" y="117"/>
                    <a:pt x="78" y="100"/>
                  </a:cubicBezTo>
                  <a:cubicBezTo>
                    <a:pt x="66" y="86"/>
                    <a:pt x="53" y="72"/>
                    <a:pt x="41" y="59"/>
                  </a:cubicBezTo>
                  <a:cubicBezTo>
                    <a:pt x="35" y="52"/>
                    <a:pt x="28" y="46"/>
                    <a:pt x="23" y="39"/>
                  </a:cubicBezTo>
                  <a:cubicBezTo>
                    <a:pt x="19" y="36"/>
                    <a:pt x="16" y="32"/>
                    <a:pt x="13" y="29"/>
                  </a:cubicBezTo>
                  <a:cubicBezTo>
                    <a:pt x="10" y="25"/>
                    <a:pt x="6" y="22"/>
                    <a:pt x="4" y="18"/>
                  </a:cubicBezTo>
                  <a:cubicBezTo>
                    <a:pt x="0" y="13"/>
                    <a:pt x="2" y="5"/>
                    <a:pt x="8" y="2"/>
                  </a:cubicBezTo>
                  <a:cubicBezTo>
                    <a:pt x="10" y="0"/>
                    <a:pt x="14" y="0"/>
                    <a:pt x="17" y="1"/>
                  </a:cubicBezTo>
                  <a:cubicBezTo>
                    <a:pt x="20" y="3"/>
                    <a:pt x="22" y="5"/>
                    <a:pt x="22" y="7"/>
                  </a:cubicBezTo>
                  <a:lnTo>
                    <a:pt x="23" y="7"/>
                  </a:lnTo>
                  <a:cubicBezTo>
                    <a:pt x="24" y="10"/>
                    <a:pt x="26" y="12"/>
                    <a:pt x="28" y="15"/>
                  </a:cubicBezTo>
                  <a:cubicBezTo>
                    <a:pt x="35" y="23"/>
                    <a:pt x="43" y="32"/>
                    <a:pt x="50" y="40"/>
                  </a:cubicBezTo>
                  <a:cubicBezTo>
                    <a:pt x="57" y="47"/>
                    <a:pt x="64" y="56"/>
                    <a:pt x="71" y="64"/>
                  </a:cubicBezTo>
                  <a:cubicBezTo>
                    <a:pt x="86" y="80"/>
                    <a:pt x="101" y="97"/>
                    <a:pt x="116" y="113"/>
                  </a:cubicBezTo>
                  <a:cubicBezTo>
                    <a:pt x="132" y="130"/>
                    <a:pt x="147" y="146"/>
                    <a:pt x="163" y="163"/>
                  </a:cubicBezTo>
                  <a:cubicBezTo>
                    <a:pt x="178" y="179"/>
                    <a:pt x="192" y="195"/>
                    <a:pt x="207" y="210"/>
                  </a:cubicBezTo>
                  <a:cubicBezTo>
                    <a:pt x="217" y="220"/>
                    <a:pt x="227" y="230"/>
                    <a:pt x="237" y="240"/>
                  </a:cubicBezTo>
                  <a:cubicBezTo>
                    <a:pt x="248" y="250"/>
                    <a:pt x="259" y="260"/>
                    <a:pt x="269" y="271"/>
                  </a:cubicBezTo>
                  <a:cubicBezTo>
                    <a:pt x="280" y="280"/>
                    <a:pt x="290" y="289"/>
                    <a:pt x="301" y="297"/>
                  </a:cubicBezTo>
                  <a:cubicBezTo>
                    <a:pt x="301" y="298"/>
                    <a:pt x="302" y="298"/>
                    <a:pt x="302" y="298"/>
                  </a:cubicBezTo>
                  <a:lnTo>
                    <a:pt x="301" y="297"/>
                  </a:lnTo>
                  <a:cubicBezTo>
                    <a:pt x="308" y="302"/>
                    <a:pt x="315" y="306"/>
                    <a:pt x="321" y="311"/>
                  </a:cubicBezTo>
                  <a:cubicBezTo>
                    <a:pt x="322" y="311"/>
                    <a:pt x="322" y="311"/>
                    <a:pt x="322" y="311"/>
                  </a:cubicBezTo>
                  <a:cubicBezTo>
                    <a:pt x="329" y="317"/>
                    <a:pt x="334" y="322"/>
                    <a:pt x="340" y="329"/>
                  </a:cubicBezTo>
                  <a:cubicBezTo>
                    <a:pt x="344" y="334"/>
                    <a:pt x="344" y="340"/>
                    <a:pt x="340" y="344"/>
                  </a:cubicBezTo>
                  <a:cubicBezTo>
                    <a:pt x="338" y="346"/>
                    <a:pt x="335" y="347"/>
                    <a:pt x="332" y="347"/>
                  </a:cubicBezTo>
                  <a:cubicBezTo>
                    <a:pt x="329" y="347"/>
                    <a:pt x="326" y="346"/>
                    <a:pt x="324" y="34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1" name="Google Shape;3751;p42"/>
            <p:cNvSpPr/>
            <p:nvPr/>
          </p:nvSpPr>
          <p:spPr>
            <a:xfrm>
              <a:off x="3924720" y="854640"/>
              <a:ext cx="170280" cy="178200"/>
            </a:xfrm>
            <a:custGeom>
              <a:avLst/>
              <a:gdLst/>
              <a:ahLst/>
              <a:cxnLst/>
              <a:rect l="l" t="t" r="r" b="b"/>
              <a:pathLst>
                <a:path w="473" h="495" extrusionOk="0">
                  <a:moveTo>
                    <a:pt x="452" y="491"/>
                  </a:moveTo>
                  <a:cubicBezTo>
                    <a:pt x="451" y="491"/>
                    <a:pt x="451" y="490"/>
                    <a:pt x="451" y="490"/>
                  </a:cubicBezTo>
                  <a:lnTo>
                    <a:pt x="451" y="491"/>
                  </a:lnTo>
                  <a:cubicBezTo>
                    <a:pt x="451" y="490"/>
                    <a:pt x="450" y="489"/>
                    <a:pt x="450" y="488"/>
                  </a:cubicBezTo>
                  <a:cubicBezTo>
                    <a:pt x="450" y="489"/>
                    <a:pt x="450" y="489"/>
                    <a:pt x="450" y="489"/>
                  </a:cubicBezTo>
                  <a:cubicBezTo>
                    <a:pt x="434" y="474"/>
                    <a:pt x="419" y="460"/>
                    <a:pt x="404" y="444"/>
                  </a:cubicBezTo>
                  <a:cubicBezTo>
                    <a:pt x="389" y="429"/>
                    <a:pt x="374" y="414"/>
                    <a:pt x="359" y="398"/>
                  </a:cubicBezTo>
                  <a:cubicBezTo>
                    <a:pt x="345" y="382"/>
                    <a:pt x="331" y="366"/>
                    <a:pt x="316" y="351"/>
                  </a:cubicBezTo>
                  <a:cubicBezTo>
                    <a:pt x="301" y="336"/>
                    <a:pt x="286" y="320"/>
                    <a:pt x="271" y="305"/>
                  </a:cubicBezTo>
                  <a:cubicBezTo>
                    <a:pt x="255" y="289"/>
                    <a:pt x="239" y="274"/>
                    <a:pt x="224" y="258"/>
                  </a:cubicBezTo>
                  <a:cubicBezTo>
                    <a:pt x="208" y="242"/>
                    <a:pt x="193" y="227"/>
                    <a:pt x="178" y="211"/>
                  </a:cubicBezTo>
                  <a:cubicBezTo>
                    <a:pt x="163" y="196"/>
                    <a:pt x="148" y="181"/>
                    <a:pt x="134" y="165"/>
                  </a:cubicBezTo>
                  <a:cubicBezTo>
                    <a:pt x="119" y="148"/>
                    <a:pt x="104" y="131"/>
                    <a:pt x="87" y="114"/>
                  </a:cubicBezTo>
                  <a:cubicBezTo>
                    <a:pt x="73" y="98"/>
                    <a:pt x="58" y="83"/>
                    <a:pt x="42" y="67"/>
                  </a:cubicBezTo>
                  <a:cubicBezTo>
                    <a:pt x="39" y="63"/>
                    <a:pt x="35" y="59"/>
                    <a:pt x="32" y="55"/>
                  </a:cubicBezTo>
                  <a:cubicBezTo>
                    <a:pt x="28" y="51"/>
                    <a:pt x="25" y="48"/>
                    <a:pt x="22" y="44"/>
                  </a:cubicBezTo>
                  <a:cubicBezTo>
                    <a:pt x="15" y="35"/>
                    <a:pt x="9" y="26"/>
                    <a:pt x="3" y="17"/>
                  </a:cubicBezTo>
                  <a:cubicBezTo>
                    <a:pt x="0" y="12"/>
                    <a:pt x="3" y="5"/>
                    <a:pt x="8" y="2"/>
                  </a:cubicBezTo>
                  <a:cubicBezTo>
                    <a:pt x="13" y="0"/>
                    <a:pt x="20" y="2"/>
                    <a:pt x="23" y="7"/>
                  </a:cubicBezTo>
                  <a:cubicBezTo>
                    <a:pt x="24" y="10"/>
                    <a:pt x="26" y="13"/>
                    <a:pt x="28" y="17"/>
                  </a:cubicBezTo>
                  <a:cubicBezTo>
                    <a:pt x="31" y="21"/>
                    <a:pt x="34" y="27"/>
                    <a:pt x="38" y="31"/>
                  </a:cubicBezTo>
                  <a:lnTo>
                    <a:pt x="38" y="32"/>
                  </a:lnTo>
                  <a:cubicBezTo>
                    <a:pt x="39" y="33"/>
                    <a:pt x="40" y="33"/>
                    <a:pt x="40" y="34"/>
                  </a:cubicBezTo>
                  <a:cubicBezTo>
                    <a:pt x="40" y="33"/>
                    <a:pt x="39" y="33"/>
                    <a:pt x="39" y="33"/>
                  </a:cubicBezTo>
                  <a:cubicBezTo>
                    <a:pt x="41" y="35"/>
                    <a:pt x="42" y="37"/>
                    <a:pt x="45" y="39"/>
                  </a:cubicBezTo>
                  <a:cubicBezTo>
                    <a:pt x="44" y="39"/>
                    <a:pt x="44" y="38"/>
                    <a:pt x="44" y="38"/>
                  </a:cubicBezTo>
                  <a:cubicBezTo>
                    <a:pt x="47" y="42"/>
                    <a:pt x="51" y="47"/>
                    <a:pt x="55" y="51"/>
                  </a:cubicBezTo>
                  <a:cubicBezTo>
                    <a:pt x="59" y="55"/>
                    <a:pt x="63" y="59"/>
                    <a:pt x="66" y="63"/>
                  </a:cubicBezTo>
                  <a:cubicBezTo>
                    <a:pt x="73" y="70"/>
                    <a:pt x="80" y="78"/>
                    <a:pt x="86" y="85"/>
                  </a:cubicBezTo>
                  <a:cubicBezTo>
                    <a:pt x="102" y="101"/>
                    <a:pt x="117" y="118"/>
                    <a:pt x="132" y="135"/>
                  </a:cubicBezTo>
                  <a:cubicBezTo>
                    <a:pt x="147" y="151"/>
                    <a:pt x="161" y="167"/>
                    <a:pt x="176" y="183"/>
                  </a:cubicBezTo>
                  <a:cubicBezTo>
                    <a:pt x="190" y="199"/>
                    <a:pt x="206" y="214"/>
                    <a:pt x="221" y="229"/>
                  </a:cubicBezTo>
                  <a:cubicBezTo>
                    <a:pt x="236" y="245"/>
                    <a:pt x="253" y="260"/>
                    <a:pt x="269" y="276"/>
                  </a:cubicBezTo>
                  <a:cubicBezTo>
                    <a:pt x="284" y="291"/>
                    <a:pt x="298" y="305"/>
                    <a:pt x="313" y="320"/>
                  </a:cubicBezTo>
                  <a:cubicBezTo>
                    <a:pt x="329" y="336"/>
                    <a:pt x="344" y="352"/>
                    <a:pt x="359" y="369"/>
                  </a:cubicBezTo>
                  <a:cubicBezTo>
                    <a:pt x="374" y="384"/>
                    <a:pt x="388" y="400"/>
                    <a:pt x="403" y="415"/>
                  </a:cubicBezTo>
                  <a:cubicBezTo>
                    <a:pt x="414" y="426"/>
                    <a:pt x="425" y="437"/>
                    <a:pt x="437" y="449"/>
                  </a:cubicBezTo>
                  <a:cubicBezTo>
                    <a:pt x="447" y="457"/>
                    <a:pt x="457" y="466"/>
                    <a:pt x="467" y="475"/>
                  </a:cubicBezTo>
                  <a:cubicBezTo>
                    <a:pt x="471" y="479"/>
                    <a:pt x="472" y="486"/>
                    <a:pt x="468" y="491"/>
                  </a:cubicBezTo>
                  <a:cubicBezTo>
                    <a:pt x="467" y="492"/>
                    <a:pt x="464" y="494"/>
                    <a:pt x="461" y="494"/>
                  </a:cubicBezTo>
                  <a:lnTo>
                    <a:pt x="460" y="494"/>
                  </a:lnTo>
                  <a:cubicBezTo>
                    <a:pt x="457" y="494"/>
                    <a:pt x="454" y="493"/>
                    <a:pt x="452" y="49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2" name="Google Shape;3752;p42"/>
            <p:cNvSpPr/>
            <p:nvPr/>
          </p:nvSpPr>
          <p:spPr>
            <a:xfrm>
              <a:off x="3954240" y="841320"/>
              <a:ext cx="173880" cy="194760"/>
            </a:xfrm>
            <a:custGeom>
              <a:avLst/>
              <a:gdLst/>
              <a:ahLst/>
              <a:cxnLst/>
              <a:rect l="l" t="t" r="r" b="b"/>
              <a:pathLst>
                <a:path w="483" h="541" extrusionOk="0">
                  <a:moveTo>
                    <a:pt x="462" y="537"/>
                  </a:moveTo>
                  <a:cubicBezTo>
                    <a:pt x="458" y="532"/>
                    <a:pt x="453" y="526"/>
                    <a:pt x="448" y="521"/>
                  </a:cubicBezTo>
                  <a:cubicBezTo>
                    <a:pt x="443" y="515"/>
                    <a:pt x="439" y="511"/>
                    <a:pt x="433" y="505"/>
                  </a:cubicBezTo>
                  <a:cubicBezTo>
                    <a:pt x="423" y="495"/>
                    <a:pt x="413" y="486"/>
                    <a:pt x="403" y="476"/>
                  </a:cubicBezTo>
                  <a:lnTo>
                    <a:pt x="402" y="475"/>
                  </a:lnTo>
                  <a:cubicBezTo>
                    <a:pt x="400" y="473"/>
                    <a:pt x="398" y="472"/>
                    <a:pt x="397" y="470"/>
                  </a:cubicBezTo>
                  <a:lnTo>
                    <a:pt x="396" y="470"/>
                  </a:lnTo>
                  <a:cubicBezTo>
                    <a:pt x="396" y="469"/>
                    <a:pt x="396" y="469"/>
                    <a:pt x="396" y="469"/>
                  </a:cubicBezTo>
                  <a:cubicBezTo>
                    <a:pt x="394" y="468"/>
                    <a:pt x="393" y="466"/>
                    <a:pt x="391" y="465"/>
                  </a:cubicBezTo>
                  <a:cubicBezTo>
                    <a:pt x="390" y="465"/>
                    <a:pt x="390" y="464"/>
                    <a:pt x="390" y="464"/>
                  </a:cubicBezTo>
                  <a:cubicBezTo>
                    <a:pt x="375" y="450"/>
                    <a:pt x="360" y="436"/>
                    <a:pt x="345" y="421"/>
                  </a:cubicBezTo>
                  <a:cubicBezTo>
                    <a:pt x="338" y="414"/>
                    <a:pt x="331" y="406"/>
                    <a:pt x="324" y="398"/>
                  </a:cubicBezTo>
                  <a:cubicBezTo>
                    <a:pt x="317" y="389"/>
                    <a:pt x="310" y="381"/>
                    <a:pt x="302" y="373"/>
                  </a:cubicBezTo>
                  <a:cubicBezTo>
                    <a:pt x="288" y="356"/>
                    <a:pt x="274" y="340"/>
                    <a:pt x="260" y="324"/>
                  </a:cubicBezTo>
                  <a:cubicBezTo>
                    <a:pt x="246" y="307"/>
                    <a:pt x="231" y="292"/>
                    <a:pt x="217" y="275"/>
                  </a:cubicBezTo>
                  <a:cubicBezTo>
                    <a:pt x="196" y="252"/>
                    <a:pt x="176" y="228"/>
                    <a:pt x="157" y="204"/>
                  </a:cubicBezTo>
                  <a:cubicBezTo>
                    <a:pt x="151" y="198"/>
                    <a:pt x="146" y="191"/>
                    <a:pt x="140" y="184"/>
                  </a:cubicBezTo>
                  <a:cubicBezTo>
                    <a:pt x="135" y="177"/>
                    <a:pt x="130" y="171"/>
                    <a:pt x="124" y="164"/>
                  </a:cubicBezTo>
                  <a:lnTo>
                    <a:pt x="125" y="165"/>
                  </a:lnTo>
                  <a:cubicBezTo>
                    <a:pt x="124" y="165"/>
                    <a:pt x="124" y="164"/>
                    <a:pt x="124" y="164"/>
                  </a:cubicBezTo>
                  <a:cubicBezTo>
                    <a:pt x="124" y="164"/>
                    <a:pt x="124" y="163"/>
                    <a:pt x="123" y="163"/>
                  </a:cubicBezTo>
                  <a:cubicBezTo>
                    <a:pt x="124" y="163"/>
                    <a:pt x="124" y="164"/>
                    <a:pt x="124" y="164"/>
                  </a:cubicBezTo>
                  <a:cubicBezTo>
                    <a:pt x="123" y="162"/>
                    <a:pt x="122" y="161"/>
                    <a:pt x="120" y="160"/>
                  </a:cubicBezTo>
                  <a:cubicBezTo>
                    <a:pt x="121" y="160"/>
                    <a:pt x="121" y="160"/>
                    <a:pt x="122" y="161"/>
                  </a:cubicBezTo>
                  <a:cubicBezTo>
                    <a:pt x="120" y="160"/>
                    <a:pt x="120" y="159"/>
                    <a:pt x="119" y="158"/>
                  </a:cubicBezTo>
                  <a:lnTo>
                    <a:pt x="119" y="159"/>
                  </a:lnTo>
                  <a:cubicBezTo>
                    <a:pt x="119" y="158"/>
                    <a:pt x="118" y="157"/>
                    <a:pt x="118" y="156"/>
                  </a:cubicBezTo>
                  <a:cubicBezTo>
                    <a:pt x="116" y="155"/>
                    <a:pt x="116" y="154"/>
                    <a:pt x="115" y="153"/>
                  </a:cubicBezTo>
                  <a:cubicBezTo>
                    <a:pt x="114" y="152"/>
                    <a:pt x="114" y="151"/>
                    <a:pt x="112" y="149"/>
                  </a:cubicBezTo>
                  <a:cubicBezTo>
                    <a:pt x="112" y="150"/>
                    <a:pt x="113" y="150"/>
                    <a:pt x="113" y="151"/>
                  </a:cubicBezTo>
                  <a:cubicBezTo>
                    <a:pt x="112" y="149"/>
                    <a:pt x="111" y="149"/>
                    <a:pt x="111" y="148"/>
                  </a:cubicBezTo>
                  <a:cubicBezTo>
                    <a:pt x="111" y="148"/>
                    <a:pt x="110" y="147"/>
                    <a:pt x="109" y="146"/>
                  </a:cubicBezTo>
                  <a:cubicBezTo>
                    <a:pt x="110" y="147"/>
                    <a:pt x="110" y="147"/>
                    <a:pt x="110" y="147"/>
                  </a:cubicBezTo>
                  <a:cubicBezTo>
                    <a:pt x="109" y="146"/>
                    <a:pt x="109" y="145"/>
                    <a:pt x="108" y="144"/>
                  </a:cubicBezTo>
                  <a:cubicBezTo>
                    <a:pt x="94" y="128"/>
                    <a:pt x="81" y="112"/>
                    <a:pt x="67" y="96"/>
                  </a:cubicBezTo>
                  <a:cubicBezTo>
                    <a:pt x="59" y="87"/>
                    <a:pt x="51" y="78"/>
                    <a:pt x="43" y="69"/>
                  </a:cubicBezTo>
                  <a:cubicBezTo>
                    <a:pt x="36" y="61"/>
                    <a:pt x="30" y="54"/>
                    <a:pt x="23" y="46"/>
                  </a:cubicBezTo>
                  <a:cubicBezTo>
                    <a:pt x="20" y="42"/>
                    <a:pt x="17" y="39"/>
                    <a:pt x="14" y="35"/>
                  </a:cubicBezTo>
                  <a:cubicBezTo>
                    <a:pt x="11" y="29"/>
                    <a:pt x="7" y="24"/>
                    <a:pt x="3" y="18"/>
                  </a:cubicBezTo>
                  <a:cubicBezTo>
                    <a:pt x="0" y="14"/>
                    <a:pt x="1" y="7"/>
                    <a:pt x="6" y="3"/>
                  </a:cubicBezTo>
                  <a:cubicBezTo>
                    <a:pt x="10" y="0"/>
                    <a:pt x="18" y="1"/>
                    <a:pt x="21" y="6"/>
                  </a:cubicBezTo>
                  <a:cubicBezTo>
                    <a:pt x="27" y="14"/>
                    <a:pt x="33" y="23"/>
                    <a:pt x="38" y="31"/>
                  </a:cubicBezTo>
                  <a:cubicBezTo>
                    <a:pt x="44" y="38"/>
                    <a:pt x="49" y="45"/>
                    <a:pt x="55" y="52"/>
                  </a:cubicBezTo>
                  <a:cubicBezTo>
                    <a:pt x="71" y="71"/>
                    <a:pt x="87" y="90"/>
                    <a:pt x="103" y="109"/>
                  </a:cubicBezTo>
                  <a:cubicBezTo>
                    <a:pt x="109" y="116"/>
                    <a:pt x="115" y="124"/>
                    <a:pt x="120" y="131"/>
                  </a:cubicBezTo>
                  <a:cubicBezTo>
                    <a:pt x="129" y="141"/>
                    <a:pt x="137" y="151"/>
                    <a:pt x="144" y="160"/>
                  </a:cubicBezTo>
                  <a:cubicBezTo>
                    <a:pt x="153" y="172"/>
                    <a:pt x="162" y="182"/>
                    <a:pt x="171" y="192"/>
                  </a:cubicBezTo>
                  <a:cubicBezTo>
                    <a:pt x="170" y="192"/>
                    <a:pt x="170" y="192"/>
                    <a:pt x="169" y="192"/>
                  </a:cubicBezTo>
                  <a:cubicBezTo>
                    <a:pt x="175" y="198"/>
                    <a:pt x="180" y="204"/>
                    <a:pt x="185" y="211"/>
                  </a:cubicBezTo>
                  <a:cubicBezTo>
                    <a:pt x="185" y="210"/>
                    <a:pt x="185" y="210"/>
                    <a:pt x="185" y="209"/>
                  </a:cubicBezTo>
                  <a:cubicBezTo>
                    <a:pt x="212" y="243"/>
                    <a:pt x="241" y="275"/>
                    <a:pt x="270" y="307"/>
                  </a:cubicBezTo>
                  <a:cubicBezTo>
                    <a:pt x="299" y="338"/>
                    <a:pt x="327" y="371"/>
                    <a:pt x="356" y="403"/>
                  </a:cubicBezTo>
                  <a:cubicBezTo>
                    <a:pt x="363" y="411"/>
                    <a:pt x="372" y="419"/>
                    <a:pt x="380" y="426"/>
                  </a:cubicBezTo>
                  <a:cubicBezTo>
                    <a:pt x="388" y="434"/>
                    <a:pt x="396" y="441"/>
                    <a:pt x="404" y="449"/>
                  </a:cubicBezTo>
                  <a:lnTo>
                    <a:pt x="405" y="449"/>
                  </a:lnTo>
                  <a:cubicBezTo>
                    <a:pt x="404" y="449"/>
                    <a:pt x="404" y="449"/>
                    <a:pt x="404" y="449"/>
                  </a:cubicBezTo>
                  <a:cubicBezTo>
                    <a:pt x="405" y="449"/>
                    <a:pt x="405" y="449"/>
                    <a:pt x="405" y="449"/>
                  </a:cubicBezTo>
                  <a:cubicBezTo>
                    <a:pt x="407" y="451"/>
                    <a:pt x="408" y="452"/>
                    <a:pt x="410" y="454"/>
                  </a:cubicBezTo>
                  <a:lnTo>
                    <a:pt x="410" y="455"/>
                  </a:lnTo>
                  <a:cubicBezTo>
                    <a:pt x="411" y="455"/>
                    <a:pt x="411" y="455"/>
                    <a:pt x="411" y="455"/>
                  </a:cubicBezTo>
                  <a:cubicBezTo>
                    <a:pt x="412" y="456"/>
                    <a:pt x="414" y="458"/>
                    <a:pt x="416" y="461"/>
                  </a:cubicBezTo>
                  <a:cubicBezTo>
                    <a:pt x="416" y="460"/>
                    <a:pt x="416" y="460"/>
                    <a:pt x="416" y="460"/>
                  </a:cubicBezTo>
                  <a:cubicBezTo>
                    <a:pt x="427" y="470"/>
                    <a:pt x="438" y="480"/>
                    <a:pt x="448" y="491"/>
                  </a:cubicBezTo>
                  <a:cubicBezTo>
                    <a:pt x="459" y="501"/>
                    <a:pt x="469" y="512"/>
                    <a:pt x="478" y="522"/>
                  </a:cubicBezTo>
                  <a:cubicBezTo>
                    <a:pt x="482" y="526"/>
                    <a:pt x="482" y="533"/>
                    <a:pt x="478" y="537"/>
                  </a:cubicBezTo>
                  <a:cubicBezTo>
                    <a:pt x="476" y="539"/>
                    <a:pt x="474" y="540"/>
                    <a:pt x="471" y="540"/>
                  </a:cubicBezTo>
                  <a:cubicBezTo>
                    <a:pt x="468" y="540"/>
                    <a:pt x="465" y="539"/>
                    <a:pt x="462" y="53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3" name="Google Shape;3753;p42"/>
            <p:cNvSpPr/>
            <p:nvPr/>
          </p:nvSpPr>
          <p:spPr>
            <a:xfrm>
              <a:off x="3974760" y="827640"/>
              <a:ext cx="190800" cy="219960"/>
            </a:xfrm>
            <a:custGeom>
              <a:avLst/>
              <a:gdLst/>
              <a:ahLst/>
              <a:cxnLst/>
              <a:rect l="l" t="t" r="r" b="b"/>
              <a:pathLst>
                <a:path w="530" h="611" extrusionOk="0">
                  <a:moveTo>
                    <a:pt x="516" y="610"/>
                  </a:moveTo>
                  <a:cubicBezTo>
                    <a:pt x="513" y="610"/>
                    <a:pt x="511" y="609"/>
                    <a:pt x="509" y="607"/>
                  </a:cubicBezTo>
                  <a:cubicBezTo>
                    <a:pt x="506" y="605"/>
                    <a:pt x="504" y="603"/>
                    <a:pt x="502" y="600"/>
                  </a:cubicBezTo>
                  <a:lnTo>
                    <a:pt x="502" y="601"/>
                  </a:lnTo>
                  <a:cubicBezTo>
                    <a:pt x="502" y="600"/>
                    <a:pt x="501" y="600"/>
                    <a:pt x="501" y="599"/>
                  </a:cubicBezTo>
                  <a:cubicBezTo>
                    <a:pt x="501" y="599"/>
                    <a:pt x="500" y="599"/>
                    <a:pt x="500" y="598"/>
                  </a:cubicBezTo>
                  <a:cubicBezTo>
                    <a:pt x="500" y="599"/>
                    <a:pt x="500" y="599"/>
                    <a:pt x="501" y="599"/>
                  </a:cubicBezTo>
                  <a:cubicBezTo>
                    <a:pt x="497" y="596"/>
                    <a:pt x="494" y="592"/>
                    <a:pt x="490" y="589"/>
                  </a:cubicBezTo>
                  <a:cubicBezTo>
                    <a:pt x="486" y="586"/>
                    <a:pt x="483" y="583"/>
                    <a:pt x="479" y="579"/>
                  </a:cubicBezTo>
                  <a:cubicBezTo>
                    <a:pt x="471" y="572"/>
                    <a:pt x="465" y="564"/>
                    <a:pt x="459" y="556"/>
                  </a:cubicBezTo>
                  <a:cubicBezTo>
                    <a:pt x="445" y="540"/>
                    <a:pt x="431" y="524"/>
                    <a:pt x="417" y="507"/>
                  </a:cubicBezTo>
                  <a:cubicBezTo>
                    <a:pt x="408" y="495"/>
                    <a:pt x="399" y="483"/>
                    <a:pt x="389" y="471"/>
                  </a:cubicBezTo>
                  <a:cubicBezTo>
                    <a:pt x="388" y="471"/>
                    <a:pt x="388" y="470"/>
                    <a:pt x="387" y="469"/>
                  </a:cubicBezTo>
                  <a:lnTo>
                    <a:pt x="388" y="469"/>
                  </a:lnTo>
                  <a:cubicBezTo>
                    <a:pt x="387" y="469"/>
                    <a:pt x="387" y="469"/>
                    <a:pt x="387" y="469"/>
                  </a:cubicBezTo>
                  <a:cubicBezTo>
                    <a:pt x="387" y="469"/>
                    <a:pt x="386" y="469"/>
                    <a:pt x="386" y="468"/>
                  </a:cubicBezTo>
                  <a:cubicBezTo>
                    <a:pt x="386" y="468"/>
                    <a:pt x="386" y="469"/>
                    <a:pt x="387" y="469"/>
                  </a:cubicBezTo>
                  <a:cubicBezTo>
                    <a:pt x="386" y="468"/>
                    <a:pt x="385" y="466"/>
                    <a:pt x="384" y="465"/>
                  </a:cubicBezTo>
                  <a:cubicBezTo>
                    <a:pt x="384" y="466"/>
                    <a:pt x="384" y="466"/>
                    <a:pt x="384" y="466"/>
                  </a:cubicBezTo>
                  <a:cubicBezTo>
                    <a:pt x="383" y="465"/>
                    <a:pt x="383" y="464"/>
                    <a:pt x="382" y="464"/>
                  </a:cubicBezTo>
                  <a:cubicBezTo>
                    <a:pt x="382" y="463"/>
                    <a:pt x="382" y="463"/>
                    <a:pt x="382" y="462"/>
                  </a:cubicBezTo>
                  <a:lnTo>
                    <a:pt x="381" y="462"/>
                  </a:lnTo>
                  <a:cubicBezTo>
                    <a:pt x="381" y="462"/>
                    <a:pt x="381" y="461"/>
                    <a:pt x="380" y="461"/>
                  </a:cubicBezTo>
                  <a:lnTo>
                    <a:pt x="381" y="461"/>
                  </a:lnTo>
                  <a:cubicBezTo>
                    <a:pt x="377" y="457"/>
                    <a:pt x="374" y="453"/>
                    <a:pt x="371" y="449"/>
                  </a:cubicBezTo>
                  <a:cubicBezTo>
                    <a:pt x="371" y="450"/>
                    <a:pt x="371" y="450"/>
                    <a:pt x="371" y="450"/>
                  </a:cubicBezTo>
                  <a:cubicBezTo>
                    <a:pt x="354" y="430"/>
                    <a:pt x="338" y="409"/>
                    <a:pt x="322" y="388"/>
                  </a:cubicBezTo>
                  <a:lnTo>
                    <a:pt x="322" y="389"/>
                  </a:lnTo>
                  <a:cubicBezTo>
                    <a:pt x="321" y="387"/>
                    <a:pt x="319" y="385"/>
                    <a:pt x="317" y="383"/>
                  </a:cubicBezTo>
                  <a:cubicBezTo>
                    <a:pt x="290" y="351"/>
                    <a:pt x="262" y="319"/>
                    <a:pt x="236" y="286"/>
                  </a:cubicBezTo>
                  <a:cubicBezTo>
                    <a:pt x="208" y="254"/>
                    <a:pt x="180" y="221"/>
                    <a:pt x="151" y="188"/>
                  </a:cubicBezTo>
                  <a:cubicBezTo>
                    <a:pt x="123" y="156"/>
                    <a:pt x="93" y="124"/>
                    <a:pt x="65" y="92"/>
                  </a:cubicBezTo>
                  <a:cubicBezTo>
                    <a:pt x="58" y="84"/>
                    <a:pt x="51" y="77"/>
                    <a:pt x="45" y="70"/>
                  </a:cubicBezTo>
                  <a:cubicBezTo>
                    <a:pt x="39" y="63"/>
                    <a:pt x="33" y="56"/>
                    <a:pt x="27" y="49"/>
                  </a:cubicBezTo>
                  <a:cubicBezTo>
                    <a:pt x="27" y="49"/>
                    <a:pt x="28" y="49"/>
                    <a:pt x="28" y="50"/>
                  </a:cubicBezTo>
                  <a:cubicBezTo>
                    <a:pt x="27" y="49"/>
                    <a:pt x="27" y="49"/>
                    <a:pt x="26" y="49"/>
                  </a:cubicBezTo>
                  <a:cubicBezTo>
                    <a:pt x="26" y="48"/>
                    <a:pt x="25" y="46"/>
                    <a:pt x="24" y="45"/>
                  </a:cubicBezTo>
                  <a:lnTo>
                    <a:pt x="23" y="45"/>
                  </a:lnTo>
                  <a:cubicBezTo>
                    <a:pt x="23" y="44"/>
                    <a:pt x="22" y="43"/>
                    <a:pt x="21" y="42"/>
                  </a:cubicBezTo>
                  <a:cubicBezTo>
                    <a:pt x="22" y="42"/>
                    <a:pt x="22" y="42"/>
                    <a:pt x="22" y="42"/>
                  </a:cubicBezTo>
                  <a:cubicBezTo>
                    <a:pt x="21" y="42"/>
                    <a:pt x="21" y="42"/>
                    <a:pt x="21" y="42"/>
                  </a:cubicBezTo>
                  <a:lnTo>
                    <a:pt x="21" y="41"/>
                  </a:lnTo>
                  <a:lnTo>
                    <a:pt x="20" y="41"/>
                  </a:lnTo>
                  <a:cubicBezTo>
                    <a:pt x="14" y="34"/>
                    <a:pt x="9" y="27"/>
                    <a:pt x="4" y="19"/>
                  </a:cubicBezTo>
                  <a:cubicBezTo>
                    <a:pt x="0" y="14"/>
                    <a:pt x="1" y="7"/>
                    <a:pt x="6" y="4"/>
                  </a:cubicBezTo>
                  <a:cubicBezTo>
                    <a:pt x="11" y="0"/>
                    <a:pt x="18" y="2"/>
                    <a:pt x="21" y="6"/>
                  </a:cubicBezTo>
                  <a:cubicBezTo>
                    <a:pt x="28" y="17"/>
                    <a:pt x="36" y="27"/>
                    <a:pt x="43" y="37"/>
                  </a:cubicBezTo>
                  <a:lnTo>
                    <a:pt x="43" y="36"/>
                  </a:lnTo>
                  <a:lnTo>
                    <a:pt x="43" y="37"/>
                  </a:lnTo>
                  <a:cubicBezTo>
                    <a:pt x="44" y="38"/>
                    <a:pt x="44" y="39"/>
                    <a:pt x="46" y="39"/>
                  </a:cubicBezTo>
                  <a:cubicBezTo>
                    <a:pt x="47" y="42"/>
                    <a:pt x="50" y="45"/>
                    <a:pt x="51" y="47"/>
                  </a:cubicBezTo>
                  <a:lnTo>
                    <a:pt x="51" y="46"/>
                  </a:lnTo>
                  <a:cubicBezTo>
                    <a:pt x="52" y="48"/>
                    <a:pt x="53" y="49"/>
                    <a:pt x="55" y="51"/>
                  </a:cubicBezTo>
                  <a:cubicBezTo>
                    <a:pt x="54" y="51"/>
                    <a:pt x="54" y="50"/>
                    <a:pt x="54" y="50"/>
                  </a:cubicBezTo>
                  <a:cubicBezTo>
                    <a:pt x="61" y="58"/>
                    <a:pt x="67" y="66"/>
                    <a:pt x="74" y="73"/>
                  </a:cubicBezTo>
                  <a:cubicBezTo>
                    <a:pt x="81" y="81"/>
                    <a:pt x="88" y="89"/>
                    <a:pt x="95" y="97"/>
                  </a:cubicBezTo>
                  <a:cubicBezTo>
                    <a:pt x="109" y="113"/>
                    <a:pt x="124" y="130"/>
                    <a:pt x="138" y="146"/>
                  </a:cubicBezTo>
                  <a:cubicBezTo>
                    <a:pt x="153" y="163"/>
                    <a:pt x="167" y="180"/>
                    <a:pt x="182" y="197"/>
                  </a:cubicBezTo>
                  <a:cubicBezTo>
                    <a:pt x="196" y="212"/>
                    <a:pt x="209" y="228"/>
                    <a:pt x="223" y="244"/>
                  </a:cubicBezTo>
                  <a:cubicBezTo>
                    <a:pt x="250" y="277"/>
                    <a:pt x="278" y="309"/>
                    <a:pt x="306" y="341"/>
                  </a:cubicBezTo>
                  <a:cubicBezTo>
                    <a:pt x="324" y="362"/>
                    <a:pt x="341" y="382"/>
                    <a:pt x="358" y="402"/>
                  </a:cubicBezTo>
                  <a:cubicBezTo>
                    <a:pt x="367" y="414"/>
                    <a:pt x="377" y="426"/>
                    <a:pt x="386" y="438"/>
                  </a:cubicBezTo>
                  <a:lnTo>
                    <a:pt x="387" y="438"/>
                  </a:lnTo>
                  <a:cubicBezTo>
                    <a:pt x="386" y="438"/>
                    <a:pt x="386" y="437"/>
                    <a:pt x="386" y="437"/>
                  </a:cubicBezTo>
                  <a:cubicBezTo>
                    <a:pt x="389" y="441"/>
                    <a:pt x="393" y="445"/>
                    <a:pt x="396" y="449"/>
                  </a:cubicBezTo>
                  <a:lnTo>
                    <a:pt x="395" y="448"/>
                  </a:lnTo>
                  <a:cubicBezTo>
                    <a:pt x="395" y="448"/>
                    <a:pt x="396" y="448"/>
                    <a:pt x="396" y="449"/>
                  </a:cubicBezTo>
                  <a:cubicBezTo>
                    <a:pt x="396" y="449"/>
                    <a:pt x="396" y="450"/>
                    <a:pt x="397" y="450"/>
                  </a:cubicBezTo>
                  <a:lnTo>
                    <a:pt x="396" y="450"/>
                  </a:lnTo>
                  <a:cubicBezTo>
                    <a:pt x="397" y="450"/>
                    <a:pt x="397" y="450"/>
                    <a:pt x="397" y="450"/>
                  </a:cubicBezTo>
                  <a:lnTo>
                    <a:pt x="397" y="451"/>
                  </a:lnTo>
                  <a:cubicBezTo>
                    <a:pt x="398" y="451"/>
                    <a:pt x="399" y="452"/>
                    <a:pt x="399" y="454"/>
                  </a:cubicBezTo>
                  <a:cubicBezTo>
                    <a:pt x="399" y="453"/>
                    <a:pt x="399" y="452"/>
                    <a:pt x="399" y="452"/>
                  </a:cubicBezTo>
                  <a:cubicBezTo>
                    <a:pt x="399" y="454"/>
                    <a:pt x="400" y="454"/>
                    <a:pt x="401" y="455"/>
                  </a:cubicBezTo>
                  <a:cubicBezTo>
                    <a:pt x="402" y="456"/>
                    <a:pt x="403" y="457"/>
                    <a:pt x="403" y="458"/>
                  </a:cubicBezTo>
                  <a:lnTo>
                    <a:pt x="403" y="457"/>
                  </a:lnTo>
                  <a:cubicBezTo>
                    <a:pt x="416" y="473"/>
                    <a:pt x="428" y="490"/>
                    <a:pt x="442" y="506"/>
                  </a:cubicBezTo>
                  <a:cubicBezTo>
                    <a:pt x="441" y="506"/>
                    <a:pt x="441" y="505"/>
                    <a:pt x="441" y="505"/>
                  </a:cubicBezTo>
                  <a:cubicBezTo>
                    <a:pt x="450" y="515"/>
                    <a:pt x="459" y="526"/>
                    <a:pt x="469" y="537"/>
                  </a:cubicBezTo>
                  <a:cubicBezTo>
                    <a:pt x="478" y="547"/>
                    <a:pt x="487" y="557"/>
                    <a:pt x="497" y="567"/>
                  </a:cubicBezTo>
                  <a:cubicBezTo>
                    <a:pt x="497" y="567"/>
                    <a:pt x="497" y="566"/>
                    <a:pt x="496" y="566"/>
                  </a:cubicBezTo>
                  <a:cubicBezTo>
                    <a:pt x="505" y="575"/>
                    <a:pt x="515" y="583"/>
                    <a:pt x="524" y="592"/>
                  </a:cubicBezTo>
                  <a:cubicBezTo>
                    <a:pt x="529" y="596"/>
                    <a:pt x="528" y="603"/>
                    <a:pt x="524" y="607"/>
                  </a:cubicBezTo>
                  <a:cubicBezTo>
                    <a:pt x="522" y="609"/>
                    <a:pt x="519" y="610"/>
                    <a:pt x="516" y="61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4" name="Google Shape;3754;p42"/>
            <p:cNvSpPr/>
            <p:nvPr/>
          </p:nvSpPr>
          <p:spPr>
            <a:xfrm>
              <a:off x="4005000" y="820800"/>
              <a:ext cx="167040" cy="200160"/>
            </a:xfrm>
            <a:custGeom>
              <a:avLst/>
              <a:gdLst/>
              <a:ahLst/>
              <a:cxnLst/>
              <a:rect l="l" t="t" r="r" b="b"/>
              <a:pathLst>
                <a:path w="464" h="556" extrusionOk="0">
                  <a:moveTo>
                    <a:pt x="452" y="555"/>
                  </a:moveTo>
                  <a:cubicBezTo>
                    <a:pt x="448" y="554"/>
                    <a:pt x="446" y="552"/>
                    <a:pt x="443" y="550"/>
                  </a:cubicBezTo>
                  <a:cubicBezTo>
                    <a:pt x="443" y="549"/>
                    <a:pt x="442" y="548"/>
                    <a:pt x="442" y="547"/>
                  </a:cubicBezTo>
                  <a:cubicBezTo>
                    <a:pt x="439" y="544"/>
                    <a:pt x="435" y="540"/>
                    <a:pt x="432" y="537"/>
                  </a:cubicBezTo>
                  <a:cubicBezTo>
                    <a:pt x="429" y="533"/>
                    <a:pt x="426" y="529"/>
                    <a:pt x="423" y="526"/>
                  </a:cubicBezTo>
                  <a:lnTo>
                    <a:pt x="423" y="525"/>
                  </a:lnTo>
                  <a:lnTo>
                    <a:pt x="422" y="525"/>
                  </a:lnTo>
                  <a:lnTo>
                    <a:pt x="423" y="525"/>
                  </a:lnTo>
                  <a:cubicBezTo>
                    <a:pt x="411" y="511"/>
                    <a:pt x="399" y="498"/>
                    <a:pt x="387" y="484"/>
                  </a:cubicBezTo>
                  <a:cubicBezTo>
                    <a:pt x="388" y="484"/>
                    <a:pt x="388" y="485"/>
                    <a:pt x="388" y="485"/>
                  </a:cubicBezTo>
                  <a:cubicBezTo>
                    <a:pt x="387" y="484"/>
                    <a:pt x="386" y="482"/>
                    <a:pt x="384" y="481"/>
                  </a:cubicBezTo>
                  <a:cubicBezTo>
                    <a:pt x="384" y="480"/>
                    <a:pt x="383" y="479"/>
                    <a:pt x="383" y="478"/>
                  </a:cubicBezTo>
                  <a:lnTo>
                    <a:pt x="383" y="479"/>
                  </a:lnTo>
                  <a:cubicBezTo>
                    <a:pt x="382" y="478"/>
                    <a:pt x="381" y="477"/>
                    <a:pt x="381" y="477"/>
                  </a:cubicBezTo>
                  <a:cubicBezTo>
                    <a:pt x="368" y="460"/>
                    <a:pt x="354" y="445"/>
                    <a:pt x="340" y="429"/>
                  </a:cubicBezTo>
                  <a:cubicBezTo>
                    <a:pt x="333" y="421"/>
                    <a:pt x="326" y="413"/>
                    <a:pt x="319" y="406"/>
                  </a:cubicBezTo>
                  <a:cubicBezTo>
                    <a:pt x="312" y="397"/>
                    <a:pt x="305" y="389"/>
                    <a:pt x="298" y="381"/>
                  </a:cubicBezTo>
                  <a:cubicBezTo>
                    <a:pt x="295" y="377"/>
                    <a:pt x="292" y="374"/>
                    <a:pt x="290" y="371"/>
                  </a:cubicBezTo>
                  <a:cubicBezTo>
                    <a:pt x="290" y="371"/>
                    <a:pt x="289" y="371"/>
                    <a:pt x="289" y="370"/>
                  </a:cubicBezTo>
                  <a:cubicBezTo>
                    <a:pt x="288" y="369"/>
                    <a:pt x="288" y="368"/>
                    <a:pt x="287" y="367"/>
                  </a:cubicBezTo>
                  <a:cubicBezTo>
                    <a:pt x="286" y="366"/>
                    <a:pt x="285" y="365"/>
                    <a:pt x="284" y="364"/>
                  </a:cubicBezTo>
                  <a:cubicBezTo>
                    <a:pt x="285" y="364"/>
                    <a:pt x="285" y="364"/>
                    <a:pt x="285" y="364"/>
                  </a:cubicBezTo>
                  <a:lnTo>
                    <a:pt x="284" y="364"/>
                  </a:lnTo>
                  <a:cubicBezTo>
                    <a:pt x="284" y="363"/>
                    <a:pt x="283" y="363"/>
                    <a:pt x="282" y="361"/>
                  </a:cubicBezTo>
                  <a:cubicBezTo>
                    <a:pt x="282" y="362"/>
                    <a:pt x="283" y="363"/>
                    <a:pt x="283" y="363"/>
                  </a:cubicBezTo>
                  <a:cubicBezTo>
                    <a:pt x="269" y="346"/>
                    <a:pt x="255" y="329"/>
                    <a:pt x="241" y="312"/>
                  </a:cubicBezTo>
                  <a:cubicBezTo>
                    <a:pt x="234" y="304"/>
                    <a:pt x="226" y="295"/>
                    <a:pt x="219" y="286"/>
                  </a:cubicBezTo>
                  <a:cubicBezTo>
                    <a:pt x="213" y="277"/>
                    <a:pt x="206" y="268"/>
                    <a:pt x="200" y="259"/>
                  </a:cubicBezTo>
                  <a:cubicBezTo>
                    <a:pt x="188" y="244"/>
                    <a:pt x="178" y="227"/>
                    <a:pt x="166" y="211"/>
                  </a:cubicBezTo>
                  <a:cubicBezTo>
                    <a:pt x="160" y="202"/>
                    <a:pt x="153" y="192"/>
                    <a:pt x="146" y="184"/>
                  </a:cubicBezTo>
                  <a:cubicBezTo>
                    <a:pt x="140" y="175"/>
                    <a:pt x="134" y="168"/>
                    <a:pt x="127" y="160"/>
                  </a:cubicBezTo>
                  <a:cubicBezTo>
                    <a:pt x="128" y="160"/>
                    <a:pt x="128" y="161"/>
                    <a:pt x="128" y="161"/>
                  </a:cubicBezTo>
                  <a:cubicBezTo>
                    <a:pt x="128" y="161"/>
                    <a:pt x="128" y="160"/>
                    <a:pt x="127" y="160"/>
                  </a:cubicBezTo>
                  <a:cubicBezTo>
                    <a:pt x="127" y="160"/>
                    <a:pt x="127" y="159"/>
                    <a:pt x="126" y="159"/>
                  </a:cubicBezTo>
                  <a:lnTo>
                    <a:pt x="127" y="159"/>
                  </a:lnTo>
                  <a:cubicBezTo>
                    <a:pt x="122" y="153"/>
                    <a:pt x="116" y="147"/>
                    <a:pt x="111" y="141"/>
                  </a:cubicBezTo>
                  <a:cubicBezTo>
                    <a:pt x="112" y="141"/>
                    <a:pt x="112" y="141"/>
                    <a:pt x="112" y="142"/>
                  </a:cubicBezTo>
                  <a:cubicBezTo>
                    <a:pt x="99" y="125"/>
                    <a:pt x="85" y="110"/>
                    <a:pt x="71" y="94"/>
                  </a:cubicBezTo>
                  <a:cubicBezTo>
                    <a:pt x="56" y="78"/>
                    <a:pt x="41" y="61"/>
                    <a:pt x="26" y="45"/>
                  </a:cubicBezTo>
                  <a:cubicBezTo>
                    <a:pt x="21" y="41"/>
                    <a:pt x="18" y="37"/>
                    <a:pt x="14" y="33"/>
                  </a:cubicBezTo>
                  <a:cubicBezTo>
                    <a:pt x="12" y="30"/>
                    <a:pt x="11" y="29"/>
                    <a:pt x="9" y="26"/>
                  </a:cubicBezTo>
                  <a:cubicBezTo>
                    <a:pt x="7" y="24"/>
                    <a:pt x="6" y="21"/>
                    <a:pt x="4" y="18"/>
                  </a:cubicBezTo>
                  <a:cubicBezTo>
                    <a:pt x="0" y="13"/>
                    <a:pt x="2" y="6"/>
                    <a:pt x="8" y="2"/>
                  </a:cubicBezTo>
                  <a:cubicBezTo>
                    <a:pt x="14" y="0"/>
                    <a:pt x="21" y="2"/>
                    <a:pt x="23" y="9"/>
                  </a:cubicBezTo>
                  <a:cubicBezTo>
                    <a:pt x="23" y="9"/>
                    <a:pt x="24" y="9"/>
                    <a:pt x="24" y="10"/>
                  </a:cubicBezTo>
                  <a:lnTo>
                    <a:pt x="24" y="11"/>
                  </a:lnTo>
                  <a:lnTo>
                    <a:pt x="24" y="12"/>
                  </a:lnTo>
                  <a:cubicBezTo>
                    <a:pt x="26" y="14"/>
                    <a:pt x="27" y="16"/>
                    <a:pt x="29" y="18"/>
                  </a:cubicBezTo>
                  <a:cubicBezTo>
                    <a:pt x="31" y="21"/>
                    <a:pt x="33" y="23"/>
                    <a:pt x="35" y="25"/>
                  </a:cubicBezTo>
                  <a:cubicBezTo>
                    <a:pt x="34" y="25"/>
                    <a:pt x="34" y="25"/>
                    <a:pt x="34" y="24"/>
                  </a:cubicBezTo>
                  <a:cubicBezTo>
                    <a:pt x="34" y="25"/>
                    <a:pt x="35" y="26"/>
                    <a:pt x="36" y="26"/>
                  </a:cubicBezTo>
                  <a:cubicBezTo>
                    <a:pt x="35" y="26"/>
                    <a:pt x="35" y="26"/>
                    <a:pt x="35" y="25"/>
                  </a:cubicBezTo>
                  <a:cubicBezTo>
                    <a:pt x="48" y="39"/>
                    <a:pt x="60" y="53"/>
                    <a:pt x="73" y="68"/>
                  </a:cubicBezTo>
                  <a:cubicBezTo>
                    <a:pt x="79" y="74"/>
                    <a:pt x="84" y="81"/>
                    <a:pt x="90" y="88"/>
                  </a:cubicBezTo>
                  <a:cubicBezTo>
                    <a:pt x="97" y="95"/>
                    <a:pt x="103" y="101"/>
                    <a:pt x="109" y="109"/>
                  </a:cubicBezTo>
                  <a:lnTo>
                    <a:pt x="108" y="108"/>
                  </a:lnTo>
                  <a:cubicBezTo>
                    <a:pt x="114" y="115"/>
                    <a:pt x="120" y="122"/>
                    <a:pt x="126" y="130"/>
                  </a:cubicBezTo>
                  <a:cubicBezTo>
                    <a:pt x="126" y="129"/>
                    <a:pt x="126" y="129"/>
                    <a:pt x="126" y="129"/>
                  </a:cubicBezTo>
                  <a:cubicBezTo>
                    <a:pt x="131" y="136"/>
                    <a:pt x="136" y="143"/>
                    <a:pt x="142" y="149"/>
                  </a:cubicBezTo>
                  <a:lnTo>
                    <a:pt x="141" y="149"/>
                  </a:lnTo>
                  <a:cubicBezTo>
                    <a:pt x="155" y="166"/>
                    <a:pt x="169" y="184"/>
                    <a:pt x="182" y="201"/>
                  </a:cubicBezTo>
                  <a:cubicBezTo>
                    <a:pt x="188" y="210"/>
                    <a:pt x="194" y="219"/>
                    <a:pt x="200" y="228"/>
                  </a:cubicBezTo>
                  <a:cubicBezTo>
                    <a:pt x="207" y="237"/>
                    <a:pt x="213" y="246"/>
                    <a:pt x="219" y="255"/>
                  </a:cubicBezTo>
                  <a:cubicBezTo>
                    <a:pt x="226" y="263"/>
                    <a:pt x="233" y="272"/>
                    <a:pt x="240" y="281"/>
                  </a:cubicBezTo>
                  <a:cubicBezTo>
                    <a:pt x="239" y="281"/>
                    <a:pt x="239" y="281"/>
                    <a:pt x="239" y="281"/>
                  </a:cubicBezTo>
                  <a:cubicBezTo>
                    <a:pt x="243" y="284"/>
                    <a:pt x="246" y="289"/>
                    <a:pt x="249" y="293"/>
                  </a:cubicBezTo>
                  <a:cubicBezTo>
                    <a:pt x="249" y="292"/>
                    <a:pt x="249" y="292"/>
                    <a:pt x="249" y="291"/>
                  </a:cubicBezTo>
                  <a:cubicBezTo>
                    <a:pt x="267" y="314"/>
                    <a:pt x="287" y="336"/>
                    <a:pt x="305" y="359"/>
                  </a:cubicBezTo>
                  <a:cubicBezTo>
                    <a:pt x="305" y="358"/>
                    <a:pt x="305" y="358"/>
                    <a:pt x="305" y="358"/>
                  </a:cubicBezTo>
                  <a:cubicBezTo>
                    <a:pt x="307" y="361"/>
                    <a:pt x="310" y="364"/>
                    <a:pt x="313" y="368"/>
                  </a:cubicBezTo>
                  <a:lnTo>
                    <a:pt x="312" y="367"/>
                  </a:lnTo>
                  <a:cubicBezTo>
                    <a:pt x="326" y="383"/>
                    <a:pt x="340" y="399"/>
                    <a:pt x="354" y="415"/>
                  </a:cubicBezTo>
                  <a:cubicBezTo>
                    <a:pt x="369" y="431"/>
                    <a:pt x="383" y="447"/>
                    <a:pt x="397" y="463"/>
                  </a:cubicBezTo>
                  <a:cubicBezTo>
                    <a:pt x="407" y="476"/>
                    <a:pt x="418" y="488"/>
                    <a:pt x="429" y="500"/>
                  </a:cubicBezTo>
                  <a:cubicBezTo>
                    <a:pt x="439" y="512"/>
                    <a:pt x="450" y="524"/>
                    <a:pt x="460" y="536"/>
                  </a:cubicBezTo>
                  <a:cubicBezTo>
                    <a:pt x="462" y="538"/>
                    <a:pt x="463" y="541"/>
                    <a:pt x="463" y="544"/>
                  </a:cubicBezTo>
                  <a:cubicBezTo>
                    <a:pt x="463" y="547"/>
                    <a:pt x="462" y="550"/>
                    <a:pt x="460" y="552"/>
                  </a:cubicBezTo>
                  <a:cubicBezTo>
                    <a:pt x="458" y="554"/>
                    <a:pt x="455" y="555"/>
                    <a:pt x="453" y="555"/>
                  </a:cubicBezTo>
                  <a:cubicBezTo>
                    <a:pt x="452" y="555"/>
                    <a:pt x="452" y="555"/>
                    <a:pt x="452" y="55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5" name="Google Shape;3755;p42"/>
            <p:cNvSpPr/>
            <p:nvPr/>
          </p:nvSpPr>
          <p:spPr>
            <a:xfrm>
              <a:off x="4027320" y="813960"/>
              <a:ext cx="146520" cy="168840"/>
            </a:xfrm>
            <a:custGeom>
              <a:avLst/>
              <a:gdLst/>
              <a:ahLst/>
              <a:cxnLst/>
              <a:rect l="l" t="t" r="r" b="b"/>
              <a:pathLst>
                <a:path w="407" h="469" extrusionOk="0">
                  <a:moveTo>
                    <a:pt x="390" y="467"/>
                  </a:moveTo>
                  <a:cubicBezTo>
                    <a:pt x="385" y="464"/>
                    <a:pt x="381" y="460"/>
                    <a:pt x="377" y="456"/>
                  </a:cubicBezTo>
                  <a:cubicBezTo>
                    <a:pt x="374" y="453"/>
                    <a:pt x="370" y="449"/>
                    <a:pt x="367" y="445"/>
                  </a:cubicBezTo>
                  <a:cubicBezTo>
                    <a:pt x="361" y="437"/>
                    <a:pt x="354" y="429"/>
                    <a:pt x="347" y="422"/>
                  </a:cubicBezTo>
                  <a:cubicBezTo>
                    <a:pt x="340" y="414"/>
                    <a:pt x="333" y="406"/>
                    <a:pt x="326" y="398"/>
                  </a:cubicBezTo>
                  <a:cubicBezTo>
                    <a:pt x="319" y="389"/>
                    <a:pt x="312" y="380"/>
                    <a:pt x="306" y="372"/>
                  </a:cubicBezTo>
                  <a:cubicBezTo>
                    <a:pt x="286" y="347"/>
                    <a:pt x="266" y="322"/>
                    <a:pt x="245" y="296"/>
                  </a:cubicBezTo>
                  <a:lnTo>
                    <a:pt x="246" y="297"/>
                  </a:lnTo>
                  <a:cubicBezTo>
                    <a:pt x="242" y="292"/>
                    <a:pt x="238" y="288"/>
                    <a:pt x="234" y="282"/>
                  </a:cubicBezTo>
                  <a:cubicBezTo>
                    <a:pt x="234" y="283"/>
                    <a:pt x="234" y="283"/>
                    <a:pt x="234" y="283"/>
                  </a:cubicBezTo>
                  <a:lnTo>
                    <a:pt x="234" y="282"/>
                  </a:lnTo>
                  <a:cubicBezTo>
                    <a:pt x="233" y="282"/>
                    <a:pt x="233" y="281"/>
                    <a:pt x="233" y="281"/>
                  </a:cubicBezTo>
                  <a:lnTo>
                    <a:pt x="233" y="282"/>
                  </a:lnTo>
                  <a:cubicBezTo>
                    <a:pt x="230" y="277"/>
                    <a:pt x="226" y="273"/>
                    <a:pt x="222" y="268"/>
                  </a:cubicBezTo>
                  <a:lnTo>
                    <a:pt x="223" y="268"/>
                  </a:lnTo>
                  <a:cubicBezTo>
                    <a:pt x="222" y="268"/>
                    <a:pt x="222" y="268"/>
                    <a:pt x="222" y="268"/>
                  </a:cubicBezTo>
                  <a:lnTo>
                    <a:pt x="222" y="267"/>
                  </a:lnTo>
                  <a:cubicBezTo>
                    <a:pt x="218" y="263"/>
                    <a:pt x="213" y="257"/>
                    <a:pt x="209" y="253"/>
                  </a:cubicBezTo>
                  <a:lnTo>
                    <a:pt x="209" y="252"/>
                  </a:lnTo>
                  <a:lnTo>
                    <a:pt x="208" y="252"/>
                  </a:lnTo>
                  <a:cubicBezTo>
                    <a:pt x="209" y="252"/>
                    <a:pt x="209" y="252"/>
                    <a:pt x="209" y="252"/>
                  </a:cubicBezTo>
                  <a:cubicBezTo>
                    <a:pt x="205" y="248"/>
                    <a:pt x="201" y="243"/>
                    <a:pt x="197" y="238"/>
                  </a:cubicBezTo>
                  <a:cubicBezTo>
                    <a:pt x="198" y="238"/>
                    <a:pt x="198" y="239"/>
                    <a:pt x="198" y="239"/>
                  </a:cubicBezTo>
                  <a:cubicBezTo>
                    <a:pt x="183" y="222"/>
                    <a:pt x="169" y="205"/>
                    <a:pt x="154" y="187"/>
                  </a:cubicBezTo>
                  <a:cubicBezTo>
                    <a:pt x="140" y="172"/>
                    <a:pt x="126" y="156"/>
                    <a:pt x="112" y="140"/>
                  </a:cubicBezTo>
                  <a:cubicBezTo>
                    <a:pt x="97" y="124"/>
                    <a:pt x="83" y="108"/>
                    <a:pt x="68" y="93"/>
                  </a:cubicBezTo>
                  <a:cubicBezTo>
                    <a:pt x="60" y="83"/>
                    <a:pt x="52" y="74"/>
                    <a:pt x="43" y="66"/>
                  </a:cubicBezTo>
                  <a:cubicBezTo>
                    <a:pt x="36" y="59"/>
                    <a:pt x="29" y="51"/>
                    <a:pt x="22" y="44"/>
                  </a:cubicBezTo>
                  <a:cubicBezTo>
                    <a:pt x="20" y="41"/>
                    <a:pt x="17" y="38"/>
                    <a:pt x="15" y="35"/>
                  </a:cubicBezTo>
                  <a:lnTo>
                    <a:pt x="14" y="34"/>
                  </a:lnTo>
                  <a:lnTo>
                    <a:pt x="15" y="35"/>
                  </a:lnTo>
                  <a:cubicBezTo>
                    <a:pt x="14" y="34"/>
                    <a:pt x="14" y="33"/>
                    <a:pt x="12" y="33"/>
                  </a:cubicBezTo>
                  <a:cubicBezTo>
                    <a:pt x="13" y="33"/>
                    <a:pt x="14" y="33"/>
                    <a:pt x="14" y="34"/>
                  </a:cubicBezTo>
                  <a:cubicBezTo>
                    <a:pt x="12" y="33"/>
                    <a:pt x="11" y="31"/>
                    <a:pt x="11" y="30"/>
                  </a:cubicBezTo>
                  <a:lnTo>
                    <a:pt x="11" y="31"/>
                  </a:lnTo>
                  <a:cubicBezTo>
                    <a:pt x="8" y="27"/>
                    <a:pt x="5" y="23"/>
                    <a:pt x="3" y="19"/>
                  </a:cubicBezTo>
                  <a:cubicBezTo>
                    <a:pt x="0" y="14"/>
                    <a:pt x="0" y="8"/>
                    <a:pt x="5" y="4"/>
                  </a:cubicBezTo>
                  <a:cubicBezTo>
                    <a:pt x="11" y="0"/>
                    <a:pt x="18" y="2"/>
                    <a:pt x="21" y="8"/>
                  </a:cubicBezTo>
                  <a:cubicBezTo>
                    <a:pt x="22" y="9"/>
                    <a:pt x="23" y="10"/>
                    <a:pt x="24" y="12"/>
                  </a:cubicBezTo>
                  <a:cubicBezTo>
                    <a:pt x="26" y="16"/>
                    <a:pt x="29" y="19"/>
                    <a:pt x="32" y="23"/>
                  </a:cubicBezTo>
                  <a:cubicBezTo>
                    <a:pt x="46" y="39"/>
                    <a:pt x="60" y="54"/>
                    <a:pt x="74" y="70"/>
                  </a:cubicBezTo>
                  <a:cubicBezTo>
                    <a:pt x="89" y="86"/>
                    <a:pt x="103" y="102"/>
                    <a:pt x="117" y="119"/>
                  </a:cubicBezTo>
                  <a:cubicBezTo>
                    <a:pt x="147" y="153"/>
                    <a:pt x="177" y="186"/>
                    <a:pt x="206" y="220"/>
                  </a:cubicBezTo>
                  <a:cubicBezTo>
                    <a:pt x="220" y="236"/>
                    <a:pt x="234" y="253"/>
                    <a:pt x="248" y="270"/>
                  </a:cubicBezTo>
                  <a:cubicBezTo>
                    <a:pt x="263" y="288"/>
                    <a:pt x="278" y="305"/>
                    <a:pt x="292" y="323"/>
                  </a:cubicBezTo>
                  <a:cubicBezTo>
                    <a:pt x="304" y="337"/>
                    <a:pt x="315" y="352"/>
                    <a:pt x="326" y="366"/>
                  </a:cubicBezTo>
                  <a:cubicBezTo>
                    <a:pt x="326" y="365"/>
                    <a:pt x="326" y="365"/>
                    <a:pt x="326" y="365"/>
                  </a:cubicBezTo>
                  <a:cubicBezTo>
                    <a:pt x="338" y="379"/>
                    <a:pt x="350" y="393"/>
                    <a:pt x="362" y="407"/>
                  </a:cubicBezTo>
                  <a:cubicBezTo>
                    <a:pt x="368" y="414"/>
                    <a:pt x="374" y="421"/>
                    <a:pt x="380" y="427"/>
                  </a:cubicBezTo>
                  <a:cubicBezTo>
                    <a:pt x="385" y="433"/>
                    <a:pt x="391" y="440"/>
                    <a:pt x="397" y="445"/>
                  </a:cubicBezTo>
                  <a:cubicBezTo>
                    <a:pt x="397" y="446"/>
                    <a:pt x="398" y="446"/>
                    <a:pt x="398" y="447"/>
                  </a:cubicBezTo>
                  <a:cubicBezTo>
                    <a:pt x="399" y="447"/>
                    <a:pt x="399" y="447"/>
                    <a:pt x="400" y="447"/>
                  </a:cubicBezTo>
                  <a:cubicBezTo>
                    <a:pt x="405" y="450"/>
                    <a:pt x="406" y="457"/>
                    <a:pt x="404" y="461"/>
                  </a:cubicBezTo>
                  <a:cubicBezTo>
                    <a:pt x="402" y="465"/>
                    <a:pt x="398" y="468"/>
                    <a:pt x="394" y="468"/>
                  </a:cubicBezTo>
                  <a:cubicBezTo>
                    <a:pt x="392" y="468"/>
                    <a:pt x="391" y="467"/>
                    <a:pt x="390" y="46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6" name="Google Shape;3756;p42"/>
            <p:cNvSpPr/>
            <p:nvPr/>
          </p:nvSpPr>
          <p:spPr>
            <a:xfrm>
              <a:off x="4054320" y="801720"/>
              <a:ext cx="123840" cy="136800"/>
            </a:xfrm>
            <a:custGeom>
              <a:avLst/>
              <a:gdLst/>
              <a:ahLst/>
              <a:cxnLst/>
              <a:rect l="l" t="t" r="r" b="b"/>
              <a:pathLst>
                <a:path w="344" h="380" extrusionOk="0">
                  <a:moveTo>
                    <a:pt x="329" y="378"/>
                  </a:moveTo>
                  <a:cubicBezTo>
                    <a:pt x="325" y="378"/>
                    <a:pt x="322" y="375"/>
                    <a:pt x="320" y="373"/>
                  </a:cubicBezTo>
                  <a:cubicBezTo>
                    <a:pt x="317" y="371"/>
                    <a:pt x="315" y="369"/>
                    <a:pt x="313" y="367"/>
                  </a:cubicBezTo>
                  <a:cubicBezTo>
                    <a:pt x="310" y="364"/>
                    <a:pt x="306" y="360"/>
                    <a:pt x="303" y="356"/>
                  </a:cubicBezTo>
                  <a:cubicBezTo>
                    <a:pt x="295" y="349"/>
                    <a:pt x="288" y="341"/>
                    <a:pt x="280" y="333"/>
                  </a:cubicBezTo>
                  <a:cubicBezTo>
                    <a:pt x="265" y="317"/>
                    <a:pt x="251" y="300"/>
                    <a:pt x="238" y="282"/>
                  </a:cubicBezTo>
                  <a:cubicBezTo>
                    <a:pt x="227" y="267"/>
                    <a:pt x="217" y="252"/>
                    <a:pt x="206" y="238"/>
                  </a:cubicBezTo>
                  <a:cubicBezTo>
                    <a:pt x="200" y="230"/>
                    <a:pt x="195" y="222"/>
                    <a:pt x="188" y="214"/>
                  </a:cubicBezTo>
                  <a:cubicBezTo>
                    <a:pt x="183" y="207"/>
                    <a:pt x="178" y="200"/>
                    <a:pt x="172" y="193"/>
                  </a:cubicBezTo>
                  <a:cubicBezTo>
                    <a:pt x="168" y="188"/>
                    <a:pt x="164" y="184"/>
                    <a:pt x="160" y="179"/>
                  </a:cubicBezTo>
                  <a:cubicBezTo>
                    <a:pt x="157" y="175"/>
                    <a:pt x="153" y="170"/>
                    <a:pt x="149" y="166"/>
                  </a:cubicBezTo>
                  <a:cubicBezTo>
                    <a:pt x="142" y="159"/>
                    <a:pt x="135" y="151"/>
                    <a:pt x="128" y="143"/>
                  </a:cubicBezTo>
                  <a:cubicBezTo>
                    <a:pt x="112" y="127"/>
                    <a:pt x="96" y="110"/>
                    <a:pt x="80" y="94"/>
                  </a:cubicBezTo>
                  <a:cubicBezTo>
                    <a:pt x="70" y="84"/>
                    <a:pt x="59" y="74"/>
                    <a:pt x="48" y="64"/>
                  </a:cubicBezTo>
                  <a:lnTo>
                    <a:pt x="48" y="63"/>
                  </a:lnTo>
                  <a:lnTo>
                    <a:pt x="48" y="64"/>
                  </a:lnTo>
                  <a:cubicBezTo>
                    <a:pt x="41" y="57"/>
                    <a:pt x="34" y="51"/>
                    <a:pt x="28" y="45"/>
                  </a:cubicBezTo>
                  <a:cubicBezTo>
                    <a:pt x="24" y="42"/>
                    <a:pt x="21" y="39"/>
                    <a:pt x="17" y="36"/>
                  </a:cubicBezTo>
                  <a:cubicBezTo>
                    <a:pt x="12" y="30"/>
                    <a:pt x="6" y="25"/>
                    <a:pt x="3" y="18"/>
                  </a:cubicBezTo>
                  <a:cubicBezTo>
                    <a:pt x="0" y="12"/>
                    <a:pt x="2" y="6"/>
                    <a:pt x="8" y="3"/>
                  </a:cubicBezTo>
                  <a:cubicBezTo>
                    <a:pt x="12" y="0"/>
                    <a:pt x="19" y="2"/>
                    <a:pt x="22" y="8"/>
                  </a:cubicBezTo>
                  <a:cubicBezTo>
                    <a:pt x="23" y="8"/>
                    <a:pt x="23" y="9"/>
                    <a:pt x="23" y="10"/>
                  </a:cubicBezTo>
                  <a:cubicBezTo>
                    <a:pt x="24" y="11"/>
                    <a:pt x="25" y="12"/>
                    <a:pt x="26" y="14"/>
                  </a:cubicBezTo>
                  <a:cubicBezTo>
                    <a:pt x="34" y="23"/>
                    <a:pt x="43" y="31"/>
                    <a:pt x="51" y="39"/>
                  </a:cubicBezTo>
                  <a:cubicBezTo>
                    <a:pt x="59" y="47"/>
                    <a:pt x="68" y="55"/>
                    <a:pt x="76" y="63"/>
                  </a:cubicBezTo>
                  <a:cubicBezTo>
                    <a:pt x="91" y="78"/>
                    <a:pt x="107" y="94"/>
                    <a:pt x="122" y="110"/>
                  </a:cubicBezTo>
                  <a:cubicBezTo>
                    <a:pt x="137" y="127"/>
                    <a:pt x="154" y="143"/>
                    <a:pt x="168" y="160"/>
                  </a:cubicBezTo>
                  <a:cubicBezTo>
                    <a:pt x="183" y="177"/>
                    <a:pt x="197" y="194"/>
                    <a:pt x="210" y="212"/>
                  </a:cubicBezTo>
                  <a:cubicBezTo>
                    <a:pt x="221" y="226"/>
                    <a:pt x="231" y="240"/>
                    <a:pt x="241" y="254"/>
                  </a:cubicBezTo>
                  <a:cubicBezTo>
                    <a:pt x="251" y="268"/>
                    <a:pt x="262" y="280"/>
                    <a:pt x="272" y="293"/>
                  </a:cubicBezTo>
                  <a:cubicBezTo>
                    <a:pt x="290" y="314"/>
                    <a:pt x="309" y="333"/>
                    <a:pt x="329" y="351"/>
                  </a:cubicBezTo>
                  <a:cubicBezTo>
                    <a:pt x="329" y="351"/>
                    <a:pt x="328" y="351"/>
                    <a:pt x="327" y="351"/>
                  </a:cubicBezTo>
                  <a:cubicBezTo>
                    <a:pt x="330" y="353"/>
                    <a:pt x="332" y="355"/>
                    <a:pt x="335" y="357"/>
                  </a:cubicBezTo>
                  <a:cubicBezTo>
                    <a:pt x="336" y="358"/>
                    <a:pt x="337" y="358"/>
                    <a:pt x="338" y="359"/>
                  </a:cubicBezTo>
                  <a:cubicBezTo>
                    <a:pt x="341" y="362"/>
                    <a:pt x="343" y="368"/>
                    <a:pt x="341" y="372"/>
                  </a:cubicBezTo>
                  <a:lnTo>
                    <a:pt x="340" y="372"/>
                  </a:lnTo>
                  <a:cubicBezTo>
                    <a:pt x="338" y="376"/>
                    <a:pt x="335" y="379"/>
                    <a:pt x="331" y="379"/>
                  </a:cubicBezTo>
                  <a:cubicBezTo>
                    <a:pt x="330" y="379"/>
                    <a:pt x="330" y="378"/>
                    <a:pt x="329" y="37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7" name="Google Shape;3757;p42"/>
            <p:cNvSpPr/>
            <p:nvPr/>
          </p:nvSpPr>
          <p:spPr>
            <a:xfrm>
              <a:off x="4083480" y="794880"/>
              <a:ext cx="78840" cy="83880"/>
            </a:xfrm>
            <a:custGeom>
              <a:avLst/>
              <a:gdLst/>
              <a:ahLst/>
              <a:cxnLst/>
              <a:rect l="l" t="t" r="r" b="b"/>
              <a:pathLst>
                <a:path w="219" h="233" extrusionOk="0">
                  <a:moveTo>
                    <a:pt x="198" y="228"/>
                  </a:moveTo>
                  <a:cubicBezTo>
                    <a:pt x="193" y="222"/>
                    <a:pt x="188" y="215"/>
                    <a:pt x="183" y="209"/>
                  </a:cubicBezTo>
                  <a:cubicBezTo>
                    <a:pt x="178" y="203"/>
                    <a:pt x="173" y="196"/>
                    <a:pt x="168" y="190"/>
                  </a:cubicBezTo>
                  <a:lnTo>
                    <a:pt x="169" y="191"/>
                  </a:lnTo>
                  <a:cubicBezTo>
                    <a:pt x="162" y="183"/>
                    <a:pt x="155" y="174"/>
                    <a:pt x="148" y="166"/>
                  </a:cubicBezTo>
                  <a:cubicBezTo>
                    <a:pt x="140" y="158"/>
                    <a:pt x="133" y="150"/>
                    <a:pt x="126" y="143"/>
                  </a:cubicBezTo>
                  <a:cubicBezTo>
                    <a:pt x="109" y="126"/>
                    <a:pt x="93" y="109"/>
                    <a:pt x="77" y="93"/>
                  </a:cubicBezTo>
                  <a:cubicBezTo>
                    <a:pt x="55" y="69"/>
                    <a:pt x="32" y="45"/>
                    <a:pt x="8" y="23"/>
                  </a:cubicBezTo>
                  <a:cubicBezTo>
                    <a:pt x="7" y="23"/>
                    <a:pt x="7" y="22"/>
                    <a:pt x="6" y="21"/>
                  </a:cubicBezTo>
                  <a:cubicBezTo>
                    <a:pt x="4" y="21"/>
                    <a:pt x="3" y="19"/>
                    <a:pt x="2" y="17"/>
                  </a:cubicBezTo>
                  <a:cubicBezTo>
                    <a:pt x="0" y="14"/>
                    <a:pt x="0" y="11"/>
                    <a:pt x="0" y="8"/>
                  </a:cubicBezTo>
                  <a:cubicBezTo>
                    <a:pt x="2" y="5"/>
                    <a:pt x="4" y="2"/>
                    <a:pt x="9" y="0"/>
                  </a:cubicBezTo>
                  <a:cubicBezTo>
                    <a:pt x="12" y="0"/>
                    <a:pt x="16" y="1"/>
                    <a:pt x="18" y="4"/>
                  </a:cubicBezTo>
                  <a:cubicBezTo>
                    <a:pt x="50" y="35"/>
                    <a:pt x="80" y="68"/>
                    <a:pt x="111" y="101"/>
                  </a:cubicBezTo>
                  <a:cubicBezTo>
                    <a:pt x="126" y="116"/>
                    <a:pt x="141" y="131"/>
                    <a:pt x="156" y="147"/>
                  </a:cubicBezTo>
                  <a:cubicBezTo>
                    <a:pt x="171" y="163"/>
                    <a:pt x="186" y="179"/>
                    <a:pt x="200" y="197"/>
                  </a:cubicBezTo>
                  <a:cubicBezTo>
                    <a:pt x="201" y="198"/>
                    <a:pt x="201" y="198"/>
                    <a:pt x="201" y="199"/>
                  </a:cubicBezTo>
                  <a:lnTo>
                    <a:pt x="201" y="198"/>
                  </a:lnTo>
                  <a:cubicBezTo>
                    <a:pt x="202" y="199"/>
                    <a:pt x="203" y="200"/>
                    <a:pt x="204" y="202"/>
                  </a:cubicBezTo>
                  <a:cubicBezTo>
                    <a:pt x="204" y="201"/>
                    <a:pt x="204" y="201"/>
                    <a:pt x="204" y="201"/>
                  </a:cubicBezTo>
                  <a:cubicBezTo>
                    <a:pt x="205" y="203"/>
                    <a:pt x="206" y="204"/>
                    <a:pt x="207" y="206"/>
                  </a:cubicBezTo>
                  <a:lnTo>
                    <a:pt x="207" y="205"/>
                  </a:lnTo>
                  <a:cubicBezTo>
                    <a:pt x="209" y="208"/>
                    <a:pt x="211" y="211"/>
                    <a:pt x="214" y="214"/>
                  </a:cubicBezTo>
                  <a:cubicBezTo>
                    <a:pt x="218" y="218"/>
                    <a:pt x="218" y="225"/>
                    <a:pt x="214" y="229"/>
                  </a:cubicBezTo>
                  <a:cubicBezTo>
                    <a:pt x="212" y="231"/>
                    <a:pt x="209" y="232"/>
                    <a:pt x="206" y="232"/>
                  </a:cubicBezTo>
                  <a:cubicBezTo>
                    <a:pt x="203" y="232"/>
                    <a:pt x="201" y="231"/>
                    <a:pt x="198" y="22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8" name="Google Shape;3758;p42"/>
            <p:cNvSpPr/>
            <p:nvPr/>
          </p:nvSpPr>
          <p:spPr>
            <a:xfrm>
              <a:off x="4110840" y="784440"/>
              <a:ext cx="53280" cy="53640"/>
            </a:xfrm>
            <a:custGeom>
              <a:avLst/>
              <a:gdLst/>
              <a:ahLst/>
              <a:cxnLst/>
              <a:rect l="l" t="t" r="r" b="b"/>
              <a:pathLst>
                <a:path w="148" h="149" extrusionOk="0">
                  <a:moveTo>
                    <a:pt x="128" y="145"/>
                  </a:moveTo>
                  <a:cubicBezTo>
                    <a:pt x="124" y="141"/>
                    <a:pt x="119" y="136"/>
                    <a:pt x="114" y="131"/>
                  </a:cubicBezTo>
                  <a:cubicBezTo>
                    <a:pt x="111" y="127"/>
                    <a:pt x="107" y="123"/>
                    <a:pt x="104" y="120"/>
                  </a:cubicBezTo>
                  <a:cubicBezTo>
                    <a:pt x="96" y="111"/>
                    <a:pt x="87" y="103"/>
                    <a:pt x="79" y="95"/>
                  </a:cubicBezTo>
                  <a:cubicBezTo>
                    <a:pt x="64" y="79"/>
                    <a:pt x="48" y="64"/>
                    <a:pt x="33" y="49"/>
                  </a:cubicBezTo>
                  <a:cubicBezTo>
                    <a:pt x="28" y="44"/>
                    <a:pt x="24" y="39"/>
                    <a:pt x="19" y="35"/>
                  </a:cubicBezTo>
                  <a:cubicBezTo>
                    <a:pt x="17" y="33"/>
                    <a:pt x="15" y="31"/>
                    <a:pt x="13" y="29"/>
                  </a:cubicBezTo>
                  <a:cubicBezTo>
                    <a:pt x="9" y="25"/>
                    <a:pt x="5" y="21"/>
                    <a:pt x="3" y="16"/>
                  </a:cubicBezTo>
                  <a:cubicBezTo>
                    <a:pt x="0" y="8"/>
                    <a:pt x="7" y="0"/>
                    <a:pt x="15" y="2"/>
                  </a:cubicBezTo>
                  <a:cubicBezTo>
                    <a:pt x="17" y="2"/>
                    <a:pt x="19" y="3"/>
                    <a:pt x="21" y="4"/>
                  </a:cubicBezTo>
                  <a:cubicBezTo>
                    <a:pt x="23" y="6"/>
                    <a:pt x="24" y="8"/>
                    <a:pt x="25" y="10"/>
                  </a:cubicBezTo>
                  <a:cubicBezTo>
                    <a:pt x="32" y="20"/>
                    <a:pt x="41" y="28"/>
                    <a:pt x="49" y="36"/>
                  </a:cubicBezTo>
                  <a:cubicBezTo>
                    <a:pt x="57" y="43"/>
                    <a:pt x="64" y="52"/>
                    <a:pt x="72" y="59"/>
                  </a:cubicBezTo>
                  <a:cubicBezTo>
                    <a:pt x="87" y="76"/>
                    <a:pt x="103" y="91"/>
                    <a:pt x="119" y="108"/>
                  </a:cubicBezTo>
                  <a:cubicBezTo>
                    <a:pt x="126" y="114"/>
                    <a:pt x="132" y="120"/>
                    <a:pt x="139" y="127"/>
                  </a:cubicBezTo>
                  <a:cubicBezTo>
                    <a:pt x="140" y="128"/>
                    <a:pt x="141" y="128"/>
                    <a:pt x="142" y="129"/>
                  </a:cubicBezTo>
                  <a:cubicBezTo>
                    <a:pt x="146" y="133"/>
                    <a:pt x="147" y="139"/>
                    <a:pt x="143" y="144"/>
                  </a:cubicBezTo>
                  <a:cubicBezTo>
                    <a:pt x="141" y="146"/>
                    <a:pt x="138" y="148"/>
                    <a:pt x="135" y="148"/>
                  </a:cubicBezTo>
                  <a:cubicBezTo>
                    <a:pt x="132" y="148"/>
                    <a:pt x="130" y="147"/>
                    <a:pt x="128" y="14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9" name="Google Shape;3759;p42"/>
            <p:cNvSpPr/>
            <p:nvPr/>
          </p:nvSpPr>
          <p:spPr>
            <a:xfrm>
              <a:off x="4136760" y="780840"/>
              <a:ext cx="23040" cy="21960"/>
            </a:xfrm>
            <a:custGeom>
              <a:avLst/>
              <a:gdLst/>
              <a:ahLst/>
              <a:cxnLst/>
              <a:rect l="l" t="t" r="r" b="b"/>
              <a:pathLst>
                <a:path w="64" h="61" extrusionOk="0">
                  <a:moveTo>
                    <a:pt x="44" y="57"/>
                  </a:moveTo>
                  <a:cubicBezTo>
                    <a:pt x="36" y="48"/>
                    <a:pt x="28" y="39"/>
                    <a:pt x="20" y="31"/>
                  </a:cubicBezTo>
                  <a:lnTo>
                    <a:pt x="21" y="32"/>
                  </a:lnTo>
                  <a:cubicBezTo>
                    <a:pt x="17" y="28"/>
                    <a:pt x="13" y="26"/>
                    <a:pt x="9" y="22"/>
                  </a:cubicBezTo>
                  <a:cubicBezTo>
                    <a:pt x="6" y="21"/>
                    <a:pt x="3" y="19"/>
                    <a:pt x="2" y="16"/>
                  </a:cubicBezTo>
                  <a:cubicBezTo>
                    <a:pt x="0" y="9"/>
                    <a:pt x="5" y="2"/>
                    <a:pt x="12" y="1"/>
                  </a:cubicBezTo>
                  <a:cubicBezTo>
                    <a:pt x="15" y="0"/>
                    <a:pt x="19" y="2"/>
                    <a:pt x="21" y="5"/>
                  </a:cubicBezTo>
                  <a:cubicBezTo>
                    <a:pt x="23" y="6"/>
                    <a:pt x="26" y="7"/>
                    <a:pt x="27" y="9"/>
                  </a:cubicBezTo>
                  <a:cubicBezTo>
                    <a:pt x="31" y="13"/>
                    <a:pt x="34" y="16"/>
                    <a:pt x="38" y="19"/>
                  </a:cubicBezTo>
                  <a:cubicBezTo>
                    <a:pt x="45" y="27"/>
                    <a:pt x="52" y="35"/>
                    <a:pt x="59" y="42"/>
                  </a:cubicBezTo>
                  <a:cubicBezTo>
                    <a:pt x="63" y="47"/>
                    <a:pt x="63" y="53"/>
                    <a:pt x="59" y="58"/>
                  </a:cubicBezTo>
                  <a:cubicBezTo>
                    <a:pt x="57" y="59"/>
                    <a:pt x="54" y="60"/>
                    <a:pt x="51" y="60"/>
                  </a:cubicBezTo>
                  <a:cubicBezTo>
                    <a:pt x="49" y="60"/>
                    <a:pt x="46" y="59"/>
                    <a:pt x="44" y="5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0" name="Google Shape;3760;p42"/>
            <p:cNvSpPr/>
            <p:nvPr/>
          </p:nvSpPr>
          <p:spPr>
            <a:xfrm>
              <a:off x="3894120" y="758520"/>
              <a:ext cx="417600" cy="301680"/>
            </a:xfrm>
            <a:custGeom>
              <a:avLst/>
              <a:gdLst/>
              <a:ahLst/>
              <a:cxnLst/>
              <a:rect l="l" t="t" r="r" b="b"/>
              <a:pathLst>
                <a:path w="1160" h="838" extrusionOk="0">
                  <a:moveTo>
                    <a:pt x="1137" y="837"/>
                  </a:moveTo>
                  <a:cubicBezTo>
                    <a:pt x="1097" y="836"/>
                    <a:pt x="1056" y="833"/>
                    <a:pt x="1015" y="832"/>
                  </a:cubicBezTo>
                  <a:cubicBezTo>
                    <a:pt x="994" y="831"/>
                    <a:pt x="973" y="830"/>
                    <a:pt x="952" y="829"/>
                  </a:cubicBezTo>
                  <a:cubicBezTo>
                    <a:pt x="932" y="827"/>
                    <a:pt x="912" y="826"/>
                    <a:pt x="891" y="825"/>
                  </a:cubicBezTo>
                  <a:cubicBezTo>
                    <a:pt x="851" y="823"/>
                    <a:pt x="811" y="822"/>
                    <a:pt x="771" y="818"/>
                  </a:cubicBezTo>
                  <a:cubicBezTo>
                    <a:pt x="730" y="813"/>
                    <a:pt x="688" y="807"/>
                    <a:pt x="648" y="798"/>
                  </a:cubicBezTo>
                  <a:cubicBezTo>
                    <a:pt x="620" y="792"/>
                    <a:pt x="592" y="785"/>
                    <a:pt x="564" y="779"/>
                  </a:cubicBezTo>
                  <a:cubicBezTo>
                    <a:pt x="537" y="773"/>
                    <a:pt x="510" y="765"/>
                    <a:pt x="482" y="758"/>
                  </a:cubicBezTo>
                  <a:cubicBezTo>
                    <a:pt x="443" y="749"/>
                    <a:pt x="403" y="740"/>
                    <a:pt x="363" y="730"/>
                  </a:cubicBezTo>
                  <a:cubicBezTo>
                    <a:pt x="344" y="725"/>
                    <a:pt x="324" y="720"/>
                    <a:pt x="305" y="714"/>
                  </a:cubicBezTo>
                  <a:cubicBezTo>
                    <a:pt x="286" y="708"/>
                    <a:pt x="268" y="701"/>
                    <a:pt x="250" y="694"/>
                  </a:cubicBezTo>
                  <a:cubicBezTo>
                    <a:pt x="222" y="683"/>
                    <a:pt x="195" y="670"/>
                    <a:pt x="169" y="653"/>
                  </a:cubicBezTo>
                  <a:cubicBezTo>
                    <a:pt x="143" y="636"/>
                    <a:pt x="118" y="617"/>
                    <a:pt x="95" y="595"/>
                  </a:cubicBezTo>
                  <a:cubicBezTo>
                    <a:pt x="96" y="596"/>
                    <a:pt x="97" y="596"/>
                    <a:pt x="98" y="597"/>
                  </a:cubicBezTo>
                  <a:cubicBezTo>
                    <a:pt x="95" y="594"/>
                    <a:pt x="92" y="592"/>
                    <a:pt x="90" y="590"/>
                  </a:cubicBezTo>
                  <a:cubicBezTo>
                    <a:pt x="91" y="590"/>
                    <a:pt x="91" y="590"/>
                    <a:pt x="91" y="591"/>
                  </a:cubicBezTo>
                  <a:cubicBezTo>
                    <a:pt x="63" y="562"/>
                    <a:pt x="35" y="531"/>
                    <a:pt x="18" y="495"/>
                  </a:cubicBezTo>
                  <a:cubicBezTo>
                    <a:pt x="10" y="477"/>
                    <a:pt x="5" y="457"/>
                    <a:pt x="2" y="438"/>
                  </a:cubicBezTo>
                  <a:cubicBezTo>
                    <a:pt x="1" y="428"/>
                    <a:pt x="0" y="417"/>
                    <a:pt x="2" y="406"/>
                  </a:cubicBezTo>
                  <a:cubicBezTo>
                    <a:pt x="3" y="396"/>
                    <a:pt x="5" y="386"/>
                    <a:pt x="9" y="377"/>
                  </a:cubicBezTo>
                  <a:cubicBezTo>
                    <a:pt x="14" y="362"/>
                    <a:pt x="21" y="348"/>
                    <a:pt x="29" y="335"/>
                  </a:cubicBezTo>
                  <a:cubicBezTo>
                    <a:pt x="36" y="322"/>
                    <a:pt x="44" y="309"/>
                    <a:pt x="52" y="297"/>
                  </a:cubicBezTo>
                  <a:lnTo>
                    <a:pt x="53" y="297"/>
                  </a:lnTo>
                  <a:cubicBezTo>
                    <a:pt x="53" y="296"/>
                    <a:pt x="53" y="295"/>
                    <a:pt x="53" y="295"/>
                  </a:cubicBezTo>
                  <a:lnTo>
                    <a:pt x="53" y="296"/>
                  </a:lnTo>
                  <a:cubicBezTo>
                    <a:pt x="58" y="289"/>
                    <a:pt x="64" y="283"/>
                    <a:pt x="70" y="276"/>
                  </a:cubicBezTo>
                  <a:cubicBezTo>
                    <a:pt x="84" y="262"/>
                    <a:pt x="100" y="250"/>
                    <a:pt x="117" y="239"/>
                  </a:cubicBezTo>
                  <a:cubicBezTo>
                    <a:pt x="126" y="233"/>
                    <a:pt x="134" y="227"/>
                    <a:pt x="144" y="222"/>
                  </a:cubicBezTo>
                  <a:cubicBezTo>
                    <a:pt x="152" y="217"/>
                    <a:pt x="161" y="213"/>
                    <a:pt x="170" y="209"/>
                  </a:cubicBezTo>
                  <a:cubicBezTo>
                    <a:pt x="187" y="200"/>
                    <a:pt x="206" y="192"/>
                    <a:pt x="224" y="183"/>
                  </a:cubicBezTo>
                  <a:cubicBezTo>
                    <a:pt x="242" y="175"/>
                    <a:pt x="259" y="166"/>
                    <a:pt x="277" y="158"/>
                  </a:cubicBezTo>
                  <a:cubicBezTo>
                    <a:pt x="288" y="153"/>
                    <a:pt x="299" y="148"/>
                    <a:pt x="310" y="143"/>
                  </a:cubicBezTo>
                  <a:lnTo>
                    <a:pt x="309" y="143"/>
                  </a:lnTo>
                  <a:cubicBezTo>
                    <a:pt x="310" y="143"/>
                    <a:pt x="310" y="143"/>
                    <a:pt x="310" y="143"/>
                  </a:cubicBezTo>
                  <a:cubicBezTo>
                    <a:pt x="311" y="143"/>
                    <a:pt x="311" y="143"/>
                    <a:pt x="312" y="142"/>
                  </a:cubicBezTo>
                  <a:cubicBezTo>
                    <a:pt x="312" y="142"/>
                    <a:pt x="312" y="143"/>
                    <a:pt x="311" y="143"/>
                  </a:cubicBezTo>
                  <a:cubicBezTo>
                    <a:pt x="312" y="142"/>
                    <a:pt x="312" y="142"/>
                    <a:pt x="312" y="142"/>
                  </a:cubicBezTo>
                  <a:cubicBezTo>
                    <a:pt x="313" y="142"/>
                    <a:pt x="315" y="141"/>
                    <a:pt x="317" y="141"/>
                  </a:cubicBezTo>
                  <a:cubicBezTo>
                    <a:pt x="317" y="140"/>
                    <a:pt x="318" y="140"/>
                    <a:pt x="318" y="140"/>
                  </a:cubicBezTo>
                  <a:cubicBezTo>
                    <a:pt x="319" y="139"/>
                    <a:pt x="319" y="139"/>
                    <a:pt x="319" y="139"/>
                  </a:cubicBezTo>
                  <a:lnTo>
                    <a:pt x="320" y="139"/>
                  </a:lnTo>
                  <a:cubicBezTo>
                    <a:pt x="338" y="131"/>
                    <a:pt x="356" y="124"/>
                    <a:pt x="374" y="117"/>
                  </a:cubicBezTo>
                  <a:cubicBezTo>
                    <a:pt x="393" y="110"/>
                    <a:pt x="412" y="104"/>
                    <a:pt x="432" y="99"/>
                  </a:cubicBezTo>
                  <a:cubicBezTo>
                    <a:pt x="471" y="89"/>
                    <a:pt x="511" y="81"/>
                    <a:pt x="551" y="75"/>
                  </a:cubicBezTo>
                  <a:cubicBezTo>
                    <a:pt x="558" y="74"/>
                    <a:pt x="564" y="72"/>
                    <a:pt x="571" y="71"/>
                  </a:cubicBezTo>
                  <a:cubicBezTo>
                    <a:pt x="571" y="72"/>
                    <a:pt x="570" y="72"/>
                    <a:pt x="569" y="72"/>
                  </a:cubicBezTo>
                  <a:cubicBezTo>
                    <a:pt x="588" y="69"/>
                    <a:pt x="607" y="65"/>
                    <a:pt x="627" y="62"/>
                  </a:cubicBezTo>
                  <a:cubicBezTo>
                    <a:pt x="648" y="58"/>
                    <a:pt x="669" y="55"/>
                    <a:pt x="689" y="52"/>
                  </a:cubicBezTo>
                  <a:cubicBezTo>
                    <a:pt x="709" y="48"/>
                    <a:pt x="729" y="44"/>
                    <a:pt x="749" y="40"/>
                  </a:cubicBezTo>
                  <a:cubicBezTo>
                    <a:pt x="768" y="36"/>
                    <a:pt x="786" y="32"/>
                    <a:pt x="806" y="28"/>
                  </a:cubicBezTo>
                  <a:cubicBezTo>
                    <a:pt x="826" y="24"/>
                    <a:pt x="846" y="19"/>
                    <a:pt x="866" y="14"/>
                  </a:cubicBezTo>
                  <a:cubicBezTo>
                    <a:pt x="876" y="11"/>
                    <a:pt x="885" y="9"/>
                    <a:pt x="895" y="6"/>
                  </a:cubicBezTo>
                  <a:cubicBezTo>
                    <a:pt x="899" y="5"/>
                    <a:pt x="904" y="4"/>
                    <a:pt x="908" y="3"/>
                  </a:cubicBezTo>
                  <a:cubicBezTo>
                    <a:pt x="913" y="2"/>
                    <a:pt x="917" y="0"/>
                    <a:pt x="922" y="1"/>
                  </a:cubicBezTo>
                  <a:cubicBezTo>
                    <a:pt x="924" y="1"/>
                    <a:pt x="927" y="1"/>
                    <a:pt x="929" y="2"/>
                  </a:cubicBezTo>
                  <a:cubicBezTo>
                    <a:pt x="935" y="5"/>
                    <a:pt x="939" y="11"/>
                    <a:pt x="940" y="17"/>
                  </a:cubicBezTo>
                  <a:cubicBezTo>
                    <a:pt x="940" y="24"/>
                    <a:pt x="937" y="30"/>
                    <a:pt x="931" y="33"/>
                  </a:cubicBezTo>
                  <a:cubicBezTo>
                    <a:pt x="928" y="36"/>
                    <a:pt x="923" y="37"/>
                    <a:pt x="918" y="38"/>
                  </a:cubicBezTo>
                  <a:cubicBezTo>
                    <a:pt x="913" y="39"/>
                    <a:pt x="908" y="40"/>
                    <a:pt x="903" y="41"/>
                  </a:cubicBezTo>
                  <a:cubicBezTo>
                    <a:pt x="895" y="44"/>
                    <a:pt x="886" y="46"/>
                    <a:pt x="877" y="48"/>
                  </a:cubicBezTo>
                  <a:cubicBezTo>
                    <a:pt x="857" y="54"/>
                    <a:pt x="838" y="59"/>
                    <a:pt x="818" y="63"/>
                  </a:cubicBezTo>
                  <a:cubicBezTo>
                    <a:pt x="798" y="68"/>
                    <a:pt x="778" y="72"/>
                    <a:pt x="758" y="76"/>
                  </a:cubicBezTo>
                  <a:cubicBezTo>
                    <a:pt x="739" y="80"/>
                    <a:pt x="720" y="84"/>
                    <a:pt x="701" y="88"/>
                  </a:cubicBezTo>
                  <a:cubicBezTo>
                    <a:pt x="681" y="91"/>
                    <a:pt x="661" y="95"/>
                    <a:pt x="640" y="98"/>
                  </a:cubicBezTo>
                  <a:cubicBezTo>
                    <a:pt x="620" y="101"/>
                    <a:pt x="600" y="105"/>
                    <a:pt x="580" y="108"/>
                  </a:cubicBezTo>
                  <a:cubicBezTo>
                    <a:pt x="560" y="112"/>
                    <a:pt x="541" y="114"/>
                    <a:pt x="521" y="118"/>
                  </a:cubicBezTo>
                  <a:cubicBezTo>
                    <a:pt x="501" y="122"/>
                    <a:pt x="481" y="126"/>
                    <a:pt x="461" y="131"/>
                  </a:cubicBezTo>
                  <a:cubicBezTo>
                    <a:pt x="451" y="134"/>
                    <a:pt x="441" y="136"/>
                    <a:pt x="432" y="139"/>
                  </a:cubicBezTo>
                  <a:cubicBezTo>
                    <a:pt x="433" y="139"/>
                    <a:pt x="434" y="138"/>
                    <a:pt x="434" y="138"/>
                  </a:cubicBezTo>
                  <a:cubicBezTo>
                    <a:pt x="415" y="143"/>
                    <a:pt x="397" y="150"/>
                    <a:pt x="379" y="157"/>
                  </a:cubicBezTo>
                  <a:cubicBezTo>
                    <a:pt x="360" y="164"/>
                    <a:pt x="342" y="171"/>
                    <a:pt x="324" y="179"/>
                  </a:cubicBezTo>
                  <a:cubicBezTo>
                    <a:pt x="296" y="191"/>
                    <a:pt x="270" y="205"/>
                    <a:pt x="242" y="218"/>
                  </a:cubicBezTo>
                  <a:cubicBezTo>
                    <a:pt x="215" y="231"/>
                    <a:pt x="187" y="244"/>
                    <a:pt x="161" y="258"/>
                  </a:cubicBezTo>
                  <a:cubicBezTo>
                    <a:pt x="145" y="267"/>
                    <a:pt x="131" y="277"/>
                    <a:pt x="117" y="288"/>
                  </a:cubicBezTo>
                  <a:cubicBezTo>
                    <a:pt x="110" y="293"/>
                    <a:pt x="103" y="299"/>
                    <a:pt x="97" y="305"/>
                  </a:cubicBezTo>
                  <a:cubicBezTo>
                    <a:pt x="92" y="310"/>
                    <a:pt x="88" y="315"/>
                    <a:pt x="85" y="319"/>
                  </a:cubicBezTo>
                  <a:cubicBezTo>
                    <a:pt x="78" y="330"/>
                    <a:pt x="71" y="340"/>
                    <a:pt x="66" y="351"/>
                  </a:cubicBezTo>
                  <a:cubicBezTo>
                    <a:pt x="59" y="362"/>
                    <a:pt x="53" y="373"/>
                    <a:pt x="48" y="385"/>
                  </a:cubicBezTo>
                  <a:cubicBezTo>
                    <a:pt x="46" y="390"/>
                    <a:pt x="45" y="396"/>
                    <a:pt x="44" y="401"/>
                  </a:cubicBezTo>
                  <a:cubicBezTo>
                    <a:pt x="44" y="400"/>
                    <a:pt x="44" y="400"/>
                    <a:pt x="44" y="400"/>
                  </a:cubicBezTo>
                  <a:cubicBezTo>
                    <a:pt x="44" y="400"/>
                    <a:pt x="44" y="401"/>
                    <a:pt x="43" y="402"/>
                  </a:cubicBezTo>
                  <a:cubicBezTo>
                    <a:pt x="42" y="405"/>
                    <a:pt x="42" y="408"/>
                    <a:pt x="42" y="411"/>
                  </a:cubicBezTo>
                  <a:cubicBezTo>
                    <a:pt x="41" y="414"/>
                    <a:pt x="41" y="417"/>
                    <a:pt x="41" y="420"/>
                  </a:cubicBezTo>
                  <a:cubicBezTo>
                    <a:pt x="41" y="426"/>
                    <a:pt x="42" y="432"/>
                    <a:pt x="43" y="437"/>
                  </a:cubicBezTo>
                  <a:cubicBezTo>
                    <a:pt x="44" y="445"/>
                    <a:pt x="46" y="452"/>
                    <a:pt x="48" y="459"/>
                  </a:cubicBezTo>
                  <a:cubicBezTo>
                    <a:pt x="49" y="464"/>
                    <a:pt x="52" y="470"/>
                    <a:pt x="53" y="476"/>
                  </a:cubicBezTo>
                  <a:cubicBezTo>
                    <a:pt x="56" y="481"/>
                    <a:pt x="59" y="487"/>
                    <a:pt x="62" y="492"/>
                  </a:cubicBezTo>
                  <a:cubicBezTo>
                    <a:pt x="69" y="502"/>
                    <a:pt x="75" y="512"/>
                    <a:pt x="82" y="521"/>
                  </a:cubicBezTo>
                  <a:cubicBezTo>
                    <a:pt x="94" y="536"/>
                    <a:pt x="106" y="549"/>
                    <a:pt x="119" y="562"/>
                  </a:cubicBezTo>
                  <a:cubicBezTo>
                    <a:pt x="119" y="562"/>
                    <a:pt x="120" y="563"/>
                    <a:pt x="121" y="564"/>
                  </a:cubicBezTo>
                  <a:cubicBezTo>
                    <a:pt x="120" y="563"/>
                    <a:pt x="120" y="563"/>
                    <a:pt x="119" y="562"/>
                  </a:cubicBezTo>
                  <a:cubicBezTo>
                    <a:pt x="121" y="563"/>
                    <a:pt x="123" y="565"/>
                    <a:pt x="124" y="567"/>
                  </a:cubicBezTo>
                  <a:cubicBezTo>
                    <a:pt x="138" y="580"/>
                    <a:pt x="152" y="592"/>
                    <a:pt x="168" y="603"/>
                  </a:cubicBezTo>
                  <a:cubicBezTo>
                    <a:pt x="175" y="609"/>
                    <a:pt x="183" y="614"/>
                    <a:pt x="192" y="619"/>
                  </a:cubicBezTo>
                  <a:cubicBezTo>
                    <a:pt x="199" y="625"/>
                    <a:pt x="207" y="629"/>
                    <a:pt x="215" y="633"/>
                  </a:cubicBezTo>
                  <a:cubicBezTo>
                    <a:pt x="222" y="637"/>
                    <a:pt x="230" y="642"/>
                    <a:pt x="238" y="646"/>
                  </a:cubicBezTo>
                  <a:cubicBezTo>
                    <a:pt x="247" y="649"/>
                    <a:pt x="256" y="653"/>
                    <a:pt x="264" y="657"/>
                  </a:cubicBezTo>
                  <a:cubicBezTo>
                    <a:pt x="283" y="664"/>
                    <a:pt x="302" y="671"/>
                    <a:pt x="321" y="677"/>
                  </a:cubicBezTo>
                  <a:cubicBezTo>
                    <a:pt x="342" y="684"/>
                    <a:pt x="363" y="689"/>
                    <a:pt x="384" y="694"/>
                  </a:cubicBezTo>
                  <a:cubicBezTo>
                    <a:pt x="387" y="695"/>
                    <a:pt x="390" y="696"/>
                    <a:pt x="393" y="696"/>
                  </a:cubicBezTo>
                  <a:cubicBezTo>
                    <a:pt x="421" y="703"/>
                    <a:pt x="448" y="709"/>
                    <a:pt x="476" y="716"/>
                  </a:cubicBezTo>
                  <a:cubicBezTo>
                    <a:pt x="504" y="723"/>
                    <a:pt x="532" y="730"/>
                    <a:pt x="560" y="737"/>
                  </a:cubicBezTo>
                  <a:lnTo>
                    <a:pt x="559" y="737"/>
                  </a:lnTo>
                  <a:cubicBezTo>
                    <a:pt x="562" y="737"/>
                    <a:pt x="563" y="738"/>
                    <a:pt x="565" y="738"/>
                  </a:cubicBezTo>
                  <a:lnTo>
                    <a:pt x="564" y="738"/>
                  </a:lnTo>
                  <a:cubicBezTo>
                    <a:pt x="565" y="738"/>
                    <a:pt x="566" y="738"/>
                    <a:pt x="566" y="738"/>
                  </a:cubicBezTo>
                  <a:lnTo>
                    <a:pt x="567" y="739"/>
                  </a:lnTo>
                  <a:lnTo>
                    <a:pt x="566" y="738"/>
                  </a:lnTo>
                  <a:cubicBezTo>
                    <a:pt x="568" y="739"/>
                    <a:pt x="570" y="739"/>
                    <a:pt x="571" y="740"/>
                  </a:cubicBezTo>
                  <a:lnTo>
                    <a:pt x="571" y="739"/>
                  </a:lnTo>
                  <a:cubicBezTo>
                    <a:pt x="603" y="747"/>
                    <a:pt x="635" y="754"/>
                    <a:pt x="667" y="761"/>
                  </a:cubicBezTo>
                  <a:cubicBezTo>
                    <a:pt x="698" y="768"/>
                    <a:pt x="730" y="773"/>
                    <a:pt x="762" y="777"/>
                  </a:cubicBezTo>
                  <a:cubicBezTo>
                    <a:pt x="802" y="781"/>
                    <a:pt x="842" y="784"/>
                    <a:pt x="883" y="785"/>
                  </a:cubicBezTo>
                  <a:cubicBezTo>
                    <a:pt x="903" y="785"/>
                    <a:pt x="924" y="787"/>
                    <a:pt x="944" y="788"/>
                  </a:cubicBezTo>
                  <a:cubicBezTo>
                    <a:pt x="965" y="790"/>
                    <a:pt x="986" y="791"/>
                    <a:pt x="1007" y="792"/>
                  </a:cubicBezTo>
                  <a:cubicBezTo>
                    <a:pt x="1029" y="793"/>
                    <a:pt x="1051" y="794"/>
                    <a:pt x="1074" y="794"/>
                  </a:cubicBezTo>
                  <a:cubicBezTo>
                    <a:pt x="1085" y="795"/>
                    <a:pt x="1096" y="795"/>
                    <a:pt x="1108" y="795"/>
                  </a:cubicBezTo>
                  <a:cubicBezTo>
                    <a:pt x="1119" y="795"/>
                    <a:pt x="1131" y="795"/>
                    <a:pt x="1142" y="798"/>
                  </a:cubicBezTo>
                  <a:cubicBezTo>
                    <a:pt x="1151" y="799"/>
                    <a:pt x="1159" y="808"/>
                    <a:pt x="1158" y="818"/>
                  </a:cubicBezTo>
                  <a:cubicBezTo>
                    <a:pt x="1158" y="829"/>
                    <a:pt x="1149" y="837"/>
                    <a:pt x="1138" y="837"/>
                  </a:cubicBezTo>
                  <a:lnTo>
                    <a:pt x="1137" y="837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764">
          <a:extLst>
            <a:ext uri="{FF2B5EF4-FFF2-40B4-BE49-F238E27FC236}">
              <a16:creationId xmlns:a16="http://schemas.microsoft.com/office/drawing/2014/main" id="{334FA7D3-E2D0-8748-E08A-AF05EDF2B04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65" name="Google Shape;3765;p43">
            <a:extLst>
              <a:ext uri="{FF2B5EF4-FFF2-40B4-BE49-F238E27FC236}">
                <a16:creationId xmlns:a16="http://schemas.microsoft.com/office/drawing/2014/main" id="{1F8F19EA-7AB8-941C-4DAF-14CB618E7BFD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dirty="0"/>
              <a:t>The main variables we used.</a:t>
            </a:r>
            <a:endParaRPr dirty="0"/>
          </a:p>
        </p:txBody>
      </p:sp>
      <p:sp>
        <p:nvSpPr>
          <p:cNvPr id="3766" name="Google Shape;3766;p43">
            <a:extLst>
              <a:ext uri="{FF2B5EF4-FFF2-40B4-BE49-F238E27FC236}">
                <a16:creationId xmlns:a16="http://schemas.microsoft.com/office/drawing/2014/main" id="{66C284C2-234F-A16B-4D17-305FFD337172}"/>
              </a:ext>
            </a:extLst>
          </p:cNvPr>
          <p:cNvSpPr txBox="1">
            <a:spLocks noGrp="1"/>
          </p:cNvSpPr>
          <p:nvPr>
            <p:ph type="subTitle" idx="1"/>
          </p:nvPr>
        </p:nvSpPr>
        <p:spPr>
          <a:xfrm>
            <a:off x="4977234" y="2686240"/>
            <a:ext cx="2640000" cy="1177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en-US" dirty="0"/>
              <a:t>Household total active power, minute averaged. The main factor used in all of our research questions.</a:t>
            </a:r>
            <a:endParaRPr dirty="0"/>
          </a:p>
        </p:txBody>
      </p:sp>
      <p:sp>
        <p:nvSpPr>
          <p:cNvPr id="3767" name="Google Shape;3767;p43">
            <a:extLst>
              <a:ext uri="{FF2B5EF4-FFF2-40B4-BE49-F238E27FC236}">
                <a16:creationId xmlns:a16="http://schemas.microsoft.com/office/drawing/2014/main" id="{65697FCF-979A-76E8-5783-530F3734CE0C}"/>
              </a:ext>
            </a:extLst>
          </p:cNvPr>
          <p:cNvSpPr txBox="1">
            <a:spLocks noGrp="1"/>
          </p:cNvSpPr>
          <p:nvPr>
            <p:ph type="subTitle" idx="2"/>
          </p:nvPr>
        </p:nvSpPr>
        <p:spPr>
          <a:xfrm>
            <a:off x="1526756" y="2731391"/>
            <a:ext cx="2640000" cy="1177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dirty="0"/>
              <a:t>Calendar date of measurement.</a:t>
            </a: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dirty="0"/>
              <a:t>Day, Hour, Week type and Season Type was induced from the date time.</a:t>
            </a:r>
            <a:endParaRPr dirty="0"/>
          </a:p>
        </p:txBody>
      </p:sp>
      <p:sp>
        <p:nvSpPr>
          <p:cNvPr id="3768" name="Google Shape;3768;p43">
            <a:extLst>
              <a:ext uri="{FF2B5EF4-FFF2-40B4-BE49-F238E27FC236}">
                <a16:creationId xmlns:a16="http://schemas.microsoft.com/office/drawing/2014/main" id="{50A5951C-3377-1C29-4EA0-50558A9C0BCD}"/>
              </a:ext>
            </a:extLst>
          </p:cNvPr>
          <p:cNvSpPr txBox="1">
            <a:spLocks noGrp="1"/>
          </p:cNvSpPr>
          <p:nvPr>
            <p:ph type="subTitle" idx="3"/>
          </p:nvPr>
        </p:nvSpPr>
        <p:spPr>
          <a:xfrm>
            <a:off x="1526768" y="2425159"/>
            <a:ext cx="2640000" cy="409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Date time</a:t>
            </a:r>
            <a:endParaRPr dirty="0"/>
          </a:p>
        </p:txBody>
      </p:sp>
      <p:sp>
        <p:nvSpPr>
          <p:cNvPr id="3769" name="Google Shape;3769;p43">
            <a:extLst>
              <a:ext uri="{FF2B5EF4-FFF2-40B4-BE49-F238E27FC236}">
                <a16:creationId xmlns:a16="http://schemas.microsoft.com/office/drawing/2014/main" id="{DBA1D184-A7CB-F29C-BB16-8B27868BE5AE}"/>
              </a:ext>
            </a:extLst>
          </p:cNvPr>
          <p:cNvSpPr txBox="1">
            <a:spLocks noGrp="1"/>
          </p:cNvSpPr>
          <p:nvPr>
            <p:ph type="subTitle" idx="4"/>
          </p:nvPr>
        </p:nvSpPr>
        <p:spPr>
          <a:xfrm>
            <a:off x="4977247" y="2380008"/>
            <a:ext cx="2640000" cy="409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Global Active Power</a:t>
            </a:r>
            <a:endParaRPr dirty="0"/>
          </a:p>
        </p:txBody>
      </p:sp>
      <p:grpSp>
        <p:nvGrpSpPr>
          <p:cNvPr id="3770" name="Google Shape;3770;p43">
            <a:extLst>
              <a:ext uri="{FF2B5EF4-FFF2-40B4-BE49-F238E27FC236}">
                <a16:creationId xmlns:a16="http://schemas.microsoft.com/office/drawing/2014/main" id="{F933FC64-BD45-B744-0A3C-CB01FEE945D9}"/>
              </a:ext>
            </a:extLst>
          </p:cNvPr>
          <p:cNvGrpSpPr/>
          <p:nvPr/>
        </p:nvGrpSpPr>
        <p:grpSpPr>
          <a:xfrm>
            <a:off x="2676662" y="1885842"/>
            <a:ext cx="340221" cy="340168"/>
            <a:chOff x="3270475" y="1427025"/>
            <a:chExt cx="483200" cy="483125"/>
          </a:xfrm>
        </p:grpSpPr>
        <p:sp>
          <p:nvSpPr>
            <p:cNvPr id="3771" name="Google Shape;3771;p43">
              <a:extLst>
                <a:ext uri="{FF2B5EF4-FFF2-40B4-BE49-F238E27FC236}">
                  <a16:creationId xmlns:a16="http://schemas.microsoft.com/office/drawing/2014/main" id="{02B20680-38C1-E673-DD63-1EB7C9D78066}"/>
                </a:ext>
              </a:extLst>
            </p:cNvPr>
            <p:cNvSpPr/>
            <p:nvPr/>
          </p:nvSpPr>
          <p:spPr>
            <a:xfrm>
              <a:off x="3270475" y="1427025"/>
              <a:ext cx="483200" cy="483125"/>
            </a:xfrm>
            <a:custGeom>
              <a:avLst/>
              <a:gdLst/>
              <a:ahLst/>
              <a:cxnLst/>
              <a:rect l="l" t="t" r="r" b="b"/>
              <a:pathLst>
                <a:path w="19328" h="19325" extrusionOk="0">
                  <a:moveTo>
                    <a:pt x="9630" y="1133"/>
                  </a:moveTo>
                  <a:cubicBezTo>
                    <a:pt x="14352" y="1133"/>
                    <a:pt x="18196" y="4943"/>
                    <a:pt x="18196" y="9626"/>
                  </a:cubicBezTo>
                  <a:cubicBezTo>
                    <a:pt x="18196" y="14349"/>
                    <a:pt x="14352" y="18193"/>
                    <a:pt x="9630" y="18193"/>
                  </a:cubicBezTo>
                  <a:cubicBezTo>
                    <a:pt x="4946" y="18193"/>
                    <a:pt x="1136" y="14349"/>
                    <a:pt x="1136" y="9626"/>
                  </a:cubicBezTo>
                  <a:cubicBezTo>
                    <a:pt x="1136" y="4943"/>
                    <a:pt x="4946" y="1133"/>
                    <a:pt x="9630" y="1133"/>
                  </a:cubicBezTo>
                  <a:close/>
                  <a:moveTo>
                    <a:pt x="9641" y="0"/>
                  </a:moveTo>
                  <a:cubicBezTo>
                    <a:pt x="9637" y="0"/>
                    <a:pt x="9633" y="0"/>
                    <a:pt x="9630" y="0"/>
                  </a:cubicBezTo>
                  <a:cubicBezTo>
                    <a:pt x="4312" y="0"/>
                    <a:pt x="4" y="4309"/>
                    <a:pt x="4" y="9626"/>
                  </a:cubicBezTo>
                  <a:cubicBezTo>
                    <a:pt x="1" y="12187"/>
                    <a:pt x="1012" y="14648"/>
                    <a:pt x="2821" y="16465"/>
                  </a:cubicBezTo>
                  <a:cubicBezTo>
                    <a:pt x="4644" y="18310"/>
                    <a:pt x="7063" y="19325"/>
                    <a:pt x="9630" y="19325"/>
                  </a:cubicBezTo>
                  <a:cubicBezTo>
                    <a:pt x="10922" y="19325"/>
                    <a:pt x="12199" y="19065"/>
                    <a:pt x="13389" y="18555"/>
                  </a:cubicBezTo>
                  <a:cubicBezTo>
                    <a:pt x="15711" y="17558"/>
                    <a:pt x="17562" y="15708"/>
                    <a:pt x="18558" y="13386"/>
                  </a:cubicBezTo>
                  <a:cubicBezTo>
                    <a:pt x="19068" y="12196"/>
                    <a:pt x="19328" y="10919"/>
                    <a:pt x="19328" y="9626"/>
                  </a:cubicBezTo>
                  <a:cubicBezTo>
                    <a:pt x="19328" y="7060"/>
                    <a:pt x="18313" y="4641"/>
                    <a:pt x="16469" y="2818"/>
                  </a:cubicBezTo>
                  <a:cubicBezTo>
                    <a:pt x="14654" y="1012"/>
                    <a:pt x="12197" y="0"/>
                    <a:pt x="96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72" name="Google Shape;3772;p43">
              <a:extLst>
                <a:ext uri="{FF2B5EF4-FFF2-40B4-BE49-F238E27FC236}">
                  <a16:creationId xmlns:a16="http://schemas.microsoft.com/office/drawing/2014/main" id="{8527A664-678C-3885-8B16-6EAD76423C00}"/>
                </a:ext>
              </a:extLst>
            </p:cNvPr>
            <p:cNvSpPr/>
            <p:nvPr/>
          </p:nvSpPr>
          <p:spPr>
            <a:xfrm>
              <a:off x="3497550" y="1596875"/>
              <a:ext cx="87650" cy="141525"/>
            </a:xfrm>
            <a:custGeom>
              <a:avLst/>
              <a:gdLst/>
              <a:ahLst/>
              <a:cxnLst/>
              <a:rect l="l" t="t" r="r" b="b"/>
              <a:pathLst>
                <a:path w="3506" h="5661" extrusionOk="0">
                  <a:moveTo>
                    <a:pt x="2885" y="1"/>
                  </a:moveTo>
                  <a:cubicBezTo>
                    <a:pt x="2740" y="1"/>
                    <a:pt x="2595" y="56"/>
                    <a:pt x="2485" y="166"/>
                  </a:cubicBezTo>
                  <a:lnTo>
                    <a:pt x="220" y="2431"/>
                  </a:lnTo>
                  <a:cubicBezTo>
                    <a:pt x="0" y="2651"/>
                    <a:pt x="0" y="3011"/>
                    <a:pt x="220" y="3231"/>
                  </a:cubicBezTo>
                  <a:lnTo>
                    <a:pt x="2485" y="5496"/>
                  </a:lnTo>
                  <a:cubicBezTo>
                    <a:pt x="2595" y="5606"/>
                    <a:pt x="2740" y="5661"/>
                    <a:pt x="2885" y="5661"/>
                  </a:cubicBezTo>
                  <a:cubicBezTo>
                    <a:pt x="3030" y="5661"/>
                    <a:pt x="3175" y="5606"/>
                    <a:pt x="3285" y="5496"/>
                  </a:cubicBezTo>
                  <a:cubicBezTo>
                    <a:pt x="3506" y="5275"/>
                    <a:pt x="3506" y="4916"/>
                    <a:pt x="3285" y="4695"/>
                  </a:cubicBezTo>
                  <a:lnTo>
                    <a:pt x="1422" y="2832"/>
                  </a:lnTo>
                  <a:lnTo>
                    <a:pt x="3285" y="966"/>
                  </a:lnTo>
                  <a:cubicBezTo>
                    <a:pt x="3506" y="746"/>
                    <a:pt x="3506" y="387"/>
                    <a:pt x="3285" y="166"/>
                  </a:cubicBezTo>
                  <a:cubicBezTo>
                    <a:pt x="3175" y="56"/>
                    <a:pt x="3030" y="1"/>
                    <a:pt x="28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73" name="Google Shape;3773;p43">
              <a:extLst>
                <a:ext uri="{FF2B5EF4-FFF2-40B4-BE49-F238E27FC236}">
                  <a16:creationId xmlns:a16="http://schemas.microsoft.com/office/drawing/2014/main" id="{2A7957F3-678C-F653-EA7E-E36625E7648B}"/>
                </a:ext>
              </a:extLst>
            </p:cNvPr>
            <p:cNvSpPr/>
            <p:nvPr/>
          </p:nvSpPr>
          <p:spPr>
            <a:xfrm>
              <a:off x="3327100" y="1483625"/>
              <a:ext cx="369975" cy="369925"/>
            </a:xfrm>
            <a:custGeom>
              <a:avLst/>
              <a:gdLst/>
              <a:ahLst/>
              <a:cxnLst/>
              <a:rect l="l" t="t" r="r" b="b"/>
              <a:pathLst>
                <a:path w="14799" h="14797" extrusionOk="0">
                  <a:moveTo>
                    <a:pt x="7929" y="1157"/>
                  </a:moveTo>
                  <a:cubicBezTo>
                    <a:pt x="9206" y="1272"/>
                    <a:pt x="10420" y="1770"/>
                    <a:pt x="11411" y="2589"/>
                  </a:cubicBezTo>
                  <a:lnTo>
                    <a:pt x="11042" y="2957"/>
                  </a:lnTo>
                  <a:cubicBezTo>
                    <a:pt x="10828" y="3180"/>
                    <a:pt x="10831" y="3534"/>
                    <a:pt x="11048" y="3751"/>
                  </a:cubicBezTo>
                  <a:cubicBezTo>
                    <a:pt x="11158" y="3861"/>
                    <a:pt x="11303" y="3916"/>
                    <a:pt x="11448" y="3916"/>
                  </a:cubicBezTo>
                  <a:cubicBezTo>
                    <a:pt x="11590" y="3916"/>
                    <a:pt x="11732" y="3863"/>
                    <a:pt x="11842" y="3757"/>
                  </a:cubicBezTo>
                  <a:lnTo>
                    <a:pt x="12214" y="3389"/>
                  </a:lnTo>
                  <a:cubicBezTo>
                    <a:pt x="13026" y="4349"/>
                    <a:pt x="13524" y="5539"/>
                    <a:pt x="13639" y="6795"/>
                  </a:cubicBezTo>
                  <a:lnTo>
                    <a:pt x="13101" y="6795"/>
                  </a:lnTo>
                  <a:cubicBezTo>
                    <a:pt x="12787" y="6795"/>
                    <a:pt x="12534" y="7048"/>
                    <a:pt x="12534" y="7362"/>
                  </a:cubicBezTo>
                  <a:cubicBezTo>
                    <a:pt x="12534" y="7673"/>
                    <a:pt x="12787" y="7927"/>
                    <a:pt x="13101" y="7927"/>
                  </a:cubicBezTo>
                  <a:lnTo>
                    <a:pt x="13639" y="7927"/>
                  </a:lnTo>
                  <a:cubicBezTo>
                    <a:pt x="13515" y="9198"/>
                    <a:pt x="13005" y="10400"/>
                    <a:pt x="12178" y="11375"/>
                  </a:cubicBezTo>
                  <a:lnTo>
                    <a:pt x="11842" y="11040"/>
                  </a:lnTo>
                  <a:cubicBezTo>
                    <a:pt x="11732" y="10934"/>
                    <a:pt x="11590" y="10881"/>
                    <a:pt x="11448" y="10881"/>
                  </a:cubicBezTo>
                  <a:cubicBezTo>
                    <a:pt x="11303" y="10881"/>
                    <a:pt x="11158" y="10936"/>
                    <a:pt x="11048" y="11046"/>
                  </a:cubicBezTo>
                  <a:cubicBezTo>
                    <a:pt x="10831" y="11264"/>
                    <a:pt x="10828" y="11617"/>
                    <a:pt x="11042" y="11840"/>
                  </a:cubicBezTo>
                  <a:lnTo>
                    <a:pt x="11377" y="12175"/>
                  </a:lnTo>
                  <a:cubicBezTo>
                    <a:pt x="10402" y="13003"/>
                    <a:pt x="9200" y="13513"/>
                    <a:pt x="7929" y="13637"/>
                  </a:cubicBezTo>
                  <a:lnTo>
                    <a:pt x="7929" y="13099"/>
                  </a:lnTo>
                  <a:cubicBezTo>
                    <a:pt x="7929" y="12785"/>
                    <a:pt x="7676" y="12532"/>
                    <a:pt x="7365" y="12532"/>
                  </a:cubicBezTo>
                  <a:cubicBezTo>
                    <a:pt x="7051" y="12532"/>
                    <a:pt x="6797" y="12785"/>
                    <a:pt x="6797" y="13099"/>
                  </a:cubicBezTo>
                  <a:lnTo>
                    <a:pt x="6797" y="13637"/>
                  </a:lnTo>
                  <a:cubicBezTo>
                    <a:pt x="5541" y="13522"/>
                    <a:pt x="4351" y="13024"/>
                    <a:pt x="3391" y="12212"/>
                  </a:cubicBezTo>
                  <a:lnTo>
                    <a:pt x="3759" y="11840"/>
                  </a:lnTo>
                  <a:cubicBezTo>
                    <a:pt x="3974" y="11617"/>
                    <a:pt x="3971" y="11264"/>
                    <a:pt x="3753" y="11046"/>
                  </a:cubicBezTo>
                  <a:cubicBezTo>
                    <a:pt x="3643" y="10936"/>
                    <a:pt x="3499" y="10881"/>
                    <a:pt x="3354" y="10881"/>
                  </a:cubicBezTo>
                  <a:cubicBezTo>
                    <a:pt x="3212" y="10881"/>
                    <a:pt x="3070" y="10934"/>
                    <a:pt x="2959" y="11040"/>
                  </a:cubicBezTo>
                  <a:lnTo>
                    <a:pt x="2591" y="11408"/>
                  </a:lnTo>
                  <a:cubicBezTo>
                    <a:pt x="1773" y="10418"/>
                    <a:pt x="1274" y="9204"/>
                    <a:pt x="1160" y="7927"/>
                  </a:cubicBezTo>
                  <a:lnTo>
                    <a:pt x="1703" y="7927"/>
                  </a:lnTo>
                  <a:cubicBezTo>
                    <a:pt x="2014" y="7927"/>
                    <a:pt x="2268" y="7673"/>
                    <a:pt x="2268" y="7362"/>
                  </a:cubicBezTo>
                  <a:cubicBezTo>
                    <a:pt x="2268" y="7048"/>
                    <a:pt x="2014" y="6795"/>
                    <a:pt x="1703" y="6795"/>
                  </a:cubicBezTo>
                  <a:lnTo>
                    <a:pt x="1163" y="6795"/>
                  </a:lnTo>
                  <a:cubicBezTo>
                    <a:pt x="1274" y="5539"/>
                    <a:pt x="1770" y="4346"/>
                    <a:pt x="2579" y="3377"/>
                  </a:cubicBezTo>
                  <a:lnTo>
                    <a:pt x="2959" y="3757"/>
                  </a:lnTo>
                  <a:cubicBezTo>
                    <a:pt x="3070" y="3863"/>
                    <a:pt x="3212" y="3916"/>
                    <a:pt x="3354" y="3916"/>
                  </a:cubicBezTo>
                  <a:cubicBezTo>
                    <a:pt x="3499" y="3916"/>
                    <a:pt x="3643" y="3861"/>
                    <a:pt x="3753" y="3751"/>
                  </a:cubicBezTo>
                  <a:cubicBezTo>
                    <a:pt x="3971" y="3534"/>
                    <a:pt x="3974" y="3180"/>
                    <a:pt x="3759" y="2957"/>
                  </a:cubicBezTo>
                  <a:lnTo>
                    <a:pt x="3379" y="2577"/>
                  </a:lnTo>
                  <a:cubicBezTo>
                    <a:pt x="4348" y="1767"/>
                    <a:pt x="5541" y="1272"/>
                    <a:pt x="6797" y="1160"/>
                  </a:cubicBezTo>
                  <a:lnTo>
                    <a:pt x="6797" y="1701"/>
                  </a:lnTo>
                  <a:cubicBezTo>
                    <a:pt x="6797" y="2012"/>
                    <a:pt x="7051" y="2266"/>
                    <a:pt x="7365" y="2266"/>
                  </a:cubicBezTo>
                  <a:cubicBezTo>
                    <a:pt x="7676" y="2266"/>
                    <a:pt x="7929" y="2012"/>
                    <a:pt x="7929" y="1701"/>
                  </a:cubicBezTo>
                  <a:lnTo>
                    <a:pt x="7929" y="1157"/>
                  </a:lnTo>
                  <a:close/>
                  <a:moveTo>
                    <a:pt x="7376" y="1"/>
                  </a:moveTo>
                  <a:cubicBezTo>
                    <a:pt x="7372" y="1"/>
                    <a:pt x="7368" y="1"/>
                    <a:pt x="7365" y="1"/>
                  </a:cubicBezTo>
                  <a:cubicBezTo>
                    <a:pt x="5435" y="1"/>
                    <a:pt x="3581" y="759"/>
                    <a:pt x="2210" y="2115"/>
                  </a:cubicBezTo>
                  <a:cubicBezTo>
                    <a:pt x="2174" y="2142"/>
                    <a:pt x="2141" y="2172"/>
                    <a:pt x="2114" y="2208"/>
                  </a:cubicBezTo>
                  <a:cubicBezTo>
                    <a:pt x="761" y="3582"/>
                    <a:pt x="3" y="5433"/>
                    <a:pt x="3" y="7362"/>
                  </a:cubicBezTo>
                  <a:cubicBezTo>
                    <a:pt x="0" y="9322"/>
                    <a:pt x="776" y="11206"/>
                    <a:pt x="2159" y="12598"/>
                  </a:cubicBezTo>
                  <a:lnTo>
                    <a:pt x="2177" y="12616"/>
                  </a:lnTo>
                  <a:lnTo>
                    <a:pt x="2180" y="12619"/>
                  </a:lnTo>
                  <a:lnTo>
                    <a:pt x="2186" y="12625"/>
                  </a:lnTo>
                  <a:cubicBezTo>
                    <a:pt x="3578" y="14023"/>
                    <a:pt x="5414" y="14796"/>
                    <a:pt x="7365" y="14796"/>
                  </a:cubicBezTo>
                  <a:cubicBezTo>
                    <a:pt x="9327" y="14796"/>
                    <a:pt x="11187" y="14017"/>
                    <a:pt x="12603" y="12601"/>
                  </a:cubicBezTo>
                  <a:cubicBezTo>
                    <a:pt x="14019" y="11185"/>
                    <a:pt x="14798" y="9325"/>
                    <a:pt x="14798" y="7362"/>
                  </a:cubicBezTo>
                  <a:cubicBezTo>
                    <a:pt x="14798" y="5415"/>
                    <a:pt x="14028" y="3576"/>
                    <a:pt x="12627" y="2184"/>
                  </a:cubicBezTo>
                  <a:lnTo>
                    <a:pt x="12621" y="2178"/>
                  </a:lnTo>
                  <a:cubicBezTo>
                    <a:pt x="12621" y="2175"/>
                    <a:pt x="12618" y="2175"/>
                    <a:pt x="12618" y="2175"/>
                  </a:cubicBezTo>
                  <a:lnTo>
                    <a:pt x="12600" y="2157"/>
                  </a:lnTo>
                  <a:cubicBezTo>
                    <a:pt x="11211" y="777"/>
                    <a:pt x="9331" y="1"/>
                    <a:pt x="73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pic>
        <p:nvPicPr>
          <p:cNvPr id="3" name="Graphic 2">
            <a:extLst>
              <a:ext uri="{FF2B5EF4-FFF2-40B4-BE49-F238E27FC236}">
                <a16:creationId xmlns:a16="http://schemas.microsoft.com/office/drawing/2014/main" id="{1E772AD1-4BF9-322C-FB7F-2FBE39A5EA9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6128070" y="1888564"/>
            <a:ext cx="365760" cy="36576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85924902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1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65" name="Google Shape;3165;p38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Research Questions</a:t>
            </a:r>
            <a:endParaRPr dirty="0"/>
          </a:p>
        </p:txBody>
      </p:sp>
      <p:sp>
        <p:nvSpPr>
          <p:cNvPr id="3171" name="Google Shape;3171;p38"/>
          <p:cNvSpPr txBox="1">
            <a:spLocks noGrp="1"/>
          </p:cNvSpPr>
          <p:nvPr>
            <p:ph type="title" idx="6"/>
          </p:nvPr>
        </p:nvSpPr>
        <p:spPr>
          <a:xfrm>
            <a:off x="1505376" y="1369175"/>
            <a:ext cx="734700" cy="44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01</a:t>
            </a:r>
            <a:endParaRPr/>
          </a:p>
        </p:txBody>
      </p:sp>
      <p:sp>
        <p:nvSpPr>
          <p:cNvPr id="3172" name="Google Shape;3172;p38"/>
          <p:cNvSpPr txBox="1">
            <a:spLocks noGrp="1"/>
          </p:cNvSpPr>
          <p:nvPr>
            <p:ph type="title" idx="7"/>
          </p:nvPr>
        </p:nvSpPr>
        <p:spPr>
          <a:xfrm>
            <a:off x="2855015" y="3048937"/>
            <a:ext cx="734700" cy="44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04</a:t>
            </a:r>
            <a:endParaRPr/>
          </a:p>
        </p:txBody>
      </p:sp>
      <p:sp>
        <p:nvSpPr>
          <p:cNvPr id="3173" name="Google Shape;3173;p38"/>
          <p:cNvSpPr txBox="1">
            <a:spLocks noGrp="1"/>
          </p:cNvSpPr>
          <p:nvPr>
            <p:ph type="title" idx="8"/>
          </p:nvPr>
        </p:nvSpPr>
        <p:spPr>
          <a:xfrm>
            <a:off x="4204647" y="1369175"/>
            <a:ext cx="734700" cy="44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02</a:t>
            </a:r>
            <a:endParaRPr/>
          </a:p>
        </p:txBody>
      </p:sp>
      <p:sp>
        <p:nvSpPr>
          <p:cNvPr id="3174" name="Google Shape;3174;p38"/>
          <p:cNvSpPr txBox="1">
            <a:spLocks noGrp="1"/>
          </p:cNvSpPr>
          <p:nvPr>
            <p:ph type="title" idx="9"/>
          </p:nvPr>
        </p:nvSpPr>
        <p:spPr>
          <a:xfrm>
            <a:off x="5554285" y="3048937"/>
            <a:ext cx="734700" cy="44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05</a:t>
            </a:r>
            <a:endParaRPr/>
          </a:p>
        </p:txBody>
      </p:sp>
      <p:sp>
        <p:nvSpPr>
          <p:cNvPr id="3175" name="Google Shape;3175;p38"/>
          <p:cNvSpPr txBox="1">
            <a:spLocks noGrp="1"/>
          </p:cNvSpPr>
          <p:nvPr>
            <p:ph type="title" idx="13"/>
          </p:nvPr>
        </p:nvSpPr>
        <p:spPr>
          <a:xfrm>
            <a:off x="6903924" y="1369175"/>
            <a:ext cx="734700" cy="44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03</a:t>
            </a:r>
            <a:endParaRPr/>
          </a:p>
        </p:txBody>
      </p:sp>
      <p:sp>
        <p:nvSpPr>
          <p:cNvPr id="3176" name="Google Shape;3176;p38"/>
          <p:cNvSpPr txBox="1">
            <a:spLocks noGrp="1"/>
          </p:cNvSpPr>
          <p:nvPr>
            <p:ph type="subTitle" idx="14"/>
          </p:nvPr>
        </p:nvSpPr>
        <p:spPr>
          <a:xfrm>
            <a:off x="719976" y="1875626"/>
            <a:ext cx="2305500" cy="779949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/>
            <a:r>
              <a:rPr lang="en-US" dirty="0"/>
              <a:t>Distribution Characterization</a:t>
            </a:r>
            <a:endParaRPr dirty="0"/>
          </a:p>
        </p:txBody>
      </p:sp>
      <p:sp>
        <p:nvSpPr>
          <p:cNvPr id="3177" name="Google Shape;3177;p38"/>
          <p:cNvSpPr txBox="1">
            <a:spLocks noGrp="1"/>
          </p:cNvSpPr>
          <p:nvPr>
            <p:ph type="subTitle" idx="15"/>
          </p:nvPr>
        </p:nvSpPr>
        <p:spPr>
          <a:xfrm>
            <a:off x="3099734" y="1823164"/>
            <a:ext cx="3027980" cy="790434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/>
            <a:r>
              <a:rPr lang="en-US" dirty="0"/>
              <a:t>Day-Type Effects</a:t>
            </a:r>
          </a:p>
          <a:p>
            <a:pPr marL="0" lvl="0" indent="0"/>
            <a:r>
              <a:rPr lang="en-US" dirty="0"/>
              <a:t>(Weekday vs Weekend)</a:t>
            </a:r>
            <a:endParaRPr dirty="0"/>
          </a:p>
        </p:txBody>
      </p:sp>
      <p:sp>
        <p:nvSpPr>
          <p:cNvPr id="3178" name="Google Shape;3178;p38"/>
          <p:cNvSpPr txBox="1">
            <a:spLocks noGrp="1"/>
          </p:cNvSpPr>
          <p:nvPr>
            <p:ph type="subTitle" idx="16"/>
          </p:nvPr>
        </p:nvSpPr>
        <p:spPr>
          <a:xfrm>
            <a:off x="6364326" y="2086950"/>
            <a:ext cx="1813896" cy="484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/>
            <a:r>
              <a:rPr lang="en-US" dirty="0"/>
              <a:t>Seasonal Effects</a:t>
            </a:r>
            <a:endParaRPr dirty="0"/>
          </a:p>
        </p:txBody>
      </p:sp>
      <p:sp>
        <p:nvSpPr>
          <p:cNvPr id="3179" name="Google Shape;3179;p38"/>
          <p:cNvSpPr txBox="1">
            <a:spLocks noGrp="1"/>
          </p:cNvSpPr>
          <p:nvPr>
            <p:ph type="subTitle" idx="17"/>
          </p:nvPr>
        </p:nvSpPr>
        <p:spPr>
          <a:xfrm>
            <a:off x="1834012" y="3846509"/>
            <a:ext cx="2776705" cy="484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/>
            <a:r>
              <a:rPr lang="en-US" dirty="0"/>
              <a:t> Predictability and Linear Relationships</a:t>
            </a:r>
            <a:endParaRPr dirty="0"/>
          </a:p>
        </p:txBody>
      </p:sp>
      <p:sp>
        <p:nvSpPr>
          <p:cNvPr id="3180" name="Google Shape;3180;p38"/>
          <p:cNvSpPr txBox="1">
            <a:spLocks noGrp="1"/>
          </p:cNvSpPr>
          <p:nvPr>
            <p:ph type="subTitle" idx="18"/>
          </p:nvPr>
        </p:nvSpPr>
        <p:spPr>
          <a:xfrm>
            <a:off x="4695093" y="3771715"/>
            <a:ext cx="2614895" cy="484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/>
            <a:r>
              <a:rPr lang="en-US" dirty="0"/>
              <a:t>Independence of Categorical Variables</a:t>
            </a:r>
            <a:endParaRPr dirty="0"/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4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65" name="Google Shape;3465;p40"/>
          <p:cNvSpPr txBox="1">
            <a:spLocks noGrp="1"/>
          </p:cNvSpPr>
          <p:nvPr>
            <p:ph type="title"/>
          </p:nvPr>
        </p:nvSpPr>
        <p:spPr>
          <a:xfrm>
            <a:off x="1413025" y="2686057"/>
            <a:ext cx="6318000" cy="9159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/>
            <a:r>
              <a:rPr lang="en-US" dirty="0"/>
              <a:t>Distribution Characterization</a:t>
            </a:r>
          </a:p>
        </p:txBody>
      </p:sp>
      <p:sp>
        <p:nvSpPr>
          <p:cNvPr id="3466" name="Google Shape;3466;p40"/>
          <p:cNvSpPr txBox="1">
            <a:spLocks noGrp="1"/>
          </p:cNvSpPr>
          <p:nvPr>
            <p:ph type="title" idx="2"/>
          </p:nvPr>
        </p:nvSpPr>
        <p:spPr>
          <a:xfrm>
            <a:off x="3745950" y="971436"/>
            <a:ext cx="1652100" cy="915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01</a:t>
            </a:r>
            <a:endParaRPr dirty="0"/>
          </a:p>
        </p:txBody>
      </p:sp>
      <p:sp>
        <p:nvSpPr>
          <p:cNvPr id="3467" name="Google Shape;3467;p40"/>
          <p:cNvSpPr txBox="1">
            <a:spLocks noGrp="1"/>
          </p:cNvSpPr>
          <p:nvPr>
            <p:ph type="subTitle" idx="1"/>
          </p:nvPr>
        </p:nvSpPr>
        <p:spPr>
          <a:xfrm>
            <a:off x="1413025" y="3644551"/>
            <a:ext cx="6318000" cy="706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en-US" dirty="0"/>
              <a:t>Which probability distribution (Normal, Lognormal, Gamma, Weibull) best characterizes household electricity consumption?</a:t>
            </a:r>
            <a:endParaRPr dirty="0"/>
          </a:p>
        </p:txBody>
      </p:sp>
      <p:grpSp>
        <p:nvGrpSpPr>
          <p:cNvPr id="3468" name="Google Shape;3468;p40"/>
          <p:cNvGrpSpPr/>
          <p:nvPr/>
        </p:nvGrpSpPr>
        <p:grpSpPr>
          <a:xfrm>
            <a:off x="7003755" y="223512"/>
            <a:ext cx="3654904" cy="5589048"/>
            <a:chOff x="7003755" y="223512"/>
            <a:chExt cx="3654904" cy="5589048"/>
          </a:xfrm>
        </p:grpSpPr>
        <p:grpSp>
          <p:nvGrpSpPr>
            <p:cNvPr id="3469" name="Google Shape;3469;p40"/>
            <p:cNvGrpSpPr/>
            <p:nvPr/>
          </p:nvGrpSpPr>
          <p:grpSpPr>
            <a:xfrm>
              <a:off x="7003755" y="223512"/>
              <a:ext cx="2501532" cy="631966"/>
              <a:chOff x="720" y="669960"/>
              <a:chExt cx="1162800" cy="293760"/>
            </a:xfrm>
          </p:grpSpPr>
          <p:sp>
            <p:nvSpPr>
              <p:cNvPr id="3470" name="Google Shape;3470;p40"/>
              <p:cNvSpPr/>
              <p:nvPr/>
            </p:nvSpPr>
            <p:spPr>
              <a:xfrm>
                <a:off x="720" y="703080"/>
                <a:ext cx="84960" cy="101520"/>
              </a:xfrm>
              <a:custGeom>
                <a:avLst/>
                <a:gdLst/>
                <a:ahLst/>
                <a:cxnLst/>
                <a:rect l="l" t="t" r="r" b="b"/>
                <a:pathLst>
                  <a:path w="236" h="282" extrusionOk="0">
                    <a:moveTo>
                      <a:pt x="109" y="276"/>
                    </a:moveTo>
                    <a:cubicBezTo>
                      <a:pt x="106" y="273"/>
                      <a:pt x="105" y="270"/>
                      <a:pt x="104" y="266"/>
                    </a:cubicBezTo>
                    <a:cubicBezTo>
                      <a:pt x="104" y="263"/>
                      <a:pt x="103" y="260"/>
                      <a:pt x="103" y="258"/>
                    </a:cubicBezTo>
                    <a:cubicBezTo>
                      <a:pt x="102" y="254"/>
                      <a:pt x="102" y="251"/>
                      <a:pt x="101" y="247"/>
                    </a:cubicBezTo>
                    <a:cubicBezTo>
                      <a:pt x="99" y="237"/>
                      <a:pt x="97" y="228"/>
                      <a:pt x="95" y="218"/>
                    </a:cubicBezTo>
                    <a:cubicBezTo>
                      <a:pt x="94" y="214"/>
                      <a:pt x="92" y="209"/>
                      <a:pt x="91" y="204"/>
                    </a:cubicBezTo>
                    <a:cubicBezTo>
                      <a:pt x="89" y="198"/>
                      <a:pt x="88" y="193"/>
                      <a:pt x="86" y="187"/>
                    </a:cubicBezTo>
                    <a:cubicBezTo>
                      <a:pt x="84" y="181"/>
                      <a:pt x="82" y="176"/>
                      <a:pt x="80" y="170"/>
                    </a:cubicBezTo>
                    <a:cubicBezTo>
                      <a:pt x="78" y="165"/>
                      <a:pt x="76" y="160"/>
                      <a:pt x="74" y="155"/>
                    </a:cubicBezTo>
                    <a:cubicBezTo>
                      <a:pt x="73" y="151"/>
                      <a:pt x="71" y="146"/>
                      <a:pt x="68" y="141"/>
                    </a:cubicBezTo>
                    <a:cubicBezTo>
                      <a:pt x="66" y="135"/>
                      <a:pt x="63" y="130"/>
                      <a:pt x="60" y="124"/>
                    </a:cubicBezTo>
                    <a:cubicBezTo>
                      <a:pt x="56" y="116"/>
                      <a:pt x="52" y="108"/>
                      <a:pt x="47" y="100"/>
                    </a:cubicBezTo>
                    <a:cubicBezTo>
                      <a:pt x="42" y="91"/>
                      <a:pt x="37" y="81"/>
                      <a:pt x="32" y="73"/>
                    </a:cubicBezTo>
                    <a:cubicBezTo>
                      <a:pt x="26" y="64"/>
                      <a:pt x="22" y="57"/>
                      <a:pt x="17" y="49"/>
                    </a:cubicBezTo>
                    <a:cubicBezTo>
                      <a:pt x="13" y="39"/>
                      <a:pt x="7" y="29"/>
                      <a:pt x="3" y="20"/>
                    </a:cubicBezTo>
                    <a:cubicBezTo>
                      <a:pt x="0" y="13"/>
                      <a:pt x="4" y="6"/>
                      <a:pt x="10" y="3"/>
                    </a:cubicBezTo>
                    <a:cubicBezTo>
                      <a:pt x="16" y="0"/>
                      <a:pt x="23" y="4"/>
                      <a:pt x="26" y="10"/>
                    </a:cubicBezTo>
                    <a:cubicBezTo>
                      <a:pt x="28" y="15"/>
                      <a:pt x="30" y="21"/>
                      <a:pt x="32" y="25"/>
                    </a:cubicBezTo>
                    <a:cubicBezTo>
                      <a:pt x="35" y="31"/>
                      <a:pt x="38" y="35"/>
                      <a:pt x="40" y="40"/>
                    </a:cubicBezTo>
                    <a:cubicBezTo>
                      <a:pt x="43" y="46"/>
                      <a:pt x="46" y="52"/>
                      <a:pt x="49" y="57"/>
                    </a:cubicBezTo>
                    <a:cubicBezTo>
                      <a:pt x="56" y="68"/>
                      <a:pt x="62" y="80"/>
                      <a:pt x="68" y="91"/>
                    </a:cubicBezTo>
                    <a:cubicBezTo>
                      <a:pt x="72" y="98"/>
                      <a:pt x="75" y="104"/>
                      <a:pt x="78" y="110"/>
                    </a:cubicBezTo>
                    <a:cubicBezTo>
                      <a:pt x="81" y="115"/>
                      <a:pt x="83" y="120"/>
                      <a:pt x="85" y="126"/>
                    </a:cubicBezTo>
                    <a:cubicBezTo>
                      <a:pt x="88" y="131"/>
                      <a:pt x="90" y="136"/>
                      <a:pt x="92" y="141"/>
                    </a:cubicBezTo>
                    <a:cubicBezTo>
                      <a:pt x="95" y="147"/>
                      <a:pt x="97" y="153"/>
                      <a:pt x="99" y="159"/>
                    </a:cubicBezTo>
                    <a:cubicBezTo>
                      <a:pt x="102" y="168"/>
                      <a:pt x="105" y="176"/>
                      <a:pt x="107" y="184"/>
                    </a:cubicBezTo>
                    <a:cubicBezTo>
                      <a:pt x="110" y="193"/>
                      <a:pt x="113" y="202"/>
                      <a:pt x="116" y="211"/>
                    </a:cubicBezTo>
                    <a:cubicBezTo>
                      <a:pt x="117" y="216"/>
                      <a:pt x="119" y="222"/>
                      <a:pt x="120" y="227"/>
                    </a:cubicBezTo>
                    <a:cubicBezTo>
                      <a:pt x="123" y="213"/>
                      <a:pt x="127" y="199"/>
                      <a:pt x="131" y="185"/>
                    </a:cubicBezTo>
                    <a:cubicBezTo>
                      <a:pt x="134" y="177"/>
                      <a:pt x="136" y="170"/>
                      <a:pt x="139" y="163"/>
                    </a:cubicBezTo>
                    <a:cubicBezTo>
                      <a:pt x="141" y="157"/>
                      <a:pt x="143" y="151"/>
                      <a:pt x="145" y="145"/>
                    </a:cubicBezTo>
                    <a:cubicBezTo>
                      <a:pt x="147" y="141"/>
                      <a:pt x="149" y="135"/>
                      <a:pt x="151" y="131"/>
                    </a:cubicBezTo>
                    <a:cubicBezTo>
                      <a:pt x="154" y="124"/>
                      <a:pt x="158" y="117"/>
                      <a:pt x="161" y="110"/>
                    </a:cubicBezTo>
                    <a:cubicBezTo>
                      <a:pt x="162" y="108"/>
                      <a:pt x="163" y="105"/>
                      <a:pt x="164" y="102"/>
                    </a:cubicBezTo>
                    <a:cubicBezTo>
                      <a:pt x="166" y="98"/>
                      <a:pt x="168" y="95"/>
                      <a:pt x="170" y="91"/>
                    </a:cubicBezTo>
                    <a:cubicBezTo>
                      <a:pt x="173" y="84"/>
                      <a:pt x="177" y="78"/>
                      <a:pt x="181" y="72"/>
                    </a:cubicBezTo>
                    <a:cubicBezTo>
                      <a:pt x="184" y="67"/>
                      <a:pt x="188" y="61"/>
                      <a:pt x="191" y="56"/>
                    </a:cubicBezTo>
                    <a:cubicBezTo>
                      <a:pt x="195" y="50"/>
                      <a:pt x="200" y="43"/>
                      <a:pt x="204" y="37"/>
                    </a:cubicBezTo>
                    <a:cubicBezTo>
                      <a:pt x="204" y="37"/>
                      <a:pt x="204" y="36"/>
                      <a:pt x="205" y="36"/>
                    </a:cubicBezTo>
                    <a:lnTo>
                      <a:pt x="205" y="35"/>
                    </a:lnTo>
                    <a:cubicBezTo>
                      <a:pt x="208" y="32"/>
                      <a:pt x="211" y="28"/>
                      <a:pt x="213" y="25"/>
                    </a:cubicBezTo>
                    <a:cubicBezTo>
                      <a:pt x="217" y="20"/>
                      <a:pt x="225" y="19"/>
                      <a:pt x="229" y="23"/>
                    </a:cubicBezTo>
                    <a:cubicBezTo>
                      <a:pt x="235" y="27"/>
                      <a:pt x="235" y="35"/>
                      <a:pt x="231" y="39"/>
                    </a:cubicBezTo>
                    <a:cubicBezTo>
                      <a:pt x="223" y="49"/>
                      <a:pt x="215" y="60"/>
                      <a:pt x="207" y="71"/>
                    </a:cubicBezTo>
                    <a:cubicBezTo>
                      <a:pt x="208" y="70"/>
                      <a:pt x="208" y="70"/>
                      <a:pt x="208" y="70"/>
                    </a:cubicBezTo>
                    <a:cubicBezTo>
                      <a:pt x="205" y="74"/>
                      <a:pt x="202" y="78"/>
                      <a:pt x="199" y="84"/>
                    </a:cubicBezTo>
                    <a:cubicBezTo>
                      <a:pt x="196" y="89"/>
                      <a:pt x="193" y="94"/>
                      <a:pt x="189" y="100"/>
                    </a:cubicBezTo>
                    <a:cubicBezTo>
                      <a:pt x="186" y="106"/>
                      <a:pt x="183" y="111"/>
                      <a:pt x="180" y="117"/>
                    </a:cubicBezTo>
                    <a:cubicBezTo>
                      <a:pt x="177" y="123"/>
                      <a:pt x="175" y="129"/>
                      <a:pt x="172" y="135"/>
                    </a:cubicBezTo>
                    <a:cubicBezTo>
                      <a:pt x="168" y="146"/>
                      <a:pt x="163" y="158"/>
                      <a:pt x="159" y="169"/>
                    </a:cubicBezTo>
                    <a:cubicBezTo>
                      <a:pt x="157" y="177"/>
                      <a:pt x="154" y="186"/>
                      <a:pt x="151" y="195"/>
                    </a:cubicBezTo>
                    <a:cubicBezTo>
                      <a:pt x="149" y="203"/>
                      <a:pt x="147" y="212"/>
                      <a:pt x="145" y="220"/>
                    </a:cubicBezTo>
                    <a:cubicBezTo>
                      <a:pt x="142" y="228"/>
                      <a:pt x="141" y="236"/>
                      <a:pt x="139" y="244"/>
                    </a:cubicBezTo>
                    <a:cubicBezTo>
                      <a:pt x="138" y="248"/>
                      <a:pt x="137" y="252"/>
                      <a:pt x="136" y="255"/>
                    </a:cubicBezTo>
                    <a:cubicBezTo>
                      <a:pt x="135" y="257"/>
                      <a:pt x="135" y="259"/>
                      <a:pt x="135" y="261"/>
                    </a:cubicBezTo>
                    <a:cubicBezTo>
                      <a:pt x="134" y="263"/>
                      <a:pt x="134" y="266"/>
                      <a:pt x="133" y="268"/>
                    </a:cubicBezTo>
                    <a:cubicBezTo>
                      <a:pt x="131" y="271"/>
                      <a:pt x="130" y="273"/>
                      <a:pt x="128" y="275"/>
                    </a:cubicBezTo>
                    <a:cubicBezTo>
                      <a:pt x="127" y="278"/>
                      <a:pt x="124" y="280"/>
                      <a:pt x="120" y="281"/>
                    </a:cubicBezTo>
                    <a:cubicBezTo>
                      <a:pt x="119" y="281"/>
                      <a:pt x="119" y="281"/>
                      <a:pt x="119" y="281"/>
                    </a:cubicBezTo>
                    <a:cubicBezTo>
                      <a:pt x="114" y="281"/>
                      <a:pt x="111" y="279"/>
                      <a:pt x="109" y="2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1" name="Google Shape;3471;p40"/>
              <p:cNvSpPr/>
              <p:nvPr/>
            </p:nvSpPr>
            <p:spPr>
              <a:xfrm>
                <a:off x="104400" y="728280"/>
                <a:ext cx="1008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28" h="28" extrusionOk="0">
                    <a:moveTo>
                      <a:pt x="0" y="13"/>
                    </a:moveTo>
                    <a:cubicBezTo>
                      <a:pt x="0" y="5"/>
                      <a:pt x="6" y="0"/>
                      <a:pt x="14" y="0"/>
                    </a:cubicBezTo>
                    <a:cubicBezTo>
                      <a:pt x="21" y="0"/>
                      <a:pt x="27" y="6"/>
                      <a:pt x="27" y="14"/>
                    </a:cubicBezTo>
                    <a:cubicBezTo>
                      <a:pt x="27" y="21"/>
                      <a:pt x="21" y="27"/>
                      <a:pt x="13" y="27"/>
                    </a:cubicBezTo>
                    <a:cubicBezTo>
                      <a:pt x="5" y="27"/>
                      <a:pt x="0" y="21"/>
                      <a:pt x="0" y="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2" name="Google Shape;3472;p40"/>
              <p:cNvSpPr/>
              <p:nvPr/>
            </p:nvSpPr>
            <p:spPr>
              <a:xfrm>
                <a:off x="101880" y="763200"/>
                <a:ext cx="1008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28" h="28" extrusionOk="0">
                    <a:moveTo>
                      <a:pt x="0" y="13"/>
                    </a:moveTo>
                    <a:cubicBezTo>
                      <a:pt x="0" y="6"/>
                      <a:pt x="6" y="0"/>
                      <a:pt x="14" y="0"/>
                    </a:cubicBezTo>
                    <a:cubicBezTo>
                      <a:pt x="21" y="0"/>
                      <a:pt x="27" y="6"/>
                      <a:pt x="27" y="13"/>
                    </a:cubicBezTo>
                    <a:cubicBezTo>
                      <a:pt x="27" y="21"/>
                      <a:pt x="21" y="27"/>
                      <a:pt x="13" y="27"/>
                    </a:cubicBezTo>
                    <a:cubicBezTo>
                      <a:pt x="6" y="27"/>
                      <a:pt x="0" y="21"/>
                      <a:pt x="0" y="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3" name="Google Shape;3473;p40"/>
              <p:cNvSpPr/>
              <p:nvPr/>
            </p:nvSpPr>
            <p:spPr>
              <a:xfrm>
                <a:off x="187200" y="725040"/>
                <a:ext cx="57600" cy="70920"/>
              </a:xfrm>
              <a:custGeom>
                <a:avLst/>
                <a:gdLst/>
                <a:ahLst/>
                <a:cxnLst/>
                <a:rect l="l" t="t" r="r" b="b"/>
                <a:pathLst>
                  <a:path w="160" h="197" extrusionOk="0">
                    <a:moveTo>
                      <a:pt x="22" y="196"/>
                    </a:moveTo>
                    <a:cubicBezTo>
                      <a:pt x="15" y="195"/>
                      <a:pt x="7" y="192"/>
                      <a:pt x="3" y="185"/>
                    </a:cubicBezTo>
                    <a:cubicBezTo>
                      <a:pt x="1" y="183"/>
                      <a:pt x="0" y="181"/>
                      <a:pt x="0" y="178"/>
                    </a:cubicBezTo>
                    <a:cubicBezTo>
                      <a:pt x="0" y="174"/>
                      <a:pt x="1" y="171"/>
                      <a:pt x="2" y="168"/>
                    </a:cubicBezTo>
                    <a:cubicBezTo>
                      <a:pt x="3" y="165"/>
                      <a:pt x="5" y="162"/>
                      <a:pt x="7" y="160"/>
                    </a:cubicBezTo>
                    <a:cubicBezTo>
                      <a:pt x="8" y="159"/>
                      <a:pt x="10" y="158"/>
                      <a:pt x="11" y="156"/>
                    </a:cubicBezTo>
                    <a:cubicBezTo>
                      <a:pt x="20" y="147"/>
                      <a:pt x="29" y="139"/>
                      <a:pt x="38" y="130"/>
                    </a:cubicBezTo>
                    <a:cubicBezTo>
                      <a:pt x="47" y="120"/>
                      <a:pt x="57" y="112"/>
                      <a:pt x="67" y="102"/>
                    </a:cubicBezTo>
                    <a:cubicBezTo>
                      <a:pt x="79" y="91"/>
                      <a:pt x="91" y="80"/>
                      <a:pt x="102" y="67"/>
                    </a:cubicBezTo>
                    <a:cubicBezTo>
                      <a:pt x="102" y="67"/>
                      <a:pt x="102" y="68"/>
                      <a:pt x="102" y="69"/>
                    </a:cubicBezTo>
                    <a:cubicBezTo>
                      <a:pt x="106" y="63"/>
                      <a:pt x="111" y="58"/>
                      <a:pt x="115" y="52"/>
                    </a:cubicBezTo>
                    <a:cubicBezTo>
                      <a:pt x="117" y="49"/>
                      <a:pt x="119" y="47"/>
                      <a:pt x="120" y="44"/>
                    </a:cubicBezTo>
                    <a:cubicBezTo>
                      <a:pt x="121" y="42"/>
                      <a:pt x="121" y="41"/>
                      <a:pt x="122" y="40"/>
                    </a:cubicBezTo>
                    <a:cubicBezTo>
                      <a:pt x="122" y="39"/>
                      <a:pt x="123" y="38"/>
                      <a:pt x="123" y="37"/>
                    </a:cubicBezTo>
                    <a:lnTo>
                      <a:pt x="123" y="36"/>
                    </a:lnTo>
                    <a:cubicBezTo>
                      <a:pt x="123" y="35"/>
                      <a:pt x="123" y="35"/>
                      <a:pt x="123" y="35"/>
                    </a:cubicBezTo>
                    <a:cubicBezTo>
                      <a:pt x="123" y="34"/>
                      <a:pt x="123" y="34"/>
                      <a:pt x="123" y="34"/>
                    </a:cubicBezTo>
                    <a:lnTo>
                      <a:pt x="123" y="33"/>
                    </a:lnTo>
                    <a:lnTo>
                      <a:pt x="122" y="33"/>
                    </a:lnTo>
                    <a:lnTo>
                      <a:pt x="121" y="33"/>
                    </a:lnTo>
                    <a:cubicBezTo>
                      <a:pt x="121" y="32"/>
                      <a:pt x="120" y="31"/>
                      <a:pt x="120" y="31"/>
                    </a:cubicBezTo>
                    <a:lnTo>
                      <a:pt x="121" y="31"/>
                    </a:lnTo>
                    <a:cubicBezTo>
                      <a:pt x="120" y="31"/>
                      <a:pt x="120" y="31"/>
                      <a:pt x="119" y="31"/>
                    </a:cubicBezTo>
                    <a:cubicBezTo>
                      <a:pt x="117" y="30"/>
                      <a:pt x="116" y="30"/>
                      <a:pt x="114" y="30"/>
                    </a:cubicBezTo>
                    <a:cubicBezTo>
                      <a:pt x="100" y="27"/>
                      <a:pt x="86" y="26"/>
                      <a:pt x="73" y="24"/>
                    </a:cubicBezTo>
                    <a:cubicBezTo>
                      <a:pt x="65" y="24"/>
                      <a:pt x="57" y="24"/>
                      <a:pt x="50" y="24"/>
                    </a:cubicBezTo>
                    <a:cubicBezTo>
                      <a:pt x="47" y="29"/>
                      <a:pt x="41" y="33"/>
                      <a:pt x="35" y="30"/>
                    </a:cubicBezTo>
                    <a:cubicBezTo>
                      <a:pt x="32" y="29"/>
                      <a:pt x="28" y="28"/>
                      <a:pt x="24" y="26"/>
                    </a:cubicBezTo>
                    <a:cubicBezTo>
                      <a:pt x="19" y="23"/>
                      <a:pt x="17" y="16"/>
                      <a:pt x="19" y="10"/>
                    </a:cubicBezTo>
                    <a:cubicBezTo>
                      <a:pt x="22" y="4"/>
                      <a:pt x="28" y="2"/>
                      <a:pt x="34" y="1"/>
                    </a:cubicBezTo>
                    <a:cubicBezTo>
                      <a:pt x="40" y="0"/>
                      <a:pt x="47" y="0"/>
                      <a:pt x="53" y="0"/>
                    </a:cubicBezTo>
                    <a:cubicBezTo>
                      <a:pt x="67" y="0"/>
                      <a:pt x="81" y="1"/>
                      <a:pt x="94" y="3"/>
                    </a:cubicBezTo>
                    <a:cubicBezTo>
                      <a:pt x="100" y="3"/>
                      <a:pt x="107" y="5"/>
                      <a:pt x="113" y="5"/>
                    </a:cubicBezTo>
                    <a:cubicBezTo>
                      <a:pt x="120" y="6"/>
                      <a:pt x="126" y="7"/>
                      <a:pt x="132" y="10"/>
                    </a:cubicBezTo>
                    <a:cubicBezTo>
                      <a:pt x="135" y="12"/>
                      <a:pt x="138" y="14"/>
                      <a:pt x="140" y="17"/>
                    </a:cubicBezTo>
                    <a:cubicBezTo>
                      <a:pt x="143" y="20"/>
                      <a:pt x="145" y="24"/>
                      <a:pt x="146" y="27"/>
                    </a:cubicBezTo>
                    <a:cubicBezTo>
                      <a:pt x="148" y="34"/>
                      <a:pt x="146" y="42"/>
                      <a:pt x="144" y="49"/>
                    </a:cubicBezTo>
                    <a:cubicBezTo>
                      <a:pt x="141" y="56"/>
                      <a:pt x="136" y="64"/>
                      <a:pt x="130" y="70"/>
                    </a:cubicBezTo>
                    <a:cubicBezTo>
                      <a:pt x="123" y="80"/>
                      <a:pt x="114" y="88"/>
                      <a:pt x="105" y="97"/>
                    </a:cubicBezTo>
                    <a:cubicBezTo>
                      <a:pt x="84" y="118"/>
                      <a:pt x="60" y="139"/>
                      <a:pt x="39" y="161"/>
                    </a:cubicBezTo>
                    <a:cubicBezTo>
                      <a:pt x="40" y="161"/>
                      <a:pt x="40" y="160"/>
                      <a:pt x="40" y="160"/>
                    </a:cubicBezTo>
                    <a:cubicBezTo>
                      <a:pt x="37" y="164"/>
                      <a:pt x="33" y="168"/>
                      <a:pt x="30" y="172"/>
                    </a:cubicBezTo>
                    <a:cubicBezTo>
                      <a:pt x="36" y="172"/>
                      <a:pt x="43" y="172"/>
                      <a:pt x="49" y="172"/>
                    </a:cubicBezTo>
                    <a:cubicBezTo>
                      <a:pt x="65" y="171"/>
                      <a:pt x="81" y="169"/>
                      <a:pt x="96" y="168"/>
                    </a:cubicBezTo>
                    <a:cubicBezTo>
                      <a:pt x="113" y="167"/>
                      <a:pt x="130" y="164"/>
                      <a:pt x="147" y="164"/>
                    </a:cubicBezTo>
                    <a:cubicBezTo>
                      <a:pt x="153" y="165"/>
                      <a:pt x="159" y="170"/>
                      <a:pt x="159" y="177"/>
                    </a:cubicBezTo>
                    <a:cubicBezTo>
                      <a:pt x="159" y="183"/>
                      <a:pt x="153" y="189"/>
                      <a:pt x="147" y="189"/>
                    </a:cubicBezTo>
                    <a:cubicBezTo>
                      <a:pt x="139" y="189"/>
                      <a:pt x="131" y="189"/>
                      <a:pt x="124" y="189"/>
                    </a:cubicBezTo>
                    <a:cubicBezTo>
                      <a:pt x="123" y="189"/>
                      <a:pt x="123" y="189"/>
                      <a:pt x="122" y="189"/>
                    </a:cubicBezTo>
                    <a:cubicBezTo>
                      <a:pt x="121" y="189"/>
                      <a:pt x="121" y="189"/>
                      <a:pt x="120" y="189"/>
                    </a:cubicBezTo>
                    <a:cubicBezTo>
                      <a:pt x="119" y="189"/>
                      <a:pt x="117" y="189"/>
                      <a:pt x="116" y="189"/>
                    </a:cubicBezTo>
                    <a:lnTo>
                      <a:pt x="117" y="189"/>
                    </a:lnTo>
                    <a:cubicBezTo>
                      <a:pt x="105" y="190"/>
                      <a:pt x="92" y="192"/>
                      <a:pt x="79" y="193"/>
                    </a:cubicBezTo>
                    <a:cubicBezTo>
                      <a:pt x="66" y="194"/>
                      <a:pt x="52" y="195"/>
                      <a:pt x="38" y="196"/>
                    </a:cubicBezTo>
                    <a:cubicBezTo>
                      <a:pt x="36" y="196"/>
                      <a:pt x="34" y="196"/>
                      <a:pt x="32" y="196"/>
                    </a:cubicBezTo>
                    <a:cubicBezTo>
                      <a:pt x="28" y="196"/>
                      <a:pt x="25" y="196"/>
                      <a:pt x="22" y="1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4" name="Google Shape;3474;p40"/>
              <p:cNvSpPr/>
              <p:nvPr/>
            </p:nvSpPr>
            <p:spPr>
              <a:xfrm>
                <a:off x="191880" y="747360"/>
                <a:ext cx="60120" cy="1548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43" extrusionOk="0">
                    <a:moveTo>
                      <a:pt x="1" y="36"/>
                    </a:moveTo>
                    <a:cubicBezTo>
                      <a:pt x="0" y="32"/>
                      <a:pt x="0" y="26"/>
                      <a:pt x="1" y="22"/>
                    </a:cubicBezTo>
                    <a:cubicBezTo>
                      <a:pt x="5" y="17"/>
                      <a:pt x="11" y="15"/>
                      <a:pt x="17" y="14"/>
                    </a:cubicBezTo>
                    <a:cubicBezTo>
                      <a:pt x="26" y="12"/>
                      <a:pt x="36" y="11"/>
                      <a:pt x="46" y="10"/>
                    </a:cubicBezTo>
                    <a:cubicBezTo>
                      <a:pt x="57" y="8"/>
                      <a:pt x="69" y="7"/>
                      <a:pt x="81" y="6"/>
                    </a:cubicBezTo>
                    <a:cubicBezTo>
                      <a:pt x="105" y="4"/>
                      <a:pt x="129" y="3"/>
                      <a:pt x="153" y="1"/>
                    </a:cubicBezTo>
                    <a:cubicBezTo>
                      <a:pt x="159" y="0"/>
                      <a:pt x="165" y="4"/>
                      <a:pt x="165" y="10"/>
                    </a:cubicBezTo>
                    <a:cubicBezTo>
                      <a:pt x="166" y="15"/>
                      <a:pt x="162" y="21"/>
                      <a:pt x="156" y="22"/>
                    </a:cubicBezTo>
                    <a:cubicBezTo>
                      <a:pt x="135" y="24"/>
                      <a:pt x="114" y="26"/>
                      <a:pt x="94" y="28"/>
                    </a:cubicBezTo>
                    <a:cubicBezTo>
                      <a:pt x="73" y="30"/>
                      <a:pt x="52" y="32"/>
                      <a:pt x="32" y="36"/>
                    </a:cubicBezTo>
                    <a:cubicBezTo>
                      <a:pt x="31" y="36"/>
                      <a:pt x="31" y="36"/>
                      <a:pt x="31" y="36"/>
                    </a:cubicBezTo>
                    <a:cubicBezTo>
                      <a:pt x="28" y="36"/>
                      <a:pt x="25" y="37"/>
                      <a:pt x="22" y="38"/>
                    </a:cubicBezTo>
                    <a:cubicBezTo>
                      <a:pt x="21" y="39"/>
                      <a:pt x="21" y="39"/>
                      <a:pt x="20" y="40"/>
                    </a:cubicBezTo>
                    <a:cubicBezTo>
                      <a:pt x="18" y="42"/>
                      <a:pt x="15" y="42"/>
                      <a:pt x="12" y="42"/>
                    </a:cubicBezTo>
                    <a:cubicBezTo>
                      <a:pt x="8" y="42"/>
                      <a:pt x="4" y="40"/>
                      <a:pt x="1" y="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5" name="Google Shape;3475;p40"/>
              <p:cNvSpPr/>
              <p:nvPr/>
            </p:nvSpPr>
            <p:spPr>
              <a:xfrm>
                <a:off x="271800" y="745200"/>
                <a:ext cx="29880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83" h="40" extrusionOk="0">
                    <a:moveTo>
                      <a:pt x="66" y="39"/>
                    </a:moveTo>
                    <a:cubicBezTo>
                      <a:pt x="56" y="37"/>
                      <a:pt x="45" y="34"/>
                      <a:pt x="35" y="31"/>
                    </a:cubicBezTo>
                    <a:cubicBezTo>
                      <a:pt x="30" y="30"/>
                      <a:pt x="26" y="29"/>
                      <a:pt x="20" y="28"/>
                    </a:cubicBezTo>
                    <a:cubicBezTo>
                      <a:pt x="18" y="27"/>
                      <a:pt x="16" y="26"/>
                      <a:pt x="13" y="25"/>
                    </a:cubicBezTo>
                    <a:cubicBezTo>
                      <a:pt x="10" y="24"/>
                      <a:pt x="6" y="23"/>
                      <a:pt x="5" y="19"/>
                    </a:cubicBezTo>
                    <a:cubicBezTo>
                      <a:pt x="0" y="12"/>
                      <a:pt x="5" y="3"/>
                      <a:pt x="12" y="1"/>
                    </a:cubicBezTo>
                    <a:cubicBezTo>
                      <a:pt x="16" y="0"/>
                      <a:pt x="19" y="0"/>
                      <a:pt x="22" y="2"/>
                    </a:cubicBezTo>
                    <a:lnTo>
                      <a:pt x="23" y="3"/>
                    </a:lnTo>
                    <a:cubicBezTo>
                      <a:pt x="40" y="9"/>
                      <a:pt x="56" y="13"/>
                      <a:pt x="73" y="17"/>
                    </a:cubicBezTo>
                    <a:cubicBezTo>
                      <a:pt x="79" y="18"/>
                      <a:pt x="82" y="25"/>
                      <a:pt x="81" y="31"/>
                    </a:cubicBezTo>
                    <a:cubicBezTo>
                      <a:pt x="80" y="34"/>
                      <a:pt x="78" y="37"/>
                      <a:pt x="75" y="38"/>
                    </a:cubicBezTo>
                    <a:cubicBezTo>
                      <a:pt x="73" y="39"/>
                      <a:pt x="72" y="39"/>
                      <a:pt x="70" y="39"/>
                    </a:cubicBezTo>
                    <a:cubicBezTo>
                      <a:pt x="69" y="39"/>
                      <a:pt x="68" y="39"/>
                      <a:pt x="66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6" name="Google Shape;3476;p40"/>
              <p:cNvSpPr/>
              <p:nvPr/>
            </p:nvSpPr>
            <p:spPr>
              <a:xfrm>
                <a:off x="274680" y="758880"/>
                <a:ext cx="44640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40" extrusionOk="0">
                    <a:moveTo>
                      <a:pt x="12" y="39"/>
                    </a:moveTo>
                    <a:cubicBezTo>
                      <a:pt x="5" y="38"/>
                      <a:pt x="0" y="32"/>
                      <a:pt x="1" y="24"/>
                    </a:cubicBezTo>
                    <a:cubicBezTo>
                      <a:pt x="2" y="17"/>
                      <a:pt x="10" y="12"/>
                      <a:pt x="17" y="14"/>
                    </a:cubicBezTo>
                    <a:cubicBezTo>
                      <a:pt x="17" y="14"/>
                      <a:pt x="18" y="14"/>
                      <a:pt x="19" y="15"/>
                    </a:cubicBezTo>
                    <a:cubicBezTo>
                      <a:pt x="20" y="15"/>
                      <a:pt x="21" y="15"/>
                      <a:pt x="22" y="15"/>
                    </a:cubicBezTo>
                    <a:cubicBezTo>
                      <a:pt x="39" y="14"/>
                      <a:pt x="55" y="11"/>
                      <a:pt x="71" y="8"/>
                    </a:cubicBezTo>
                    <a:cubicBezTo>
                      <a:pt x="84" y="6"/>
                      <a:pt x="98" y="3"/>
                      <a:pt x="110" y="1"/>
                    </a:cubicBezTo>
                    <a:cubicBezTo>
                      <a:pt x="116" y="0"/>
                      <a:pt x="121" y="4"/>
                      <a:pt x="122" y="9"/>
                    </a:cubicBezTo>
                    <a:cubicBezTo>
                      <a:pt x="123" y="14"/>
                      <a:pt x="120" y="20"/>
                      <a:pt x="114" y="22"/>
                    </a:cubicBezTo>
                    <a:cubicBezTo>
                      <a:pt x="100" y="25"/>
                      <a:pt x="85" y="28"/>
                      <a:pt x="70" y="31"/>
                    </a:cubicBezTo>
                    <a:cubicBezTo>
                      <a:pt x="60" y="33"/>
                      <a:pt x="49" y="35"/>
                      <a:pt x="39" y="37"/>
                    </a:cubicBezTo>
                    <a:cubicBezTo>
                      <a:pt x="32" y="38"/>
                      <a:pt x="25" y="39"/>
                      <a:pt x="18" y="39"/>
                    </a:cubicBezTo>
                    <a:cubicBezTo>
                      <a:pt x="17" y="39"/>
                      <a:pt x="15" y="39"/>
                      <a:pt x="12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7" name="Google Shape;3477;p40"/>
              <p:cNvSpPr/>
              <p:nvPr/>
            </p:nvSpPr>
            <p:spPr>
              <a:xfrm>
                <a:off x="342720" y="707760"/>
                <a:ext cx="34920" cy="81720"/>
              </a:xfrm>
              <a:custGeom>
                <a:avLst/>
                <a:gdLst/>
                <a:ahLst/>
                <a:cxnLst/>
                <a:rect l="l" t="t" r="r" b="b"/>
                <a:pathLst>
                  <a:path w="97" h="227" extrusionOk="0">
                    <a:moveTo>
                      <a:pt x="38" y="226"/>
                    </a:moveTo>
                    <a:cubicBezTo>
                      <a:pt x="32" y="226"/>
                      <a:pt x="27" y="220"/>
                      <a:pt x="26" y="214"/>
                    </a:cubicBezTo>
                    <a:cubicBezTo>
                      <a:pt x="26" y="206"/>
                      <a:pt x="29" y="198"/>
                      <a:pt x="31" y="191"/>
                    </a:cubicBezTo>
                    <a:cubicBezTo>
                      <a:pt x="32" y="185"/>
                      <a:pt x="33" y="180"/>
                      <a:pt x="34" y="174"/>
                    </a:cubicBezTo>
                    <a:cubicBezTo>
                      <a:pt x="38" y="158"/>
                      <a:pt x="41" y="142"/>
                      <a:pt x="44" y="127"/>
                    </a:cubicBezTo>
                    <a:cubicBezTo>
                      <a:pt x="46" y="114"/>
                      <a:pt x="48" y="100"/>
                      <a:pt x="51" y="87"/>
                    </a:cubicBezTo>
                    <a:cubicBezTo>
                      <a:pt x="48" y="92"/>
                      <a:pt x="45" y="96"/>
                      <a:pt x="42" y="101"/>
                    </a:cubicBezTo>
                    <a:cubicBezTo>
                      <a:pt x="39" y="104"/>
                      <a:pt x="36" y="108"/>
                      <a:pt x="33" y="112"/>
                    </a:cubicBezTo>
                    <a:cubicBezTo>
                      <a:pt x="29" y="117"/>
                      <a:pt x="25" y="122"/>
                      <a:pt x="20" y="125"/>
                    </a:cubicBezTo>
                    <a:cubicBezTo>
                      <a:pt x="16" y="129"/>
                      <a:pt x="10" y="129"/>
                      <a:pt x="6" y="126"/>
                    </a:cubicBezTo>
                    <a:cubicBezTo>
                      <a:pt x="2" y="124"/>
                      <a:pt x="0" y="120"/>
                      <a:pt x="1" y="115"/>
                    </a:cubicBezTo>
                    <a:cubicBezTo>
                      <a:pt x="1" y="111"/>
                      <a:pt x="3" y="107"/>
                      <a:pt x="7" y="104"/>
                    </a:cubicBezTo>
                    <a:cubicBezTo>
                      <a:pt x="9" y="103"/>
                      <a:pt x="10" y="101"/>
                      <a:pt x="12" y="99"/>
                    </a:cubicBezTo>
                    <a:cubicBezTo>
                      <a:pt x="15" y="96"/>
                      <a:pt x="17" y="93"/>
                      <a:pt x="20" y="90"/>
                    </a:cubicBezTo>
                    <a:cubicBezTo>
                      <a:pt x="23" y="86"/>
                      <a:pt x="26" y="82"/>
                      <a:pt x="29" y="79"/>
                    </a:cubicBezTo>
                    <a:cubicBezTo>
                      <a:pt x="35" y="70"/>
                      <a:pt x="41" y="61"/>
                      <a:pt x="47" y="52"/>
                    </a:cubicBezTo>
                    <a:cubicBezTo>
                      <a:pt x="52" y="43"/>
                      <a:pt x="57" y="34"/>
                      <a:pt x="62" y="25"/>
                    </a:cubicBezTo>
                    <a:cubicBezTo>
                      <a:pt x="64" y="22"/>
                      <a:pt x="65" y="19"/>
                      <a:pt x="67" y="15"/>
                    </a:cubicBezTo>
                    <a:cubicBezTo>
                      <a:pt x="68" y="13"/>
                      <a:pt x="69" y="11"/>
                      <a:pt x="70" y="9"/>
                    </a:cubicBezTo>
                    <a:cubicBezTo>
                      <a:pt x="72" y="5"/>
                      <a:pt x="75" y="3"/>
                      <a:pt x="79" y="2"/>
                    </a:cubicBezTo>
                    <a:cubicBezTo>
                      <a:pt x="87" y="0"/>
                      <a:pt x="96" y="8"/>
                      <a:pt x="93" y="17"/>
                    </a:cubicBezTo>
                    <a:cubicBezTo>
                      <a:pt x="89" y="28"/>
                      <a:pt x="86" y="39"/>
                      <a:pt x="83" y="50"/>
                    </a:cubicBezTo>
                    <a:cubicBezTo>
                      <a:pt x="80" y="61"/>
                      <a:pt x="77" y="73"/>
                      <a:pt x="75" y="84"/>
                    </a:cubicBezTo>
                    <a:cubicBezTo>
                      <a:pt x="70" y="106"/>
                      <a:pt x="66" y="127"/>
                      <a:pt x="62" y="149"/>
                    </a:cubicBezTo>
                    <a:cubicBezTo>
                      <a:pt x="60" y="159"/>
                      <a:pt x="58" y="168"/>
                      <a:pt x="57" y="178"/>
                    </a:cubicBezTo>
                    <a:cubicBezTo>
                      <a:pt x="55" y="184"/>
                      <a:pt x="54" y="189"/>
                      <a:pt x="54" y="195"/>
                    </a:cubicBezTo>
                    <a:cubicBezTo>
                      <a:pt x="52" y="201"/>
                      <a:pt x="51" y="206"/>
                      <a:pt x="51" y="212"/>
                    </a:cubicBezTo>
                    <a:cubicBezTo>
                      <a:pt x="51" y="212"/>
                      <a:pt x="51" y="213"/>
                      <a:pt x="51" y="214"/>
                    </a:cubicBezTo>
                    <a:cubicBezTo>
                      <a:pt x="51" y="221"/>
                      <a:pt x="45" y="226"/>
                      <a:pt x="38" y="2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8" name="Google Shape;3478;p40"/>
              <p:cNvSpPr/>
              <p:nvPr/>
            </p:nvSpPr>
            <p:spPr>
              <a:xfrm>
                <a:off x="386280" y="703800"/>
                <a:ext cx="55080" cy="7560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210" extrusionOk="0">
                    <a:moveTo>
                      <a:pt x="23" y="154"/>
                    </a:moveTo>
                    <a:cubicBezTo>
                      <a:pt x="23" y="156"/>
                      <a:pt x="23" y="158"/>
                      <a:pt x="23" y="160"/>
                    </a:cubicBezTo>
                    <a:cubicBezTo>
                      <a:pt x="24" y="150"/>
                      <a:pt x="25" y="141"/>
                      <a:pt x="26" y="132"/>
                    </a:cubicBezTo>
                    <a:cubicBezTo>
                      <a:pt x="28" y="126"/>
                      <a:pt x="28" y="121"/>
                      <a:pt x="29" y="115"/>
                    </a:cubicBezTo>
                    <a:cubicBezTo>
                      <a:pt x="28" y="117"/>
                      <a:pt x="28" y="119"/>
                      <a:pt x="27" y="121"/>
                    </a:cubicBezTo>
                    <a:cubicBezTo>
                      <a:pt x="25" y="129"/>
                      <a:pt x="25" y="136"/>
                      <a:pt x="23" y="143"/>
                    </a:cubicBezTo>
                    <a:cubicBezTo>
                      <a:pt x="23" y="147"/>
                      <a:pt x="23" y="150"/>
                      <a:pt x="23" y="154"/>
                    </a:cubicBezTo>
                    <a:moveTo>
                      <a:pt x="49" y="125"/>
                    </a:moveTo>
                    <a:cubicBezTo>
                      <a:pt x="49" y="131"/>
                      <a:pt x="47" y="138"/>
                      <a:pt x="47" y="145"/>
                    </a:cubicBezTo>
                    <a:cubicBezTo>
                      <a:pt x="45" y="157"/>
                      <a:pt x="44" y="169"/>
                      <a:pt x="42" y="182"/>
                    </a:cubicBezTo>
                    <a:cubicBezTo>
                      <a:pt x="42" y="182"/>
                      <a:pt x="42" y="183"/>
                      <a:pt x="42" y="184"/>
                    </a:cubicBezTo>
                    <a:cubicBezTo>
                      <a:pt x="42" y="184"/>
                      <a:pt x="43" y="184"/>
                      <a:pt x="44" y="183"/>
                    </a:cubicBezTo>
                    <a:cubicBezTo>
                      <a:pt x="46" y="182"/>
                      <a:pt x="47" y="182"/>
                      <a:pt x="49" y="181"/>
                    </a:cubicBezTo>
                    <a:cubicBezTo>
                      <a:pt x="51" y="179"/>
                      <a:pt x="53" y="177"/>
                      <a:pt x="56" y="175"/>
                    </a:cubicBezTo>
                    <a:cubicBezTo>
                      <a:pt x="61" y="171"/>
                      <a:pt x="65" y="166"/>
                      <a:pt x="71" y="161"/>
                    </a:cubicBezTo>
                    <a:cubicBezTo>
                      <a:pt x="78" y="152"/>
                      <a:pt x="85" y="143"/>
                      <a:pt x="92" y="134"/>
                    </a:cubicBezTo>
                    <a:cubicBezTo>
                      <a:pt x="96" y="128"/>
                      <a:pt x="100" y="122"/>
                      <a:pt x="104" y="117"/>
                    </a:cubicBezTo>
                    <a:cubicBezTo>
                      <a:pt x="106" y="114"/>
                      <a:pt x="107" y="111"/>
                      <a:pt x="109" y="108"/>
                    </a:cubicBezTo>
                    <a:cubicBezTo>
                      <a:pt x="111" y="104"/>
                      <a:pt x="113" y="101"/>
                      <a:pt x="114" y="98"/>
                    </a:cubicBezTo>
                    <a:cubicBezTo>
                      <a:pt x="118" y="90"/>
                      <a:pt x="122" y="83"/>
                      <a:pt x="125" y="75"/>
                    </a:cubicBezTo>
                    <a:cubicBezTo>
                      <a:pt x="126" y="71"/>
                      <a:pt x="127" y="68"/>
                      <a:pt x="128" y="64"/>
                    </a:cubicBezTo>
                    <a:cubicBezTo>
                      <a:pt x="128" y="61"/>
                      <a:pt x="129" y="58"/>
                      <a:pt x="129" y="55"/>
                    </a:cubicBezTo>
                    <a:cubicBezTo>
                      <a:pt x="129" y="53"/>
                      <a:pt x="130" y="51"/>
                      <a:pt x="129" y="49"/>
                    </a:cubicBezTo>
                    <a:cubicBezTo>
                      <a:pt x="129" y="47"/>
                      <a:pt x="129" y="45"/>
                      <a:pt x="128" y="44"/>
                    </a:cubicBezTo>
                    <a:cubicBezTo>
                      <a:pt x="128" y="43"/>
                      <a:pt x="128" y="43"/>
                      <a:pt x="128" y="41"/>
                    </a:cubicBezTo>
                    <a:cubicBezTo>
                      <a:pt x="127" y="40"/>
                      <a:pt x="127" y="38"/>
                      <a:pt x="126" y="37"/>
                    </a:cubicBezTo>
                    <a:cubicBezTo>
                      <a:pt x="125" y="36"/>
                      <a:pt x="125" y="34"/>
                      <a:pt x="124" y="33"/>
                    </a:cubicBezTo>
                    <a:cubicBezTo>
                      <a:pt x="123" y="32"/>
                      <a:pt x="123" y="31"/>
                      <a:pt x="122" y="30"/>
                    </a:cubicBezTo>
                    <a:cubicBezTo>
                      <a:pt x="122" y="30"/>
                      <a:pt x="121" y="30"/>
                      <a:pt x="121" y="29"/>
                    </a:cubicBezTo>
                    <a:cubicBezTo>
                      <a:pt x="121" y="29"/>
                      <a:pt x="120" y="29"/>
                      <a:pt x="120" y="28"/>
                    </a:cubicBezTo>
                    <a:cubicBezTo>
                      <a:pt x="119" y="27"/>
                      <a:pt x="118" y="27"/>
                      <a:pt x="118" y="27"/>
                    </a:cubicBezTo>
                    <a:cubicBezTo>
                      <a:pt x="117" y="27"/>
                      <a:pt x="117" y="27"/>
                      <a:pt x="117" y="26"/>
                    </a:cubicBezTo>
                    <a:lnTo>
                      <a:pt x="117" y="27"/>
                    </a:lnTo>
                    <a:lnTo>
                      <a:pt x="118" y="27"/>
                    </a:lnTo>
                    <a:lnTo>
                      <a:pt x="117" y="27"/>
                    </a:lnTo>
                    <a:cubicBezTo>
                      <a:pt x="117" y="26"/>
                      <a:pt x="117" y="26"/>
                      <a:pt x="117" y="26"/>
                    </a:cubicBezTo>
                    <a:lnTo>
                      <a:pt x="117" y="27"/>
                    </a:lnTo>
                    <a:cubicBezTo>
                      <a:pt x="117" y="26"/>
                      <a:pt x="116" y="26"/>
                      <a:pt x="116" y="26"/>
                    </a:cubicBezTo>
                    <a:cubicBezTo>
                      <a:pt x="114" y="26"/>
                      <a:pt x="114" y="26"/>
                      <a:pt x="113" y="26"/>
                    </a:cubicBezTo>
                    <a:cubicBezTo>
                      <a:pt x="112" y="26"/>
                      <a:pt x="111" y="26"/>
                      <a:pt x="110" y="26"/>
                    </a:cubicBezTo>
                    <a:cubicBezTo>
                      <a:pt x="109" y="26"/>
                      <a:pt x="108" y="26"/>
                      <a:pt x="107" y="26"/>
                    </a:cubicBezTo>
                    <a:cubicBezTo>
                      <a:pt x="106" y="26"/>
                      <a:pt x="104" y="27"/>
                      <a:pt x="103" y="27"/>
                    </a:cubicBezTo>
                    <a:cubicBezTo>
                      <a:pt x="101" y="28"/>
                      <a:pt x="99" y="29"/>
                      <a:pt x="96" y="30"/>
                    </a:cubicBezTo>
                    <a:cubicBezTo>
                      <a:pt x="94" y="31"/>
                      <a:pt x="92" y="32"/>
                      <a:pt x="90" y="33"/>
                    </a:cubicBezTo>
                    <a:cubicBezTo>
                      <a:pt x="87" y="36"/>
                      <a:pt x="84" y="37"/>
                      <a:pt x="81" y="40"/>
                    </a:cubicBezTo>
                    <a:cubicBezTo>
                      <a:pt x="79" y="41"/>
                      <a:pt x="77" y="43"/>
                      <a:pt x="75" y="45"/>
                    </a:cubicBezTo>
                    <a:cubicBezTo>
                      <a:pt x="72" y="49"/>
                      <a:pt x="68" y="54"/>
                      <a:pt x="65" y="58"/>
                    </a:cubicBezTo>
                    <a:cubicBezTo>
                      <a:pt x="64" y="59"/>
                      <a:pt x="63" y="61"/>
                      <a:pt x="62" y="63"/>
                    </a:cubicBezTo>
                    <a:cubicBezTo>
                      <a:pt x="61" y="65"/>
                      <a:pt x="60" y="67"/>
                      <a:pt x="60" y="69"/>
                    </a:cubicBezTo>
                    <a:cubicBezTo>
                      <a:pt x="57" y="76"/>
                      <a:pt x="56" y="83"/>
                      <a:pt x="54" y="89"/>
                    </a:cubicBezTo>
                    <a:lnTo>
                      <a:pt x="54" y="88"/>
                    </a:lnTo>
                    <a:cubicBezTo>
                      <a:pt x="52" y="100"/>
                      <a:pt x="51" y="112"/>
                      <a:pt x="49" y="125"/>
                    </a:cubicBezTo>
                    <a:moveTo>
                      <a:pt x="18" y="206"/>
                    </a:moveTo>
                    <a:cubicBezTo>
                      <a:pt x="4" y="199"/>
                      <a:pt x="1" y="182"/>
                      <a:pt x="0" y="168"/>
                    </a:cubicBezTo>
                    <a:cubicBezTo>
                      <a:pt x="0" y="161"/>
                      <a:pt x="0" y="154"/>
                      <a:pt x="0" y="147"/>
                    </a:cubicBezTo>
                    <a:cubicBezTo>
                      <a:pt x="1" y="135"/>
                      <a:pt x="3" y="123"/>
                      <a:pt x="5" y="111"/>
                    </a:cubicBezTo>
                    <a:cubicBezTo>
                      <a:pt x="8" y="100"/>
                      <a:pt x="12" y="89"/>
                      <a:pt x="18" y="78"/>
                    </a:cubicBezTo>
                    <a:cubicBezTo>
                      <a:pt x="23" y="68"/>
                      <a:pt x="30" y="58"/>
                      <a:pt x="39" y="51"/>
                    </a:cubicBezTo>
                    <a:cubicBezTo>
                      <a:pt x="41" y="49"/>
                      <a:pt x="43" y="48"/>
                      <a:pt x="46" y="47"/>
                    </a:cubicBezTo>
                    <a:cubicBezTo>
                      <a:pt x="47" y="45"/>
                      <a:pt x="49" y="43"/>
                      <a:pt x="50" y="41"/>
                    </a:cubicBezTo>
                    <a:cubicBezTo>
                      <a:pt x="53" y="37"/>
                      <a:pt x="56" y="34"/>
                      <a:pt x="58" y="31"/>
                    </a:cubicBezTo>
                    <a:cubicBezTo>
                      <a:pt x="64" y="25"/>
                      <a:pt x="70" y="19"/>
                      <a:pt x="77" y="15"/>
                    </a:cubicBezTo>
                    <a:cubicBezTo>
                      <a:pt x="89" y="6"/>
                      <a:pt x="105" y="0"/>
                      <a:pt x="120" y="4"/>
                    </a:cubicBezTo>
                    <a:cubicBezTo>
                      <a:pt x="128" y="5"/>
                      <a:pt x="134" y="9"/>
                      <a:pt x="139" y="15"/>
                    </a:cubicBezTo>
                    <a:cubicBezTo>
                      <a:pt x="144" y="20"/>
                      <a:pt x="148" y="28"/>
                      <a:pt x="150" y="35"/>
                    </a:cubicBezTo>
                    <a:cubicBezTo>
                      <a:pt x="152" y="42"/>
                      <a:pt x="152" y="50"/>
                      <a:pt x="151" y="57"/>
                    </a:cubicBezTo>
                    <a:cubicBezTo>
                      <a:pt x="151" y="66"/>
                      <a:pt x="148" y="75"/>
                      <a:pt x="145" y="83"/>
                    </a:cubicBezTo>
                    <a:cubicBezTo>
                      <a:pt x="141" y="94"/>
                      <a:pt x="135" y="105"/>
                      <a:pt x="130" y="115"/>
                    </a:cubicBezTo>
                    <a:cubicBezTo>
                      <a:pt x="127" y="121"/>
                      <a:pt x="124" y="126"/>
                      <a:pt x="121" y="131"/>
                    </a:cubicBezTo>
                    <a:cubicBezTo>
                      <a:pt x="117" y="137"/>
                      <a:pt x="113" y="143"/>
                      <a:pt x="109" y="148"/>
                    </a:cubicBezTo>
                    <a:cubicBezTo>
                      <a:pt x="105" y="154"/>
                      <a:pt x="100" y="160"/>
                      <a:pt x="96" y="165"/>
                    </a:cubicBezTo>
                    <a:cubicBezTo>
                      <a:pt x="92" y="171"/>
                      <a:pt x="86" y="177"/>
                      <a:pt x="81" y="182"/>
                    </a:cubicBezTo>
                    <a:cubicBezTo>
                      <a:pt x="75" y="189"/>
                      <a:pt x="68" y="195"/>
                      <a:pt x="61" y="199"/>
                    </a:cubicBezTo>
                    <a:cubicBezTo>
                      <a:pt x="54" y="205"/>
                      <a:pt x="43" y="209"/>
                      <a:pt x="33" y="209"/>
                    </a:cubicBezTo>
                    <a:cubicBezTo>
                      <a:pt x="28" y="209"/>
                      <a:pt x="23" y="209"/>
                      <a:pt x="18" y="20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9" name="Google Shape;3479;p40"/>
              <p:cNvSpPr/>
              <p:nvPr/>
            </p:nvSpPr>
            <p:spPr>
              <a:xfrm>
                <a:off x="461520" y="687600"/>
                <a:ext cx="39960" cy="115560"/>
              </a:xfrm>
              <a:custGeom>
                <a:avLst/>
                <a:gdLst/>
                <a:ahLst/>
                <a:cxnLst/>
                <a:rect l="l" t="t" r="r" b="b"/>
                <a:pathLst>
                  <a:path w="111" h="321" extrusionOk="0">
                    <a:moveTo>
                      <a:pt x="32" y="314"/>
                    </a:moveTo>
                    <a:cubicBezTo>
                      <a:pt x="28" y="307"/>
                      <a:pt x="24" y="301"/>
                      <a:pt x="21" y="294"/>
                    </a:cubicBezTo>
                    <a:cubicBezTo>
                      <a:pt x="17" y="286"/>
                      <a:pt x="13" y="277"/>
                      <a:pt x="10" y="269"/>
                    </a:cubicBezTo>
                    <a:cubicBezTo>
                      <a:pt x="4" y="252"/>
                      <a:pt x="2" y="235"/>
                      <a:pt x="1" y="218"/>
                    </a:cubicBezTo>
                    <a:cubicBezTo>
                      <a:pt x="0" y="200"/>
                      <a:pt x="0" y="181"/>
                      <a:pt x="3" y="164"/>
                    </a:cubicBezTo>
                    <a:cubicBezTo>
                      <a:pt x="5" y="146"/>
                      <a:pt x="10" y="129"/>
                      <a:pt x="16" y="112"/>
                    </a:cubicBezTo>
                    <a:cubicBezTo>
                      <a:pt x="22" y="96"/>
                      <a:pt x="30" y="80"/>
                      <a:pt x="38" y="65"/>
                    </a:cubicBezTo>
                    <a:cubicBezTo>
                      <a:pt x="48" y="49"/>
                      <a:pt x="59" y="33"/>
                      <a:pt x="72" y="19"/>
                    </a:cubicBezTo>
                    <a:cubicBezTo>
                      <a:pt x="77" y="14"/>
                      <a:pt x="82" y="9"/>
                      <a:pt x="87" y="4"/>
                    </a:cubicBezTo>
                    <a:cubicBezTo>
                      <a:pt x="92" y="0"/>
                      <a:pt x="100" y="0"/>
                      <a:pt x="105" y="4"/>
                    </a:cubicBezTo>
                    <a:cubicBezTo>
                      <a:pt x="110" y="10"/>
                      <a:pt x="109" y="19"/>
                      <a:pt x="103" y="23"/>
                    </a:cubicBezTo>
                    <a:cubicBezTo>
                      <a:pt x="102" y="24"/>
                      <a:pt x="101" y="25"/>
                      <a:pt x="99" y="26"/>
                    </a:cubicBezTo>
                    <a:cubicBezTo>
                      <a:pt x="93" y="32"/>
                      <a:pt x="87" y="38"/>
                      <a:pt x="81" y="44"/>
                    </a:cubicBezTo>
                    <a:lnTo>
                      <a:pt x="82" y="44"/>
                    </a:lnTo>
                    <a:cubicBezTo>
                      <a:pt x="77" y="50"/>
                      <a:pt x="72" y="56"/>
                      <a:pt x="67" y="62"/>
                    </a:cubicBezTo>
                    <a:cubicBezTo>
                      <a:pt x="60" y="72"/>
                      <a:pt x="54" y="83"/>
                      <a:pt x="48" y="95"/>
                    </a:cubicBezTo>
                    <a:cubicBezTo>
                      <a:pt x="43" y="105"/>
                      <a:pt x="38" y="116"/>
                      <a:pt x="34" y="127"/>
                    </a:cubicBezTo>
                    <a:cubicBezTo>
                      <a:pt x="31" y="136"/>
                      <a:pt x="28" y="145"/>
                      <a:pt x="26" y="155"/>
                    </a:cubicBezTo>
                    <a:cubicBezTo>
                      <a:pt x="24" y="164"/>
                      <a:pt x="23" y="173"/>
                      <a:pt x="22" y="182"/>
                    </a:cubicBezTo>
                    <a:cubicBezTo>
                      <a:pt x="21" y="192"/>
                      <a:pt x="21" y="203"/>
                      <a:pt x="22" y="213"/>
                    </a:cubicBezTo>
                    <a:cubicBezTo>
                      <a:pt x="22" y="214"/>
                      <a:pt x="22" y="214"/>
                      <a:pt x="22" y="215"/>
                    </a:cubicBezTo>
                    <a:lnTo>
                      <a:pt x="22" y="214"/>
                    </a:lnTo>
                    <a:cubicBezTo>
                      <a:pt x="23" y="224"/>
                      <a:pt x="24" y="233"/>
                      <a:pt x="25" y="243"/>
                    </a:cubicBezTo>
                    <a:cubicBezTo>
                      <a:pt x="26" y="248"/>
                      <a:pt x="27" y="252"/>
                      <a:pt x="29" y="257"/>
                    </a:cubicBezTo>
                    <a:cubicBezTo>
                      <a:pt x="32" y="266"/>
                      <a:pt x="36" y="275"/>
                      <a:pt x="41" y="284"/>
                    </a:cubicBezTo>
                    <a:cubicBezTo>
                      <a:pt x="40" y="283"/>
                      <a:pt x="40" y="283"/>
                      <a:pt x="40" y="283"/>
                    </a:cubicBezTo>
                    <a:cubicBezTo>
                      <a:pt x="43" y="290"/>
                      <a:pt x="47" y="297"/>
                      <a:pt x="51" y="304"/>
                    </a:cubicBezTo>
                    <a:cubicBezTo>
                      <a:pt x="54" y="309"/>
                      <a:pt x="52" y="315"/>
                      <a:pt x="46" y="318"/>
                    </a:cubicBezTo>
                    <a:cubicBezTo>
                      <a:pt x="45" y="319"/>
                      <a:pt x="43" y="320"/>
                      <a:pt x="41" y="320"/>
                    </a:cubicBezTo>
                    <a:cubicBezTo>
                      <a:pt x="38" y="320"/>
                      <a:pt x="34" y="318"/>
                      <a:pt x="32" y="3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0" name="Google Shape;3480;p40"/>
              <p:cNvSpPr/>
              <p:nvPr/>
            </p:nvSpPr>
            <p:spPr>
              <a:xfrm>
                <a:off x="502920" y="718560"/>
                <a:ext cx="29520" cy="51840"/>
              </a:xfrm>
              <a:custGeom>
                <a:avLst/>
                <a:gdLst/>
                <a:ahLst/>
                <a:cxnLst/>
                <a:rect l="l" t="t" r="r" b="b"/>
                <a:pathLst>
                  <a:path w="82" h="144" extrusionOk="0">
                    <a:moveTo>
                      <a:pt x="60" y="140"/>
                    </a:moveTo>
                    <a:cubicBezTo>
                      <a:pt x="53" y="132"/>
                      <a:pt x="46" y="123"/>
                      <a:pt x="39" y="114"/>
                    </a:cubicBezTo>
                    <a:cubicBezTo>
                      <a:pt x="34" y="106"/>
                      <a:pt x="29" y="98"/>
                      <a:pt x="24" y="90"/>
                    </a:cubicBezTo>
                    <a:cubicBezTo>
                      <a:pt x="19" y="83"/>
                      <a:pt x="15" y="75"/>
                      <a:pt x="11" y="67"/>
                    </a:cubicBezTo>
                    <a:cubicBezTo>
                      <a:pt x="5" y="56"/>
                      <a:pt x="1" y="45"/>
                      <a:pt x="0" y="32"/>
                    </a:cubicBezTo>
                    <a:cubicBezTo>
                      <a:pt x="0" y="27"/>
                      <a:pt x="0" y="21"/>
                      <a:pt x="2" y="16"/>
                    </a:cubicBezTo>
                    <a:cubicBezTo>
                      <a:pt x="3" y="13"/>
                      <a:pt x="4" y="10"/>
                      <a:pt x="6" y="8"/>
                    </a:cubicBezTo>
                    <a:cubicBezTo>
                      <a:pt x="9" y="2"/>
                      <a:pt x="17" y="0"/>
                      <a:pt x="23" y="3"/>
                    </a:cubicBezTo>
                    <a:cubicBezTo>
                      <a:pt x="29" y="7"/>
                      <a:pt x="31" y="15"/>
                      <a:pt x="27" y="21"/>
                    </a:cubicBezTo>
                    <a:cubicBezTo>
                      <a:pt x="26" y="22"/>
                      <a:pt x="26" y="23"/>
                      <a:pt x="25" y="25"/>
                    </a:cubicBezTo>
                    <a:lnTo>
                      <a:pt x="25" y="26"/>
                    </a:lnTo>
                    <a:cubicBezTo>
                      <a:pt x="25" y="28"/>
                      <a:pt x="25" y="30"/>
                      <a:pt x="25" y="32"/>
                    </a:cubicBezTo>
                    <a:cubicBezTo>
                      <a:pt x="25" y="34"/>
                      <a:pt x="25" y="36"/>
                      <a:pt x="25" y="38"/>
                    </a:cubicBezTo>
                    <a:cubicBezTo>
                      <a:pt x="26" y="41"/>
                      <a:pt x="26" y="44"/>
                      <a:pt x="27" y="46"/>
                    </a:cubicBezTo>
                    <a:cubicBezTo>
                      <a:pt x="29" y="50"/>
                      <a:pt x="30" y="53"/>
                      <a:pt x="32" y="56"/>
                    </a:cubicBezTo>
                    <a:cubicBezTo>
                      <a:pt x="35" y="63"/>
                      <a:pt x="39" y="70"/>
                      <a:pt x="42" y="76"/>
                    </a:cubicBezTo>
                    <a:cubicBezTo>
                      <a:pt x="46" y="82"/>
                      <a:pt x="49" y="88"/>
                      <a:pt x="53" y="94"/>
                    </a:cubicBezTo>
                    <a:cubicBezTo>
                      <a:pt x="57" y="100"/>
                      <a:pt x="61" y="106"/>
                      <a:pt x="67" y="112"/>
                    </a:cubicBezTo>
                    <a:cubicBezTo>
                      <a:pt x="70" y="116"/>
                      <a:pt x="73" y="120"/>
                      <a:pt x="76" y="123"/>
                    </a:cubicBezTo>
                    <a:cubicBezTo>
                      <a:pt x="81" y="128"/>
                      <a:pt x="81" y="136"/>
                      <a:pt x="76" y="140"/>
                    </a:cubicBezTo>
                    <a:cubicBezTo>
                      <a:pt x="74" y="142"/>
                      <a:pt x="71" y="143"/>
                      <a:pt x="68" y="143"/>
                    </a:cubicBezTo>
                    <a:cubicBezTo>
                      <a:pt x="65" y="143"/>
                      <a:pt x="62" y="142"/>
                      <a:pt x="60" y="1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1" name="Google Shape;3481;p40"/>
              <p:cNvSpPr/>
              <p:nvPr/>
            </p:nvSpPr>
            <p:spPr>
              <a:xfrm>
                <a:off x="501840" y="724680"/>
                <a:ext cx="57600" cy="55440"/>
              </a:xfrm>
              <a:custGeom>
                <a:avLst/>
                <a:gdLst/>
                <a:ahLst/>
                <a:cxnLst/>
                <a:rect l="l" t="t" r="r" b="b"/>
                <a:pathLst>
                  <a:path w="160" h="154" extrusionOk="0">
                    <a:moveTo>
                      <a:pt x="8" y="151"/>
                    </a:moveTo>
                    <a:cubicBezTo>
                      <a:pt x="2" y="148"/>
                      <a:pt x="0" y="140"/>
                      <a:pt x="4" y="135"/>
                    </a:cubicBezTo>
                    <a:cubicBezTo>
                      <a:pt x="11" y="124"/>
                      <a:pt x="18" y="113"/>
                      <a:pt x="26" y="103"/>
                    </a:cubicBezTo>
                    <a:cubicBezTo>
                      <a:pt x="33" y="93"/>
                      <a:pt x="40" y="83"/>
                      <a:pt x="47" y="74"/>
                    </a:cubicBezTo>
                    <a:cubicBezTo>
                      <a:pt x="55" y="64"/>
                      <a:pt x="63" y="54"/>
                      <a:pt x="71" y="44"/>
                    </a:cubicBezTo>
                    <a:cubicBezTo>
                      <a:pt x="82" y="32"/>
                      <a:pt x="93" y="21"/>
                      <a:pt x="106" y="12"/>
                    </a:cubicBezTo>
                    <a:cubicBezTo>
                      <a:pt x="113" y="8"/>
                      <a:pt x="119" y="4"/>
                      <a:pt x="126" y="3"/>
                    </a:cubicBezTo>
                    <a:cubicBezTo>
                      <a:pt x="133" y="1"/>
                      <a:pt x="140" y="0"/>
                      <a:pt x="147" y="1"/>
                    </a:cubicBezTo>
                    <a:cubicBezTo>
                      <a:pt x="154" y="2"/>
                      <a:pt x="159" y="8"/>
                      <a:pt x="158" y="15"/>
                    </a:cubicBezTo>
                    <a:cubicBezTo>
                      <a:pt x="157" y="22"/>
                      <a:pt x="151" y="27"/>
                      <a:pt x="144" y="26"/>
                    </a:cubicBezTo>
                    <a:cubicBezTo>
                      <a:pt x="142" y="26"/>
                      <a:pt x="141" y="25"/>
                      <a:pt x="139" y="25"/>
                    </a:cubicBezTo>
                    <a:cubicBezTo>
                      <a:pt x="138" y="25"/>
                      <a:pt x="138" y="25"/>
                      <a:pt x="137" y="25"/>
                    </a:cubicBezTo>
                    <a:cubicBezTo>
                      <a:pt x="135" y="25"/>
                      <a:pt x="133" y="26"/>
                      <a:pt x="131" y="26"/>
                    </a:cubicBezTo>
                    <a:lnTo>
                      <a:pt x="130" y="27"/>
                    </a:lnTo>
                    <a:cubicBezTo>
                      <a:pt x="128" y="27"/>
                      <a:pt x="127" y="27"/>
                      <a:pt x="126" y="28"/>
                    </a:cubicBezTo>
                    <a:cubicBezTo>
                      <a:pt x="125" y="28"/>
                      <a:pt x="124" y="29"/>
                      <a:pt x="122" y="30"/>
                    </a:cubicBezTo>
                    <a:cubicBezTo>
                      <a:pt x="117" y="34"/>
                      <a:pt x="113" y="37"/>
                      <a:pt x="108" y="41"/>
                    </a:cubicBezTo>
                    <a:cubicBezTo>
                      <a:pt x="101" y="47"/>
                      <a:pt x="94" y="53"/>
                      <a:pt x="88" y="60"/>
                    </a:cubicBezTo>
                    <a:cubicBezTo>
                      <a:pt x="81" y="68"/>
                      <a:pt x="74" y="75"/>
                      <a:pt x="68" y="83"/>
                    </a:cubicBezTo>
                    <a:cubicBezTo>
                      <a:pt x="61" y="92"/>
                      <a:pt x="55" y="101"/>
                      <a:pt x="49" y="109"/>
                    </a:cubicBezTo>
                    <a:cubicBezTo>
                      <a:pt x="40" y="121"/>
                      <a:pt x="32" y="134"/>
                      <a:pt x="24" y="147"/>
                    </a:cubicBezTo>
                    <a:cubicBezTo>
                      <a:pt x="22" y="151"/>
                      <a:pt x="18" y="153"/>
                      <a:pt x="14" y="153"/>
                    </a:cubicBezTo>
                    <a:cubicBezTo>
                      <a:pt x="11" y="153"/>
                      <a:pt x="10" y="152"/>
                      <a:pt x="8" y="1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2" name="Google Shape;3482;p40"/>
              <p:cNvSpPr/>
              <p:nvPr/>
            </p:nvSpPr>
            <p:spPr>
              <a:xfrm>
                <a:off x="563400" y="737640"/>
                <a:ext cx="43560" cy="1476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41" extrusionOk="0">
                    <a:moveTo>
                      <a:pt x="105" y="40"/>
                    </a:moveTo>
                    <a:cubicBezTo>
                      <a:pt x="89" y="38"/>
                      <a:pt x="73" y="37"/>
                      <a:pt x="56" y="34"/>
                    </a:cubicBezTo>
                    <a:cubicBezTo>
                      <a:pt x="49" y="33"/>
                      <a:pt x="42" y="32"/>
                      <a:pt x="34" y="31"/>
                    </a:cubicBezTo>
                    <a:cubicBezTo>
                      <a:pt x="27" y="29"/>
                      <a:pt x="19" y="28"/>
                      <a:pt x="12" y="27"/>
                    </a:cubicBezTo>
                    <a:cubicBezTo>
                      <a:pt x="5" y="25"/>
                      <a:pt x="0" y="20"/>
                      <a:pt x="0" y="14"/>
                    </a:cubicBezTo>
                    <a:cubicBezTo>
                      <a:pt x="0" y="7"/>
                      <a:pt x="7" y="0"/>
                      <a:pt x="15" y="2"/>
                    </a:cubicBezTo>
                    <a:cubicBezTo>
                      <a:pt x="21" y="3"/>
                      <a:pt x="27" y="4"/>
                      <a:pt x="33" y="6"/>
                    </a:cubicBezTo>
                    <a:cubicBezTo>
                      <a:pt x="58" y="10"/>
                      <a:pt x="83" y="14"/>
                      <a:pt x="109" y="16"/>
                    </a:cubicBezTo>
                    <a:cubicBezTo>
                      <a:pt x="115" y="17"/>
                      <a:pt x="120" y="24"/>
                      <a:pt x="119" y="30"/>
                    </a:cubicBezTo>
                    <a:cubicBezTo>
                      <a:pt x="118" y="36"/>
                      <a:pt x="112" y="40"/>
                      <a:pt x="107" y="40"/>
                    </a:cubicBezTo>
                    <a:cubicBezTo>
                      <a:pt x="106" y="40"/>
                      <a:pt x="106" y="40"/>
                      <a:pt x="105" y="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3" name="Google Shape;3483;p40"/>
              <p:cNvSpPr/>
              <p:nvPr/>
            </p:nvSpPr>
            <p:spPr>
              <a:xfrm>
                <a:off x="583560" y="721080"/>
                <a:ext cx="19080" cy="39240"/>
              </a:xfrm>
              <a:custGeom>
                <a:avLst/>
                <a:gdLst/>
                <a:ahLst/>
                <a:cxnLst/>
                <a:rect l="l" t="t" r="r" b="b"/>
                <a:pathLst>
                  <a:path w="53" h="109" extrusionOk="0">
                    <a:moveTo>
                      <a:pt x="12" y="108"/>
                    </a:moveTo>
                    <a:cubicBezTo>
                      <a:pt x="6" y="108"/>
                      <a:pt x="0" y="103"/>
                      <a:pt x="1" y="97"/>
                    </a:cubicBezTo>
                    <a:cubicBezTo>
                      <a:pt x="2" y="81"/>
                      <a:pt x="3" y="66"/>
                      <a:pt x="6" y="51"/>
                    </a:cubicBezTo>
                    <a:cubicBezTo>
                      <a:pt x="8" y="39"/>
                      <a:pt x="13" y="27"/>
                      <a:pt x="18" y="17"/>
                    </a:cubicBezTo>
                    <a:cubicBezTo>
                      <a:pt x="23" y="9"/>
                      <a:pt x="30" y="0"/>
                      <a:pt x="39" y="2"/>
                    </a:cubicBezTo>
                    <a:cubicBezTo>
                      <a:pt x="47" y="3"/>
                      <a:pt x="52" y="11"/>
                      <a:pt x="50" y="18"/>
                    </a:cubicBezTo>
                    <a:cubicBezTo>
                      <a:pt x="49" y="23"/>
                      <a:pt x="45" y="25"/>
                      <a:pt x="41" y="27"/>
                    </a:cubicBezTo>
                    <a:cubicBezTo>
                      <a:pt x="41" y="27"/>
                      <a:pt x="40" y="28"/>
                      <a:pt x="39" y="29"/>
                    </a:cubicBezTo>
                    <a:cubicBezTo>
                      <a:pt x="40" y="28"/>
                      <a:pt x="40" y="28"/>
                      <a:pt x="41" y="27"/>
                    </a:cubicBezTo>
                    <a:cubicBezTo>
                      <a:pt x="39" y="30"/>
                      <a:pt x="38" y="31"/>
                      <a:pt x="37" y="33"/>
                    </a:cubicBezTo>
                    <a:cubicBezTo>
                      <a:pt x="35" y="37"/>
                      <a:pt x="34" y="41"/>
                      <a:pt x="32" y="44"/>
                    </a:cubicBezTo>
                    <a:cubicBezTo>
                      <a:pt x="31" y="49"/>
                      <a:pt x="30" y="53"/>
                      <a:pt x="28" y="58"/>
                    </a:cubicBezTo>
                    <a:cubicBezTo>
                      <a:pt x="26" y="69"/>
                      <a:pt x="25" y="80"/>
                      <a:pt x="24" y="91"/>
                    </a:cubicBezTo>
                    <a:lnTo>
                      <a:pt x="24" y="90"/>
                    </a:lnTo>
                    <a:cubicBezTo>
                      <a:pt x="24" y="92"/>
                      <a:pt x="24" y="95"/>
                      <a:pt x="24" y="97"/>
                    </a:cubicBezTo>
                    <a:cubicBezTo>
                      <a:pt x="23" y="103"/>
                      <a:pt x="19" y="108"/>
                      <a:pt x="12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4" name="Google Shape;3484;p40"/>
              <p:cNvSpPr/>
              <p:nvPr/>
            </p:nvSpPr>
            <p:spPr>
              <a:xfrm>
                <a:off x="636120" y="708480"/>
                <a:ext cx="38160" cy="76320"/>
              </a:xfrm>
              <a:custGeom>
                <a:avLst/>
                <a:gdLst/>
                <a:ahLst/>
                <a:cxnLst/>
                <a:rect l="l" t="t" r="r" b="b"/>
                <a:pathLst>
                  <a:path w="106" h="212" extrusionOk="0">
                    <a:moveTo>
                      <a:pt x="16" y="202"/>
                    </a:moveTo>
                    <a:cubicBezTo>
                      <a:pt x="14" y="195"/>
                      <a:pt x="18" y="188"/>
                      <a:pt x="25" y="186"/>
                    </a:cubicBezTo>
                    <a:cubicBezTo>
                      <a:pt x="26" y="186"/>
                      <a:pt x="27" y="186"/>
                      <a:pt x="28" y="186"/>
                    </a:cubicBezTo>
                    <a:cubicBezTo>
                      <a:pt x="29" y="185"/>
                      <a:pt x="30" y="185"/>
                      <a:pt x="31" y="185"/>
                    </a:cubicBezTo>
                    <a:cubicBezTo>
                      <a:pt x="34" y="183"/>
                      <a:pt x="37" y="182"/>
                      <a:pt x="40" y="181"/>
                    </a:cubicBezTo>
                    <a:cubicBezTo>
                      <a:pt x="46" y="178"/>
                      <a:pt x="51" y="175"/>
                      <a:pt x="57" y="172"/>
                    </a:cubicBezTo>
                    <a:cubicBezTo>
                      <a:pt x="60" y="170"/>
                      <a:pt x="61" y="169"/>
                      <a:pt x="63" y="168"/>
                    </a:cubicBezTo>
                    <a:cubicBezTo>
                      <a:pt x="64" y="166"/>
                      <a:pt x="65" y="165"/>
                      <a:pt x="67" y="164"/>
                    </a:cubicBezTo>
                    <a:cubicBezTo>
                      <a:pt x="68" y="163"/>
                      <a:pt x="69" y="161"/>
                      <a:pt x="70" y="160"/>
                    </a:cubicBezTo>
                    <a:cubicBezTo>
                      <a:pt x="72" y="157"/>
                      <a:pt x="74" y="153"/>
                      <a:pt x="76" y="150"/>
                    </a:cubicBezTo>
                    <a:cubicBezTo>
                      <a:pt x="77" y="148"/>
                      <a:pt x="78" y="146"/>
                      <a:pt x="79" y="144"/>
                    </a:cubicBezTo>
                    <a:cubicBezTo>
                      <a:pt x="79" y="142"/>
                      <a:pt x="80" y="140"/>
                      <a:pt x="81" y="139"/>
                    </a:cubicBezTo>
                    <a:cubicBezTo>
                      <a:pt x="81" y="137"/>
                      <a:pt x="81" y="136"/>
                      <a:pt x="81" y="134"/>
                    </a:cubicBezTo>
                    <a:cubicBezTo>
                      <a:pt x="81" y="133"/>
                      <a:pt x="81" y="132"/>
                      <a:pt x="81" y="130"/>
                    </a:cubicBezTo>
                    <a:cubicBezTo>
                      <a:pt x="81" y="130"/>
                      <a:pt x="81" y="131"/>
                      <a:pt x="81" y="132"/>
                    </a:cubicBezTo>
                    <a:cubicBezTo>
                      <a:pt x="81" y="127"/>
                      <a:pt x="80" y="122"/>
                      <a:pt x="79" y="118"/>
                    </a:cubicBezTo>
                    <a:cubicBezTo>
                      <a:pt x="79" y="115"/>
                      <a:pt x="78" y="112"/>
                      <a:pt x="77" y="109"/>
                    </a:cubicBezTo>
                    <a:cubicBezTo>
                      <a:pt x="76" y="108"/>
                      <a:pt x="76" y="106"/>
                      <a:pt x="75" y="105"/>
                    </a:cubicBezTo>
                    <a:cubicBezTo>
                      <a:pt x="75" y="104"/>
                      <a:pt x="74" y="102"/>
                      <a:pt x="73" y="101"/>
                    </a:cubicBezTo>
                    <a:cubicBezTo>
                      <a:pt x="73" y="100"/>
                      <a:pt x="72" y="99"/>
                      <a:pt x="72" y="99"/>
                    </a:cubicBezTo>
                    <a:cubicBezTo>
                      <a:pt x="71" y="98"/>
                      <a:pt x="71" y="98"/>
                      <a:pt x="70" y="97"/>
                    </a:cubicBezTo>
                    <a:cubicBezTo>
                      <a:pt x="70" y="97"/>
                      <a:pt x="69" y="97"/>
                      <a:pt x="69" y="96"/>
                    </a:cubicBezTo>
                    <a:cubicBezTo>
                      <a:pt x="69" y="97"/>
                      <a:pt x="69" y="97"/>
                      <a:pt x="69" y="97"/>
                    </a:cubicBezTo>
                    <a:lnTo>
                      <a:pt x="70" y="97"/>
                    </a:lnTo>
                    <a:lnTo>
                      <a:pt x="69" y="97"/>
                    </a:lnTo>
                    <a:cubicBezTo>
                      <a:pt x="70" y="97"/>
                      <a:pt x="70" y="97"/>
                      <a:pt x="71" y="97"/>
                    </a:cubicBezTo>
                    <a:cubicBezTo>
                      <a:pt x="70" y="97"/>
                      <a:pt x="70" y="97"/>
                      <a:pt x="69" y="97"/>
                    </a:cubicBezTo>
                    <a:cubicBezTo>
                      <a:pt x="69" y="96"/>
                      <a:pt x="68" y="95"/>
                      <a:pt x="68" y="95"/>
                    </a:cubicBezTo>
                    <a:cubicBezTo>
                      <a:pt x="66" y="94"/>
                      <a:pt x="64" y="94"/>
                      <a:pt x="63" y="93"/>
                    </a:cubicBezTo>
                    <a:cubicBezTo>
                      <a:pt x="61" y="93"/>
                      <a:pt x="60" y="92"/>
                      <a:pt x="58" y="92"/>
                    </a:cubicBezTo>
                    <a:cubicBezTo>
                      <a:pt x="56" y="91"/>
                      <a:pt x="54" y="91"/>
                      <a:pt x="52" y="91"/>
                    </a:cubicBezTo>
                    <a:cubicBezTo>
                      <a:pt x="51" y="91"/>
                      <a:pt x="50" y="91"/>
                      <a:pt x="49" y="91"/>
                    </a:cubicBezTo>
                    <a:cubicBezTo>
                      <a:pt x="48" y="91"/>
                      <a:pt x="47" y="91"/>
                      <a:pt x="46" y="91"/>
                    </a:cubicBezTo>
                    <a:cubicBezTo>
                      <a:pt x="45" y="91"/>
                      <a:pt x="44" y="91"/>
                      <a:pt x="44" y="92"/>
                    </a:cubicBezTo>
                    <a:cubicBezTo>
                      <a:pt x="43" y="92"/>
                      <a:pt x="43" y="92"/>
                      <a:pt x="43" y="92"/>
                    </a:cubicBezTo>
                    <a:cubicBezTo>
                      <a:pt x="41" y="94"/>
                      <a:pt x="40" y="95"/>
                      <a:pt x="39" y="97"/>
                    </a:cubicBezTo>
                    <a:cubicBezTo>
                      <a:pt x="36" y="99"/>
                      <a:pt x="34" y="102"/>
                      <a:pt x="30" y="105"/>
                    </a:cubicBezTo>
                    <a:cubicBezTo>
                      <a:pt x="26" y="108"/>
                      <a:pt x="20" y="109"/>
                      <a:pt x="15" y="106"/>
                    </a:cubicBezTo>
                    <a:cubicBezTo>
                      <a:pt x="9" y="103"/>
                      <a:pt x="7" y="96"/>
                      <a:pt x="9" y="90"/>
                    </a:cubicBezTo>
                    <a:cubicBezTo>
                      <a:pt x="11" y="84"/>
                      <a:pt x="15" y="81"/>
                      <a:pt x="19" y="77"/>
                    </a:cubicBezTo>
                    <a:cubicBezTo>
                      <a:pt x="21" y="76"/>
                      <a:pt x="24" y="74"/>
                      <a:pt x="27" y="73"/>
                    </a:cubicBezTo>
                    <a:cubicBezTo>
                      <a:pt x="31" y="69"/>
                      <a:pt x="34" y="64"/>
                      <a:pt x="37" y="59"/>
                    </a:cubicBezTo>
                    <a:lnTo>
                      <a:pt x="37" y="60"/>
                    </a:lnTo>
                    <a:cubicBezTo>
                      <a:pt x="38" y="58"/>
                      <a:pt x="39" y="56"/>
                      <a:pt x="40" y="54"/>
                    </a:cubicBezTo>
                    <a:cubicBezTo>
                      <a:pt x="44" y="48"/>
                      <a:pt x="47" y="42"/>
                      <a:pt x="49" y="35"/>
                    </a:cubicBezTo>
                    <a:cubicBezTo>
                      <a:pt x="50" y="34"/>
                      <a:pt x="50" y="31"/>
                      <a:pt x="51" y="30"/>
                    </a:cubicBezTo>
                    <a:cubicBezTo>
                      <a:pt x="51" y="29"/>
                      <a:pt x="51" y="28"/>
                      <a:pt x="51" y="27"/>
                    </a:cubicBezTo>
                    <a:cubicBezTo>
                      <a:pt x="47" y="30"/>
                      <a:pt x="43" y="34"/>
                      <a:pt x="40" y="38"/>
                    </a:cubicBezTo>
                    <a:cubicBezTo>
                      <a:pt x="36" y="42"/>
                      <a:pt x="32" y="47"/>
                      <a:pt x="29" y="52"/>
                    </a:cubicBezTo>
                    <a:cubicBezTo>
                      <a:pt x="27" y="53"/>
                      <a:pt x="27" y="55"/>
                      <a:pt x="26" y="57"/>
                    </a:cubicBezTo>
                    <a:cubicBezTo>
                      <a:pt x="26" y="56"/>
                      <a:pt x="26" y="56"/>
                      <a:pt x="26" y="55"/>
                    </a:cubicBezTo>
                    <a:cubicBezTo>
                      <a:pt x="26" y="56"/>
                      <a:pt x="26" y="57"/>
                      <a:pt x="25" y="58"/>
                    </a:cubicBezTo>
                    <a:cubicBezTo>
                      <a:pt x="26" y="64"/>
                      <a:pt x="20" y="70"/>
                      <a:pt x="14" y="70"/>
                    </a:cubicBezTo>
                    <a:cubicBezTo>
                      <a:pt x="14" y="70"/>
                      <a:pt x="13" y="70"/>
                      <a:pt x="12" y="70"/>
                    </a:cubicBezTo>
                    <a:cubicBezTo>
                      <a:pt x="8" y="70"/>
                      <a:pt x="4" y="69"/>
                      <a:pt x="2" y="64"/>
                    </a:cubicBezTo>
                    <a:cubicBezTo>
                      <a:pt x="0" y="60"/>
                      <a:pt x="0" y="56"/>
                      <a:pt x="1" y="52"/>
                    </a:cubicBezTo>
                    <a:cubicBezTo>
                      <a:pt x="2" y="47"/>
                      <a:pt x="7" y="42"/>
                      <a:pt x="9" y="37"/>
                    </a:cubicBezTo>
                    <a:cubicBezTo>
                      <a:pt x="12" y="34"/>
                      <a:pt x="16" y="30"/>
                      <a:pt x="19" y="26"/>
                    </a:cubicBezTo>
                    <a:cubicBezTo>
                      <a:pt x="22" y="22"/>
                      <a:pt x="26" y="18"/>
                      <a:pt x="29" y="14"/>
                    </a:cubicBezTo>
                    <a:cubicBezTo>
                      <a:pt x="32" y="12"/>
                      <a:pt x="34" y="9"/>
                      <a:pt x="37" y="6"/>
                    </a:cubicBezTo>
                    <a:cubicBezTo>
                      <a:pt x="40" y="5"/>
                      <a:pt x="42" y="3"/>
                      <a:pt x="44" y="2"/>
                    </a:cubicBezTo>
                    <a:cubicBezTo>
                      <a:pt x="46" y="2"/>
                      <a:pt x="47" y="1"/>
                      <a:pt x="48" y="1"/>
                    </a:cubicBezTo>
                    <a:cubicBezTo>
                      <a:pt x="50" y="0"/>
                      <a:pt x="51" y="0"/>
                      <a:pt x="53" y="0"/>
                    </a:cubicBezTo>
                    <a:cubicBezTo>
                      <a:pt x="58" y="0"/>
                      <a:pt x="64" y="3"/>
                      <a:pt x="68" y="7"/>
                    </a:cubicBezTo>
                    <a:cubicBezTo>
                      <a:pt x="69" y="9"/>
                      <a:pt x="71" y="11"/>
                      <a:pt x="72" y="14"/>
                    </a:cubicBezTo>
                    <a:cubicBezTo>
                      <a:pt x="74" y="17"/>
                      <a:pt x="74" y="19"/>
                      <a:pt x="75" y="23"/>
                    </a:cubicBezTo>
                    <a:cubicBezTo>
                      <a:pt x="76" y="28"/>
                      <a:pt x="74" y="35"/>
                      <a:pt x="72" y="41"/>
                    </a:cubicBezTo>
                    <a:cubicBezTo>
                      <a:pt x="70" y="46"/>
                      <a:pt x="68" y="52"/>
                      <a:pt x="65" y="57"/>
                    </a:cubicBezTo>
                    <a:cubicBezTo>
                      <a:pt x="63" y="60"/>
                      <a:pt x="61" y="65"/>
                      <a:pt x="60" y="68"/>
                    </a:cubicBezTo>
                    <a:cubicBezTo>
                      <a:pt x="65" y="69"/>
                      <a:pt x="71" y="71"/>
                      <a:pt x="76" y="73"/>
                    </a:cubicBezTo>
                    <a:cubicBezTo>
                      <a:pt x="81" y="76"/>
                      <a:pt x="86" y="80"/>
                      <a:pt x="90" y="84"/>
                    </a:cubicBezTo>
                    <a:cubicBezTo>
                      <a:pt x="94" y="90"/>
                      <a:pt x="97" y="95"/>
                      <a:pt x="99" y="101"/>
                    </a:cubicBezTo>
                    <a:cubicBezTo>
                      <a:pt x="101" y="107"/>
                      <a:pt x="102" y="113"/>
                      <a:pt x="103" y="120"/>
                    </a:cubicBezTo>
                    <a:cubicBezTo>
                      <a:pt x="104" y="127"/>
                      <a:pt x="105" y="135"/>
                      <a:pt x="104" y="143"/>
                    </a:cubicBezTo>
                    <a:cubicBezTo>
                      <a:pt x="101" y="155"/>
                      <a:pt x="94" y="166"/>
                      <a:pt x="87" y="177"/>
                    </a:cubicBezTo>
                    <a:cubicBezTo>
                      <a:pt x="81" y="186"/>
                      <a:pt x="72" y="191"/>
                      <a:pt x="63" y="196"/>
                    </a:cubicBezTo>
                    <a:cubicBezTo>
                      <a:pt x="53" y="203"/>
                      <a:pt x="42" y="208"/>
                      <a:pt x="31" y="211"/>
                    </a:cubicBezTo>
                    <a:cubicBezTo>
                      <a:pt x="30" y="211"/>
                      <a:pt x="29" y="211"/>
                      <a:pt x="28" y="211"/>
                    </a:cubicBezTo>
                    <a:cubicBezTo>
                      <a:pt x="22" y="211"/>
                      <a:pt x="17" y="207"/>
                      <a:pt x="16" y="20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5" name="Google Shape;3485;p40"/>
              <p:cNvSpPr/>
              <p:nvPr/>
            </p:nvSpPr>
            <p:spPr>
              <a:xfrm>
                <a:off x="694440" y="717480"/>
                <a:ext cx="54720" cy="12348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343" extrusionOk="0">
                    <a:moveTo>
                      <a:pt x="52" y="319"/>
                    </a:moveTo>
                    <a:cubicBezTo>
                      <a:pt x="53" y="319"/>
                      <a:pt x="53" y="319"/>
                      <a:pt x="54" y="319"/>
                    </a:cubicBezTo>
                    <a:cubicBezTo>
                      <a:pt x="54" y="318"/>
                      <a:pt x="55" y="318"/>
                      <a:pt x="55" y="318"/>
                    </a:cubicBezTo>
                    <a:cubicBezTo>
                      <a:pt x="55" y="317"/>
                      <a:pt x="56" y="317"/>
                      <a:pt x="57" y="317"/>
                    </a:cubicBezTo>
                    <a:cubicBezTo>
                      <a:pt x="57" y="317"/>
                      <a:pt x="58" y="317"/>
                      <a:pt x="58" y="316"/>
                    </a:cubicBezTo>
                    <a:cubicBezTo>
                      <a:pt x="59" y="316"/>
                      <a:pt x="60" y="316"/>
                      <a:pt x="60" y="315"/>
                    </a:cubicBezTo>
                    <a:cubicBezTo>
                      <a:pt x="61" y="314"/>
                      <a:pt x="61" y="314"/>
                      <a:pt x="62" y="313"/>
                    </a:cubicBezTo>
                    <a:cubicBezTo>
                      <a:pt x="62" y="313"/>
                      <a:pt x="63" y="312"/>
                      <a:pt x="64" y="312"/>
                    </a:cubicBezTo>
                    <a:cubicBezTo>
                      <a:pt x="64" y="310"/>
                      <a:pt x="65" y="309"/>
                      <a:pt x="66" y="308"/>
                    </a:cubicBezTo>
                    <a:cubicBezTo>
                      <a:pt x="67" y="306"/>
                      <a:pt x="68" y="303"/>
                      <a:pt x="68" y="302"/>
                    </a:cubicBezTo>
                    <a:cubicBezTo>
                      <a:pt x="72" y="292"/>
                      <a:pt x="74" y="282"/>
                      <a:pt x="77" y="272"/>
                    </a:cubicBezTo>
                    <a:cubicBezTo>
                      <a:pt x="79" y="260"/>
                      <a:pt x="81" y="249"/>
                      <a:pt x="82" y="237"/>
                    </a:cubicBezTo>
                    <a:cubicBezTo>
                      <a:pt x="84" y="223"/>
                      <a:pt x="86" y="209"/>
                      <a:pt x="87" y="195"/>
                    </a:cubicBezTo>
                    <a:cubicBezTo>
                      <a:pt x="88" y="183"/>
                      <a:pt x="89" y="170"/>
                      <a:pt x="90" y="158"/>
                    </a:cubicBezTo>
                    <a:cubicBezTo>
                      <a:pt x="83" y="165"/>
                      <a:pt x="77" y="172"/>
                      <a:pt x="71" y="181"/>
                    </a:cubicBezTo>
                    <a:cubicBezTo>
                      <a:pt x="67" y="184"/>
                      <a:pt x="64" y="188"/>
                      <a:pt x="61" y="192"/>
                    </a:cubicBezTo>
                    <a:cubicBezTo>
                      <a:pt x="57" y="198"/>
                      <a:pt x="53" y="203"/>
                      <a:pt x="49" y="209"/>
                    </a:cubicBezTo>
                    <a:cubicBezTo>
                      <a:pt x="49" y="208"/>
                      <a:pt x="50" y="208"/>
                      <a:pt x="50" y="207"/>
                    </a:cubicBezTo>
                    <a:cubicBezTo>
                      <a:pt x="46" y="213"/>
                      <a:pt x="43" y="218"/>
                      <a:pt x="40" y="224"/>
                    </a:cubicBezTo>
                    <a:cubicBezTo>
                      <a:pt x="36" y="231"/>
                      <a:pt x="33" y="238"/>
                      <a:pt x="31" y="245"/>
                    </a:cubicBezTo>
                    <a:cubicBezTo>
                      <a:pt x="29" y="251"/>
                      <a:pt x="27" y="257"/>
                      <a:pt x="26" y="264"/>
                    </a:cubicBezTo>
                    <a:cubicBezTo>
                      <a:pt x="25" y="267"/>
                      <a:pt x="24" y="271"/>
                      <a:pt x="24" y="274"/>
                    </a:cubicBezTo>
                    <a:cubicBezTo>
                      <a:pt x="24" y="277"/>
                      <a:pt x="24" y="279"/>
                      <a:pt x="24" y="281"/>
                    </a:cubicBezTo>
                    <a:cubicBezTo>
                      <a:pt x="24" y="284"/>
                      <a:pt x="25" y="287"/>
                      <a:pt x="25" y="289"/>
                    </a:cubicBezTo>
                    <a:cubicBezTo>
                      <a:pt x="25" y="292"/>
                      <a:pt x="26" y="294"/>
                      <a:pt x="26" y="295"/>
                    </a:cubicBezTo>
                    <a:cubicBezTo>
                      <a:pt x="27" y="298"/>
                      <a:pt x="27" y="299"/>
                      <a:pt x="29" y="301"/>
                    </a:cubicBezTo>
                    <a:cubicBezTo>
                      <a:pt x="29" y="302"/>
                      <a:pt x="30" y="303"/>
                      <a:pt x="30" y="305"/>
                    </a:cubicBezTo>
                    <a:cubicBezTo>
                      <a:pt x="32" y="306"/>
                      <a:pt x="32" y="308"/>
                      <a:pt x="33" y="309"/>
                    </a:cubicBezTo>
                    <a:cubicBezTo>
                      <a:pt x="34" y="310"/>
                      <a:pt x="35" y="310"/>
                      <a:pt x="36" y="312"/>
                    </a:cubicBezTo>
                    <a:cubicBezTo>
                      <a:pt x="37" y="312"/>
                      <a:pt x="38" y="313"/>
                      <a:pt x="39" y="314"/>
                    </a:cubicBezTo>
                    <a:cubicBezTo>
                      <a:pt x="40" y="314"/>
                      <a:pt x="41" y="315"/>
                      <a:pt x="41" y="316"/>
                    </a:cubicBezTo>
                    <a:cubicBezTo>
                      <a:pt x="43" y="316"/>
                      <a:pt x="44" y="317"/>
                      <a:pt x="45" y="317"/>
                    </a:cubicBezTo>
                    <a:cubicBezTo>
                      <a:pt x="46" y="317"/>
                      <a:pt x="47" y="318"/>
                      <a:pt x="48" y="318"/>
                    </a:cubicBezTo>
                    <a:cubicBezTo>
                      <a:pt x="49" y="318"/>
                      <a:pt x="50" y="319"/>
                      <a:pt x="50" y="319"/>
                    </a:cubicBezTo>
                    <a:cubicBezTo>
                      <a:pt x="51" y="319"/>
                      <a:pt x="51" y="319"/>
                      <a:pt x="52" y="319"/>
                    </a:cubicBezTo>
                    <a:moveTo>
                      <a:pt x="34" y="338"/>
                    </a:moveTo>
                    <a:cubicBezTo>
                      <a:pt x="27" y="335"/>
                      <a:pt x="20" y="330"/>
                      <a:pt x="16" y="324"/>
                    </a:cubicBezTo>
                    <a:cubicBezTo>
                      <a:pt x="5" y="312"/>
                      <a:pt x="1" y="297"/>
                      <a:pt x="1" y="281"/>
                    </a:cubicBezTo>
                    <a:cubicBezTo>
                      <a:pt x="0" y="274"/>
                      <a:pt x="1" y="266"/>
                      <a:pt x="3" y="258"/>
                    </a:cubicBezTo>
                    <a:cubicBezTo>
                      <a:pt x="5" y="249"/>
                      <a:pt x="8" y="240"/>
                      <a:pt x="11" y="232"/>
                    </a:cubicBezTo>
                    <a:cubicBezTo>
                      <a:pt x="17" y="218"/>
                      <a:pt x="24" y="206"/>
                      <a:pt x="33" y="194"/>
                    </a:cubicBezTo>
                    <a:cubicBezTo>
                      <a:pt x="36" y="189"/>
                      <a:pt x="40" y="183"/>
                      <a:pt x="44" y="178"/>
                    </a:cubicBezTo>
                    <a:cubicBezTo>
                      <a:pt x="45" y="176"/>
                      <a:pt x="46" y="175"/>
                      <a:pt x="47" y="174"/>
                    </a:cubicBezTo>
                    <a:cubicBezTo>
                      <a:pt x="50" y="171"/>
                      <a:pt x="53" y="168"/>
                      <a:pt x="55" y="165"/>
                    </a:cubicBezTo>
                    <a:cubicBezTo>
                      <a:pt x="59" y="160"/>
                      <a:pt x="63" y="155"/>
                      <a:pt x="67" y="151"/>
                    </a:cubicBezTo>
                    <a:cubicBezTo>
                      <a:pt x="67" y="152"/>
                      <a:pt x="65" y="153"/>
                      <a:pt x="64" y="153"/>
                    </a:cubicBezTo>
                    <a:cubicBezTo>
                      <a:pt x="58" y="157"/>
                      <a:pt x="53" y="160"/>
                      <a:pt x="45" y="161"/>
                    </a:cubicBezTo>
                    <a:cubicBezTo>
                      <a:pt x="37" y="161"/>
                      <a:pt x="31" y="158"/>
                      <a:pt x="26" y="153"/>
                    </a:cubicBezTo>
                    <a:cubicBezTo>
                      <a:pt x="23" y="150"/>
                      <a:pt x="22" y="147"/>
                      <a:pt x="20" y="144"/>
                    </a:cubicBezTo>
                    <a:cubicBezTo>
                      <a:pt x="19" y="140"/>
                      <a:pt x="19" y="137"/>
                      <a:pt x="19" y="133"/>
                    </a:cubicBezTo>
                    <a:cubicBezTo>
                      <a:pt x="18" y="128"/>
                      <a:pt x="18" y="122"/>
                      <a:pt x="19" y="116"/>
                    </a:cubicBezTo>
                    <a:cubicBezTo>
                      <a:pt x="19" y="109"/>
                      <a:pt x="20" y="101"/>
                      <a:pt x="20" y="94"/>
                    </a:cubicBezTo>
                    <a:cubicBezTo>
                      <a:pt x="21" y="88"/>
                      <a:pt x="22" y="82"/>
                      <a:pt x="23" y="76"/>
                    </a:cubicBezTo>
                    <a:cubicBezTo>
                      <a:pt x="23" y="72"/>
                      <a:pt x="24" y="69"/>
                      <a:pt x="25" y="65"/>
                    </a:cubicBezTo>
                    <a:cubicBezTo>
                      <a:pt x="26" y="59"/>
                      <a:pt x="27" y="53"/>
                      <a:pt x="28" y="47"/>
                    </a:cubicBezTo>
                    <a:cubicBezTo>
                      <a:pt x="31" y="36"/>
                      <a:pt x="34" y="25"/>
                      <a:pt x="40" y="15"/>
                    </a:cubicBezTo>
                    <a:cubicBezTo>
                      <a:pt x="42" y="10"/>
                      <a:pt x="45" y="7"/>
                      <a:pt x="48" y="3"/>
                    </a:cubicBezTo>
                    <a:cubicBezTo>
                      <a:pt x="52" y="1"/>
                      <a:pt x="56" y="0"/>
                      <a:pt x="60" y="0"/>
                    </a:cubicBezTo>
                    <a:cubicBezTo>
                      <a:pt x="67" y="0"/>
                      <a:pt x="73" y="6"/>
                      <a:pt x="73" y="13"/>
                    </a:cubicBezTo>
                    <a:cubicBezTo>
                      <a:pt x="73" y="20"/>
                      <a:pt x="68" y="24"/>
                      <a:pt x="62" y="26"/>
                    </a:cubicBezTo>
                    <a:cubicBezTo>
                      <a:pt x="61" y="26"/>
                      <a:pt x="61" y="27"/>
                      <a:pt x="60" y="28"/>
                    </a:cubicBezTo>
                    <a:cubicBezTo>
                      <a:pt x="58" y="33"/>
                      <a:pt x="56" y="37"/>
                      <a:pt x="54" y="41"/>
                    </a:cubicBezTo>
                    <a:cubicBezTo>
                      <a:pt x="55" y="41"/>
                      <a:pt x="55" y="40"/>
                      <a:pt x="55" y="40"/>
                    </a:cubicBezTo>
                    <a:cubicBezTo>
                      <a:pt x="53" y="46"/>
                      <a:pt x="51" y="52"/>
                      <a:pt x="50" y="59"/>
                    </a:cubicBezTo>
                    <a:cubicBezTo>
                      <a:pt x="48" y="66"/>
                      <a:pt x="46" y="74"/>
                      <a:pt x="45" y="83"/>
                    </a:cubicBezTo>
                    <a:cubicBezTo>
                      <a:pt x="44" y="87"/>
                      <a:pt x="44" y="91"/>
                      <a:pt x="43" y="95"/>
                    </a:cubicBezTo>
                    <a:cubicBezTo>
                      <a:pt x="43" y="100"/>
                      <a:pt x="43" y="104"/>
                      <a:pt x="42" y="109"/>
                    </a:cubicBezTo>
                    <a:cubicBezTo>
                      <a:pt x="42" y="108"/>
                      <a:pt x="42" y="108"/>
                      <a:pt x="42" y="108"/>
                    </a:cubicBezTo>
                    <a:cubicBezTo>
                      <a:pt x="42" y="114"/>
                      <a:pt x="41" y="121"/>
                      <a:pt x="41" y="128"/>
                    </a:cubicBezTo>
                    <a:cubicBezTo>
                      <a:pt x="41" y="129"/>
                      <a:pt x="42" y="132"/>
                      <a:pt x="42" y="133"/>
                    </a:cubicBezTo>
                    <a:cubicBezTo>
                      <a:pt x="43" y="135"/>
                      <a:pt x="43" y="135"/>
                      <a:pt x="43" y="136"/>
                    </a:cubicBezTo>
                    <a:lnTo>
                      <a:pt x="43" y="135"/>
                    </a:lnTo>
                    <a:cubicBezTo>
                      <a:pt x="43" y="136"/>
                      <a:pt x="43" y="136"/>
                      <a:pt x="43" y="136"/>
                    </a:cubicBezTo>
                    <a:cubicBezTo>
                      <a:pt x="43" y="137"/>
                      <a:pt x="43" y="137"/>
                      <a:pt x="43" y="137"/>
                    </a:cubicBezTo>
                    <a:lnTo>
                      <a:pt x="44" y="137"/>
                    </a:lnTo>
                    <a:cubicBezTo>
                      <a:pt x="45" y="137"/>
                      <a:pt x="46" y="136"/>
                      <a:pt x="46" y="136"/>
                    </a:cubicBezTo>
                    <a:lnTo>
                      <a:pt x="46" y="137"/>
                    </a:lnTo>
                    <a:cubicBezTo>
                      <a:pt x="45" y="137"/>
                      <a:pt x="45" y="137"/>
                      <a:pt x="45" y="137"/>
                    </a:cubicBezTo>
                    <a:lnTo>
                      <a:pt x="46" y="137"/>
                    </a:lnTo>
                    <a:cubicBezTo>
                      <a:pt x="45" y="137"/>
                      <a:pt x="45" y="137"/>
                      <a:pt x="45" y="137"/>
                    </a:cubicBezTo>
                    <a:lnTo>
                      <a:pt x="46" y="137"/>
                    </a:lnTo>
                    <a:lnTo>
                      <a:pt x="46" y="136"/>
                    </a:lnTo>
                    <a:lnTo>
                      <a:pt x="46" y="137"/>
                    </a:lnTo>
                    <a:cubicBezTo>
                      <a:pt x="46" y="136"/>
                      <a:pt x="47" y="136"/>
                      <a:pt x="47" y="136"/>
                    </a:cubicBezTo>
                    <a:cubicBezTo>
                      <a:pt x="48" y="135"/>
                      <a:pt x="50" y="135"/>
                      <a:pt x="51" y="134"/>
                    </a:cubicBezTo>
                    <a:cubicBezTo>
                      <a:pt x="53" y="132"/>
                      <a:pt x="55" y="130"/>
                      <a:pt x="58" y="129"/>
                    </a:cubicBezTo>
                    <a:cubicBezTo>
                      <a:pt x="61" y="126"/>
                      <a:pt x="65" y="122"/>
                      <a:pt x="68" y="119"/>
                    </a:cubicBezTo>
                    <a:cubicBezTo>
                      <a:pt x="74" y="112"/>
                      <a:pt x="80" y="104"/>
                      <a:pt x="86" y="97"/>
                    </a:cubicBezTo>
                    <a:cubicBezTo>
                      <a:pt x="89" y="92"/>
                      <a:pt x="92" y="87"/>
                      <a:pt x="95" y="82"/>
                    </a:cubicBezTo>
                    <a:cubicBezTo>
                      <a:pt x="99" y="76"/>
                      <a:pt x="102" y="70"/>
                      <a:pt x="105" y="65"/>
                    </a:cubicBezTo>
                    <a:cubicBezTo>
                      <a:pt x="106" y="64"/>
                      <a:pt x="106" y="63"/>
                      <a:pt x="107" y="62"/>
                    </a:cubicBezTo>
                    <a:cubicBezTo>
                      <a:pt x="108" y="58"/>
                      <a:pt x="110" y="53"/>
                      <a:pt x="113" y="48"/>
                    </a:cubicBezTo>
                    <a:cubicBezTo>
                      <a:pt x="115" y="43"/>
                      <a:pt x="122" y="41"/>
                      <a:pt x="127" y="44"/>
                    </a:cubicBezTo>
                    <a:cubicBezTo>
                      <a:pt x="133" y="46"/>
                      <a:pt x="136" y="52"/>
                      <a:pt x="134" y="58"/>
                    </a:cubicBezTo>
                    <a:cubicBezTo>
                      <a:pt x="133" y="62"/>
                      <a:pt x="131" y="66"/>
                      <a:pt x="128" y="70"/>
                    </a:cubicBezTo>
                    <a:lnTo>
                      <a:pt x="128" y="71"/>
                    </a:lnTo>
                    <a:cubicBezTo>
                      <a:pt x="126" y="77"/>
                      <a:pt x="124" y="83"/>
                      <a:pt x="122" y="90"/>
                    </a:cubicBezTo>
                    <a:cubicBezTo>
                      <a:pt x="125" y="86"/>
                      <a:pt x="128" y="83"/>
                      <a:pt x="131" y="80"/>
                    </a:cubicBezTo>
                    <a:cubicBezTo>
                      <a:pt x="135" y="76"/>
                      <a:pt x="141" y="74"/>
                      <a:pt x="146" y="79"/>
                    </a:cubicBezTo>
                    <a:cubicBezTo>
                      <a:pt x="150" y="81"/>
                      <a:pt x="151" y="88"/>
                      <a:pt x="148" y="93"/>
                    </a:cubicBezTo>
                    <a:cubicBezTo>
                      <a:pt x="136" y="105"/>
                      <a:pt x="126" y="117"/>
                      <a:pt x="115" y="129"/>
                    </a:cubicBezTo>
                    <a:cubicBezTo>
                      <a:pt x="115" y="132"/>
                      <a:pt x="114" y="136"/>
                      <a:pt x="114" y="139"/>
                    </a:cubicBezTo>
                    <a:cubicBezTo>
                      <a:pt x="113" y="151"/>
                      <a:pt x="111" y="164"/>
                      <a:pt x="110" y="176"/>
                    </a:cubicBezTo>
                    <a:cubicBezTo>
                      <a:pt x="108" y="202"/>
                      <a:pt x="106" y="228"/>
                      <a:pt x="102" y="253"/>
                    </a:cubicBezTo>
                    <a:cubicBezTo>
                      <a:pt x="101" y="260"/>
                      <a:pt x="100" y="266"/>
                      <a:pt x="99" y="273"/>
                    </a:cubicBezTo>
                    <a:cubicBezTo>
                      <a:pt x="98" y="278"/>
                      <a:pt x="96" y="284"/>
                      <a:pt x="95" y="290"/>
                    </a:cubicBezTo>
                    <a:cubicBezTo>
                      <a:pt x="94" y="293"/>
                      <a:pt x="93" y="296"/>
                      <a:pt x="93" y="299"/>
                    </a:cubicBezTo>
                    <a:cubicBezTo>
                      <a:pt x="91" y="306"/>
                      <a:pt x="89" y="312"/>
                      <a:pt x="87" y="317"/>
                    </a:cubicBezTo>
                    <a:cubicBezTo>
                      <a:pt x="81" y="331"/>
                      <a:pt x="69" y="341"/>
                      <a:pt x="55" y="342"/>
                    </a:cubicBezTo>
                    <a:cubicBezTo>
                      <a:pt x="54" y="342"/>
                      <a:pt x="53" y="342"/>
                      <a:pt x="51" y="342"/>
                    </a:cubicBezTo>
                    <a:cubicBezTo>
                      <a:pt x="46" y="342"/>
                      <a:pt x="40" y="341"/>
                      <a:pt x="34" y="3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6" name="Google Shape;3486;p40"/>
              <p:cNvSpPr/>
              <p:nvPr/>
            </p:nvSpPr>
            <p:spPr>
              <a:xfrm>
                <a:off x="749880" y="669960"/>
                <a:ext cx="2628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73" h="350" extrusionOk="0">
                    <a:moveTo>
                      <a:pt x="23" y="347"/>
                    </a:moveTo>
                    <a:cubicBezTo>
                      <a:pt x="17" y="343"/>
                      <a:pt x="16" y="335"/>
                      <a:pt x="20" y="329"/>
                    </a:cubicBezTo>
                    <a:cubicBezTo>
                      <a:pt x="21" y="328"/>
                      <a:pt x="23" y="327"/>
                      <a:pt x="24" y="325"/>
                    </a:cubicBezTo>
                    <a:cubicBezTo>
                      <a:pt x="27" y="320"/>
                      <a:pt x="31" y="314"/>
                      <a:pt x="34" y="308"/>
                    </a:cubicBezTo>
                    <a:lnTo>
                      <a:pt x="34" y="309"/>
                    </a:lnTo>
                    <a:lnTo>
                      <a:pt x="34" y="308"/>
                    </a:lnTo>
                    <a:cubicBezTo>
                      <a:pt x="35" y="305"/>
                      <a:pt x="37" y="301"/>
                      <a:pt x="38" y="298"/>
                    </a:cubicBezTo>
                    <a:cubicBezTo>
                      <a:pt x="41" y="289"/>
                      <a:pt x="44" y="279"/>
                      <a:pt x="45" y="270"/>
                    </a:cubicBezTo>
                    <a:cubicBezTo>
                      <a:pt x="47" y="263"/>
                      <a:pt x="48" y="255"/>
                      <a:pt x="49" y="248"/>
                    </a:cubicBezTo>
                    <a:cubicBezTo>
                      <a:pt x="50" y="230"/>
                      <a:pt x="50" y="213"/>
                      <a:pt x="49" y="195"/>
                    </a:cubicBezTo>
                    <a:cubicBezTo>
                      <a:pt x="49" y="183"/>
                      <a:pt x="47" y="170"/>
                      <a:pt x="45" y="158"/>
                    </a:cubicBezTo>
                    <a:cubicBezTo>
                      <a:pt x="43" y="149"/>
                      <a:pt x="41" y="139"/>
                      <a:pt x="39" y="130"/>
                    </a:cubicBezTo>
                    <a:cubicBezTo>
                      <a:pt x="38" y="125"/>
                      <a:pt x="37" y="120"/>
                      <a:pt x="35" y="116"/>
                    </a:cubicBezTo>
                    <a:cubicBezTo>
                      <a:pt x="34" y="111"/>
                      <a:pt x="33" y="106"/>
                      <a:pt x="31" y="101"/>
                    </a:cubicBezTo>
                    <a:cubicBezTo>
                      <a:pt x="27" y="90"/>
                      <a:pt x="24" y="78"/>
                      <a:pt x="19" y="67"/>
                    </a:cubicBezTo>
                    <a:cubicBezTo>
                      <a:pt x="17" y="61"/>
                      <a:pt x="15" y="56"/>
                      <a:pt x="13" y="50"/>
                    </a:cubicBezTo>
                    <a:cubicBezTo>
                      <a:pt x="9" y="41"/>
                      <a:pt x="5" y="32"/>
                      <a:pt x="2" y="22"/>
                    </a:cubicBezTo>
                    <a:cubicBezTo>
                      <a:pt x="2" y="23"/>
                      <a:pt x="2" y="23"/>
                      <a:pt x="2" y="24"/>
                    </a:cubicBezTo>
                    <a:cubicBezTo>
                      <a:pt x="1" y="19"/>
                      <a:pt x="0" y="15"/>
                      <a:pt x="1" y="10"/>
                    </a:cubicBezTo>
                    <a:cubicBezTo>
                      <a:pt x="2" y="5"/>
                      <a:pt x="6" y="3"/>
                      <a:pt x="10" y="1"/>
                    </a:cubicBezTo>
                    <a:cubicBezTo>
                      <a:pt x="15" y="0"/>
                      <a:pt x="19" y="1"/>
                      <a:pt x="23" y="4"/>
                    </a:cubicBezTo>
                    <a:cubicBezTo>
                      <a:pt x="25" y="5"/>
                      <a:pt x="27" y="8"/>
                      <a:pt x="28" y="10"/>
                    </a:cubicBezTo>
                    <a:cubicBezTo>
                      <a:pt x="30" y="11"/>
                      <a:pt x="31" y="12"/>
                      <a:pt x="32" y="14"/>
                    </a:cubicBezTo>
                    <a:cubicBezTo>
                      <a:pt x="37" y="19"/>
                      <a:pt x="37" y="27"/>
                      <a:pt x="31" y="32"/>
                    </a:cubicBezTo>
                    <a:cubicBezTo>
                      <a:pt x="35" y="42"/>
                      <a:pt x="38" y="53"/>
                      <a:pt x="42" y="63"/>
                    </a:cubicBezTo>
                    <a:cubicBezTo>
                      <a:pt x="44" y="68"/>
                      <a:pt x="45" y="73"/>
                      <a:pt x="47" y="78"/>
                    </a:cubicBezTo>
                    <a:cubicBezTo>
                      <a:pt x="49" y="84"/>
                      <a:pt x="51" y="90"/>
                      <a:pt x="53" y="96"/>
                    </a:cubicBezTo>
                    <a:cubicBezTo>
                      <a:pt x="56" y="108"/>
                      <a:pt x="59" y="120"/>
                      <a:pt x="62" y="132"/>
                    </a:cubicBezTo>
                    <a:cubicBezTo>
                      <a:pt x="63" y="139"/>
                      <a:pt x="65" y="146"/>
                      <a:pt x="66" y="153"/>
                    </a:cubicBezTo>
                    <a:cubicBezTo>
                      <a:pt x="68" y="162"/>
                      <a:pt x="69" y="170"/>
                      <a:pt x="69" y="178"/>
                    </a:cubicBezTo>
                    <a:cubicBezTo>
                      <a:pt x="70" y="187"/>
                      <a:pt x="71" y="197"/>
                      <a:pt x="71" y="205"/>
                    </a:cubicBezTo>
                    <a:cubicBezTo>
                      <a:pt x="72" y="216"/>
                      <a:pt x="71" y="226"/>
                      <a:pt x="71" y="236"/>
                    </a:cubicBezTo>
                    <a:cubicBezTo>
                      <a:pt x="70" y="250"/>
                      <a:pt x="69" y="264"/>
                      <a:pt x="66" y="278"/>
                    </a:cubicBezTo>
                    <a:cubicBezTo>
                      <a:pt x="63" y="291"/>
                      <a:pt x="61" y="304"/>
                      <a:pt x="55" y="316"/>
                    </a:cubicBezTo>
                    <a:cubicBezTo>
                      <a:pt x="51" y="325"/>
                      <a:pt x="45" y="335"/>
                      <a:pt x="40" y="343"/>
                    </a:cubicBezTo>
                    <a:cubicBezTo>
                      <a:pt x="37" y="347"/>
                      <a:pt x="34" y="349"/>
                      <a:pt x="30" y="349"/>
                    </a:cubicBezTo>
                    <a:cubicBezTo>
                      <a:pt x="27" y="349"/>
                      <a:pt x="26" y="348"/>
                      <a:pt x="23" y="34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7" name="Google Shape;3487;p40"/>
              <p:cNvSpPr/>
              <p:nvPr/>
            </p:nvSpPr>
            <p:spPr>
              <a:xfrm>
                <a:off x="783720" y="761760"/>
                <a:ext cx="18000" cy="4824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4" extrusionOk="0">
                    <a:moveTo>
                      <a:pt x="10" y="133"/>
                    </a:moveTo>
                    <a:cubicBezTo>
                      <a:pt x="4" y="131"/>
                      <a:pt x="0" y="125"/>
                      <a:pt x="2" y="119"/>
                    </a:cubicBezTo>
                    <a:cubicBezTo>
                      <a:pt x="5" y="102"/>
                      <a:pt x="10" y="86"/>
                      <a:pt x="13" y="70"/>
                    </a:cubicBezTo>
                    <a:cubicBezTo>
                      <a:pt x="15" y="60"/>
                      <a:pt x="17" y="51"/>
                      <a:pt x="18" y="42"/>
                    </a:cubicBezTo>
                    <a:cubicBezTo>
                      <a:pt x="19" y="36"/>
                      <a:pt x="21" y="31"/>
                      <a:pt x="21" y="25"/>
                    </a:cubicBezTo>
                    <a:cubicBezTo>
                      <a:pt x="22" y="23"/>
                      <a:pt x="22" y="20"/>
                      <a:pt x="22" y="17"/>
                    </a:cubicBezTo>
                    <a:cubicBezTo>
                      <a:pt x="22" y="15"/>
                      <a:pt x="22" y="13"/>
                      <a:pt x="23" y="10"/>
                    </a:cubicBezTo>
                    <a:cubicBezTo>
                      <a:pt x="25" y="4"/>
                      <a:pt x="32" y="0"/>
                      <a:pt x="39" y="2"/>
                    </a:cubicBezTo>
                    <a:cubicBezTo>
                      <a:pt x="46" y="4"/>
                      <a:pt x="49" y="11"/>
                      <a:pt x="47" y="17"/>
                    </a:cubicBezTo>
                    <a:lnTo>
                      <a:pt x="47" y="18"/>
                    </a:lnTo>
                    <a:cubicBezTo>
                      <a:pt x="46" y="26"/>
                      <a:pt x="45" y="34"/>
                      <a:pt x="43" y="42"/>
                    </a:cubicBezTo>
                    <a:cubicBezTo>
                      <a:pt x="42" y="51"/>
                      <a:pt x="39" y="59"/>
                      <a:pt x="38" y="68"/>
                    </a:cubicBezTo>
                    <a:cubicBezTo>
                      <a:pt x="33" y="87"/>
                      <a:pt x="29" y="106"/>
                      <a:pt x="24" y="125"/>
                    </a:cubicBezTo>
                    <a:cubicBezTo>
                      <a:pt x="23" y="130"/>
                      <a:pt x="18" y="133"/>
                      <a:pt x="13" y="133"/>
                    </a:cubicBezTo>
                    <a:cubicBezTo>
                      <a:pt x="12" y="133"/>
                      <a:pt x="11" y="133"/>
                      <a:pt x="10" y="1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8" name="Google Shape;3488;p40"/>
              <p:cNvSpPr/>
              <p:nvPr/>
            </p:nvSpPr>
            <p:spPr>
              <a:xfrm>
                <a:off x="840960" y="730080"/>
                <a:ext cx="33120" cy="39240"/>
              </a:xfrm>
              <a:custGeom>
                <a:avLst/>
                <a:gdLst/>
                <a:ahLst/>
                <a:cxnLst/>
                <a:rect l="l" t="t" r="r" b="b"/>
                <a:pathLst>
                  <a:path w="92" h="109" extrusionOk="0">
                    <a:moveTo>
                      <a:pt x="67" y="102"/>
                    </a:moveTo>
                    <a:cubicBezTo>
                      <a:pt x="62" y="91"/>
                      <a:pt x="55" y="80"/>
                      <a:pt x="49" y="70"/>
                    </a:cubicBezTo>
                    <a:cubicBezTo>
                      <a:pt x="46" y="66"/>
                      <a:pt x="43" y="61"/>
                      <a:pt x="40" y="57"/>
                    </a:cubicBezTo>
                    <a:cubicBezTo>
                      <a:pt x="36" y="52"/>
                      <a:pt x="33" y="48"/>
                      <a:pt x="29" y="43"/>
                    </a:cubicBezTo>
                    <a:cubicBezTo>
                      <a:pt x="26" y="40"/>
                      <a:pt x="23" y="37"/>
                      <a:pt x="20" y="33"/>
                    </a:cubicBezTo>
                    <a:cubicBezTo>
                      <a:pt x="19" y="33"/>
                      <a:pt x="18" y="32"/>
                      <a:pt x="17" y="31"/>
                    </a:cubicBezTo>
                    <a:cubicBezTo>
                      <a:pt x="16" y="32"/>
                      <a:pt x="15" y="32"/>
                      <a:pt x="13" y="31"/>
                    </a:cubicBezTo>
                    <a:cubicBezTo>
                      <a:pt x="9" y="31"/>
                      <a:pt x="6" y="28"/>
                      <a:pt x="4" y="25"/>
                    </a:cubicBezTo>
                    <a:cubicBezTo>
                      <a:pt x="4" y="25"/>
                      <a:pt x="4" y="24"/>
                      <a:pt x="3" y="24"/>
                    </a:cubicBezTo>
                    <a:cubicBezTo>
                      <a:pt x="3" y="23"/>
                      <a:pt x="1" y="21"/>
                      <a:pt x="1" y="20"/>
                    </a:cubicBezTo>
                    <a:cubicBezTo>
                      <a:pt x="0" y="17"/>
                      <a:pt x="0" y="14"/>
                      <a:pt x="1" y="11"/>
                    </a:cubicBezTo>
                    <a:cubicBezTo>
                      <a:pt x="3" y="4"/>
                      <a:pt x="10" y="0"/>
                      <a:pt x="17" y="2"/>
                    </a:cubicBezTo>
                    <a:cubicBezTo>
                      <a:pt x="18" y="3"/>
                      <a:pt x="20" y="3"/>
                      <a:pt x="21" y="4"/>
                    </a:cubicBezTo>
                    <a:cubicBezTo>
                      <a:pt x="24" y="5"/>
                      <a:pt x="25" y="6"/>
                      <a:pt x="27" y="7"/>
                    </a:cubicBezTo>
                    <a:cubicBezTo>
                      <a:pt x="29" y="10"/>
                      <a:pt x="32" y="12"/>
                      <a:pt x="34" y="14"/>
                    </a:cubicBezTo>
                    <a:cubicBezTo>
                      <a:pt x="37" y="17"/>
                      <a:pt x="40" y="20"/>
                      <a:pt x="42" y="23"/>
                    </a:cubicBezTo>
                    <a:cubicBezTo>
                      <a:pt x="49" y="30"/>
                      <a:pt x="54" y="37"/>
                      <a:pt x="59" y="44"/>
                    </a:cubicBezTo>
                    <a:cubicBezTo>
                      <a:pt x="70" y="59"/>
                      <a:pt x="79" y="74"/>
                      <a:pt x="88" y="90"/>
                    </a:cubicBezTo>
                    <a:cubicBezTo>
                      <a:pt x="91" y="95"/>
                      <a:pt x="89" y="103"/>
                      <a:pt x="83" y="106"/>
                    </a:cubicBezTo>
                    <a:cubicBezTo>
                      <a:pt x="81" y="107"/>
                      <a:pt x="80" y="108"/>
                      <a:pt x="77" y="108"/>
                    </a:cubicBezTo>
                    <a:cubicBezTo>
                      <a:pt x="73" y="108"/>
                      <a:pt x="69" y="105"/>
                      <a:pt x="67" y="10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9" name="Google Shape;3489;p40"/>
              <p:cNvSpPr/>
              <p:nvPr/>
            </p:nvSpPr>
            <p:spPr>
              <a:xfrm>
                <a:off x="850680" y="720360"/>
                <a:ext cx="47160" cy="47880"/>
              </a:xfrm>
              <a:custGeom>
                <a:avLst/>
                <a:gdLst/>
                <a:ahLst/>
                <a:cxnLst/>
                <a:rect l="l" t="t" r="r" b="b"/>
                <a:pathLst>
                  <a:path w="131" h="133" extrusionOk="0">
                    <a:moveTo>
                      <a:pt x="6" y="129"/>
                    </a:moveTo>
                    <a:cubicBezTo>
                      <a:pt x="1" y="125"/>
                      <a:pt x="0" y="117"/>
                      <a:pt x="4" y="113"/>
                    </a:cubicBezTo>
                    <a:cubicBezTo>
                      <a:pt x="18" y="94"/>
                      <a:pt x="33" y="78"/>
                      <a:pt x="48" y="60"/>
                    </a:cubicBezTo>
                    <a:cubicBezTo>
                      <a:pt x="54" y="53"/>
                      <a:pt x="61" y="45"/>
                      <a:pt x="68" y="37"/>
                    </a:cubicBezTo>
                    <a:cubicBezTo>
                      <a:pt x="75" y="30"/>
                      <a:pt x="81" y="24"/>
                      <a:pt x="88" y="18"/>
                    </a:cubicBezTo>
                    <a:cubicBezTo>
                      <a:pt x="95" y="12"/>
                      <a:pt x="102" y="8"/>
                      <a:pt x="110" y="4"/>
                    </a:cubicBezTo>
                    <a:cubicBezTo>
                      <a:pt x="116" y="0"/>
                      <a:pt x="123" y="2"/>
                      <a:pt x="127" y="8"/>
                    </a:cubicBezTo>
                    <a:cubicBezTo>
                      <a:pt x="130" y="14"/>
                      <a:pt x="128" y="22"/>
                      <a:pt x="122" y="26"/>
                    </a:cubicBezTo>
                    <a:cubicBezTo>
                      <a:pt x="117" y="28"/>
                      <a:pt x="113" y="30"/>
                      <a:pt x="109" y="33"/>
                    </a:cubicBezTo>
                    <a:lnTo>
                      <a:pt x="110" y="32"/>
                    </a:lnTo>
                    <a:cubicBezTo>
                      <a:pt x="107" y="34"/>
                      <a:pt x="104" y="37"/>
                      <a:pt x="101" y="39"/>
                    </a:cubicBezTo>
                    <a:cubicBezTo>
                      <a:pt x="94" y="46"/>
                      <a:pt x="87" y="53"/>
                      <a:pt x="80" y="60"/>
                    </a:cubicBezTo>
                    <a:lnTo>
                      <a:pt x="81" y="59"/>
                    </a:lnTo>
                    <a:cubicBezTo>
                      <a:pt x="61" y="81"/>
                      <a:pt x="41" y="103"/>
                      <a:pt x="23" y="127"/>
                    </a:cubicBezTo>
                    <a:cubicBezTo>
                      <a:pt x="21" y="130"/>
                      <a:pt x="17" y="132"/>
                      <a:pt x="14" y="132"/>
                    </a:cubicBezTo>
                    <a:cubicBezTo>
                      <a:pt x="11" y="132"/>
                      <a:pt x="8" y="131"/>
                      <a:pt x="6" y="1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0" name="Google Shape;3490;p40"/>
              <p:cNvSpPr/>
              <p:nvPr/>
            </p:nvSpPr>
            <p:spPr>
              <a:xfrm>
                <a:off x="920520" y="738720"/>
                <a:ext cx="26280" cy="14040"/>
              </a:xfrm>
              <a:custGeom>
                <a:avLst/>
                <a:gdLst/>
                <a:ahLst/>
                <a:cxnLst/>
                <a:rect l="l" t="t" r="r" b="b"/>
                <a:pathLst>
                  <a:path w="73" h="39" extrusionOk="0">
                    <a:moveTo>
                      <a:pt x="12" y="37"/>
                    </a:moveTo>
                    <a:cubicBezTo>
                      <a:pt x="4" y="35"/>
                      <a:pt x="0" y="24"/>
                      <a:pt x="5" y="17"/>
                    </a:cubicBezTo>
                    <a:cubicBezTo>
                      <a:pt x="7" y="16"/>
                      <a:pt x="7" y="15"/>
                      <a:pt x="8" y="14"/>
                    </a:cubicBezTo>
                    <a:cubicBezTo>
                      <a:pt x="11" y="12"/>
                      <a:pt x="15" y="10"/>
                      <a:pt x="18" y="9"/>
                    </a:cubicBezTo>
                    <a:cubicBezTo>
                      <a:pt x="22" y="7"/>
                      <a:pt x="27" y="6"/>
                      <a:pt x="32" y="6"/>
                    </a:cubicBezTo>
                    <a:cubicBezTo>
                      <a:pt x="40" y="4"/>
                      <a:pt x="49" y="3"/>
                      <a:pt x="58" y="1"/>
                    </a:cubicBezTo>
                    <a:cubicBezTo>
                      <a:pt x="64" y="0"/>
                      <a:pt x="71" y="5"/>
                      <a:pt x="71" y="11"/>
                    </a:cubicBezTo>
                    <a:cubicBezTo>
                      <a:pt x="72" y="18"/>
                      <a:pt x="67" y="24"/>
                      <a:pt x="61" y="25"/>
                    </a:cubicBezTo>
                    <a:cubicBezTo>
                      <a:pt x="55" y="26"/>
                      <a:pt x="49" y="27"/>
                      <a:pt x="43" y="28"/>
                    </a:cubicBezTo>
                    <a:cubicBezTo>
                      <a:pt x="37" y="29"/>
                      <a:pt x="33" y="30"/>
                      <a:pt x="28" y="32"/>
                    </a:cubicBezTo>
                    <a:cubicBezTo>
                      <a:pt x="27" y="32"/>
                      <a:pt x="26" y="32"/>
                      <a:pt x="26" y="32"/>
                    </a:cubicBezTo>
                    <a:cubicBezTo>
                      <a:pt x="23" y="36"/>
                      <a:pt x="20" y="38"/>
                      <a:pt x="16" y="38"/>
                    </a:cubicBezTo>
                    <a:cubicBezTo>
                      <a:pt x="15" y="38"/>
                      <a:pt x="14" y="38"/>
                      <a:pt x="12" y="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1" name="Google Shape;3491;p40"/>
              <p:cNvSpPr/>
              <p:nvPr/>
            </p:nvSpPr>
            <p:spPr>
              <a:xfrm>
                <a:off x="927360" y="716400"/>
                <a:ext cx="18720" cy="42480"/>
              </a:xfrm>
              <a:custGeom>
                <a:avLst/>
                <a:gdLst/>
                <a:ahLst/>
                <a:cxnLst/>
                <a:rect l="l" t="t" r="r" b="b"/>
                <a:pathLst>
                  <a:path w="52" h="118" extrusionOk="0">
                    <a:moveTo>
                      <a:pt x="12" y="117"/>
                    </a:moveTo>
                    <a:cubicBezTo>
                      <a:pt x="6" y="117"/>
                      <a:pt x="0" y="112"/>
                      <a:pt x="0" y="105"/>
                    </a:cubicBezTo>
                    <a:cubicBezTo>
                      <a:pt x="1" y="97"/>
                      <a:pt x="2" y="88"/>
                      <a:pt x="3" y="79"/>
                    </a:cubicBezTo>
                    <a:cubicBezTo>
                      <a:pt x="5" y="71"/>
                      <a:pt x="6" y="63"/>
                      <a:pt x="9" y="55"/>
                    </a:cubicBezTo>
                    <a:cubicBezTo>
                      <a:pt x="11" y="47"/>
                      <a:pt x="13" y="40"/>
                      <a:pt x="16" y="31"/>
                    </a:cubicBezTo>
                    <a:cubicBezTo>
                      <a:pt x="17" y="28"/>
                      <a:pt x="18" y="24"/>
                      <a:pt x="20" y="20"/>
                    </a:cubicBezTo>
                    <a:cubicBezTo>
                      <a:pt x="22" y="14"/>
                      <a:pt x="25" y="7"/>
                      <a:pt x="31" y="3"/>
                    </a:cubicBezTo>
                    <a:cubicBezTo>
                      <a:pt x="38" y="0"/>
                      <a:pt x="46" y="3"/>
                      <a:pt x="49" y="10"/>
                    </a:cubicBezTo>
                    <a:cubicBezTo>
                      <a:pt x="51" y="15"/>
                      <a:pt x="49" y="22"/>
                      <a:pt x="45" y="24"/>
                    </a:cubicBezTo>
                    <a:cubicBezTo>
                      <a:pt x="45" y="25"/>
                      <a:pt x="45" y="26"/>
                      <a:pt x="44" y="26"/>
                    </a:cubicBezTo>
                    <a:cubicBezTo>
                      <a:pt x="42" y="30"/>
                      <a:pt x="41" y="34"/>
                      <a:pt x="38" y="39"/>
                    </a:cubicBezTo>
                    <a:cubicBezTo>
                      <a:pt x="37" y="44"/>
                      <a:pt x="35" y="50"/>
                      <a:pt x="34" y="55"/>
                    </a:cubicBezTo>
                    <a:cubicBezTo>
                      <a:pt x="32" y="61"/>
                      <a:pt x="30" y="67"/>
                      <a:pt x="28" y="73"/>
                    </a:cubicBezTo>
                    <a:cubicBezTo>
                      <a:pt x="27" y="84"/>
                      <a:pt x="25" y="96"/>
                      <a:pt x="24" y="107"/>
                    </a:cubicBezTo>
                    <a:cubicBezTo>
                      <a:pt x="23" y="113"/>
                      <a:pt x="18" y="117"/>
                      <a:pt x="12" y="1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2" name="Google Shape;3492;p40"/>
              <p:cNvSpPr/>
              <p:nvPr/>
            </p:nvSpPr>
            <p:spPr>
              <a:xfrm>
                <a:off x="975600" y="707760"/>
                <a:ext cx="61920" cy="119880"/>
              </a:xfrm>
              <a:custGeom>
                <a:avLst/>
                <a:gdLst/>
                <a:ahLst/>
                <a:cxnLst/>
                <a:rect l="l" t="t" r="r" b="b"/>
                <a:pathLst>
                  <a:path w="172" h="333" extrusionOk="0">
                    <a:moveTo>
                      <a:pt x="66" y="306"/>
                    </a:moveTo>
                    <a:cubicBezTo>
                      <a:pt x="66" y="305"/>
                      <a:pt x="66" y="305"/>
                      <a:pt x="66" y="305"/>
                    </a:cubicBezTo>
                    <a:cubicBezTo>
                      <a:pt x="70" y="295"/>
                      <a:pt x="71" y="285"/>
                      <a:pt x="74" y="275"/>
                    </a:cubicBezTo>
                    <a:lnTo>
                      <a:pt x="74" y="276"/>
                    </a:lnTo>
                    <a:cubicBezTo>
                      <a:pt x="76" y="263"/>
                      <a:pt x="78" y="251"/>
                      <a:pt x="81" y="239"/>
                    </a:cubicBezTo>
                    <a:cubicBezTo>
                      <a:pt x="83" y="226"/>
                      <a:pt x="85" y="214"/>
                      <a:pt x="87" y="202"/>
                    </a:cubicBezTo>
                    <a:cubicBezTo>
                      <a:pt x="88" y="195"/>
                      <a:pt x="89" y="188"/>
                      <a:pt x="90" y="181"/>
                    </a:cubicBezTo>
                    <a:cubicBezTo>
                      <a:pt x="84" y="187"/>
                      <a:pt x="78" y="193"/>
                      <a:pt x="73" y="199"/>
                    </a:cubicBezTo>
                    <a:cubicBezTo>
                      <a:pt x="67" y="205"/>
                      <a:pt x="63" y="210"/>
                      <a:pt x="59" y="216"/>
                    </a:cubicBezTo>
                    <a:cubicBezTo>
                      <a:pt x="56" y="220"/>
                      <a:pt x="53" y="225"/>
                      <a:pt x="51" y="230"/>
                    </a:cubicBezTo>
                    <a:lnTo>
                      <a:pt x="51" y="229"/>
                    </a:lnTo>
                    <a:cubicBezTo>
                      <a:pt x="50" y="231"/>
                      <a:pt x="49" y="233"/>
                      <a:pt x="48" y="236"/>
                    </a:cubicBezTo>
                    <a:cubicBezTo>
                      <a:pt x="47" y="238"/>
                      <a:pt x="46" y="241"/>
                      <a:pt x="45" y="244"/>
                    </a:cubicBezTo>
                    <a:cubicBezTo>
                      <a:pt x="45" y="248"/>
                      <a:pt x="44" y="252"/>
                      <a:pt x="44" y="255"/>
                    </a:cubicBezTo>
                    <a:cubicBezTo>
                      <a:pt x="44" y="258"/>
                      <a:pt x="44" y="261"/>
                      <a:pt x="44" y="264"/>
                    </a:cubicBezTo>
                    <a:cubicBezTo>
                      <a:pt x="44" y="266"/>
                      <a:pt x="44" y="269"/>
                      <a:pt x="45" y="271"/>
                    </a:cubicBezTo>
                    <a:cubicBezTo>
                      <a:pt x="45" y="273"/>
                      <a:pt x="45" y="275"/>
                      <a:pt x="46" y="277"/>
                    </a:cubicBezTo>
                    <a:cubicBezTo>
                      <a:pt x="47" y="280"/>
                      <a:pt x="48" y="283"/>
                      <a:pt x="49" y="286"/>
                    </a:cubicBezTo>
                    <a:cubicBezTo>
                      <a:pt x="51" y="288"/>
                      <a:pt x="52" y="290"/>
                      <a:pt x="53" y="293"/>
                    </a:cubicBezTo>
                    <a:cubicBezTo>
                      <a:pt x="55" y="294"/>
                      <a:pt x="56" y="297"/>
                      <a:pt x="58" y="298"/>
                    </a:cubicBezTo>
                    <a:cubicBezTo>
                      <a:pt x="59" y="300"/>
                      <a:pt x="60" y="301"/>
                      <a:pt x="62" y="303"/>
                    </a:cubicBezTo>
                    <a:cubicBezTo>
                      <a:pt x="63" y="304"/>
                      <a:pt x="63" y="304"/>
                      <a:pt x="64" y="304"/>
                    </a:cubicBezTo>
                    <a:cubicBezTo>
                      <a:pt x="64" y="305"/>
                      <a:pt x="65" y="305"/>
                      <a:pt x="66" y="306"/>
                    </a:cubicBezTo>
                    <a:moveTo>
                      <a:pt x="70" y="332"/>
                    </a:moveTo>
                    <a:cubicBezTo>
                      <a:pt x="62" y="332"/>
                      <a:pt x="55" y="328"/>
                      <a:pt x="49" y="323"/>
                    </a:cubicBezTo>
                    <a:cubicBezTo>
                      <a:pt x="43" y="319"/>
                      <a:pt x="38" y="312"/>
                      <a:pt x="34" y="307"/>
                    </a:cubicBezTo>
                    <a:cubicBezTo>
                      <a:pt x="30" y="300"/>
                      <a:pt x="26" y="293"/>
                      <a:pt x="24" y="285"/>
                    </a:cubicBezTo>
                    <a:cubicBezTo>
                      <a:pt x="18" y="269"/>
                      <a:pt x="20" y="252"/>
                      <a:pt x="24" y="237"/>
                    </a:cubicBezTo>
                    <a:cubicBezTo>
                      <a:pt x="28" y="220"/>
                      <a:pt x="38" y="207"/>
                      <a:pt x="48" y="194"/>
                    </a:cubicBezTo>
                    <a:cubicBezTo>
                      <a:pt x="56" y="184"/>
                      <a:pt x="67" y="174"/>
                      <a:pt x="77" y="164"/>
                    </a:cubicBezTo>
                    <a:cubicBezTo>
                      <a:pt x="83" y="159"/>
                      <a:pt x="88" y="154"/>
                      <a:pt x="94" y="149"/>
                    </a:cubicBezTo>
                    <a:cubicBezTo>
                      <a:pt x="95" y="148"/>
                      <a:pt x="96" y="147"/>
                      <a:pt x="97" y="146"/>
                    </a:cubicBezTo>
                    <a:cubicBezTo>
                      <a:pt x="98" y="141"/>
                      <a:pt x="99" y="134"/>
                      <a:pt x="101" y="128"/>
                    </a:cubicBezTo>
                    <a:cubicBezTo>
                      <a:pt x="102" y="125"/>
                      <a:pt x="103" y="121"/>
                      <a:pt x="104" y="117"/>
                    </a:cubicBezTo>
                    <a:cubicBezTo>
                      <a:pt x="105" y="113"/>
                      <a:pt x="106" y="108"/>
                      <a:pt x="108" y="104"/>
                    </a:cubicBezTo>
                    <a:cubicBezTo>
                      <a:pt x="101" y="113"/>
                      <a:pt x="93" y="121"/>
                      <a:pt x="84" y="128"/>
                    </a:cubicBezTo>
                    <a:cubicBezTo>
                      <a:pt x="78" y="134"/>
                      <a:pt x="73" y="139"/>
                      <a:pt x="66" y="143"/>
                    </a:cubicBezTo>
                    <a:cubicBezTo>
                      <a:pt x="59" y="147"/>
                      <a:pt x="52" y="149"/>
                      <a:pt x="44" y="149"/>
                    </a:cubicBezTo>
                    <a:cubicBezTo>
                      <a:pt x="38" y="150"/>
                      <a:pt x="31" y="149"/>
                      <a:pt x="25" y="146"/>
                    </a:cubicBezTo>
                    <a:cubicBezTo>
                      <a:pt x="18" y="142"/>
                      <a:pt x="14" y="135"/>
                      <a:pt x="11" y="128"/>
                    </a:cubicBezTo>
                    <a:cubicBezTo>
                      <a:pt x="7" y="122"/>
                      <a:pt x="5" y="114"/>
                      <a:pt x="4" y="107"/>
                    </a:cubicBezTo>
                    <a:cubicBezTo>
                      <a:pt x="3" y="101"/>
                      <a:pt x="2" y="96"/>
                      <a:pt x="2" y="90"/>
                    </a:cubicBezTo>
                    <a:cubicBezTo>
                      <a:pt x="1" y="86"/>
                      <a:pt x="1" y="83"/>
                      <a:pt x="0" y="79"/>
                    </a:cubicBezTo>
                    <a:cubicBezTo>
                      <a:pt x="0" y="76"/>
                      <a:pt x="0" y="72"/>
                      <a:pt x="0" y="69"/>
                    </a:cubicBezTo>
                    <a:cubicBezTo>
                      <a:pt x="0" y="56"/>
                      <a:pt x="0" y="43"/>
                      <a:pt x="3" y="30"/>
                    </a:cubicBezTo>
                    <a:cubicBezTo>
                      <a:pt x="4" y="23"/>
                      <a:pt x="7" y="15"/>
                      <a:pt x="10" y="8"/>
                    </a:cubicBezTo>
                    <a:cubicBezTo>
                      <a:pt x="12" y="6"/>
                      <a:pt x="14" y="4"/>
                      <a:pt x="16" y="3"/>
                    </a:cubicBezTo>
                    <a:cubicBezTo>
                      <a:pt x="18" y="2"/>
                      <a:pt x="20" y="1"/>
                      <a:pt x="23" y="1"/>
                    </a:cubicBezTo>
                    <a:cubicBezTo>
                      <a:pt x="22" y="1"/>
                      <a:pt x="22" y="1"/>
                      <a:pt x="21" y="1"/>
                    </a:cubicBezTo>
                    <a:cubicBezTo>
                      <a:pt x="30" y="0"/>
                      <a:pt x="37" y="9"/>
                      <a:pt x="35" y="17"/>
                    </a:cubicBezTo>
                    <a:cubicBezTo>
                      <a:pt x="34" y="20"/>
                      <a:pt x="32" y="22"/>
                      <a:pt x="30" y="24"/>
                    </a:cubicBezTo>
                    <a:lnTo>
                      <a:pt x="30" y="25"/>
                    </a:lnTo>
                    <a:cubicBezTo>
                      <a:pt x="30" y="25"/>
                      <a:pt x="29" y="26"/>
                      <a:pt x="28" y="27"/>
                    </a:cubicBezTo>
                    <a:cubicBezTo>
                      <a:pt x="28" y="30"/>
                      <a:pt x="27" y="33"/>
                      <a:pt x="26" y="35"/>
                    </a:cubicBezTo>
                    <a:cubicBezTo>
                      <a:pt x="27" y="35"/>
                      <a:pt x="27" y="34"/>
                      <a:pt x="27" y="34"/>
                    </a:cubicBezTo>
                    <a:cubicBezTo>
                      <a:pt x="25" y="41"/>
                      <a:pt x="24" y="48"/>
                      <a:pt x="24" y="55"/>
                    </a:cubicBezTo>
                    <a:cubicBezTo>
                      <a:pt x="23" y="62"/>
                      <a:pt x="23" y="70"/>
                      <a:pt x="23" y="77"/>
                    </a:cubicBezTo>
                    <a:cubicBezTo>
                      <a:pt x="24" y="85"/>
                      <a:pt x="24" y="93"/>
                      <a:pt x="26" y="100"/>
                    </a:cubicBezTo>
                    <a:cubicBezTo>
                      <a:pt x="27" y="104"/>
                      <a:pt x="28" y="107"/>
                      <a:pt x="28" y="111"/>
                    </a:cubicBezTo>
                    <a:cubicBezTo>
                      <a:pt x="30" y="113"/>
                      <a:pt x="30" y="114"/>
                      <a:pt x="31" y="116"/>
                    </a:cubicBezTo>
                    <a:cubicBezTo>
                      <a:pt x="31" y="118"/>
                      <a:pt x="32" y="119"/>
                      <a:pt x="33" y="120"/>
                    </a:cubicBezTo>
                    <a:cubicBezTo>
                      <a:pt x="34" y="122"/>
                      <a:pt x="35" y="123"/>
                      <a:pt x="36" y="124"/>
                    </a:cubicBezTo>
                    <a:cubicBezTo>
                      <a:pt x="36" y="125"/>
                      <a:pt x="37" y="125"/>
                      <a:pt x="37" y="125"/>
                    </a:cubicBezTo>
                    <a:lnTo>
                      <a:pt x="38" y="125"/>
                    </a:lnTo>
                    <a:cubicBezTo>
                      <a:pt x="37" y="125"/>
                      <a:pt x="37" y="125"/>
                      <a:pt x="37" y="125"/>
                    </a:cubicBezTo>
                    <a:cubicBezTo>
                      <a:pt x="38" y="125"/>
                      <a:pt x="38" y="125"/>
                      <a:pt x="38" y="126"/>
                    </a:cubicBezTo>
                    <a:cubicBezTo>
                      <a:pt x="38" y="125"/>
                      <a:pt x="38" y="125"/>
                      <a:pt x="38" y="125"/>
                    </a:cubicBezTo>
                    <a:lnTo>
                      <a:pt x="39" y="126"/>
                    </a:lnTo>
                    <a:lnTo>
                      <a:pt x="40" y="126"/>
                    </a:lnTo>
                    <a:cubicBezTo>
                      <a:pt x="41" y="126"/>
                      <a:pt x="42" y="126"/>
                      <a:pt x="42" y="126"/>
                    </a:cubicBezTo>
                    <a:cubicBezTo>
                      <a:pt x="45" y="126"/>
                      <a:pt x="46" y="125"/>
                      <a:pt x="48" y="125"/>
                    </a:cubicBezTo>
                    <a:cubicBezTo>
                      <a:pt x="49" y="125"/>
                      <a:pt x="50" y="125"/>
                      <a:pt x="51" y="125"/>
                    </a:cubicBezTo>
                    <a:cubicBezTo>
                      <a:pt x="51" y="124"/>
                      <a:pt x="52" y="124"/>
                      <a:pt x="52" y="124"/>
                    </a:cubicBezTo>
                    <a:cubicBezTo>
                      <a:pt x="54" y="123"/>
                      <a:pt x="56" y="122"/>
                      <a:pt x="58" y="121"/>
                    </a:cubicBezTo>
                    <a:cubicBezTo>
                      <a:pt x="61" y="119"/>
                      <a:pt x="64" y="117"/>
                      <a:pt x="67" y="114"/>
                    </a:cubicBezTo>
                    <a:cubicBezTo>
                      <a:pt x="73" y="109"/>
                      <a:pt x="78" y="104"/>
                      <a:pt x="83" y="99"/>
                    </a:cubicBezTo>
                    <a:cubicBezTo>
                      <a:pt x="88" y="92"/>
                      <a:pt x="94" y="86"/>
                      <a:pt x="99" y="79"/>
                    </a:cubicBezTo>
                    <a:cubicBezTo>
                      <a:pt x="105" y="72"/>
                      <a:pt x="110" y="64"/>
                      <a:pt x="116" y="57"/>
                    </a:cubicBezTo>
                    <a:cubicBezTo>
                      <a:pt x="122" y="47"/>
                      <a:pt x="129" y="37"/>
                      <a:pt x="134" y="27"/>
                    </a:cubicBezTo>
                    <a:cubicBezTo>
                      <a:pt x="134" y="26"/>
                      <a:pt x="135" y="26"/>
                      <a:pt x="135" y="25"/>
                    </a:cubicBezTo>
                    <a:cubicBezTo>
                      <a:pt x="138" y="19"/>
                      <a:pt x="144" y="16"/>
                      <a:pt x="151" y="19"/>
                    </a:cubicBezTo>
                    <a:cubicBezTo>
                      <a:pt x="154" y="20"/>
                      <a:pt x="156" y="23"/>
                      <a:pt x="157" y="25"/>
                    </a:cubicBezTo>
                    <a:cubicBezTo>
                      <a:pt x="158" y="29"/>
                      <a:pt x="158" y="33"/>
                      <a:pt x="156" y="36"/>
                    </a:cubicBezTo>
                    <a:cubicBezTo>
                      <a:pt x="152" y="44"/>
                      <a:pt x="149" y="52"/>
                      <a:pt x="146" y="60"/>
                    </a:cubicBezTo>
                    <a:cubicBezTo>
                      <a:pt x="141" y="74"/>
                      <a:pt x="136" y="89"/>
                      <a:pt x="131" y="103"/>
                    </a:cubicBezTo>
                    <a:cubicBezTo>
                      <a:pt x="129" y="108"/>
                      <a:pt x="127" y="114"/>
                      <a:pt x="126" y="120"/>
                    </a:cubicBezTo>
                    <a:cubicBezTo>
                      <a:pt x="134" y="112"/>
                      <a:pt x="143" y="104"/>
                      <a:pt x="152" y="96"/>
                    </a:cubicBezTo>
                    <a:cubicBezTo>
                      <a:pt x="157" y="93"/>
                      <a:pt x="163" y="93"/>
                      <a:pt x="167" y="97"/>
                    </a:cubicBezTo>
                    <a:cubicBezTo>
                      <a:pt x="171" y="101"/>
                      <a:pt x="171" y="107"/>
                      <a:pt x="166" y="111"/>
                    </a:cubicBezTo>
                    <a:cubicBezTo>
                      <a:pt x="151" y="125"/>
                      <a:pt x="136" y="139"/>
                      <a:pt x="120" y="154"/>
                    </a:cubicBezTo>
                    <a:cubicBezTo>
                      <a:pt x="119" y="155"/>
                      <a:pt x="118" y="156"/>
                      <a:pt x="117" y="157"/>
                    </a:cubicBezTo>
                    <a:cubicBezTo>
                      <a:pt x="116" y="161"/>
                      <a:pt x="115" y="165"/>
                      <a:pt x="114" y="169"/>
                    </a:cubicBezTo>
                    <a:lnTo>
                      <a:pt x="114" y="168"/>
                    </a:lnTo>
                    <a:cubicBezTo>
                      <a:pt x="109" y="192"/>
                      <a:pt x="106" y="216"/>
                      <a:pt x="102" y="240"/>
                    </a:cubicBezTo>
                    <a:cubicBezTo>
                      <a:pt x="100" y="253"/>
                      <a:pt x="98" y="266"/>
                      <a:pt x="96" y="279"/>
                    </a:cubicBezTo>
                    <a:cubicBezTo>
                      <a:pt x="95" y="284"/>
                      <a:pt x="94" y="290"/>
                      <a:pt x="93" y="296"/>
                    </a:cubicBezTo>
                    <a:cubicBezTo>
                      <a:pt x="91" y="305"/>
                      <a:pt x="90" y="315"/>
                      <a:pt x="85" y="323"/>
                    </a:cubicBezTo>
                    <a:cubicBezTo>
                      <a:pt x="82" y="328"/>
                      <a:pt x="76" y="332"/>
                      <a:pt x="70" y="3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3" name="Google Shape;3493;p40"/>
              <p:cNvSpPr/>
              <p:nvPr/>
            </p:nvSpPr>
            <p:spPr>
              <a:xfrm>
                <a:off x="1067040" y="726840"/>
                <a:ext cx="1548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43" h="28" extrusionOk="0">
                    <a:moveTo>
                      <a:pt x="13" y="26"/>
                    </a:moveTo>
                    <a:lnTo>
                      <a:pt x="12" y="26"/>
                    </a:lnTo>
                    <a:cubicBezTo>
                      <a:pt x="10" y="26"/>
                      <a:pt x="9" y="26"/>
                      <a:pt x="9" y="25"/>
                    </a:cubicBezTo>
                    <a:cubicBezTo>
                      <a:pt x="3" y="23"/>
                      <a:pt x="0" y="17"/>
                      <a:pt x="1" y="12"/>
                    </a:cubicBezTo>
                    <a:cubicBezTo>
                      <a:pt x="2" y="7"/>
                      <a:pt x="6" y="2"/>
                      <a:pt x="10" y="1"/>
                    </a:cubicBezTo>
                    <a:cubicBezTo>
                      <a:pt x="12" y="1"/>
                      <a:pt x="13" y="1"/>
                      <a:pt x="14" y="1"/>
                    </a:cubicBezTo>
                    <a:cubicBezTo>
                      <a:pt x="20" y="0"/>
                      <a:pt x="25" y="0"/>
                      <a:pt x="30" y="0"/>
                    </a:cubicBezTo>
                    <a:cubicBezTo>
                      <a:pt x="37" y="0"/>
                      <a:pt x="42" y="6"/>
                      <a:pt x="42" y="12"/>
                    </a:cubicBezTo>
                    <a:cubicBezTo>
                      <a:pt x="42" y="19"/>
                      <a:pt x="36" y="25"/>
                      <a:pt x="30" y="25"/>
                    </a:cubicBezTo>
                    <a:cubicBezTo>
                      <a:pt x="27" y="25"/>
                      <a:pt x="26" y="25"/>
                      <a:pt x="24" y="25"/>
                    </a:cubicBezTo>
                    <a:lnTo>
                      <a:pt x="25" y="25"/>
                    </a:lnTo>
                    <a:cubicBezTo>
                      <a:pt x="24" y="25"/>
                      <a:pt x="24" y="25"/>
                      <a:pt x="24" y="25"/>
                    </a:cubicBezTo>
                    <a:cubicBezTo>
                      <a:pt x="21" y="26"/>
                      <a:pt x="19" y="27"/>
                      <a:pt x="17" y="27"/>
                    </a:cubicBezTo>
                    <a:cubicBezTo>
                      <a:pt x="16" y="27"/>
                      <a:pt x="14" y="27"/>
                      <a:pt x="13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4" name="Google Shape;3494;p40"/>
              <p:cNvSpPr/>
              <p:nvPr/>
            </p:nvSpPr>
            <p:spPr>
              <a:xfrm>
                <a:off x="1059120" y="739080"/>
                <a:ext cx="13320" cy="12240"/>
              </a:xfrm>
              <a:custGeom>
                <a:avLst/>
                <a:gdLst/>
                <a:ahLst/>
                <a:cxnLst/>
                <a:rect l="l" t="t" r="r" b="b"/>
                <a:pathLst>
                  <a:path w="37" h="34" extrusionOk="0">
                    <a:moveTo>
                      <a:pt x="21" y="33"/>
                    </a:moveTo>
                    <a:cubicBezTo>
                      <a:pt x="17" y="33"/>
                      <a:pt x="12" y="32"/>
                      <a:pt x="8" y="30"/>
                    </a:cubicBezTo>
                    <a:cubicBezTo>
                      <a:pt x="4" y="27"/>
                      <a:pt x="1" y="24"/>
                      <a:pt x="1" y="19"/>
                    </a:cubicBezTo>
                    <a:cubicBezTo>
                      <a:pt x="0" y="14"/>
                      <a:pt x="2" y="10"/>
                      <a:pt x="6" y="7"/>
                    </a:cubicBezTo>
                    <a:cubicBezTo>
                      <a:pt x="7" y="5"/>
                      <a:pt x="9" y="4"/>
                      <a:pt x="11" y="3"/>
                    </a:cubicBezTo>
                    <a:cubicBezTo>
                      <a:pt x="14" y="1"/>
                      <a:pt x="17" y="0"/>
                      <a:pt x="21" y="1"/>
                    </a:cubicBezTo>
                    <a:cubicBezTo>
                      <a:pt x="24" y="1"/>
                      <a:pt x="27" y="3"/>
                      <a:pt x="29" y="5"/>
                    </a:cubicBezTo>
                    <a:cubicBezTo>
                      <a:pt x="30" y="8"/>
                      <a:pt x="31" y="10"/>
                      <a:pt x="31" y="12"/>
                    </a:cubicBezTo>
                    <a:cubicBezTo>
                      <a:pt x="34" y="14"/>
                      <a:pt x="36" y="19"/>
                      <a:pt x="35" y="23"/>
                    </a:cubicBezTo>
                    <a:cubicBezTo>
                      <a:pt x="34" y="29"/>
                      <a:pt x="29" y="33"/>
                      <a:pt x="22" y="33"/>
                    </a:cubicBezTo>
                    <a:lnTo>
                      <a:pt x="21" y="3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5" name="Google Shape;3495;p40"/>
              <p:cNvSpPr/>
              <p:nvPr/>
            </p:nvSpPr>
            <p:spPr>
              <a:xfrm>
                <a:off x="1120680" y="684720"/>
                <a:ext cx="42840" cy="9900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275" extrusionOk="0">
                    <a:moveTo>
                      <a:pt x="39" y="274"/>
                    </a:moveTo>
                    <a:cubicBezTo>
                      <a:pt x="33" y="273"/>
                      <a:pt x="28" y="267"/>
                      <a:pt x="29" y="260"/>
                    </a:cubicBezTo>
                    <a:cubicBezTo>
                      <a:pt x="31" y="246"/>
                      <a:pt x="33" y="233"/>
                      <a:pt x="36" y="220"/>
                    </a:cubicBezTo>
                    <a:cubicBezTo>
                      <a:pt x="38" y="207"/>
                      <a:pt x="40" y="193"/>
                      <a:pt x="43" y="181"/>
                    </a:cubicBezTo>
                    <a:cubicBezTo>
                      <a:pt x="46" y="164"/>
                      <a:pt x="50" y="148"/>
                      <a:pt x="54" y="132"/>
                    </a:cubicBezTo>
                    <a:cubicBezTo>
                      <a:pt x="50" y="137"/>
                      <a:pt x="46" y="142"/>
                      <a:pt x="43" y="147"/>
                    </a:cubicBezTo>
                    <a:cubicBezTo>
                      <a:pt x="39" y="152"/>
                      <a:pt x="36" y="157"/>
                      <a:pt x="32" y="162"/>
                    </a:cubicBezTo>
                    <a:cubicBezTo>
                      <a:pt x="32" y="161"/>
                      <a:pt x="32" y="161"/>
                      <a:pt x="33" y="161"/>
                    </a:cubicBezTo>
                    <a:cubicBezTo>
                      <a:pt x="32" y="161"/>
                      <a:pt x="32" y="163"/>
                      <a:pt x="31" y="164"/>
                    </a:cubicBezTo>
                    <a:cubicBezTo>
                      <a:pt x="31" y="163"/>
                      <a:pt x="31" y="163"/>
                      <a:pt x="31" y="163"/>
                    </a:cubicBezTo>
                    <a:cubicBezTo>
                      <a:pt x="30" y="164"/>
                      <a:pt x="30" y="164"/>
                      <a:pt x="30" y="164"/>
                    </a:cubicBezTo>
                    <a:lnTo>
                      <a:pt x="31" y="164"/>
                    </a:lnTo>
                    <a:cubicBezTo>
                      <a:pt x="29" y="167"/>
                      <a:pt x="26" y="171"/>
                      <a:pt x="23" y="174"/>
                    </a:cubicBezTo>
                    <a:cubicBezTo>
                      <a:pt x="20" y="179"/>
                      <a:pt x="11" y="180"/>
                      <a:pt x="6" y="176"/>
                    </a:cubicBezTo>
                    <a:cubicBezTo>
                      <a:pt x="1" y="171"/>
                      <a:pt x="0" y="164"/>
                      <a:pt x="4" y="158"/>
                    </a:cubicBezTo>
                    <a:cubicBezTo>
                      <a:pt x="12" y="148"/>
                      <a:pt x="20" y="138"/>
                      <a:pt x="28" y="128"/>
                    </a:cubicBezTo>
                    <a:cubicBezTo>
                      <a:pt x="36" y="117"/>
                      <a:pt x="44" y="107"/>
                      <a:pt x="52" y="96"/>
                    </a:cubicBezTo>
                    <a:cubicBezTo>
                      <a:pt x="51" y="97"/>
                      <a:pt x="51" y="97"/>
                      <a:pt x="51" y="97"/>
                    </a:cubicBezTo>
                    <a:cubicBezTo>
                      <a:pt x="55" y="91"/>
                      <a:pt x="60" y="85"/>
                      <a:pt x="64" y="78"/>
                    </a:cubicBezTo>
                    <a:cubicBezTo>
                      <a:pt x="67" y="72"/>
                      <a:pt x="70" y="66"/>
                      <a:pt x="74" y="61"/>
                    </a:cubicBezTo>
                    <a:cubicBezTo>
                      <a:pt x="74" y="59"/>
                      <a:pt x="74" y="59"/>
                      <a:pt x="74" y="58"/>
                    </a:cubicBezTo>
                    <a:cubicBezTo>
                      <a:pt x="76" y="51"/>
                      <a:pt x="79" y="43"/>
                      <a:pt x="82" y="35"/>
                    </a:cubicBezTo>
                    <a:cubicBezTo>
                      <a:pt x="83" y="31"/>
                      <a:pt x="85" y="27"/>
                      <a:pt x="86" y="24"/>
                    </a:cubicBezTo>
                    <a:cubicBezTo>
                      <a:pt x="89" y="17"/>
                      <a:pt x="91" y="11"/>
                      <a:pt x="95" y="5"/>
                    </a:cubicBezTo>
                    <a:cubicBezTo>
                      <a:pt x="99" y="1"/>
                      <a:pt x="104" y="0"/>
                      <a:pt x="110" y="2"/>
                    </a:cubicBezTo>
                    <a:cubicBezTo>
                      <a:pt x="114" y="4"/>
                      <a:pt x="117" y="8"/>
                      <a:pt x="117" y="12"/>
                    </a:cubicBezTo>
                    <a:cubicBezTo>
                      <a:pt x="118" y="20"/>
                      <a:pt x="114" y="28"/>
                      <a:pt x="111" y="35"/>
                    </a:cubicBezTo>
                    <a:cubicBezTo>
                      <a:pt x="109" y="40"/>
                      <a:pt x="106" y="45"/>
                      <a:pt x="104" y="51"/>
                    </a:cubicBezTo>
                    <a:cubicBezTo>
                      <a:pt x="100" y="58"/>
                      <a:pt x="97" y="65"/>
                      <a:pt x="93" y="72"/>
                    </a:cubicBezTo>
                    <a:cubicBezTo>
                      <a:pt x="92" y="76"/>
                      <a:pt x="90" y="81"/>
                      <a:pt x="89" y="85"/>
                    </a:cubicBezTo>
                    <a:cubicBezTo>
                      <a:pt x="86" y="93"/>
                      <a:pt x="84" y="101"/>
                      <a:pt x="82" y="109"/>
                    </a:cubicBezTo>
                    <a:cubicBezTo>
                      <a:pt x="79" y="118"/>
                      <a:pt x="77" y="126"/>
                      <a:pt x="75" y="135"/>
                    </a:cubicBezTo>
                    <a:cubicBezTo>
                      <a:pt x="73" y="143"/>
                      <a:pt x="71" y="152"/>
                      <a:pt x="69" y="160"/>
                    </a:cubicBezTo>
                    <a:cubicBezTo>
                      <a:pt x="66" y="177"/>
                      <a:pt x="62" y="193"/>
                      <a:pt x="60" y="210"/>
                    </a:cubicBezTo>
                    <a:cubicBezTo>
                      <a:pt x="57" y="228"/>
                      <a:pt x="55" y="246"/>
                      <a:pt x="53" y="264"/>
                    </a:cubicBezTo>
                    <a:cubicBezTo>
                      <a:pt x="53" y="270"/>
                      <a:pt x="47" y="274"/>
                      <a:pt x="41" y="274"/>
                    </a:cubicBezTo>
                    <a:cubicBezTo>
                      <a:pt x="40" y="274"/>
                      <a:pt x="40" y="274"/>
                      <a:pt x="39" y="2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6" name="Google Shape;3496;p40"/>
              <p:cNvSpPr/>
              <p:nvPr/>
            </p:nvSpPr>
            <p:spPr>
              <a:xfrm>
                <a:off x="1058040" y="743040"/>
                <a:ext cx="32040" cy="14760"/>
              </a:xfrm>
              <a:custGeom>
                <a:avLst/>
                <a:gdLst/>
                <a:ahLst/>
                <a:cxnLst/>
                <a:rect l="l" t="t" r="r" b="b"/>
                <a:pathLst>
                  <a:path w="89" h="41" extrusionOk="0">
                    <a:moveTo>
                      <a:pt x="9" y="38"/>
                    </a:moveTo>
                    <a:cubicBezTo>
                      <a:pt x="6" y="36"/>
                      <a:pt x="4" y="33"/>
                      <a:pt x="3" y="30"/>
                    </a:cubicBezTo>
                    <a:cubicBezTo>
                      <a:pt x="1" y="28"/>
                      <a:pt x="0" y="25"/>
                      <a:pt x="0" y="22"/>
                    </a:cubicBezTo>
                    <a:cubicBezTo>
                      <a:pt x="0" y="19"/>
                      <a:pt x="2" y="16"/>
                      <a:pt x="4" y="13"/>
                    </a:cubicBezTo>
                    <a:cubicBezTo>
                      <a:pt x="9" y="8"/>
                      <a:pt x="16" y="8"/>
                      <a:pt x="22" y="7"/>
                    </a:cubicBezTo>
                    <a:cubicBezTo>
                      <a:pt x="25" y="6"/>
                      <a:pt x="28" y="6"/>
                      <a:pt x="31" y="6"/>
                    </a:cubicBezTo>
                    <a:cubicBezTo>
                      <a:pt x="45" y="5"/>
                      <a:pt x="60" y="3"/>
                      <a:pt x="74" y="1"/>
                    </a:cubicBezTo>
                    <a:cubicBezTo>
                      <a:pt x="81" y="0"/>
                      <a:pt x="87" y="5"/>
                      <a:pt x="88" y="11"/>
                    </a:cubicBezTo>
                    <a:cubicBezTo>
                      <a:pt x="88" y="17"/>
                      <a:pt x="84" y="23"/>
                      <a:pt x="77" y="24"/>
                    </a:cubicBezTo>
                    <a:cubicBezTo>
                      <a:pt x="67" y="26"/>
                      <a:pt x="57" y="27"/>
                      <a:pt x="48" y="28"/>
                    </a:cubicBezTo>
                    <a:cubicBezTo>
                      <a:pt x="41" y="29"/>
                      <a:pt x="34" y="30"/>
                      <a:pt x="27" y="31"/>
                    </a:cubicBezTo>
                    <a:cubicBezTo>
                      <a:pt x="25" y="36"/>
                      <a:pt x="20" y="40"/>
                      <a:pt x="15" y="40"/>
                    </a:cubicBezTo>
                    <a:cubicBezTo>
                      <a:pt x="13" y="40"/>
                      <a:pt x="10" y="39"/>
                      <a:pt x="9" y="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7" name="Google Shape;3497;p40"/>
              <p:cNvSpPr/>
              <p:nvPr/>
            </p:nvSpPr>
            <p:spPr>
              <a:xfrm>
                <a:off x="1062720" y="727560"/>
                <a:ext cx="2196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61" h="27" extrusionOk="0">
                    <a:moveTo>
                      <a:pt x="10" y="24"/>
                    </a:moveTo>
                    <a:cubicBezTo>
                      <a:pt x="0" y="21"/>
                      <a:pt x="0" y="6"/>
                      <a:pt x="8" y="2"/>
                    </a:cubicBezTo>
                    <a:cubicBezTo>
                      <a:pt x="11" y="1"/>
                      <a:pt x="14" y="0"/>
                      <a:pt x="17" y="0"/>
                    </a:cubicBezTo>
                    <a:cubicBezTo>
                      <a:pt x="18" y="0"/>
                      <a:pt x="19" y="1"/>
                      <a:pt x="20" y="2"/>
                    </a:cubicBezTo>
                    <a:cubicBezTo>
                      <a:pt x="21" y="2"/>
                      <a:pt x="21" y="2"/>
                      <a:pt x="22" y="2"/>
                    </a:cubicBezTo>
                    <a:lnTo>
                      <a:pt x="21" y="2"/>
                    </a:lnTo>
                    <a:cubicBezTo>
                      <a:pt x="30" y="2"/>
                      <a:pt x="39" y="2"/>
                      <a:pt x="48" y="1"/>
                    </a:cubicBezTo>
                    <a:cubicBezTo>
                      <a:pt x="54" y="0"/>
                      <a:pt x="59" y="6"/>
                      <a:pt x="60" y="12"/>
                    </a:cubicBezTo>
                    <a:cubicBezTo>
                      <a:pt x="60" y="18"/>
                      <a:pt x="56" y="24"/>
                      <a:pt x="49" y="25"/>
                    </a:cubicBezTo>
                    <a:cubicBezTo>
                      <a:pt x="43" y="25"/>
                      <a:pt x="36" y="26"/>
                      <a:pt x="30" y="26"/>
                    </a:cubicBezTo>
                    <a:cubicBezTo>
                      <a:pt x="28" y="26"/>
                      <a:pt x="25" y="26"/>
                      <a:pt x="22" y="26"/>
                    </a:cubicBezTo>
                    <a:cubicBezTo>
                      <a:pt x="18" y="26"/>
                      <a:pt x="13" y="26"/>
                      <a:pt x="10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8" name="Google Shape;3498;p40"/>
              <p:cNvSpPr/>
              <p:nvPr/>
            </p:nvSpPr>
            <p:spPr>
              <a:xfrm>
                <a:off x="174600" y="844200"/>
                <a:ext cx="60480" cy="67680"/>
              </a:xfrm>
              <a:custGeom>
                <a:avLst/>
                <a:gdLst/>
                <a:ahLst/>
                <a:cxnLst/>
                <a:rect l="l" t="t" r="r" b="b"/>
                <a:pathLst>
                  <a:path w="168" h="188" extrusionOk="0">
                    <a:moveTo>
                      <a:pt x="145" y="183"/>
                    </a:moveTo>
                    <a:cubicBezTo>
                      <a:pt x="140" y="175"/>
                      <a:pt x="135" y="168"/>
                      <a:pt x="130" y="160"/>
                    </a:cubicBezTo>
                    <a:cubicBezTo>
                      <a:pt x="127" y="157"/>
                      <a:pt x="124" y="153"/>
                      <a:pt x="122" y="150"/>
                    </a:cubicBezTo>
                    <a:cubicBezTo>
                      <a:pt x="119" y="147"/>
                      <a:pt x="117" y="144"/>
                      <a:pt x="114" y="141"/>
                    </a:cubicBezTo>
                    <a:cubicBezTo>
                      <a:pt x="106" y="131"/>
                      <a:pt x="98" y="122"/>
                      <a:pt x="89" y="114"/>
                    </a:cubicBezTo>
                    <a:cubicBezTo>
                      <a:pt x="80" y="103"/>
                      <a:pt x="69" y="94"/>
                      <a:pt x="59" y="83"/>
                    </a:cubicBezTo>
                    <a:cubicBezTo>
                      <a:pt x="54" y="80"/>
                      <a:pt x="51" y="76"/>
                      <a:pt x="47" y="71"/>
                    </a:cubicBezTo>
                    <a:cubicBezTo>
                      <a:pt x="42" y="67"/>
                      <a:pt x="38" y="63"/>
                      <a:pt x="34" y="58"/>
                    </a:cubicBezTo>
                    <a:cubicBezTo>
                      <a:pt x="29" y="53"/>
                      <a:pt x="25" y="48"/>
                      <a:pt x="20" y="43"/>
                    </a:cubicBezTo>
                    <a:cubicBezTo>
                      <a:pt x="15" y="36"/>
                      <a:pt x="10" y="30"/>
                      <a:pt x="6" y="24"/>
                    </a:cubicBezTo>
                    <a:cubicBezTo>
                      <a:pt x="5" y="23"/>
                      <a:pt x="4" y="23"/>
                      <a:pt x="4" y="23"/>
                    </a:cubicBezTo>
                    <a:cubicBezTo>
                      <a:pt x="0" y="17"/>
                      <a:pt x="1" y="9"/>
                      <a:pt x="7" y="4"/>
                    </a:cubicBezTo>
                    <a:cubicBezTo>
                      <a:pt x="13" y="0"/>
                      <a:pt x="21" y="2"/>
                      <a:pt x="25" y="7"/>
                    </a:cubicBezTo>
                    <a:cubicBezTo>
                      <a:pt x="30" y="14"/>
                      <a:pt x="35" y="21"/>
                      <a:pt x="40" y="28"/>
                    </a:cubicBezTo>
                    <a:cubicBezTo>
                      <a:pt x="45" y="34"/>
                      <a:pt x="49" y="38"/>
                      <a:pt x="53" y="43"/>
                    </a:cubicBezTo>
                    <a:cubicBezTo>
                      <a:pt x="58" y="48"/>
                      <a:pt x="63" y="53"/>
                      <a:pt x="67" y="58"/>
                    </a:cubicBezTo>
                    <a:cubicBezTo>
                      <a:pt x="75" y="66"/>
                      <a:pt x="84" y="74"/>
                      <a:pt x="92" y="83"/>
                    </a:cubicBezTo>
                    <a:cubicBezTo>
                      <a:pt x="110" y="102"/>
                      <a:pt x="128" y="122"/>
                      <a:pt x="145" y="143"/>
                    </a:cubicBezTo>
                    <a:cubicBezTo>
                      <a:pt x="151" y="152"/>
                      <a:pt x="158" y="161"/>
                      <a:pt x="163" y="169"/>
                    </a:cubicBezTo>
                    <a:cubicBezTo>
                      <a:pt x="167" y="175"/>
                      <a:pt x="166" y="182"/>
                      <a:pt x="161" y="186"/>
                    </a:cubicBezTo>
                    <a:cubicBezTo>
                      <a:pt x="159" y="187"/>
                      <a:pt x="157" y="187"/>
                      <a:pt x="154" y="187"/>
                    </a:cubicBezTo>
                    <a:cubicBezTo>
                      <a:pt x="151" y="187"/>
                      <a:pt x="147" y="186"/>
                      <a:pt x="145" y="18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9" name="Google Shape;3499;p40"/>
              <p:cNvSpPr/>
              <p:nvPr/>
            </p:nvSpPr>
            <p:spPr>
              <a:xfrm>
                <a:off x="180000" y="840600"/>
                <a:ext cx="60480" cy="72720"/>
              </a:xfrm>
              <a:custGeom>
                <a:avLst/>
                <a:gdLst/>
                <a:ahLst/>
                <a:cxnLst/>
                <a:rect l="l" t="t" r="r" b="b"/>
                <a:pathLst>
                  <a:path w="168" h="202" extrusionOk="0">
                    <a:moveTo>
                      <a:pt x="6" y="199"/>
                    </a:moveTo>
                    <a:cubicBezTo>
                      <a:pt x="1" y="194"/>
                      <a:pt x="0" y="187"/>
                      <a:pt x="4" y="182"/>
                    </a:cubicBezTo>
                    <a:cubicBezTo>
                      <a:pt x="19" y="165"/>
                      <a:pt x="34" y="147"/>
                      <a:pt x="49" y="129"/>
                    </a:cubicBezTo>
                    <a:cubicBezTo>
                      <a:pt x="62" y="113"/>
                      <a:pt x="75" y="96"/>
                      <a:pt x="87" y="79"/>
                    </a:cubicBezTo>
                    <a:cubicBezTo>
                      <a:pt x="88" y="78"/>
                      <a:pt x="88" y="78"/>
                      <a:pt x="88" y="78"/>
                    </a:cubicBezTo>
                    <a:cubicBezTo>
                      <a:pt x="97" y="65"/>
                      <a:pt x="105" y="52"/>
                      <a:pt x="115" y="40"/>
                    </a:cubicBezTo>
                    <a:cubicBezTo>
                      <a:pt x="123" y="27"/>
                      <a:pt x="133" y="14"/>
                      <a:pt x="144" y="5"/>
                    </a:cubicBezTo>
                    <a:cubicBezTo>
                      <a:pt x="150" y="0"/>
                      <a:pt x="158" y="0"/>
                      <a:pt x="162" y="5"/>
                    </a:cubicBezTo>
                    <a:cubicBezTo>
                      <a:pt x="167" y="9"/>
                      <a:pt x="167" y="18"/>
                      <a:pt x="162" y="23"/>
                    </a:cubicBezTo>
                    <a:cubicBezTo>
                      <a:pt x="157" y="27"/>
                      <a:pt x="151" y="32"/>
                      <a:pt x="146" y="37"/>
                    </a:cubicBezTo>
                    <a:cubicBezTo>
                      <a:pt x="130" y="56"/>
                      <a:pt x="117" y="77"/>
                      <a:pt x="102" y="97"/>
                    </a:cubicBezTo>
                    <a:cubicBezTo>
                      <a:pt x="87" y="117"/>
                      <a:pt x="71" y="137"/>
                      <a:pt x="55" y="157"/>
                    </a:cubicBezTo>
                    <a:cubicBezTo>
                      <a:pt x="44" y="170"/>
                      <a:pt x="32" y="183"/>
                      <a:pt x="21" y="197"/>
                    </a:cubicBezTo>
                    <a:cubicBezTo>
                      <a:pt x="19" y="200"/>
                      <a:pt x="16" y="201"/>
                      <a:pt x="13" y="201"/>
                    </a:cubicBezTo>
                    <a:cubicBezTo>
                      <a:pt x="10" y="201"/>
                      <a:pt x="7" y="200"/>
                      <a:pt x="6" y="1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0" name="Google Shape;3500;p40"/>
              <p:cNvSpPr/>
              <p:nvPr/>
            </p:nvSpPr>
            <p:spPr>
              <a:xfrm>
                <a:off x="261360" y="866880"/>
                <a:ext cx="3348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93" h="35" extrusionOk="0">
                    <a:moveTo>
                      <a:pt x="80" y="34"/>
                    </a:moveTo>
                    <a:cubicBezTo>
                      <a:pt x="69" y="32"/>
                      <a:pt x="57" y="31"/>
                      <a:pt x="45" y="30"/>
                    </a:cubicBezTo>
                    <a:cubicBezTo>
                      <a:pt x="40" y="29"/>
                      <a:pt x="35" y="29"/>
                      <a:pt x="31" y="28"/>
                    </a:cubicBezTo>
                    <a:cubicBezTo>
                      <a:pt x="24" y="28"/>
                      <a:pt x="17" y="28"/>
                      <a:pt x="10" y="25"/>
                    </a:cubicBezTo>
                    <a:cubicBezTo>
                      <a:pt x="6" y="24"/>
                      <a:pt x="2" y="20"/>
                      <a:pt x="1" y="15"/>
                    </a:cubicBezTo>
                    <a:cubicBezTo>
                      <a:pt x="0" y="10"/>
                      <a:pt x="4" y="4"/>
                      <a:pt x="9" y="2"/>
                    </a:cubicBezTo>
                    <a:cubicBezTo>
                      <a:pt x="12" y="1"/>
                      <a:pt x="14" y="1"/>
                      <a:pt x="17" y="1"/>
                    </a:cubicBezTo>
                    <a:cubicBezTo>
                      <a:pt x="19" y="1"/>
                      <a:pt x="20" y="1"/>
                      <a:pt x="22" y="1"/>
                    </a:cubicBezTo>
                    <a:cubicBezTo>
                      <a:pt x="25" y="1"/>
                      <a:pt x="28" y="0"/>
                      <a:pt x="32" y="0"/>
                    </a:cubicBezTo>
                    <a:cubicBezTo>
                      <a:pt x="36" y="0"/>
                      <a:pt x="40" y="3"/>
                      <a:pt x="42" y="6"/>
                    </a:cubicBezTo>
                    <a:cubicBezTo>
                      <a:pt x="44" y="6"/>
                      <a:pt x="46" y="6"/>
                      <a:pt x="48" y="7"/>
                    </a:cubicBezTo>
                    <a:cubicBezTo>
                      <a:pt x="57" y="7"/>
                      <a:pt x="66" y="8"/>
                      <a:pt x="76" y="10"/>
                    </a:cubicBezTo>
                    <a:cubicBezTo>
                      <a:pt x="77" y="10"/>
                      <a:pt x="79" y="10"/>
                      <a:pt x="80" y="10"/>
                    </a:cubicBezTo>
                    <a:cubicBezTo>
                      <a:pt x="87" y="10"/>
                      <a:pt x="92" y="15"/>
                      <a:pt x="92" y="22"/>
                    </a:cubicBezTo>
                    <a:cubicBezTo>
                      <a:pt x="92" y="28"/>
                      <a:pt x="87" y="34"/>
                      <a:pt x="81" y="34"/>
                    </a:cubicBezTo>
                    <a:cubicBezTo>
                      <a:pt x="80" y="34"/>
                      <a:pt x="80" y="34"/>
                      <a:pt x="80" y="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1" name="Google Shape;3501;p40"/>
              <p:cNvSpPr/>
              <p:nvPr/>
            </p:nvSpPr>
            <p:spPr>
              <a:xfrm>
                <a:off x="260640" y="876960"/>
                <a:ext cx="52560" cy="18000"/>
              </a:xfrm>
              <a:custGeom>
                <a:avLst/>
                <a:gdLst/>
                <a:ahLst/>
                <a:cxnLst/>
                <a:rect l="l" t="t" r="r" b="b"/>
                <a:pathLst>
                  <a:path w="146" h="50" extrusionOk="0">
                    <a:moveTo>
                      <a:pt x="16" y="49"/>
                    </a:moveTo>
                    <a:cubicBezTo>
                      <a:pt x="12" y="48"/>
                      <a:pt x="8" y="46"/>
                      <a:pt x="4" y="43"/>
                    </a:cubicBezTo>
                    <a:cubicBezTo>
                      <a:pt x="1" y="40"/>
                      <a:pt x="0" y="35"/>
                      <a:pt x="1" y="31"/>
                    </a:cubicBezTo>
                    <a:cubicBezTo>
                      <a:pt x="2" y="29"/>
                      <a:pt x="2" y="27"/>
                      <a:pt x="4" y="25"/>
                    </a:cubicBezTo>
                    <a:cubicBezTo>
                      <a:pt x="5" y="24"/>
                      <a:pt x="7" y="22"/>
                      <a:pt x="8" y="21"/>
                    </a:cubicBezTo>
                    <a:cubicBezTo>
                      <a:pt x="14" y="17"/>
                      <a:pt x="21" y="19"/>
                      <a:pt x="25" y="24"/>
                    </a:cubicBezTo>
                    <a:lnTo>
                      <a:pt x="26" y="25"/>
                    </a:lnTo>
                    <a:cubicBezTo>
                      <a:pt x="27" y="25"/>
                      <a:pt x="28" y="24"/>
                      <a:pt x="29" y="24"/>
                    </a:cubicBezTo>
                    <a:cubicBezTo>
                      <a:pt x="29" y="24"/>
                      <a:pt x="28" y="24"/>
                      <a:pt x="28" y="25"/>
                    </a:cubicBezTo>
                    <a:cubicBezTo>
                      <a:pt x="38" y="24"/>
                      <a:pt x="49" y="22"/>
                      <a:pt x="60" y="20"/>
                    </a:cubicBezTo>
                    <a:cubicBezTo>
                      <a:pt x="65" y="19"/>
                      <a:pt x="71" y="18"/>
                      <a:pt x="76" y="17"/>
                    </a:cubicBezTo>
                    <a:cubicBezTo>
                      <a:pt x="82" y="15"/>
                      <a:pt x="88" y="13"/>
                      <a:pt x="93" y="12"/>
                    </a:cubicBezTo>
                    <a:cubicBezTo>
                      <a:pt x="106" y="8"/>
                      <a:pt x="117" y="5"/>
                      <a:pt x="130" y="1"/>
                    </a:cubicBezTo>
                    <a:cubicBezTo>
                      <a:pt x="135" y="0"/>
                      <a:pt x="141" y="4"/>
                      <a:pt x="143" y="10"/>
                    </a:cubicBezTo>
                    <a:cubicBezTo>
                      <a:pt x="145" y="15"/>
                      <a:pt x="141" y="21"/>
                      <a:pt x="135" y="23"/>
                    </a:cubicBezTo>
                    <a:cubicBezTo>
                      <a:pt x="125" y="26"/>
                      <a:pt x="114" y="29"/>
                      <a:pt x="104" y="32"/>
                    </a:cubicBezTo>
                    <a:cubicBezTo>
                      <a:pt x="97" y="35"/>
                      <a:pt x="89" y="37"/>
                      <a:pt x="82" y="39"/>
                    </a:cubicBezTo>
                    <a:cubicBezTo>
                      <a:pt x="72" y="41"/>
                      <a:pt x="63" y="43"/>
                      <a:pt x="54" y="45"/>
                    </a:cubicBezTo>
                    <a:cubicBezTo>
                      <a:pt x="47" y="46"/>
                      <a:pt x="40" y="47"/>
                      <a:pt x="33" y="48"/>
                    </a:cubicBezTo>
                    <a:cubicBezTo>
                      <a:pt x="29" y="49"/>
                      <a:pt x="26" y="49"/>
                      <a:pt x="23" y="49"/>
                    </a:cubicBezTo>
                    <a:cubicBezTo>
                      <a:pt x="21" y="49"/>
                      <a:pt x="19" y="49"/>
                      <a:pt x="16" y="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2" name="Google Shape;3502;p40"/>
              <p:cNvSpPr/>
              <p:nvPr/>
            </p:nvSpPr>
            <p:spPr>
              <a:xfrm>
                <a:off x="330480" y="833760"/>
                <a:ext cx="70200" cy="68400"/>
              </a:xfrm>
              <a:custGeom>
                <a:avLst/>
                <a:gdLst/>
                <a:ahLst/>
                <a:cxnLst/>
                <a:rect l="l" t="t" r="r" b="b"/>
                <a:pathLst>
                  <a:path w="195" h="190" extrusionOk="0">
                    <a:moveTo>
                      <a:pt x="53" y="166"/>
                    </a:moveTo>
                    <a:cubicBezTo>
                      <a:pt x="55" y="166"/>
                      <a:pt x="56" y="166"/>
                      <a:pt x="58" y="165"/>
                    </a:cubicBezTo>
                    <a:cubicBezTo>
                      <a:pt x="60" y="165"/>
                      <a:pt x="62" y="165"/>
                      <a:pt x="64" y="163"/>
                    </a:cubicBezTo>
                    <a:cubicBezTo>
                      <a:pt x="67" y="163"/>
                      <a:pt x="70" y="162"/>
                      <a:pt x="72" y="160"/>
                    </a:cubicBezTo>
                    <a:cubicBezTo>
                      <a:pt x="71" y="161"/>
                      <a:pt x="71" y="161"/>
                      <a:pt x="70" y="161"/>
                    </a:cubicBezTo>
                    <a:cubicBezTo>
                      <a:pt x="75" y="159"/>
                      <a:pt x="79" y="157"/>
                      <a:pt x="83" y="155"/>
                    </a:cubicBezTo>
                    <a:cubicBezTo>
                      <a:pt x="89" y="150"/>
                      <a:pt x="96" y="145"/>
                      <a:pt x="102" y="140"/>
                    </a:cubicBezTo>
                    <a:cubicBezTo>
                      <a:pt x="111" y="132"/>
                      <a:pt x="121" y="123"/>
                      <a:pt x="130" y="114"/>
                    </a:cubicBezTo>
                    <a:lnTo>
                      <a:pt x="129" y="114"/>
                    </a:lnTo>
                    <a:cubicBezTo>
                      <a:pt x="138" y="105"/>
                      <a:pt x="145" y="95"/>
                      <a:pt x="152" y="85"/>
                    </a:cubicBezTo>
                    <a:cubicBezTo>
                      <a:pt x="156" y="78"/>
                      <a:pt x="161" y="71"/>
                      <a:pt x="165" y="64"/>
                    </a:cubicBezTo>
                    <a:cubicBezTo>
                      <a:pt x="166" y="60"/>
                      <a:pt x="168" y="57"/>
                      <a:pt x="169" y="54"/>
                    </a:cubicBezTo>
                    <a:cubicBezTo>
                      <a:pt x="170" y="52"/>
                      <a:pt x="170" y="51"/>
                      <a:pt x="170" y="49"/>
                    </a:cubicBezTo>
                    <a:cubicBezTo>
                      <a:pt x="171" y="48"/>
                      <a:pt x="171" y="46"/>
                      <a:pt x="171" y="45"/>
                    </a:cubicBezTo>
                    <a:cubicBezTo>
                      <a:pt x="171" y="44"/>
                      <a:pt x="171" y="43"/>
                      <a:pt x="171" y="43"/>
                    </a:cubicBezTo>
                    <a:cubicBezTo>
                      <a:pt x="171" y="42"/>
                      <a:pt x="171" y="42"/>
                      <a:pt x="171" y="40"/>
                    </a:cubicBezTo>
                    <a:lnTo>
                      <a:pt x="171" y="41"/>
                    </a:lnTo>
                    <a:lnTo>
                      <a:pt x="171" y="40"/>
                    </a:lnTo>
                    <a:cubicBezTo>
                      <a:pt x="171" y="40"/>
                      <a:pt x="170" y="40"/>
                      <a:pt x="170" y="39"/>
                    </a:cubicBezTo>
                    <a:cubicBezTo>
                      <a:pt x="170" y="40"/>
                      <a:pt x="171" y="40"/>
                      <a:pt x="171" y="40"/>
                    </a:cubicBezTo>
                    <a:cubicBezTo>
                      <a:pt x="171" y="41"/>
                      <a:pt x="171" y="41"/>
                      <a:pt x="171" y="42"/>
                    </a:cubicBezTo>
                    <a:cubicBezTo>
                      <a:pt x="171" y="40"/>
                      <a:pt x="170" y="40"/>
                      <a:pt x="170" y="39"/>
                    </a:cubicBezTo>
                    <a:lnTo>
                      <a:pt x="170" y="38"/>
                    </a:lnTo>
                    <a:cubicBezTo>
                      <a:pt x="169" y="37"/>
                      <a:pt x="169" y="36"/>
                      <a:pt x="169" y="36"/>
                    </a:cubicBezTo>
                    <a:cubicBezTo>
                      <a:pt x="169" y="35"/>
                      <a:pt x="168" y="35"/>
                      <a:pt x="168" y="35"/>
                    </a:cubicBezTo>
                    <a:cubicBezTo>
                      <a:pt x="167" y="34"/>
                      <a:pt x="167" y="33"/>
                      <a:pt x="166" y="33"/>
                    </a:cubicBezTo>
                    <a:cubicBezTo>
                      <a:pt x="165" y="31"/>
                      <a:pt x="163" y="30"/>
                      <a:pt x="161" y="29"/>
                    </a:cubicBezTo>
                    <a:cubicBezTo>
                      <a:pt x="160" y="28"/>
                      <a:pt x="159" y="27"/>
                      <a:pt x="158" y="26"/>
                    </a:cubicBezTo>
                    <a:cubicBezTo>
                      <a:pt x="155" y="25"/>
                      <a:pt x="153" y="25"/>
                      <a:pt x="151" y="24"/>
                    </a:cubicBezTo>
                    <a:cubicBezTo>
                      <a:pt x="151" y="24"/>
                      <a:pt x="149" y="23"/>
                      <a:pt x="148" y="23"/>
                    </a:cubicBezTo>
                    <a:cubicBezTo>
                      <a:pt x="148" y="23"/>
                      <a:pt x="147" y="22"/>
                      <a:pt x="146" y="22"/>
                    </a:cubicBezTo>
                    <a:cubicBezTo>
                      <a:pt x="145" y="22"/>
                      <a:pt x="144" y="22"/>
                      <a:pt x="142" y="22"/>
                    </a:cubicBezTo>
                    <a:cubicBezTo>
                      <a:pt x="139" y="23"/>
                      <a:pt x="136" y="23"/>
                      <a:pt x="133" y="24"/>
                    </a:cubicBezTo>
                    <a:cubicBezTo>
                      <a:pt x="131" y="24"/>
                      <a:pt x="128" y="25"/>
                      <a:pt x="126" y="25"/>
                    </a:cubicBezTo>
                    <a:cubicBezTo>
                      <a:pt x="123" y="26"/>
                      <a:pt x="120" y="28"/>
                      <a:pt x="117" y="29"/>
                    </a:cubicBezTo>
                    <a:cubicBezTo>
                      <a:pt x="113" y="31"/>
                      <a:pt x="109" y="33"/>
                      <a:pt x="105" y="36"/>
                    </a:cubicBezTo>
                    <a:cubicBezTo>
                      <a:pt x="102" y="38"/>
                      <a:pt x="98" y="40"/>
                      <a:pt x="95" y="43"/>
                    </a:cubicBezTo>
                    <a:cubicBezTo>
                      <a:pt x="93" y="45"/>
                      <a:pt x="91" y="47"/>
                      <a:pt x="89" y="49"/>
                    </a:cubicBezTo>
                    <a:cubicBezTo>
                      <a:pt x="86" y="52"/>
                      <a:pt x="84" y="54"/>
                      <a:pt x="82" y="58"/>
                    </a:cubicBezTo>
                    <a:cubicBezTo>
                      <a:pt x="80" y="60"/>
                      <a:pt x="78" y="63"/>
                      <a:pt x="77" y="67"/>
                    </a:cubicBezTo>
                    <a:cubicBezTo>
                      <a:pt x="70" y="78"/>
                      <a:pt x="65" y="91"/>
                      <a:pt x="61" y="104"/>
                    </a:cubicBezTo>
                    <a:cubicBezTo>
                      <a:pt x="60" y="105"/>
                      <a:pt x="60" y="106"/>
                      <a:pt x="60" y="108"/>
                    </a:cubicBezTo>
                    <a:cubicBezTo>
                      <a:pt x="57" y="113"/>
                      <a:pt x="50" y="116"/>
                      <a:pt x="45" y="113"/>
                    </a:cubicBezTo>
                    <a:cubicBezTo>
                      <a:pt x="42" y="112"/>
                      <a:pt x="40" y="110"/>
                      <a:pt x="39" y="107"/>
                    </a:cubicBezTo>
                    <a:cubicBezTo>
                      <a:pt x="38" y="105"/>
                      <a:pt x="38" y="102"/>
                      <a:pt x="39" y="99"/>
                    </a:cubicBezTo>
                    <a:cubicBezTo>
                      <a:pt x="39" y="99"/>
                      <a:pt x="39" y="98"/>
                      <a:pt x="40" y="98"/>
                    </a:cubicBezTo>
                    <a:cubicBezTo>
                      <a:pt x="43" y="88"/>
                      <a:pt x="47" y="78"/>
                      <a:pt x="51" y="68"/>
                    </a:cubicBezTo>
                    <a:cubicBezTo>
                      <a:pt x="54" y="61"/>
                      <a:pt x="57" y="55"/>
                      <a:pt x="61" y="49"/>
                    </a:cubicBezTo>
                    <a:lnTo>
                      <a:pt x="60" y="49"/>
                    </a:lnTo>
                    <a:cubicBezTo>
                      <a:pt x="58" y="51"/>
                      <a:pt x="56" y="53"/>
                      <a:pt x="54" y="54"/>
                    </a:cubicBezTo>
                    <a:cubicBezTo>
                      <a:pt x="54" y="54"/>
                      <a:pt x="55" y="54"/>
                      <a:pt x="56" y="54"/>
                    </a:cubicBezTo>
                    <a:cubicBezTo>
                      <a:pt x="53" y="56"/>
                      <a:pt x="51" y="57"/>
                      <a:pt x="49" y="60"/>
                    </a:cubicBezTo>
                    <a:cubicBezTo>
                      <a:pt x="46" y="63"/>
                      <a:pt x="43" y="67"/>
                      <a:pt x="40" y="70"/>
                    </a:cubicBezTo>
                    <a:cubicBezTo>
                      <a:pt x="38" y="74"/>
                      <a:pt x="36" y="77"/>
                      <a:pt x="34" y="81"/>
                    </a:cubicBezTo>
                    <a:cubicBezTo>
                      <a:pt x="32" y="85"/>
                      <a:pt x="30" y="89"/>
                      <a:pt x="28" y="94"/>
                    </a:cubicBezTo>
                    <a:cubicBezTo>
                      <a:pt x="27" y="97"/>
                      <a:pt x="26" y="100"/>
                      <a:pt x="26" y="103"/>
                    </a:cubicBezTo>
                    <a:cubicBezTo>
                      <a:pt x="25" y="107"/>
                      <a:pt x="24" y="112"/>
                      <a:pt x="24" y="117"/>
                    </a:cubicBezTo>
                    <a:cubicBezTo>
                      <a:pt x="24" y="122"/>
                      <a:pt x="24" y="127"/>
                      <a:pt x="24" y="132"/>
                    </a:cubicBezTo>
                    <a:cubicBezTo>
                      <a:pt x="24" y="134"/>
                      <a:pt x="24" y="136"/>
                      <a:pt x="24" y="138"/>
                    </a:cubicBezTo>
                    <a:cubicBezTo>
                      <a:pt x="25" y="139"/>
                      <a:pt x="25" y="141"/>
                      <a:pt x="25" y="142"/>
                    </a:cubicBezTo>
                    <a:lnTo>
                      <a:pt x="26" y="143"/>
                    </a:lnTo>
                    <a:cubicBezTo>
                      <a:pt x="26" y="143"/>
                      <a:pt x="26" y="142"/>
                      <a:pt x="25" y="142"/>
                    </a:cubicBezTo>
                    <a:cubicBezTo>
                      <a:pt x="26" y="144"/>
                      <a:pt x="27" y="146"/>
                      <a:pt x="28" y="148"/>
                    </a:cubicBezTo>
                    <a:cubicBezTo>
                      <a:pt x="28" y="149"/>
                      <a:pt x="29" y="150"/>
                      <a:pt x="30" y="152"/>
                    </a:cubicBezTo>
                    <a:cubicBezTo>
                      <a:pt x="30" y="153"/>
                      <a:pt x="32" y="154"/>
                      <a:pt x="32" y="155"/>
                    </a:cubicBezTo>
                    <a:cubicBezTo>
                      <a:pt x="33" y="156"/>
                      <a:pt x="34" y="157"/>
                      <a:pt x="35" y="158"/>
                    </a:cubicBezTo>
                    <a:cubicBezTo>
                      <a:pt x="36" y="159"/>
                      <a:pt x="37" y="159"/>
                      <a:pt x="38" y="160"/>
                    </a:cubicBezTo>
                    <a:cubicBezTo>
                      <a:pt x="40" y="162"/>
                      <a:pt x="42" y="163"/>
                      <a:pt x="44" y="164"/>
                    </a:cubicBezTo>
                    <a:cubicBezTo>
                      <a:pt x="44" y="164"/>
                      <a:pt x="45" y="164"/>
                      <a:pt x="45" y="165"/>
                    </a:cubicBezTo>
                    <a:cubicBezTo>
                      <a:pt x="47" y="165"/>
                      <a:pt x="48" y="165"/>
                      <a:pt x="50" y="166"/>
                    </a:cubicBezTo>
                    <a:lnTo>
                      <a:pt x="51" y="166"/>
                    </a:lnTo>
                    <a:cubicBezTo>
                      <a:pt x="52" y="166"/>
                      <a:pt x="53" y="166"/>
                      <a:pt x="53" y="166"/>
                    </a:cubicBezTo>
                    <a:moveTo>
                      <a:pt x="37" y="186"/>
                    </a:moveTo>
                    <a:cubicBezTo>
                      <a:pt x="30" y="184"/>
                      <a:pt x="25" y="180"/>
                      <a:pt x="19" y="175"/>
                    </a:cubicBezTo>
                    <a:cubicBezTo>
                      <a:pt x="10" y="167"/>
                      <a:pt x="5" y="155"/>
                      <a:pt x="2" y="143"/>
                    </a:cubicBezTo>
                    <a:cubicBezTo>
                      <a:pt x="1" y="137"/>
                      <a:pt x="1" y="130"/>
                      <a:pt x="0" y="123"/>
                    </a:cubicBezTo>
                    <a:cubicBezTo>
                      <a:pt x="0" y="116"/>
                      <a:pt x="1" y="108"/>
                      <a:pt x="3" y="101"/>
                    </a:cubicBezTo>
                    <a:cubicBezTo>
                      <a:pt x="5" y="87"/>
                      <a:pt x="10" y="74"/>
                      <a:pt x="17" y="62"/>
                    </a:cubicBezTo>
                    <a:cubicBezTo>
                      <a:pt x="21" y="56"/>
                      <a:pt x="25" y="50"/>
                      <a:pt x="30" y="44"/>
                    </a:cubicBezTo>
                    <a:cubicBezTo>
                      <a:pt x="35" y="38"/>
                      <a:pt x="40" y="34"/>
                      <a:pt x="46" y="29"/>
                    </a:cubicBezTo>
                    <a:cubicBezTo>
                      <a:pt x="51" y="25"/>
                      <a:pt x="59" y="26"/>
                      <a:pt x="63" y="32"/>
                    </a:cubicBezTo>
                    <a:cubicBezTo>
                      <a:pt x="65" y="35"/>
                      <a:pt x="66" y="40"/>
                      <a:pt x="65" y="43"/>
                    </a:cubicBezTo>
                    <a:cubicBezTo>
                      <a:pt x="69" y="38"/>
                      <a:pt x="73" y="33"/>
                      <a:pt x="78" y="28"/>
                    </a:cubicBezTo>
                    <a:cubicBezTo>
                      <a:pt x="84" y="23"/>
                      <a:pt x="90" y="19"/>
                      <a:pt x="96" y="15"/>
                    </a:cubicBezTo>
                    <a:cubicBezTo>
                      <a:pt x="104" y="10"/>
                      <a:pt x="111" y="6"/>
                      <a:pt x="120" y="4"/>
                    </a:cubicBezTo>
                    <a:cubicBezTo>
                      <a:pt x="127" y="1"/>
                      <a:pt x="135" y="0"/>
                      <a:pt x="143" y="0"/>
                    </a:cubicBezTo>
                    <a:cubicBezTo>
                      <a:pt x="147" y="0"/>
                      <a:pt x="151" y="0"/>
                      <a:pt x="154" y="1"/>
                    </a:cubicBezTo>
                    <a:cubicBezTo>
                      <a:pt x="159" y="2"/>
                      <a:pt x="163" y="4"/>
                      <a:pt x="167" y="6"/>
                    </a:cubicBezTo>
                    <a:cubicBezTo>
                      <a:pt x="174" y="9"/>
                      <a:pt x="180" y="14"/>
                      <a:pt x="184" y="19"/>
                    </a:cubicBezTo>
                    <a:cubicBezTo>
                      <a:pt x="190" y="25"/>
                      <a:pt x="192" y="32"/>
                      <a:pt x="193" y="39"/>
                    </a:cubicBezTo>
                    <a:cubicBezTo>
                      <a:pt x="194" y="42"/>
                      <a:pt x="194" y="46"/>
                      <a:pt x="193" y="49"/>
                    </a:cubicBezTo>
                    <a:cubicBezTo>
                      <a:pt x="192" y="53"/>
                      <a:pt x="191" y="57"/>
                      <a:pt x="190" y="60"/>
                    </a:cubicBezTo>
                    <a:cubicBezTo>
                      <a:pt x="187" y="67"/>
                      <a:pt x="184" y="75"/>
                      <a:pt x="180" y="82"/>
                    </a:cubicBezTo>
                    <a:cubicBezTo>
                      <a:pt x="176" y="87"/>
                      <a:pt x="173" y="92"/>
                      <a:pt x="169" y="98"/>
                    </a:cubicBezTo>
                    <a:cubicBezTo>
                      <a:pt x="165" y="103"/>
                      <a:pt x="161" y="109"/>
                      <a:pt x="157" y="115"/>
                    </a:cubicBezTo>
                    <a:cubicBezTo>
                      <a:pt x="148" y="127"/>
                      <a:pt x="138" y="138"/>
                      <a:pt x="127" y="148"/>
                    </a:cubicBezTo>
                    <a:cubicBezTo>
                      <a:pt x="117" y="158"/>
                      <a:pt x="105" y="167"/>
                      <a:pt x="93" y="175"/>
                    </a:cubicBezTo>
                    <a:cubicBezTo>
                      <a:pt x="82" y="183"/>
                      <a:pt x="68" y="189"/>
                      <a:pt x="54" y="189"/>
                    </a:cubicBezTo>
                    <a:lnTo>
                      <a:pt x="53" y="189"/>
                    </a:lnTo>
                    <a:cubicBezTo>
                      <a:pt x="47" y="189"/>
                      <a:pt x="42" y="188"/>
                      <a:pt x="37" y="1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3" name="Google Shape;3503;p40"/>
              <p:cNvSpPr/>
              <p:nvPr/>
            </p:nvSpPr>
            <p:spPr>
              <a:xfrm>
                <a:off x="387000" y="889560"/>
                <a:ext cx="21240" cy="44640"/>
              </a:xfrm>
              <a:custGeom>
                <a:avLst/>
                <a:gdLst/>
                <a:ahLst/>
                <a:cxnLst/>
                <a:rect l="l" t="t" r="r" b="b"/>
                <a:pathLst>
                  <a:path w="59" h="124" extrusionOk="0">
                    <a:moveTo>
                      <a:pt x="8" y="121"/>
                    </a:moveTo>
                    <a:cubicBezTo>
                      <a:pt x="2" y="119"/>
                      <a:pt x="0" y="111"/>
                      <a:pt x="3" y="106"/>
                    </a:cubicBezTo>
                    <a:cubicBezTo>
                      <a:pt x="7" y="100"/>
                      <a:pt x="10" y="94"/>
                      <a:pt x="13" y="88"/>
                    </a:cubicBezTo>
                    <a:cubicBezTo>
                      <a:pt x="16" y="82"/>
                      <a:pt x="19" y="75"/>
                      <a:pt x="21" y="69"/>
                    </a:cubicBezTo>
                    <a:cubicBezTo>
                      <a:pt x="24" y="64"/>
                      <a:pt x="25" y="58"/>
                      <a:pt x="26" y="53"/>
                    </a:cubicBezTo>
                    <a:cubicBezTo>
                      <a:pt x="28" y="42"/>
                      <a:pt x="31" y="30"/>
                      <a:pt x="32" y="18"/>
                    </a:cubicBezTo>
                    <a:cubicBezTo>
                      <a:pt x="33" y="16"/>
                      <a:pt x="33" y="14"/>
                      <a:pt x="33" y="12"/>
                    </a:cubicBezTo>
                    <a:cubicBezTo>
                      <a:pt x="33" y="6"/>
                      <a:pt x="38" y="0"/>
                      <a:pt x="45" y="0"/>
                    </a:cubicBezTo>
                    <a:cubicBezTo>
                      <a:pt x="52" y="0"/>
                      <a:pt x="58" y="6"/>
                      <a:pt x="58" y="13"/>
                    </a:cubicBezTo>
                    <a:cubicBezTo>
                      <a:pt x="57" y="21"/>
                      <a:pt x="56" y="28"/>
                      <a:pt x="54" y="35"/>
                    </a:cubicBezTo>
                    <a:cubicBezTo>
                      <a:pt x="53" y="43"/>
                      <a:pt x="51" y="51"/>
                      <a:pt x="49" y="58"/>
                    </a:cubicBezTo>
                    <a:cubicBezTo>
                      <a:pt x="44" y="80"/>
                      <a:pt x="35" y="99"/>
                      <a:pt x="23" y="117"/>
                    </a:cubicBezTo>
                    <a:cubicBezTo>
                      <a:pt x="21" y="121"/>
                      <a:pt x="17" y="123"/>
                      <a:pt x="13" y="123"/>
                    </a:cubicBezTo>
                    <a:cubicBezTo>
                      <a:pt x="11" y="123"/>
                      <a:pt x="9" y="123"/>
                      <a:pt x="8" y="1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4" name="Google Shape;3504;p40"/>
              <p:cNvSpPr/>
              <p:nvPr/>
            </p:nvSpPr>
            <p:spPr>
              <a:xfrm>
                <a:off x="461520" y="828000"/>
                <a:ext cx="58680" cy="135720"/>
              </a:xfrm>
              <a:custGeom>
                <a:avLst/>
                <a:gdLst/>
                <a:ahLst/>
                <a:cxnLst/>
                <a:rect l="l" t="t" r="r" b="b"/>
                <a:pathLst>
                  <a:path w="163" h="377" extrusionOk="0">
                    <a:moveTo>
                      <a:pt x="59" y="352"/>
                    </a:moveTo>
                    <a:lnTo>
                      <a:pt x="60" y="352"/>
                    </a:lnTo>
                    <a:cubicBezTo>
                      <a:pt x="60" y="351"/>
                      <a:pt x="61" y="351"/>
                      <a:pt x="61" y="351"/>
                    </a:cubicBezTo>
                    <a:lnTo>
                      <a:pt x="60" y="351"/>
                    </a:lnTo>
                    <a:lnTo>
                      <a:pt x="61" y="351"/>
                    </a:lnTo>
                    <a:cubicBezTo>
                      <a:pt x="61" y="351"/>
                      <a:pt x="62" y="350"/>
                      <a:pt x="63" y="349"/>
                    </a:cubicBezTo>
                    <a:cubicBezTo>
                      <a:pt x="62" y="350"/>
                      <a:pt x="62" y="350"/>
                      <a:pt x="61" y="350"/>
                    </a:cubicBezTo>
                    <a:lnTo>
                      <a:pt x="62" y="350"/>
                    </a:lnTo>
                    <a:cubicBezTo>
                      <a:pt x="62" y="350"/>
                      <a:pt x="63" y="349"/>
                      <a:pt x="63" y="348"/>
                    </a:cubicBezTo>
                    <a:cubicBezTo>
                      <a:pt x="64" y="345"/>
                      <a:pt x="66" y="342"/>
                      <a:pt x="67" y="338"/>
                    </a:cubicBezTo>
                    <a:cubicBezTo>
                      <a:pt x="72" y="322"/>
                      <a:pt x="76" y="305"/>
                      <a:pt x="80" y="289"/>
                    </a:cubicBezTo>
                    <a:cubicBezTo>
                      <a:pt x="82" y="277"/>
                      <a:pt x="85" y="266"/>
                      <a:pt x="87" y="255"/>
                    </a:cubicBezTo>
                    <a:cubicBezTo>
                      <a:pt x="87" y="248"/>
                      <a:pt x="88" y="241"/>
                      <a:pt x="89" y="233"/>
                    </a:cubicBezTo>
                    <a:cubicBezTo>
                      <a:pt x="84" y="237"/>
                      <a:pt x="80" y="241"/>
                      <a:pt x="75" y="245"/>
                    </a:cubicBezTo>
                    <a:cubicBezTo>
                      <a:pt x="66" y="252"/>
                      <a:pt x="58" y="259"/>
                      <a:pt x="50" y="267"/>
                    </a:cubicBezTo>
                    <a:cubicBezTo>
                      <a:pt x="47" y="270"/>
                      <a:pt x="44" y="274"/>
                      <a:pt x="41" y="278"/>
                    </a:cubicBezTo>
                    <a:cubicBezTo>
                      <a:pt x="38" y="283"/>
                      <a:pt x="35" y="288"/>
                      <a:pt x="32" y="294"/>
                    </a:cubicBezTo>
                    <a:cubicBezTo>
                      <a:pt x="31" y="296"/>
                      <a:pt x="29" y="299"/>
                      <a:pt x="28" y="303"/>
                    </a:cubicBezTo>
                    <a:cubicBezTo>
                      <a:pt x="27" y="304"/>
                      <a:pt x="27" y="306"/>
                      <a:pt x="27" y="308"/>
                    </a:cubicBezTo>
                    <a:cubicBezTo>
                      <a:pt x="26" y="310"/>
                      <a:pt x="26" y="312"/>
                      <a:pt x="25" y="314"/>
                    </a:cubicBezTo>
                    <a:cubicBezTo>
                      <a:pt x="25" y="316"/>
                      <a:pt x="25" y="318"/>
                      <a:pt x="25" y="320"/>
                    </a:cubicBezTo>
                    <a:cubicBezTo>
                      <a:pt x="25" y="322"/>
                      <a:pt x="25" y="323"/>
                      <a:pt x="26" y="324"/>
                    </a:cubicBezTo>
                    <a:cubicBezTo>
                      <a:pt x="26" y="327"/>
                      <a:pt x="27" y="329"/>
                      <a:pt x="27" y="330"/>
                    </a:cubicBezTo>
                    <a:cubicBezTo>
                      <a:pt x="28" y="331"/>
                      <a:pt x="28" y="332"/>
                      <a:pt x="28" y="333"/>
                    </a:cubicBezTo>
                    <a:cubicBezTo>
                      <a:pt x="29" y="334"/>
                      <a:pt x="30" y="336"/>
                      <a:pt x="30" y="337"/>
                    </a:cubicBezTo>
                    <a:cubicBezTo>
                      <a:pt x="31" y="337"/>
                      <a:pt x="32" y="338"/>
                      <a:pt x="32" y="340"/>
                    </a:cubicBezTo>
                    <a:cubicBezTo>
                      <a:pt x="34" y="341"/>
                      <a:pt x="34" y="341"/>
                      <a:pt x="35" y="343"/>
                    </a:cubicBezTo>
                    <a:cubicBezTo>
                      <a:pt x="36" y="343"/>
                      <a:pt x="38" y="344"/>
                      <a:pt x="39" y="345"/>
                    </a:cubicBezTo>
                    <a:cubicBezTo>
                      <a:pt x="40" y="346"/>
                      <a:pt x="41" y="347"/>
                      <a:pt x="43" y="348"/>
                    </a:cubicBezTo>
                    <a:cubicBezTo>
                      <a:pt x="45" y="348"/>
                      <a:pt x="46" y="350"/>
                      <a:pt x="48" y="350"/>
                    </a:cubicBezTo>
                    <a:cubicBezTo>
                      <a:pt x="50" y="351"/>
                      <a:pt x="52" y="351"/>
                      <a:pt x="53" y="351"/>
                    </a:cubicBezTo>
                    <a:cubicBezTo>
                      <a:pt x="55" y="352"/>
                      <a:pt x="56" y="352"/>
                      <a:pt x="57" y="352"/>
                    </a:cubicBezTo>
                    <a:cubicBezTo>
                      <a:pt x="57" y="352"/>
                      <a:pt x="58" y="352"/>
                      <a:pt x="59" y="352"/>
                    </a:cubicBezTo>
                    <a:moveTo>
                      <a:pt x="36" y="371"/>
                    </a:moveTo>
                    <a:cubicBezTo>
                      <a:pt x="22" y="365"/>
                      <a:pt x="10" y="353"/>
                      <a:pt x="5" y="338"/>
                    </a:cubicBezTo>
                    <a:cubicBezTo>
                      <a:pt x="0" y="324"/>
                      <a:pt x="1" y="308"/>
                      <a:pt x="7" y="293"/>
                    </a:cubicBezTo>
                    <a:cubicBezTo>
                      <a:pt x="10" y="285"/>
                      <a:pt x="14" y="279"/>
                      <a:pt x="18" y="273"/>
                    </a:cubicBezTo>
                    <a:cubicBezTo>
                      <a:pt x="22" y="266"/>
                      <a:pt x="27" y="259"/>
                      <a:pt x="33" y="253"/>
                    </a:cubicBezTo>
                    <a:cubicBezTo>
                      <a:pt x="39" y="247"/>
                      <a:pt x="45" y="241"/>
                      <a:pt x="51" y="236"/>
                    </a:cubicBezTo>
                    <a:cubicBezTo>
                      <a:pt x="55" y="233"/>
                      <a:pt x="59" y="229"/>
                      <a:pt x="63" y="227"/>
                    </a:cubicBezTo>
                    <a:cubicBezTo>
                      <a:pt x="73" y="218"/>
                      <a:pt x="82" y="211"/>
                      <a:pt x="92" y="203"/>
                    </a:cubicBezTo>
                    <a:cubicBezTo>
                      <a:pt x="94" y="195"/>
                      <a:pt x="94" y="188"/>
                      <a:pt x="95" y="181"/>
                    </a:cubicBezTo>
                    <a:cubicBezTo>
                      <a:pt x="96" y="175"/>
                      <a:pt x="96" y="169"/>
                      <a:pt x="98" y="163"/>
                    </a:cubicBezTo>
                    <a:cubicBezTo>
                      <a:pt x="99" y="155"/>
                      <a:pt x="100" y="148"/>
                      <a:pt x="101" y="142"/>
                    </a:cubicBezTo>
                    <a:cubicBezTo>
                      <a:pt x="102" y="136"/>
                      <a:pt x="102" y="131"/>
                      <a:pt x="104" y="126"/>
                    </a:cubicBezTo>
                    <a:cubicBezTo>
                      <a:pt x="105" y="121"/>
                      <a:pt x="106" y="115"/>
                      <a:pt x="108" y="110"/>
                    </a:cubicBezTo>
                    <a:cubicBezTo>
                      <a:pt x="108" y="108"/>
                      <a:pt x="108" y="107"/>
                      <a:pt x="108" y="105"/>
                    </a:cubicBezTo>
                    <a:cubicBezTo>
                      <a:pt x="105" y="110"/>
                      <a:pt x="102" y="115"/>
                      <a:pt x="98" y="120"/>
                    </a:cubicBezTo>
                    <a:cubicBezTo>
                      <a:pt x="90" y="132"/>
                      <a:pt x="80" y="143"/>
                      <a:pt x="68" y="153"/>
                    </a:cubicBezTo>
                    <a:cubicBezTo>
                      <a:pt x="63" y="158"/>
                      <a:pt x="57" y="162"/>
                      <a:pt x="50" y="165"/>
                    </a:cubicBezTo>
                    <a:cubicBezTo>
                      <a:pt x="43" y="168"/>
                      <a:pt x="35" y="168"/>
                      <a:pt x="28" y="165"/>
                    </a:cubicBezTo>
                    <a:cubicBezTo>
                      <a:pt x="24" y="164"/>
                      <a:pt x="20" y="162"/>
                      <a:pt x="17" y="159"/>
                    </a:cubicBezTo>
                    <a:cubicBezTo>
                      <a:pt x="14" y="155"/>
                      <a:pt x="13" y="151"/>
                      <a:pt x="11" y="146"/>
                    </a:cubicBezTo>
                    <a:cubicBezTo>
                      <a:pt x="10" y="135"/>
                      <a:pt x="11" y="124"/>
                      <a:pt x="12" y="113"/>
                    </a:cubicBezTo>
                    <a:cubicBezTo>
                      <a:pt x="13" y="102"/>
                      <a:pt x="16" y="92"/>
                      <a:pt x="18" y="81"/>
                    </a:cubicBezTo>
                    <a:cubicBezTo>
                      <a:pt x="20" y="74"/>
                      <a:pt x="23" y="66"/>
                      <a:pt x="25" y="58"/>
                    </a:cubicBezTo>
                    <a:cubicBezTo>
                      <a:pt x="27" y="51"/>
                      <a:pt x="30" y="43"/>
                      <a:pt x="32" y="35"/>
                    </a:cubicBezTo>
                    <a:lnTo>
                      <a:pt x="32" y="34"/>
                    </a:lnTo>
                    <a:cubicBezTo>
                      <a:pt x="34" y="27"/>
                      <a:pt x="41" y="23"/>
                      <a:pt x="48" y="25"/>
                    </a:cubicBezTo>
                    <a:cubicBezTo>
                      <a:pt x="55" y="27"/>
                      <a:pt x="57" y="34"/>
                      <a:pt x="56" y="41"/>
                    </a:cubicBezTo>
                    <a:cubicBezTo>
                      <a:pt x="56" y="42"/>
                      <a:pt x="56" y="42"/>
                      <a:pt x="55" y="43"/>
                    </a:cubicBezTo>
                    <a:cubicBezTo>
                      <a:pt x="49" y="61"/>
                      <a:pt x="43" y="79"/>
                      <a:pt x="38" y="97"/>
                    </a:cubicBezTo>
                    <a:cubicBezTo>
                      <a:pt x="38" y="100"/>
                      <a:pt x="37" y="102"/>
                      <a:pt x="36" y="106"/>
                    </a:cubicBezTo>
                    <a:cubicBezTo>
                      <a:pt x="35" y="111"/>
                      <a:pt x="35" y="117"/>
                      <a:pt x="34" y="122"/>
                    </a:cubicBezTo>
                    <a:cubicBezTo>
                      <a:pt x="34" y="127"/>
                      <a:pt x="34" y="131"/>
                      <a:pt x="34" y="135"/>
                    </a:cubicBezTo>
                    <a:cubicBezTo>
                      <a:pt x="34" y="137"/>
                      <a:pt x="34" y="139"/>
                      <a:pt x="35" y="141"/>
                    </a:cubicBezTo>
                    <a:lnTo>
                      <a:pt x="35" y="142"/>
                    </a:lnTo>
                    <a:lnTo>
                      <a:pt x="35" y="143"/>
                    </a:lnTo>
                    <a:cubicBezTo>
                      <a:pt x="36" y="143"/>
                      <a:pt x="36" y="143"/>
                      <a:pt x="36" y="143"/>
                    </a:cubicBezTo>
                    <a:cubicBezTo>
                      <a:pt x="37" y="143"/>
                      <a:pt x="37" y="143"/>
                      <a:pt x="38" y="143"/>
                    </a:cubicBezTo>
                    <a:cubicBezTo>
                      <a:pt x="38" y="143"/>
                      <a:pt x="39" y="143"/>
                      <a:pt x="40" y="143"/>
                    </a:cubicBezTo>
                    <a:cubicBezTo>
                      <a:pt x="41" y="143"/>
                      <a:pt x="41" y="143"/>
                      <a:pt x="42" y="143"/>
                    </a:cubicBezTo>
                    <a:cubicBezTo>
                      <a:pt x="43" y="142"/>
                      <a:pt x="43" y="142"/>
                      <a:pt x="44" y="142"/>
                    </a:cubicBezTo>
                    <a:cubicBezTo>
                      <a:pt x="45" y="142"/>
                      <a:pt x="45" y="141"/>
                      <a:pt x="46" y="140"/>
                    </a:cubicBezTo>
                    <a:cubicBezTo>
                      <a:pt x="49" y="139"/>
                      <a:pt x="52" y="137"/>
                      <a:pt x="55" y="135"/>
                    </a:cubicBezTo>
                    <a:cubicBezTo>
                      <a:pt x="54" y="135"/>
                      <a:pt x="54" y="135"/>
                      <a:pt x="54" y="135"/>
                    </a:cubicBezTo>
                    <a:lnTo>
                      <a:pt x="55" y="135"/>
                    </a:lnTo>
                    <a:cubicBezTo>
                      <a:pt x="55" y="134"/>
                      <a:pt x="55" y="134"/>
                      <a:pt x="55" y="134"/>
                    </a:cubicBezTo>
                    <a:cubicBezTo>
                      <a:pt x="60" y="130"/>
                      <a:pt x="64" y="125"/>
                      <a:pt x="69" y="120"/>
                    </a:cubicBezTo>
                    <a:cubicBezTo>
                      <a:pt x="78" y="111"/>
                      <a:pt x="85" y="100"/>
                      <a:pt x="92" y="89"/>
                    </a:cubicBezTo>
                    <a:cubicBezTo>
                      <a:pt x="98" y="81"/>
                      <a:pt x="103" y="72"/>
                      <a:pt x="109" y="63"/>
                    </a:cubicBezTo>
                    <a:cubicBezTo>
                      <a:pt x="115" y="54"/>
                      <a:pt x="120" y="43"/>
                      <a:pt x="126" y="33"/>
                    </a:cubicBezTo>
                    <a:cubicBezTo>
                      <a:pt x="126" y="33"/>
                      <a:pt x="126" y="34"/>
                      <a:pt x="125" y="34"/>
                    </a:cubicBezTo>
                    <a:cubicBezTo>
                      <a:pt x="126" y="34"/>
                      <a:pt x="126" y="33"/>
                      <a:pt x="126" y="33"/>
                    </a:cubicBezTo>
                    <a:cubicBezTo>
                      <a:pt x="127" y="30"/>
                      <a:pt x="129" y="27"/>
                      <a:pt x="130" y="24"/>
                    </a:cubicBezTo>
                    <a:cubicBezTo>
                      <a:pt x="130" y="24"/>
                      <a:pt x="131" y="24"/>
                      <a:pt x="131" y="23"/>
                    </a:cubicBezTo>
                    <a:lnTo>
                      <a:pt x="131" y="22"/>
                    </a:lnTo>
                    <a:cubicBezTo>
                      <a:pt x="133" y="19"/>
                      <a:pt x="134" y="16"/>
                      <a:pt x="135" y="14"/>
                    </a:cubicBezTo>
                    <a:cubicBezTo>
                      <a:pt x="136" y="12"/>
                      <a:pt x="137" y="10"/>
                      <a:pt x="138" y="9"/>
                    </a:cubicBezTo>
                    <a:cubicBezTo>
                      <a:pt x="140" y="6"/>
                      <a:pt x="141" y="5"/>
                      <a:pt x="144" y="3"/>
                    </a:cubicBezTo>
                    <a:cubicBezTo>
                      <a:pt x="152" y="0"/>
                      <a:pt x="162" y="9"/>
                      <a:pt x="159" y="17"/>
                    </a:cubicBezTo>
                    <a:cubicBezTo>
                      <a:pt x="156" y="27"/>
                      <a:pt x="153" y="36"/>
                      <a:pt x="149" y="45"/>
                    </a:cubicBezTo>
                    <a:cubicBezTo>
                      <a:pt x="147" y="52"/>
                      <a:pt x="144" y="60"/>
                      <a:pt x="142" y="68"/>
                    </a:cubicBezTo>
                    <a:cubicBezTo>
                      <a:pt x="139" y="75"/>
                      <a:pt x="137" y="82"/>
                      <a:pt x="135" y="90"/>
                    </a:cubicBezTo>
                    <a:cubicBezTo>
                      <a:pt x="131" y="103"/>
                      <a:pt x="128" y="117"/>
                      <a:pt x="124" y="131"/>
                    </a:cubicBezTo>
                    <a:cubicBezTo>
                      <a:pt x="123" y="137"/>
                      <a:pt x="123" y="143"/>
                      <a:pt x="122" y="148"/>
                    </a:cubicBezTo>
                    <a:cubicBezTo>
                      <a:pt x="120" y="154"/>
                      <a:pt x="119" y="160"/>
                      <a:pt x="118" y="166"/>
                    </a:cubicBezTo>
                    <a:cubicBezTo>
                      <a:pt x="117" y="172"/>
                      <a:pt x="116" y="179"/>
                      <a:pt x="116" y="185"/>
                    </a:cubicBezTo>
                    <a:cubicBezTo>
                      <a:pt x="118" y="183"/>
                      <a:pt x="120" y="182"/>
                      <a:pt x="122" y="180"/>
                    </a:cubicBezTo>
                    <a:cubicBezTo>
                      <a:pt x="127" y="176"/>
                      <a:pt x="133" y="178"/>
                      <a:pt x="137" y="182"/>
                    </a:cubicBezTo>
                    <a:cubicBezTo>
                      <a:pt x="140" y="187"/>
                      <a:pt x="139" y="193"/>
                      <a:pt x="134" y="197"/>
                    </a:cubicBezTo>
                    <a:cubicBezTo>
                      <a:pt x="127" y="203"/>
                      <a:pt x="119" y="209"/>
                      <a:pt x="112" y="215"/>
                    </a:cubicBezTo>
                    <a:cubicBezTo>
                      <a:pt x="111" y="223"/>
                      <a:pt x="110" y="231"/>
                      <a:pt x="109" y="239"/>
                    </a:cubicBezTo>
                    <a:cubicBezTo>
                      <a:pt x="108" y="252"/>
                      <a:pt x="106" y="264"/>
                      <a:pt x="103" y="277"/>
                    </a:cubicBezTo>
                    <a:cubicBezTo>
                      <a:pt x="102" y="287"/>
                      <a:pt x="99" y="298"/>
                      <a:pt x="97" y="308"/>
                    </a:cubicBezTo>
                    <a:cubicBezTo>
                      <a:pt x="95" y="319"/>
                      <a:pt x="92" y="331"/>
                      <a:pt x="89" y="343"/>
                    </a:cubicBezTo>
                    <a:cubicBezTo>
                      <a:pt x="88" y="345"/>
                      <a:pt x="87" y="348"/>
                      <a:pt x="87" y="351"/>
                    </a:cubicBezTo>
                    <a:cubicBezTo>
                      <a:pt x="86" y="354"/>
                      <a:pt x="85" y="357"/>
                      <a:pt x="84" y="359"/>
                    </a:cubicBezTo>
                    <a:cubicBezTo>
                      <a:pt x="82" y="363"/>
                      <a:pt x="80" y="366"/>
                      <a:pt x="76" y="369"/>
                    </a:cubicBezTo>
                    <a:cubicBezTo>
                      <a:pt x="71" y="374"/>
                      <a:pt x="64" y="376"/>
                      <a:pt x="58" y="376"/>
                    </a:cubicBezTo>
                    <a:cubicBezTo>
                      <a:pt x="50" y="376"/>
                      <a:pt x="42" y="374"/>
                      <a:pt x="36" y="37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5" name="Google Shape;3505;p40"/>
              <p:cNvSpPr/>
              <p:nvPr/>
            </p:nvSpPr>
            <p:spPr>
              <a:xfrm>
                <a:off x="538920" y="858960"/>
                <a:ext cx="16920" cy="12240"/>
              </a:xfrm>
              <a:custGeom>
                <a:avLst/>
                <a:gdLst/>
                <a:ahLst/>
                <a:cxnLst/>
                <a:rect l="l" t="t" r="r" b="b"/>
                <a:pathLst>
                  <a:path w="47" h="34" extrusionOk="0">
                    <a:moveTo>
                      <a:pt x="9" y="32"/>
                    </a:moveTo>
                    <a:lnTo>
                      <a:pt x="10" y="32"/>
                    </a:lnTo>
                    <a:cubicBezTo>
                      <a:pt x="10" y="32"/>
                      <a:pt x="9" y="32"/>
                      <a:pt x="8" y="32"/>
                    </a:cubicBezTo>
                    <a:cubicBezTo>
                      <a:pt x="2" y="29"/>
                      <a:pt x="0" y="22"/>
                      <a:pt x="1" y="16"/>
                    </a:cubicBezTo>
                    <a:cubicBezTo>
                      <a:pt x="3" y="9"/>
                      <a:pt x="10" y="7"/>
                      <a:pt x="17" y="5"/>
                    </a:cubicBezTo>
                    <a:cubicBezTo>
                      <a:pt x="21" y="4"/>
                      <a:pt x="26" y="2"/>
                      <a:pt x="31" y="1"/>
                    </a:cubicBezTo>
                    <a:cubicBezTo>
                      <a:pt x="38" y="0"/>
                      <a:pt x="44" y="6"/>
                      <a:pt x="45" y="12"/>
                    </a:cubicBezTo>
                    <a:cubicBezTo>
                      <a:pt x="46" y="19"/>
                      <a:pt x="41" y="25"/>
                      <a:pt x="34" y="26"/>
                    </a:cubicBezTo>
                    <a:lnTo>
                      <a:pt x="33" y="26"/>
                    </a:lnTo>
                    <a:cubicBezTo>
                      <a:pt x="30" y="26"/>
                      <a:pt x="27" y="28"/>
                      <a:pt x="24" y="28"/>
                    </a:cubicBezTo>
                    <a:cubicBezTo>
                      <a:pt x="24" y="28"/>
                      <a:pt x="23" y="29"/>
                      <a:pt x="22" y="29"/>
                    </a:cubicBezTo>
                    <a:cubicBezTo>
                      <a:pt x="21" y="30"/>
                      <a:pt x="21" y="30"/>
                      <a:pt x="20" y="31"/>
                    </a:cubicBezTo>
                    <a:cubicBezTo>
                      <a:pt x="18" y="32"/>
                      <a:pt x="15" y="33"/>
                      <a:pt x="14" y="33"/>
                    </a:cubicBezTo>
                    <a:cubicBezTo>
                      <a:pt x="12" y="33"/>
                      <a:pt x="11" y="32"/>
                      <a:pt x="9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6" name="Google Shape;3506;p40"/>
              <p:cNvSpPr/>
              <p:nvPr/>
            </p:nvSpPr>
            <p:spPr>
              <a:xfrm>
                <a:off x="532080" y="874080"/>
                <a:ext cx="42840" cy="1548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43" extrusionOk="0">
                    <a:moveTo>
                      <a:pt x="10" y="40"/>
                    </a:moveTo>
                    <a:cubicBezTo>
                      <a:pt x="7" y="39"/>
                      <a:pt x="4" y="37"/>
                      <a:pt x="2" y="33"/>
                    </a:cubicBezTo>
                    <a:cubicBezTo>
                      <a:pt x="1" y="31"/>
                      <a:pt x="0" y="27"/>
                      <a:pt x="1" y="25"/>
                    </a:cubicBezTo>
                    <a:cubicBezTo>
                      <a:pt x="1" y="18"/>
                      <a:pt x="8" y="13"/>
                      <a:pt x="15" y="14"/>
                    </a:cubicBezTo>
                    <a:cubicBezTo>
                      <a:pt x="17" y="15"/>
                      <a:pt x="19" y="16"/>
                      <a:pt x="21" y="17"/>
                    </a:cubicBezTo>
                    <a:cubicBezTo>
                      <a:pt x="22" y="17"/>
                      <a:pt x="22" y="17"/>
                      <a:pt x="23" y="17"/>
                    </a:cubicBezTo>
                    <a:cubicBezTo>
                      <a:pt x="22" y="17"/>
                      <a:pt x="22" y="17"/>
                      <a:pt x="21" y="17"/>
                    </a:cubicBezTo>
                    <a:cubicBezTo>
                      <a:pt x="29" y="16"/>
                      <a:pt x="37" y="15"/>
                      <a:pt x="45" y="14"/>
                    </a:cubicBezTo>
                    <a:cubicBezTo>
                      <a:pt x="65" y="9"/>
                      <a:pt x="85" y="5"/>
                      <a:pt x="104" y="1"/>
                    </a:cubicBezTo>
                    <a:cubicBezTo>
                      <a:pt x="110" y="0"/>
                      <a:pt x="115" y="3"/>
                      <a:pt x="117" y="9"/>
                    </a:cubicBezTo>
                    <a:cubicBezTo>
                      <a:pt x="118" y="15"/>
                      <a:pt x="115" y="20"/>
                      <a:pt x="110" y="22"/>
                    </a:cubicBezTo>
                    <a:cubicBezTo>
                      <a:pt x="95" y="26"/>
                      <a:pt x="81" y="29"/>
                      <a:pt x="67" y="33"/>
                    </a:cubicBezTo>
                    <a:cubicBezTo>
                      <a:pt x="57" y="35"/>
                      <a:pt x="47" y="38"/>
                      <a:pt x="37" y="40"/>
                    </a:cubicBezTo>
                    <a:cubicBezTo>
                      <a:pt x="32" y="40"/>
                      <a:pt x="27" y="41"/>
                      <a:pt x="22" y="41"/>
                    </a:cubicBezTo>
                    <a:cubicBezTo>
                      <a:pt x="21" y="41"/>
                      <a:pt x="20" y="42"/>
                      <a:pt x="19" y="42"/>
                    </a:cubicBezTo>
                    <a:cubicBezTo>
                      <a:pt x="16" y="42"/>
                      <a:pt x="13" y="41"/>
                      <a:pt x="10" y="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7" name="Google Shape;3507;p40"/>
              <p:cNvSpPr/>
              <p:nvPr/>
            </p:nvSpPr>
            <p:spPr>
              <a:xfrm>
                <a:off x="607320" y="825840"/>
                <a:ext cx="55440" cy="72720"/>
              </a:xfrm>
              <a:custGeom>
                <a:avLst/>
                <a:gdLst/>
                <a:ahLst/>
                <a:cxnLst/>
                <a:rect l="l" t="t" r="r" b="b"/>
                <a:pathLst>
                  <a:path w="154" h="202" extrusionOk="0">
                    <a:moveTo>
                      <a:pt x="25" y="178"/>
                    </a:moveTo>
                    <a:lnTo>
                      <a:pt x="26" y="177"/>
                    </a:lnTo>
                    <a:cubicBezTo>
                      <a:pt x="28" y="177"/>
                      <a:pt x="29" y="177"/>
                      <a:pt x="30" y="177"/>
                    </a:cubicBezTo>
                    <a:cubicBezTo>
                      <a:pt x="31" y="176"/>
                      <a:pt x="32" y="175"/>
                      <a:pt x="33" y="175"/>
                    </a:cubicBezTo>
                    <a:cubicBezTo>
                      <a:pt x="36" y="174"/>
                      <a:pt x="38" y="173"/>
                      <a:pt x="39" y="171"/>
                    </a:cubicBezTo>
                    <a:cubicBezTo>
                      <a:pt x="44" y="168"/>
                      <a:pt x="49" y="166"/>
                      <a:pt x="53" y="162"/>
                    </a:cubicBezTo>
                    <a:cubicBezTo>
                      <a:pt x="62" y="154"/>
                      <a:pt x="71" y="145"/>
                      <a:pt x="79" y="136"/>
                    </a:cubicBezTo>
                    <a:cubicBezTo>
                      <a:pt x="79" y="137"/>
                      <a:pt x="78" y="137"/>
                      <a:pt x="78" y="138"/>
                    </a:cubicBezTo>
                    <a:cubicBezTo>
                      <a:pt x="84" y="131"/>
                      <a:pt x="89" y="125"/>
                      <a:pt x="94" y="119"/>
                    </a:cubicBezTo>
                    <a:cubicBezTo>
                      <a:pt x="96" y="117"/>
                      <a:pt x="98" y="114"/>
                      <a:pt x="100" y="111"/>
                    </a:cubicBezTo>
                    <a:cubicBezTo>
                      <a:pt x="102" y="108"/>
                      <a:pt x="105" y="104"/>
                      <a:pt x="107" y="101"/>
                    </a:cubicBezTo>
                    <a:cubicBezTo>
                      <a:pt x="112" y="94"/>
                      <a:pt x="116" y="87"/>
                      <a:pt x="120" y="79"/>
                    </a:cubicBezTo>
                    <a:lnTo>
                      <a:pt x="120" y="80"/>
                    </a:lnTo>
                    <a:cubicBezTo>
                      <a:pt x="122" y="76"/>
                      <a:pt x="124" y="72"/>
                      <a:pt x="125" y="69"/>
                    </a:cubicBezTo>
                    <a:cubicBezTo>
                      <a:pt x="126" y="67"/>
                      <a:pt x="127" y="64"/>
                      <a:pt x="127" y="61"/>
                    </a:cubicBezTo>
                    <a:cubicBezTo>
                      <a:pt x="128" y="59"/>
                      <a:pt x="128" y="56"/>
                      <a:pt x="128" y="54"/>
                    </a:cubicBezTo>
                    <a:cubicBezTo>
                      <a:pt x="128" y="52"/>
                      <a:pt x="128" y="50"/>
                      <a:pt x="128" y="49"/>
                    </a:cubicBezTo>
                    <a:cubicBezTo>
                      <a:pt x="128" y="47"/>
                      <a:pt x="128" y="46"/>
                      <a:pt x="128" y="44"/>
                    </a:cubicBezTo>
                    <a:cubicBezTo>
                      <a:pt x="127" y="43"/>
                      <a:pt x="127" y="42"/>
                      <a:pt x="127" y="41"/>
                    </a:cubicBezTo>
                    <a:cubicBezTo>
                      <a:pt x="127" y="40"/>
                      <a:pt x="126" y="39"/>
                      <a:pt x="126" y="39"/>
                    </a:cubicBezTo>
                    <a:cubicBezTo>
                      <a:pt x="126" y="37"/>
                      <a:pt x="125" y="37"/>
                      <a:pt x="124" y="36"/>
                    </a:cubicBezTo>
                    <a:cubicBezTo>
                      <a:pt x="124" y="35"/>
                      <a:pt x="123" y="34"/>
                      <a:pt x="123" y="33"/>
                    </a:cubicBezTo>
                    <a:cubicBezTo>
                      <a:pt x="122" y="33"/>
                      <a:pt x="121" y="32"/>
                      <a:pt x="120" y="30"/>
                    </a:cubicBezTo>
                    <a:cubicBezTo>
                      <a:pt x="119" y="30"/>
                      <a:pt x="119" y="29"/>
                      <a:pt x="118" y="29"/>
                    </a:cubicBezTo>
                    <a:cubicBezTo>
                      <a:pt x="117" y="28"/>
                      <a:pt x="116" y="27"/>
                      <a:pt x="115" y="27"/>
                    </a:cubicBezTo>
                    <a:cubicBezTo>
                      <a:pt x="114" y="27"/>
                      <a:pt x="114" y="26"/>
                      <a:pt x="113" y="26"/>
                    </a:cubicBezTo>
                    <a:cubicBezTo>
                      <a:pt x="112" y="26"/>
                      <a:pt x="111" y="26"/>
                      <a:pt x="110" y="25"/>
                    </a:cubicBezTo>
                    <a:cubicBezTo>
                      <a:pt x="109" y="25"/>
                      <a:pt x="108" y="25"/>
                      <a:pt x="107" y="25"/>
                    </a:cubicBezTo>
                    <a:cubicBezTo>
                      <a:pt x="106" y="25"/>
                      <a:pt x="105" y="25"/>
                      <a:pt x="104" y="25"/>
                    </a:cubicBezTo>
                    <a:cubicBezTo>
                      <a:pt x="102" y="25"/>
                      <a:pt x="101" y="25"/>
                      <a:pt x="99" y="26"/>
                    </a:cubicBezTo>
                    <a:cubicBezTo>
                      <a:pt x="98" y="26"/>
                      <a:pt x="96" y="26"/>
                      <a:pt x="95" y="27"/>
                    </a:cubicBezTo>
                    <a:cubicBezTo>
                      <a:pt x="93" y="27"/>
                      <a:pt x="91" y="28"/>
                      <a:pt x="89" y="29"/>
                    </a:cubicBezTo>
                    <a:cubicBezTo>
                      <a:pt x="87" y="30"/>
                      <a:pt x="85" y="31"/>
                      <a:pt x="83" y="33"/>
                    </a:cubicBezTo>
                    <a:cubicBezTo>
                      <a:pt x="81" y="34"/>
                      <a:pt x="80" y="35"/>
                      <a:pt x="78" y="36"/>
                    </a:cubicBezTo>
                    <a:cubicBezTo>
                      <a:pt x="75" y="39"/>
                      <a:pt x="73" y="41"/>
                      <a:pt x="71" y="43"/>
                    </a:cubicBezTo>
                    <a:cubicBezTo>
                      <a:pt x="68" y="46"/>
                      <a:pt x="66" y="48"/>
                      <a:pt x="64" y="51"/>
                    </a:cubicBezTo>
                    <a:cubicBezTo>
                      <a:pt x="61" y="55"/>
                      <a:pt x="59" y="60"/>
                      <a:pt x="57" y="64"/>
                    </a:cubicBezTo>
                    <a:cubicBezTo>
                      <a:pt x="54" y="68"/>
                      <a:pt x="53" y="72"/>
                      <a:pt x="51" y="76"/>
                    </a:cubicBezTo>
                    <a:cubicBezTo>
                      <a:pt x="50" y="81"/>
                      <a:pt x="48" y="85"/>
                      <a:pt x="47" y="90"/>
                    </a:cubicBezTo>
                    <a:cubicBezTo>
                      <a:pt x="45" y="96"/>
                      <a:pt x="39" y="99"/>
                      <a:pt x="33" y="97"/>
                    </a:cubicBezTo>
                    <a:cubicBezTo>
                      <a:pt x="32" y="97"/>
                      <a:pt x="32" y="97"/>
                      <a:pt x="31" y="96"/>
                    </a:cubicBezTo>
                    <a:cubicBezTo>
                      <a:pt x="30" y="101"/>
                      <a:pt x="29" y="105"/>
                      <a:pt x="28" y="110"/>
                    </a:cubicBezTo>
                    <a:cubicBezTo>
                      <a:pt x="26" y="119"/>
                      <a:pt x="25" y="128"/>
                      <a:pt x="24" y="137"/>
                    </a:cubicBezTo>
                    <a:cubicBezTo>
                      <a:pt x="23" y="146"/>
                      <a:pt x="22" y="156"/>
                      <a:pt x="23" y="164"/>
                    </a:cubicBezTo>
                    <a:cubicBezTo>
                      <a:pt x="24" y="168"/>
                      <a:pt x="24" y="172"/>
                      <a:pt x="24" y="175"/>
                    </a:cubicBezTo>
                    <a:lnTo>
                      <a:pt x="24" y="176"/>
                    </a:lnTo>
                    <a:cubicBezTo>
                      <a:pt x="25" y="177"/>
                      <a:pt x="25" y="177"/>
                      <a:pt x="25" y="178"/>
                    </a:cubicBezTo>
                    <a:moveTo>
                      <a:pt x="15" y="199"/>
                    </a:moveTo>
                    <a:cubicBezTo>
                      <a:pt x="9" y="196"/>
                      <a:pt x="5" y="191"/>
                      <a:pt x="3" y="185"/>
                    </a:cubicBezTo>
                    <a:cubicBezTo>
                      <a:pt x="0" y="178"/>
                      <a:pt x="0" y="170"/>
                      <a:pt x="0" y="163"/>
                    </a:cubicBezTo>
                    <a:cubicBezTo>
                      <a:pt x="0" y="160"/>
                      <a:pt x="0" y="156"/>
                      <a:pt x="0" y="153"/>
                    </a:cubicBezTo>
                    <a:cubicBezTo>
                      <a:pt x="0" y="148"/>
                      <a:pt x="0" y="142"/>
                      <a:pt x="1" y="136"/>
                    </a:cubicBezTo>
                    <a:cubicBezTo>
                      <a:pt x="1" y="120"/>
                      <a:pt x="4" y="103"/>
                      <a:pt x="8" y="87"/>
                    </a:cubicBezTo>
                    <a:cubicBezTo>
                      <a:pt x="11" y="81"/>
                      <a:pt x="13" y="74"/>
                      <a:pt x="15" y="67"/>
                    </a:cubicBezTo>
                    <a:cubicBezTo>
                      <a:pt x="17" y="63"/>
                      <a:pt x="18" y="60"/>
                      <a:pt x="20" y="56"/>
                    </a:cubicBezTo>
                    <a:cubicBezTo>
                      <a:pt x="21" y="53"/>
                      <a:pt x="23" y="51"/>
                      <a:pt x="25" y="49"/>
                    </a:cubicBezTo>
                    <a:cubicBezTo>
                      <a:pt x="29" y="46"/>
                      <a:pt x="35" y="46"/>
                      <a:pt x="39" y="48"/>
                    </a:cubicBezTo>
                    <a:cubicBezTo>
                      <a:pt x="47" y="35"/>
                      <a:pt x="56" y="23"/>
                      <a:pt x="68" y="15"/>
                    </a:cubicBezTo>
                    <a:cubicBezTo>
                      <a:pt x="81" y="6"/>
                      <a:pt x="97" y="0"/>
                      <a:pt x="112" y="2"/>
                    </a:cubicBezTo>
                    <a:cubicBezTo>
                      <a:pt x="127" y="5"/>
                      <a:pt x="141" y="15"/>
                      <a:pt x="147" y="29"/>
                    </a:cubicBezTo>
                    <a:cubicBezTo>
                      <a:pt x="153" y="45"/>
                      <a:pt x="151" y="61"/>
                      <a:pt x="145" y="77"/>
                    </a:cubicBezTo>
                    <a:cubicBezTo>
                      <a:pt x="142" y="85"/>
                      <a:pt x="138" y="92"/>
                      <a:pt x="134" y="99"/>
                    </a:cubicBezTo>
                    <a:cubicBezTo>
                      <a:pt x="131" y="104"/>
                      <a:pt x="127" y="110"/>
                      <a:pt x="124" y="115"/>
                    </a:cubicBezTo>
                    <a:cubicBezTo>
                      <a:pt x="120" y="121"/>
                      <a:pt x="116" y="127"/>
                      <a:pt x="112" y="132"/>
                    </a:cubicBezTo>
                    <a:cubicBezTo>
                      <a:pt x="110" y="135"/>
                      <a:pt x="108" y="136"/>
                      <a:pt x="106" y="139"/>
                    </a:cubicBezTo>
                    <a:cubicBezTo>
                      <a:pt x="103" y="142"/>
                      <a:pt x="100" y="146"/>
                      <a:pt x="98" y="149"/>
                    </a:cubicBezTo>
                    <a:cubicBezTo>
                      <a:pt x="90" y="159"/>
                      <a:pt x="81" y="167"/>
                      <a:pt x="73" y="175"/>
                    </a:cubicBezTo>
                    <a:cubicBezTo>
                      <a:pt x="67" y="181"/>
                      <a:pt x="60" y="186"/>
                      <a:pt x="53" y="191"/>
                    </a:cubicBezTo>
                    <a:cubicBezTo>
                      <a:pt x="47" y="195"/>
                      <a:pt x="40" y="198"/>
                      <a:pt x="33" y="200"/>
                    </a:cubicBezTo>
                    <a:cubicBezTo>
                      <a:pt x="31" y="201"/>
                      <a:pt x="28" y="201"/>
                      <a:pt x="25" y="201"/>
                    </a:cubicBezTo>
                    <a:cubicBezTo>
                      <a:pt x="22" y="201"/>
                      <a:pt x="18" y="201"/>
                      <a:pt x="15" y="1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8" name="Google Shape;3508;p40"/>
              <p:cNvSpPr/>
              <p:nvPr/>
            </p:nvSpPr>
            <p:spPr>
              <a:xfrm>
                <a:off x="659160" y="885600"/>
                <a:ext cx="21960" cy="55080"/>
              </a:xfrm>
              <a:custGeom>
                <a:avLst/>
                <a:gdLst/>
                <a:ahLst/>
                <a:cxnLst/>
                <a:rect l="l" t="t" r="r" b="b"/>
                <a:pathLst>
                  <a:path w="61" h="153" extrusionOk="0">
                    <a:moveTo>
                      <a:pt x="10" y="152"/>
                    </a:moveTo>
                    <a:cubicBezTo>
                      <a:pt x="4" y="150"/>
                      <a:pt x="0" y="143"/>
                      <a:pt x="2" y="137"/>
                    </a:cubicBezTo>
                    <a:cubicBezTo>
                      <a:pt x="7" y="123"/>
                      <a:pt x="12" y="107"/>
                      <a:pt x="16" y="92"/>
                    </a:cubicBezTo>
                    <a:cubicBezTo>
                      <a:pt x="19" y="79"/>
                      <a:pt x="22" y="65"/>
                      <a:pt x="26" y="52"/>
                    </a:cubicBezTo>
                    <a:cubicBezTo>
                      <a:pt x="27" y="45"/>
                      <a:pt x="28" y="38"/>
                      <a:pt x="29" y="32"/>
                    </a:cubicBezTo>
                    <a:cubicBezTo>
                      <a:pt x="30" y="24"/>
                      <a:pt x="32" y="17"/>
                      <a:pt x="33" y="10"/>
                    </a:cubicBezTo>
                    <a:cubicBezTo>
                      <a:pt x="35" y="4"/>
                      <a:pt x="42" y="0"/>
                      <a:pt x="49" y="1"/>
                    </a:cubicBezTo>
                    <a:cubicBezTo>
                      <a:pt x="56" y="3"/>
                      <a:pt x="60" y="11"/>
                      <a:pt x="57" y="18"/>
                    </a:cubicBezTo>
                    <a:cubicBezTo>
                      <a:pt x="56" y="22"/>
                      <a:pt x="56" y="25"/>
                      <a:pt x="54" y="29"/>
                    </a:cubicBezTo>
                    <a:cubicBezTo>
                      <a:pt x="51" y="48"/>
                      <a:pt x="47" y="67"/>
                      <a:pt x="42" y="85"/>
                    </a:cubicBezTo>
                    <a:cubicBezTo>
                      <a:pt x="40" y="94"/>
                      <a:pt x="37" y="103"/>
                      <a:pt x="34" y="113"/>
                    </a:cubicBezTo>
                    <a:cubicBezTo>
                      <a:pt x="31" y="123"/>
                      <a:pt x="28" y="134"/>
                      <a:pt x="24" y="143"/>
                    </a:cubicBezTo>
                    <a:cubicBezTo>
                      <a:pt x="23" y="149"/>
                      <a:pt x="18" y="152"/>
                      <a:pt x="13" y="152"/>
                    </a:cubicBezTo>
                    <a:cubicBezTo>
                      <a:pt x="12" y="152"/>
                      <a:pt x="11" y="152"/>
                      <a:pt x="10" y="1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9" name="Google Shape;3509;p40"/>
              <p:cNvSpPr/>
              <p:nvPr/>
            </p:nvSpPr>
            <p:spPr>
              <a:xfrm>
                <a:off x="738360" y="833760"/>
                <a:ext cx="46080" cy="68040"/>
              </a:xfrm>
              <a:custGeom>
                <a:avLst/>
                <a:gdLst/>
                <a:ahLst/>
                <a:cxnLst/>
                <a:rect l="l" t="t" r="r" b="b"/>
                <a:pathLst>
                  <a:path w="128" h="189" extrusionOk="0">
                    <a:moveTo>
                      <a:pt x="37" y="187"/>
                    </a:moveTo>
                    <a:cubicBezTo>
                      <a:pt x="29" y="187"/>
                      <a:pt x="21" y="184"/>
                      <a:pt x="14" y="180"/>
                    </a:cubicBezTo>
                    <a:cubicBezTo>
                      <a:pt x="9" y="176"/>
                      <a:pt x="3" y="170"/>
                      <a:pt x="2" y="163"/>
                    </a:cubicBezTo>
                    <a:cubicBezTo>
                      <a:pt x="0" y="156"/>
                      <a:pt x="1" y="149"/>
                      <a:pt x="5" y="144"/>
                    </a:cubicBezTo>
                    <a:cubicBezTo>
                      <a:pt x="6" y="140"/>
                      <a:pt x="9" y="137"/>
                      <a:pt x="11" y="134"/>
                    </a:cubicBezTo>
                    <a:cubicBezTo>
                      <a:pt x="27" y="112"/>
                      <a:pt x="45" y="93"/>
                      <a:pt x="62" y="73"/>
                    </a:cubicBezTo>
                    <a:cubicBezTo>
                      <a:pt x="66" y="68"/>
                      <a:pt x="70" y="64"/>
                      <a:pt x="74" y="59"/>
                    </a:cubicBezTo>
                    <a:cubicBezTo>
                      <a:pt x="81" y="51"/>
                      <a:pt x="88" y="43"/>
                      <a:pt x="94" y="34"/>
                    </a:cubicBezTo>
                    <a:lnTo>
                      <a:pt x="94" y="35"/>
                    </a:lnTo>
                    <a:cubicBezTo>
                      <a:pt x="94" y="35"/>
                      <a:pt x="94" y="34"/>
                      <a:pt x="95" y="33"/>
                    </a:cubicBezTo>
                    <a:cubicBezTo>
                      <a:pt x="96" y="32"/>
                      <a:pt x="97" y="30"/>
                      <a:pt x="98" y="28"/>
                    </a:cubicBezTo>
                    <a:cubicBezTo>
                      <a:pt x="97" y="28"/>
                      <a:pt x="95" y="29"/>
                      <a:pt x="93" y="29"/>
                    </a:cubicBezTo>
                    <a:lnTo>
                      <a:pt x="94" y="29"/>
                    </a:lnTo>
                    <a:cubicBezTo>
                      <a:pt x="86" y="32"/>
                      <a:pt x="77" y="35"/>
                      <a:pt x="69" y="38"/>
                    </a:cubicBezTo>
                    <a:cubicBezTo>
                      <a:pt x="62" y="40"/>
                      <a:pt x="55" y="42"/>
                      <a:pt x="49" y="45"/>
                    </a:cubicBezTo>
                    <a:cubicBezTo>
                      <a:pt x="46" y="51"/>
                      <a:pt x="39" y="54"/>
                      <a:pt x="34" y="53"/>
                    </a:cubicBezTo>
                    <a:cubicBezTo>
                      <a:pt x="32" y="52"/>
                      <a:pt x="31" y="52"/>
                      <a:pt x="30" y="52"/>
                    </a:cubicBezTo>
                    <a:cubicBezTo>
                      <a:pt x="27" y="50"/>
                      <a:pt x="24" y="48"/>
                      <a:pt x="23" y="45"/>
                    </a:cubicBezTo>
                    <a:cubicBezTo>
                      <a:pt x="20" y="41"/>
                      <a:pt x="21" y="36"/>
                      <a:pt x="23" y="32"/>
                    </a:cubicBezTo>
                    <a:cubicBezTo>
                      <a:pt x="24" y="30"/>
                      <a:pt x="27" y="28"/>
                      <a:pt x="30" y="26"/>
                    </a:cubicBezTo>
                    <a:cubicBezTo>
                      <a:pt x="32" y="25"/>
                      <a:pt x="35" y="24"/>
                      <a:pt x="38" y="22"/>
                    </a:cubicBezTo>
                    <a:cubicBezTo>
                      <a:pt x="42" y="21"/>
                      <a:pt x="45" y="20"/>
                      <a:pt x="48" y="19"/>
                    </a:cubicBezTo>
                    <a:cubicBezTo>
                      <a:pt x="54" y="17"/>
                      <a:pt x="61" y="15"/>
                      <a:pt x="67" y="12"/>
                    </a:cubicBezTo>
                    <a:cubicBezTo>
                      <a:pt x="79" y="8"/>
                      <a:pt x="91" y="4"/>
                      <a:pt x="103" y="1"/>
                    </a:cubicBezTo>
                    <a:cubicBezTo>
                      <a:pt x="109" y="0"/>
                      <a:pt x="116" y="1"/>
                      <a:pt x="120" y="4"/>
                    </a:cubicBezTo>
                    <a:cubicBezTo>
                      <a:pt x="123" y="7"/>
                      <a:pt x="125" y="9"/>
                      <a:pt x="126" y="12"/>
                    </a:cubicBezTo>
                    <a:cubicBezTo>
                      <a:pt x="127" y="15"/>
                      <a:pt x="127" y="19"/>
                      <a:pt x="126" y="24"/>
                    </a:cubicBezTo>
                    <a:cubicBezTo>
                      <a:pt x="125" y="31"/>
                      <a:pt x="121" y="38"/>
                      <a:pt x="117" y="44"/>
                    </a:cubicBezTo>
                    <a:cubicBezTo>
                      <a:pt x="113" y="50"/>
                      <a:pt x="108" y="56"/>
                      <a:pt x="103" y="61"/>
                    </a:cubicBezTo>
                    <a:cubicBezTo>
                      <a:pt x="94" y="71"/>
                      <a:pt x="86" y="82"/>
                      <a:pt x="77" y="91"/>
                    </a:cubicBezTo>
                    <a:cubicBezTo>
                      <a:pt x="69" y="99"/>
                      <a:pt x="62" y="107"/>
                      <a:pt x="55" y="116"/>
                    </a:cubicBezTo>
                    <a:cubicBezTo>
                      <a:pt x="47" y="125"/>
                      <a:pt x="40" y="134"/>
                      <a:pt x="33" y="143"/>
                    </a:cubicBezTo>
                    <a:cubicBezTo>
                      <a:pt x="30" y="146"/>
                      <a:pt x="28" y="151"/>
                      <a:pt x="26" y="155"/>
                    </a:cubicBezTo>
                    <a:cubicBezTo>
                      <a:pt x="26" y="156"/>
                      <a:pt x="26" y="156"/>
                      <a:pt x="25" y="156"/>
                    </a:cubicBezTo>
                    <a:cubicBezTo>
                      <a:pt x="26" y="156"/>
                      <a:pt x="26" y="157"/>
                      <a:pt x="26" y="157"/>
                    </a:cubicBezTo>
                    <a:lnTo>
                      <a:pt x="26" y="158"/>
                    </a:lnTo>
                    <a:cubicBezTo>
                      <a:pt x="26" y="158"/>
                      <a:pt x="27" y="158"/>
                      <a:pt x="27" y="159"/>
                    </a:cubicBezTo>
                    <a:cubicBezTo>
                      <a:pt x="27" y="159"/>
                      <a:pt x="28" y="159"/>
                      <a:pt x="28" y="160"/>
                    </a:cubicBezTo>
                    <a:cubicBezTo>
                      <a:pt x="28" y="159"/>
                      <a:pt x="27" y="159"/>
                      <a:pt x="27" y="159"/>
                    </a:cubicBezTo>
                    <a:cubicBezTo>
                      <a:pt x="28" y="159"/>
                      <a:pt x="28" y="159"/>
                      <a:pt x="28" y="160"/>
                    </a:cubicBezTo>
                    <a:cubicBezTo>
                      <a:pt x="29" y="160"/>
                      <a:pt x="30" y="160"/>
                      <a:pt x="30" y="161"/>
                    </a:cubicBezTo>
                    <a:cubicBezTo>
                      <a:pt x="31" y="161"/>
                      <a:pt x="31" y="162"/>
                      <a:pt x="32" y="162"/>
                    </a:cubicBezTo>
                    <a:cubicBezTo>
                      <a:pt x="34" y="162"/>
                      <a:pt x="35" y="163"/>
                      <a:pt x="37" y="163"/>
                    </a:cubicBezTo>
                    <a:cubicBezTo>
                      <a:pt x="38" y="163"/>
                      <a:pt x="38" y="163"/>
                      <a:pt x="39" y="163"/>
                    </a:cubicBezTo>
                    <a:cubicBezTo>
                      <a:pt x="43" y="163"/>
                      <a:pt x="46" y="163"/>
                      <a:pt x="50" y="163"/>
                    </a:cubicBezTo>
                    <a:cubicBezTo>
                      <a:pt x="56" y="163"/>
                      <a:pt x="61" y="163"/>
                      <a:pt x="66" y="162"/>
                    </a:cubicBezTo>
                    <a:cubicBezTo>
                      <a:pt x="75" y="160"/>
                      <a:pt x="83" y="158"/>
                      <a:pt x="91" y="155"/>
                    </a:cubicBezTo>
                    <a:cubicBezTo>
                      <a:pt x="92" y="155"/>
                      <a:pt x="93" y="155"/>
                      <a:pt x="93" y="155"/>
                    </a:cubicBezTo>
                    <a:lnTo>
                      <a:pt x="92" y="155"/>
                    </a:lnTo>
                    <a:cubicBezTo>
                      <a:pt x="93" y="155"/>
                      <a:pt x="95" y="154"/>
                      <a:pt x="96" y="153"/>
                    </a:cubicBezTo>
                    <a:cubicBezTo>
                      <a:pt x="102" y="151"/>
                      <a:pt x="109" y="153"/>
                      <a:pt x="112" y="160"/>
                    </a:cubicBezTo>
                    <a:cubicBezTo>
                      <a:pt x="113" y="163"/>
                      <a:pt x="113" y="166"/>
                      <a:pt x="111" y="169"/>
                    </a:cubicBezTo>
                    <a:cubicBezTo>
                      <a:pt x="110" y="173"/>
                      <a:pt x="107" y="175"/>
                      <a:pt x="104" y="176"/>
                    </a:cubicBezTo>
                    <a:cubicBezTo>
                      <a:pt x="96" y="179"/>
                      <a:pt x="89" y="180"/>
                      <a:pt x="82" y="183"/>
                    </a:cubicBezTo>
                    <a:cubicBezTo>
                      <a:pt x="76" y="184"/>
                      <a:pt x="69" y="186"/>
                      <a:pt x="63" y="186"/>
                    </a:cubicBezTo>
                    <a:cubicBezTo>
                      <a:pt x="56" y="187"/>
                      <a:pt x="51" y="188"/>
                      <a:pt x="45" y="188"/>
                    </a:cubicBezTo>
                    <a:cubicBezTo>
                      <a:pt x="42" y="188"/>
                      <a:pt x="39" y="188"/>
                      <a:pt x="37" y="1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0" name="Google Shape;3510;p40"/>
              <p:cNvSpPr/>
              <p:nvPr/>
            </p:nvSpPr>
            <p:spPr>
              <a:xfrm>
                <a:off x="736560" y="860040"/>
                <a:ext cx="59040" cy="19440"/>
              </a:xfrm>
              <a:custGeom>
                <a:avLst/>
                <a:gdLst/>
                <a:ahLst/>
                <a:cxnLst/>
                <a:rect l="l" t="t" r="r" b="b"/>
                <a:pathLst>
                  <a:path w="164" h="54" extrusionOk="0">
                    <a:moveTo>
                      <a:pt x="12" y="51"/>
                    </a:moveTo>
                    <a:cubicBezTo>
                      <a:pt x="5" y="48"/>
                      <a:pt x="0" y="40"/>
                      <a:pt x="3" y="33"/>
                    </a:cubicBezTo>
                    <a:cubicBezTo>
                      <a:pt x="4" y="29"/>
                      <a:pt x="7" y="25"/>
                      <a:pt x="11" y="22"/>
                    </a:cubicBezTo>
                    <a:cubicBezTo>
                      <a:pt x="16" y="19"/>
                      <a:pt x="22" y="16"/>
                      <a:pt x="28" y="15"/>
                    </a:cubicBezTo>
                    <a:cubicBezTo>
                      <a:pt x="47" y="7"/>
                      <a:pt x="68" y="4"/>
                      <a:pt x="88" y="2"/>
                    </a:cubicBezTo>
                    <a:cubicBezTo>
                      <a:pt x="110" y="0"/>
                      <a:pt x="131" y="1"/>
                      <a:pt x="152" y="1"/>
                    </a:cubicBezTo>
                    <a:cubicBezTo>
                      <a:pt x="159" y="1"/>
                      <a:pt x="163" y="6"/>
                      <a:pt x="163" y="12"/>
                    </a:cubicBezTo>
                    <a:cubicBezTo>
                      <a:pt x="163" y="18"/>
                      <a:pt x="158" y="23"/>
                      <a:pt x="152" y="23"/>
                    </a:cubicBezTo>
                    <a:cubicBezTo>
                      <a:pt x="134" y="23"/>
                      <a:pt x="116" y="23"/>
                      <a:pt x="98" y="25"/>
                    </a:cubicBezTo>
                    <a:cubicBezTo>
                      <a:pt x="88" y="26"/>
                      <a:pt x="77" y="27"/>
                      <a:pt x="67" y="29"/>
                    </a:cubicBezTo>
                    <a:lnTo>
                      <a:pt x="66" y="29"/>
                    </a:lnTo>
                    <a:lnTo>
                      <a:pt x="65" y="29"/>
                    </a:lnTo>
                    <a:lnTo>
                      <a:pt x="66" y="29"/>
                    </a:lnTo>
                    <a:cubicBezTo>
                      <a:pt x="58" y="30"/>
                      <a:pt x="50" y="32"/>
                      <a:pt x="43" y="34"/>
                    </a:cubicBezTo>
                    <a:cubicBezTo>
                      <a:pt x="39" y="36"/>
                      <a:pt x="35" y="38"/>
                      <a:pt x="30" y="40"/>
                    </a:cubicBezTo>
                    <a:cubicBezTo>
                      <a:pt x="30" y="41"/>
                      <a:pt x="30" y="42"/>
                      <a:pt x="29" y="43"/>
                    </a:cubicBezTo>
                    <a:cubicBezTo>
                      <a:pt x="28" y="49"/>
                      <a:pt x="22" y="53"/>
                      <a:pt x="17" y="53"/>
                    </a:cubicBezTo>
                    <a:cubicBezTo>
                      <a:pt x="15" y="53"/>
                      <a:pt x="14" y="52"/>
                      <a:pt x="12" y="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1" name="Google Shape;3511;p40"/>
              <p:cNvSpPr/>
              <p:nvPr/>
            </p:nvSpPr>
            <p:spPr>
              <a:xfrm>
                <a:off x="815760" y="851040"/>
                <a:ext cx="2412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67" h="31" extrusionOk="0">
                    <a:moveTo>
                      <a:pt x="13" y="30"/>
                    </a:moveTo>
                    <a:cubicBezTo>
                      <a:pt x="6" y="29"/>
                      <a:pt x="0" y="24"/>
                      <a:pt x="0" y="17"/>
                    </a:cubicBezTo>
                    <a:cubicBezTo>
                      <a:pt x="1" y="10"/>
                      <a:pt x="6" y="4"/>
                      <a:pt x="13" y="4"/>
                    </a:cubicBezTo>
                    <a:cubicBezTo>
                      <a:pt x="19" y="4"/>
                      <a:pt x="24" y="3"/>
                      <a:pt x="30" y="2"/>
                    </a:cubicBezTo>
                    <a:cubicBezTo>
                      <a:pt x="37" y="2"/>
                      <a:pt x="44" y="1"/>
                      <a:pt x="52" y="1"/>
                    </a:cubicBezTo>
                    <a:cubicBezTo>
                      <a:pt x="58" y="0"/>
                      <a:pt x="64" y="4"/>
                      <a:pt x="65" y="11"/>
                    </a:cubicBezTo>
                    <a:cubicBezTo>
                      <a:pt x="66" y="17"/>
                      <a:pt x="61" y="23"/>
                      <a:pt x="55" y="24"/>
                    </a:cubicBezTo>
                    <a:cubicBezTo>
                      <a:pt x="47" y="24"/>
                      <a:pt x="39" y="26"/>
                      <a:pt x="32" y="27"/>
                    </a:cubicBezTo>
                    <a:cubicBezTo>
                      <a:pt x="29" y="27"/>
                      <a:pt x="25" y="27"/>
                      <a:pt x="23" y="28"/>
                    </a:cubicBezTo>
                    <a:cubicBezTo>
                      <a:pt x="20" y="29"/>
                      <a:pt x="17" y="30"/>
                      <a:pt x="14" y="30"/>
                    </a:cubicBezTo>
                    <a:lnTo>
                      <a:pt x="13" y="3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2" name="Google Shape;3512;p40"/>
              <p:cNvSpPr/>
              <p:nvPr/>
            </p:nvSpPr>
            <p:spPr>
              <a:xfrm>
                <a:off x="808920" y="856440"/>
                <a:ext cx="70920" cy="27000"/>
              </a:xfrm>
              <a:custGeom>
                <a:avLst/>
                <a:gdLst/>
                <a:ahLst/>
                <a:cxnLst/>
                <a:rect l="l" t="t" r="r" b="b"/>
                <a:pathLst>
                  <a:path w="197" h="75" extrusionOk="0">
                    <a:moveTo>
                      <a:pt x="2" y="64"/>
                    </a:moveTo>
                    <a:cubicBezTo>
                      <a:pt x="0" y="57"/>
                      <a:pt x="5" y="51"/>
                      <a:pt x="11" y="49"/>
                    </a:cubicBezTo>
                    <a:lnTo>
                      <a:pt x="12" y="49"/>
                    </a:lnTo>
                    <a:cubicBezTo>
                      <a:pt x="11" y="49"/>
                      <a:pt x="11" y="49"/>
                      <a:pt x="11" y="49"/>
                    </a:cubicBezTo>
                    <a:cubicBezTo>
                      <a:pt x="11" y="49"/>
                      <a:pt x="12" y="49"/>
                      <a:pt x="13" y="49"/>
                    </a:cubicBezTo>
                    <a:cubicBezTo>
                      <a:pt x="17" y="47"/>
                      <a:pt x="22" y="44"/>
                      <a:pt x="28" y="43"/>
                    </a:cubicBezTo>
                    <a:cubicBezTo>
                      <a:pt x="34" y="40"/>
                      <a:pt x="41" y="37"/>
                      <a:pt x="47" y="35"/>
                    </a:cubicBezTo>
                    <a:cubicBezTo>
                      <a:pt x="52" y="33"/>
                      <a:pt x="57" y="32"/>
                      <a:pt x="63" y="29"/>
                    </a:cubicBezTo>
                    <a:cubicBezTo>
                      <a:pt x="69" y="28"/>
                      <a:pt x="74" y="26"/>
                      <a:pt x="80" y="24"/>
                    </a:cubicBezTo>
                    <a:cubicBezTo>
                      <a:pt x="87" y="22"/>
                      <a:pt x="94" y="20"/>
                      <a:pt x="101" y="18"/>
                    </a:cubicBezTo>
                    <a:cubicBezTo>
                      <a:pt x="107" y="16"/>
                      <a:pt x="114" y="15"/>
                      <a:pt x="120" y="14"/>
                    </a:cubicBezTo>
                    <a:cubicBezTo>
                      <a:pt x="132" y="11"/>
                      <a:pt x="143" y="8"/>
                      <a:pt x="155" y="6"/>
                    </a:cubicBezTo>
                    <a:cubicBezTo>
                      <a:pt x="163" y="4"/>
                      <a:pt x="172" y="2"/>
                      <a:pt x="182" y="0"/>
                    </a:cubicBezTo>
                    <a:cubicBezTo>
                      <a:pt x="187" y="0"/>
                      <a:pt x="193" y="2"/>
                      <a:pt x="194" y="8"/>
                    </a:cubicBezTo>
                    <a:cubicBezTo>
                      <a:pt x="196" y="13"/>
                      <a:pt x="192" y="19"/>
                      <a:pt x="187" y="21"/>
                    </a:cubicBezTo>
                    <a:cubicBezTo>
                      <a:pt x="168" y="25"/>
                      <a:pt x="150" y="29"/>
                      <a:pt x="131" y="33"/>
                    </a:cubicBezTo>
                    <a:cubicBezTo>
                      <a:pt x="123" y="36"/>
                      <a:pt x="115" y="38"/>
                      <a:pt x="106" y="40"/>
                    </a:cubicBezTo>
                    <a:cubicBezTo>
                      <a:pt x="99" y="42"/>
                      <a:pt x="92" y="44"/>
                      <a:pt x="84" y="47"/>
                    </a:cubicBezTo>
                    <a:cubicBezTo>
                      <a:pt x="73" y="51"/>
                      <a:pt x="62" y="54"/>
                      <a:pt x="50" y="59"/>
                    </a:cubicBezTo>
                    <a:cubicBezTo>
                      <a:pt x="45" y="61"/>
                      <a:pt x="39" y="64"/>
                      <a:pt x="34" y="66"/>
                    </a:cubicBezTo>
                    <a:cubicBezTo>
                      <a:pt x="29" y="68"/>
                      <a:pt x="24" y="71"/>
                      <a:pt x="19" y="73"/>
                    </a:cubicBezTo>
                    <a:cubicBezTo>
                      <a:pt x="17" y="74"/>
                      <a:pt x="16" y="74"/>
                      <a:pt x="14" y="74"/>
                    </a:cubicBezTo>
                    <a:cubicBezTo>
                      <a:pt x="9" y="74"/>
                      <a:pt x="4" y="70"/>
                      <a:pt x="2" y="6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3" name="Google Shape;3513;p40"/>
              <p:cNvSpPr/>
              <p:nvPr/>
            </p:nvSpPr>
            <p:spPr>
              <a:xfrm>
                <a:off x="853920" y="824760"/>
                <a:ext cx="91080" cy="70560"/>
              </a:xfrm>
              <a:custGeom>
                <a:avLst/>
                <a:gdLst/>
                <a:ahLst/>
                <a:cxnLst/>
                <a:rect l="l" t="t" r="r" b="b"/>
                <a:pathLst>
                  <a:path w="253" h="196" extrusionOk="0">
                    <a:moveTo>
                      <a:pt x="108" y="172"/>
                    </a:moveTo>
                    <a:cubicBezTo>
                      <a:pt x="109" y="171"/>
                      <a:pt x="109" y="171"/>
                      <a:pt x="109" y="171"/>
                    </a:cubicBezTo>
                    <a:cubicBezTo>
                      <a:pt x="111" y="171"/>
                      <a:pt x="112" y="171"/>
                      <a:pt x="113" y="171"/>
                    </a:cubicBezTo>
                    <a:cubicBezTo>
                      <a:pt x="115" y="170"/>
                      <a:pt x="118" y="169"/>
                      <a:pt x="120" y="168"/>
                    </a:cubicBezTo>
                    <a:cubicBezTo>
                      <a:pt x="124" y="166"/>
                      <a:pt x="128" y="163"/>
                      <a:pt x="132" y="161"/>
                    </a:cubicBezTo>
                    <a:lnTo>
                      <a:pt x="132" y="162"/>
                    </a:lnTo>
                    <a:cubicBezTo>
                      <a:pt x="132" y="161"/>
                      <a:pt x="132" y="161"/>
                      <a:pt x="133" y="160"/>
                    </a:cubicBezTo>
                    <a:cubicBezTo>
                      <a:pt x="144" y="153"/>
                      <a:pt x="156" y="145"/>
                      <a:pt x="167" y="135"/>
                    </a:cubicBezTo>
                    <a:cubicBezTo>
                      <a:pt x="173" y="131"/>
                      <a:pt x="179" y="126"/>
                      <a:pt x="185" y="121"/>
                    </a:cubicBezTo>
                    <a:cubicBezTo>
                      <a:pt x="193" y="114"/>
                      <a:pt x="201" y="106"/>
                      <a:pt x="209" y="98"/>
                    </a:cubicBezTo>
                    <a:cubicBezTo>
                      <a:pt x="213" y="95"/>
                      <a:pt x="215" y="90"/>
                      <a:pt x="218" y="87"/>
                    </a:cubicBezTo>
                    <a:cubicBezTo>
                      <a:pt x="221" y="84"/>
                      <a:pt x="222" y="80"/>
                      <a:pt x="225" y="77"/>
                    </a:cubicBezTo>
                    <a:cubicBezTo>
                      <a:pt x="226" y="74"/>
                      <a:pt x="227" y="72"/>
                      <a:pt x="228" y="70"/>
                    </a:cubicBezTo>
                    <a:cubicBezTo>
                      <a:pt x="228" y="68"/>
                      <a:pt x="228" y="67"/>
                      <a:pt x="229" y="65"/>
                    </a:cubicBezTo>
                    <a:cubicBezTo>
                      <a:pt x="229" y="65"/>
                      <a:pt x="229" y="64"/>
                      <a:pt x="229" y="63"/>
                    </a:cubicBezTo>
                    <a:cubicBezTo>
                      <a:pt x="229" y="61"/>
                      <a:pt x="229" y="60"/>
                      <a:pt x="229" y="58"/>
                    </a:cubicBezTo>
                    <a:cubicBezTo>
                      <a:pt x="229" y="57"/>
                      <a:pt x="229" y="56"/>
                      <a:pt x="229" y="55"/>
                    </a:cubicBezTo>
                    <a:cubicBezTo>
                      <a:pt x="229" y="56"/>
                      <a:pt x="229" y="56"/>
                      <a:pt x="229" y="57"/>
                    </a:cubicBezTo>
                    <a:cubicBezTo>
                      <a:pt x="229" y="56"/>
                      <a:pt x="229" y="54"/>
                      <a:pt x="228" y="53"/>
                    </a:cubicBezTo>
                    <a:cubicBezTo>
                      <a:pt x="228" y="53"/>
                      <a:pt x="228" y="52"/>
                      <a:pt x="228" y="51"/>
                    </a:cubicBezTo>
                    <a:cubicBezTo>
                      <a:pt x="227" y="50"/>
                      <a:pt x="227" y="49"/>
                      <a:pt x="226" y="48"/>
                    </a:cubicBezTo>
                    <a:cubicBezTo>
                      <a:pt x="225" y="47"/>
                      <a:pt x="224" y="46"/>
                      <a:pt x="223" y="44"/>
                    </a:cubicBezTo>
                    <a:cubicBezTo>
                      <a:pt x="222" y="43"/>
                      <a:pt x="220" y="42"/>
                      <a:pt x="219" y="40"/>
                    </a:cubicBezTo>
                    <a:cubicBezTo>
                      <a:pt x="217" y="39"/>
                      <a:pt x="215" y="37"/>
                      <a:pt x="214" y="36"/>
                    </a:cubicBezTo>
                    <a:cubicBezTo>
                      <a:pt x="211" y="34"/>
                      <a:pt x="208" y="33"/>
                      <a:pt x="206" y="31"/>
                    </a:cubicBezTo>
                    <a:cubicBezTo>
                      <a:pt x="204" y="30"/>
                      <a:pt x="202" y="29"/>
                      <a:pt x="200" y="29"/>
                    </a:cubicBezTo>
                    <a:cubicBezTo>
                      <a:pt x="197" y="28"/>
                      <a:pt x="193" y="26"/>
                      <a:pt x="190" y="26"/>
                    </a:cubicBezTo>
                    <a:cubicBezTo>
                      <a:pt x="187" y="25"/>
                      <a:pt x="183" y="25"/>
                      <a:pt x="180" y="24"/>
                    </a:cubicBezTo>
                    <a:cubicBezTo>
                      <a:pt x="176" y="24"/>
                      <a:pt x="172" y="24"/>
                      <a:pt x="169" y="24"/>
                    </a:cubicBezTo>
                    <a:cubicBezTo>
                      <a:pt x="168" y="24"/>
                      <a:pt x="168" y="24"/>
                      <a:pt x="168" y="24"/>
                    </a:cubicBezTo>
                    <a:cubicBezTo>
                      <a:pt x="161" y="25"/>
                      <a:pt x="154" y="25"/>
                      <a:pt x="147" y="27"/>
                    </a:cubicBezTo>
                    <a:cubicBezTo>
                      <a:pt x="137" y="28"/>
                      <a:pt x="129" y="30"/>
                      <a:pt x="120" y="33"/>
                    </a:cubicBezTo>
                    <a:cubicBezTo>
                      <a:pt x="115" y="35"/>
                      <a:pt x="109" y="37"/>
                      <a:pt x="104" y="40"/>
                    </a:cubicBezTo>
                    <a:cubicBezTo>
                      <a:pt x="102" y="41"/>
                      <a:pt x="100" y="42"/>
                      <a:pt x="98" y="43"/>
                    </a:cubicBezTo>
                    <a:cubicBezTo>
                      <a:pt x="98" y="44"/>
                      <a:pt x="97" y="44"/>
                      <a:pt x="97" y="46"/>
                    </a:cubicBezTo>
                    <a:cubicBezTo>
                      <a:pt x="95" y="47"/>
                      <a:pt x="95" y="48"/>
                      <a:pt x="94" y="49"/>
                    </a:cubicBezTo>
                    <a:cubicBezTo>
                      <a:pt x="93" y="52"/>
                      <a:pt x="92" y="54"/>
                      <a:pt x="91" y="57"/>
                    </a:cubicBezTo>
                    <a:cubicBezTo>
                      <a:pt x="89" y="62"/>
                      <a:pt x="88" y="67"/>
                      <a:pt x="87" y="71"/>
                    </a:cubicBezTo>
                    <a:lnTo>
                      <a:pt x="87" y="70"/>
                    </a:lnTo>
                    <a:cubicBezTo>
                      <a:pt x="86" y="76"/>
                      <a:pt x="85" y="82"/>
                      <a:pt x="84" y="89"/>
                    </a:cubicBezTo>
                    <a:cubicBezTo>
                      <a:pt x="84" y="97"/>
                      <a:pt x="84" y="105"/>
                      <a:pt x="84" y="113"/>
                    </a:cubicBezTo>
                    <a:cubicBezTo>
                      <a:pt x="84" y="114"/>
                      <a:pt x="84" y="114"/>
                      <a:pt x="84" y="114"/>
                    </a:cubicBezTo>
                    <a:cubicBezTo>
                      <a:pt x="85" y="121"/>
                      <a:pt x="86" y="129"/>
                      <a:pt x="87" y="136"/>
                    </a:cubicBezTo>
                    <a:cubicBezTo>
                      <a:pt x="88" y="143"/>
                      <a:pt x="90" y="149"/>
                      <a:pt x="92" y="156"/>
                    </a:cubicBezTo>
                    <a:cubicBezTo>
                      <a:pt x="93" y="158"/>
                      <a:pt x="93" y="159"/>
                      <a:pt x="94" y="161"/>
                    </a:cubicBezTo>
                    <a:cubicBezTo>
                      <a:pt x="94" y="162"/>
                      <a:pt x="95" y="163"/>
                      <a:pt x="96" y="164"/>
                    </a:cubicBezTo>
                    <a:cubicBezTo>
                      <a:pt x="96" y="165"/>
                      <a:pt x="97" y="166"/>
                      <a:pt x="97" y="166"/>
                    </a:cubicBezTo>
                    <a:cubicBezTo>
                      <a:pt x="98" y="167"/>
                      <a:pt x="98" y="168"/>
                      <a:pt x="99" y="169"/>
                    </a:cubicBezTo>
                    <a:cubicBezTo>
                      <a:pt x="100" y="169"/>
                      <a:pt x="101" y="170"/>
                      <a:pt x="101" y="170"/>
                    </a:cubicBezTo>
                    <a:cubicBezTo>
                      <a:pt x="102" y="170"/>
                      <a:pt x="102" y="171"/>
                      <a:pt x="102" y="171"/>
                    </a:cubicBezTo>
                    <a:lnTo>
                      <a:pt x="103" y="171"/>
                    </a:lnTo>
                    <a:cubicBezTo>
                      <a:pt x="104" y="171"/>
                      <a:pt x="104" y="171"/>
                      <a:pt x="105" y="171"/>
                    </a:cubicBezTo>
                    <a:lnTo>
                      <a:pt x="106" y="172"/>
                    </a:lnTo>
                    <a:lnTo>
                      <a:pt x="108" y="172"/>
                    </a:lnTo>
                    <a:moveTo>
                      <a:pt x="98" y="194"/>
                    </a:moveTo>
                    <a:cubicBezTo>
                      <a:pt x="95" y="193"/>
                      <a:pt x="92" y="192"/>
                      <a:pt x="89" y="190"/>
                    </a:cubicBezTo>
                    <a:cubicBezTo>
                      <a:pt x="86" y="188"/>
                      <a:pt x="84" y="186"/>
                      <a:pt x="81" y="184"/>
                    </a:cubicBezTo>
                    <a:cubicBezTo>
                      <a:pt x="77" y="178"/>
                      <a:pt x="73" y="173"/>
                      <a:pt x="71" y="166"/>
                    </a:cubicBezTo>
                    <a:cubicBezTo>
                      <a:pt x="70" y="163"/>
                      <a:pt x="69" y="159"/>
                      <a:pt x="68" y="155"/>
                    </a:cubicBezTo>
                    <a:cubicBezTo>
                      <a:pt x="67" y="151"/>
                      <a:pt x="66" y="147"/>
                      <a:pt x="65" y="142"/>
                    </a:cubicBezTo>
                    <a:cubicBezTo>
                      <a:pt x="62" y="126"/>
                      <a:pt x="60" y="110"/>
                      <a:pt x="61" y="93"/>
                    </a:cubicBezTo>
                    <a:cubicBezTo>
                      <a:pt x="61" y="84"/>
                      <a:pt x="62" y="74"/>
                      <a:pt x="64" y="65"/>
                    </a:cubicBezTo>
                    <a:cubicBezTo>
                      <a:pt x="60" y="68"/>
                      <a:pt x="55" y="71"/>
                      <a:pt x="51" y="74"/>
                    </a:cubicBezTo>
                    <a:cubicBezTo>
                      <a:pt x="40" y="82"/>
                      <a:pt x="30" y="90"/>
                      <a:pt x="19" y="97"/>
                    </a:cubicBezTo>
                    <a:cubicBezTo>
                      <a:pt x="14" y="101"/>
                      <a:pt x="7" y="100"/>
                      <a:pt x="4" y="95"/>
                    </a:cubicBezTo>
                    <a:cubicBezTo>
                      <a:pt x="0" y="90"/>
                      <a:pt x="2" y="84"/>
                      <a:pt x="6" y="81"/>
                    </a:cubicBezTo>
                    <a:cubicBezTo>
                      <a:pt x="18" y="72"/>
                      <a:pt x="30" y="63"/>
                      <a:pt x="42" y="54"/>
                    </a:cubicBezTo>
                    <a:cubicBezTo>
                      <a:pt x="49" y="50"/>
                      <a:pt x="55" y="45"/>
                      <a:pt x="62" y="40"/>
                    </a:cubicBezTo>
                    <a:cubicBezTo>
                      <a:pt x="66" y="37"/>
                      <a:pt x="70" y="35"/>
                      <a:pt x="74" y="32"/>
                    </a:cubicBezTo>
                    <a:cubicBezTo>
                      <a:pt x="75" y="32"/>
                      <a:pt x="76" y="30"/>
                      <a:pt x="77" y="30"/>
                    </a:cubicBezTo>
                    <a:cubicBezTo>
                      <a:pt x="79" y="29"/>
                      <a:pt x="79" y="28"/>
                      <a:pt x="80" y="27"/>
                    </a:cubicBezTo>
                    <a:cubicBezTo>
                      <a:pt x="83" y="23"/>
                      <a:pt x="88" y="19"/>
                      <a:pt x="93" y="18"/>
                    </a:cubicBezTo>
                    <a:cubicBezTo>
                      <a:pt x="94" y="18"/>
                      <a:pt x="95" y="18"/>
                      <a:pt x="97" y="19"/>
                    </a:cubicBezTo>
                    <a:cubicBezTo>
                      <a:pt x="112" y="12"/>
                      <a:pt x="129" y="7"/>
                      <a:pt x="145" y="4"/>
                    </a:cubicBezTo>
                    <a:cubicBezTo>
                      <a:pt x="162" y="1"/>
                      <a:pt x="179" y="0"/>
                      <a:pt x="196" y="4"/>
                    </a:cubicBezTo>
                    <a:cubicBezTo>
                      <a:pt x="211" y="7"/>
                      <a:pt x="226" y="15"/>
                      <a:pt x="238" y="26"/>
                    </a:cubicBezTo>
                    <a:cubicBezTo>
                      <a:pt x="243" y="32"/>
                      <a:pt x="246" y="38"/>
                      <a:pt x="249" y="44"/>
                    </a:cubicBezTo>
                    <a:cubicBezTo>
                      <a:pt x="252" y="52"/>
                      <a:pt x="252" y="60"/>
                      <a:pt x="251" y="68"/>
                    </a:cubicBezTo>
                    <a:cubicBezTo>
                      <a:pt x="250" y="74"/>
                      <a:pt x="247" y="81"/>
                      <a:pt x="244" y="87"/>
                    </a:cubicBezTo>
                    <a:cubicBezTo>
                      <a:pt x="241" y="94"/>
                      <a:pt x="236" y="100"/>
                      <a:pt x="231" y="106"/>
                    </a:cubicBezTo>
                    <a:cubicBezTo>
                      <a:pt x="226" y="112"/>
                      <a:pt x="221" y="117"/>
                      <a:pt x="215" y="123"/>
                    </a:cubicBezTo>
                    <a:cubicBezTo>
                      <a:pt x="210" y="127"/>
                      <a:pt x="205" y="132"/>
                      <a:pt x="200" y="137"/>
                    </a:cubicBezTo>
                    <a:cubicBezTo>
                      <a:pt x="187" y="148"/>
                      <a:pt x="174" y="159"/>
                      <a:pt x="161" y="169"/>
                    </a:cubicBezTo>
                    <a:cubicBezTo>
                      <a:pt x="154" y="174"/>
                      <a:pt x="147" y="178"/>
                      <a:pt x="140" y="183"/>
                    </a:cubicBezTo>
                    <a:cubicBezTo>
                      <a:pt x="134" y="187"/>
                      <a:pt x="127" y="191"/>
                      <a:pt x="119" y="193"/>
                    </a:cubicBezTo>
                    <a:cubicBezTo>
                      <a:pt x="115" y="195"/>
                      <a:pt x="111" y="195"/>
                      <a:pt x="106" y="195"/>
                    </a:cubicBezTo>
                    <a:cubicBezTo>
                      <a:pt x="104" y="195"/>
                      <a:pt x="101" y="195"/>
                      <a:pt x="98" y="1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514" name="Google Shape;3514;p40"/>
            <p:cNvGrpSpPr/>
            <p:nvPr/>
          </p:nvGrpSpPr>
          <p:grpSpPr>
            <a:xfrm>
              <a:off x="8097494" y="3395446"/>
              <a:ext cx="2561166" cy="2417115"/>
              <a:chOff x="16200" y="3746880"/>
              <a:chExt cx="1190520" cy="1123560"/>
            </a:xfrm>
          </p:grpSpPr>
          <p:sp>
            <p:nvSpPr>
              <p:cNvPr id="3515" name="Google Shape;3515;p40"/>
              <p:cNvSpPr/>
              <p:nvPr/>
            </p:nvSpPr>
            <p:spPr>
              <a:xfrm>
                <a:off x="89640" y="3895560"/>
                <a:ext cx="963360" cy="718200"/>
              </a:xfrm>
              <a:custGeom>
                <a:avLst/>
                <a:gdLst/>
                <a:ahLst/>
                <a:cxnLst/>
                <a:rect l="l" t="t" r="r" b="b"/>
                <a:pathLst>
                  <a:path w="2676" h="1995" extrusionOk="0">
                    <a:moveTo>
                      <a:pt x="1338" y="1994"/>
                    </a:moveTo>
                    <a:cubicBezTo>
                      <a:pt x="1312" y="1993"/>
                      <a:pt x="1287" y="1991"/>
                      <a:pt x="1261" y="1988"/>
                    </a:cubicBezTo>
                    <a:cubicBezTo>
                      <a:pt x="1208" y="1982"/>
                      <a:pt x="1156" y="1973"/>
                      <a:pt x="1104" y="1958"/>
                    </a:cubicBezTo>
                    <a:cubicBezTo>
                      <a:pt x="1061" y="1946"/>
                      <a:pt x="1019" y="1930"/>
                      <a:pt x="978" y="1912"/>
                    </a:cubicBezTo>
                    <a:cubicBezTo>
                      <a:pt x="948" y="1899"/>
                      <a:pt x="918" y="1884"/>
                      <a:pt x="889" y="1868"/>
                    </a:cubicBezTo>
                    <a:cubicBezTo>
                      <a:pt x="857" y="1851"/>
                      <a:pt x="827" y="1833"/>
                      <a:pt x="797" y="1813"/>
                    </a:cubicBezTo>
                    <a:lnTo>
                      <a:pt x="797" y="1814"/>
                    </a:lnTo>
                    <a:cubicBezTo>
                      <a:pt x="797" y="1813"/>
                      <a:pt x="796" y="1812"/>
                      <a:pt x="796" y="1812"/>
                    </a:cubicBezTo>
                    <a:lnTo>
                      <a:pt x="795" y="1812"/>
                    </a:lnTo>
                    <a:cubicBezTo>
                      <a:pt x="754" y="1784"/>
                      <a:pt x="714" y="1752"/>
                      <a:pt x="677" y="1717"/>
                    </a:cubicBezTo>
                    <a:cubicBezTo>
                      <a:pt x="639" y="1681"/>
                      <a:pt x="603" y="1643"/>
                      <a:pt x="567" y="1604"/>
                    </a:cubicBezTo>
                    <a:cubicBezTo>
                      <a:pt x="532" y="1565"/>
                      <a:pt x="498" y="1525"/>
                      <a:pt x="468" y="1482"/>
                    </a:cubicBezTo>
                    <a:cubicBezTo>
                      <a:pt x="436" y="1439"/>
                      <a:pt x="407" y="1394"/>
                      <a:pt x="381" y="1347"/>
                    </a:cubicBezTo>
                    <a:cubicBezTo>
                      <a:pt x="354" y="1300"/>
                      <a:pt x="329" y="1253"/>
                      <a:pt x="304" y="1204"/>
                    </a:cubicBezTo>
                    <a:cubicBezTo>
                      <a:pt x="281" y="1157"/>
                      <a:pt x="259" y="1109"/>
                      <a:pt x="238" y="1060"/>
                    </a:cubicBezTo>
                    <a:cubicBezTo>
                      <a:pt x="217" y="1011"/>
                      <a:pt x="198" y="961"/>
                      <a:pt x="179" y="912"/>
                    </a:cubicBezTo>
                    <a:cubicBezTo>
                      <a:pt x="161" y="865"/>
                      <a:pt x="143" y="819"/>
                      <a:pt x="127" y="772"/>
                    </a:cubicBezTo>
                    <a:cubicBezTo>
                      <a:pt x="110" y="724"/>
                      <a:pt x="94" y="676"/>
                      <a:pt x="81" y="627"/>
                    </a:cubicBezTo>
                    <a:cubicBezTo>
                      <a:pt x="74" y="603"/>
                      <a:pt x="69" y="580"/>
                      <a:pt x="63" y="557"/>
                    </a:cubicBezTo>
                    <a:cubicBezTo>
                      <a:pt x="56" y="532"/>
                      <a:pt x="51" y="506"/>
                      <a:pt x="46" y="481"/>
                    </a:cubicBezTo>
                    <a:cubicBezTo>
                      <a:pt x="36" y="430"/>
                      <a:pt x="28" y="379"/>
                      <a:pt x="20" y="327"/>
                    </a:cubicBezTo>
                    <a:cubicBezTo>
                      <a:pt x="17" y="301"/>
                      <a:pt x="13" y="275"/>
                      <a:pt x="10" y="249"/>
                    </a:cubicBezTo>
                    <a:cubicBezTo>
                      <a:pt x="8" y="237"/>
                      <a:pt x="8" y="225"/>
                      <a:pt x="7" y="214"/>
                    </a:cubicBezTo>
                    <a:cubicBezTo>
                      <a:pt x="6" y="202"/>
                      <a:pt x="4" y="191"/>
                      <a:pt x="4" y="179"/>
                    </a:cubicBezTo>
                    <a:cubicBezTo>
                      <a:pt x="4" y="175"/>
                      <a:pt x="4" y="171"/>
                      <a:pt x="3" y="167"/>
                    </a:cubicBezTo>
                    <a:cubicBezTo>
                      <a:pt x="2" y="151"/>
                      <a:pt x="1" y="135"/>
                      <a:pt x="1" y="119"/>
                    </a:cubicBezTo>
                    <a:cubicBezTo>
                      <a:pt x="1" y="115"/>
                      <a:pt x="1" y="110"/>
                      <a:pt x="1" y="105"/>
                    </a:cubicBezTo>
                    <a:cubicBezTo>
                      <a:pt x="1" y="101"/>
                      <a:pt x="1" y="98"/>
                      <a:pt x="1" y="94"/>
                    </a:cubicBezTo>
                    <a:cubicBezTo>
                      <a:pt x="1" y="93"/>
                      <a:pt x="1" y="92"/>
                      <a:pt x="0" y="91"/>
                    </a:cubicBezTo>
                    <a:cubicBezTo>
                      <a:pt x="0" y="81"/>
                      <a:pt x="10" y="72"/>
                      <a:pt x="19" y="72"/>
                    </a:cubicBezTo>
                    <a:cubicBezTo>
                      <a:pt x="29" y="72"/>
                      <a:pt x="38" y="81"/>
                      <a:pt x="38" y="91"/>
                    </a:cubicBezTo>
                    <a:cubicBezTo>
                      <a:pt x="38" y="92"/>
                      <a:pt x="38" y="93"/>
                      <a:pt x="38" y="94"/>
                    </a:cubicBezTo>
                    <a:cubicBezTo>
                      <a:pt x="37" y="97"/>
                      <a:pt x="38" y="101"/>
                      <a:pt x="38" y="105"/>
                    </a:cubicBezTo>
                    <a:cubicBezTo>
                      <a:pt x="37" y="109"/>
                      <a:pt x="37" y="114"/>
                      <a:pt x="38" y="118"/>
                    </a:cubicBezTo>
                    <a:cubicBezTo>
                      <a:pt x="38" y="123"/>
                      <a:pt x="38" y="130"/>
                      <a:pt x="38" y="136"/>
                    </a:cubicBezTo>
                    <a:cubicBezTo>
                      <a:pt x="38" y="144"/>
                      <a:pt x="39" y="153"/>
                      <a:pt x="39" y="161"/>
                    </a:cubicBezTo>
                    <a:lnTo>
                      <a:pt x="39" y="160"/>
                    </a:lnTo>
                    <a:lnTo>
                      <a:pt x="39" y="161"/>
                    </a:lnTo>
                    <a:lnTo>
                      <a:pt x="39" y="162"/>
                    </a:lnTo>
                    <a:lnTo>
                      <a:pt x="39" y="161"/>
                    </a:lnTo>
                    <a:cubicBezTo>
                      <a:pt x="40" y="171"/>
                      <a:pt x="41" y="181"/>
                      <a:pt x="42" y="190"/>
                    </a:cubicBezTo>
                    <a:cubicBezTo>
                      <a:pt x="42" y="202"/>
                      <a:pt x="43" y="214"/>
                      <a:pt x="45" y="226"/>
                    </a:cubicBezTo>
                    <a:cubicBezTo>
                      <a:pt x="48" y="251"/>
                      <a:pt x="50" y="275"/>
                      <a:pt x="53" y="301"/>
                    </a:cubicBezTo>
                    <a:cubicBezTo>
                      <a:pt x="61" y="352"/>
                      <a:pt x="70" y="404"/>
                      <a:pt x="79" y="455"/>
                    </a:cubicBezTo>
                    <a:cubicBezTo>
                      <a:pt x="82" y="471"/>
                      <a:pt x="85" y="486"/>
                      <a:pt x="88" y="502"/>
                    </a:cubicBezTo>
                    <a:cubicBezTo>
                      <a:pt x="88" y="501"/>
                      <a:pt x="88" y="501"/>
                      <a:pt x="88" y="501"/>
                    </a:cubicBezTo>
                    <a:cubicBezTo>
                      <a:pt x="96" y="541"/>
                      <a:pt x="106" y="580"/>
                      <a:pt x="117" y="620"/>
                    </a:cubicBezTo>
                    <a:cubicBezTo>
                      <a:pt x="129" y="661"/>
                      <a:pt x="142" y="701"/>
                      <a:pt x="156" y="742"/>
                    </a:cubicBezTo>
                    <a:cubicBezTo>
                      <a:pt x="172" y="788"/>
                      <a:pt x="189" y="834"/>
                      <a:pt x="206" y="879"/>
                    </a:cubicBezTo>
                    <a:cubicBezTo>
                      <a:pt x="225" y="928"/>
                      <a:pt x="244" y="978"/>
                      <a:pt x="265" y="1026"/>
                    </a:cubicBezTo>
                    <a:cubicBezTo>
                      <a:pt x="288" y="1082"/>
                      <a:pt x="313" y="1138"/>
                      <a:pt x="341" y="1192"/>
                    </a:cubicBezTo>
                    <a:cubicBezTo>
                      <a:pt x="342" y="1194"/>
                      <a:pt x="342" y="1197"/>
                      <a:pt x="343" y="1198"/>
                    </a:cubicBezTo>
                    <a:lnTo>
                      <a:pt x="343" y="1197"/>
                    </a:lnTo>
                    <a:cubicBezTo>
                      <a:pt x="363" y="1236"/>
                      <a:pt x="384" y="1275"/>
                      <a:pt x="406" y="1314"/>
                    </a:cubicBezTo>
                    <a:cubicBezTo>
                      <a:pt x="427" y="1352"/>
                      <a:pt x="448" y="1388"/>
                      <a:pt x="473" y="1424"/>
                    </a:cubicBezTo>
                    <a:cubicBezTo>
                      <a:pt x="504" y="1470"/>
                      <a:pt x="538" y="1515"/>
                      <a:pt x="575" y="1557"/>
                    </a:cubicBezTo>
                    <a:cubicBezTo>
                      <a:pt x="624" y="1612"/>
                      <a:pt x="676" y="1665"/>
                      <a:pt x="731" y="1715"/>
                    </a:cubicBezTo>
                    <a:cubicBezTo>
                      <a:pt x="730" y="1714"/>
                      <a:pt x="730" y="1713"/>
                      <a:pt x="729" y="1713"/>
                    </a:cubicBezTo>
                    <a:cubicBezTo>
                      <a:pt x="758" y="1738"/>
                      <a:pt x="787" y="1761"/>
                      <a:pt x="820" y="1783"/>
                    </a:cubicBezTo>
                    <a:cubicBezTo>
                      <a:pt x="819" y="1782"/>
                      <a:pt x="818" y="1782"/>
                      <a:pt x="817" y="1782"/>
                    </a:cubicBezTo>
                    <a:cubicBezTo>
                      <a:pt x="858" y="1808"/>
                      <a:pt x="901" y="1832"/>
                      <a:pt x="944" y="1854"/>
                    </a:cubicBezTo>
                    <a:cubicBezTo>
                      <a:pt x="943" y="1853"/>
                      <a:pt x="942" y="1853"/>
                      <a:pt x="941" y="1853"/>
                    </a:cubicBezTo>
                    <a:cubicBezTo>
                      <a:pt x="979" y="1871"/>
                      <a:pt x="1016" y="1888"/>
                      <a:pt x="1056" y="1902"/>
                    </a:cubicBezTo>
                    <a:cubicBezTo>
                      <a:pt x="1096" y="1916"/>
                      <a:pt x="1138" y="1928"/>
                      <a:pt x="1180" y="1937"/>
                    </a:cubicBezTo>
                    <a:cubicBezTo>
                      <a:pt x="1219" y="1944"/>
                      <a:pt x="1257" y="1949"/>
                      <a:pt x="1297" y="1952"/>
                    </a:cubicBezTo>
                    <a:cubicBezTo>
                      <a:pt x="1296" y="1952"/>
                      <a:pt x="1296" y="1952"/>
                      <a:pt x="1296" y="1952"/>
                    </a:cubicBezTo>
                    <a:cubicBezTo>
                      <a:pt x="1312" y="1953"/>
                      <a:pt x="1328" y="1954"/>
                      <a:pt x="1343" y="1955"/>
                    </a:cubicBezTo>
                    <a:cubicBezTo>
                      <a:pt x="1358" y="1955"/>
                      <a:pt x="1372" y="1956"/>
                      <a:pt x="1386" y="1955"/>
                    </a:cubicBezTo>
                    <a:cubicBezTo>
                      <a:pt x="1409" y="1953"/>
                      <a:pt x="1431" y="1949"/>
                      <a:pt x="1453" y="1945"/>
                    </a:cubicBezTo>
                    <a:cubicBezTo>
                      <a:pt x="1477" y="1939"/>
                      <a:pt x="1501" y="1934"/>
                      <a:pt x="1524" y="1928"/>
                    </a:cubicBezTo>
                    <a:cubicBezTo>
                      <a:pt x="1545" y="1922"/>
                      <a:pt x="1566" y="1917"/>
                      <a:pt x="1587" y="1910"/>
                    </a:cubicBezTo>
                    <a:cubicBezTo>
                      <a:pt x="1586" y="1910"/>
                      <a:pt x="1586" y="1910"/>
                      <a:pt x="1586" y="1910"/>
                    </a:cubicBezTo>
                    <a:cubicBezTo>
                      <a:pt x="1603" y="1904"/>
                      <a:pt x="1620" y="1897"/>
                      <a:pt x="1636" y="1890"/>
                    </a:cubicBezTo>
                    <a:cubicBezTo>
                      <a:pt x="1652" y="1883"/>
                      <a:pt x="1668" y="1877"/>
                      <a:pt x="1683" y="1869"/>
                    </a:cubicBezTo>
                    <a:cubicBezTo>
                      <a:pt x="1709" y="1856"/>
                      <a:pt x="1734" y="1840"/>
                      <a:pt x="1758" y="1824"/>
                    </a:cubicBezTo>
                    <a:lnTo>
                      <a:pt x="1757" y="1825"/>
                    </a:lnTo>
                    <a:cubicBezTo>
                      <a:pt x="1793" y="1801"/>
                      <a:pt x="1826" y="1775"/>
                      <a:pt x="1860" y="1750"/>
                    </a:cubicBezTo>
                    <a:cubicBezTo>
                      <a:pt x="1893" y="1724"/>
                      <a:pt x="1925" y="1699"/>
                      <a:pt x="1955" y="1672"/>
                    </a:cubicBezTo>
                    <a:cubicBezTo>
                      <a:pt x="1954" y="1673"/>
                      <a:pt x="1954" y="1673"/>
                      <a:pt x="1953" y="1673"/>
                    </a:cubicBezTo>
                    <a:cubicBezTo>
                      <a:pt x="1987" y="1644"/>
                      <a:pt x="2019" y="1613"/>
                      <a:pt x="2052" y="1583"/>
                    </a:cubicBezTo>
                    <a:cubicBezTo>
                      <a:pt x="2068" y="1568"/>
                      <a:pt x="2084" y="1554"/>
                      <a:pt x="2100" y="1539"/>
                    </a:cubicBezTo>
                    <a:cubicBezTo>
                      <a:pt x="2116" y="1522"/>
                      <a:pt x="2133" y="1505"/>
                      <a:pt x="2149" y="1487"/>
                    </a:cubicBezTo>
                    <a:cubicBezTo>
                      <a:pt x="2165" y="1468"/>
                      <a:pt x="2182" y="1448"/>
                      <a:pt x="2197" y="1428"/>
                    </a:cubicBezTo>
                    <a:cubicBezTo>
                      <a:pt x="2214" y="1408"/>
                      <a:pt x="2229" y="1388"/>
                      <a:pt x="2244" y="1366"/>
                    </a:cubicBezTo>
                    <a:cubicBezTo>
                      <a:pt x="2264" y="1337"/>
                      <a:pt x="2283" y="1307"/>
                      <a:pt x="2301" y="1276"/>
                    </a:cubicBezTo>
                    <a:cubicBezTo>
                      <a:pt x="2318" y="1246"/>
                      <a:pt x="2336" y="1215"/>
                      <a:pt x="2351" y="1184"/>
                    </a:cubicBezTo>
                    <a:cubicBezTo>
                      <a:pt x="2351" y="1184"/>
                      <a:pt x="2351" y="1185"/>
                      <a:pt x="2350" y="1185"/>
                    </a:cubicBezTo>
                    <a:cubicBezTo>
                      <a:pt x="2351" y="1184"/>
                      <a:pt x="2351" y="1183"/>
                      <a:pt x="2352" y="1181"/>
                    </a:cubicBezTo>
                    <a:cubicBezTo>
                      <a:pt x="2352" y="1182"/>
                      <a:pt x="2351" y="1183"/>
                      <a:pt x="2351" y="1184"/>
                    </a:cubicBezTo>
                    <a:cubicBezTo>
                      <a:pt x="2361" y="1164"/>
                      <a:pt x="2371" y="1145"/>
                      <a:pt x="2379" y="1126"/>
                    </a:cubicBezTo>
                    <a:cubicBezTo>
                      <a:pt x="2389" y="1103"/>
                      <a:pt x="2398" y="1081"/>
                      <a:pt x="2408" y="1059"/>
                    </a:cubicBezTo>
                    <a:cubicBezTo>
                      <a:pt x="2425" y="1018"/>
                      <a:pt x="2441" y="978"/>
                      <a:pt x="2456" y="936"/>
                    </a:cubicBezTo>
                    <a:cubicBezTo>
                      <a:pt x="2458" y="927"/>
                      <a:pt x="2461" y="918"/>
                      <a:pt x="2464" y="909"/>
                    </a:cubicBezTo>
                    <a:lnTo>
                      <a:pt x="2464" y="910"/>
                    </a:lnTo>
                    <a:cubicBezTo>
                      <a:pt x="2464" y="909"/>
                      <a:pt x="2465" y="909"/>
                      <a:pt x="2465" y="908"/>
                    </a:cubicBezTo>
                    <a:cubicBezTo>
                      <a:pt x="2465" y="906"/>
                      <a:pt x="2466" y="904"/>
                      <a:pt x="2467" y="902"/>
                    </a:cubicBezTo>
                    <a:cubicBezTo>
                      <a:pt x="2467" y="903"/>
                      <a:pt x="2467" y="904"/>
                      <a:pt x="2466" y="905"/>
                    </a:cubicBezTo>
                    <a:cubicBezTo>
                      <a:pt x="2474" y="882"/>
                      <a:pt x="2482" y="859"/>
                      <a:pt x="2489" y="837"/>
                    </a:cubicBezTo>
                    <a:cubicBezTo>
                      <a:pt x="2498" y="813"/>
                      <a:pt x="2506" y="790"/>
                      <a:pt x="2513" y="766"/>
                    </a:cubicBezTo>
                    <a:cubicBezTo>
                      <a:pt x="2530" y="715"/>
                      <a:pt x="2545" y="663"/>
                      <a:pt x="2559" y="612"/>
                    </a:cubicBezTo>
                    <a:cubicBezTo>
                      <a:pt x="2574" y="550"/>
                      <a:pt x="2590" y="489"/>
                      <a:pt x="2603" y="428"/>
                    </a:cubicBezTo>
                    <a:cubicBezTo>
                      <a:pt x="2620" y="341"/>
                      <a:pt x="2628" y="253"/>
                      <a:pt x="2634" y="165"/>
                    </a:cubicBezTo>
                    <a:lnTo>
                      <a:pt x="2634" y="167"/>
                    </a:lnTo>
                    <a:cubicBezTo>
                      <a:pt x="2635" y="144"/>
                      <a:pt x="2636" y="121"/>
                      <a:pt x="2637" y="98"/>
                    </a:cubicBezTo>
                    <a:cubicBezTo>
                      <a:pt x="2637" y="72"/>
                      <a:pt x="2637" y="46"/>
                      <a:pt x="2636" y="20"/>
                    </a:cubicBezTo>
                    <a:cubicBezTo>
                      <a:pt x="2636" y="9"/>
                      <a:pt x="2645" y="0"/>
                      <a:pt x="2655" y="0"/>
                    </a:cubicBezTo>
                    <a:cubicBezTo>
                      <a:pt x="2666" y="0"/>
                      <a:pt x="2674" y="9"/>
                      <a:pt x="2674" y="20"/>
                    </a:cubicBezTo>
                    <a:cubicBezTo>
                      <a:pt x="2675" y="31"/>
                      <a:pt x="2675" y="44"/>
                      <a:pt x="2675" y="55"/>
                    </a:cubicBezTo>
                    <a:cubicBezTo>
                      <a:pt x="2675" y="68"/>
                      <a:pt x="2675" y="81"/>
                      <a:pt x="2675" y="95"/>
                    </a:cubicBezTo>
                    <a:cubicBezTo>
                      <a:pt x="2675" y="117"/>
                      <a:pt x="2673" y="140"/>
                      <a:pt x="2672" y="162"/>
                    </a:cubicBezTo>
                    <a:cubicBezTo>
                      <a:pt x="2669" y="213"/>
                      <a:pt x="2664" y="263"/>
                      <a:pt x="2658" y="314"/>
                    </a:cubicBezTo>
                    <a:cubicBezTo>
                      <a:pt x="2653" y="363"/>
                      <a:pt x="2645" y="412"/>
                      <a:pt x="2634" y="460"/>
                    </a:cubicBezTo>
                    <a:cubicBezTo>
                      <a:pt x="2624" y="510"/>
                      <a:pt x="2611" y="559"/>
                      <a:pt x="2598" y="609"/>
                    </a:cubicBezTo>
                    <a:cubicBezTo>
                      <a:pt x="2583" y="661"/>
                      <a:pt x="2569" y="713"/>
                      <a:pt x="2553" y="765"/>
                    </a:cubicBezTo>
                    <a:cubicBezTo>
                      <a:pt x="2538" y="811"/>
                      <a:pt x="2522" y="858"/>
                      <a:pt x="2506" y="904"/>
                    </a:cubicBezTo>
                    <a:cubicBezTo>
                      <a:pt x="2491" y="950"/>
                      <a:pt x="2474" y="996"/>
                      <a:pt x="2456" y="1042"/>
                    </a:cubicBezTo>
                    <a:cubicBezTo>
                      <a:pt x="2446" y="1065"/>
                      <a:pt x="2436" y="1088"/>
                      <a:pt x="2426" y="1111"/>
                    </a:cubicBezTo>
                    <a:cubicBezTo>
                      <a:pt x="2416" y="1134"/>
                      <a:pt x="2406" y="1158"/>
                      <a:pt x="2394" y="1181"/>
                    </a:cubicBezTo>
                    <a:cubicBezTo>
                      <a:pt x="2384" y="1202"/>
                      <a:pt x="2373" y="1222"/>
                      <a:pt x="2362" y="1243"/>
                    </a:cubicBezTo>
                    <a:cubicBezTo>
                      <a:pt x="2351" y="1264"/>
                      <a:pt x="2339" y="1284"/>
                      <a:pt x="2327" y="1305"/>
                    </a:cubicBezTo>
                    <a:cubicBezTo>
                      <a:pt x="2315" y="1325"/>
                      <a:pt x="2302" y="1346"/>
                      <a:pt x="2289" y="1366"/>
                    </a:cubicBezTo>
                    <a:cubicBezTo>
                      <a:pt x="2282" y="1377"/>
                      <a:pt x="2275" y="1387"/>
                      <a:pt x="2268" y="1398"/>
                    </a:cubicBezTo>
                    <a:cubicBezTo>
                      <a:pt x="2260" y="1408"/>
                      <a:pt x="2253" y="1419"/>
                      <a:pt x="2246" y="1429"/>
                    </a:cubicBezTo>
                    <a:cubicBezTo>
                      <a:pt x="2230" y="1450"/>
                      <a:pt x="2213" y="1470"/>
                      <a:pt x="2195" y="1490"/>
                    </a:cubicBezTo>
                    <a:cubicBezTo>
                      <a:pt x="2180" y="1508"/>
                      <a:pt x="2164" y="1525"/>
                      <a:pt x="2148" y="1543"/>
                    </a:cubicBezTo>
                    <a:cubicBezTo>
                      <a:pt x="2132" y="1560"/>
                      <a:pt x="2114" y="1576"/>
                      <a:pt x="2097" y="1592"/>
                    </a:cubicBezTo>
                    <a:cubicBezTo>
                      <a:pt x="2081" y="1607"/>
                      <a:pt x="2065" y="1622"/>
                      <a:pt x="2049" y="1636"/>
                    </a:cubicBezTo>
                    <a:cubicBezTo>
                      <a:pt x="2015" y="1669"/>
                      <a:pt x="1981" y="1701"/>
                      <a:pt x="1945" y="1730"/>
                    </a:cubicBezTo>
                    <a:cubicBezTo>
                      <a:pt x="1907" y="1762"/>
                      <a:pt x="1868" y="1792"/>
                      <a:pt x="1828" y="1821"/>
                    </a:cubicBezTo>
                    <a:cubicBezTo>
                      <a:pt x="1787" y="1850"/>
                      <a:pt x="1747" y="1879"/>
                      <a:pt x="1703" y="1902"/>
                    </a:cubicBezTo>
                    <a:cubicBezTo>
                      <a:pt x="1692" y="1907"/>
                      <a:pt x="1682" y="1912"/>
                      <a:pt x="1671" y="1917"/>
                    </a:cubicBezTo>
                    <a:cubicBezTo>
                      <a:pt x="1659" y="1923"/>
                      <a:pt x="1646" y="1928"/>
                      <a:pt x="1633" y="1933"/>
                    </a:cubicBezTo>
                    <a:cubicBezTo>
                      <a:pt x="1610" y="1942"/>
                      <a:pt x="1586" y="1951"/>
                      <a:pt x="1562" y="1958"/>
                    </a:cubicBezTo>
                    <a:cubicBezTo>
                      <a:pt x="1538" y="1965"/>
                      <a:pt x="1513" y="1971"/>
                      <a:pt x="1488" y="1977"/>
                    </a:cubicBezTo>
                    <a:cubicBezTo>
                      <a:pt x="1462" y="1983"/>
                      <a:pt x="1435" y="1988"/>
                      <a:pt x="1408" y="1991"/>
                    </a:cubicBezTo>
                    <a:cubicBezTo>
                      <a:pt x="1391" y="1994"/>
                      <a:pt x="1375" y="1994"/>
                      <a:pt x="1358" y="1994"/>
                    </a:cubicBezTo>
                    <a:cubicBezTo>
                      <a:pt x="1351" y="1994"/>
                      <a:pt x="1344" y="1994"/>
                      <a:pt x="1338" y="19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6" name="Google Shape;3516;p40"/>
              <p:cNvSpPr/>
              <p:nvPr/>
            </p:nvSpPr>
            <p:spPr>
              <a:xfrm>
                <a:off x="186480" y="4291200"/>
                <a:ext cx="9720" cy="6408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78" extrusionOk="0">
                    <a:moveTo>
                      <a:pt x="10" y="177"/>
                    </a:moveTo>
                    <a:cubicBezTo>
                      <a:pt x="6" y="177"/>
                      <a:pt x="0" y="172"/>
                      <a:pt x="1" y="167"/>
                    </a:cubicBezTo>
                    <a:cubicBezTo>
                      <a:pt x="2" y="149"/>
                      <a:pt x="3" y="133"/>
                      <a:pt x="4" y="115"/>
                    </a:cubicBezTo>
                    <a:cubicBezTo>
                      <a:pt x="5" y="100"/>
                      <a:pt x="5" y="85"/>
                      <a:pt x="4" y="69"/>
                    </a:cubicBezTo>
                    <a:cubicBezTo>
                      <a:pt x="3" y="61"/>
                      <a:pt x="3" y="52"/>
                      <a:pt x="3" y="43"/>
                    </a:cubicBezTo>
                    <a:cubicBezTo>
                      <a:pt x="2" y="39"/>
                      <a:pt x="2" y="35"/>
                      <a:pt x="2" y="31"/>
                    </a:cubicBezTo>
                    <a:cubicBezTo>
                      <a:pt x="2" y="27"/>
                      <a:pt x="2" y="24"/>
                      <a:pt x="1" y="21"/>
                    </a:cubicBezTo>
                    <a:cubicBezTo>
                      <a:pt x="1" y="15"/>
                      <a:pt x="1" y="10"/>
                      <a:pt x="4" y="6"/>
                    </a:cubicBezTo>
                    <a:cubicBezTo>
                      <a:pt x="6" y="3"/>
                      <a:pt x="10" y="0"/>
                      <a:pt x="13" y="1"/>
                    </a:cubicBezTo>
                    <a:cubicBezTo>
                      <a:pt x="18" y="1"/>
                      <a:pt x="21" y="4"/>
                      <a:pt x="23" y="8"/>
                    </a:cubicBezTo>
                    <a:cubicBezTo>
                      <a:pt x="24" y="9"/>
                      <a:pt x="24" y="11"/>
                      <a:pt x="25" y="13"/>
                    </a:cubicBezTo>
                    <a:cubicBezTo>
                      <a:pt x="26" y="15"/>
                      <a:pt x="25" y="19"/>
                      <a:pt x="23" y="22"/>
                    </a:cubicBezTo>
                    <a:cubicBezTo>
                      <a:pt x="23" y="23"/>
                      <a:pt x="23" y="24"/>
                      <a:pt x="23" y="25"/>
                    </a:cubicBezTo>
                    <a:lnTo>
                      <a:pt x="23" y="26"/>
                    </a:lnTo>
                    <a:lnTo>
                      <a:pt x="23" y="25"/>
                    </a:lnTo>
                    <a:cubicBezTo>
                      <a:pt x="23" y="26"/>
                      <a:pt x="23" y="27"/>
                      <a:pt x="23" y="28"/>
                    </a:cubicBezTo>
                    <a:cubicBezTo>
                      <a:pt x="23" y="31"/>
                      <a:pt x="23" y="34"/>
                      <a:pt x="23" y="36"/>
                    </a:cubicBezTo>
                    <a:cubicBezTo>
                      <a:pt x="23" y="37"/>
                      <a:pt x="23" y="37"/>
                      <a:pt x="23" y="38"/>
                    </a:cubicBezTo>
                    <a:cubicBezTo>
                      <a:pt x="23" y="37"/>
                      <a:pt x="23" y="37"/>
                      <a:pt x="23" y="37"/>
                    </a:cubicBezTo>
                    <a:cubicBezTo>
                      <a:pt x="24" y="38"/>
                      <a:pt x="24" y="39"/>
                      <a:pt x="24" y="40"/>
                    </a:cubicBezTo>
                    <a:cubicBezTo>
                      <a:pt x="24" y="39"/>
                      <a:pt x="24" y="39"/>
                      <a:pt x="24" y="39"/>
                    </a:cubicBezTo>
                    <a:lnTo>
                      <a:pt x="24" y="40"/>
                    </a:lnTo>
                    <a:lnTo>
                      <a:pt x="24" y="41"/>
                    </a:lnTo>
                    <a:lnTo>
                      <a:pt x="24" y="40"/>
                    </a:lnTo>
                    <a:cubicBezTo>
                      <a:pt x="24" y="42"/>
                      <a:pt x="24" y="44"/>
                      <a:pt x="24" y="46"/>
                    </a:cubicBezTo>
                    <a:lnTo>
                      <a:pt x="24" y="47"/>
                    </a:lnTo>
                    <a:cubicBezTo>
                      <a:pt x="24" y="48"/>
                      <a:pt x="24" y="49"/>
                      <a:pt x="24" y="50"/>
                    </a:cubicBezTo>
                    <a:lnTo>
                      <a:pt x="24" y="49"/>
                    </a:lnTo>
                    <a:cubicBezTo>
                      <a:pt x="24" y="50"/>
                      <a:pt x="24" y="50"/>
                      <a:pt x="24" y="51"/>
                    </a:cubicBezTo>
                    <a:lnTo>
                      <a:pt x="24" y="50"/>
                    </a:lnTo>
                    <a:cubicBezTo>
                      <a:pt x="24" y="60"/>
                      <a:pt x="25" y="69"/>
                      <a:pt x="25" y="78"/>
                    </a:cubicBezTo>
                    <a:cubicBezTo>
                      <a:pt x="25" y="88"/>
                      <a:pt x="24" y="98"/>
                      <a:pt x="24" y="109"/>
                    </a:cubicBezTo>
                    <a:cubicBezTo>
                      <a:pt x="24" y="129"/>
                      <a:pt x="22" y="149"/>
                      <a:pt x="20" y="169"/>
                    </a:cubicBezTo>
                    <a:cubicBezTo>
                      <a:pt x="20" y="173"/>
                      <a:pt x="16" y="177"/>
                      <a:pt x="11" y="177"/>
                    </a:cubicBezTo>
                    <a:lnTo>
                      <a:pt x="10" y="17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7" name="Google Shape;3517;p40"/>
              <p:cNvSpPr/>
              <p:nvPr/>
            </p:nvSpPr>
            <p:spPr>
              <a:xfrm>
                <a:off x="188280" y="4374720"/>
                <a:ext cx="9720" cy="3744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04" extrusionOk="0">
                    <a:moveTo>
                      <a:pt x="15" y="103"/>
                    </a:moveTo>
                    <a:cubicBezTo>
                      <a:pt x="9" y="103"/>
                      <a:pt x="4" y="98"/>
                      <a:pt x="4" y="92"/>
                    </a:cubicBezTo>
                    <a:cubicBezTo>
                      <a:pt x="4" y="86"/>
                      <a:pt x="4" y="81"/>
                      <a:pt x="4" y="75"/>
                    </a:cubicBezTo>
                    <a:lnTo>
                      <a:pt x="4" y="74"/>
                    </a:lnTo>
                    <a:cubicBezTo>
                      <a:pt x="4" y="64"/>
                      <a:pt x="2" y="54"/>
                      <a:pt x="2" y="44"/>
                    </a:cubicBezTo>
                    <a:cubicBezTo>
                      <a:pt x="1" y="34"/>
                      <a:pt x="1" y="24"/>
                      <a:pt x="0" y="14"/>
                    </a:cubicBezTo>
                    <a:cubicBezTo>
                      <a:pt x="0" y="15"/>
                      <a:pt x="0" y="15"/>
                      <a:pt x="0" y="15"/>
                    </a:cubicBezTo>
                    <a:lnTo>
                      <a:pt x="0" y="14"/>
                    </a:lnTo>
                    <a:cubicBezTo>
                      <a:pt x="0" y="13"/>
                      <a:pt x="0" y="12"/>
                      <a:pt x="0" y="11"/>
                    </a:cubicBezTo>
                    <a:cubicBezTo>
                      <a:pt x="0" y="4"/>
                      <a:pt x="5" y="0"/>
                      <a:pt x="11" y="0"/>
                    </a:cubicBezTo>
                    <a:cubicBezTo>
                      <a:pt x="17" y="0"/>
                      <a:pt x="22" y="5"/>
                      <a:pt x="22" y="11"/>
                    </a:cubicBezTo>
                    <a:cubicBezTo>
                      <a:pt x="22" y="17"/>
                      <a:pt x="22" y="23"/>
                      <a:pt x="22" y="29"/>
                    </a:cubicBezTo>
                    <a:cubicBezTo>
                      <a:pt x="23" y="50"/>
                      <a:pt x="26" y="71"/>
                      <a:pt x="26" y="93"/>
                    </a:cubicBezTo>
                    <a:cubicBezTo>
                      <a:pt x="26" y="99"/>
                      <a:pt x="21" y="103"/>
                      <a:pt x="15" y="10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8" name="Google Shape;3518;p40"/>
              <p:cNvSpPr/>
              <p:nvPr/>
            </p:nvSpPr>
            <p:spPr>
              <a:xfrm>
                <a:off x="190800" y="4452120"/>
                <a:ext cx="8640" cy="52560"/>
              </a:xfrm>
              <a:custGeom>
                <a:avLst/>
                <a:gdLst/>
                <a:ahLst/>
                <a:cxnLst/>
                <a:rect l="l" t="t" r="r" b="b"/>
                <a:pathLst>
                  <a:path w="24" h="146" extrusionOk="0">
                    <a:moveTo>
                      <a:pt x="12" y="145"/>
                    </a:moveTo>
                    <a:cubicBezTo>
                      <a:pt x="7" y="145"/>
                      <a:pt x="2" y="140"/>
                      <a:pt x="2" y="135"/>
                    </a:cubicBezTo>
                    <a:cubicBezTo>
                      <a:pt x="2" y="123"/>
                      <a:pt x="1" y="110"/>
                      <a:pt x="1" y="99"/>
                    </a:cubicBezTo>
                    <a:cubicBezTo>
                      <a:pt x="0" y="89"/>
                      <a:pt x="0" y="79"/>
                      <a:pt x="0" y="69"/>
                    </a:cubicBezTo>
                    <a:cubicBezTo>
                      <a:pt x="0" y="57"/>
                      <a:pt x="0" y="46"/>
                      <a:pt x="0" y="35"/>
                    </a:cubicBezTo>
                    <a:cubicBezTo>
                      <a:pt x="0" y="30"/>
                      <a:pt x="0" y="25"/>
                      <a:pt x="0" y="21"/>
                    </a:cubicBezTo>
                    <a:cubicBezTo>
                      <a:pt x="0" y="18"/>
                      <a:pt x="1" y="15"/>
                      <a:pt x="1" y="12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4"/>
                      <a:pt x="8" y="0"/>
                      <a:pt x="14" y="1"/>
                    </a:cubicBezTo>
                    <a:cubicBezTo>
                      <a:pt x="20" y="2"/>
                      <a:pt x="23" y="8"/>
                      <a:pt x="23" y="14"/>
                    </a:cubicBezTo>
                    <a:lnTo>
                      <a:pt x="23" y="15"/>
                    </a:lnTo>
                    <a:cubicBezTo>
                      <a:pt x="22" y="17"/>
                      <a:pt x="22" y="19"/>
                      <a:pt x="22" y="22"/>
                    </a:cubicBezTo>
                    <a:cubicBezTo>
                      <a:pt x="21" y="30"/>
                      <a:pt x="21" y="38"/>
                      <a:pt x="21" y="46"/>
                    </a:cubicBezTo>
                    <a:cubicBezTo>
                      <a:pt x="21" y="56"/>
                      <a:pt x="21" y="65"/>
                      <a:pt x="21" y="74"/>
                    </a:cubicBezTo>
                    <a:cubicBezTo>
                      <a:pt x="21" y="84"/>
                      <a:pt x="21" y="93"/>
                      <a:pt x="22" y="103"/>
                    </a:cubicBezTo>
                    <a:cubicBezTo>
                      <a:pt x="22" y="114"/>
                      <a:pt x="22" y="124"/>
                      <a:pt x="22" y="135"/>
                    </a:cubicBezTo>
                    <a:cubicBezTo>
                      <a:pt x="22" y="141"/>
                      <a:pt x="18" y="145"/>
                      <a:pt x="12" y="1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9" name="Google Shape;3519;p40"/>
              <p:cNvSpPr/>
              <p:nvPr/>
            </p:nvSpPr>
            <p:spPr>
              <a:xfrm>
                <a:off x="192240" y="4524840"/>
                <a:ext cx="9000" cy="42480"/>
              </a:xfrm>
              <a:custGeom>
                <a:avLst/>
                <a:gdLst/>
                <a:ahLst/>
                <a:cxnLst/>
                <a:rect l="l" t="t" r="r" b="b"/>
                <a:pathLst>
                  <a:path w="25" h="118" extrusionOk="0">
                    <a:moveTo>
                      <a:pt x="3" y="108"/>
                    </a:moveTo>
                    <a:cubicBezTo>
                      <a:pt x="2" y="91"/>
                      <a:pt x="1" y="74"/>
                      <a:pt x="1" y="56"/>
                    </a:cubicBezTo>
                    <a:cubicBezTo>
                      <a:pt x="1" y="49"/>
                      <a:pt x="1" y="41"/>
                      <a:pt x="1" y="33"/>
                    </a:cubicBezTo>
                    <a:cubicBezTo>
                      <a:pt x="1" y="26"/>
                      <a:pt x="0" y="18"/>
                      <a:pt x="1" y="11"/>
                    </a:cubicBezTo>
                    <a:cubicBezTo>
                      <a:pt x="1" y="5"/>
                      <a:pt x="7" y="0"/>
                      <a:pt x="14" y="2"/>
                    </a:cubicBezTo>
                    <a:cubicBezTo>
                      <a:pt x="20" y="3"/>
                      <a:pt x="24" y="9"/>
                      <a:pt x="23" y="15"/>
                    </a:cubicBezTo>
                    <a:cubicBezTo>
                      <a:pt x="22" y="15"/>
                      <a:pt x="22" y="16"/>
                      <a:pt x="22" y="17"/>
                    </a:cubicBezTo>
                    <a:cubicBezTo>
                      <a:pt x="22" y="28"/>
                      <a:pt x="22" y="39"/>
                      <a:pt x="22" y="50"/>
                    </a:cubicBezTo>
                    <a:cubicBezTo>
                      <a:pt x="22" y="60"/>
                      <a:pt x="22" y="71"/>
                      <a:pt x="22" y="82"/>
                    </a:cubicBezTo>
                    <a:cubicBezTo>
                      <a:pt x="22" y="85"/>
                      <a:pt x="23" y="89"/>
                      <a:pt x="23" y="92"/>
                    </a:cubicBezTo>
                    <a:lnTo>
                      <a:pt x="23" y="93"/>
                    </a:lnTo>
                    <a:cubicBezTo>
                      <a:pt x="23" y="97"/>
                      <a:pt x="24" y="102"/>
                      <a:pt x="24" y="106"/>
                    </a:cubicBezTo>
                    <a:cubicBezTo>
                      <a:pt x="24" y="112"/>
                      <a:pt x="21" y="117"/>
                      <a:pt x="14" y="117"/>
                    </a:cubicBezTo>
                    <a:cubicBezTo>
                      <a:pt x="8" y="117"/>
                      <a:pt x="3" y="113"/>
                      <a:pt x="3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0" name="Google Shape;3520;p40"/>
              <p:cNvSpPr/>
              <p:nvPr/>
            </p:nvSpPr>
            <p:spPr>
              <a:xfrm>
                <a:off x="196200" y="4606560"/>
                <a:ext cx="10080" cy="36360"/>
              </a:xfrm>
              <a:custGeom>
                <a:avLst/>
                <a:gdLst/>
                <a:ahLst/>
                <a:cxnLst/>
                <a:rect l="l" t="t" r="r" b="b"/>
                <a:pathLst>
                  <a:path w="28" h="101" extrusionOk="0">
                    <a:moveTo>
                      <a:pt x="1" y="90"/>
                    </a:moveTo>
                    <a:cubicBezTo>
                      <a:pt x="1" y="75"/>
                      <a:pt x="0" y="60"/>
                      <a:pt x="0" y="44"/>
                    </a:cubicBezTo>
                    <a:cubicBezTo>
                      <a:pt x="0" y="38"/>
                      <a:pt x="0" y="31"/>
                      <a:pt x="1" y="25"/>
                    </a:cubicBezTo>
                    <a:cubicBezTo>
                      <a:pt x="1" y="22"/>
                      <a:pt x="2" y="19"/>
                      <a:pt x="3" y="15"/>
                    </a:cubicBezTo>
                    <a:cubicBezTo>
                      <a:pt x="3" y="13"/>
                      <a:pt x="4" y="10"/>
                      <a:pt x="5" y="8"/>
                    </a:cubicBezTo>
                    <a:cubicBezTo>
                      <a:pt x="7" y="3"/>
                      <a:pt x="13" y="0"/>
                      <a:pt x="17" y="1"/>
                    </a:cubicBezTo>
                    <a:cubicBezTo>
                      <a:pt x="24" y="2"/>
                      <a:pt x="27" y="8"/>
                      <a:pt x="27" y="13"/>
                    </a:cubicBezTo>
                    <a:cubicBezTo>
                      <a:pt x="27" y="16"/>
                      <a:pt x="25" y="17"/>
                      <a:pt x="24" y="19"/>
                    </a:cubicBezTo>
                    <a:lnTo>
                      <a:pt x="24" y="20"/>
                    </a:lnTo>
                    <a:cubicBezTo>
                      <a:pt x="24" y="23"/>
                      <a:pt x="23" y="26"/>
                      <a:pt x="22" y="28"/>
                    </a:cubicBezTo>
                    <a:cubicBezTo>
                      <a:pt x="21" y="48"/>
                      <a:pt x="21" y="69"/>
                      <a:pt x="22" y="89"/>
                    </a:cubicBezTo>
                    <a:cubicBezTo>
                      <a:pt x="22" y="94"/>
                      <a:pt x="18" y="99"/>
                      <a:pt x="13" y="100"/>
                    </a:cubicBezTo>
                    <a:lnTo>
                      <a:pt x="12" y="100"/>
                    </a:lnTo>
                    <a:cubicBezTo>
                      <a:pt x="7" y="100"/>
                      <a:pt x="2" y="96"/>
                      <a:pt x="1" y="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1" name="Google Shape;3521;p40"/>
              <p:cNvSpPr/>
              <p:nvPr/>
            </p:nvSpPr>
            <p:spPr>
              <a:xfrm>
                <a:off x="196920" y="4676760"/>
                <a:ext cx="900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5" h="24" extrusionOk="0">
                    <a:moveTo>
                      <a:pt x="0" y="11"/>
                    </a:moveTo>
                    <a:cubicBezTo>
                      <a:pt x="0" y="4"/>
                      <a:pt x="6" y="0"/>
                      <a:pt x="12" y="0"/>
                    </a:cubicBezTo>
                    <a:cubicBezTo>
                      <a:pt x="19" y="0"/>
                      <a:pt x="24" y="5"/>
                      <a:pt x="23" y="11"/>
                    </a:cubicBezTo>
                    <a:cubicBezTo>
                      <a:pt x="23" y="18"/>
                      <a:pt x="18" y="23"/>
                      <a:pt x="12" y="23"/>
                    </a:cubicBezTo>
                    <a:cubicBezTo>
                      <a:pt x="5" y="23"/>
                      <a:pt x="0" y="17"/>
                      <a:pt x="0" y="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2" name="Google Shape;3522;p40"/>
              <p:cNvSpPr/>
              <p:nvPr/>
            </p:nvSpPr>
            <p:spPr>
              <a:xfrm>
                <a:off x="194040" y="4296240"/>
                <a:ext cx="7632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212" h="33" extrusionOk="0">
                    <a:moveTo>
                      <a:pt x="161" y="32"/>
                    </a:moveTo>
                    <a:cubicBezTo>
                      <a:pt x="155" y="32"/>
                      <a:pt x="148" y="32"/>
                      <a:pt x="142" y="32"/>
                    </a:cubicBezTo>
                    <a:cubicBezTo>
                      <a:pt x="135" y="31"/>
                      <a:pt x="129" y="31"/>
                      <a:pt x="122" y="31"/>
                    </a:cubicBezTo>
                    <a:lnTo>
                      <a:pt x="123" y="31"/>
                    </a:lnTo>
                    <a:cubicBezTo>
                      <a:pt x="116" y="30"/>
                      <a:pt x="109" y="29"/>
                      <a:pt x="101" y="29"/>
                    </a:cubicBezTo>
                    <a:cubicBezTo>
                      <a:pt x="95" y="28"/>
                      <a:pt x="88" y="28"/>
                      <a:pt x="82" y="27"/>
                    </a:cubicBezTo>
                    <a:cubicBezTo>
                      <a:pt x="70" y="25"/>
                      <a:pt x="59" y="24"/>
                      <a:pt x="47" y="23"/>
                    </a:cubicBezTo>
                    <a:cubicBezTo>
                      <a:pt x="43" y="22"/>
                      <a:pt x="39" y="22"/>
                      <a:pt x="34" y="22"/>
                    </a:cubicBezTo>
                    <a:cubicBezTo>
                      <a:pt x="30" y="22"/>
                      <a:pt x="25" y="22"/>
                      <a:pt x="20" y="22"/>
                    </a:cubicBezTo>
                    <a:cubicBezTo>
                      <a:pt x="19" y="22"/>
                      <a:pt x="17" y="22"/>
                      <a:pt x="16" y="22"/>
                    </a:cubicBezTo>
                    <a:cubicBezTo>
                      <a:pt x="15" y="23"/>
                      <a:pt x="14" y="23"/>
                      <a:pt x="14" y="23"/>
                    </a:cubicBezTo>
                    <a:cubicBezTo>
                      <a:pt x="7" y="24"/>
                      <a:pt x="2" y="20"/>
                      <a:pt x="2" y="13"/>
                    </a:cubicBezTo>
                    <a:cubicBezTo>
                      <a:pt x="0" y="7"/>
                      <a:pt x="5" y="3"/>
                      <a:pt x="10" y="1"/>
                    </a:cubicBezTo>
                    <a:cubicBezTo>
                      <a:pt x="15" y="0"/>
                      <a:pt x="21" y="0"/>
                      <a:pt x="27" y="0"/>
                    </a:cubicBezTo>
                    <a:cubicBezTo>
                      <a:pt x="31" y="0"/>
                      <a:pt x="35" y="0"/>
                      <a:pt x="39" y="1"/>
                    </a:cubicBezTo>
                    <a:cubicBezTo>
                      <a:pt x="48" y="1"/>
                      <a:pt x="58" y="3"/>
                      <a:pt x="67" y="4"/>
                    </a:cubicBezTo>
                    <a:cubicBezTo>
                      <a:pt x="77" y="6"/>
                      <a:pt x="88" y="7"/>
                      <a:pt x="98" y="8"/>
                    </a:cubicBezTo>
                    <a:cubicBezTo>
                      <a:pt x="107" y="9"/>
                      <a:pt x="115" y="10"/>
                      <a:pt x="123" y="11"/>
                    </a:cubicBezTo>
                    <a:cubicBezTo>
                      <a:pt x="124" y="11"/>
                      <a:pt x="125" y="11"/>
                      <a:pt x="125" y="11"/>
                    </a:cubicBezTo>
                    <a:cubicBezTo>
                      <a:pt x="125" y="11"/>
                      <a:pt x="124" y="11"/>
                      <a:pt x="123" y="11"/>
                    </a:cubicBezTo>
                    <a:cubicBezTo>
                      <a:pt x="130" y="11"/>
                      <a:pt x="136" y="11"/>
                      <a:pt x="143" y="12"/>
                    </a:cubicBezTo>
                    <a:cubicBezTo>
                      <a:pt x="149" y="13"/>
                      <a:pt x="155" y="13"/>
                      <a:pt x="162" y="13"/>
                    </a:cubicBezTo>
                    <a:cubicBezTo>
                      <a:pt x="175" y="13"/>
                      <a:pt x="188" y="13"/>
                      <a:pt x="201" y="13"/>
                    </a:cubicBezTo>
                    <a:cubicBezTo>
                      <a:pt x="206" y="13"/>
                      <a:pt x="211" y="17"/>
                      <a:pt x="211" y="22"/>
                    </a:cubicBezTo>
                    <a:cubicBezTo>
                      <a:pt x="210" y="28"/>
                      <a:pt x="206" y="32"/>
                      <a:pt x="201" y="32"/>
                    </a:cubicBezTo>
                    <a:cubicBezTo>
                      <a:pt x="192" y="32"/>
                      <a:pt x="182" y="32"/>
                      <a:pt x="172" y="32"/>
                    </a:cubicBezTo>
                    <a:cubicBezTo>
                      <a:pt x="169" y="32"/>
                      <a:pt x="165" y="32"/>
                      <a:pt x="161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3" name="Google Shape;3523;p40"/>
              <p:cNvSpPr/>
              <p:nvPr/>
            </p:nvSpPr>
            <p:spPr>
              <a:xfrm>
                <a:off x="300240" y="4292640"/>
                <a:ext cx="48240" cy="936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26" extrusionOk="0">
                    <a:moveTo>
                      <a:pt x="36" y="25"/>
                    </a:moveTo>
                    <a:cubicBezTo>
                      <a:pt x="27" y="25"/>
                      <a:pt x="18" y="24"/>
                      <a:pt x="9" y="23"/>
                    </a:cubicBezTo>
                    <a:lnTo>
                      <a:pt x="10" y="23"/>
                    </a:lnTo>
                    <a:cubicBezTo>
                      <a:pt x="10" y="23"/>
                      <a:pt x="9" y="23"/>
                      <a:pt x="8" y="23"/>
                    </a:cubicBezTo>
                    <a:cubicBezTo>
                      <a:pt x="3" y="21"/>
                      <a:pt x="0" y="14"/>
                      <a:pt x="1" y="9"/>
                    </a:cubicBezTo>
                    <a:cubicBezTo>
                      <a:pt x="3" y="3"/>
                      <a:pt x="8" y="0"/>
                      <a:pt x="14" y="1"/>
                    </a:cubicBezTo>
                    <a:cubicBezTo>
                      <a:pt x="14" y="1"/>
                      <a:pt x="15" y="2"/>
                      <a:pt x="17" y="2"/>
                    </a:cubicBezTo>
                    <a:cubicBezTo>
                      <a:pt x="20" y="2"/>
                      <a:pt x="23" y="3"/>
                      <a:pt x="27" y="3"/>
                    </a:cubicBezTo>
                    <a:cubicBezTo>
                      <a:pt x="42" y="4"/>
                      <a:pt x="58" y="4"/>
                      <a:pt x="74" y="4"/>
                    </a:cubicBezTo>
                    <a:cubicBezTo>
                      <a:pt x="90" y="4"/>
                      <a:pt x="106" y="4"/>
                      <a:pt x="123" y="4"/>
                    </a:cubicBezTo>
                    <a:cubicBezTo>
                      <a:pt x="128" y="4"/>
                      <a:pt x="133" y="9"/>
                      <a:pt x="133" y="14"/>
                    </a:cubicBezTo>
                    <a:cubicBezTo>
                      <a:pt x="133" y="20"/>
                      <a:pt x="128" y="24"/>
                      <a:pt x="123" y="24"/>
                    </a:cubicBezTo>
                    <a:cubicBezTo>
                      <a:pt x="102" y="25"/>
                      <a:pt x="82" y="25"/>
                      <a:pt x="62" y="25"/>
                    </a:cubicBezTo>
                    <a:cubicBezTo>
                      <a:pt x="53" y="25"/>
                      <a:pt x="45" y="25"/>
                      <a:pt x="36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4" name="Google Shape;3524;p40"/>
              <p:cNvSpPr/>
              <p:nvPr/>
            </p:nvSpPr>
            <p:spPr>
              <a:xfrm>
                <a:off x="414360" y="4287240"/>
                <a:ext cx="6804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189" h="33" extrusionOk="0">
                    <a:moveTo>
                      <a:pt x="25" y="32"/>
                    </a:moveTo>
                    <a:cubicBezTo>
                      <a:pt x="19" y="31"/>
                      <a:pt x="15" y="31"/>
                      <a:pt x="10" y="30"/>
                    </a:cubicBezTo>
                    <a:cubicBezTo>
                      <a:pt x="4" y="29"/>
                      <a:pt x="0" y="24"/>
                      <a:pt x="1" y="18"/>
                    </a:cubicBezTo>
                    <a:cubicBezTo>
                      <a:pt x="2" y="12"/>
                      <a:pt x="7" y="8"/>
                      <a:pt x="13" y="8"/>
                    </a:cubicBezTo>
                    <a:cubicBezTo>
                      <a:pt x="17" y="9"/>
                      <a:pt x="21" y="10"/>
                      <a:pt x="24" y="10"/>
                    </a:cubicBezTo>
                    <a:cubicBezTo>
                      <a:pt x="30" y="10"/>
                      <a:pt x="36" y="10"/>
                      <a:pt x="42" y="10"/>
                    </a:cubicBezTo>
                    <a:cubicBezTo>
                      <a:pt x="47" y="10"/>
                      <a:pt x="52" y="10"/>
                      <a:pt x="57" y="9"/>
                    </a:cubicBezTo>
                    <a:cubicBezTo>
                      <a:pt x="76" y="8"/>
                      <a:pt x="95" y="7"/>
                      <a:pt x="114" y="6"/>
                    </a:cubicBezTo>
                    <a:cubicBezTo>
                      <a:pt x="123" y="5"/>
                      <a:pt x="132" y="5"/>
                      <a:pt x="141" y="4"/>
                    </a:cubicBezTo>
                    <a:cubicBezTo>
                      <a:pt x="153" y="3"/>
                      <a:pt x="165" y="2"/>
                      <a:pt x="177" y="1"/>
                    </a:cubicBezTo>
                    <a:cubicBezTo>
                      <a:pt x="182" y="0"/>
                      <a:pt x="187" y="4"/>
                      <a:pt x="188" y="10"/>
                    </a:cubicBezTo>
                    <a:cubicBezTo>
                      <a:pt x="188" y="15"/>
                      <a:pt x="184" y="19"/>
                      <a:pt x="179" y="20"/>
                    </a:cubicBezTo>
                    <a:cubicBezTo>
                      <a:pt x="155" y="22"/>
                      <a:pt x="131" y="25"/>
                      <a:pt x="106" y="26"/>
                    </a:cubicBezTo>
                    <a:cubicBezTo>
                      <a:pt x="84" y="28"/>
                      <a:pt x="61" y="30"/>
                      <a:pt x="39" y="31"/>
                    </a:cubicBezTo>
                    <a:cubicBezTo>
                      <a:pt x="35" y="31"/>
                      <a:pt x="31" y="32"/>
                      <a:pt x="28" y="32"/>
                    </a:cubicBezTo>
                    <a:cubicBezTo>
                      <a:pt x="26" y="32"/>
                      <a:pt x="26" y="32"/>
                      <a:pt x="25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5" name="Google Shape;3525;p40"/>
              <p:cNvSpPr/>
              <p:nvPr/>
            </p:nvSpPr>
            <p:spPr>
              <a:xfrm>
                <a:off x="504000" y="4290840"/>
                <a:ext cx="7992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22" h="24" extrusionOk="0">
                    <a:moveTo>
                      <a:pt x="40" y="23"/>
                    </a:moveTo>
                    <a:cubicBezTo>
                      <a:pt x="30" y="23"/>
                      <a:pt x="20" y="22"/>
                      <a:pt x="11" y="22"/>
                    </a:cubicBezTo>
                    <a:cubicBezTo>
                      <a:pt x="5" y="21"/>
                      <a:pt x="0" y="17"/>
                      <a:pt x="0" y="11"/>
                    </a:cubicBezTo>
                    <a:cubicBezTo>
                      <a:pt x="0" y="8"/>
                      <a:pt x="1" y="5"/>
                      <a:pt x="4" y="2"/>
                    </a:cubicBezTo>
                    <a:cubicBezTo>
                      <a:pt x="6" y="0"/>
                      <a:pt x="9" y="0"/>
                      <a:pt x="13" y="0"/>
                    </a:cubicBezTo>
                    <a:cubicBezTo>
                      <a:pt x="24" y="1"/>
                      <a:pt x="34" y="1"/>
                      <a:pt x="45" y="2"/>
                    </a:cubicBezTo>
                    <a:cubicBezTo>
                      <a:pt x="56" y="2"/>
                      <a:pt x="67" y="2"/>
                      <a:pt x="78" y="2"/>
                    </a:cubicBezTo>
                    <a:cubicBezTo>
                      <a:pt x="100" y="2"/>
                      <a:pt x="123" y="2"/>
                      <a:pt x="146" y="2"/>
                    </a:cubicBezTo>
                    <a:cubicBezTo>
                      <a:pt x="168" y="2"/>
                      <a:pt x="189" y="2"/>
                      <a:pt x="212" y="2"/>
                    </a:cubicBezTo>
                    <a:cubicBezTo>
                      <a:pt x="217" y="2"/>
                      <a:pt x="221" y="7"/>
                      <a:pt x="221" y="11"/>
                    </a:cubicBezTo>
                    <a:cubicBezTo>
                      <a:pt x="221" y="17"/>
                      <a:pt x="216" y="21"/>
                      <a:pt x="211" y="21"/>
                    </a:cubicBezTo>
                    <a:cubicBezTo>
                      <a:pt x="165" y="22"/>
                      <a:pt x="118" y="22"/>
                      <a:pt x="72" y="23"/>
                    </a:cubicBezTo>
                    <a:cubicBezTo>
                      <a:pt x="68" y="23"/>
                      <a:pt x="65" y="23"/>
                      <a:pt x="62" y="23"/>
                    </a:cubicBezTo>
                    <a:cubicBezTo>
                      <a:pt x="55" y="23"/>
                      <a:pt x="47" y="23"/>
                      <a:pt x="40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6" name="Google Shape;3526;p40"/>
              <p:cNvSpPr/>
              <p:nvPr/>
            </p:nvSpPr>
            <p:spPr>
              <a:xfrm>
                <a:off x="618480" y="4293720"/>
                <a:ext cx="41760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30" extrusionOk="0">
                    <a:moveTo>
                      <a:pt x="2" y="21"/>
                    </a:moveTo>
                    <a:cubicBezTo>
                      <a:pt x="0" y="14"/>
                      <a:pt x="5" y="8"/>
                      <a:pt x="11" y="7"/>
                    </a:cubicBezTo>
                    <a:cubicBezTo>
                      <a:pt x="14" y="7"/>
                      <a:pt x="17" y="6"/>
                      <a:pt x="20" y="6"/>
                    </a:cubicBezTo>
                    <a:cubicBezTo>
                      <a:pt x="24" y="6"/>
                      <a:pt x="28" y="5"/>
                      <a:pt x="32" y="5"/>
                    </a:cubicBezTo>
                    <a:cubicBezTo>
                      <a:pt x="39" y="4"/>
                      <a:pt x="47" y="4"/>
                      <a:pt x="55" y="3"/>
                    </a:cubicBezTo>
                    <a:cubicBezTo>
                      <a:pt x="70" y="2"/>
                      <a:pt x="87" y="1"/>
                      <a:pt x="103" y="0"/>
                    </a:cubicBezTo>
                    <a:cubicBezTo>
                      <a:pt x="108" y="0"/>
                      <a:pt x="113" y="4"/>
                      <a:pt x="114" y="9"/>
                    </a:cubicBezTo>
                    <a:cubicBezTo>
                      <a:pt x="115" y="15"/>
                      <a:pt x="110" y="20"/>
                      <a:pt x="105" y="21"/>
                    </a:cubicBezTo>
                    <a:cubicBezTo>
                      <a:pt x="89" y="22"/>
                      <a:pt x="74" y="23"/>
                      <a:pt x="59" y="24"/>
                    </a:cubicBezTo>
                    <a:cubicBezTo>
                      <a:pt x="46" y="25"/>
                      <a:pt x="34" y="26"/>
                      <a:pt x="21" y="28"/>
                    </a:cubicBezTo>
                    <a:cubicBezTo>
                      <a:pt x="19" y="28"/>
                      <a:pt x="17" y="28"/>
                      <a:pt x="15" y="29"/>
                    </a:cubicBezTo>
                    <a:cubicBezTo>
                      <a:pt x="15" y="29"/>
                      <a:pt x="14" y="29"/>
                      <a:pt x="13" y="29"/>
                    </a:cubicBezTo>
                    <a:cubicBezTo>
                      <a:pt x="8" y="29"/>
                      <a:pt x="3" y="26"/>
                      <a:pt x="2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7" name="Google Shape;3527;p40"/>
              <p:cNvSpPr/>
              <p:nvPr/>
            </p:nvSpPr>
            <p:spPr>
              <a:xfrm>
                <a:off x="720000" y="4291920"/>
                <a:ext cx="5004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139" h="27" extrusionOk="0">
                    <a:moveTo>
                      <a:pt x="68" y="26"/>
                    </a:moveTo>
                    <a:cubicBezTo>
                      <a:pt x="58" y="26"/>
                      <a:pt x="49" y="26"/>
                      <a:pt x="39" y="26"/>
                    </a:cubicBezTo>
                    <a:cubicBezTo>
                      <a:pt x="35" y="25"/>
                      <a:pt x="30" y="25"/>
                      <a:pt x="26" y="25"/>
                    </a:cubicBezTo>
                    <a:cubicBezTo>
                      <a:pt x="23" y="25"/>
                      <a:pt x="21" y="25"/>
                      <a:pt x="19" y="25"/>
                    </a:cubicBezTo>
                    <a:cubicBezTo>
                      <a:pt x="15" y="24"/>
                      <a:pt x="10" y="25"/>
                      <a:pt x="7" y="23"/>
                    </a:cubicBezTo>
                    <a:cubicBezTo>
                      <a:pt x="3" y="21"/>
                      <a:pt x="0" y="17"/>
                      <a:pt x="0" y="13"/>
                    </a:cubicBezTo>
                    <a:cubicBezTo>
                      <a:pt x="0" y="11"/>
                      <a:pt x="1" y="9"/>
                      <a:pt x="1" y="8"/>
                    </a:cubicBezTo>
                    <a:cubicBezTo>
                      <a:pt x="3" y="3"/>
                      <a:pt x="9" y="0"/>
                      <a:pt x="15" y="2"/>
                    </a:cubicBezTo>
                    <a:cubicBezTo>
                      <a:pt x="16" y="2"/>
                      <a:pt x="16" y="2"/>
                      <a:pt x="18" y="3"/>
                    </a:cubicBezTo>
                    <a:cubicBezTo>
                      <a:pt x="26" y="3"/>
                      <a:pt x="33" y="4"/>
                      <a:pt x="42" y="4"/>
                    </a:cubicBezTo>
                    <a:cubicBezTo>
                      <a:pt x="51" y="5"/>
                      <a:pt x="60" y="5"/>
                      <a:pt x="69" y="5"/>
                    </a:cubicBezTo>
                    <a:cubicBezTo>
                      <a:pt x="89" y="6"/>
                      <a:pt x="109" y="6"/>
                      <a:pt x="128" y="6"/>
                    </a:cubicBezTo>
                    <a:cubicBezTo>
                      <a:pt x="134" y="6"/>
                      <a:pt x="138" y="11"/>
                      <a:pt x="138" y="16"/>
                    </a:cubicBezTo>
                    <a:cubicBezTo>
                      <a:pt x="138" y="22"/>
                      <a:pt x="133" y="26"/>
                      <a:pt x="128" y="26"/>
                    </a:cubicBezTo>
                    <a:cubicBezTo>
                      <a:pt x="118" y="26"/>
                      <a:pt x="108" y="26"/>
                      <a:pt x="98" y="26"/>
                    </a:cubicBezTo>
                    <a:cubicBezTo>
                      <a:pt x="88" y="26"/>
                      <a:pt x="78" y="26"/>
                      <a:pt x="68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8" name="Google Shape;3528;p40"/>
              <p:cNvSpPr/>
              <p:nvPr/>
            </p:nvSpPr>
            <p:spPr>
              <a:xfrm>
                <a:off x="812880" y="4290840"/>
                <a:ext cx="48960" cy="10440"/>
              </a:xfrm>
              <a:custGeom>
                <a:avLst/>
                <a:gdLst/>
                <a:ahLst/>
                <a:cxnLst/>
                <a:rect l="l" t="t" r="r" b="b"/>
                <a:pathLst>
                  <a:path w="136" h="29" extrusionOk="0">
                    <a:moveTo>
                      <a:pt x="32" y="28"/>
                    </a:moveTo>
                    <a:cubicBezTo>
                      <a:pt x="26" y="28"/>
                      <a:pt x="21" y="27"/>
                      <a:pt x="16" y="26"/>
                    </a:cubicBezTo>
                    <a:cubicBezTo>
                      <a:pt x="11" y="26"/>
                      <a:pt x="5" y="25"/>
                      <a:pt x="2" y="21"/>
                    </a:cubicBezTo>
                    <a:cubicBezTo>
                      <a:pt x="0" y="18"/>
                      <a:pt x="0" y="15"/>
                      <a:pt x="0" y="11"/>
                    </a:cubicBezTo>
                    <a:cubicBezTo>
                      <a:pt x="1" y="5"/>
                      <a:pt x="7" y="1"/>
                      <a:pt x="12" y="2"/>
                    </a:cubicBezTo>
                    <a:cubicBezTo>
                      <a:pt x="15" y="2"/>
                      <a:pt x="17" y="4"/>
                      <a:pt x="18" y="5"/>
                    </a:cubicBezTo>
                    <a:cubicBezTo>
                      <a:pt x="21" y="5"/>
                      <a:pt x="24" y="6"/>
                      <a:pt x="26" y="6"/>
                    </a:cubicBezTo>
                    <a:cubicBezTo>
                      <a:pt x="33" y="6"/>
                      <a:pt x="39" y="6"/>
                      <a:pt x="46" y="5"/>
                    </a:cubicBezTo>
                    <a:cubicBezTo>
                      <a:pt x="57" y="5"/>
                      <a:pt x="70" y="4"/>
                      <a:pt x="81" y="3"/>
                    </a:cubicBezTo>
                    <a:cubicBezTo>
                      <a:pt x="95" y="2"/>
                      <a:pt x="109" y="1"/>
                      <a:pt x="123" y="1"/>
                    </a:cubicBezTo>
                    <a:cubicBezTo>
                      <a:pt x="129" y="0"/>
                      <a:pt x="134" y="4"/>
                      <a:pt x="135" y="9"/>
                    </a:cubicBezTo>
                    <a:cubicBezTo>
                      <a:pt x="135" y="15"/>
                      <a:pt x="131" y="21"/>
                      <a:pt x="126" y="21"/>
                    </a:cubicBezTo>
                    <a:cubicBezTo>
                      <a:pt x="104" y="22"/>
                      <a:pt x="82" y="24"/>
                      <a:pt x="61" y="26"/>
                    </a:cubicBezTo>
                    <a:cubicBezTo>
                      <a:pt x="56" y="26"/>
                      <a:pt x="52" y="26"/>
                      <a:pt x="47" y="27"/>
                    </a:cubicBezTo>
                    <a:cubicBezTo>
                      <a:pt x="42" y="27"/>
                      <a:pt x="38" y="28"/>
                      <a:pt x="32" y="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9" name="Google Shape;3529;p40"/>
              <p:cNvSpPr/>
              <p:nvPr/>
            </p:nvSpPr>
            <p:spPr>
              <a:xfrm>
                <a:off x="899280" y="4290120"/>
                <a:ext cx="54360" cy="10440"/>
              </a:xfrm>
              <a:custGeom>
                <a:avLst/>
                <a:gdLst/>
                <a:ahLst/>
                <a:cxnLst/>
                <a:rect l="l" t="t" r="r" b="b"/>
                <a:pathLst>
                  <a:path w="151" h="29" extrusionOk="0">
                    <a:moveTo>
                      <a:pt x="57" y="27"/>
                    </a:moveTo>
                    <a:cubicBezTo>
                      <a:pt x="47" y="27"/>
                      <a:pt x="38" y="25"/>
                      <a:pt x="28" y="25"/>
                    </a:cubicBezTo>
                    <a:lnTo>
                      <a:pt x="29" y="25"/>
                    </a:lnTo>
                    <a:cubicBezTo>
                      <a:pt x="25" y="24"/>
                      <a:pt x="21" y="24"/>
                      <a:pt x="17" y="24"/>
                    </a:cubicBezTo>
                    <a:cubicBezTo>
                      <a:pt x="17" y="24"/>
                      <a:pt x="16" y="24"/>
                      <a:pt x="15" y="24"/>
                    </a:cubicBezTo>
                    <a:cubicBezTo>
                      <a:pt x="14" y="24"/>
                      <a:pt x="12" y="24"/>
                      <a:pt x="11" y="24"/>
                    </a:cubicBezTo>
                    <a:cubicBezTo>
                      <a:pt x="5" y="23"/>
                      <a:pt x="0" y="18"/>
                      <a:pt x="2" y="11"/>
                    </a:cubicBezTo>
                    <a:cubicBezTo>
                      <a:pt x="3" y="6"/>
                      <a:pt x="9" y="1"/>
                      <a:pt x="14" y="2"/>
                    </a:cubicBezTo>
                    <a:lnTo>
                      <a:pt x="15" y="2"/>
                    </a:lnTo>
                    <a:cubicBezTo>
                      <a:pt x="18" y="3"/>
                      <a:pt x="20" y="3"/>
                      <a:pt x="23" y="3"/>
                    </a:cubicBezTo>
                    <a:cubicBezTo>
                      <a:pt x="27" y="3"/>
                      <a:pt x="31" y="3"/>
                      <a:pt x="35" y="4"/>
                    </a:cubicBezTo>
                    <a:cubicBezTo>
                      <a:pt x="42" y="4"/>
                      <a:pt x="49" y="6"/>
                      <a:pt x="56" y="6"/>
                    </a:cubicBezTo>
                    <a:cubicBezTo>
                      <a:pt x="58" y="6"/>
                      <a:pt x="61" y="7"/>
                      <a:pt x="64" y="7"/>
                    </a:cubicBezTo>
                    <a:cubicBezTo>
                      <a:pt x="67" y="7"/>
                      <a:pt x="71" y="7"/>
                      <a:pt x="74" y="7"/>
                    </a:cubicBezTo>
                    <a:cubicBezTo>
                      <a:pt x="79" y="6"/>
                      <a:pt x="83" y="6"/>
                      <a:pt x="87" y="6"/>
                    </a:cubicBezTo>
                    <a:cubicBezTo>
                      <a:pt x="86" y="6"/>
                      <a:pt x="86" y="6"/>
                      <a:pt x="86" y="6"/>
                    </a:cubicBezTo>
                    <a:cubicBezTo>
                      <a:pt x="90" y="6"/>
                      <a:pt x="94" y="5"/>
                      <a:pt x="99" y="4"/>
                    </a:cubicBezTo>
                    <a:cubicBezTo>
                      <a:pt x="103" y="4"/>
                      <a:pt x="107" y="4"/>
                      <a:pt x="111" y="3"/>
                    </a:cubicBezTo>
                    <a:cubicBezTo>
                      <a:pt x="120" y="2"/>
                      <a:pt x="129" y="2"/>
                      <a:pt x="138" y="0"/>
                    </a:cubicBezTo>
                    <a:cubicBezTo>
                      <a:pt x="144" y="0"/>
                      <a:pt x="149" y="4"/>
                      <a:pt x="150" y="9"/>
                    </a:cubicBezTo>
                    <a:cubicBezTo>
                      <a:pt x="150" y="15"/>
                      <a:pt x="146" y="20"/>
                      <a:pt x="140" y="21"/>
                    </a:cubicBezTo>
                    <a:cubicBezTo>
                      <a:pt x="131" y="22"/>
                      <a:pt x="121" y="23"/>
                      <a:pt x="111" y="24"/>
                    </a:cubicBezTo>
                    <a:cubicBezTo>
                      <a:pt x="103" y="25"/>
                      <a:pt x="94" y="27"/>
                      <a:pt x="86" y="27"/>
                    </a:cubicBezTo>
                    <a:cubicBezTo>
                      <a:pt x="79" y="27"/>
                      <a:pt x="73" y="28"/>
                      <a:pt x="66" y="28"/>
                    </a:cubicBezTo>
                    <a:cubicBezTo>
                      <a:pt x="63" y="28"/>
                      <a:pt x="60" y="28"/>
                      <a:pt x="57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0" name="Google Shape;3530;p40"/>
              <p:cNvSpPr/>
              <p:nvPr/>
            </p:nvSpPr>
            <p:spPr>
              <a:xfrm>
                <a:off x="957240" y="4292640"/>
                <a:ext cx="10800" cy="56160"/>
              </a:xfrm>
              <a:custGeom>
                <a:avLst/>
                <a:gdLst/>
                <a:ahLst/>
                <a:cxnLst/>
                <a:rect l="l" t="t" r="r" b="b"/>
                <a:pathLst>
                  <a:path w="30" h="156" extrusionOk="0">
                    <a:moveTo>
                      <a:pt x="9" y="146"/>
                    </a:moveTo>
                    <a:cubicBezTo>
                      <a:pt x="8" y="132"/>
                      <a:pt x="6" y="118"/>
                      <a:pt x="5" y="104"/>
                    </a:cubicBezTo>
                    <a:cubicBezTo>
                      <a:pt x="3" y="92"/>
                      <a:pt x="3" y="80"/>
                      <a:pt x="2" y="67"/>
                    </a:cubicBezTo>
                    <a:lnTo>
                      <a:pt x="2" y="66"/>
                    </a:lnTo>
                    <a:cubicBezTo>
                      <a:pt x="2" y="66"/>
                      <a:pt x="2" y="65"/>
                      <a:pt x="2" y="64"/>
                    </a:cubicBezTo>
                    <a:lnTo>
                      <a:pt x="2" y="65"/>
                    </a:lnTo>
                    <a:cubicBezTo>
                      <a:pt x="1" y="60"/>
                      <a:pt x="1" y="56"/>
                      <a:pt x="1" y="52"/>
                    </a:cubicBezTo>
                    <a:lnTo>
                      <a:pt x="1" y="51"/>
                    </a:lnTo>
                    <a:lnTo>
                      <a:pt x="1" y="50"/>
                    </a:lnTo>
                    <a:cubicBezTo>
                      <a:pt x="1" y="51"/>
                      <a:pt x="1" y="51"/>
                      <a:pt x="1" y="51"/>
                    </a:cubicBezTo>
                    <a:cubicBezTo>
                      <a:pt x="1" y="50"/>
                      <a:pt x="1" y="50"/>
                      <a:pt x="1" y="49"/>
                    </a:cubicBezTo>
                    <a:lnTo>
                      <a:pt x="1" y="50"/>
                    </a:lnTo>
                    <a:cubicBezTo>
                      <a:pt x="1" y="49"/>
                      <a:pt x="1" y="49"/>
                      <a:pt x="1" y="49"/>
                    </a:cubicBezTo>
                    <a:lnTo>
                      <a:pt x="1" y="48"/>
                    </a:lnTo>
                    <a:lnTo>
                      <a:pt x="1" y="49"/>
                    </a:lnTo>
                    <a:cubicBezTo>
                      <a:pt x="1" y="44"/>
                      <a:pt x="1" y="38"/>
                      <a:pt x="1" y="33"/>
                    </a:cubicBezTo>
                    <a:cubicBezTo>
                      <a:pt x="0" y="27"/>
                      <a:pt x="1" y="20"/>
                      <a:pt x="1" y="13"/>
                    </a:cubicBezTo>
                    <a:cubicBezTo>
                      <a:pt x="1" y="11"/>
                      <a:pt x="2" y="10"/>
                      <a:pt x="3" y="9"/>
                    </a:cubicBezTo>
                    <a:cubicBezTo>
                      <a:pt x="4" y="4"/>
                      <a:pt x="7" y="2"/>
                      <a:pt x="12" y="1"/>
                    </a:cubicBezTo>
                    <a:cubicBezTo>
                      <a:pt x="15" y="0"/>
                      <a:pt x="20" y="2"/>
                      <a:pt x="22" y="4"/>
                    </a:cubicBezTo>
                    <a:cubicBezTo>
                      <a:pt x="27" y="6"/>
                      <a:pt x="29" y="11"/>
                      <a:pt x="29" y="17"/>
                    </a:cubicBezTo>
                    <a:cubicBezTo>
                      <a:pt x="28" y="20"/>
                      <a:pt x="26" y="23"/>
                      <a:pt x="22" y="25"/>
                    </a:cubicBezTo>
                    <a:cubicBezTo>
                      <a:pt x="22" y="39"/>
                      <a:pt x="22" y="53"/>
                      <a:pt x="23" y="66"/>
                    </a:cubicBezTo>
                    <a:lnTo>
                      <a:pt x="23" y="65"/>
                    </a:lnTo>
                    <a:lnTo>
                      <a:pt x="23" y="66"/>
                    </a:lnTo>
                    <a:cubicBezTo>
                      <a:pt x="23" y="67"/>
                      <a:pt x="23" y="67"/>
                      <a:pt x="23" y="67"/>
                    </a:cubicBezTo>
                    <a:cubicBezTo>
                      <a:pt x="23" y="68"/>
                      <a:pt x="23" y="68"/>
                      <a:pt x="23" y="69"/>
                    </a:cubicBezTo>
                    <a:cubicBezTo>
                      <a:pt x="23" y="71"/>
                      <a:pt x="23" y="73"/>
                      <a:pt x="24" y="76"/>
                    </a:cubicBezTo>
                    <a:lnTo>
                      <a:pt x="24" y="77"/>
                    </a:lnTo>
                    <a:lnTo>
                      <a:pt x="24" y="78"/>
                    </a:lnTo>
                    <a:cubicBezTo>
                      <a:pt x="24" y="79"/>
                      <a:pt x="24" y="80"/>
                      <a:pt x="24" y="81"/>
                    </a:cubicBezTo>
                    <a:cubicBezTo>
                      <a:pt x="24" y="82"/>
                      <a:pt x="24" y="82"/>
                      <a:pt x="24" y="82"/>
                    </a:cubicBezTo>
                    <a:lnTo>
                      <a:pt x="24" y="81"/>
                    </a:lnTo>
                    <a:cubicBezTo>
                      <a:pt x="24" y="82"/>
                      <a:pt x="24" y="82"/>
                      <a:pt x="24" y="83"/>
                    </a:cubicBezTo>
                    <a:cubicBezTo>
                      <a:pt x="24" y="82"/>
                      <a:pt x="24" y="82"/>
                      <a:pt x="24" y="82"/>
                    </a:cubicBezTo>
                    <a:lnTo>
                      <a:pt x="24" y="83"/>
                    </a:lnTo>
                    <a:cubicBezTo>
                      <a:pt x="25" y="103"/>
                      <a:pt x="28" y="123"/>
                      <a:pt x="29" y="144"/>
                    </a:cubicBezTo>
                    <a:cubicBezTo>
                      <a:pt x="29" y="150"/>
                      <a:pt x="26" y="155"/>
                      <a:pt x="20" y="155"/>
                    </a:cubicBezTo>
                    <a:lnTo>
                      <a:pt x="19" y="155"/>
                    </a:lnTo>
                    <a:cubicBezTo>
                      <a:pt x="14" y="155"/>
                      <a:pt x="10" y="151"/>
                      <a:pt x="9" y="1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1" name="Google Shape;3531;p40"/>
              <p:cNvSpPr/>
              <p:nvPr/>
            </p:nvSpPr>
            <p:spPr>
              <a:xfrm>
                <a:off x="959400" y="4376160"/>
                <a:ext cx="10080" cy="47160"/>
              </a:xfrm>
              <a:custGeom>
                <a:avLst/>
                <a:gdLst/>
                <a:ahLst/>
                <a:cxnLst/>
                <a:rect l="l" t="t" r="r" b="b"/>
                <a:pathLst>
                  <a:path w="28" h="131" extrusionOk="0">
                    <a:moveTo>
                      <a:pt x="6" y="120"/>
                    </a:moveTo>
                    <a:cubicBezTo>
                      <a:pt x="5" y="103"/>
                      <a:pt x="3" y="86"/>
                      <a:pt x="2" y="70"/>
                    </a:cubicBezTo>
                    <a:cubicBezTo>
                      <a:pt x="2" y="60"/>
                      <a:pt x="1" y="49"/>
                      <a:pt x="1" y="38"/>
                    </a:cubicBezTo>
                    <a:cubicBezTo>
                      <a:pt x="0" y="32"/>
                      <a:pt x="0" y="26"/>
                      <a:pt x="0" y="21"/>
                    </a:cubicBezTo>
                    <a:cubicBezTo>
                      <a:pt x="0" y="17"/>
                      <a:pt x="0" y="13"/>
                      <a:pt x="1" y="9"/>
                    </a:cubicBezTo>
                    <a:cubicBezTo>
                      <a:pt x="2" y="4"/>
                      <a:pt x="6" y="0"/>
                      <a:pt x="12" y="0"/>
                    </a:cubicBezTo>
                    <a:cubicBezTo>
                      <a:pt x="17" y="0"/>
                      <a:pt x="23" y="5"/>
                      <a:pt x="23" y="11"/>
                    </a:cubicBezTo>
                    <a:cubicBezTo>
                      <a:pt x="22" y="13"/>
                      <a:pt x="22" y="15"/>
                      <a:pt x="22" y="17"/>
                    </a:cubicBezTo>
                    <a:cubicBezTo>
                      <a:pt x="22" y="22"/>
                      <a:pt x="21" y="26"/>
                      <a:pt x="22" y="32"/>
                    </a:cubicBezTo>
                    <a:cubicBezTo>
                      <a:pt x="22" y="31"/>
                      <a:pt x="22" y="31"/>
                      <a:pt x="22" y="30"/>
                    </a:cubicBezTo>
                    <a:cubicBezTo>
                      <a:pt x="22" y="31"/>
                      <a:pt x="22" y="33"/>
                      <a:pt x="22" y="34"/>
                    </a:cubicBezTo>
                    <a:lnTo>
                      <a:pt x="22" y="33"/>
                    </a:lnTo>
                    <a:cubicBezTo>
                      <a:pt x="22" y="34"/>
                      <a:pt x="22" y="34"/>
                      <a:pt x="22" y="35"/>
                    </a:cubicBezTo>
                    <a:lnTo>
                      <a:pt x="22" y="36"/>
                    </a:lnTo>
                    <a:cubicBezTo>
                      <a:pt x="22" y="37"/>
                      <a:pt x="22" y="37"/>
                      <a:pt x="22" y="38"/>
                    </a:cubicBezTo>
                    <a:lnTo>
                      <a:pt x="22" y="37"/>
                    </a:lnTo>
                    <a:cubicBezTo>
                      <a:pt x="22" y="43"/>
                      <a:pt x="23" y="50"/>
                      <a:pt x="23" y="57"/>
                    </a:cubicBezTo>
                    <a:cubicBezTo>
                      <a:pt x="23" y="61"/>
                      <a:pt x="23" y="66"/>
                      <a:pt x="23" y="70"/>
                    </a:cubicBezTo>
                    <a:cubicBezTo>
                      <a:pt x="24" y="70"/>
                      <a:pt x="24" y="70"/>
                      <a:pt x="24" y="70"/>
                    </a:cubicBezTo>
                    <a:cubicBezTo>
                      <a:pt x="24" y="74"/>
                      <a:pt x="24" y="78"/>
                      <a:pt x="24" y="82"/>
                    </a:cubicBezTo>
                    <a:cubicBezTo>
                      <a:pt x="24" y="85"/>
                      <a:pt x="24" y="89"/>
                      <a:pt x="24" y="93"/>
                    </a:cubicBezTo>
                    <a:lnTo>
                      <a:pt x="25" y="94"/>
                    </a:lnTo>
                    <a:lnTo>
                      <a:pt x="25" y="93"/>
                    </a:lnTo>
                    <a:cubicBezTo>
                      <a:pt x="25" y="102"/>
                      <a:pt x="26" y="110"/>
                      <a:pt x="26" y="118"/>
                    </a:cubicBezTo>
                    <a:cubicBezTo>
                      <a:pt x="27" y="123"/>
                      <a:pt x="23" y="128"/>
                      <a:pt x="17" y="129"/>
                    </a:cubicBezTo>
                    <a:lnTo>
                      <a:pt x="16" y="130"/>
                    </a:lnTo>
                    <a:cubicBezTo>
                      <a:pt x="11" y="130"/>
                      <a:pt x="6" y="126"/>
                      <a:pt x="6" y="1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2" name="Google Shape;3532;p40"/>
              <p:cNvSpPr/>
              <p:nvPr/>
            </p:nvSpPr>
            <p:spPr>
              <a:xfrm>
                <a:off x="959760" y="4482360"/>
                <a:ext cx="11160" cy="56880"/>
              </a:xfrm>
              <a:custGeom>
                <a:avLst/>
                <a:gdLst/>
                <a:ahLst/>
                <a:cxnLst/>
                <a:rect l="l" t="t" r="r" b="b"/>
                <a:pathLst>
                  <a:path w="31" h="158" extrusionOk="0">
                    <a:moveTo>
                      <a:pt x="10" y="157"/>
                    </a:moveTo>
                    <a:cubicBezTo>
                      <a:pt x="5" y="157"/>
                      <a:pt x="0" y="152"/>
                      <a:pt x="0" y="146"/>
                    </a:cubicBezTo>
                    <a:cubicBezTo>
                      <a:pt x="0" y="129"/>
                      <a:pt x="0" y="113"/>
                      <a:pt x="0" y="96"/>
                    </a:cubicBezTo>
                    <a:cubicBezTo>
                      <a:pt x="0" y="88"/>
                      <a:pt x="0" y="80"/>
                      <a:pt x="1" y="73"/>
                    </a:cubicBezTo>
                    <a:cubicBezTo>
                      <a:pt x="1" y="65"/>
                      <a:pt x="1" y="57"/>
                      <a:pt x="1" y="49"/>
                    </a:cubicBezTo>
                    <a:cubicBezTo>
                      <a:pt x="1" y="47"/>
                      <a:pt x="2" y="43"/>
                      <a:pt x="2" y="40"/>
                    </a:cubicBezTo>
                    <a:cubicBezTo>
                      <a:pt x="3" y="30"/>
                      <a:pt x="5" y="19"/>
                      <a:pt x="8" y="9"/>
                    </a:cubicBezTo>
                    <a:cubicBezTo>
                      <a:pt x="9" y="3"/>
                      <a:pt x="16" y="0"/>
                      <a:pt x="21" y="2"/>
                    </a:cubicBezTo>
                    <a:cubicBezTo>
                      <a:pt x="28" y="3"/>
                      <a:pt x="30" y="10"/>
                      <a:pt x="29" y="16"/>
                    </a:cubicBezTo>
                    <a:cubicBezTo>
                      <a:pt x="28" y="19"/>
                      <a:pt x="28" y="21"/>
                      <a:pt x="26" y="25"/>
                    </a:cubicBezTo>
                    <a:cubicBezTo>
                      <a:pt x="26" y="29"/>
                      <a:pt x="25" y="34"/>
                      <a:pt x="24" y="38"/>
                    </a:cubicBezTo>
                    <a:cubicBezTo>
                      <a:pt x="23" y="42"/>
                      <a:pt x="23" y="47"/>
                      <a:pt x="22" y="51"/>
                    </a:cubicBezTo>
                    <a:cubicBezTo>
                      <a:pt x="22" y="66"/>
                      <a:pt x="21" y="81"/>
                      <a:pt x="21" y="97"/>
                    </a:cubicBezTo>
                    <a:cubicBezTo>
                      <a:pt x="21" y="114"/>
                      <a:pt x="21" y="130"/>
                      <a:pt x="21" y="147"/>
                    </a:cubicBezTo>
                    <a:cubicBezTo>
                      <a:pt x="21" y="152"/>
                      <a:pt x="16" y="157"/>
                      <a:pt x="11" y="157"/>
                    </a:cubicBezTo>
                    <a:lnTo>
                      <a:pt x="10" y="15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3" name="Google Shape;3533;p40"/>
              <p:cNvSpPr/>
              <p:nvPr/>
            </p:nvSpPr>
            <p:spPr>
              <a:xfrm>
                <a:off x="958680" y="4581720"/>
                <a:ext cx="9720" cy="5580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55" extrusionOk="0">
                    <a:moveTo>
                      <a:pt x="12" y="154"/>
                    </a:moveTo>
                    <a:cubicBezTo>
                      <a:pt x="7" y="154"/>
                      <a:pt x="3" y="149"/>
                      <a:pt x="3" y="144"/>
                    </a:cubicBezTo>
                    <a:cubicBezTo>
                      <a:pt x="2" y="121"/>
                      <a:pt x="1" y="98"/>
                      <a:pt x="1" y="75"/>
                    </a:cubicBezTo>
                    <a:cubicBezTo>
                      <a:pt x="0" y="65"/>
                      <a:pt x="0" y="55"/>
                      <a:pt x="0" y="45"/>
                    </a:cubicBezTo>
                    <a:cubicBezTo>
                      <a:pt x="0" y="39"/>
                      <a:pt x="1" y="33"/>
                      <a:pt x="1" y="27"/>
                    </a:cubicBezTo>
                    <a:cubicBezTo>
                      <a:pt x="2" y="22"/>
                      <a:pt x="3" y="16"/>
                      <a:pt x="3" y="10"/>
                    </a:cubicBezTo>
                    <a:cubicBezTo>
                      <a:pt x="4" y="4"/>
                      <a:pt x="10" y="0"/>
                      <a:pt x="16" y="1"/>
                    </a:cubicBezTo>
                    <a:cubicBezTo>
                      <a:pt x="22" y="2"/>
                      <a:pt x="26" y="8"/>
                      <a:pt x="25" y="14"/>
                    </a:cubicBezTo>
                    <a:cubicBezTo>
                      <a:pt x="24" y="19"/>
                      <a:pt x="23" y="25"/>
                      <a:pt x="22" y="30"/>
                    </a:cubicBezTo>
                    <a:cubicBezTo>
                      <a:pt x="21" y="48"/>
                      <a:pt x="22" y="66"/>
                      <a:pt x="22" y="84"/>
                    </a:cubicBezTo>
                    <a:cubicBezTo>
                      <a:pt x="22" y="105"/>
                      <a:pt x="23" y="124"/>
                      <a:pt x="23" y="144"/>
                    </a:cubicBezTo>
                    <a:cubicBezTo>
                      <a:pt x="23" y="150"/>
                      <a:pt x="18" y="154"/>
                      <a:pt x="13" y="154"/>
                    </a:cubicBezTo>
                    <a:lnTo>
                      <a:pt x="12" y="154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4" name="Google Shape;3534;p40"/>
              <p:cNvSpPr/>
              <p:nvPr/>
            </p:nvSpPr>
            <p:spPr>
              <a:xfrm>
                <a:off x="960120" y="4678560"/>
                <a:ext cx="9360" cy="21240"/>
              </a:xfrm>
              <a:custGeom>
                <a:avLst/>
                <a:gdLst/>
                <a:ahLst/>
                <a:cxnLst/>
                <a:rect l="l" t="t" r="r" b="b"/>
                <a:pathLst>
                  <a:path w="26" h="59" extrusionOk="0">
                    <a:moveTo>
                      <a:pt x="12" y="58"/>
                    </a:moveTo>
                    <a:cubicBezTo>
                      <a:pt x="6" y="58"/>
                      <a:pt x="1" y="53"/>
                      <a:pt x="1" y="48"/>
                    </a:cubicBezTo>
                    <a:cubicBezTo>
                      <a:pt x="1" y="35"/>
                      <a:pt x="0" y="23"/>
                      <a:pt x="2" y="10"/>
                    </a:cubicBezTo>
                    <a:cubicBezTo>
                      <a:pt x="3" y="4"/>
                      <a:pt x="9" y="0"/>
                      <a:pt x="15" y="1"/>
                    </a:cubicBezTo>
                    <a:cubicBezTo>
                      <a:pt x="21" y="2"/>
                      <a:pt x="25" y="7"/>
                      <a:pt x="24" y="14"/>
                    </a:cubicBezTo>
                    <a:cubicBezTo>
                      <a:pt x="24" y="16"/>
                      <a:pt x="24" y="18"/>
                      <a:pt x="23" y="20"/>
                    </a:cubicBezTo>
                    <a:cubicBezTo>
                      <a:pt x="22" y="29"/>
                      <a:pt x="22" y="38"/>
                      <a:pt x="23" y="48"/>
                    </a:cubicBezTo>
                    <a:cubicBezTo>
                      <a:pt x="23" y="53"/>
                      <a:pt x="18" y="58"/>
                      <a:pt x="12" y="5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5" name="Google Shape;3535;p40"/>
              <p:cNvSpPr/>
              <p:nvPr/>
            </p:nvSpPr>
            <p:spPr>
              <a:xfrm>
                <a:off x="556920" y="3749040"/>
                <a:ext cx="16920" cy="1121400"/>
              </a:xfrm>
              <a:custGeom>
                <a:avLst/>
                <a:gdLst/>
                <a:ahLst/>
                <a:cxnLst/>
                <a:rect l="l" t="t" r="r" b="b"/>
                <a:pathLst>
                  <a:path w="47" h="3115" extrusionOk="0">
                    <a:moveTo>
                      <a:pt x="34" y="3114"/>
                    </a:moveTo>
                    <a:cubicBezTo>
                      <a:pt x="28" y="3114"/>
                      <a:pt x="24" y="3109"/>
                      <a:pt x="24" y="3103"/>
                    </a:cubicBezTo>
                    <a:cubicBezTo>
                      <a:pt x="24" y="3088"/>
                      <a:pt x="23" y="3072"/>
                      <a:pt x="23" y="3058"/>
                    </a:cubicBezTo>
                    <a:cubicBezTo>
                      <a:pt x="23" y="3044"/>
                      <a:pt x="23" y="3030"/>
                      <a:pt x="23" y="3016"/>
                    </a:cubicBezTo>
                    <a:cubicBezTo>
                      <a:pt x="23" y="3001"/>
                      <a:pt x="23" y="2986"/>
                      <a:pt x="23" y="2971"/>
                    </a:cubicBezTo>
                    <a:cubicBezTo>
                      <a:pt x="23" y="2956"/>
                      <a:pt x="23" y="2941"/>
                      <a:pt x="23" y="2926"/>
                    </a:cubicBezTo>
                    <a:cubicBezTo>
                      <a:pt x="23" y="2863"/>
                      <a:pt x="23" y="2800"/>
                      <a:pt x="22" y="2737"/>
                    </a:cubicBezTo>
                    <a:cubicBezTo>
                      <a:pt x="21" y="2606"/>
                      <a:pt x="21" y="2475"/>
                      <a:pt x="20" y="2343"/>
                    </a:cubicBezTo>
                    <a:cubicBezTo>
                      <a:pt x="18" y="2208"/>
                      <a:pt x="18" y="2073"/>
                      <a:pt x="17" y="1939"/>
                    </a:cubicBezTo>
                    <a:cubicBezTo>
                      <a:pt x="16" y="1808"/>
                      <a:pt x="15" y="1678"/>
                      <a:pt x="14" y="1547"/>
                    </a:cubicBezTo>
                    <a:cubicBezTo>
                      <a:pt x="13" y="1415"/>
                      <a:pt x="12" y="1283"/>
                      <a:pt x="11" y="1150"/>
                    </a:cubicBezTo>
                    <a:cubicBezTo>
                      <a:pt x="10" y="1018"/>
                      <a:pt x="9" y="885"/>
                      <a:pt x="7" y="753"/>
                    </a:cubicBezTo>
                    <a:cubicBezTo>
                      <a:pt x="6" y="620"/>
                      <a:pt x="5" y="486"/>
                      <a:pt x="4" y="353"/>
                    </a:cubicBezTo>
                    <a:cubicBezTo>
                      <a:pt x="4" y="294"/>
                      <a:pt x="3" y="237"/>
                      <a:pt x="2" y="179"/>
                    </a:cubicBezTo>
                    <a:cubicBezTo>
                      <a:pt x="2" y="151"/>
                      <a:pt x="2" y="121"/>
                      <a:pt x="2" y="93"/>
                    </a:cubicBezTo>
                    <a:cubicBezTo>
                      <a:pt x="1" y="78"/>
                      <a:pt x="1" y="63"/>
                      <a:pt x="1" y="49"/>
                    </a:cubicBezTo>
                    <a:cubicBezTo>
                      <a:pt x="0" y="36"/>
                      <a:pt x="0" y="24"/>
                      <a:pt x="0" y="11"/>
                    </a:cubicBezTo>
                    <a:cubicBezTo>
                      <a:pt x="0" y="5"/>
                      <a:pt x="5" y="0"/>
                      <a:pt x="12" y="0"/>
                    </a:cubicBezTo>
                    <a:cubicBezTo>
                      <a:pt x="17" y="0"/>
                      <a:pt x="22" y="5"/>
                      <a:pt x="22" y="11"/>
                    </a:cubicBezTo>
                    <a:cubicBezTo>
                      <a:pt x="22" y="25"/>
                      <a:pt x="22" y="38"/>
                      <a:pt x="22" y="51"/>
                    </a:cubicBezTo>
                    <a:cubicBezTo>
                      <a:pt x="22" y="68"/>
                      <a:pt x="22" y="85"/>
                      <a:pt x="22" y="101"/>
                    </a:cubicBezTo>
                    <a:cubicBezTo>
                      <a:pt x="22" y="134"/>
                      <a:pt x="22" y="167"/>
                      <a:pt x="23" y="200"/>
                    </a:cubicBezTo>
                    <a:cubicBezTo>
                      <a:pt x="23" y="265"/>
                      <a:pt x="23" y="329"/>
                      <a:pt x="24" y="394"/>
                    </a:cubicBezTo>
                    <a:cubicBezTo>
                      <a:pt x="24" y="526"/>
                      <a:pt x="25" y="659"/>
                      <a:pt x="26" y="793"/>
                    </a:cubicBezTo>
                    <a:cubicBezTo>
                      <a:pt x="27" y="926"/>
                      <a:pt x="28" y="1059"/>
                      <a:pt x="29" y="1193"/>
                    </a:cubicBezTo>
                    <a:cubicBezTo>
                      <a:pt x="30" y="1323"/>
                      <a:pt x="31" y="1454"/>
                      <a:pt x="32" y="1585"/>
                    </a:cubicBezTo>
                    <a:cubicBezTo>
                      <a:pt x="33" y="1719"/>
                      <a:pt x="34" y="1852"/>
                      <a:pt x="35" y="1986"/>
                    </a:cubicBezTo>
                    <a:cubicBezTo>
                      <a:pt x="36" y="2119"/>
                      <a:pt x="37" y="2251"/>
                      <a:pt x="38" y="2383"/>
                    </a:cubicBezTo>
                    <a:cubicBezTo>
                      <a:pt x="39" y="2514"/>
                      <a:pt x="41" y="2646"/>
                      <a:pt x="42" y="2778"/>
                    </a:cubicBezTo>
                    <a:cubicBezTo>
                      <a:pt x="42" y="2834"/>
                      <a:pt x="43" y="2890"/>
                      <a:pt x="44" y="2947"/>
                    </a:cubicBezTo>
                    <a:cubicBezTo>
                      <a:pt x="44" y="2959"/>
                      <a:pt x="45" y="2971"/>
                      <a:pt x="45" y="2984"/>
                    </a:cubicBezTo>
                    <a:cubicBezTo>
                      <a:pt x="45" y="2997"/>
                      <a:pt x="45" y="3011"/>
                      <a:pt x="45" y="3024"/>
                    </a:cubicBezTo>
                    <a:cubicBezTo>
                      <a:pt x="45" y="3036"/>
                      <a:pt x="45" y="3049"/>
                      <a:pt x="45" y="3061"/>
                    </a:cubicBezTo>
                    <a:cubicBezTo>
                      <a:pt x="45" y="3075"/>
                      <a:pt x="45" y="3089"/>
                      <a:pt x="46" y="3103"/>
                    </a:cubicBezTo>
                    <a:cubicBezTo>
                      <a:pt x="46" y="3109"/>
                      <a:pt x="41" y="3114"/>
                      <a:pt x="35" y="3114"/>
                    </a:cubicBezTo>
                    <a:lnTo>
                      <a:pt x="34" y="3114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6" name="Google Shape;3536;p40"/>
              <p:cNvSpPr/>
              <p:nvPr/>
            </p:nvSpPr>
            <p:spPr>
              <a:xfrm>
                <a:off x="542520" y="3746880"/>
                <a:ext cx="39960" cy="87120"/>
              </a:xfrm>
              <a:custGeom>
                <a:avLst/>
                <a:gdLst/>
                <a:ahLst/>
                <a:cxnLst/>
                <a:rect l="l" t="t" r="r" b="b"/>
                <a:pathLst>
                  <a:path w="111" h="242" extrusionOk="0">
                    <a:moveTo>
                      <a:pt x="12" y="241"/>
                    </a:moveTo>
                    <a:cubicBezTo>
                      <a:pt x="5" y="241"/>
                      <a:pt x="0" y="235"/>
                      <a:pt x="1" y="229"/>
                    </a:cubicBezTo>
                    <a:cubicBezTo>
                      <a:pt x="3" y="219"/>
                      <a:pt x="4" y="211"/>
                      <a:pt x="6" y="201"/>
                    </a:cubicBezTo>
                    <a:cubicBezTo>
                      <a:pt x="7" y="198"/>
                      <a:pt x="7" y="194"/>
                      <a:pt x="8" y="191"/>
                    </a:cubicBezTo>
                    <a:cubicBezTo>
                      <a:pt x="9" y="186"/>
                      <a:pt x="10" y="182"/>
                      <a:pt x="10" y="178"/>
                    </a:cubicBezTo>
                    <a:lnTo>
                      <a:pt x="10" y="179"/>
                    </a:lnTo>
                    <a:cubicBezTo>
                      <a:pt x="10" y="178"/>
                      <a:pt x="11" y="176"/>
                      <a:pt x="11" y="175"/>
                    </a:cubicBezTo>
                    <a:cubicBezTo>
                      <a:pt x="11" y="171"/>
                      <a:pt x="12" y="168"/>
                      <a:pt x="12" y="164"/>
                    </a:cubicBezTo>
                    <a:cubicBezTo>
                      <a:pt x="16" y="141"/>
                      <a:pt x="19" y="119"/>
                      <a:pt x="22" y="97"/>
                    </a:cubicBezTo>
                    <a:cubicBezTo>
                      <a:pt x="25" y="76"/>
                      <a:pt x="28" y="55"/>
                      <a:pt x="31" y="34"/>
                    </a:cubicBezTo>
                    <a:cubicBezTo>
                      <a:pt x="31" y="31"/>
                      <a:pt x="31" y="30"/>
                      <a:pt x="31" y="28"/>
                    </a:cubicBezTo>
                    <a:cubicBezTo>
                      <a:pt x="32" y="22"/>
                      <a:pt x="36" y="18"/>
                      <a:pt x="42" y="18"/>
                    </a:cubicBezTo>
                    <a:cubicBezTo>
                      <a:pt x="43" y="18"/>
                      <a:pt x="45" y="18"/>
                      <a:pt x="46" y="19"/>
                    </a:cubicBezTo>
                    <a:cubicBezTo>
                      <a:pt x="47" y="16"/>
                      <a:pt x="47" y="13"/>
                      <a:pt x="47" y="10"/>
                    </a:cubicBezTo>
                    <a:cubicBezTo>
                      <a:pt x="49" y="5"/>
                      <a:pt x="52" y="2"/>
                      <a:pt x="57" y="1"/>
                    </a:cubicBezTo>
                    <a:cubicBezTo>
                      <a:pt x="63" y="0"/>
                      <a:pt x="68" y="4"/>
                      <a:pt x="69" y="9"/>
                    </a:cubicBezTo>
                    <a:cubicBezTo>
                      <a:pt x="70" y="12"/>
                      <a:pt x="70" y="16"/>
                      <a:pt x="70" y="19"/>
                    </a:cubicBezTo>
                    <a:cubicBezTo>
                      <a:pt x="71" y="23"/>
                      <a:pt x="72" y="26"/>
                      <a:pt x="72" y="30"/>
                    </a:cubicBezTo>
                    <a:cubicBezTo>
                      <a:pt x="72" y="30"/>
                      <a:pt x="72" y="29"/>
                      <a:pt x="72" y="28"/>
                    </a:cubicBezTo>
                    <a:cubicBezTo>
                      <a:pt x="77" y="53"/>
                      <a:pt x="84" y="77"/>
                      <a:pt x="88" y="101"/>
                    </a:cubicBezTo>
                    <a:cubicBezTo>
                      <a:pt x="88" y="100"/>
                      <a:pt x="88" y="100"/>
                      <a:pt x="88" y="99"/>
                    </a:cubicBezTo>
                    <a:cubicBezTo>
                      <a:pt x="88" y="101"/>
                      <a:pt x="88" y="101"/>
                      <a:pt x="88" y="102"/>
                    </a:cubicBezTo>
                    <a:cubicBezTo>
                      <a:pt x="89" y="108"/>
                      <a:pt x="90" y="113"/>
                      <a:pt x="91" y="117"/>
                    </a:cubicBezTo>
                    <a:lnTo>
                      <a:pt x="91" y="116"/>
                    </a:lnTo>
                    <a:cubicBezTo>
                      <a:pt x="92" y="123"/>
                      <a:pt x="93" y="130"/>
                      <a:pt x="94" y="136"/>
                    </a:cubicBezTo>
                    <a:lnTo>
                      <a:pt x="94" y="137"/>
                    </a:lnTo>
                    <a:cubicBezTo>
                      <a:pt x="95" y="137"/>
                      <a:pt x="95" y="137"/>
                      <a:pt x="95" y="137"/>
                    </a:cubicBezTo>
                    <a:cubicBezTo>
                      <a:pt x="95" y="142"/>
                      <a:pt x="96" y="147"/>
                      <a:pt x="97" y="152"/>
                    </a:cubicBezTo>
                    <a:cubicBezTo>
                      <a:pt x="97" y="151"/>
                      <a:pt x="97" y="151"/>
                      <a:pt x="97" y="151"/>
                    </a:cubicBezTo>
                    <a:lnTo>
                      <a:pt x="97" y="152"/>
                    </a:lnTo>
                    <a:lnTo>
                      <a:pt x="97" y="151"/>
                    </a:lnTo>
                    <a:cubicBezTo>
                      <a:pt x="100" y="171"/>
                      <a:pt x="105" y="191"/>
                      <a:pt x="109" y="212"/>
                    </a:cubicBezTo>
                    <a:cubicBezTo>
                      <a:pt x="110" y="218"/>
                      <a:pt x="107" y="223"/>
                      <a:pt x="101" y="225"/>
                    </a:cubicBezTo>
                    <a:cubicBezTo>
                      <a:pt x="96" y="226"/>
                      <a:pt x="90" y="222"/>
                      <a:pt x="89" y="217"/>
                    </a:cubicBezTo>
                    <a:cubicBezTo>
                      <a:pt x="87" y="209"/>
                      <a:pt x="85" y="201"/>
                      <a:pt x="84" y="193"/>
                    </a:cubicBezTo>
                    <a:lnTo>
                      <a:pt x="84" y="194"/>
                    </a:lnTo>
                    <a:cubicBezTo>
                      <a:pt x="84" y="193"/>
                      <a:pt x="84" y="191"/>
                      <a:pt x="84" y="190"/>
                    </a:cubicBezTo>
                    <a:cubicBezTo>
                      <a:pt x="84" y="191"/>
                      <a:pt x="84" y="191"/>
                      <a:pt x="84" y="192"/>
                    </a:cubicBezTo>
                    <a:cubicBezTo>
                      <a:pt x="83" y="190"/>
                      <a:pt x="83" y="187"/>
                      <a:pt x="82" y="185"/>
                    </a:cubicBezTo>
                    <a:lnTo>
                      <a:pt x="82" y="186"/>
                    </a:lnTo>
                    <a:cubicBezTo>
                      <a:pt x="82" y="185"/>
                      <a:pt x="82" y="184"/>
                      <a:pt x="82" y="183"/>
                    </a:cubicBezTo>
                    <a:cubicBezTo>
                      <a:pt x="81" y="178"/>
                      <a:pt x="80" y="173"/>
                      <a:pt x="79" y="169"/>
                    </a:cubicBezTo>
                    <a:lnTo>
                      <a:pt x="80" y="170"/>
                    </a:lnTo>
                    <a:cubicBezTo>
                      <a:pt x="79" y="165"/>
                      <a:pt x="78" y="161"/>
                      <a:pt x="77" y="156"/>
                    </a:cubicBezTo>
                    <a:cubicBezTo>
                      <a:pt x="77" y="157"/>
                      <a:pt x="77" y="157"/>
                      <a:pt x="78" y="157"/>
                    </a:cubicBezTo>
                    <a:cubicBezTo>
                      <a:pt x="77" y="157"/>
                      <a:pt x="77" y="155"/>
                      <a:pt x="77" y="155"/>
                    </a:cubicBezTo>
                    <a:lnTo>
                      <a:pt x="77" y="156"/>
                    </a:lnTo>
                    <a:cubicBezTo>
                      <a:pt x="77" y="151"/>
                      <a:pt x="75" y="145"/>
                      <a:pt x="74" y="141"/>
                    </a:cubicBezTo>
                    <a:cubicBezTo>
                      <a:pt x="74" y="140"/>
                      <a:pt x="74" y="140"/>
                      <a:pt x="74" y="140"/>
                    </a:cubicBezTo>
                    <a:cubicBezTo>
                      <a:pt x="73" y="134"/>
                      <a:pt x="72" y="128"/>
                      <a:pt x="71" y="122"/>
                    </a:cubicBezTo>
                    <a:lnTo>
                      <a:pt x="71" y="123"/>
                    </a:lnTo>
                    <a:cubicBezTo>
                      <a:pt x="70" y="116"/>
                      <a:pt x="68" y="109"/>
                      <a:pt x="67" y="103"/>
                    </a:cubicBezTo>
                    <a:cubicBezTo>
                      <a:pt x="68" y="104"/>
                      <a:pt x="68" y="104"/>
                      <a:pt x="68" y="104"/>
                    </a:cubicBezTo>
                    <a:cubicBezTo>
                      <a:pt x="66" y="98"/>
                      <a:pt x="65" y="91"/>
                      <a:pt x="63" y="84"/>
                    </a:cubicBezTo>
                    <a:cubicBezTo>
                      <a:pt x="61" y="77"/>
                      <a:pt x="60" y="70"/>
                      <a:pt x="58" y="63"/>
                    </a:cubicBezTo>
                    <a:cubicBezTo>
                      <a:pt x="58" y="64"/>
                      <a:pt x="57" y="66"/>
                      <a:pt x="57" y="68"/>
                    </a:cubicBezTo>
                    <a:cubicBezTo>
                      <a:pt x="53" y="84"/>
                      <a:pt x="50" y="100"/>
                      <a:pt x="46" y="116"/>
                    </a:cubicBezTo>
                    <a:cubicBezTo>
                      <a:pt x="42" y="131"/>
                      <a:pt x="38" y="147"/>
                      <a:pt x="34" y="162"/>
                    </a:cubicBezTo>
                    <a:cubicBezTo>
                      <a:pt x="35" y="162"/>
                      <a:pt x="35" y="161"/>
                      <a:pt x="35" y="161"/>
                    </a:cubicBezTo>
                    <a:cubicBezTo>
                      <a:pt x="29" y="185"/>
                      <a:pt x="26" y="208"/>
                      <a:pt x="23" y="232"/>
                    </a:cubicBezTo>
                    <a:cubicBezTo>
                      <a:pt x="22" y="237"/>
                      <a:pt x="18" y="241"/>
                      <a:pt x="12" y="2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7" name="Google Shape;3537;p40"/>
              <p:cNvSpPr/>
              <p:nvPr/>
            </p:nvSpPr>
            <p:spPr>
              <a:xfrm>
                <a:off x="16200" y="4703760"/>
                <a:ext cx="107784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2994" h="36" extrusionOk="0">
                    <a:moveTo>
                      <a:pt x="0" y="24"/>
                    </a:moveTo>
                    <a:cubicBezTo>
                      <a:pt x="1" y="18"/>
                      <a:pt x="6" y="14"/>
                      <a:pt x="12" y="14"/>
                    </a:cubicBezTo>
                    <a:cubicBezTo>
                      <a:pt x="26" y="13"/>
                      <a:pt x="41" y="14"/>
                      <a:pt x="55" y="14"/>
                    </a:cubicBezTo>
                    <a:cubicBezTo>
                      <a:pt x="71" y="14"/>
                      <a:pt x="87" y="14"/>
                      <a:pt x="103" y="14"/>
                    </a:cubicBezTo>
                    <a:cubicBezTo>
                      <a:pt x="134" y="14"/>
                      <a:pt x="165" y="14"/>
                      <a:pt x="197" y="14"/>
                    </a:cubicBezTo>
                    <a:cubicBezTo>
                      <a:pt x="259" y="13"/>
                      <a:pt x="322" y="13"/>
                      <a:pt x="384" y="13"/>
                    </a:cubicBezTo>
                    <a:cubicBezTo>
                      <a:pt x="510" y="13"/>
                      <a:pt x="635" y="11"/>
                      <a:pt x="761" y="11"/>
                    </a:cubicBezTo>
                    <a:cubicBezTo>
                      <a:pt x="887" y="11"/>
                      <a:pt x="1013" y="10"/>
                      <a:pt x="1139" y="10"/>
                    </a:cubicBezTo>
                    <a:cubicBezTo>
                      <a:pt x="1269" y="9"/>
                      <a:pt x="1398" y="8"/>
                      <a:pt x="1528" y="8"/>
                    </a:cubicBezTo>
                    <a:cubicBezTo>
                      <a:pt x="1655" y="7"/>
                      <a:pt x="1781" y="7"/>
                      <a:pt x="1907" y="6"/>
                    </a:cubicBezTo>
                    <a:cubicBezTo>
                      <a:pt x="2034" y="6"/>
                      <a:pt x="2160" y="6"/>
                      <a:pt x="2287" y="5"/>
                    </a:cubicBezTo>
                    <a:cubicBezTo>
                      <a:pt x="2415" y="4"/>
                      <a:pt x="2542" y="4"/>
                      <a:pt x="2669" y="3"/>
                    </a:cubicBezTo>
                    <a:cubicBezTo>
                      <a:pt x="2720" y="3"/>
                      <a:pt x="2771" y="3"/>
                      <a:pt x="2822" y="2"/>
                    </a:cubicBezTo>
                    <a:cubicBezTo>
                      <a:pt x="2848" y="2"/>
                      <a:pt x="2875" y="1"/>
                      <a:pt x="2901" y="1"/>
                    </a:cubicBezTo>
                    <a:cubicBezTo>
                      <a:pt x="2928" y="1"/>
                      <a:pt x="2956" y="1"/>
                      <a:pt x="2983" y="0"/>
                    </a:cubicBezTo>
                    <a:cubicBezTo>
                      <a:pt x="2989" y="0"/>
                      <a:pt x="2993" y="6"/>
                      <a:pt x="2993" y="11"/>
                    </a:cubicBezTo>
                    <a:cubicBezTo>
                      <a:pt x="2993" y="17"/>
                      <a:pt x="2988" y="22"/>
                      <a:pt x="2982" y="22"/>
                    </a:cubicBezTo>
                    <a:cubicBezTo>
                      <a:pt x="2950" y="21"/>
                      <a:pt x="2918" y="21"/>
                      <a:pt x="2885" y="21"/>
                    </a:cubicBezTo>
                    <a:cubicBezTo>
                      <a:pt x="2854" y="22"/>
                      <a:pt x="2824" y="22"/>
                      <a:pt x="2793" y="22"/>
                    </a:cubicBezTo>
                    <a:cubicBezTo>
                      <a:pt x="2730" y="22"/>
                      <a:pt x="2667" y="22"/>
                      <a:pt x="2604" y="22"/>
                    </a:cubicBezTo>
                    <a:cubicBezTo>
                      <a:pt x="2476" y="22"/>
                      <a:pt x="2348" y="24"/>
                      <a:pt x="2220" y="24"/>
                    </a:cubicBezTo>
                    <a:cubicBezTo>
                      <a:pt x="2094" y="25"/>
                      <a:pt x="1967" y="25"/>
                      <a:pt x="1842" y="26"/>
                    </a:cubicBezTo>
                    <a:cubicBezTo>
                      <a:pt x="1713" y="26"/>
                      <a:pt x="1585" y="27"/>
                      <a:pt x="1456" y="28"/>
                    </a:cubicBezTo>
                    <a:cubicBezTo>
                      <a:pt x="1394" y="28"/>
                      <a:pt x="1331" y="28"/>
                      <a:pt x="1269" y="29"/>
                    </a:cubicBezTo>
                    <a:cubicBezTo>
                      <a:pt x="1204" y="29"/>
                      <a:pt x="1139" y="29"/>
                      <a:pt x="1075" y="29"/>
                    </a:cubicBezTo>
                    <a:cubicBezTo>
                      <a:pt x="949" y="30"/>
                      <a:pt x="823" y="31"/>
                      <a:pt x="697" y="31"/>
                    </a:cubicBezTo>
                    <a:cubicBezTo>
                      <a:pt x="635" y="32"/>
                      <a:pt x="573" y="32"/>
                      <a:pt x="510" y="32"/>
                    </a:cubicBezTo>
                    <a:cubicBezTo>
                      <a:pt x="447" y="32"/>
                      <a:pt x="383" y="33"/>
                      <a:pt x="319" y="33"/>
                    </a:cubicBezTo>
                    <a:cubicBezTo>
                      <a:pt x="266" y="34"/>
                      <a:pt x="214" y="34"/>
                      <a:pt x="161" y="34"/>
                    </a:cubicBezTo>
                    <a:cubicBezTo>
                      <a:pt x="136" y="34"/>
                      <a:pt x="111" y="35"/>
                      <a:pt x="86" y="35"/>
                    </a:cubicBezTo>
                    <a:cubicBezTo>
                      <a:pt x="61" y="35"/>
                      <a:pt x="37" y="35"/>
                      <a:pt x="11" y="35"/>
                    </a:cubicBezTo>
                    <a:cubicBezTo>
                      <a:pt x="6" y="35"/>
                      <a:pt x="0" y="30"/>
                      <a:pt x="0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8" name="Google Shape;3538;p40"/>
              <p:cNvSpPr/>
              <p:nvPr/>
            </p:nvSpPr>
            <p:spPr>
              <a:xfrm>
                <a:off x="1049040" y="4692960"/>
                <a:ext cx="71280" cy="40680"/>
              </a:xfrm>
              <a:custGeom>
                <a:avLst/>
                <a:gdLst/>
                <a:ahLst/>
                <a:cxnLst/>
                <a:rect l="l" t="t" r="r" b="b"/>
                <a:pathLst>
                  <a:path w="198" h="113" extrusionOk="0">
                    <a:moveTo>
                      <a:pt x="21" y="108"/>
                    </a:moveTo>
                    <a:cubicBezTo>
                      <a:pt x="17" y="104"/>
                      <a:pt x="17" y="97"/>
                      <a:pt x="21" y="93"/>
                    </a:cubicBezTo>
                    <a:cubicBezTo>
                      <a:pt x="29" y="86"/>
                      <a:pt x="39" y="79"/>
                      <a:pt x="49" y="74"/>
                    </a:cubicBezTo>
                    <a:cubicBezTo>
                      <a:pt x="53" y="72"/>
                      <a:pt x="58" y="69"/>
                      <a:pt x="63" y="67"/>
                    </a:cubicBezTo>
                    <a:cubicBezTo>
                      <a:pt x="67" y="65"/>
                      <a:pt x="71" y="63"/>
                      <a:pt x="76" y="61"/>
                    </a:cubicBezTo>
                    <a:cubicBezTo>
                      <a:pt x="81" y="59"/>
                      <a:pt x="85" y="58"/>
                      <a:pt x="90" y="57"/>
                    </a:cubicBezTo>
                    <a:cubicBezTo>
                      <a:pt x="100" y="53"/>
                      <a:pt x="110" y="50"/>
                      <a:pt x="120" y="47"/>
                    </a:cubicBezTo>
                    <a:cubicBezTo>
                      <a:pt x="125" y="45"/>
                      <a:pt x="130" y="43"/>
                      <a:pt x="135" y="41"/>
                    </a:cubicBezTo>
                    <a:cubicBezTo>
                      <a:pt x="133" y="41"/>
                      <a:pt x="131" y="41"/>
                      <a:pt x="130" y="41"/>
                    </a:cubicBezTo>
                    <a:cubicBezTo>
                      <a:pt x="123" y="41"/>
                      <a:pt x="117" y="40"/>
                      <a:pt x="110" y="40"/>
                    </a:cubicBezTo>
                    <a:cubicBezTo>
                      <a:pt x="99" y="38"/>
                      <a:pt x="88" y="36"/>
                      <a:pt x="77" y="34"/>
                    </a:cubicBezTo>
                    <a:cubicBezTo>
                      <a:pt x="66" y="33"/>
                      <a:pt x="54" y="30"/>
                      <a:pt x="43" y="28"/>
                    </a:cubicBezTo>
                    <a:lnTo>
                      <a:pt x="42" y="28"/>
                    </a:lnTo>
                    <a:cubicBezTo>
                      <a:pt x="43" y="28"/>
                      <a:pt x="43" y="28"/>
                      <a:pt x="43" y="28"/>
                    </a:cubicBezTo>
                    <a:cubicBezTo>
                      <a:pt x="35" y="26"/>
                      <a:pt x="28" y="24"/>
                      <a:pt x="21" y="23"/>
                    </a:cubicBezTo>
                    <a:cubicBezTo>
                      <a:pt x="18" y="24"/>
                      <a:pt x="16" y="24"/>
                      <a:pt x="14" y="23"/>
                    </a:cubicBezTo>
                    <a:cubicBezTo>
                      <a:pt x="11" y="23"/>
                      <a:pt x="8" y="22"/>
                      <a:pt x="6" y="20"/>
                    </a:cubicBezTo>
                    <a:cubicBezTo>
                      <a:pt x="3" y="18"/>
                      <a:pt x="0" y="14"/>
                      <a:pt x="2" y="9"/>
                    </a:cubicBezTo>
                    <a:cubicBezTo>
                      <a:pt x="2" y="5"/>
                      <a:pt x="6" y="1"/>
                      <a:pt x="11" y="0"/>
                    </a:cubicBezTo>
                    <a:cubicBezTo>
                      <a:pt x="15" y="0"/>
                      <a:pt x="19" y="1"/>
                      <a:pt x="23" y="2"/>
                    </a:cubicBezTo>
                    <a:cubicBezTo>
                      <a:pt x="27" y="2"/>
                      <a:pt x="29" y="3"/>
                      <a:pt x="33" y="3"/>
                    </a:cubicBezTo>
                    <a:cubicBezTo>
                      <a:pt x="38" y="5"/>
                      <a:pt x="43" y="6"/>
                      <a:pt x="48" y="7"/>
                    </a:cubicBezTo>
                    <a:cubicBezTo>
                      <a:pt x="47" y="7"/>
                      <a:pt x="46" y="7"/>
                      <a:pt x="46" y="7"/>
                    </a:cubicBezTo>
                    <a:cubicBezTo>
                      <a:pt x="52" y="8"/>
                      <a:pt x="57" y="9"/>
                      <a:pt x="63" y="10"/>
                    </a:cubicBezTo>
                    <a:cubicBezTo>
                      <a:pt x="74" y="13"/>
                      <a:pt x="84" y="15"/>
                      <a:pt x="95" y="16"/>
                    </a:cubicBezTo>
                    <a:cubicBezTo>
                      <a:pt x="104" y="18"/>
                      <a:pt x="114" y="19"/>
                      <a:pt x="124" y="20"/>
                    </a:cubicBezTo>
                    <a:cubicBezTo>
                      <a:pt x="133" y="21"/>
                      <a:pt x="142" y="21"/>
                      <a:pt x="151" y="21"/>
                    </a:cubicBezTo>
                    <a:cubicBezTo>
                      <a:pt x="161" y="22"/>
                      <a:pt x="169" y="22"/>
                      <a:pt x="178" y="22"/>
                    </a:cubicBezTo>
                    <a:cubicBezTo>
                      <a:pt x="185" y="22"/>
                      <a:pt x="193" y="23"/>
                      <a:pt x="195" y="30"/>
                    </a:cubicBezTo>
                    <a:cubicBezTo>
                      <a:pt x="197" y="34"/>
                      <a:pt x="196" y="39"/>
                      <a:pt x="193" y="43"/>
                    </a:cubicBezTo>
                    <a:cubicBezTo>
                      <a:pt x="190" y="46"/>
                      <a:pt x="186" y="48"/>
                      <a:pt x="181" y="49"/>
                    </a:cubicBezTo>
                    <a:cubicBezTo>
                      <a:pt x="172" y="52"/>
                      <a:pt x="162" y="55"/>
                      <a:pt x="153" y="58"/>
                    </a:cubicBezTo>
                    <a:cubicBezTo>
                      <a:pt x="152" y="58"/>
                      <a:pt x="152" y="58"/>
                      <a:pt x="152" y="58"/>
                    </a:cubicBezTo>
                    <a:lnTo>
                      <a:pt x="153" y="58"/>
                    </a:lnTo>
                    <a:cubicBezTo>
                      <a:pt x="152" y="58"/>
                      <a:pt x="151" y="58"/>
                      <a:pt x="151" y="59"/>
                    </a:cubicBezTo>
                    <a:lnTo>
                      <a:pt x="150" y="59"/>
                    </a:lnTo>
                    <a:lnTo>
                      <a:pt x="149" y="59"/>
                    </a:lnTo>
                    <a:lnTo>
                      <a:pt x="148" y="59"/>
                    </a:lnTo>
                    <a:lnTo>
                      <a:pt x="147" y="60"/>
                    </a:lnTo>
                    <a:lnTo>
                      <a:pt x="147" y="59"/>
                    </a:lnTo>
                    <a:cubicBezTo>
                      <a:pt x="147" y="60"/>
                      <a:pt x="147" y="60"/>
                      <a:pt x="146" y="60"/>
                    </a:cubicBezTo>
                    <a:cubicBezTo>
                      <a:pt x="145" y="61"/>
                      <a:pt x="143" y="61"/>
                      <a:pt x="142" y="62"/>
                    </a:cubicBezTo>
                    <a:cubicBezTo>
                      <a:pt x="142" y="61"/>
                      <a:pt x="142" y="61"/>
                      <a:pt x="142" y="61"/>
                    </a:cubicBezTo>
                    <a:lnTo>
                      <a:pt x="142" y="62"/>
                    </a:lnTo>
                    <a:cubicBezTo>
                      <a:pt x="141" y="62"/>
                      <a:pt x="141" y="62"/>
                      <a:pt x="141" y="62"/>
                    </a:cubicBezTo>
                    <a:lnTo>
                      <a:pt x="140" y="62"/>
                    </a:lnTo>
                    <a:cubicBezTo>
                      <a:pt x="135" y="64"/>
                      <a:pt x="131" y="65"/>
                      <a:pt x="126" y="66"/>
                    </a:cubicBezTo>
                    <a:cubicBezTo>
                      <a:pt x="127" y="66"/>
                      <a:pt x="127" y="66"/>
                      <a:pt x="127" y="66"/>
                    </a:cubicBezTo>
                    <a:cubicBezTo>
                      <a:pt x="117" y="69"/>
                      <a:pt x="107" y="72"/>
                      <a:pt x="98" y="76"/>
                    </a:cubicBezTo>
                    <a:cubicBezTo>
                      <a:pt x="94" y="77"/>
                      <a:pt x="89" y="79"/>
                      <a:pt x="85" y="80"/>
                    </a:cubicBezTo>
                    <a:cubicBezTo>
                      <a:pt x="80" y="82"/>
                      <a:pt x="76" y="84"/>
                      <a:pt x="71" y="86"/>
                    </a:cubicBezTo>
                    <a:cubicBezTo>
                      <a:pt x="64" y="90"/>
                      <a:pt x="57" y="93"/>
                      <a:pt x="50" y="97"/>
                    </a:cubicBezTo>
                    <a:cubicBezTo>
                      <a:pt x="47" y="99"/>
                      <a:pt x="44" y="101"/>
                      <a:pt x="41" y="104"/>
                    </a:cubicBezTo>
                    <a:cubicBezTo>
                      <a:pt x="39" y="105"/>
                      <a:pt x="38" y="107"/>
                      <a:pt x="36" y="109"/>
                    </a:cubicBezTo>
                    <a:cubicBezTo>
                      <a:pt x="34" y="111"/>
                      <a:pt x="31" y="112"/>
                      <a:pt x="29" y="112"/>
                    </a:cubicBezTo>
                    <a:cubicBezTo>
                      <a:pt x="26" y="112"/>
                      <a:pt x="23" y="111"/>
                      <a:pt x="21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9" name="Google Shape;3539;p40"/>
              <p:cNvSpPr/>
              <p:nvPr/>
            </p:nvSpPr>
            <p:spPr>
              <a:xfrm>
                <a:off x="193680" y="4141800"/>
                <a:ext cx="56520" cy="121320"/>
              </a:xfrm>
              <a:custGeom>
                <a:avLst/>
                <a:gdLst/>
                <a:ahLst/>
                <a:cxnLst/>
                <a:rect l="l" t="t" r="r" b="b"/>
                <a:pathLst>
                  <a:path w="157" h="337" extrusionOk="0">
                    <a:moveTo>
                      <a:pt x="25" y="335"/>
                    </a:moveTo>
                    <a:cubicBezTo>
                      <a:pt x="22" y="335"/>
                      <a:pt x="20" y="334"/>
                      <a:pt x="17" y="333"/>
                    </a:cubicBezTo>
                    <a:cubicBezTo>
                      <a:pt x="15" y="332"/>
                      <a:pt x="13" y="330"/>
                      <a:pt x="11" y="328"/>
                    </a:cubicBezTo>
                    <a:cubicBezTo>
                      <a:pt x="7" y="324"/>
                      <a:pt x="4" y="319"/>
                      <a:pt x="3" y="313"/>
                    </a:cubicBezTo>
                    <a:cubicBezTo>
                      <a:pt x="1" y="307"/>
                      <a:pt x="0" y="301"/>
                      <a:pt x="0" y="294"/>
                    </a:cubicBezTo>
                    <a:cubicBezTo>
                      <a:pt x="0" y="288"/>
                      <a:pt x="3" y="283"/>
                      <a:pt x="9" y="282"/>
                    </a:cubicBezTo>
                    <a:cubicBezTo>
                      <a:pt x="14" y="282"/>
                      <a:pt x="20" y="286"/>
                      <a:pt x="21" y="292"/>
                    </a:cubicBezTo>
                    <a:cubicBezTo>
                      <a:pt x="21" y="295"/>
                      <a:pt x="21" y="297"/>
                      <a:pt x="21" y="300"/>
                    </a:cubicBezTo>
                    <a:cubicBezTo>
                      <a:pt x="22" y="302"/>
                      <a:pt x="22" y="303"/>
                      <a:pt x="23" y="305"/>
                    </a:cubicBezTo>
                    <a:cubicBezTo>
                      <a:pt x="23" y="307"/>
                      <a:pt x="24" y="308"/>
                      <a:pt x="24" y="309"/>
                    </a:cubicBezTo>
                    <a:cubicBezTo>
                      <a:pt x="25" y="310"/>
                      <a:pt x="25" y="311"/>
                      <a:pt x="26" y="312"/>
                    </a:cubicBezTo>
                    <a:cubicBezTo>
                      <a:pt x="26" y="313"/>
                      <a:pt x="27" y="313"/>
                      <a:pt x="27" y="313"/>
                    </a:cubicBezTo>
                    <a:cubicBezTo>
                      <a:pt x="28" y="314"/>
                      <a:pt x="28" y="314"/>
                      <a:pt x="29" y="314"/>
                    </a:cubicBezTo>
                    <a:lnTo>
                      <a:pt x="30" y="314"/>
                    </a:lnTo>
                    <a:cubicBezTo>
                      <a:pt x="31" y="315"/>
                      <a:pt x="31" y="315"/>
                      <a:pt x="31" y="315"/>
                    </a:cubicBezTo>
                    <a:lnTo>
                      <a:pt x="32" y="315"/>
                    </a:lnTo>
                    <a:cubicBezTo>
                      <a:pt x="32" y="314"/>
                      <a:pt x="32" y="314"/>
                      <a:pt x="32" y="314"/>
                    </a:cubicBezTo>
                    <a:lnTo>
                      <a:pt x="32" y="313"/>
                    </a:lnTo>
                    <a:cubicBezTo>
                      <a:pt x="33" y="313"/>
                      <a:pt x="34" y="312"/>
                      <a:pt x="34" y="312"/>
                    </a:cubicBezTo>
                    <a:cubicBezTo>
                      <a:pt x="36" y="309"/>
                      <a:pt x="38" y="306"/>
                      <a:pt x="39" y="303"/>
                    </a:cubicBezTo>
                    <a:cubicBezTo>
                      <a:pt x="41" y="298"/>
                      <a:pt x="43" y="294"/>
                      <a:pt x="45" y="289"/>
                    </a:cubicBezTo>
                    <a:cubicBezTo>
                      <a:pt x="47" y="284"/>
                      <a:pt x="49" y="278"/>
                      <a:pt x="50" y="273"/>
                    </a:cubicBezTo>
                    <a:cubicBezTo>
                      <a:pt x="50" y="274"/>
                      <a:pt x="49" y="274"/>
                      <a:pt x="49" y="274"/>
                    </a:cubicBezTo>
                    <a:cubicBezTo>
                      <a:pt x="54" y="252"/>
                      <a:pt x="58" y="229"/>
                      <a:pt x="61" y="207"/>
                    </a:cubicBezTo>
                    <a:cubicBezTo>
                      <a:pt x="65" y="183"/>
                      <a:pt x="68" y="161"/>
                      <a:pt x="73" y="137"/>
                    </a:cubicBezTo>
                    <a:cubicBezTo>
                      <a:pt x="74" y="127"/>
                      <a:pt x="76" y="116"/>
                      <a:pt x="78" y="106"/>
                    </a:cubicBezTo>
                    <a:cubicBezTo>
                      <a:pt x="80" y="101"/>
                      <a:pt x="81" y="95"/>
                      <a:pt x="82" y="90"/>
                    </a:cubicBezTo>
                    <a:cubicBezTo>
                      <a:pt x="83" y="84"/>
                      <a:pt x="84" y="79"/>
                      <a:pt x="86" y="73"/>
                    </a:cubicBezTo>
                    <a:cubicBezTo>
                      <a:pt x="89" y="64"/>
                      <a:pt x="92" y="55"/>
                      <a:pt x="96" y="46"/>
                    </a:cubicBezTo>
                    <a:cubicBezTo>
                      <a:pt x="100" y="39"/>
                      <a:pt x="103" y="33"/>
                      <a:pt x="108" y="26"/>
                    </a:cubicBezTo>
                    <a:cubicBezTo>
                      <a:pt x="111" y="20"/>
                      <a:pt x="115" y="14"/>
                      <a:pt x="120" y="9"/>
                    </a:cubicBezTo>
                    <a:cubicBezTo>
                      <a:pt x="122" y="7"/>
                      <a:pt x="125" y="5"/>
                      <a:pt x="127" y="4"/>
                    </a:cubicBezTo>
                    <a:cubicBezTo>
                      <a:pt x="130" y="2"/>
                      <a:pt x="133" y="1"/>
                      <a:pt x="135" y="1"/>
                    </a:cubicBezTo>
                    <a:cubicBezTo>
                      <a:pt x="141" y="0"/>
                      <a:pt x="148" y="2"/>
                      <a:pt x="152" y="7"/>
                    </a:cubicBezTo>
                    <a:cubicBezTo>
                      <a:pt x="155" y="11"/>
                      <a:pt x="156" y="17"/>
                      <a:pt x="156" y="23"/>
                    </a:cubicBezTo>
                    <a:cubicBezTo>
                      <a:pt x="156" y="30"/>
                      <a:pt x="156" y="37"/>
                      <a:pt x="154" y="44"/>
                    </a:cubicBezTo>
                    <a:cubicBezTo>
                      <a:pt x="152" y="49"/>
                      <a:pt x="151" y="53"/>
                      <a:pt x="150" y="59"/>
                    </a:cubicBezTo>
                    <a:cubicBezTo>
                      <a:pt x="149" y="62"/>
                      <a:pt x="148" y="66"/>
                      <a:pt x="147" y="70"/>
                    </a:cubicBezTo>
                    <a:cubicBezTo>
                      <a:pt x="146" y="72"/>
                      <a:pt x="145" y="73"/>
                      <a:pt x="144" y="75"/>
                    </a:cubicBezTo>
                    <a:cubicBezTo>
                      <a:pt x="144" y="76"/>
                      <a:pt x="144" y="77"/>
                      <a:pt x="142" y="79"/>
                    </a:cubicBezTo>
                    <a:cubicBezTo>
                      <a:pt x="141" y="81"/>
                      <a:pt x="139" y="83"/>
                      <a:pt x="136" y="85"/>
                    </a:cubicBezTo>
                    <a:cubicBezTo>
                      <a:pt x="129" y="87"/>
                      <a:pt x="120" y="82"/>
                      <a:pt x="121" y="74"/>
                    </a:cubicBezTo>
                    <a:cubicBezTo>
                      <a:pt x="121" y="66"/>
                      <a:pt x="123" y="58"/>
                      <a:pt x="124" y="50"/>
                    </a:cubicBezTo>
                    <a:cubicBezTo>
                      <a:pt x="125" y="45"/>
                      <a:pt x="126" y="40"/>
                      <a:pt x="127" y="35"/>
                    </a:cubicBezTo>
                    <a:cubicBezTo>
                      <a:pt x="123" y="40"/>
                      <a:pt x="120" y="46"/>
                      <a:pt x="117" y="51"/>
                    </a:cubicBezTo>
                    <a:cubicBezTo>
                      <a:pt x="114" y="57"/>
                      <a:pt x="111" y="63"/>
                      <a:pt x="109" y="69"/>
                    </a:cubicBezTo>
                    <a:cubicBezTo>
                      <a:pt x="107" y="73"/>
                      <a:pt x="105" y="78"/>
                      <a:pt x="104" y="83"/>
                    </a:cubicBezTo>
                    <a:cubicBezTo>
                      <a:pt x="102" y="88"/>
                      <a:pt x="101" y="94"/>
                      <a:pt x="99" y="100"/>
                    </a:cubicBezTo>
                    <a:cubicBezTo>
                      <a:pt x="98" y="105"/>
                      <a:pt x="97" y="111"/>
                      <a:pt x="96" y="117"/>
                    </a:cubicBezTo>
                    <a:cubicBezTo>
                      <a:pt x="95" y="122"/>
                      <a:pt x="94" y="127"/>
                      <a:pt x="92" y="133"/>
                    </a:cubicBezTo>
                    <a:cubicBezTo>
                      <a:pt x="91" y="143"/>
                      <a:pt x="89" y="153"/>
                      <a:pt x="87" y="163"/>
                    </a:cubicBezTo>
                    <a:cubicBezTo>
                      <a:pt x="84" y="186"/>
                      <a:pt x="80" y="210"/>
                      <a:pt x="76" y="234"/>
                    </a:cubicBezTo>
                    <a:cubicBezTo>
                      <a:pt x="75" y="242"/>
                      <a:pt x="74" y="250"/>
                      <a:pt x="72" y="258"/>
                    </a:cubicBezTo>
                    <a:cubicBezTo>
                      <a:pt x="71" y="263"/>
                      <a:pt x="70" y="268"/>
                      <a:pt x="69" y="274"/>
                    </a:cubicBezTo>
                    <a:cubicBezTo>
                      <a:pt x="67" y="283"/>
                      <a:pt x="64" y="293"/>
                      <a:pt x="61" y="302"/>
                    </a:cubicBezTo>
                    <a:cubicBezTo>
                      <a:pt x="60" y="306"/>
                      <a:pt x="58" y="310"/>
                      <a:pt x="56" y="315"/>
                    </a:cubicBezTo>
                    <a:cubicBezTo>
                      <a:pt x="53" y="323"/>
                      <a:pt x="48" y="331"/>
                      <a:pt x="40" y="334"/>
                    </a:cubicBezTo>
                    <a:cubicBezTo>
                      <a:pt x="37" y="335"/>
                      <a:pt x="34" y="336"/>
                      <a:pt x="31" y="336"/>
                    </a:cubicBezTo>
                    <a:cubicBezTo>
                      <a:pt x="29" y="336"/>
                      <a:pt x="27" y="336"/>
                      <a:pt x="25" y="3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0" name="Google Shape;3540;p40"/>
              <p:cNvSpPr/>
              <p:nvPr/>
            </p:nvSpPr>
            <p:spPr>
              <a:xfrm>
                <a:off x="196920" y="4198680"/>
                <a:ext cx="4140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35" extrusionOk="0">
                    <a:moveTo>
                      <a:pt x="23" y="33"/>
                    </a:moveTo>
                    <a:cubicBezTo>
                      <a:pt x="19" y="32"/>
                      <a:pt x="16" y="32"/>
                      <a:pt x="13" y="31"/>
                    </a:cubicBezTo>
                    <a:cubicBezTo>
                      <a:pt x="10" y="30"/>
                      <a:pt x="7" y="28"/>
                      <a:pt x="5" y="26"/>
                    </a:cubicBezTo>
                    <a:cubicBezTo>
                      <a:pt x="2" y="25"/>
                      <a:pt x="1" y="22"/>
                      <a:pt x="1" y="19"/>
                    </a:cubicBezTo>
                    <a:cubicBezTo>
                      <a:pt x="0" y="15"/>
                      <a:pt x="2" y="12"/>
                      <a:pt x="4" y="10"/>
                    </a:cubicBezTo>
                    <a:cubicBezTo>
                      <a:pt x="5" y="8"/>
                      <a:pt x="6" y="8"/>
                      <a:pt x="8" y="7"/>
                    </a:cubicBezTo>
                    <a:cubicBezTo>
                      <a:pt x="9" y="6"/>
                      <a:pt x="10" y="5"/>
                      <a:pt x="12" y="5"/>
                    </a:cubicBezTo>
                    <a:cubicBezTo>
                      <a:pt x="15" y="4"/>
                      <a:pt x="17" y="3"/>
                      <a:pt x="20" y="2"/>
                    </a:cubicBezTo>
                    <a:cubicBezTo>
                      <a:pt x="26" y="0"/>
                      <a:pt x="32" y="3"/>
                      <a:pt x="34" y="8"/>
                    </a:cubicBezTo>
                    <a:cubicBezTo>
                      <a:pt x="34" y="10"/>
                      <a:pt x="35" y="11"/>
                      <a:pt x="35" y="12"/>
                    </a:cubicBezTo>
                    <a:cubicBezTo>
                      <a:pt x="41" y="12"/>
                      <a:pt x="48" y="12"/>
                      <a:pt x="55" y="12"/>
                    </a:cubicBezTo>
                    <a:cubicBezTo>
                      <a:pt x="62" y="11"/>
                      <a:pt x="68" y="11"/>
                      <a:pt x="75" y="11"/>
                    </a:cubicBezTo>
                    <a:cubicBezTo>
                      <a:pt x="84" y="10"/>
                      <a:pt x="93" y="9"/>
                      <a:pt x="102" y="8"/>
                    </a:cubicBezTo>
                    <a:cubicBezTo>
                      <a:pt x="108" y="7"/>
                      <a:pt x="112" y="11"/>
                      <a:pt x="113" y="17"/>
                    </a:cubicBezTo>
                    <a:cubicBezTo>
                      <a:pt x="114" y="22"/>
                      <a:pt x="110" y="27"/>
                      <a:pt x="104" y="28"/>
                    </a:cubicBezTo>
                    <a:cubicBezTo>
                      <a:pt x="93" y="29"/>
                      <a:pt x="82" y="31"/>
                      <a:pt x="71" y="32"/>
                    </a:cubicBezTo>
                    <a:cubicBezTo>
                      <a:pt x="62" y="33"/>
                      <a:pt x="54" y="33"/>
                      <a:pt x="46" y="34"/>
                    </a:cubicBezTo>
                    <a:cubicBezTo>
                      <a:pt x="44" y="34"/>
                      <a:pt x="42" y="34"/>
                      <a:pt x="40" y="34"/>
                    </a:cubicBezTo>
                    <a:cubicBezTo>
                      <a:pt x="34" y="34"/>
                      <a:pt x="29" y="33"/>
                      <a:pt x="23" y="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1" name="Google Shape;3541;p40"/>
              <p:cNvSpPr/>
              <p:nvPr/>
            </p:nvSpPr>
            <p:spPr>
              <a:xfrm>
                <a:off x="276840" y="4147560"/>
                <a:ext cx="27720" cy="111240"/>
              </a:xfrm>
              <a:custGeom>
                <a:avLst/>
                <a:gdLst/>
                <a:ahLst/>
                <a:cxnLst/>
                <a:rect l="l" t="t" r="r" b="b"/>
                <a:pathLst>
                  <a:path w="77" h="309" extrusionOk="0">
                    <a:moveTo>
                      <a:pt x="16" y="301"/>
                    </a:moveTo>
                    <a:cubicBezTo>
                      <a:pt x="13" y="290"/>
                      <a:pt x="9" y="278"/>
                      <a:pt x="6" y="266"/>
                    </a:cubicBezTo>
                    <a:cubicBezTo>
                      <a:pt x="4" y="257"/>
                      <a:pt x="2" y="247"/>
                      <a:pt x="2" y="237"/>
                    </a:cubicBezTo>
                    <a:cubicBezTo>
                      <a:pt x="1" y="232"/>
                      <a:pt x="1" y="225"/>
                      <a:pt x="1" y="219"/>
                    </a:cubicBezTo>
                    <a:cubicBezTo>
                      <a:pt x="0" y="210"/>
                      <a:pt x="0" y="201"/>
                      <a:pt x="0" y="191"/>
                    </a:cubicBezTo>
                    <a:cubicBezTo>
                      <a:pt x="0" y="183"/>
                      <a:pt x="1" y="174"/>
                      <a:pt x="1" y="165"/>
                    </a:cubicBezTo>
                    <a:cubicBezTo>
                      <a:pt x="2" y="159"/>
                      <a:pt x="2" y="153"/>
                      <a:pt x="3" y="147"/>
                    </a:cubicBezTo>
                    <a:cubicBezTo>
                      <a:pt x="4" y="141"/>
                      <a:pt x="5" y="135"/>
                      <a:pt x="6" y="130"/>
                    </a:cubicBezTo>
                    <a:cubicBezTo>
                      <a:pt x="8" y="122"/>
                      <a:pt x="9" y="114"/>
                      <a:pt x="11" y="106"/>
                    </a:cubicBezTo>
                    <a:cubicBezTo>
                      <a:pt x="15" y="90"/>
                      <a:pt x="20" y="74"/>
                      <a:pt x="27" y="59"/>
                    </a:cubicBezTo>
                    <a:cubicBezTo>
                      <a:pt x="32" y="47"/>
                      <a:pt x="38" y="36"/>
                      <a:pt x="44" y="24"/>
                    </a:cubicBezTo>
                    <a:cubicBezTo>
                      <a:pt x="48" y="18"/>
                      <a:pt x="51" y="12"/>
                      <a:pt x="55" y="6"/>
                    </a:cubicBezTo>
                    <a:cubicBezTo>
                      <a:pt x="57" y="3"/>
                      <a:pt x="61" y="0"/>
                      <a:pt x="66" y="1"/>
                    </a:cubicBezTo>
                    <a:cubicBezTo>
                      <a:pt x="72" y="2"/>
                      <a:pt x="76" y="8"/>
                      <a:pt x="75" y="14"/>
                    </a:cubicBezTo>
                    <a:cubicBezTo>
                      <a:pt x="75" y="17"/>
                      <a:pt x="72" y="20"/>
                      <a:pt x="70" y="23"/>
                    </a:cubicBezTo>
                    <a:cubicBezTo>
                      <a:pt x="68" y="26"/>
                      <a:pt x="66" y="30"/>
                      <a:pt x="64" y="33"/>
                    </a:cubicBezTo>
                    <a:cubicBezTo>
                      <a:pt x="60" y="40"/>
                      <a:pt x="56" y="47"/>
                      <a:pt x="52" y="54"/>
                    </a:cubicBezTo>
                    <a:cubicBezTo>
                      <a:pt x="47" y="64"/>
                      <a:pt x="43" y="74"/>
                      <a:pt x="38" y="84"/>
                    </a:cubicBezTo>
                    <a:cubicBezTo>
                      <a:pt x="39" y="84"/>
                      <a:pt x="39" y="83"/>
                      <a:pt x="39" y="82"/>
                    </a:cubicBezTo>
                    <a:cubicBezTo>
                      <a:pt x="36" y="93"/>
                      <a:pt x="32" y="104"/>
                      <a:pt x="30" y="114"/>
                    </a:cubicBezTo>
                    <a:cubicBezTo>
                      <a:pt x="28" y="121"/>
                      <a:pt x="27" y="127"/>
                      <a:pt x="25" y="133"/>
                    </a:cubicBezTo>
                    <a:cubicBezTo>
                      <a:pt x="23" y="144"/>
                      <a:pt x="22" y="156"/>
                      <a:pt x="20" y="167"/>
                    </a:cubicBezTo>
                    <a:cubicBezTo>
                      <a:pt x="20" y="166"/>
                      <a:pt x="20" y="166"/>
                      <a:pt x="20" y="166"/>
                    </a:cubicBezTo>
                    <a:cubicBezTo>
                      <a:pt x="19" y="176"/>
                      <a:pt x="19" y="185"/>
                      <a:pt x="19" y="195"/>
                    </a:cubicBezTo>
                    <a:cubicBezTo>
                      <a:pt x="19" y="202"/>
                      <a:pt x="19" y="209"/>
                      <a:pt x="19" y="215"/>
                    </a:cubicBezTo>
                    <a:cubicBezTo>
                      <a:pt x="20" y="227"/>
                      <a:pt x="20" y="240"/>
                      <a:pt x="23" y="253"/>
                    </a:cubicBezTo>
                    <a:cubicBezTo>
                      <a:pt x="23" y="252"/>
                      <a:pt x="23" y="252"/>
                      <a:pt x="23" y="252"/>
                    </a:cubicBezTo>
                    <a:lnTo>
                      <a:pt x="23" y="253"/>
                    </a:lnTo>
                    <a:lnTo>
                      <a:pt x="23" y="254"/>
                    </a:lnTo>
                    <a:cubicBezTo>
                      <a:pt x="23" y="253"/>
                      <a:pt x="23" y="253"/>
                      <a:pt x="23" y="253"/>
                    </a:cubicBezTo>
                    <a:cubicBezTo>
                      <a:pt x="25" y="262"/>
                      <a:pt x="27" y="272"/>
                      <a:pt x="30" y="281"/>
                    </a:cubicBezTo>
                    <a:cubicBezTo>
                      <a:pt x="32" y="286"/>
                      <a:pt x="33" y="290"/>
                      <a:pt x="35" y="294"/>
                    </a:cubicBezTo>
                    <a:cubicBezTo>
                      <a:pt x="37" y="299"/>
                      <a:pt x="34" y="305"/>
                      <a:pt x="29" y="307"/>
                    </a:cubicBezTo>
                    <a:cubicBezTo>
                      <a:pt x="28" y="307"/>
                      <a:pt x="27" y="308"/>
                      <a:pt x="26" y="308"/>
                    </a:cubicBezTo>
                    <a:cubicBezTo>
                      <a:pt x="22" y="308"/>
                      <a:pt x="18" y="306"/>
                      <a:pt x="16" y="30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2" name="Google Shape;3542;p40"/>
              <p:cNvSpPr/>
              <p:nvPr/>
            </p:nvSpPr>
            <p:spPr>
              <a:xfrm>
                <a:off x="318960" y="4198680"/>
                <a:ext cx="37440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104" h="40" extrusionOk="0">
                    <a:moveTo>
                      <a:pt x="40" y="39"/>
                    </a:moveTo>
                    <a:cubicBezTo>
                      <a:pt x="31" y="38"/>
                      <a:pt x="22" y="36"/>
                      <a:pt x="13" y="34"/>
                    </a:cubicBezTo>
                    <a:cubicBezTo>
                      <a:pt x="10" y="33"/>
                      <a:pt x="7" y="32"/>
                      <a:pt x="4" y="30"/>
                    </a:cubicBezTo>
                    <a:cubicBezTo>
                      <a:pt x="2" y="27"/>
                      <a:pt x="0" y="24"/>
                      <a:pt x="0" y="20"/>
                    </a:cubicBezTo>
                    <a:cubicBezTo>
                      <a:pt x="0" y="14"/>
                      <a:pt x="5" y="10"/>
                      <a:pt x="11" y="7"/>
                    </a:cubicBezTo>
                    <a:cubicBezTo>
                      <a:pt x="14" y="6"/>
                      <a:pt x="18" y="4"/>
                      <a:pt x="21" y="3"/>
                    </a:cubicBezTo>
                    <a:cubicBezTo>
                      <a:pt x="26" y="0"/>
                      <a:pt x="33" y="3"/>
                      <a:pt x="35" y="9"/>
                    </a:cubicBezTo>
                    <a:cubicBezTo>
                      <a:pt x="36" y="11"/>
                      <a:pt x="36" y="14"/>
                      <a:pt x="35" y="17"/>
                    </a:cubicBezTo>
                    <a:cubicBezTo>
                      <a:pt x="38" y="17"/>
                      <a:pt x="41" y="18"/>
                      <a:pt x="44" y="18"/>
                    </a:cubicBezTo>
                    <a:cubicBezTo>
                      <a:pt x="60" y="19"/>
                      <a:pt x="76" y="19"/>
                      <a:pt x="93" y="18"/>
                    </a:cubicBezTo>
                    <a:cubicBezTo>
                      <a:pt x="98" y="18"/>
                      <a:pt x="102" y="23"/>
                      <a:pt x="103" y="27"/>
                    </a:cubicBezTo>
                    <a:cubicBezTo>
                      <a:pt x="103" y="32"/>
                      <a:pt x="99" y="38"/>
                      <a:pt x="94" y="39"/>
                    </a:cubicBezTo>
                    <a:cubicBezTo>
                      <a:pt x="83" y="39"/>
                      <a:pt x="74" y="39"/>
                      <a:pt x="64" y="39"/>
                    </a:cubicBezTo>
                    <a:cubicBezTo>
                      <a:pt x="56" y="39"/>
                      <a:pt x="48" y="39"/>
                      <a:pt x="40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3" name="Google Shape;3543;p40"/>
              <p:cNvSpPr/>
              <p:nvPr/>
            </p:nvSpPr>
            <p:spPr>
              <a:xfrm>
                <a:off x="366480" y="4179240"/>
                <a:ext cx="44640" cy="5976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166" extrusionOk="0">
                    <a:moveTo>
                      <a:pt x="25" y="88"/>
                    </a:moveTo>
                    <a:cubicBezTo>
                      <a:pt x="27" y="86"/>
                      <a:pt x="29" y="85"/>
                      <a:pt x="31" y="84"/>
                    </a:cubicBezTo>
                    <a:cubicBezTo>
                      <a:pt x="34" y="81"/>
                      <a:pt x="35" y="79"/>
                      <a:pt x="38" y="77"/>
                    </a:cubicBezTo>
                    <a:cubicBezTo>
                      <a:pt x="45" y="70"/>
                      <a:pt x="51" y="62"/>
                      <a:pt x="57" y="53"/>
                    </a:cubicBezTo>
                    <a:cubicBezTo>
                      <a:pt x="59" y="51"/>
                      <a:pt x="60" y="49"/>
                      <a:pt x="62" y="46"/>
                    </a:cubicBezTo>
                    <a:cubicBezTo>
                      <a:pt x="63" y="44"/>
                      <a:pt x="64" y="42"/>
                      <a:pt x="65" y="40"/>
                    </a:cubicBezTo>
                    <a:cubicBezTo>
                      <a:pt x="67" y="38"/>
                      <a:pt x="70" y="37"/>
                      <a:pt x="72" y="35"/>
                    </a:cubicBezTo>
                    <a:cubicBezTo>
                      <a:pt x="78" y="32"/>
                      <a:pt x="86" y="37"/>
                      <a:pt x="87" y="44"/>
                    </a:cubicBezTo>
                    <a:cubicBezTo>
                      <a:pt x="87" y="46"/>
                      <a:pt x="87" y="49"/>
                      <a:pt x="87" y="51"/>
                    </a:cubicBezTo>
                    <a:lnTo>
                      <a:pt x="87" y="50"/>
                    </a:lnTo>
                    <a:cubicBezTo>
                      <a:pt x="88" y="46"/>
                      <a:pt x="90" y="42"/>
                      <a:pt x="91" y="37"/>
                    </a:cubicBezTo>
                    <a:cubicBezTo>
                      <a:pt x="91" y="34"/>
                      <a:pt x="92" y="30"/>
                      <a:pt x="92" y="27"/>
                    </a:cubicBezTo>
                    <a:lnTo>
                      <a:pt x="92" y="26"/>
                    </a:lnTo>
                    <a:lnTo>
                      <a:pt x="92" y="25"/>
                    </a:lnTo>
                    <a:lnTo>
                      <a:pt x="91" y="25"/>
                    </a:lnTo>
                    <a:lnTo>
                      <a:pt x="90" y="25"/>
                    </a:lnTo>
                    <a:cubicBezTo>
                      <a:pt x="91" y="25"/>
                      <a:pt x="91" y="25"/>
                      <a:pt x="91" y="25"/>
                    </a:cubicBezTo>
                    <a:cubicBezTo>
                      <a:pt x="90" y="25"/>
                      <a:pt x="90" y="24"/>
                      <a:pt x="90" y="24"/>
                    </a:cubicBezTo>
                    <a:lnTo>
                      <a:pt x="89" y="24"/>
                    </a:lnTo>
                    <a:cubicBezTo>
                      <a:pt x="88" y="24"/>
                      <a:pt x="87" y="24"/>
                      <a:pt x="87" y="25"/>
                    </a:cubicBezTo>
                    <a:cubicBezTo>
                      <a:pt x="87" y="25"/>
                      <a:pt x="87" y="24"/>
                      <a:pt x="88" y="24"/>
                    </a:cubicBezTo>
                    <a:cubicBezTo>
                      <a:pt x="87" y="25"/>
                      <a:pt x="86" y="25"/>
                      <a:pt x="85" y="25"/>
                    </a:cubicBezTo>
                    <a:cubicBezTo>
                      <a:pt x="83" y="26"/>
                      <a:pt x="81" y="26"/>
                      <a:pt x="79" y="27"/>
                    </a:cubicBezTo>
                    <a:cubicBezTo>
                      <a:pt x="77" y="29"/>
                      <a:pt x="74" y="30"/>
                      <a:pt x="72" y="32"/>
                    </a:cubicBezTo>
                    <a:cubicBezTo>
                      <a:pt x="67" y="35"/>
                      <a:pt x="62" y="38"/>
                      <a:pt x="58" y="42"/>
                    </a:cubicBezTo>
                    <a:cubicBezTo>
                      <a:pt x="53" y="46"/>
                      <a:pt x="49" y="50"/>
                      <a:pt x="45" y="54"/>
                    </a:cubicBezTo>
                    <a:cubicBezTo>
                      <a:pt x="44" y="56"/>
                      <a:pt x="42" y="58"/>
                      <a:pt x="40" y="60"/>
                    </a:cubicBezTo>
                    <a:cubicBezTo>
                      <a:pt x="37" y="65"/>
                      <a:pt x="33" y="71"/>
                      <a:pt x="30" y="77"/>
                    </a:cubicBezTo>
                    <a:cubicBezTo>
                      <a:pt x="28" y="81"/>
                      <a:pt x="27" y="84"/>
                      <a:pt x="25" y="88"/>
                    </a:cubicBezTo>
                    <a:moveTo>
                      <a:pt x="91" y="165"/>
                    </a:moveTo>
                    <a:cubicBezTo>
                      <a:pt x="88" y="164"/>
                      <a:pt x="85" y="164"/>
                      <a:pt x="82" y="162"/>
                    </a:cubicBezTo>
                    <a:cubicBezTo>
                      <a:pt x="78" y="159"/>
                      <a:pt x="77" y="156"/>
                      <a:pt x="75" y="152"/>
                    </a:cubicBezTo>
                    <a:cubicBezTo>
                      <a:pt x="73" y="148"/>
                      <a:pt x="72" y="142"/>
                      <a:pt x="70" y="137"/>
                    </a:cubicBezTo>
                    <a:cubicBezTo>
                      <a:pt x="69" y="134"/>
                      <a:pt x="69" y="131"/>
                      <a:pt x="68" y="127"/>
                    </a:cubicBezTo>
                    <a:cubicBezTo>
                      <a:pt x="68" y="128"/>
                      <a:pt x="68" y="128"/>
                      <a:pt x="68" y="128"/>
                    </a:cubicBezTo>
                    <a:cubicBezTo>
                      <a:pt x="67" y="125"/>
                      <a:pt x="67" y="122"/>
                      <a:pt x="66" y="118"/>
                    </a:cubicBezTo>
                    <a:cubicBezTo>
                      <a:pt x="65" y="109"/>
                      <a:pt x="64" y="100"/>
                      <a:pt x="64" y="90"/>
                    </a:cubicBezTo>
                    <a:cubicBezTo>
                      <a:pt x="63" y="86"/>
                      <a:pt x="64" y="82"/>
                      <a:pt x="64" y="78"/>
                    </a:cubicBezTo>
                    <a:cubicBezTo>
                      <a:pt x="63" y="79"/>
                      <a:pt x="62" y="81"/>
                      <a:pt x="61" y="82"/>
                    </a:cubicBezTo>
                    <a:cubicBezTo>
                      <a:pt x="59" y="85"/>
                      <a:pt x="57" y="87"/>
                      <a:pt x="55" y="89"/>
                    </a:cubicBezTo>
                    <a:cubicBezTo>
                      <a:pt x="51" y="93"/>
                      <a:pt x="47" y="97"/>
                      <a:pt x="43" y="101"/>
                    </a:cubicBezTo>
                    <a:cubicBezTo>
                      <a:pt x="34" y="109"/>
                      <a:pt x="18" y="120"/>
                      <a:pt x="6" y="110"/>
                    </a:cubicBezTo>
                    <a:cubicBezTo>
                      <a:pt x="4" y="109"/>
                      <a:pt x="3" y="106"/>
                      <a:pt x="2" y="103"/>
                    </a:cubicBezTo>
                    <a:cubicBezTo>
                      <a:pt x="0" y="100"/>
                      <a:pt x="0" y="97"/>
                      <a:pt x="1" y="95"/>
                    </a:cubicBezTo>
                    <a:cubicBezTo>
                      <a:pt x="2" y="90"/>
                      <a:pt x="3" y="87"/>
                      <a:pt x="4" y="83"/>
                    </a:cubicBezTo>
                    <a:cubicBezTo>
                      <a:pt x="7" y="78"/>
                      <a:pt x="9" y="72"/>
                      <a:pt x="11" y="67"/>
                    </a:cubicBezTo>
                    <a:cubicBezTo>
                      <a:pt x="17" y="58"/>
                      <a:pt x="23" y="48"/>
                      <a:pt x="31" y="40"/>
                    </a:cubicBezTo>
                    <a:cubicBezTo>
                      <a:pt x="35" y="35"/>
                      <a:pt x="41" y="30"/>
                      <a:pt x="46" y="25"/>
                    </a:cubicBezTo>
                    <a:cubicBezTo>
                      <a:pt x="52" y="20"/>
                      <a:pt x="58" y="15"/>
                      <a:pt x="65" y="11"/>
                    </a:cubicBezTo>
                    <a:cubicBezTo>
                      <a:pt x="74" y="5"/>
                      <a:pt x="86" y="0"/>
                      <a:pt x="98" y="4"/>
                    </a:cubicBezTo>
                    <a:cubicBezTo>
                      <a:pt x="102" y="5"/>
                      <a:pt x="106" y="9"/>
                      <a:pt x="109" y="12"/>
                    </a:cubicBezTo>
                    <a:cubicBezTo>
                      <a:pt x="111" y="15"/>
                      <a:pt x="112" y="17"/>
                      <a:pt x="113" y="20"/>
                    </a:cubicBezTo>
                    <a:cubicBezTo>
                      <a:pt x="114" y="22"/>
                      <a:pt x="114" y="24"/>
                      <a:pt x="114" y="26"/>
                    </a:cubicBezTo>
                    <a:cubicBezTo>
                      <a:pt x="114" y="30"/>
                      <a:pt x="113" y="33"/>
                      <a:pt x="113" y="37"/>
                    </a:cubicBezTo>
                    <a:cubicBezTo>
                      <a:pt x="112" y="39"/>
                      <a:pt x="112" y="42"/>
                      <a:pt x="111" y="43"/>
                    </a:cubicBezTo>
                    <a:cubicBezTo>
                      <a:pt x="110" y="48"/>
                      <a:pt x="109" y="52"/>
                      <a:pt x="108" y="57"/>
                    </a:cubicBezTo>
                    <a:cubicBezTo>
                      <a:pt x="108" y="56"/>
                      <a:pt x="108" y="56"/>
                      <a:pt x="109" y="55"/>
                    </a:cubicBezTo>
                    <a:cubicBezTo>
                      <a:pt x="108" y="59"/>
                      <a:pt x="107" y="63"/>
                      <a:pt x="106" y="67"/>
                    </a:cubicBezTo>
                    <a:cubicBezTo>
                      <a:pt x="106" y="72"/>
                      <a:pt x="101" y="77"/>
                      <a:pt x="95" y="77"/>
                    </a:cubicBezTo>
                    <a:cubicBezTo>
                      <a:pt x="92" y="77"/>
                      <a:pt x="90" y="75"/>
                      <a:pt x="88" y="73"/>
                    </a:cubicBezTo>
                    <a:cubicBezTo>
                      <a:pt x="87" y="72"/>
                      <a:pt x="86" y="71"/>
                      <a:pt x="85" y="70"/>
                    </a:cubicBezTo>
                    <a:cubicBezTo>
                      <a:pt x="85" y="72"/>
                      <a:pt x="85" y="74"/>
                      <a:pt x="85" y="75"/>
                    </a:cubicBezTo>
                    <a:cubicBezTo>
                      <a:pt x="84" y="82"/>
                      <a:pt x="84" y="89"/>
                      <a:pt x="84" y="96"/>
                    </a:cubicBezTo>
                    <a:cubicBezTo>
                      <a:pt x="85" y="103"/>
                      <a:pt x="85" y="109"/>
                      <a:pt x="87" y="115"/>
                    </a:cubicBezTo>
                    <a:cubicBezTo>
                      <a:pt x="87" y="118"/>
                      <a:pt x="88" y="121"/>
                      <a:pt x="88" y="124"/>
                    </a:cubicBezTo>
                    <a:cubicBezTo>
                      <a:pt x="90" y="129"/>
                      <a:pt x="91" y="133"/>
                      <a:pt x="92" y="137"/>
                    </a:cubicBezTo>
                    <a:cubicBezTo>
                      <a:pt x="92" y="139"/>
                      <a:pt x="93" y="141"/>
                      <a:pt x="94" y="142"/>
                    </a:cubicBezTo>
                    <a:cubicBezTo>
                      <a:pt x="94" y="143"/>
                      <a:pt x="94" y="144"/>
                      <a:pt x="94" y="144"/>
                    </a:cubicBezTo>
                    <a:cubicBezTo>
                      <a:pt x="95" y="144"/>
                      <a:pt x="95" y="144"/>
                      <a:pt x="95" y="144"/>
                    </a:cubicBezTo>
                    <a:cubicBezTo>
                      <a:pt x="95" y="144"/>
                      <a:pt x="96" y="144"/>
                      <a:pt x="97" y="144"/>
                    </a:cubicBezTo>
                    <a:cubicBezTo>
                      <a:pt x="99" y="143"/>
                      <a:pt x="102" y="142"/>
                      <a:pt x="106" y="141"/>
                    </a:cubicBezTo>
                    <a:cubicBezTo>
                      <a:pt x="105" y="141"/>
                      <a:pt x="105" y="141"/>
                      <a:pt x="105" y="141"/>
                    </a:cubicBezTo>
                    <a:cubicBezTo>
                      <a:pt x="106" y="141"/>
                      <a:pt x="108" y="141"/>
                      <a:pt x="109" y="140"/>
                    </a:cubicBezTo>
                    <a:cubicBezTo>
                      <a:pt x="114" y="138"/>
                      <a:pt x="119" y="142"/>
                      <a:pt x="122" y="146"/>
                    </a:cubicBezTo>
                    <a:cubicBezTo>
                      <a:pt x="123" y="152"/>
                      <a:pt x="121" y="158"/>
                      <a:pt x="115" y="160"/>
                    </a:cubicBezTo>
                    <a:cubicBezTo>
                      <a:pt x="109" y="162"/>
                      <a:pt x="102" y="165"/>
                      <a:pt x="94" y="165"/>
                    </a:cubicBezTo>
                    <a:cubicBezTo>
                      <a:pt x="94" y="165"/>
                      <a:pt x="92" y="165"/>
                      <a:pt x="91" y="1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4" name="Google Shape;3544;p40"/>
              <p:cNvSpPr/>
              <p:nvPr/>
            </p:nvSpPr>
            <p:spPr>
              <a:xfrm>
                <a:off x="416880" y="4151880"/>
                <a:ext cx="32040" cy="123120"/>
              </a:xfrm>
              <a:custGeom>
                <a:avLst/>
                <a:gdLst/>
                <a:ahLst/>
                <a:cxnLst/>
                <a:rect l="l" t="t" r="r" b="b"/>
                <a:pathLst>
                  <a:path w="89" h="342" extrusionOk="0">
                    <a:moveTo>
                      <a:pt x="3" y="337"/>
                    </a:moveTo>
                    <a:cubicBezTo>
                      <a:pt x="0" y="332"/>
                      <a:pt x="1" y="326"/>
                      <a:pt x="6" y="322"/>
                    </a:cubicBezTo>
                    <a:cubicBezTo>
                      <a:pt x="7" y="321"/>
                      <a:pt x="8" y="320"/>
                      <a:pt x="10" y="319"/>
                    </a:cubicBezTo>
                    <a:cubicBezTo>
                      <a:pt x="14" y="316"/>
                      <a:pt x="18" y="312"/>
                      <a:pt x="22" y="308"/>
                    </a:cubicBezTo>
                    <a:cubicBezTo>
                      <a:pt x="25" y="304"/>
                      <a:pt x="29" y="299"/>
                      <a:pt x="32" y="295"/>
                    </a:cubicBezTo>
                    <a:cubicBezTo>
                      <a:pt x="37" y="288"/>
                      <a:pt x="42" y="280"/>
                      <a:pt x="46" y="273"/>
                    </a:cubicBezTo>
                    <a:cubicBezTo>
                      <a:pt x="49" y="266"/>
                      <a:pt x="52" y="260"/>
                      <a:pt x="55" y="253"/>
                    </a:cubicBezTo>
                    <a:cubicBezTo>
                      <a:pt x="54" y="253"/>
                      <a:pt x="54" y="253"/>
                      <a:pt x="54" y="254"/>
                    </a:cubicBezTo>
                    <a:cubicBezTo>
                      <a:pt x="57" y="246"/>
                      <a:pt x="59" y="238"/>
                      <a:pt x="61" y="231"/>
                    </a:cubicBezTo>
                    <a:cubicBezTo>
                      <a:pt x="62" y="227"/>
                      <a:pt x="63" y="223"/>
                      <a:pt x="64" y="219"/>
                    </a:cubicBezTo>
                    <a:cubicBezTo>
                      <a:pt x="64" y="215"/>
                      <a:pt x="64" y="211"/>
                      <a:pt x="65" y="208"/>
                    </a:cubicBezTo>
                    <a:cubicBezTo>
                      <a:pt x="66" y="200"/>
                      <a:pt x="67" y="193"/>
                      <a:pt x="67" y="185"/>
                    </a:cubicBezTo>
                    <a:cubicBezTo>
                      <a:pt x="68" y="182"/>
                      <a:pt x="68" y="178"/>
                      <a:pt x="68" y="174"/>
                    </a:cubicBezTo>
                    <a:cubicBezTo>
                      <a:pt x="68" y="171"/>
                      <a:pt x="69" y="166"/>
                      <a:pt x="69" y="163"/>
                    </a:cubicBezTo>
                    <a:cubicBezTo>
                      <a:pt x="69" y="155"/>
                      <a:pt x="68" y="148"/>
                      <a:pt x="68" y="140"/>
                    </a:cubicBezTo>
                    <a:cubicBezTo>
                      <a:pt x="68" y="132"/>
                      <a:pt x="67" y="123"/>
                      <a:pt x="67" y="115"/>
                    </a:cubicBezTo>
                    <a:cubicBezTo>
                      <a:pt x="66" y="111"/>
                      <a:pt x="66" y="106"/>
                      <a:pt x="65" y="102"/>
                    </a:cubicBezTo>
                    <a:cubicBezTo>
                      <a:pt x="64" y="98"/>
                      <a:pt x="64" y="94"/>
                      <a:pt x="63" y="89"/>
                    </a:cubicBezTo>
                    <a:cubicBezTo>
                      <a:pt x="60" y="76"/>
                      <a:pt x="57" y="63"/>
                      <a:pt x="53" y="50"/>
                    </a:cubicBezTo>
                    <a:lnTo>
                      <a:pt x="54" y="51"/>
                    </a:lnTo>
                    <a:lnTo>
                      <a:pt x="53" y="50"/>
                    </a:lnTo>
                    <a:cubicBezTo>
                      <a:pt x="53" y="49"/>
                      <a:pt x="53" y="49"/>
                      <a:pt x="53" y="49"/>
                    </a:cubicBezTo>
                    <a:lnTo>
                      <a:pt x="53" y="50"/>
                    </a:lnTo>
                    <a:cubicBezTo>
                      <a:pt x="51" y="42"/>
                      <a:pt x="47" y="35"/>
                      <a:pt x="45" y="27"/>
                    </a:cubicBezTo>
                    <a:cubicBezTo>
                      <a:pt x="43" y="25"/>
                      <a:pt x="42" y="22"/>
                      <a:pt x="41" y="20"/>
                    </a:cubicBezTo>
                    <a:lnTo>
                      <a:pt x="42" y="21"/>
                    </a:lnTo>
                    <a:cubicBezTo>
                      <a:pt x="40" y="19"/>
                      <a:pt x="40" y="17"/>
                      <a:pt x="39" y="16"/>
                    </a:cubicBezTo>
                    <a:cubicBezTo>
                      <a:pt x="38" y="12"/>
                      <a:pt x="39" y="7"/>
                      <a:pt x="42" y="4"/>
                    </a:cubicBezTo>
                    <a:cubicBezTo>
                      <a:pt x="45" y="1"/>
                      <a:pt x="49" y="0"/>
                      <a:pt x="53" y="2"/>
                    </a:cubicBezTo>
                    <a:cubicBezTo>
                      <a:pt x="58" y="3"/>
                      <a:pt x="61" y="7"/>
                      <a:pt x="61" y="13"/>
                    </a:cubicBezTo>
                    <a:cubicBezTo>
                      <a:pt x="63" y="16"/>
                      <a:pt x="64" y="20"/>
                      <a:pt x="66" y="23"/>
                    </a:cubicBezTo>
                    <a:cubicBezTo>
                      <a:pt x="70" y="34"/>
                      <a:pt x="74" y="45"/>
                      <a:pt x="77" y="57"/>
                    </a:cubicBezTo>
                    <a:cubicBezTo>
                      <a:pt x="78" y="63"/>
                      <a:pt x="80" y="70"/>
                      <a:pt x="81" y="77"/>
                    </a:cubicBezTo>
                    <a:cubicBezTo>
                      <a:pt x="82" y="81"/>
                      <a:pt x="82" y="86"/>
                      <a:pt x="83" y="90"/>
                    </a:cubicBezTo>
                    <a:cubicBezTo>
                      <a:pt x="84" y="98"/>
                      <a:pt x="85" y="105"/>
                      <a:pt x="86" y="112"/>
                    </a:cubicBezTo>
                    <a:cubicBezTo>
                      <a:pt x="86" y="117"/>
                      <a:pt x="86" y="122"/>
                      <a:pt x="87" y="127"/>
                    </a:cubicBezTo>
                    <a:cubicBezTo>
                      <a:pt x="88" y="132"/>
                      <a:pt x="88" y="137"/>
                      <a:pt x="88" y="141"/>
                    </a:cubicBezTo>
                    <a:cubicBezTo>
                      <a:pt x="88" y="149"/>
                      <a:pt x="88" y="156"/>
                      <a:pt x="88" y="163"/>
                    </a:cubicBezTo>
                    <a:cubicBezTo>
                      <a:pt x="88" y="168"/>
                      <a:pt x="88" y="173"/>
                      <a:pt x="87" y="179"/>
                    </a:cubicBezTo>
                    <a:cubicBezTo>
                      <a:pt x="87" y="184"/>
                      <a:pt x="86" y="189"/>
                      <a:pt x="86" y="194"/>
                    </a:cubicBezTo>
                    <a:cubicBezTo>
                      <a:pt x="85" y="200"/>
                      <a:pt x="85" y="207"/>
                      <a:pt x="84" y="213"/>
                    </a:cubicBezTo>
                    <a:cubicBezTo>
                      <a:pt x="84" y="215"/>
                      <a:pt x="84" y="217"/>
                      <a:pt x="83" y="220"/>
                    </a:cubicBezTo>
                    <a:cubicBezTo>
                      <a:pt x="82" y="223"/>
                      <a:pt x="82" y="227"/>
                      <a:pt x="81" y="231"/>
                    </a:cubicBezTo>
                    <a:cubicBezTo>
                      <a:pt x="80" y="236"/>
                      <a:pt x="79" y="241"/>
                      <a:pt x="77" y="247"/>
                    </a:cubicBezTo>
                    <a:cubicBezTo>
                      <a:pt x="74" y="258"/>
                      <a:pt x="70" y="269"/>
                      <a:pt x="64" y="280"/>
                    </a:cubicBezTo>
                    <a:cubicBezTo>
                      <a:pt x="57" y="294"/>
                      <a:pt x="49" y="306"/>
                      <a:pt x="39" y="318"/>
                    </a:cubicBezTo>
                    <a:cubicBezTo>
                      <a:pt x="33" y="326"/>
                      <a:pt x="25" y="333"/>
                      <a:pt x="18" y="339"/>
                    </a:cubicBezTo>
                    <a:cubicBezTo>
                      <a:pt x="16" y="340"/>
                      <a:pt x="14" y="341"/>
                      <a:pt x="12" y="341"/>
                    </a:cubicBezTo>
                    <a:cubicBezTo>
                      <a:pt x="8" y="341"/>
                      <a:pt x="6" y="340"/>
                      <a:pt x="3" y="3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5" name="Google Shape;3545;p40"/>
              <p:cNvSpPr/>
              <p:nvPr/>
            </p:nvSpPr>
            <p:spPr>
              <a:xfrm>
                <a:off x="145800" y="3965760"/>
                <a:ext cx="46800" cy="119880"/>
              </a:xfrm>
              <a:custGeom>
                <a:avLst/>
                <a:gdLst/>
                <a:ahLst/>
                <a:cxnLst/>
                <a:rect l="l" t="t" r="r" b="b"/>
                <a:pathLst>
                  <a:path w="130" h="333" extrusionOk="0">
                    <a:moveTo>
                      <a:pt x="40" y="311"/>
                    </a:moveTo>
                    <a:lnTo>
                      <a:pt x="40" y="310"/>
                    </a:lnTo>
                    <a:cubicBezTo>
                      <a:pt x="41" y="309"/>
                      <a:pt x="41" y="309"/>
                      <a:pt x="41" y="309"/>
                    </a:cubicBezTo>
                    <a:cubicBezTo>
                      <a:pt x="42" y="307"/>
                      <a:pt x="44" y="305"/>
                      <a:pt x="45" y="302"/>
                    </a:cubicBezTo>
                    <a:cubicBezTo>
                      <a:pt x="48" y="298"/>
                      <a:pt x="50" y="294"/>
                      <a:pt x="52" y="289"/>
                    </a:cubicBezTo>
                    <a:lnTo>
                      <a:pt x="51" y="290"/>
                    </a:lnTo>
                    <a:cubicBezTo>
                      <a:pt x="51" y="290"/>
                      <a:pt x="52" y="289"/>
                      <a:pt x="52" y="288"/>
                    </a:cubicBezTo>
                    <a:cubicBezTo>
                      <a:pt x="53" y="286"/>
                      <a:pt x="54" y="282"/>
                      <a:pt x="55" y="279"/>
                    </a:cubicBezTo>
                    <a:cubicBezTo>
                      <a:pt x="59" y="267"/>
                      <a:pt x="63" y="255"/>
                      <a:pt x="66" y="243"/>
                    </a:cubicBezTo>
                    <a:cubicBezTo>
                      <a:pt x="67" y="233"/>
                      <a:pt x="70" y="222"/>
                      <a:pt x="71" y="212"/>
                    </a:cubicBezTo>
                    <a:cubicBezTo>
                      <a:pt x="72" y="205"/>
                      <a:pt x="73" y="199"/>
                      <a:pt x="73" y="194"/>
                    </a:cubicBezTo>
                    <a:cubicBezTo>
                      <a:pt x="66" y="199"/>
                      <a:pt x="59" y="204"/>
                      <a:pt x="52" y="210"/>
                    </a:cubicBezTo>
                    <a:cubicBezTo>
                      <a:pt x="47" y="214"/>
                      <a:pt x="42" y="218"/>
                      <a:pt x="38" y="223"/>
                    </a:cubicBezTo>
                    <a:cubicBezTo>
                      <a:pt x="36" y="225"/>
                      <a:pt x="34" y="227"/>
                      <a:pt x="32" y="230"/>
                    </a:cubicBezTo>
                    <a:cubicBezTo>
                      <a:pt x="30" y="233"/>
                      <a:pt x="28" y="235"/>
                      <a:pt x="27" y="238"/>
                    </a:cubicBezTo>
                    <a:cubicBezTo>
                      <a:pt x="26" y="240"/>
                      <a:pt x="25" y="242"/>
                      <a:pt x="24" y="245"/>
                    </a:cubicBezTo>
                    <a:cubicBezTo>
                      <a:pt x="24" y="246"/>
                      <a:pt x="23" y="248"/>
                      <a:pt x="23" y="249"/>
                    </a:cubicBezTo>
                    <a:cubicBezTo>
                      <a:pt x="22" y="252"/>
                      <a:pt x="22" y="255"/>
                      <a:pt x="21" y="258"/>
                    </a:cubicBezTo>
                    <a:cubicBezTo>
                      <a:pt x="21" y="257"/>
                      <a:pt x="21" y="256"/>
                      <a:pt x="21" y="256"/>
                    </a:cubicBezTo>
                    <a:cubicBezTo>
                      <a:pt x="21" y="260"/>
                      <a:pt x="21" y="264"/>
                      <a:pt x="21" y="268"/>
                    </a:cubicBezTo>
                    <a:cubicBezTo>
                      <a:pt x="21" y="270"/>
                      <a:pt x="21" y="272"/>
                      <a:pt x="22" y="274"/>
                    </a:cubicBezTo>
                    <a:cubicBezTo>
                      <a:pt x="23" y="279"/>
                      <a:pt x="24" y="283"/>
                      <a:pt x="26" y="287"/>
                    </a:cubicBezTo>
                    <a:cubicBezTo>
                      <a:pt x="26" y="287"/>
                      <a:pt x="25" y="287"/>
                      <a:pt x="25" y="286"/>
                    </a:cubicBezTo>
                    <a:cubicBezTo>
                      <a:pt x="26" y="290"/>
                      <a:pt x="28" y="294"/>
                      <a:pt x="30" y="297"/>
                    </a:cubicBezTo>
                    <a:cubicBezTo>
                      <a:pt x="30" y="299"/>
                      <a:pt x="31" y="300"/>
                      <a:pt x="32" y="302"/>
                    </a:cubicBezTo>
                    <a:cubicBezTo>
                      <a:pt x="33" y="304"/>
                      <a:pt x="34" y="305"/>
                      <a:pt x="35" y="307"/>
                    </a:cubicBezTo>
                    <a:cubicBezTo>
                      <a:pt x="36" y="307"/>
                      <a:pt x="37" y="308"/>
                      <a:pt x="38" y="309"/>
                    </a:cubicBezTo>
                    <a:cubicBezTo>
                      <a:pt x="39" y="310"/>
                      <a:pt x="39" y="310"/>
                      <a:pt x="40" y="310"/>
                    </a:cubicBezTo>
                    <a:cubicBezTo>
                      <a:pt x="40" y="311"/>
                      <a:pt x="40" y="311"/>
                      <a:pt x="40" y="311"/>
                    </a:cubicBezTo>
                    <a:moveTo>
                      <a:pt x="36" y="332"/>
                    </a:moveTo>
                    <a:cubicBezTo>
                      <a:pt x="30" y="330"/>
                      <a:pt x="24" y="326"/>
                      <a:pt x="20" y="322"/>
                    </a:cubicBezTo>
                    <a:cubicBezTo>
                      <a:pt x="15" y="316"/>
                      <a:pt x="12" y="309"/>
                      <a:pt x="9" y="302"/>
                    </a:cubicBezTo>
                    <a:cubicBezTo>
                      <a:pt x="6" y="295"/>
                      <a:pt x="4" y="289"/>
                      <a:pt x="3" y="282"/>
                    </a:cubicBezTo>
                    <a:cubicBezTo>
                      <a:pt x="1" y="274"/>
                      <a:pt x="0" y="267"/>
                      <a:pt x="1" y="259"/>
                    </a:cubicBezTo>
                    <a:cubicBezTo>
                      <a:pt x="2" y="252"/>
                      <a:pt x="2" y="245"/>
                      <a:pt x="5" y="238"/>
                    </a:cubicBezTo>
                    <a:cubicBezTo>
                      <a:pt x="7" y="231"/>
                      <a:pt x="11" y="225"/>
                      <a:pt x="15" y="219"/>
                    </a:cubicBezTo>
                    <a:cubicBezTo>
                      <a:pt x="24" y="208"/>
                      <a:pt x="35" y="198"/>
                      <a:pt x="47" y="189"/>
                    </a:cubicBezTo>
                    <a:cubicBezTo>
                      <a:pt x="55" y="182"/>
                      <a:pt x="65" y="176"/>
                      <a:pt x="74" y="169"/>
                    </a:cubicBezTo>
                    <a:cubicBezTo>
                      <a:pt x="75" y="168"/>
                      <a:pt x="76" y="168"/>
                      <a:pt x="77" y="167"/>
                    </a:cubicBezTo>
                    <a:cubicBezTo>
                      <a:pt x="78" y="159"/>
                      <a:pt x="79" y="152"/>
                      <a:pt x="80" y="143"/>
                    </a:cubicBezTo>
                    <a:cubicBezTo>
                      <a:pt x="81" y="133"/>
                      <a:pt x="82" y="122"/>
                      <a:pt x="84" y="111"/>
                    </a:cubicBezTo>
                    <a:cubicBezTo>
                      <a:pt x="84" y="110"/>
                      <a:pt x="84" y="109"/>
                      <a:pt x="85" y="108"/>
                    </a:cubicBezTo>
                    <a:cubicBezTo>
                      <a:pt x="80" y="113"/>
                      <a:pt x="76" y="118"/>
                      <a:pt x="70" y="122"/>
                    </a:cubicBezTo>
                    <a:cubicBezTo>
                      <a:pt x="66" y="125"/>
                      <a:pt x="59" y="128"/>
                      <a:pt x="53" y="128"/>
                    </a:cubicBezTo>
                    <a:cubicBezTo>
                      <a:pt x="47" y="128"/>
                      <a:pt x="41" y="126"/>
                      <a:pt x="35" y="122"/>
                    </a:cubicBezTo>
                    <a:cubicBezTo>
                      <a:pt x="31" y="118"/>
                      <a:pt x="27" y="113"/>
                      <a:pt x="24" y="108"/>
                    </a:cubicBezTo>
                    <a:cubicBezTo>
                      <a:pt x="20" y="101"/>
                      <a:pt x="18" y="94"/>
                      <a:pt x="17" y="86"/>
                    </a:cubicBezTo>
                    <a:cubicBezTo>
                      <a:pt x="13" y="72"/>
                      <a:pt x="13" y="57"/>
                      <a:pt x="16" y="42"/>
                    </a:cubicBezTo>
                    <a:cubicBezTo>
                      <a:pt x="17" y="31"/>
                      <a:pt x="21" y="20"/>
                      <a:pt x="26" y="11"/>
                    </a:cubicBezTo>
                    <a:cubicBezTo>
                      <a:pt x="28" y="7"/>
                      <a:pt x="32" y="4"/>
                      <a:pt x="36" y="1"/>
                    </a:cubicBezTo>
                    <a:cubicBezTo>
                      <a:pt x="40" y="0"/>
                      <a:pt x="42" y="0"/>
                      <a:pt x="46" y="0"/>
                    </a:cubicBezTo>
                    <a:cubicBezTo>
                      <a:pt x="52" y="1"/>
                      <a:pt x="56" y="7"/>
                      <a:pt x="55" y="13"/>
                    </a:cubicBezTo>
                    <a:cubicBezTo>
                      <a:pt x="54" y="18"/>
                      <a:pt x="50" y="22"/>
                      <a:pt x="45" y="22"/>
                    </a:cubicBezTo>
                    <a:cubicBezTo>
                      <a:pt x="44" y="23"/>
                      <a:pt x="44" y="24"/>
                      <a:pt x="43" y="25"/>
                    </a:cubicBezTo>
                    <a:cubicBezTo>
                      <a:pt x="43" y="25"/>
                      <a:pt x="44" y="25"/>
                      <a:pt x="44" y="24"/>
                    </a:cubicBezTo>
                    <a:cubicBezTo>
                      <a:pt x="42" y="27"/>
                      <a:pt x="41" y="29"/>
                      <a:pt x="40" y="32"/>
                    </a:cubicBezTo>
                    <a:cubicBezTo>
                      <a:pt x="38" y="36"/>
                      <a:pt x="37" y="41"/>
                      <a:pt x="37" y="46"/>
                    </a:cubicBezTo>
                    <a:cubicBezTo>
                      <a:pt x="35" y="48"/>
                      <a:pt x="35" y="52"/>
                      <a:pt x="35" y="55"/>
                    </a:cubicBezTo>
                    <a:cubicBezTo>
                      <a:pt x="34" y="59"/>
                      <a:pt x="34" y="63"/>
                      <a:pt x="34" y="67"/>
                    </a:cubicBezTo>
                    <a:lnTo>
                      <a:pt x="34" y="66"/>
                    </a:lnTo>
                    <a:cubicBezTo>
                      <a:pt x="34" y="67"/>
                      <a:pt x="34" y="67"/>
                      <a:pt x="34" y="67"/>
                    </a:cubicBezTo>
                    <a:cubicBezTo>
                      <a:pt x="35" y="67"/>
                      <a:pt x="35" y="67"/>
                      <a:pt x="35" y="68"/>
                    </a:cubicBezTo>
                    <a:cubicBezTo>
                      <a:pt x="35" y="67"/>
                      <a:pt x="35" y="67"/>
                      <a:pt x="35" y="67"/>
                    </a:cubicBezTo>
                    <a:cubicBezTo>
                      <a:pt x="35" y="72"/>
                      <a:pt x="35" y="76"/>
                      <a:pt x="37" y="81"/>
                    </a:cubicBezTo>
                    <a:cubicBezTo>
                      <a:pt x="36" y="80"/>
                      <a:pt x="36" y="80"/>
                      <a:pt x="36" y="80"/>
                    </a:cubicBezTo>
                    <a:cubicBezTo>
                      <a:pt x="37" y="83"/>
                      <a:pt x="38" y="86"/>
                      <a:pt x="38" y="90"/>
                    </a:cubicBezTo>
                    <a:cubicBezTo>
                      <a:pt x="39" y="92"/>
                      <a:pt x="40" y="94"/>
                      <a:pt x="41" y="96"/>
                    </a:cubicBezTo>
                    <a:cubicBezTo>
                      <a:pt x="41" y="97"/>
                      <a:pt x="42" y="98"/>
                      <a:pt x="42" y="99"/>
                    </a:cubicBezTo>
                    <a:cubicBezTo>
                      <a:pt x="44" y="101"/>
                      <a:pt x="45" y="103"/>
                      <a:pt x="47" y="104"/>
                    </a:cubicBezTo>
                    <a:cubicBezTo>
                      <a:pt x="47" y="105"/>
                      <a:pt x="47" y="105"/>
                      <a:pt x="48" y="105"/>
                    </a:cubicBezTo>
                    <a:cubicBezTo>
                      <a:pt x="48" y="106"/>
                      <a:pt x="48" y="106"/>
                      <a:pt x="48" y="106"/>
                    </a:cubicBezTo>
                    <a:cubicBezTo>
                      <a:pt x="48" y="106"/>
                      <a:pt x="49" y="106"/>
                      <a:pt x="49" y="107"/>
                    </a:cubicBezTo>
                    <a:lnTo>
                      <a:pt x="49" y="106"/>
                    </a:lnTo>
                    <a:cubicBezTo>
                      <a:pt x="49" y="107"/>
                      <a:pt x="49" y="107"/>
                      <a:pt x="49" y="107"/>
                    </a:cubicBezTo>
                    <a:cubicBezTo>
                      <a:pt x="50" y="107"/>
                      <a:pt x="50" y="107"/>
                      <a:pt x="50" y="107"/>
                    </a:cubicBezTo>
                    <a:lnTo>
                      <a:pt x="49" y="107"/>
                    </a:lnTo>
                    <a:cubicBezTo>
                      <a:pt x="50" y="107"/>
                      <a:pt x="50" y="107"/>
                      <a:pt x="50" y="107"/>
                    </a:cubicBezTo>
                    <a:lnTo>
                      <a:pt x="49" y="107"/>
                    </a:lnTo>
                    <a:lnTo>
                      <a:pt x="49" y="106"/>
                    </a:lnTo>
                    <a:cubicBezTo>
                      <a:pt x="49" y="107"/>
                      <a:pt x="50" y="107"/>
                      <a:pt x="50" y="107"/>
                    </a:cubicBezTo>
                    <a:cubicBezTo>
                      <a:pt x="51" y="107"/>
                      <a:pt x="51" y="107"/>
                      <a:pt x="52" y="107"/>
                    </a:cubicBezTo>
                    <a:lnTo>
                      <a:pt x="53" y="107"/>
                    </a:lnTo>
                    <a:cubicBezTo>
                      <a:pt x="54" y="107"/>
                      <a:pt x="54" y="107"/>
                      <a:pt x="54" y="107"/>
                    </a:cubicBezTo>
                    <a:cubicBezTo>
                      <a:pt x="55" y="107"/>
                      <a:pt x="55" y="107"/>
                      <a:pt x="56" y="106"/>
                    </a:cubicBezTo>
                    <a:cubicBezTo>
                      <a:pt x="56" y="106"/>
                      <a:pt x="57" y="106"/>
                      <a:pt x="58" y="106"/>
                    </a:cubicBezTo>
                    <a:cubicBezTo>
                      <a:pt x="58" y="105"/>
                      <a:pt x="59" y="104"/>
                      <a:pt x="61" y="103"/>
                    </a:cubicBezTo>
                    <a:cubicBezTo>
                      <a:pt x="63" y="101"/>
                      <a:pt x="65" y="100"/>
                      <a:pt x="66" y="98"/>
                    </a:cubicBezTo>
                    <a:cubicBezTo>
                      <a:pt x="69" y="94"/>
                      <a:pt x="72" y="91"/>
                      <a:pt x="74" y="87"/>
                    </a:cubicBezTo>
                    <a:cubicBezTo>
                      <a:pt x="78" y="82"/>
                      <a:pt x="81" y="76"/>
                      <a:pt x="84" y="71"/>
                    </a:cubicBezTo>
                    <a:cubicBezTo>
                      <a:pt x="88" y="64"/>
                      <a:pt x="91" y="57"/>
                      <a:pt x="95" y="49"/>
                    </a:cubicBezTo>
                    <a:cubicBezTo>
                      <a:pt x="96" y="46"/>
                      <a:pt x="97" y="43"/>
                      <a:pt x="98" y="39"/>
                    </a:cubicBezTo>
                    <a:cubicBezTo>
                      <a:pt x="98" y="38"/>
                      <a:pt x="99" y="37"/>
                      <a:pt x="99" y="36"/>
                    </a:cubicBezTo>
                    <a:cubicBezTo>
                      <a:pt x="101" y="27"/>
                      <a:pt x="104" y="17"/>
                      <a:pt x="106" y="8"/>
                    </a:cubicBezTo>
                    <a:cubicBezTo>
                      <a:pt x="108" y="3"/>
                      <a:pt x="113" y="0"/>
                      <a:pt x="119" y="0"/>
                    </a:cubicBezTo>
                    <a:cubicBezTo>
                      <a:pt x="124" y="1"/>
                      <a:pt x="129" y="7"/>
                      <a:pt x="127" y="12"/>
                    </a:cubicBezTo>
                    <a:cubicBezTo>
                      <a:pt x="126" y="19"/>
                      <a:pt x="124" y="25"/>
                      <a:pt x="122" y="31"/>
                    </a:cubicBezTo>
                    <a:cubicBezTo>
                      <a:pt x="122" y="33"/>
                      <a:pt x="121" y="34"/>
                      <a:pt x="120" y="37"/>
                    </a:cubicBezTo>
                    <a:cubicBezTo>
                      <a:pt x="118" y="46"/>
                      <a:pt x="115" y="56"/>
                      <a:pt x="113" y="66"/>
                    </a:cubicBezTo>
                    <a:cubicBezTo>
                      <a:pt x="111" y="76"/>
                      <a:pt x="109" y="86"/>
                      <a:pt x="107" y="96"/>
                    </a:cubicBezTo>
                    <a:cubicBezTo>
                      <a:pt x="105" y="108"/>
                      <a:pt x="102" y="121"/>
                      <a:pt x="100" y="133"/>
                    </a:cubicBezTo>
                    <a:cubicBezTo>
                      <a:pt x="99" y="139"/>
                      <a:pt x="98" y="146"/>
                      <a:pt x="98" y="152"/>
                    </a:cubicBezTo>
                    <a:cubicBezTo>
                      <a:pt x="100" y="150"/>
                      <a:pt x="102" y="149"/>
                      <a:pt x="105" y="147"/>
                    </a:cubicBezTo>
                    <a:cubicBezTo>
                      <a:pt x="106" y="146"/>
                      <a:pt x="107" y="145"/>
                      <a:pt x="108" y="145"/>
                    </a:cubicBezTo>
                    <a:cubicBezTo>
                      <a:pt x="112" y="142"/>
                      <a:pt x="118" y="142"/>
                      <a:pt x="121" y="147"/>
                    </a:cubicBezTo>
                    <a:cubicBezTo>
                      <a:pt x="125" y="151"/>
                      <a:pt x="123" y="157"/>
                      <a:pt x="119" y="160"/>
                    </a:cubicBezTo>
                    <a:cubicBezTo>
                      <a:pt x="111" y="166"/>
                      <a:pt x="103" y="172"/>
                      <a:pt x="94" y="178"/>
                    </a:cubicBezTo>
                    <a:cubicBezTo>
                      <a:pt x="94" y="185"/>
                      <a:pt x="93" y="192"/>
                      <a:pt x="92" y="198"/>
                    </a:cubicBezTo>
                    <a:cubicBezTo>
                      <a:pt x="91" y="209"/>
                      <a:pt x="89" y="219"/>
                      <a:pt x="87" y="230"/>
                    </a:cubicBezTo>
                    <a:cubicBezTo>
                      <a:pt x="87" y="233"/>
                      <a:pt x="86" y="237"/>
                      <a:pt x="86" y="241"/>
                    </a:cubicBezTo>
                    <a:cubicBezTo>
                      <a:pt x="85" y="243"/>
                      <a:pt x="84" y="245"/>
                      <a:pt x="84" y="248"/>
                    </a:cubicBezTo>
                    <a:cubicBezTo>
                      <a:pt x="83" y="253"/>
                      <a:pt x="81" y="260"/>
                      <a:pt x="79" y="266"/>
                    </a:cubicBezTo>
                    <a:cubicBezTo>
                      <a:pt x="78" y="272"/>
                      <a:pt x="76" y="277"/>
                      <a:pt x="74" y="282"/>
                    </a:cubicBezTo>
                    <a:cubicBezTo>
                      <a:pt x="73" y="287"/>
                      <a:pt x="72" y="292"/>
                      <a:pt x="69" y="297"/>
                    </a:cubicBezTo>
                    <a:cubicBezTo>
                      <a:pt x="67" y="302"/>
                      <a:pt x="65" y="307"/>
                      <a:pt x="62" y="312"/>
                    </a:cubicBezTo>
                    <a:cubicBezTo>
                      <a:pt x="60" y="318"/>
                      <a:pt x="57" y="323"/>
                      <a:pt x="53" y="327"/>
                    </a:cubicBezTo>
                    <a:cubicBezTo>
                      <a:pt x="49" y="330"/>
                      <a:pt x="45" y="332"/>
                      <a:pt x="40" y="332"/>
                    </a:cubicBezTo>
                    <a:cubicBezTo>
                      <a:pt x="38" y="332"/>
                      <a:pt x="37" y="332"/>
                      <a:pt x="36" y="3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6" name="Google Shape;3546;p40"/>
              <p:cNvSpPr/>
              <p:nvPr/>
            </p:nvSpPr>
            <p:spPr>
              <a:xfrm>
                <a:off x="219240" y="3984120"/>
                <a:ext cx="26280" cy="11520"/>
              </a:xfrm>
              <a:custGeom>
                <a:avLst/>
                <a:gdLst/>
                <a:ahLst/>
                <a:cxnLst/>
                <a:rect l="l" t="t" r="r" b="b"/>
                <a:pathLst>
                  <a:path w="73" h="32" extrusionOk="0">
                    <a:moveTo>
                      <a:pt x="13" y="31"/>
                    </a:moveTo>
                    <a:cubicBezTo>
                      <a:pt x="9" y="30"/>
                      <a:pt x="7" y="29"/>
                      <a:pt x="4" y="27"/>
                    </a:cubicBezTo>
                    <a:cubicBezTo>
                      <a:pt x="0" y="23"/>
                      <a:pt x="0" y="15"/>
                      <a:pt x="5" y="11"/>
                    </a:cubicBezTo>
                    <a:cubicBezTo>
                      <a:pt x="10" y="7"/>
                      <a:pt x="17" y="6"/>
                      <a:pt x="23" y="5"/>
                    </a:cubicBezTo>
                    <a:cubicBezTo>
                      <a:pt x="27" y="4"/>
                      <a:pt x="31" y="4"/>
                      <a:pt x="35" y="3"/>
                    </a:cubicBezTo>
                    <a:cubicBezTo>
                      <a:pt x="43" y="2"/>
                      <a:pt x="52" y="1"/>
                      <a:pt x="60" y="0"/>
                    </a:cubicBezTo>
                    <a:cubicBezTo>
                      <a:pt x="66" y="0"/>
                      <a:pt x="71" y="4"/>
                      <a:pt x="71" y="10"/>
                    </a:cubicBezTo>
                    <a:cubicBezTo>
                      <a:pt x="72" y="16"/>
                      <a:pt x="68" y="21"/>
                      <a:pt x="62" y="22"/>
                    </a:cubicBezTo>
                    <a:cubicBezTo>
                      <a:pt x="52" y="23"/>
                      <a:pt x="43" y="24"/>
                      <a:pt x="33" y="25"/>
                    </a:cubicBezTo>
                    <a:cubicBezTo>
                      <a:pt x="30" y="26"/>
                      <a:pt x="26" y="27"/>
                      <a:pt x="23" y="28"/>
                    </a:cubicBezTo>
                    <a:cubicBezTo>
                      <a:pt x="20" y="29"/>
                      <a:pt x="17" y="31"/>
                      <a:pt x="14" y="31"/>
                    </a:cubicBezTo>
                    <a:lnTo>
                      <a:pt x="13" y="3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7" name="Google Shape;3547;p40"/>
              <p:cNvSpPr/>
              <p:nvPr/>
            </p:nvSpPr>
            <p:spPr>
              <a:xfrm>
                <a:off x="210600" y="3980520"/>
                <a:ext cx="69840" cy="39240"/>
              </a:xfrm>
              <a:custGeom>
                <a:avLst/>
                <a:gdLst/>
                <a:ahLst/>
                <a:cxnLst/>
                <a:rect l="l" t="t" r="r" b="b"/>
                <a:pathLst>
                  <a:path w="194" h="109" extrusionOk="0">
                    <a:moveTo>
                      <a:pt x="14" y="108"/>
                    </a:moveTo>
                    <a:cubicBezTo>
                      <a:pt x="10" y="108"/>
                      <a:pt x="5" y="106"/>
                      <a:pt x="3" y="102"/>
                    </a:cubicBezTo>
                    <a:cubicBezTo>
                      <a:pt x="1" y="100"/>
                      <a:pt x="0" y="97"/>
                      <a:pt x="0" y="93"/>
                    </a:cubicBezTo>
                    <a:cubicBezTo>
                      <a:pt x="2" y="87"/>
                      <a:pt x="7" y="83"/>
                      <a:pt x="13" y="84"/>
                    </a:cubicBezTo>
                    <a:cubicBezTo>
                      <a:pt x="15" y="84"/>
                      <a:pt x="16" y="85"/>
                      <a:pt x="17" y="86"/>
                    </a:cubicBezTo>
                    <a:cubicBezTo>
                      <a:pt x="18" y="86"/>
                      <a:pt x="19" y="86"/>
                      <a:pt x="19" y="85"/>
                    </a:cubicBezTo>
                    <a:cubicBezTo>
                      <a:pt x="21" y="85"/>
                      <a:pt x="23" y="84"/>
                      <a:pt x="25" y="84"/>
                    </a:cubicBezTo>
                    <a:cubicBezTo>
                      <a:pt x="28" y="83"/>
                      <a:pt x="32" y="81"/>
                      <a:pt x="35" y="80"/>
                    </a:cubicBezTo>
                    <a:cubicBezTo>
                      <a:pt x="40" y="77"/>
                      <a:pt x="45" y="75"/>
                      <a:pt x="51" y="73"/>
                    </a:cubicBezTo>
                    <a:cubicBezTo>
                      <a:pt x="50" y="73"/>
                      <a:pt x="50" y="73"/>
                      <a:pt x="49" y="73"/>
                    </a:cubicBezTo>
                    <a:cubicBezTo>
                      <a:pt x="50" y="73"/>
                      <a:pt x="51" y="73"/>
                      <a:pt x="51" y="72"/>
                    </a:cubicBezTo>
                    <a:cubicBezTo>
                      <a:pt x="51" y="73"/>
                      <a:pt x="51" y="73"/>
                      <a:pt x="50" y="73"/>
                    </a:cubicBezTo>
                    <a:cubicBezTo>
                      <a:pt x="69" y="64"/>
                      <a:pt x="88" y="53"/>
                      <a:pt x="107" y="43"/>
                    </a:cubicBezTo>
                    <a:cubicBezTo>
                      <a:pt x="127" y="32"/>
                      <a:pt x="148" y="20"/>
                      <a:pt x="169" y="9"/>
                    </a:cubicBezTo>
                    <a:cubicBezTo>
                      <a:pt x="172" y="7"/>
                      <a:pt x="175" y="5"/>
                      <a:pt x="178" y="3"/>
                    </a:cubicBezTo>
                    <a:cubicBezTo>
                      <a:pt x="183" y="0"/>
                      <a:pt x="189" y="2"/>
                      <a:pt x="191" y="7"/>
                    </a:cubicBezTo>
                    <a:cubicBezTo>
                      <a:pt x="193" y="11"/>
                      <a:pt x="192" y="17"/>
                      <a:pt x="188" y="19"/>
                    </a:cubicBezTo>
                    <a:cubicBezTo>
                      <a:pt x="166" y="32"/>
                      <a:pt x="144" y="44"/>
                      <a:pt x="123" y="56"/>
                    </a:cubicBezTo>
                    <a:cubicBezTo>
                      <a:pt x="113" y="62"/>
                      <a:pt x="104" y="67"/>
                      <a:pt x="94" y="73"/>
                    </a:cubicBezTo>
                    <a:cubicBezTo>
                      <a:pt x="84" y="79"/>
                      <a:pt x="73" y="84"/>
                      <a:pt x="63" y="90"/>
                    </a:cubicBezTo>
                    <a:cubicBezTo>
                      <a:pt x="56" y="93"/>
                      <a:pt x="49" y="97"/>
                      <a:pt x="41" y="100"/>
                    </a:cubicBezTo>
                    <a:cubicBezTo>
                      <a:pt x="37" y="102"/>
                      <a:pt x="33" y="104"/>
                      <a:pt x="27" y="105"/>
                    </a:cubicBezTo>
                    <a:cubicBezTo>
                      <a:pt x="23" y="107"/>
                      <a:pt x="19" y="108"/>
                      <a:pt x="14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8" name="Google Shape;3548;p40"/>
              <p:cNvSpPr/>
              <p:nvPr/>
            </p:nvSpPr>
            <p:spPr>
              <a:xfrm>
                <a:off x="259200" y="3936600"/>
                <a:ext cx="75240" cy="136800"/>
              </a:xfrm>
              <a:custGeom>
                <a:avLst/>
                <a:gdLst/>
                <a:ahLst/>
                <a:cxnLst/>
                <a:rect l="l" t="t" r="r" b="b"/>
                <a:pathLst>
                  <a:path w="209" h="380" extrusionOk="0">
                    <a:moveTo>
                      <a:pt x="47" y="379"/>
                    </a:moveTo>
                    <a:cubicBezTo>
                      <a:pt x="35" y="378"/>
                      <a:pt x="23" y="373"/>
                      <a:pt x="14" y="364"/>
                    </a:cubicBezTo>
                    <a:cubicBezTo>
                      <a:pt x="5" y="354"/>
                      <a:pt x="1" y="340"/>
                      <a:pt x="0" y="327"/>
                    </a:cubicBezTo>
                    <a:cubicBezTo>
                      <a:pt x="0" y="320"/>
                      <a:pt x="2" y="313"/>
                      <a:pt x="4" y="307"/>
                    </a:cubicBezTo>
                    <a:cubicBezTo>
                      <a:pt x="6" y="299"/>
                      <a:pt x="9" y="292"/>
                      <a:pt x="12" y="285"/>
                    </a:cubicBezTo>
                    <a:cubicBezTo>
                      <a:pt x="13" y="280"/>
                      <a:pt x="20" y="277"/>
                      <a:pt x="25" y="280"/>
                    </a:cubicBezTo>
                    <a:cubicBezTo>
                      <a:pt x="30" y="282"/>
                      <a:pt x="32" y="288"/>
                      <a:pt x="30" y="293"/>
                    </a:cubicBezTo>
                    <a:cubicBezTo>
                      <a:pt x="29" y="294"/>
                      <a:pt x="29" y="296"/>
                      <a:pt x="28" y="297"/>
                    </a:cubicBezTo>
                    <a:cubicBezTo>
                      <a:pt x="29" y="296"/>
                      <a:pt x="29" y="296"/>
                      <a:pt x="29" y="296"/>
                    </a:cubicBezTo>
                    <a:cubicBezTo>
                      <a:pt x="26" y="303"/>
                      <a:pt x="23" y="309"/>
                      <a:pt x="22" y="317"/>
                    </a:cubicBezTo>
                    <a:cubicBezTo>
                      <a:pt x="22" y="319"/>
                      <a:pt x="21" y="321"/>
                      <a:pt x="21" y="322"/>
                    </a:cubicBezTo>
                    <a:cubicBezTo>
                      <a:pt x="21" y="324"/>
                      <a:pt x="21" y="326"/>
                      <a:pt x="21" y="328"/>
                    </a:cubicBezTo>
                    <a:cubicBezTo>
                      <a:pt x="21" y="330"/>
                      <a:pt x="21" y="331"/>
                      <a:pt x="22" y="332"/>
                    </a:cubicBezTo>
                    <a:cubicBezTo>
                      <a:pt x="22" y="334"/>
                      <a:pt x="22" y="335"/>
                      <a:pt x="22" y="336"/>
                    </a:cubicBezTo>
                    <a:cubicBezTo>
                      <a:pt x="23" y="338"/>
                      <a:pt x="24" y="340"/>
                      <a:pt x="25" y="341"/>
                    </a:cubicBezTo>
                    <a:cubicBezTo>
                      <a:pt x="25" y="343"/>
                      <a:pt x="26" y="344"/>
                      <a:pt x="27" y="346"/>
                    </a:cubicBezTo>
                    <a:cubicBezTo>
                      <a:pt x="27" y="346"/>
                      <a:pt x="28" y="347"/>
                      <a:pt x="29" y="348"/>
                    </a:cubicBezTo>
                    <a:cubicBezTo>
                      <a:pt x="30" y="349"/>
                      <a:pt x="30" y="350"/>
                      <a:pt x="32" y="351"/>
                    </a:cubicBezTo>
                    <a:cubicBezTo>
                      <a:pt x="32" y="351"/>
                      <a:pt x="33" y="353"/>
                      <a:pt x="34" y="353"/>
                    </a:cubicBezTo>
                    <a:cubicBezTo>
                      <a:pt x="34" y="354"/>
                      <a:pt x="36" y="354"/>
                      <a:pt x="37" y="355"/>
                    </a:cubicBezTo>
                    <a:cubicBezTo>
                      <a:pt x="38" y="355"/>
                      <a:pt x="39" y="355"/>
                      <a:pt x="40" y="356"/>
                    </a:cubicBezTo>
                    <a:cubicBezTo>
                      <a:pt x="41" y="357"/>
                      <a:pt x="42" y="357"/>
                      <a:pt x="43" y="357"/>
                    </a:cubicBezTo>
                    <a:cubicBezTo>
                      <a:pt x="45" y="357"/>
                      <a:pt x="47" y="358"/>
                      <a:pt x="48" y="358"/>
                    </a:cubicBezTo>
                    <a:cubicBezTo>
                      <a:pt x="50" y="358"/>
                      <a:pt x="51" y="358"/>
                      <a:pt x="52" y="358"/>
                    </a:cubicBezTo>
                    <a:cubicBezTo>
                      <a:pt x="53" y="358"/>
                      <a:pt x="54" y="358"/>
                      <a:pt x="54" y="358"/>
                    </a:cubicBezTo>
                    <a:cubicBezTo>
                      <a:pt x="55" y="358"/>
                      <a:pt x="55" y="358"/>
                      <a:pt x="55" y="357"/>
                    </a:cubicBezTo>
                    <a:lnTo>
                      <a:pt x="56" y="357"/>
                    </a:lnTo>
                    <a:cubicBezTo>
                      <a:pt x="58" y="356"/>
                      <a:pt x="60" y="355"/>
                      <a:pt x="61" y="354"/>
                    </a:cubicBezTo>
                    <a:cubicBezTo>
                      <a:pt x="64" y="353"/>
                      <a:pt x="66" y="351"/>
                      <a:pt x="68" y="350"/>
                    </a:cubicBezTo>
                    <a:cubicBezTo>
                      <a:pt x="70" y="347"/>
                      <a:pt x="72" y="345"/>
                      <a:pt x="75" y="343"/>
                    </a:cubicBezTo>
                    <a:cubicBezTo>
                      <a:pt x="78" y="339"/>
                      <a:pt x="82" y="334"/>
                      <a:pt x="85" y="330"/>
                    </a:cubicBezTo>
                    <a:cubicBezTo>
                      <a:pt x="85" y="330"/>
                      <a:pt x="84" y="331"/>
                      <a:pt x="84" y="332"/>
                    </a:cubicBezTo>
                    <a:cubicBezTo>
                      <a:pt x="87" y="326"/>
                      <a:pt x="91" y="321"/>
                      <a:pt x="94" y="315"/>
                    </a:cubicBezTo>
                    <a:cubicBezTo>
                      <a:pt x="97" y="310"/>
                      <a:pt x="99" y="305"/>
                      <a:pt x="101" y="300"/>
                    </a:cubicBezTo>
                    <a:cubicBezTo>
                      <a:pt x="103" y="296"/>
                      <a:pt x="104" y="291"/>
                      <a:pt x="105" y="286"/>
                    </a:cubicBezTo>
                    <a:cubicBezTo>
                      <a:pt x="107" y="275"/>
                      <a:pt x="109" y="264"/>
                      <a:pt x="111" y="254"/>
                    </a:cubicBezTo>
                    <a:cubicBezTo>
                      <a:pt x="111" y="246"/>
                      <a:pt x="113" y="238"/>
                      <a:pt x="114" y="231"/>
                    </a:cubicBezTo>
                    <a:cubicBezTo>
                      <a:pt x="115" y="215"/>
                      <a:pt x="117" y="199"/>
                      <a:pt x="118" y="182"/>
                    </a:cubicBezTo>
                    <a:lnTo>
                      <a:pt x="118" y="181"/>
                    </a:lnTo>
                    <a:lnTo>
                      <a:pt x="118" y="180"/>
                    </a:lnTo>
                    <a:cubicBezTo>
                      <a:pt x="118" y="181"/>
                      <a:pt x="118" y="181"/>
                      <a:pt x="118" y="181"/>
                    </a:cubicBezTo>
                    <a:cubicBezTo>
                      <a:pt x="118" y="179"/>
                      <a:pt x="119" y="176"/>
                      <a:pt x="119" y="173"/>
                    </a:cubicBezTo>
                    <a:cubicBezTo>
                      <a:pt x="119" y="174"/>
                      <a:pt x="119" y="174"/>
                      <a:pt x="119" y="174"/>
                    </a:cubicBezTo>
                    <a:cubicBezTo>
                      <a:pt x="119" y="173"/>
                      <a:pt x="120" y="171"/>
                      <a:pt x="120" y="170"/>
                    </a:cubicBezTo>
                    <a:cubicBezTo>
                      <a:pt x="120" y="169"/>
                      <a:pt x="120" y="168"/>
                      <a:pt x="120" y="167"/>
                    </a:cubicBezTo>
                    <a:lnTo>
                      <a:pt x="120" y="168"/>
                    </a:lnTo>
                    <a:cubicBezTo>
                      <a:pt x="120" y="167"/>
                      <a:pt x="120" y="165"/>
                      <a:pt x="120" y="164"/>
                    </a:cubicBezTo>
                    <a:lnTo>
                      <a:pt x="120" y="165"/>
                    </a:lnTo>
                    <a:cubicBezTo>
                      <a:pt x="120" y="164"/>
                      <a:pt x="120" y="163"/>
                      <a:pt x="120" y="162"/>
                    </a:cubicBezTo>
                    <a:cubicBezTo>
                      <a:pt x="120" y="161"/>
                      <a:pt x="120" y="160"/>
                      <a:pt x="120" y="159"/>
                    </a:cubicBezTo>
                    <a:lnTo>
                      <a:pt x="120" y="160"/>
                    </a:lnTo>
                    <a:cubicBezTo>
                      <a:pt x="120" y="159"/>
                      <a:pt x="121" y="157"/>
                      <a:pt x="121" y="156"/>
                    </a:cubicBezTo>
                    <a:cubicBezTo>
                      <a:pt x="121" y="157"/>
                      <a:pt x="121" y="157"/>
                      <a:pt x="121" y="157"/>
                    </a:cubicBezTo>
                    <a:cubicBezTo>
                      <a:pt x="121" y="156"/>
                      <a:pt x="121" y="154"/>
                      <a:pt x="121" y="153"/>
                    </a:cubicBezTo>
                    <a:lnTo>
                      <a:pt x="121" y="154"/>
                    </a:lnTo>
                    <a:cubicBezTo>
                      <a:pt x="121" y="152"/>
                      <a:pt x="121" y="149"/>
                      <a:pt x="121" y="147"/>
                    </a:cubicBezTo>
                    <a:lnTo>
                      <a:pt x="121" y="148"/>
                    </a:lnTo>
                    <a:cubicBezTo>
                      <a:pt x="121" y="148"/>
                      <a:pt x="121" y="147"/>
                      <a:pt x="121" y="146"/>
                    </a:cubicBezTo>
                    <a:lnTo>
                      <a:pt x="121" y="145"/>
                    </a:lnTo>
                    <a:cubicBezTo>
                      <a:pt x="121" y="146"/>
                      <a:pt x="121" y="146"/>
                      <a:pt x="121" y="146"/>
                    </a:cubicBezTo>
                    <a:cubicBezTo>
                      <a:pt x="122" y="134"/>
                      <a:pt x="124" y="123"/>
                      <a:pt x="125" y="111"/>
                    </a:cubicBezTo>
                    <a:cubicBezTo>
                      <a:pt x="126" y="107"/>
                      <a:pt x="127" y="103"/>
                      <a:pt x="128" y="98"/>
                    </a:cubicBezTo>
                    <a:cubicBezTo>
                      <a:pt x="129" y="92"/>
                      <a:pt x="129" y="86"/>
                      <a:pt x="131" y="80"/>
                    </a:cubicBezTo>
                    <a:cubicBezTo>
                      <a:pt x="132" y="74"/>
                      <a:pt x="134" y="68"/>
                      <a:pt x="135" y="61"/>
                    </a:cubicBezTo>
                    <a:cubicBezTo>
                      <a:pt x="137" y="54"/>
                      <a:pt x="139" y="46"/>
                      <a:pt x="142" y="39"/>
                    </a:cubicBezTo>
                    <a:cubicBezTo>
                      <a:pt x="145" y="33"/>
                      <a:pt x="147" y="26"/>
                      <a:pt x="151" y="20"/>
                    </a:cubicBezTo>
                    <a:cubicBezTo>
                      <a:pt x="154" y="15"/>
                      <a:pt x="160" y="10"/>
                      <a:pt x="166" y="6"/>
                    </a:cubicBezTo>
                    <a:cubicBezTo>
                      <a:pt x="171" y="2"/>
                      <a:pt x="177" y="1"/>
                      <a:pt x="183" y="1"/>
                    </a:cubicBezTo>
                    <a:cubicBezTo>
                      <a:pt x="186" y="0"/>
                      <a:pt x="189" y="2"/>
                      <a:pt x="192" y="3"/>
                    </a:cubicBezTo>
                    <a:cubicBezTo>
                      <a:pt x="195" y="5"/>
                      <a:pt x="197" y="7"/>
                      <a:pt x="199" y="9"/>
                    </a:cubicBezTo>
                    <a:cubicBezTo>
                      <a:pt x="203" y="13"/>
                      <a:pt x="206" y="18"/>
                      <a:pt x="206" y="24"/>
                    </a:cubicBezTo>
                    <a:cubicBezTo>
                      <a:pt x="208" y="30"/>
                      <a:pt x="206" y="36"/>
                      <a:pt x="205" y="41"/>
                    </a:cubicBezTo>
                    <a:cubicBezTo>
                      <a:pt x="203" y="49"/>
                      <a:pt x="200" y="57"/>
                      <a:pt x="197" y="64"/>
                    </a:cubicBezTo>
                    <a:cubicBezTo>
                      <a:pt x="196" y="67"/>
                      <a:pt x="195" y="71"/>
                      <a:pt x="193" y="74"/>
                    </a:cubicBezTo>
                    <a:cubicBezTo>
                      <a:pt x="192" y="76"/>
                      <a:pt x="191" y="78"/>
                      <a:pt x="190" y="79"/>
                    </a:cubicBezTo>
                    <a:cubicBezTo>
                      <a:pt x="188" y="82"/>
                      <a:pt x="187" y="85"/>
                      <a:pt x="185" y="88"/>
                    </a:cubicBezTo>
                    <a:cubicBezTo>
                      <a:pt x="182" y="90"/>
                      <a:pt x="180" y="92"/>
                      <a:pt x="176" y="92"/>
                    </a:cubicBezTo>
                    <a:cubicBezTo>
                      <a:pt x="172" y="92"/>
                      <a:pt x="168" y="89"/>
                      <a:pt x="167" y="86"/>
                    </a:cubicBezTo>
                    <a:cubicBezTo>
                      <a:pt x="166" y="84"/>
                      <a:pt x="165" y="82"/>
                      <a:pt x="165" y="80"/>
                    </a:cubicBezTo>
                    <a:cubicBezTo>
                      <a:pt x="165" y="79"/>
                      <a:pt x="166" y="78"/>
                      <a:pt x="166" y="76"/>
                    </a:cubicBezTo>
                    <a:cubicBezTo>
                      <a:pt x="166" y="72"/>
                      <a:pt x="168" y="69"/>
                      <a:pt x="171" y="68"/>
                    </a:cubicBezTo>
                    <a:cubicBezTo>
                      <a:pt x="172" y="67"/>
                      <a:pt x="173" y="65"/>
                      <a:pt x="174" y="64"/>
                    </a:cubicBezTo>
                    <a:cubicBezTo>
                      <a:pt x="176" y="60"/>
                      <a:pt x="178" y="54"/>
                      <a:pt x="180" y="50"/>
                    </a:cubicBezTo>
                    <a:cubicBezTo>
                      <a:pt x="181" y="48"/>
                      <a:pt x="181" y="47"/>
                      <a:pt x="182" y="45"/>
                    </a:cubicBezTo>
                    <a:cubicBezTo>
                      <a:pt x="183" y="41"/>
                      <a:pt x="184" y="38"/>
                      <a:pt x="185" y="34"/>
                    </a:cubicBezTo>
                    <a:cubicBezTo>
                      <a:pt x="185" y="33"/>
                      <a:pt x="185" y="32"/>
                      <a:pt x="185" y="30"/>
                    </a:cubicBezTo>
                    <a:lnTo>
                      <a:pt x="185" y="29"/>
                    </a:lnTo>
                    <a:cubicBezTo>
                      <a:pt x="185" y="28"/>
                      <a:pt x="185" y="27"/>
                      <a:pt x="185" y="27"/>
                    </a:cubicBezTo>
                    <a:lnTo>
                      <a:pt x="185" y="26"/>
                    </a:lnTo>
                    <a:cubicBezTo>
                      <a:pt x="185" y="25"/>
                      <a:pt x="185" y="25"/>
                      <a:pt x="184" y="25"/>
                    </a:cubicBezTo>
                    <a:lnTo>
                      <a:pt x="184" y="24"/>
                    </a:lnTo>
                    <a:cubicBezTo>
                      <a:pt x="184" y="23"/>
                      <a:pt x="183" y="23"/>
                      <a:pt x="183" y="23"/>
                    </a:cubicBezTo>
                    <a:cubicBezTo>
                      <a:pt x="182" y="23"/>
                      <a:pt x="182" y="22"/>
                      <a:pt x="182" y="22"/>
                    </a:cubicBezTo>
                    <a:lnTo>
                      <a:pt x="181" y="22"/>
                    </a:lnTo>
                    <a:cubicBezTo>
                      <a:pt x="180" y="22"/>
                      <a:pt x="179" y="23"/>
                      <a:pt x="178" y="23"/>
                    </a:cubicBezTo>
                    <a:lnTo>
                      <a:pt x="177" y="24"/>
                    </a:lnTo>
                    <a:cubicBezTo>
                      <a:pt x="175" y="25"/>
                      <a:pt x="174" y="26"/>
                      <a:pt x="173" y="27"/>
                    </a:cubicBezTo>
                    <a:cubicBezTo>
                      <a:pt x="171" y="28"/>
                      <a:pt x="171" y="29"/>
                      <a:pt x="170" y="29"/>
                    </a:cubicBezTo>
                    <a:cubicBezTo>
                      <a:pt x="170" y="29"/>
                      <a:pt x="170" y="30"/>
                      <a:pt x="169" y="30"/>
                    </a:cubicBezTo>
                    <a:cubicBezTo>
                      <a:pt x="168" y="32"/>
                      <a:pt x="167" y="34"/>
                      <a:pt x="166" y="36"/>
                    </a:cubicBezTo>
                    <a:cubicBezTo>
                      <a:pt x="164" y="40"/>
                      <a:pt x="162" y="44"/>
                      <a:pt x="160" y="48"/>
                    </a:cubicBezTo>
                    <a:cubicBezTo>
                      <a:pt x="156" y="60"/>
                      <a:pt x="153" y="71"/>
                      <a:pt x="150" y="82"/>
                    </a:cubicBezTo>
                    <a:cubicBezTo>
                      <a:pt x="150" y="88"/>
                      <a:pt x="149" y="93"/>
                      <a:pt x="148" y="98"/>
                    </a:cubicBezTo>
                    <a:cubicBezTo>
                      <a:pt x="147" y="101"/>
                      <a:pt x="146" y="106"/>
                      <a:pt x="146" y="109"/>
                    </a:cubicBezTo>
                    <a:cubicBezTo>
                      <a:pt x="145" y="111"/>
                      <a:pt x="145" y="112"/>
                      <a:pt x="145" y="114"/>
                    </a:cubicBezTo>
                    <a:cubicBezTo>
                      <a:pt x="144" y="120"/>
                      <a:pt x="143" y="125"/>
                      <a:pt x="143" y="131"/>
                    </a:cubicBezTo>
                    <a:cubicBezTo>
                      <a:pt x="142" y="136"/>
                      <a:pt x="142" y="142"/>
                      <a:pt x="141" y="148"/>
                    </a:cubicBezTo>
                    <a:cubicBezTo>
                      <a:pt x="139" y="160"/>
                      <a:pt x="138" y="172"/>
                      <a:pt x="137" y="184"/>
                    </a:cubicBezTo>
                    <a:lnTo>
                      <a:pt x="137" y="183"/>
                    </a:lnTo>
                    <a:cubicBezTo>
                      <a:pt x="135" y="206"/>
                      <a:pt x="132" y="228"/>
                      <a:pt x="129" y="251"/>
                    </a:cubicBezTo>
                    <a:cubicBezTo>
                      <a:pt x="129" y="255"/>
                      <a:pt x="128" y="260"/>
                      <a:pt x="127" y="265"/>
                    </a:cubicBezTo>
                    <a:cubicBezTo>
                      <a:pt x="126" y="273"/>
                      <a:pt x="125" y="282"/>
                      <a:pt x="123" y="290"/>
                    </a:cubicBezTo>
                    <a:cubicBezTo>
                      <a:pt x="120" y="305"/>
                      <a:pt x="114" y="319"/>
                      <a:pt x="106" y="332"/>
                    </a:cubicBezTo>
                    <a:cubicBezTo>
                      <a:pt x="99" y="344"/>
                      <a:pt x="90" y="356"/>
                      <a:pt x="80" y="365"/>
                    </a:cubicBezTo>
                    <a:cubicBezTo>
                      <a:pt x="75" y="369"/>
                      <a:pt x="70" y="373"/>
                      <a:pt x="65" y="376"/>
                    </a:cubicBezTo>
                    <a:cubicBezTo>
                      <a:pt x="61" y="378"/>
                      <a:pt x="55" y="379"/>
                      <a:pt x="51" y="379"/>
                    </a:cubicBezTo>
                    <a:cubicBezTo>
                      <a:pt x="50" y="379"/>
                      <a:pt x="48" y="379"/>
                      <a:pt x="47" y="3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9" name="Google Shape;3549;p40"/>
              <p:cNvSpPr/>
              <p:nvPr/>
            </p:nvSpPr>
            <p:spPr>
              <a:xfrm>
                <a:off x="276120" y="4002120"/>
                <a:ext cx="33120" cy="13680"/>
              </a:xfrm>
              <a:custGeom>
                <a:avLst/>
                <a:gdLst/>
                <a:ahLst/>
                <a:cxnLst/>
                <a:rect l="l" t="t" r="r" b="b"/>
                <a:pathLst>
                  <a:path w="92" h="38" extrusionOk="0">
                    <a:moveTo>
                      <a:pt x="11" y="37"/>
                    </a:moveTo>
                    <a:cubicBezTo>
                      <a:pt x="10" y="36"/>
                      <a:pt x="8" y="36"/>
                      <a:pt x="7" y="35"/>
                    </a:cubicBezTo>
                    <a:cubicBezTo>
                      <a:pt x="4" y="34"/>
                      <a:pt x="1" y="31"/>
                      <a:pt x="1" y="28"/>
                    </a:cubicBezTo>
                    <a:cubicBezTo>
                      <a:pt x="0" y="24"/>
                      <a:pt x="1" y="20"/>
                      <a:pt x="3" y="18"/>
                    </a:cubicBezTo>
                    <a:cubicBezTo>
                      <a:pt x="4" y="16"/>
                      <a:pt x="6" y="15"/>
                      <a:pt x="8" y="14"/>
                    </a:cubicBezTo>
                    <a:cubicBezTo>
                      <a:pt x="10" y="13"/>
                      <a:pt x="13" y="12"/>
                      <a:pt x="15" y="11"/>
                    </a:cubicBezTo>
                    <a:cubicBezTo>
                      <a:pt x="21" y="9"/>
                      <a:pt x="27" y="8"/>
                      <a:pt x="33" y="7"/>
                    </a:cubicBezTo>
                    <a:cubicBezTo>
                      <a:pt x="39" y="6"/>
                      <a:pt x="45" y="5"/>
                      <a:pt x="50" y="5"/>
                    </a:cubicBezTo>
                    <a:cubicBezTo>
                      <a:pt x="60" y="3"/>
                      <a:pt x="70" y="2"/>
                      <a:pt x="80" y="0"/>
                    </a:cubicBezTo>
                    <a:cubicBezTo>
                      <a:pt x="85" y="0"/>
                      <a:pt x="90" y="4"/>
                      <a:pt x="91" y="9"/>
                    </a:cubicBezTo>
                    <a:cubicBezTo>
                      <a:pt x="91" y="15"/>
                      <a:pt x="87" y="20"/>
                      <a:pt x="82" y="20"/>
                    </a:cubicBezTo>
                    <a:cubicBezTo>
                      <a:pt x="73" y="22"/>
                      <a:pt x="64" y="23"/>
                      <a:pt x="55" y="25"/>
                    </a:cubicBezTo>
                    <a:cubicBezTo>
                      <a:pt x="50" y="26"/>
                      <a:pt x="44" y="27"/>
                      <a:pt x="39" y="28"/>
                    </a:cubicBezTo>
                    <a:cubicBezTo>
                      <a:pt x="33" y="29"/>
                      <a:pt x="28" y="30"/>
                      <a:pt x="22" y="31"/>
                    </a:cubicBezTo>
                    <a:cubicBezTo>
                      <a:pt x="21" y="35"/>
                      <a:pt x="17" y="37"/>
                      <a:pt x="13" y="37"/>
                    </a:cubicBezTo>
                    <a:cubicBezTo>
                      <a:pt x="13" y="37"/>
                      <a:pt x="12" y="37"/>
                      <a:pt x="11" y="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0" name="Google Shape;3550;p40"/>
              <p:cNvSpPr/>
              <p:nvPr/>
            </p:nvSpPr>
            <p:spPr>
              <a:xfrm>
                <a:off x="334800" y="3932280"/>
                <a:ext cx="30240" cy="114120"/>
              </a:xfrm>
              <a:custGeom>
                <a:avLst/>
                <a:gdLst/>
                <a:ahLst/>
                <a:cxnLst/>
                <a:rect l="l" t="t" r="r" b="b"/>
                <a:pathLst>
                  <a:path w="84" h="317" extrusionOk="0">
                    <a:moveTo>
                      <a:pt x="45" y="313"/>
                    </a:moveTo>
                    <a:cubicBezTo>
                      <a:pt x="41" y="308"/>
                      <a:pt x="37" y="303"/>
                      <a:pt x="33" y="298"/>
                    </a:cubicBezTo>
                    <a:cubicBezTo>
                      <a:pt x="28" y="291"/>
                      <a:pt x="25" y="284"/>
                      <a:pt x="22" y="277"/>
                    </a:cubicBezTo>
                    <a:cubicBezTo>
                      <a:pt x="19" y="271"/>
                      <a:pt x="17" y="264"/>
                      <a:pt x="15" y="257"/>
                    </a:cubicBezTo>
                    <a:cubicBezTo>
                      <a:pt x="13" y="252"/>
                      <a:pt x="12" y="246"/>
                      <a:pt x="11" y="240"/>
                    </a:cubicBezTo>
                    <a:cubicBezTo>
                      <a:pt x="9" y="234"/>
                      <a:pt x="8" y="227"/>
                      <a:pt x="7" y="221"/>
                    </a:cubicBezTo>
                    <a:cubicBezTo>
                      <a:pt x="6" y="214"/>
                      <a:pt x="5" y="208"/>
                      <a:pt x="4" y="202"/>
                    </a:cubicBezTo>
                    <a:cubicBezTo>
                      <a:pt x="2" y="190"/>
                      <a:pt x="0" y="179"/>
                      <a:pt x="0" y="168"/>
                    </a:cubicBezTo>
                    <a:cubicBezTo>
                      <a:pt x="0" y="153"/>
                      <a:pt x="2" y="137"/>
                      <a:pt x="6" y="123"/>
                    </a:cubicBezTo>
                    <a:cubicBezTo>
                      <a:pt x="10" y="104"/>
                      <a:pt x="16" y="84"/>
                      <a:pt x="24" y="66"/>
                    </a:cubicBezTo>
                    <a:cubicBezTo>
                      <a:pt x="28" y="58"/>
                      <a:pt x="32" y="49"/>
                      <a:pt x="37" y="41"/>
                    </a:cubicBezTo>
                    <a:cubicBezTo>
                      <a:pt x="40" y="36"/>
                      <a:pt x="44" y="31"/>
                      <a:pt x="47" y="26"/>
                    </a:cubicBezTo>
                    <a:cubicBezTo>
                      <a:pt x="51" y="20"/>
                      <a:pt x="55" y="15"/>
                      <a:pt x="59" y="10"/>
                    </a:cubicBezTo>
                    <a:cubicBezTo>
                      <a:pt x="60" y="9"/>
                      <a:pt x="60" y="7"/>
                      <a:pt x="61" y="7"/>
                    </a:cubicBezTo>
                    <a:cubicBezTo>
                      <a:pt x="65" y="2"/>
                      <a:pt x="71" y="0"/>
                      <a:pt x="76" y="3"/>
                    </a:cubicBezTo>
                    <a:cubicBezTo>
                      <a:pt x="81" y="6"/>
                      <a:pt x="83" y="13"/>
                      <a:pt x="80" y="19"/>
                    </a:cubicBezTo>
                    <a:cubicBezTo>
                      <a:pt x="77" y="23"/>
                      <a:pt x="73" y="27"/>
                      <a:pt x="70" y="31"/>
                    </a:cubicBezTo>
                    <a:cubicBezTo>
                      <a:pt x="66" y="37"/>
                      <a:pt x="62" y="42"/>
                      <a:pt x="58" y="48"/>
                    </a:cubicBezTo>
                    <a:cubicBezTo>
                      <a:pt x="58" y="47"/>
                      <a:pt x="58" y="46"/>
                      <a:pt x="58" y="46"/>
                    </a:cubicBezTo>
                    <a:cubicBezTo>
                      <a:pt x="55" y="52"/>
                      <a:pt x="51" y="57"/>
                      <a:pt x="48" y="62"/>
                    </a:cubicBezTo>
                    <a:cubicBezTo>
                      <a:pt x="44" y="71"/>
                      <a:pt x="40" y="80"/>
                      <a:pt x="37" y="89"/>
                    </a:cubicBezTo>
                    <a:lnTo>
                      <a:pt x="37" y="88"/>
                    </a:lnTo>
                    <a:cubicBezTo>
                      <a:pt x="34" y="96"/>
                      <a:pt x="31" y="104"/>
                      <a:pt x="28" y="113"/>
                    </a:cubicBezTo>
                    <a:cubicBezTo>
                      <a:pt x="27" y="119"/>
                      <a:pt x="25" y="126"/>
                      <a:pt x="23" y="133"/>
                    </a:cubicBezTo>
                    <a:cubicBezTo>
                      <a:pt x="22" y="139"/>
                      <a:pt x="21" y="144"/>
                      <a:pt x="21" y="150"/>
                    </a:cubicBezTo>
                    <a:cubicBezTo>
                      <a:pt x="20" y="158"/>
                      <a:pt x="20" y="168"/>
                      <a:pt x="20" y="176"/>
                    </a:cubicBezTo>
                    <a:cubicBezTo>
                      <a:pt x="21" y="190"/>
                      <a:pt x="24" y="203"/>
                      <a:pt x="25" y="216"/>
                    </a:cubicBezTo>
                    <a:cubicBezTo>
                      <a:pt x="27" y="221"/>
                      <a:pt x="28" y="227"/>
                      <a:pt x="29" y="232"/>
                    </a:cubicBezTo>
                    <a:cubicBezTo>
                      <a:pt x="31" y="241"/>
                      <a:pt x="32" y="249"/>
                      <a:pt x="35" y="257"/>
                    </a:cubicBezTo>
                    <a:cubicBezTo>
                      <a:pt x="37" y="263"/>
                      <a:pt x="39" y="268"/>
                      <a:pt x="42" y="273"/>
                    </a:cubicBezTo>
                    <a:cubicBezTo>
                      <a:pt x="41" y="273"/>
                      <a:pt x="41" y="273"/>
                      <a:pt x="41" y="272"/>
                    </a:cubicBezTo>
                    <a:cubicBezTo>
                      <a:pt x="43" y="277"/>
                      <a:pt x="45" y="281"/>
                      <a:pt x="48" y="285"/>
                    </a:cubicBezTo>
                    <a:cubicBezTo>
                      <a:pt x="51" y="288"/>
                      <a:pt x="53" y="292"/>
                      <a:pt x="56" y="295"/>
                    </a:cubicBezTo>
                    <a:lnTo>
                      <a:pt x="55" y="295"/>
                    </a:lnTo>
                    <a:cubicBezTo>
                      <a:pt x="57" y="296"/>
                      <a:pt x="58" y="298"/>
                      <a:pt x="60" y="299"/>
                    </a:cubicBezTo>
                    <a:cubicBezTo>
                      <a:pt x="63" y="303"/>
                      <a:pt x="63" y="310"/>
                      <a:pt x="59" y="314"/>
                    </a:cubicBezTo>
                    <a:cubicBezTo>
                      <a:pt x="58" y="316"/>
                      <a:pt x="55" y="316"/>
                      <a:pt x="52" y="316"/>
                    </a:cubicBezTo>
                    <a:cubicBezTo>
                      <a:pt x="49" y="316"/>
                      <a:pt x="47" y="316"/>
                      <a:pt x="45" y="3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1" name="Google Shape;3551;p40"/>
              <p:cNvSpPr/>
              <p:nvPr/>
            </p:nvSpPr>
            <p:spPr>
              <a:xfrm>
                <a:off x="383760" y="3972960"/>
                <a:ext cx="38880" cy="54720"/>
              </a:xfrm>
              <a:custGeom>
                <a:avLst/>
                <a:gdLst/>
                <a:ahLst/>
                <a:cxnLst/>
                <a:rect l="l" t="t" r="r" b="b"/>
                <a:pathLst>
                  <a:path w="108" h="152" extrusionOk="0">
                    <a:moveTo>
                      <a:pt x="91" y="150"/>
                    </a:moveTo>
                    <a:cubicBezTo>
                      <a:pt x="86" y="146"/>
                      <a:pt x="81" y="143"/>
                      <a:pt x="77" y="139"/>
                    </a:cubicBezTo>
                    <a:cubicBezTo>
                      <a:pt x="74" y="136"/>
                      <a:pt x="71" y="133"/>
                      <a:pt x="68" y="130"/>
                    </a:cubicBezTo>
                    <a:cubicBezTo>
                      <a:pt x="64" y="127"/>
                      <a:pt x="61" y="123"/>
                      <a:pt x="58" y="120"/>
                    </a:cubicBezTo>
                    <a:cubicBezTo>
                      <a:pt x="51" y="112"/>
                      <a:pt x="44" y="105"/>
                      <a:pt x="38" y="97"/>
                    </a:cubicBezTo>
                    <a:cubicBezTo>
                      <a:pt x="29" y="85"/>
                      <a:pt x="20" y="73"/>
                      <a:pt x="13" y="59"/>
                    </a:cubicBezTo>
                    <a:cubicBezTo>
                      <a:pt x="10" y="54"/>
                      <a:pt x="8" y="48"/>
                      <a:pt x="5" y="42"/>
                    </a:cubicBezTo>
                    <a:cubicBezTo>
                      <a:pt x="3" y="35"/>
                      <a:pt x="1" y="29"/>
                      <a:pt x="1" y="23"/>
                    </a:cubicBezTo>
                    <a:cubicBezTo>
                      <a:pt x="0" y="17"/>
                      <a:pt x="1" y="12"/>
                      <a:pt x="4" y="6"/>
                    </a:cubicBezTo>
                    <a:cubicBezTo>
                      <a:pt x="6" y="3"/>
                      <a:pt x="10" y="1"/>
                      <a:pt x="15" y="0"/>
                    </a:cubicBezTo>
                    <a:cubicBezTo>
                      <a:pt x="21" y="0"/>
                      <a:pt x="25" y="6"/>
                      <a:pt x="25" y="12"/>
                    </a:cubicBezTo>
                    <a:cubicBezTo>
                      <a:pt x="25" y="15"/>
                      <a:pt x="24" y="17"/>
                      <a:pt x="22" y="20"/>
                    </a:cubicBezTo>
                    <a:lnTo>
                      <a:pt x="22" y="21"/>
                    </a:lnTo>
                    <a:cubicBezTo>
                      <a:pt x="22" y="22"/>
                      <a:pt x="22" y="24"/>
                      <a:pt x="22" y="25"/>
                    </a:cubicBezTo>
                    <a:cubicBezTo>
                      <a:pt x="23" y="27"/>
                      <a:pt x="24" y="30"/>
                      <a:pt x="24" y="31"/>
                    </a:cubicBezTo>
                    <a:lnTo>
                      <a:pt x="24" y="30"/>
                    </a:lnTo>
                    <a:cubicBezTo>
                      <a:pt x="26" y="37"/>
                      <a:pt x="29" y="44"/>
                      <a:pt x="32" y="50"/>
                    </a:cubicBezTo>
                    <a:cubicBezTo>
                      <a:pt x="34" y="55"/>
                      <a:pt x="36" y="59"/>
                      <a:pt x="39" y="63"/>
                    </a:cubicBezTo>
                    <a:lnTo>
                      <a:pt x="38" y="62"/>
                    </a:lnTo>
                    <a:cubicBezTo>
                      <a:pt x="44" y="71"/>
                      <a:pt x="50" y="80"/>
                      <a:pt x="57" y="88"/>
                    </a:cubicBezTo>
                    <a:cubicBezTo>
                      <a:pt x="62" y="94"/>
                      <a:pt x="67" y="100"/>
                      <a:pt x="72" y="105"/>
                    </a:cubicBezTo>
                    <a:cubicBezTo>
                      <a:pt x="77" y="111"/>
                      <a:pt x="82" y="116"/>
                      <a:pt x="87" y="121"/>
                    </a:cubicBezTo>
                    <a:cubicBezTo>
                      <a:pt x="90" y="123"/>
                      <a:pt x="93" y="126"/>
                      <a:pt x="96" y="129"/>
                    </a:cubicBezTo>
                    <a:cubicBezTo>
                      <a:pt x="98" y="130"/>
                      <a:pt x="100" y="131"/>
                      <a:pt x="101" y="132"/>
                    </a:cubicBezTo>
                    <a:cubicBezTo>
                      <a:pt x="106" y="135"/>
                      <a:pt x="107" y="141"/>
                      <a:pt x="104" y="146"/>
                    </a:cubicBezTo>
                    <a:cubicBezTo>
                      <a:pt x="103" y="149"/>
                      <a:pt x="99" y="151"/>
                      <a:pt x="96" y="151"/>
                    </a:cubicBezTo>
                    <a:cubicBezTo>
                      <a:pt x="94" y="151"/>
                      <a:pt x="92" y="151"/>
                      <a:pt x="91" y="1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2" name="Google Shape;3552;p40"/>
              <p:cNvSpPr/>
              <p:nvPr/>
            </p:nvSpPr>
            <p:spPr>
              <a:xfrm>
                <a:off x="385560" y="3981960"/>
                <a:ext cx="39240" cy="4284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119" extrusionOk="0">
                    <a:moveTo>
                      <a:pt x="10" y="118"/>
                    </a:moveTo>
                    <a:cubicBezTo>
                      <a:pt x="5" y="118"/>
                      <a:pt x="0" y="114"/>
                      <a:pt x="0" y="108"/>
                    </a:cubicBezTo>
                    <a:cubicBezTo>
                      <a:pt x="0" y="105"/>
                      <a:pt x="0" y="103"/>
                      <a:pt x="0" y="100"/>
                    </a:cubicBezTo>
                    <a:cubicBezTo>
                      <a:pt x="0" y="97"/>
                      <a:pt x="2" y="94"/>
                      <a:pt x="3" y="91"/>
                    </a:cubicBezTo>
                    <a:cubicBezTo>
                      <a:pt x="5" y="84"/>
                      <a:pt x="7" y="78"/>
                      <a:pt x="11" y="72"/>
                    </a:cubicBezTo>
                    <a:cubicBezTo>
                      <a:pt x="17" y="59"/>
                      <a:pt x="24" y="48"/>
                      <a:pt x="33" y="37"/>
                    </a:cubicBezTo>
                    <a:cubicBezTo>
                      <a:pt x="37" y="33"/>
                      <a:pt x="41" y="28"/>
                      <a:pt x="45" y="24"/>
                    </a:cubicBezTo>
                    <a:cubicBezTo>
                      <a:pt x="50" y="19"/>
                      <a:pt x="55" y="16"/>
                      <a:pt x="60" y="12"/>
                    </a:cubicBezTo>
                    <a:cubicBezTo>
                      <a:pt x="66" y="9"/>
                      <a:pt x="72" y="6"/>
                      <a:pt x="77" y="4"/>
                    </a:cubicBezTo>
                    <a:cubicBezTo>
                      <a:pt x="83" y="2"/>
                      <a:pt x="89" y="1"/>
                      <a:pt x="95" y="1"/>
                    </a:cubicBezTo>
                    <a:cubicBezTo>
                      <a:pt x="101" y="0"/>
                      <a:pt x="106" y="5"/>
                      <a:pt x="107" y="10"/>
                    </a:cubicBezTo>
                    <a:cubicBezTo>
                      <a:pt x="108" y="16"/>
                      <a:pt x="103" y="22"/>
                      <a:pt x="97" y="23"/>
                    </a:cubicBezTo>
                    <a:cubicBezTo>
                      <a:pt x="94" y="23"/>
                      <a:pt x="91" y="23"/>
                      <a:pt x="88" y="24"/>
                    </a:cubicBezTo>
                    <a:cubicBezTo>
                      <a:pt x="87" y="24"/>
                      <a:pt x="85" y="24"/>
                      <a:pt x="83" y="25"/>
                    </a:cubicBezTo>
                    <a:cubicBezTo>
                      <a:pt x="81" y="26"/>
                      <a:pt x="80" y="26"/>
                      <a:pt x="78" y="27"/>
                    </a:cubicBezTo>
                    <a:cubicBezTo>
                      <a:pt x="74" y="29"/>
                      <a:pt x="71" y="31"/>
                      <a:pt x="68" y="33"/>
                    </a:cubicBezTo>
                    <a:cubicBezTo>
                      <a:pt x="66" y="34"/>
                      <a:pt x="64" y="35"/>
                      <a:pt x="62" y="37"/>
                    </a:cubicBezTo>
                    <a:cubicBezTo>
                      <a:pt x="59" y="40"/>
                      <a:pt x="56" y="42"/>
                      <a:pt x="53" y="45"/>
                    </a:cubicBezTo>
                    <a:cubicBezTo>
                      <a:pt x="50" y="49"/>
                      <a:pt x="46" y="54"/>
                      <a:pt x="43" y="59"/>
                    </a:cubicBezTo>
                    <a:cubicBezTo>
                      <a:pt x="38" y="65"/>
                      <a:pt x="34" y="71"/>
                      <a:pt x="31" y="78"/>
                    </a:cubicBezTo>
                    <a:cubicBezTo>
                      <a:pt x="28" y="83"/>
                      <a:pt x="25" y="89"/>
                      <a:pt x="24" y="94"/>
                    </a:cubicBezTo>
                    <a:cubicBezTo>
                      <a:pt x="23" y="96"/>
                      <a:pt x="22" y="99"/>
                      <a:pt x="21" y="101"/>
                    </a:cubicBezTo>
                    <a:cubicBezTo>
                      <a:pt x="21" y="103"/>
                      <a:pt x="21" y="104"/>
                      <a:pt x="21" y="105"/>
                    </a:cubicBezTo>
                    <a:cubicBezTo>
                      <a:pt x="21" y="104"/>
                      <a:pt x="21" y="104"/>
                      <a:pt x="21" y="103"/>
                    </a:cubicBezTo>
                    <a:cubicBezTo>
                      <a:pt x="21" y="105"/>
                      <a:pt x="21" y="107"/>
                      <a:pt x="21" y="108"/>
                    </a:cubicBezTo>
                    <a:cubicBezTo>
                      <a:pt x="21" y="114"/>
                      <a:pt x="16" y="118"/>
                      <a:pt x="10" y="11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3" name="Google Shape;3553;p40"/>
              <p:cNvSpPr/>
              <p:nvPr/>
            </p:nvSpPr>
            <p:spPr>
              <a:xfrm>
                <a:off x="435600" y="3951360"/>
                <a:ext cx="28800" cy="114840"/>
              </a:xfrm>
              <a:custGeom>
                <a:avLst/>
                <a:gdLst/>
                <a:ahLst/>
                <a:cxnLst/>
                <a:rect l="l" t="t" r="r" b="b"/>
                <a:pathLst>
                  <a:path w="80" h="319" extrusionOk="0">
                    <a:moveTo>
                      <a:pt x="5" y="316"/>
                    </a:moveTo>
                    <a:cubicBezTo>
                      <a:pt x="1" y="312"/>
                      <a:pt x="0" y="306"/>
                      <a:pt x="4" y="301"/>
                    </a:cubicBezTo>
                    <a:cubicBezTo>
                      <a:pt x="9" y="295"/>
                      <a:pt x="14" y="289"/>
                      <a:pt x="19" y="282"/>
                    </a:cubicBezTo>
                    <a:cubicBezTo>
                      <a:pt x="21" y="280"/>
                      <a:pt x="23" y="277"/>
                      <a:pt x="25" y="274"/>
                    </a:cubicBezTo>
                    <a:cubicBezTo>
                      <a:pt x="27" y="271"/>
                      <a:pt x="29" y="268"/>
                      <a:pt x="30" y="265"/>
                    </a:cubicBezTo>
                    <a:cubicBezTo>
                      <a:pt x="33" y="259"/>
                      <a:pt x="36" y="253"/>
                      <a:pt x="40" y="248"/>
                    </a:cubicBezTo>
                    <a:cubicBezTo>
                      <a:pt x="42" y="243"/>
                      <a:pt x="44" y="238"/>
                      <a:pt x="47" y="232"/>
                    </a:cubicBezTo>
                    <a:cubicBezTo>
                      <a:pt x="49" y="225"/>
                      <a:pt x="51" y="218"/>
                      <a:pt x="53" y="211"/>
                    </a:cubicBezTo>
                    <a:cubicBezTo>
                      <a:pt x="55" y="199"/>
                      <a:pt x="57" y="186"/>
                      <a:pt x="58" y="174"/>
                    </a:cubicBezTo>
                    <a:lnTo>
                      <a:pt x="58" y="175"/>
                    </a:lnTo>
                    <a:cubicBezTo>
                      <a:pt x="59" y="161"/>
                      <a:pt x="60" y="148"/>
                      <a:pt x="59" y="135"/>
                    </a:cubicBezTo>
                    <a:cubicBezTo>
                      <a:pt x="58" y="127"/>
                      <a:pt x="58" y="120"/>
                      <a:pt x="57" y="112"/>
                    </a:cubicBezTo>
                    <a:cubicBezTo>
                      <a:pt x="56" y="109"/>
                      <a:pt x="55" y="105"/>
                      <a:pt x="55" y="101"/>
                    </a:cubicBezTo>
                    <a:cubicBezTo>
                      <a:pt x="54" y="95"/>
                      <a:pt x="53" y="89"/>
                      <a:pt x="51" y="83"/>
                    </a:cubicBezTo>
                    <a:lnTo>
                      <a:pt x="51" y="82"/>
                    </a:lnTo>
                    <a:cubicBezTo>
                      <a:pt x="49" y="72"/>
                      <a:pt x="47" y="61"/>
                      <a:pt x="45" y="51"/>
                    </a:cubicBezTo>
                    <a:cubicBezTo>
                      <a:pt x="44" y="45"/>
                      <a:pt x="43" y="38"/>
                      <a:pt x="41" y="33"/>
                    </a:cubicBezTo>
                    <a:cubicBezTo>
                      <a:pt x="41" y="28"/>
                      <a:pt x="40" y="24"/>
                      <a:pt x="40" y="20"/>
                    </a:cubicBezTo>
                    <a:cubicBezTo>
                      <a:pt x="40" y="18"/>
                      <a:pt x="40" y="16"/>
                      <a:pt x="40" y="14"/>
                    </a:cubicBezTo>
                    <a:cubicBezTo>
                      <a:pt x="40" y="13"/>
                      <a:pt x="40" y="12"/>
                      <a:pt x="41" y="10"/>
                    </a:cubicBezTo>
                    <a:cubicBezTo>
                      <a:pt x="41" y="7"/>
                      <a:pt x="43" y="5"/>
                      <a:pt x="46" y="3"/>
                    </a:cubicBezTo>
                    <a:cubicBezTo>
                      <a:pt x="48" y="1"/>
                      <a:pt x="53" y="0"/>
                      <a:pt x="57" y="2"/>
                    </a:cubicBezTo>
                    <a:cubicBezTo>
                      <a:pt x="58" y="3"/>
                      <a:pt x="59" y="3"/>
                      <a:pt x="60" y="5"/>
                    </a:cubicBezTo>
                    <a:cubicBezTo>
                      <a:pt x="65" y="8"/>
                      <a:pt x="66" y="16"/>
                      <a:pt x="62" y="20"/>
                    </a:cubicBezTo>
                    <a:lnTo>
                      <a:pt x="62" y="21"/>
                    </a:lnTo>
                    <a:cubicBezTo>
                      <a:pt x="62" y="26"/>
                      <a:pt x="63" y="31"/>
                      <a:pt x="64" y="35"/>
                    </a:cubicBezTo>
                    <a:cubicBezTo>
                      <a:pt x="64" y="41"/>
                      <a:pt x="65" y="47"/>
                      <a:pt x="67" y="53"/>
                    </a:cubicBezTo>
                    <a:cubicBezTo>
                      <a:pt x="67" y="52"/>
                      <a:pt x="67" y="52"/>
                      <a:pt x="67" y="52"/>
                    </a:cubicBezTo>
                    <a:lnTo>
                      <a:pt x="67" y="53"/>
                    </a:lnTo>
                    <a:cubicBezTo>
                      <a:pt x="67" y="55"/>
                      <a:pt x="67" y="57"/>
                      <a:pt x="68" y="59"/>
                    </a:cubicBezTo>
                    <a:cubicBezTo>
                      <a:pt x="68" y="59"/>
                      <a:pt x="68" y="58"/>
                      <a:pt x="67" y="58"/>
                    </a:cubicBezTo>
                    <a:cubicBezTo>
                      <a:pt x="68" y="59"/>
                      <a:pt x="68" y="60"/>
                      <a:pt x="68" y="62"/>
                    </a:cubicBezTo>
                    <a:cubicBezTo>
                      <a:pt x="68" y="62"/>
                      <a:pt x="68" y="61"/>
                      <a:pt x="68" y="60"/>
                    </a:cubicBezTo>
                    <a:cubicBezTo>
                      <a:pt x="68" y="62"/>
                      <a:pt x="68" y="63"/>
                      <a:pt x="68" y="63"/>
                    </a:cubicBezTo>
                    <a:cubicBezTo>
                      <a:pt x="69" y="65"/>
                      <a:pt x="69" y="66"/>
                      <a:pt x="69" y="67"/>
                    </a:cubicBezTo>
                    <a:cubicBezTo>
                      <a:pt x="69" y="67"/>
                      <a:pt x="69" y="68"/>
                      <a:pt x="69" y="69"/>
                    </a:cubicBezTo>
                    <a:cubicBezTo>
                      <a:pt x="69" y="70"/>
                      <a:pt x="70" y="72"/>
                      <a:pt x="70" y="73"/>
                    </a:cubicBezTo>
                    <a:lnTo>
                      <a:pt x="70" y="72"/>
                    </a:lnTo>
                    <a:cubicBezTo>
                      <a:pt x="71" y="74"/>
                      <a:pt x="71" y="76"/>
                      <a:pt x="71" y="77"/>
                    </a:cubicBezTo>
                    <a:lnTo>
                      <a:pt x="71" y="76"/>
                    </a:lnTo>
                    <a:cubicBezTo>
                      <a:pt x="71" y="77"/>
                      <a:pt x="71" y="78"/>
                      <a:pt x="71" y="79"/>
                    </a:cubicBezTo>
                    <a:lnTo>
                      <a:pt x="71" y="78"/>
                    </a:lnTo>
                    <a:cubicBezTo>
                      <a:pt x="72" y="83"/>
                      <a:pt x="72" y="88"/>
                      <a:pt x="73" y="93"/>
                    </a:cubicBezTo>
                    <a:cubicBezTo>
                      <a:pt x="75" y="101"/>
                      <a:pt x="76" y="108"/>
                      <a:pt x="77" y="116"/>
                    </a:cubicBezTo>
                    <a:cubicBezTo>
                      <a:pt x="78" y="131"/>
                      <a:pt x="79" y="146"/>
                      <a:pt x="78" y="160"/>
                    </a:cubicBezTo>
                    <a:cubicBezTo>
                      <a:pt x="77" y="175"/>
                      <a:pt x="75" y="190"/>
                      <a:pt x="73" y="206"/>
                    </a:cubicBezTo>
                    <a:cubicBezTo>
                      <a:pt x="70" y="220"/>
                      <a:pt x="67" y="233"/>
                      <a:pt x="61" y="246"/>
                    </a:cubicBezTo>
                    <a:cubicBezTo>
                      <a:pt x="58" y="253"/>
                      <a:pt x="54" y="261"/>
                      <a:pt x="50" y="268"/>
                    </a:cubicBezTo>
                    <a:cubicBezTo>
                      <a:pt x="45" y="277"/>
                      <a:pt x="40" y="286"/>
                      <a:pt x="34" y="294"/>
                    </a:cubicBezTo>
                    <a:lnTo>
                      <a:pt x="34" y="293"/>
                    </a:lnTo>
                    <a:cubicBezTo>
                      <a:pt x="32" y="296"/>
                      <a:pt x="30" y="299"/>
                      <a:pt x="28" y="302"/>
                    </a:cubicBezTo>
                    <a:cubicBezTo>
                      <a:pt x="25" y="306"/>
                      <a:pt x="22" y="310"/>
                      <a:pt x="19" y="314"/>
                    </a:cubicBezTo>
                    <a:cubicBezTo>
                      <a:pt x="17" y="317"/>
                      <a:pt x="14" y="318"/>
                      <a:pt x="11" y="318"/>
                    </a:cubicBezTo>
                    <a:cubicBezTo>
                      <a:pt x="9" y="318"/>
                      <a:pt x="7" y="317"/>
                      <a:pt x="5" y="31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4" name="Google Shape;3554;p40"/>
              <p:cNvSpPr/>
              <p:nvPr/>
            </p:nvSpPr>
            <p:spPr>
              <a:xfrm>
                <a:off x="453600" y="3764880"/>
                <a:ext cx="82080" cy="133200"/>
              </a:xfrm>
              <a:custGeom>
                <a:avLst/>
                <a:gdLst/>
                <a:ahLst/>
                <a:cxnLst/>
                <a:rect l="l" t="t" r="r" b="b"/>
                <a:pathLst>
                  <a:path w="228" h="370" extrusionOk="0">
                    <a:moveTo>
                      <a:pt x="29" y="345"/>
                    </a:moveTo>
                    <a:cubicBezTo>
                      <a:pt x="30" y="344"/>
                      <a:pt x="31" y="342"/>
                      <a:pt x="32" y="339"/>
                    </a:cubicBezTo>
                    <a:cubicBezTo>
                      <a:pt x="33" y="336"/>
                      <a:pt x="34" y="332"/>
                      <a:pt x="35" y="330"/>
                    </a:cubicBezTo>
                    <a:lnTo>
                      <a:pt x="35" y="331"/>
                    </a:lnTo>
                    <a:cubicBezTo>
                      <a:pt x="36" y="327"/>
                      <a:pt x="37" y="323"/>
                      <a:pt x="38" y="319"/>
                    </a:cubicBezTo>
                    <a:cubicBezTo>
                      <a:pt x="39" y="314"/>
                      <a:pt x="40" y="309"/>
                      <a:pt x="42" y="304"/>
                    </a:cubicBezTo>
                    <a:cubicBezTo>
                      <a:pt x="42" y="299"/>
                      <a:pt x="43" y="294"/>
                      <a:pt x="44" y="289"/>
                    </a:cubicBezTo>
                    <a:cubicBezTo>
                      <a:pt x="45" y="283"/>
                      <a:pt x="46" y="278"/>
                      <a:pt x="46" y="274"/>
                    </a:cubicBezTo>
                    <a:cubicBezTo>
                      <a:pt x="48" y="264"/>
                      <a:pt x="49" y="255"/>
                      <a:pt x="50" y="246"/>
                    </a:cubicBezTo>
                    <a:cubicBezTo>
                      <a:pt x="52" y="229"/>
                      <a:pt x="54" y="211"/>
                      <a:pt x="56" y="194"/>
                    </a:cubicBezTo>
                    <a:cubicBezTo>
                      <a:pt x="54" y="196"/>
                      <a:pt x="52" y="198"/>
                      <a:pt x="50" y="201"/>
                    </a:cubicBezTo>
                    <a:cubicBezTo>
                      <a:pt x="46" y="207"/>
                      <a:pt x="42" y="214"/>
                      <a:pt x="38" y="221"/>
                    </a:cubicBezTo>
                    <a:cubicBezTo>
                      <a:pt x="38" y="220"/>
                      <a:pt x="39" y="220"/>
                      <a:pt x="39" y="219"/>
                    </a:cubicBezTo>
                    <a:cubicBezTo>
                      <a:pt x="35" y="226"/>
                      <a:pt x="32" y="233"/>
                      <a:pt x="29" y="240"/>
                    </a:cubicBezTo>
                    <a:lnTo>
                      <a:pt x="29" y="239"/>
                    </a:lnTo>
                    <a:cubicBezTo>
                      <a:pt x="29" y="240"/>
                      <a:pt x="29" y="240"/>
                      <a:pt x="29" y="240"/>
                    </a:cubicBezTo>
                    <a:cubicBezTo>
                      <a:pt x="26" y="247"/>
                      <a:pt x="25" y="255"/>
                      <a:pt x="23" y="263"/>
                    </a:cubicBezTo>
                    <a:cubicBezTo>
                      <a:pt x="22" y="267"/>
                      <a:pt x="21" y="272"/>
                      <a:pt x="20" y="278"/>
                    </a:cubicBezTo>
                    <a:lnTo>
                      <a:pt x="20" y="279"/>
                    </a:lnTo>
                    <a:lnTo>
                      <a:pt x="20" y="278"/>
                    </a:lnTo>
                    <a:cubicBezTo>
                      <a:pt x="19" y="288"/>
                      <a:pt x="19" y="299"/>
                      <a:pt x="20" y="309"/>
                    </a:cubicBezTo>
                    <a:cubicBezTo>
                      <a:pt x="20" y="313"/>
                      <a:pt x="21" y="318"/>
                      <a:pt x="21" y="323"/>
                    </a:cubicBezTo>
                    <a:cubicBezTo>
                      <a:pt x="22" y="327"/>
                      <a:pt x="23" y="330"/>
                      <a:pt x="24" y="334"/>
                    </a:cubicBezTo>
                    <a:cubicBezTo>
                      <a:pt x="24" y="333"/>
                      <a:pt x="24" y="333"/>
                      <a:pt x="24" y="333"/>
                    </a:cubicBezTo>
                    <a:cubicBezTo>
                      <a:pt x="24" y="334"/>
                      <a:pt x="24" y="334"/>
                      <a:pt x="24" y="334"/>
                    </a:cubicBezTo>
                    <a:cubicBezTo>
                      <a:pt x="25" y="337"/>
                      <a:pt x="26" y="340"/>
                      <a:pt x="28" y="343"/>
                    </a:cubicBezTo>
                    <a:cubicBezTo>
                      <a:pt x="28" y="344"/>
                      <a:pt x="28" y="345"/>
                      <a:pt x="29" y="345"/>
                    </a:cubicBezTo>
                    <a:moveTo>
                      <a:pt x="26" y="369"/>
                    </a:moveTo>
                    <a:cubicBezTo>
                      <a:pt x="23" y="369"/>
                      <a:pt x="21" y="367"/>
                      <a:pt x="19" y="366"/>
                    </a:cubicBezTo>
                    <a:cubicBezTo>
                      <a:pt x="17" y="364"/>
                      <a:pt x="14" y="362"/>
                      <a:pt x="13" y="359"/>
                    </a:cubicBezTo>
                    <a:cubicBezTo>
                      <a:pt x="10" y="355"/>
                      <a:pt x="7" y="349"/>
                      <a:pt x="5" y="344"/>
                    </a:cubicBezTo>
                    <a:cubicBezTo>
                      <a:pt x="3" y="337"/>
                      <a:pt x="1" y="330"/>
                      <a:pt x="1" y="323"/>
                    </a:cubicBezTo>
                    <a:cubicBezTo>
                      <a:pt x="0" y="316"/>
                      <a:pt x="0" y="309"/>
                      <a:pt x="0" y="302"/>
                    </a:cubicBezTo>
                    <a:cubicBezTo>
                      <a:pt x="0" y="295"/>
                      <a:pt x="0" y="287"/>
                      <a:pt x="0" y="279"/>
                    </a:cubicBezTo>
                    <a:cubicBezTo>
                      <a:pt x="1" y="265"/>
                      <a:pt x="5" y="251"/>
                      <a:pt x="10" y="237"/>
                    </a:cubicBezTo>
                    <a:cubicBezTo>
                      <a:pt x="15" y="224"/>
                      <a:pt x="22" y="211"/>
                      <a:pt x="29" y="199"/>
                    </a:cubicBezTo>
                    <a:cubicBezTo>
                      <a:pt x="37" y="187"/>
                      <a:pt x="46" y="177"/>
                      <a:pt x="56" y="166"/>
                    </a:cubicBezTo>
                    <a:cubicBezTo>
                      <a:pt x="57" y="165"/>
                      <a:pt x="58" y="164"/>
                      <a:pt x="58" y="163"/>
                    </a:cubicBezTo>
                    <a:cubicBezTo>
                      <a:pt x="59" y="161"/>
                      <a:pt x="59" y="158"/>
                      <a:pt x="60" y="155"/>
                    </a:cubicBezTo>
                    <a:cubicBezTo>
                      <a:pt x="61" y="144"/>
                      <a:pt x="63" y="133"/>
                      <a:pt x="65" y="121"/>
                    </a:cubicBezTo>
                    <a:cubicBezTo>
                      <a:pt x="65" y="118"/>
                      <a:pt x="65" y="115"/>
                      <a:pt x="66" y="112"/>
                    </a:cubicBezTo>
                    <a:cubicBezTo>
                      <a:pt x="61" y="115"/>
                      <a:pt x="56" y="116"/>
                      <a:pt x="51" y="117"/>
                    </a:cubicBezTo>
                    <a:cubicBezTo>
                      <a:pt x="45" y="117"/>
                      <a:pt x="39" y="117"/>
                      <a:pt x="34" y="114"/>
                    </a:cubicBezTo>
                    <a:cubicBezTo>
                      <a:pt x="29" y="111"/>
                      <a:pt x="25" y="106"/>
                      <a:pt x="23" y="100"/>
                    </a:cubicBezTo>
                    <a:cubicBezTo>
                      <a:pt x="22" y="94"/>
                      <a:pt x="22" y="88"/>
                      <a:pt x="22" y="83"/>
                    </a:cubicBezTo>
                    <a:cubicBezTo>
                      <a:pt x="23" y="79"/>
                      <a:pt x="23" y="75"/>
                      <a:pt x="24" y="71"/>
                    </a:cubicBezTo>
                    <a:cubicBezTo>
                      <a:pt x="26" y="61"/>
                      <a:pt x="28" y="51"/>
                      <a:pt x="30" y="41"/>
                    </a:cubicBezTo>
                    <a:cubicBezTo>
                      <a:pt x="31" y="36"/>
                      <a:pt x="32" y="32"/>
                      <a:pt x="33" y="28"/>
                    </a:cubicBezTo>
                    <a:cubicBezTo>
                      <a:pt x="35" y="22"/>
                      <a:pt x="42" y="18"/>
                      <a:pt x="47" y="20"/>
                    </a:cubicBezTo>
                    <a:cubicBezTo>
                      <a:pt x="53" y="22"/>
                      <a:pt x="57" y="28"/>
                      <a:pt x="55" y="34"/>
                    </a:cubicBezTo>
                    <a:lnTo>
                      <a:pt x="55" y="35"/>
                    </a:lnTo>
                    <a:cubicBezTo>
                      <a:pt x="54" y="35"/>
                      <a:pt x="54" y="35"/>
                      <a:pt x="54" y="35"/>
                    </a:cubicBezTo>
                    <a:cubicBezTo>
                      <a:pt x="52" y="44"/>
                      <a:pt x="49" y="55"/>
                      <a:pt x="47" y="64"/>
                    </a:cubicBezTo>
                    <a:cubicBezTo>
                      <a:pt x="45" y="71"/>
                      <a:pt x="44" y="77"/>
                      <a:pt x="43" y="84"/>
                    </a:cubicBezTo>
                    <a:cubicBezTo>
                      <a:pt x="43" y="86"/>
                      <a:pt x="43" y="89"/>
                      <a:pt x="43" y="92"/>
                    </a:cubicBezTo>
                    <a:cubicBezTo>
                      <a:pt x="43" y="92"/>
                      <a:pt x="43" y="93"/>
                      <a:pt x="43" y="94"/>
                    </a:cubicBezTo>
                    <a:lnTo>
                      <a:pt x="43" y="95"/>
                    </a:lnTo>
                    <a:lnTo>
                      <a:pt x="44" y="95"/>
                    </a:lnTo>
                    <a:lnTo>
                      <a:pt x="45" y="95"/>
                    </a:lnTo>
                    <a:lnTo>
                      <a:pt x="45" y="96"/>
                    </a:lnTo>
                    <a:lnTo>
                      <a:pt x="46" y="96"/>
                    </a:lnTo>
                    <a:lnTo>
                      <a:pt x="47" y="96"/>
                    </a:lnTo>
                    <a:cubicBezTo>
                      <a:pt x="48" y="96"/>
                      <a:pt x="49" y="95"/>
                      <a:pt x="51" y="95"/>
                    </a:cubicBezTo>
                    <a:cubicBezTo>
                      <a:pt x="52" y="95"/>
                      <a:pt x="52" y="95"/>
                      <a:pt x="53" y="95"/>
                    </a:cubicBezTo>
                    <a:cubicBezTo>
                      <a:pt x="54" y="94"/>
                      <a:pt x="56" y="94"/>
                      <a:pt x="58" y="93"/>
                    </a:cubicBezTo>
                    <a:cubicBezTo>
                      <a:pt x="60" y="91"/>
                      <a:pt x="63" y="90"/>
                      <a:pt x="65" y="89"/>
                    </a:cubicBezTo>
                    <a:cubicBezTo>
                      <a:pt x="67" y="87"/>
                      <a:pt x="70" y="86"/>
                      <a:pt x="71" y="84"/>
                    </a:cubicBezTo>
                    <a:cubicBezTo>
                      <a:pt x="73" y="77"/>
                      <a:pt x="75" y="71"/>
                      <a:pt x="77" y="64"/>
                    </a:cubicBezTo>
                    <a:cubicBezTo>
                      <a:pt x="80" y="51"/>
                      <a:pt x="85" y="38"/>
                      <a:pt x="90" y="26"/>
                    </a:cubicBezTo>
                    <a:cubicBezTo>
                      <a:pt x="93" y="21"/>
                      <a:pt x="96" y="15"/>
                      <a:pt x="100" y="11"/>
                    </a:cubicBezTo>
                    <a:cubicBezTo>
                      <a:pt x="102" y="8"/>
                      <a:pt x="104" y="7"/>
                      <a:pt x="106" y="6"/>
                    </a:cubicBezTo>
                    <a:cubicBezTo>
                      <a:pt x="108" y="4"/>
                      <a:pt x="110" y="3"/>
                      <a:pt x="113" y="3"/>
                    </a:cubicBezTo>
                    <a:cubicBezTo>
                      <a:pt x="113" y="3"/>
                      <a:pt x="113" y="2"/>
                      <a:pt x="114" y="2"/>
                    </a:cubicBezTo>
                    <a:cubicBezTo>
                      <a:pt x="118" y="0"/>
                      <a:pt x="124" y="2"/>
                      <a:pt x="127" y="7"/>
                    </a:cubicBezTo>
                    <a:cubicBezTo>
                      <a:pt x="128" y="9"/>
                      <a:pt x="130" y="12"/>
                      <a:pt x="130" y="15"/>
                    </a:cubicBezTo>
                    <a:cubicBezTo>
                      <a:pt x="130" y="17"/>
                      <a:pt x="130" y="20"/>
                      <a:pt x="129" y="23"/>
                    </a:cubicBezTo>
                    <a:cubicBezTo>
                      <a:pt x="128" y="27"/>
                      <a:pt x="126" y="32"/>
                      <a:pt x="125" y="36"/>
                    </a:cubicBezTo>
                    <a:cubicBezTo>
                      <a:pt x="121" y="46"/>
                      <a:pt x="117" y="57"/>
                      <a:pt x="111" y="67"/>
                    </a:cubicBezTo>
                    <a:cubicBezTo>
                      <a:pt x="106" y="78"/>
                      <a:pt x="98" y="88"/>
                      <a:pt x="89" y="97"/>
                    </a:cubicBezTo>
                    <a:cubicBezTo>
                      <a:pt x="87" y="105"/>
                      <a:pt x="86" y="112"/>
                      <a:pt x="84" y="120"/>
                    </a:cubicBezTo>
                    <a:cubicBezTo>
                      <a:pt x="83" y="126"/>
                      <a:pt x="82" y="133"/>
                      <a:pt x="81" y="139"/>
                    </a:cubicBezTo>
                    <a:cubicBezTo>
                      <a:pt x="81" y="140"/>
                      <a:pt x="81" y="141"/>
                      <a:pt x="81" y="142"/>
                    </a:cubicBezTo>
                    <a:cubicBezTo>
                      <a:pt x="83" y="140"/>
                      <a:pt x="85" y="138"/>
                      <a:pt x="86" y="137"/>
                    </a:cubicBezTo>
                    <a:cubicBezTo>
                      <a:pt x="92" y="132"/>
                      <a:pt x="97" y="127"/>
                      <a:pt x="103" y="123"/>
                    </a:cubicBezTo>
                    <a:cubicBezTo>
                      <a:pt x="105" y="121"/>
                      <a:pt x="108" y="119"/>
                      <a:pt x="111" y="116"/>
                    </a:cubicBezTo>
                    <a:cubicBezTo>
                      <a:pt x="114" y="114"/>
                      <a:pt x="116" y="111"/>
                      <a:pt x="120" y="109"/>
                    </a:cubicBezTo>
                    <a:cubicBezTo>
                      <a:pt x="124" y="106"/>
                      <a:pt x="128" y="102"/>
                      <a:pt x="132" y="99"/>
                    </a:cubicBezTo>
                    <a:cubicBezTo>
                      <a:pt x="141" y="92"/>
                      <a:pt x="149" y="85"/>
                      <a:pt x="158" y="78"/>
                    </a:cubicBezTo>
                    <a:cubicBezTo>
                      <a:pt x="177" y="63"/>
                      <a:pt x="195" y="48"/>
                      <a:pt x="213" y="33"/>
                    </a:cubicBezTo>
                    <a:cubicBezTo>
                      <a:pt x="217" y="30"/>
                      <a:pt x="222" y="31"/>
                      <a:pt x="225" y="34"/>
                    </a:cubicBezTo>
                    <a:cubicBezTo>
                      <a:pt x="227" y="38"/>
                      <a:pt x="226" y="42"/>
                      <a:pt x="223" y="45"/>
                    </a:cubicBezTo>
                    <a:cubicBezTo>
                      <a:pt x="212" y="55"/>
                      <a:pt x="201" y="63"/>
                      <a:pt x="190" y="73"/>
                    </a:cubicBezTo>
                    <a:lnTo>
                      <a:pt x="189" y="73"/>
                    </a:lnTo>
                    <a:cubicBezTo>
                      <a:pt x="179" y="81"/>
                      <a:pt x="169" y="89"/>
                      <a:pt x="159" y="98"/>
                    </a:cubicBezTo>
                    <a:cubicBezTo>
                      <a:pt x="152" y="103"/>
                      <a:pt x="146" y="109"/>
                      <a:pt x="139" y="115"/>
                    </a:cubicBezTo>
                    <a:cubicBezTo>
                      <a:pt x="136" y="117"/>
                      <a:pt x="133" y="120"/>
                      <a:pt x="130" y="122"/>
                    </a:cubicBezTo>
                    <a:cubicBezTo>
                      <a:pt x="111" y="138"/>
                      <a:pt x="93" y="153"/>
                      <a:pt x="77" y="170"/>
                    </a:cubicBezTo>
                    <a:cubicBezTo>
                      <a:pt x="75" y="180"/>
                      <a:pt x="74" y="189"/>
                      <a:pt x="73" y="199"/>
                    </a:cubicBezTo>
                    <a:cubicBezTo>
                      <a:pt x="72" y="209"/>
                      <a:pt x="71" y="219"/>
                      <a:pt x="70" y="230"/>
                    </a:cubicBezTo>
                    <a:cubicBezTo>
                      <a:pt x="68" y="241"/>
                      <a:pt x="67" y="252"/>
                      <a:pt x="66" y="263"/>
                    </a:cubicBezTo>
                    <a:cubicBezTo>
                      <a:pt x="64" y="272"/>
                      <a:pt x="63" y="282"/>
                      <a:pt x="62" y="291"/>
                    </a:cubicBezTo>
                    <a:cubicBezTo>
                      <a:pt x="61" y="297"/>
                      <a:pt x="60" y="302"/>
                      <a:pt x="59" y="308"/>
                    </a:cubicBezTo>
                    <a:cubicBezTo>
                      <a:pt x="58" y="310"/>
                      <a:pt x="58" y="313"/>
                      <a:pt x="57" y="316"/>
                    </a:cubicBezTo>
                    <a:cubicBezTo>
                      <a:pt x="57" y="318"/>
                      <a:pt x="56" y="321"/>
                      <a:pt x="56" y="324"/>
                    </a:cubicBezTo>
                    <a:cubicBezTo>
                      <a:pt x="54" y="329"/>
                      <a:pt x="53" y="334"/>
                      <a:pt x="52" y="338"/>
                    </a:cubicBezTo>
                    <a:cubicBezTo>
                      <a:pt x="51" y="341"/>
                      <a:pt x="50" y="344"/>
                      <a:pt x="49" y="347"/>
                    </a:cubicBezTo>
                    <a:cubicBezTo>
                      <a:pt x="49" y="350"/>
                      <a:pt x="47" y="353"/>
                      <a:pt x="46" y="355"/>
                    </a:cubicBezTo>
                    <a:cubicBezTo>
                      <a:pt x="45" y="359"/>
                      <a:pt x="43" y="362"/>
                      <a:pt x="41" y="363"/>
                    </a:cubicBezTo>
                    <a:cubicBezTo>
                      <a:pt x="38" y="367"/>
                      <a:pt x="33" y="369"/>
                      <a:pt x="29" y="369"/>
                    </a:cubicBezTo>
                    <a:cubicBezTo>
                      <a:pt x="28" y="369"/>
                      <a:pt x="27" y="369"/>
                      <a:pt x="26" y="36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5" name="Google Shape;3555;p40"/>
              <p:cNvSpPr/>
              <p:nvPr/>
            </p:nvSpPr>
            <p:spPr>
              <a:xfrm>
                <a:off x="1148760" y="4785840"/>
                <a:ext cx="34200" cy="69120"/>
              </a:xfrm>
              <a:custGeom>
                <a:avLst/>
                <a:gdLst/>
                <a:ahLst/>
                <a:cxnLst/>
                <a:rect l="l" t="t" r="r" b="b"/>
                <a:pathLst>
                  <a:path w="95" h="192" extrusionOk="0">
                    <a:moveTo>
                      <a:pt x="73" y="185"/>
                    </a:moveTo>
                    <a:cubicBezTo>
                      <a:pt x="71" y="177"/>
                      <a:pt x="68" y="170"/>
                      <a:pt x="65" y="163"/>
                    </a:cubicBezTo>
                    <a:cubicBezTo>
                      <a:pt x="64" y="157"/>
                      <a:pt x="62" y="152"/>
                      <a:pt x="59" y="148"/>
                    </a:cubicBezTo>
                    <a:cubicBezTo>
                      <a:pt x="57" y="142"/>
                      <a:pt x="55" y="136"/>
                      <a:pt x="52" y="130"/>
                    </a:cubicBezTo>
                    <a:cubicBezTo>
                      <a:pt x="50" y="124"/>
                      <a:pt x="47" y="117"/>
                      <a:pt x="44" y="110"/>
                    </a:cubicBezTo>
                    <a:cubicBezTo>
                      <a:pt x="40" y="104"/>
                      <a:pt x="37" y="97"/>
                      <a:pt x="34" y="90"/>
                    </a:cubicBezTo>
                    <a:cubicBezTo>
                      <a:pt x="23" y="66"/>
                      <a:pt x="12" y="41"/>
                      <a:pt x="2" y="16"/>
                    </a:cubicBezTo>
                    <a:cubicBezTo>
                      <a:pt x="0" y="11"/>
                      <a:pt x="3" y="4"/>
                      <a:pt x="8" y="2"/>
                    </a:cubicBezTo>
                    <a:cubicBezTo>
                      <a:pt x="14" y="0"/>
                      <a:pt x="21" y="2"/>
                      <a:pt x="23" y="8"/>
                    </a:cubicBezTo>
                    <a:cubicBezTo>
                      <a:pt x="31" y="31"/>
                      <a:pt x="40" y="53"/>
                      <a:pt x="50" y="75"/>
                    </a:cubicBezTo>
                    <a:cubicBezTo>
                      <a:pt x="54" y="85"/>
                      <a:pt x="58" y="95"/>
                      <a:pt x="62" y="104"/>
                    </a:cubicBezTo>
                    <a:cubicBezTo>
                      <a:pt x="68" y="116"/>
                      <a:pt x="73" y="128"/>
                      <a:pt x="78" y="139"/>
                    </a:cubicBezTo>
                    <a:cubicBezTo>
                      <a:pt x="83" y="152"/>
                      <a:pt x="87" y="164"/>
                      <a:pt x="92" y="177"/>
                    </a:cubicBezTo>
                    <a:cubicBezTo>
                      <a:pt x="94" y="182"/>
                      <a:pt x="92" y="188"/>
                      <a:pt x="86" y="190"/>
                    </a:cubicBezTo>
                    <a:cubicBezTo>
                      <a:pt x="85" y="191"/>
                      <a:pt x="84" y="191"/>
                      <a:pt x="83" y="191"/>
                    </a:cubicBezTo>
                    <a:cubicBezTo>
                      <a:pt x="79" y="191"/>
                      <a:pt x="75" y="189"/>
                      <a:pt x="73" y="18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6" name="Google Shape;3556;p40"/>
              <p:cNvSpPr/>
              <p:nvPr/>
            </p:nvSpPr>
            <p:spPr>
              <a:xfrm>
                <a:off x="1141920" y="4781520"/>
                <a:ext cx="64800" cy="64440"/>
              </a:xfrm>
              <a:custGeom>
                <a:avLst/>
                <a:gdLst/>
                <a:ahLst/>
                <a:cxnLst/>
                <a:rect l="l" t="t" r="r" b="b"/>
                <a:pathLst>
                  <a:path w="180" h="179" extrusionOk="0">
                    <a:moveTo>
                      <a:pt x="3" y="175"/>
                    </a:moveTo>
                    <a:cubicBezTo>
                      <a:pt x="0" y="171"/>
                      <a:pt x="0" y="165"/>
                      <a:pt x="3" y="161"/>
                    </a:cubicBezTo>
                    <a:cubicBezTo>
                      <a:pt x="10" y="155"/>
                      <a:pt x="16" y="150"/>
                      <a:pt x="23" y="144"/>
                    </a:cubicBezTo>
                    <a:cubicBezTo>
                      <a:pt x="28" y="139"/>
                      <a:pt x="33" y="134"/>
                      <a:pt x="38" y="129"/>
                    </a:cubicBezTo>
                    <a:cubicBezTo>
                      <a:pt x="44" y="123"/>
                      <a:pt x="50" y="118"/>
                      <a:pt x="55" y="113"/>
                    </a:cubicBezTo>
                    <a:cubicBezTo>
                      <a:pt x="60" y="107"/>
                      <a:pt x="66" y="101"/>
                      <a:pt x="71" y="96"/>
                    </a:cubicBezTo>
                    <a:lnTo>
                      <a:pt x="71" y="97"/>
                    </a:lnTo>
                    <a:lnTo>
                      <a:pt x="71" y="96"/>
                    </a:lnTo>
                    <a:lnTo>
                      <a:pt x="71" y="97"/>
                    </a:lnTo>
                    <a:cubicBezTo>
                      <a:pt x="78" y="89"/>
                      <a:pt x="84" y="81"/>
                      <a:pt x="91" y="74"/>
                    </a:cubicBezTo>
                    <a:lnTo>
                      <a:pt x="91" y="75"/>
                    </a:lnTo>
                    <a:cubicBezTo>
                      <a:pt x="91" y="76"/>
                      <a:pt x="91" y="76"/>
                      <a:pt x="90" y="76"/>
                    </a:cubicBezTo>
                    <a:cubicBezTo>
                      <a:pt x="91" y="75"/>
                      <a:pt x="91" y="75"/>
                      <a:pt x="91" y="75"/>
                    </a:cubicBezTo>
                    <a:cubicBezTo>
                      <a:pt x="94" y="72"/>
                      <a:pt x="97" y="68"/>
                      <a:pt x="100" y="65"/>
                    </a:cubicBezTo>
                    <a:cubicBezTo>
                      <a:pt x="103" y="61"/>
                      <a:pt x="106" y="58"/>
                      <a:pt x="109" y="54"/>
                    </a:cubicBezTo>
                    <a:cubicBezTo>
                      <a:pt x="109" y="55"/>
                      <a:pt x="109" y="55"/>
                      <a:pt x="109" y="55"/>
                    </a:cubicBezTo>
                    <a:cubicBezTo>
                      <a:pt x="116" y="47"/>
                      <a:pt x="123" y="39"/>
                      <a:pt x="131" y="31"/>
                    </a:cubicBezTo>
                    <a:cubicBezTo>
                      <a:pt x="134" y="27"/>
                      <a:pt x="138" y="24"/>
                      <a:pt x="142" y="20"/>
                    </a:cubicBezTo>
                    <a:cubicBezTo>
                      <a:pt x="147" y="15"/>
                      <a:pt x="153" y="10"/>
                      <a:pt x="158" y="5"/>
                    </a:cubicBezTo>
                    <a:cubicBezTo>
                      <a:pt x="163" y="0"/>
                      <a:pt x="170" y="0"/>
                      <a:pt x="174" y="5"/>
                    </a:cubicBezTo>
                    <a:cubicBezTo>
                      <a:pt x="178" y="9"/>
                      <a:pt x="179" y="17"/>
                      <a:pt x="174" y="21"/>
                    </a:cubicBezTo>
                    <a:cubicBezTo>
                      <a:pt x="168" y="26"/>
                      <a:pt x="162" y="31"/>
                      <a:pt x="157" y="36"/>
                    </a:cubicBezTo>
                    <a:cubicBezTo>
                      <a:pt x="153" y="40"/>
                      <a:pt x="150" y="44"/>
                      <a:pt x="146" y="47"/>
                    </a:cubicBezTo>
                    <a:cubicBezTo>
                      <a:pt x="139" y="54"/>
                      <a:pt x="132" y="62"/>
                      <a:pt x="125" y="69"/>
                    </a:cubicBezTo>
                    <a:cubicBezTo>
                      <a:pt x="124" y="69"/>
                      <a:pt x="124" y="69"/>
                      <a:pt x="124" y="70"/>
                    </a:cubicBezTo>
                    <a:cubicBezTo>
                      <a:pt x="124" y="69"/>
                      <a:pt x="124" y="69"/>
                      <a:pt x="125" y="69"/>
                    </a:cubicBezTo>
                    <a:cubicBezTo>
                      <a:pt x="118" y="76"/>
                      <a:pt x="112" y="82"/>
                      <a:pt x="106" y="89"/>
                    </a:cubicBezTo>
                    <a:cubicBezTo>
                      <a:pt x="106" y="88"/>
                      <a:pt x="106" y="88"/>
                      <a:pt x="106" y="88"/>
                    </a:cubicBezTo>
                    <a:cubicBezTo>
                      <a:pt x="99" y="96"/>
                      <a:pt x="92" y="103"/>
                      <a:pt x="85" y="111"/>
                    </a:cubicBezTo>
                    <a:cubicBezTo>
                      <a:pt x="79" y="117"/>
                      <a:pt x="72" y="124"/>
                      <a:pt x="65" y="130"/>
                    </a:cubicBezTo>
                    <a:cubicBezTo>
                      <a:pt x="49" y="146"/>
                      <a:pt x="33" y="160"/>
                      <a:pt x="16" y="175"/>
                    </a:cubicBezTo>
                    <a:cubicBezTo>
                      <a:pt x="14" y="176"/>
                      <a:pt x="12" y="178"/>
                      <a:pt x="10" y="178"/>
                    </a:cubicBezTo>
                    <a:cubicBezTo>
                      <a:pt x="7" y="178"/>
                      <a:pt x="5" y="176"/>
                      <a:pt x="3" y="17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7" name="Google Shape;3557;p40"/>
              <p:cNvSpPr/>
              <p:nvPr/>
            </p:nvSpPr>
            <p:spPr>
              <a:xfrm>
                <a:off x="944280" y="4811400"/>
                <a:ext cx="5436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151" h="120" extrusionOk="0">
                    <a:moveTo>
                      <a:pt x="47" y="95"/>
                    </a:moveTo>
                    <a:cubicBezTo>
                      <a:pt x="48" y="95"/>
                      <a:pt x="49" y="95"/>
                      <a:pt x="50" y="95"/>
                    </a:cubicBezTo>
                    <a:cubicBezTo>
                      <a:pt x="51" y="95"/>
                      <a:pt x="52" y="94"/>
                      <a:pt x="53" y="94"/>
                    </a:cubicBezTo>
                    <a:cubicBezTo>
                      <a:pt x="54" y="93"/>
                      <a:pt x="55" y="93"/>
                      <a:pt x="55" y="93"/>
                    </a:cubicBezTo>
                    <a:cubicBezTo>
                      <a:pt x="57" y="92"/>
                      <a:pt x="58" y="92"/>
                      <a:pt x="59" y="91"/>
                    </a:cubicBezTo>
                    <a:cubicBezTo>
                      <a:pt x="61" y="90"/>
                      <a:pt x="62" y="89"/>
                      <a:pt x="64" y="88"/>
                    </a:cubicBezTo>
                    <a:cubicBezTo>
                      <a:pt x="65" y="86"/>
                      <a:pt x="67" y="85"/>
                      <a:pt x="68" y="83"/>
                    </a:cubicBezTo>
                    <a:cubicBezTo>
                      <a:pt x="71" y="80"/>
                      <a:pt x="73" y="77"/>
                      <a:pt x="76" y="74"/>
                    </a:cubicBezTo>
                    <a:cubicBezTo>
                      <a:pt x="79" y="70"/>
                      <a:pt x="82" y="65"/>
                      <a:pt x="84" y="61"/>
                    </a:cubicBezTo>
                    <a:cubicBezTo>
                      <a:pt x="86" y="57"/>
                      <a:pt x="88" y="53"/>
                      <a:pt x="90" y="48"/>
                    </a:cubicBezTo>
                    <a:cubicBezTo>
                      <a:pt x="89" y="47"/>
                      <a:pt x="89" y="46"/>
                      <a:pt x="88" y="44"/>
                    </a:cubicBezTo>
                    <a:cubicBezTo>
                      <a:pt x="87" y="42"/>
                      <a:pt x="86" y="40"/>
                      <a:pt x="84" y="37"/>
                    </a:cubicBezTo>
                    <a:cubicBezTo>
                      <a:pt x="83" y="36"/>
                      <a:pt x="82" y="34"/>
                      <a:pt x="80" y="32"/>
                    </a:cubicBezTo>
                    <a:cubicBezTo>
                      <a:pt x="79" y="31"/>
                      <a:pt x="78" y="30"/>
                      <a:pt x="77" y="29"/>
                    </a:cubicBezTo>
                    <a:cubicBezTo>
                      <a:pt x="76" y="28"/>
                      <a:pt x="75" y="26"/>
                      <a:pt x="73" y="25"/>
                    </a:cubicBezTo>
                    <a:cubicBezTo>
                      <a:pt x="72" y="25"/>
                      <a:pt x="72" y="25"/>
                      <a:pt x="71" y="24"/>
                    </a:cubicBezTo>
                    <a:cubicBezTo>
                      <a:pt x="71" y="24"/>
                      <a:pt x="69" y="24"/>
                      <a:pt x="69" y="23"/>
                    </a:cubicBezTo>
                    <a:cubicBezTo>
                      <a:pt x="68" y="23"/>
                      <a:pt x="68" y="23"/>
                      <a:pt x="67" y="22"/>
                    </a:cubicBezTo>
                    <a:cubicBezTo>
                      <a:pt x="66" y="22"/>
                      <a:pt x="66" y="22"/>
                      <a:pt x="66" y="22"/>
                    </a:cubicBezTo>
                    <a:cubicBezTo>
                      <a:pt x="65" y="22"/>
                      <a:pt x="64" y="22"/>
                      <a:pt x="63" y="22"/>
                    </a:cubicBezTo>
                    <a:cubicBezTo>
                      <a:pt x="64" y="22"/>
                      <a:pt x="64" y="22"/>
                      <a:pt x="64" y="22"/>
                    </a:cubicBezTo>
                    <a:cubicBezTo>
                      <a:pt x="64" y="22"/>
                      <a:pt x="63" y="22"/>
                      <a:pt x="62" y="22"/>
                    </a:cubicBezTo>
                    <a:cubicBezTo>
                      <a:pt x="61" y="23"/>
                      <a:pt x="61" y="23"/>
                      <a:pt x="60" y="23"/>
                    </a:cubicBezTo>
                    <a:cubicBezTo>
                      <a:pt x="59" y="24"/>
                      <a:pt x="58" y="24"/>
                      <a:pt x="58" y="24"/>
                    </a:cubicBezTo>
                    <a:cubicBezTo>
                      <a:pt x="57" y="25"/>
                      <a:pt x="56" y="25"/>
                      <a:pt x="55" y="25"/>
                    </a:cubicBezTo>
                    <a:cubicBezTo>
                      <a:pt x="54" y="26"/>
                      <a:pt x="53" y="27"/>
                      <a:pt x="52" y="28"/>
                    </a:cubicBezTo>
                    <a:cubicBezTo>
                      <a:pt x="50" y="29"/>
                      <a:pt x="49" y="31"/>
                      <a:pt x="48" y="32"/>
                    </a:cubicBezTo>
                    <a:cubicBezTo>
                      <a:pt x="46" y="33"/>
                      <a:pt x="45" y="35"/>
                      <a:pt x="44" y="37"/>
                    </a:cubicBezTo>
                    <a:cubicBezTo>
                      <a:pt x="42" y="39"/>
                      <a:pt x="40" y="42"/>
                      <a:pt x="39" y="45"/>
                    </a:cubicBezTo>
                    <a:cubicBezTo>
                      <a:pt x="37" y="49"/>
                      <a:pt x="36" y="52"/>
                      <a:pt x="34" y="56"/>
                    </a:cubicBezTo>
                    <a:cubicBezTo>
                      <a:pt x="33" y="58"/>
                      <a:pt x="32" y="61"/>
                      <a:pt x="31" y="64"/>
                    </a:cubicBezTo>
                    <a:cubicBezTo>
                      <a:pt x="31" y="67"/>
                      <a:pt x="30" y="69"/>
                      <a:pt x="30" y="71"/>
                    </a:cubicBezTo>
                    <a:cubicBezTo>
                      <a:pt x="30" y="73"/>
                      <a:pt x="30" y="75"/>
                      <a:pt x="30" y="77"/>
                    </a:cubicBezTo>
                    <a:cubicBezTo>
                      <a:pt x="30" y="78"/>
                      <a:pt x="30" y="79"/>
                      <a:pt x="30" y="80"/>
                    </a:cubicBezTo>
                    <a:cubicBezTo>
                      <a:pt x="30" y="79"/>
                      <a:pt x="30" y="79"/>
                      <a:pt x="30" y="78"/>
                    </a:cubicBezTo>
                    <a:cubicBezTo>
                      <a:pt x="30" y="80"/>
                      <a:pt x="31" y="82"/>
                      <a:pt x="31" y="83"/>
                    </a:cubicBezTo>
                    <a:cubicBezTo>
                      <a:pt x="31" y="84"/>
                      <a:pt x="32" y="85"/>
                      <a:pt x="33" y="86"/>
                    </a:cubicBezTo>
                    <a:cubicBezTo>
                      <a:pt x="33" y="86"/>
                      <a:pt x="33" y="88"/>
                      <a:pt x="34" y="88"/>
                    </a:cubicBezTo>
                    <a:lnTo>
                      <a:pt x="33" y="88"/>
                    </a:lnTo>
                    <a:cubicBezTo>
                      <a:pt x="34" y="88"/>
                      <a:pt x="34" y="89"/>
                      <a:pt x="35" y="89"/>
                    </a:cubicBezTo>
                    <a:cubicBezTo>
                      <a:pt x="36" y="90"/>
                      <a:pt x="36" y="91"/>
                      <a:pt x="36" y="91"/>
                    </a:cubicBezTo>
                    <a:cubicBezTo>
                      <a:pt x="37" y="92"/>
                      <a:pt x="37" y="92"/>
                      <a:pt x="38" y="92"/>
                    </a:cubicBezTo>
                    <a:cubicBezTo>
                      <a:pt x="38" y="93"/>
                      <a:pt x="39" y="93"/>
                      <a:pt x="40" y="93"/>
                    </a:cubicBezTo>
                    <a:cubicBezTo>
                      <a:pt x="40" y="94"/>
                      <a:pt x="41" y="94"/>
                      <a:pt x="41" y="94"/>
                    </a:cubicBezTo>
                    <a:cubicBezTo>
                      <a:pt x="42" y="95"/>
                      <a:pt x="43" y="95"/>
                      <a:pt x="43" y="95"/>
                    </a:cubicBezTo>
                    <a:cubicBezTo>
                      <a:pt x="44" y="95"/>
                      <a:pt x="45" y="95"/>
                      <a:pt x="45" y="95"/>
                    </a:cubicBezTo>
                    <a:cubicBezTo>
                      <a:pt x="46" y="95"/>
                      <a:pt x="47" y="95"/>
                      <a:pt x="47" y="95"/>
                    </a:cubicBezTo>
                    <a:moveTo>
                      <a:pt x="130" y="114"/>
                    </a:moveTo>
                    <a:cubicBezTo>
                      <a:pt x="128" y="111"/>
                      <a:pt x="125" y="109"/>
                      <a:pt x="124" y="105"/>
                    </a:cubicBezTo>
                    <a:cubicBezTo>
                      <a:pt x="122" y="102"/>
                      <a:pt x="121" y="99"/>
                      <a:pt x="120" y="95"/>
                    </a:cubicBezTo>
                    <a:cubicBezTo>
                      <a:pt x="119" y="92"/>
                      <a:pt x="118" y="89"/>
                      <a:pt x="117" y="85"/>
                    </a:cubicBezTo>
                    <a:cubicBezTo>
                      <a:pt x="115" y="88"/>
                      <a:pt x="111" y="89"/>
                      <a:pt x="108" y="88"/>
                    </a:cubicBezTo>
                    <a:cubicBezTo>
                      <a:pt x="105" y="88"/>
                      <a:pt x="102" y="86"/>
                      <a:pt x="100" y="84"/>
                    </a:cubicBezTo>
                    <a:cubicBezTo>
                      <a:pt x="99" y="82"/>
                      <a:pt x="98" y="80"/>
                      <a:pt x="98" y="78"/>
                    </a:cubicBezTo>
                    <a:cubicBezTo>
                      <a:pt x="96" y="81"/>
                      <a:pt x="94" y="83"/>
                      <a:pt x="93" y="85"/>
                    </a:cubicBezTo>
                    <a:cubicBezTo>
                      <a:pt x="85" y="98"/>
                      <a:pt x="74" y="109"/>
                      <a:pt x="61" y="113"/>
                    </a:cubicBezTo>
                    <a:cubicBezTo>
                      <a:pt x="54" y="116"/>
                      <a:pt x="48" y="116"/>
                      <a:pt x="41" y="116"/>
                    </a:cubicBezTo>
                    <a:cubicBezTo>
                      <a:pt x="34" y="115"/>
                      <a:pt x="28" y="111"/>
                      <a:pt x="23" y="107"/>
                    </a:cubicBezTo>
                    <a:cubicBezTo>
                      <a:pt x="0" y="86"/>
                      <a:pt x="10" y="50"/>
                      <a:pt x="24" y="28"/>
                    </a:cubicBezTo>
                    <a:cubicBezTo>
                      <a:pt x="31" y="16"/>
                      <a:pt x="43" y="5"/>
                      <a:pt x="57" y="2"/>
                    </a:cubicBezTo>
                    <a:cubicBezTo>
                      <a:pt x="64" y="0"/>
                      <a:pt x="70" y="1"/>
                      <a:pt x="76" y="3"/>
                    </a:cubicBezTo>
                    <a:cubicBezTo>
                      <a:pt x="83" y="5"/>
                      <a:pt x="88" y="10"/>
                      <a:pt x="93" y="15"/>
                    </a:cubicBezTo>
                    <a:cubicBezTo>
                      <a:pt x="96" y="17"/>
                      <a:pt x="97" y="19"/>
                      <a:pt x="100" y="22"/>
                    </a:cubicBezTo>
                    <a:cubicBezTo>
                      <a:pt x="101" y="17"/>
                      <a:pt x="102" y="12"/>
                      <a:pt x="104" y="7"/>
                    </a:cubicBezTo>
                    <a:cubicBezTo>
                      <a:pt x="105" y="3"/>
                      <a:pt x="110" y="1"/>
                      <a:pt x="114" y="1"/>
                    </a:cubicBezTo>
                    <a:cubicBezTo>
                      <a:pt x="118" y="1"/>
                      <a:pt x="122" y="4"/>
                      <a:pt x="124" y="8"/>
                    </a:cubicBezTo>
                    <a:cubicBezTo>
                      <a:pt x="126" y="12"/>
                      <a:pt x="126" y="18"/>
                      <a:pt x="126" y="23"/>
                    </a:cubicBezTo>
                    <a:cubicBezTo>
                      <a:pt x="127" y="27"/>
                      <a:pt x="127" y="31"/>
                      <a:pt x="128" y="35"/>
                    </a:cubicBezTo>
                    <a:cubicBezTo>
                      <a:pt x="128" y="40"/>
                      <a:pt x="129" y="46"/>
                      <a:pt x="130" y="52"/>
                    </a:cubicBezTo>
                    <a:cubicBezTo>
                      <a:pt x="131" y="57"/>
                      <a:pt x="132" y="62"/>
                      <a:pt x="133" y="67"/>
                    </a:cubicBezTo>
                    <a:cubicBezTo>
                      <a:pt x="133" y="69"/>
                      <a:pt x="134" y="71"/>
                      <a:pt x="135" y="73"/>
                    </a:cubicBezTo>
                    <a:cubicBezTo>
                      <a:pt x="135" y="75"/>
                      <a:pt x="136" y="78"/>
                      <a:pt x="137" y="80"/>
                    </a:cubicBezTo>
                    <a:cubicBezTo>
                      <a:pt x="139" y="85"/>
                      <a:pt x="140" y="91"/>
                      <a:pt x="142" y="95"/>
                    </a:cubicBezTo>
                    <a:cubicBezTo>
                      <a:pt x="143" y="96"/>
                      <a:pt x="143" y="98"/>
                      <a:pt x="144" y="99"/>
                    </a:cubicBezTo>
                    <a:cubicBezTo>
                      <a:pt x="145" y="100"/>
                      <a:pt x="146" y="101"/>
                      <a:pt x="147" y="102"/>
                    </a:cubicBezTo>
                    <a:cubicBezTo>
                      <a:pt x="150" y="107"/>
                      <a:pt x="149" y="114"/>
                      <a:pt x="145" y="117"/>
                    </a:cubicBezTo>
                    <a:cubicBezTo>
                      <a:pt x="143" y="118"/>
                      <a:pt x="140" y="119"/>
                      <a:pt x="138" y="119"/>
                    </a:cubicBezTo>
                    <a:cubicBezTo>
                      <a:pt x="135" y="119"/>
                      <a:pt x="132" y="117"/>
                      <a:pt x="130" y="1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8" name="Google Shape;3558;p40"/>
              <p:cNvSpPr/>
              <p:nvPr/>
            </p:nvSpPr>
            <p:spPr>
              <a:xfrm>
                <a:off x="745920" y="4140000"/>
                <a:ext cx="73440" cy="131040"/>
              </a:xfrm>
              <a:custGeom>
                <a:avLst/>
                <a:gdLst/>
                <a:ahLst/>
                <a:cxnLst/>
                <a:rect l="l" t="t" r="r" b="b"/>
                <a:pathLst>
                  <a:path w="204" h="364" extrusionOk="0">
                    <a:moveTo>
                      <a:pt x="175" y="46"/>
                    </a:moveTo>
                    <a:cubicBezTo>
                      <a:pt x="175" y="44"/>
                      <a:pt x="176" y="42"/>
                      <a:pt x="176" y="40"/>
                    </a:cubicBezTo>
                    <a:cubicBezTo>
                      <a:pt x="176" y="40"/>
                      <a:pt x="176" y="41"/>
                      <a:pt x="175" y="42"/>
                    </a:cubicBezTo>
                    <a:cubicBezTo>
                      <a:pt x="175" y="43"/>
                      <a:pt x="174" y="44"/>
                      <a:pt x="173" y="45"/>
                    </a:cubicBezTo>
                    <a:cubicBezTo>
                      <a:pt x="174" y="46"/>
                      <a:pt x="174" y="46"/>
                      <a:pt x="175" y="46"/>
                    </a:cubicBezTo>
                    <a:moveTo>
                      <a:pt x="58" y="342"/>
                    </a:moveTo>
                    <a:cubicBezTo>
                      <a:pt x="59" y="341"/>
                      <a:pt x="60" y="341"/>
                      <a:pt x="61" y="341"/>
                    </a:cubicBezTo>
                    <a:lnTo>
                      <a:pt x="62" y="341"/>
                    </a:lnTo>
                    <a:cubicBezTo>
                      <a:pt x="63" y="340"/>
                      <a:pt x="65" y="340"/>
                      <a:pt x="66" y="339"/>
                    </a:cubicBezTo>
                    <a:cubicBezTo>
                      <a:pt x="68" y="338"/>
                      <a:pt x="70" y="337"/>
                      <a:pt x="72" y="336"/>
                    </a:cubicBezTo>
                    <a:cubicBezTo>
                      <a:pt x="73" y="335"/>
                      <a:pt x="74" y="335"/>
                      <a:pt x="74" y="334"/>
                    </a:cubicBezTo>
                    <a:cubicBezTo>
                      <a:pt x="75" y="334"/>
                      <a:pt x="76" y="333"/>
                      <a:pt x="76" y="332"/>
                    </a:cubicBezTo>
                    <a:cubicBezTo>
                      <a:pt x="77" y="331"/>
                      <a:pt x="78" y="330"/>
                      <a:pt x="79" y="329"/>
                    </a:cubicBezTo>
                    <a:cubicBezTo>
                      <a:pt x="81" y="326"/>
                      <a:pt x="83" y="322"/>
                      <a:pt x="85" y="319"/>
                    </a:cubicBezTo>
                    <a:cubicBezTo>
                      <a:pt x="87" y="314"/>
                      <a:pt x="90" y="310"/>
                      <a:pt x="92" y="306"/>
                    </a:cubicBezTo>
                    <a:cubicBezTo>
                      <a:pt x="94" y="301"/>
                      <a:pt x="95" y="297"/>
                      <a:pt x="97" y="293"/>
                    </a:cubicBezTo>
                    <a:cubicBezTo>
                      <a:pt x="99" y="286"/>
                      <a:pt x="102" y="279"/>
                      <a:pt x="104" y="273"/>
                    </a:cubicBezTo>
                    <a:cubicBezTo>
                      <a:pt x="106" y="266"/>
                      <a:pt x="107" y="260"/>
                      <a:pt x="109" y="254"/>
                    </a:cubicBezTo>
                    <a:cubicBezTo>
                      <a:pt x="110" y="248"/>
                      <a:pt x="111" y="243"/>
                      <a:pt x="112" y="238"/>
                    </a:cubicBezTo>
                    <a:cubicBezTo>
                      <a:pt x="113" y="234"/>
                      <a:pt x="113" y="230"/>
                      <a:pt x="114" y="226"/>
                    </a:cubicBezTo>
                    <a:cubicBezTo>
                      <a:pt x="110" y="227"/>
                      <a:pt x="106" y="227"/>
                      <a:pt x="102" y="228"/>
                    </a:cubicBezTo>
                    <a:cubicBezTo>
                      <a:pt x="97" y="229"/>
                      <a:pt x="91" y="230"/>
                      <a:pt x="85" y="230"/>
                    </a:cubicBezTo>
                    <a:cubicBezTo>
                      <a:pt x="73" y="232"/>
                      <a:pt x="61" y="232"/>
                      <a:pt x="49" y="234"/>
                    </a:cubicBezTo>
                    <a:lnTo>
                      <a:pt x="48" y="234"/>
                    </a:lnTo>
                    <a:lnTo>
                      <a:pt x="48" y="235"/>
                    </a:lnTo>
                    <a:cubicBezTo>
                      <a:pt x="48" y="234"/>
                      <a:pt x="48" y="234"/>
                      <a:pt x="48" y="234"/>
                    </a:cubicBezTo>
                    <a:cubicBezTo>
                      <a:pt x="45" y="240"/>
                      <a:pt x="42" y="245"/>
                      <a:pt x="39" y="250"/>
                    </a:cubicBezTo>
                    <a:cubicBezTo>
                      <a:pt x="35" y="255"/>
                      <a:pt x="31" y="261"/>
                      <a:pt x="28" y="267"/>
                    </a:cubicBezTo>
                    <a:cubicBezTo>
                      <a:pt x="27" y="268"/>
                      <a:pt x="26" y="270"/>
                      <a:pt x="25" y="272"/>
                    </a:cubicBezTo>
                    <a:cubicBezTo>
                      <a:pt x="24" y="275"/>
                      <a:pt x="23" y="279"/>
                      <a:pt x="23" y="282"/>
                    </a:cubicBezTo>
                    <a:cubicBezTo>
                      <a:pt x="22" y="285"/>
                      <a:pt x="21" y="288"/>
                      <a:pt x="21" y="291"/>
                    </a:cubicBezTo>
                    <a:cubicBezTo>
                      <a:pt x="21" y="293"/>
                      <a:pt x="21" y="294"/>
                      <a:pt x="21" y="296"/>
                    </a:cubicBezTo>
                    <a:cubicBezTo>
                      <a:pt x="21" y="299"/>
                      <a:pt x="21" y="301"/>
                      <a:pt x="22" y="303"/>
                    </a:cubicBezTo>
                    <a:cubicBezTo>
                      <a:pt x="23" y="306"/>
                      <a:pt x="23" y="308"/>
                      <a:pt x="24" y="311"/>
                    </a:cubicBezTo>
                    <a:cubicBezTo>
                      <a:pt x="25" y="314"/>
                      <a:pt x="26" y="317"/>
                      <a:pt x="27" y="320"/>
                    </a:cubicBezTo>
                    <a:cubicBezTo>
                      <a:pt x="28" y="322"/>
                      <a:pt x="30" y="324"/>
                      <a:pt x="31" y="326"/>
                    </a:cubicBezTo>
                    <a:cubicBezTo>
                      <a:pt x="32" y="328"/>
                      <a:pt x="32" y="329"/>
                      <a:pt x="34" y="331"/>
                    </a:cubicBezTo>
                    <a:cubicBezTo>
                      <a:pt x="35" y="331"/>
                      <a:pt x="35" y="332"/>
                      <a:pt x="37" y="333"/>
                    </a:cubicBezTo>
                    <a:cubicBezTo>
                      <a:pt x="38" y="334"/>
                      <a:pt x="39" y="335"/>
                      <a:pt x="40" y="336"/>
                    </a:cubicBezTo>
                    <a:cubicBezTo>
                      <a:pt x="41" y="336"/>
                      <a:pt x="42" y="337"/>
                      <a:pt x="43" y="338"/>
                    </a:cubicBezTo>
                    <a:cubicBezTo>
                      <a:pt x="44" y="338"/>
                      <a:pt x="45" y="339"/>
                      <a:pt x="46" y="339"/>
                    </a:cubicBezTo>
                    <a:cubicBezTo>
                      <a:pt x="48" y="340"/>
                      <a:pt x="49" y="340"/>
                      <a:pt x="51" y="340"/>
                    </a:cubicBezTo>
                    <a:cubicBezTo>
                      <a:pt x="52" y="341"/>
                      <a:pt x="53" y="341"/>
                      <a:pt x="55" y="341"/>
                    </a:cubicBezTo>
                    <a:cubicBezTo>
                      <a:pt x="56" y="342"/>
                      <a:pt x="57" y="342"/>
                      <a:pt x="58" y="342"/>
                    </a:cubicBezTo>
                    <a:moveTo>
                      <a:pt x="53" y="362"/>
                    </a:moveTo>
                    <a:cubicBezTo>
                      <a:pt x="46" y="361"/>
                      <a:pt x="39" y="360"/>
                      <a:pt x="32" y="356"/>
                    </a:cubicBezTo>
                    <a:cubicBezTo>
                      <a:pt x="27" y="353"/>
                      <a:pt x="23" y="349"/>
                      <a:pt x="18" y="345"/>
                    </a:cubicBezTo>
                    <a:cubicBezTo>
                      <a:pt x="14" y="339"/>
                      <a:pt x="10" y="333"/>
                      <a:pt x="7" y="327"/>
                    </a:cubicBezTo>
                    <a:cubicBezTo>
                      <a:pt x="5" y="320"/>
                      <a:pt x="3" y="313"/>
                      <a:pt x="2" y="307"/>
                    </a:cubicBezTo>
                    <a:cubicBezTo>
                      <a:pt x="0" y="299"/>
                      <a:pt x="0" y="292"/>
                      <a:pt x="1" y="285"/>
                    </a:cubicBezTo>
                    <a:cubicBezTo>
                      <a:pt x="2" y="278"/>
                      <a:pt x="4" y="272"/>
                      <a:pt x="6" y="265"/>
                    </a:cubicBezTo>
                    <a:cubicBezTo>
                      <a:pt x="8" y="260"/>
                      <a:pt x="10" y="255"/>
                      <a:pt x="13" y="251"/>
                    </a:cubicBezTo>
                    <a:cubicBezTo>
                      <a:pt x="16" y="246"/>
                      <a:pt x="20" y="241"/>
                      <a:pt x="23" y="237"/>
                    </a:cubicBezTo>
                    <a:cubicBezTo>
                      <a:pt x="24" y="234"/>
                      <a:pt x="25" y="232"/>
                      <a:pt x="27" y="230"/>
                    </a:cubicBezTo>
                    <a:cubicBezTo>
                      <a:pt x="27" y="230"/>
                      <a:pt x="26" y="230"/>
                      <a:pt x="26" y="231"/>
                    </a:cubicBezTo>
                    <a:cubicBezTo>
                      <a:pt x="28" y="227"/>
                      <a:pt x="30" y="223"/>
                      <a:pt x="32" y="220"/>
                    </a:cubicBezTo>
                    <a:cubicBezTo>
                      <a:pt x="37" y="214"/>
                      <a:pt x="45" y="213"/>
                      <a:pt x="52" y="212"/>
                    </a:cubicBezTo>
                    <a:cubicBezTo>
                      <a:pt x="61" y="211"/>
                      <a:pt x="71" y="210"/>
                      <a:pt x="80" y="209"/>
                    </a:cubicBezTo>
                    <a:cubicBezTo>
                      <a:pt x="87" y="209"/>
                      <a:pt x="94" y="208"/>
                      <a:pt x="100" y="208"/>
                    </a:cubicBezTo>
                    <a:cubicBezTo>
                      <a:pt x="106" y="207"/>
                      <a:pt x="112" y="206"/>
                      <a:pt x="117" y="205"/>
                    </a:cubicBezTo>
                    <a:cubicBezTo>
                      <a:pt x="118" y="201"/>
                      <a:pt x="119" y="197"/>
                      <a:pt x="119" y="193"/>
                    </a:cubicBezTo>
                    <a:cubicBezTo>
                      <a:pt x="123" y="171"/>
                      <a:pt x="126" y="149"/>
                      <a:pt x="131" y="127"/>
                    </a:cubicBezTo>
                    <a:cubicBezTo>
                      <a:pt x="133" y="116"/>
                      <a:pt x="135" y="105"/>
                      <a:pt x="138" y="94"/>
                    </a:cubicBezTo>
                    <a:cubicBezTo>
                      <a:pt x="140" y="87"/>
                      <a:pt x="141" y="80"/>
                      <a:pt x="143" y="72"/>
                    </a:cubicBezTo>
                    <a:cubicBezTo>
                      <a:pt x="145" y="62"/>
                      <a:pt x="149" y="51"/>
                      <a:pt x="153" y="41"/>
                    </a:cubicBezTo>
                    <a:cubicBezTo>
                      <a:pt x="156" y="34"/>
                      <a:pt x="159" y="28"/>
                      <a:pt x="163" y="22"/>
                    </a:cubicBezTo>
                    <a:cubicBezTo>
                      <a:pt x="166" y="16"/>
                      <a:pt x="171" y="10"/>
                      <a:pt x="176" y="5"/>
                    </a:cubicBezTo>
                    <a:cubicBezTo>
                      <a:pt x="180" y="2"/>
                      <a:pt x="186" y="0"/>
                      <a:pt x="191" y="1"/>
                    </a:cubicBezTo>
                    <a:cubicBezTo>
                      <a:pt x="197" y="1"/>
                      <a:pt x="201" y="6"/>
                      <a:pt x="203" y="12"/>
                    </a:cubicBezTo>
                    <a:cubicBezTo>
                      <a:pt x="203" y="17"/>
                      <a:pt x="203" y="22"/>
                      <a:pt x="201" y="26"/>
                    </a:cubicBezTo>
                    <a:cubicBezTo>
                      <a:pt x="201" y="29"/>
                      <a:pt x="200" y="33"/>
                      <a:pt x="199" y="36"/>
                    </a:cubicBezTo>
                    <a:cubicBezTo>
                      <a:pt x="197" y="43"/>
                      <a:pt x="195" y="50"/>
                      <a:pt x="193" y="57"/>
                    </a:cubicBezTo>
                    <a:cubicBezTo>
                      <a:pt x="190" y="63"/>
                      <a:pt x="188" y="68"/>
                      <a:pt x="185" y="74"/>
                    </a:cubicBezTo>
                    <a:cubicBezTo>
                      <a:pt x="182" y="80"/>
                      <a:pt x="178" y="86"/>
                      <a:pt x="173" y="91"/>
                    </a:cubicBezTo>
                    <a:cubicBezTo>
                      <a:pt x="171" y="93"/>
                      <a:pt x="169" y="94"/>
                      <a:pt x="166" y="95"/>
                    </a:cubicBezTo>
                    <a:cubicBezTo>
                      <a:pt x="164" y="96"/>
                      <a:pt x="162" y="96"/>
                      <a:pt x="159" y="95"/>
                    </a:cubicBezTo>
                    <a:cubicBezTo>
                      <a:pt x="158" y="95"/>
                      <a:pt x="158" y="95"/>
                      <a:pt x="158" y="95"/>
                    </a:cubicBezTo>
                    <a:cubicBezTo>
                      <a:pt x="157" y="99"/>
                      <a:pt x="155" y="103"/>
                      <a:pt x="154" y="107"/>
                    </a:cubicBezTo>
                    <a:cubicBezTo>
                      <a:pt x="152" y="119"/>
                      <a:pt x="150" y="130"/>
                      <a:pt x="147" y="141"/>
                    </a:cubicBezTo>
                    <a:cubicBezTo>
                      <a:pt x="145" y="151"/>
                      <a:pt x="143" y="162"/>
                      <a:pt x="141" y="173"/>
                    </a:cubicBezTo>
                    <a:cubicBezTo>
                      <a:pt x="140" y="182"/>
                      <a:pt x="138" y="192"/>
                      <a:pt x="137" y="201"/>
                    </a:cubicBezTo>
                    <a:cubicBezTo>
                      <a:pt x="147" y="199"/>
                      <a:pt x="157" y="197"/>
                      <a:pt x="166" y="195"/>
                    </a:cubicBezTo>
                    <a:cubicBezTo>
                      <a:pt x="172" y="194"/>
                      <a:pt x="177" y="197"/>
                      <a:pt x="179" y="202"/>
                    </a:cubicBezTo>
                    <a:cubicBezTo>
                      <a:pt x="180" y="207"/>
                      <a:pt x="176" y="212"/>
                      <a:pt x="171" y="214"/>
                    </a:cubicBezTo>
                    <a:cubicBezTo>
                      <a:pt x="159" y="217"/>
                      <a:pt x="146" y="220"/>
                      <a:pt x="133" y="223"/>
                    </a:cubicBezTo>
                    <a:cubicBezTo>
                      <a:pt x="132" y="228"/>
                      <a:pt x="131" y="234"/>
                      <a:pt x="130" y="239"/>
                    </a:cubicBezTo>
                    <a:cubicBezTo>
                      <a:pt x="129" y="250"/>
                      <a:pt x="126" y="261"/>
                      <a:pt x="123" y="272"/>
                    </a:cubicBezTo>
                    <a:cubicBezTo>
                      <a:pt x="120" y="283"/>
                      <a:pt x="117" y="293"/>
                      <a:pt x="113" y="304"/>
                    </a:cubicBezTo>
                    <a:lnTo>
                      <a:pt x="113" y="303"/>
                    </a:lnTo>
                    <a:cubicBezTo>
                      <a:pt x="109" y="314"/>
                      <a:pt x="104" y="325"/>
                      <a:pt x="98" y="335"/>
                    </a:cubicBezTo>
                    <a:cubicBezTo>
                      <a:pt x="96" y="340"/>
                      <a:pt x="92" y="345"/>
                      <a:pt x="88" y="349"/>
                    </a:cubicBezTo>
                    <a:cubicBezTo>
                      <a:pt x="83" y="354"/>
                      <a:pt x="77" y="357"/>
                      <a:pt x="71" y="360"/>
                    </a:cubicBezTo>
                    <a:cubicBezTo>
                      <a:pt x="67" y="361"/>
                      <a:pt x="62" y="363"/>
                      <a:pt x="58" y="363"/>
                    </a:cubicBezTo>
                    <a:cubicBezTo>
                      <a:pt x="56" y="363"/>
                      <a:pt x="55" y="363"/>
                      <a:pt x="53" y="3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9" name="Google Shape;3559;p40"/>
              <p:cNvSpPr/>
              <p:nvPr/>
            </p:nvSpPr>
            <p:spPr>
              <a:xfrm>
                <a:off x="825480" y="4139280"/>
                <a:ext cx="42480" cy="119160"/>
              </a:xfrm>
              <a:custGeom>
                <a:avLst/>
                <a:gdLst/>
                <a:ahLst/>
                <a:cxnLst/>
                <a:rect l="l" t="t" r="r" b="b"/>
                <a:pathLst>
                  <a:path w="118" h="331" extrusionOk="0">
                    <a:moveTo>
                      <a:pt x="49" y="328"/>
                    </a:moveTo>
                    <a:cubicBezTo>
                      <a:pt x="42" y="322"/>
                      <a:pt x="36" y="316"/>
                      <a:pt x="30" y="310"/>
                    </a:cubicBezTo>
                    <a:cubicBezTo>
                      <a:pt x="20" y="301"/>
                      <a:pt x="13" y="288"/>
                      <a:pt x="9" y="275"/>
                    </a:cubicBezTo>
                    <a:cubicBezTo>
                      <a:pt x="4" y="260"/>
                      <a:pt x="1" y="245"/>
                      <a:pt x="0" y="230"/>
                    </a:cubicBezTo>
                    <a:cubicBezTo>
                      <a:pt x="0" y="222"/>
                      <a:pt x="1" y="215"/>
                      <a:pt x="1" y="208"/>
                    </a:cubicBezTo>
                    <a:cubicBezTo>
                      <a:pt x="1" y="200"/>
                      <a:pt x="3" y="191"/>
                      <a:pt x="4" y="183"/>
                    </a:cubicBezTo>
                    <a:cubicBezTo>
                      <a:pt x="7" y="167"/>
                      <a:pt x="11" y="150"/>
                      <a:pt x="15" y="134"/>
                    </a:cubicBezTo>
                    <a:cubicBezTo>
                      <a:pt x="15" y="130"/>
                      <a:pt x="17" y="126"/>
                      <a:pt x="18" y="123"/>
                    </a:cubicBezTo>
                    <a:cubicBezTo>
                      <a:pt x="20" y="116"/>
                      <a:pt x="22" y="109"/>
                      <a:pt x="25" y="102"/>
                    </a:cubicBezTo>
                    <a:cubicBezTo>
                      <a:pt x="26" y="98"/>
                      <a:pt x="28" y="94"/>
                      <a:pt x="29" y="90"/>
                    </a:cubicBezTo>
                    <a:cubicBezTo>
                      <a:pt x="31" y="84"/>
                      <a:pt x="33" y="78"/>
                      <a:pt x="36" y="72"/>
                    </a:cubicBezTo>
                    <a:cubicBezTo>
                      <a:pt x="36" y="73"/>
                      <a:pt x="35" y="73"/>
                      <a:pt x="35" y="74"/>
                    </a:cubicBezTo>
                    <a:cubicBezTo>
                      <a:pt x="38" y="65"/>
                      <a:pt x="42" y="57"/>
                      <a:pt x="46" y="49"/>
                    </a:cubicBezTo>
                    <a:cubicBezTo>
                      <a:pt x="51" y="40"/>
                      <a:pt x="57" y="31"/>
                      <a:pt x="63" y="23"/>
                    </a:cubicBezTo>
                    <a:cubicBezTo>
                      <a:pt x="65" y="19"/>
                      <a:pt x="68" y="16"/>
                      <a:pt x="71" y="12"/>
                    </a:cubicBezTo>
                    <a:cubicBezTo>
                      <a:pt x="75" y="9"/>
                      <a:pt x="79" y="6"/>
                      <a:pt x="83" y="3"/>
                    </a:cubicBezTo>
                    <a:cubicBezTo>
                      <a:pt x="87" y="1"/>
                      <a:pt x="92" y="0"/>
                      <a:pt x="96" y="0"/>
                    </a:cubicBezTo>
                    <a:cubicBezTo>
                      <a:pt x="100" y="0"/>
                      <a:pt x="105" y="2"/>
                      <a:pt x="109" y="4"/>
                    </a:cubicBezTo>
                    <a:cubicBezTo>
                      <a:pt x="114" y="6"/>
                      <a:pt x="117" y="13"/>
                      <a:pt x="114" y="19"/>
                    </a:cubicBezTo>
                    <a:cubicBezTo>
                      <a:pt x="111" y="24"/>
                      <a:pt x="105" y="26"/>
                      <a:pt x="99" y="24"/>
                    </a:cubicBezTo>
                    <a:cubicBezTo>
                      <a:pt x="99" y="24"/>
                      <a:pt x="98" y="23"/>
                      <a:pt x="97" y="23"/>
                    </a:cubicBezTo>
                    <a:cubicBezTo>
                      <a:pt x="96" y="23"/>
                      <a:pt x="96" y="23"/>
                      <a:pt x="96" y="23"/>
                    </a:cubicBezTo>
                    <a:cubicBezTo>
                      <a:pt x="95" y="23"/>
                      <a:pt x="95" y="23"/>
                      <a:pt x="95" y="23"/>
                    </a:cubicBezTo>
                    <a:lnTo>
                      <a:pt x="94" y="23"/>
                    </a:lnTo>
                    <a:lnTo>
                      <a:pt x="93" y="23"/>
                    </a:lnTo>
                    <a:cubicBezTo>
                      <a:pt x="92" y="23"/>
                      <a:pt x="91" y="23"/>
                      <a:pt x="91" y="24"/>
                    </a:cubicBezTo>
                    <a:cubicBezTo>
                      <a:pt x="91" y="23"/>
                      <a:pt x="92" y="23"/>
                      <a:pt x="92" y="23"/>
                    </a:cubicBezTo>
                    <a:cubicBezTo>
                      <a:pt x="91" y="23"/>
                      <a:pt x="91" y="24"/>
                      <a:pt x="89" y="24"/>
                    </a:cubicBezTo>
                    <a:cubicBezTo>
                      <a:pt x="89" y="25"/>
                      <a:pt x="88" y="26"/>
                      <a:pt x="87" y="26"/>
                    </a:cubicBezTo>
                    <a:cubicBezTo>
                      <a:pt x="86" y="27"/>
                      <a:pt x="86" y="27"/>
                      <a:pt x="85" y="28"/>
                    </a:cubicBezTo>
                    <a:cubicBezTo>
                      <a:pt x="82" y="31"/>
                      <a:pt x="79" y="35"/>
                      <a:pt x="77" y="38"/>
                    </a:cubicBezTo>
                    <a:cubicBezTo>
                      <a:pt x="72" y="46"/>
                      <a:pt x="67" y="53"/>
                      <a:pt x="63" y="61"/>
                    </a:cubicBezTo>
                    <a:cubicBezTo>
                      <a:pt x="58" y="70"/>
                      <a:pt x="54" y="79"/>
                      <a:pt x="50" y="88"/>
                    </a:cubicBezTo>
                    <a:cubicBezTo>
                      <a:pt x="48" y="95"/>
                      <a:pt x="46" y="101"/>
                      <a:pt x="43" y="107"/>
                    </a:cubicBezTo>
                    <a:cubicBezTo>
                      <a:pt x="40" y="117"/>
                      <a:pt x="37" y="127"/>
                      <a:pt x="33" y="137"/>
                    </a:cubicBezTo>
                    <a:cubicBezTo>
                      <a:pt x="33" y="139"/>
                      <a:pt x="33" y="140"/>
                      <a:pt x="32" y="141"/>
                    </a:cubicBezTo>
                    <a:cubicBezTo>
                      <a:pt x="32" y="145"/>
                      <a:pt x="31" y="148"/>
                      <a:pt x="30" y="152"/>
                    </a:cubicBezTo>
                    <a:cubicBezTo>
                      <a:pt x="29" y="157"/>
                      <a:pt x="27" y="162"/>
                      <a:pt x="26" y="167"/>
                    </a:cubicBezTo>
                    <a:cubicBezTo>
                      <a:pt x="23" y="181"/>
                      <a:pt x="21" y="194"/>
                      <a:pt x="19" y="207"/>
                    </a:cubicBezTo>
                    <a:cubicBezTo>
                      <a:pt x="20" y="207"/>
                      <a:pt x="20" y="207"/>
                      <a:pt x="20" y="206"/>
                    </a:cubicBezTo>
                    <a:cubicBezTo>
                      <a:pt x="19" y="214"/>
                      <a:pt x="19" y="223"/>
                      <a:pt x="19" y="231"/>
                    </a:cubicBezTo>
                    <a:cubicBezTo>
                      <a:pt x="19" y="232"/>
                      <a:pt x="19" y="232"/>
                      <a:pt x="19" y="232"/>
                    </a:cubicBezTo>
                    <a:lnTo>
                      <a:pt x="19" y="231"/>
                    </a:lnTo>
                    <a:cubicBezTo>
                      <a:pt x="19" y="236"/>
                      <a:pt x="20" y="241"/>
                      <a:pt x="21" y="246"/>
                    </a:cubicBezTo>
                    <a:cubicBezTo>
                      <a:pt x="21" y="245"/>
                      <a:pt x="21" y="245"/>
                      <a:pt x="21" y="245"/>
                    </a:cubicBezTo>
                    <a:cubicBezTo>
                      <a:pt x="22" y="253"/>
                      <a:pt x="24" y="261"/>
                      <a:pt x="27" y="268"/>
                    </a:cubicBezTo>
                    <a:cubicBezTo>
                      <a:pt x="26" y="268"/>
                      <a:pt x="26" y="268"/>
                      <a:pt x="26" y="267"/>
                    </a:cubicBezTo>
                    <a:cubicBezTo>
                      <a:pt x="28" y="271"/>
                      <a:pt x="29" y="275"/>
                      <a:pt x="31" y="279"/>
                    </a:cubicBezTo>
                    <a:cubicBezTo>
                      <a:pt x="32" y="281"/>
                      <a:pt x="33" y="282"/>
                      <a:pt x="34" y="284"/>
                    </a:cubicBezTo>
                    <a:cubicBezTo>
                      <a:pt x="36" y="287"/>
                      <a:pt x="37" y="290"/>
                      <a:pt x="40" y="293"/>
                    </a:cubicBezTo>
                    <a:cubicBezTo>
                      <a:pt x="43" y="296"/>
                      <a:pt x="47" y="300"/>
                      <a:pt x="50" y="303"/>
                    </a:cubicBezTo>
                    <a:cubicBezTo>
                      <a:pt x="50" y="303"/>
                      <a:pt x="50" y="302"/>
                      <a:pt x="49" y="302"/>
                    </a:cubicBezTo>
                    <a:cubicBezTo>
                      <a:pt x="53" y="306"/>
                      <a:pt x="57" y="309"/>
                      <a:pt x="61" y="313"/>
                    </a:cubicBezTo>
                    <a:cubicBezTo>
                      <a:pt x="65" y="316"/>
                      <a:pt x="66" y="322"/>
                      <a:pt x="63" y="326"/>
                    </a:cubicBezTo>
                    <a:cubicBezTo>
                      <a:pt x="61" y="329"/>
                      <a:pt x="58" y="330"/>
                      <a:pt x="55" y="330"/>
                    </a:cubicBezTo>
                    <a:cubicBezTo>
                      <a:pt x="53" y="330"/>
                      <a:pt x="51" y="329"/>
                      <a:pt x="49" y="3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0" name="Google Shape;3560;p40"/>
              <p:cNvSpPr/>
              <p:nvPr/>
            </p:nvSpPr>
            <p:spPr>
              <a:xfrm>
                <a:off x="871560" y="4129200"/>
                <a:ext cx="89280" cy="168840"/>
              </a:xfrm>
              <a:custGeom>
                <a:avLst/>
                <a:gdLst/>
                <a:ahLst/>
                <a:cxnLst/>
                <a:rect l="l" t="t" r="r" b="b"/>
                <a:pathLst>
                  <a:path w="248" h="469" extrusionOk="0">
                    <a:moveTo>
                      <a:pt x="32" y="271"/>
                    </a:moveTo>
                    <a:lnTo>
                      <a:pt x="34" y="271"/>
                    </a:lnTo>
                    <a:cubicBezTo>
                      <a:pt x="35" y="271"/>
                      <a:pt x="36" y="270"/>
                      <a:pt x="37" y="270"/>
                    </a:cubicBezTo>
                    <a:cubicBezTo>
                      <a:pt x="39" y="270"/>
                      <a:pt x="41" y="269"/>
                      <a:pt x="42" y="268"/>
                    </a:cubicBezTo>
                    <a:cubicBezTo>
                      <a:pt x="44" y="267"/>
                      <a:pt x="46" y="266"/>
                      <a:pt x="48" y="265"/>
                    </a:cubicBezTo>
                    <a:cubicBezTo>
                      <a:pt x="51" y="263"/>
                      <a:pt x="53" y="262"/>
                      <a:pt x="56" y="259"/>
                    </a:cubicBezTo>
                    <a:cubicBezTo>
                      <a:pt x="60" y="255"/>
                      <a:pt x="66" y="250"/>
                      <a:pt x="70" y="246"/>
                    </a:cubicBezTo>
                    <a:lnTo>
                      <a:pt x="70" y="245"/>
                    </a:lnTo>
                    <a:lnTo>
                      <a:pt x="71" y="245"/>
                    </a:lnTo>
                    <a:cubicBezTo>
                      <a:pt x="70" y="245"/>
                      <a:pt x="70" y="245"/>
                      <a:pt x="70" y="245"/>
                    </a:cubicBezTo>
                    <a:cubicBezTo>
                      <a:pt x="74" y="241"/>
                      <a:pt x="78" y="236"/>
                      <a:pt x="82" y="232"/>
                    </a:cubicBezTo>
                    <a:cubicBezTo>
                      <a:pt x="85" y="227"/>
                      <a:pt x="88" y="222"/>
                      <a:pt x="91" y="217"/>
                    </a:cubicBezTo>
                    <a:cubicBezTo>
                      <a:pt x="91" y="216"/>
                      <a:pt x="91" y="216"/>
                      <a:pt x="91" y="216"/>
                    </a:cubicBezTo>
                    <a:cubicBezTo>
                      <a:pt x="91" y="215"/>
                      <a:pt x="90" y="214"/>
                      <a:pt x="90" y="214"/>
                    </a:cubicBezTo>
                    <a:cubicBezTo>
                      <a:pt x="88" y="212"/>
                      <a:pt x="87" y="210"/>
                      <a:pt x="86" y="209"/>
                    </a:cubicBezTo>
                    <a:cubicBezTo>
                      <a:pt x="84" y="206"/>
                      <a:pt x="82" y="204"/>
                      <a:pt x="80" y="202"/>
                    </a:cubicBezTo>
                    <a:cubicBezTo>
                      <a:pt x="79" y="201"/>
                      <a:pt x="78" y="200"/>
                      <a:pt x="77" y="200"/>
                    </a:cubicBezTo>
                    <a:cubicBezTo>
                      <a:pt x="76" y="199"/>
                      <a:pt x="75" y="199"/>
                      <a:pt x="74" y="198"/>
                    </a:cubicBezTo>
                    <a:cubicBezTo>
                      <a:pt x="72" y="197"/>
                      <a:pt x="69" y="196"/>
                      <a:pt x="67" y="195"/>
                    </a:cubicBezTo>
                    <a:cubicBezTo>
                      <a:pt x="65" y="194"/>
                      <a:pt x="63" y="193"/>
                      <a:pt x="61" y="193"/>
                    </a:cubicBezTo>
                    <a:cubicBezTo>
                      <a:pt x="60" y="193"/>
                      <a:pt x="59" y="192"/>
                      <a:pt x="57" y="192"/>
                    </a:cubicBezTo>
                    <a:cubicBezTo>
                      <a:pt x="57" y="192"/>
                      <a:pt x="56" y="192"/>
                      <a:pt x="55" y="192"/>
                    </a:cubicBezTo>
                    <a:cubicBezTo>
                      <a:pt x="54" y="192"/>
                      <a:pt x="52" y="192"/>
                      <a:pt x="51" y="193"/>
                    </a:cubicBezTo>
                    <a:lnTo>
                      <a:pt x="50" y="193"/>
                    </a:lnTo>
                    <a:lnTo>
                      <a:pt x="49" y="193"/>
                    </a:lnTo>
                    <a:lnTo>
                      <a:pt x="50" y="193"/>
                    </a:lnTo>
                    <a:lnTo>
                      <a:pt x="49" y="193"/>
                    </a:lnTo>
                    <a:lnTo>
                      <a:pt x="50" y="193"/>
                    </a:lnTo>
                    <a:lnTo>
                      <a:pt x="51" y="193"/>
                    </a:lnTo>
                    <a:cubicBezTo>
                      <a:pt x="50" y="193"/>
                      <a:pt x="49" y="193"/>
                      <a:pt x="49" y="193"/>
                    </a:cubicBezTo>
                    <a:lnTo>
                      <a:pt x="48" y="194"/>
                    </a:lnTo>
                    <a:cubicBezTo>
                      <a:pt x="46" y="195"/>
                      <a:pt x="45" y="196"/>
                      <a:pt x="43" y="197"/>
                    </a:cubicBezTo>
                    <a:cubicBezTo>
                      <a:pt x="41" y="199"/>
                      <a:pt x="39" y="202"/>
                      <a:pt x="37" y="203"/>
                    </a:cubicBezTo>
                    <a:cubicBezTo>
                      <a:pt x="35" y="205"/>
                      <a:pt x="34" y="207"/>
                      <a:pt x="33" y="208"/>
                    </a:cubicBezTo>
                    <a:cubicBezTo>
                      <a:pt x="32" y="209"/>
                      <a:pt x="31" y="211"/>
                      <a:pt x="31" y="212"/>
                    </a:cubicBezTo>
                    <a:cubicBezTo>
                      <a:pt x="30" y="215"/>
                      <a:pt x="28" y="218"/>
                      <a:pt x="27" y="221"/>
                    </a:cubicBezTo>
                    <a:cubicBezTo>
                      <a:pt x="25" y="225"/>
                      <a:pt x="24" y="231"/>
                      <a:pt x="23" y="236"/>
                    </a:cubicBezTo>
                    <a:cubicBezTo>
                      <a:pt x="21" y="240"/>
                      <a:pt x="21" y="244"/>
                      <a:pt x="20" y="248"/>
                    </a:cubicBezTo>
                    <a:cubicBezTo>
                      <a:pt x="20" y="250"/>
                      <a:pt x="20" y="252"/>
                      <a:pt x="20" y="253"/>
                    </a:cubicBezTo>
                    <a:cubicBezTo>
                      <a:pt x="20" y="255"/>
                      <a:pt x="21" y="256"/>
                      <a:pt x="21" y="257"/>
                    </a:cubicBezTo>
                    <a:cubicBezTo>
                      <a:pt x="21" y="260"/>
                      <a:pt x="22" y="262"/>
                      <a:pt x="23" y="264"/>
                    </a:cubicBezTo>
                    <a:lnTo>
                      <a:pt x="23" y="263"/>
                    </a:lnTo>
                    <a:cubicBezTo>
                      <a:pt x="23" y="264"/>
                      <a:pt x="23" y="264"/>
                      <a:pt x="23" y="265"/>
                    </a:cubicBezTo>
                    <a:cubicBezTo>
                      <a:pt x="24" y="266"/>
                      <a:pt x="24" y="267"/>
                      <a:pt x="24" y="268"/>
                    </a:cubicBezTo>
                    <a:cubicBezTo>
                      <a:pt x="24" y="268"/>
                      <a:pt x="25" y="268"/>
                      <a:pt x="25" y="269"/>
                    </a:cubicBezTo>
                    <a:cubicBezTo>
                      <a:pt x="25" y="269"/>
                      <a:pt x="26" y="270"/>
                      <a:pt x="27" y="270"/>
                    </a:cubicBezTo>
                    <a:lnTo>
                      <a:pt x="28" y="271"/>
                    </a:lnTo>
                    <a:cubicBezTo>
                      <a:pt x="29" y="271"/>
                      <a:pt x="30" y="271"/>
                      <a:pt x="30" y="271"/>
                    </a:cubicBezTo>
                    <a:cubicBezTo>
                      <a:pt x="31" y="271"/>
                      <a:pt x="31" y="271"/>
                      <a:pt x="32" y="271"/>
                    </a:cubicBezTo>
                    <a:moveTo>
                      <a:pt x="102" y="467"/>
                    </a:moveTo>
                    <a:cubicBezTo>
                      <a:pt x="98" y="464"/>
                      <a:pt x="97" y="458"/>
                      <a:pt x="99" y="454"/>
                    </a:cubicBezTo>
                    <a:cubicBezTo>
                      <a:pt x="115" y="432"/>
                      <a:pt x="130" y="410"/>
                      <a:pt x="145" y="388"/>
                    </a:cubicBezTo>
                    <a:cubicBezTo>
                      <a:pt x="150" y="380"/>
                      <a:pt x="155" y="373"/>
                      <a:pt x="161" y="365"/>
                    </a:cubicBezTo>
                    <a:cubicBezTo>
                      <a:pt x="175" y="344"/>
                      <a:pt x="189" y="323"/>
                      <a:pt x="201" y="301"/>
                    </a:cubicBezTo>
                    <a:cubicBezTo>
                      <a:pt x="206" y="291"/>
                      <a:pt x="211" y="280"/>
                      <a:pt x="215" y="270"/>
                    </a:cubicBezTo>
                    <a:cubicBezTo>
                      <a:pt x="218" y="262"/>
                      <a:pt x="220" y="255"/>
                      <a:pt x="222" y="247"/>
                    </a:cubicBezTo>
                    <a:cubicBezTo>
                      <a:pt x="222" y="248"/>
                      <a:pt x="222" y="248"/>
                      <a:pt x="222" y="249"/>
                    </a:cubicBezTo>
                    <a:cubicBezTo>
                      <a:pt x="224" y="238"/>
                      <a:pt x="225" y="227"/>
                      <a:pt x="226" y="217"/>
                    </a:cubicBezTo>
                    <a:cubicBezTo>
                      <a:pt x="227" y="206"/>
                      <a:pt x="228" y="195"/>
                      <a:pt x="227" y="184"/>
                    </a:cubicBezTo>
                    <a:lnTo>
                      <a:pt x="227" y="183"/>
                    </a:lnTo>
                    <a:cubicBezTo>
                      <a:pt x="226" y="172"/>
                      <a:pt x="225" y="162"/>
                      <a:pt x="224" y="151"/>
                    </a:cubicBezTo>
                    <a:cubicBezTo>
                      <a:pt x="222" y="143"/>
                      <a:pt x="219" y="135"/>
                      <a:pt x="217" y="126"/>
                    </a:cubicBezTo>
                    <a:cubicBezTo>
                      <a:pt x="214" y="117"/>
                      <a:pt x="211" y="109"/>
                      <a:pt x="207" y="101"/>
                    </a:cubicBezTo>
                    <a:lnTo>
                      <a:pt x="207" y="100"/>
                    </a:lnTo>
                    <a:cubicBezTo>
                      <a:pt x="202" y="90"/>
                      <a:pt x="196" y="80"/>
                      <a:pt x="190" y="70"/>
                    </a:cubicBezTo>
                    <a:cubicBezTo>
                      <a:pt x="190" y="71"/>
                      <a:pt x="190" y="72"/>
                      <a:pt x="190" y="73"/>
                    </a:cubicBezTo>
                    <a:cubicBezTo>
                      <a:pt x="192" y="80"/>
                      <a:pt x="193" y="86"/>
                      <a:pt x="193" y="92"/>
                    </a:cubicBezTo>
                    <a:cubicBezTo>
                      <a:pt x="195" y="102"/>
                      <a:pt x="196" y="114"/>
                      <a:pt x="197" y="124"/>
                    </a:cubicBezTo>
                    <a:cubicBezTo>
                      <a:pt x="197" y="140"/>
                      <a:pt x="196" y="155"/>
                      <a:pt x="194" y="171"/>
                    </a:cubicBezTo>
                    <a:cubicBezTo>
                      <a:pt x="193" y="178"/>
                      <a:pt x="192" y="186"/>
                      <a:pt x="190" y="194"/>
                    </a:cubicBezTo>
                    <a:cubicBezTo>
                      <a:pt x="188" y="203"/>
                      <a:pt x="186" y="212"/>
                      <a:pt x="183" y="221"/>
                    </a:cubicBezTo>
                    <a:cubicBezTo>
                      <a:pt x="180" y="232"/>
                      <a:pt x="177" y="243"/>
                      <a:pt x="172" y="253"/>
                    </a:cubicBezTo>
                    <a:cubicBezTo>
                      <a:pt x="169" y="258"/>
                      <a:pt x="166" y="263"/>
                      <a:pt x="162" y="267"/>
                    </a:cubicBezTo>
                    <a:cubicBezTo>
                      <a:pt x="159" y="271"/>
                      <a:pt x="155" y="275"/>
                      <a:pt x="151" y="278"/>
                    </a:cubicBezTo>
                    <a:cubicBezTo>
                      <a:pt x="147" y="280"/>
                      <a:pt x="142" y="282"/>
                      <a:pt x="137" y="283"/>
                    </a:cubicBezTo>
                    <a:cubicBezTo>
                      <a:pt x="133" y="283"/>
                      <a:pt x="128" y="282"/>
                      <a:pt x="124" y="280"/>
                    </a:cubicBezTo>
                    <a:cubicBezTo>
                      <a:pt x="115" y="274"/>
                      <a:pt x="111" y="264"/>
                      <a:pt x="108" y="256"/>
                    </a:cubicBezTo>
                    <a:cubicBezTo>
                      <a:pt x="106" y="249"/>
                      <a:pt x="104" y="243"/>
                      <a:pt x="104" y="236"/>
                    </a:cubicBezTo>
                    <a:cubicBezTo>
                      <a:pt x="102" y="238"/>
                      <a:pt x="101" y="239"/>
                      <a:pt x="100" y="241"/>
                    </a:cubicBezTo>
                    <a:cubicBezTo>
                      <a:pt x="96" y="247"/>
                      <a:pt x="92" y="252"/>
                      <a:pt x="87" y="257"/>
                    </a:cubicBezTo>
                    <a:cubicBezTo>
                      <a:pt x="81" y="263"/>
                      <a:pt x="76" y="269"/>
                      <a:pt x="70" y="274"/>
                    </a:cubicBezTo>
                    <a:cubicBezTo>
                      <a:pt x="65" y="278"/>
                      <a:pt x="60" y="283"/>
                      <a:pt x="53" y="286"/>
                    </a:cubicBezTo>
                    <a:cubicBezTo>
                      <a:pt x="48" y="290"/>
                      <a:pt x="40" y="292"/>
                      <a:pt x="33" y="292"/>
                    </a:cubicBezTo>
                    <a:cubicBezTo>
                      <a:pt x="30" y="292"/>
                      <a:pt x="27" y="292"/>
                      <a:pt x="23" y="291"/>
                    </a:cubicBezTo>
                    <a:cubicBezTo>
                      <a:pt x="20" y="291"/>
                      <a:pt x="18" y="290"/>
                      <a:pt x="16" y="288"/>
                    </a:cubicBezTo>
                    <a:cubicBezTo>
                      <a:pt x="13" y="287"/>
                      <a:pt x="11" y="285"/>
                      <a:pt x="10" y="283"/>
                    </a:cubicBezTo>
                    <a:cubicBezTo>
                      <a:pt x="7" y="281"/>
                      <a:pt x="6" y="278"/>
                      <a:pt x="4" y="275"/>
                    </a:cubicBezTo>
                    <a:cubicBezTo>
                      <a:pt x="2" y="269"/>
                      <a:pt x="0" y="262"/>
                      <a:pt x="0" y="256"/>
                    </a:cubicBezTo>
                    <a:cubicBezTo>
                      <a:pt x="0" y="248"/>
                      <a:pt x="1" y="241"/>
                      <a:pt x="2" y="234"/>
                    </a:cubicBezTo>
                    <a:cubicBezTo>
                      <a:pt x="5" y="220"/>
                      <a:pt x="10" y="205"/>
                      <a:pt x="18" y="193"/>
                    </a:cubicBezTo>
                    <a:cubicBezTo>
                      <a:pt x="23" y="189"/>
                      <a:pt x="27" y="184"/>
                      <a:pt x="32" y="180"/>
                    </a:cubicBezTo>
                    <a:cubicBezTo>
                      <a:pt x="34" y="178"/>
                      <a:pt x="37" y="176"/>
                      <a:pt x="40" y="175"/>
                    </a:cubicBezTo>
                    <a:cubicBezTo>
                      <a:pt x="43" y="173"/>
                      <a:pt x="46" y="172"/>
                      <a:pt x="50" y="172"/>
                    </a:cubicBezTo>
                    <a:cubicBezTo>
                      <a:pt x="58" y="171"/>
                      <a:pt x="66" y="172"/>
                      <a:pt x="74" y="175"/>
                    </a:cubicBezTo>
                    <a:cubicBezTo>
                      <a:pt x="81" y="178"/>
                      <a:pt x="88" y="181"/>
                      <a:pt x="94" y="186"/>
                    </a:cubicBezTo>
                    <a:cubicBezTo>
                      <a:pt x="97" y="188"/>
                      <a:pt x="99" y="191"/>
                      <a:pt x="102" y="195"/>
                    </a:cubicBezTo>
                    <a:cubicBezTo>
                      <a:pt x="104" y="192"/>
                      <a:pt x="107" y="190"/>
                      <a:pt x="111" y="190"/>
                    </a:cubicBezTo>
                    <a:cubicBezTo>
                      <a:pt x="115" y="191"/>
                      <a:pt x="118" y="193"/>
                      <a:pt x="120" y="197"/>
                    </a:cubicBezTo>
                    <a:cubicBezTo>
                      <a:pt x="121" y="200"/>
                      <a:pt x="122" y="203"/>
                      <a:pt x="122" y="206"/>
                    </a:cubicBezTo>
                    <a:cubicBezTo>
                      <a:pt x="122" y="209"/>
                      <a:pt x="122" y="211"/>
                      <a:pt x="122" y="213"/>
                    </a:cubicBezTo>
                    <a:cubicBezTo>
                      <a:pt x="122" y="217"/>
                      <a:pt x="122" y="220"/>
                      <a:pt x="123" y="223"/>
                    </a:cubicBezTo>
                    <a:cubicBezTo>
                      <a:pt x="123" y="228"/>
                      <a:pt x="123" y="232"/>
                      <a:pt x="124" y="237"/>
                    </a:cubicBezTo>
                    <a:cubicBezTo>
                      <a:pt x="125" y="241"/>
                      <a:pt x="126" y="245"/>
                      <a:pt x="127" y="250"/>
                    </a:cubicBezTo>
                    <a:cubicBezTo>
                      <a:pt x="127" y="251"/>
                      <a:pt x="128" y="253"/>
                      <a:pt x="129" y="255"/>
                    </a:cubicBezTo>
                    <a:cubicBezTo>
                      <a:pt x="130" y="256"/>
                      <a:pt x="130" y="257"/>
                      <a:pt x="131" y="257"/>
                    </a:cubicBezTo>
                    <a:cubicBezTo>
                      <a:pt x="131" y="258"/>
                      <a:pt x="131" y="259"/>
                      <a:pt x="132" y="259"/>
                    </a:cubicBezTo>
                    <a:cubicBezTo>
                      <a:pt x="133" y="260"/>
                      <a:pt x="133" y="260"/>
                      <a:pt x="133" y="261"/>
                    </a:cubicBezTo>
                    <a:cubicBezTo>
                      <a:pt x="133" y="260"/>
                      <a:pt x="133" y="260"/>
                      <a:pt x="133" y="260"/>
                    </a:cubicBezTo>
                    <a:cubicBezTo>
                      <a:pt x="133" y="260"/>
                      <a:pt x="133" y="261"/>
                      <a:pt x="134" y="261"/>
                    </a:cubicBezTo>
                    <a:lnTo>
                      <a:pt x="134" y="262"/>
                    </a:lnTo>
                    <a:lnTo>
                      <a:pt x="135" y="262"/>
                    </a:lnTo>
                    <a:lnTo>
                      <a:pt x="136" y="262"/>
                    </a:lnTo>
                    <a:lnTo>
                      <a:pt x="137" y="262"/>
                    </a:lnTo>
                    <a:cubicBezTo>
                      <a:pt x="137" y="261"/>
                      <a:pt x="138" y="261"/>
                      <a:pt x="138" y="261"/>
                    </a:cubicBezTo>
                    <a:lnTo>
                      <a:pt x="139" y="260"/>
                    </a:lnTo>
                    <a:cubicBezTo>
                      <a:pt x="140" y="260"/>
                      <a:pt x="140" y="260"/>
                      <a:pt x="140" y="259"/>
                    </a:cubicBezTo>
                    <a:cubicBezTo>
                      <a:pt x="142" y="258"/>
                      <a:pt x="144" y="256"/>
                      <a:pt x="145" y="255"/>
                    </a:cubicBezTo>
                    <a:cubicBezTo>
                      <a:pt x="147" y="253"/>
                      <a:pt x="149" y="250"/>
                      <a:pt x="150" y="248"/>
                    </a:cubicBezTo>
                    <a:cubicBezTo>
                      <a:pt x="152" y="246"/>
                      <a:pt x="154" y="243"/>
                      <a:pt x="155" y="241"/>
                    </a:cubicBezTo>
                    <a:cubicBezTo>
                      <a:pt x="157" y="238"/>
                      <a:pt x="158" y="234"/>
                      <a:pt x="159" y="231"/>
                    </a:cubicBezTo>
                    <a:cubicBezTo>
                      <a:pt x="162" y="224"/>
                      <a:pt x="165" y="216"/>
                      <a:pt x="166" y="208"/>
                    </a:cubicBezTo>
                    <a:cubicBezTo>
                      <a:pt x="168" y="204"/>
                      <a:pt x="169" y="200"/>
                      <a:pt x="170" y="196"/>
                    </a:cubicBezTo>
                    <a:cubicBezTo>
                      <a:pt x="173" y="181"/>
                      <a:pt x="176" y="166"/>
                      <a:pt x="177" y="151"/>
                    </a:cubicBezTo>
                    <a:cubicBezTo>
                      <a:pt x="178" y="141"/>
                      <a:pt x="178" y="130"/>
                      <a:pt x="178" y="120"/>
                    </a:cubicBezTo>
                    <a:cubicBezTo>
                      <a:pt x="178" y="111"/>
                      <a:pt x="176" y="102"/>
                      <a:pt x="175" y="93"/>
                    </a:cubicBezTo>
                    <a:cubicBezTo>
                      <a:pt x="174" y="87"/>
                      <a:pt x="173" y="81"/>
                      <a:pt x="172" y="75"/>
                    </a:cubicBezTo>
                    <a:cubicBezTo>
                      <a:pt x="172" y="76"/>
                      <a:pt x="172" y="76"/>
                      <a:pt x="172" y="77"/>
                    </a:cubicBezTo>
                    <a:cubicBezTo>
                      <a:pt x="169" y="61"/>
                      <a:pt x="166" y="45"/>
                      <a:pt x="161" y="29"/>
                    </a:cubicBezTo>
                    <a:cubicBezTo>
                      <a:pt x="159" y="26"/>
                      <a:pt x="158" y="22"/>
                      <a:pt x="157" y="19"/>
                    </a:cubicBezTo>
                    <a:cubicBezTo>
                      <a:pt x="157" y="19"/>
                      <a:pt x="157" y="18"/>
                      <a:pt x="157" y="17"/>
                    </a:cubicBezTo>
                    <a:cubicBezTo>
                      <a:pt x="154" y="12"/>
                      <a:pt x="155" y="6"/>
                      <a:pt x="161" y="3"/>
                    </a:cubicBezTo>
                    <a:cubicBezTo>
                      <a:pt x="166" y="0"/>
                      <a:pt x="172" y="2"/>
                      <a:pt x="175" y="7"/>
                    </a:cubicBezTo>
                    <a:cubicBezTo>
                      <a:pt x="177" y="10"/>
                      <a:pt x="179" y="13"/>
                      <a:pt x="180" y="16"/>
                    </a:cubicBezTo>
                    <a:cubicBezTo>
                      <a:pt x="183" y="19"/>
                      <a:pt x="185" y="23"/>
                      <a:pt x="187" y="27"/>
                    </a:cubicBezTo>
                    <a:cubicBezTo>
                      <a:pt x="193" y="35"/>
                      <a:pt x="198" y="44"/>
                      <a:pt x="203" y="52"/>
                    </a:cubicBezTo>
                    <a:cubicBezTo>
                      <a:pt x="206" y="58"/>
                      <a:pt x="210" y="63"/>
                      <a:pt x="212" y="68"/>
                    </a:cubicBezTo>
                    <a:cubicBezTo>
                      <a:pt x="220" y="81"/>
                      <a:pt x="227" y="95"/>
                      <a:pt x="232" y="110"/>
                    </a:cubicBezTo>
                    <a:cubicBezTo>
                      <a:pt x="238" y="125"/>
                      <a:pt x="241" y="140"/>
                      <a:pt x="244" y="156"/>
                    </a:cubicBezTo>
                    <a:cubicBezTo>
                      <a:pt x="246" y="171"/>
                      <a:pt x="247" y="187"/>
                      <a:pt x="246" y="203"/>
                    </a:cubicBezTo>
                    <a:cubicBezTo>
                      <a:pt x="246" y="218"/>
                      <a:pt x="244" y="234"/>
                      <a:pt x="241" y="249"/>
                    </a:cubicBezTo>
                    <a:cubicBezTo>
                      <a:pt x="238" y="264"/>
                      <a:pt x="232" y="279"/>
                      <a:pt x="226" y="293"/>
                    </a:cubicBezTo>
                    <a:cubicBezTo>
                      <a:pt x="215" y="317"/>
                      <a:pt x="201" y="339"/>
                      <a:pt x="186" y="361"/>
                    </a:cubicBezTo>
                    <a:cubicBezTo>
                      <a:pt x="179" y="372"/>
                      <a:pt x="171" y="383"/>
                      <a:pt x="164" y="393"/>
                    </a:cubicBezTo>
                    <a:cubicBezTo>
                      <a:pt x="147" y="417"/>
                      <a:pt x="131" y="440"/>
                      <a:pt x="115" y="464"/>
                    </a:cubicBezTo>
                    <a:cubicBezTo>
                      <a:pt x="113" y="466"/>
                      <a:pt x="110" y="468"/>
                      <a:pt x="106" y="468"/>
                    </a:cubicBezTo>
                    <a:cubicBezTo>
                      <a:pt x="105" y="468"/>
                      <a:pt x="104" y="467"/>
                      <a:pt x="102" y="46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1" name="Google Shape;3561;p40"/>
              <p:cNvSpPr/>
              <p:nvPr/>
            </p:nvSpPr>
            <p:spPr>
              <a:xfrm>
                <a:off x="471240" y="4776480"/>
                <a:ext cx="62640" cy="80280"/>
              </a:xfrm>
              <a:custGeom>
                <a:avLst/>
                <a:gdLst/>
                <a:ahLst/>
                <a:cxnLst/>
                <a:rect l="l" t="t" r="r" b="b"/>
                <a:pathLst>
                  <a:path w="174" h="223" extrusionOk="0">
                    <a:moveTo>
                      <a:pt x="91" y="222"/>
                    </a:moveTo>
                    <a:cubicBezTo>
                      <a:pt x="85" y="222"/>
                      <a:pt x="79" y="220"/>
                      <a:pt x="74" y="217"/>
                    </a:cubicBezTo>
                    <a:cubicBezTo>
                      <a:pt x="69" y="214"/>
                      <a:pt x="65" y="210"/>
                      <a:pt x="61" y="205"/>
                    </a:cubicBezTo>
                    <a:cubicBezTo>
                      <a:pt x="53" y="196"/>
                      <a:pt x="48" y="184"/>
                      <a:pt x="44" y="172"/>
                    </a:cubicBezTo>
                    <a:cubicBezTo>
                      <a:pt x="40" y="159"/>
                      <a:pt x="39" y="145"/>
                      <a:pt x="39" y="132"/>
                    </a:cubicBezTo>
                    <a:cubicBezTo>
                      <a:pt x="39" y="118"/>
                      <a:pt x="40" y="105"/>
                      <a:pt x="43" y="91"/>
                    </a:cubicBezTo>
                    <a:cubicBezTo>
                      <a:pt x="44" y="86"/>
                      <a:pt x="46" y="79"/>
                      <a:pt x="49" y="74"/>
                    </a:cubicBezTo>
                    <a:cubicBezTo>
                      <a:pt x="51" y="70"/>
                      <a:pt x="56" y="66"/>
                      <a:pt x="62" y="66"/>
                    </a:cubicBezTo>
                    <a:cubicBezTo>
                      <a:pt x="65" y="66"/>
                      <a:pt x="69" y="69"/>
                      <a:pt x="72" y="72"/>
                    </a:cubicBezTo>
                    <a:cubicBezTo>
                      <a:pt x="74" y="74"/>
                      <a:pt x="75" y="77"/>
                      <a:pt x="75" y="81"/>
                    </a:cubicBezTo>
                    <a:cubicBezTo>
                      <a:pt x="74" y="86"/>
                      <a:pt x="70" y="90"/>
                      <a:pt x="65" y="90"/>
                    </a:cubicBezTo>
                    <a:cubicBezTo>
                      <a:pt x="64" y="94"/>
                      <a:pt x="64" y="97"/>
                      <a:pt x="62" y="101"/>
                    </a:cubicBezTo>
                    <a:cubicBezTo>
                      <a:pt x="61" y="106"/>
                      <a:pt x="61" y="112"/>
                      <a:pt x="60" y="118"/>
                    </a:cubicBezTo>
                    <a:cubicBezTo>
                      <a:pt x="60" y="125"/>
                      <a:pt x="60" y="132"/>
                      <a:pt x="60" y="139"/>
                    </a:cubicBezTo>
                    <a:cubicBezTo>
                      <a:pt x="60" y="145"/>
                      <a:pt x="61" y="151"/>
                      <a:pt x="62" y="157"/>
                    </a:cubicBezTo>
                    <a:cubicBezTo>
                      <a:pt x="62" y="162"/>
                      <a:pt x="64" y="167"/>
                      <a:pt x="65" y="172"/>
                    </a:cubicBezTo>
                    <a:cubicBezTo>
                      <a:pt x="66" y="175"/>
                      <a:pt x="67" y="178"/>
                      <a:pt x="69" y="181"/>
                    </a:cubicBezTo>
                    <a:cubicBezTo>
                      <a:pt x="69" y="183"/>
                      <a:pt x="71" y="185"/>
                      <a:pt x="72" y="188"/>
                    </a:cubicBezTo>
                    <a:cubicBezTo>
                      <a:pt x="73" y="189"/>
                      <a:pt x="74" y="190"/>
                      <a:pt x="75" y="192"/>
                    </a:cubicBezTo>
                    <a:cubicBezTo>
                      <a:pt x="76" y="193"/>
                      <a:pt x="78" y="195"/>
                      <a:pt x="79" y="196"/>
                    </a:cubicBezTo>
                    <a:cubicBezTo>
                      <a:pt x="81" y="197"/>
                      <a:pt x="82" y="198"/>
                      <a:pt x="83" y="199"/>
                    </a:cubicBezTo>
                    <a:lnTo>
                      <a:pt x="84" y="200"/>
                    </a:lnTo>
                    <a:cubicBezTo>
                      <a:pt x="85" y="200"/>
                      <a:pt x="87" y="201"/>
                      <a:pt x="88" y="201"/>
                    </a:cubicBezTo>
                    <a:cubicBezTo>
                      <a:pt x="89" y="201"/>
                      <a:pt x="89" y="201"/>
                      <a:pt x="90" y="202"/>
                    </a:cubicBezTo>
                    <a:lnTo>
                      <a:pt x="92" y="202"/>
                    </a:lnTo>
                    <a:lnTo>
                      <a:pt x="93" y="202"/>
                    </a:lnTo>
                    <a:cubicBezTo>
                      <a:pt x="95" y="202"/>
                      <a:pt x="96" y="202"/>
                      <a:pt x="97" y="202"/>
                    </a:cubicBezTo>
                    <a:cubicBezTo>
                      <a:pt x="97" y="201"/>
                      <a:pt x="98" y="201"/>
                      <a:pt x="99" y="201"/>
                    </a:cubicBezTo>
                    <a:cubicBezTo>
                      <a:pt x="100" y="201"/>
                      <a:pt x="101" y="200"/>
                      <a:pt x="102" y="200"/>
                    </a:cubicBezTo>
                    <a:cubicBezTo>
                      <a:pt x="103" y="200"/>
                      <a:pt x="104" y="199"/>
                      <a:pt x="104" y="199"/>
                    </a:cubicBezTo>
                    <a:cubicBezTo>
                      <a:pt x="106" y="197"/>
                      <a:pt x="107" y="197"/>
                      <a:pt x="108" y="196"/>
                    </a:cubicBezTo>
                    <a:cubicBezTo>
                      <a:pt x="110" y="194"/>
                      <a:pt x="112" y="192"/>
                      <a:pt x="114" y="190"/>
                    </a:cubicBezTo>
                    <a:cubicBezTo>
                      <a:pt x="116" y="188"/>
                      <a:pt x="118" y="186"/>
                      <a:pt x="120" y="183"/>
                    </a:cubicBezTo>
                    <a:lnTo>
                      <a:pt x="120" y="184"/>
                    </a:lnTo>
                    <a:cubicBezTo>
                      <a:pt x="124" y="178"/>
                      <a:pt x="127" y="172"/>
                      <a:pt x="130" y="167"/>
                    </a:cubicBezTo>
                    <a:cubicBezTo>
                      <a:pt x="131" y="166"/>
                      <a:pt x="131" y="166"/>
                      <a:pt x="131" y="165"/>
                    </a:cubicBezTo>
                    <a:cubicBezTo>
                      <a:pt x="131" y="166"/>
                      <a:pt x="131" y="166"/>
                      <a:pt x="131" y="166"/>
                    </a:cubicBezTo>
                    <a:cubicBezTo>
                      <a:pt x="135" y="158"/>
                      <a:pt x="138" y="150"/>
                      <a:pt x="142" y="141"/>
                    </a:cubicBezTo>
                    <a:cubicBezTo>
                      <a:pt x="145" y="133"/>
                      <a:pt x="148" y="124"/>
                      <a:pt x="149" y="115"/>
                    </a:cubicBezTo>
                    <a:cubicBezTo>
                      <a:pt x="151" y="109"/>
                      <a:pt x="152" y="102"/>
                      <a:pt x="153" y="96"/>
                    </a:cubicBezTo>
                    <a:cubicBezTo>
                      <a:pt x="153" y="93"/>
                      <a:pt x="153" y="90"/>
                      <a:pt x="153" y="87"/>
                    </a:cubicBezTo>
                    <a:cubicBezTo>
                      <a:pt x="153" y="83"/>
                      <a:pt x="152" y="79"/>
                      <a:pt x="152" y="76"/>
                    </a:cubicBezTo>
                    <a:cubicBezTo>
                      <a:pt x="151" y="73"/>
                      <a:pt x="150" y="70"/>
                      <a:pt x="149" y="67"/>
                    </a:cubicBezTo>
                    <a:cubicBezTo>
                      <a:pt x="149" y="64"/>
                      <a:pt x="148" y="62"/>
                      <a:pt x="146" y="59"/>
                    </a:cubicBezTo>
                    <a:cubicBezTo>
                      <a:pt x="145" y="55"/>
                      <a:pt x="143" y="52"/>
                      <a:pt x="141" y="49"/>
                    </a:cubicBezTo>
                    <a:cubicBezTo>
                      <a:pt x="139" y="46"/>
                      <a:pt x="137" y="44"/>
                      <a:pt x="135" y="41"/>
                    </a:cubicBezTo>
                    <a:cubicBezTo>
                      <a:pt x="134" y="39"/>
                      <a:pt x="131" y="37"/>
                      <a:pt x="129" y="34"/>
                    </a:cubicBezTo>
                    <a:cubicBezTo>
                      <a:pt x="127" y="33"/>
                      <a:pt x="124" y="30"/>
                      <a:pt x="122" y="28"/>
                    </a:cubicBezTo>
                    <a:cubicBezTo>
                      <a:pt x="120" y="27"/>
                      <a:pt x="118" y="27"/>
                      <a:pt x="117" y="26"/>
                    </a:cubicBezTo>
                    <a:cubicBezTo>
                      <a:pt x="114" y="24"/>
                      <a:pt x="112" y="23"/>
                      <a:pt x="110" y="23"/>
                    </a:cubicBezTo>
                    <a:cubicBezTo>
                      <a:pt x="108" y="22"/>
                      <a:pt x="106" y="21"/>
                      <a:pt x="104" y="21"/>
                    </a:cubicBezTo>
                    <a:cubicBezTo>
                      <a:pt x="103" y="20"/>
                      <a:pt x="102" y="20"/>
                      <a:pt x="100" y="20"/>
                    </a:cubicBezTo>
                    <a:cubicBezTo>
                      <a:pt x="99" y="20"/>
                      <a:pt x="97" y="20"/>
                      <a:pt x="96" y="20"/>
                    </a:cubicBezTo>
                    <a:cubicBezTo>
                      <a:pt x="95" y="20"/>
                      <a:pt x="92" y="20"/>
                      <a:pt x="90" y="21"/>
                    </a:cubicBezTo>
                    <a:cubicBezTo>
                      <a:pt x="87" y="21"/>
                      <a:pt x="84" y="23"/>
                      <a:pt x="81" y="23"/>
                    </a:cubicBezTo>
                    <a:lnTo>
                      <a:pt x="82" y="23"/>
                    </a:lnTo>
                    <a:cubicBezTo>
                      <a:pt x="74" y="26"/>
                      <a:pt x="67" y="28"/>
                      <a:pt x="60" y="31"/>
                    </a:cubicBezTo>
                    <a:cubicBezTo>
                      <a:pt x="52" y="35"/>
                      <a:pt x="44" y="40"/>
                      <a:pt x="36" y="43"/>
                    </a:cubicBezTo>
                    <a:cubicBezTo>
                      <a:pt x="29" y="47"/>
                      <a:pt x="22" y="50"/>
                      <a:pt x="15" y="54"/>
                    </a:cubicBezTo>
                    <a:cubicBezTo>
                      <a:pt x="11" y="56"/>
                      <a:pt x="5" y="55"/>
                      <a:pt x="3" y="50"/>
                    </a:cubicBezTo>
                    <a:cubicBezTo>
                      <a:pt x="0" y="45"/>
                      <a:pt x="1" y="40"/>
                      <a:pt x="6" y="37"/>
                    </a:cubicBezTo>
                    <a:cubicBezTo>
                      <a:pt x="14" y="33"/>
                      <a:pt x="21" y="29"/>
                      <a:pt x="29" y="26"/>
                    </a:cubicBezTo>
                    <a:cubicBezTo>
                      <a:pt x="39" y="21"/>
                      <a:pt x="48" y="15"/>
                      <a:pt x="59" y="11"/>
                    </a:cubicBezTo>
                    <a:cubicBezTo>
                      <a:pt x="66" y="8"/>
                      <a:pt x="73" y="6"/>
                      <a:pt x="79" y="3"/>
                    </a:cubicBezTo>
                    <a:cubicBezTo>
                      <a:pt x="87" y="2"/>
                      <a:pt x="94" y="0"/>
                      <a:pt x="102" y="1"/>
                    </a:cubicBezTo>
                    <a:cubicBezTo>
                      <a:pt x="115" y="2"/>
                      <a:pt x="128" y="9"/>
                      <a:pt x="139" y="17"/>
                    </a:cubicBezTo>
                    <a:cubicBezTo>
                      <a:pt x="149" y="27"/>
                      <a:pt x="158" y="38"/>
                      <a:pt x="164" y="51"/>
                    </a:cubicBezTo>
                    <a:cubicBezTo>
                      <a:pt x="170" y="65"/>
                      <a:pt x="173" y="79"/>
                      <a:pt x="172" y="94"/>
                    </a:cubicBezTo>
                    <a:cubicBezTo>
                      <a:pt x="172" y="101"/>
                      <a:pt x="171" y="109"/>
                      <a:pt x="169" y="116"/>
                    </a:cubicBezTo>
                    <a:cubicBezTo>
                      <a:pt x="168" y="124"/>
                      <a:pt x="166" y="132"/>
                      <a:pt x="163" y="139"/>
                    </a:cubicBezTo>
                    <a:cubicBezTo>
                      <a:pt x="159" y="154"/>
                      <a:pt x="152" y="168"/>
                      <a:pt x="145" y="181"/>
                    </a:cubicBezTo>
                    <a:cubicBezTo>
                      <a:pt x="139" y="192"/>
                      <a:pt x="132" y="201"/>
                      <a:pt x="124" y="210"/>
                    </a:cubicBezTo>
                    <a:cubicBezTo>
                      <a:pt x="119" y="213"/>
                      <a:pt x="114" y="217"/>
                      <a:pt x="108" y="219"/>
                    </a:cubicBezTo>
                    <a:cubicBezTo>
                      <a:pt x="104" y="221"/>
                      <a:pt x="98" y="222"/>
                      <a:pt x="92" y="222"/>
                    </a:cubicBezTo>
                    <a:lnTo>
                      <a:pt x="91" y="22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2" name="Google Shape;3562;p40"/>
              <p:cNvSpPr/>
              <p:nvPr/>
            </p:nvSpPr>
            <p:spPr>
              <a:xfrm>
                <a:off x="92520" y="4823280"/>
                <a:ext cx="37800" cy="17640"/>
              </a:xfrm>
              <a:custGeom>
                <a:avLst/>
                <a:gdLst/>
                <a:ahLst/>
                <a:cxnLst/>
                <a:rect l="l" t="t" r="r" b="b"/>
                <a:pathLst>
                  <a:path w="105" h="49" extrusionOk="0">
                    <a:moveTo>
                      <a:pt x="6" y="45"/>
                    </a:moveTo>
                    <a:cubicBezTo>
                      <a:pt x="4" y="44"/>
                      <a:pt x="2" y="41"/>
                      <a:pt x="2" y="38"/>
                    </a:cubicBezTo>
                    <a:cubicBezTo>
                      <a:pt x="0" y="35"/>
                      <a:pt x="2" y="33"/>
                      <a:pt x="3" y="30"/>
                    </a:cubicBezTo>
                    <a:cubicBezTo>
                      <a:pt x="6" y="24"/>
                      <a:pt x="13" y="22"/>
                      <a:pt x="18" y="20"/>
                    </a:cubicBezTo>
                    <a:cubicBezTo>
                      <a:pt x="23" y="18"/>
                      <a:pt x="28" y="16"/>
                      <a:pt x="33" y="15"/>
                    </a:cubicBezTo>
                    <a:cubicBezTo>
                      <a:pt x="39" y="13"/>
                      <a:pt x="45" y="11"/>
                      <a:pt x="52" y="10"/>
                    </a:cubicBezTo>
                    <a:cubicBezTo>
                      <a:pt x="65" y="7"/>
                      <a:pt x="78" y="4"/>
                      <a:pt x="91" y="1"/>
                    </a:cubicBezTo>
                    <a:cubicBezTo>
                      <a:pt x="96" y="0"/>
                      <a:pt x="102" y="3"/>
                      <a:pt x="103" y="8"/>
                    </a:cubicBezTo>
                    <a:cubicBezTo>
                      <a:pt x="104" y="13"/>
                      <a:pt x="101" y="19"/>
                      <a:pt x="95" y="20"/>
                    </a:cubicBezTo>
                    <a:cubicBezTo>
                      <a:pt x="85" y="23"/>
                      <a:pt x="74" y="25"/>
                      <a:pt x="64" y="28"/>
                    </a:cubicBezTo>
                    <a:cubicBezTo>
                      <a:pt x="55" y="31"/>
                      <a:pt x="45" y="33"/>
                      <a:pt x="35" y="36"/>
                    </a:cubicBezTo>
                    <a:cubicBezTo>
                      <a:pt x="32" y="37"/>
                      <a:pt x="28" y="38"/>
                      <a:pt x="25" y="40"/>
                    </a:cubicBezTo>
                    <a:lnTo>
                      <a:pt x="24" y="40"/>
                    </a:lnTo>
                    <a:cubicBezTo>
                      <a:pt x="24" y="42"/>
                      <a:pt x="23" y="44"/>
                      <a:pt x="21" y="44"/>
                    </a:cubicBezTo>
                    <a:cubicBezTo>
                      <a:pt x="19" y="45"/>
                      <a:pt x="17" y="46"/>
                      <a:pt x="16" y="47"/>
                    </a:cubicBezTo>
                    <a:cubicBezTo>
                      <a:pt x="15" y="47"/>
                      <a:pt x="14" y="48"/>
                      <a:pt x="13" y="48"/>
                    </a:cubicBezTo>
                    <a:cubicBezTo>
                      <a:pt x="11" y="48"/>
                      <a:pt x="9" y="46"/>
                      <a:pt x="6" y="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3" name="Google Shape;3563;p40"/>
              <p:cNvSpPr/>
              <p:nvPr/>
            </p:nvSpPr>
            <p:spPr>
              <a:xfrm>
                <a:off x="172440" y="4765680"/>
                <a:ext cx="10152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167" extrusionOk="0">
                    <a:moveTo>
                      <a:pt x="48" y="110"/>
                    </a:moveTo>
                    <a:lnTo>
                      <a:pt x="49" y="110"/>
                    </a:lnTo>
                    <a:cubicBezTo>
                      <a:pt x="51" y="110"/>
                      <a:pt x="51" y="109"/>
                      <a:pt x="52" y="109"/>
                    </a:cubicBezTo>
                    <a:cubicBezTo>
                      <a:pt x="53" y="109"/>
                      <a:pt x="54" y="109"/>
                      <a:pt x="55" y="108"/>
                    </a:cubicBezTo>
                    <a:cubicBezTo>
                      <a:pt x="56" y="107"/>
                      <a:pt x="57" y="107"/>
                      <a:pt x="58" y="106"/>
                    </a:cubicBezTo>
                    <a:cubicBezTo>
                      <a:pt x="59" y="106"/>
                      <a:pt x="60" y="104"/>
                      <a:pt x="62" y="104"/>
                    </a:cubicBezTo>
                    <a:cubicBezTo>
                      <a:pt x="63" y="103"/>
                      <a:pt x="65" y="101"/>
                      <a:pt x="66" y="100"/>
                    </a:cubicBezTo>
                    <a:cubicBezTo>
                      <a:pt x="67" y="98"/>
                      <a:pt x="69" y="96"/>
                      <a:pt x="70" y="95"/>
                    </a:cubicBezTo>
                    <a:cubicBezTo>
                      <a:pt x="72" y="92"/>
                      <a:pt x="73" y="89"/>
                      <a:pt x="75" y="86"/>
                    </a:cubicBezTo>
                    <a:cubicBezTo>
                      <a:pt x="73" y="86"/>
                      <a:pt x="70" y="85"/>
                      <a:pt x="67" y="84"/>
                    </a:cubicBezTo>
                    <a:cubicBezTo>
                      <a:pt x="62" y="81"/>
                      <a:pt x="60" y="74"/>
                      <a:pt x="62" y="69"/>
                    </a:cubicBezTo>
                    <a:cubicBezTo>
                      <a:pt x="65" y="64"/>
                      <a:pt x="72" y="61"/>
                      <a:pt x="77" y="64"/>
                    </a:cubicBezTo>
                    <a:lnTo>
                      <a:pt x="78" y="64"/>
                    </a:lnTo>
                    <a:cubicBezTo>
                      <a:pt x="78" y="62"/>
                      <a:pt x="79" y="60"/>
                      <a:pt x="79" y="57"/>
                    </a:cubicBezTo>
                    <a:cubicBezTo>
                      <a:pt x="80" y="54"/>
                      <a:pt x="80" y="52"/>
                      <a:pt x="81" y="49"/>
                    </a:cubicBezTo>
                    <a:cubicBezTo>
                      <a:pt x="81" y="47"/>
                      <a:pt x="82" y="44"/>
                      <a:pt x="83" y="42"/>
                    </a:cubicBezTo>
                    <a:cubicBezTo>
                      <a:pt x="83" y="41"/>
                      <a:pt x="84" y="40"/>
                      <a:pt x="85" y="39"/>
                    </a:cubicBezTo>
                    <a:cubicBezTo>
                      <a:pt x="84" y="37"/>
                      <a:pt x="84" y="35"/>
                      <a:pt x="83" y="33"/>
                    </a:cubicBezTo>
                    <a:cubicBezTo>
                      <a:pt x="83" y="33"/>
                      <a:pt x="83" y="32"/>
                      <a:pt x="82" y="32"/>
                    </a:cubicBezTo>
                    <a:cubicBezTo>
                      <a:pt x="82" y="32"/>
                      <a:pt x="81" y="32"/>
                      <a:pt x="81" y="31"/>
                    </a:cubicBezTo>
                    <a:lnTo>
                      <a:pt x="81" y="30"/>
                    </a:lnTo>
                    <a:cubicBezTo>
                      <a:pt x="80" y="30"/>
                      <a:pt x="79" y="29"/>
                      <a:pt x="78" y="28"/>
                    </a:cubicBezTo>
                    <a:cubicBezTo>
                      <a:pt x="77" y="28"/>
                      <a:pt x="75" y="26"/>
                      <a:pt x="74" y="26"/>
                    </a:cubicBezTo>
                    <a:cubicBezTo>
                      <a:pt x="71" y="24"/>
                      <a:pt x="69" y="23"/>
                      <a:pt x="66" y="22"/>
                    </a:cubicBezTo>
                    <a:cubicBezTo>
                      <a:pt x="65" y="22"/>
                      <a:pt x="63" y="21"/>
                      <a:pt x="62" y="21"/>
                    </a:cubicBezTo>
                    <a:cubicBezTo>
                      <a:pt x="60" y="21"/>
                      <a:pt x="59" y="21"/>
                      <a:pt x="59" y="21"/>
                    </a:cubicBezTo>
                    <a:cubicBezTo>
                      <a:pt x="58" y="21"/>
                      <a:pt x="56" y="22"/>
                      <a:pt x="55" y="22"/>
                    </a:cubicBezTo>
                    <a:cubicBezTo>
                      <a:pt x="53" y="23"/>
                      <a:pt x="51" y="23"/>
                      <a:pt x="49" y="24"/>
                    </a:cubicBezTo>
                    <a:cubicBezTo>
                      <a:pt x="48" y="25"/>
                      <a:pt x="48" y="25"/>
                      <a:pt x="47" y="25"/>
                    </a:cubicBezTo>
                    <a:cubicBezTo>
                      <a:pt x="46" y="26"/>
                      <a:pt x="46" y="26"/>
                      <a:pt x="45" y="27"/>
                    </a:cubicBezTo>
                    <a:cubicBezTo>
                      <a:pt x="46" y="26"/>
                      <a:pt x="46" y="26"/>
                      <a:pt x="46" y="26"/>
                    </a:cubicBezTo>
                    <a:cubicBezTo>
                      <a:pt x="45" y="27"/>
                      <a:pt x="45" y="28"/>
                      <a:pt x="44" y="29"/>
                    </a:cubicBezTo>
                    <a:lnTo>
                      <a:pt x="44" y="28"/>
                    </a:lnTo>
                    <a:cubicBezTo>
                      <a:pt x="42" y="30"/>
                      <a:pt x="40" y="33"/>
                      <a:pt x="38" y="36"/>
                    </a:cubicBezTo>
                    <a:cubicBezTo>
                      <a:pt x="36" y="39"/>
                      <a:pt x="34" y="43"/>
                      <a:pt x="31" y="46"/>
                    </a:cubicBezTo>
                    <a:lnTo>
                      <a:pt x="32" y="46"/>
                    </a:lnTo>
                    <a:cubicBezTo>
                      <a:pt x="30" y="50"/>
                      <a:pt x="28" y="53"/>
                      <a:pt x="27" y="57"/>
                    </a:cubicBezTo>
                    <a:cubicBezTo>
                      <a:pt x="25" y="61"/>
                      <a:pt x="24" y="64"/>
                      <a:pt x="23" y="68"/>
                    </a:cubicBezTo>
                    <a:cubicBezTo>
                      <a:pt x="23" y="71"/>
                      <a:pt x="23" y="73"/>
                      <a:pt x="22" y="76"/>
                    </a:cubicBezTo>
                    <a:cubicBezTo>
                      <a:pt x="22" y="78"/>
                      <a:pt x="22" y="79"/>
                      <a:pt x="22" y="82"/>
                    </a:cubicBezTo>
                    <a:cubicBezTo>
                      <a:pt x="22" y="83"/>
                      <a:pt x="22" y="85"/>
                      <a:pt x="23" y="86"/>
                    </a:cubicBezTo>
                    <a:cubicBezTo>
                      <a:pt x="23" y="88"/>
                      <a:pt x="23" y="89"/>
                      <a:pt x="24" y="90"/>
                    </a:cubicBezTo>
                    <a:cubicBezTo>
                      <a:pt x="24" y="92"/>
                      <a:pt x="24" y="93"/>
                      <a:pt x="25" y="94"/>
                    </a:cubicBezTo>
                    <a:cubicBezTo>
                      <a:pt x="25" y="95"/>
                      <a:pt x="26" y="96"/>
                      <a:pt x="27" y="97"/>
                    </a:cubicBezTo>
                    <a:cubicBezTo>
                      <a:pt x="27" y="99"/>
                      <a:pt x="28" y="99"/>
                      <a:pt x="29" y="100"/>
                    </a:cubicBezTo>
                    <a:cubicBezTo>
                      <a:pt x="30" y="101"/>
                      <a:pt x="31" y="102"/>
                      <a:pt x="31" y="103"/>
                    </a:cubicBezTo>
                    <a:cubicBezTo>
                      <a:pt x="32" y="104"/>
                      <a:pt x="34" y="105"/>
                      <a:pt x="35" y="106"/>
                    </a:cubicBezTo>
                    <a:cubicBezTo>
                      <a:pt x="36" y="106"/>
                      <a:pt x="37" y="107"/>
                      <a:pt x="38" y="108"/>
                    </a:cubicBezTo>
                    <a:cubicBezTo>
                      <a:pt x="39" y="108"/>
                      <a:pt x="39" y="109"/>
                      <a:pt x="40" y="109"/>
                    </a:cubicBezTo>
                    <a:cubicBezTo>
                      <a:pt x="41" y="109"/>
                      <a:pt x="42" y="109"/>
                      <a:pt x="43" y="110"/>
                    </a:cubicBezTo>
                    <a:cubicBezTo>
                      <a:pt x="44" y="110"/>
                      <a:pt x="45" y="110"/>
                      <a:pt x="45" y="110"/>
                    </a:cubicBezTo>
                    <a:cubicBezTo>
                      <a:pt x="46" y="110"/>
                      <a:pt x="46" y="110"/>
                      <a:pt x="48" y="110"/>
                    </a:cubicBezTo>
                    <a:moveTo>
                      <a:pt x="136" y="166"/>
                    </a:moveTo>
                    <a:cubicBezTo>
                      <a:pt x="130" y="165"/>
                      <a:pt x="125" y="163"/>
                      <a:pt x="119" y="161"/>
                    </a:cubicBezTo>
                    <a:cubicBezTo>
                      <a:pt x="114" y="159"/>
                      <a:pt x="108" y="156"/>
                      <a:pt x="104" y="153"/>
                    </a:cubicBezTo>
                    <a:cubicBezTo>
                      <a:pt x="99" y="149"/>
                      <a:pt x="95" y="146"/>
                      <a:pt x="93" y="142"/>
                    </a:cubicBezTo>
                    <a:cubicBezTo>
                      <a:pt x="89" y="137"/>
                      <a:pt x="87" y="132"/>
                      <a:pt x="85" y="127"/>
                    </a:cubicBezTo>
                    <a:cubicBezTo>
                      <a:pt x="83" y="123"/>
                      <a:pt x="81" y="119"/>
                      <a:pt x="80" y="114"/>
                    </a:cubicBezTo>
                    <a:cubicBezTo>
                      <a:pt x="74" y="121"/>
                      <a:pt x="66" y="127"/>
                      <a:pt x="57" y="130"/>
                    </a:cubicBezTo>
                    <a:cubicBezTo>
                      <a:pt x="51" y="131"/>
                      <a:pt x="44" y="131"/>
                      <a:pt x="38" y="130"/>
                    </a:cubicBezTo>
                    <a:cubicBezTo>
                      <a:pt x="31" y="128"/>
                      <a:pt x="25" y="124"/>
                      <a:pt x="20" y="120"/>
                    </a:cubicBezTo>
                    <a:cubicBezTo>
                      <a:pt x="9" y="111"/>
                      <a:pt x="3" y="99"/>
                      <a:pt x="2" y="85"/>
                    </a:cubicBezTo>
                    <a:cubicBezTo>
                      <a:pt x="0" y="71"/>
                      <a:pt x="5" y="56"/>
                      <a:pt x="10" y="43"/>
                    </a:cubicBezTo>
                    <a:cubicBezTo>
                      <a:pt x="13" y="37"/>
                      <a:pt x="16" y="30"/>
                      <a:pt x="20" y="25"/>
                    </a:cubicBezTo>
                    <a:cubicBezTo>
                      <a:pt x="22" y="22"/>
                      <a:pt x="24" y="19"/>
                      <a:pt x="26" y="17"/>
                    </a:cubicBezTo>
                    <a:cubicBezTo>
                      <a:pt x="28" y="14"/>
                      <a:pt x="31" y="11"/>
                      <a:pt x="34" y="9"/>
                    </a:cubicBezTo>
                    <a:cubicBezTo>
                      <a:pt x="39" y="5"/>
                      <a:pt x="45" y="3"/>
                      <a:pt x="51" y="1"/>
                    </a:cubicBezTo>
                    <a:cubicBezTo>
                      <a:pt x="57" y="0"/>
                      <a:pt x="64" y="0"/>
                      <a:pt x="70" y="1"/>
                    </a:cubicBezTo>
                    <a:cubicBezTo>
                      <a:pt x="76" y="3"/>
                      <a:pt x="82" y="6"/>
                      <a:pt x="87" y="9"/>
                    </a:cubicBezTo>
                    <a:cubicBezTo>
                      <a:pt x="93" y="12"/>
                      <a:pt x="97" y="16"/>
                      <a:pt x="100" y="21"/>
                    </a:cubicBezTo>
                    <a:cubicBezTo>
                      <a:pt x="103" y="26"/>
                      <a:pt x="105" y="31"/>
                      <a:pt x="106" y="37"/>
                    </a:cubicBezTo>
                    <a:cubicBezTo>
                      <a:pt x="106" y="37"/>
                      <a:pt x="106" y="38"/>
                      <a:pt x="107" y="39"/>
                    </a:cubicBezTo>
                    <a:cubicBezTo>
                      <a:pt x="108" y="41"/>
                      <a:pt x="109" y="44"/>
                      <a:pt x="109" y="47"/>
                    </a:cubicBezTo>
                    <a:cubicBezTo>
                      <a:pt x="109" y="50"/>
                      <a:pt x="108" y="53"/>
                      <a:pt x="108" y="56"/>
                    </a:cubicBezTo>
                    <a:cubicBezTo>
                      <a:pt x="108" y="60"/>
                      <a:pt x="106" y="64"/>
                      <a:pt x="105" y="68"/>
                    </a:cubicBezTo>
                    <a:cubicBezTo>
                      <a:pt x="104" y="74"/>
                      <a:pt x="101" y="81"/>
                      <a:pt x="98" y="86"/>
                    </a:cubicBezTo>
                    <a:cubicBezTo>
                      <a:pt x="98" y="87"/>
                      <a:pt x="98" y="88"/>
                      <a:pt x="97" y="88"/>
                    </a:cubicBezTo>
                    <a:cubicBezTo>
                      <a:pt x="97" y="89"/>
                      <a:pt x="97" y="90"/>
                      <a:pt x="97" y="90"/>
                    </a:cubicBezTo>
                    <a:cubicBezTo>
                      <a:pt x="98" y="95"/>
                      <a:pt x="98" y="100"/>
                      <a:pt x="99" y="104"/>
                    </a:cubicBezTo>
                    <a:cubicBezTo>
                      <a:pt x="99" y="107"/>
                      <a:pt x="101" y="111"/>
                      <a:pt x="101" y="114"/>
                    </a:cubicBezTo>
                    <a:cubicBezTo>
                      <a:pt x="102" y="117"/>
                      <a:pt x="104" y="121"/>
                      <a:pt x="105" y="124"/>
                    </a:cubicBezTo>
                    <a:cubicBezTo>
                      <a:pt x="106" y="125"/>
                      <a:pt x="106" y="127"/>
                      <a:pt x="107" y="128"/>
                    </a:cubicBezTo>
                    <a:cubicBezTo>
                      <a:pt x="108" y="128"/>
                      <a:pt x="108" y="130"/>
                      <a:pt x="109" y="130"/>
                    </a:cubicBezTo>
                    <a:cubicBezTo>
                      <a:pt x="110" y="132"/>
                      <a:pt x="111" y="133"/>
                      <a:pt x="113" y="134"/>
                    </a:cubicBezTo>
                    <a:cubicBezTo>
                      <a:pt x="113" y="135"/>
                      <a:pt x="115" y="136"/>
                      <a:pt x="116" y="137"/>
                    </a:cubicBezTo>
                    <a:cubicBezTo>
                      <a:pt x="118" y="138"/>
                      <a:pt x="120" y="139"/>
                      <a:pt x="122" y="141"/>
                    </a:cubicBezTo>
                    <a:cubicBezTo>
                      <a:pt x="123" y="141"/>
                      <a:pt x="125" y="142"/>
                      <a:pt x="127" y="142"/>
                    </a:cubicBezTo>
                    <a:cubicBezTo>
                      <a:pt x="129" y="144"/>
                      <a:pt x="132" y="144"/>
                      <a:pt x="134" y="145"/>
                    </a:cubicBezTo>
                    <a:cubicBezTo>
                      <a:pt x="136" y="145"/>
                      <a:pt x="138" y="146"/>
                      <a:pt x="140" y="146"/>
                    </a:cubicBezTo>
                    <a:cubicBezTo>
                      <a:pt x="142" y="146"/>
                      <a:pt x="144" y="146"/>
                      <a:pt x="146" y="146"/>
                    </a:cubicBezTo>
                    <a:cubicBezTo>
                      <a:pt x="148" y="146"/>
                      <a:pt x="151" y="145"/>
                      <a:pt x="154" y="145"/>
                    </a:cubicBezTo>
                    <a:cubicBezTo>
                      <a:pt x="158" y="144"/>
                      <a:pt x="163" y="143"/>
                      <a:pt x="168" y="141"/>
                    </a:cubicBezTo>
                    <a:cubicBezTo>
                      <a:pt x="172" y="140"/>
                      <a:pt x="175" y="138"/>
                      <a:pt x="179" y="137"/>
                    </a:cubicBezTo>
                    <a:cubicBezTo>
                      <a:pt x="184" y="135"/>
                      <a:pt x="189" y="132"/>
                      <a:pt x="193" y="130"/>
                    </a:cubicBezTo>
                    <a:cubicBezTo>
                      <a:pt x="201" y="124"/>
                      <a:pt x="210" y="117"/>
                      <a:pt x="217" y="110"/>
                    </a:cubicBezTo>
                    <a:cubicBezTo>
                      <a:pt x="225" y="103"/>
                      <a:pt x="233" y="97"/>
                      <a:pt x="241" y="90"/>
                    </a:cubicBezTo>
                    <a:cubicBezTo>
                      <a:pt x="249" y="84"/>
                      <a:pt x="257" y="76"/>
                      <a:pt x="266" y="69"/>
                    </a:cubicBezTo>
                    <a:cubicBezTo>
                      <a:pt x="269" y="66"/>
                      <a:pt x="275" y="65"/>
                      <a:pt x="278" y="70"/>
                    </a:cubicBezTo>
                    <a:cubicBezTo>
                      <a:pt x="281" y="73"/>
                      <a:pt x="281" y="79"/>
                      <a:pt x="278" y="82"/>
                    </a:cubicBezTo>
                    <a:cubicBezTo>
                      <a:pt x="270" y="89"/>
                      <a:pt x="261" y="97"/>
                      <a:pt x="253" y="104"/>
                    </a:cubicBezTo>
                    <a:cubicBezTo>
                      <a:pt x="245" y="111"/>
                      <a:pt x="236" y="119"/>
                      <a:pt x="228" y="126"/>
                    </a:cubicBezTo>
                    <a:cubicBezTo>
                      <a:pt x="220" y="133"/>
                      <a:pt x="211" y="140"/>
                      <a:pt x="202" y="146"/>
                    </a:cubicBezTo>
                    <a:cubicBezTo>
                      <a:pt x="192" y="153"/>
                      <a:pt x="182" y="158"/>
                      <a:pt x="170" y="162"/>
                    </a:cubicBezTo>
                    <a:cubicBezTo>
                      <a:pt x="161" y="164"/>
                      <a:pt x="153" y="166"/>
                      <a:pt x="143" y="166"/>
                    </a:cubicBezTo>
                    <a:cubicBezTo>
                      <a:pt x="141" y="166"/>
                      <a:pt x="139" y="166"/>
                      <a:pt x="136" y="1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3564" name="Google Shape;3564;p40"/>
          <p:cNvGrpSpPr/>
          <p:nvPr/>
        </p:nvGrpSpPr>
        <p:grpSpPr>
          <a:xfrm>
            <a:off x="12" y="4126930"/>
            <a:ext cx="1517957" cy="954145"/>
            <a:chOff x="7180" y="3374638"/>
            <a:chExt cx="705600" cy="443520"/>
          </a:xfrm>
        </p:grpSpPr>
        <p:sp>
          <p:nvSpPr>
            <p:cNvPr id="3565" name="Google Shape;3565;p40"/>
            <p:cNvSpPr/>
            <p:nvPr/>
          </p:nvSpPr>
          <p:spPr>
            <a:xfrm>
              <a:off x="116260" y="3465357"/>
              <a:ext cx="7560" cy="349200"/>
            </a:xfrm>
            <a:custGeom>
              <a:avLst/>
              <a:gdLst/>
              <a:ahLst/>
              <a:cxnLst/>
              <a:rect l="l" t="t" r="r" b="b"/>
              <a:pathLst>
                <a:path w="21" h="970" extrusionOk="0">
                  <a:moveTo>
                    <a:pt x="9" y="969"/>
                  </a:moveTo>
                  <a:cubicBezTo>
                    <a:pt x="4" y="969"/>
                    <a:pt x="0" y="964"/>
                    <a:pt x="0" y="958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4"/>
                    <a:pt x="4" y="0"/>
                    <a:pt x="9" y="0"/>
                  </a:cubicBezTo>
                  <a:cubicBezTo>
                    <a:pt x="15" y="0"/>
                    <a:pt x="20" y="4"/>
                    <a:pt x="20" y="10"/>
                  </a:cubicBezTo>
                  <a:cubicBezTo>
                    <a:pt x="20" y="958"/>
                    <a:pt x="20" y="958"/>
                    <a:pt x="20" y="958"/>
                  </a:cubicBezTo>
                  <a:cubicBezTo>
                    <a:pt x="20" y="964"/>
                    <a:pt x="15" y="969"/>
                    <a:pt x="9" y="96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6" name="Google Shape;3566;p40"/>
            <p:cNvSpPr/>
            <p:nvPr/>
          </p:nvSpPr>
          <p:spPr>
            <a:xfrm>
              <a:off x="122740" y="3800158"/>
              <a:ext cx="502920" cy="18000"/>
            </a:xfrm>
            <a:custGeom>
              <a:avLst/>
              <a:gdLst/>
              <a:ahLst/>
              <a:cxnLst/>
              <a:rect l="l" t="t" r="r" b="b"/>
              <a:pathLst>
                <a:path w="1397" h="50" extrusionOk="0">
                  <a:moveTo>
                    <a:pt x="490" y="49"/>
                  </a:moveTo>
                  <a:cubicBezTo>
                    <a:pt x="326" y="49"/>
                    <a:pt x="167" y="44"/>
                    <a:pt x="10" y="35"/>
                  </a:cubicBezTo>
                  <a:cubicBezTo>
                    <a:pt x="4" y="35"/>
                    <a:pt x="0" y="30"/>
                    <a:pt x="0" y="25"/>
                  </a:cubicBezTo>
                  <a:cubicBezTo>
                    <a:pt x="1" y="19"/>
                    <a:pt x="5" y="15"/>
                    <a:pt x="11" y="15"/>
                  </a:cubicBezTo>
                  <a:cubicBezTo>
                    <a:pt x="396" y="36"/>
                    <a:pt x="797" y="32"/>
                    <a:pt x="1237" y="0"/>
                  </a:cubicBezTo>
                  <a:cubicBezTo>
                    <a:pt x="1386" y="0"/>
                    <a:pt x="1386" y="0"/>
                    <a:pt x="1386" y="0"/>
                  </a:cubicBezTo>
                  <a:cubicBezTo>
                    <a:pt x="1392" y="0"/>
                    <a:pt x="1396" y="4"/>
                    <a:pt x="1396" y="9"/>
                  </a:cubicBezTo>
                  <a:cubicBezTo>
                    <a:pt x="1396" y="15"/>
                    <a:pt x="1392" y="20"/>
                    <a:pt x="1386" y="20"/>
                  </a:cubicBezTo>
                  <a:cubicBezTo>
                    <a:pt x="1238" y="20"/>
                    <a:pt x="1238" y="20"/>
                    <a:pt x="1238" y="20"/>
                  </a:cubicBezTo>
                  <a:cubicBezTo>
                    <a:pt x="976" y="39"/>
                    <a:pt x="728" y="49"/>
                    <a:pt x="490" y="4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7" name="Google Shape;3567;p40"/>
            <p:cNvSpPr/>
            <p:nvPr/>
          </p:nvSpPr>
          <p:spPr>
            <a:xfrm>
              <a:off x="123100" y="3478678"/>
              <a:ext cx="443160" cy="309600"/>
            </a:xfrm>
            <a:custGeom>
              <a:avLst/>
              <a:gdLst/>
              <a:ahLst/>
              <a:cxnLst/>
              <a:rect l="l" t="t" r="r" b="b"/>
              <a:pathLst>
                <a:path w="1231" h="860" extrusionOk="0">
                  <a:moveTo>
                    <a:pt x="11" y="859"/>
                  </a:moveTo>
                  <a:cubicBezTo>
                    <a:pt x="9" y="859"/>
                    <a:pt x="6" y="858"/>
                    <a:pt x="4" y="856"/>
                  </a:cubicBezTo>
                  <a:cubicBezTo>
                    <a:pt x="0" y="852"/>
                    <a:pt x="0" y="846"/>
                    <a:pt x="4" y="842"/>
                  </a:cubicBezTo>
                  <a:cubicBezTo>
                    <a:pt x="363" y="502"/>
                    <a:pt x="771" y="220"/>
                    <a:pt x="1214" y="3"/>
                  </a:cubicBezTo>
                  <a:cubicBezTo>
                    <a:pt x="1219" y="0"/>
                    <a:pt x="1225" y="2"/>
                    <a:pt x="1227" y="7"/>
                  </a:cubicBezTo>
                  <a:cubicBezTo>
                    <a:pt x="1230" y="12"/>
                    <a:pt x="1228" y="18"/>
                    <a:pt x="1223" y="21"/>
                  </a:cubicBezTo>
                  <a:cubicBezTo>
                    <a:pt x="781" y="237"/>
                    <a:pt x="376" y="519"/>
                    <a:pt x="18" y="856"/>
                  </a:cubicBezTo>
                  <a:cubicBezTo>
                    <a:pt x="17" y="859"/>
                    <a:pt x="14" y="859"/>
                    <a:pt x="11" y="85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" name="Google Shape;3568;p40"/>
            <p:cNvSpPr/>
            <p:nvPr/>
          </p:nvSpPr>
          <p:spPr>
            <a:xfrm>
              <a:off x="479140" y="3471838"/>
              <a:ext cx="106200" cy="88200"/>
            </a:xfrm>
            <a:custGeom>
              <a:avLst/>
              <a:gdLst/>
              <a:ahLst/>
              <a:cxnLst/>
              <a:rect l="l" t="t" r="r" b="b"/>
              <a:pathLst>
                <a:path w="295" h="245" extrusionOk="0">
                  <a:moveTo>
                    <a:pt x="155" y="244"/>
                  </a:moveTo>
                  <a:cubicBezTo>
                    <a:pt x="153" y="244"/>
                    <a:pt x="151" y="243"/>
                    <a:pt x="149" y="243"/>
                  </a:cubicBezTo>
                  <a:cubicBezTo>
                    <a:pt x="145" y="240"/>
                    <a:pt x="143" y="233"/>
                    <a:pt x="146" y="229"/>
                  </a:cubicBezTo>
                  <a:cubicBezTo>
                    <a:pt x="265" y="22"/>
                    <a:pt x="265" y="22"/>
                    <a:pt x="265" y="22"/>
                  </a:cubicBezTo>
                  <a:cubicBezTo>
                    <a:pt x="256" y="23"/>
                    <a:pt x="248" y="23"/>
                    <a:pt x="239" y="24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0" y="98"/>
                    <a:pt x="5" y="96"/>
                    <a:pt x="2" y="91"/>
                  </a:cubicBezTo>
                  <a:cubicBezTo>
                    <a:pt x="0" y="87"/>
                    <a:pt x="2" y="81"/>
                    <a:pt x="7" y="78"/>
                  </a:cubicBezTo>
                  <a:cubicBezTo>
                    <a:pt x="76" y="36"/>
                    <a:pt x="154" y="11"/>
                    <a:pt x="235" y="4"/>
                  </a:cubicBezTo>
                  <a:cubicBezTo>
                    <a:pt x="244" y="1"/>
                    <a:pt x="244" y="1"/>
                    <a:pt x="244" y="1"/>
                  </a:cubicBezTo>
                  <a:cubicBezTo>
                    <a:pt x="248" y="0"/>
                    <a:pt x="251" y="1"/>
                    <a:pt x="254" y="3"/>
                  </a:cubicBezTo>
                  <a:cubicBezTo>
                    <a:pt x="263" y="2"/>
                    <a:pt x="273" y="2"/>
                    <a:pt x="283" y="2"/>
                  </a:cubicBezTo>
                  <a:cubicBezTo>
                    <a:pt x="287" y="2"/>
                    <a:pt x="290" y="4"/>
                    <a:pt x="292" y="7"/>
                  </a:cubicBezTo>
                  <a:cubicBezTo>
                    <a:pt x="294" y="10"/>
                    <a:pt x="294" y="14"/>
                    <a:pt x="292" y="17"/>
                  </a:cubicBezTo>
                  <a:cubicBezTo>
                    <a:pt x="163" y="239"/>
                    <a:pt x="163" y="239"/>
                    <a:pt x="163" y="239"/>
                  </a:cubicBezTo>
                  <a:cubicBezTo>
                    <a:pt x="162" y="242"/>
                    <a:pt x="158" y="244"/>
                    <a:pt x="155" y="24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" name="Google Shape;3569;p40"/>
            <p:cNvSpPr/>
            <p:nvPr/>
          </p:nvSpPr>
          <p:spPr>
            <a:xfrm>
              <a:off x="222820" y="3725998"/>
              <a:ext cx="32400" cy="88560"/>
            </a:xfrm>
            <a:custGeom>
              <a:avLst/>
              <a:gdLst/>
              <a:ahLst/>
              <a:cxnLst/>
              <a:rect l="l" t="t" r="r" b="b"/>
              <a:pathLst>
                <a:path w="90" h="246" extrusionOk="0">
                  <a:moveTo>
                    <a:pt x="66" y="245"/>
                  </a:moveTo>
                  <a:lnTo>
                    <a:pt x="65" y="244"/>
                  </a:lnTo>
                  <a:cubicBezTo>
                    <a:pt x="60" y="243"/>
                    <a:pt x="56" y="238"/>
                    <a:pt x="57" y="233"/>
                  </a:cubicBezTo>
                  <a:cubicBezTo>
                    <a:pt x="68" y="157"/>
                    <a:pt x="48" y="79"/>
                    <a:pt x="3" y="17"/>
                  </a:cubicBezTo>
                  <a:cubicBezTo>
                    <a:pt x="0" y="13"/>
                    <a:pt x="1" y="6"/>
                    <a:pt x="5" y="3"/>
                  </a:cubicBezTo>
                  <a:cubicBezTo>
                    <a:pt x="10" y="0"/>
                    <a:pt x="16" y="0"/>
                    <a:pt x="19" y="5"/>
                  </a:cubicBezTo>
                  <a:cubicBezTo>
                    <a:pt x="68" y="71"/>
                    <a:pt x="89" y="155"/>
                    <a:pt x="76" y="236"/>
                  </a:cubicBezTo>
                  <a:cubicBezTo>
                    <a:pt x="76" y="241"/>
                    <a:pt x="72" y="245"/>
                    <a:pt x="66" y="24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" name="Google Shape;3570;p40"/>
            <p:cNvSpPr/>
            <p:nvPr/>
          </p:nvSpPr>
          <p:spPr>
            <a:xfrm>
              <a:off x="298780" y="3663718"/>
              <a:ext cx="61200" cy="50040"/>
            </a:xfrm>
            <a:custGeom>
              <a:avLst/>
              <a:gdLst/>
              <a:ahLst/>
              <a:cxnLst/>
              <a:rect l="l" t="t" r="r" b="b"/>
              <a:pathLst>
                <a:path w="170" h="139" extrusionOk="0">
                  <a:moveTo>
                    <a:pt x="71" y="138"/>
                  </a:moveTo>
                  <a:cubicBezTo>
                    <a:pt x="46" y="138"/>
                    <a:pt x="21" y="128"/>
                    <a:pt x="4" y="110"/>
                  </a:cubicBezTo>
                  <a:cubicBezTo>
                    <a:pt x="0" y="106"/>
                    <a:pt x="0" y="100"/>
                    <a:pt x="4" y="96"/>
                  </a:cubicBezTo>
                  <a:cubicBezTo>
                    <a:pt x="8" y="92"/>
                    <a:pt x="15" y="92"/>
                    <a:pt x="19" y="96"/>
                  </a:cubicBezTo>
                  <a:cubicBezTo>
                    <a:pt x="40" y="119"/>
                    <a:pt x="79" y="124"/>
                    <a:pt x="106" y="109"/>
                  </a:cubicBezTo>
                  <a:cubicBezTo>
                    <a:pt x="132" y="93"/>
                    <a:pt x="146" y="59"/>
                    <a:pt x="139" y="29"/>
                  </a:cubicBezTo>
                  <a:cubicBezTo>
                    <a:pt x="121" y="20"/>
                    <a:pt x="101" y="28"/>
                    <a:pt x="89" y="38"/>
                  </a:cubicBezTo>
                  <a:cubicBezTo>
                    <a:pt x="75" y="49"/>
                    <a:pt x="62" y="68"/>
                    <a:pt x="71" y="88"/>
                  </a:cubicBezTo>
                  <a:cubicBezTo>
                    <a:pt x="73" y="94"/>
                    <a:pt x="70" y="99"/>
                    <a:pt x="65" y="101"/>
                  </a:cubicBezTo>
                  <a:cubicBezTo>
                    <a:pt x="59" y="103"/>
                    <a:pt x="54" y="101"/>
                    <a:pt x="52" y="96"/>
                  </a:cubicBezTo>
                  <a:cubicBezTo>
                    <a:pt x="42" y="71"/>
                    <a:pt x="51" y="42"/>
                    <a:pt x="76" y="22"/>
                  </a:cubicBezTo>
                  <a:cubicBezTo>
                    <a:pt x="101" y="3"/>
                    <a:pt x="131" y="0"/>
                    <a:pt x="153" y="15"/>
                  </a:cubicBezTo>
                  <a:cubicBezTo>
                    <a:pt x="155" y="16"/>
                    <a:pt x="156" y="18"/>
                    <a:pt x="157" y="20"/>
                  </a:cubicBezTo>
                  <a:cubicBezTo>
                    <a:pt x="169" y="60"/>
                    <a:pt x="151" y="105"/>
                    <a:pt x="116" y="126"/>
                  </a:cubicBezTo>
                  <a:cubicBezTo>
                    <a:pt x="102" y="134"/>
                    <a:pt x="86" y="138"/>
                    <a:pt x="71" y="13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" name="Google Shape;3571;p40"/>
            <p:cNvSpPr/>
            <p:nvPr/>
          </p:nvSpPr>
          <p:spPr>
            <a:xfrm>
              <a:off x="7180" y="3374638"/>
              <a:ext cx="63720" cy="186840"/>
            </a:xfrm>
            <a:custGeom>
              <a:avLst/>
              <a:gdLst/>
              <a:ahLst/>
              <a:cxnLst/>
              <a:rect l="l" t="t" r="r" b="b"/>
              <a:pathLst>
                <a:path w="177" h="519" extrusionOk="0">
                  <a:moveTo>
                    <a:pt x="128" y="518"/>
                  </a:moveTo>
                  <a:cubicBezTo>
                    <a:pt x="100" y="517"/>
                    <a:pt x="73" y="503"/>
                    <a:pt x="53" y="480"/>
                  </a:cubicBezTo>
                  <a:cubicBezTo>
                    <a:pt x="33" y="458"/>
                    <a:pt x="23" y="429"/>
                    <a:pt x="25" y="401"/>
                  </a:cubicBezTo>
                  <a:cubicBezTo>
                    <a:pt x="28" y="374"/>
                    <a:pt x="42" y="347"/>
                    <a:pt x="65" y="328"/>
                  </a:cubicBezTo>
                  <a:cubicBezTo>
                    <a:pt x="85" y="311"/>
                    <a:pt x="109" y="302"/>
                    <a:pt x="134" y="302"/>
                  </a:cubicBezTo>
                  <a:cubicBezTo>
                    <a:pt x="148" y="97"/>
                    <a:pt x="148" y="97"/>
                    <a:pt x="148" y="97"/>
                  </a:cubicBezTo>
                  <a:cubicBezTo>
                    <a:pt x="142" y="106"/>
                    <a:pt x="134" y="114"/>
                    <a:pt x="126" y="121"/>
                  </a:cubicBezTo>
                  <a:cubicBezTo>
                    <a:pt x="92" y="150"/>
                    <a:pt x="48" y="162"/>
                    <a:pt x="8" y="153"/>
                  </a:cubicBezTo>
                  <a:cubicBezTo>
                    <a:pt x="3" y="151"/>
                    <a:pt x="0" y="146"/>
                    <a:pt x="1" y="140"/>
                  </a:cubicBezTo>
                  <a:cubicBezTo>
                    <a:pt x="23" y="37"/>
                    <a:pt x="23" y="37"/>
                    <a:pt x="23" y="37"/>
                  </a:cubicBezTo>
                  <a:cubicBezTo>
                    <a:pt x="25" y="32"/>
                    <a:pt x="30" y="28"/>
                    <a:pt x="36" y="29"/>
                  </a:cubicBezTo>
                  <a:cubicBezTo>
                    <a:pt x="41" y="30"/>
                    <a:pt x="44" y="36"/>
                    <a:pt x="43" y="41"/>
                  </a:cubicBezTo>
                  <a:cubicBezTo>
                    <a:pt x="23" y="135"/>
                    <a:pt x="23" y="135"/>
                    <a:pt x="23" y="135"/>
                  </a:cubicBezTo>
                  <a:cubicBezTo>
                    <a:pt x="53" y="139"/>
                    <a:pt x="86" y="128"/>
                    <a:pt x="113" y="106"/>
                  </a:cubicBezTo>
                  <a:cubicBezTo>
                    <a:pt x="133" y="88"/>
                    <a:pt x="146" y="66"/>
                    <a:pt x="152" y="43"/>
                  </a:cubicBezTo>
                  <a:cubicBezTo>
                    <a:pt x="155" y="9"/>
                    <a:pt x="155" y="9"/>
                    <a:pt x="155" y="9"/>
                  </a:cubicBezTo>
                  <a:cubicBezTo>
                    <a:pt x="155" y="4"/>
                    <a:pt x="159" y="0"/>
                    <a:pt x="164" y="0"/>
                  </a:cubicBezTo>
                  <a:cubicBezTo>
                    <a:pt x="170" y="0"/>
                    <a:pt x="174" y="4"/>
                    <a:pt x="175" y="9"/>
                  </a:cubicBezTo>
                  <a:cubicBezTo>
                    <a:pt x="176" y="22"/>
                    <a:pt x="175" y="34"/>
                    <a:pt x="172" y="46"/>
                  </a:cubicBezTo>
                  <a:cubicBezTo>
                    <a:pt x="153" y="309"/>
                    <a:pt x="153" y="309"/>
                    <a:pt x="153" y="309"/>
                  </a:cubicBezTo>
                  <a:cubicBezTo>
                    <a:pt x="153" y="311"/>
                    <a:pt x="154" y="312"/>
                    <a:pt x="153" y="313"/>
                  </a:cubicBezTo>
                  <a:cubicBezTo>
                    <a:pt x="153" y="315"/>
                    <a:pt x="153" y="316"/>
                    <a:pt x="152" y="318"/>
                  </a:cubicBezTo>
                  <a:cubicBezTo>
                    <a:pt x="139" y="509"/>
                    <a:pt x="139" y="509"/>
                    <a:pt x="139" y="509"/>
                  </a:cubicBezTo>
                  <a:cubicBezTo>
                    <a:pt x="138" y="514"/>
                    <a:pt x="134" y="518"/>
                    <a:pt x="128" y="518"/>
                  </a:cubicBezTo>
                  <a:moveTo>
                    <a:pt x="132" y="322"/>
                  </a:moveTo>
                  <a:cubicBezTo>
                    <a:pt x="113" y="323"/>
                    <a:pt x="94" y="330"/>
                    <a:pt x="78" y="344"/>
                  </a:cubicBezTo>
                  <a:cubicBezTo>
                    <a:pt x="59" y="359"/>
                    <a:pt x="47" y="381"/>
                    <a:pt x="46" y="403"/>
                  </a:cubicBezTo>
                  <a:cubicBezTo>
                    <a:pt x="44" y="425"/>
                    <a:pt x="52" y="449"/>
                    <a:pt x="68" y="467"/>
                  </a:cubicBezTo>
                  <a:cubicBezTo>
                    <a:pt x="82" y="482"/>
                    <a:pt x="100" y="493"/>
                    <a:pt x="119" y="496"/>
                  </a:cubicBezTo>
                  <a:lnTo>
                    <a:pt x="132" y="322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" name="Google Shape;3572;p40"/>
            <p:cNvSpPr/>
            <p:nvPr/>
          </p:nvSpPr>
          <p:spPr>
            <a:xfrm>
              <a:off x="657340" y="3705838"/>
              <a:ext cx="55440" cy="34920"/>
            </a:xfrm>
            <a:custGeom>
              <a:avLst/>
              <a:gdLst/>
              <a:ahLst/>
              <a:cxnLst/>
              <a:rect l="l" t="t" r="r" b="b"/>
              <a:pathLst>
                <a:path w="154" h="97" extrusionOk="0">
                  <a:moveTo>
                    <a:pt x="142" y="96"/>
                  </a:moveTo>
                  <a:cubicBezTo>
                    <a:pt x="140" y="96"/>
                    <a:pt x="139" y="96"/>
                    <a:pt x="137" y="94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2" y="17"/>
                    <a:pt x="0" y="11"/>
                    <a:pt x="3" y="6"/>
                  </a:cubicBezTo>
                  <a:cubicBezTo>
                    <a:pt x="6" y="2"/>
                    <a:pt x="12" y="0"/>
                    <a:pt x="17" y="3"/>
                  </a:cubicBezTo>
                  <a:cubicBezTo>
                    <a:pt x="147" y="77"/>
                    <a:pt x="147" y="77"/>
                    <a:pt x="147" y="77"/>
                  </a:cubicBezTo>
                  <a:cubicBezTo>
                    <a:pt x="152" y="80"/>
                    <a:pt x="153" y="86"/>
                    <a:pt x="151" y="91"/>
                  </a:cubicBezTo>
                  <a:cubicBezTo>
                    <a:pt x="149" y="94"/>
                    <a:pt x="146" y="96"/>
                    <a:pt x="142" y="9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" name="Google Shape;3573;p40"/>
            <p:cNvSpPr/>
            <p:nvPr/>
          </p:nvSpPr>
          <p:spPr>
            <a:xfrm>
              <a:off x="657340" y="3681357"/>
              <a:ext cx="48960" cy="79200"/>
            </a:xfrm>
            <a:custGeom>
              <a:avLst/>
              <a:gdLst/>
              <a:ahLst/>
              <a:cxnLst/>
              <a:rect l="l" t="t" r="r" b="b"/>
              <a:pathLst>
                <a:path w="136" h="220" extrusionOk="0">
                  <a:moveTo>
                    <a:pt x="12" y="219"/>
                  </a:moveTo>
                  <a:cubicBezTo>
                    <a:pt x="10" y="219"/>
                    <a:pt x="8" y="219"/>
                    <a:pt x="7" y="218"/>
                  </a:cubicBezTo>
                  <a:cubicBezTo>
                    <a:pt x="2" y="215"/>
                    <a:pt x="0" y="210"/>
                    <a:pt x="3" y="205"/>
                  </a:cubicBezTo>
                  <a:cubicBezTo>
                    <a:pt x="96" y="40"/>
                    <a:pt x="96" y="40"/>
                    <a:pt x="96" y="40"/>
                  </a:cubicBezTo>
                  <a:cubicBezTo>
                    <a:pt x="17" y="88"/>
                    <a:pt x="17" y="88"/>
                    <a:pt x="17" y="88"/>
                  </a:cubicBezTo>
                  <a:cubicBezTo>
                    <a:pt x="12" y="91"/>
                    <a:pt x="6" y="90"/>
                    <a:pt x="3" y="85"/>
                  </a:cubicBezTo>
                  <a:cubicBezTo>
                    <a:pt x="0" y="80"/>
                    <a:pt x="2" y="74"/>
                    <a:pt x="6" y="71"/>
                  </a:cubicBezTo>
                  <a:cubicBezTo>
                    <a:pt x="119" y="3"/>
                    <a:pt x="119" y="3"/>
                    <a:pt x="119" y="3"/>
                  </a:cubicBezTo>
                  <a:cubicBezTo>
                    <a:pt x="122" y="0"/>
                    <a:pt x="128" y="0"/>
                    <a:pt x="131" y="4"/>
                  </a:cubicBezTo>
                  <a:cubicBezTo>
                    <a:pt x="134" y="7"/>
                    <a:pt x="135" y="12"/>
                    <a:pt x="133" y="16"/>
                  </a:cubicBezTo>
                  <a:cubicBezTo>
                    <a:pt x="20" y="215"/>
                    <a:pt x="20" y="215"/>
                    <a:pt x="20" y="215"/>
                  </a:cubicBezTo>
                  <a:cubicBezTo>
                    <a:pt x="19" y="218"/>
                    <a:pt x="15" y="219"/>
                    <a:pt x="12" y="21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816">
          <a:extLst>
            <a:ext uri="{FF2B5EF4-FFF2-40B4-BE49-F238E27FC236}">
              <a16:creationId xmlns:a16="http://schemas.microsoft.com/office/drawing/2014/main" id="{5FBB240A-CE39-CA2A-B9B1-864D7F3D1E1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17" name="Google Shape;3817;p46">
            <a:extLst>
              <a:ext uri="{FF2B5EF4-FFF2-40B4-BE49-F238E27FC236}">
                <a16:creationId xmlns:a16="http://schemas.microsoft.com/office/drawing/2014/main" id="{6D4B9C11-48A2-C9EC-EE18-80B79A08BA79}"/>
              </a:ext>
            </a:extLst>
          </p:cNvPr>
          <p:cNvSpPr txBox="1">
            <a:spLocks noGrp="1"/>
          </p:cNvSpPr>
          <p:nvPr>
            <p:ph type="subTitle" idx="2"/>
          </p:nvPr>
        </p:nvSpPr>
        <p:spPr>
          <a:xfrm>
            <a:off x="3579900" y="2678930"/>
            <a:ext cx="1984200" cy="814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 dirty="0"/>
              <a:t>Checks normality by seeing how closely the data match a normal distribution. Works best for small to moderate samples.</a:t>
            </a:r>
            <a:endParaRPr sz="1100" dirty="0"/>
          </a:p>
        </p:txBody>
      </p:sp>
      <p:sp>
        <p:nvSpPr>
          <p:cNvPr id="3818" name="Google Shape;3818;p46">
            <a:extLst>
              <a:ext uri="{FF2B5EF4-FFF2-40B4-BE49-F238E27FC236}">
                <a16:creationId xmlns:a16="http://schemas.microsoft.com/office/drawing/2014/main" id="{58F17D66-4981-B74F-0507-896F42EDE291}"/>
              </a:ext>
            </a:extLst>
          </p:cNvPr>
          <p:cNvSpPr txBox="1">
            <a:spLocks noGrp="1"/>
          </p:cNvSpPr>
          <p:nvPr>
            <p:ph type="subTitle" idx="5"/>
          </p:nvPr>
        </p:nvSpPr>
        <p:spPr>
          <a:xfrm>
            <a:off x="5945098" y="2755415"/>
            <a:ext cx="1984200" cy="814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en-US" sz="1100" dirty="0"/>
              <a:t>Measures how well data match a distribution, especially at the extremes.</a:t>
            </a:r>
            <a:endParaRPr sz="1100" dirty="0"/>
          </a:p>
        </p:txBody>
      </p:sp>
      <p:sp>
        <p:nvSpPr>
          <p:cNvPr id="3819" name="Google Shape;3819;p46">
            <a:extLst>
              <a:ext uri="{FF2B5EF4-FFF2-40B4-BE49-F238E27FC236}">
                <a16:creationId xmlns:a16="http://schemas.microsoft.com/office/drawing/2014/main" id="{EF1A93F1-8350-DD13-EC38-46441DD83C6F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989024"/>
            <a:ext cx="7704000" cy="1007198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Tests Used</a:t>
            </a:r>
            <a:endParaRPr dirty="0"/>
          </a:p>
        </p:txBody>
      </p:sp>
      <p:sp>
        <p:nvSpPr>
          <p:cNvPr id="3820" name="Google Shape;3820;p46">
            <a:extLst>
              <a:ext uri="{FF2B5EF4-FFF2-40B4-BE49-F238E27FC236}">
                <a16:creationId xmlns:a16="http://schemas.microsoft.com/office/drawing/2014/main" id="{96458A00-CE8B-B112-B0CB-7D40045EEA5D}"/>
              </a:ext>
            </a:extLst>
          </p:cNvPr>
          <p:cNvSpPr txBox="1">
            <a:spLocks noGrp="1"/>
          </p:cNvSpPr>
          <p:nvPr>
            <p:ph type="subTitle" idx="1"/>
          </p:nvPr>
        </p:nvSpPr>
        <p:spPr>
          <a:xfrm>
            <a:off x="898874" y="2720078"/>
            <a:ext cx="2490525" cy="814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 dirty="0"/>
              <a:t>Checks how well data fits a chosen distribution by measuring the maximum difference between the data’s CDF and the theoretical CDF.</a:t>
            </a:r>
            <a:endParaRPr sz="1100" dirty="0"/>
          </a:p>
        </p:txBody>
      </p:sp>
      <p:sp>
        <p:nvSpPr>
          <p:cNvPr id="3824" name="Google Shape;3824;p46">
            <a:extLst>
              <a:ext uri="{FF2B5EF4-FFF2-40B4-BE49-F238E27FC236}">
                <a16:creationId xmlns:a16="http://schemas.microsoft.com/office/drawing/2014/main" id="{D95300E8-6FCD-0E23-1C50-DC5C1BA8D1CB}"/>
              </a:ext>
            </a:extLst>
          </p:cNvPr>
          <p:cNvSpPr txBox="1">
            <a:spLocks noGrp="1"/>
          </p:cNvSpPr>
          <p:nvPr>
            <p:ph type="subTitle" idx="7"/>
          </p:nvPr>
        </p:nvSpPr>
        <p:spPr>
          <a:xfrm>
            <a:off x="1214700" y="2327091"/>
            <a:ext cx="1984200" cy="427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/>
            <a:r>
              <a:rPr lang="en-US" sz="1400" dirty="0"/>
              <a:t> Kolmogorov-Smirnov (KS) Test</a:t>
            </a:r>
            <a:endParaRPr sz="1400" dirty="0"/>
          </a:p>
        </p:txBody>
      </p:sp>
      <p:sp>
        <p:nvSpPr>
          <p:cNvPr id="3825" name="Google Shape;3825;p46">
            <a:extLst>
              <a:ext uri="{FF2B5EF4-FFF2-40B4-BE49-F238E27FC236}">
                <a16:creationId xmlns:a16="http://schemas.microsoft.com/office/drawing/2014/main" id="{98BE43DE-1ABC-9D2C-B3F4-131606C1BFB0}"/>
              </a:ext>
            </a:extLst>
          </p:cNvPr>
          <p:cNvSpPr txBox="1">
            <a:spLocks noGrp="1"/>
          </p:cNvSpPr>
          <p:nvPr>
            <p:ph type="subTitle" idx="8"/>
          </p:nvPr>
        </p:nvSpPr>
        <p:spPr>
          <a:xfrm>
            <a:off x="3579900" y="2144550"/>
            <a:ext cx="1984200" cy="427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400" dirty="0"/>
              <a:t>Shapiro-Wilk Test </a:t>
            </a:r>
            <a:endParaRPr sz="1400" dirty="0"/>
          </a:p>
        </p:txBody>
      </p:sp>
      <p:sp>
        <p:nvSpPr>
          <p:cNvPr id="3826" name="Google Shape;3826;p46">
            <a:extLst>
              <a:ext uri="{FF2B5EF4-FFF2-40B4-BE49-F238E27FC236}">
                <a16:creationId xmlns:a16="http://schemas.microsoft.com/office/drawing/2014/main" id="{C4F22C2D-A7E5-F720-2465-A3C0AFC3419A}"/>
              </a:ext>
            </a:extLst>
          </p:cNvPr>
          <p:cNvSpPr txBox="1">
            <a:spLocks noGrp="1"/>
          </p:cNvSpPr>
          <p:nvPr>
            <p:ph type="subTitle" idx="9"/>
          </p:nvPr>
        </p:nvSpPr>
        <p:spPr>
          <a:xfrm>
            <a:off x="5945098" y="2144550"/>
            <a:ext cx="1984200" cy="427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400" dirty="0"/>
              <a:t>Anderson-Darling Test</a:t>
            </a:r>
            <a:endParaRPr sz="1400" dirty="0"/>
          </a:p>
        </p:txBody>
      </p:sp>
    </p:spTree>
    <p:extLst>
      <p:ext uri="{BB962C8B-B14F-4D97-AF65-F5344CB8AC3E}">
        <p14:creationId xmlns:p14="http://schemas.microsoft.com/office/powerpoint/2010/main" val="1623218350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270">
          <a:extLst>
            <a:ext uri="{FF2B5EF4-FFF2-40B4-BE49-F238E27FC236}">
              <a16:creationId xmlns:a16="http://schemas.microsoft.com/office/drawing/2014/main" id="{BAE2CE63-2A45-4752-FFD6-68EF08283C1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72" name="Google Shape;4272;p50">
            <a:extLst>
              <a:ext uri="{FF2B5EF4-FFF2-40B4-BE49-F238E27FC236}">
                <a16:creationId xmlns:a16="http://schemas.microsoft.com/office/drawing/2014/main" id="{513EE230-8A38-F6BD-107C-D0D0314F2BF3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492245" y="518159"/>
            <a:ext cx="6739135" cy="548641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dirty="0"/>
              <a:t>Distribution Characterization Visually</a:t>
            </a:r>
            <a:endParaRPr dirty="0"/>
          </a:p>
        </p:txBody>
      </p:sp>
      <p:grpSp>
        <p:nvGrpSpPr>
          <p:cNvPr id="4274" name="Google Shape;4274;p50">
            <a:extLst>
              <a:ext uri="{FF2B5EF4-FFF2-40B4-BE49-F238E27FC236}">
                <a16:creationId xmlns:a16="http://schemas.microsoft.com/office/drawing/2014/main" id="{523F89B7-B164-99E0-45E7-E2B236756485}"/>
              </a:ext>
            </a:extLst>
          </p:cNvPr>
          <p:cNvGrpSpPr/>
          <p:nvPr/>
        </p:nvGrpSpPr>
        <p:grpSpPr>
          <a:xfrm>
            <a:off x="4836908" y="-395287"/>
            <a:ext cx="6589891" cy="5633946"/>
            <a:chOff x="4836908" y="-395287"/>
            <a:chExt cx="6589891" cy="5633946"/>
          </a:xfrm>
        </p:grpSpPr>
        <p:grpSp>
          <p:nvGrpSpPr>
            <p:cNvPr id="4275" name="Google Shape;4275;p50">
              <a:extLst>
                <a:ext uri="{FF2B5EF4-FFF2-40B4-BE49-F238E27FC236}">
                  <a16:creationId xmlns:a16="http://schemas.microsoft.com/office/drawing/2014/main" id="{07AF2B35-5894-E59A-9DCA-98A92C9BD49A}"/>
                </a:ext>
              </a:extLst>
            </p:cNvPr>
            <p:cNvGrpSpPr/>
            <p:nvPr/>
          </p:nvGrpSpPr>
          <p:grpSpPr>
            <a:xfrm>
              <a:off x="5062997" y="3699791"/>
              <a:ext cx="1669753" cy="1538868"/>
              <a:chOff x="1321200" y="687960"/>
              <a:chExt cx="776160" cy="715320"/>
            </a:xfrm>
          </p:grpSpPr>
          <p:sp>
            <p:nvSpPr>
              <p:cNvPr id="4276" name="Google Shape;4276;p50">
                <a:extLst>
                  <a:ext uri="{FF2B5EF4-FFF2-40B4-BE49-F238E27FC236}">
                    <a16:creationId xmlns:a16="http://schemas.microsoft.com/office/drawing/2014/main" id="{0471E64A-6F6B-308F-C9A8-B899F8499AF7}"/>
                  </a:ext>
                </a:extLst>
              </p:cNvPr>
              <p:cNvSpPr/>
              <p:nvPr/>
            </p:nvSpPr>
            <p:spPr>
              <a:xfrm>
                <a:off x="1462680" y="687960"/>
                <a:ext cx="15840" cy="715320"/>
              </a:xfrm>
              <a:custGeom>
                <a:avLst/>
                <a:gdLst/>
                <a:ahLst/>
                <a:cxnLst/>
                <a:rect l="l" t="t" r="r" b="b"/>
                <a:pathLst>
                  <a:path w="44" h="1987" extrusionOk="0">
                    <a:moveTo>
                      <a:pt x="18" y="1973"/>
                    </a:moveTo>
                    <a:cubicBezTo>
                      <a:pt x="17" y="1935"/>
                      <a:pt x="18" y="1898"/>
                      <a:pt x="18" y="1861"/>
                    </a:cubicBezTo>
                    <a:cubicBezTo>
                      <a:pt x="18" y="1819"/>
                      <a:pt x="17" y="1777"/>
                      <a:pt x="17" y="1736"/>
                    </a:cubicBezTo>
                    <a:cubicBezTo>
                      <a:pt x="17" y="1694"/>
                      <a:pt x="16" y="1652"/>
                      <a:pt x="16" y="1610"/>
                    </a:cubicBezTo>
                    <a:cubicBezTo>
                      <a:pt x="15" y="1568"/>
                      <a:pt x="15" y="1526"/>
                      <a:pt x="15" y="1484"/>
                    </a:cubicBezTo>
                    <a:cubicBezTo>
                      <a:pt x="14" y="1400"/>
                      <a:pt x="14" y="1315"/>
                      <a:pt x="13" y="1231"/>
                    </a:cubicBezTo>
                    <a:cubicBezTo>
                      <a:pt x="12" y="1147"/>
                      <a:pt x="11" y="1064"/>
                      <a:pt x="10" y="980"/>
                    </a:cubicBezTo>
                    <a:cubicBezTo>
                      <a:pt x="10" y="895"/>
                      <a:pt x="9" y="810"/>
                      <a:pt x="8" y="725"/>
                    </a:cubicBezTo>
                    <a:cubicBezTo>
                      <a:pt x="7" y="644"/>
                      <a:pt x="6" y="562"/>
                      <a:pt x="6" y="480"/>
                    </a:cubicBezTo>
                    <a:cubicBezTo>
                      <a:pt x="6" y="439"/>
                      <a:pt x="5" y="398"/>
                      <a:pt x="4" y="357"/>
                    </a:cubicBezTo>
                    <a:cubicBezTo>
                      <a:pt x="4" y="316"/>
                      <a:pt x="4" y="275"/>
                      <a:pt x="3" y="234"/>
                    </a:cubicBezTo>
                    <a:cubicBezTo>
                      <a:pt x="3" y="197"/>
                      <a:pt x="3" y="160"/>
                      <a:pt x="2" y="123"/>
                    </a:cubicBezTo>
                    <a:cubicBezTo>
                      <a:pt x="2" y="105"/>
                      <a:pt x="2" y="88"/>
                      <a:pt x="1" y="70"/>
                    </a:cubicBezTo>
                    <a:cubicBezTo>
                      <a:pt x="1" y="51"/>
                      <a:pt x="1" y="32"/>
                      <a:pt x="1" y="13"/>
                    </a:cubicBezTo>
                    <a:cubicBezTo>
                      <a:pt x="0" y="6"/>
                      <a:pt x="6" y="0"/>
                      <a:pt x="13" y="0"/>
                    </a:cubicBezTo>
                    <a:cubicBezTo>
                      <a:pt x="20" y="0"/>
                      <a:pt x="26" y="6"/>
                      <a:pt x="26" y="13"/>
                    </a:cubicBezTo>
                    <a:cubicBezTo>
                      <a:pt x="26" y="32"/>
                      <a:pt x="26" y="53"/>
                      <a:pt x="26" y="73"/>
                    </a:cubicBezTo>
                    <a:cubicBezTo>
                      <a:pt x="26" y="92"/>
                      <a:pt x="26" y="112"/>
                      <a:pt x="26" y="131"/>
                    </a:cubicBezTo>
                    <a:cubicBezTo>
                      <a:pt x="27" y="171"/>
                      <a:pt x="27" y="211"/>
                      <a:pt x="27" y="251"/>
                    </a:cubicBezTo>
                    <a:cubicBezTo>
                      <a:pt x="28" y="292"/>
                      <a:pt x="28" y="332"/>
                      <a:pt x="28" y="374"/>
                    </a:cubicBezTo>
                    <a:cubicBezTo>
                      <a:pt x="29" y="415"/>
                      <a:pt x="29" y="455"/>
                      <a:pt x="29" y="497"/>
                    </a:cubicBezTo>
                    <a:cubicBezTo>
                      <a:pt x="29" y="537"/>
                      <a:pt x="30" y="578"/>
                      <a:pt x="30" y="618"/>
                    </a:cubicBezTo>
                    <a:cubicBezTo>
                      <a:pt x="31" y="660"/>
                      <a:pt x="31" y="702"/>
                      <a:pt x="31" y="743"/>
                    </a:cubicBezTo>
                    <a:cubicBezTo>
                      <a:pt x="31" y="785"/>
                      <a:pt x="32" y="827"/>
                      <a:pt x="32" y="869"/>
                    </a:cubicBezTo>
                    <a:cubicBezTo>
                      <a:pt x="33" y="912"/>
                      <a:pt x="33" y="954"/>
                      <a:pt x="33" y="997"/>
                    </a:cubicBezTo>
                    <a:cubicBezTo>
                      <a:pt x="35" y="1080"/>
                      <a:pt x="35" y="1164"/>
                      <a:pt x="35" y="1247"/>
                    </a:cubicBezTo>
                    <a:cubicBezTo>
                      <a:pt x="36" y="1332"/>
                      <a:pt x="37" y="1417"/>
                      <a:pt x="38" y="1502"/>
                    </a:cubicBezTo>
                    <a:cubicBezTo>
                      <a:pt x="38" y="1544"/>
                      <a:pt x="39" y="1586"/>
                      <a:pt x="39" y="1628"/>
                    </a:cubicBezTo>
                    <a:cubicBezTo>
                      <a:pt x="39" y="1668"/>
                      <a:pt x="40" y="1710"/>
                      <a:pt x="40" y="1751"/>
                    </a:cubicBezTo>
                    <a:cubicBezTo>
                      <a:pt x="40" y="1791"/>
                      <a:pt x="41" y="1830"/>
                      <a:pt x="42" y="1869"/>
                    </a:cubicBezTo>
                    <a:cubicBezTo>
                      <a:pt x="42" y="1904"/>
                      <a:pt x="43" y="1938"/>
                      <a:pt x="43" y="1973"/>
                    </a:cubicBezTo>
                    <a:cubicBezTo>
                      <a:pt x="43" y="1980"/>
                      <a:pt x="38" y="1986"/>
                      <a:pt x="31" y="1986"/>
                    </a:cubicBezTo>
                    <a:cubicBezTo>
                      <a:pt x="24" y="1986"/>
                      <a:pt x="18" y="1980"/>
                      <a:pt x="18" y="19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7" name="Google Shape;4277;p50">
                <a:extLst>
                  <a:ext uri="{FF2B5EF4-FFF2-40B4-BE49-F238E27FC236}">
                    <a16:creationId xmlns:a16="http://schemas.microsoft.com/office/drawing/2014/main" id="{631DE5AF-525F-5E24-C803-B45E471407CC}"/>
                  </a:ext>
                </a:extLst>
              </p:cNvPr>
              <p:cNvSpPr/>
              <p:nvPr/>
            </p:nvSpPr>
            <p:spPr>
              <a:xfrm>
                <a:off x="1321200" y="1259280"/>
                <a:ext cx="753480" cy="17280"/>
              </a:xfrm>
              <a:custGeom>
                <a:avLst/>
                <a:gdLst/>
                <a:ahLst/>
                <a:cxnLst/>
                <a:rect l="l" t="t" r="r" b="b"/>
                <a:pathLst>
                  <a:path w="2093" h="48" extrusionOk="0">
                    <a:moveTo>
                      <a:pt x="76" y="47"/>
                    </a:moveTo>
                    <a:cubicBezTo>
                      <a:pt x="68" y="46"/>
                      <a:pt x="59" y="45"/>
                      <a:pt x="51" y="44"/>
                    </a:cubicBezTo>
                    <a:cubicBezTo>
                      <a:pt x="45" y="43"/>
                      <a:pt x="40" y="42"/>
                      <a:pt x="35" y="42"/>
                    </a:cubicBezTo>
                    <a:cubicBezTo>
                      <a:pt x="33" y="42"/>
                      <a:pt x="30" y="42"/>
                      <a:pt x="28" y="42"/>
                    </a:cubicBezTo>
                    <a:cubicBezTo>
                      <a:pt x="23" y="42"/>
                      <a:pt x="17" y="42"/>
                      <a:pt x="12" y="41"/>
                    </a:cubicBezTo>
                    <a:cubicBezTo>
                      <a:pt x="4" y="40"/>
                      <a:pt x="0" y="32"/>
                      <a:pt x="2" y="25"/>
                    </a:cubicBezTo>
                    <a:cubicBezTo>
                      <a:pt x="2" y="21"/>
                      <a:pt x="7" y="17"/>
                      <a:pt x="12" y="16"/>
                    </a:cubicBezTo>
                    <a:cubicBezTo>
                      <a:pt x="17" y="16"/>
                      <a:pt x="22" y="16"/>
                      <a:pt x="27" y="17"/>
                    </a:cubicBezTo>
                    <a:cubicBezTo>
                      <a:pt x="29" y="17"/>
                      <a:pt x="31" y="17"/>
                      <a:pt x="33" y="18"/>
                    </a:cubicBezTo>
                    <a:cubicBezTo>
                      <a:pt x="39" y="18"/>
                      <a:pt x="45" y="18"/>
                      <a:pt x="51" y="18"/>
                    </a:cubicBezTo>
                    <a:cubicBezTo>
                      <a:pt x="62" y="18"/>
                      <a:pt x="73" y="18"/>
                      <a:pt x="85" y="18"/>
                    </a:cubicBezTo>
                    <a:cubicBezTo>
                      <a:pt x="107" y="18"/>
                      <a:pt x="129" y="18"/>
                      <a:pt x="150" y="18"/>
                    </a:cubicBezTo>
                    <a:cubicBezTo>
                      <a:pt x="195" y="18"/>
                      <a:pt x="239" y="18"/>
                      <a:pt x="283" y="17"/>
                    </a:cubicBezTo>
                    <a:cubicBezTo>
                      <a:pt x="372" y="17"/>
                      <a:pt x="460" y="16"/>
                      <a:pt x="550" y="16"/>
                    </a:cubicBezTo>
                    <a:cubicBezTo>
                      <a:pt x="594" y="15"/>
                      <a:pt x="640" y="14"/>
                      <a:pt x="685" y="14"/>
                    </a:cubicBezTo>
                    <a:cubicBezTo>
                      <a:pt x="727" y="14"/>
                      <a:pt x="770" y="14"/>
                      <a:pt x="813" y="13"/>
                    </a:cubicBezTo>
                    <a:cubicBezTo>
                      <a:pt x="903" y="13"/>
                      <a:pt x="992" y="13"/>
                      <a:pt x="1081" y="11"/>
                    </a:cubicBezTo>
                    <a:cubicBezTo>
                      <a:pt x="1172" y="11"/>
                      <a:pt x="1262" y="10"/>
                      <a:pt x="1353" y="10"/>
                    </a:cubicBezTo>
                    <a:cubicBezTo>
                      <a:pt x="1442" y="9"/>
                      <a:pt x="1530" y="8"/>
                      <a:pt x="1618" y="7"/>
                    </a:cubicBezTo>
                    <a:cubicBezTo>
                      <a:pt x="1663" y="6"/>
                      <a:pt x="1708" y="6"/>
                      <a:pt x="1753" y="5"/>
                    </a:cubicBezTo>
                    <a:cubicBezTo>
                      <a:pt x="1798" y="4"/>
                      <a:pt x="1843" y="4"/>
                      <a:pt x="1887" y="4"/>
                    </a:cubicBezTo>
                    <a:cubicBezTo>
                      <a:pt x="1921" y="3"/>
                      <a:pt x="1953" y="3"/>
                      <a:pt x="1986" y="2"/>
                    </a:cubicBezTo>
                    <a:cubicBezTo>
                      <a:pt x="2002" y="2"/>
                      <a:pt x="2017" y="2"/>
                      <a:pt x="2032" y="2"/>
                    </a:cubicBezTo>
                    <a:cubicBezTo>
                      <a:pt x="2048" y="1"/>
                      <a:pt x="2063" y="1"/>
                      <a:pt x="2079" y="0"/>
                    </a:cubicBezTo>
                    <a:cubicBezTo>
                      <a:pt x="2086" y="0"/>
                      <a:pt x="2092" y="6"/>
                      <a:pt x="2092" y="13"/>
                    </a:cubicBezTo>
                    <a:cubicBezTo>
                      <a:pt x="2092" y="20"/>
                      <a:pt x="2086" y="26"/>
                      <a:pt x="2079" y="26"/>
                    </a:cubicBezTo>
                    <a:cubicBezTo>
                      <a:pt x="2058" y="26"/>
                      <a:pt x="2037" y="26"/>
                      <a:pt x="2016" y="26"/>
                    </a:cubicBezTo>
                    <a:cubicBezTo>
                      <a:pt x="1995" y="26"/>
                      <a:pt x="1973" y="26"/>
                      <a:pt x="1951" y="26"/>
                    </a:cubicBezTo>
                    <a:cubicBezTo>
                      <a:pt x="1907" y="26"/>
                      <a:pt x="1861" y="26"/>
                      <a:pt x="1816" y="27"/>
                    </a:cubicBezTo>
                    <a:cubicBezTo>
                      <a:pt x="1728" y="27"/>
                      <a:pt x="1640" y="28"/>
                      <a:pt x="1552" y="28"/>
                    </a:cubicBezTo>
                    <a:cubicBezTo>
                      <a:pt x="1462" y="28"/>
                      <a:pt x="1371" y="30"/>
                      <a:pt x="1281" y="30"/>
                    </a:cubicBezTo>
                    <a:cubicBezTo>
                      <a:pt x="1190" y="31"/>
                      <a:pt x="1101" y="32"/>
                      <a:pt x="1010" y="32"/>
                    </a:cubicBezTo>
                    <a:cubicBezTo>
                      <a:pt x="924" y="33"/>
                      <a:pt x="836" y="34"/>
                      <a:pt x="749" y="35"/>
                    </a:cubicBezTo>
                    <a:cubicBezTo>
                      <a:pt x="704" y="36"/>
                      <a:pt x="659" y="36"/>
                      <a:pt x="614" y="37"/>
                    </a:cubicBezTo>
                    <a:cubicBezTo>
                      <a:pt x="569" y="37"/>
                      <a:pt x="526" y="37"/>
                      <a:pt x="481" y="38"/>
                    </a:cubicBezTo>
                    <a:cubicBezTo>
                      <a:pt x="392" y="38"/>
                      <a:pt x="302" y="39"/>
                      <a:pt x="213" y="40"/>
                    </a:cubicBezTo>
                    <a:cubicBezTo>
                      <a:pt x="180" y="41"/>
                      <a:pt x="146" y="41"/>
                      <a:pt x="113" y="41"/>
                    </a:cubicBezTo>
                    <a:cubicBezTo>
                      <a:pt x="104" y="41"/>
                      <a:pt x="96" y="41"/>
                      <a:pt x="87" y="42"/>
                    </a:cubicBezTo>
                    <a:cubicBezTo>
                      <a:pt x="85" y="45"/>
                      <a:pt x="81" y="47"/>
                      <a:pt x="77" y="47"/>
                    </a:cubicBezTo>
                    <a:lnTo>
                      <a:pt x="76" y="4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8" name="Google Shape;4278;p50">
                <a:extLst>
                  <a:ext uri="{FF2B5EF4-FFF2-40B4-BE49-F238E27FC236}">
                    <a16:creationId xmlns:a16="http://schemas.microsoft.com/office/drawing/2014/main" id="{A2B8753D-5AC5-54C3-BB52-07A58415B7DE}"/>
                  </a:ext>
                </a:extLst>
              </p:cNvPr>
              <p:cNvSpPr/>
              <p:nvPr/>
            </p:nvSpPr>
            <p:spPr>
              <a:xfrm>
                <a:off x="2006280" y="1254600"/>
                <a:ext cx="79560" cy="25200"/>
              </a:xfrm>
              <a:custGeom>
                <a:avLst/>
                <a:gdLst/>
                <a:ahLst/>
                <a:cxnLst/>
                <a:rect l="l" t="t" r="r" b="b"/>
                <a:pathLst>
                  <a:path w="221" h="70" extrusionOk="0">
                    <a:moveTo>
                      <a:pt x="73" y="60"/>
                    </a:moveTo>
                    <a:cubicBezTo>
                      <a:pt x="72" y="54"/>
                      <a:pt x="76" y="47"/>
                      <a:pt x="82" y="45"/>
                    </a:cubicBezTo>
                    <a:cubicBezTo>
                      <a:pt x="102" y="40"/>
                      <a:pt x="122" y="36"/>
                      <a:pt x="142" y="32"/>
                    </a:cubicBezTo>
                    <a:cubicBezTo>
                      <a:pt x="123" y="29"/>
                      <a:pt x="104" y="27"/>
                      <a:pt x="84" y="26"/>
                    </a:cubicBezTo>
                    <a:cubicBezTo>
                      <a:pt x="72" y="25"/>
                      <a:pt x="60" y="25"/>
                      <a:pt x="48" y="25"/>
                    </a:cubicBezTo>
                    <a:cubicBezTo>
                      <a:pt x="37" y="25"/>
                      <a:pt x="26" y="26"/>
                      <a:pt x="14" y="26"/>
                    </a:cubicBezTo>
                    <a:cubicBezTo>
                      <a:pt x="14" y="26"/>
                      <a:pt x="13" y="26"/>
                      <a:pt x="12" y="26"/>
                    </a:cubicBezTo>
                    <a:cubicBezTo>
                      <a:pt x="6" y="26"/>
                      <a:pt x="0" y="21"/>
                      <a:pt x="0" y="14"/>
                    </a:cubicBezTo>
                    <a:cubicBezTo>
                      <a:pt x="0" y="7"/>
                      <a:pt x="6" y="1"/>
                      <a:pt x="12" y="1"/>
                    </a:cubicBezTo>
                    <a:cubicBezTo>
                      <a:pt x="17" y="2"/>
                      <a:pt x="22" y="1"/>
                      <a:pt x="27" y="1"/>
                    </a:cubicBezTo>
                    <a:cubicBezTo>
                      <a:pt x="34" y="1"/>
                      <a:pt x="40" y="1"/>
                      <a:pt x="46" y="1"/>
                    </a:cubicBezTo>
                    <a:cubicBezTo>
                      <a:pt x="60" y="0"/>
                      <a:pt x="73" y="1"/>
                      <a:pt x="87" y="2"/>
                    </a:cubicBezTo>
                    <a:cubicBezTo>
                      <a:pt x="113" y="4"/>
                      <a:pt x="139" y="8"/>
                      <a:pt x="165" y="10"/>
                    </a:cubicBezTo>
                    <a:cubicBezTo>
                      <a:pt x="175" y="11"/>
                      <a:pt x="184" y="12"/>
                      <a:pt x="193" y="13"/>
                    </a:cubicBezTo>
                    <a:cubicBezTo>
                      <a:pt x="196" y="13"/>
                      <a:pt x="198" y="13"/>
                      <a:pt x="201" y="14"/>
                    </a:cubicBezTo>
                    <a:cubicBezTo>
                      <a:pt x="204" y="14"/>
                      <a:pt x="208" y="14"/>
                      <a:pt x="213" y="15"/>
                    </a:cubicBezTo>
                    <a:cubicBezTo>
                      <a:pt x="217" y="17"/>
                      <a:pt x="220" y="22"/>
                      <a:pt x="220" y="26"/>
                    </a:cubicBezTo>
                    <a:cubicBezTo>
                      <a:pt x="220" y="31"/>
                      <a:pt x="217" y="36"/>
                      <a:pt x="213" y="38"/>
                    </a:cubicBezTo>
                    <a:cubicBezTo>
                      <a:pt x="207" y="40"/>
                      <a:pt x="202" y="41"/>
                      <a:pt x="197" y="42"/>
                    </a:cubicBezTo>
                    <a:cubicBezTo>
                      <a:pt x="192" y="44"/>
                      <a:pt x="186" y="45"/>
                      <a:pt x="181" y="46"/>
                    </a:cubicBezTo>
                    <a:cubicBezTo>
                      <a:pt x="172" y="49"/>
                      <a:pt x="162" y="51"/>
                      <a:pt x="152" y="53"/>
                    </a:cubicBezTo>
                    <a:cubicBezTo>
                      <a:pt x="131" y="58"/>
                      <a:pt x="110" y="64"/>
                      <a:pt x="88" y="69"/>
                    </a:cubicBezTo>
                    <a:cubicBezTo>
                      <a:pt x="88" y="69"/>
                      <a:pt x="87" y="69"/>
                      <a:pt x="86" y="69"/>
                    </a:cubicBezTo>
                    <a:cubicBezTo>
                      <a:pt x="80" y="69"/>
                      <a:pt x="75" y="66"/>
                      <a:pt x="73" y="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9" name="Google Shape;4279;p50">
                <a:extLst>
                  <a:ext uri="{FF2B5EF4-FFF2-40B4-BE49-F238E27FC236}">
                    <a16:creationId xmlns:a16="http://schemas.microsoft.com/office/drawing/2014/main" id="{C3FDAAC5-C887-BCF9-67E1-430506F0C7E7}"/>
                  </a:ext>
                </a:extLst>
              </p:cNvPr>
              <p:cNvSpPr/>
              <p:nvPr/>
            </p:nvSpPr>
            <p:spPr>
              <a:xfrm>
                <a:off x="1449720" y="689040"/>
                <a:ext cx="36360" cy="79200"/>
              </a:xfrm>
              <a:custGeom>
                <a:avLst/>
                <a:gdLst/>
                <a:ahLst/>
                <a:cxnLst/>
                <a:rect l="l" t="t" r="r" b="b"/>
                <a:pathLst>
                  <a:path w="101" h="220" extrusionOk="0">
                    <a:moveTo>
                      <a:pt x="74" y="208"/>
                    </a:moveTo>
                    <a:cubicBezTo>
                      <a:pt x="72" y="184"/>
                      <a:pt x="68" y="160"/>
                      <a:pt x="65" y="137"/>
                    </a:cubicBezTo>
                    <a:cubicBezTo>
                      <a:pt x="64" y="128"/>
                      <a:pt x="62" y="119"/>
                      <a:pt x="61" y="110"/>
                    </a:cubicBezTo>
                    <a:cubicBezTo>
                      <a:pt x="60" y="116"/>
                      <a:pt x="57" y="122"/>
                      <a:pt x="55" y="127"/>
                    </a:cubicBezTo>
                    <a:cubicBezTo>
                      <a:pt x="50" y="140"/>
                      <a:pt x="46" y="152"/>
                      <a:pt x="41" y="165"/>
                    </a:cubicBezTo>
                    <a:cubicBezTo>
                      <a:pt x="38" y="171"/>
                      <a:pt x="36" y="177"/>
                      <a:pt x="33" y="184"/>
                    </a:cubicBezTo>
                    <a:cubicBezTo>
                      <a:pt x="30" y="191"/>
                      <a:pt x="27" y="198"/>
                      <a:pt x="23" y="205"/>
                    </a:cubicBezTo>
                    <a:cubicBezTo>
                      <a:pt x="21" y="209"/>
                      <a:pt x="15" y="211"/>
                      <a:pt x="11" y="211"/>
                    </a:cubicBezTo>
                    <a:cubicBezTo>
                      <a:pt x="5" y="210"/>
                      <a:pt x="1" y="205"/>
                      <a:pt x="0" y="200"/>
                    </a:cubicBezTo>
                    <a:cubicBezTo>
                      <a:pt x="0" y="198"/>
                      <a:pt x="0" y="196"/>
                      <a:pt x="1" y="194"/>
                    </a:cubicBezTo>
                    <a:lnTo>
                      <a:pt x="1" y="195"/>
                    </a:lnTo>
                    <a:cubicBezTo>
                      <a:pt x="1" y="193"/>
                      <a:pt x="2" y="190"/>
                      <a:pt x="4" y="188"/>
                    </a:cubicBezTo>
                    <a:cubicBezTo>
                      <a:pt x="4" y="187"/>
                      <a:pt x="5" y="186"/>
                      <a:pt x="5" y="186"/>
                    </a:cubicBezTo>
                    <a:cubicBezTo>
                      <a:pt x="19" y="158"/>
                      <a:pt x="30" y="130"/>
                      <a:pt x="40" y="101"/>
                    </a:cubicBezTo>
                    <a:cubicBezTo>
                      <a:pt x="44" y="90"/>
                      <a:pt x="47" y="79"/>
                      <a:pt x="50" y="68"/>
                    </a:cubicBezTo>
                    <a:cubicBezTo>
                      <a:pt x="50" y="69"/>
                      <a:pt x="50" y="69"/>
                      <a:pt x="50" y="69"/>
                    </a:cubicBezTo>
                    <a:cubicBezTo>
                      <a:pt x="52" y="59"/>
                      <a:pt x="54" y="49"/>
                      <a:pt x="55" y="38"/>
                    </a:cubicBezTo>
                    <a:cubicBezTo>
                      <a:pt x="55" y="36"/>
                      <a:pt x="55" y="33"/>
                      <a:pt x="55" y="31"/>
                    </a:cubicBezTo>
                    <a:cubicBezTo>
                      <a:pt x="55" y="24"/>
                      <a:pt x="54" y="16"/>
                      <a:pt x="57" y="9"/>
                    </a:cubicBezTo>
                    <a:cubicBezTo>
                      <a:pt x="59" y="4"/>
                      <a:pt x="65" y="0"/>
                      <a:pt x="71" y="1"/>
                    </a:cubicBezTo>
                    <a:cubicBezTo>
                      <a:pt x="76" y="2"/>
                      <a:pt x="80" y="5"/>
                      <a:pt x="82" y="11"/>
                    </a:cubicBezTo>
                    <a:cubicBezTo>
                      <a:pt x="83" y="15"/>
                      <a:pt x="82" y="19"/>
                      <a:pt x="82" y="24"/>
                    </a:cubicBezTo>
                    <a:cubicBezTo>
                      <a:pt x="82" y="27"/>
                      <a:pt x="81" y="30"/>
                      <a:pt x="81" y="33"/>
                    </a:cubicBezTo>
                    <a:cubicBezTo>
                      <a:pt x="81" y="36"/>
                      <a:pt x="80" y="38"/>
                      <a:pt x="79" y="40"/>
                    </a:cubicBezTo>
                    <a:cubicBezTo>
                      <a:pt x="79" y="45"/>
                      <a:pt x="80" y="50"/>
                      <a:pt x="80" y="54"/>
                    </a:cubicBezTo>
                    <a:cubicBezTo>
                      <a:pt x="81" y="63"/>
                      <a:pt x="81" y="71"/>
                      <a:pt x="81" y="80"/>
                    </a:cubicBezTo>
                    <a:cubicBezTo>
                      <a:pt x="85" y="122"/>
                      <a:pt x="92" y="163"/>
                      <a:pt x="99" y="205"/>
                    </a:cubicBezTo>
                    <a:cubicBezTo>
                      <a:pt x="100" y="212"/>
                      <a:pt x="95" y="218"/>
                      <a:pt x="88" y="219"/>
                    </a:cubicBezTo>
                    <a:cubicBezTo>
                      <a:pt x="88" y="219"/>
                      <a:pt x="87" y="219"/>
                      <a:pt x="86" y="219"/>
                    </a:cubicBezTo>
                    <a:cubicBezTo>
                      <a:pt x="81" y="219"/>
                      <a:pt x="75" y="215"/>
                      <a:pt x="74" y="2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0" name="Google Shape;4280;p50">
                <a:extLst>
                  <a:ext uri="{FF2B5EF4-FFF2-40B4-BE49-F238E27FC236}">
                    <a16:creationId xmlns:a16="http://schemas.microsoft.com/office/drawing/2014/main" id="{4395E8B7-05CF-B691-42C8-77900CAF2AE6}"/>
                  </a:ext>
                </a:extLst>
              </p:cNvPr>
              <p:cNvSpPr/>
              <p:nvPr/>
            </p:nvSpPr>
            <p:spPr>
              <a:xfrm>
                <a:off x="2042640" y="1306440"/>
                <a:ext cx="40680" cy="2808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78" extrusionOk="0">
                    <a:moveTo>
                      <a:pt x="13" y="77"/>
                    </a:moveTo>
                    <a:cubicBezTo>
                      <a:pt x="6" y="76"/>
                      <a:pt x="1" y="70"/>
                      <a:pt x="2" y="63"/>
                    </a:cubicBezTo>
                    <a:cubicBezTo>
                      <a:pt x="3" y="58"/>
                      <a:pt x="3" y="54"/>
                      <a:pt x="4" y="48"/>
                    </a:cubicBezTo>
                    <a:cubicBezTo>
                      <a:pt x="4" y="46"/>
                      <a:pt x="4" y="43"/>
                      <a:pt x="4" y="40"/>
                    </a:cubicBezTo>
                    <a:cubicBezTo>
                      <a:pt x="3" y="36"/>
                      <a:pt x="3" y="32"/>
                      <a:pt x="2" y="28"/>
                    </a:cubicBezTo>
                    <a:cubicBezTo>
                      <a:pt x="1" y="21"/>
                      <a:pt x="0" y="13"/>
                      <a:pt x="4" y="7"/>
                    </a:cubicBezTo>
                    <a:cubicBezTo>
                      <a:pt x="7" y="4"/>
                      <a:pt x="13" y="1"/>
                      <a:pt x="17" y="0"/>
                    </a:cubicBezTo>
                    <a:cubicBezTo>
                      <a:pt x="20" y="0"/>
                      <a:pt x="23" y="0"/>
                      <a:pt x="26" y="1"/>
                    </a:cubicBezTo>
                    <a:cubicBezTo>
                      <a:pt x="29" y="2"/>
                      <a:pt x="33" y="3"/>
                      <a:pt x="36" y="4"/>
                    </a:cubicBezTo>
                    <a:cubicBezTo>
                      <a:pt x="43" y="7"/>
                      <a:pt x="49" y="10"/>
                      <a:pt x="56" y="14"/>
                    </a:cubicBezTo>
                    <a:cubicBezTo>
                      <a:pt x="64" y="19"/>
                      <a:pt x="73" y="24"/>
                      <a:pt x="81" y="30"/>
                    </a:cubicBezTo>
                    <a:cubicBezTo>
                      <a:pt x="89" y="35"/>
                      <a:pt x="98" y="42"/>
                      <a:pt x="106" y="49"/>
                    </a:cubicBezTo>
                    <a:cubicBezTo>
                      <a:pt x="111" y="54"/>
                      <a:pt x="112" y="61"/>
                      <a:pt x="108" y="66"/>
                    </a:cubicBezTo>
                    <a:cubicBezTo>
                      <a:pt x="104" y="71"/>
                      <a:pt x="96" y="73"/>
                      <a:pt x="91" y="68"/>
                    </a:cubicBezTo>
                    <a:cubicBezTo>
                      <a:pt x="86" y="64"/>
                      <a:pt x="81" y="59"/>
                      <a:pt x="75" y="55"/>
                    </a:cubicBezTo>
                    <a:cubicBezTo>
                      <a:pt x="71" y="51"/>
                      <a:pt x="66" y="48"/>
                      <a:pt x="61" y="44"/>
                    </a:cubicBezTo>
                    <a:cubicBezTo>
                      <a:pt x="52" y="39"/>
                      <a:pt x="43" y="34"/>
                      <a:pt x="34" y="30"/>
                    </a:cubicBezTo>
                    <a:cubicBezTo>
                      <a:pt x="31" y="28"/>
                      <a:pt x="29" y="27"/>
                      <a:pt x="26" y="26"/>
                    </a:cubicBezTo>
                    <a:cubicBezTo>
                      <a:pt x="27" y="33"/>
                      <a:pt x="28" y="38"/>
                      <a:pt x="28" y="45"/>
                    </a:cubicBezTo>
                    <a:cubicBezTo>
                      <a:pt x="28" y="52"/>
                      <a:pt x="27" y="59"/>
                      <a:pt x="26" y="67"/>
                    </a:cubicBezTo>
                    <a:cubicBezTo>
                      <a:pt x="26" y="73"/>
                      <a:pt x="20" y="77"/>
                      <a:pt x="14" y="77"/>
                    </a:cubicBezTo>
                    <a:cubicBezTo>
                      <a:pt x="13" y="77"/>
                      <a:pt x="13" y="77"/>
                      <a:pt x="13" y="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1" name="Google Shape;4281;p50">
                <a:extLst>
                  <a:ext uri="{FF2B5EF4-FFF2-40B4-BE49-F238E27FC236}">
                    <a16:creationId xmlns:a16="http://schemas.microsoft.com/office/drawing/2014/main" id="{281BB565-845C-6469-CEA4-106F805ABA94}"/>
                  </a:ext>
                </a:extLst>
              </p:cNvPr>
              <p:cNvSpPr/>
              <p:nvPr/>
            </p:nvSpPr>
            <p:spPr>
              <a:xfrm>
                <a:off x="2038680" y="1298520"/>
                <a:ext cx="58680" cy="70920"/>
              </a:xfrm>
              <a:custGeom>
                <a:avLst/>
                <a:gdLst/>
                <a:ahLst/>
                <a:cxnLst/>
                <a:rect l="l" t="t" r="r" b="b"/>
                <a:pathLst>
                  <a:path w="163" h="197" extrusionOk="0">
                    <a:moveTo>
                      <a:pt x="8" y="195"/>
                    </a:moveTo>
                    <a:cubicBezTo>
                      <a:pt x="3" y="193"/>
                      <a:pt x="0" y="186"/>
                      <a:pt x="2" y="180"/>
                    </a:cubicBezTo>
                    <a:cubicBezTo>
                      <a:pt x="5" y="173"/>
                      <a:pt x="9" y="165"/>
                      <a:pt x="12" y="158"/>
                    </a:cubicBezTo>
                    <a:cubicBezTo>
                      <a:pt x="12" y="159"/>
                      <a:pt x="12" y="159"/>
                      <a:pt x="12" y="159"/>
                    </a:cubicBezTo>
                    <a:cubicBezTo>
                      <a:pt x="18" y="148"/>
                      <a:pt x="24" y="137"/>
                      <a:pt x="30" y="126"/>
                    </a:cubicBezTo>
                    <a:cubicBezTo>
                      <a:pt x="36" y="115"/>
                      <a:pt x="43" y="104"/>
                      <a:pt x="50" y="94"/>
                    </a:cubicBezTo>
                    <a:cubicBezTo>
                      <a:pt x="57" y="83"/>
                      <a:pt x="64" y="72"/>
                      <a:pt x="72" y="62"/>
                    </a:cubicBezTo>
                    <a:cubicBezTo>
                      <a:pt x="77" y="57"/>
                      <a:pt x="81" y="51"/>
                      <a:pt x="85" y="46"/>
                    </a:cubicBezTo>
                    <a:cubicBezTo>
                      <a:pt x="90" y="41"/>
                      <a:pt x="95" y="35"/>
                      <a:pt x="100" y="30"/>
                    </a:cubicBezTo>
                    <a:cubicBezTo>
                      <a:pt x="107" y="22"/>
                      <a:pt x="116" y="15"/>
                      <a:pt x="124" y="10"/>
                    </a:cubicBezTo>
                    <a:cubicBezTo>
                      <a:pt x="132" y="4"/>
                      <a:pt x="140" y="1"/>
                      <a:pt x="149" y="0"/>
                    </a:cubicBezTo>
                    <a:cubicBezTo>
                      <a:pt x="156" y="0"/>
                      <a:pt x="162" y="6"/>
                      <a:pt x="162" y="13"/>
                    </a:cubicBezTo>
                    <a:cubicBezTo>
                      <a:pt x="162" y="20"/>
                      <a:pt x="156" y="26"/>
                      <a:pt x="149" y="25"/>
                    </a:cubicBezTo>
                    <a:lnTo>
                      <a:pt x="148" y="25"/>
                    </a:lnTo>
                    <a:lnTo>
                      <a:pt x="149" y="25"/>
                    </a:lnTo>
                    <a:cubicBezTo>
                      <a:pt x="148" y="25"/>
                      <a:pt x="148" y="25"/>
                      <a:pt x="146" y="25"/>
                    </a:cubicBezTo>
                    <a:cubicBezTo>
                      <a:pt x="146" y="26"/>
                      <a:pt x="146" y="26"/>
                      <a:pt x="145" y="26"/>
                    </a:cubicBezTo>
                    <a:cubicBezTo>
                      <a:pt x="144" y="27"/>
                      <a:pt x="143" y="27"/>
                      <a:pt x="142" y="28"/>
                    </a:cubicBezTo>
                    <a:cubicBezTo>
                      <a:pt x="139" y="29"/>
                      <a:pt x="137" y="30"/>
                      <a:pt x="134" y="32"/>
                    </a:cubicBezTo>
                    <a:cubicBezTo>
                      <a:pt x="131" y="34"/>
                      <a:pt x="128" y="36"/>
                      <a:pt x="125" y="39"/>
                    </a:cubicBezTo>
                    <a:cubicBezTo>
                      <a:pt x="117" y="46"/>
                      <a:pt x="109" y="55"/>
                      <a:pt x="102" y="63"/>
                    </a:cubicBezTo>
                    <a:cubicBezTo>
                      <a:pt x="95" y="70"/>
                      <a:pt x="89" y="77"/>
                      <a:pt x="84" y="85"/>
                    </a:cubicBezTo>
                    <a:cubicBezTo>
                      <a:pt x="81" y="88"/>
                      <a:pt x="78" y="92"/>
                      <a:pt x="75" y="95"/>
                    </a:cubicBezTo>
                    <a:cubicBezTo>
                      <a:pt x="72" y="100"/>
                      <a:pt x="70" y="105"/>
                      <a:pt x="66" y="109"/>
                    </a:cubicBezTo>
                    <a:cubicBezTo>
                      <a:pt x="61" y="116"/>
                      <a:pt x="57" y="124"/>
                      <a:pt x="53" y="131"/>
                    </a:cubicBezTo>
                    <a:cubicBezTo>
                      <a:pt x="47" y="140"/>
                      <a:pt x="43" y="150"/>
                      <a:pt x="37" y="158"/>
                    </a:cubicBezTo>
                    <a:cubicBezTo>
                      <a:pt x="33" y="169"/>
                      <a:pt x="28" y="179"/>
                      <a:pt x="24" y="189"/>
                    </a:cubicBezTo>
                    <a:cubicBezTo>
                      <a:pt x="22" y="193"/>
                      <a:pt x="17" y="196"/>
                      <a:pt x="12" y="196"/>
                    </a:cubicBezTo>
                    <a:cubicBezTo>
                      <a:pt x="11" y="196"/>
                      <a:pt x="10" y="196"/>
                      <a:pt x="8" y="19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2" name="Google Shape;4282;p50">
                <a:extLst>
                  <a:ext uri="{FF2B5EF4-FFF2-40B4-BE49-F238E27FC236}">
                    <a16:creationId xmlns:a16="http://schemas.microsoft.com/office/drawing/2014/main" id="{B9217172-EE63-B802-A780-96B0A7530A92}"/>
                  </a:ext>
                </a:extLst>
              </p:cNvPr>
              <p:cNvSpPr/>
              <p:nvPr/>
            </p:nvSpPr>
            <p:spPr>
              <a:xfrm>
                <a:off x="1386360" y="691920"/>
                <a:ext cx="46080" cy="129960"/>
              </a:xfrm>
              <a:custGeom>
                <a:avLst/>
                <a:gdLst/>
                <a:ahLst/>
                <a:cxnLst/>
                <a:rect l="l" t="t" r="r" b="b"/>
                <a:pathLst>
                  <a:path w="128" h="361" extrusionOk="0">
                    <a:moveTo>
                      <a:pt x="54" y="336"/>
                    </a:moveTo>
                    <a:lnTo>
                      <a:pt x="54" y="335"/>
                    </a:lnTo>
                    <a:cubicBezTo>
                      <a:pt x="55" y="333"/>
                      <a:pt x="56" y="331"/>
                      <a:pt x="56" y="328"/>
                    </a:cubicBezTo>
                    <a:cubicBezTo>
                      <a:pt x="58" y="320"/>
                      <a:pt x="59" y="310"/>
                      <a:pt x="60" y="301"/>
                    </a:cubicBezTo>
                    <a:cubicBezTo>
                      <a:pt x="61" y="278"/>
                      <a:pt x="61" y="254"/>
                      <a:pt x="63" y="232"/>
                    </a:cubicBezTo>
                    <a:cubicBezTo>
                      <a:pt x="63" y="223"/>
                      <a:pt x="63" y="215"/>
                      <a:pt x="63" y="207"/>
                    </a:cubicBezTo>
                    <a:cubicBezTo>
                      <a:pt x="57" y="217"/>
                      <a:pt x="52" y="227"/>
                      <a:pt x="46" y="238"/>
                    </a:cubicBezTo>
                    <a:cubicBezTo>
                      <a:pt x="47" y="238"/>
                      <a:pt x="47" y="237"/>
                      <a:pt x="47" y="237"/>
                    </a:cubicBezTo>
                    <a:cubicBezTo>
                      <a:pt x="43" y="243"/>
                      <a:pt x="41" y="249"/>
                      <a:pt x="39" y="256"/>
                    </a:cubicBezTo>
                    <a:cubicBezTo>
                      <a:pt x="37" y="258"/>
                      <a:pt x="37" y="260"/>
                      <a:pt x="36" y="262"/>
                    </a:cubicBezTo>
                    <a:cubicBezTo>
                      <a:pt x="36" y="267"/>
                      <a:pt x="35" y="273"/>
                      <a:pt x="35" y="278"/>
                    </a:cubicBezTo>
                    <a:cubicBezTo>
                      <a:pt x="34" y="282"/>
                      <a:pt x="34" y="287"/>
                      <a:pt x="35" y="291"/>
                    </a:cubicBezTo>
                    <a:cubicBezTo>
                      <a:pt x="35" y="294"/>
                      <a:pt x="35" y="298"/>
                      <a:pt x="36" y="300"/>
                    </a:cubicBezTo>
                    <a:cubicBezTo>
                      <a:pt x="36" y="300"/>
                      <a:pt x="36" y="299"/>
                      <a:pt x="35" y="299"/>
                    </a:cubicBezTo>
                    <a:cubicBezTo>
                      <a:pt x="36" y="303"/>
                      <a:pt x="37" y="306"/>
                      <a:pt x="39" y="310"/>
                    </a:cubicBezTo>
                    <a:cubicBezTo>
                      <a:pt x="38" y="310"/>
                      <a:pt x="38" y="310"/>
                      <a:pt x="38" y="310"/>
                    </a:cubicBezTo>
                    <a:cubicBezTo>
                      <a:pt x="40" y="314"/>
                      <a:pt x="42" y="318"/>
                      <a:pt x="43" y="322"/>
                    </a:cubicBezTo>
                    <a:cubicBezTo>
                      <a:pt x="45" y="325"/>
                      <a:pt x="46" y="327"/>
                      <a:pt x="48" y="330"/>
                    </a:cubicBezTo>
                    <a:cubicBezTo>
                      <a:pt x="49" y="331"/>
                      <a:pt x="50" y="333"/>
                      <a:pt x="51" y="334"/>
                    </a:cubicBezTo>
                    <a:lnTo>
                      <a:pt x="52" y="335"/>
                    </a:lnTo>
                    <a:cubicBezTo>
                      <a:pt x="53" y="335"/>
                      <a:pt x="53" y="335"/>
                      <a:pt x="53" y="335"/>
                    </a:cubicBezTo>
                    <a:lnTo>
                      <a:pt x="54" y="336"/>
                    </a:lnTo>
                    <a:moveTo>
                      <a:pt x="53" y="360"/>
                    </a:moveTo>
                    <a:cubicBezTo>
                      <a:pt x="50" y="360"/>
                      <a:pt x="47" y="359"/>
                      <a:pt x="44" y="358"/>
                    </a:cubicBezTo>
                    <a:cubicBezTo>
                      <a:pt x="37" y="354"/>
                      <a:pt x="33" y="349"/>
                      <a:pt x="29" y="342"/>
                    </a:cubicBezTo>
                    <a:cubicBezTo>
                      <a:pt x="25" y="336"/>
                      <a:pt x="21" y="330"/>
                      <a:pt x="19" y="323"/>
                    </a:cubicBezTo>
                    <a:cubicBezTo>
                      <a:pt x="16" y="315"/>
                      <a:pt x="14" y="307"/>
                      <a:pt x="13" y="299"/>
                    </a:cubicBezTo>
                    <a:cubicBezTo>
                      <a:pt x="12" y="292"/>
                      <a:pt x="12" y="284"/>
                      <a:pt x="13" y="277"/>
                    </a:cubicBezTo>
                    <a:cubicBezTo>
                      <a:pt x="14" y="268"/>
                      <a:pt x="15" y="259"/>
                      <a:pt x="18" y="251"/>
                    </a:cubicBezTo>
                    <a:cubicBezTo>
                      <a:pt x="21" y="244"/>
                      <a:pt x="23" y="237"/>
                      <a:pt x="27" y="230"/>
                    </a:cubicBezTo>
                    <a:cubicBezTo>
                      <a:pt x="31" y="222"/>
                      <a:pt x="36" y="214"/>
                      <a:pt x="40" y="206"/>
                    </a:cubicBezTo>
                    <a:cubicBezTo>
                      <a:pt x="47" y="193"/>
                      <a:pt x="56" y="180"/>
                      <a:pt x="63" y="167"/>
                    </a:cubicBezTo>
                    <a:cubicBezTo>
                      <a:pt x="64" y="166"/>
                      <a:pt x="65" y="164"/>
                      <a:pt x="66" y="162"/>
                    </a:cubicBezTo>
                    <a:cubicBezTo>
                      <a:pt x="66" y="159"/>
                      <a:pt x="66" y="156"/>
                      <a:pt x="67" y="153"/>
                    </a:cubicBezTo>
                    <a:cubicBezTo>
                      <a:pt x="67" y="144"/>
                      <a:pt x="68" y="136"/>
                      <a:pt x="70" y="127"/>
                    </a:cubicBezTo>
                    <a:cubicBezTo>
                      <a:pt x="68" y="129"/>
                      <a:pt x="66" y="130"/>
                      <a:pt x="64" y="132"/>
                    </a:cubicBezTo>
                    <a:cubicBezTo>
                      <a:pt x="59" y="136"/>
                      <a:pt x="54" y="139"/>
                      <a:pt x="48" y="141"/>
                    </a:cubicBezTo>
                    <a:cubicBezTo>
                      <a:pt x="43" y="143"/>
                      <a:pt x="37" y="145"/>
                      <a:pt x="32" y="144"/>
                    </a:cubicBezTo>
                    <a:cubicBezTo>
                      <a:pt x="26" y="143"/>
                      <a:pt x="21" y="141"/>
                      <a:pt x="17" y="137"/>
                    </a:cubicBezTo>
                    <a:cubicBezTo>
                      <a:pt x="12" y="134"/>
                      <a:pt x="9" y="129"/>
                      <a:pt x="8" y="123"/>
                    </a:cubicBezTo>
                    <a:cubicBezTo>
                      <a:pt x="3" y="111"/>
                      <a:pt x="1" y="98"/>
                      <a:pt x="1" y="85"/>
                    </a:cubicBezTo>
                    <a:cubicBezTo>
                      <a:pt x="0" y="78"/>
                      <a:pt x="0" y="71"/>
                      <a:pt x="1" y="65"/>
                    </a:cubicBezTo>
                    <a:cubicBezTo>
                      <a:pt x="1" y="59"/>
                      <a:pt x="1" y="53"/>
                      <a:pt x="3" y="48"/>
                    </a:cubicBezTo>
                    <a:cubicBezTo>
                      <a:pt x="4" y="43"/>
                      <a:pt x="8" y="39"/>
                      <a:pt x="12" y="38"/>
                    </a:cubicBezTo>
                    <a:cubicBezTo>
                      <a:pt x="16" y="37"/>
                      <a:pt x="21" y="38"/>
                      <a:pt x="24" y="41"/>
                    </a:cubicBezTo>
                    <a:cubicBezTo>
                      <a:pt x="30" y="44"/>
                      <a:pt x="30" y="53"/>
                      <a:pt x="26" y="58"/>
                    </a:cubicBezTo>
                    <a:cubicBezTo>
                      <a:pt x="26" y="59"/>
                      <a:pt x="26" y="59"/>
                      <a:pt x="26" y="59"/>
                    </a:cubicBezTo>
                    <a:cubicBezTo>
                      <a:pt x="25" y="63"/>
                      <a:pt x="25" y="67"/>
                      <a:pt x="24" y="71"/>
                    </a:cubicBezTo>
                    <a:cubicBezTo>
                      <a:pt x="24" y="76"/>
                      <a:pt x="24" y="81"/>
                      <a:pt x="24" y="87"/>
                    </a:cubicBezTo>
                    <a:cubicBezTo>
                      <a:pt x="25" y="92"/>
                      <a:pt x="25" y="97"/>
                      <a:pt x="26" y="102"/>
                    </a:cubicBezTo>
                    <a:cubicBezTo>
                      <a:pt x="27" y="106"/>
                      <a:pt x="28" y="109"/>
                      <a:pt x="29" y="113"/>
                    </a:cubicBezTo>
                    <a:lnTo>
                      <a:pt x="29" y="112"/>
                    </a:lnTo>
                    <a:cubicBezTo>
                      <a:pt x="29" y="113"/>
                      <a:pt x="29" y="113"/>
                      <a:pt x="29" y="113"/>
                    </a:cubicBezTo>
                    <a:cubicBezTo>
                      <a:pt x="30" y="115"/>
                      <a:pt x="30" y="116"/>
                      <a:pt x="30" y="117"/>
                    </a:cubicBezTo>
                    <a:cubicBezTo>
                      <a:pt x="31" y="118"/>
                      <a:pt x="31" y="118"/>
                      <a:pt x="31" y="118"/>
                    </a:cubicBezTo>
                    <a:cubicBezTo>
                      <a:pt x="32" y="118"/>
                      <a:pt x="32" y="119"/>
                      <a:pt x="32" y="119"/>
                    </a:cubicBezTo>
                    <a:cubicBezTo>
                      <a:pt x="33" y="120"/>
                      <a:pt x="33" y="120"/>
                      <a:pt x="33" y="120"/>
                    </a:cubicBezTo>
                    <a:lnTo>
                      <a:pt x="34" y="120"/>
                    </a:lnTo>
                    <a:lnTo>
                      <a:pt x="35" y="120"/>
                    </a:lnTo>
                    <a:lnTo>
                      <a:pt x="36" y="120"/>
                    </a:lnTo>
                    <a:cubicBezTo>
                      <a:pt x="36" y="120"/>
                      <a:pt x="37" y="120"/>
                      <a:pt x="38" y="120"/>
                    </a:cubicBezTo>
                    <a:cubicBezTo>
                      <a:pt x="40" y="119"/>
                      <a:pt x="42" y="119"/>
                      <a:pt x="43" y="118"/>
                    </a:cubicBezTo>
                    <a:cubicBezTo>
                      <a:pt x="44" y="117"/>
                      <a:pt x="46" y="116"/>
                      <a:pt x="47" y="115"/>
                    </a:cubicBezTo>
                    <a:cubicBezTo>
                      <a:pt x="49" y="114"/>
                      <a:pt x="51" y="112"/>
                      <a:pt x="53" y="111"/>
                    </a:cubicBezTo>
                    <a:cubicBezTo>
                      <a:pt x="55" y="109"/>
                      <a:pt x="57" y="107"/>
                      <a:pt x="59" y="105"/>
                    </a:cubicBezTo>
                    <a:cubicBezTo>
                      <a:pt x="61" y="102"/>
                      <a:pt x="63" y="99"/>
                      <a:pt x="65" y="97"/>
                    </a:cubicBezTo>
                    <a:cubicBezTo>
                      <a:pt x="70" y="90"/>
                      <a:pt x="74" y="83"/>
                      <a:pt x="78" y="76"/>
                    </a:cubicBezTo>
                    <a:cubicBezTo>
                      <a:pt x="80" y="63"/>
                      <a:pt x="83" y="50"/>
                      <a:pt x="87" y="37"/>
                    </a:cubicBezTo>
                    <a:cubicBezTo>
                      <a:pt x="89" y="30"/>
                      <a:pt x="92" y="23"/>
                      <a:pt x="95" y="17"/>
                    </a:cubicBezTo>
                    <a:cubicBezTo>
                      <a:pt x="98" y="11"/>
                      <a:pt x="102" y="4"/>
                      <a:pt x="109" y="2"/>
                    </a:cubicBezTo>
                    <a:cubicBezTo>
                      <a:pt x="114" y="0"/>
                      <a:pt x="121" y="3"/>
                      <a:pt x="124" y="9"/>
                    </a:cubicBezTo>
                    <a:cubicBezTo>
                      <a:pt x="127" y="14"/>
                      <a:pt x="125" y="23"/>
                      <a:pt x="123" y="28"/>
                    </a:cubicBezTo>
                    <a:cubicBezTo>
                      <a:pt x="120" y="35"/>
                      <a:pt x="117" y="42"/>
                      <a:pt x="114" y="49"/>
                    </a:cubicBezTo>
                    <a:cubicBezTo>
                      <a:pt x="112" y="55"/>
                      <a:pt x="109" y="60"/>
                      <a:pt x="107" y="66"/>
                    </a:cubicBezTo>
                    <a:cubicBezTo>
                      <a:pt x="104" y="72"/>
                      <a:pt x="102" y="78"/>
                      <a:pt x="99" y="84"/>
                    </a:cubicBezTo>
                    <a:cubicBezTo>
                      <a:pt x="98" y="85"/>
                      <a:pt x="98" y="87"/>
                      <a:pt x="97" y="89"/>
                    </a:cubicBezTo>
                    <a:lnTo>
                      <a:pt x="97" y="88"/>
                    </a:lnTo>
                    <a:cubicBezTo>
                      <a:pt x="97" y="89"/>
                      <a:pt x="97" y="89"/>
                      <a:pt x="97" y="90"/>
                    </a:cubicBezTo>
                    <a:cubicBezTo>
                      <a:pt x="96" y="99"/>
                      <a:pt x="94" y="108"/>
                      <a:pt x="92" y="118"/>
                    </a:cubicBezTo>
                    <a:cubicBezTo>
                      <a:pt x="93" y="116"/>
                      <a:pt x="94" y="115"/>
                      <a:pt x="95" y="113"/>
                    </a:cubicBezTo>
                    <a:cubicBezTo>
                      <a:pt x="97" y="109"/>
                      <a:pt x="104" y="107"/>
                      <a:pt x="109" y="110"/>
                    </a:cubicBezTo>
                    <a:cubicBezTo>
                      <a:pt x="113" y="112"/>
                      <a:pt x="114" y="119"/>
                      <a:pt x="112" y="123"/>
                    </a:cubicBezTo>
                    <a:cubicBezTo>
                      <a:pt x="103" y="137"/>
                      <a:pt x="95" y="152"/>
                      <a:pt x="86" y="166"/>
                    </a:cubicBezTo>
                    <a:cubicBezTo>
                      <a:pt x="86" y="171"/>
                      <a:pt x="86" y="174"/>
                      <a:pt x="85" y="178"/>
                    </a:cubicBezTo>
                    <a:cubicBezTo>
                      <a:pt x="84" y="203"/>
                      <a:pt x="83" y="227"/>
                      <a:pt x="82" y="252"/>
                    </a:cubicBezTo>
                    <a:cubicBezTo>
                      <a:pt x="82" y="264"/>
                      <a:pt x="82" y="276"/>
                      <a:pt x="82" y="288"/>
                    </a:cubicBezTo>
                    <a:cubicBezTo>
                      <a:pt x="82" y="300"/>
                      <a:pt x="81" y="313"/>
                      <a:pt x="79" y="326"/>
                    </a:cubicBezTo>
                    <a:cubicBezTo>
                      <a:pt x="79" y="331"/>
                      <a:pt x="78" y="338"/>
                      <a:pt x="76" y="343"/>
                    </a:cubicBezTo>
                    <a:cubicBezTo>
                      <a:pt x="74" y="349"/>
                      <a:pt x="70" y="356"/>
                      <a:pt x="63" y="359"/>
                    </a:cubicBezTo>
                    <a:cubicBezTo>
                      <a:pt x="60" y="359"/>
                      <a:pt x="58" y="360"/>
                      <a:pt x="55" y="360"/>
                    </a:cubicBezTo>
                    <a:cubicBezTo>
                      <a:pt x="54" y="360"/>
                      <a:pt x="54" y="360"/>
                      <a:pt x="53" y="3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3" name="Google Shape;4283;p50">
                <a:extLst>
                  <a:ext uri="{FF2B5EF4-FFF2-40B4-BE49-F238E27FC236}">
                    <a16:creationId xmlns:a16="http://schemas.microsoft.com/office/drawing/2014/main" id="{3928ABF7-DB46-8AA2-4803-5FEF9BA1B906}"/>
                  </a:ext>
                </a:extLst>
              </p:cNvPr>
              <p:cNvSpPr/>
              <p:nvPr/>
            </p:nvSpPr>
            <p:spPr>
              <a:xfrm>
                <a:off x="1354680" y="883080"/>
                <a:ext cx="497160" cy="492480"/>
              </a:xfrm>
              <a:custGeom>
                <a:avLst/>
                <a:gdLst/>
                <a:ahLst/>
                <a:cxnLst/>
                <a:rect l="l" t="t" r="r" b="b"/>
                <a:pathLst>
                  <a:path w="1381" h="1368" extrusionOk="0">
                    <a:moveTo>
                      <a:pt x="1356" y="1363"/>
                    </a:moveTo>
                    <a:cubicBezTo>
                      <a:pt x="1347" y="1354"/>
                      <a:pt x="1338" y="1344"/>
                      <a:pt x="1329" y="1336"/>
                    </a:cubicBezTo>
                    <a:cubicBezTo>
                      <a:pt x="1320" y="1326"/>
                      <a:pt x="1310" y="1316"/>
                      <a:pt x="1300" y="1306"/>
                    </a:cubicBezTo>
                    <a:cubicBezTo>
                      <a:pt x="1280" y="1284"/>
                      <a:pt x="1258" y="1264"/>
                      <a:pt x="1237" y="1243"/>
                    </a:cubicBezTo>
                    <a:cubicBezTo>
                      <a:pt x="1217" y="1223"/>
                      <a:pt x="1196" y="1202"/>
                      <a:pt x="1175" y="1182"/>
                    </a:cubicBezTo>
                    <a:cubicBezTo>
                      <a:pt x="1154" y="1161"/>
                      <a:pt x="1134" y="1140"/>
                      <a:pt x="1113" y="1119"/>
                    </a:cubicBezTo>
                    <a:cubicBezTo>
                      <a:pt x="1072" y="1079"/>
                      <a:pt x="1031" y="1038"/>
                      <a:pt x="991" y="998"/>
                    </a:cubicBezTo>
                    <a:cubicBezTo>
                      <a:pt x="949" y="956"/>
                      <a:pt x="907" y="914"/>
                      <a:pt x="865" y="873"/>
                    </a:cubicBezTo>
                    <a:cubicBezTo>
                      <a:pt x="823" y="831"/>
                      <a:pt x="781" y="789"/>
                      <a:pt x="739" y="748"/>
                    </a:cubicBezTo>
                    <a:cubicBezTo>
                      <a:pt x="697" y="706"/>
                      <a:pt x="656" y="665"/>
                      <a:pt x="614" y="624"/>
                    </a:cubicBezTo>
                    <a:cubicBezTo>
                      <a:pt x="572" y="582"/>
                      <a:pt x="530" y="540"/>
                      <a:pt x="488" y="498"/>
                    </a:cubicBezTo>
                    <a:cubicBezTo>
                      <a:pt x="447" y="458"/>
                      <a:pt x="406" y="417"/>
                      <a:pt x="365" y="377"/>
                    </a:cubicBezTo>
                    <a:cubicBezTo>
                      <a:pt x="322" y="333"/>
                      <a:pt x="278" y="290"/>
                      <a:pt x="234" y="247"/>
                    </a:cubicBezTo>
                    <a:cubicBezTo>
                      <a:pt x="193" y="206"/>
                      <a:pt x="152" y="165"/>
                      <a:pt x="110" y="125"/>
                    </a:cubicBezTo>
                    <a:cubicBezTo>
                      <a:pt x="93" y="108"/>
                      <a:pt x="76" y="90"/>
                      <a:pt x="59" y="74"/>
                    </a:cubicBezTo>
                    <a:cubicBezTo>
                      <a:pt x="49" y="65"/>
                      <a:pt x="39" y="56"/>
                      <a:pt x="30" y="46"/>
                    </a:cubicBezTo>
                    <a:cubicBezTo>
                      <a:pt x="26" y="42"/>
                      <a:pt x="21" y="37"/>
                      <a:pt x="17" y="33"/>
                    </a:cubicBezTo>
                    <a:cubicBezTo>
                      <a:pt x="12" y="29"/>
                      <a:pt x="8" y="26"/>
                      <a:pt x="4" y="22"/>
                    </a:cubicBezTo>
                    <a:cubicBezTo>
                      <a:pt x="0" y="17"/>
                      <a:pt x="0" y="9"/>
                      <a:pt x="4" y="4"/>
                    </a:cubicBezTo>
                    <a:cubicBezTo>
                      <a:pt x="10" y="0"/>
                      <a:pt x="17" y="0"/>
                      <a:pt x="22" y="4"/>
                    </a:cubicBezTo>
                    <a:cubicBezTo>
                      <a:pt x="26" y="8"/>
                      <a:pt x="31" y="13"/>
                      <a:pt x="35" y="18"/>
                    </a:cubicBezTo>
                    <a:cubicBezTo>
                      <a:pt x="41" y="23"/>
                      <a:pt x="47" y="29"/>
                      <a:pt x="53" y="36"/>
                    </a:cubicBezTo>
                    <a:cubicBezTo>
                      <a:pt x="63" y="45"/>
                      <a:pt x="72" y="55"/>
                      <a:pt x="82" y="65"/>
                    </a:cubicBezTo>
                    <a:cubicBezTo>
                      <a:pt x="103" y="87"/>
                      <a:pt x="125" y="109"/>
                      <a:pt x="146" y="130"/>
                    </a:cubicBezTo>
                    <a:cubicBezTo>
                      <a:pt x="187" y="171"/>
                      <a:pt x="228" y="211"/>
                      <a:pt x="269" y="252"/>
                    </a:cubicBezTo>
                    <a:cubicBezTo>
                      <a:pt x="312" y="295"/>
                      <a:pt x="356" y="338"/>
                      <a:pt x="399" y="381"/>
                    </a:cubicBezTo>
                    <a:cubicBezTo>
                      <a:pt x="440" y="421"/>
                      <a:pt x="481" y="462"/>
                      <a:pt x="522" y="502"/>
                    </a:cubicBezTo>
                    <a:cubicBezTo>
                      <a:pt x="564" y="544"/>
                      <a:pt x="606" y="585"/>
                      <a:pt x="648" y="627"/>
                    </a:cubicBezTo>
                    <a:cubicBezTo>
                      <a:pt x="689" y="668"/>
                      <a:pt x="731" y="709"/>
                      <a:pt x="773" y="751"/>
                    </a:cubicBezTo>
                    <a:cubicBezTo>
                      <a:pt x="815" y="792"/>
                      <a:pt x="856" y="833"/>
                      <a:pt x="898" y="875"/>
                    </a:cubicBezTo>
                    <a:cubicBezTo>
                      <a:pt x="940" y="916"/>
                      <a:pt x="981" y="957"/>
                      <a:pt x="1023" y="999"/>
                    </a:cubicBezTo>
                    <a:cubicBezTo>
                      <a:pt x="1065" y="1040"/>
                      <a:pt x="1107" y="1081"/>
                      <a:pt x="1149" y="1122"/>
                    </a:cubicBezTo>
                    <a:cubicBezTo>
                      <a:pt x="1190" y="1163"/>
                      <a:pt x="1231" y="1204"/>
                      <a:pt x="1272" y="1245"/>
                    </a:cubicBezTo>
                    <a:cubicBezTo>
                      <a:pt x="1290" y="1263"/>
                      <a:pt x="1308" y="1280"/>
                      <a:pt x="1326" y="1298"/>
                    </a:cubicBezTo>
                    <a:cubicBezTo>
                      <a:pt x="1334" y="1306"/>
                      <a:pt x="1343" y="1313"/>
                      <a:pt x="1351" y="1321"/>
                    </a:cubicBezTo>
                    <a:cubicBezTo>
                      <a:pt x="1359" y="1329"/>
                      <a:pt x="1367" y="1336"/>
                      <a:pt x="1375" y="1344"/>
                    </a:cubicBezTo>
                    <a:cubicBezTo>
                      <a:pt x="1380" y="1349"/>
                      <a:pt x="1380" y="1358"/>
                      <a:pt x="1375" y="1363"/>
                    </a:cubicBezTo>
                    <a:cubicBezTo>
                      <a:pt x="1372" y="1365"/>
                      <a:pt x="1369" y="1367"/>
                      <a:pt x="1365" y="1367"/>
                    </a:cubicBezTo>
                    <a:cubicBezTo>
                      <a:pt x="1362" y="1367"/>
                      <a:pt x="1358" y="1365"/>
                      <a:pt x="1356" y="13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4" name="Google Shape;4284;p50">
                <a:extLst>
                  <a:ext uri="{FF2B5EF4-FFF2-40B4-BE49-F238E27FC236}">
                    <a16:creationId xmlns:a16="http://schemas.microsoft.com/office/drawing/2014/main" id="{B0BC396E-770B-6211-5A48-4AF857784820}"/>
                  </a:ext>
                </a:extLst>
              </p:cNvPr>
              <p:cNvSpPr/>
              <p:nvPr/>
            </p:nvSpPr>
            <p:spPr>
              <a:xfrm>
                <a:off x="1398960" y="994680"/>
                <a:ext cx="36000" cy="65520"/>
              </a:xfrm>
              <a:custGeom>
                <a:avLst/>
                <a:gdLst/>
                <a:ahLst/>
                <a:cxnLst/>
                <a:rect l="l" t="t" r="r" b="b"/>
                <a:pathLst>
                  <a:path w="100" h="182" extrusionOk="0">
                    <a:moveTo>
                      <a:pt x="44" y="181"/>
                    </a:moveTo>
                    <a:cubicBezTo>
                      <a:pt x="37" y="180"/>
                      <a:pt x="32" y="173"/>
                      <a:pt x="33" y="167"/>
                    </a:cubicBezTo>
                    <a:cubicBezTo>
                      <a:pt x="36" y="154"/>
                      <a:pt x="39" y="141"/>
                      <a:pt x="41" y="128"/>
                    </a:cubicBezTo>
                    <a:cubicBezTo>
                      <a:pt x="44" y="116"/>
                      <a:pt x="46" y="104"/>
                      <a:pt x="49" y="92"/>
                    </a:cubicBezTo>
                    <a:cubicBezTo>
                      <a:pt x="51" y="84"/>
                      <a:pt x="54" y="75"/>
                      <a:pt x="56" y="67"/>
                    </a:cubicBezTo>
                    <a:cubicBezTo>
                      <a:pt x="53" y="71"/>
                      <a:pt x="49" y="75"/>
                      <a:pt x="46" y="78"/>
                    </a:cubicBezTo>
                    <a:cubicBezTo>
                      <a:pt x="41" y="83"/>
                      <a:pt x="36" y="88"/>
                      <a:pt x="32" y="93"/>
                    </a:cubicBezTo>
                    <a:cubicBezTo>
                      <a:pt x="30" y="95"/>
                      <a:pt x="28" y="97"/>
                      <a:pt x="26" y="99"/>
                    </a:cubicBezTo>
                    <a:cubicBezTo>
                      <a:pt x="25" y="100"/>
                      <a:pt x="23" y="102"/>
                      <a:pt x="22" y="103"/>
                    </a:cubicBezTo>
                    <a:cubicBezTo>
                      <a:pt x="19" y="105"/>
                      <a:pt x="15" y="106"/>
                      <a:pt x="12" y="106"/>
                    </a:cubicBezTo>
                    <a:cubicBezTo>
                      <a:pt x="8" y="105"/>
                      <a:pt x="4" y="102"/>
                      <a:pt x="2" y="98"/>
                    </a:cubicBezTo>
                    <a:cubicBezTo>
                      <a:pt x="0" y="92"/>
                      <a:pt x="2" y="86"/>
                      <a:pt x="8" y="82"/>
                    </a:cubicBezTo>
                    <a:cubicBezTo>
                      <a:pt x="8" y="82"/>
                      <a:pt x="9" y="82"/>
                      <a:pt x="9" y="81"/>
                    </a:cubicBezTo>
                    <a:cubicBezTo>
                      <a:pt x="24" y="67"/>
                      <a:pt x="38" y="53"/>
                      <a:pt x="51" y="38"/>
                    </a:cubicBezTo>
                    <a:cubicBezTo>
                      <a:pt x="58" y="30"/>
                      <a:pt x="64" y="23"/>
                      <a:pt x="69" y="15"/>
                    </a:cubicBezTo>
                    <a:cubicBezTo>
                      <a:pt x="72" y="11"/>
                      <a:pt x="75" y="6"/>
                      <a:pt x="78" y="4"/>
                    </a:cubicBezTo>
                    <a:cubicBezTo>
                      <a:pt x="83" y="1"/>
                      <a:pt x="88" y="0"/>
                      <a:pt x="92" y="2"/>
                    </a:cubicBezTo>
                    <a:cubicBezTo>
                      <a:pt x="96" y="5"/>
                      <a:pt x="99" y="10"/>
                      <a:pt x="98" y="15"/>
                    </a:cubicBezTo>
                    <a:cubicBezTo>
                      <a:pt x="97" y="20"/>
                      <a:pt x="95" y="25"/>
                      <a:pt x="93" y="30"/>
                    </a:cubicBezTo>
                    <a:cubicBezTo>
                      <a:pt x="91" y="35"/>
                      <a:pt x="89" y="39"/>
                      <a:pt x="88" y="44"/>
                    </a:cubicBezTo>
                    <a:cubicBezTo>
                      <a:pt x="79" y="70"/>
                      <a:pt x="71" y="96"/>
                      <a:pt x="65" y="123"/>
                    </a:cubicBezTo>
                    <a:cubicBezTo>
                      <a:pt x="62" y="139"/>
                      <a:pt x="60" y="155"/>
                      <a:pt x="58" y="170"/>
                    </a:cubicBezTo>
                    <a:cubicBezTo>
                      <a:pt x="57" y="176"/>
                      <a:pt x="51" y="181"/>
                      <a:pt x="46" y="181"/>
                    </a:cubicBezTo>
                    <a:cubicBezTo>
                      <a:pt x="45" y="181"/>
                      <a:pt x="44" y="181"/>
                      <a:pt x="44" y="1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5" name="Google Shape;4285;p50">
                <a:extLst>
                  <a:ext uri="{FF2B5EF4-FFF2-40B4-BE49-F238E27FC236}">
                    <a16:creationId xmlns:a16="http://schemas.microsoft.com/office/drawing/2014/main" id="{5017F6BD-2CFE-78EB-DAFB-C795D986BC14}"/>
                  </a:ext>
                </a:extLst>
              </p:cNvPr>
              <p:cNvSpPr/>
              <p:nvPr/>
            </p:nvSpPr>
            <p:spPr>
              <a:xfrm>
                <a:off x="1705680" y="1290240"/>
                <a:ext cx="30600" cy="57600"/>
              </a:xfrm>
              <a:custGeom>
                <a:avLst/>
                <a:gdLst/>
                <a:ahLst/>
                <a:cxnLst/>
                <a:rect l="l" t="t" r="r" b="b"/>
                <a:pathLst>
                  <a:path w="85" h="160" extrusionOk="0">
                    <a:moveTo>
                      <a:pt x="26" y="159"/>
                    </a:moveTo>
                    <a:cubicBezTo>
                      <a:pt x="19" y="157"/>
                      <a:pt x="15" y="149"/>
                      <a:pt x="18" y="142"/>
                    </a:cubicBezTo>
                    <a:cubicBezTo>
                      <a:pt x="21" y="133"/>
                      <a:pt x="24" y="124"/>
                      <a:pt x="28" y="114"/>
                    </a:cubicBezTo>
                    <a:cubicBezTo>
                      <a:pt x="33" y="98"/>
                      <a:pt x="39" y="82"/>
                      <a:pt x="44" y="66"/>
                    </a:cubicBezTo>
                    <a:cubicBezTo>
                      <a:pt x="45" y="65"/>
                      <a:pt x="45" y="63"/>
                      <a:pt x="45" y="62"/>
                    </a:cubicBezTo>
                    <a:cubicBezTo>
                      <a:pt x="44" y="63"/>
                      <a:pt x="44" y="64"/>
                      <a:pt x="42" y="65"/>
                    </a:cubicBezTo>
                    <a:cubicBezTo>
                      <a:pt x="36" y="72"/>
                      <a:pt x="29" y="80"/>
                      <a:pt x="23" y="87"/>
                    </a:cubicBezTo>
                    <a:cubicBezTo>
                      <a:pt x="17" y="92"/>
                      <a:pt x="9" y="92"/>
                      <a:pt x="5" y="87"/>
                    </a:cubicBezTo>
                    <a:cubicBezTo>
                      <a:pt x="0" y="82"/>
                      <a:pt x="0" y="74"/>
                      <a:pt x="5" y="69"/>
                    </a:cubicBezTo>
                    <a:cubicBezTo>
                      <a:pt x="18" y="56"/>
                      <a:pt x="31" y="43"/>
                      <a:pt x="44" y="29"/>
                    </a:cubicBezTo>
                    <a:cubicBezTo>
                      <a:pt x="47" y="25"/>
                      <a:pt x="49" y="22"/>
                      <a:pt x="52" y="19"/>
                    </a:cubicBezTo>
                    <a:cubicBezTo>
                      <a:pt x="54" y="16"/>
                      <a:pt x="55" y="15"/>
                      <a:pt x="57" y="12"/>
                    </a:cubicBezTo>
                    <a:cubicBezTo>
                      <a:pt x="58" y="11"/>
                      <a:pt x="59" y="9"/>
                      <a:pt x="61" y="8"/>
                    </a:cubicBezTo>
                    <a:cubicBezTo>
                      <a:pt x="62" y="6"/>
                      <a:pt x="65" y="5"/>
                      <a:pt x="67" y="4"/>
                    </a:cubicBezTo>
                    <a:cubicBezTo>
                      <a:pt x="74" y="0"/>
                      <a:pt x="83" y="6"/>
                      <a:pt x="84" y="13"/>
                    </a:cubicBezTo>
                    <a:cubicBezTo>
                      <a:pt x="84" y="16"/>
                      <a:pt x="84" y="19"/>
                      <a:pt x="83" y="22"/>
                    </a:cubicBezTo>
                    <a:cubicBezTo>
                      <a:pt x="83" y="23"/>
                      <a:pt x="82" y="25"/>
                      <a:pt x="82" y="27"/>
                    </a:cubicBezTo>
                    <a:cubicBezTo>
                      <a:pt x="80" y="30"/>
                      <a:pt x="80" y="32"/>
                      <a:pt x="79" y="35"/>
                    </a:cubicBezTo>
                    <a:cubicBezTo>
                      <a:pt x="79" y="34"/>
                      <a:pt x="79" y="34"/>
                      <a:pt x="79" y="34"/>
                    </a:cubicBezTo>
                    <a:lnTo>
                      <a:pt x="79" y="35"/>
                    </a:lnTo>
                    <a:cubicBezTo>
                      <a:pt x="79" y="36"/>
                      <a:pt x="79" y="36"/>
                      <a:pt x="78" y="36"/>
                    </a:cubicBezTo>
                    <a:cubicBezTo>
                      <a:pt x="79" y="36"/>
                      <a:pt x="79" y="36"/>
                      <a:pt x="79" y="36"/>
                    </a:cubicBezTo>
                    <a:lnTo>
                      <a:pt x="79" y="35"/>
                    </a:lnTo>
                    <a:cubicBezTo>
                      <a:pt x="79" y="36"/>
                      <a:pt x="79" y="36"/>
                      <a:pt x="79" y="36"/>
                    </a:cubicBezTo>
                    <a:cubicBezTo>
                      <a:pt x="79" y="35"/>
                      <a:pt x="79" y="35"/>
                      <a:pt x="79" y="35"/>
                    </a:cubicBezTo>
                    <a:lnTo>
                      <a:pt x="79" y="36"/>
                    </a:lnTo>
                    <a:cubicBezTo>
                      <a:pt x="78" y="36"/>
                      <a:pt x="78" y="36"/>
                      <a:pt x="78" y="36"/>
                    </a:cubicBezTo>
                    <a:cubicBezTo>
                      <a:pt x="72" y="55"/>
                      <a:pt x="65" y="74"/>
                      <a:pt x="59" y="93"/>
                    </a:cubicBezTo>
                    <a:cubicBezTo>
                      <a:pt x="52" y="112"/>
                      <a:pt x="47" y="131"/>
                      <a:pt x="41" y="150"/>
                    </a:cubicBezTo>
                    <a:cubicBezTo>
                      <a:pt x="39" y="156"/>
                      <a:pt x="34" y="159"/>
                      <a:pt x="29" y="159"/>
                    </a:cubicBezTo>
                    <a:cubicBezTo>
                      <a:pt x="28" y="159"/>
                      <a:pt x="27" y="159"/>
                      <a:pt x="26" y="15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6" name="Google Shape;4286;p50">
                <a:extLst>
                  <a:ext uri="{FF2B5EF4-FFF2-40B4-BE49-F238E27FC236}">
                    <a16:creationId xmlns:a16="http://schemas.microsoft.com/office/drawing/2014/main" id="{1141B438-9DE0-AC6A-2521-FAC8C5449237}"/>
                  </a:ext>
                </a:extLst>
              </p:cNvPr>
              <p:cNvSpPr/>
              <p:nvPr/>
            </p:nvSpPr>
            <p:spPr>
              <a:xfrm>
                <a:off x="1400040" y="1305000"/>
                <a:ext cx="4140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120" extrusionOk="0">
                    <a:moveTo>
                      <a:pt x="62" y="96"/>
                    </a:moveTo>
                    <a:cubicBezTo>
                      <a:pt x="63" y="96"/>
                      <a:pt x="64" y="96"/>
                      <a:pt x="65" y="96"/>
                    </a:cubicBezTo>
                    <a:cubicBezTo>
                      <a:pt x="66" y="95"/>
                      <a:pt x="66" y="95"/>
                      <a:pt x="67" y="95"/>
                    </a:cubicBezTo>
                    <a:cubicBezTo>
                      <a:pt x="68" y="94"/>
                      <a:pt x="68" y="94"/>
                      <a:pt x="69" y="94"/>
                    </a:cubicBezTo>
                    <a:cubicBezTo>
                      <a:pt x="69" y="94"/>
                      <a:pt x="70" y="93"/>
                      <a:pt x="71" y="93"/>
                    </a:cubicBezTo>
                    <a:cubicBezTo>
                      <a:pt x="73" y="91"/>
                      <a:pt x="75" y="90"/>
                      <a:pt x="76" y="89"/>
                    </a:cubicBezTo>
                    <a:cubicBezTo>
                      <a:pt x="78" y="87"/>
                      <a:pt x="79" y="86"/>
                      <a:pt x="80" y="84"/>
                    </a:cubicBezTo>
                    <a:cubicBezTo>
                      <a:pt x="82" y="82"/>
                      <a:pt x="84" y="80"/>
                      <a:pt x="86" y="77"/>
                    </a:cubicBezTo>
                    <a:cubicBezTo>
                      <a:pt x="87" y="76"/>
                      <a:pt x="87" y="75"/>
                      <a:pt x="88" y="74"/>
                    </a:cubicBezTo>
                    <a:cubicBezTo>
                      <a:pt x="89" y="73"/>
                      <a:pt x="89" y="71"/>
                      <a:pt x="90" y="70"/>
                    </a:cubicBezTo>
                    <a:cubicBezTo>
                      <a:pt x="90" y="68"/>
                      <a:pt x="90" y="67"/>
                      <a:pt x="91" y="66"/>
                    </a:cubicBezTo>
                    <a:cubicBezTo>
                      <a:pt x="91" y="65"/>
                      <a:pt x="91" y="64"/>
                      <a:pt x="91" y="62"/>
                    </a:cubicBezTo>
                    <a:cubicBezTo>
                      <a:pt x="91" y="63"/>
                      <a:pt x="91" y="64"/>
                      <a:pt x="91" y="64"/>
                    </a:cubicBezTo>
                    <a:cubicBezTo>
                      <a:pt x="91" y="63"/>
                      <a:pt x="91" y="62"/>
                      <a:pt x="91" y="61"/>
                    </a:cubicBezTo>
                    <a:cubicBezTo>
                      <a:pt x="91" y="59"/>
                      <a:pt x="90" y="57"/>
                      <a:pt x="90" y="55"/>
                    </a:cubicBezTo>
                    <a:cubicBezTo>
                      <a:pt x="90" y="54"/>
                      <a:pt x="90" y="53"/>
                      <a:pt x="89" y="52"/>
                    </a:cubicBezTo>
                    <a:cubicBezTo>
                      <a:pt x="89" y="50"/>
                      <a:pt x="87" y="48"/>
                      <a:pt x="87" y="45"/>
                    </a:cubicBezTo>
                    <a:cubicBezTo>
                      <a:pt x="86" y="44"/>
                      <a:pt x="85" y="43"/>
                      <a:pt x="84" y="41"/>
                    </a:cubicBezTo>
                    <a:lnTo>
                      <a:pt x="83" y="40"/>
                    </a:lnTo>
                    <a:cubicBezTo>
                      <a:pt x="82" y="38"/>
                      <a:pt x="80" y="37"/>
                      <a:pt x="78" y="36"/>
                    </a:cubicBezTo>
                    <a:cubicBezTo>
                      <a:pt x="79" y="36"/>
                      <a:pt x="79" y="36"/>
                      <a:pt x="79" y="37"/>
                    </a:cubicBezTo>
                    <a:cubicBezTo>
                      <a:pt x="79" y="36"/>
                      <a:pt x="78" y="35"/>
                      <a:pt x="76" y="34"/>
                    </a:cubicBezTo>
                    <a:lnTo>
                      <a:pt x="75" y="33"/>
                    </a:lnTo>
                    <a:lnTo>
                      <a:pt x="74" y="33"/>
                    </a:lnTo>
                    <a:lnTo>
                      <a:pt x="75" y="33"/>
                    </a:lnTo>
                    <a:cubicBezTo>
                      <a:pt x="74" y="33"/>
                      <a:pt x="73" y="32"/>
                      <a:pt x="72" y="32"/>
                    </a:cubicBezTo>
                    <a:cubicBezTo>
                      <a:pt x="71" y="31"/>
                      <a:pt x="69" y="31"/>
                      <a:pt x="68" y="31"/>
                    </a:cubicBezTo>
                    <a:cubicBezTo>
                      <a:pt x="66" y="30"/>
                      <a:pt x="65" y="30"/>
                      <a:pt x="64" y="30"/>
                    </a:cubicBezTo>
                    <a:cubicBezTo>
                      <a:pt x="61" y="30"/>
                      <a:pt x="58" y="30"/>
                      <a:pt x="55" y="30"/>
                    </a:cubicBezTo>
                    <a:cubicBezTo>
                      <a:pt x="49" y="31"/>
                      <a:pt x="43" y="31"/>
                      <a:pt x="37" y="33"/>
                    </a:cubicBezTo>
                    <a:cubicBezTo>
                      <a:pt x="37" y="33"/>
                      <a:pt x="38" y="32"/>
                      <a:pt x="39" y="32"/>
                    </a:cubicBezTo>
                    <a:cubicBezTo>
                      <a:pt x="38" y="33"/>
                      <a:pt x="37" y="33"/>
                      <a:pt x="36" y="33"/>
                    </a:cubicBezTo>
                    <a:cubicBezTo>
                      <a:pt x="36" y="34"/>
                      <a:pt x="35" y="36"/>
                      <a:pt x="34" y="37"/>
                    </a:cubicBezTo>
                    <a:cubicBezTo>
                      <a:pt x="32" y="41"/>
                      <a:pt x="30" y="46"/>
                      <a:pt x="28" y="51"/>
                    </a:cubicBezTo>
                    <a:cubicBezTo>
                      <a:pt x="27" y="54"/>
                      <a:pt x="26" y="57"/>
                      <a:pt x="26" y="60"/>
                    </a:cubicBezTo>
                    <a:cubicBezTo>
                      <a:pt x="25" y="62"/>
                      <a:pt x="25" y="64"/>
                      <a:pt x="25" y="65"/>
                    </a:cubicBezTo>
                    <a:cubicBezTo>
                      <a:pt x="25" y="66"/>
                      <a:pt x="25" y="66"/>
                      <a:pt x="25" y="68"/>
                    </a:cubicBezTo>
                    <a:cubicBezTo>
                      <a:pt x="25" y="69"/>
                      <a:pt x="25" y="70"/>
                      <a:pt x="25" y="72"/>
                    </a:cubicBezTo>
                    <a:cubicBezTo>
                      <a:pt x="26" y="72"/>
                      <a:pt x="26" y="73"/>
                      <a:pt x="26" y="74"/>
                    </a:cubicBezTo>
                    <a:cubicBezTo>
                      <a:pt x="27" y="76"/>
                      <a:pt x="27" y="77"/>
                      <a:pt x="28" y="78"/>
                    </a:cubicBezTo>
                    <a:cubicBezTo>
                      <a:pt x="29" y="80"/>
                      <a:pt x="29" y="81"/>
                      <a:pt x="30" y="82"/>
                    </a:cubicBezTo>
                    <a:cubicBezTo>
                      <a:pt x="31" y="84"/>
                      <a:pt x="32" y="85"/>
                      <a:pt x="33" y="86"/>
                    </a:cubicBezTo>
                    <a:cubicBezTo>
                      <a:pt x="34" y="87"/>
                      <a:pt x="35" y="88"/>
                      <a:pt x="36" y="89"/>
                    </a:cubicBezTo>
                    <a:cubicBezTo>
                      <a:pt x="36" y="89"/>
                      <a:pt x="37" y="89"/>
                      <a:pt x="37" y="90"/>
                    </a:cubicBezTo>
                    <a:cubicBezTo>
                      <a:pt x="37" y="90"/>
                      <a:pt x="38" y="90"/>
                      <a:pt x="39" y="91"/>
                    </a:cubicBezTo>
                    <a:cubicBezTo>
                      <a:pt x="40" y="91"/>
                      <a:pt x="42" y="92"/>
                      <a:pt x="44" y="93"/>
                    </a:cubicBezTo>
                    <a:cubicBezTo>
                      <a:pt x="45" y="93"/>
                      <a:pt x="47" y="94"/>
                      <a:pt x="48" y="94"/>
                    </a:cubicBezTo>
                    <a:cubicBezTo>
                      <a:pt x="52" y="95"/>
                      <a:pt x="56" y="96"/>
                      <a:pt x="59" y="96"/>
                    </a:cubicBezTo>
                    <a:cubicBezTo>
                      <a:pt x="61" y="96"/>
                      <a:pt x="61" y="96"/>
                      <a:pt x="62" y="96"/>
                    </a:cubicBezTo>
                    <a:moveTo>
                      <a:pt x="50" y="118"/>
                    </a:moveTo>
                    <a:cubicBezTo>
                      <a:pt x="46" y="118"/>
                      <a:pt x="42" y="117"/>
                      <a:pt x="39" y="116"/>
                    </a:cubicBezTo>
                    <a:cubicBezTo>
                      <a:pt x="30" y="114"/>
                      <a:pt x="23" y="110"/>
                      <a:pt x="18" y="104"/>
                    </a:cubicBezTo>
                    <a:cubicBezTo>
                      <a:pt x="6" y="94"/>
                      <a:pt x="0" y="77"/>
                      <a:pt x="1" y="62"/>
                    </a:cubicBezTo>
                    <a:cubicBezTo>
                      <a:pt x="2" y="54"/>
                      <a:pt x="5" y="47"/>
                      <a:pt x="7" y="38"/>
                    </a:cubicBezTo>
                    <a:cubicBezTo>
                      <a:pt x="9" y="35"/>
                      <a:pt x="10" y="31"/>
                      <a:pt x="12" y="27"/>
                    </a:cubicBezTo>
                    <a:cubicBezTo>
                      <a:pt x="10" y="21"/>
                      <a:pt x="13" y="15"/>
                      <a:pt x="20" y="13"/>
                    </a:cubicBezTo>
                    <a:cubicBezTo>
                      <a:pt x="23" y="10"/>
                      <a:pt x="25" y="7"/>
                      <a:pt x="27" y="5"/>
                    </a:cubicBezTo>
                    <a:cubicBezTo>
                      <a:pt x="33" y="1"/>
                      <a:pt x="40" y="0"/>
                      <a:pt x="45" y="5"/>
                    </a:cubicBezTo>
                    <a:cubicBezTo>
                      <a:pt x="46" y="6"/>
                      <a:pt x="47" y="6"/>
                      <a:pt x="47" y="8"/>
                    </a:cubicBezTo>
                    <a:cubicBezTo>
                      <a:pt x="61" y="6"/>
                      <a:pt x="77" y="7"/>
                      <a:pt x="89" y="15"/>
                    </a:cubicBezTo>
                    <a:cubicBezTo>
                      <a:pt x="101" y="23"/>
                      <a:pt x="110" y="37"/>
                      <a:pt x="113" y="51"/>
                    </a:cubicBezTo>
                    <a:cubicBezTo>
                      <a:pt x="114" y="59"/>
                      <a:pt x="114" y="67"/>
                      <a:pt x="113" y="75"/>
                    </a:cubicBezTo>
                    <a:cubicBezTo>
                      <a:pt x="110" y="83"/>
                      <a:pt x="105" y="91"/>
                      <a:pt x="100" y="97"/>
                    </a:cubicBezTo>
                    <a:cubicBezTo>
                      <a:pt x="95" y="103"/>
                      <a:pt x="90" y="108"/>
                      <a:pt x="83" y="112"/>
                    </a:cubicBezTo>
                    <a:cubicBezTo>
                      <a:pt x="80" y="114"/>
                      <a:pt x="78" y="116"/>
                      <a:pt x="74" y="117"/>
                    </a:cubicBezTo>
                    <a:cubicBezTo>
                      <a:pt x="70" y="118"/>
                      <a:pt x="66" y="119"/>
                      <a:pt x="61" y="119"/>
                    </a:cubicBezTo>
                    <a:cubicBezTo>
                      <a:pt x="61" y="119"/>
                      <a:pt x="60" y="119"/>
                      <a:pt x="59" y="119"/>
                    </a:cubicBezTo>
                    <a:cubicBezTo>
                      <a:pt x="57" y="119"/>
                      <a:pt x="53" y="119"/>
                      <a:pt x="50" y="11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7" name="Google Shape;4287;p50">
                <a:extLst>
                  <a:ext uri="{FF2B5EF4-FFF2-40B4-BE49-F238E27FC236}">
                    <a16:creationId xmlns:a16="http://schemas.microsoft.com/office/drawing/2014/main" id="{09938810-DD4F-E28F-4DC5-B1B800ADD858}"/>
                  </a:ext>
                </a:extLst>
              </p:cNvPr>
              <p:cNvSpPr/>
              <p:nvPr/>
            </p:nvSpPr>
            <p:spPr>
              <a:xfrm>
                <a:off x="1547640" y="993600"/>
                <a:ext cx="10800" cy="40320"/>
              </a:xfrm>
              <a:custGeom>
                <a:avLst/>
                <a:gdLst/>
                <a:ahLst/>
                <a:cxnLst/>
                <a:rect l="l" t="t" r="r" b="b"/>
                <a:pathLst>
                  <a:path w="30" h="112" extrusionOk="0">
                    <a:moveTo>
                      <a:pt x="4" y="99"/>
                    </a:moveTo>
                    <a:cubicBezTo>
                      <a:pt x="4" y="85"/>
                      <a:pt x="3" y="71"/>
                      <a:pt x="3" y="57"/>
                    </a:cubicBezTo>
                    <a:cubicBezTo>
                      <a:pt x="3" y="50"/>
                      <a:pt x="3" y="43"/>
                      <a:pt x="3" y="36"/>
                    </a:cubicBezTo>
                    <a:cubicBezTo>
                      <a:pt x="3" y="31"/>
                      <a:pt x="3" y="25"/>
                      <a:pt x="3" y="19"/>
                    </a:cubicBezTo>
                    <a:cubicBezTo>
                      <a:pt x="0" y="12"/>
                      <a:pt x="4" y="4"/>
                      <a:pt x="11" y="2"/>
                    </a:cubicBezTo>
                    <a:cubicBezTo>
                      <a:pt x="17" y="0"/>
                      <a:pt x="23" y="3"/>
                      <a:pt x="26" y="8"/>
                    </a:cubicBezTo>
                    <a:cubicBezTo>
                      <a:pt x="29" y="12"/>
                      <a:pt x="28" y="19"/>
                      <a:pt x="28" y="24"/>
                    </a:cubicBezTo>
                    <a:cubicBezTo>
                      <a:pt x="27" y="31"/>
                      <a:pt x="27" y="38"/>
                      <a:pt x="26" y="45"/>
                    </a:cubicBezTo>
                    <a:cubicBezTo>
                      <a:pt x="26" y="58"/>
                      <a:pt x="26" y="72"/>
                      <a:pt x="28" y="86"/>
                    </a:cubicBezTo>
                    <a:cubicBezTo>
                      <a:pt x="27" y="85"/>
                      <a:pt x="27" y="85"/>
                      <a:pt x="27" y="85"/>
                    </a:cubicBezTo>
                    <a:cubicBezTo>
                      <a:pt x="28" y="89"/>
                      <a:pt x="28" y="93"/>
                      <a:pt x="28" y="98"/>
                    </a:cubicBezTo>
                    <a:cubicBezTo>
                      <a:pt x="29" y="104"/>
                      <a:pt x="25" y="110"/>
                      <a:pt x="18" y="111"/>
                    </a:cubicBezTo>
                    <a:cubicBezTo>
                      <a:pt x="17" y="111"/>
                      <a:pt x="17" y="111"/>
                      <a:pt x="17" y="111"/>
                    </a:cubicBezTo>
                    <a:cubicBezTo>
                      <a:pt x="10" y="111"/>
                      <a:pt x="5" y="106"/>
                      <a:pt x="4" y="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8" name="Google Shape;4288;p50">
                <a:extLst>
                  <a:ext uri="{FF2B5EF4-FFF2-40B4-BE49-F238E27FC236}">
                    <a16:creationId xmlns:a16="http://schemas.microsoft.com/office/drawing/2014/main" id="{8DA5E79D-7F69-680F-9965-F9CC6565A45F}"/>
                  </a:ext>
                </a:extLst>
              </p:cNvPr>
              <p:cNvSpPr/>
              <p:nvPr/>
            </p:nvSpPr>
            <p:spPr>
              <a:xfrm>
                <a:off x="1523160" y="1015200"/>
                <a:ext cx="69120" cy="15480"/>
              </a:xfrm>
              <a:custGeom>
                <a:avLst/>
                <a:gdLst/>
                <a:ahLst/>
                <a:cxnLst/>
                <a:rect l="l" t="t" r="r" b="b"/>
                <a:pathLst>
                  <a:path w="192" h="43" extrusionOk="0">
                    <a:moveTo>
                      <a:pt x="1" y="32"/>
                    </a:moveTo>
                    <a:cubicBezTo>
                      <a:pt x="0" y="25"/>
                      <a:pt x="5" y="19"/>
                      <a:pt x="12" y="18"/>
                    </a:cubicBezTo>
                    <a:cubicBezTo>
                      <a:pt x="26" y="17"/>
                      <a:pt x="40" y="16"/>
                      <a:pt x="54" y="14"/>
                    </a:cubicBezTo>
                    <a:cubicBezTo>
                      <a:pt x="68" y="13"/>
                      <a:pt x="82" y="11"/>
                      <a:pt x="96" y="10"/>
                    </a:cubicBezTo>
                    <a:cubicBezTo>
                      <a:pt x="108" y="8"/>
                      <a:pt x="121" y="6"/>
                      <a:pt x="135" y="5"/>
                    </a:cubicBezTo>
                    <a:cubicBezTo>
                      <a:pt x="149" y="3"/>
                      <a:pt x="166" y="0"/>
                      <a:pt x="180" y="4"/>
                    </a:cubicBezTo>
                    <a:cubicBezTo>
                      <a:pt x="181" y="4"/>
                      <a:pt x="181" y="4"/>
                      <a:pt x="181" y="4"/>
                    </a:cubicBezTo>
                    <a:cubicBezTo>
                      <a:pt x="187" y="5"/>
                      <a:pt x="191" y="12"/>
                      <a:pt x="189" y="19"/>
                    </a:cubicBezTo>
                    <a:cubicBezTo>
                      <a:pt x="188" y="26"/>
                      <a:pt x="181" y="31"/>
                      <a:pt x="174" y="28"/>
                    </a:cubicBezTo>
                    <a:cubicBezTo>
                      <a:pt x="173" y="28"/>
                      <a:pt x="172" y="28"/>
                      <a:pt x="171" y="27"/>
                    </a:cubicBezTo>
                    <a:cubicBezTo>
                      <a:pt x="168" y="27"/>
                      <a:pt x="166" y="26"/>
                      <a:pt x="164" y="26"/>
                    </a:cubicBezTo>
                    <a:cubicBezTo>
                      <a:pt x="160" y="26"/>
                      <a:pt x="156" y="26"/>
                      <a:pt x="153" y="26"/>
                    </a:cubicBezTo>
                    <a:cubicBezTo>
                      <a:pt x="130" y="29"/>
                      <a:pt x="107" y="32"/>
                      <a:pt x="85" y="34"/>
                    </a:cubicBezTo>
                    <a:cubicBezTo>
                      <a:pt x="61" y="37"/>
                      <a:pt x="38" y="39"/>
                      <a:pt x="15" y="42"/>
                    </a:cubicBezTo>
                    <a:cubicBezTo>
                      <a:pt x="14" y="42"/>
                      <a:pt x="13" y="42"/>
                      <a:pt x="13" y="42"/>
                    </a:cubicBezTo>
                    <a:cubicBezTo>
                      <a:pt x="7" y="42"/>
                      <a:pt x="2" y="38"/>
                      <a:pt x="1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9" name="Google Shape;4289;p50">
                <a:extLst>
                  <a:ext uri="{FF2B5EF4-FFF2-40B4-BE49-F238E27FC236}">
                    <a16:creationId xmlns:a16="http://schemas.microsoft.com/office/drawing/2014/main" id="{A8EB9BAF-E52C-45C6-E205-17792C8B466A}"/>
                  </a:ext>
                </a:extLst>
              </p:cNvPr>
              <p:cNvSpPr/>
              <p:nvPr/>
            </p:nvSpPr>
            <p:spPr>
              <a:xfrm>
                <a:off x="1568880" y="1037160"/>
                <a:ext cx="34920" cy="29520"/>
              </a:xfrm>
              <a:custGeom>
                <a:avLst/>
                <a:gdLst/>
                <a:ahLst/>
                <a:cxnLst/>
                <a:rect l="l" t="t" r="r" b="b"/>
                <a:pathLst>
                  <a:path w="97" h="82" extrusionOk="0">
                    <a:moveTo>
                      <a:pt x="77" y="79"/>
                    </a:moveTo>
                    <a:cubicBezTo>
                      <a:pt x="62" y="70"/>
                      <a:pt x="47" y="60"/>
                      <a:pt x="33" y="50"/>
                    </a:cubicBezTo>
                    <a:cubicBezTo>
                      <a:pt x="27" y="45"/>
                      <a:pt x="21" y="41"/>
                      <a:pt x="15" y="36"/>
                    </a:cubicBezTo>
                    <a:cubicBezTo>
                      <a:pt x="11" y="32"/>
                      <a:pt x="7" y="29"/>
                      <a:pt x="3" y="25"/>
                    </a:cubicBezTo>
                    <a:cubicBezTo>
                      <a:pt x="2" y="23"/>
                      <a:pt x="1" y="21"/>
                      <a:pt x="0" y="19"/>
                    </a:cubicBezTo>
                    <a:cubicBezTo>
                      <a:pt x="0" y="17"/>
                      <a:pt x="0" y="16"/>
                      <a:pt x="0" y="14"/>
                    </a:cubicBezTo>
                    <a:cubicBezTo>
                      <a:pt x="0" y="10"/>
                      <a:pt x="2" y="7"/>
                      <a:pt x="5" y="5"/>
                    </a:cubicBezTo>
                    <a:cubicBezTo>
                      <a:pt x="11" y="0"/>
                      <a:pt x="20" y="3"/>
                      <a:pt x="23" y="9"/>
                    </a:cubicBezTo>
                    <a:cubicBezTo>
                      <a:pt x="24" y="10"/>
                      <a:pt x="24" y="10"/>
                      <a:pt x="25" y="11"/>
                    </a:cubicBezTo>
                    <a:cubicBezTo>
                      <a:pt x="30" y="16"/>
                      <a:pt x="36" y="21"/>
                      <a:pt x="41" y="26"/>
                    </a:cubicBezTo>
                    <a:cubicBezTo>
                      <a:pt x="50" y="34"/>
                      <a:pt x="60" y="41"/>
                      <a:pt x="70" y="47"/>
                    </a:cubicBezTo>
                    <a:cubicBezTo>
                      <a:pt x="69" y="46"/>
                      <a:pt x="69" y="46"/>
                      <a:pt x="69" y="46"/>
                    </a:cubicBezTo>
                    <a:cubicBezTo>
                      <a:pt x="75" y="51"/>
                      <a:pt x="82" y="55"/>
                      <a:pt x="89" y="59"/>
                    </a:cubicBezTo>
                    <a:cubicBezTo>
                      <a:pt x="94" y="62"/>
                      <a:pt x="96" y="69"/>
                      <a:pt x="93" y="74"/>
                    </a:cubicBezTo>
                    <a:cubicBezTo>
                      <a:pt x="91" y="78"/>
                      <a:pt x="87" y="81"/>
                      <a:pt x="83" y="81"/>
                    </a:cubicBezTo>
                    <a:cubicBezTo>
                      <a:pt x="81" y="81"/>
                      <a:pt x="79" y="80"/>
                      <a:pt x="77" y="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0" name="Google Shape;4290;p50">
                <a:extLst>
                  <a:ext uri="{FF2B5EF4-FFF2-40B4-BE49-F238E27FC236}">
                    <a16:creationId xmlns:a16="http://schemas.microsoft.com/office/drawing/2014/main" id="{042F0703-8465-9DC3-7C0C-8878ECED6167}"/>
                  </a:ext>
                </a:extLst>
              </p:cNvPr>
              <p:cNvSpPr/>
              <p:nvPr/>
            </p:nvSpPr>
            <p:spPr>
              <a:xfrm>
                <a:off x="1577880" y="1047240"/>
                <a:ext cx="33120" cy="16920"/>
              </a:xfrm>
              <a:custGeom>
                <a:avLst/>
                <a:gdLst/>
                <a:ahLst/>
                <a:cxnLst/>
                <a:rect l="l" t="t" r="r" b="b"/>
                <a:pathLst>
                  <a:path w="92" h="47" extrusionOk="0">
                    <a:moveTo>
                      <a:pt x="4" y="42"/>
                    </a:moveTo>
                    <a:cubicBezTo>
                      <a:pt x="0" y="37"/>
                      <a:pt x="1" y="28"/>
                      <a:pt x="6" y="25"/>
                    </a:cubicBezTo>
                    <a:cubicBezTo>
                      <a:pt x="16" y="18"/>
                      <a:pt x="27" y="13"/>
                      <a:pt x="38" y="9"/>
                    </a:cubicBezTo>
                    <a:cubicBezTo>
                      <a:pt x="40" y="8"/>
                      <a:pt x="42" y="7"/>
                      <a:pt x="45" y="6"/>
                    </a:cubicBezTo>
                    <a:cubicBezTo>
                      <a:pt x="50" y="4"/>
                      <a:pt x="56" y="3"/>
                      <a:pt x="62" y="2"/>
                    </a:cubicBezTo>
                    <a:cubicBezTo>
                      <a:pt x="67" y="0"/>
                      <a:pt x="71" y="0"/>
                      <a:pt x="76" y="0"/>
                    </a:cubicBezTo>
                    <a:cubicBezTo>
                      <a:pt x="81" y="1"/>
                      <a:pt x="84" y="4"/>
                      <a:pt x="87" y="7"/>
                    </a:cubicBezTo>
                    <a:cubicBezTo>
                      <a:pt x="91" y="13"/>
                      <a:pt x="89" y="22"/>
                      <a:pt x="83" y="26"/>
                    </a:cubicBezTo>
                    <a:cubicBezTo>
                      <a:pt x="79" y="28"/>
                      <a:pt x="74" y="28"/>
                      <a:pt x="70" y="25"/>
                    </a:cubicBezTo>
                    <a:cubicBezTo>
                      <a:pt x="67" y="25"/>
                      <a:pt x="64" y="26"/>
                      <a:pt x="61" y="27"/>
                    </a:cubicBezTo>
                    <a:cubicBezTo>
                      <a:pt x="59" y="27"/>
                      <a:pt x="56" y="28"/>
                      <a:pt x="54" y="28"/>
                    </a:cubicBezTo>
                    <a:cubicBezTo>
                      <a:pt x="46" y="31"/>
                      <a:pt x="38" y="35"/>
                      <a:pt x="30" y="39"/>
                    </a:cubicBezTo>
                    <a:cubicBezTo>
                      <a:pt x="27" y="40"/>
                      <a:pt x="24" y="42"/>
                      <a:pt x="22" y="43"/>
                    </a:cubicBezTo>
                    <a:cubicBezTo>
                      <a:pt x="21" y="43"/>
                      <a:pt x="21" y="43"/>
                      <a:pt x="21" y="44"/>
                    </a:cubicBezTo>
                    <a:cubicBezTo>
                      <a:pt x="19" y="45"/>
                      <a:pt x="16" y="46"/>
                      <a:pt x="13" y="46"/>
                    </a:cubicBezTo>
                    <a:cubicBezTo>
                      <a:pt x="10" y="46"/>
                      <a:pt x="7" y="45"/>
                      <a:pt x="4" y="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1" name="Google Shape;4291;p50">
                <a:extLst>
                  <a:ext uri="{FF2B5EF4-FFF2-40B4-BE49-F238E27FC236}">
                    <a16:creationId xmlns:a16="http://schemas.microsoft.com/office/drawing/2014/main" id="{40F91DF3-398A-CD69-A62F-EB7EBEB7BBB5}"/>
                  </a:ext>
                </a:extLst>
              </p:cNvPr>
              <p:cNvSpPr/>
              <p:nvPr/>
            </p:nvSpPr>
            <p:spPr>
              <a:xfrm>
                <a:off x="1584720" y="1066680"/>
                <a:ext cx="66240" cy="54360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51" extrusionOk="0">
                    <a:moveTo>
                      <a:pt x="34" y="126"/>
                    </a:moveTo>
                    <a:cubicBezTo>
                      <a:pt x="34" y="126"/>
                      <a:pt x="33" y="126"/>
                      <a:pt x="32" y="127"/>
                    </a:cubicBezTo>
                    <a:cubicBezTo>
                      <a:pt x="34" y="126"/>
                      <a:pt x="37" y="125"/>
                      <a:pt x="38" y="125"/>
                    </a:cubicBezTo>
                    <a:lnTo>
                      <a:pt x="37" y="125"/>
                    </a:lnTo>
                    <a:cubicBezTo>
                      <a:pt x="40" y="125"/>
                      <a:pt x="44" y="124"/>
                      <a:pt x="47" y="123"/>
                    </a:cubicBezTo>
                    <a:cubicBezTo>
                      <a:pt x="54" y="120"/>
                      <a:pt x="61" y="117"/>
                      <a:pt x="68" y="114"/>
                    </a:cubicBezTo>
                    <a:cubicBezTo>
                      <a:pt x="66" y="114"/>
                      <a:pt x="64" y="113"/>
                      <a:pt x="62" y="113"/>
                    </a:cubicBezTo>
                    <a:cubicBezTo>
                      <a:pt x="63" y="113"/>
                      <a:pt x="63" y="113"/>
                      <a:pt x="63" y="113"/>
                    </a:cubicBezTo>
                    <a:cubicBezTo>
                      <a:pt x="55" y="113"/>
                      <a:pt x="47" y="113"/>
                      <a:pt x="39" y="113"/>
                    </a:cubicBezTo>
                    <a:cubicBezTo>
                      <a:pt x="36" y="113"/>
                      <a:pt x="33" y="113"/>
                      <a:pt x="30" y="114"/>
                    </a:cubicBezTo>
                    <a:cubicBezTo>
                      <a:pt x="29" y="114"/>
                      <a:pt x="28" y="114"/>
                      <a:pt x="27" y="115"/>
                    </a:cubicBezTo>
                    <a:cubicBezTo>
                      <a:pt x="26" y="115"/>
                      <a:pt x="25" y="115"/>
                      <a:pt x="25" y="116"/>
                    </a:cubicBezTo>
                    <a:lnTo>
                      <a:pt x="24" y="117"/>
                    </a:lnTo>
                    <a:cubicBezTo>
                      <a:pt x="24" y="118"/>
                      <a:pt x="24" y="119"/>
                      <a:pt x="24" y="120"/>
                    </a:cubicBezTo>
                    <a:cubicBezTo>
                      <a:pt x="24" y="120"/>
                      <a:pt x="25" y="120"/>
                      <a:pt x="25" y="121"/>
                    </a:cubicBezTo>
                    <a:lnTo>
                      <a:pt x="25" y="122"/>
                    </a:lnTo>
                    <a:lnTo>
                      <a:pt x="25" y="123"/>
                    </a:lnTo>
                    <a:cubicBezTo>
                      <a:pt x="26" y="123"/>
                      <a:pt x="26" y="123"/>
                      <a:pt x="26" y="124"/>
                    </a:cubicBezTo>
                    <a:cubicBezTo>
                      <a:pt x="27" y="124"/>
                      <a:pt x="27" y="124"/>
                      <a:pt x="28" y="125"/>
                    </a:cubicBezTo>
                    <a:cubicBezTo>
                      <a:pt x="28" y="124"/>
                      <a:pt x="27" y="124"/>
                      <a:pt x="27" y="124"/>
                    </a:cubicBezTo>
                    <a:cubicBezTo>
                      <a:pt x="27" y="124"/>
                      <a:pt x="28" y="124"/>
                      <a:pt x="28" y="125"/>
                    </a:cubicBezTo>
                    <a:cubicBezTo>
                      <a:pt x="29" y="125"/>
                      <a:pt x="29" y="125"/>
                      <a:pt x="30" y="125"/>
                    </a:cubicBezTo>
                    <a:cubicBezTo>
                      <a:pt x="30" y="126"/>
                      <a:pt x="30" y="126"/>
                      <a:pt x="31" y="126"/>
                    </a:cubicBezTo>
                    <a:cubicBezTo>
                      <a:pt x="31" y="126"/>
                      <a:pt x="32" y="126"/>
                      <a:pt x="32" y="127"/>
                    </a:cubicBezTo>
                    <a:cubicBezTo>
                      <a:pt x="32" y="126"/>
                      <a:pt x="32" y="126"/>
                      <a:pt x="31" y="126"/>
                    </a:cubicBezTo>
                    <a:lnTo>
                      <a:pt x="32" y="127"/>
                    </a:lnTo>
                    <a:cubicBezTo>
                      <a:pt x="31" y="127"/>
                      <a:pt x="31" y="126"/>
                      <a:pt x="31" y="126"/>
                    </a:cubicBezTo>
                    <a:lnTo>
                      <a:pt x="31" y="127"/>
                    </a:lnTo>
                    <a:cubicBezTo>
                      <a:pt x="31" y="126"/>
                      <a:pt x="31" y="126"/>
                      <a:pt x="31" y="126"/>
                    </a:cubicBezTo>
                    <a:cubicBezTo>
                      <a:pt x="32" y="127"/>
                      <a:pt x="33" y="127"/>
                      <a:pt x="34" y="126"/>
                    </a:cubicBezTo>
                    <a:moveTo>
                      <a:pt x="24" y="149"/>
                    </a:moveTo>
                    <a:cubicBezTo>
                      <a:pt x="20" y="149"/>
                      <a:pt x="18" y="147"/>
                      <a:pt x="15" y="145"/>
                    </a:cubicBezTo>
                    <a:cubicBezTo>
                      <a:pt x="12" y="143"/>
                      <a:pt x="9" y="141"/>
                      <a:pt x="7" y="138"/>
                    </a:cubicBezTo>
                    <a:cubicBezTo>
                      <a:pt x="3" y="133"/>
                      <a:pt x="0" y="127"/>
                      <a:pt x="0" y="121"/>
                    </a:cubicBezTo>
                    <a:cubicBezTo>
                      <a:pt x="0" y="114"/>
                      <a:pt x="1" y="107"/>
                      <a:pt x="4" y="102"/>
                    </a:cubicBezTo>
                    <a:cubicBezTo>
                      <a:pt x="7" y="97"/>
                      <a:pt x="14" y="93"/>
                      <a:pt x="19" y="92"/>
                    </a:cubicBezTo>
                    <a:cubicBezTo>
                      <a:pt x="27" y="90"/>
                      <a:pt x="34" y="89"/>
                      <a:pt x="41" y="89"/>
                    </a:cubicBezTo>
                    <a:cubicBezTo>
                      <a:pt x="51" y="89"/>
                      <a:pt x="62" y="91"/>
                      <a:pt x="71" y="92"/>
                    </a:cubicBezTo>
                    <a:cubicBezTo>
                      <a:pt x="77" y="93"/>
                      <a:pt x="82" y="99"/>
                      <a:pt x="81" y="104"/>
                    </a:cubicBezTo>
                    <a:cubicBezTo>
                      <a:pt x="81" y="106"/>
                      <a:pt x="80" y="107"/>
                      <a:pt x="80" y="107"/>
                    </a:cubicBezTo>
                    <a:cubicBezTo>
                      <a:pt x="84" y="106"/>
                      <a:pt x="88" y="103"/>
                      <a:pt x="92" y="102"/>
                    </a:cubicBezTo>
                    <a:cubicBezTo>
                      <a:pt x="91" y="102"/>
                      <a:pt x="91" y="102"/>
                      <a:pt x="91" y="102"/>
                    </a:cubicBezTo>
                    <a:lnTo>
                      <a:pt x="92" y="102"/>
                    </a:lnTo>
                    <a:lnTo>
                      <a:pt x="92" y="101"/>
                    </a:lnTo>
                    <a:cubicBezTo>
                      <a:pt x="94" y="100"/>
                      <a:pt x="97" y="99"/>
                      <a:pt x="98" y="98"/>
                    </a:cubicBezTo>
                    <a:cubicBezTo>
                      <a:pt x="98" y="99"/>
                      <a:pt x="98" y="99"/>
                      <a:pt x="98" y="99"/>
                    </a:cubicBezTo>
                    <a:cubicBezTo>
                      <a:pt x="106" y="95"/>
                      <a:pt x="113" y="91"/>
                      <a:pt x="122" y="87"/>
                    </a:cubicBezTo>
                    <a:cubicBezTo>
                      <a:pt x="118" y="86"/>
                      <a:pt x="114" y="85"/>
                      <a:pt x="110" y="84"/>
                    </a:cubicBezTo>
                    <a:cubicBezTo>
                      <a:pt x="97" y="81"/>
                      <a:pt x="85" y="74"/>
                      <a:pt x="77" y="64"/>
                    </a:cubicBezTo>
                    <a:cubicBezTo>
                      <a:pt x="73" y="60"/>
                      <a:pt x="70" y="55"/>
                      <a:pt x="68" y="49"/>
                    </a:cubicBezTo>
                    <a:cubicBezTo>
                      <a:pt x="67" y="47"/>
                      <a:pt x="67" y="43"/>
                      <a:pt x="67" y="41"/>
                    </a:cubicBezTo>
                    <a:cubicBezTo>
                      <a:pt x="67" y="37"/>
                      <a:pt x="68" y="35"/>
                      <a:pt x="69" y="32"/>
                    </a:cubicBezTo>
                    <a:cubicBezTo>
                      <a:pt x="72" y="27"/>
                      <a:pt x="77" y="23"/>
                      <a:pt x="82" y="19"/>
                    </a:cubicBezTo>
                    <a:cubicBezTo>
                      <a:pt x="87" y="15"/>
                      <a:pt x="94" y="12"/>
                      <a:pt x="100" y="10"/>
                    </a:cubicBezTo>
                    <a:cubicBezTo>
                      <a:pt x="108" y="7"/>
                      <a:pt x="117" y="4"/>
                      <a:pt x="126" y="2"/>
                    </a:cubicBezTo>
                    <a:cubicBezTo>
                      <a:pt x="132" y="1"/>
                      <a:pt x="139" y="0"/>
                      <a:pt x="145" y="1"/>
                    </a:cubicBezTo>
                    <a:cubicBezTo>
                      <a:pt x="148" y="2"/>
                      <a:pt x="151" y="2"/>
                      <a:pt x="152" y="4"/>
                    </a:cubicBezTo>
                    <a:cubicBezTo>
                      <a:pt x="154" y="5"/>
                      <a:pt x="155" y="7"/>
                      <a:pt x="156" y="8"/>
                    </a:cubicBezTo>
                    <a:lnTo>
                      <a:pt x="155" y="7"/>
                    </a:lnTo>
                    <a:lnTo>
                      <a:pt x="154" y="7"/>
                    </a:lnTo>
                    <a:cubicBezTo>
                      <a:pt x="157" y="9"/>
                      <a:pt x="159" y="12"/>
                      <a:pt x="159" y="16"/>
                    </a:cubicBezTo>
                    <a:cubicBezTo>
                      <a:pt x="159" y="21"/>
                      <a:pt x="157" y="25"/>
                      <a:pt x="152" y="27"/>
                    </a:cubicBezTo>
                    <a:cubicBezTo>
                      <a:pt x="149" y="29"/>
                      <a:pt x="145" y="29"/>
                      <a:pt x="141" y="28"/>
                    </a:cubicBezTo>
                    <a:cubicBezTo>
                      <a:pt x="140" y="27"/>
                      <a:pt x="138" y="26"/>
                      <a:pt x="138" y="25"/>
                    </a:cubicBezTo>
                    <a:cubicBezTo>
                      <a:pt x="137" y="25"/>
                      <a:pt x="137" y="25"/>
                      <a:pt x="136" y="25"/>
                    </a:cubicBezTo>
                    <a:cubicBezTo>
                      <a:pt x="134" y="25"/>
                      <a:pt x="133" y="26"/>
                      <a:pt x="131" y="26"/>
                    </a:cubicBezTo>
                    <a:cubicBezTo>
                      <a:pt x="123" y="28"/>
                      <a:pt x="116" y="30"/>
                      <a:pt x="109" y="32"/>
                    </a:cubicBezTo>
                    <a:cubicBezTo>
                      <a:pt x="106" y="33"/>
                      <a:pt x="103" y="35"/>
                      <a:pt x="99" y="36"/>
                    </a:cubicBezTo>
                    <a:cubicBezTo>
                      <a:pt x="99" y="36"/>
                      <a:pt x="98" y="37"/>
                      <a:pt x="97" y="37"/>
                    </a:cubicBezTo>
                    <a:cubicBezTo>
                      <a:pt x="96" y="39"/>
                      <a:pt x="95" y="39"/>
                      <a:pt x="93" y="40"/>
                    </a:cubicBezTo>
                    <a:cubicBezTo>
                      <a:pt x="93" y="41"/>
                      <a:pt x="92" y="42"/>
                      <a:pt x="92" y="42"/>
                    </a:cubicBezTo>
                    <a:lnTo>
                      <a:pt x="91" y="43"/>
                    </a:lnTo>
                    <a:cubicBezTo>
                      <a:pt x="91" y="44"/>
                      <a:pt x="92" y="44"/>
                      <a:pt x="92" y="44"/>
                    </a:cubicBezTo>
                    <a:cubicBezTo>
                      <a:pt x="92" y="44"/>
                      <a:pt x="92" y="45"/>
                      <a:pt x="92" y="46"/>
                    </a:cubicBezTo>
                    <a:cubicBezTo>
                      <a:pt x="94" y="47"/>
                      <a:pt x="94" y="48"/>
                      <a:pt x="95" y="49"/>
                    </a:cubicBezTo>
                    <a:cubicBezTo>
                      <a:pt x="97" y="50"/>
                      <a:pt x="98" y="52"/>
                      <a:pt x="99" y="53"/>
                    </a:cubicBezTo>
                    <a:cubicBezTo>
                      <a:pt x="101" y="54"/>
                      <a:pt x="102" y="56"/>
                      <a:pt x="104" y="56"/>
                    </a:cubicBezTo>
                    <a:cubicBezTo>
                      <a:pt x="105" y="57"/>
                      <a:pt x="107" y="58"/>
                      <a:pt x="109" y="59"/>
                    </a:cubicBezTo>
                    <a:cubicBezTo>
                      <a:pt x="112" y="60"/>
                      <a:pt x="114" y="61"/>
                      <a:pt x="117" y="62"/>
                    </a:cubicBezTo>
                    <a:cubicBezTo>
                      <a:pt x="124" y="64"/>
                      <a:pt x="130" y="66"/>
                      <a:pt x="137" y="67"/>
                    </a:cubicBezTo>
                    <a:cubicBezTo>
                      <a:pt x="143" y="68"/>
                      <a:pt x="148" y="69"/>
                      <a:pt x="154" y="69"/>
                    </a:cubicBezTo>
                    <a:cubicBezTo>
                      <a:pt x="155" y="69"/>
                      <a:pt x="157" y="69"/>
                      <a:pt x="158" y="69"/>
                    </a:cubicBezTo>
                    <a:lnTo>
                      <a:pt x="159" y="69"/>
                    </a:lnTo>
                    <a:cubicBezTo>
                      <a:pt x="159" y="69"/>
                      <a:pt x="160" y="69"/>
                      <a:pt x="161" y="69"/>
                    </a:cubicBezTo>
                    <a:cubicBezTo>
                      <a:pt x="162" y="70"/>
                      <a:pt x="165" y="70"/>
                      <a:pt x="166" y="70"/>
                    </a:cubicBezTo>
                    <a:cubicBezTo>
                      <a:pt x="169" y="70"/>
                      <a:pt x="171" y="69"/>
                      <a:pt x="173" y="70"/>
                    </a:cubicBezTo>
                    <a:cubicBezTo>
                      <a:pt x="179" y="71"/>
                      <a:pt x="183" y="76"/>
                      <a:pt x="183" y="82"/>
                    </a:cubicBezTo>
                    <a:cubicBezTo>
                      <a:pt x="183" y="88"/>
                      <a:pt x="179" y="93"/>
                      <a:pt x="173" y="94"/>
                    </a:cubicBezTo>
                    <a:cubicBezTo>
                      <a:pt x="172" y="94"/>
                      <a:pt x="171" y="94"/>
                      <a:pt x="171" y="94"/>
                    </a:cubicBezTo>
                    <a:cubicBezTo>
                      <a:pt x="165" y="95"/>
                      <a:pt x="159" y="97"/>
                      <a:pt x="154" y="99"/>
                    </a:cubicBezTo>
                    <a:cubicBezTo>
                      <a:pt x="147" y="101"/>
                      <a:pt x="140" y="104"/>
                      <a:pt x="133" y="107"/>
                    </a:cubicBezTo>
                    <a:cubicBezTo>
                      <a:pt x="127" y="110"/>
                      <a:pt x="121" y="113"/>
                      <a:pt x="115" y="116"/>
                    </a:cubicBezTo>
                    <a:cubicBezTo>
                      <a:pt x="114" y="116"/>
                      <a:pt x="113" y="116"/>
                      <a:pt x="113" y="117"/>
                    </a:cubicBezTo>
                    <a:cubicBezTo>
                      <a:pt x="113" y="116"/>
                      <a:pt x="113" y="116"/>
                      <a:pt x="114" y="116"/>
                    </a:cubicBezTo>
                    <a:cubicBezTo>
                      <a:pt x="104" y="121"/>
                      <a:pt x="94" y="126"/>
                      <a:pt x="85" y="131"/>
                    </a:cubicBezTo>
                    <a:cubicBezTo>
                      <a:pt x="71" y="138"/>
                      <a:pt x="57" y="146"/>
                      <a:pt x="43" y="149"/>
                    </a:cubicBezTo>
                    <a:cubicBezTo>
                      <a:pt x="40" y="150"/>
                      <a:pt x="37" y="150"/>
                      <a:pt x="34" y="150"/>
                    </a:cubicBezTo>
                    <a:cubicBezTo>
                      <a:pt x="34" y="150"/>
                      <a:pt x="33" y="150"/>
                      <a:pt x="32" y="150"/>
                    </a:cubicBezTo>
                    <a:cubicBezTo>
                      <a:pt x="29" y="150"/>
                      <a:pt x="27" y="150"/>
                      <a:pt x="24" y="1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2" name="Google Shape;4292;p50">
                <a:extLst>
                  <a:ext uri="{FF2B5EF4-FFF2-40B4-BE49-F238E27FC236}">
                    <a16:creationId xmlns:a16="http://schemas.microsoft.com/office/drawing/2014/main" id="{80DAF62B-5B00-3892-A3D2-9F0205431658}"/>
                  </a:ext>
                </a:extLst>
              </p:cNvPr>
              <p:cNvSpPr/>
              <p:nvPr/>
            </p:nvSpPr>
            <p:spPr>
              <a:xfrm>
                <a:off x="1651320" y="1120320"/>
                <a:ext cx="16200" cy="14040"/>
              </a:xfrm>
              <a:custGeom>
                <a:avLst/>
                <a:gdLst/>
                <a:ahLst/>
                <a:cxnLst/>
                <a:rect l="l" t="t" r="r" b="b"/>
                <a:pathLst>
                  <a:path w="45" h="39" extrusionOk="0">
                    <a:moveTo>
                      <a:pt x="24" y="36"/>
                    </a:moveTo>
                    <a:cubicBezTo>
                      <a:pt x="23" y="36"/>
                      <a:pt x="22" y="35"/>
                      <a:pt x="22" y="35"/>
                    </a:cubicBezTo>
                    <a:cubicBezTo>
                      <a:pt x="21" y="34"/>
                      <a:pt x="19" y="33"/>
                      <a:pt x="18" y="33"/>
                    </a:cubicBezTo>
                    <a:cubicBezTo>
                      <a:pt x="13" y="34"/>
                      <a:pt x="7" y="33"/>
                      <a:pt x="4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3" y="26"/>
                      <a:pt x="2" y="25"/>
                      <a:pt x="1" y="24"/>
                    </a:cubicBezTo>
                    <a:cubicBezTo>
                      <a:pt x="0" y="19"/>
                      <a:pt x="1" y="14"/>
                      <a:pt x="4" y="11"/>
                    </a:cubicBezTo>
                    <a:cubicBezTo>
                      <a:pt x="14" y="0"/>
                      <a:pt x="29" y="10"/>
                      <a:pt x="38" y="16"/>
                    </a:cubicBezTo>
                    <a:cubicBezTo>
                      <a:pt x="43" y="20"/>
                      <a:pt x="44" y="28"/>
                      <a:pt x="40" y="33"/>
                    </a:cubicBezTo>
                    <a:cubicBezTo>
                      <a:pt x="38" y="36"/>
                      <a:pt x="35" y="38"/>
                      <a:pt x="31" y="38"/>
                    </a:cubicBezTo>
                    <a:cubicBezTo>
                      <a:pt x="28" y="38"/>
                      <a:pt x="26" y="37"/>
                      <a:pt x="24" y="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3" name="Google Shape;4293;p50">
                <a:extLst>
                  <a:ext uri="{FF2B5EF4-FFF2-40B4-BE49-F238E27FC236}">
                    <a16:creationId xmlns:a16="http://schemas.microsoft.com/office/drawing/2014/main" id="{3D8A20E5-62F2-9EE7-7DDF-2324F3F15572}"/>
                  </a:ext>
                </a:extLst>
              </p:cNvPr>
              <p:cNvSpPr/>
              <p:nvPr/>
            </p:nvSpPr>
            <p:spPr>
              <a:xfrm>
                <a:off x="1635480" y="1124640"/>
                <a:ext cx="25560" cy="19800"/>
              </a:xfrm>
              <a:custGeom>
                <a:avLst/>
                <a:gdLst/>
                <a:ahLst/>
                <a:cxnLst/>
                <a:rect l="l" t="t" r="r" b="b"/>
                <a:pathLst>
                  <a:path w="71" h="55" extrusionOk="0">
                    <a:moveTo>
                      <a:pt x="52" y="52"/>
                    </a:moveTo>
                    <a:cubicBezTo>
                      <a:pt x="42" y="46"/>
                      <a:pt x="32" y="41"/>
                      <a:pt x="22" y="35"/>
                    </a:cubicBezTo>
                    <a:cubicBezTo>
                      <a:pt x="20" y="33"/>
                      <a:pt x="17" y="31"/>
                      <a:pt x="15" y="30"/>
                    </a:cubicBezTo>
                    <a:cubicBezTo>
                      <a:pt x="12" y="28"/>
                      <a:pt x="9" y="25"/>
                      <a:pt x="6" y="22"/>
                    </a:cubicBezTo>
                    <a:cubicBezTo>
                      <a:pt x="0" y="15"/>
                      <a:pt x="4" y="4"/>
                      <a:pt x="13" y="1"/>
                    </a:cubicBezTo>
                    <a:cubicBezTo>
                      <a:pt x="19" y="0"/>
                      <a:pt x="25" y="3"/>
                      <a:pt x="28" y="9"/>
                    </a:cubicBezTo>
                    <a:cubicBezTo>
                      <a:pt x="32" y="13"/>
                      <a:pt x="37" y="15"/>
                      <a:pt x="42" y="18"/>
                    </a:cubicBezTo>
                    <a:cubicBezTo>
                      <a:pt x="47" y="22"/>
                      <a:pt x="53" y="26"/>
                      <a:pt x="59" y="29"/>
                    </a:cubicBezTo>
                    <a:cubicBezTo>
                      <a:pt x="59" y="30"/>
                      <a:pt x="60" y="30"/>
                      <a:pt x="60" y="31"/>
                    </a:cubicBezTo>
                    <a:cubicBezTo>
                      <a:pt x="61" y="31"/>
                      <a:pt x="62" y="32"/>
                      <a:pt x="63" y="32"/>
                    </a:cubicBezTo>
                    <a:cubicBezTo>
                      <a:pt x="68" y="36"/>
                      <a:pt x="70" y="42"/>
                      <a:pt x="67" y="48"/>
                    </a:cubicBezTo>
                    <a:cubicBezTo>
                      <a:pt x="65" y="52"/>
                      <a:pt x="61" y="54"/>
                      <a:pt x="57" y="54"/>
                    </a:cubicBezTo>
                    <a:cubicBezTo>
                      <a:pt x="55" y="54"/>
                      <a:pt x="53" y="53"/>
                      <a:pt x="52" y="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4" name="Google Shape;4294;p50">
                <a:extLst>
                  <a:ext uri="{FF2B5EF4-FFF2-40B4-BE49-F238E27FC236}">
                    <a16:creationId xmlns:a16="http://schemas.microsoft.com/office/drawing/2014/main" id="{F42F0540-B64F-9E14-7004-054C09604722}"/>
                  </a:ext>
                </a:extLst>
              </p:cNvPr>
              <p:cNvSpPr/>
              <p:nvPr/>
            </p:nvSpPr>
            <p:spPr>
              <a:xfrm>
                <a:off x="1663920" y="1139400"/>
                <a:ext cx="74160" cy="38520"/>
              </a:xfrm>
              <a:custGeom>
                <a:avLst/>
                <a:gdLst/>
                <a:ahLst/>
                <a:cxnLst/>
                <a:rect l="l" t="t" r="r" b="b"/>
                <a:pathLst>
                  <a:path w="206" h="107" extrusionOk="0">
                    <a:moveTo>
                      <a:pt x="4" y="100"/>
                    </a:moveTo>
                    <a:cubicBezTo>
                      <a:pt x="0" y="95"/>
                      <a:pt x="2" y="86"/>
                      <a:pt x="8" y="83"/>
                    </a:cubicBezTo>
                    <a:cubicBezTo>
                      <a:pt x="31" y="71"/>
                      <a:pt x="54" y="59"/>
                      <a:pt x="77" y="46"/>
                    </a:cubicBezTo>
                    <a:cubicBezTo>
                      <a:pt x="73" y="46"/>
                      <a:pt x="70" y="46"/>
                      <a:pt x="66" y="46"/>
                    </a:cubicBezTo>
                    <a:cubicBezTo>
                      <a:pt x="61" y="46"/>
                      <a:pt x="55" y="46"/>
                      <a:pt x="50" y="46"/>
                    </a:cubicBezTo>
                    <a:cubicBezTo>
                      <a:pt x="48" y="46"/>
                      <a:pt x="48" y="46"/>
                      <a:pt x="47" y="46"/>
                    </a:cubicBezTo>
                    <a:lnTo>
                      <a:pt x="46" y="46"/>
                    </a:lnTo>
                    <a:cubicBezTo>
                      <a:pt x="40" y="47"/>
                      <a:pt x="34" y="44"/>
                      <a:pt x="32" y="39"/>
                    </a:cubicBezTo>
                    <a:cubicBezTo>
                      <a:pt x="29" y="33"/>
                      <a:pt x="32" y="26"/>
                      <a:pt x="37" y="23"/>
                    </a:cubicBezTo>
                    <a:cubicBezTo>
                      <a:pt x="38" y="22"/>
                      <a:pt x="39" y="22"/>
                      <a:pt x="40" y="22"/>
                    </a:cubicBezTo>
                    <a:cubicBezTo>
                      <a:pt x="46" y="21"/>
                      <a:pt x="51" y="21"/>
                      <a:pt x="57" y="22"/>
                    </a:cubicBezTo>
                    <a:cubicBezTo>
                      <a:pt x="62" y="22"/>
                      <a:pt x="68" y="22"/>
                      <a:pt x="73" y="22"/>
                    </a:cubicBezTo>
                    <a:cubicBezTo>
                      <a:pt x="83" y="23"/>
                      <a:pt x="92" y="23"/>
                      <a:pt x="102" y="22"/>
                    </a:cubicBezTo>
                    <a:cubicBezTo>
                      <a:pt x="107" y="22"/>
                      <a:pt x="112" y="22"/>
                      <a:pt x="118" y="21"/>
                    </a:cubicBezTo>
                    <a:cubicBezTo>
                      <a:pt x="122" y="21"/>
                      <a:pt x="126" y="20"/>
                      <a:pt x="130" y="19"/>
                    </a:cubicBezTo>
                    <a:cubicBezTo>
                      <a:pt x="135" y="17"/>
                      <a:pt x="140" y="15"/>
                      <a:pt x="146" y="13"/>
                    </a:cubicBezTo>
                    <a:cubicBezTo>
                      <a:pt x="151" y="11"/>
                      <a:pt x="156" y="9"/>
                      <a:pt x="161" y="7"/>
                    </a:cubicBezTo>
                    <a:cubicBezTo>
                      <a:pt x="167" y="5"/>
                      <a:pt x="172" y="3"/>
                      <a:pt x="178" y="1"/>
                    </a:cubicBezTo>
                    <a:cubicBezTo>
                      <a:pt x="181" y="1"/>
                      <a:pt x="184" y="0"/>
                      <a:pt x="186" y="0"/>
                    </a:cubicBezTo>
                    <a:cubicBezTo>
                      <a:pt x="189" y="0"/>
                      <a:pt x="192" y="1"/>
                      <a:pt x="195" y="1"/>
                    </a:cubicBezTo>
                    <a:cubicBezTo>
                      <a:pt x="200" y="3"/>
                      <a:pt x="205" y="9"/>
                      <a:pt x="204" y="15"/>
                    </a:cubicBezTo>
                    <a:cubicBezTo>
                      <a:pt x="203" y="18"/>
                      <a:pt x="203" y="21"/>
                      <a:pt x="200" y="23"/>
                    </a:cubicBezTo>
                    <a:cubicBezTo>
                      <a:pt x="198" y="25"/>
                      <a:pt x="195" y="27"/>
                      <a:pt x="192" y="28"/>
                    </a:cubicBezTo>
                    <a:cubicBezTo>
                      <a:pt x="189" y="30"/>
                      <a:pt x="185" y="30"/>
                      <a:pt x="181" y="32"/>
                    </a:cubicBezTo>
                    <a:cubicBezTo>
                      <a:pt x="175" y="33"/>
                      <a:pt x="169" y="34"/>
                      <a:pt x="163" y="36"/>
                    </a:cubicBezTo>
                    <a:cubicBezTo>
                      <a:pt x="154" y="38"/>
                      <a:pt x="145" y="40"/>
                      <a:pt x="136" y="41"/>
                    </a:cubicBezTo>
                    <a:cubicBezTo>
                      <a:pt x="129" y="44"/>
                      <a:pt x="123" y="47"/>
                      <a:pt x="117" y="51"/>
                    </a:cubicBezTo>
                    <a:cubicBezTo>
                      <a:pt x="117" y="51"/>
                      <a:pt x="117" y="50"/>
                      <a:pt x="118" y="50"/>
                    </a:cubicBezTo>
                    <a:cubicBezTo>
                      <a:pt x="84" y="67"/>
                      <a:pt x="52" y="85"/>
                      <a:pt x="20" y="104"/>
                    </a:cubicBezTo>
                    <a:cubicBezTo>
                      <a:pt x="19" y="106"/>
                      <a:pt x="16" y="106"/>
                      <a:pt x="15" y="106"/>
                    </a:cubicBezTo>
                    <a:cubicBezTo>
                      <a:pt x="10" y="106"/>
                      <a:pt x="6" y="104"/>
                      <a:pt x="4" y="10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5" name="Google Shape;4295;p50">
                <a:extLst>
                  <a:ext uri="{FF2B5EF4-FFF2-40B4-BE49-F238E27FC236}">
                    <a16:creationId xmlns:a16="http://schemas.microsoft.com/office/drawing/2014/main" id="{D4F0F376-3DCD-41E1-26D3-2E0E1482CE87}"/>
                  </a:ext>
                </a:extLst>
              </p:cNvPr>
              <p:cNvSpPr/>
              <p:nvPr/>
            </p:nvSpPr>
            <p:spPr>
              <a:xfrm>
                <a:off x="1465560" y="1028880"/>
                <a:ext cx="254880" cy="244440"/>
              </a:xfrm>
              <a:custGeom>
                <a:avLst/>
                <a:gdLst/>
                <a:ahLst/>
                <a:cxnLst/>
                <a:rect l="l" t="t" r="r" b="b"/>
                <a:pathLst>
                  <a:path w="708" h="679" extrusionOk="0">
                    <a:moveTo>
                      <a:pt x="276" y="677"/>
                    </a:moveTo>
                    <a:cubicBezTo>
                      <a:pt x="269" y="677"/>
                      <a:pt x="263" y="670"/>
                      <a:pt x="263" y="663"/>
                    </a:cubicBezTo>
                    <a:cubicBezTo>
                      <a:pt x="263" y="656"/>
                      <a:pt x="266" y="649"/>
                      <a:pt x="267" y="642"/>
                    </a:cubicBezTo>
                    <a:cubicBezTo>
                      <a:pt x="269" y="637"/>
                      <a:pt x="271" y="631"/>
                      <a:pt x="273" y="626"/>
                    </a:cubicBezTo>
                    <a:cubicBezTo>
                      <a:pt x="276" y="614"/>
                      <a:pt x="279" y="602"/>
                      <a:pt x="283" y="591"/>
                    </a:cubicBezTo>
                    <a:cubicBezTo>
                      <a:pt x="286" y="584"/>
                      <a:pt x="288" y="577"/>
                      <a:pt x="292" y="570"/>
                    </a:cubicBezTo>
                    <a:lnTo>
                      <a:pt x="291" y="571"/>
                    </a:lnTo>
                    <a:cubicBezTo>
                      <a:pt x="300" y="554"/>
                      <a:pt x="308" y="537"/>
                      <a:pt x="317" y="521"/>
                    </a:cubicBezTo>
                    <a:cubicBezTo>
                      <a:pt x="327" y="503"/>
                      <a:pt x="337" y="487"/>
                      <a:pt x="348" y="470"/>
                    </a:cubicBezTo>
                    <a:cubicBezTo>
                      <a:pt x="348" y="469"/>
                      <a:pt x="350" y="467"/>
                      <a:pt x="350" y="466"/>
                    </a:cubicBezTo>
                    <a:cubicBezTo>
                      <a:pt x="351" y="466"/>
                      <a:pt x="351" y="465"/>
                      <a:pt x="351" y="465"/>
                    </a:cubicBezTo>
                    <a:cubicBezTo>
                      <a:pt x="360" y="450"/>
                      <a:pt x="370" y="436"/>
                      <a:pt x="379" y="421"/>
                    </a:cubicBezTo>
                    <a:cubicBezTo>
                      <a:pt x="379" y="422"/>
                      <a:pt x="379" y="422"/>
                      <a:pt x="379" y="423"/>
                    </a:cubicBezTo>
                    <a:cubicBezTo>
                      <a:pt x="385" y="413"/>
                      <a:pt x="392" y="402"/>
                      <a:pt x="398" y="392"/>
                    </a:cubicBezTo>
                    <a:cubicBezTo>
                      <a:pt x="404" y="383"/>
                      <a:pt x="409" y="373"/>
                      <a:pt x="414" y="363"/>
                    </a:cubicBezTo>
                    <a:cubicBezTo>
                      <a:pt x="418" y="355"/>
                      <a:pt x="421" y="347"/>
                      <a:pt x="424" y="338"/>
                    </a:cubicBezTo>
                    <a:cubicBezTo>
                      <a:pt x="425" y="335"/>
                      <a:pt x="426" y="332"/>
                      <a:pt x="427" y="329"/>
                    </a:cubicBezTo>
                    <a:cubicBezTo>
                      <a:pt x="427" y="327"/>
                      <a:pt x="427" y="325"/>
                      <a:pt x="427" y="323"/>
                    </a:cubicBezTo>
                    <a:lnTo>
                      <a:pt x="427" y="322"/>
                    </a:lnTo>
                    <a:cubicBezTo>
                      <a:pt x="427" y="321"/>
                      <a:pt x="427" y="321"/>
                      <a:pt x="427" y="320"/>
                    </a:cubicBezTo>
                    <a:cubicBezTo>
                      <a:pt x="427" y="319"/>
                      <a:pt x="427" y="319"/>
                      <a:pt x="427" y="319"/>
                    </a:cubicBezTo>
                    <a:lnTo>
                      <a:pt x="426" y="319"/>
                    </a:lnTo>
                    <a:cubicBezTo>
                      <a:pt x="425" y="319"/>
                      <a:pt x="424" y="320"/>
                      <a:pt x="422" y="321"/>
                    </a:cubicBezTo>
                    <a:cubicBezTo>
                      <a:pt x="420" y="321"/>
                      <a:pt x="418" y="322"/>
                      <a:pt x="417" y="323"/>
                    </a:cubicBezTo>
                    <a:cubicBezTo>
                      <a:pt x="414" y="324"/>
                      <a:pt x="411" y="326"/>
                      <a:pt x="408" y="328"/>
                    </a:cubicBezTo>
                    <a:cubicBezTo>
                      <a:pt x="400" y="333"/>
                      <a:pt x="393" y="339"/>
                      <a:pt x="386" y="346"/>
                    </a:cubicBezTo>
                    <a:cubicBezTo>
                      <a:pt x="381" y="350"/>
                      <a:pt x="377" y="354"/>
                      <a:pt x="372" y="359"/>
                    </a:cubicBezTo>
                    <a:cubicBezTo>
                      <a:pt x="368" y="363"/>
                      <a:pt x="365" y="368"/>
                      <a:pt x="361" y="372"/>
                    </a:cubicBezTo>
                    <a:cubicBezTo>
                      <a:pt x="346" y="390"/>
                      <a:pt x="332" y="409"/>
                      <a:pt x="319" y="428"/>
                    </a:cubicBezTo>
                    <a:cubicBezTo>
                      <a:pt x="305" y="449"/>
                      <a:pt x="290" y="470"/>
                      <a:pt x="276" y="490"/>
                    </a:cubicBezTo>
                    <a:cubicBezTo>
                      <a:pt x="262" y="510"/>
                      <a:pt x="246" y="530"/>
                      <a:pt x="231" y="550"/>
                    </a:cubicBezTo>
                    <a:cubicBezTo>
                      <a:pt x="216" y="569"/>
                      <a:pt x="200" y="589"/>
                      <a:pt x="184" y="607"/>
                    </a:cubicBezTo>
                    <a:cubicBezTo>
                      <a:pt x="177" y="617"/>
                      <a:pt x="168" y="625"/>
                      <a:pt x="160" y="634"/>
                    </a:cubicBezTo>
                    <a:cubicBezTo>
                      <a:pt x="156" y="638"/>
                      <a:pt x="152" y="642"/>
                      <a:pt x="147" y="646"/>
                    </a:cubicBezTo>
                    <a:cubicBezTo>
                      <a:pt x="145" y="649"/>
                      <a:pt x="143" y="651"/>
                      <a:pt x="140" y="653"/>
                    </a:cubicBezTo>
                    <a:cubicBezTo>
                      <a:pt x="137" y="655"/>
                      <a:pt x="135" y="657"/>
                      <a:pt x="131" y="658"/>
                    </a:cubicBezTo>
                    <a:cubicBezTo>
                      <a:pt x="125" y="660"/>
                      <a:pt x="117" y="658"/>
                      <a:pt x="114" y="652"/>
                    </a:cubicBezTo>
                    <a:cubicBezTo>
                      <a:pt x="111" y="647"/>
                      <a:pt x="111" y="642"/>
                      <a:pt x="112" y="637"/>
                    </a:cubicBezTo>
                    <a:cubicBezTo>
                      <a:pt x="114" y="633"/>
                      <a:pt x="114" y="630"/>
                      <a:pt x="115" y="627"/>
                    </a:cubicBezTo>
                    <a:cubicBezTo>
                      <a:pt x="117" y="622"/>
                      <a:pt x="119" y="617"/>
                      <a:pt x="122" y="611"/>
                    </a:cubicBezTo>
                    <a:cubicBezTo>
                      <a:pt x="126" y="600"/>
                      <a:pt x="131" y="590"/>
                      <a:pt x="135" y="579"/>
                    </a:cubicBezTo>
                    <a:cubicBezTo>
                      <a:pt x="140" y="568"/>
                      <a:pt x="146" y="558"/>
                      <a:pt x="152" y="547"/>
                    </a:cubicBezTo>
                    <a:cubicBezTo>
                      <a:pt x="157" y="536"/>
                      <a:pt x="164" y="525"/>
                      <a:pt x="170" y="514"/>
                    </a:cubicBezTo>
                    <a:cubicBezTo>
                      <a:pt x="182" y="494"/>
                      <a:pt x="195" y="474"/>
                      <a:pt x="208" y="454"/>
                    </a:cubicBezTo>
                    <a:cubicBezTo>
                      <a:pt x="216" y="442"/>
                      <a:pt x="224" y="431"/>
                      <a:pt x="231" y="419"/>
                    </a:cubicBezTo>
                    <a:cubicBezTo>
                      <a:pt x="240" y="406"/>
                      <a:pt x="248" y="394"/>
                      <a:pt x="256" y="381"/>
                    </a:cubicBezTo>
                    <a:cubicBezTo>
                      <a:pt x="256" y="382"/>
                      <a:pt x="256" y="382"/>
                      <a:pt x="256" y="383"/>
                    </a:cubicBezTo>
                    <a:cubicBezTo>
                      <a:pt x="260" y="375"/>
                      <a:pt x="266" y="367"/>
                      <a:pt x="271" y="358"/>
                    </a:cubicBezTo>
                    <a:cubicBezTo>
                      <a:pt x="277" y="349"/>
                      <a:pt x="283" y="339"/>
                      <a:pt x="288" y="329"/>
                    </a:cubicBezTo>
                    <a:cubicBezTo>
                      <a:pt x="298" y="312"/>
                      <a:pt x="308" y="294"/>
                      <a:pt x="316" y="277"/>
                    </a:cubicBezTo>
                    <a:cubicBezTo>
                      <a:pt x="319" y="272"/>
                      <a:pt x="321" y="267"/>
                      <a:pt x="323" y="263"/>
                    </a:cubicBezTo>
                    <a:cubicBezTo>
                      <a:pt x="325" y="258"/>
                      <a:pt x="327" y="252"/>
                      <a:pt x="329" y="247"/>
                    </a:cubicBezTo>
                    <a:cubicBezTo>
                      <a:pt x="329" y="246"/>
                      <a:pt x="329" y="245"/>
                      <a:pt x="329" y="245"/>
                    </a:cubicBezTo>
                    <a:cubicBezTo>
                      <a:pt x="327" y="246"/>
                      <a:pt x="326" y="247"/>
                      <a:pt x="324" y="248"/>
                    </a:cubicBezTo>
                    <a:cubicBezTo>
                      <a:pt x="324" y="248"/>
                      <a:pt x="325" y="248"/>
                      <a:pt x="325" y="247"/>
                    </a:cubicBezTo>
                    <a:cubicBezTo>
                      <a:pt x="318" y="252"/>
                      <a:pt x="311" y="258"/>
                      <a:pt x="304" y="264"/>
                    </a:cubicBezTo>
                    <a:cubicBezTo>
                      <a:pt x="290" y="277"/>
                      <a:pt x="276" y="292"/>
                      <a:pt x="263" y="307"/>
                    </a:cubicBezTo>
                    <a:cubicBezTo>
                      <a:pt x="248" y="325"/>
                      <a:pt x="234" y="344"/>
                      <a:pt x="219" y="362"/>
                    </a:cubicBezTo>
                    <a:cubicBezTo>
                      <a:pt x="205" y="382"/>
                      <a:pt x="190" y="400"/>
                      <a:pt x="175" y="420"/>
                    </a:cubicBezTo>
                    <a:cubicBezTo>
                      <a:pt x="163" y="437"/>
                      <a:pt x="150" y="454"/>
                      <a:pt x="138" y="471"/>
                    </a:cubicBezTo>
                    <a:cubicBezTo>
                      <a:pt x="127" y="488"/>
                      <a:pt x="117" y="504"/>
                      <a:pt x="105" y="520"/>
                    </a:cubicBezTo>
                    <a:cubicBezTo>
                      <a:pt x="99" y="530"/>
                      <a:pt x="93" y="540"/>
                      <a:pt x="86" y="550"/>
                    </a:cubicBezTo>
                    <a:cubicBezTo>
                      <a:pt x="79" y="560"/>
                      <a:pt x="72" y="570"/>
                      <a:pt x="65" y="580"/>
                    </a:cubicBezTo>
                    <a:cubicBezTo>
                      <a:pt x="62" y="586"/>
                      <a:pt x="58" y="591"/>
                      <a:pt x="54" y="597"/>
                    </a:cubicBezTo>
                    <a:cubicBezTo>
                      <a:pt x="51" y="600"/>
                      <a:pt x="48" y="604"/>
                      <a:pt x="44" y="607"/>
                    </a:cubicBezTo>
                    <a:cubicBezTo>
                      <a:pt x="38" y="611"/>
                      <a:pt x="30" y="611"/>
                      <a:pt x="26" y="607"/>
                    </a:cubicBezTo>
                    <a:cubicBezTo>
                      <a:pt x="19" y="600"/>
                      <a:pt x="22" y="590"/>
                      <a:pt x="23" y="583"/>
                    </a:cubicBezTo>
                    <a:cubicBezTo>
                      <a:pt x="24" y="577"/>
                      <a:pt x="27" y="571"/>
                      <a:pt x="29" y="565"/>
                    </a:cubicBezTo>
                    <a:cubicBezTo>
                      <a:pt x="36" y="544"/>
                      <a:pt x="45" y="522"/>
                      <a:pt x="54" y="501"/>
                    </a:cubicBezTo>
                    <a:cubicBezTo>
                      <a:pt x="64" y="478"/>
                      <a:pt x="75" y="456"/>
                      <a:pt x="87" y="435"/>
                    </a:cubicBezTo>
                    <a:cubicBezTo>
                      <a:pt x="111" y="393"/>
                      <a:pt x="135" y="351"/>
                      <a:pt x="158" y="310"/>
                    </a:cubicBezTo>
                    <a:cubicBezTo>
                      <a:pt x="178" y="276"/>
                      <a:pt x="196" y="242"/>
                      <a:pt x="213" y="208"/>
                    </a:cubicBezTo>
                    <a:cubicBezTo>
                      <a:pt x="213" y="209"/>
                      <a:pt x="213" y="209"/>
                      <a:pt x="213" y="210"/>
                    </a:cubicBezTo>
                    <a:cubicBezTo>
                      <a:pt x="215" y="204"/>
                      <a:pt x="218" y="198"/>
                      <a:pt x="220" y="192"/>
                    </a:cubicBezTo>
                    <a:cubicBezTo>
                      <a:pt x="219" y="192"/>
                      <a:pt x="219" y="193"/>
                      <a:pt x="218" y="194"/>
                    </a:cubicBezTo>
                    <a:cubicBezTo>
                      <a:pt x="209" y="200"/>
                      <a:pt x="200" y="207"/>
                      <a:pt x="192" y="214"/>
                    </a:cubicBezTo>
                    <a:cubicBezTo>
                      <a:pt x="193" y="214"/>
                      <a:pt x="193" y="213"/>
                      <a:pt x="193" y="213"/>
                    </a:cubicBezTo>
                    <a:cubicBezTo>
                      <a:pt x="165" y="238"/>
                      <a:pt x="139" y="267"/>
                      <a:pt x="115" y="296"/>
                    </a:cubicBezTo>
                    <a:lnTo>
                      <a:pt x="115" y="295"/>
                    </a:lnTo>
                    <a:cubicBezTo>
                      <a:pt x="100" y="314"/>
                      <a:pt x="84" y="333"/>
                      <a:pt x="68" y="351"/>
                    </a:cubicBezTo>
                    <a:cubicBezTo>
                      <a:pt x="64" y="355"/>
                      <a:pt x="60" y="359"/>
                      <a:pt x="56" y="363"/>
                    </a:cubicBezTo>
                    <a:cubicBezTo>
                      <a:pt x="51" y="368"/>
                      <a:pt x="46" y="372"/>
                      <a:pt x="41" y="375"/>
                    </a:cubicBezTo>
                    <a:cubicBezTo>
                      <a:pt x="35" y="379"/>
                      <a:pt x="28" y="379"/>
                      <a:pt x="22" y="376"/>
                    </a:cubicBezTo>
                    <a:cubicBezTo>
                      <a:pt x="16" y="374"/>
                      <a:pt x="14" y="367"/>
                      <a:pt x="14" y="362"/>
                    </a:cubicBezTo>
                    <a:cubicBezTo>
                      <a:pt x="14" y="358"/>
                      <a:pt x="15" y="354"/>
                      <a:pt x="16" y="350"/>
                    </a:cubicBezTo>
                    <a:cubicBezTo>
                      <a:pt x="17" y="345"/>
                      <a:pt x="19" y="339"/>
                      <a:pt x="20" y="334"/>
                    </a:cubicBezTo>
                    <a:cubicBezTo>
                      <a:pt x="36" y="287"/>
                      <a:pt x="60" y="244"/>
                      <a:pt x="82" y="201"/>
                    </a:cubicBezTo>
                    <a:cubicBezTo>
                      <a:pt x="90" y="185"/>
                      <a:pt x="98" y="170"/>
                      <a:pt x="107" y="155"/>
                    </a:cubicBezTo>
                    <a:cubicBezTo>
                      <a:pt x="112" y="145"/>
                      <a:pt x="119" y="134"/>
                      <a:pt x="124" y="123"/>
                    </a:cubicBezTo>
                    <a:cubicBezTo>
                      <a:pt x="100" y="148"/>
                      <a:pt x="78" y="174"/>
                      <a:pt x="54" y="199"/>
                    </a:cubicBezTo>
                    <a:cubicBezTo>
                      <a:pt x="52" y="202"/>
                      <a:pt x="50" y="204"/>
                      <a:pt x="47" y="207"/>
                    </a:cubicBezTo>
                    <a:cubicBezTo>
                      <a:pt x="45" y="209"/>
                      <a:pt x="43" y="210"/>
                      <a:pt x="41" y="213"/>
                    </a:cubicBezTo>
                    <a:cubicBezTo>
                      <a:pt x="40" y="214"/>
                      <a:pt x="38" y="216"/>
                      <a:pt x="36" y="216"/>
                    </a:cubicBezTo>
                    <a:cubicBezTo>
                      <a:pt x="34" y="218"/>
                      <a:pt x="31" y="219"/>
                      <a:pt x="29" y="219"/>
                    </a:cubicBezTo>
                    <a:cubicBezTo>
                      <a:pt x="26" y="220"/>
                      <a:pt x="22" y="219"/>
                      <a:pt x="20" y="217"/>
                    </a:cubicBezTo>
                    <a:cubicBezTo>
                      <a:pt x="17" y="215"/>
                      <a:pt x="15" y="211"/>
                      <a:pt x="15" y="208"/>
                    </a:cubicBezTo>
                    <a:cubicBezTo>
                      <a:pt x="15" y="204"/>
                      <a:pt x="15" y="201"/>
                      <a:pt x="16" y="198"/>
                    </a:cubicBezTo>
                    <a:cubicBezTo>
                      <a:pt x="17" y="196"/>
                      <a:pt x="17" y="195"/>
                      <a:pt x="18" y="194"/>
                    </a:cubicBezTo>
                    <a:cubicBezTo>
                      <a:pt x="19" y="191"/>
                      <a:pt x="20" y="188"/>
                      <a:pt x="22" y="185"/>
                    </a:cubicBezTo>
                    <a:cubicBezTo>
                      <a:pt x="24" y="181"/>
                      <a:pt x="26" y="176"/>
                      <a:pt x="28" y="171"/>
                    </a:cubicBezTo>
                    <a:cubicBezTo>
                      <a:pt x="33" y="159"/>
                      <a:pt x="38" y="148"/>
                      <a:pt x="43" y="136"/>
                    </a:cubicBezTo>
                    <a:cubicBezTo>
                      <a:pt x="52" y="114"/>
                      <a:pt x="62" y="93"/>
                      <a:pt x="73" y="71"/>
                    </a:cubicBezTo>
                    <a:cubicBezTo>
                      <a:pt x="78" y="61"/>
                      <a:pt x="83" y="51"/>
                      <a:pt x="88" y="41"/>
                    </a:cubicBezTo>
                    <a:cubicBezTo>
                      <a:pt x="89" y="40"/>
                      <a:pt x="89" y="39"/>
                      <a:pt x="90" y="38"/>
                    </a:cubicBezTo>
                    <a:cubicBezTo>
                      <a:pt x="86" y="41"/>
                      <a:pt x="82" y="43"/>
                      <a:pt x="79" y="46"/>
                    </a:cubicBezTo>
                    <a:cubicBezTo>
                      <a:pt x="72" y="52"/>
                      <a:pt x="65" y="57"/>
                      <a:pt x="59" y="63"/>
                    </a:cubicBezTo>
                    <a:lnTo>
                      <a:pt x="59" y="62"/>
                    </a:lnTo>
                    <a:cubicBezTo>
                      <a:pt x="56" y="66"/>
                      <a:pt x="52" y="69"/>
                      <a:pt x="49" y="72"/>
                    </a:cubicBezTo>
                    <a:cubicBezTo>
                      <a:pt x="45" y="76"/>
                      <a:pt x="41" y="81"/>
                      <a:pt x="37" y="85"/>
                    </a:cubicBezTo>
                    <a:cubicBezTo>
                      <a:pt x="34" y="89"/>
                      <a:pt x="31" y="93"/>
                      <a:pt x="27" y="97"/>
                    </a:cubicBezTo>
                    <a:cubicBezTo>
                      <a:pt x="27" y="98"/>
                      <a:pt x="26" y="100"/>
                      <a:pt x="25" y="101"/>
                    </a:cubicBezTo>
                    <a:lnTo>
                      <a:pt x="24" y="101"/>
                    </a:lnTo>
                    <a:cubicBezTo>
                      <a:pt x="24" y="103"/>
                      <a:pt x="23" y="105"/>
                      <a:pt x="22" y="107"/>
                    </a:cubicBezTo>
                    <a:cubicBezTo>
                      <a:pt x="21" y="107"/>
                      <a:pt x="20" y="108"/>
                      <a:pt x="19" y="108"/>
                    </a:cubicBezTo>
                    <a:cubicBezTo>
                      <a:pt x="15" y="111"/>
                      <a:pt x="8" y="111"/>
                      <a:pt x="4" y="107"/>
                    </a:cubicBezTo>
                    <a:cubicBezTo>
                      <a:pt x="1" y="104"/>
                      <a:pt x="0" y="100"/>
                      <a:pt x="1" y="96"/>
                    </a:cubicBezTo>
                    <a:cubicBezTo>
                      <a:pt x="1" y="96"/>
                      <a:pt x="1" y="95"/>
                      <a:pt x="1" y="94"/>
                    </a:cubicBezTo>
                    <a:cubicBezTo>
                      <a:pt x="1" y="93"/>
                      <a:pt x="2" y="93"/>
                      <a:pt x="2" y="92"/>
                    </a:cubicBezTo>
                    <a:lnTo>
                      <a:pt x="2" y="91"/>
                    </a:lnTo>
                    <a:cubicBezTo>
                      <a:pt x="5" y="86"/>
                      <a:pt x="9" y="82"/>
                      <a:pt x="13" y="77"/>
                    </a:cubicBezTo>
                    <a:cubicBezTo>
                      <a:pt x="17" y="72"/>
                      <a:pt x="22" y="67"/>
                      <a:pt x="26" y="62"/>
                    </a:cubicBezTo>
                    <a:cubicBezTo>
                      <a:pt x="34" y="53"/>
                      <a:pt x="44" y="46"/>
                      <a:pt x="53" y="37"/>
                    </a:cubicBezTo>
                    <a:cubicBezTo>
                      <a:pt x="62" y="30"/>
                      <a:pt x="72" y="23"/>
                      <a:pt x="81" y="15"/>
                    </a:cubicBezTo>
                    <a:cubicBezTo>
                      <a:pt x="86" y="12"/>
                      <a:pt x="90" y="8"/>
                      <a:pt x="95" y="5"/>
                    </a:cubicBezTo>
                    <a:cubicBezTo>
                      <a:pt x="100" y="2"/>
                      <a:pt x="105" y="0"/>
                      <a:pt x="111" y="0"/>
                    </a:cubicBezTo>
                    <a:cubicBezTo>
                      <a:pt x="118" y="1"/>
                      <a:pt x="122" y="7"/>
                      <a:pt x="123" y="14"/>
                    </a:cubicBezTo>
                    <a:cubicBezTo>
                      <a:pt x="124" y="20"/>
                      <a:pt x="121" y="27"/>
                      <a:pt x="118" y="33"/>
                    </a:cubicBezTo>
                    <a:cubicBezTo>
                      <a:pt x="117" y="37"/>
                      <a:pt x="115" y="40"/>
                      <a:pt x="114" y="43"/>
                    </a:cubicBezTo>
                    <a:cubicBezTo>
                      <a:pt x="110" y="50"/>
                      <a:pt x="107" y="57"/>
                      <a:pt x="103" y="64"/>
                    </a:cubicBezTo>
                    <a:cubicBezTo>
                      <a:pt x="96" y="79"/>
                      <a:pt x="88" y="93"/>
                      <a:pt x="81" y="108"/>
                    </a:cubicBezTo>
                    <a:cubicBezTo>
                      <a:pt x="73" y="124"/>
                      <a:pt x="66" y="141"/>
                      <a:pt x="59" y="157"/>
                    </a:cubicBezTo>
                    <a:cubicBezTo>
                      <a:pt x="58" y="159"/>
                      <a:pt x="57" y="162"/>
                      <a:pt x="56" y="164"/>
                    </a:cubicBezTo>
                    <a:cubicBezTo>
                      <a:pt x="63" y="156"/>
                      <a:pt x="70" y="149"/>
                      <a:pt x="76" y="142"/>
                    </a:cubicBezTo>
                    <a:cubicBezTo>
                      <a:pt x="93" y="124"/>
                      <a:pt x="110" y="107"/>
                      <a:pt x="125" y="89"/>
                    </a:cubicBezTo>
                    <a:cubicBezTo>
                      <a:pt x="129" y="85"/>
                      <a:pt x="133" y="80"/>
                      <a:pt x="138" y="76"/>
                    </a:cubicBezTo>
                    <a:cubicBezTo>
                      <a:pt x="140" y="73"/>
                      <a:pt x="145" y="70"/>
                      <a:pt x="149" y="69"/>
                    </a:cubicBezTo>
                    <a:cubicBezTo>
                      <a:pt x="156" y="67"/>
                      <a:pt x="162" y="71"/>
                      <a:pt x="165" y="77"/>
                    </a:cubicBezTo>
                    <a:cubicBezTo>
                      <a:pt x="167" y="82"/>
                      <a:pt x="165" y="89"/>
                      <a:pt x="164" y="94"/>
                    </a:cubicBezTo>
                    <a:cubicBezTo>
                      <a:pt x="163" y="98"/>
                      <a:pt x="161" y="101"/>
                      <a:pt x="159" y="105"/>
                    </a:cubicBezTo>
                    <a:cubicBezTo>
                      <a:pt x="157" y="111"/>
                      <a:pt x="154" y="116"/>
                      <a:pt x="151" y="121"/>
                    </a:cubicBezTo>
                    <a:cubicBezTo>
                      <a:pt x="140" y="143"/>
                      <a:pt x="128" y="165"/>
                      <a:pt x="115" y="186"/>
                    </a:cubicBezTo>
                    <a:cubicBezTo>
                      <a:pt x="107" y="201"/>
                      <a:pt x="99" y="216"/>
                      <a:pt x="91" y="232"/>
                    </a:cubicBezTo>
                    <a:cubicBezTo>
                      <a:pt x="83" y="248"/>
                      <a:pt x="75" y="263"/>
                      <a:pt x="67" y="280"/>
                    </a:cubicBezTo>
                    <a:cubicBezTo>
                      <a:pt x="67" y="279"/>
                      <a:pt x="67" y="279"/>
                      <a:pt x="67" y="279"/>
                    </a:cubicBezTo>
                    <a:cubicBezTo>
                      <a:pt x="58" y="298"/>
                      <a:pt x="50" y="317"/>
                      <a:pt x="44" y="336"/>
                    </a:cubicBezTo>
                    <a:cubicBezTo>
                      <a:pt x="43" y="339"/>
                      <a:pt x="43" y="341"/>
                      <a:pt x="42" y="344"/>
                    </a:cubicBezTo>
                    <a:cubicBezTo>
                      <a:pt x="43" y="343"/>
                      <a:pt x="45" y="342"/>
                      <a:pt x="46" y="340"/>
                    </a:cubicBezTo>
                    <a:cubicBezTo>
                      <a:pt x="54" y="333"/>
                      <a:pt x="61" y="325"/>
                      <a:pt x="68" y="317"/>
                    </a:cubicBezTo>
                    <a:cubicBezTo>
                      <a:pt x="68" y="316"/>
                      <a:pt x="69" y="316"/>
                      <a:pt x="69" y="316"/>
                    </a:cubicBezTo>
                    <a:cubicBezTo>
                      <a:pt x="84" y="298"/>
                      <a:pt x="100" y="280"/>
                      <a:pt x="115" y="262"/>
                    </a:cubicBezTo>
                    <a:cubicBezTo>
                      <a:pt x="131" y="244"/>
                      <a:pt x="147" y="226"/>
                      <a:pt x="164" y="210"/>
                    </a:cubicBezTo>
                    <a:cubicBezTo>
                      <a:pt x="172" y="201"/>
                      <a:pt x="181" y="192"/>
                      <a:pt x="191" y="184"/>
                    </a:cubicBezTo>
                    <a:cubicBezTo>
                      <a:pt x="199" y="177"/>
                      <a:pt x="208" y="170"/>
                      <a:pt x="218" y="164"/>
                    </a:cubicBezTo>
                    <a:cubicBezTo>
                      <a:pt x="221" y="163"/>
                      <a:pt x="223" y="162"/>
                      <a:pt x="226" y="161"/>
                    </a:cubicBezTo>
                    <a:cubicBezTo>
                      <a:pt x="232" y="158"/>
                      <a:pt x="239" y="158"/>
                      <a:pt x="245" y="163"/>
                    </a:cubicBezTo>
                    <a:cubicBezTo>
                      <a:pt x="249" y="168"/>
                      <a:pt x="249" y="174"/>
                      <a:pt x="249" y="180"/>
                    </a:cubicBezTo>
                    <a:cubicBezTo>
                      <a:pt x="248" y="184"/>
                      <a:pt x="247" y="188"/>
                      <a:pt x="245" y="192"/>
                    </a:cubicBezTo>
                    <a:cubicBezTo>
                      <a:pt x="241" y="205"/>
                      <a:pt x="235" y="216"/>
                      <a:pt x="230" y="227"/>
                    </a:cubicBezTo>
                    <a:cubicBezTo>
                      <a:pt x="219" y="248"/>
                      <a:pt x="207" y="269"/>
                      <a:pt x="195" y="289"/>
                    </a:cubicBezTo>
                    <a:cubicBezTo>
                      <a:pt x="184" y="310"/>
                      <a:pt x="171" y="331"/>
                      <a:pt x="158" y="352"/>
                    </a:cubicBezTo>
                    <a:cubicBezTo>
                      <a:pt x="146" y="373"/>
                      <a:pt x="134" y="395"/>
                      <a:pt x="122" y="415"/>
                    </a:cubicBezTo>
                    <a:cubicBezTo>
                      <a:pt x="110" y="437"/>
                      <a:pt x="98" y="458"/>
                      <a:pt x="88" y="480"/>
                    </a:cubicBezTo>
                    <a:cubicBezTo>
                      <a:pt x="87" y="481"/>
                      <a:pt x="87" y="481"/>
                      <a:pt x="87" y="481"/>
                    </a:cubicBezTo>
                    <a:cubicBezTo>
                      <a:pt x="80" y="495"/>
                      <a:pt x="74" y="510"/>
                      <a:pt x="68" y="525"/>
                    </a:cubicBezTo>
                    <a:cubicBezTo>
                      <a:pt x="65" y="534"/>
                      <a:pt x="62" y="543"/>
                      <a:pt x="58" y="551"/>
                    </a:cubicBezTo>
                    <a:cubicBezTo>
                      <a:pt x="65" y="542"/>
                      <a:pt x="72" y="533"/>
                      <a:pt x="78" y="523"/>
                    </a:cubicBezTo>
                    <a:cubicBezTo>
                      <a:pt x="92" y="503"/>
                      <a:pt x="106" y="483"/>
                      <a:pt x="120" y="463"/>
                    </a:cubicBezTo>
                    <a:cubicBezTo>
                      <a:pt x="134" y="443"/>
                      <a:pt x="149" y="424"/>
                      <a:pt x="163" y="404"/>
                    </a:cubicBezTo>
                    <a:cubicBezTo>
                      <a:pt x="177" y="385"/>
                      <a:pt x="191" y="367"/>
                      <a:pt x="205" y="347"/>
                    </a:cubicBezTo>
                    <a:cubicBezTo>
                      <a:pt x="212" y="338"/>
                      <a:pt x="220" y="328"/>
                      <a:pt x="227" y="319"/>
                    </a:cubicBezTo>
                    <a:cubicBezTo>
                      <a:pt x="234" y="309"/>
                      <a:pt x="241" y="300"/>
                      <a:pt x="248" y="290"/>
                    </a:cubicBezTo>
                    <a:cubicBezTo>
                      <a:pt x="264" y="272"/>
                      <a:pt x="281" y="253"/>
                      <a:pt x="300" y="237"/>
                    </a:cubicBezTo>
                    <a:cubicBezTo>
                      <a:pt x="309" y="229"/>
                      <a:pt x="318" y="221"/>
                      <a:pt x="329" y="217"/>
                    </a:cubicBezTo>
                    <a:cubicBezTo>
                      <a:pt x="333" y="216"/>
                      <a:pt x="337" y="214"/>
                      <a:pt x="341" y="215"/>
                    </a:cubicBezTo>
                    <a:cubicBezTo>
                      <a:pt x="344" y="215"/>
                      <a:pt x="347" y="216"/>
                      <a:pt x="350" y="217"/>
                    </a:cubicBezTo>
                    <a:cubicBezTo>
                      <a:pt x="353" y="220"/>
                      <a:pt x="354" y="223"/>
                      <a:pt x="355" y="227"/>
                    </a:cubicBezTo>
                    <a:cubicBezTo>
                      <a:pt x="357" y="234"/>
                      <a:pt x="355" y="241"/>
                      <a:pt x="354" y="248"/>
                    </a:cubicBezTo>
                    <a:cubicBezTo>
                      <a:pt x="353" y="252"/>
                      <a:pt x="351" y="257"/>
                      <a:pt x="349" y="262"/>
                    </a:cubicBezTo>
                    <a:cubicBezTo>
                      <a:pt x="345" y="273"/>
                      <a:pt x="339" y="284"/>
                      <a:pt x="334" y="295"/>
                    </a:cubicBezTo>
                    <a:cubicBezTo>
                      <a:pt x="328" y="306"/>
                      <a:pt x="322" y="316"/>
                      <a:pt x="316" y="327"/>
                    </a:cubicBezTo>
                    <a:cubicBezTo>
                      <a:pt x="292" y="369"/>
                      <a:pt x="263" y="410"/>
                      <a:pt x="236" y="450"/>
                    </a:cubicBezTo>
                    <a:cubicBezTo>
                      <a:pt x="232" y="456"/>
                      <a:pt x="229" y="461"/>
                      <a:pt x="226" y="467"/>
                    </a:cubicBezTo>
                    <a:cubicBezTo>
                      <a:pt x="226" y="466"/>
                      <a:pt x="226" y="466"/>
                      <a:pt x="226" y="466"/>
                    </a:cubicBezTo>
                    <a:cubicBezTo>
                      <a:pt x="226" y="467"/>
                      <a:pt x="226" y="467"/>
                      <a:pt x="225" y="467"/>
                    </a:cubicBezTo>
                    <a:cubicBezTo>
                      <a:pt x="204" y="500"/>
                      <a:pt x="184" y="533"/>
                      <a:pt x="167" y="568"/>
                    </a:cubicBezTo>
                    <a:lnTo>
                      <a:pt x="167" y="567"/>
                    </a:lnTo>
                    <a:cubicBezTo>
                      <a:pt x="160" y="583"/>
                      <a:pt x="153" y="598"/>
                      <a:pt x="146" y="614"/>
                    </a:cubicBezTo>
                    <a:cubicBezTo>
                      <a:pt x="149" y="612"/>
                      <a:pt x="152" y="609"/>
                      <a:pt x="154" y="607"/>
                    </a:cubicBezTo>
                    <a:cubicBezTo>
                      <a:pt x="162" y="598"/>
                      <a:pt x="171" y="589"/>
                      <a:pt x="179" y="580"/>
                    </a:cubicBezTo>
                    <a:cubicBezTo>
                      <a:pt x="186" y="570"/>
                      <a:pt x="195" y="561"/>
                      <a:pt x="202" y="551"/>
                    </a:cubicBezTo>
                    <a:cubicBezTo>
                      <a:pt x="210" y="542"/>
                      <a:pt x="217" y="533"/>
                      <a:pt x="224" y="524"/>
                    </a:cubicBezTo>
                    <a:cubicBezTo>
                      <a:pt x="232" y="513"/>
                      <a:pt x="240" y="503"/>
                      <a:pt x="248" y="493"/>
                    </a:cubicBezTo>
                    <a:cubicBezTo>
                      <a:pt x="254" y="484"/>
                      <a:pt x="260" y="475"/>
                      <a:pt x="267" y="466"/>
                    </a:cubicBezTo>
                    <a:cubicBezTo>
                      <a:pt x="281" y="445"/>
                      <a:pt x="296" y="424"/>
                      <a:pt x="310" y="403"/>
                    </a:cubicBezTo>
                    <a:cubicBezTo>
                      <a:pt x="317" y="393"/>
                      <a:pt x="325" y="383"/>
                      <a:pt x="332" y="373"/>
                    </a:cubicBezTo>
                    <a:cubicBezTo>
                      <a:pt x="339" y="364"/>
                      <a:pt x="346" y="355"/>
                      <a:pt x="354" y="346"/>
                    </a:cubicBezTo>
                    <a:cubicBezTo>
                      <a:pt x="362" y="337"/>
                      <a:pt x="371" y="328"/>
                      <a:pt x="380" y="320"/>
                    </a:cubicBezTo>
                    <a:cubicBezTo>
                      <a:pt x="385" y="316"/>
                      <a:pt x="390" y="312"/>
                      <a:pt x="395" y="308"/>
                    </a:cubicBezTo>
                    <a:cubicBezTo>
                      <a:pt x="400" y="305"/>
                      <a:pt x="404" y="301"/>
                      <a:pt x="410" y="299"/>
                    </a:cubicBezTo>
                    <a:cubicBezTo>
                      <a:pt x="414" y="297"/>
                      <a:pt x="420" y="295"/>
                      <a:pt x="424" y="294"/>
                    </a:cubicBezTo>
                    <a:cubicBezTo>
                      <a:pt x="431" y="293"/>
                      <a:pt x="438" y="295"/>
                      <a:pt x="443" y="300"/>
                    </a:cubicBezTo>
                    <a:cubicBezTo>
                      <a:pt x="445" y="302"/>
                      <a:pt x="447" y="305"/>
                      <a:pt x="449" y="308"/>
                    </a:cubicBezTo>
                    <a:cubicBezTo>
                      <a:pt x="450" y="311"/>
                      <a:pt x="450" y="314"/>
                      <a:pt x="451" y="318"/>
                    </a:cubicBezTo>
                    <a:cubicBezTo>
                      <a:pt x="452" y="325"/>
                      <a:pt x="450" y="333"/>
                      <a:pt x="448" y="341"/>
                    </a:cubicBezTo>
                    <a:cubicBezTo>
                      <a:pt x="446" y="348"/>
                      <a:pt x="443" y="355"/>
                      <a:pt x="440" y="362"/>
                    </a:cubicBezTo>
                    <a:cubicBezTo>
                      <a:pt x="437" y="369"/>
                      <a:pt x="435" y="375"/>
                      <a:pt x="431" y="381"/>
                    </a:cubicBezTo>
                    <a:cubicBezTo>
                      <a:pt x="422" y="397"/>
                      <a:pt x="412" y="413"/>
                      <a:pt x="402" y="429"/>
                    </a:cubicBezTo>
                    <a:cubicBezTo>
                      <a:pt x="392" y="445"/>
                      <a:pt x="381" y="460"/>
                      <a:pt x="371" y="476"/>
                    </a:cubicBezTo>
                    <a:lnTo>
                      <a:pt x="371" y="475"/>
                    </a:lnTo>
                    <a:cubicBezTo>
                      <a:pt x="351" y="506"/>
                      <a:pt x="333" y="538"/>
                      <a:pt x="317" y="572"/>
                    </a:cubicBezTo>
                    <a:cubicBezTo>
                      <a:pt x="317" y="571"/>
                      <a:pt x="318" y="570"/>
                      <a:pt x="318" y="570"/>
                    </a:cubicBezTo>
                    <a:cubicBezTo>
                      <a:pt x="315" y="576"/>
                      <a:pt x="312" y="582"/>
                      <a:pt x="310" y="587"/>
                    </a:cubicBezTo>
                    <a:cubicBezTo>
                      <a:pt x="308" y="593"/>
                      <a:pt x="306" y="599"/>
                      <a:pt x="304" y="604"/>
                    </a:cubicBezTo>
                    <a:cubicBezTo>
                      <a:pt x="303" y="607"/>
                      <a:pt x="302" y="610"/>
                      <a:pt x="301" y="612"/>
                    </a:cubicBezTo>
                    <a:cubicBezTo>
                      <a:pt x="299" y="621"/>
                      <a:pt x="297" y="628"/>
                      <a:pt x="294" y="636"/>
                    </a:cubicBezTo>
                    <a:cubicBezTo>
                      <a:pt x="299" y="632"/>
                      <a:pt x="304" y="626"/>
                      <a:pt x="308" y="621"/>
                    </a:cubicBezTo>
                    <a:cubicBezTo>
                      <a:pt x="316" y="611"/>
                      <a:pt x="325" y="601"/>
                      <a:pt x="332" y="591"/>
                    </a:cubicBezTo>
                    <a:cubicBezTo>
                      <a:pt x="339" y="582"/>
                      <a:pt x="346" y="573"/>
                      <a:pt x="353" y="564"/>
                    </a:cubicBezTo>
                    <a:cubicBezTo>
                      <a:pt x="368" y="544"/>
                      <a:pt x="383" y="524"/>
                      <a:pt x="399" y="505"/>
                    </a:cubicBezTo>
                    <a:cubicBezTo>
                      <a:pt x="407" y="495"/>
                      <a:pt x="415" y="486"/>
                      <a:pt x="424" y="477"/>
                    </a:cubicBezTo>
                    <a:cubicBezTo>
                      <a:pt x="432" y="467"/>
                      <a:pt x="441" y="457"/>
                      <a:pt x="449" y="448"/>
                    </a:cubicBezTo>
                    <a:cubicBezTo>
                      <a:pt x="457" y="440"/>
                      <a:pt x="465" y="431"/>
                      <a:pt x="474" y="424"/>
                    </a:cubicBezTo>
                    <a:cubicBezTo>
                      <a:pt x="476" y="422"/>
                      <a:pt x="478" y="420"/>
                      <a:pt x="481" y="418"/>
                    </a:cubicBezTo>
                    <a:cubicBezTo>
                      <a:pt x="485" y="414"/>
                      <a:pt x="489" y="411"/>
                      <a:pt x="495" y="411"/>
                    </a:cubicBezTo>
                    <a:cubicBezTo>
                      <a:pt x="501" y="411"/>
                      <a:pt x="508" y="415"/>
                      <a:pt x="509" y="422"/>
                    </a:cubicBezTo>
                    <a:cubicBezTo>
                      <a:pt x="511" y="428"/>
                      <a:pt x="510" y="435"/>
                      <a:pt x="508" y="442"/>
                    </a:cubicBezTo>
                    <a:cubicBezTo>
                      <a:pt x="506" y="453"/>
                      <a:pt x="502" y="463"/>
                      <a:pt x="498" y="473"/>
                    </a:cubicBezTo>
                    <a:cubicBezTo>
                      <a:pt x="494" y="482"/>
                      <a:pt x="490" y="491"/>
                      <a:pt x="486" y="499"/>
                    </a:cubicBezTo>
                    <a:cubicBezTo>
                      <a:pt x="478" y="517"/>
                      <a:pt x="469" y="536"/>
                      <a:pt x="460" y="554"/>
                    </a:cubicBezTo>
                    <a:lnTo>
                      <a:pt x="460" y="555"/>
                    </a:lnTo>
                    <a:cubicBezTo>
                      <a:pt x="459" y="556"/>
                      <a:pt x="458" y="558"/>
                      <a:pt x="457" y="560"/>
                    </a:cubicBezTo>
                    <a:cubicBezTo>
                      <a:pt x="457" y="559"/>
                      <a:pt x="457" y="559"/>
                      <a:pt x="458" y="559"/>
                    </a:cubicBezTo>
                    <a:cubicBezTo>
                      <a:pt x="457" y="560"/>
                      <a:pt x="457" y="561"/>
                      <a:pt x="456" y="562"/>
                    </a:cubicBezTo>
                    <a:lnTo>
                      <a:pt x="457" y="561"/>
                    </a:lnTo>
                    <a:cubicBezTo>
                      <a:pt x="456" y="562"/>
                      <a:pt x="456" y="563"/>
                      <a:pt x="455" y="564"/>
                    </a:cubicBezTo>
                    <a:cubicBezTo>
                      <a:pt x="456" y="564"/>
                      <a:pt x="456" y="563"/>
                      <a:pt x="456" y="563"/>
                    </a:cubicBezTo>
                    <a:cubicBezTo>
                      <a:pt x="455" y="564"/>
                      <a:pt x="455" y="565"/>
                      <a:pt x="454" y="566"/>
                    </a:cubicBezTo>
                    <a:cubicBezTo>
                      <a:pt x="449" y="578"/>
                      <a:pt x="443" y="590"/>
                      <a:pt x="438" y="603"/>
                    </a:cubicBezTo>
                    <a:cubicBezTo>
                      <a:pt x="444" y="597"/>
                      <a:pt x="450" y="591"/>
                      <a:pt x="456" y="585"/>
                    </a:cubicBezTo>
                    <a:cubicBezTo>
                      <a:pt x="466" y="576"/>
                      <a:pt x="475" y="566"/>
                      <a:pt x="484" y="557"/>
                    </a:cubicBezTo>
                    <a:cubicBezTo>
                      <a:pt x="501" y="540"/>
                      <a:pt x="517" y="524"/>
                      <a:pt x="534" y="508"/>
                    </a:cubicBezTo>
                    <a:cubicBezTo>
                      <a:pt x="540" y="501"/>
                      <a:pt x="546" y="495"/>
                      <a:pt x="552" y="489"/>
                    </a:cubicBezTo>
                    <a:cubicBezTo>
                      <a:pt x="558" y="483"/>
                      <a:pt x="564" y="477"/>
                      <a:pt x="570" y="472"/>
                    </a:cubicBezTo>
                    <a:cubicBezTo>
                      <a:pt x="575" y="467"/>
                      <a:pt x="580" y="463"/>
                      <a:pt x="588" y="463"/>
                    </a:cubicBezTo>
                    <a:cubicBezTo>
                      <a:pt x="592" y="464"/>
                      <a:pt x="596" y="467"/>
                      <a:pt x="599" y="470"/>
                    </a:cubicBezTo>
                    <a:cubicBezTo>
                      <a:pt x="601" y="473"/>
                      <a:pt x="602" y="478"/>
                      <a:pt x="603" y="482"/>
                    </a:cubicBezTo>
                    <a:cubicBezTo>
                      <a:pt x="604" y="493"/>
                      <a:pt x="601" y="503"/>
                      <a:pt x="598" y="512"/>
                    </a:cubicBezTo>
                    <a:cubicBezTo>
                      <a:pt x="597" y="517"/>
                      <a:pt x="596" y="522"/>
                      <a:pt x="594" y="526"/>
                    </a:cubicBezTo>
                    <a:cubicBezTo>
                      <a:pt x="594" y="526"/>
                      <a:pt x="594" y="525"/>
                      <a:pt x="595" y="525"/>
                    </a:cubicBezTo>
                    <a:cubicBezTo>
                      <a:pt x="592" y="534"/>
                      <a:pt x="588" y="543"/>
                      <a:pt x="584" y="552"/>
                    </a:cubicBezTo>
                    <a:cubicBezTo>
                      <a:pt x="580" y="561"/>
                      <a:pt x="576" y="571"/>
                      <a:pt x="572" y="581"/>
                    </a:cubicBezTo>
                    <a:cubicBezTo>
                      <a:pt x="569" y="589"/>
                      <a:pt x="565" y="597"/>
                      <a:pt x="562" y="605"/>
                    </a:cubicBezTo>
                    <a:cubicBezTo>
                      <a:pt x="564" y="604"/>
                      <a:pt x="566" y="602"/>
                      <a:pt x="568" y="600"/>
                    </a:cubicBezTo>
                    <a:cubicBezTo>
                      <a:pt x="576" y="592"/>
                      <a:pt x="584" y="584"/>
                      <a:pt x="593" y="576"/>
                    </a:cubicBezTo>
                    <a:cubicBezTo>
                      <a:pt x="597" y="572"/>
                      <a:pt x="602" y="568"/>
                      <a:pt x="607" y="563"/>
                    </a:cubicBezTo>
                    <a:cubicBezTo>
                      <a:pt x="611" y="559"/>
                      <a:pt x="615" y="556"/>
                      <a:pt x="620" y="552"/>
                    </a:cubicBezTo>
                    <a:cubicBezTo>
                      <a:pt x="623" y="549"/>
                      <a:pt x="628" y="546"/>
                      <a:pt x="632" y="545"/>
                    </a:cubicBezTo>
                    <a:cubicBezTo>
                      <a:pt x="638" y="543"/>
                      <a:pt x="646" y="545"/>
                      <a:pt x="648" y="551"/>
                    </a:cubicBezTo>
                    <a:cubicBezTo>
                      <a:pt x="650" y="554"/>
                      <a:pt x="651" y="556"/>
                      <a:pt x="651" y="559"/>
                    </a:cubicBezTo>
                    <a:cubicBezTo>
                      <a:pt x="651" y="563"/>
                      <a:pt x="650" y="566"/>
                      <a:pt x="650" y="569"/>
                    </a:cubicBezTo>
                    <a:cubicBezTo>
                      <a:pt x="649" y="572"/>
                      <a:pt x="648" y="575"/>
                      <a:pt x="647" y="578"/>
                    </a:cubicBezTo>
                    <a:cubicBezTo>
                      <a:pt x="644" y="592"/>
                      <a:pt x="640" y="605"/>
                      <a:pt x="637" y="619"/>
                    </a:cubicBezTo>
                    <a:cubicBezTo>
                      <a:pt x="638" y="619"/>
                      <a:pt x="639" y="618"/>
                      <a:pt x="640" y="618"/>
                    </a:cubicBezTo>
                    <a:cubicBezTo>
                      <a:pt x="653" y="609"/>
                      <a:pt x="665" y="600"/>
                      <a:pt x="677" y="590"/>
                    </a:cubicBezTo>
                    <a:cubicBezTo>
                      <a:pt x="681" y="588"/>
                      <a:pt x="684" y="586"/>
                      <a:pt x="688" y="586"/>
                    </a:cubicBezTo>
                    <a:cubicBezTo>
                      <a:pt x="692" y="585"/>
                      <a:pt x="697" y="587"/>
                      <a:pt x="700" y="590"/>
                    </a:cubicBezTo>
                    <a:cubicBezTo>
                      <a:pt x="706" y="596"/>
                      <a:pt x="706" y="604"/>
                      <a:pt x="706" y="611"/>
                    </a:cubicBezTo>
                    <a:cubicBezTo>
                      <a:pt x="705" y="619"/>
                      <a:pt x="704" y="626"/>
                      <a:pt x="703" y="634"/>
                    </a:cubicBezTo>
                    <a:cubicBezTo>
                      <a:pt x="703" y="635"/>
                      <a:pt x="703" y="635"/>
                      <a:pt x="703" y="636"/>
                    </a:cubicBezTo>
                    <a:cubicBezTo>
                      <a:pt x="703" y="635"/>
                      <a:pt x="703" y="635"/>
                      <a:pt x="703" y="635"/>
                    </a:cubicBezTo>
                    <a:cubicBezTo>
                      <a:pt x="703" y="636"/>
                      <a:pt x="703" y="637"/>
                      <a:pt x="703" y="639"/>
                    </a:cubicBezTo>
                    <a:cubicBezTo>
                      <a:pt x="707" y="642"/>
                      <a:pt x="707" y="647"/>
                      <a:pt x="706" y="652"/>
                    </a:cubicBezTo>
                    <a:cubicBezTo>
                      <a:pt x="703" y="658"/>
                      <a:pt x="696" y="661"/>
                      <a:pt x="690" y="659"/>
                    </a:cubicBezTo>
                    <a:cubicBezTo>
                      <a:pt x="689" y="658"/>
                      <a:pt x="688" y="658"/>
                      <a:pt x="686" y="657"/>
                    </a:cubicBezTo>
                    <a:cubicBezTo>
                      <a:pt x="685" y="656"/>
                      <a:pt x="683" y="655"/>
                      <a:pt x="682" y="653"/>
                    </a:cubicBezTo>
                    <a:cubicBezTo>
                      <a:pt x="679" y="650"/>
                      <a:pt x="679" y="647"/>
                      <a:pt x="678" y="643"/>
                    </a:cubicBezTo>
                    <a:cubicBezTo>
                      <a:pt x="678" y="639"/>
                      <a:pt x="678" y="633"/>
                      <a:pt x="679" y="629"/>
                    </a:cubicBezTo>
                    <a:cubicBezTo>
                      <a:pt x="679" y="625"/>
                      <a:pt x="680" y="622"/>
                      <a:pt x="681" y="618"/>
                    </a:cubicBezTo>
                    <a:cubicBezTo>
                      <a:pt x="671" y="625"/>
                      <a:pt x="662" y="632"/>
                      <a:pt x="653" y="638"/>
                    </a:cubicBezTo>
                    <a:cubicBezTo>
                      <a:pt x="653" y="637"/>
                      <a:pt x="654" y="637"/>
                      <a:pt x="654" y="637"/>
                    </a:cubicBezTo>
                    <a:cubicBezTo>
                      <a:pt x="653" y="638"/>
                      <a:pt x="651" y="639"/>
                      <a:pt x="649" y="640"/>
                    </a:cubicBezTo>
                    <a:cubicBezTo>
                      <a:pt x="644" y="643"/>
                      <a:pt x="640" y="646"/>
                      <a:pt x="636" y="648"/>
                    </a:cubicBezTo>
                    <a:cubicBezTo>
                      <a:pt x="632" y="650"/>
                      <a:pt x="626" y="651"/>
                      <a:pt x="621" y="650"/>
                    </a:cubicBezTo>
                    <a:cubicBezTo>
                      <a:pt x="617" y="649"/>
                      <a:pt x="613" y="646"/>
                      <a:pt x="611" y="643"/>
                    </a:cubicBezTo>
                    <a:cubicBezTo>
                      <a:pt x="608" y="636"/>
                      <a:pt x="609" y="630"/>
                      <a:pt x="611" y="623"/>
                    </a:cubicBezTo>
                    <a:cubicBezTo>
                      <a:pt x="611" y="619"/>
                      <a:pt x="612" y="616"/>
                      <a:pt x="614" y="612"/>
                    </a:cubicBezTo>
                    <a:cubicBezTo>
                      <a:pt x="615" y="604"/>
                      <a:pt x="618" y="596"/>
                      <a:pt x="620" y="587"/>
                    </a:cubicBezTo>
                    <a:cubicBezTo>
                      <a:pt x="621" y="585"/>
                      <a:pt x="621" y="583"/>
                      <a:pt x="621" y="582"/>
                    </a:cubicBezTo>
                    <a:cubicBezTo>
                      <a:pt x="617" y="585"/>
                      <a:pt x="612" y="589"/>
                      <a:pt x="608" y="593"/>
                    </a:cubicBezTo>
                    <a:cubicBezTo>
                      <a:pt x="608" y="592"/>
                      <a:pt x="609" y="592"/>
                      <a:pt x="609" y="592"/>
                    </a:cubicBezTo>
                    <a:cubicBezTo>
                      <a:pt x="591" y="608"/>
                      <a:pt x="575" y="626"/>
                      <a:pt x="558" y="643"/>
                    </a:cubicBezTo>
                    <a:cubicBezTo>
                      <a:pt x="556" y="646"/>
                      <a:pt x="553" y="648"/>
                      <a:pt x="550" y="650"/>
                    </a:cubicBezTo>
                    <a:cubicBezTo>
                      <a:pt x="548" y="653"/>
                      <a:pt x="545" y="654"/>
                      <a:pt x="542" y="656"/>
                    </a:cubicBezTo>
                    <a:cubicBezTo>
                      <a:pt x="535" y="657"/>
                      <a:pt x="528" y="654"/>
                      <a:pt x="525" y="648"/>
                    </a:cubicBezTo>
                    <a:cubicBezTo>
                      <a:pt x="522" y="640"/>
                      <a:pt x="526" y="632"/>
                      <a:pt x="529" y="624"/>
                    </a:cubicBezTo>
                    <a:cubicBezTo>
                      <a:pt x="533" y="613"/>
                      <a:pt x="538" y="602"/>
                      <a:pt x="543" y="590"/>
                    </a:cubicBezTo>
                    <a:cubicBezTo>
                      <a:pt x="548" y="578"/>
                      <a:pt x="553" y="566"/>
                      <a:pt x="558" y="554"/>
                    </a:cubicBezTo>
                    <a:cubicBezTo>
                      <a:pt x="563" y="542"/>
                      <a:pt x="568" y="530"/>
                      <a:pt x="572" y="518"/>
                    </a:cubicBezTo>
                    <a:cubicBezTo>
                      <a:pt x="574" y="512"/>
                      <a:pt x="576" y="505"/>
                      <a:pt x="577" y="498"/>
                    </a:cubicBezTo>
                    <a:cubicBezTo>
                      <a:pt x="575" y="501"/>
                      <a:pt x="572" y="502"/>
                      <a:pt x="570" y="505"/>
                    </a:cubicBezTo>
                    <a:lnTo>
                      <a:pt x="570" y="504"/>
                    </a:lnTo>
                    <a:cubicBezTo>
                      <a:pt x="534" y="537"/>
                      <a:pt x="501" y="573"/>
                      <a:pt x="466" y="608"/>
                    </a:cubicBezTo>
                    <a:cubicBezTo>
                      <a:pt x="457" y="617"/>
                      <a:pt x="449" y="625"/>
                      <a:pt x="439" y="634"/>
                    </a:cubicBezTo>
                    <a:cubicBezTo>
                      <a:pt x="436" y="637"/>
                      <a:pt x="432" y="640"/>
                      <a:pt x="428" y="644"/>
                    </a:cubicBezTo>
                    <a:cubicBezTo>
                      <a:pt x="422" y="648"/>
                      <a:pt x="415" y="651"/>
                      <a:pt x="409" y="649"/>
                    </a:cubicBezTo>
                    <a:cubicBezTo>
                      <a:pt x="403" y="646"/>
                      <a:pt x="400" y="640"/>
                      <a:pt x="400" y="635"/>
                    </a:cubicBezTo>
                    <a:cubicBezTo>
                      <a:pt x="400" y="630"/>
                      <a:pt x="403" y="625"/>
                      <a:pt x="404" y="621"/>
                    </a:cubicBezTo>
                    <a:cubicBezTo>
                      <a:pt x="409" y="610"/>
                      <a:pt x="414" y="599"/>
                      <a:pt x="418" y="589"/>
                    </a:cubicBezTo>
                    <a:cubicBezTo>
                      <a:pt x="424" y="577"/>
                      <a:pt x="428" y="566"/>
                      <a:pt x="434" y="556"/>
                    </a:cubicBezTo>
                    <a:cubicBezTo>
                      <a:pt x="440" y="543"/>
                      <a:pt x="446" y="530"/>
                      <a:pt x="452" y="516"/>
                    </a:cubicBezTo>
                    <a:lnTo>
                      <a:pt x="452" y="517"/>
                    </a:lnTo>
                    <a:cubicBezTo>
                      <a:pt x="452" y="516"/>
                      <a:pt x="453" y="516"/>
                      <a:pt x="453" y="516"/>
                    </a:cubicBezTo>
                    <a:cubicBezTo>
                      <a:pt x="454" y="511"/>
                      <a:pt x="457" y="506"/>
                      <a:pt x="459" y="502"/>
                    </a:cubicBezTo>
                    <a:lnTo>
                      <a:pt x="459" y="503"/>
                    </a:lnTo>
                    <a:cubicBezTo>
                      <a:pt x="463" y="494"/>
                      <a:pt x="467" y="485"/>
                      <a:pt x="471" y="475"/>
                    </a:cubicBezTo>
                    <a:cubicBezTo>
                      <a:pt x="473" y="470"/>
                      <a:pt x="475" y="465"/>
                      <a:pt x="477" y="459"/>
                    </a:cubicBezTo>
                    <a:cubicBezTo>
                      <a:pt x="478" y="457"/>
                      <a:pt x="479" y="454"/>
                      <a:pt x="480" y="451"/>
                    </a:cubicBezTo>
                    <a:cubicBezTo>
                      <a:pt x="461" y="469"/>
                      <a:pt x="444" y="488"/>
                      <a:pt x="427" y="507"/>
                    </a:cubicBezTo>
                    <a:cubicBezTo>
                      <a:pt x="427" y="506"/>
                      <a:pt x="428" y="506"/>
                      <a:pt x="428" y="506"/>
                    </a:cubicBezTo>
                    <a:cubicBezTo>
                      <a:pt x="420" y="515"/>
                      <a:pt x="413" y="524"/>
                      <a:pt x="405" y="533"/>
                    </a:cubicBezTo>
                    <a:cubicBezTo>
                      <a:pt x="397" y="543"/>
                      <a:pt x="389" y="554"/>
                      <a:pt x="380" y="564"/>
                    </a:cubicBezTo>
                    <a:cubicBezTo>
                      <a:pt x="367" y="583"/>
                      <a:pt x="353" y="602"/>
                      <a:pt x="338" y="621"/>
                    </a:cubicBezTo>
                    <a:cubicBezTo>
                      <a:pt x="334" y="625"/>
                      <a:pt x="330" y="630"/>
                      <a:pt x="326" y="636"/>
                    </a:cubicBezTo>
                    <a:cubicBezTo>
                      <a:pt x="322" y="640"/>
                      <a:pt x="318" y="646"/>
                      <a:pt x="313" y="650"/>
                    </a:cubicBezTo>
                    <a:cubicBezTo>
                      <a:pt x="307" y="657"/>
                      <a:pt x="301" y="665"/>
                      <a:pt x="294" y="671"/>
                    </a:cubicBezTo>
                    <a:cubicBezTo>
                      <a:pt x="289" y="674"/>
                      <a:pt x="283" y="678"/>
                      <a:pt x="277" y="678"/>
                    </a:cubicBezTo>
                    <a:cubicBezTo>
                      <a:pt x="277" y="678"/>
                      <a:pt x="276" y="678"/>
                      <a:pt x="276" y="6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6" name="Google Shape;4296;p50">
                <a:extLst>
                  <a:ext uri="{FF2B5EF4-FFF2-40B4-BE49-F238E27FC236}">
                    <a16:creationId xmlns:a16="http://schemas.microsoft.com/office/drawing/2014/main" id="{488C687D-5ED5-1628-7899-CDE5AF8E392F}"/>
                  </a:ext>
                </a:extLst>
              </p:cNvPr>
              <p:cNvSpPr/>
              <p:nvPr/>
            </p:nvSpPr>
            <p:spPr>
              <a:xfrm>
                <a:off x="1349280" y="874080"/>
                <a:ext cx="512280" cy="509400"/>
              </a:xfrm>
              <a:custGeom>
                <a:avLst/>
                <a:gdLst/>
                <a:ahLst/>
                <a:cxnLst/>
                <a:rect l="l" t="t" r="r" b="b"/>
                <a:pathLst>
                  <a:path w="1423" h="1415" extrusionOk="0">
                    <a:moveTo>
                      <a:pt x="1387" y="1412"/>
                    </a:moveTo>
                    <a:cubicBezTo>
                      <a:pt x="1369" y="1401"/>
                      <a:pt x="1353" y="1388"/>
                      <a:pt x="1337" y="1374"/>
                    </a:cubicBezTo>
                    <a:cubicBezTo>
                      <a:pt x="1320" y="1360"/>
                      <a:pt x="1303" y="1346"/>
                      <a:pt x="1287" y="1331"/>
                    </a:cubicBezTo>
                    <a:cubicBezTo>
                      <a:pt x="1271" y="1316"/>
                      <a:pt x="1256" y="1302"/>
                      <a:pt x="1241" y="1287"/>
                    </a:cubicBezTo>
                    <a:cubicBezTo>
                      <a:pt x="1224" y="1271"/>
                      <a:pt x="1209" y="1255"/>
                      <a:pt x="1194" y="1238"/>
                    </a:cubicBezTo>
                    <a:cubicBezTo>
                      <a:pt x="1185" y="1229"/>
                      <a:pt x="1176" y="1220"/>
                      <a:pt x="1168" y="1210"/>
                    </a:cubicBezTo>
                    <a:cubicBezTo>
                      <a:pt x="1138" y="1179"/>
                      <a:pt x="1105" y="1153"/>
                      <a:pt x="1073" y="1125"/>
                    </a:cubicBezTo>
                    <a:cubicBezTo>
                      <a:pt x="1056" y="1111"/>
                      <a:pt x="1040" y="1097"/>
                      <a:pt x="1024" y="1083"/>
                    </a:cubicBezTo>
                    <a:cubicBezTo>
                      <a:pt x="1009" y="1067"/>
                      <a:pt x="993" y="1052"/>
                      <a:pt x="977" y="1036"/>
                    </a:cubicBezTo>
                    <a:cubicBezTo>
                      <a:pt x="947" y="1006"/>
                      <a:pt x="916" y="976"/>
                      <a:pt x="885" y="947"/>
                    </a:cubicBezTo>
                    <a:cubicBezTo>
                      <a:pt x="856" y="919"/>
                      <a:pt x="826" y="893"/>
                      <a:pt x="798" y="864"/>
                    </a:cubicBezTo>
                    <a:lnTo>
                      <a:pt x="797" y="864"/>
                    </a:lnTo>
                    <a:lnTo>
                      <a:pt x="798" y="864"/>
                    </a:lnTo>
                    <a:cubicBezTo>
                      <a:pt x="781" y="847"/>
                      <a:pt x="765" y="829"/>
                      <a:pt x="749" y="812"/>
                    </a:cubicBezTo>
                    <a:lnTo>
                      <a:pt x="750" y="813"/>
                    </a:lnTo>
                    <a:cubicBezTo>
                      <a:pt x="720" y="782"/>
                      <a:pt x="689" y="752"/>
                      <a:pt x="660" y="721"/>
                    </a:cubicBezTo>
                    <a:cubicBezTo>
                      <a:pt x="646" y="705"/>
                      <a:pt x="632" y="689"/>
                      <a:pt x="619" y="673"/>
                    </a:cubicBezTo>
                    <a:cubicBezTo>
                      <a:pt x="607" y="658"/>
                      <a:pt x="595" y="642"/>
                      <a:pt x="582" y="627"/>
                    </a:cubicBezTo>
                    <a:cubicBezTo>
                      <a:pt x="573" y="616"/>
                      <a:pt x="563" y="606"/>
                      <a:pt x="554" y="596"/>
                    </a:cubicBezTo>
                    <a:lnTo>
                      <a:pt x="555" y="597"/>
                    </a:lnTo>
                    <a:cubicBezTo>
                      <a:pt x="554" y="596"/>
                      <a:pt x="554" y="596"/>
                      <a:pt x="554" y="596"/>
                    </a:cubicBezTo>
                    <a:cubicBezTo>
                      <a:pt x="554" y="596"/>
                      <a:pt x="553" y="595"/>
                      <a:pt x="552" y="594"/>
                    </a:cubicBezTo>
                    <a:cubicBezTo>
                      <a:pt x="553" y="595"/>
                      <a:pt x="553" y="595"/>
                      <a:pt x="554" y="596"/>
                    </a:cubicBezTo>
                    <a:cubicBezTo>
                      <a:pt x="524" y="565"/>
                      <a:pt x="492" y="536"/>
                      <a:pt x="462" y="506"/>
                    </a:cubicBezTo>
                    <a:cubicBezTo>
                      <a:pt x="446" y="491"/>
                      <a:pt x="430" y="474"/>
                      <a:pt x="415" y="457"/>
                    </a:cubicBezTo>
                    <a:cubicBezTo>
                      <a:pt x="401" y="441"/>
                      <a:pt x="389" y="424"/>
                      <a:pt x="375" y="408"/>
                    </a:cubicBezTo>
                    <a:cubicBezTo>
                      <a:pt x="365" y="396"/>
                      <a:pt x="354" y="385"/>
                      <a:pt x="344" y="374"/>
                    </a:cubicBezTo>
                    <a:cubicBezTo>
                      <a:pt x="293" y="321"/>
                      <a:pt x="238" y="272"/>
                      <a:pt x="187" y="219"/>
                    </a:cubicBezTo>
                    <a:cubicBezTo>
                      <a:pt x="157" y="187"/>
                      <a:pt x="122" y="160"/>
                      <a:pt x="91" y="130"/>
                    </a:cubicBezTo>
                    <a:cubicBezTo>
                      <a:pt x="76" y="115"/>
                      <a:pt x="62" y="100"/>
                      <a:pt x="48" y="84"/>
                    </a:cubicBezTo>
                    <a:cubicBezTo>
                      <a:pt x="35" y="69"/>
                      <a:pt x="22" y="54"/>
                      <a:pt x="9" y="39"/>
                    </a:cubicBezTo>
                    <a:cubicBezTo>
                      <a:pt x="0" y="30"/>
                      <a:pt x="0" y="16"/>
                      <a:pt x="9" y="8"/>
                    </a:cubicBezTo>
                    <a:cubicBezTo>
                      <a:pt x="19" y="0"/>
                      <a:pt x="34" y="2"/>
                      <a:pt x="40" y="13"/>
                    </a:cubicBezTo>
                    <a:cubicBezTo>
                      <a:pt x="41" y="13"/>
                      <a:pt x="41" y="13"/>
                      <a:pt x="41" y="13"/>
                    </a:cubicBezTo>
                    <a:cubicBezTo>
                      <a:pt x="41" y="14"/>
                      <a:pt x="41" y="14"/>
                      <a:pt x="41" y="15"/>
                    </a:cubicBezTo>
                    <a:cubicBezTo>
                      <a:pt x="42" y="15"/>
                      <a:pt x="42" y="15"/>
                      <a:pt x="42" y="15"/>
                    </a:cubicBezTo>
                    <a:lnTo>
                      <a:pt x="41" y="15"/>
                    </a:lnTo>
                    <a:cubicBezTo>
                      <a:pt x="42" y="15"/>
                      <a:pt x="43" y="16"/>
                      <a:pt x="43" y="17"/>
                    </a:cubicBezTo>
                    <a:cubicBezTo>
                      <a:pt x="52" y="28"/>
                      <a:pt x="62" y="39"/>
                      <a:pt x="71" y="50"/>
                    </a:cubicBezTo>
                    <a:cubicBezTo>
                      <a:pt x="81" y="60"/>
                      <a:pt x="90" y="71"/>
                      <a:pt x="100" y="81"/>
                    </a:cubicBezTo>
                    <a:cubicBezTo>
                      <a:pt x="130" y="112"/>
                      <a:pt x="163" y="140"/>
                      <a:pt x="195" y="169"/>
                    </a:cubicBezTo>
                    <a:cubicBezTo>
                      <a:pt x="211" y="183"/>
                      <a:pt x="225" y="199"/>
                      <a:pt x="240" y="214"/>
                    </a:cubicBezTo>
                    <a:cubicBezTo>
                      <a:pt x="255" y="230"/>
                      <a:pt x="271" y="245"/>
                      <a:pt x="287" y="261"/>
                    </a:cubicBezTo>
                    <a:cubicBezTo>
                      <a:pt x="319" y="292"/>
                      <a:pt x="352" y="322"/>
                      <a:pt x="382" y="355"/>
                    </a:cubicBezTo>
                    <a:cubicBezTo>
                      <a:pt x="397" y="371"/>
                      <a:pt x="411" y="387"/>
                      <a:pt x="425" y="404"/>
                    </a:cubicBezTo>
                    <a:cubicBezTo>
                      <a:pt x="438" y="421"/>
                      <a:pt x="452" y="437"/>
                      <a:pt x="466" y="452"/>
                    </a:cubicBezTo>
                    <a:cubicBezTo>
                      <a:pt x="505" y="491"/>
                      <a:pt x="545" y="527"/>
                      <a:pt x="583" y="566"/>
                    </a:cubicBezTo>
                    <a:cubicBezTo>
                      <a:pt x="585" y="568"/>
                      <a:pt x="586" y="569"/>
                      <a:pt x="588" y="571"/>
                    </a:cubicBezTo>
                    <a:lnTo>
                      <a:pt x="587" y="571"/>
                    </a:lnTo>
                    <a:cubicBezTo>
                      <a:pt x="588" y="571"/>
                      <a:pt x="588" y="571"/>
                      <a:pt x="589" y="571"/>
                    </a:cubicBezTo>
                    <a:cubicBezTo>
                      <a:pt x="589" y="572"/>
                      <a:pt x="589" y="572"/>
                      <a:pt x="590" y="572"/>
                    </a:cubicBezTo>
                    <a:cubicBezTo>
                      <a:pt x="589" y="572"/>
                      <a:pt x="589" y="572"/>
                      <a:pt x="589" y="572"/>
                    </a:cubicBezTo>
                    <a:cubicBezTo>
                      <a:pt x="599" y="582"/>
                      <a:pt x="608" y="593"/>
                      <a:pt x="618" y="603"/>
                    </a:cubicBezTo>
                    <a:cubicBezTo>
                      <a:pt x="627" y="615"/>
                      <a:pt x="636" y="626"/>
                      <a:pt x="644" y="638"/>
                    </a:cubicBezTo>
                    <a:cubicBezTo>
                      <a:pt x="664" y="662"/>
                      <a:pt x="684" y="685"/>
                      <a:pt x="704" y="707"/>
                    </a:cubicBezTo>
                    <a:cubicBezTo>
                      <a:pt x="721" y="724"/>
                      <a:pt x="738" y="741"/>
                      <a:pt x="755" y="758"/>
                    </a:cubicBezTo>
                    <a:cubicBezTo>
                      <a:pt x="772" y="774"/>
                      <a:pt x="788" y="792"/>
                      <a:pt x="805" y="809"/>
                    </a:cubicBezTo>
                    <a:cubicBezTo>
                      <a:pt x="804" y="809"/>
                      <a:pt x="804" y="808"/>
                      <a:pt x="802" y="807"/>
                    </a:cubicBezTo>
                    <a:cubicBezTo>
                      <a:pt x="805" y="809"/>
                      <a:pt x="807" y="812"/>
                      <a:pt x="809" y="813"/>
                    </a:cubicBezTo>
                    <a:cubicBezTo>
                      <a:pt x="808" y="813"/>
                      <a:pt x="808" y="812"/>
                      <a:pt x="807" y="812"/>
                    </a:cubicBezTo>
                    <a:cubicBezTo>
                      <a:pt x="809" y="813"/>
                      <a:pt x="811" y="816"/>
                      <a:pt x="812" y="818"/>
                    </a:cubicBezTo>
                    <a:cubicBezTo>
                      <a:pt x="812" y="817"/>
                      <a:pt x="811" y="816"/>
                      <a:pt x="811" y="816"/>
                    </a:cubicBezTo>
                    <a:cubicBezTo>
                      <a:pt x="812" y="817"/>
                      <a:pt x="813" y="818"/>
                      <a:pt x="814" y="819"/>
                    </a:cubicBezTo>
                    <a:lnTo>
                      <a:pt x="813" y="819"/>
                    </a:lnTo>
                    <a:cubicBezTo>
                      <a:pt x="821" y="827"/>
                      <a:pt x="829" y="834"/>
                      <a:pt x="837" y="843"/>
                    </a:cubicBezTo>
                    <a:cubicBezTo>
                      <a:pt x="836" y="843"/>
                      <a:pt x="836" y="842"/>
                      <a:pt x="836" y="842"/>
                    </a:cubicBezTo>
                    <a:cubicBezTo>
                      <a:pt x="836" y="843"/>
                      <a:pt x="837" y="843"/>
                      <a:pt x="837" y="843"/>
                    </a:cubicBezTo>
                    <a:cubicBezTo>
                      <a:pt x="837" y="843"/>
                      <a:pt x="837" y="844"/>
                      <a:pt x="838" y="844"/>
                    </a:cubicBezTo>
                    <a:cubicBezTo>
                      <a:pt x="837" y="844"/>
                      <a:pt x="837" y="844"/>
                      <a:pt x="837" y="843"/>
                    </a:cubicBezTo>
                    <a:cubicBezTo>
                      <a:pt x="851" y="857"/>
                      <a:pt x="865" y="871"/>
                      <a:pt x="879" y="883"/>
                    </a:cubicBezTo>
                    <a:cubicBezTo>
                      <a:pt x="894" y="898"/>
                      <a:pt x="910" y="912"/>
                      <a:pt x="925" y="926"/>
                    </a:cubicBezTo>
                    <a:cubicBezTo>
                      <a:pt x="957" y="955"/>
                      <a:pt x="987" y="986"/>
                      <a:pt x="1017" y="1017"/>
                    </a:cubicBezTo>
                    <a:cubicBezTo>
                      <a:pt x="1032" y="1032"/>
                      <a:pt x="1048" y="1047"/>
                      <a:pt x="1065" y="1062"/>
                    </a:cubicBezTo>
                    <a:cubicBezTo>
                      <a:pt x="1080" y="1076"/>
                      <a:pt x="1097" y="1090"/>
                      <a:pt x="1113" y="1104"/>
                    </a:cubicBezTo>
                    <a:cubicBezTo>
                      <a:pt x="1129" y="1117"/>
                      <a:pt x="1145" y="1130"/>
                      <a:pt x="1160" y="1144"/>
                    </a:cubicBezTo>
                    <a:cubicBezTo>
                      <a:pt x="1169" y="1151"/>
                      <a:pt x="1177" y="1159"/>
                      <a:pt x="1185" y="1167"/>
                    </a:cubicBezTo>
                    <a:cubicBezTo>
                      <a:pt x="1193" y="1175"/>
                      <a:pt x="1201" y="1183"/>
                      <a:pt x="1209" y="1192"/>
                    </a:cubicBezTo>
                    <a:cubicBezTo>
                      <a:pt x="1225" y="1208"/>
                      <a:pt x="1241" y="1226"/>
                      <a:pt x="1256" y="1243"/>
                    </a:cubicBezTo>
                    <a:lnTo>
                      <a:pt x="1256" y="1242"/>
                    </a:lnTo>
                    <a:cubicBezTo>
                      <a:pt x="1273" y="1259"/>
                      <a:pt x="1290" y="1275"/>
                      <a:pt x="1308" y="1292"/>
                    </a:cubicBezTo>
                    <a:cubicBezTo>
                      <a:pt x="1326" y="1308"/>
                      <a:pt x="1343" y="1324"/>
                      <a:pt x="1362" y="1339"/>
                    </a:cubicBezTo>
                    <a:cubicBezTo>
                      <a:pt x="1361" y="1338"/>
                      <a:pt x="1361" y="1338"/>
                      <a:pt x="1359" y="1337"/>
                    </a:cubicBezTo>
                    <a:cubicBezTo>
                      <a:pt x="1376" y="1350"/>
                      <a:pt x="1393" y="1362"/>
                      <a:pt x="1410" y="1375"/>
                    </a:cubicBezTo>
                    <a:cubicBezTo>
                      <a:pt x="1418" y="1382"/>
                      <a:pt x="1422" y="1393"/>
                      <a:pt x="1416" y="1403"/>
                    </a:cubicBezTo>
                    <a:cubicBezTo>
                      <a:pt x="1413" y="1410"/>
                      <a:pt x="1405" y="1414"/>
                      <a:pt x="1397" y="1414"/>
                    </a:cubicBezTo>
                    <a:cubicBezTo>
                      <a:pt x="1394" y="1414"/>
                      <a:pt x="1390" y="1414"/>
                      <a:pt x="1387" y="14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97" name="Google Shape;4297;p50">
              <a:extLst>
                <a:ext uri="{FF2B5EF4-FFF2-40B4-BE49-F238E27FC236}">
                  <a16:creationId xmlns:a16="http://schemas.microsoft.com/office/drawing/2014/main" id="{2E52BF58-51ED-8D9B-FD76-98484B6319AC}"/>
                </a:ext>
              </a:extLst>
            </p:cNvPr>
            <p:cNvGrpSpPr/>
            <p:nvPr/>
          </p:nvGrpSpPr>
          <p:grpSpPr>
            <a:xfrm>
              <a:off x="7634229" y="-395287"/>
              <a:ext cx="3792570" cy="2175481"/>
              <a:chOff x="-1039340" y="3405957"/>
              <a:chExt cx="1762920" cy="1011240"/>
            </a:xfrm>
          </p:grpSpPr>
          <p:sp>
            <p:nvSpPr>
              <p:cNvPr id="4298" name="Google Shape;4298;p50">
                <a:extLst>
                  <a:ext uri="{FF2B5EF4-FFF2-40B4-BE49-F238E27FC236}">
                    <a16:creationId xmlns:a16="http://schemas.microsoft.com/office/drawing/2014/main" id="{20D7E38E-3877-44A9-C3EF-2A3540FA7EAA}"/>
                  </a:ext>
                </a:extLst>
              </p:cNvPr>
              <p:cNvSpPr/>
              <p:nvPr/>
            </p:nvSpPr>
            <p:spPr>
              <a:xfrm>
                <a:off x="180340" y="3999597"/>
                <a:ext cx="51840" cy="84240"/>
              </a:xfrm>
              <a:custGeom>
                <a:avLst/>
                <a:gdLst/>
                <a:ahLst/>
                <a:cxnLst/>
                <a:rect l="l" t="t" r="r" b="b"/>
                <a:pathLst>
                  <a:path w="144" h="234" extrusionOk="0">
                    <a:moveTo>
                      <a:pt x="16" y="232"/>
                    </a:moveTo>
                    <a:cubicBezTo>
                      <a:pt x="8" y="229"/>
                      <a:pt x="3" y="221"/>
                      <a:pt x="1" y="213"/>
                    </a:cubicBezTo>
                    <a:cubicBezTo>
                      <a:pt x="0" y="209"/>
                      <a:pt x="1" y="205"/>
                      <a:pt x="2" y="201"/>
                    </a:cubicBezTo>
                    <a:cubicBezTo>
                      <a:pt x="4" y="195"/>
                      <a:pt x="5" y="191"/>
                      <a:pt x="8" y="186"/>
                    </a:cubicBezTo>
                    <a:cubicBezTo>
                      <a:pt x="10" y="180"/>
                      <a:pt x="13" y="175"/>
                      <a:pt x="16" y="169"/>
                    </a:cubicBezTo>
                    <a:cubicBezTo>
                      <a:pt x="19" y="165"/>
                      <a:pt x="24" y="162"/>
                      <a:pt x="30" y="165"/>
                    </a:cubicBezTo>
                    <a:cubicBezTo>
                      <a:pt x="35" y="167"/>
                      <a:pt x="37" y="173"/>
                      <a:pt x="34" y="178"/>
                    </a:cubicBezTo>
                    <a:cubicBezTo>
                      <a:pt x="31" y="184"/>
                      <a:pt x="28" y="191"/>
                      <a:pt x="26" y="197"/>
                    </a:cubicBezTo>
                    <a:cubicBezTo>
                      <a:pt x="24" y="200"/>
                      <a:pt x="23" y="202"/>
                      <a:pt x="23" y="205"/>
                    </a:cubicBezTo>
                    <a:cubicBezTo>
                      <a:pt x="23" y="206"/>
                      <a:pt x="23" y="207"/>
                      <a:pt x="22" y="208"/>
                    </a:cubicBezTo>
                    <a:lnTo>
                      <a:pt x="22" y="209"/>
                    </a:lnTo>
                    <a:cubicBezTo>
                      <a:pt x="23" y="209"/>
                      <a:pt x="23" y="210"/>
                      <a:pt x="23" y="210"/>
                    </a:cubicBezTo>
                    <a:lnTo>
                      <a:pt x="23" y="211"/>
                    </a:lnTo>
                    <a:lnTo>
                      <a:pt x="24" y="211"/>
                    </a:lnTo>
                    <a:cubicBezTo>
                      <a:pt x="25" y="210"/>
                      <a:pt x="26" y="210"/>
                      <a:pt x="27" y="210"/>
                    </a:cubicBezTo>
                    <a:cubicBezTo>
                      <a:pt x="29" y="209"/>
                      <a:pt x="30" y="209"/>
                      <a:pt x="31" y="209"/>
                    </a:cubicBezTo>
                    <a:cubicBezTo>
                      <a:pt x="33" y="208"/>
                      <a:pt x="35" y="208"/>
                      <a:pt x="37" y="207"/>
                    </a:cubicBezTo>
                    <a:cubicBezTo>
                      <a:pt x="40" y="206"/>
                      <a:pt x="43" y="204"/>
                      <a:pt x="46" y="202"/>
                    </a:cubicBezTo>
                    <a:cubicBezTo>
                      <a:pt x="48" y="201"/>
                      <a:pt x="51" y="199"/>
                      <a:pt x="54" y="197"/>
                    </a:cubicBezTo>
                    <a:cubicBezTo>
                      <a:pt x="57" y="195"/>
                      <a:pt x="58" y="193"/>
                      <a:pt x="60" y="191"/>
                    </a:cubicBezTo>
                    <a:cubicBezTo>
                      <a:pt x="62" y="190"/>
                      <a:pt x="63" y="188"/>
                      <a:pt x="64" y="187"/>
                    </a:cubicBezTo>
                    <a:cubicBezTo>
                      <a:pt x="66" y="184"/>
                      <a:pt x="68" y="181"/>
                      <a:pt x="70" y="178"/>
                    </a:cubicBezTo>
                    <a:cubicBezTo>
                      <a:pt x="72" y="173"/>
                      <a:pt x="74" y="169"/>
                      <a:pt x="76" y="164"/>
                    </a:cubicBezTo>
                    <a:cubicBezTo>
                      <a:pt x="78" y="159"/>
                      <a:pt x="80" y="155"/>
                      <a:pt x="82" y="149"/>
                    </a:cubicBezTo>
                    <a:cubicBezTo>
                      <a:pt x="83" y="144"/>
                      <a:pt x="85" y="138"/>
                      <a:pt x="87" y="131"/>
                    </a:cubicBezTo>
                    <a:cubicBezTo>
                      <a:pt x="90" y="121"/>
                      <a:pt x="93" y="110"/>
                      <a:pt x="97" y="100"/>
                    </a:cubicBezTo>
                    <a:cubicBezTo>
                      <a:pt x="97" y="97"/>
                      <a:pt x="98" y="93"/>
                      <a:pt x="99" y="91"/>
                    </a:cubicBezTo>
                    <a:cubicBezTo>
                      <a:pt x="98" y="93"/>
                      <a:pt x="96" y="95"/>
                      <a:pt x="94" y="98"/>
                    </a:cubicBezTo>
                    <a:cubicBezTo>
                      <a:pt x="89" y="105"/>
                      <a:pt x="83" y="112"/>
                      <a:pt x="78" y="120"/>
                    </a:cubicBezTo>
                    <a:cubicBezTo>
                      <a:pt x="78" y="120"/>
                      <a:pt x="79" y="119"/>
                      <a:pt x="79" y="118"/>
                    </a:cubicBezTo>
                    <a:cubicBezTo>
                      <a:pt x="75" y="124"/>
                      <a:pt x="69" y="130"/>
                      <a:pt x="65" y="135"/>
                    </a:cubicBezTo>
                    <a:cubicBezTo>
                      <a:pt x="59" y="141"/>
                      <a:pt x="54" y="146"/>
                      <a:pt x="47" y="151"/>
                    </a:cubicBezTo>
                    <a:cubicBezTo>
                      <a:pt x="42" y="155"/>
                      <a:pt x="36" y="158"/>
                      <a:pt x="29" y="159"/>
                    </a:cubicBezTo>
                    <a:cubicBezTo>
                      <a:pt x="26" y="159"/>
                      <a:pt x="23" y="159"/>
                      <a:pt x="20" y="159"/>
                    </a:cubicBezTo>
                    <a:cubicBezTo>
                      <a:pt x="17" y="158"/>
                      <a:pt x="13" y="156"/>
                      <a:pt x="10" y="153"/>
                    </a:cubicBezTo>
                    <a:cubicBezTo>
                      <a:pt x="6" y="149"/>
                      <a:pt x="5" y="143"/>
                      <a:pt x="4" y="138"/>
                    </a:cubicBezTo>
                    <a:cubicBezTo>
                      <a:pt x="4" y="132"/>
                      <a:pt x="4" y="128"/>
                      <a:pt x="4" y="123"/>
                    </a:cubicBezTo>
                    <a:cubicBezTo>
                      <a:pt x="5" y="117"/>
                      <a:pt x="5" y="111"/>
                      <a:pt x="6" y="106"/>
                    </a:cubicBezTo>
                    <a:cubicBezTo>
                      <a:pt x="7" y="100"/>
                      <a:pt x="8" y="94"/>
                      <a:pt x="9" y="88"/>
                    </a:cubicBezTo>
                    <a:cubicBezTo>
                      <a:pt x="10" y="82"/>
                      <a:pt x="12" y="77"/>
                      <a:pt x="13" y="71"/>
                    </a:cubicBezTo>
                    <a:cubicBezTo>
                      <a:pt x="15" y="60"/>
                      <a:pt x="19" y="49"/>
                      <a:pt x="22" y="37"/>
                    </a:cubicBezTo>
                    <a:cubicBezTo>
                      <a:pt x="25" y="28"/>
                      <a:pt x="28" y="18"/>
                      <a:pt x="31" y="8"/>
                    </a:cubicBezTo>
                    <a:cubicBezTo>
                      <a:pt x="33" y="3"/>
                      <a:pt x="39" y="0"/>
                      <a:pt x="45" y="1"/>
                    </a:cubicBezTo>
                    <a:cubicBezTo>
                      <a:pt x="51" y="3"/>
                      <a:pt x="54" y="10"/>
                      <a:pt x="52" y="15"/>
                    </a:cubicBezTo>
                    <a:cubicBezTo>
                      <a:pt x="49" y="25"/>
                      <a:pt x="45" y="34"/>
                      <a:pt x="43" y="44"/>
                    </a:cubicBezTo>
                    <a:cubicBezTo>
                      <a:pt x="41" y="49"/>
                      <a:pt x="39" y="55"/>
                      <a:pt x="37" y="60"/>
                    </a:cubicBezTo>
                    <a:cubicBezTo>
                      <a:pt x="36" y="65"/>
                      <a:pt x="34" y="70"/>
                      <a:pt x="33" y="75"/>
                    </a:cubicBezTo>
                    <a:cubicBezTo>
                      <a:pt x="32" y="81"/>
                      <a:pt x="30" y="86"/>
                      <a:pt x="29" y="92"/>
                    </a:cubicBezTo>
                    <a:cubicBezTo>
                      <a:pt x="28" y="99"/>
                      <a:pt x="27" y="105"/>
                      <a:pt x="26" y="111"/>
                    </a:cubicBezTo>
                    <a:cubicBezTo>
                      <a:pt x="26" y="118"/>
                      <a:pt x="25" y="125"/>
                      <a:pt x="25" y="132"/>
                    </a:cubicBezTo>
                    <a:cubicBezTo>
                      <a:pt x="25" y="134"/>
                      <a:pt x="25" y="135"/>
                      <a:pt x="26" y="137"/>
                    </a:cubicBezTo>
                    <a:lnTo>
                      <a:pt x="26" y="138"/>
                    </a:lnTo>
                    <a:lnTo>
                      <a:pt x="27" y="138"/>
                    </a:lnTo>
                    <a:cubicBezTo>
                      <a:pt x="27" y="138"/>
                      <a:pt x="27" y="137"/>
                      <a:pt x="28" y="137"/>
                    </a:cubicBezTo>
                    <a:cubicBezTo>
                      <a:pt x="29" y="137"/>
                      <a:pt x="30" y="137"/>
                      <a:pt x="31" y="137"/>
                    </a:cubicBezTo>
                    <a:cubicBezTo>
                      <a:pt x="31" y="136"/>
                      <a:pt x="32" y="135"/>
                      <a:pt x="33" y="135"/>
                    </a:cubicBezTo>
                    <a:cubicBezTo>
                      <a:pt x="35" y="134"/>
                      <a:pt x="37" y="132"/>
                      <a:pt x="40" y="130"/>
                    </a:cubicBezTo>
                    <a:cubicBezTo>
                      <a:pt x="39" y="131"/>
                      <a:pt x="39" y="131"/>
                      <a:pt x="38" y="131"/>
                    </a:cubicBezTo>
                    <a:cubicBezTo>
                      <a:pt x="43" y="128"/>
                      <a:pt x="47" y="124"/>
                      <a:pt x="51" y="120"/>
                    </a:cubicBezTo>
                    <a:cubicBezTo>
                      <a:pt x="59" y="110"/>
                      <a:pt x="67" y="100"/>
                      <a:pt x="75" y="91"/>
                    </a:cubicBezTo>
                    <a:cubicBezTo>
                      <a:pt x="87" y="74"/>
                      <a:pt x="99" y="56"/>
                      <a:pt x="109" y="38"/>
                    </a:cubicBezTo>
                    <a:cubicBezTo>
                      <a:pt x="111" y="36"/>
                      <a:pt x="112" y="33"/>
                      <a:pt x="114" y="31"/>
                    </a:cubicBezTo>
                    <a:cubicBezTo>
                      <a:pt x="113" y="31"/>
                      <a:pt x="113" y="31"/>
                      <a:pt x="112" y="32"/>
                    </a:cubicBezTo>
                    <a:cubicBezTo>
                      <a:pt x="113" y="31"/>
                      <a:pt x="113" y="31"/>
                      <a:pt x="113" y="31"/>
                    </a:cubicBezTo>
                    <a:cubicBezTo>
                      <a:pt x="114" y="31"/>
                      <a:pt x="114" y="30"/>
                      <a:pt x="114" y="30"/>
                    </a:cubicBezTo>
                    <a:lnTo>
                      <a:pt x="114" y="31"/>
                    </a:lnTo>
                    <a:cubicBezTo>
                      <a:pt x="117" y="25"/>
                      <a:pt x="119" y="19"/>
                      <a:pt x="122" y="13"/>
                    </a:cubicBezTo>
                    <a:cubicBezTo>
                      <a:pt x="125" y="9"/>
                      <a:pt x="131" y="7"/>
                      <a:pt x="135" y="9"/>
                    </a:cubicBezTo>
                    <a:cubicBezTo>
                      <a:pt x="140" y="10"/>
                      <a:pt x="143" y="15"/>
                      <a:pt x="142" y="21"/>
                    </a:cubicBezTo>
                    <a:cubicBezTo>
                      <a:pt x="142" y="25"/>
                      <a:pt x="140" y="29"/>
                      <a:pt x="139" y="33"/>
                    </a:cubicBezTo>
                    <a:cubicBezTo>
                      <a:pt x="137" y="36"/>
                      <a:pt x="136" y="40"/>
                      <a:pt x="135" y="44"/>
                    </a:cubicBezTo>
                    <a:cubicBezTo>
                      <a:pt x="133" y="49"/>
                      <a:pt x="132" y="54"/>
                      <a:pt x="131" y="60"/>
                    </a:cubicBezTo>
                    <a:cubicBezTo>
                      <a:pt x="127" y="70"/>
                      <a:pt x="124" y="81"/>
                      <a:pt x="121" y="91"/>
                    </a:cubicBezTo>
                    <a:cubicBezTo>
                      <a:pt x="114" y="114"/>
                      <a:pt x="107" y="137"/>
                      <a:pt x="100" y="159"/>
                    </a:cubicBezTo>
                    <a:cubicBezTo>
                      <a:pt x="99" y="163"/>
                      <a:pt x="98" y="166"/>
                      <a:pt x="97" y="170"/>
                    </a:cubicBezTo>
                    <a:cubicBezTo>
                      <a:pt x="94" y="177"/>
                      <a:pt x="90" y="184"/>
                      <a:pt x="86" y="192"/>
                    </a:cubicBezTo>
                    <a:cubicBezTo>
                      <a:pt x="81" y="201"/>
                      <a:pt x="74" y="208"/>
                      <a:pt x="66" y="215"/>
                    </a:cubicBezTo>
                    <a:cubicBezTo>
                      <a:pt x="58" y="220"/>
                      <a:pt x="50" y="225"/>
                      <a:pt x="41" y="229"/>
                    </a:cubicBezTo>
                    <a:cubicBezTo>
                      <a:pt x="37" y="230"/>
                      <a:pt x="33" y="232"/>
                      <a:pt x="29" y="232"/>
                    </a:cubicBezTo>
                    <a:cubicBezTo>
                      <a:pt x="27" y="232"/>
                      <a:pt x="24" y="233"/>
                      <a:pt x="23" y="233"/>
                    </a:cubicBezTo>
                    <a:cubicBezTo>
                      <a:pt x="20" y="233"/>
                      <a:pt x="18" y="232"/>
                      <a:pt x="16" y="2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9" name="Google Shape;4299;p50">
                <a:extLst>
                  <a:ext uri="{FF2B5EF4-FFF2-40B4-BE49-F238E27FC236}">
                    <a16:creationId xmlns:a16="http://schemas.microsoft.com/office/drawing/2014/main" id="{661C7A03-9924-9F4F-D305-A3712D4A7574}"/>
                  </a:ext>
                </a:extLst>
              </p:cNvPr>
              <p:cNvSpPr/>
              <p:nvPr/>
            </p:nvSpPr>
            <p:spPr>
              <a:xfrm>
                <a:off x="244780" y="3988438"/>
                <a:ext cx="24840" cy="29520"/>
              </a:xfrm>
              <a:custGeom>
                <a:avLst/>
                <a:gdLst/>
                <a:ahLst/>
                <a:cxnLst/>
                <a:rect l="l" t="t" r="r" b="b"/>
                <a:pathLst>
                  <a:path w="69" h="82" extrusionOk="0">
                    <a:moveTo>
                      <a:pt x="26" y="81"/>
                    </a:moveTo>
                    <a:cubicBezTo>
                      <a:pt x="22" y="81"/>
                      <a:pt x="18" y="80"/>
                      <a:pt x="15" y="77"/>
                    </a:cubicBezTo>
                    <a:cubicBezTo>
                      <a:pt x="14" y="75"/>
                      <a:pt x="12" y="74"/>
                      <a:pt x="11" y="73"/>
                    </a:cubicBezTo>
                    <a:cubicBezTo>
                      <a:pt x="10" y="71"/>
                      <a:pt x="10" y="69"/>
                      <a:pt x="10" y="67"/>
                    </a:cubicBezTo>
                    <a:cubicBezTo>
                      <a:pt x="9" y="61"/>
                      <a:pt x="14" y="56"/>
                      <a:pt x="17" y="50"/>
                    </a:cubicBezTo>
                    <a:cubicBezTo>
                      <a:pt x="17" y="50"/>
                      <a:pt x="17" y="49"/>
                      <a:pt x="18" y="48"/>
                    </a:cubicBezTo>
                    <a:cubicBezTo>
                      <a:pt x="17" y="48"/>
                      <a:pt x="17" y="48"/>
                      <a:pt x="17" y="48"/>
                    </a:cubicBezTo>
                    <a:cubicBezTo>
                      <a:pt x="11" y="49"/>
                      <a:pt x="5" y="46"/>
                      <a:pt x="3" y="40"/>
                    </a:cubicBezTo>
                    <a:cubicBezTo>
                      <a:pt x="0" y="32"/>
                      <a:pt x="2" y="25"/>
                      <a:pt x="4" y="18"/>
                    </a:cubicBezTo>
                    <a:cubicBezTo>
                      <a:pt x="7" y="12"/>
                      <a:pt x="12" y="6"/>
                      <a:pt x="19" y="3"/>
                    </a:cubicBezTo>
                    <a:cubicBezTo>
                      <a:pt x="22" y="1"/>
                      <a:pt x="25" y="0"/>
                      <a:pt x="29" y="0"/>
                    </a:cubicBezTo>
                    <a:cubicBezTo>
                      <a:pt x="32" y="0"/>
                      <a:pt x="36" y="2"/>
                      <a:pt x="39" y="4"/>
                    </a:cubicBezTo>
                    <a:cubicBezTo>
                      <a:pt x="41" y="6"/>
                      <a:pt x="43" y="10"/>
                      <a:pt x="45" y="13"/>
                    </a:cubicBezTo>
                    <a:cubicBezTo>
                      <a:pt x="46" y="17"/>
                      <a:pt x="46" y="20"/>
                      <a:pt x="46" y="24"/>
                    </a:cubicBezTo>
                    <a:cubicBezTo>
                      <a:pt x="46" y="31"/>
                      <a:pt x="44" y="39"/>
                      <a:pt x="42" y="45"/>
                    </a:cubicBezTo>
                    <a:cubicBezTo>
                      <a:pt x="40" y="49"/>
                      <a:pt x="40" y="52"/>
                      <a:pt x="38" y="56"/>
                    </a:cubicBezTo>
                    <a:cubicBezTo>
                      <a:pt x="38" y="56"/>
                      <a:pt x="38" y="57"/>
                      <a:pt x="37" y="58"/>
                    </a:cubicBezTo>
                    <a:cubicBezTo>
                      <a:pt x="43" y="57"/>
                      <a:pt x="49" y="56"/>
                      <a:pt x="56" y="56"/>
                    </a:cubicBezTo>
                    <a:cubicBezTo>
                      <a:pt x="61" y="55"/>
                      <a:pt x="66" y="59"/>
                      <a:pt x="67" y="63"/>
                    </a:cubicBezTo>
                    <a:cubicBezTo>
                      <a:pt x="68" y="69"/>
                      <a:pt x="64" y="75"/>
                      <a:pt x="59" y="76"/>
                    </a:cubicBezTo>
                    <a:cubicBezTo>
                      <a:pt x="54" y="77"/>
                      <a:pt x="49" y="78"/>
                      <a:pt x="44" y="78"/>
                    </a:cubicBezTo>
                    <a:cubicBezTo>
                      <a:pt x="38" y="80"/>
                      <a:pt x="32" y="81"/>
                      <a:pt x="26" y="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0" name="Google Shape;4300;p50">
                <a:extLst>
                  <a:ext uri="{FF2B5EF4-FFF2-40B4-BE49-F238E27FC236}">
                    <a16:creationId xmlns:a16="http://schemas.microsoft.com/office/drawing/2014/main" id="{0B35043C-FAA2-2E5E-F0D7-20423222A697}"/>
                  </a:ext>
                </a:extLst>
              </p:cNvPr>
              <p:cNvSpPr/>
              <p:nvPr/>
            </p:nvSpPr>
            <p:spPr>
              <a:xfrm>
                <a:off x="267460" y="4026958"/>
                <a:ext cx="29520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82" h="30" extrusionOk="0">
                    <a:moveTo>
                      <a:pt x="21" y="28"/>
                    </a:moveTo>
                    <a:cubicBezTo>
                      <a:pt x="15" y="28"/>
                      <a:pt x="10" y="27"/>
                      <a:pt x="6" y="24"/>
                    </a:cubicBezTo>
                    <a:cubicBezTo>
                      <a:pt x="3" y="21"/>
                      <a:pt x="0" y="17"/>
                      <a:pt x="1" y="13"/>
                    </a:cubicBezTo>
                    <a:cubicBezTo>
                      <a:pt x="2" y="10"/>
                      <a:pt x="4" y="7"/>
                      <a:pt x="7" y="5"/>
                    </a:cubicBezTo>
                    <a:cubicBezTo>
                      <a:pt x="11" y="2"/>
                      <a:pt x="17" y="3"/>
                      <a:pt x="21" y="6"/>
                    </a:cubicBezTo>
                    <a:lnTo>
                      <a:pt x="22" y="7"/>
                    </a:lnTo>
                    <a:cubicBezTo>
                      <a:pt x="25" y="7"/>
                      <a:pt x="28" y="7"/>
                      <a:pt x="30" y="7"/>
                    </a:cubicBezTo>
                    <a:lnTo>
                      <a:pt x="29" y="7"/>
                    </a:lnTo>
                    <a:cubicBezTo>
                      <a:pt x="30" y="7"/>
                      <a:pt x="30" y="7"/>
                      <a:pt x="30" y="7"/>
                    </a:cubicBezTo>
                    <a:cubicBezTo>
                      <a:pt x="36" y="7"/>
                      <a:pt x="42" y="6"/>
                      <a:pt x="47" y="5"/>
                    </a:cubicBezTo>
                    <a:cubicBezTo>
                      <a:pt x="54" y="4"/>
                      <a:pt x="60" y="3"/>
                      <a:pt x="66" y="2"/>
                    </a:cubicBezTo>
                    <a:cubicBezTo>
                      <a:pt x="72" y="0"/>
                      <a:pt x="78" y="4"/>
                      <a:pt x="79" y="10"/>
                    </a:cubicBezTo>
                    <a:cubicBezTo>
                      <a:pt x="81" y="16"/>
                      <a:pt x="77" y="21"/>
                      <a:pt x="71" y="23"/>
                    </a:cubicBezTo>
                    <a:cubicBezTo>
                      <a:pt x="60" y="25"/>
                      <a:pt x="49" y="27"/>
                      <a:pt x="37" y="28"/>
                    </a:cubicBezTo>
                    <a:cubicBezTo>
                      <a:pt x="33" y="28"/>
                      <a:pt x="29" y="29"/>
                      <a:pt x="25" y="29"/>
                    </a:cubicBezTo>
                    <a:cubicBezTo>
                      <a:pt x="24" y="29"/>
                      <a:pt x="22" y="28"/>
                      <a:pt x="21" y="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1" name="Google Shape;4301;p50">
                <a:extLst>
                  <a:ext uri="{FF2B5EF4-FFF2-40B4-BE49-F238E27FC236}">
                    <a16:creationId xmlns:a16="http://schemas.microsoft.com/office/drawing/2014/main" id="{58C1202E-D91A-FB77-4ABB-FC11C2A6F5F0}"/>
                  </a:ext>
                </a:extLst>
              </p:cNvPr>
              <p:cNvSpPr/>
              <p:nvPr/>
            </p:nvSpPr>
            <p:spPr>
              <a:xfrm>
                <a:off x="262420" y="4037397"/>
                <a:ext cx="48600" cy="15840"/>
              </a:xfrm>
              <a:custGeom>
                <a:avLst/>
                <a:gdLst/>
                <a:ahLst/>
                <a:cxnLst/>
                <a:rect l="l" t="t" r="r" b="b"/>
                <a:pathLst>
                  <a:path w="135" h="44" extrusionOk="0">
                    <a:moveTo>
                      <a:pt x="8" y="41"/>
                    </a:moveTo>
                    <a:cubicBezTo>
                      <a:pt x="3" y="38"/>
                      <a:pt x="0" y="31"/>
                      <a:pt x="3" y="26"/>
                    </a:cubicBezTo>
                    <a:cubicBezTo>
                      <a:pt x="4" y="23"/>
                      <a:pt x="6" y="21"/>
                      <a:pt x="9" y="20"/>
                    </a:cubicBezTo>
                    <a:cubicBezTo>
                      <a:pt x="12" y="19"/>
                      <a:pt x="15" y="19"/>
                      <a:pt x="18" y="20"/>
                    </a:cubicBezTo>
                    <a:lnTo>
                      <a:pt x="19" y="21"/>
                    </a:lnTo>
                    <a:cubicBezTo>
                      <a:pt x="21" y="21"/>
                      <a:pt x="24" y="21"/>
                      <a:pt x="26" y="21"/>
                    </a:cubicBezTo>
                    <a:cubicBezTo>
                      <a:pt x="31" y="20"/>
                      <a:pt x="37" y="20"/>
                      <a:pt x="43" y="19"/>
                    </a:cubicBezTo>
                    <a:cubicBezTo>
                      <a:pt x="48" y="18"/>
                      <a:pt x="54" y="18"/>
                      <a:pt x="59" y="16"/>
                    </a:cubicBezTo>
                    <a:cubicBezTo>
                      <a:pt x="66" y="15"/>
                      <a:pt x="72" y="13"/>
                      <a:pt x="79" y="12"/>
                    </a:cubicBezTo>
                    <a:cubicBezTo>
                      <a:pt x="93" y="9"/>
                      <a:pt x="107" y="5"/>
                      <a:pt x="121" y="1"/>
                    </a:cubicBezTo>
                    <a:cubicBezTo>
                      <a:pt x="125" y="0"/>
                      <a:pt x="131" y="3"/>
                      <a:pt x="132" y="8"/>
                    </a:cubicBezTo>
                    <a:cubicBezTo>
                      <a:pt x="134" y="12"/>
                      <a:pt x="131" y="19"/>
                      <a:pt x="126" y="20"/>
                    </a:cubicBezTo>
                    <a:cubicBezTo>
                      <a:pt x="109" y="26"/>
                      <a:pt x="92" y="30"/>
                      <a:pt x="75" y="34"/>
                    </a:cubicBezTo>
                    <a:cubicBezTo>
                      <a:pt x="65" y="36"/>
                      <a:pt x="57" y="38"/>
                      <a:pt x="47" y="40"/>
                    </a:cubicBezTo>
                    <a:cubicBezTo>
                      <a:pt x="43" y="41"/>
                      <a:pt x="39" y="41"/>
                      <a:pt x="35" y="42"/>
                    </a:cubicBezTo>
                    <a:cubicBezTo>
                      <a:pt x="31" y="43"/>
                      <a:pt x="27" y="43"/>
                      <a:pt x="24" y="43"/>
                    </a:cubicBezTo>
                    <a:cubicBezTo>
                      <a:pt x="22" y="43"/>
                      <a:pt x="21" y="43"/>
                      <a:pt x="20" y="43"/>
                    </a:cubicBezTo>
                    <a:cubicBezTo>
                      <a:pt x="16" y="43"/>
                      <a:pt x="12" y="43"/>
                      <a:pt x="8" y="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2" name="Google Shape;4302;p50">
                <a:extLst>
                  <a:ext uri="{FF2B5EF4-FFF2-40B4-BE49-F238E27FC236}">
                    <a16:creationId xmlns:a16="http://schemas.microsoft.com/office/drawing/2014/main" id="{D3BDFCCD-AFC0-0B33-1927-38FEF076C8F1}"/>
                  </a:ext>
                </a:extLst>
              </p:cNvPr>
              <p:cNvSpPr/>
              <p:nvPr/>
            </p:nvSpPr>
            <p:spPr>
              <a:xfrm>
                <a:off x="343420" y="3990598"/>
                <a:ext cx="83520" cy="67320"/>
              </a:xfrm>
              <a:custGeom>
                <a:avLst/>
                <a:gdLst/>
                <a:ahLst/>
                <a:cxnLst/>
                <a:rect l="l" t="t" r="r" b="b"/>
                <a:pathLst>
                  <a:path w="232" h="187" extrusionOk="0">
                    <a:moveTo>
                      <a:pt x="33" y="186"/>
                    </a:moveTo>
                    <a:cubicBezTo>
                      <a:pt x="26" y="185"/>
                      <a:pt x="20" y="182"/>
                      <a:pt x="15" y="178"/>
                    </a:cubicBezTo>
                    <a:cubicBezTo>
                      <a:pt x="10" y="174"/>
                      <a:pt x="7" y="167"/>
                      <a:pt x="5" y="161"/>
                    </a:cubicBezTo>
                    <a:cubicBezTo>
                      <a:pt x="0" y="146"/>
                      <a:pt x="0" y="129"/>
                      <a:pt x="3" y="114"/>
                    </a:cubicBezTo>
                    <a:cubicBezTo>
                      <a:pt x="4" y="109"/>
                      <a:pt x="5" y="104"/>
                      <a:pt x="7" y="99"/>
                    </a:cubicBezTo>
                    <a:cubicBezTo>
                      <a:pt x="9" y="92"/>
                      <a:pt x="11" y="86"/>
                      <a:pt x="14" y="79"/>
                    </a:cubicBezTo>
                    <a:cubicBezTo>
                      <a:pt x="16" y="69"/>
                      <a:pt x="21" y="61"/>
                      <a:pt x="26" y="52"/>
                    </a:cubicBezTo>
                    <a:cubicBezTo>
                      <a:pt x="31" y="43"/>
                      <a:pt x="37" y="34"/>
                      <a:pt x="43" y="27"/>
                    </a:cubicBezTo>
                    <a:cubicBezTo>
                      <a:pt x="49" y="20"/>
                      <a:pt x="57" y="14"/>
                      <a:pt x="64" y="10"/>
                    </a:cubicBezTo>
                    <a:cubicBezTo>
                      <a:pt x="73" y="6"/>
                      <a:pt x="82" y="5"/>
                      <a:pt x="92" y="8"/>
                    </a:cubicBezTo>
                    <a:cubicBezTo>
                      <a:pt x="95" y="9"/>
                      <a:pt x="98" y="11"/>
                      <a:pt x="100" y="13"/>
                    </a:cubicBezTo>
                    <a:cubicBezTo>
                      <a:pt x="101" y="12"/>
                      <a:pt x="101" y="11"/>
                      <a:pt x="102" y="9"/>
                    </a:cubicBezTo>
                    <a:cubicBezTo>
                      <a:pt x="104" y="4"/>
                      <a:pt x="110" y="0"/>
                      <a:pt x="116" y="2"/>
                    </a:cubicBezTo>
                    <a:cubicBezTo>
                      <a:pt x="122" y="4"/>
                      <a:pt x="125" y="11"/>
                      <a:pt x="123" y="16"/>
                    </a:cubicBezTo>
                    <a:cubicBezTo>
                      <a:pt x="121" y="22"/>
                      <a:pt x="119" y="28"/>
                      <a:pt x="117" y="34"/>
                    </a:cubicBezTo>
                    <a:cubicBezTo>
                      <a:pt x="117" y="37"/>
                      <a:pt x="115" y="40"/>
                      <a:pt x="115" y="43"/>
                    </a:cubicBezTo>
                    <a:cubicBezTo>
                      <a:pt x="114" y="44"/>
                      <a:pt x="114" y="46"/>
                      <a:pt x="113" y="48"/>
                    </a:cubicBezTo>
                    <a:cubicBezTo>
                      <a:pt x="112" y="51"/>
                      <a:pt x="110" y="53"/>
                      <a:pt x="107" y="54"/>
                    </a:cubicBezTo>
                    <a:cubicBezTo>
                      <a:pt x="104" y="56"/>
                      <a:pt x="100" y="56"/>
                      <a:pt x="96" y="54"/>
                    </a:cubicBezTo>
                    <a:cubicBezTo>
                      <a:pt x="93" y="52"/>
                      <a:pt x="91" y="48"/>
                      <a:pt x="91" y="44"/>
                    </a:cubicBezTo>
                    <a:cubicBezTo>
                      <a:pt x="91" y="43"/>
                      <a:pt x="91" y="42"/>
                      <a:pt x="91" y="41"/>
                    </a:cubicBezTo>
                    <a:lnTo>
                      <a:pt x="91" y="40"/>
                    </a:lnTo>
                    <a:cubicBezTo>
                      <a:pt x="91" y="41"/>
                      <a:pt x="91" y="41"/>
                      <a:pt x="91" y="41"/>
                    </a:cubicBezTo>
                    <a:lnTo>
                      <a:pt x="91" y="40"/>
                    </a:lnTo>
                    <a:cubicBezTo>
                      <a:pt x="91" y="39"/>
                      <a:pt x="90" y="38"/>
                      <a:pt x="90" y="37"/>
                    </a:cubicBezTo>
                    <a:cubicBezTo>
                      <a:pt x="90" y="36"/>
                      <a:pt x="90" y="36"/>
                      <a:pt x="89" y="34"/>
                    </a:cubicBezTo>
                    <a:cubicBezTo>
                      <a:pt x="89" y="33"/>
                      <a:pt x="89" y="33"/>
                      <a:pt x="88" y="32"/>
                    </a:cubicBezTo>
                    <a:lnTo>
                      <a:pt x="88" y="31"/>
                    </a:lnTo>
                    <a:cubicBezTo>
                      <a:pt x="87" y="30"/>
                      <a:pt x="86" y="30"/>
                      <a:pt x="86" y="30"/>
                    </a:cubicBezTo>
                    <a:cubicBezTo>
                      <a:pt x="86" y="29"/>
                      <a:pt x="85" y="29"/>
                      <a:pt x="85" y="29"/>
                    </a:cubicBezTo>
                    <a:lnTo>
                      <a:pt x="84" y="28"/>
                    </a:lnTo>
                    <a:cubicBezTo>
                      <a:pt x="83" y="28"/>
                      <a:pt x="83" y="28"/>
                      <a:pt x="83" y="28"/>
                    </a:cubicBezTo>
                    <a:cubicBezTo>
                      <a:pt x="82" y="27"/>
                      <a:pt x="82" y="27"/>
                      <a:pt x="82" y="27"/>
                    </a:cubicBezTo>
                    <a:cubicBezTo>
                      <a:pt x="81" y="27"/>
                      <a:pt x="81" y="27"/>
                      <a:pt x="81" y="27"/>
                    </a:cubicBezTo>
                    <a:cubicBezTo>
                      <a:pt x="80" y="27"/>
                      <a:pt x="79" y="27"/>
                      <a:pt x="79" y="28"/>
                    </a:cubicBezTo>
                    <a:cubicBezTo>
                      <a:pt x="77" y="28"/>
                      <a:pt x="76" y="28"/>
                      <a:pt x="75" y="29"/>
                    </a:cubicBezTo>
                    <a:cubicBezTo>
                      <a:pt x="75" y="29"/>
                      <a:pt x="76" y="29"/>
                      <a:pt x="76" y="28"/>
                    </a:cubicBezTo>
                    <a:cubicBezTo>
                      <a:pt x="75" y="29"/>
                      <a:pt x="75" y="29"/>
                      <a:pt x="74" y="29"/>
                    </a:cubicBezTo>
                    <a:cubicBezTo>
                      <a:pt x="72" y="30"/>
                      <a:pt x="71" y="30"/>
                      <a:pt x="70" y="31"/>
                    </a:cubicBezTo>
                    <a:cubicBezTo>
                      <a:pt x="69" y="32"/>
                      <a:pt x="67" y="33"/>
                      <a:pt x="66" y="34"/>
                    </a:cubicBezTo>
                    <a:cubicBezTo>
                      <a:pt x="64" y="36"/>
                      <a:pt x="62" y="37"/>
                      <a:pt x="60" y="39"/>
                    </a:cubicBezTo>
                    <a:cubicBezTo>
                      <a:pt x="58" y="41"/>
                      <a:pt x="55" y="44"/>
                      <a:pt x="54" y="47"/>
                    </a:cubicBezTo>
                    <a:lnTo>
                      <a:pt x="54" y="46"/>
                    </a:lnTo>
                    <a:cubicBezTo>
                      <a:pt x="50" y="52"/>
                      <a:pt x="46" y="59"/>
                      <a:pt x="41" y="66"/>
                    </a:cubicBezTo>
                    <a:cubicBezTo>
                      <a:pt x="38" y="72"/>
                      <a:pt x="36" y="78"/>
                      <a:pt x="33" y="84"/>
                    </a:cubicBezTo>
                    <a:cubicBezTo>
                      <a:pt x="29" y="94"/>
                      <a:pt x="26" y="104"/>
                      <a:pt x="24" y="113"/>
                    </a:cubicBezTo>
                    <a:cubicBezTo>
                      <a:pt x="23" y="118"/>
                      <a:pt x="22" y="122"/>
                      <a:pt x="22" y="126"/>
                    </a:cubicBezTo>
                    <a:cubicBezTo>
                      <a:pt x="22" y="129"/>
                      <a:pt x="22" y="132"/>
                      <a:pt x="22" y="136"/>
                    </a:cubicBezTo>
                    <a:cubicBezTo>
                      <a:pt x="22" y="139"/>
                      <a:pt x="22" y="142"/>
                      <a:pt x="22" y="146"/>
                    </a:cubicBezTo>
                    <a:cubicBezTo>
                      <a:pt x="23" y="146"/>
                      <a:pt x="23" y="146"/>
                      <a:pt x="23" y="147"/>
                    </a:cubicBezTo>
                    <a:cubicBezTo>
                      <a:pt x="23" y="146"/>
                      <a:pt x="23" y="146"/>
                      <a:pt x="22" y="146"/>
                    </a:cubicBezTo>
                    <a:cubicBezTo>
                      <a:pt x="23" y="149"/>
                      <a:pt x="23" y="151"/>
                      <a:pt x="25" y="154"/>
                    </a:cubicBezTo>
                    <a:cubicBezTo>
                      <a:pt x="25" y="155"/>
                      <a:pt x="25" y="156"/>
                      <a:pt x="26" y="157"/>
                    </a:cubicBezTo>
                    <a:cubicBezTo>
                      <a:pt x="26" y="158"/>
                      <a:pt x="26" y="159"/>
                      <a:pt x="27" y="160"/>
                    </a:cubicBezTo>
                    <a:cubicBezTo>
                      <a:pt x="27" y="160"/>
                      <a:pt x="26" y="159"/>
                      <a:pt x="26" y="158"/>
                    </a:cubicBezTo>
                    <a:cubicBezTo>
                      <a:pt x="27" y="160"/>
                      <a:pt x="27" y="160"/>
                      <a:pt x="27" y="161"/>
                    </a:cubicBezTo>
                    <a:cubicBezTo>
                      <a:pt x="28" y="161"/>
                      <a:pt x="29" y="162"/>
                      <a:pt x="29" y="163"/>
                    </a:cubicBezTo>
                    <a:lnTo>
                      <a:pt x="29" y="162"/>
                    </a:lnTo>
                    <a:cubicBezTo>
                      <a:pt x="29" y="163"/>
                      <a:pt x="29" y="163"/>
                      <a:pt x="30" y="163"/>
                    </a:cubicBezTo>
                    <a:lnTo>
                      <a:pt x="30" y="164"/>
                    </a:lnTo>
                    <a:cubicBezTo>
                      <a:pt x="31" y="164"/>
                      <a:pt x="31" y="164"/>
                      <a:pt x="31" y="164"/>
                    </a:cubicBezTo>
                    <a:cubicBezTo>
                      <a:pt x="32" y="164"/>
                      <a:pt x="32" y="164"/>
                      <a:pt x="33" y="164"/>
                    </a:cubicBezTo>
                    <a:lnTo>
                      <a:pt x="34" y="164"/>
                    </a:lnTo>
                    <a:lnTo>
                      <a:pt x="36" y="164"/>
                    </a:lnTo>
                    <a:lnTo>
                      <a:pt x="37" y="164"/>
                    </a:lnTo>
                    <a:cubicBezTo>
                      <a:pt x="39" y="164"/>
                      <a:pt x="40" y="164"/>
                      <a:pt x="41" y="164"/>
                    </a:cubicBezTo>
                    <a:cubicBezTo>
                      <a:pt x="43" y="163"/>
                      <a:pt x="46" y="162"/>
                      <a:pt x="48" y="161"/>
                    </a:cubicBezTo>
                    <a:cubicBezTo>
                      <a:pt x="50" y="160"/>
                      <a:pt x="53" y="158"/>
                      <a:pt x="55" y="157"/>
                    </a:cubicBezTo>
                    <a:cubicBezTo>
                      <a:pt x="57" y="156"/>
                      <a:pt x="60" y="154"/>
                      <a:pt x="61" y="153"/>
                    </a:cubicBezTo>
                    <a:cubicBezTo>
                      <a:pt x="67" y="149"/>
                      <a:pt x="71" y="144"/>
                      <a:pt x="75" y="140"/>
                    </a:cubicBezTo>
                    <a:cubicBezTo>
                      <a:pt x="79" y="137"/>
                      <a:pt x="82" y="133"/>
                      <a:pt x="85" y="130"/>
                    </a:cubicBezTo>
                    <a:cubicBezTo>
                      <a:pt x="88" y="126"/>
                      <a:pt x="92" y="122"/>
                      <a:pt x="95" y="117"/>
                    </a:cubicBezTo>
                    <a:cubicBezTo>
                      <a:pt x="95" y="118"/>
                      <a:pt x="94" y="118"/>
                      <a:pt x="94" y="118"/>
                    </a:cubicBezTo>
                    <a:cubicBezTo>
                      <a:pt x="97" y="115"/>
                      <a:pt x="99" y="111"/>
                      <a:pt x="101" y="107"/>
                    </a:cubicBezTo>
                    <a:cubicBezTo>
                      <a:pt x="105" y="101"/>
                      <a:pt x="108" y="94"/>
                      <a:pt x="111" y="87"/>
                    </a:cubicBezTo>
                    <a:cubicBezTo>
                      <a:pt x="111" y="86"/>
                      <a:pt x="112" y="85"/>
                      <a:pt x="112" y="84"/>
                    </a:cubicBezTo>
                    <a:cubicBezTo>
                      <a:pt x="113" y="83"/>
                      <a:pt x="113" y="82"/>
                      <a:pt x="113" y="82"/>
                    </a:cubicBezTo>
                    <a:cubicBezTo>
                      <a:pt x="115" y="76"/>
                      <a:pt x="121" y="73"/>
                      <a:pt x="127" y="75"/>
                    </a:cubicBezTo>
                    <a:cubicBezTo>
                      <a:pt x="132" y="76"/>
                      <a:pt x="136" y="83"/>
                      <a:pt x="134" y="89"/>
                    </a:cubicBezTo>
                    <a:lnTo>
                      <a:pt x="134" y="90"/>
                    </a:lnTo>
                    <a:cubicBezTo>
                      <a:pt x="133" y="91"/>
                      <a:pt x="132" y="93"/>
                      <a:pt x="132" y="94"/>
                    </a:cubicBezTo>
                    <a:cubicBezTo>
                      <a:pt x="131" y="97"/>
                      <a:pt x="131" y="100"/>
                      <a:pt x="131" y="103"/>
                    </a:cubicBezTo>
                    <a:cubicBezTo>
                      <a:pt x="131" y="105"/>
                      <a:pt x="130" y="108"/>
                      <a:pt x="130" y="110"/>
                    </a:cubicBezTo>
                    <a:cubicBezTo>
                      <a:pt x="130" y="112"/>
                      <a:pt x="131" y="115"/>
                      <a:pt x="131" y="117"/>
                    </a:cubicBezTo>
                    <a:cubicBezTo>
                      <a:pt x="131" y="118"/>
                      <a:pt x="131" y="119"/>
                      <a:pt x="132" y="121"/>
                    </a:cubicBezTo>
                    <a:cubicBezTo>
                      <a:pt x="132" y="121"/>
                      <a:pt x="132" y="122"/>
                      <a:pt x="132" y="123"/>
                    </a:cubicBezTo>
                    <a:cubicBezTo>
                      <a:pt x="133" y="124"/>
                      <a:pt x="134" y="125"/>
                      <a:pt x="134" y="125"/>
                    </a:cubicBezTo>
                    <a:cubicBezTo>
                      <a:pt x="134" y="126"/>
                      <a:pt x="135" y="126"/>
                      <a:pt x="135" y="126"/>
                    </a:cubicBezTo>
                    <a:cubicBezTo>
                      <a:pt x="135" y="127"/>
                      <a:pt x="136" y="128"/>
                      <a:pt x="136" y="128"/>
                    </a:cubicBezTo>
                    <a:lnTo>
                      <a:pt x="137" y="129"/>
                    </a:lnTo>
                    <a:lnTo>
                      <a:pt x="138" y="129"/>
                    </a:lnTo>
                    <a:lnTo>
                      <a:pt x="137" y="129"/>
                    </a:lnTo>
                    <a:lnTo>
                      <a:pt x="136" y="129"/>
                    </a:lnTo>
                    <a:lnTo>
                      <a:pt x="136" y="128"/>
                    </a:lnTo>
                    <a:lnTo>
                      <a:pt x="136" y="129"/>
                    </a:lnTo>
                    <a:lnTo>
                      <a:pt x="137" y="129"/>
                    </a:lnTo>
                    <a:lnTo>
                      <a:pt x="138" y="129"/>
                    </a:lnTo>
                    <a:cubicBezTo>
                      <a:pt x="139" y="130"/>
                      <a:pt x="139" y="130"/>
                      <a:pt x="139" y="130"/>
                    </a:cubicBezTo>
                    <a:cubicBezTo>
                      <a:pt x="140" y="130"/>
                      <a:pt x="141" y="130"/>
                      <a:pt x="141" y="130"/>
                    </a:cubicBezTo>
                    <a:cubicBezTo>
                      <a:pt x="141" y="130"/>
                      <a:pt x="142" y="130"/>
                      <a:pt x="142" y="131"/>
                    </a:cubicBezTo>
                    <a:cubicBezTo>
                      <a:pt x="142" y="130"/>
                      <a:pt x="143" y="130"/>
                      <a:pt x="143" y="130"/>
                    </a:cubicBezTo>
                    <a:cubicBezTo>
                      <a:pt x="145" y="130"/>
                      <a:pt x="146" y="129"/>
                      <a:pt x="147" y="129"/>
                    </a:cubicBezTo>
                    <a:cubicBezTo>
                      <a:pt x="149" y="129"/>
                      <a:pt x="150" y="128"/>
                      <a:pt x="152" y="128"/>
                    </a:cubicBezTo>
                    <a:cubicBezTo>
                      <a:pt x="153" y="127"/>
                      <a:pt x="154" y="126"/>
                      <a:pt x="156" y="126"/>
                    </a:cubicBezTo>
                    <a:cubicBezTo>
                      <a:pt x="157" y="125"/>
                      <a:pt x="159" y="124"/>
                      <a:pt x="161" y="122"/>
                    </a:cubicBezTo>
                    <a:cubicBezTo>
                      <a:pt x="164" y="119"/>
                      <a:pt x="167" y="117"/>
                      <a:pt x="170" y="114"/>
                    </a:cubicBezTo>
                    <a:cubicBezTo>
                      <a:pt x="174" y="109"/>
                      <a:pt x="178" y="104"/>
                      <a:pt x="182" y="99"/>
                    </a:cubicBezTo>
                    <a:cubicBezTo>
                      <a:pt x="189" y="89"/>
                      <a:pt x="196" y="79"/>
                      <a:pt x="202" y="68"/>
                    </a:cubicBezTo>
                    <a:cubicBezTo>
                      <a:pt x="204" y="65"/>
                      <a:pt x="205" y="62"/>
                      <a:pt x="206" y="59"/>
                    </a:cubicBezTo>
                    <a:cubicBezTo>
                      <a:pt x="207" y="58"/>
                      <a:pt x="208" y="56"/>
                      <a:pt x="208" y="54"/>
                    </a:cubicBezTo>
                    <a:cubicBezTo>
                      <a:pt x="208" y="53"/>
                      <a:pt x="209" y="51"/>
                      <a:pt x="209" y="50"/>
                    </a:cubicBezTo>
                    <a:cubicBezTo>
                      <a:pt x="209" y="49"/>
                      <a:pt x="209" y="48"/>
                      <a:pt x="209" y="47"/>
                    </a:cubicBezTo>
                    <a:cubicBezTo>
                      <a:pt x="209" y="48"/>
                      <a:pt x="209" y="48"/>
                      <a:pt x="209" y="49"/>
                    </a:cubicBezTo>
                    <a:cubicBezTo>
                      <a:pt x="209" y="48"/>
                      <a:pt x="209" y="47"/>
                      <a:pt x="209" y="45"/>
                    </a:cubicBezTo>
                    <a:cubicBezTo>
                      <a:pt x="209" y="45"/>
                      <a:pt x="209" y="44"/>
                      <a:pt x="208" y="43"/>
                    </a:cubicBezTo>
                    <a:cubicBezTo>
                      <a:pt x="208" y="41"/>
                      <a:pt x="207" y="40"/>
                      <a:pt x="206" y="38"/>
                    </a:cubicBezTo>
                    <a:lnTo>
                      <a:pt x="206" y="37"/>
                    </a:lnTo>
                    <a:lnTo>
                      <a:pt x="206" y="36"/>
                    </a:lnTo>
                    <a:cubicBezTo>
                      <a:pt x="205" y="36"/>
                      <a:pt x="204" y="35"/>
                      <a:pt x="203" y="34"/>
                    </a:cubicBezTo>
                    <a:lnTo>
                      <a:pt x="202" y="33"/>
                    </a:lnTo>
                    <a:lnTo>
                      <a:pt x="201" y="32"/>
                    </a:lnTo>
                    <a:cubicBezTo>
                      <a:pt x="200" y="32"/>
                      <a:pt x="199" y="32"/>
                      <a:pt x="199" y="31"/>
                    </a:cubicBezTo>
                    <a:cubicBezTo>
                      <a:pt x="198" y="30"/>
                      <a:pt x="196" y="30"/>
                      <a:pt x="195" y="30"/>
                    </a:cubicBezTo>
                    <a:cubicBezTo>
                      <a:pt x="194" y="30"/>
                      <a:pt x="193" y="29"/>
                      <a:pt x="192" y="29"/>
                    </a:cubicBezTo>
                    <a:cubicBezTo>
                      <a:pt x="191" y="29"/>
                      <a:pt x="189" y="29"/>
                      <a:pt x="188" y="29"/>
                    </a:cubicBezTo>
                    <a:cubicBezTo>
                      <a:pt x="187" y="29"/>
                      <a:pt x="186" y="29"/>
                      <a:pt x="185" y="29"/>
                    </a:cubicBezTo>
                    <a:cubicBezTo>
                      <a:pt x="184" y="30"/>
                      <a:pt x="182" y="30"/>
                      <a:pt x="181" y="30"/>
                    </a:cubicBezTo>
                    <a:cubicBezTo>
                      <a:pt x="180" y="31"/>
                      <a:pt x="178" y="32"/>
                      <a:pt x="177" y="32"/>
                    </a:cubicBezTo>
                    <a:cubicBezTo>
                      <a:pt x="174" y="33"/>
                      <a:pt x="172" y="34"/>
                      <a:pt x="170" y="36"/>
                    </a:cubicBezTo>
                    <a:cubicBezTo>
                      <a:pt x="167" y="37"/>
                      <a:pt x="165" y="39"/>
                      <a:pt x="163" y="41"/>
                    </a:cubicBezTo>
                    <a:cubicBezTo>
                      <a:pt x="162" y="41"/>
                      <a:pt x="161" y="42"/>
                      <a:pt x="160" y="43"/>
                    </a:cubicBezTo>
                    <a:cubicBezTo>
                      <a:pt x="159" y="44"/>
                      <a:pt x="158" y="45"/>
                      <a:pt x="157" y="46"/>
                    </a:cubicBezTo>
                    <a:cubicBezTo>
                      <a:pt x="153" y="51"/>
                      <a:pt x="147" y="51"/>
                      <a:pt x="142" y="47"/>
                    </a:cubicBezTo>
                    <a:cubicBezTo>
                      <a:pt x="138" y="44"/>
                      <a:pt x="138" y="37"/>
                      <a:pt x="141" y="33"/>
                    </a:cubicBezTo>
                    <a:cubicBezTo>
                      <a:pt x="143" y="30"/>
                      <a:pt x="145" y="28"/>
                      <a:pt x="148" y="26"/>
                    </a:cubicBezTo>
                    <a:cubicBezTo>
                      <a:pt x="150" y="23"/>
                      <a:pt x="153" y="22"/>
                      <a:pt x="156" y="19"/>
                    </a:cubicBezTo>
                    <a:cubicBezTo>
                      <a:pt x="162" y="15"/>
                      <a:pt x="169" y="12"/>
                      <a:pt x="175" y="9"/>
                    </a:cubicBezTo>
                    <a:cubicBezTo>
                      <a:pt x="188" y="6"/>
                      <a:pt x="204" y="7"/>
                      <a:pt x="215" y="16"/>
                    </a:cubicBezTo>
                    <a:cubicBezTo>
                      <a:pt x="220" y="19"/>
                      <a:pt x="224" y="25"/>
                      <a:pt x="227" y="30"/>
                    </a:cubicBezTo>
                    <a:cubicBezTo>
                      <a:pt x="230" y="37"/>
                      <a:pt x="231" y="44"/>
                      <a:pt x="230" y="52"/>
                    </a:cubicBezTo>
                    <a:cubicBezTo>
                      <a:pt x="229" y="63"/>
                      <a:pt x="223" y="74"/>
                      <a:pt x="217" y="84"/>
                    </a:cubicBezTo>
                    <a:cubicBezTo>
                      <a:pt x="215" y="89"/>
                      <a:pt x="212" y="93"/>
                      <a:pt x="209" y="98"/>
                    </a:cubicBezTo>
                    <a:cubicBezTo>
                      <a:pt x="202" y="108"/>
                      <a:pt x="195" y="118"/>
                      <a:pt x="187" y="126"/>
                    </a:cubicBezTo>
                    <a:cubicBezTo>
                      <a:pt x="182" y="132"/>
                      <a:pt x="177" y="137"/>
                      <a:pt x="170" y="142"/>
                    </a:cubicBezTo>
                    <a:cubicBezTo>
                      <a:pt x="164" y="146"/>
                      <a:pt x="157" y="149"/>
                      <a:pt x="149" y="151"/>
                    </a:cubicBezTo>
                    <a:cubicBezTo>
                      <a:pt x="143" y="153"/>
                      <a:pt x="136" y="152"/>
                      <a:pt x="130" y="150"/>
                    </a:cubicBezTo>
                    <a:cubicBezTo>
                      <a:pt x="124" y="147"/>
                      <a:pt x="118" y="142"/>
                      <a:pt x="114" y="136"/>
                    </a:cubicBezTo>
                    <a:cubicBezTo>
                      <a:pt x="113" y="133"/>
                      <a:pt x="113" y="131"/>
                      <a:pt x="111" y="129"/>
                    </a:cubicBezTo>
                    <a:cubicBezTo>
                      <a:pt x="107" y="135"/>
                      <a:pt x="101" y="142"/>
                      <a:pt x="96" y="147"/>
                    </a:cubicBezTo>
                    <a:cubicBezTo>
                      <a:pt x="89" y="156"/>
                      <a:pt x="81" y="164"/>
                      <a:pt x="72" y="170"/>
                    </a:cubicBezTo>
                    <a:cubicBezTo>
                      <a:pt x="67" y="175"/>
                      <a:pt x="61" y="178"/>
                      <a:pt x="55" y="181"/>
                    </a:cubicBezTo>
                    <a:cubicBezTo>
                      <a:pt x="48" y="184"/>
                      <a:pt x="41" y="186"/>
                      <a:pt x="34" y="186"/>
                    </a:cubicBezTo>
                    <a:lnTo>
                      <a:pt x="33" y="18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3" name="Google Shape;4303;p50">
                <a:extLst>
                  <a:ext uri="{FF2B5EF4-FFF2-40B4-BE49-F238E27FC236}">
                    <a16:creationId xmlns:a16="http://schemas.microsoft.com/office/drawing/2014/main" id="{A115C948-0788-7001-16A5-31B33E0C31A7}"/>
                  </a:ext>
                </a:extLst>
              </p:cNvPr>
              <p:cNvSpPr/>
              <p:nvPr/>
            </p:nvSpPr>
            <p:spPr>
              <a:xfrm>
                <a:off x="421540" y="3990958"/>
                <a:ext cx="39960" cy="61560"/>
              </a:xfrm>
              <a:custGeom>
                <a:avLst/>
                <a:gdLst/>
                <a:ahLst/>
                <a:cxnLst/>
                <a:rect l="l" t="t" r="r" b="b"/>
                <a:pathLst>
                  <a:path w="111" h="171" extrusionOk="0">
                    <a:moveTo>
                      <a:pt x="1" y="160"/>
                    </a:moveTo>
                    <a:cubicBezTo>
                      <a:pt x="0" y="155"/>
                      <a:pt x="5" y="149"/>
                      <a:pt x="10" y="148"/>
                    </a:cubicBezTo>
                    <a:cubicBezTo>
                      <a:pt x="17" y="148"/>
                      <a:pt x="24" y="148"/>
                      <a:pt x="31" y="147"/>
                    </a:cubicBezTo>
                    <a:cubicBezTo>
                      <a:pt x="38" y="145"/>
                      <a:pt x="44" y="144"/>
                      <a:pt x="50" y="143"/>
                    </a:cubicBezTo>
                    <a:cubicBezTo>
                      <a:pt x="52" y="142"/>
                      <a:pt x="55" y="141"/>
                      <a:pt x="57" y="140"/>
                    </a:cubicBezTo>
                    <a:cubicBezTo>
                      <a:pt x="58" y="140"/>
                      <a:pt x="58" y="140"/>
                      <a:pt x="59" y="140"/>
                    </a:cubicBezTo>
                    <a:cubicBezTo>
                      <a:pt x="59" y="139"/>
                      <a:pt x="60" y="139"/>
                      <a:pt x="60" y="138"/>
                    </a:cubicBezTo>
                    <a:cubicBezTo>
                      <a:pt x="60" y="138"/>
                      <a:pt x="59" y="138"/>
                      <a:pt x="59" y="137"/>
                    </a:cubicBezTo>
                    <a:cubicBezTo>
                      <a:pt x="59" y="138"/>
                      <a:pt x="60" y="138"/>
                      <a:pt x="60" y="138"/>
                    </a:cubicBezTo>
                    <a:cubicBezTo>
                      <a:pt x="56" y="134"/>
                      <a:pt x="51" y="130"/>
                      <a:pt x="47" y="126"/>
                    </a:cubicBezTo>
                    <a:cubicBezTo>
                      <a:pt x="47" y="126"/>
                      <a:pt x="48" y="126"/>
                      <a:pt x="48" y="127"/>
                    </a:cubicBezTo>
                    <a:cubicBezTo>
                      <a:pt x="41" y="120"/>
                      <a:pt x="34" y="113"/>
                      <a:pt x="28" y="106"/>
                    </a:cubicBezTo>
                    <a:cubicBezTo>
                      <a:pt x="24" y="102"/>
                      <a:pt x="21" y="97"/>
                      <a:pt x="18" y="92"/>
                    </a:cubicBezTo>
                    <a:cubicBezTo>
                      <a:pt x="16" y="88"/>
                      <a:pt x="13" y="83"/>
                      <a:pt x="12" y="78"/>
                    </a:cubicBezTo>
                    <a:cubicBezTo>
                      <a:pt x="9" y="67"/>
                      <a:pt x="10" y="56"/>
                      <a:pt x="14" y="45"/>
                    </a:cubicBezTo>
                    <a:cubicBezTo>
                      <a:pt x="17" y="35"/>
                      <a:pt x="24" y="27"/>
                      <a:pt x="32" y="20"/>
                    </a:cubicBezTo>
                    <a:cubicBezTo>
                      <a:pt x="40" y="13"/>
                      <a:pt x="51" y="8"/>
                      <a:pt x="61" y="4"/>
                    </a:cubicBezTo>
                    <a:cubicBezTo>
                      <a:pt x="66" y="3"/>
                      <a:pt x="72" y="2"/>
                      <a:pt x="76" y="2"/>
                    </a:cubicBezTo>
                    <a:cubicBezTo>
                      <a:pt x="83" y="0"/>
                      <a:pt x="88" y="2"/>
                      <a:pt x="94" y="3"/>
                    </a:cubicBezTo>
                    <a:cubicBezTo>
                      <a:pt x="102" y="6"/>
                      <a:pt x="109" y="12"/>
                      <a:pt x="110" y="20"/>
                    </a:cubicBezTo>
                    <a:cubicBezTo>
                      <a:pt x="110" y="22"/>
                      <a:pt x="110" y="24"/>
                      <a:pt x="109" y="25"/>
                    </a:cubicBezTo>
                    <a:cubicBezTo>
                      <a:pt x="109" y="27"/>
                      <a:pt x="108" y="29"/>
                      <a:pt x="106" y="30"/>
                    </a:cubicBezTo>
                    <a:cubicBezTo>
                      <a:pt x="104" y="33"/>
                      <a:pt x="100" y="34"/>
                      <a:pt x="95" y="32"/>
                    </a:cubicBezTo>
                    <a:cubicBezTo>
                      <a:pt x="92" y="31"/>
                      <a:pt x="89" y="28"/>
                      <a:pt x="88" y="25"/>
                    </a:cubicBezTo>
                    <a:cubicBezTo>
                      <a:pt x="88" y="25"/>
                      <a:pt x="88" y="24"/>
                      <a:pt x="87" y="24"/>
                    </a:cubicBezTo>
                    <a:lnTo>
                      <a:pt x="86" y="24"/>
                    </a:lnTo>
                    <a:cubicBezTo>
                      <a:pt x="85" y="24"/>
                      <a:pt x="83" y="24"/>
                      <a:pt x="82" y="23"/>
                    </a:cubicBezTo>
                    <a:cubicBezTo>
                      <a:pt x="81" y="23"/>
                      <a:pt x="80" y="23"/>
                      <a:pt x="79" y="23"/>
                    </a:cubicBezTo>
                    <a:lnTo>
                      <a:pt x="80" y="23"/>
                    </a:lnTo>
                    <a:cubicBezTo>
                      <a:pt x="79" y="23"/>
                      <a:pt x="77" y="24"/>
                      <a:pt x="76" y="24"/>
                    </a:cubicBezTo>
                    <a:cubicBezTo>
                      <a:pt x="73" y="24"/>
                      <a:pt x="70" y="25"/>
                      <a:pt x="68" y="25"/>
                    </a:cubicBezTo>
                    <a:cubicBezTo>
                      <a:pt x="65" y="27"/>
                      <a:pt x="60" y="28"/>
                      <a:pt x="58" y="30"/>
                    </a:cubicBezTo>
                    <a:cubicBezTo>
                      <a:pt x="55" y="30"/>
                      <a:pt x="53" y="31"/>
                      <a:pt x="51" y="32"/>
                    </a:cubicBezTo>
                    <a:cubicBezTo>
                      <a:pt x="50" y="34"/>
                      <a:pt x="48" y="35"/>
                      <a:pt x="46" y="36"/>
                    </a:cubicBezTo>
                    <a:cubicBezTo>
                      <a:pt x="45" y="37"/>
                      <a:pt x="44" y="38"/>
                      <a:pt x="43" y="39"/>
                    </a:cubicBezTo>
                    <a:cubicBezTo>
                      <a:pt x="42" y="41"/>
                      <a:pt x="41" y="42"/>
                      <a:pt x="39" y="43"/>
                    </a:cubicBezTo>
                    <a:cubicBezTo>
                      <a:pt x="38" y="45"/>
                      <a:pt x="37" y="47"/>
                      <a:pt x="36" y="48"/>
                    </a:cubicBezTo>
                    <a:cubicBezTo>
                      <a:pt x="35" y="49"/>
                      <a:pt x="35" y="51"/>
                      <a:pt x="34" y="52"/>
                    </a:cubicBezTo>
                    <a:cubicBezTo>
                      <a:pt x="34" y="53"/>
                      <a:pt x="33" y="55"/>
                      <a:pt x="33" y="56"/>
                    </a:cubicBezTo>
                    <a:cubicBezTo>
                      <a:pt x="32" y="57"/>
                      <a:pt x="32" y="59"/>
                      <a:pt x="32" y="60"/>
                    </a:cubicBezTo>
                    <a:cubicBezTo>
                      <a:pt x="32" y="61"/>
                      <a:pt x="32" y="62"/>
                      <a:pt x="32" y="64"/>
                    </a:cubicBezTo>
                    <a:cubicBezTo>
                      <a:pt x="32" y="66"/>
                      <a:pt x="32" y="67"/>
                      <a:pt x="32" y="70"/>
                    </a:cubicBezTo>
                    <a:cubicBezTo>
                      <a:pt x="33" y="71"/>
                      <a:pt x="33" y="73"/>
                      <a:pt x="34" y="74"/>
                    </a:cubicBezTo>
                    <a:cubicBezTo>
                      <a:pt x="34" y="75"/>
                      <a:pt x="35" y="77"/>
                      <a:pt x="35" y="78"/>
                    </a:cubicBezTo>
                    <a:cubicBezTo>
                      <a:pt x="36" y="80"/>
                      <a:pt x="37" y="81"/>
                      <a:pt x="37" y="82"/>
                    </a:cubicBezTo>
                    <a:cubicBezTo>
                      <a:pt x="38" y="84"/>
                      <a:pt x="40" y="87"/>
                      <a:pt x="42" y="89"/>
                    </a:cubicBezTo>
                    <a:cubicBezTo>
                      <a:pt x="48" y="96"/>
                      <a:pt x="55" y="103"/>
                      <a:pt x="62" y="110"/>
                    </a:cubicBezTo>
                    <a:cubicBezTo>
                      <a:pt x="66" y="113"/>
                      <a:pt x="69" y="116"/>
                      <a:pt x="72" y="119"/>
                    </a:cubicBezTo>
                    <a:cubicBezTo>
                      <a:pt x="75" y="122"/>
                      <a:pt x="79" y="124"/>
                      <a:pt x="80" y="129"/>
                    </a:cubicBezTo>
                    <a:cubicBezTo>
                      <a:pt x="81" y="131"/>
                      <a:pt x="83" y="133"/>
                      <a:pt x="83" y="135"/>
                    </a:cubicBezTo>
                    <a:cubicBezTo>
                      <a:pt x="83" y="138"/>
                      <a:pt x="83" y="141"/>
                      <a:pt x="82" y="145"/>
                    </a:cubicBezTo>
                    <a:cubicBezTo>
                      <a:pt x="80" y="150"/>
                      <a:pt x="76" y="154"/>
                      <a:pt x="72" y="157"/>
                    </a:cubicBezTo>
                    <a:cubicBezTo>
                      <a:pt x="67" y="160"/>
                      <a:pt x="62" y="162"/>
                      <a:pt x="56" y="163"/>
                    </a:cubicBezTo>
                    <a:cubicBezTo>
                      <a:pt x="49" y="165"/>
                      <a:pt x="42" y="166"/>
                      <a:pt x="34" y="168"/>
                    </a:cubicBezTo>
                    <a:cubicBezTo>
                      <a:pt x="35" y="168"/>
                      <a:pt x="35" y="168"/>
                      <a:pt x="35" y="168"/>
                    </a:cubicBezTo>
                    <a:cubicBezTo>
                      <a:pt x="28" y="169"/>
                      <a:pt x="20" y="169"/>
                      <a:pt x="13" y="170"/>
                    </a:cubicBezTo>
                    <a:cubicBezTo>
                      <a:pt x="12" y="170"/>
                      <a:pt x="12" y="170"/>
                      <a:pt x="12" y="170"/>
                    </a:cubicBezTo>
                    <a:cubicBezTo>
                      <a:pt x="6" y="170"/>
                      <a:pt x="2" y="166"/>
                      <a:pt x="1" y="1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4" name="Google Shape;4304;p50">
                <a:extLst>
                  <a:ext uri="{FF2B5EF4-FFF2-40B4-BE49-F238E27FC236}">
                    <a16:creationId xmlns:a16="http://schemas.microsoft.com/office/drawing/2014/main" id="{ACBF2AF7-136D-8A4B-BAEF-51E33AB56590}"/>
                  </a:ext>
                </a:extLst>
              </p:cNvPr>
              <p:cNvSpPr/>
              <p:nvPr/>
            </p:nvSpPr>
            <p:spPr>
              <a:xfrm>
                <a:off x="468700" y="3988438"/>
                <a:ext cx="52920" cy="6840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190" extrusionOk="0">
                    <a:moveTo>
                      <a:pt x="23" y="162"/>
                    </a:moveTo>
                    <a:cubicBezTo>
                      <a:pt x="24" y="161"/>
                      <a:pt x="25" y="160"/>
                      <a:pt x="26" y="159"/>
                    </a:cubicBezTo>
                    <a:cubicBezTo>
                      <a:pt x="30" y="155"/>
                      <a:pt x="34" y="150"/>
                      <a:pt x="38" y="146"/>
                    </a:cubicBezTo>
                    <a:cubicBezTo>
                      <a:pt x="37" y="146"/>
                      <a:pt x="37" y="146"/>
                      <a:pt x="36" y="147"/>
                    </a:cubicBezTo>
                    <a:cubicBezTo>
                      <a:pt x="35" y="147"/>
                      <a:pt x="33" y="148"/>
                      <a:pt x="32" y="148"/>
                    </a:cubicBezTo>
                    <a:cubicBezTo>
                      <a:pt x="32" y="149"/>
                      <a:pt x="31" y="149"/>
                      <a:pt x="30" y="149"/>
                    </a:cubicBezTo>
                    <a:cubicBezTo>
                      <a:pt x="29" y="151"/>
                      <a:pt x="29" y="151"/>
                      <a:pt x="28" y="152"/>
                    </a:cubicBezTo>
                    <a:cubicBezTo>
                      <a:pt x="27" y="154"/>
                      <a:pt x="26" y="155"/>
                      <a:pt x="25" y="156"/>
                    </a:cubicBezTo>
                    <a:cubicBezTo>
                      <a:pt x="25" y="157"/>
                      <a:pt x="25" y="158"/>
                      <a:pt x="24" y="159"/>
                    </a:cubicBezTo>
                    <a:cubicBezTo>
                      <a:pt x="23" y="160"/>
                      <a:pt x="23" y="161"/>
                      <a:pt x="23" y="161"/>
                    </a:cubicBezTo>
                    <a:cubicBezTo>
                      <a:pt x="23" y="162"/>
                      <a:pt x="23" y="162"/>
                      <a:pt x="23" y="162"/>
                    </a:cubicBezTo>
                    <a:moveTo>
                      <a:pt x="12" y="187"/>
                    </a:moveTo>
                    <a:cubicBezTo>
                      <a:pt x="7" y="185"/>
                      <a:pt x="3" y="180"/>
                      <a:pt x="1" y="175"/>
                    </a:cubicBezTo>
                    <a:cubicBezTo>
                      <a:pt x="0" y="168"/>
                      <a:pt x="1" y="161"/>
                      <a:pt x="3" y="154"/>
                    </a:cubicBezTo>
                    <a:cubicBezTo>
                      <a:pt x="5" y="148"/>
                      <a:pt x="8" y="141"/>
                      <a:pt x="13" y="137"/>
                    </a:cubicBezTo>
                    <a:cubicBezTo>
                      <a:pt x="18" y="131"/>
                      <a:pt x="25" y="128"/>
                      <a:pt x="32" y="126"/>
                    </a:cubicBezTo>
                    <a:cubicBezTo>
                      <a:pt x="39" y="123"/>
                      <a:pt x="46" y="122"/>
                      <a:pt x="53" y="122"/>
                    </a:cubicBezTo>
                    <a:cubicBezTo>
                      <a:pt x="54" y="122"/>
                      <a:pt x="54" y="122"/>
                      <a:pt x="55" y="122"/>
                    </a:cubicBezTo>
                    <a:cubicBezTo>
                      <a:pt x="55" y="122"/>
                      <a:pt x="55" y="121"/>
                      <a:pt x="55" y="120"/>
                    </a:cubicBezTo>
                    <a:cubicBezTo>
                      <a:pt x="59" y="115"/>
                      <a:pt x="62" y="110"/>
                      <a:pt x="65" y="105"/>
                    </a:cubicBezTo>
                    <a:cubicBezTo>
                      <a:pt x="68" y="99"/>
                      <a:pt x="71" y="93"/>
                      <a:pt x="74" y="87"/>
                    </a:cubicBezTo>
                    <a:cubicBezTo>
                      <a:pt x="75" y="84"/>
                      <a:pt x="76" y="81"/>
                      <a:pt x="78" y="78"/>
                    </a:cubicBezTo>
                    <a:cubicBezTo>
                      <a:pt x="78" y="78"/>
                      <a:pt x="78" y="77"/>
                      <a:pt x="79" y="76"/>
                    </a:cubicBezTo>
                    <a:cubicBezTo>
                      <a:pt x="77" y="76"/>
                      <a:pt x="76" y="77"/>
                      <a:pt x="74" y="76"/>
                    </a:cubicBezTo>
                    <a:cubicBezTo>
                      <a:pt x="68" y="75"/>
                      <a:pt x="64" y="70"/>
                      <a:pt x="64" y="64"/>
                    </a:cubicBezTo>
                    <a:cubicBezTo>
                      <a:pt x="65" y="57"/>
                      <a:pt x="67" y="50"/>
                      <a:pt x="69" y="44"/>
                    </a:cubicBezTo>
                    <a:cubicBezTo>
                      <a:pt x="71" y="41"/>
                      <a:pt x="72" y="39"/>
                      <a:pt x="73" y="36"/>
                    </a:cubicBezTo>
                    <a:cubicBezTo>
                      <a:pt x="75" y="31"/>
                      <a:pt x="78" y="26"/>
                      <a:pt x="81" y="21"/>
                    </a:cubicBezTo>
                    <a:cubicBezTo>
                      <a:pt x="83" y="16"/>
                      <a:pt x="85" y="12"/>
                      <a:pt x="88" y="8"/>
                    </a:cubicBezTo>
                    <a:cubicBezTo>
                      <a:pt x="90" y="6"/>
                      <a:pt x="92" y="3"/>
                      <a:pt x="94" y="2"/>
                    </a:cubicBezTo>
                    <a:cubicBezTo>
                      <a:pt x="97" y="1"/>
                      <a:pt x="100" y="0"/>
                      <a:pt x="103" y="1"/>
                    </a:cubicBezTo>
                    <a:cubicBezTo>
                      <a:pt x="109" y="2"/>
                      <a:pt x="113" y="7"/>
                      <a:pt x="114" y="12"/>
                    </a:cubicBezTo>
                    <a:cubicBezTo>
                      <a:pt x="116" y="20"/>
                      <a:pt x="114" y="27"/>
                      <a:pt x="113" y="34"/>
                    </a:cubicBezTo>
                    <a:cubicBezTo>
                      <a:pt x="112" y="42"/>
                      <a:pt x="110" y="49"/>
                      <a:pt x="108" y="56"/>
                    </a:cubicBezTo>
                    <a:cubicBezTo>
                      <a:pt x="106" y="63"/>
                      <a:pt x="103" y="70"/>
                      <a:pt x="100" y="77"/>
                    </a:cubicBezTo>
                    <a:cubicBezTo>
                      <a:pt x="97" y="84"/>
                      <a:pt x="95" y="89"/>
                      <a:pt x="92" y="95"/>
                    </a:cubicBezTo>
                    <a:cubicBezTo>
                      <a:pt x="90" y="101"/>
                      <a:pt x="87" y="106"/>
                      <a:pt x="84" y="112"/>
                    </a:cubicBezTo>
                    <a:cubicBezTo>
                      <a:pt x="82" y="116"/>
                      <a:pt x="80" y="120"/>
                      <a:pt x="77" y="124"/>
                    </a:cubicBezTo>
                    <a:cubicBezTo>
                      <a:pt x="89" y="127"/>
                      <a:pt x="100" y="133"/>
                      <a:pt x="110" y="138"/>
                    </a:cubicBezTo>
                    <a:cubicBezTo>
                      <a:pt x="118" y="143"/>
                      <a:pt x="125" y="147"/>
                      <a:pt x="134" y="152"/>
                    </a:cubicBezTo>
                    <a:cubicBezTo>
                      <a:pt x="135" y="152"/>
                      <a:pt x="137" y="154"/>
                      <a:pt x="139" y="154"/>
                    </a:cubicBezTo>
                    <a:cubicBezTo>
                      <a:pt x="144" y="156"/>
                      <a:pt x="146" y="163"/>
                      <a:pt x="143" y="169"/>
                    </a:cubicBezTo>
                    <a:cubicBezTo>
                      <a:pt x="141" y="174"/>
                      <a:pt x="135" y="176"/>
                      <a:pt x="129" y="174"/>
                    </a:cubicBezTo>
                    <a:cubicBezTo>
                      <a:pt x="118" y="169"/>
                      <a:pt x="109" y="162"/>
                      <a:pt x="98" y="156"/>
                    </a:cubicBezTo>
                    <a:cubicBezTo>
                      <a:pt x="92" y="153"/>
                      <a:pt x="86" y="150"/>
                      <a:pt x="80" y="147"/>
                    </a:cubicBezTo>
                    <a:cubicBezTo>
                      <a:pt x="80" y="147"/>
                      <a:pt x="81" y="147"/>
                      <a:pt x="81" y="148"/>
                    </a:cubicBezTo>
                    <a:cubicBezTo>
                      <a:pt x="81" y="147"/>
                      <a:pt x="80" y="147"/>
                      <a:pt x="80" y="147"/>
                    </a:cubicBezTo>
                    <a:lnTo>
                      <a:pt x="79" y="147"/>
                    </a:lnTo>
                    <a:lnTo>
                      <a:pt x="80" y="147"/>
                    </a:lnTo>
                    <a:cubicBezTo>
                      <a:pt x="76" y="146"/>
                      <a:pt x="74" y="145"/>
                      <a:pt x="70" y="144"/>
                    </a:cubicBezTo>
                    <a:cubicBezTo>
                      <a:pt x="69" y="144"/>
                      <a:pt x="67" y="144"/>
                      <a:pt x="65" y="143"/>
                    </a:cubicBezTo>
                    <a:cubicBezTo>
                      <a:pt x="59" y="152"/>
                      <a:pt x="52" y="162"/>
                      <a:pt x="45" y="170"/>
                    </a:cubicBezTo>
                    <a:cubicBezTo>
                      <a:pt x="40" y="176"/>
                      <a:pt x="36" y="181"/>
                      <a:pt x="30" y="184"/>
                    </a:cubicBezTo>
                    <a:cubicBezTo>
                      <a:pt x="26" y="187"/>
                      <a:pt x="22" y="189"/>
                      <a:pt x="18" y="189"/>
                    </a:cubicBezTo>
                    <a:cubicBezTo>
                      <a:pt x="16" y="189"/>
                      <a:pt x="14" y="189"/>
                      <a:pt x="12" y="1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5" name="Google Shape;4305;p50">
                <a:extLst>
                  <a:ext uri="{FF2B5EF4-FFF2-40B4-BE49-F238E27FC236}">
                    <a16:creationId xmlns:a16="http://schemas.microsoft.com/office/drawing/2014/main" id="{C858DC37-9133-3F6B-3C6B-84EE3F2A4B38}"/>
                  </a:ext>
                </a:extLst>
              </p:cNvPr>
              <p:cNvSpPr/>
              <p:nvPr/>
            </p:nvSpPr>
            <p:spPr>
              <a:xfrm>
                <a:off x="536740" y="4004638"/>
                <a:ext cx="18000" cy="32760"/>
              </a:xfrm>
              <a:custGeom>
                <a:avLst/>
                <a:gdLst/>
                <a:ahLst/>
                <a:cxnLst/>
                <a:rect l="l" t="t" r="r" b="b"/>
                <a:pathLst>
                  <a:path w="50" h="91" extrusionOk="0">
                    <a:moveTo>
                      <a:pt x="25" y="82"/>
                    </a:moveTo>
                    <a:cubicBezTo>
                      <a:pt x="21" y="70"/>
                      <a:pt x="15" y="58"/>
                      <a:pt x="10" y="46"/>
                    </a:cubicBezTo>
                    <a:cubicBezTo>
                      <a:pt x="6" y="37"/>
                      <a:pt x="3" y="28"/>
                      <a:pt x="1" y="18"/>
                    </a:cubicBezTo>
                    <a:cubicBezTo>
                      <a:pt x="0" y="15"/>
                      <a:pt x="0" y="12"/>
                      <a:pt x="1" y="10"/>
                    </a:cubicBezTo>
                    <a:cubicBezTo>
                      <a:pt x="2" y="7"/>
                      <a:pt x="4" y="4"/>
                      <a:pt x="6" y="3"/>
                    </a:cubicBezTo>
                    <a:cubicBezTo>
                      <a:pt x="9" y="1"/>
                      <a:pt x="13" y="0"/>
                      <a:pt x="16" y="1"/>
                    </a:cubicBezTo>
                    <a:cubicBezTo>
                      <a:pt x="17" y="1"/>
                      <a:pt x="18" y="1"/>
                      <a:pt x="20" y="2"/>
                    </a:cubicBezTo>
                    <a:cubicBezTo>
                      <a:pt x="26" y="4"/>
                      <a:pt x="29" y="10"/>
                      <a:pt x="27" y="16"/>
                    </a:cubicBezTo>
                    <a:cubicBezTo>
                      <a:pt x="27" y="18"/>
                      <a:pt x="26" y="19"/>
                      <a:pt x="24" y="21"/>
                    </a:cubicBezTo>
                    <a:cubicBezTo>
                      <a:pt x="27" y="30"/>
                      <a:pt x="31" y="40"/>
                      <a:pt x="35" y="49"/>
                    </a:cubicBezTo>
                    <a:cubicBezTo>
                      <a:pt x="39" y="57"/>
                      <a:pt x="42" y="66"/>
                      <a:pt x="46" y="75"/>
                    </a:cubicBezTo>
                    <a:cubicBezTo>
                      <a:pt x="49" y="81"/>
                      <a:pt x="45" y="87"/>
                      <a:pt x="39" y="89"/>
                    </a:cubicBezTo>
                    <a:cubicBezTo>
                      <a:pt x="38" y="89"/>
                      <a:pt x="37" y="90"/>
                      <a:pt x="36" y="90"/>
                    </a:cubicBezTo>
                    <a:cubicBezTo>
                      <a:pt x="31" y="89"/>
                      <a:pt x="27" y="87"/>
                      <a:pt x="25" y="8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6" name="Google Shape;4306;p50">
                <a:extLst>
                  <a:ext uri="{FF2B5EF4-FFF2-40B4-BE49-F238E27FC236}">
                    <a16:creationId xmlns:a16="http://schemas.microsoft.com/office/drawing/2014/main" id="{E2A18530-57CA-8CA9-4668-CFAD8F48159C}"/>
                  </a:ext>
                </a:extLst>
              </p:cNvPr>
              <p:cNvSpPr/>
              <p:nvPr/>
            </p:nvSpPr>
            <p:spPr>
              <a:xfrm>
                <a:off x="527020" y="4007158"/>
                <a:ext cx="45360" cy="4392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122" extrusionOk="0">
                    <a:moveTo>
                      <a:pt x="5" y="118"/>
                    </a:moveTo>
                    <a:cubicBezTo>
                      <a:pt x="1" y="115"/>
                      <a:pt x="0" y="108"/>
                      <a:pt x="4" y="103"/>
                    </a:cubicBezTo>
                    <a:cubicBezTo>
                      <a:pt x="17" y="88"/>
                      <a:pt x="31" y="72"/>
                      <a:pt x="45" y="56"/>
                    </a:cubicBezTo>
                    <a:cubicBezTo>
                      <a:pt x="52" y="48"/>
                      <a:pt x="59" y="39"/>
                      <a:pt x="67" y="31"/>
                    </a:cubicBezTo>
                    <a:cubicBezTo>
                      <a:pt x="75" y="22"/>
                      <a:pt x="84" y="13"/>
                      <a:pt x="94" y="5"/>
                    </a:cubicBezTo>
                    <a:cubicBezTo>
                      <a:pt x="98" y="3"/>
                      <a:pt x="104" y="0"/>
                      <a:pt x="109" y="0"/>
                    </a:cubicBezTo>
                    <a:cubicBezTo>
                      <a:pt x="114" y="0"/>
                      <a:pt x="118" y="1"/>
                      <a:pt x="122" y="5"/>
                    </a:cubicBezTo>
                    <a:cubicBezTo>
                      <a:pt x="125" y="10"/>
                      <a:pt x="125" y="16"/>
                      <a:pt x="121" y="21"/>
                    </a:cubicBezTo>
                    <a:cubicBezTo>
                      <a:pt x="117" y="24"/>
                      <a:pt x="112" y="25"/>
                      <a:pt x="108" y="22"/>
                    </a:cubicBezTo>
                    <a:lnTo>
                      <a:pt x="108" y="23"/>
                    </a:lnTo>
                    <a:cubicBezTo>
                      <a:pt x="107" y="24"/>
                      <a:pt x="105" y="25"/>
                      <a:pt x="103" y="26"/>
                    </a:cubicBezTo>
                    <a:cubicBezTo>
                      <a:pt x="98" y="30"/>
                      <a:pt x="93" y="35"/>
                      <a:pt x="88" y="39"/>
                    </a:cubicBezTo>
                    <a:cubicBezTo>
                      <a:pt x="89" y="39"/>
                      <a:pt x="89" y="39"/>
                      <a:pt x="89" y="39"/>
                    </a:cubicBezTo>
                    <a:cubicBezTo>
                      <a:pt x="77" y="51"/>
                      <a:pt x="65" y="65"/>
                      <a:pt x="54" y="78"/>
                    </a:cubicBezTo>
                    <a:cubicBezTo>
                      <a:pt x="42" y="91"/>
                      <a:pt x="31" y="104"/>
                      <a:pt x="21" y="117"/>
                    </a:cubicBezTo>
                    <a:cubicBezTo>
                      <a:pt x="19" y="120"/>
                      <a:pt x="16" y="121"/>
                      <a:pt x="12" y="121"/>
                    </a:cubicBezTo>
                    <a:cubicBezTo>
                      <a:pt x="10" y="121"/>
                      <a:pt x="8" y="120"/>
                      <a:pt x="5" y="11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7" name="Google Shape;4307;p50">
                <a:extLst>
                  <a:ext uri="{FF2B5EF4-FFF2-40B4-BE49-F238E27FC236}">
                    <a16:creationId xmlns:a16="http://schemas.microsoft.com/office/drawing/2014/main" id="{0B939803-FDD0-BB75-84CD-14FAA557CE8A}"/>
                  </a:ext>
                </a:extLst>
              </p:cNvPr>
              <p:cNvSpPr/>
              <p:nvPr/>
            </p:nvSpPr>
            <p:spPr>
              <a:xfrm>
                <a:off x="576340" y="3984838"/>
                <a:ext cx="64800" cy="40320"/>
              </a:xfrm>
              <a:custGeom>
                <a:avLst/>
                <a:gdLst/>
                <a:ahLst/>
                <a:cxnLst/>
                <a:rect l="l" t="t" r="r" b="b"/>
                <a:pathLst>
                  <a:path w="180" h="112" extrusionOk="0">
                    <a:moveTo>
                      <a:pt x="30" y="23"/>
                    </a:moveTo>
                    <a:lnTo>
                      <a:pt x="29" y="23"/>
                    </a:lnTo>
                    <a:lnTo>
                      <a:pt x="28" y="23"/>
                    </a:lnTo>
                    <a:lnTo>
                      <a:pt x="27" y="23"/>
                    </a:lnTo>
                    <a:cubicBezTo>
                      <a:pt x="28" y="23"/>
                      <a:pt x="28" y="23"/>
                      <a:pt x="30" y="23"/>
                    </a:cubicBezTo>
                    <a:moveTo>
                      <a:pt x="37" y="110"/>
                    </a:moveTo>
                    <a:cubicBezTo>
                      <a:pt x="36" y="109"/>
                      <a:pt x="35" y="109"/>
                      <a:pt x="34" y="109"/>
                    </a:cubicBezTo>
                    <a:cubicBezTo>
                      <a:pt x="32" y="108"/>
                      <a:pt x="32" y="107"/>
                      <a:pt x="31" y="106"/>
                    </a:cubicBezTo>
                    <a:cubicBezTo>
                      <a:pt x="28" y="105"/>
                      <a:pt x="27" y="102"/>
                      <a:pt x="26" y="99"/>
                    </a:cubicBezTo>
                    <a:cubicBezTo>
                      <a:pt x="24" y="94"/>
                      <a:pt x="26" y="89"/>
                      <a:pt x="27" y="84"/>
                    </a:cubicBezTo>
                    <a:cubicBezTo>
                      <a:pt x="30" y="75"/>
                      <a:pt x="31" y="66"/>
                      <a:pt x="32" y="56"/>
                    </a:cubicBezTo>
                    <a:cubicBezTo>
                      <a:pt x="32" y="53"/>
                      <a:pt x="32" y="49"/>
                      <a:pt x="32" y="46"/>
                    </a:cubicBezTo>
                    <a:cubicBezTo>
                      <a:pt x="30" y="47"/>
                      <a:pt x="28" y="46"/>
                      <a:pt x="25" y="45"/>
                    </a:cubicBezTo>
                    <a:lnTo>
                      <a:pt x="24" y="45"/>
                    </a:lnTo>
                    <a:cubicBezTo>
                      <a:pt x="19" y="44"/>
                      <a:pt x="13" y="44"/>
                      <a:pt x="9" y="40"/>
                    </a:cubicBezTo>
                    <a:cubicBezTo>
                      <a:pt x="2" y="34"/>
                      <a:pt x="0" y="24"/>
                      <a:pt x="4" y="16"/>
                    </a:cubicBezTo>
                    <a:cubicBezTo>
                      <a:pt x="6" y="12"/>
                      <a:pt x="9" y="7"/>
                      <a:pt x="13" y="5"/>
                    </a:cubicBezTo>
                    <a:cubicBezTo>
                      <a:pt x="17" y="2"/>
                      <a:pt x="21" y="0"/>
                      <a:pt x="27" y="0"/>
                    </a:cubicBezTo>
                    <a:cubicBezTo>
                      <a:pt x="36" y="0"/>
                      <a:pt x="45" y="5"/>
                      <a:pt x="49" y="13"/>
                    </a:cubicBezTo>
                    <a:cubicBezTo>
                      <a:pt x="55" y="23"/>
                      <a:pt x="55" y="35"/>
                      <a:pt x="55" y="46"/>
                    </a:cubicBezTo>
                    <a:cubicBezTo>
                      <a:pt x="54" y="53"/>
                      <a:pt x="53" y="60"/>
                      <a:pt x="52" y="68"/>
                    </a:cubicBezTo>
                    <a:cubicBezTo>
                      <a:pt x="52" y="72"/>
                      <a:pt x="51" y="76"/>
                      <a:pt x="51" y="80"/>
                    </a:cubicBezTo>
                    <a:cubicBezTo>
                      <a:pt x="50" y="82"/>
                      <a:pt x="49" y="85"/>
                      <a:pt x="49" y="88"/>
                    </a:cubicBezTo>
                    <a:cubicBezTo>
                      <a:pt x="52" y="87"/>
                      <a:pt x="55" y="87"/>
                      <a:pt x="58" y="85"/>
                    </a:cubicBezTo>
                    <a:cubicBezTo>
                      <a:pt x="71" y="82"/>
                      <a:pt x="83" y="77"/>
                      <a:pt x="95" y="72"/>
                    </a:cubicBezTo>
                    <a:cubicBezTo>
                      <a:pt x="102" y="69"/>
                      <a:pt x="108" y="66"/>
                      <a:pt x="115" y="63"/>
                    </a:cubicBezTo>
                    <a:cubicBezTo>
                      <a:pt x="132" y="56"/>
                      <a:pt x="148" y="50"/>
                      <a:pt x="164" y="43"/>
                    </a:cubicBezTo>
                    <a:cubicBezTo>
                      <a:pt x="169" y="41"/>
                      <a:pt x="175" y="44"/>
                      <a:pt x="176" y="49"/>
                    </a:cubicBezTo>
                    <a:cubicBezTo>
                      <a:pt x="179" y="54"/>
                      <a:pt x="176" y="59"/>
                      <a:pt x="171" y="62"/>
                    </a:cubicBezTo>
                    <a:cubicBezTo>
                      <a:pt x="152" y="70"/>
                      <a:pt x="133" y="78"/>
                      <a:pt x="114" y="85"/>
                    </a:cubicBezTo>
                    <a:cubicBezTo>
                      <a:pt x="101" y="91"/>
                      <a:pt x="87" y="97"/>
                      <a:pt x="74" y="102"/>
                    </a:cubicBezTo>
                    <a:cubicBezTo>
                      <a:pt x="68" y="105"/>
                      <a:pt x="62" y="107"/>
                      <a:pt x="55" y="109"/>
                    </a:cubicBezTo>
                    <a:cubicBezTo>
                      <a:pt x="52" y="109"/>
                      <a:pt x="49" y="110"/>
                      <a:pt x="46" y="111"/>
                    </a:cubicBezTo>
                    <a:cubicBezTo>
                      <a:pt x="45" y="111"/>
                      <a:pt x="44" y="111"/>
                      <a:pt x="42" y="111"/>
                    </a:cubicBezTo>
                    <a:cubicBezTo>
                      <a:pt x="40" y="111"/>
                      <a:pt x="38" y="110"/>
                      <a:pt x="37" y="1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8" name="Google Shape;4308;p50">
                <a:extLst>
                  <a:ext uri="{FF2B5EF4-FFF2-40B4-BE49-F238E27FC236}">
                    <a16:creationId xmlns:a16="http://schemas.microsoft.com/office/drawing/2014/main" id="{E9A9BC19-C4A2-F939-95F5-03F1C4538134}"/>
                  </a:ext>
                </a:extLst>
              </p:cNvPr>
              <p:cNvSpPr/>
              <p:nvPr/>
            </p:nvSpPr>
            <p:spPr>
              <a:xfrm>
                <a:off x="-115580" y="4234318"/>
                <a:ext cx="70200" cy="128520"/>
              </a:xfrm>
              <a:custGeom>
                <a:avLst/>
                <a:gdLst/>
                <a:ahLst/>
                <a:cxnLst/>
                <a:rect l="l" t="t" r="r" b="b"/>
                <a:pathLst>
                  <a:path w="195" h="357" extrusionOk="0">
                    <a:moveTo>
                      <a:pt x="32" y="354"/>
                    </a:moveTo>
                    <a:cubicBezTo>
                      <a:pt x="28" y="353"/>
                      <a:pt x="24" y="350"/>
                      <a:pt x="21" y="347"/>
                    </a:cubicBezTo>
                    <a:cubicBezTo>
                      <a:pt x="6" y="332"/>
                      <a:pt x="0" y="310"/>
                      <a:pt x="0" y="289"/>
                    </a:cubicBezTo>
                    <a:cubicBezTo>
                      <a:pt x="1" y="279"/>
                      <a:pt x="4" y="268"/>
                      <a:pt x="8" y="259"/>
                    </a:cubicBezTo>
                    <a:cubicBezTo>
                      <a:pt x="13" y="249"/>
                      <a:pt x="18" y="240"/>
                      <a:pt x="25" y="231"/>
                    </a:cubicBezTo>
                    <a:cubicBezTo>
                      <a:pt x="32" y="223"/>
                      <a:pt x="39" y="215"/>
                      <a:pt x="47" y="206"/>
                    </a:cubicBezTo>
                    <a:cubicBezTo>
                      <a:pt x="51" y="202"/>
                      <a:pt x="57" y="202"/>
                      <a:pt x="61" y="205"/>
                    </a:cubicBezTo>
                    <a:cubicBezTo>
                      <a:pt x="65" y="209"/>
                      <a:pt x="66" y="215"/>
                      <a:pt x="62" y="219"/>
                    </a:cubicBezTo>
                    <a:cubicBezTo>
                      <a:pt x="55" y="227"/>
                      <a:pt x="47" y="236"/>
                      <a:pt x="40" y="245"/>
                    </a:cubicBezTo>
                    <a:cubicBezTo>
                      <a:pt x="37" y="250"/>
                      <a:pt x="34" y="254"/>
                      <a:pt x="31" y="259"/>
                    </a:cubicBezTo>
                    <a:cubicBezTo>
                      <a:pt x="29" y="262"/>
                      <a:pt x="28" y="265"/>
                      <a:pt x="27" y="269"/>
                    </a:cubicBezTo>
                    <a:cubicBezTo>
                      <a:pt x="25" y="272"/>
                      <a:pt x="24" y="276"/>
                      <a:pt x="23" y="279"/>
                    </a:cubicBezTo>
                    <a:cubicBezTo>
                      <a:pt x="22" y="282"/>
                      <a:pt x="22" y="284"/>
                      <a:pt x="22" y="287"/>
                    </a:cubicBezTo>
                    <a:cubicBezTo>
                      <a:pt x="22" y="289"/>
                      <a:pt x="21" y="291"/>
                      <a:pt x="21" y="293"/>
                    </a:cubicBezTo>
                    <a:cubicBezTo>
                      <a:pt x="22" y="297"/>
                      <a:pt x="22" y="300"/>
                      <a:pt x="22" y="303"/>
                    </a:cubicBezTo>
                    <a:cubicBezTo>
                      <a:pt x="23" y="306"/>
                      <a:pt x="24" y="309"/>
                      <a:pt x="24" y="312"/>
                    </a:cubicBezTo>
                    <a:cubicBezTo>
                      <a:pt x="25" y="314"/>
                      <a:pt x="26" y="316"/>
                      <a:pt x="27" y="318"/>
                    </a:cubicBezTo>
                    <a:cubicBezTo>
                      <a:pt x="28" y="320"/>
                      <a:pt x="28" y="322"/>
                      <a:pt x="29" y="324"/>
                    </a:cubicBezTo>
                    <a:cubicBezTo>
                      <a:pt x="31" y="325"/>
                      <a:pt x="31" y="326"/>
                      <a:pt x="32" y="328"/>
                    </a:cubicBezTo>
                    <a:cubicBezTo>
                      <a:pt x="34" y="329"/>
                      <a:pt x="34" y="330"/>
                      <a:pt x="35" y="331"/>
                    </a:cubicBezTo>
                    <a:cubicBezTo>
                      <a:pt x="36" y="332"/>
                      <a:pt x="36" y="332"/>
                      <a:pt x="38" y="333"/>
                    </a:cubicBezTo>
                    <a:cubicBezTo>
                      <a:pt x="39" y="334"/>
                      <a:pt x="39" y="334"/>
                      <a:pt x="40" y="335"/>
                    </a:cubicBezTo>
                    <a:lnTo>
                      <a:pt x="41" y="335"/>
                    </a:lnTo>
                    <a:lnTo>
                      <a:pt x="42" y="335"/>
                    </a:lnTo>
                    <a:cubicBezTo>
                      <a:pt x="43" y="335"/>
                      <a:pt x="43" y="335"/>
                      <a:pt x="43" y="335"/>
                    </a:cubicBezTo>
                    <a:cubicBezTo>
                      <a:pt x="45" y="335"/>
                      <a:pt x="46" y="334"/>
                      <a:pt x="48" y="334"/>
                    </a:cubicBezTo>
                    <a:cubicBezTo>
                      <a:pt x="49" y="333"/>
                      <a:pt x="49" y="333"/>
                      <a:pt x="50" y="333"/>
                    </a:cubicBezTo>
                    <a:cubicBezTo>
                      <a:pt x="52" y="332"/>
                      <a:pt x="52" y="332"/>
                      <a:pt x="53" y="331"/>
                    </a:cubicBezTo>
                    <a:cubicBezTo>
                      <a:pt x="54" y="331"/>
                      <a:pt x="55" y="331"/>
                      <a:pt x="55" y="331"/>
                    </a:cubicBezTo>
                    <a:cubicBezTo>
                      <a:pt x="56" y="330"/>
                      <a:pt x="56" y="329"/>
                      <a:pt x="56" y="329"/>
                    </a:cubicBezTo>
                    <a:cubicBezTo>
                      <a:pt x="59" y="327"/>
                      <a:pt x="60" y="325"/>
                      <a:pt x="62" y="322"/>
                    </a:cubicBezTo>
                    <a:lnTo>
                      <a:pt x="62" y="323"/>
                    </a:lnTo>
                    <a:cubicBezTo>
                      <a:pt x="62" y="322"/>
                      <a:pt x="62" y="322"/>
                      <a:pt x="62" y="322"/>
                    </a:cubicBezTo>
                    <a:lnTo>
                      <a:pt x="63" y="322"/>
                    </a:lnTo>
                    <a:lnTo>
                      <a:pt x="62" y="322"/>
                    </a:lnTo>
                    <a:cubicBezTo>
                      <a:pt x="66" y="318"/>
                      <a:pt x="68" y="313"/>
                      <a:pt x="71" y="308"/>
                    </a:cubicBezTo>
                    <a:cubicBezTo>
                      <a:pt x="75" y="301"/>
                      <a:pt x="78" y="294"/>
                      <a:pt x="81" y="287"/>
                    </a:cubicBezTo>
                    <a:lnTo>
                      <a:pt x="81" y="288"/>
                    </a:lnTo>
                    <a:cubicBezTo>
                      <a:pt x="83" y="283"/>
                      <a:pt x="85" y="277"/>
                      <a:pt x="87" y="273"/>
                    </a:cubicBezTo>
                    <a:cubicBezTo>
                      <a:pt x="89" y="268"/>
                      <a:pt x="91" y="262"/>
                      <a:pt x="92" y="257"/>
                    </a:cubicBezTo>
                    <a:cubicBezTo>
                      <a:pt x="96" y="246"/>
                      <a:pt x="99" y="235"/>
                      <a:pt x="102" y="224"/>
                    </a:cubicBezTo>
                    <a:cubicBezTo>
                      <a:pt x="109" y="202"/>
                      <a:pt x="116" y="180"/>
                      <a:pt x="123" y="158"/>
                    </a:cubicBezTo>
                    <a:cubicBezTo>
                      <a:pt x="129" y="137"/>
                      <a:pt x="136" y="116"/>
                      <a:pt x="143" y="95"/>
                    </a:cubicBezTo>
                    <a:cubicBezTo>
                      <a:pt x="144" y="92"/>
                      <a:pt x="145" y="89"/>
                      <a:pt x="146" y="86"/>
                    </a:cubicBezTo>
                    <a:cubicBezTo>
                      <a:pt x="145" y="88"/>
                      <a:pt x="143" y="90"/>
                      <a:pt x="141" y="92"/>
                    </a:cubicBezTo>
                    <a:cubicBezTo>
                      <a:pt x="139" y="94"/>
                      <a:pt x="137" y="96"/>
                      <a:pt x="135" y="99"/>
                    </a:cubicBezTo>
                    <a:cubicBezTo>
                      <a:pt x="130" y="104"/>
                      <a:pt x="125" y="109"/>
                      <a:pt x="120" y="113"/>
                    </a:cubicBezTo>
                    <a:cubicBezTo>
                      <a:pt x="115" y="119"/>
                      <a:pt x="109" y="124"/>
                      <a:pt x="102" y="129"/>
                    </a:cubicBezTo>
                    <a:cubicBezTo>
                      <a:pt x="92" y="137"/>
                      <a:pt x="78" y="145"/>
                      <a:pt x="65" y="142"/>
                    </a:cubicBezTo>
                    <a:cubicBezTo>
                      <a:pt x="59" y="141"/>
                      <a:pt x="54" y="136"/>
                      <a:pt x="50" y="131"/>
                    </a:cubicBezTo>
                    <a:cubicBezTo>
                      <a:pt x="46" y="125"/>
                      <a:pt x="46" y="118"/>
                      <a:pt x="46" y="111"/>
                    </a:cubicBezTo>
                    <a:cubicBezTo>
                      <a:pt x="47" y="94"/>
                      <a:pt x="50" y="77"/>
                      <a:pt x="54" y="59"/>
                    </a:cubicBezTo>
                    <a:cubicBezTo>
                      <a:pt x="55" y="50"/>
                      <a:pt x="57" y="42"/>
                      <a:pt x="60" y="33"/>
                    </a:cubicBezTo>
                    <a:cubicBezTo>
                      <a:pt x="62" y="26"/>
                      <a:pt x="64" y="18"/>
                      <a:pt x="66" y="11"/>
                    </a:cubicBezTo>
                    <a:cubicBezTo>
                      <a:pt x="66" y="10"/>
                      <a:pt x="66" y="10"/>
                      <a:pt x="67" y="9"/>
                    </a:cubicBezTo>
                    <a:cubicBezTo>
                      <a:pt x="66" y="9"/>
                      <a:pt x="66" y="10"/>
                      <a:pt x="66" y="10"/>
                    </a:cubicBezTo>
                    <a:cubicBezTo>
                      <a:pt x="67" y="9"/>
                      <a:pt x="67" y="9"/>
                      <a:pt x="67" y="9"/>
                    </a:cubicBezTo>
                    <a:cubicBezTo>
                      <a:pt x="68" y="3"/>
                      <a:pt x="74" y="0"/>
                      <a:pt x="81" y="1"/>
                    </a:cubicBezTo>
                    <a:cubicBezTo>
                      <a:pt x="86" y="3"/>
                      <a:pt x="90" y="10"/>
                      <a:pt x="88" y="15"/>
                    </a:cubicBezTo>
                    <a:cubicBezTo>
                      <a:pt x="88" y="16"/>
                      <a:pt x="88" y="16"/>
                      <a:pt x="88" y="17"/>
                    </a:cubicBezTo>
                    <a:cubicBezTo>
                      <a:pt x="88" y="16"/>
                      <a:pt x="88" y="16"/>
                      <a:pt x="88" y="16"/>
                    </a:cubicBezTo>
                    <a:cubicBezTo>
                      <a:pt x="87" y="17"/>
                      <a:pt x="87" y="17"/>
                      <a:pt x="87" y="17"/>
                    </a:cubicBezTo>
                    <a:cubicBezTo>
                      <a:pt x="84" y="28"/>
                      <a:pt x="80" y="37"/>
                      <a:pt x="78" y="48"/>
                    </a:cubicBezTo>
                    <a:cubicBezTo>
                      <a:pt x="78" y="47"/>
                      <a:pt x="78" y="47"/>
                      <a:pt x="78" y="47"/>
                    </a:cubicBezTo>
                    <a:lnTo>
                      <a:pt x="78" y="48"/>
                    </a:lnTo>
                    <a:cubicBezTo>
                      <a:pt x="77" y="48"/>
                      <a:pt x="77" y="48"/>
                      <a:pt x="77" y="48"/>
                    </a:cubicBezTo>
                    <a:lnTo>
                      <a:pt x="78" y="48"/>
                    </a:lnTo>
                    <a:cubicBezTo>
                      <a:pt x="77" y="53"/>
                      <a:pt x="75" y="57"/>
                      <a:pt x="74" y="61"/>
                    </a:cubicBezTo>
                    <a:cubicBezTo>
                      <a:pt x="73" y="66"/>
                      <a:pt x="73" y="71"/>
                      <a:pt x="71" y="75"/>
                    </a:cubicBezTo>
                    <a:cubicBezTo>
                      <a:pt x="70" y="83"/>
                      <a:pt x="69" y="91"/>
                      <a:pt x="68" y="100"/>
                    </a:cubicBezTo>
                    <a:cubicBezTo>
                      <a:pt x="68" y="104"/>
                      <a:pt x="67" y="109"/>
                      <a:pt x="67" y="114"/>
                    </a:cubicBezTo>
                    <a:cubicBezTo>
                      <a:pt x="67" y="116"/>
                      <a:pt x="68" y="117"/>
                      <a:pt x="68" y="118"/>
                    </a:cubicBezTo>
                    <a:lnTo>
                      <a:pt x="68" y="119"/>
                    </a:lnTo>
                    <a:lnTo>
                      <a:pt x="68" y="120"/>
                    </a:lnTo>
                    <a:lnTo>
                      <a:pt x="69" y="120"/>
                    </a:lnTo>
                    <a:cubicBezTo>
                      <a:pt x="69" y="120"/>
                      <a:pt x="69" y="121"/>
                      <a:pt x="70" y="121"/>
                    </a:cubicBezTo>
                    <a:lnTo>
                      <a:pt x="71" y="121"/>
                    </a:lnTo>
                    <a:cubicBezTo>
                      <a:pt x="72" y="121"/>
                      <a:pt x="73" y="121"/>
                      <a:pt x="74" y="120"/>
                    </a:cubicBezTo>
                    <a:cubicBezTo>
                      <a:pt x="75" y="120"/>
                      <a:pt x="77" y="120"/>
                      <a:pt x="78" y="119"/>
                    </a:cubicBezTo>
                    <a:cubicBezTo>
                      <a:pt x="80" y="118"/>
                      <a:pt x="82" y="117"/>
                      <a:pt x="83" y="116"/>
                    </a:cubicBezTo>
                    <a:cubicBezTo>
                      <a:pt x="88" y="114"/>
                      <a:pt x="92" y="111"/>
                      <a:pt x="95" y="108"/>
                    </a:cubicBezTo>
                    <a:cubicBezTo>
                      <a:pt x="104" y="101"/>
                      <a:pt x="112" y="93"/>
                      <a:pt x="120" y="85"/>
                    </a:cubicBezTo>
                    <a:cubicBezTo>
                      <a:pt x="120" y="85"/>
                      <a:pt x="120" y="86"/>
                      <a:pt x="119" y="86"/>
                    </a:cubicBezTo>
                    <a:cubicBezTo>
                      <a:pt x="123" y="82"/>
                      <a:pt x="127" y="78"/>
                      <a:pt x="131" y="74"/>
                    </a:cubicBezTo>
                    <a:cubicBezTo>
                      <a:pt x="133" y="72"/>
                      <a:pt x="134" y="70"/>
                      <a:pt x="136" y="68"/>
                    </a:cubicBezTo>
                    <a:cubicBezTo>
                      <a:pt x="137" y="65"/>
                      <a:pt x="139" y="63"/>
                      <a:pt x="141" y="61"/>
                    </a:cubicBezTo>
                    <a:cubicBezTo>
                      <a:pt x="146" y="54"/>
                      <a:pt x="151" y="47"/>
                      <a:pt x="156" y="39"/>
                    </a:cubicBezTo>
                    <a:cubicBezTo>
                      <a:pt x="159" y="36"/>
                      <a:pt x="161" y="33"/>
                      <a:pt x="163" y="29"/>
                    </a:cubicBezTo>
                    <a:cubicBezTo>
                      <a:pt x="164" y="27"/>
                      <a:pt x="165" y="25"/>
                      <a:pt x="167" y="23"/>
                    </a:cubicBezTo>
                    <a:cubicBezTo>
                      <a:pt x="167" y="22"/>
                      <a:pt x="169" y="21"/>
                      <a:pt x="169" y="19"/>
                    </a:cubicBezTo>
                    <a:cubicBezTo>
                      <a:pt x="171" y="17"/>
                      <a:pt x="173" y="14"/>
                      <a:pt x="175" y="12"/>
                    </a:cubicBezTo>
                    <a:cubicBezTo>
                      <a:pt x="178" y="8"/>
                      <a:pt x="184" y="8"/>
                      <a:pt x="188" y="11"/>
                    </a:cubicBezTo>
                    <a:cubicBezTo>
                      <a:pt x="192" y="14"/>
                      <a:pt x="194" y="19"/>
                      <a:pt x="192" y="23"/>
                    </a:cubicBezTo>
                    <a:cubicBezTo>
                      <a:pt x="190" y="31"/>
                      <a:pt x="186" y="39"/>
                      <a:pt x="183" y="47"/>
                    </a:cubicBezTo>
                    <a:cubicBezTo>
                      <a:pt x="180" y="54"/>
                      <a:pt x="176" y="63"/>
                      <a:pt x="173" y="70"/>
                    </a:cubicBezTo>
                    <a:cubicBezTo>
                      <a:pt x="173" y="70"/>
                      <a:pt x="174" y="70"/>
                      <a:pt x="174" y="69"/>
                    </a:cubicBezTo>
                    <a:cubicBezTo>
                      <a:pt x="170" y="79"/>
                      <a:pt x="166" y="89"/>
                      <a:pt x="163" y="99"/>
                    </a:cubicBezTo>
                    <a:cubicBezTo>
                      <a:pt x="159" y="109"/>
                      <a:pt x="155" y="120"/>
                      <a:pt x="151" y="131"/>
                    </a:cubicBezTo>
                    <a:cubicBezTo>
                      <a:pt x="145" y="152"/>
                      <a:pt x="137" y="173"/>
                      <a:pt x="131" y="194"/>
                    </a:cubicBezTo>
                    <a:cubicBezTo>
                      <a:pt x="124" y="217"/>
                      <a:pt x="117" y="239"/>
                      <a:pt x="110" y="262"/>
                    </a:cubicBezTo>
                    <a:cubicBezTo>
                      <a:pt x="109" y="267"/>
                      <a:pt x="108" y="272"/>
                      <a:pt x="106" y="278"/>
                    </a:cubicBezTo>
                    <a:cubicBezTo>
                      <a:pt x="104" y="283"/>
                      <a:pt x="102" y="288"/>
                      <a:pt x="100" y="293"/>
                    </a:cubicBezTo>
                    <a:cubicBezTo>
                      <a:pt x="98" y="298"/>
                      <a:pt x="96" y="304"/>
                      <a:pt x="93" y="309"/>
                    </a:cubicBezTo>
                    <a:cubicBezTo>
                      <a:pt x="91" y="315"/>
                      <a:pt x="88" y="321"/>
                      <a:pt x="84" y="326"/>
                    </a:cubicBezTo>
                    <a:cubicBezTo>
                      <a:pt x="80" y="333"/>
                      <a:pt x="76" y="339"/>
                      <a:pt x="71" y="344"/>
                    </a:cubicBezTo>
                    <a:cubicBezTo>
                      <a:pt x="64" y="351"/>
                      <a:pt x="56" y="354"/>
                      <a:pt x="47" y="356"/>
                    </a:cubicBezTo>
                    <a:cubicBezTo>
                      <a:pt x="45" y="356"/>
                      <a:pt x="43" y="356"/>
                      <a:pt x="42" y="356"/>
                    </a:cubicBezTo>
                    <a:cubicBezTo>
                      <a:pt x="39" y="356"/>
                      <a:pt x="36" y="356"/>
                      <a:pt x="32" y="3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9" name="Google Shape;4309;p50">
                <a:extLst>
                  <a:ext uri="{FF2B5EF4-FFF2-40B4-BE49-F238E27FC236}">
                    <a16:creationId xmlns:a16="http://schemas.microsoft.com/office/drawing/2014/main" id="{366DA956-FAAF-09F5-5C25-8449F1E390BB}"/>
                  </a:ext>
                </a:extLst>
              </p:cNvPr>
              <p:cNvSpPr/>
              <p:nvPr/>
            </p:nvSpPr>
            <p:spPr>
              <a:xfrm>
                <a:off x="-3620" y="4251238"/>
                <a:ext cx="27720" cy="9360"/>
              </a:xfrm>
              <a:custGeom>
                <a:avLst/>
                <a:gdLst/>
                <a:ahLst/>
                <a:cxnLst/>
                <a:rect l="l" t="t" r="r" b="b"/>
                <a:pathLst>
                  <a:path w="77" h="26" extrusionOk="0">
                    <a:moveTo>
                      <a:pt x="15" y="25"/>
                    </a:moveTo>
                    <a:cubicBezTo>
                      <a:pt x="13" y="25"/>
                      <a:pt x="11" y="24"/>
                      <a:pt x="10" y="24"/>
                    </a:cubicBezTo>
                    <a:cubicBezTo>
                      <a:pt x="4" y="23"/>
                      <a:pt x="0" y="18"/>
                      <a:pt x="0" y="13"/>
                    </a:cubicBezTo>
                    <a:cubicBezTo>
                      <a:pt x="0" y="7"/>
                      <a:pt x="6" y="2"/>
                      <a:pt x="11" y="2"/>
                    </a:cubicBezTo>
                    <a:cubicBezTo>
                      <a:pt x="14" y="2"/>
                      <a:pt x="16" y="2"/>
                      <a:pt x="17" y="2"/>
                    </a:cubicBezTo>
                    <a:cubicBezTo>
                      <a:pt x="32" y="2"/>
                      <a:pt x="48" y="0"/>
                      <a:pt x="63" y="0"/>
                    </a:cubicBezTo>
                    <a:cubicBezTo>
                      <a:pt x="69" y="0"/>
                      <a:pt x="74" y="3"/>
                      <a:pt x="75" y="10"/>
                    </a:cubicBezTo>
                    <a:cubicBezTo>
                      <a:pt x="76" y="15"/>
                      <a:pt x="71" y="21"/>
                      <a:pt x="65" y="21"/>
                    </a:cubicBezTo>
                    <a:cubicBezTo>
                      <a:pt x="56" y="21"/>
                      <a:pt x="46" y="22"/>
                      <a:pt x="37" y="23"/>
                    </a:cubicBezTo>
                    <a:cubicBezTo>
                      <a:pt x="32" y="23"/>
                      <a:pt x="27" y="23"/>
                      <a:pt x="23" y="24"/>
                    </a:cubicBezTo>
                    <a:cubicBezTo>
                      <a:pt x="21" y="25"/>
                      <a:pt x="19" y="25"/>
                      <a:pt x="17" y="25"/>
                    </a:cubicBezTo>
                    <a:cubicBezTo>
                      <a:pt x="16" y="25"/>
                      <a:pt x="16" y="25"/>
                      <a:pt x="15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0" name="Google Shape;4310;p50">
                <a:extLst>
                  <a:ext uri="{FF2B5EF4-FFF2-40B4-BE49-F238E27FC236}">
                    <a16:creationId xmlns:a16="http://schemas.microsoft.com/office/drawing/2014/main" id="{028B8FCD-74DD-D428-C2BC-A5EA53262F48}"/>
                  </a:ext>
                </a:extLst>
              </p:cNvPr>
              <p:cNvSpPr/>
              <p:nvPr/>
            </p:nvSpPr>
            <p:spPr>
              <a:xfrm>
                <a:off x="-17660" y="4264918"/>
                <a:ext cx="52560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146" h="40" extrusionOk="0">
                    <a:moveTo>
                      <a:pt x="9" y="39"/>
                    </a:moveTo>
                    <a:cubicBezTo>
                      <a:pt x="4" y="38"/>
                      <a:pt x="0" y="33"/>
                      <a:pt x="0" y="28"/>
                    </a:cubicBezTo>
                    <a:cubicBezTo>
                      <a:pt x="0" y="26"/>
                      <a:pt x="0" y="26"/>
                      <a:pt x="0" y="25"/>
                    </a:cubicBezTo>
                    <a:lnTo>
                      <a:pt x="0" y="26"/>
                    </a:lnTo>
                    <a:cubicBezTo>
                      <a:pt x="0" y="25"/>
                      <a:pt x="0" y="25"/>
                      <a:pt x="0" y="24"/>
                    </a:cubicBezTo>
                    <a:cubicBezTo>
                      <a:pt x="2" y="18"/>
                      <a:pt x="9" y="15"/>
                      <a:pt x="15" y="17"/>
                    </a:cubicBezTo>
                    <a:lnTo>
                      <a:pt x="16" y="17"/>
                    </a:lnTo>
                    <a:cubicBezTo>
                      <a:pt x="27" y="16"/>
                      <a:pt x="38" y="14"/>
                      <a:pt x="49" y="13"/>
                    </a:cubicBezTo>
                    <a:cubicBezTo>
                      <a:pt x="58" y="11"/>
                      <a:pt x="67" y="10"/>
                      <a:pt x="76" y="8"/>
                    </a:cubicBezTo>
                    <a:cubicBezTo>
                      <a:pt x="95" y="6"/>
                      <a:pt x="115" y="3"/>
                      <a:pt x="134" y="0"/>
                    </a:cubicBezTo>
                    <a:cubicBezTo>
                      <a:pt x="138" y="0"/>
                      <a:pt x="143" y="3"/>
                      <a:pt x="144" y="8"/>
                    </a:cubicBezTo>
                    <a:cubicBezTo>
                      <a:pt x="145" y="13"/>
                      <a:pt x="142" y="18"/>
                      <a:pt x="137" y="19"/>
                    </a:cubicBezTo>
                    <a:cubicBezTo>
                      <a:pt x="116" y="22"/>
                      <a:pt x="97" y="26"/>
                      <a:pt x="77" y="29"/>
                    </a:cubicBezTo>
                    <a:cubicBezTo>
                      <a:pt x="69" y="31"/>
                      <a:pt x="60" y="32"/>
                      <a:pt x="52" y="33"/>
                    </a:cubicBezTo>
                    <a:cubicBezTo>
                      <a:pt x="47" y="34"/>
                      <a:pt x="41" y="35"/>
                      <a:pt x="36" y="36"/>
                    </a:cubicBezTo>
                    <a:cubicBezTo>
                      <a:pt x="33" y="36"/>
                      <a:pt x="30" y="37"/>
                      <a:pt x="28" y="38"/>
                    </a:cubicBezTo>
                    <a:cubicBezTo>
                      <a:pt x="25" y="38"/>
                      <a:pt x="22" y="39"/>
                      <a:pt x="19" y="39"/>
                    </a:cubicBezTo>
                    <a:cubicBezTo>
                      <a:pt x="17" y="39"/>
                      <a:pt x="15" y="39"/>
                      <a:pt x="13" y="39"/>
                    </a:cubicBezTo>
                    <a:cubicBezTo>
                      <a:pt x="11" y="39"/>
                      <a:pt x="10" y="39"/>
                      <a:pt x="9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1" name="Google Shape;4311;p50">
                <a:extLst>
                  <a:ext uri="{FF2B5EF4-FFF2-40B4-BE49-F238E27FC236}">
                    <a16:creationId xmlns:a16="http://schemas.microsoft.com/office/drawing/2014/main" id="{1B42E833-6453-C14B-98D2-AC38DB3134C4}"/>
                  </a:ext>
                </a:extLst>
              </p:cNvPr>
              <p:cNvSpPr/>
              <p:nvPr/>
            </p:nvSpPr>
            <p:spPr>
              <a:xfrm>
                <a:off x="38860" y="4218118"/>
                <a:ext cx="57600" cy="87480"/>
              </a:xfrm>
              <a:custGeom>
                <a:avLst/>
                <a:gdLst/>
                <a:ahLst/>
                <a:cxnLst/>
                <a:rect l="l" t="t" r="r" b="b"/>
                <a:pathLst>
                  <a:path w="160" h="243" extrusionOk="0">
                    <a:moveTo>
                      <a:pt x="25" y="211"/>
                    </a:moveTo>
                    <a:cubicBezTo>
                      <a:pt x="30" y="207"/>
                      <a:pt x="35" y="203"/>
                      <a:pt x="39" y="198"/>
                    </a:cubicBezTo>
                    <a:lnTo>
                      <a:pt x="38" y="198"/>
                    </a:lnTo>
                    <a:cubicBezTo>
                      <a:pt x="47" y="189"/>
                      <a:pt x="56" y="179"/>
                      <a:pt x="64" y="169"/>
                    </a:cubicBezTo>
                    <a:cubicBezTo>
                      <a:pt x="66" y="168"/>
                      <a:pt x="66" y="167"/>
                      <a:pt x="67" y="166"/>
                    </a:cubicBezTo>
                    <a:lnTo>
                      <a:pt x="66" y="166"/>
                    </a:lnTo>
                    <a:cubicBezTo>
                      <a:pt x="65" y="166"/>
                      <a:pt x="64" y="166"/>
                      <a:pt x="64" y="165"/>
                    </a:cubicBezTo>
                    <a:cubicBezTo>
                      <a:pt x="63" y="165"/>
                      <a:pt x="63" y="165"/>
                      <a:pt x="63" y="165"/>
                    </a:cubicBezTo>
                    <a:cubicBezTo>
                      <a:pt x="61" y="165"/>
                      <a:pt x="61" y="165"/>
                      <a:pt x="60" y="166"/>
                    </a:cubicBezTo>
                    <a:cubicBezTo>
                      <a:pt x="60" y="166"/>
                      <a:pt x="59" y="166"/>
                      <a:pt x="58" y="166"/>
                    </a:cubicBezTo>
                    <a:lnTo>
                      <a:pt x="59" y="166"/>
                    </a:lnTo>
                    <a:lnTo>
                      <a:pt x="58" y="166"/>
                    </a:lnTo>
                    <a:lnTo>
                      <a:pt x="57" y="166"/>
                    </a:lnTo>
                    <a:lnTo>
                      <a:pt x="58" y="166"/>
                    </a:lnTo>
                    <a:cubicBezTo>
                      <a:pt x="57" y="166"/>
                      <a:pt x="56" y="167"/>
                      <a:pt x="56" y="168"/>
                    </a:cubicBezTo>
                    <a:cubicBezTo>
                      <a:pt x="54" y="168"/>
                      <a:pt x="53" y="169"/>
                      <a:pt x="53" y="169"/>
                    </a:cubicBezTo>
                    <a:cubicBezTo>
                      <a:pt x="52" y="170"/>
                      <a:pt x="50" y="171"/>
                      <a:pt x="49" y="172"/>
                    </a:cubicBezTo>
                    <a:cubicBezTo>
                      <a:pt x="47" y="175"/>
                      <a:pt x="45" y="177"/>
                      <a:pt x="43" y="180"/>
                    </a:cubicBezTo>
                    <a:cubicBezTo>
                      <a:pt x="43" y="180"/>
                      <a:pt x="42" y="180"/>
                      <a:pt x="42" y="181"/>
                    </a:cubicBezTo>
                    <a:lnTo>
                      <a:pt x="43" y="180"/>
                    </a:lnTo>
                    <a:cubicBezTo>
                      <a:pt x="39" y="186"/>
                      <a:pt x="35" y="191"/>
                      <a:pt x="32" y="197"/>
                    </a:cubicBezTo>
                    <a:cubicBezTo>
                      <a:pt x="30" y="200"/>
                      <a:pt x="28" y="204"/>
                      <a:pt x="27" y="208"/>
                    </a:cubicBezTo>
                    <a:cubicBezTo>
                      <a:pt x="26" y="210"/>
                      <a:pt x="26" y="211"/>
                      <a:pt x="25" y="211"/>
                    </a:cubicBezTo>
                    <a:moveTo>
                      <a:pt x="11" y="241"/>
                    </a:moveTo>
                    <a:cubicBezTo>
                      <a:pt x="9" y="240"/>
                      <a:pt x="8" y="239"/>
                      <a:pt x="6" y="238"/>
                    </a:cubicBezTo>
                    <a:cubicBezTo>
                      <a:pt x="3" y="235"/>
                      <a:pt x="1" y="231"/>
                      <a:pt x="1" y="227"/>
                    </a:cubicBezTo>
                    <a:cubicBezTo>
                      <a:pt x="0" y="223"/>
                      <a:pt x="1" y="218"/>
                      <a:pt x="3" y="214"/>
                    </a:cubicBezTo>
                    <a:cubicBezTo>
                      <a:pt x="4" y="208"/>
                      <a:pt x="6" y="204"/>
                      <a:pt x="8" y="198"/>
                    </a:cubicBezTo>
                    <a:cubicBezTo>
                      <a:pt x="11" y="189"/>
                      <a:pt x="17" y="180"/>
                      <a:pt x="22" y="173"/>
                    </a:cubicBezTo>
                    <a:cubicBezTo>
                      <a:pt x="28" y="165"/>
                      <a:pt x="33" y="157"/>
                      <a:pt x="41" y="151"/>
                    </a:cubicBezTo>
                    <a:cubicBezTo>
                      <a:pt x="49" y="146"/>
                      <a:pt x="58" y="143"/>
                      <a:pt x="67" y="144"/>
                    </a:cubicBezTo>
                    <a:cubicBezTo>
                      <a:pt x="72" y="145"/>
                      <a:pt x="77" y="147"/>
                      <a:pt x="81" y="149"/>
                    </a:cubicBezTo>
                    <a:cubicBezTo>
                      <a:pt x="84" y="144"/>
                      <a:pt x="88" y="140"/>
                      <a:pt x="91" y="136"/>
                    </a:cubicBezTo>
                    <a:lnTo>
                      <a:pt x="90" y="137"/>
                    </a:lnTo>
                    <a:cubicBezTo>
                      <a:pt x="94" y="131"/>
                      <a:pt x="98" y="126"/>
                      <a:pt x="101" y="120"/>
                    </a:cubicBezTo>
                    <a:cubicBezTo>
                      <a:pt x="107" y="112"/>
                      <a:pt x="113" y="103"/>
                      <a:pt x="118" y="94"/>
                    </a:cubicBezTo>
                    <a:cubicBezTo>
                      <a:pt x="122" y="86"/>
                      <a:pt x="126" y="78"/>
                      <a:pt x="129" y="70"/>
                    </a:cubicBezTo>
                    <a:lnTo>
                      <a:pt x="129" y="71"/>
                    </a:lnTo>
                    <a:cubicBezTo>
                      <a:pt x="131" y="64"/>
                      <a:pt x="134" y="57"/>
                      <a:pt x="135" y="50"/>
                    </a:cubicBezTo>
                    <a:cubicBezTo>
                      <a:pt x="135" y="49"/>
                      <a:pt x="135" y="49"/>
                      <a:pt x="136" y="49"/>
                    </a:cubicBezTo>
                    <a:cubicBezTo>
                      <a:pt x="135" y="49"/>
                      <a:pt x="135" y="49"/>
                      <a:pt x="135" y="49"/>
                    </a:cubicBezTo>
                    <a:cubicBezTo>
                      <a:pt x="137" y="46"/>
                      <a:pt x="137" y="42"/>
                      <a:pt x="138" y="38"/>
                    </a:cubicBezTo>
                    <a:cubicBezTo>
                      <a:pt x="138" y="34"/>
                      <a:pt x="138" y="31"/>
                      <a:pt x="138" y="27"/>
                    </a:cubicBezTo>
                    <a:cubicBezTo>
                      <a:pt x="138" y="27"/>
                      <a:pt x="138" y="26"/>
                      <a:pt x="138" y="25"/>
                    </a:cubicBezTo>
                    <a:lnTo>
                      <a:pt x="138" y="24"/>
                    </a:lnTo>
                    <a:cubicBezTo>
                      <a:pt x="137" y="24"/>
                      <a:pt x="137" y="24"/>
                      <a:pt x="137" y="23"/>
                    </a:cubicBezTo>
                    <a:cubicBezTo>
                      <a:pt x="137" y="24"/>
                      <a:pt x="137" y="24"/>
                      <a:pt x="137" y="24"/>
                    </a:cubicBezTo>
                    <a:cubicBezTo>
                      <a:pt x="135" y="25"/>
                      <a:pt x="135" y="25"/>
                      <a:pt x="134" y="27"/>
                    </a:cubicBezTo>
                    <a:cubicBezTo>
                      <a:pt x="130" y="31"/>
                      <a:pt x="127" y="35"/>
                      <a:pt x="123" y="39"/>
                    </a:cubicBezTo>
                    <a:cubicBezTo>
                      <a:pt x="121" y="42"/>
                      <a:pt x="119" y="46"/>
                      <a:pt x="117" y="49"/>
                    </a:cubicBezTo>
                    <a:cubicBezTo>
                      <a:pt x="115" y="53"/>
                      <a:pt x="113" y="56"/>
                      <a:pt x="112" y="60"/>
                    </a:cubicBezTo>
                    <a:cubicBezTo>
                      <a:pt x="111" y="62"/>
                      <a:pt x="110" y="64"/>
                      <a:pt x="110" y="66"/>
                    </a:cubicBezTo>
                    <a:cubicBezTo>
                      <a:pt x="113" y="69"/>
                      <a:pt x="116" y="74"/>
                      <a:pt x="114" y="78"/>
                    </a:cubicBezTo>
                    <a:cubicBezTo>
                      <a:pt x="112" y="84"/>
                      <a:pt x="106" y="88"/>
                      <a:pt x="100" y="86"/>
                    </a:cubicBezTo>
                    <a:cubicBezTo>
                      <a:pt x="96" y="84"/>
                      <a:pt x="92" y="82"/>
                      <a:pt x="89" y="78"/>
                    </a:cubicBezTo>
                    <a:cubicBezTo>
                      <a:pt x="87" y="72"/>
                      <a:pt x="87" y="65"/>
                      <a:pt x="89" y="59"/>
                    </a:cubicBezTo>
                    <a:cubicBezTo>
                      <a:pt x="91" y="52"/>
                      <a:pt x="94" y="45"/>
                      <a:pt x="98" y="39"/>
                    </a:cubicBezTo>
                    <a:cubicBezTo>
                      <a:pt x="101" y="34"/>
                      <a:pt x="105" y="29"/>
                      <a:pt x="108" y="24"/>
                    </a:cubicBezTo>
                    <a:cubicBezTo>
                      <a:pt x="110" y="22"/>
                      <a:pt x="112" y="20"/>
                      <a:pt x="113" y="17"/>
                    </a:cubicBezTo>
                    <a:cubicBezTo>
                      <a:pt x="114" y="16"/>
                      <a:pt x="115" y="15"/>
                      <a:pt x="116" y="14"/>
                    </a:cubicBezTo>
                    <a:cubicBezTo>
                      <a:pt x="119" y="11"/>
                      <a:pt x="121" y="7"/>
                      <a:pt x="124" y="6"/>
                    </a:cubicBezTo>
                    <a:cubicBezTo>
                      <a:pt x="126" y="4"/>
                      <a:pt x="127" y="4"/>
                      <a:pt x="129" y="3"/>
                    </a:cubicBezTo>
                    <a:cubicBezTo>
                      <a:pt x="130" y="2"/>
                      <a:pt x="132" y="1"/>
                      <a:pt x="134" y="1"/>
                    </a:cubicBezTo>
                    <a:cubicBezTo>
                      <a:pt x="136" y="0"/>
                      <a:pt x="140" y="1"/>
                      <a:pt x="142" y="1"/>
                    </a:cubicBezTo>
                    <a:cubicBezTo>
                      <a:pt x="148" y="3"/>
                      <a:pt x="154" y="7"/>
                      <a:pt x="156" y="13"/>
                    </a:cubicBezTo>
                    <a:cubicBezTo>
                      <a:pt x="158" y="15"/>
                      <a:pt x="158" y="18"/>
                      <a:pt x="159" y="21"/>
                    </a:cubicBezTo>
                    <a:cubicBezTo>
                      <a:pt x="159" y="25"/>
                      <a:pt x="159" y="28"/>
                      <a:pt x="159" y="31"/>
                    </a:cubicBezTo>
                    <a:cubicBezTo>
                      <a:pt x="159" y="39"/>
                      <a:pt x="158" y="47"/>
                      <a:pt x="155" y="55"/>
                    </a:cubicBezTo>
                    <a:cubicBezTo>
                      <a:pt x="152" y="70"/>
                      <a:pt x="145" y="84"/>
                      <a:pt x="138" y="98"/>
                    </a:cubicBezTo>
                    <a:cubicBezTo>
                      <a:pt x="133" y="108"/>
                      <a:pt x="127" y="118"/>
                      <a:pt x="121" y="127"/>
                    </a:cubicBezTo>
                    <a:cubicBezTo>
                      <a:pt x="116" y="133"/>
                      <a:pt x="112" y="140"/>
                      <a:pt x="107" y="145"/>
                    </a:cubicBezTo>
                    <a:cubicBezTo>
                      <a:pt x="104" y="151"/>
                      <a:pt x="100" y="156"/>
                      <a:pt x="96" y="161"/>
                    </a:cubicBezTo>
                    <a:cubicBezTo>
                      <a:pt x="99" y="165"/>
                      <a:pt x="103" y="169"/>
                      <a:pt x="106" y="173"/>
                    </a:cubicBezTo>
                    <a:cubicBezTo>
                      <a:pt x="110" y="177"/>
                      <a:pt x="110" y="184"/>
                      <a:pt x="105" y="188"/>
                    </a:cubicBezTo>
                    <a:cubicBezTo>
                      <a:pt x="101" y="191"/>
                      <a:pt x="94" y="191"/>
                      <a:pt x="90" y="187"/>
                    </a:cubicBezTo>
                    <a:cubicBezTo>
                      <a:pt x="88" y="184"/>
                      <a:pt x="85" y="181"/>
                      <a:pt x="82" y="178"/>
                    </a:cubicBezTo>
                    <a:cubicBezTo>
                      <a:pt x="80" y="181"/>
                      <a:pt x="78" y="184"/>
                      <a:pt x="75" y="187"/>
                    </a:cubicBezTo>
                    <a:cubicBezTo>
                      <a:pt x="69" y="194"/>
                      <a:pt x="63" y="201"/>
                      <a:pt x="57" y="208"/>
                    </a:cubicBezTo>
                    <a:cubicBezTo>
                      <a:pt x="51" y="215"/>
                      <a:pt x="45" y="221"/>
                      <a:pt x="39" y="228"/>
                    </a:cubicBezTo>
                    <a:cubicBezTo>
                      <a:pt x="39" y="228"/>
                      <a:pt x="39" y="227"/>
                      <a:pt x="40" y="227"/>
                    </a:cubicBezTo>
                    <a:cubicBezTo>
                      <a:pt x="39" y="228"/>
                      <a:pt x="38" y="229"/>
                      <a:pt x="37" y="229"/>
                    </a:cubicBezTo>
                    <a:cubicBezTo>
                      <a:pt x="38" y="229"/>
                      <a:pt x="38" y="229"/>
                      <a:pt x="38" y="229"/>
                    </a:cubicBezTo>
                    <a:cubicBezTo>
                      <a:pt x="38" y="229"/>
                      <a:pt x="36" y="230"/>
                      <a:pt x="36" y="231"/>
                    </a:cubicBezTo>
                    <a:lnTo>
                      <a:pt x="35" y="231"/>
                    </a:lnTo>
                    <a:cubicBezTo>
                      <a:pt x="35" y="232"/>
                      <a:pt x="35" y="232"/>
                      <a:pt x="35" y="232"/>
                    </a:cubicBezTo>
                    <a:cubicBezTo>
                      <a:pt x="30" y="237"/>
                      <a:pt x="24" y="242"/>
                      <a:pt x="17" y="242"/>
                    </a:cubicBezTo>
                    <a:lnTo>
                      <a:pt x="16" y="242"/>
                    </a:lnTo>
                    <a:cubicBezTo>
                      <a:pt x="14" y="242"/>
                      <a:pt x="13" y="241"/>
                      <a:pt x="11" y="2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2" name="Google Shape;4312;p50">
                <a:extLst>
                  <a:ext uri="{FF2B5EF4-FFF2-40B4-BE49-F238E27FC236}">
                    <a16:creationId xmlns:a16="http://schemas.microsoft.com/office/drawing/2014/main" id="{F403571A-1DAC-CAA2-3449-C347F9CF6A58}"/>
                  </a:ext>
                </a:extLst>
              </p:cNvPr>
              <p:cNvSpPr/>
              <p:nvPr/>
            </p:nvSpPr>
            <p:spPr>
              <a:xfrm>
                <a:off x="116980" y="4236838"/>
                <a:ext cx="74160" cy="50040"/>
              </a:xfrm>
              <a:custGeom>
                <a:avLst/>
                <a:gdLst/>
                <a:ahLst/>
                <a:cxnLst/>
                <a:rect l="l" t="t" r="r" b="b"/>
                <a:pathLst>
                  <a:path w="206" h="139" extrusionOk="0">
                    <a:moveTo>
                      <a:pt x="30" y="137"/>
                    </a:moveTo>
                    <a:cubicBezTo>
                      <a:pt x="23" y="137"/>
                      <a:pt x="15" y="135"/>
                      <a:pt x="10" y="131"/>
                    </a:cubicBezTo>
                    <a:cubicBezTo>
                      <a:pt x="7" y="129"/>
                      <a:pt x="5" y="127"/>
                      <a:pt x="4" y="124"/>
                    </a:cubicBezTo>
                    <a:cubicBezTo>
                      <a:pt x="3" y="121"/>
                      <a:pt x="2" y="118"/>
                      <a:pt x="1" y="115"/>
                    </a:cubicBezTo>
                    <a:cubicBezTo>
                      <a:pt x="0" y="111"/>
                      <a:pt x="0" y="108"/>
                      <a:pt x="0" y="104"/>
                    </a:cubicBezTo>
                    <a:cubicBezTo>
                      <a:pt x="0" y="100"/>
                      <a:pt x="0" y="96"/>
                      <a:pt x="0" y="91"/>
                    </a:cubicBezTo>
                    <a:cubicBezTo>
                      <a:pt x="2" y="75"/>
                      <a:pt x="8" y="60"/>
                      <a:pt x="16" y="47"/>
                    </a:cubicBezTo>
                    <a:cubicBezTo>
                      <a:pt x="20" y="40"/>
                      <a:pt x="24" y="35"/>
                      <a:pt x="28" y="29"/>
                    </a:cubicBezTo>
                    <a:cubicBezTo>
                      <a:pt x="33" y="22"/>
                      <a:pt x="39" y="17"/>
                      <a:pt x="45" y="12"/>
                    </a:cubicBezTo>
                    <a:cubicBezTo>
                      <a:pt x="49" y="9"/>
                      <a:pt x="55" y="7"/>
                      <a:pt x="60" y="5"/>
                    </a:cubicBezTo>
                    <a:cubicBezTo>
                      <a:pt x="66" y="4"/>
                      <a:pt x="72" y="5"/>
                      <a:pt x="77" y="7"/>
                    </a:cubicBezTo>
                    <a:cubicBezTo>
                      <a:pt x="83" y="8"/>
                      <a:pt x="88" y="12"/>
                      <a:pt x="92" y="18"/>
                    </a:cubicBezTo>
                    <a:cubicBezTo>
                      <a:pt x="95" y="21"/>
                      <a:pt x="97" y="26"/>
                      <a:pt x="95" y="31"/>
                    </a:cubicBezTo>
                    <a:cubicBezTo>
                      <a:pt x="95" y="32"/>
                      <a:pt x="94" y="34"/>
                      <a:pt x="93" y="35"/>
                    </a:cubicBezTo>
                    <a:cubicBezTo>
                      <a:pt x="87" y="42"/>
                      <a:pt x="76" y="39"/>
                      <a:pt x="73" y="30"/>
                    </a:cubicBezTo>
                    <a:lnTo>
                      <a:pt x="73" y="29"/>
                    </a:lnTo>
                    <a:cubicBezTo>
                      <a:pt x="73" y="29"/>
                      <a:pt x="72" y="29"/>
                      <a:pt x="72" y="28"/>
                    </a:cubicBezTo>
                    <a:cubicBezTo>
                      <a:pt x="72" y="29"/>
                      <a:pt x="72" y="29"/>
                      <a:pt x="73" y="29"/>
                    </a:cubicBezTo>
                    <a:cubicBezTo>
                      <a:pt x="72" y="28"/>
                      <a:pt x="72" y="28"/>
                      <a:pt x="71" y="28"/>
                    </a:cubicBezTo>
                    <a:cubicBezTo>
                      <a:pt x="70" y="28"/>
                      <a:pt x="69" y="27"/>
                      <a:pt x="68" y="27"/>
                    </a:cubicBezTo>
                    <a:cubicBezTo>
                      <a:pt x="67" y="27"/>
                      <a:pt x="67" y="27"/>
                      <a:pt x="66" y="26"/>
                    </a:cubicBezTo>
                    <a:cubicBezTo>
                      <a:pt x="67" y="26"/>
                      <a:pt x="67" y="26"/>
                      <a:pt x="67" y="27"/>
                    </a:cubicBezTo>
                    <a:lnTo>
                      <a:pt x="68" y="27"/>
                    </a:lnTo>
                    <a:cubicBezTo>
                      <a:pt x="67" y="27"/>
                      <a:pt x="67" y="27"/>
                      <a:pt x="67" y="26"/>
                    </a:cubicBezTo>
                    <a:lnTo>
                      <a:pt x="66" y="26"/>
                    </a:lnTo>
                    <a:cubicBezTo>
                      <a:pt x="67" y="26"/>
                      <a:pt x="67" y="26"/>
                      <a:pt x="67" y="26"/>
                    </a:cubicBezTo>
                    <a:cubicBezTo>
                      <a:pt x="66" y="26"/>
                      <a:pt x="66" y="26"/>
                      <a:pt x="66" y="26"/>
                    </a:cubicBezTo>
                    <a:cubicBezTo>
                      <a:pt x="65" y="26"/>
                      <a:pt x="64" y="27"/>
                      <a:pt x="63" y="27"/>
                    </a:cubicBezTo>
                    <a:lnTo>
                      <a:pt x="62" y="27"/>
                    </a:lnTo>
                    <a:cubicBezTo>
                      <a:pt x="63" y="27"/>
                      <a:pt x="63" y="27"/>
                      <a:pt x="63" y="27"/>
                    </a:cubicBezTo>
                    <a:cubicBezTo>
                      <a:pt x="62" y="27"/>
                      <a:pt x="62" y="28"/>
                      <a:pt x="60" y="28"/>
                    </a:cubicBezTo>
                    <a:cubicBezTo>
                      <a:pt x="60" y="28"/>
                      <a:pt x="59" y="28"/>
                      <a:pt x="59" y="29"/>
                    </a:cubicBezTo>
                    <a:cubicBezTo>
                      <a:pt x="57" y="29"/>
                      <a:pt x="56" y="30"/>
                      <a:pt x="55" y="32"/>
                    </a:cubicBezTo>
                    <a:cubicBezTo>
                      <a:pt x="53" y="33"/>
                      <a:pt x="52" y="34"/>
                      <a:pt x="51" y="36"/>
                    </a:cubicBezTo>
                    <a:cubicBezTo>
                      <a:pt x="51" y="35"/>
                      <a:pt x="51" y="35"/>
                      <a:pt x="51" y="35"/>
                    </a:cubicBezTo>
                    <a:cubicBezTo>
                      <a:pt x="51" y="35"/>
                      <a:pt x="51" y="36"/>
                      <a:pt x="50" y="36"/>
                    </a:cubicBezTo>
                    <a:cubicBezTo>
                      <a:pt x="47" y="39"/>
                      <a:pt x="45" y="42"/>
                      <a:pt x="42" y="46"/>
                    </a:cubicBezTo>
                    <a:lnTo>
                      <a:pt x="42" y="45"/>
                    </a:lnTo>
                    <a:cubicBezTo>
                      <a:pt x="38" y="50"/>
                      <a:pt x="35" y="56"/>
                      <a:pt x="32" y="61"/>
                    </a:cubicBezTo>
                    <a:cubicBezTo>
                      <a:pt x="30" y="65"/>
                      <a:pt x="28" y="69"/>
                      <a:pt x="27" y="73"/>
                    </a:cubicBezTo>
                    <a:cubicBezTo>
                      <a:pt x="25" y="77"/>
                      <a:pt x="24" y="80"/>
                      <a:pt x="23" y="84"/>
                    </a:cubicBezTo>
                    <a:cubicBezTo>
                      <a:pt x="23" y="87"/>
                      <a:pt x="22" y="91"/>
                      <a:pt x="21" y="94"/>
                    </a:cubicBezTo>
                    <a:cubicBezTo>
                      <a:pt x="21" y="96"/>
                      <a:pt x="21" y="99"/>
                      <a:pt x="21" y="101"/>
                    </a:cubicBezTo>
                    <a:cubicBezTo>
                      <a:pt x="21" y="104"/>
                      <a:pt x="21" y="107"/>
                      <a:pt x="22" y="111"/>
                    </a:cubicBezTo>
                    <a:cubicBezTo>
                      <a:pt x="23" y="112"/>
                      <a:pt x="23" y="113"/>
                      <a:pt x="23" y="113"/>
                    </a:cubicBezTo>
                    <a:cubicBezTo>
                      <a:pt x="23" y="114"/>
                      <a:pt x="23" y="114"/>
                      <a:pt x="23" y="114"/>
                    </a:cubicBezTo>
                    <a:lnTo>
                      <a:pt x="24" y="114"/>
                    </a:lnTo>
                    <a:lnTo>
                      <a:pt x="23" y="114"/>
                    </a:lnTo>
                    <a:cubicBezTo>
                      <a:pt x="24" y="114"/>
                      <a:pt x="24" y="114"/>
                      <a:pt x="24" y="114"/>
                    </a:cubicBezTo>
                    <a:lnTo>
                      <a:pt x="24" y="115"/>
                    </a:lnTo>
                    <a:cubicBezTo>
                      <a:pt x="25" y="115"/>
                      <a:pt x="25" y="115"/>
                      <a:pt x="26" y="115"/>
                    </a:cubicBezTo>
                    <a:cubicBezTo>
                      <a:pt x="26" y="115"/>
                      <a:pt x="26" y="116"/>
                      <a:pt x="27" y="116"/>
                    </a:cubicBezTo>
                    <a:lnTo>
                      <a:pt x="28" y="116"/>
                    </a:lnTo>
                    <a:cubicBezTo>
                      <a:pt x="30" y="116"/>
                      <a:pt x="31" y="116"/>
                      <a:pt x="33" y="116"/>
                    </a:cubicBezTo>
                    <a:cubicBezTo>
                      <a:pt x="32" y="116"/>
                      <a:pt x="31" y="116"/>
                      <a:pt x="31" y="116"/>
                    </a:cubicBezTo>
                    <a:cubicBezTo>
                      <a:pt x="32" y="116"/>
                      <a:pt x="34" y="116"/>
                      <a:pt x="35" y="116"/>
                    </a:cubicBezTo>
                    <a:cubicBezTo>
                      <a:pt x="36" y="115"/>
                      <a:pt x="37" y="115"/>
                      <a:pt x="38" y="114"/>
                    </a:cubicBezTo>
                    <a:cubicBezTo>
                      <a:pt x="41" y="114"/>
                      <a:pt x="44" y="113"/>
                      <a:pt x="46" y="112"/>
                    </a:cubicBezTo>
                    <a:cubicBezTo>
                      <a:pt x="51" y="110"/>
                      <a:pt x="56" y="107"/>
                      <a:pt x="61" y="104"/>
                    </a:cubicBezTo>
                    <a:cubicBezTo>
                      <a:pt x="68" y="100"/>
                      <a:pt x="74" y="95"/>
                      <a:pt x="81" y="91"/>
                    </a:cubicBezTo>
                    <a:cubicBezTo>
                      <a:pt x="84" y="88"/>
                      <a:pt x="87" y="85"/>
                      <a:pt x="90" y="82"/>
                    </a:cubicBezTo>
                    <a:cubicBezTo>
                      <a:pt x="91" y="81"/>
                      <a:pt x="91" y="80"/>
                      <a:pt x="92" y="79"/>
                    </a:cubicBezTo>
                    <a:cubicBezTo>
                      <a:pt x="94" y="74"/>
                      <a:pt x="97" y="70"/>
                      <a:pt x="102" y="68"/>
                    </a:cubicBezTo>
                    <a:cubicBezTo>
                      <a:pt x="107" y="66"/>
                      <a:pt x="112" y="68"/>
                      <a:pt x="115" y="72"/>
                    </a:cubicBezTo>
                    <a:cubicBezTo>
                      <a:pt x="121" y="80"/>
                      <a:pt x="114" y="89"/>
                      <a:pt x="108" y="95"/>
                    </a:cubicBezTo>
                    <a:lnTo>
                      <a:pt x="108" y="96"/>
                    </a:lnTo>
                    <a:cubicBezTo>
                      <a:pt x="107" y="97"/>
                      <a:pt x="107" y="99"/>
                      <a:pt x="106" y="101"/>
                    </a:cubicBezTo>
                    <a:cubicBezTo>
                      <a:pt x="106" y="102"/>
                      <a:pt x="106" y="103"/>
                      <a:pt x="105" y="104"/>
                    </a:cubicBezTo>
                    <a:cubicBezTo>
                      <a:pt x="105" y="106"/>
                      <a:pt x="105" y="107"/>
                      <a:pt x="105" y="109"/>
                    </a:cubicBezTo>
                    <a:lnTo>
                      <a:pt x="105" y="110"/>
                    </a:lnTo>
                    <a:lnTo>
                      <a:pt x="105" y="109"/>
                    </a:lnTo>
                    <a:cubicBezTo>
                      <a:pt x="105" y="110"/>
                      <a:pt x="106" y="111"/>
                      <a:pt x="106" y="111"/>
                    </a:cubicBezTo>
                    <a:cubicBezTo>
                      <a:pt x="107" y="112"/>
                      <a:pt x="107" y="113"/>
                      <a:pt x="107" y="113"/>
                    </a:cubicBezTo>
                    <a:cubicBezTo>
                      <a:pt x="107" y="114"/>
                      <a:pt x="108" y="114"/>
                      <a:pt x="108" y="114"/>
                    </a:cubicBezTo>
                    <a:lnTo>
                      <a:pt x="108" y="115"/>
                    </a:lnTo>
                    <a:cubicBezTo>
                      <a:pt x="109" y="115"/>
                      <a:pt x="110" y="115"/>
                      <a:pt x="111" y="115"/>
                    </a:cubicBezTo>
                    <a:lnTo>
                      <a:pt x="110" y="115"/>
                    </a:lnTo>
                    <a:cubicBezTo>
                      <a:pt x="111" y="115"/>
                      <a:pt x="111" y="115"/>
                      <a:pt x="112" y="115"/>
                    </a:cubicBezTo>
                    <a:cubicBezTo>
                      <a:pt x="113" y="114"/>
                      <a:pt x="114" y="114"/>
                      <a:pt x="115" y="114"/>
                    </a:cubicBezTo>
                    <a:cubicBezTo>
                      <a:pt x="116" y="114"/>
                      <a:pt x="116" y="113"/>
                      <a:pt x="118" y="113"/>
                    </a:cubicBezTo>
                    <a:cubicBezTo>
                      <a:pt x="119" y="112"/>
                      <a:pt x="121" y="111"/>
                      <a:pt x="123" y="110"/>
                    </a:cubicBezTo>
                    <a:cubicBezTo>
                      <a:pt x="126" y="108"/>
                      <a:pt x="129" y="106"/>
                      <a:pt x="132" y="104"/>
                    </a:cubicBezTo>
                    <a:cubicBezTo>
                      <a:pt x="136" y="100"/>
                      <a:pt x="141" y="96"/>
                      <a:pt x="145" y="92"/>
                    </a:cubicBezTo>
                    <a:cubicBezTo>
                      <a:pt x="152" y="85"/>
                      <a:pt x="159" y="77"/>
                      <a:pt x="165" y="69"/>
                    </a:cubicBezTo>
                    <a:cubicBezTo>
                      <a:pt x="167" y="66"/>
                      <a:pt x="169" y="63"/>
                      <a:pt x="171" y="60"/>
                    </a:cubicBezTo>
                    <a:cubicBezTo>
                      <a:pt x="174" y="57"/>
                      <a:pt x="176" y="53"/>
                      <a:pt x="178" y="49"/>
                    </a:cubicBezTo>
                    <a:cubicBezTo>
                      <a:pt x="179" y="47"/>
                      <a:pt x="181" y="44"/>
                      <a:pt x="182" y="42"/>
                    </a:cubicBezTo>
                    <a:cubicBezTo>
                      <a:pt x="182" y="41"/>
                      <a:pt x="182" y="41"/>
                      <a:pt x="182" y="40"/>
                    </a:cubicBezTo>
                    <a:lnTo>
                      <a:pt x="182" y="41"/>
                    </a:lnTo>
                    <a:cubicBezTo>
                      <a:pt x="182" y="40"/>
                      <a:pt x="182" y="40"/>
                      <a:pt x="182" y="39"/>
                    </a:cubicBezTo>
                    <a:lnTo>
                      <a:pt x="182" y="38"/>
                    </a:lnTo>
                    <a:cubicBezTo>
                      <a:pt x="182" y="37"/>
                      <a:pt x="182" y="37"/>
                      <a:pt x="182" y="37"/>
                    </a:cubicBezTo>
                    <a:cubicBezTo>
                      <a:pt x="182" y="36"/>
                      <a:pt x="182" y="36"/>
                      <a:pt x="182" y="36"/>
                    </a:cubicBezTo>
                    <a:cubicBezTo>
                      <a:pt x="182" y="35"/>
                      <a:pt x="182" y="35"/>
                      <a:pt x="182" y="35"/>
                    </a:cubicBezTo>
                    <a:cubicBezTo>
                      <a:pt x="182" y="35"/>
                      <a:pt x="181" y="34"/>
                      <a:pt x="181" y="33"/>
                    </a:cubicBezTo>
                    <a:cubicBezTo>
                      <a:pt x="179" y="32"/>
                      <a:pt x="178" y="30"/>
                      <a:pt x="177" y="29"/>
                    </a:cubicBezTo>
                    <a:cubicBezTo>
                      <a:pt x="176" y="28"/>
                      <a:pt x="175" y="27"/>
                      <a:pt x="174" y="26"/>
                    </a:cubicBezTo>
                    <a:cubicBezTo>
                      <a:pt x="173" y="26"/>
                      <a:pt x="172" y="25"/>
                      <a:pt x="171" y="25"/>
                    </a:cubicBezTo>
                    <a:cubicBezTo>
                      <a:pt x="170" y="24"/>
                      <a:pt x="169" y="24"/>
                      <a:pt x="169" y="23"/>
                    </a:cubicBezTo>
                    <a:cubicBezTo>
                      <a:pt x="168" y="23"/>
                      <a:pt x="168" y="23"/>
                      <a:pt x="167" y="23"/>
                    </a:cubicBezTo>
                    <a:cubicBezTo>
                      <a:pt x="166" y="23"/>
                      <a:pt x="164" y="22"/>
                      <a:pt x="163" y="22"/>
                    </a:cubicBezTo>
                    <a:cubicBezTo>
                      <a:pt x="162" y="22"/>
                      <a:pt x="161" y="22"/>
                      <a:pt x="160" y="22"/>
                    </a:cubicBezTo>
                    <a:cubicBezTo>
                      <a:pt x="159" y="22"/>
                      <a:pt x="158" y="22"/>
                      <a:pt x="157" y="22"/>
                    </a:cubicBezTo>
                    <a:cubicBezTo>
                      <a:pt x="154" y="23"/>
                      <a:pt x="151" y="23"/>
                      <a:pt x="148" y="24"/>
                    </a:cubicBezTo>
                    <a:cubicBezTo>
                      <a:pt x="146" y="25"/>
                      <a:pt x="144" y="26"/>
                      <a:pt x="141" y="27"/>
                    </a:cubicBezTo>
                    <a:cubicBezTo>
                      <a:pt x="142" y="27"/>
                      <a:pt x="142" y="27"/>
                      <a:pt x="142" y="26"/>
                    </a:cubicBezTo>
                    <a:cubicBezTo>
                      <a:pt x="140" y="28"/>
                      <a:pt x="139" y="28"/>
                      <a:pt x="137" y="29"/>
                    </a:cubicBezTo>
                    <a:cubicBezTo>
                      <a:pt x="136" y="30"/>
                      <a:pt x="134" y="31"/>
                      <a:pt x="133" y="32"/>
                    </a:cubicBezTo>
                    <a:cubicBezTo>
                      <a:pt x="132" y="33"/>
                      <a:pt x="130" y="35"/>
                      <a:pt x="128" y="37"/>
                    </a:cubicBezTo>
                    <a:cubicBezTo>
                      <a:pt x="126" y="39"/>
                      <a:pt x="123" y="42"/>
                      <a:pt x="121" y="45"/>
                    </a:cubicBezTo>
                    <a:cubicBezTo>
                      <a:pt x="118" y="50"/>
                      <a:pt x="114" y="56"/>
                      <a:pt x="111" y="61"/>
                    </a:cubicBezTo>
                    <a:cubicBezTo>
                      <a:pt x="108" y="66"/>
                      <a:pt x="101" y="67"/>
                      <a:pt x="96" y="64"/>
                    </a:cubicBezTo>
                    <a:cubicBezTo>
                      <a:pt x="91" y="61"/>
                      <a:pt x="90" y="55"/>
                      <a:pt x="93" y="50"/>
                    </a:cubicBezTo>
                    <a:cubicBezTo>
                      <a:pt x="99" y="40"/>
                      <a:pt x="106" y="29"/>
                      <a:pt x="114" y="21"/>
                    </a:cubicBezTo>
                    <a:cubicBezTo>
                      <a:pt x="119" y="15"/>
                      <a:pt x="125" y="11"/>
                      <a:pt x="132" y="8"/>
                    </a:cubicBezTo>
                    <a:cubicBezTo>
                      <a:pt x="139" y="4"/>
                      <a:pt x="147" y="2"/>
                      <a:pt x="155" y="1"/>
                    </a:cubicBezTo>
                    <a:cubicBezTo>
                      <a:pt x="162" y="0"/>
                      <a:pt x="171" y="1"/>
                      <a:pt x="177" y="4"/>
                    </a:cubicBezTo>
                    <a:cubicBezTo>
                      <a:pt x="185" y="7"/>
                      <a:pt x="190" y="11"/>
                      <a:pt x="196" y="17"/>
                    </a:cubicBezTo>
                    <a:cubicBezTo>
                      <a:pt x="200" y="22"/>
                      <a:pt x="203" y="28"/>
                      <a:pt x="204" y="35"/>
                    </a:cubicBezTo>
                    <a:cubicBezTo>
                      <a:pt x="205" y="42"/>
                      <a:pt x="203" y="49"/>
                      <a:pt x="199" y="55"/>
                    </a:cubicBezTo>
                    <a:cubicBezTo>
                      <a:pt x="197" y="59"/>
                      <a:pt x="194" y="63"/>
                      <a:pt x="192" y="67"/>
                    </a:cubicBezTo>
                    <a:cubicBezTo>
                      <a:pt x="189" y="72"/>
                      <a:pt x="185" y="78"/>
                      <a:pt x="181" y="82"/>
                    </a:cubicBezTo>
                    <a:cubicBezTo>
                      <a:pt x="172" y="93"/>
                      <a:pt x="163" y="104"/>
                      <a:pt x="153" y="113"/>
                    </a:cubicBezTo>
                    <a:cubicBezTo>
                      <a:pt x="143" y="123"/>
                      <a:pt x="133" y="131"/>
                      <a:pt x="120" y="135"/>
                    </a:cubicBezTo>
                    <a:cubicBezTo>
                      <a:pt x="115" y="137"/>
                      <a:pt x="108" y="138"/>
                      <a:pt x="102" y="136"/>
                    </a:cubicBezTo>
                    <a:cubicBezTo>
                      <a:pt x="96" y="134"/>
                      <a:pt x="91" y="130"/>
                      <a:pt x="88" y="125"/>
                    </a:cubicBezTo>
                    <a:cubicBezTo>
                      <a:pt x="86" y="121"/>
                      <a:pt x="84" y="118"/>
                      <a:pt x="84" y="114"/>
                    </a:cubicBezTo>
                    <a:cubicBezTo>
                      <a:pt x="83" y="115"/>
                      <a:pt x="83" y="116"/>
                      <a:pt x="81" y="116"/>
                    </a:cubicBezTo>
                    <a:cubicBezTo>
                      <a:pt x="72" y="122"/>
                      <a:pt x="62" y="128"/>
                      <a:pt x="51" y="133"/>
                    </a:cubicBezTo>
                    <a:cubicBezTo>
                      <a:pt x="45" y="135"/>
                      <a:pt x="37" y="138"/>
                      <a:pt x="30" y="1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3" name="Google Shape;4313;p50">
                <a:extLst>
                  <a:ext uri="{FF2B5EF4-FFF2-40B4-BE49-F238E27FC236}">
                    <a16:creationId xmlns:a16="http://schemas.microsoft.com/office/drawing/2014/main" id="{2B5C71AF-95CD-D5F5-2776-2EA8684B91CA}"/>
                  </a:ext>
                </a:extLst>
              </p:cNvPr>
              <p:cNvSpPr/>
              <p:nvPr/>
            </p:nvSpPr>
            <p:spPr>
              <a:xfrm>
                <a:off x="187540" y="4232878"/>
                <a:ext cx="31320" cy="57960"/>
              </a:xfrm>
              <a:custGeom>
                <a:avLst/>
                <a:gdLst/>
                <a:ahLst/>
                <a:cxnLst/>
                <a:rect l="l" t="t" r="r" b="b"/>
                <a:pathLst>
                  <a:path w="87" h="161" extrusionOk="0">
                    <a:moveTo>
                      <a:pt x="14" y="152"/>
                    </a:moveTo>
                    <a:cubicBezTo>
                      <a:pt x="13" y="146"/>
                      <a:pt x="16" y="139"/>
                      <a:pt x="22" y="138"/>
                    </a:cubicBezTo>
                    <a:cubicBezTo>
                      <a:pt x="30" y="136"/>
                      <a:pt x="37" y="135"/>
                      <a:pt x="44" y="132"/>
                    </a:cubicBezTo>
                    <a:lnTo>
                      <a:pt x="45" y="132"/>
                    </a:lnTo>
                    <a:lnTo>
                      <a:pt x="44" y="132"/>
                    </a:lnTo>
                    <a:cubicBezTo>
                      <a:pt x="48" y="131"/>
                      <a:pt x="52" y="130"/>
                      <a:pt x="55" y="128"/>
                    </a:cubicBezTo>
                    <a:cubicBezTo>
                      <a:pt x="57" y="128"/>
                      <a:pt x="59" y="127"/>
                      <a:pt x="60" y="126"/>
                    </a:cubicBezTo>
                    <a:cubicBezTo>
                      <a:pt x="60" y="125"/>
                      <a:pt x="61" y="125"/>
                      <a:pt x="62" y="125"/>
                    </a:cubicBezTo>
                    <a:cubicBezTo>
                      <a:pt x="62" y="125"/>
                      <a:pt x="61" y="125"/>
                      <a:pt x="60" y="125"/>
                    </a:cubicBezTo>
                    <a:cubicBezTo>
                      <a:pt x="62" y="125"/>
                      <a:pt x="62" y="124"/>
                      <a:pt x="63" y="124"/>
                    </a:cubicBezTo>
                    <a:lnTo>
                      <a:pt x="63" y="123"/>
                    </a:lnTo>
                    <a:lnTo>
                      <a:pt x="64" y="122"/>
                    </a:lnTo>
                    <a:cubicBezTo>
                      <a:pt x="63" y="122"/>
                      <a:pt x="63" y="122"/>
                      <a:pt x="63" y="122"/>
                    </a:cubicBezTo>
                    <a:lnTo>
                      <a:pt x="64" y="122"/>
                    </a:lnTo>
                    <a:cubicBezTo>
                      <a:pt x="63" y="122"/>
                      <a:pt x="63" y="122"/>
                      <a:pt x="63" y="122"/>
                    </a:cubicBezTo>
                    <a:lnTo>
                      <a:pt x="63" y="121"/>
                    </a:lnTo>
                    <a:cubicBezTo>
                      <a:pt x="63" y="122"/>
                      <a:pt x="63" y="122"/>
                      <a:pt x="63" y="122"/>
                    </a:cubicBezTo>
                    <a:cubicBezTo>
                      <a:pt x="63" y="122"/>
                      <a:pt x="63" y="121"/>
                      <a:pt x="62" y="121"/>
                    </a:cubicBezTo>
                    <a:cubicBezTo>
                      <a:pt x="58" y="117"/>
                      <a:pt x="53" y="113"/>
                      <a:pt x="49" y="110"/>
                    </a:cubicBezTo>
                    <a:lnTo>
                      <a:pt x="50" y="111"/>
                    </a:lnTo>
                    <a:cubicBezTo>
                      <a:pt x="42" y="104"/>
                      <a:pt x="33" y="98"/>
                      <a:pt x="25" y="92"/>
                    </a:cubicBezTo>
                    <a:cubicBezTo>
                      <a:pt x="17" y="85"/>
                      <a:pt x="9" y="76"/>
                      <a:pt x="4" y="66"/>
                    </a:cubicBezTo>
                    <a:cubicBezTo>
                      <a:pt x="0" y="55"/>
                      <a:pt x="1" y="42"/>
                      <a:pt x="6" y="31"/>
                    </a:cubicBezTo>
                    <a:cubicBezTo>
                      <a:pt x="7" y="26"/>
                      <a:pt x="11" y="21"/>
                      <a:pt x="15" y="18"/>
                    </a:cubicBezTo>
                    <a:cubicBezTo>
                      <a:pt x="19" y="14"/>
                      <a:pt x="24" y="11"/>
                      <a:pt x="28" y="8"/>
                    </a:cubicBezTo>
                    <a:cubicBezTo>
                      <a:pt x="39" y="1"/>
                      <a:pt x="52" y="0"/>
                      <a:pt x="63" y="2"/>
                    </a:cubicBezTo>
                    <a:cubicBezTo>
                      <a:pt x="69" y="2"/>
                      <a:pt x="73" y="5"/>
                      <a:pt x="77" y="8"/>
                    </a:cubicBezTo>
                    <a:cubicBezTo>
                      <a:pt x="78" y="10"/>
                      <a:pt x="80" y="12"/>
                      <a:pt x="80" y="14"/>
                    </a:cubicBezTo>
                    <a:cubicBezTo>
                      <a:pt x="81" y="16"/>
                      <a:pt x="81" y="19"/>
                      <a:pt x="81" y="21"/>
                    </a:cubicBezTo>
                    <a:cubicBezTo>
                      <a:pt x="81" y="23"/>
                      <a:pt x="80" y="26"/>
                      <a:pt x="80" y="29"/>
                    </a:cubicBezTo>
                    <a:cubicBezTo>
                      <a:pt x="79" y="31"/>
                      <a:pt x="78" y="33"/>
                      <a:pt x="78" y="34"/>
                    </a:cubicBezTo>
                    <a:cubicBezTo>
                      <a:pt x="78" y="35"/>
                      <a:pt x="78" y="36"/>
                      <a:pt x="78" y="36"/>
                    </a:cubicBezTo>
                    <a:cubicBezTo>
                      <a:pt x="77" y="43"/>
                      <a:pt x="71" y="47"/>
                      <a:pt x="64" y="46"/>
                    </a:cubicBezTo>
                    <a:cubicBezTo>
                      <a:pt x="58" y="45"/>
                      <a:pt x="54" y="39"/>
                      <a:pt x="56" y="32"/>
                    </a:cubicBezTo>
                    <a:cubicBezTo>
                      <a:pt x="56" y="31"/>
                      <a:pt x="56" y="29"/>
                      <a:pt x="56" y="28"/>
                    </a:cubicBezTo>
                    <a:cubicBezTo>
                      <a:pt x="57" y="26"/>
                      <a:pt x="58" y="25"/>
                      <a:pt x="58" y="23"/>
                    </a:cubicBezTo>
                    <a:cubicBezTo>
                      <a:pt x="57" y="23"/>
                      <a:pt x="56" y="23"/>
                      <a:pt x="56" y="23"/>
                    </a:cubicBezTo>
                    <a:cubicBezTo>
                      <a:pt x="54" y="23"/>
                      <a:pt x="53" y="23"/>
                      <a:pt x="51" y="23"/>
                    </a:cubicBezTo>
                    <a:lnTo>
                      <a:pt x="49" y="23"/>
                    </a:lnTo>
                    <a:cubicBezTo>
                      <a:pt x="48" y="23"/>
                      <a:pt x="46" y="24"/>
                      <a:pt x="45" y="24"/>
                    </a:cubicBezTo>
                    <a:cubicBezTo>
                      <a:pt x="44" y="25"/>
                      <a:pt x="43" y="25"/>
                      <a:pt x="42" y="25"/>
                    </a:cubicBezTo>
                    <a:cubicBezTo>
                      <a:pt x="41" y="26"/>
                      <a:pt x="39" y="27"/>
                      <a:pt x="38" y="28"/>
                    </a:cubicBezTo>
                    <a:cubicBezTo>
                      <a:pt x="36" y="29"/>
                      <a:pt x="35" y="29"/>
                      <a:pt x="34" y="30"/>
                    </a:cubicBezTo>
                    <a:cubicBezTo>
                      <a:pt x="32" y="32"/>
                      <a:pt x="31" y="33"/>
                      <a:pt x="29" y="34"/>
                    </a:cubicBezTo>
                    <a:cubicBezTo>
                      <a:pt x="29" y="35"/>
                      <a:pt x="28" y="36"/>
                      <a:pt x="28" y="36"/>
                    </a:cubicBezTo>
                    <a:cubicBezTo>
                      <a:pt x="27" y="37"/>
                      <a:pt x="26" y="38"/>
                      <a:pt x="25" y="39"/>
                    </a:cubicBezTo>
                    <a:cubicBezTo>
                      <a:pt x="25" y="40"/>
                      <a:pt x="25" y="40"/>
                      <a:pt x="25" y="41"/>
                    </a:cubicBezTo>
                    <a:cubicBezTo>
                      <a:pt x="25" y="41"/>
                      <a:pt x="24" y="42"/>
                      <a:pt x="24" y="43"/>
                    </a:cubicBezTo>
                    <a:cubicBezTo>
                      <a:pt x="24" y="44"/>
                      <a:pt x="24" y="46"/>
                      <a:pt x="24" y="47"/>
                    </a:cubicBezTo>
                    <a:cubicBezTo>
                      <a:pt x="24" y="48"/>
                      <a:pt x="24" y="48"/>
                      <a:pt x="24" y="50"/>
                    </a:cubicBezTo>
                    <a:cubicBezTo>
                      <a:pt x="24" y="52"/>
                      <a:pt x="24" y="54"/>
                      <a:pt x="24" y="56"/>
                    </a:cubicBezTo>
                    <a:cubicBezTo>
                      <a:pt x="24" y="55"/>
                      <a:pt x="24" y="55"/>
                      <a:pt x="24" y="55"/>
                    </a:cubicBezTo>
                    <a:lnTo>
                      <a:pt x="24" y="57"/>
                    </a:lnTo>
                    <a:cubicBezTo>
                      <a:pt x="25" y="58"/>
                      <a:pt x="25" y="60"/>
                      <a:pt x="25" y="61"/>
                    </a:cubicBezTo>
                    <a:cubicBezTo>
                      <a:pt x="25" y="60"/>
                      <a:pt x="25" y="60"/>
                      <a:pt x="25" y="60"/>
                    </a:cubicBezTo>
                    <a:cubicBezTo>
                      <a:pt x="25" y="60"/>
                      <a:pt x="26" y="61"/>
                      <a:pt x="27" y="62"/>
                    </a:cubicBezTo>
                    <a:cubicBezTo>
                      <a:pt x="27" y="63"/>
                      <a:pt x="28" y="64"/>
                      <a:pt x="28" y="65"/>
                    </a:cubicBezTo>
                    <a:cubicBezTo>
                      <a:pt x="28" y="64"/>
                      <a:pt x="28" y="64"/>
                      <a:pt x="28" y="64"/>
                    </a:cubicBezTo>
                    <a:cubicBezTo>
                      <a:pt x="30" y="66"/>
                      <a:pt x="31" y="68"/>
                      <a:pt x="32" y="69"/>
                    </a:cubicBezTo>
                    <a:cubicBezTo>
                      <a:pt x="38" y="75"/>
                      <a:pt x="45" y="79"/>
                      <a:pt x="51" y="85"/>
                    </a:cubicBezTo>
                    <a:cubicBezTo>
                      <a:pt x="56" y="88"/>
                      <a:pt x="60" y="92"/>
                      <a:pt x="65" y="95"/>
                    </a:cubicBezTo>
                    <a:lnTo>
                      <a:pt x="64" y="95"/>
                    </a:lnTo>
                    <a:cubicBezTo>
                      <a:pt x="66" y="95"/>
                      <a:pt x="66" y="96"/>
                      <a:pt x="67" y="97"/>
                    </a:cubicBezTo>
                    <a:lnTo>
                      <a:pt x="67" y="96"/>
                    </a:lnTo>
                    <a:cubicBezTo>
                      <a:pt x="72" y="100"/>
                      <a:pt x="77" y="104"/>
                      <a:pt x="81" y="108"/>
                    </a:cubicBezTo>
                    <a:cubicBezTo>
                      <a:pt x="85" y="113"/>
                      <a:pt x="86" y="118"/>
                      <a:pt x="86" y="124"/>
                    </a:cubicBezTo>
                    <a:cubicBezTo>
                      <a:pt x="86" y="130"/>
                      <a:pt x="82" y="136"/>
                      <a:pt x="78" y="140"/>
                    </a:cubicBezTo>
                    <a:cubicBezTo>
                      <a:pt x="74" y="144"/>
                      <a:pt x="69" y="146"/>
                      <a:pt x="63" y="149"/>
                    </a:cubicBezTo>
                    <a:cubicBezTo>
                      <a:pt x="58" y="151"/>
                      <a:pt x="53" y="152"/>
                      <a:pt x="48" y="154"/>
                    </a:cubicBezTo>
                    <a:cubicBezTo>
                      <a:pt x="41" y="156"/>
                      <a:pt x="34" y="158"/>
                      <a:pt x="27" y="160"/>
                    </a:cubicBezTo>
                    <a:cubicBezTo>
                      <a:pt x="26" y="160"/>
                      <a:pt x="25" y="160"/>
                      <a:pt x="24" y="160"/>
                    </a:cubicBezTo>
                    <a:cubicBezTo>
                      <a:pt x="20" y="160"/>
                      <a:pt x="15" y="156"/>
                      <a:pt x="14" y="1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4" name="Google Shape;4314;p50">
                <a:extLst>
                  <a:ext uri="{FF2B5EF4-FFF2-40B4-BE49-F238E27FC236}">
                    <a16:creationId xmlns:a16="http://schemas.microsoft.com/office/drawing/2014/main" id="{69B39BC9-ABD1-A11B-A88A-D18A8B23FE33}"/>
                  </a:ext>
                </a:extLst>
              </p:cNvPr>
              <p:cNvSpPr/>
              <p:nvPr/>
            </p:nvSpPr>
            <p:spPr>
              <a:xfrm>
                <a:off x="236140" y="4200118"/>
                <a:ext cx="40320" cy="10584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294" extrusionOk="0">
                    <a:moveTo>
                      <a:pt x="30" y="290"/>
                    </a:moveTo>
                    <a:cubicBezTo>
                      <a:pt x="25" y="286"/>
                      <a:pt x="21" y="281"/>
                      <a:pt x="17" y="276"/>
                    </a:cubicBezTo>
                    <a:cubicBezTo>
                      <a:pt x="12" y="271"/>
                      <a:pt x="9" y="264"/>
                      <a:pt x="6" y="257"/>
                    </a:cubicBezTo>
                    <a:cubicBezTo>
                      <a:pt x="0" y="244"/>
                      <a:pt x="0" y="228"/>
                      <a:pt x="2" y="213"/>
                    </a:cubicBezTo>
                    <a:cubicBezTo>
                      <a:pt x="2" y="201"/>
                      <a:pt x="4" y="190"/>
                      <a:pt x="6" y="177"/>
                    </a:cubicBezTo>
                    <a:cubicBezTo>
                      <a:pt x="7" y="172"/>
                      <a:pt x="7" y="166"/>
                      <a:pt x="9" y="160"/>
                    </a:cubicBezTo>
                    <a:cubicBezTo>
                      <a:pt x="10" y="154"/>
                      <a:pt x="12" y="147"/>
                      <a:pt x="13" y="141"/>
                    </a:cubicBezTo>
                    <a:cubicBezTo>
                      <a:pt x="16" y="130"/>
                      <a:pt x="19" y="119"/>
                      <a:pt x="22" y="107"/>
                    </a:cubicBezTo>
                    <a:cubicBezTo>
                      <a:pt x="23" y="104"/>
                      <a:pt x="24" y="100"/>
                      <a:pt x="25" y="96"/>
                    </a:cubicBezTo>
                    <a:cubicBezTo>
                      <a:pt x="27" y="92"/>
                      <a:pt x="28" y="88"/>
                      <a:pt x="30" y="84"/>
                    </a:cubicBezTo>
                    <a:cubicBezTo>
                      <a:pt x="29" y="84"/>
                      <a:pt x="29" y="84"/>
                      <a:pt x="29" y="85"/>
                    </a:cubicBezTo>
                    <a:cubicBezTo>
                      <a:pt x="30" y="83"/>
                      <a:pt x="31" y="81"/>
                      <a:pt x="32" y="79"/>
                    </a:cubicBezTo>
                    <a:cubicBezTo>
                      <a:pt x="31" y="79"/>
                      <a:pt x="31" y="80"/>
                      <a:pt x="31" y="81"/>
                    </a:cubicBezTo>
                    <a:cubicBezTo>
                      <a:pt x="32" y="79"/>
                      <a:pt x="32" y="78"/>
                      <a:pt x="32" y="77"/>
                    </a:cubicBezTo>
                    <a:lnTo>
                      <a:pt x="32" y="78"/>
                    </a:lnTo>
                    <a:cubicBezTo>
                      <a:pt x="32" y="77"/>
                      <a:pt x="33" y="75"/>
                      <a:pt x="34" y="75"/>
                    </a:cubicBezTo>
                    <a:cubicBezTo>
                      <a:pt x="33" y="75"/>
                      <a:pt x="33" y="75"/>
                      <a:pt x="33" y="76"/>
                    </a:cubicBezTo>
                    <a:cubicBezTo>
                      <a:pt x="33" y="75"/>
                      <a:pt x="34" y="74"/>
                      <a:pt x="34" y="73"/>
                    </a:cubicBezTo>
                    <a:cubicBezTo>
                      <a:pt x="34" y="72"/>
                      <a:pt x="35" y="71"/>
                      <a:pt x="35" y="70"/>
                    </a:cubicBezTo>
                    <a:cubicBezTo>
                      <a:pt x="35" y="71"/>
                      <a:pt x="35" y="71"/>
                      <a:pt x="35" y="71"/>
                    </a:cubicBezTo>
                    <a:cubicBezTo>
                      <a:pt x="36" y="68"/>
                      <a:pt x="37" y="66"/>
                      <a:pt x="38" y="63"/>
                    </a:cubicBezTo>
                    <a:cubicBezTo>
                      <a:pt x="39" y="61"/>
                      <a:pt x="41" y="58"/>
                      <a:pt x="42" y="56"/>
                    </a:cubicBezTo>
                    <a:cubicBezTo>
                      <a:pt x="45" y="48"/>
                      <a:pt x="49" y="41"/>
                      <a:pt x="53" y="34"/>
                    </a:cubicBezTo>
                    <a:cubicBezTo>
                      <a:pt x="56" y="28"/>
                      <a:pt x="61" y="21"/>
                      <a:pt x="66" y="16"/>
                    </a:cubicBezTo>
                    <a:cubicBezTo>
                      <a:pt x="70" y="11"/>
                      <a:pt x="76" y="7"/>
                      <a:pt x="82" y="4"/>
                    </a:cubicBezTo>
                    <a:cubicBezTo>
                      <a:pt x="87" y="1"/>
                      <a:pt x="95" y="0"/>
                      <a:pt x="100" y="3"/>
                    </a:cubicBezTo>
                    <a:cubicBezTo>
                      <a:pt x="102" y="3"/>
                      <a:pt x="103" y="4"/>
                      <a:pt x="104" y="5"/>
                    </a:cubicBezTo>
                    <a:cubicBezTo>
                      <a:pt x="105" y="6"/>
                      <a:pt x="106" y="8"/>
                      <a:pt x="108" y="9"/>
                    </a:cubicBezTo>
                    <a:cubicBezTo>
                      <a:pt x="109" y="11"/>
                      <a:pt x="110" y="12"/>
                      <a:pt x="110" y="15"/>
                    </a:cubicBezTo>
                    <a:cubicBezTo>
                      <a:pt x="111" y="21"/>
                      <a:pt x="108" y="26"/>
                      <a:pt x="102" y="28"/>
                    </a:cubicBezTo>
                    <a:cubicBezTo>
                      <a:pt x="98" y="29"/>
                      <a:pt x="93" y="27"/>
                      <a:pt x="91" y="24"/>
                    </a:cubicBezTo>
                    <a:cubicBezTo>
                      <a:pt x="90" y="24"/>
                      <a:pt x="90" y="24"/>
                      <a:pt x="90" y="24"/>
                    </a:cubicBezTo>
                    <a:cubicBezTo>
                      <a:pt x="89" y="25"/>
                      <a:pt x="88" y="25"/>
                      <a:pt x="87" y="26"/>
                    </a:cubicBezTo>
                    <a:cubicBezTo>
                      <a:pt x="85" y="26"/>
                      <a:pt x="84" y="27"/>
                      <a:pt x="84" y="28"/>
                    </a:cubicBezTo>
                    <a:cubicBezTo>
                      <a:pt x="83" y="29"/>
                      <a:pt x="82" y="29"/>
                      <a:pt x="81" y="30"/>
                    </a:cubicBezTo>
                    <a:cubicBezTo>
                      <a:pt x="80" y="32"/>
                      <a:pt x="78" y="33"/>
                      <a:pt x="77" y="35"/>
                    </a:cubicBezTo>
                    <a:cubicBezTo>
                      <a:pt x="78" y="34"/>
                      <a:pt x="78" y="34"/>
                      <a:pt x="78" y="33"/>
                    </a:cubicBezTo>
                    <a:cubicBezTo>
                      <a:pt x="74" y="39"/>
                      <a:pt x="70" y="45"/>
                      <a:pt x="67" y="51"/>
                    </a:cubicBezTo>
                    <a:cubicBezTo>
                      <a:pt x="65" y="54"/>
                      <a:pt x="63" y="58"/>
                      <a:pt x="61" y="62"/>
                    </a:cubicBezTo>
                    <a:cubicBezTo>
                      <a:pt x="59" y="65"/>
                      <a:pt x="58" y="68"/>
                      <a:pt x="56" y="72"/>
                    </a:cubicBezTo>
                    <a:cubicBezTo>
                      <a:pt x="53" y="78"/>
                      <a:pt x="50" y="85"/>
                      <a:pt x="48" y="92"/>
                    </a:cubicBezTo>
                    <a:cubicBezTo>
                      <a:pt x="46" y="96"/>
                      <a:pt x="45" y="100"/>
                      <a:pt x="43" y="104"/>
                    </a:cubicBezTo>
                    <a:cubicBezTo>
                      <a:pt x="42" y="107"/>
                      <a:pt x="41" y="110"/>
                      <a:pt x="41" y="113"/>
                    </a:cubicBezTo>
                    <a:cubicBezTo>
                      <a:pt x="38" y="121"/>
                      <a:pt x="36" y="130"/>
                      <a:pt x="34" y="138"/>
                    </a:cubicBezTo>
                    <a:cubicBezTo>
                      <a:pt x="31" y="149"/>
                      <a:pt x="28" y="160"/>
                      <a:pt x="27" y="171"/>
                    </a:cubicBezTo>
                    <a:cubicBezTo>
                      <a:pt x="25" y="175"/>
                      <a:pt x="25" y="179"/>
                      <a:pt x="24" y="183"/>
                    </a:cubicBezTo>
                    <a:cubicBezTo>
                      <a:pt x="24" y="185"/>
                      <a:pt x="24" y="187"/>
                      <a:pt x="23" y="189"/>
                    </a:cubicBezTo>
                    <a:cubicBezTo>
                      <a:pt x="23" y="196"/>
                      <a:pt x="22" y="203"/>
                      <a:pt x="21" y="209"/>
                    </a:cubicBezTo>
                    <a:lnTo>
                      <a:pt x="21" y="208"/>
                    </a:lnTo>
                    <a:cubicBezTo>
                      <a:pt x="21" y="216"/>
                      <a:pt x="20" y="223"/>
                      <a:pt x="21" y="231"/>
                    </a:cubicBezTo>
                    <a:cubicBezTo>
                      <a:pt x="21" y="230"/>
                      <a:pt x="21" y="230"/>
                      <a:pt x="21" y="230"/>
                    </a:cubicBezTo>
                    <a:cubicBezTo>
                      <a:pt x="21" y="232"/>
                      <a:pt x="21" y="235"/>
                      <a:pt x="21" y="238"/>
                    </a:cubicBezTo>
                    <a:cubicBezTo>
                      <a:pt x="21" y="240"/>
                      <a:pt x="22" y="242"/>
                      <a:pt x="23" y="244"/>
                    </a:cubicBezTo>
                    <a:cubicBezTo>
                      <a:pt x="24" y="247"/>
                      <a:pt x="24" y="249"/>
                      <a:pt x="25" y="251"/>
                    </a:cubicBezTo>
                    <a:cubicBezTo>
                      <a:pt x="27" y="254"/>
                      <a:pt x="28" y="256"/>
                      <a:pt x="29" y="258"/>
                    </a:cubicBezTo>
                    <a:cubicBezTo>
                      <a:pt x="31" y="261"/>
                      <a:pt x="32" y="263"/>
                      <a:pt x="34" y="265"/>
                    </a:cubicBezTo>
                    <a:cubicBezTo>
                      <a:pt x="36" y="268"/>
                      <a:pt x="38" y="270"/>
                      <a:pt x="40" y="272"/>
                    </a:cubicBezTo>
                    <a:cubicBezTo>
                      <a:pt x="41" y="273"/>
                      <a:pt x="42" y="274"/>
                      <a:pt x="43" y="275"/>
                    </a:cubicBezTo>
                    <a:cubicBezTo>
                      <a:pt x="48" y="279"/>
                      <a:pt x="48" y="285"/>
                      <a:pt x="45" y="289"/>
                    </a:cubicBezTo>
                    <a:cubicBezTo>
                      <a:pt x="43" y="291"/>
                      <a:pt x="39" y="293"/>
                      <a:pt x="36" y="293"/>
                    </a:cubicBezTo>
                    <a:cubicBezTo>
                      <a:pt x="34" y="293"/>
                      <a:pt x="32" y="292"/>
                      <a:pt x="30" y="2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5" name="Google Shape;4315;p50">
                <a:extLst>
                  <a:ext uri="{FF2B5EF4-FFF2-40B4-BE49-F238E27FC236}">
                    <a16:creationId xmlns:a16="http://schemas.microsoft.com/office/drawing/2014/main" id="{5BAD04E2-B55B-11BD-E9B2-5BB1AB1EC942}"/>
                  </a:ext>
                </a:extLst>
              </p:cNvPr>
              <p:cNvSpPr/>
              <p:nvPr/>
            </p:nvSpPr>
            <p:spPr>
              <a:xfrm>
                <a:off x="263140" y="4225318"/>
                <a:ext cx="38880" cy="65160"/>
              </a:xfrm>
              <a:custGeom>
                <a:avLst/>
                <a:gdLst/>
                <a:ahLst/>
                <a:cxnLst/>
                <a:rect l="l" t="t" r="r" b="b"/>
                <a:pathLst>
                  <a:path w="108" h="181" extrusionOk="0">
                    <a:moveTo>
                      <a:pt x="80" y="62"/>
                    </a:moveTo>
                    <a:cubicBezTo>
                      <a:pt x="81" y="60"/>
                      <a:pt x="82" y="57"/>
                      <a:pt x="82" y="55"/>
                    </a:cubicBezTo>
                    <a:cubicBezTo>
                      <a:pt x="83" y="51"/>
                      <a:pt x="84" y="46"/>
                      <a:pt x="84" y="42"/>
                    </a:cubicBezTo>
                    <a:cubicBezTo>
                      <a:pt x="85" y="37"/>
                      <a:pt x="85" y="32"/>
                      <a:pt x="85" y="27"/>
                    </a:cubicBezTo>
                    <a:cubicBezTo>
                      <a:pt x="84" y="28"/>
                      <a:pt x="84" y="29"/>
                      <a:pt x="84" y="30"/>
                    </a:cubicBezTo>
                    <a:cubicBezTo>
                      <a:pt x="83" y="32"/>
                      <a:pt x="83" y="35"/>
                      <a:pt x="82" y="36"/>
                    </a:cubicBezTo>
                    <a:cubicBezTo>
                      <a:pt x="81" y="40"/>
                      <a:pt x="80" y="43"/>
                      <a:pt x="80" y="46"/>
                    </a:cubicBezTo>
                    <a:cubicBezTo>
                      <a:pt x="80" y="50"/>
                      <a:pt x="80" y="53"/>
                      <a:pt x="80" y="55"/>
                    </a:cubicBezTo>
                    <a:cubicBezTo>
                      <a:pt x="80" y="58"/>
                      <a:pt x="80" y="60"/>
                      <a:pt x="80" y="62"/>
                    </a:cubicBezTo>
                    <a:moveTo>
                      <a:pt x="23" y="157"/>
                    </a:moveTo>
                    <a:lnTo>
                      <a:pt x="24" y="157"/>
                    </a:lnTo>
                    <a:cubicBezTo>
                      <a:pt x="24" y="156"/>
                      <a:pt x="24" y="156"/>
                      <a:pt x="24" y="156"/>
                    </a:cubicBezTo>
                    <a:cubicBezTo>
                      <a:pt x="25" y="156"/>
                      <a:pt x="26" y="156"/>
                      <a:pt x="26" y="155"/>
                    </a:cubicBezTo>
                    <a:cubicBezTo>
                      <a:pt x="27" y="154"/>
                      <a:pt x="29" y="152"/>
                      <a:pt x="30" y="151"/>
                    </a:cubicBezTo>
                    <a:cubicBezTo>
                      <a:pt x="31" y="150"/>
                      <a:pt x="33" y="149"/>
                      <a:pt x="33" y="148"/>
                    </a:cubicBezTo>
                    <a:cubicBezTo>
                      <a:pt x="33" y="148"/>
                      <a:pt x="32" y="148"/>
                      <a:pt x="31" y="148"/>
                    </a:cubicBezTo>
                    <a:lnTo>
                      <a:pt x="30" y="148"/>
                    </a:lnTo>
                    <a:lnTo>
                      <a:pt x="29" y="148"/>
                    </a:lnTo>
                    <a:lnTo>
                      <a:pt x="28" y="148"/>
                    </a:lnTo>
                    <a:cubicBezTo>
                      <a:pt x="28" y="149"/>
                      <a:pt x="27" y="149"/>
                      <a:pt x="27" y="149"/>
                    </a:cubicBezTo>
                    <a:cubicBezTo>
                      <a:pt x="27" y="149"/>
                      <a:pt x="26" y="149"/>
                      <a:pt x="26" y="150"/>
                    </a:cubicBezTo>
                    <a:lnTo>
                      <a:pt x="25" y="150"/>
                    </a:lnTo>
                    <a:lnTo>
                      <a:pt x="24" y="151"/>
                    </a:lnTo>
                    <a:cubicBezTo>
                      <a:pt x="24" y="152"/>
                      <a:pt x="24" y="152"/>
                      <a:pt x="24" y="152"/>
                    </a:cubicBezTo>
                    <a:lnTo>
                      <a:pt x="24" y="153"/>
                    </a:lnTo>
                    <a:lnTo>
                      <a:pt x="23" y="153"/>
                    </a:lnTo>
                    <a:lnTo>
                      <a:pt x="23" y="154"/>
                    </a:lnTo>
                    <a:cubicBezTo>
                      <a:pt x="23" y="155"/>
                      <a:pt x="23" y="155"/>
                      <a:pt x="23" y="156"/>
                    </a:cubicBezTo>
                    <a:lnTo>
                      <a:pt x="23" y="157"/>
                    </a:lnTo>
                    <a:moveTo>
                      <a:pt x="17" y="178"/>
                    </a:moveTo>
                    <a:cubicBezTo>
                      <a:pt x="12" y="177"/>
                      <a:pt x="8" y="174"/>
                      <a:pt x="5" y="170"/>
                    </a:cubicBezTo>
                    <a:cubicBezTo>
                      <a:pt x="0" y="162"/>
                      <a:pt x="0" y="150"/>
                      <a:pt x="5" y="142"/>
                    </a:cubicBezTo>
                    <a:cubicBezTo>
                      <a:pt x="10" y="132"/>
                      <a:pt x="20" y="126"/>
                      <a:pt x="31" y="126"/>
                    </a:cubicBezTo>
                    <a:cubicBezTo>
                      <a:pt x="36" y="125"/>
                      <a:pt x="42" y="127"/>
                      <a:pt x="47" y="128"/>
                    </a:cubicBezTo>
                    <a:lnTo>
                      <a:pt x="48" y="128"/>
                    </a:lnTo>
                    <a:cubicBezTo>
                      <a:pt x="51" y="122"/>
                      <a:pt x="55" y="116"/>
                      <a:pt x="59" y="109"/>
                    </a:cubicBezTo>
                    <a:cubicBezTo>
                      <a:pt x="59" y="110"/>
                      <a:pt x="58" y="110"/>
                      <a:pt x="58" y="110"/>
                    </a:cubicBezTo>
                    <a:cubicBezTo>
                      <a:pt x="64" y="100"/>
                      <a:pt x="69" y="89"/>
                      <a:pt x="74" y="78"/>
                    </a:cubicBezTo>
                    <a:cubicBezTo>
                      <a:pt x="73" y="78"/>
                      <a:pt x="72" y="79"/>
                      <a:pt x="70" y="79"/>
                    </a:cubicBezTo>
                    <a:cubicBezTo>
                      <a:pt x="63" y="79"/>
                      <a:pt x="58" y="74"/>
                      <a:pt x="58" y="67"/>
                    </a:cubicBezTo>
                    <a:cubicBezTo>
                      <a:pt x="58" y="62"/>
                      <a:pt x="58" y="55"/>
                      <a:pt x="58" y="50"/>
                    </a:cubicBezTo>
                    <a:cubicBezTo>
                      <a:pt x="59" y="44"/>
                      <a:pt x="59" y="38"/>
                      <a:pt x="61" y="32"/>
                    </a:cubicBezTo>
                    <a:cubicBezTo>
                      <a:pt x="62" y="28"/>
                      <a:pt x="63" y="25"/>
                      <a:pt x="64" y="21"/>
                    </a:cubicBezTo>
                    <a:cubicBezTo>
                      <a:pt x="66" y="15"/>
                      <a:pt x="70" y="8"/>
                      <a:pt x="75" y="4"/>
                    </a:cubicBezTo>
                    <a:cubicBezTo>
                      <a:pt x="78" y="2"/>
                      <a:pt x="80" y="1"/>
                      <a:pt x="84" y="1"/>
                    </a:cubicBezTo>
                    <a:cubicBezTo>
                      <a:pt x="87" y="0"/>
                      <a:pt x="90" y="1"/>
                      <a:pt x="94" y="2"/>
                    </a:cubicBezTo>
                    <a:cubicBezTo>
                      <a:pt x="100" y="4"/>
                      <a:pt x="104" y="8"/>
                      <a:pt x="105" y="14"/>
                    </a:cubicBezTo>
                    <a:cubicBezTo>
                      <a:pt x="107" y="21"/>
                      <a:pt x="107" y="28"/>
                      <a:pt x="107" y="35"/>
                    </a:cubicBezTo>
                    <a:cubicBezTo>
                      <a:pt x="106" y="42"/>
                      <a:pt x="105" y="50"/>
                      <a:pt x="102" y="58"/>
                    </a:cubicBezTo>
                    <a:cubicBezTo>
                      <a:pt x="100" y="70"/>
                      <a:pt x="96" y="81"/>
                      <a:pt x="90" y="92"/>
                    </a:cubicBezTo>
                    <a:cubicBezTo>
                      <a:pt x="88" y="97"/>
                      <a:pt x="85" y="103"/>
                      <a:pt x="83" y="108"/>
                    </a:cubicBezTo>
                    <a:cubicBezTo>
                      <a:pt x="80" y="114"/>
                      <a:pt x="77" y="119"/>
                      <a:pt x="73" y="125"/>
                    </a:cubicBezTo>
                    <a:cubicBezTo>
                      <a:pt x="71" y="129"/>
                      <a:pt x="69" y="134"/>
                      <a:pt x="66" y="138"/>
                    </a:cubicBezTo>
                    <a:cubicBezTo>
                      <a:pt x="68" y="139"/>
                      <a:pt x="70" y="141"/>
                      <a:pt x="73" y="143"/>
                    </a:cubicBezTo>
                    <a:cubicBezTo>
                      <a:pt x="82" y="148"/>
                      <a:pt x="91" y="153"/>
                      <a:pt x="100" y="158"/>
                    </a:cubicBezTo>
                    <a:cubicBezTo>
                      <a:pt x="104" y="161"/>
                      <a:pt x="105" y="169"/>
                      <a:pt x="102" y="173"/>
                    </a:cubicBezTo>
                    <a:cubicBezTo>
                      <a:pt x="101" y="175"/>
                      <a:pt x="99" y="177"/>
                      <a:pt x="96" y="177"/>
                    </a:cubicBezTo>
                    <a:cubicBezTo>
                      <a:pt x="93" y="178"/>
                      <a:pt x="90" y="177"/>
                      <a:pt x="88" y="176"/>
                    </a:cubicBezTo>
                    <a:cubicBezTo>
                      <a:pt x="81" y="172"/>
                      <a:pt x="74" y="169"/>
                      <a:pt x="68" y="164"/>
                    </a:cubicBezTo>
                    <a:cubicBezTo>
                      <a:pt x="65" y="163"/>
                      <a:pt x="61" y="161"/>
                      <a:pt x="58" y="159"/>
                    </a:cubicBezTo>
                    <a:cubicBezTo>
                      <a:pt x="57" y="158"/>
                      <a:pt x="55" y="157"/>
                      <a:pt x="54" y="156"/>
                    </a:cubicBezTo>
                    <a:cubicBezTo>
                      <a:pt x="54" y="157"/>
                      <a:pt x="53" y="157"/>
                      <a:pt x="52" y="158"/>
                    </a:cubicBezTo>
                    <a:cubicBezTo>
                      <a:pt x="52" y="159"/>
                      <a:pt x="52" y="159"/>
                      <a:pt x="51" y="160"/>
                    </a:cubicBezTo>
                    <a:cubicBezTo>
                      <a:pt x="51" y="159"/>
                      <a:pt x="51" y="159"/>
                      <a:pt x="52" y="159"/>
                    </a:cubicBezTo>
                    <a:cubicBezTo>
                      <a:pt x="51" y="160"/>
                      <a:pt x="51" y="160"/>
                      <a:pt x="50" y="161"/>
                    </a:cubicBezTo>
                    <a:lnTo>
                      <a:pt x="51" y="160"/>
                    </a:lnTo>
                    <a:cubicBezTo>
                      <a:pt x="48" y="164"/>
                      <a:pt x="45" y="167"/>
                      <a:pt x="42" y="170"/>
                    </a:cubicBezTo>
                    <a:cubicBezTo>
                      <a:pt x="38" y="174"/>
                      <a:pt x="35" y="176"/>
                      <a:pt x="30" y="178"/>
                    </a:cubicBezTo>
                    <a:cubicBezTo>
                      <a:pt x="28" y="179"/>
                      <a:pt x="25" y="180"/>
                      <a:pt x="22" y="180"/>
                    </a:cubicBezTo>
                    <a:cubicBezTo>
                      <a:pt x="20" y="180"/>
                      <a:pt x="19" y="179"/>
                      <a:pt x="17" y="1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6" name="Google Shape;4316;p50">
                <a:extLst>
                  <a:ext uri="{FF2B5EF4-FFF2-40B4-BE49-F238E27FC236}">
                    <a16:creationId xmlns:a16="http://schemas.microsoft.com/office/drawing/2014/main" id="{D8CFAB9F-3105-C718-8E43-059BF5F09C42}"/>
                  </a:ext>
                </a:extLst>
              </p:cNvPr>
              <p:cNvSpPr/>
              <p:nvPr/>
            </p:nvSpPr>
            <p:spPr>
              <a:xfrm>
                <a:off x="338740" y="4238278"/>
                <a:ext cx="25920" cy="49320"/>
              </a:xfrm>
              <a:custGeom>
                <a:avLst/>
                <a:gdLst/>
                <a:ahLst/>
                <a:cxnLst/>
                <a:rect l="l" t="t" r="r" b="b"/>
                <a:pathLst>
                  <a:path w="72" h="137" extrusionOk="0">
                    <a:moveTo>
                      <a:pt x="49" y="130"/>
                    </a:moveTo>
                    <a:cubicBezTo>
                      <a:pt x="39" y="113"/>
                      <a:pt x="29" y="96"/>
                      <a:pt x="20" y="78"/>
                    </a:cubicBezTo>
                    <a:cubicBezTo>
                      <a:pt x="15" y="69"/>
                      <a:pt x="12" y="60"/>
                      <a:pt x="8" y="50"/>
                    </a:cubicBezTo>
                    <a:cubicBezTo>
                      <a:pt x="6" y="46"/>
                      <a:pt x="5" y="40"/>
                      <a:pt x="3" y="36"/>
                    </a:cubicBezTo>
                    <a:cubicBezTo>
                      <a:pt x="2" y="30"/>
                      <a:pt x="0" y="24"/>
                      <a:pt x="0" y="18"/>
                    </a:cubicBezTo>
                    <a:cubicBezTo>
                      <a:pt x="0" y="16"/>
                      <a:pt x="0" y="13"/>
                      <a:pt x="1" y="11"/>
                    </a:cubicBezTo>
                    <a:cubicBezTo>
                      <a:pt x="1" y="8"/>
                      <a:pt x="2" y="6"/>
                      <a:pt x="4" y="4"/>
                    </a:cubicBezTo>
                    <a:cubicBezTo>
                      <a:pt x="7" y="1"/>
                      <a:pt x="11" y="0"/>
                      <a:pt x="15" y="1"/>
                    </a:cubicBezTo>
                    <a:lnTo>
                      <a:pt x="16" y="1"/>
                    </a:lnTo>
                    <a:lnTo>
                      <a:pt x="15" y="1"/>
                    </a:lnTo>
                    <a:cubicBezTo>
                      <a:pt x="21" y="2"/>
                      <a:pt x="25" y="7"/>
                      <a:pt x="24" y="14"/>
                    </a:cubicBezTo>
                    <a:cubicBezTo>
                      <a:pt x="24" y="15"/>
                      <a:pt x="23" y="17"/>
                      <a:pt x="22" y="18"/>
                    </a:cubicBezTo>
                    <a:cubicBezTo>
                      <a:pt x="22" y="19"/>
                      <a:pt x="22" y="21"/>
                      <a:pt x="22" y="23"/>
                    </a:cubicBezTo>
                    <a:cubicBezTo>
                      <a:pt x="24" y="26"/>
                      <a:pt x="24" y="31"/>
                      <a:pt x="25" y="35"/>
                    </a:cubicBezTo>
                    <a:cubicBezTo>
                      <a:pt x="28" y="42"/>
                      <a:pt x="31" y="49"/>
                      <a:pt x="34" y="56"/>
                    </a:cubicBezTo>
                    <a:cubicBezTo>
                      <a:pt x="33" y="56"/>
                      <a:pt x="33" y="55"/>
                      <a:pt x="33" y="54"/>
                    </a:cubicBezTo>
                    <a:cubicBezTo>
                      <a:pt x="35" y="60"/>
                      <a:pt x="37" y="64"/>
                      <a:pt x="39" y="69"/>
                    </a:cubicBezTo>
                    <a:cubicBezTo>
                      <a:pt x="42" y="75"/>
                      <a:pt x="45" y="81"/>
                      <a:pt x="49" y="87"/>
                    </a:cubicBezTo>
                    <a:cubicBezTo>
                      <a:pt x="54" y="98"/>
                      <a:pt x="61" y="109"/>
                      <a:pt x="68" y="120"/>
                    </a:cubicBezTo>
                    <a:cubicBezTo>
                      <a:pt x="71" y="126"/>
                      <a:pt x="68" y="133"/>
                      <a:pt x="63" y="135"/>
                    </a:cubicBezTo>
                    <a:cubicBezTo>
                      <a:pt x="61" y="135"/>
                      <a:pt x="60" y="136"/>
                      <a:pt x="59" y="136"/>
                    </a:cubicBezTo>
                    <a:cubicBezTo>
                      <a:pt x="54" y="136"/>
                      <a:pt x="51" y="134"/>
                      <a:pt x="49" y="1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7" name="Google Shape;4317;p50">
                <a:extLst>
                  <a:ext uri="{FF2B5EF4-FFF2-40B4-BE49-F238E27FC236}">
                    <a16:creationId xmlns:a16="http://schemas.microsoft.com/office/drawing/2014/main" id="{C94D76EE-5291-AFBA-AB1C-AD97398FD904}"/>
                  </a:ext>
                </a:extLst>
              </p:cNvPr>
              <p:cNvSpPr/>
              <p:nvPr/>
            </p:nvSpPr>
            <p:spPr>
              <a:xfrm>
                <a:off x="335140" y="4245838"/>
                <a:ext cx="44640" cy="5904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164" extrusionOk="0">
                    <a:moveTo>
                      <a:pt x="6" y="162"/>
                    </a:moveTo>
                    <a:cubicBezTo>
                      <a:pt x="2" y="160"/>
                      <a:pt x="0" y="154"/>
                      <a:pt x="2" y="149"/>
                    </a:cubicBezTo>
                    <a:cubicBezTo>
                      <a:pt x="7" y="137"/>
                      <a:pt x="12" y="126"/>
                      <a:pt x="17" y="114"/>
                    </a:cubicBezTo>
                    <a:cubicBezTo>
                      <a:pt x="22" y="103"/>
                      <a:pt x="28" y="94"/>
                      <a:pt x="34" y="85"/>
                    </a:cubicBezTo>
                    <a:cubicBezTo>
                      <a:pt x="39" y="75"/>
                      <a:pt x="46" y="66"/>
                      <a:pt x="52" y="56"/>
                    </a:cubicBezTo>
                    <a:cubicBezTo>
                      <a:pt x="56" y="51"/>
                      <a:pt x="60" y="45"/>
                      <a:pt x="64" y="40"/>
                    </a:cubicBezTo>
                    <a:cubicBezTo>
                      <a:pt x="67" y="35"/>
                      <a:pt x="71" y="30"/>
                      <a:pt x="76" y="25"/>
                    </a:cubicBezTo>
                    <a:cubicBezTo>
                      <a:pt x="77" y="22"/>
                      <a:pt x="80" y="21"/>
                      <a:pt x="81" y="18"/>
                    </a:cubicBezTo>
                    <a:cubicBezTo>
                      <a:pt x="85" y="14"/>
                      <a:pt x="89" y="10"/>
                      <a:pt x="93" y="7"/>
                    </a:cubicBezTo>
                    <a:cubicBezTo>
                      <a:pt x="97" y="4"/>
                      <a:pt x="101" y="1"/>
                      <a:pt x="105" y="0"/>
                    </a:cubicBezTo>
                    <a:cubicBezTo>
                      <a:pt x="108" y="0"/>
                      <a:pt x="111" y="0"/>
                      <a:pt x="114" y="1"/>
                    </a:cubicBezTo>
                    <a:cubicBezTo>
                      <a:pt x="120" y="2"/>
                      <a:pt x="123" y="9"/>
                      <a:pt x="122" y="15"/>
                    </a:cubicBezTo>
                    <a:cubicBezTo>
                      <a:pt x="120" y="20"/>
                      <a:pt x="115" y="24"/>
                      <a:pt x="109" y="22"/>
                    </a:cubicBezTo>
                    <a:cubicBezTo>
                      <a:pt x="108" y="24"/>
                      <a:pt x="107" y="24"/>
                      <a:pt x="106" y="25"/>
                    </a:cubicBezTo>
                    <a:cubicBezTo>
                      <a:pt x="102" y="28"/>
                      <a:pt x="99" y="31"/>
                      <a:pt x="96" y="34"/>
                    </a:cubicBezTo>
                    <a:cubicBezTo>
                      <a:pt x="91" y="40"/>
                      <a:pt x="85" y="46"/>
                      <a:pt x="81" y="52"/>
                    </a:cubicBezTo>
                    <a:lnTo>
                      <a:pt x="81" y="51"/>
                    </a:lnTo>
                    <a:cubicBezTo>
                      <a:pt x="77" y="56"/>
                      <a:pt x="73" y="62"/>
                      <a:pt x="69" y="67"/>
                    </a:cubicBezTo>
                    <a:cubicBezTo>
                      <a:pt x="66" y="72"/>
                      <a:pt x="63" y="77"/>
                      <a:pt x="59" y="82"/>
                    </a:cubicBezTo>
                    <a:cubicBezTo>
                      <a:pt x="53" y="91"/>
                      <a:pt x="47" y="100"/>
                      <a:pt x="42" y="110"/>
                    </a:cubicBezTo>
                    <a:cubicBezTo>
                      <a:pt x="39" y="114"/>
                      <a:pt x="38" y="117"/>
                      <a:pt x="36" y="121"/>
                    </a:cubicBezTo>
                    <a:cubicBezTo>
                      <a:pt x="34" y="125"/>
                      <a:pt x="32" y="128"/>
                      <a:pt x="31" y="133"/>
                    </a:cubicBezTo>
                    <a:cubicBezTo>
                      <a:pt x="27" y="141"/>
                      <a:pt x="23" y="149"/>
                      <a:pt x="20" y="158"/>
                    </a:cubicBezTo>
                    <a:cubicBezTo>
                      <a:pt x="18" y="161"/>
                      <a:pt x="14" y="163"/>
                      <a:pt x="10" y="163"/>
                    </a:cubicBezTo>
                    <a:cubicBezTo>
                      <a:pt x="9" y="163"/>
                      <a:pt x="7" y="163"/>
                      <a:pt x="6" y="1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8" name="Google Shape;4318;p50">
                <a:extLst>
                  <a:ext uri="{FF2B5EF4-FFF2-40B4-BE49-F238E27FC236}">
                    <a16:creationId xmlns:a16="http://schemas.microsoft.com/office/drawing/2014/main" id="{8335ADA6-007A-A94C-182D-D53026DDF46F}"/>
                  </a:ext>
                </a:extLst>
              </p:cNvPr>
              <p:cNvSpPr/>
              <p:nvPr/>
            </p:nvSpPr>
            <p:spPr>
              <a:xfrm>
                <a:off x="389140" y="4265638"/>
                <a:ext cx="58320" cy="15120"/>
              </a:xfrm>
              <a:custGeom>
                <a:avLst/>
                <a:gdLst/>
                <a:ahLst/>
                <a:cxnLst/>
                <a:rect l="l" t="t" r="r" b="b"/>
                <a:pathLst>
                  <a:path w="162" h="42" extrusionOk="0">
                    <a:moveTo>
                      <a:pt x="7" y="40"/>
                    </a:moveTo>
                    <a:cubicBezTo>
                      <a:pt x="4" y="38"/>
                      <a:pt x="1" y="35"/>
                      <a:pt x="1" y="31"/>
                    </a:cubicBezTo>
                    <a:cubicBezTo>
                      <a:pt x="0" y="27"/>
                      <a:pt x="2" y="22"/>
                      <a:pt x="7" y="19"/>
                    </a:cubicBezTo>
                    <a:cubicBezTo>
                      <a:pt x="12" y="17"/>
                      <a:pt x="18" y="15"/>
                      <a:pt x="24" y="14"/>
                    </a:cubicBezTo>
                    <a:cubicBezTo>
                      <a:pt x="27" y="13"/>
                      <a:pt x="30" y="13"/>
                      <a:pt x="33" y="12"/>
                    </a:cubicBezTo>
                    <a:cubicBezTo>
                      <a:pt x="39" y="12"/>
                      <a:pt x="44" y="11"/>
                      <a:pt x="49" y="10"/>
                    </a:cubicBezTo>
                    <a:cubicBezTo>
                      <a:pt x="60" y="8"/>
                      <a:pt x="71" y="7"/>
                      <a:pt x="82" y="6"/>
                    </a:cubicBezTo>
                    <a:cubicBezTo>
                      <a:pt x="105" y="4"/>
                      <a:pt x="127" y="2"/>
                      <a:pt x="149" y="0"/>
                    </a:cubicBezTo>
                    <a:cubicBezTo>
                      <a:pt x="155" y="0"/>
                      <a:pt x="160" y="4"/>
                      <a:pt x="161" y="9"/>
                    </a:cubicBezTo>
                    <a:cubicBezTo>
                      <a:pt x="161" y="14"/>
                      <a:pt x="157" y="19"/>
                      <a:pt x="152" y="20"/>
                    </a:cubicBezTo>
                    <a:cubicBezTo>
                      <a:pt x="137" y="21"/>
                      <a:pt x="121" y="22"/>
                      <a:pt x="106" y="24"/>
                    </a:cubicBezTo>
                    <a:cubicBezTo>
                      <a:pt x="99" y="24"/>
                      <a:pt x="91" y="26"/>
                      <a:pt x="84" y="26"/>
                    </a:cubicBezTo>
                    <a:cubicBezTo>
                      <a:pt x="77" y="27"/>
                      <a:pt x="70" y="28"/>
                      <a:pt x="63" y="29"/>
                    </a:cubicBezTo>
                    <a:cubicBezTo>
                      <a:pt x="49" y="31"/>
                      <a:pt x="36" y="33"/>
                      <a:pt x="22" y="37"/>
                    </a:cubicBezTo>
                    <a:cubicBezTo>
                      <a:pt x="21" y="37"/>
                      <a:pt x="20" y="38"/>
                      <a:pt x="18" y="38"/>
                    </a:cubicBezTo>
                    <a:cubicBezTo>
                      <a:pt x="16" y="40"/>
                      <a:pt x="14" y="41"/>
                      <a:pt x="11" y="40"/>
                    </a:cubicBezTo>
                    <a:cubicBezTo>
                      <a:pt x="10" y="40"/>
                      <a:pt x="8" y="40"/>
                      <a:pt x="7" y="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9" name="Google Shape;4319;p50">
                <a:extLst>
                  <a:ext uri="{FF2B5EF4-FFF2-40B4-BE49-F238E27FC236}">
                    <a16:creationId xmlns:a16="http://schemas.microsoft.com/office/drawing/2014/main" id="{39BB1008-3676-581C-673E-1E026F540509}"/>
                  </a:ext>
                </a:extLst>
              </p:cNvPr>
              <p:cNvSpPr/>
              <p:nvPr/>
            </p:nvSpPr>
            <p:spPr>
              <a:xfrm>
                <a:off x="457540" y="4225678"/>
                <a:ext cx="29520" cy="78480"/>
              </a:xfrm>
              <a:custGeom>
                <a:avLst/>
                <a:gdLst/>
                <a:ahLst/>
                <a:cxnLst/>
                <a:rect l="l" t="t" r="r" b="b"/>
                <a:pathLst>
                  <a:path w="82" h="218" extrusionOk="0">
                    <a:moveTo>
                      <a:pt x="9" y="217"/>
                    </a:moveTo>
                    <a:cubicBezTo>
                      <a:pt x="4" y="215"/>
                      <a:pt x="0" y="209"/>
                      <a:pt x="2" y="203"/>
                    </a:cubicBezTo>
                    <a:cubicBezTo>
                      <a:pt x="9" y="180"/>
                      <a:pt x="16" y="158"/>
                      <a:pt x="23" y="135"/>
                    </a:cubicBezTo>
                    <a:cubicBezTo>
                      <a:pt x="29" y="113"/>
                      <a:pt x="35" y="91"/>
                      <a:pt x="41" y="69"/>
                    </a:cubicBezTo>
                    <a:cubicBezTo>
                      <a:pt x="43" y="59"/>
                      <a:pt x="46" y="48"/>
                      <a:pt x="49" y="38"/>
                    </a:cubicBezTo>
                    <a:cubicBezTo>
                      <a:pt x="52" y="28"/>
                      <a:pt x="54" y="20"/>
                      <a:pt x="57" y="10"/>
                    </a:cubicBezTo>
                    <a:cubicBezTo>
                      <a:pt x="58" y="4"/>
                      <a:pt x="65" y="0"/>
                      <a:pt x="72" y="1"/>
                    </a:cubicBezTo>
                    <a:cubicBezTo>
                      <a:pt x="78" y="4"/>
                      <a:pt x="81" y="11"/>
                      <a:pt x="78" y="17"/>
                    </a:cubicBezTo>
                    <a:cubicBezTo>
                      <a:pt x="71" y="38"/>
                      <a:pt x="65" y="60"/>
                      <a:pt x="59" y="81"/>
                    </a:cubicBezTo>
                    <a:cubicBezTo>
                      <a:pt x="53" y="104"/>
                      <a:pt x="47" y="126"/>
                      <a:pt x="40" y="148"/>
                    </a:cubicBezTo>
                    <a:cubicBezTo>
                      <a:pt x="34" y="169"/>
                      <a:pt x="29" y="189"/>
                      <a:pt x="23" y="209"/>
                    </a:cubicBezTo>
                    <a:cubicBezTo>
                      <a:pt x="22" y="214"/>
                      <a:pt x="17" y="217"/>
                      <a:pt x="12" y="217"/>
                    </a:cubicBezTo>
                    <a:cubicBezTo>
                      <a:pt x="11" y="217"/>
                      <a:pt x="10" y="217"/>
                      <a:pt x="9" y="2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0" name="Google Shape;4320;p50">
                <a:extLst>
                  <a:ext uri="{FF2B5EF4-FFF2-40B4-BE49-F238E27FC236}">
                    <a16:creationId xmlns:a16="http://schemas.microsoft.com/office/drawing/2014/main" id="{9C1F04C8-A792-C895-048C-7EB7FBB19D9E}"/>
                  </a:ext>
                </a:extLst>
              </p:cNvPr>
              <p:cNvSpPr/>
              <p:nvPr/>
            </p:nvSpPr>
            <p:spPr>
              <a:xfrm>
                <a:off x="476260" y="4240798"/>
                <a:ext cx="21960" cy="55800"/>
              </a:xfrm>
              <a:custGeom>
                <a:avLst/>
                <a:gdLst/>
                <a:ahLst/>
                <a:cxnLst/>
                <a:rect l="l" t="t" r="r" b="b"/>
                <a:pathLst>
                  <a:path w="61" h="155" extrusionOk="0">
                    <a:moveTo>
                      <a:pt x="9" y="154"/>
                    </a:moveTo>
                    <a:cubicBezTo>
                      <a:pt x="7" y="153"/>
                      <a:pt x="4" y="152"/>
                      <a:pt x="2" y="149"/>
                    </a:cubicBezTo>
                    <a:cubicBezTo>
                      <a:pt x="1" y="147"/>
                      <a:pt x="0" y="144"/>
                      <a:pt x="1" y="140"/>
                    </a:cubicBezTo>
                    <a:cubicBezTo>
                      <a:pt x="1" y="139"/>
                      <a:pt x="2" y="138"/>
                      <a:pt x="2" y="137"/>
                    </a:cubicBezTo>
                    <a:cubicBezTo>
                      <a:pt x="2" y="137"/>
                      <a:pt x="2" y="136"/>
                      <a:pt x="2" y="135"/>
                    </a:cubicBezTo>
                    <a:cubicBezTo>
                      <a:pt x="7" y="116"/>
                      <a:pt x="11" y="96"/>
                      <a:pt x="16" y="77"/>
                    </a:cubicBezTo>
                    <a:cubicBezTo>
                      <a:pt x="18" y="67"/>
                      <a:pt x="20" y="59"/>
                      <a:pt x="22" y="50"/>
                    </a:cubicBezTo>
                    <a:cubicBezTo>
                      <a:pt x="23" y="42"/>
                      <a:pt x="26" y="35"/>
                      <a:pt x="27" y="28"/>
                    </a:cubicBezTo>
                    <a:cubicBezTo>
                      <a:pt x="30" y="22"/>
                      <a:pt x="32" y="17"/>
                      <a:pt x="35" y="11"/>
                    </a:cubicBezTo>
                    <a:cubicBezTo>
                      <a:pt x="37" y="8"/>
                      <a:pt x="39" y="5"/>
                      <a:pt x="43" y="3"/>
                    </a:cubicBezTo>
                    <a:lnTo>
                      <a:pt x="44" y="3"/>
                    </a:lnTo>
                    <a:cubicBezTo>
                      <a:pt x="50" y="0"/>
                      <a:pt x="57" y="4"/>
                      <a:pt x="59" y="11"/>
                    </a:cubicBezTo>
                    <a:cubicBezTo>
                      <a:pt x="60" y="15"/>
                      <a:pt x="58" y="20"/>
                      <a:pt x="54" y="22"/>
                    </a:cubicBezTo>
                    <a:cubicBezTo>
                      <a:pt x="53" y="24"/>
                      <a:pt x="53" y="24"/>
                      <a:pt x="52" y="25"/>
                    </a:cubicBezTo>
                    <a:cubicBezTo>
                      <a:pt x="51" y="28"/>
                      <a:pt x="50" y="29"/>
                      <a:pt x="50" y="32"/>
                    </a:cubicBezTo>
                    <a:cubicBezTo>
                      <a:pt x="46" y="41"/>
                      <a:pt x="43" y="51"/>
                      <a:pt x="41" y="61"/>
                    </a:cubicBezTo>
                    <a:cubicBezTo>
                      <a:pt x="34" y="89"/>
                      <a:pt x="28" y="117"/>
                      <a:pt x="22" y="145"/>
                    </a:cubicBezTo>
                    <a:cubicBezTo>
                      <a:pt x="21" y="151"/>
                      <a:pt x="16" y="154"/>
                      <a:pt x="11" y="154"/>
                    </a:cubicBezTo>
                    <a:cubicBezTo>
                      <a:pt x="11" y="154"/>
                      <a:pt x="10" y="154"/>
                      <a:pt x="9" y="1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1" name="Google Shape;4321;p50">
                <a:extLst>
                  <a:ext uri="{FF2B5EF4-FFF2-40B4-BE49-F238E27FC236}">
                    <a16:creationId xmlns:a16="http://schemas.microsoft.com/office/drawing/2014/main" id="{0B2B1579-0882-7037-E143-73244B9082A9}"/>
                  </a:ext>
                </a:extLst>
              </p:cNvPr>
              <p:cNvSpPr/>
              <p:nvPr/>
            </p:nvSpPr>
            <p:spPr>
              <a:xfrm>
                <a:off x="446020" y="4217758"/>
                <a:ext cx="97200" cy="27360"/>
              </a:xfrm>
              <a:custGeom>
                <a:avLst/>
                <a:gdLst/>
                <a:ahLst/>
                <a:cxnLst/>
                <a:rect l="l" t="t" r="r" b="b"/>
                <a:pathLst>
                  <a:path w="270" h="76" extrusionOk="0">
                    <a:moveTo>
                      <a:pt x="11" y="74"/>
                    </a:moveTo>
                    <a:cubicBezTo>
                      <a:pt x="7" y="72"/>
                      <a:pt x="4" y="68"/>
                      <a:pt x="2" y="64"/>
                    </a:cubicBezTo>
                    <a:cubicBezTo>
                      <a:pt x="0" y="58"/>
                      <a:pt x="2" y="52"/>
                      <a:pt x="6" y="47"/>
                    </a:cubicBezTo>
                    <a:cubicBezTo>
                      <a:pt x="15" y="36"/>
                      <a:pt x="28" y="30"/>
                      <a:pt x="41" y="26"/>
                    </a:cubicBezTo>
                    <a:cubicBezTo>
                      <a:pt x="51" y="22"/>
                      <a:pt x="62" y="19"/>
                      <a:pt x="73" y="18"/>
                    </a:cubicBezTo>
                    <a:cubicBezTo>
                      <a:pt x="80" y="16"/>
                      <a:pt x="88" y="15"/>
                      <a:pt x="96" y="13"/>
                    </a:cubicBezTo>
                    <a:cubicBezTo>
                      <a:pt x="100" y="12"/>
                      <a:pt x="104" y="12"/>
                      <a:pt x="109" y="11"/>
                    </a:cubicBezTo>
                    <a:cubicBezTo>
                      <a:pt x="113" y="11"/>
                      <a:pt x="117" y="10"/>
                      <a:pt x="121" y="9"/>
                    </a:cubicBezTo>
                    <a:cubicBezTo>
                      <a:pt x="122" y="9"/>
                      <a:pt x="124" y="9"/>
                      <a:pt x="126" y="9"/>
                    </a:cubicBezTo>
                    <a:cubicBezTo>
                      <a:pt x="132" y="8"/>
                      <a:pt x="139" y="8"/>
                      <a:pt x="145" y="7"/>
                    </a:cubicBezTo>
                    <a:cubicBezTo>
                      <a:pt x="150" y="7"/>
                      <a:pt x="155" y="6"/>
                      <a:pt x="160" y="6"/>
                    </a:cubicBezTo>
                    <a:cubicBezTo>
                      <a:pt x="193" y="4"/>
                      <a:pt x="225" y="2"/>
                      <a:pt x="258" y="1"/>
                    </a:cubicBezTo>
                    <a:cubicBezTo>
                      <a:pt x="263" y="0"/>
                      <a:pt x="267" y="4"/>
                      <a:pt x="268" y="9"/>
                    </a:cubicBezTo>
                    <a:cubicBezTo>
                      <a:pt x="269" y="14"/>
                      <a:pt x="265" y="19"/>
                      <a:pt x="259" y="19"/>
                    </a:cubicBezTo>
                    <a:cubicBezTo>
                      <a:pt x="234" y="21"/>
                      <a:pt x="209" y="22"/>
                      <a:pt x="184" y="24"/>
                    </a:cubicBezTo>
                    <a:cubicBezTo>
                      <a:pt x="173" y="25"/>
                      <a:pt x="162" y="25"/>
                      <a:pt x="151" y="26"/>
                    </a:cubicBezTo>
                    <a:cubicBezTo>
                      <a:pt x="143" y="27"/>
                      <a:pt x="136" y="28"/>
                      <a:pt x="129" y="29"/>
                    </a:cubicBezTo>
                    <a:cubicBezTo>
                      <a:pt x="124" y="29"/>
                      <a:pt x="119" y="30"/>
                      <a:pt x="114" y="30"/>
                    </a:cubicBezTo>
                    <a:cubicBezTo>
                      <a:pt x="110" y="32"/>
                      <a:pt x="106" y="32"/>
                      <a:pt x="102" y="33"/>
                    </a:cubicBezTo>
                    <a:cubicBezTo>
                      <a:pt x="96" y="34"/>
                      <a:pt x="90" y="35"/>
                      <a:pt x="85" y="36"/>
                    </a:cubicBezTo>
                    <a:cubicBezTo>
                      <a:pt x="82" y="37"/>
                      <a:pt x="78" y="37"/>
                      <a:pt x="75" y="38"/>
                    </a:cubicBezTo>
                    <a:cubicBezTo>
                      <a:pt x="69" y="39"/>
                      <a:pt x="64" y="41"/>
                      <a:pt x="58" y="42"/>
                    </a:cubicBezTo>
                    <a:cubicBezTo>
                      <a:pt x="59" y="42"/>
                      <a:pt x="59" y="42"/>
                      <a:pt x="59" y="42"/>
                    </a:cubicBezTo>
                    <a:cubicBezTo>
                      <a:pt x="52" y="44"/>
                      <a:pt x="46" y="46"/>
                      <a:pt x="40" y="49"/>
                    </a:cubicBezTo>
                    <a:cubicBezTo>
                      <a:pt x="36" y="50"/>
                      <a:pt x="33" y="52"/>
                      <a:pt x="30" y="54"/>
                    </a:cubicBezTo>
                    <a:cubicBezTo>
                      <a:pt x="29" y="54"/>
                      <a:pt x="29" y="55"/>
                      <a:pt x="27" y="56"/>
                    </a:cubicBezTo>
                    <a:cubicBezTo>
                      <a:pt x="27" y="57"/>
                      <a:pt x="26" y="57"/>
                      <a:pt x="25" y="58"/>
                    </a:cubicBezTo>
                    <a:cubicBezTo>
                      <a:pt x="27" y="60"/>
                      <a:pt x="27" y="64"/>
                      <a:pt x="26" y="67"/>
                    </a:cubicBezTo>
                    <a:cubicBezTo>
                      <a:pt x="25" y="72"/>
                      <a:pt x="20" y="75"/>
                      <a:pt x="16" y="75"/>
                    </a:cubicBezTo>
                    <a:cubicBezTo>
                      <a:pt x="14" y="75"/>
                      <a:pt x="12" y="74"/>
                      <a:pt x="11" y="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2" name="Google Shape;4322;p50">
                <a:extLst>
                  <a:ext uri="{FF2B5EF4-FFF2-40B4-BE49-F238E27FC236}">
                    <a16:creationId xmlns:a16="http://schemas.microsoft.com/office/drawing/2014/main" id="{138A9569-DDF9-4E18-DE6D-4F12384D0D94}"/>
                  </a:ext>
                </a:extLst>
              </p:cNvPr>
              <p:cNvSpPr/>
              <p:nvPr/>
            </p:nvSpPr>
            <p:spPr>
              <a:xfrm>
                <a:off x="504700" y="4214518"/>
                <a:ext cx="56160" cy="11988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333" extrusionOk="0">
                    <a:moveTo>
                      <a:pt x="9" y="331"/>
                    </a:moveTo>
                    <a:cubicBezTo>
                      <a:pt x="3" y="330"/>
                      <a:pt x="0" y="323"/>
                      <a:pt x="3" y="317"/>
                    </a:cubicBezTo>
                    <a:cubicBezTo>
                      <a:pt x="12" y="295"/>
                      <a:pt x="22" y="272"/>
                      <a:pt x="31" y="250"/>
                    </a:cubicBezTo>
                    <a:cubicBezTo>
                      <a:pt x="39" y="231"/>
                      <a:pt x="47" y="212"/>
                      <a:pt x="56" y="193"/>
                    </a:cubicBezTo>
                    <a:cubicBezTo>
                      <a:pt x="74" y="150"/>
                      <a:pt x="92" y="107"/>
                      <a:pt x="110" y="64"/>
                    </a:cubicBezTo>
                    <a:cubicBezTo>
                      <a:pt x="116" y="51"/>
                      <a:pt x="121" y="37"/>
                      <a:pt x="127" y="23"/>
                    </a:cubicBezTo>
                    <a:lnTo>
                      <a:pt x="127" y="24"/>
                    </a:lnTo>
                    <a:cubicBezTo>
                      <a:pt x="128" y="20"/>
                      <a:pt x="130" y="14"/>
                      <a:pt x="132" y="10"/>
                    </a:cubicBezTo>
                    <a:cubicBezTo>
                      <a:pt x="134" y="4"/>
                      <a:pt x="140" y="0"/>
                      <a:pt x="146" y="3"/>
                    </a:cubicBezTo>
                    <a:cubicBezTo>
                      <a:pt x="151" y="5"/>
                      <a:pt x="155" y="11"/>
                      <a:pt x="153" y="17"/>
                    </a:cubicBezTo>
                    <a:cubicBezTo>
                      <a:pt x="149" y="27"/>
                      <a:pt x="145" y="37"/>
                      <a:pt x="140" y="48"/>
                    </a:cubicBezTo>
                    <a:cubicBezTo>
                      <a:pt x="136" y="58"/>
                      <a:pt x="131" y="67"/>
                      <a:pt x="127" y="77"/>
                    </a:cubicBezTo>
                    <a:cubicBezTo>
                      <a:pt x="117" y="98"/>
                      <a:pt x="109" y="118"/>
                      <a:pt x="99" y="139"/>
                    </a:cubicBezTo>
                    <a:cubicBezTo>
                      <a:pt x="81" y="180"/>
                      <a:pt x="63" y="221"/>
                      <a:pt x="46" y="263"/>
                    </a:cubicBezTo>
                    <a:cubicBezTo>
                      <a:pt x="42" y="272"/>
                      <a:pt x="39" y="282"/>
                      <a:pt x="35" y="292"/>
                    </a:cubicBezTo>
                    <a:cubicBezTo>
                      <a:pt x="35" y="291"/>
                      <a:pt x="35" y="291"/>
                      <a:pt x="35" y="291"/>
                    </a:cubicBezTo>
                    <a:cubicBezTo>
                      <a:pt x="31" y="302"/>
                      <a:pt x="26" y="313"/>
                      <a:pt x="22" y="324"/>
                    </a:cubicBezTo>
                    <a:cubicBezTo>
                      <a:pt x="21" y="329"/>
                      <a:pt x="17" y="332"/>
                      <a:pt x="12" y="332"/>
                    </a:cubicBezTo>
                    <a:cubicBezTo>
                      <a:pt x="11" y="332"/>
                      <a:pt x="10" y="332"/>
                      <a:pt x="9" y="3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3" name="Google Shape;4323;p50">
                <a:extLst>
                  <a:ext uri="{FF2B5EF4-FFF2-40B4-BE49-F238E27FC236}">
                    <a16:creationId xmlns:a16="http://schemas.microsoft.com/office/drawing/2014/main" id="{75ED6445-5682-23FA-7D0C-92FD0861EDBF}"/>
                  </a:ext>
                </a:extLst>
              </p:cNvPr>
              <p:cNvSpPr/>
              <p:nvPr/>
            </p:nvSpPr>
            <p:spPr>
              <a:xfrm>
                <a:off x="539620" y="4246918"/>
                <a:ext cx="3384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94" h="167" extrusionOk="0">
                    <a:moveTo>
                      <a:pt x="27" y="160"/>
                    </a:moveTo>
                    <a:cubicBezTo>
                      <a:pt x="24" y="155"/>
                      <a:pt x="26" y="148"/>
                      <a:pt x="31" y="145"/>
                    </a:cubicBezTo>
                    <a:cubicBezTo>
                      <a:pt x="32" y="145"/>
                      <a:pt x="33" y="144"/>
                      <a:pt x="34" y="143"/>
                    </a:cubicBezTo>
                    <a:cubicBezTo>
                      <a:pt x="39" y="140"/>
                      <a:pt x="44" y="136"/>
                      <a:pt x="49" y="132"/>
                    </a:cubicBezTo>
                    <a:cubicBezTo>
                      <a:pt x="52" y="131"/>
                      <a:pt x="53" y="129"/>
                      <a:pt x="56" y="127"/>
                    </a:cubicBezTo>
                    <a:cubicBezTo>
                      <a:pt x="58" y="125"/>
                      <a:pt x="60" y="123"/>
                      <a:pt x="62" y="120"/>
                    </a:cubicBezTo>
                    <a:cubicBezTo>
                      <a:pt x="63" y="118"/>
                      <a:pt x="64" y="116"/>
                      <a:pt x="65" y="114"/>
                    </a:cubicBezTo>
                    <a:cubicBezTo>
                      <a:pt x="66" y="113"/>
                      <a:pt x="67" y="111"/>
                      <a:pt x="67" y="110"/>
                    </a:cubicBezTo>
                    <a:cubicBezTo>
                      <a:pt x="67" y="109"/>
                      <a:pt x="68" y="109"/>
                      <a:pt x="68" y="108"/>
                    </a:cubicBezTo>
                    <a:cubicBezTo>
                      <a:pt x="68" y="107"/>
                      <a:pt x="69" y="106"/>
                      <a:pt x="69" y="104"/>
                    </a:cubicBezTo>
                    <a:lnTo>
                      <a:pt x="69" y="103"/>
                    </a:lnTo>
                    <a:lnTo>
                      <a:pt x="69" y="104"/>
                    </a:lnTo>
                    <a:lnTo>
                      <a:pt x="69" y="103"/>
                    </a:lnTo>
                    <a:lnTo>
                      <a:pt x="69" y="104"/>
                    </a:lnTo>
                    <a:cubicBezTo>
                      <a:pt x="69" y="103"/>
                      <a:pt x="69" y="102"/>
                      <a:pt x="69" y="101"/>
                    </a:cubicBezTo>
                    <a:cubicBezTo>
                      <a:pt x="69" y="100"/>
                      <a:pt x="68" y="100"/>
                      <a:pt x="68" y="99"/>
                    </a:cubicBezTo>
                    <a:lnTo>
                      <a:pt x="67" y="98"/>
                    </a:lnTo>
                    <a:cubicBezTo>
                      <a:pt x="67" y="97"/>
                      <a:pt x="67" y="97"/>
                      <a:pt x="67" y="97"/>
                    </a:cubicBezTo>
                    <a:cubicBezTo>
                      <a:pt x="66" y="96"/>
                      <a:pt x="66" y="96"/>
                      <a:pt x="66" y="95"/>
                    </a:cubicBezTo>
                    <a:cubicBezTo>
                      <a:pt x="65" y="95"/>
                      <a:pt x="65" y="94"/>
                      <a:pt x="64" y="93"/>
                    </a:cubicBezTo>
                    <a:cubicBezTo>
                      <a:pt x="65" y="93"/>
                      <a:pt x="65" y="93"/>
                      <a:pt x="65" y="94"/>
                    </a:cubicBezTo>
                    <a:cubicBezTo>
                      <a:pt x="65" y="93"/>
                      <a:pt x="65" y="93"/>
                      <a:pt x="64" y="93"/>
                    </a:cubicBezTo>
                    <a:lnTo>
                      <a:pt x="63" y="93"/>
                    </a:lnTo>
                    <a:cubicBezTo>
                      <a:pt x="64" y="93"/>
                      <a:pt x="64" y="93"/>
                      <a:pt x="64" y="93"/>
                    </a:cubicBezTo>
                    <a:cubicBezTo>
                      <a:pt x="64" y="93"/>
                      <a:pt x="63" y="93"/>
                      <a:pt x="63" y="92"/>
                    </a:cubicBezTo>
                    <a:cubicBezTo>
                      <a:pt x="62" y="92"/>
                      <a:pt x="61" y="91"/>
                      <a:pt x="60" y="90"/>
                    </a:cubicBezTo>
                    <a:cubicBezTo>
                      <a:pt x="59" y="90"/>
                      <a:pt x="58" y="89"/>
                      <a:pt x="57" y="89"/>
                    </a:cubicBezTo>
                    <a:cubicBezTo>
                      <a:pt x="56" y="89"/>
                      <a:pt x="54" y="88"/>
                      <a:pt x="53" y="88"/>
                    </a:cubicBezTo>
                    <a:cubicBezTo>
                      <a:pt x="51" y="88"/>
                      <a:pt x="49" y="87"/>
                      <a:pt x="48" y="87"/>
                    </a:cubicBezTo>
                    <a:cubicBezTo>
                      <a:pt x="45" y="87"/>
                      <a:pt x="41" y="87"/>
                      <a:pt x="37" y="86"/>
                    </a:cubicBezTo>
                    <a:cubicBezTo>
                      <a:pt x="32" y="84"/>
                      <a:pt x="28" y="79"/>
                      <a:pt x="28" y="74"/>
                    </a:cubicBezTo>
                    <a:cubicBezTo>
                      <a:pt x="28" y="69"/>
                      <a:pt x="31" y="65"/>
                      <a:pt x="34" y="62"/>
                    </a:cubicBezTo>
                    <a:cubicBezTo>
                      <a:pt x="35" y="60"/>
                      <a:pt x="37" y="58"/>
                      <a:pt x="38" y="56"/>
                    </a:cubicBezTo>
                    <a:cubicBezTo>
                      <a:pt x="40" y="52"/>
                      <a:pt x="42" y="48"/>
                      <a:pt x="44" y="44"/>
                    </a:cubicBezTo>
                    <a:cubicBezTo>
                      <a:pt x="44" y="43"/>
                      <a:pt x="45" y="42"/>
                      <a:pt x="45" y="40"/>
                    </a:cubicBezTo>
                    <a:cubicBezTo>
                      <a:pt x="45" y="39"/>
                      <a:pt x="45" y="37"/>
                      <a:pt x="45" y="36"/>
                    </a:cubicBezTo>
                    <a:cubicBezTo>
                      <a:pt x="46" y="35"/>
                      <a:pt x="46" y="33"/>
                      <a:pt x="46" y="32"/>
                    </a:cubicBezTo>
                    <a:cubicBezTo>
                      <a:pt x="46" y="31"/>
                      <a:pt x="46" y="30"/>
                      <a:pt x="45" y="30"/>
                    </a:cubicBezTo>
                    <a:cubicBezTo>
                      <a:pt x="45" y="29"/>
                      <a:pt x="45" y="29"/>
                      <a:pt x="45" y="29"/>
                    </a:cubicBezTo>
                    <a:cubicBezTo>
                      <a:pt x="45" y="28"/>
                      <a:pt x="45" y="28"/>
                      <a:pt x="45" y="28"/>
                    </a:cubicBezTo>
                    <a:cubicBezTo>
                      <a:pt x="45" y="29"/>
                      <a:pt x="45" y="29"/>
                      <a:pt x="45" y="29"/>
                    </a:cubicBezTo>
                    <a:lnTo>
                      <a:pt x="45" y="28"/>
                    </a:lnTo>
                    <a:cubicBezTo>
                      <a:pt x="45" y="28"/>
                      <a:pt x="45" y="27"/>
                      <a:pt x="44" y="27"/>
                    </a:cubicBezTo>
                    <a:cubicBezTo>
                      <a:pt x="44" y="26"/>
                      <a:pt x="44" y="25"/>
                      <a:pt x="42" y="25"/>
                    </a:cubicBezTo>
                    <a:cubicBezTo>
                      <a:pt x="43" y="25"/>
                      <a:pt x="44" y="25"/>
                      <a:pt x="44" y="26"/>
                    </a:cubicBezTo>
                    <a:cubicBezTo>
                      <a:pt x="43" y="25"/>
                      <a:pt x="42" y="25"/>
                      <a:pt x="42" y="24"/>
                    </a:cubicBezTo>
                    <a:cubicBezTo>
                      <a:pt x="42" y="23"/>
                      <a:pt x="42" y="23"/>
                      <a:pt x="41" y="23"/>
                    </a:cubicBezTo>
                    <a:lnTo>
                      <a:pt x="40" y="23"/>
                    </a:lnTo>
                    <a:lnTo>
                      <a:pt x="39" y="23"/>
                    </a:lnTo>
                    <a:lnTo>
                      <a:pt x="38" y="23"/>
                    </a:lnTo>
                    <a:cubicBezTo>
                      <a:pt x="37" y="23"/>
                      <a:pt x="36" y="24"/>
                      <a:pt x="35" y="25"/>
                    </a:cubicBezTo>
                    <a:cubicBezTo>
                      <a:pt x="34" y="25"/>
                      <a:pt x="33" y="26"/>
                      <a:pt x="32" y="26"/>
                    </a:cubicBezTo>
                    <a:cubicBezTo>
                      <a:pt x="31" y="26"/>
                      <a:pt x="31" y="27"/>
                      <a:pt x="30" y="28"/>
                    </a:cubicBezTo>
                    <a:cubicBezTo>
                      <a:pt x="29" y="28"/>
                      <a:pt x="28" y="29"/>
                      <a:pt x="27" y="30"/>
                    </a:cubicBezTo>
                    <a:cubicBezTo>
                      <a:pt x="27" y="30"/>
                      <a:pt x="27" y="31"/>
                      <a:pt x="26" y="31"/>
                    </a:cubicBezTo>
                    <a:cubicBezTo>
                      <a:pt x="26" y="32"/>
                      <a:pt x="25" y="32"/>
                      <a:pt x="25" y="32"/>
                    </a:cubicBezTo>
                    <a:cubicBezTo>
                      <a:pt x="25" y="33"/>
                      <a:pt x="25" y="33"/>
                      <a:pt x="25" y="33"/>
                    </a:cubicBezTo>
                    <a:cubicBezTo>
                      <a:pt x="25" y="34"/>
                      <a:pt x="25" y="35"/>
                      <a:pt x="24" y="35"/>
                    </a:cubicBezTo>
                    <a:cubicBezTo>
                      <a:pt x="25" y="35"/>
                      <a:pt x="25" y="34"/>
                      <a:pt x="25" y="34"/>
                    </a:cubicBezTo>
                    <a:cubicBezTo>
                      <a:pt x="25" y="35"/>
                      <a:pt x="24" y="35"/>
                      <a:pt x="24" y="36"/>
                    </a:cubicBezTo>
                    <a:cubicBezTo>
                      <a:pt x="23" y="42"/>
                      <a:pt x="16" y="45"/>
                      <a:pt x="10" y="43"/>
                    </a:cubicBezTo>
                    <a:cubicBezTo>
                      <a:pt x="5" y="41"/>
                      <a:pt x="0" y="35"/>
                      <a:pt x="3" y="29"/>
                    </a:cubicBezTo>
                    <a:lnTo>
                      <a:pt x="3" y="28"/>
                    </a:lnTo>
                    <a:cubicBezTo>
                      <a:pt x="4" y="26"/>
                      <a:pt x="5" y="25"/>
                      <a:pt x="6" y="23"/>
                    </a:cubicBezTo>
                    <a:cubicBezTo>
                      <a:pt x="7" y="19"/>
                      <a:pt x="9" y="16"/>
                      <a:pt x="12" y="14"/>
                    </a:cubicBezTo>
                    <a:cubicBezTo>
                      <a:pt x="17" y="9"/>
                      <a:pt x="23" y="5"/>
                      <a:pt x="30" y="2"/>
                    </a:cubicBezTo>
                    <a:cubicBezTo>
                      <a:pt x="37" y="0"/>
                      <a:pt x="44" y="0"/>
                      <a:pt x="51" y="4"/>
                    </a:cubicBezTo>
                    <a:cubicBezTo>
                      <a:pt x="58" y="7"/>
                      <a:pt x="63" y="13"/>
                      <a:pt x="65" y="20"/>
                    </a:cubicBezTo>
                    <a:cubicBezTo>
                      <a:pt x="68" y="28"/>
                      <a:pt x="67" y="35"/>
                      <a:pt x="66" y="43"/>
                    </a:cubicBezTo>
                    <a:cubicBezTo>
                      <a:pt x="65" y="49"/>
                      <a:pt x="62" y="55"/>
                      <a:pt x="60" y="61"/>
                    </a:cubicBezTo>
                    <a:cubicBezTo>
                      <a:pt x="59" y="63"/>
                      <a:pt x="58" y="65"/>
                      <a:pt x="57" y="67"/>
                    </a:cubicBezTo>
                    <a:cubicBezTo>
                      <a:pt x="58" y="67"/>
                      <a:pt x="58" y="67"/>
                      <a:pt x="59" y="67"/>
                    </a:cubicBezTo>
                    <a:cubicBezTo>
                      <a:pt x="66" y="69"/>
                      <a:pt x="73" y="72"/>
                      <a:pt x="79" y="78"/>
                    </a:cubicBezTo>
                    <a:cubicBezTo>
                      <a:pt x="90" y="88"/>
                      <a:pt x="93" y="104"/>
                      <a:pt x="87" y="119"/>
                    </a:cubicBezTo>
                    <a:cubicBezTo>
                      <a:pt x="84" y="126"/>
                      <a:pt x="79" y="133"/>
                      <a:pt x="74" y="139"/>
                    </a:cubicBezTo>
                    <a:cubicBezTo>
                      <a:pt x="70" y="143"/>
                      <a:pt x="65" y="148"/>
                      <a:pt x="60" y="152"/>
                    </a:cubicBezTo>
                    <a:cubicBezTo>
                      <a:pt x="54" y="157"/>
                      <a:pt x="48" y="161"/>
                      <a:pt x="41" y="165"/>
                    </a:cubicBezTo>
                    <a:cubicBezTo>
                      <a:pt x="40" y="166"/>
                      <a:pt x="38" y="166"/>
                      <a:pt x="37" y="166"/>
                    </a:cubicBezTo>
                    <a:cubicBezTo>
                      <a:pt x="32" y="166"/>
                      <a:pt x="28" y="164"/>
                      <a:pt x="27" y="1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4" name="Google Shape;4324;p50">
                <a:extLst>
                  <a:ext uri="{FF2B5EF4-FFF2-40B4-BE49-F238E27FC236}">
                    <a16:creationId xmlns:a16="http://schemas.microsoft.com/office/drawing/2014/main" id="{26F6A4C0-30C2-1ADC-B443-003529C9C92C}"/>
                  </a:ext>
                </a:extLst>
              </p:cNvPr>
              <p:cNvSpPr/>
              <p:nvPr/>
            </p:nvSpPr>
            <p:spPr>
              <a:xfrm>
                <a:off x="583540" y="4196877"/>
                <a:ext cx="27360" cy="149040"/>
              </a:xfrm>
              <a:custGeom>
                <a:avLst/>
                <a:gdLst/>
                <a:ahLst/>
                <a:cxnLst/>
                <a:rect l="l" t="t" r="r" b="b"/>
                <a:pathLst>
                  <a:path w="76" h="414" extrusionOk="0">
                    <a:moveTo>
                      <a:pt x="5" y="410"/>
                    </a:moveTo>
                    <a:cubicBezTo>
                      <a:pt x="1" y="407"/>
                      <a:pt x="0" y="400"/>
                      <a:pt x="4" y="395"/>
                    </a:cubicBezTo>
                    <a:cubicBezTo>
                      <a:pt x="5" y="394"/>
                      <a:pt x="6" y="392"/>
                      <a:pt x="7" y="391"/>
                    </a:cubicBezTo>
                    <a:cubicBezTo>
                      <a:pt x="8" y="390"/>
                      <a:pt x="8" y="389"/>
                      <a:pt x="9" y="388"/>
                    </a:cubicBezTo>
                    <a:lnTo>
                      <a:pt x="10" y="388"/>
                    </a:lnTo>
                    <a:lnTo>
                      <a:pt x="10" y="387"/>
                    </a:lnTo>
                    <a:lnTo>
                      <a:pt x="11" y="387"/>
                    </a:lnTo>
                    <a:cubicBezTo>
                      <a:pt x="10" y="387"/>
                      <a:pt x="10" y="387"/>
                      <a:pt x="10" y="387"/>
                    </a:cubicBezTo>
                    <a:cubicBezTo>
                      <a:pt x="11" y="387"/>
                      <a:pt x="11" y="387"/>
                      <a:pt x="11" y="387"/>
                    </a:cubicBezTo>
                    <a:cubicBezTo>
                      <a:pt x="11" y="386"/>
                      <a:pt x="11" y="386"/>
                      <a:pt x="11" y="386"/>
                    </a:cubicBezTo>
                    <a:cubicBezTo>
                      <a:pt x="17" y="378"/>
                      <a:pt x="21" y="370"/>
                      <a:pt x="25" y="362"/>
                    </a:cubicBezTo>
                    <a:cubicBezTo>
                      <a:pt x="29" y="356"/>
                      <a:pt x="32" y="350"/>
                      <a:pt x="35" y="344"/>
                    </a:cubicBezTo>
                    <a:cubicBezTo>
                      <a:pt x="37" y="337"/>
                      <a:pt x="39" y="330"/>
                      <a:pt x="41" y="323"/>
                    </a:cubicBezTo>
                    <a:cubicBezTo>
                      <a:pt x="42" y="316"/>
                      <a:pt x="44" y="310"/>
                      <a:pt x="45" y="303"/>
                    </a:cubicBezTo>
                    <a:cubicBezTo>
                      <a:pt x="47" y="298"/>
                      <a:pt x="47" y="292"/>
                      <a:pt x="49" y="287"/>
                    </a:cubicBezTo>
                    <a:cubicBezTo>
                      <a:pt x="49" y="282"/>
                      <a:pt x="50" y="277"/>
                      <a:pt x="50" y="272"/>
                    </a:cubicBezTo>
                    <a:cubicBezTo>
                      <a:pt x="51" y="266"/>
                      <a:pt x="52" y="259"/>
                      <a:pt x="53" y="253"/>
                    </a:cubicBezTo>
                    <a:cubicBezTo>
                      <a:pt x="53" y="248"/>
                      <a:pt x="53" y="243"/>
                      <a:pt x="54" y="239"/>
                    </a:cubicBezTo>
                    <a:cubicBezTo>
                      <a:pt x="54" y="234"/>
                      <a:pt x="54" y="229"/>
                      <a:pt x="54" y="225"/>
                    </a:cubicBezTo>
                    <a:cubicBezTo>
                      <a:pt x="55" y="214"/>
                      <a:pt x="55" y="204"/>
                      <a:pt x="55" y="194"/>
                    </a:cubicBezTo>
                    <a:cubicBezTo>
                      <a:pt x="55" y="188"/>
                      <a:pt x="54" y="182"/>
                      <a:pt x="54" y="177"/>
                    </a:cubicBezTo>
                    <a:cubicBezTo>
                      <a:pt x="54" y="172"/>
                      <a:pt x="54" y="168"/>
                      <a:pt x="54" y="163"/>
                    </a:cubicBezTo>
                    <a:cubicBezTo>
                      <a:pt x="53" y="151"/>
                      <a:pt x="52" y="140"/>
                      <a:pt x="51" y="129"/>
                    </a:cubicBezTo>
                    <a:cubicBezTo>
                      <a:pt x="48" y="105"/>
                      <a:pt x="45" y="81"/>
                      <a:pt x="43" y="57"/>
                    </a:cubicBezTo>
                    <a:cubicBezTo>
                      <a:pt x="42" y="52"/>
                      <a:pt x="42" y="47"/>
                      <a:pt x="41" y="41"/>
                    </a:cubicBezTo>
                    <a:cubicBezTo>
                      <a:pt x="41" y="34"/>
                      <a:pt x="40" y="27"/>
                      <a:pt x="41" y="20"/>
                    </a:cubicBezTo>
                    <a:cubicBezTo>
                      <a:pt x="42" y="16"/>
                      <a:pt x="43" y="10"/>
                      <a:pt x="46" y="6"/>
                    </a:cubicBezTo>
                    <a:cubicBezTo>
                      <a:pt x="49" y="2"/>
                      <a:pt x="53" y="0"/>
                      <a:pt x="58" y="0"/>
                    </a:cubicBezTo>
                    <a:cubicBezTo>
                      <a:pt x="64" y="0"/>
                      <a:pt x="70" y="4"/>
                      <a:pt x="71" y="10"/>
                    </a:cubicBezTo>
                    <a:cubicBezTo>
                      <a:pt x="71" y="16"/>
                      <a:pt x="68" y="20"/>
                      <a:pt x="63" y="22"/>
                    </a:cubicBezTo>
                    <a:cubicBezTo>
                      <a:pt x="63" y="23"/>
                      <a:pt x="63" y="24"/>
                      <a:pt x="63" y="24"/>
                    </a:cubicBezTo>
                    <a:cubicBezTo>
                      <a:pt x="63" y="29"/>
                      <a:pt x="63" y="34"/>
                      <a:pt x="63" y="38"/>
                    </a:cubicBezTo>
                    <a:cubicBezTo>
                      <a:pt x="63" y="52"/>
                      <a:pt x="64" y="66"/>
                      <a:pt x="66" y="80"/>
                    </a:cubicBezTo>
                    <a:cubicBezTo>
                      <a:pt x="67" y="92"/>
                      <a:pt x="68" y="104"/>
                      <a:pt x="70" y="116"/>
                    </a:cubicBezTo>
                    <a:cubicBezTo>
                      <a:pt x="71" y="128"/>
                      <a:pt x="72" y="140"/>
                      <a:pt x="73" y="153"/>
                    </a:cubicBezTo>
                    <a:cubicBezTo>
                      <a:pt x="74" y="165"/>
                      <a:pt x="74" y="176"/>
                      <a:pt x="74" y="189"/>
                    </a:cubicBezTo>
                    <a:cubicBezTo>
                      <a:pt x="75" y="200"/>
                      <a:pt x="74" y="213"/>
                      <a:pt x="74" y="224"/>
                    </a:cubicBezTo>
                    <a:cubicBezTo>
                      <a:pt x="74" y="229"/>
                      <a:pt x="74" y="234"/>
                      <a:pt x="73" y="239"/>
                    </a:cubicBezTo>
                    <a:cubicBezTo>
                      <a:pt x="73" y="244"/>
                      <a:pt x="72" y="250"/>
                      <a:pt x="72" y="256"/>
                    </a:cubicBezTo>
                    <a:cubicBezTo>
                      <a:pt x="71" y="267"/>
                      <a:pt x="70" y="278"/>
                      <a:pt x="68" y="289"/>
                    </a:cubicBezTo>
                    <a:cubicBezTo>
                      <a:pt x="67" y="295"/>
                      <a:pt x="66" y="301"/>
                      <a:pt x="65" y="306"/>
                    </a:cubicBezTo>
                    <a:cubicBezTo>
                      <a:pt x="63" y="313"/>
                      <a:pt x="62" y="320"/>
                      <a:pt x="60" y="326"/>
                    </a:cubicBezTo>
                    <a:cubicBezTo>
                      <a:pt x="59" y="331"/>
                      <a:pt x="58" y="336"/>
                      <a:pt x="56" y="341"/>
                    </a:cubicBezTo>
                    <a:cubicBezTo>
                      <a:pt x="54" y="348"/>
                      <a:pt x="51" y="354"/>
                      <a:pt x="49" y="361"/>
                    </a:cubicBezTo>
                    <a:cubicBezTo>
                      <a:pt x="46" y="368"/>
                      <a:pt x="42" y="374"/>
                      <a:pt x="38" y="381"/>
                    </a:cubicBezTo>
                    <a:cubicBezTo>
                      <a:pt x="33" y="391"/>
                      <a:pt x="27" y="400"/>
                      <a:pt x="21" y="409"/>
                    </a:cubicBezTo>
                    <a:cubicBezTo>
                      <a:pt x="18" y="412"/>
                      <a:pt x="15" y="413"/>
                      <a:pt x="12" y="413"/>
                    </a:cubicBezTo>
                    <a:cubicBezTo>
                      <a:pt x="10" y="413"/>
                      <a:pt x="7" y="412"/>
                      <a:pt x="5" y="4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5" name="Google Shape;4325;p50">
                <a:extLst>
                  <a:ext uri="{FF2B5EF4-FFF2-40B4-BE49-F238E27FC236}">
                    <a16:creationId xmlns:a16="http://schemas.microsoft.com/office/drawing/2014/main" id="{C65605C2-93A6-AA12-E67C-ED169A29CFD7}"/>
                  </a:ext>
                </a:extLst>
              </p:cNvPr>
              <p:cNvSpPr/>
              <p:nvPr/>
            </p:nvSpPr>
            <p:spPr>
              <a:xfrm>
                <a:off x="637540" y="4265278"/>
                <a:ext cx="31680" cy="11520"/>
              </a:xfrm>
              <a:custGeom>
                <a:avLst/>
                <a:gdLst/>
                <a:ahLst/>
                <a:cxnLst/>
                <a:rect l="l" t="t" r="r" b="b"/>
                <a:pathLst>
                  <a:path w="88" h="32" extrusionOk="0">
                    <a:moveTo>
                      <a:pt x="20" y="30"/>
                    </a:moveTo>
                    <a:cubicBezTo>
                      <a:pt x="13" y="29"/>
                      <a:pt x="5" y="27"/>
                      <a:pt x="2" y="20"/>
                    </a:cubicBezTo>
                    <a:cubicBezTo>
                      <a:pt x="0" y="14"/>
                      <a:pt x="3" y="7"/>
                      <a:pt x="9" y="5"/>
                    </a:cubicBezTo>
                    <a:cubicBezTo>
                      <a:pt x="10" y="5"/>
                      <a:pt x="12" y="4"/>
                      <a:pt x="14" y="4"/>
                    </a:cubicBezTo>
                    <a:cubicBezTo>
                      <a:pt x="17" y="5"/>
                      <a:pt x="20" y="6"/>
                      <a:pt x="22" y="8"/>
                    </a:cubicBezTo>
                    <a:cubicBezTo>
                      <a:pt x="25" y="9"/>
                      <a:pt x="28" y="9"/>
                      <a:pt x="31" y="9"/>
                    </a:cubicBezTo>
                    <a:cubicBezTo>
                      <a:pt x="32" y="9"/>
                      <a:pt x="32" y="9"/>
                      <a:pt x="32" y="9"/>
                    </a:cubicBezTo>
                    <a:cubicBezTo>
                      <a:pt x="34" y="9"/>
                      <a:pt x="36" y="10"/>
                      <a:pt x="38" y="10"/>
                    </a:cubicBezTo>
                    <a:cubicBezTo>
                      <a:pt x="40" y="9"/>
                      <a:pt x="43" y="9"/>
                      <a:pt x="45" y="9"/>
                    </a:cubicBezTo>
                    <a:cubicBezTo>
                      <a:pt x="50" y="8"/>
                      <a:pt x="55" y="7"/>
                      <a:pt x="59" y="6"/>
                    </a:cubicBezTo>
                    <a:cubicBezTo>
                      <a:pt x="63" y="5"/>
                      <a:pt x="68" y="3"/>
                      <a:pt x="72" y="2"/>
                    </a:cubicBezTo>
                    <a:cubicBezTo>
                      <a:pt x="77" y="0"/>
                      <a:pt x="83" y="2"/>
                      <a:pt x="85" y="8"/>
                    </a:cubicBezTo>
                    <a:cubicBezTo>
                      <a:pt x="87" y="13"/>
                      <a:pt x="84" y="20"/>
                      <a:pt x="79" y="21"/>
                    </a:cubicBezTo>
                    <a:cubicBezTo>
                      <a:pt x="69" y="25"/>
                      <a:pt x="58" y="29"/>
                      <a:pt x="48" y="30"/>
                    </a:cubicBezTo>
                    <a:cubicBezTo>
                      <a:pt x="44" y="31"/>
                      <a:pt x="40" y="31"/>
                      <a:pt x="36" y="31"/>
                    </a:cubicBezTo>
                    <a:cubicBezTo>
                      <a:pt x="30" y="31"/>
                      <a:pt x="25" y="31"/>
                      <a:pt x="20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6" name="Google Shape;4326;p50">
                <a:extLst>
                  <a:ext uri="{FF2B5EF4-FFF2-40B4-BE49-F238E27FC236}">
                    <a16:creationId xmlns:a16="http://schemas.microsoft.com/office/drawing/2014/main" id="{0AF19C7C-66E3-9B91-B0F8-24A1809AE049}"/>
                  </a:ext>
                </a:extLst>
              </p:cNvPr>
              <p:cNvSpPr/>
              <p:nvPr/>
            </p:nvSpPr>
            <p:spPr>
              <a:xfrm>
                <a:off x="650500" y="4239718"/>
                <a:ext cx="14040" cy="52920"/>
              </a:xfrm>
              <a:custGeom>
                <a:avLst/>
                <a:gdLst/>
                <a:ahLst/>
                <a:cxnLst/>
                <a:rect l="l" t="t" r="r" b="b"/>
                <a:pathLst>
                  <a:path w="39" h="147" extrusionOk="0">
                    <a:moveTo>
                      <a:pt x="9" y="146"/>
                    </a:moveTo>
                    <a:cubicBezTo>
                      <a:pt x="4" y="145"/>
                      <a:pt x="0" y="141"/>
                      <a:pt x="0" y="135"/>
                    </a:cubicBezTo>
                    <a:cubicBezTo>
                      <a:pt x="0" y="124"/>
                      <a:pt x="0" y="113"/>
                      <a:pt x="0" y="102"/>
                    </a:cubicBezTo>
                    <a:cubicBezTo>
                      <a:pt x="0" y="91"/>
                      <a:pt x="1" y="81"/>
                      <a:pt x="2" y="70"/>
                    </a:cubicBezTo>
                    <a:cubicBezTo>
                      <a:pt x="4" y="50"/>
                      <a:pt x="7" y="29"/>
                      <a:pt x="14" y="9"/>
                    </a:cubicBezTo>
                    <a:cubicBezTo>
                      <a:pt x="16" y="3"/>
                      <a:pt x="22" y="0"/>
                      <a:pt x="29" y="2"/>
                    </a:cubicBezTo>
                    <a:cubicBezTo>
                      <a:pt x="35" y="4"/>
                      <a:pt x="38" y="11"/>
                      <a:pt x="35" y="17"/>
                    </a:cubicBezTo>
                    <a:cubicBezTo>
                      <a:pt x="35" y="18"/>
                      <a:pt x="34" y="19"/>
                      <a:pt x="34" y="20"/>
                    </a:cubicBezTo>
                    <a:cubicBezTo>
                      <a:pt x="33" y="24"/>
                      <a:pt x="31" y="28"/>
                      <a:pt x="30" y="33"/>
                    </a:cubicBezTo>
                    <a:cubicBezTo>
                      <a:pt x="29" y="36"/>
                      <a:pt x="28" y="39"/>
                      <a:pt x="27" y="43"/>
                    </a:cubicBezTo>
                    <a:cubicBezTo>
                      <a:pt x="27" y="46"/>
                      <a:pt x="26" y="50"/>
                      <a:pt x="26" y="54"/>
                    </a:cubicBezTo>
                    <a:cubicBezTo>
                      <a:pt x="25" y="60"/>
                      <a:pt x="23" y="67"/>
                      <a:pt x="23" y="74"/>
                    </a:cubicBezTo>
                    <a:cubicBezTo>
                      <a:pt x="22" y="83"/>
                      <a:pt x="21" y="93"/>
                      <a:pt x="21" y="102"/>
                    </a:cubicBezTo>
                    <a:cubicBezTo>
                      <a:pt x="20" y="113"/>
                      <a:pt x="20" y="124"/>
                      <a:pt x="20" y="136"/>
                    </a:cubicBezTo>
                    <a:cubicBezTo>
                      <a:pt x="20" y="141"/>
                      <a:pt x="15" y="146"/>
                      <a:pt x="10" y="146"/>
                    </a:cubicBezTo>
                    <a:lnTo>
                      <a:pt x="9" y="14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7" name="Google Shape;4327;p50">
                <a:extLst>
                  <a:ext uri="{FF2B5EF4-FFF2-40B4-BE49-F238E27FC236}">
                    <a16:creationId xmlns:a16="http://schemas.microsoft.com/office/drawing/2014/main" id="{D2C38639-823F-6A9E-8F25-6549823261FA}"/>
                  </a:ext>
                </a:extLst>
              </p:cNvPr>
              <p:cNvSpPr/>
              <p:nvPr/>
            </p:nvSpPr>
            <p:spPr>
              <a:xfrm>
                <a:off x="687940" y="4213797"/>
                <a:ext cx="35640" cy="91440"/>
              </a:xfrm>
              <a:custGeom>
                <a:avLst/>
                <a:gdLst/>
                <a:ahLst/>
                <a:cxnLst/>
                <a:rect l="l" t="t" r="r" b="b"/>
                <a:pathLst>
                  <a:path w="99" h="254" extrusionOk="0">
                    <a:moveTo>
                      <a:pt x="24" y="253"/>
                    </a:moveTo>
                    <a:cubicBezTo>
                      <a:pt x="21" y="253"/>
                      <a:pt x="18" y="252"/>
                      <a:pt x="16" y="250"/>
                    </a:cubicBezTo>
                    <a:cubicBezTo>
                      <a:pt x="13" y="247"/>
                      <a:pt x="13" y="244"/>
                      <a:pt x="13" y="241"/>
                    </a:cubicBezTo>
                    <a:cubicBezTo>
                      <a:pt x="15" y="223"/>
                      <a:pt x="17" y="206"/>
                      <a:pt x="20" y="188"/>
                    </a:cubicBezTo>
                    <a:cubicBezTo>
                      <a:pt x="22" y="180"/>
                      <a:pt x="24" y="171"/>
                      <a:pt x="25" y="162"/>
                    </a:cubicBezTo>
                    <a:cubicBezTo>
                      <a:pt x="27" y="155"/>
                      <a:pt x="28" y="147"/>
                      <a:pt x="30" y="139"/>
                    </a:cubicBezTo>
                    <a:cubicBezTo>
                      <a:pt x="30" y="140"/>
                      <a:pt x="30" y="140"/>
                      <a:pt x="30" y="141"/>
                    </a:cubicBezTo>
                    <a:cubicBezTo>
                      <a:pt x="30" y="139"/>
                      <a:pt x="30" y="139"/>
                      <a:pt x="30" y="138"/>
                    </a:cubicBezTo>
                    <a:cubicBezTo>
                      <a:pt x="31" y="138"/>
                      <a:pt x="31" y="137"/>
                      <a:pt x="31" y="136"/>
                    </a:cubicBezTo>
                    <a:lnTo>
                      <a:pt x="31" y="135"/>
                    </a:lnTo>
                    <a:lnTo>
                      <a:pt x="31" y="136"/>
                    </a:lnTo>
                    <a:cubicBezTo>
                      <a:pt x="31" y="134"/>
                      <a:pt x="32" y="131"/>
                      <a:pt x="32" y="129"/>
                    </a:cubicBezTo>
                    <a:lnTo>
                      <a:pt x="32" y="130"/>
                    </a:lnTo>
                    <a:cubicBezTo>
                      <a:pt x="32" y="129"/>
                      <a:pt x="32" y="129"/>
                      <a:pt x="32" y="129"/>
                    </a:cubicBezTo>
                    <a:cubicBezTo>
                      <a:pt x="32" y="130"/>
                      <a:pt x="31" y="132"/>
                      <a:pt x="30" y="133"/>
                    </a:cubicBezTo>
                    <a:cubicBezTo>
                      <a:pt x="29" y="135"/>
                      <a:pt x="28" y="136"/>
                      <a:pt x="27" y="138"/>
                    </a:cubicBezTo>
                    <a:cubicBezTo>
                      <a:pt x="27" y="139"/>
                      <a:pt x="26" y="139"/>
                      <a:pt x="26" y="139"/>
                    </a:cubicBezTo>
                    <a:lnTo>
                      <a:pt x="27" y="139"/>
                    </a:lnTo>
                    <a:cubicBezTo>
                      <a:pt x="25" y="140"/>
                      <a:pt x="25" y="141"/>
                      <a:pt x="24" y="143"/>
                    </a:cubicBezTo>
                    <a:cubicBezTo>
                      <a:pt x="24" y="142"/>
                      <a:pt x="25" y="142"/>
                      <a:pt x="25" y="141"/>
                    </a:cubicBezTo>
                    <a:cubicBezTo>
                      <a:pt x="24" y="142"/>
                      <a:pt x="24" y="143"/>
                      <a:pt x="23" y="145"/>
                    </a:cubicBezTo>
                    <a:cubicBezTo>
                      <a:pt x="21" y="150"/>
                      <a:pt x="14" y="152"/>
                      <a:pt x="9" y="150"/>
                    </a:cubicBezTo>
                    <a:cubicBezTo>
                      <a:pt x="3" y="148"/>
                      <a:pt x="0" y="141"/>
                      <a:pt x="3" y="135"/>
                    </a:cubicBezTo>
                    <a:cubicBezTo>
                      <a:pt x="7" y="127"/>
                      <a:pt x="12" y="120"/>
                      <a:pt x="17" y="114"/>
                    </a:cubicBezTo>
                    <a:cubicBezTo>
                      <a:pt x="18" y="111"/>
                      <a:pt x="21" y="108"/>
                      <a:pt x="23" y="106"/>
                    </a:cubicBezTo>
                    <a:lnTo>
                      <a:pt x="22" y="107"/>
                    </a:lnTo>
                    <a:cubicBezTo>
                      <a:pt x="32" y="93"/>
                      <a:pt x="42" y="79"/>
                      <a:pt x="51" y="64"/>
                    </a:cubicBezTo>
                    <a:cubicBezTo>
                      <a:pt x="54" y="56"/>
                      <a:pt x="56" y="48"/>
                      <a:pt x="59" y="41"/>
                    </a:cubicBezTo>
                    <a:cubicBezTo>
                      <a:pt x="61" y="37"/>
                      <a:pt x="63" y="32"/>
                      <a:pt x="64" y="28"/>
                    </a:cubicBezTo>
                    <a:cubicBezTo>
                      <a:pt x="66" y="25"/>
                      <a:pt x="67" y="22"/>
                      <a:pt x="68" y="19"/>
                    </a:cubicBezTo>
                    <a:cubicBezTo>
                      <a:pt x="69" y="16"/>
                      <a:pt x="71" y="14"/>
                      <a:pt x="72" y="11"/>
                    </a:cubicBezTo>
                    <a:cubicBezTo>
                      <a:pt x="73" y="9"/>
                      <a:pt x="75" y="7"/>
                      <a:pt x="77" y="5"/>
                    </a:cubicBezTo>
                    <a:cubicBezTo>
                      <a:pt x="80" y="1"/>
                      <a:pt x="86" y="0"/>
                      <a:pt x="90" y="2"/>
                    </a:cubicBezTo>
                    <a:cubicBezTo>
                      <a:pt x="92" y="4"/>
                      <a:pt x="95" y="5"/>
                      <a:pt x="96" y="7"/>
                    </a:cubicBezTo>
                    <a:cubicBezTo>
                      <a:pt x="98" y="9"/>
                      <a:pt x="98" y="12"/>
                      <a:pt x="98" y="15"/>
                    </a:cubicBezTo>
                    <a:cubicBezTo>
                      <a:pt x="98" y="19"/>
                      <a:pt x="97" y="22"/>
                      <a:pt x="95" y="25"/>
                    </a:cubicBezTo>
                    <a:cubicBezTo>
                      <a:pt x="95" y="26"/>
                      <a:pt x="94" y="27"/>
                      <a:pt x="94" y="29"/>
                    </a:cubicBezTo>
                    <a:cubicBezTo>
                      <a:pt x="91" y="34"/>
                      <a:pt x="88" y="39"/>
                      <a:pt x="86" y="44"/>
                    </a:cubicBezTo>
                    <a:cubicBezTo>
                      <a:pt x="81" y="54"/>
                      <a:pt x="76" y="64"/>
                      <a:pt x="70" y="74"/>
                    </a:cubicBezTo>
                    <a:cubicBezTo>
                      <a:pt x="69" y="75"/>
                      <a:pt x="69" y="76"/>
                      <a:pt x="69" y="77"/>
                    </a:cubicBezTo>
                    <a:cubicBezTo>
                      <a:pt x="67" y="82"/>
                      <a:pt x="65" y="87"/>
                      <a:pt x="63" y="93"/>
                    </a:cubicBezTo>
                    <a:cubicBezTo>
                      <a:pt x="62" y="97"/>
                      <a:pt x="61" y="101"/>
                      <a:pt x="60" y="106"/>
                    </a:cubicBezTo>
                    <a:cubicBezTo>
                      <a:pt x="58" y="111"/>
                      <a:pt x="56" y="117"/>
                      <a:pt x="55" y="122"/>
                    </a:cubicBezTo>
                    <a:lnTo>
                      <a:pt x="55" y="123"/>
                    </a:lnTo>
                    <a:cubicBezTo>
                      <a:pt x="55" y="122"/>
                      <a:pt x="55" y="122"/>
                      <a:pt x="55" y="122"/>
                    </a:cubicBezTo>
                    <a:cubicBezTo>
                      <a:pt x="53" y="128"/>
                      <a:pt x="52" y="134"/>
                      <a:pt x="51" y="141"/>
                    </a:cubicBezTo>
                    <a:cubicBezTo>
                      <a:pt x="51" y="140"/>
                      <a:pt x="51" y="140"/>
                      <a:pt x="51" y="139"/>
                    </a:cubicBezTo>
                    <a:cubicBezTo>
                      <a:pt x="51" y="141"/>
                      <a:pt x="50" y="142"/>
                      <a:pt x="50" y="143"/>
                    </a:cubicBezTo>
                    <a:lnTo>
                      <a:pt x="50" y="144"/>
                    </a:lnTo>
                    <a:lnTo>
                      <a:pt x="50" y="145"/>
                    </a:lnTo>
                    <a:lnTo>
                      <a:pt x="49" y="145"/>
                    </a:lnTo>
                    <a:lnTo>
                      <a:pt x="49" y="146"/>
                    </a:lnTo>
                    <a:lnTo>
                      <a:pt x="49" y="145"/>
                    </a:lnTo>
                    <a:cubicBezTo>
                      <a:pt x="50" y="145"/>
                      <a:pt x="50" y="145"/>
                      <a:pt x="50" y="145"/>
                    </a:cubicBezTo>
                    <a:cubicBezTo>
                      <a:pt x="46" y="158"/>
                      <a:pt x="44" y="172"/>
                      <a:pt x="42" y="186"/>
                    </a:cubicBezTo>
                    <a:cubicBezTo>
                      <a:pt x="39" y="201"/>
                      <a:pt x="38" y="216"/>
                      <a:pt x="37" y="230"/>
                    </a:cubicBezTo>
                    <a:lnTo>
                      <a:pt x="37" y="231"/>
                    </a:lnTo>
                    <a:lnTo>
                      <a:pt x="36" y="231"/>
                    </a:lnTo>
                    <a:lnTo>
                      <a:pt x="37" y="231"/>
                    </a:lnTo>
                    <a:cubicBezTo>
                      <a:pt x="36" y="235"/>
                      <a:pt x="35" y="239"/>
                      <a:pt x="35" y="242"/>
                    </a:cubicBezTo>
                    <a:cubicBezTo>
                      <a:pt x="35" y="249"/>
                      <a:pt x="30" y="253"/>
                      <a:pt x="24" y="25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8" name="Google Shape;4328;p50">
                <a:extLst>
                  <a:ext uri="{FF2B5EF4-FFF2-40B4-BE49-F238E27FC236}">
                    <a16:creationId xmlns:a16="http://schemas.microsoft.com/office/drawing/2014/main" id="{77B8FCD2-D573-FD01-565C-4753C2150D4F}"/>
                  </a:ext>
                </a:extLst>
              </p:cNvPr>
              <p:cNvSpPr/>
              <p:nvPr/>
            </p:nvSpPr>
            <p:spPr>
              <a:xfrm>
                <a:off x="-969140" y="3740398"/>
                <a:ext cx="892800" cy="488880"/>
              </a:xfrm>
              <a:custGeom>
                <a:avLst/>
                <a:gdLst/>
                <a:ahLst/>
                <a:cxnLst/>
                <a:rect l="l" t="t" r="r" b="b"/>
                <a:pathLst>
                  <a:path w="2480" h="1358" extrusionOk="0">
                    <a:moveTo>
                      <a:pt x="123" y="1356"/>
                    </a:moveTo>
                    <a:cubicBezTo>
                      <a:pt x="107" y="1355"/>
                      <a:pt x="90" y="1354"/>
                      <a:pt x="73" y="1354"/>
                    </a:cubicBezTo>
                    <a:cubicBezTo>
                      <a:pt x="54" y="1353"/>
                      <a:pt x="36" y="1353"/>
                      <a:pt x="17" y="1352"/>
                    </a:cubicBezTo>
                    <a:cubicBezTo>
                      <a:pt x="8" y="1352"/>
                      <a:pt x="0" y="1345"/>
                      <a:pt x="0" y="1335"/>
                    </a:cubicBezTo>
                    <a:cubicBezTo>
                      <a:pt x="0" y="1326"/>
                      <a:pt x="8" y="1317"/>
                      <a:pt x="17" y="1318"/>
                    </a:cubicBezTo>
                    <a:cubicBezTo>
                      <a:pt x="40" y="1319"/>
                      <a:pt x="62" y="1320"/>
                      <a:pt x="84" y="1321"/>
                    </a:cubicBezTo>
                    <a:cubicBezTo>
                      <a:pt x="107" y="1322"/>
                      <a:pt x="129" y="1323"/>
                      <a:pt x="151" y="1323"/>
                    </a:cubicBezTo>
                    <a:cubicBezTo>
                      <a:pt x="175" y="1323"/>
                      <a:pt x="199" y="1323"/>
                      <a:pt x="223" y="1322"/>
                    </a:cubicBezTo>
                    <a:cubicBezTo>
                      <a:pt x="243" y="1322"/>
                      <a:pt x="263" y="1322"/>
                      <a:pt x="284" y="1320"/>
                    </a:cubicBezTo>
                    <a:cubicBezTo>
                      <a:pt x="323" y="1317"/>
                      <a:pt x="361" y="1313"/>
                      <a:pt x="399" y="1305"/>
                    </a:cubicBezTo>
                    <a:cubicBezTo>
                      <a:pt x="421" y="1301"/>
                      <a:pt x="442" y="1295"/>
                      <a:pt x="463" y="1290"/>
                    </a:cubicBezTo>
                    <a:cubicBezTo>
                      <a:pt x="488" y="1283"/>
                      <a:pt x="513" y="1276"/>
                      <a:pt x="537" y="1267"/>
                    </a:cubicBezTo>
                    <a:cubicBezTo>
                      <a:pt x="563" y="1259"/>
                      <a:pt x="588" y="1248"/>
                      <a:pt x="614" y="1235"/>
                    </a:cubicBezTo>
                    <a:cubicBezTo>
                      <a:pt x="641" y="1223"/>
                      <a:pt x="667" y="1210"/>
                      <a:pt x="694" y="1196"/>
                    </a:cubicBezTo>
                    <a:cubicBezTo>
                      <a:pt x="693" y="1197"/>
                      <a:pt x="693" y="1197"/>
                      <a:pt x="692" y="1197"/>
                    </a:cubicBezTo>
                    <a:cubicBezTo>
                      <a:pt x="714" y="1186"/>
                      <a:pt x="736" y="1175"/>
                      <a:pt x="757" y="1164"/>
                    </a:cubicBezTo>
                    <a:cubicBezTo>
                      <a:pt x="779" y="1152"/>
                      <a:pt x="800" y="1140"/>
                      <a:pt x="821" y="1128"/>
                    </a:cubicBezTo>
                    <a:cubicBezTo>
                      <a:pt x="863" y="1104"/>
                      <a:pt x="905" y="1079"/>
                      <a:pt x="946" y="1053"/>
                    </a:cubicBezTo>
                    <a:cubicBezTo>
                      <a:pt x="957" y="1046"/>
                      <a:pt x="968" y="1038"/>
                      <a:pt x="979" y="1031"/>
                    </a:cubicBezTo>
                    <a:cubicBezTo>
                      <a:pt x="997" y="1019"/>
                      <a:pt x="1016" y="1006"/>
                      <a:pt x="1034" y="992"/>
                    </a:cubicBezTo>
                    <a:cubicBezTo>
                      <a:pt x="1052" y="979"/>
                      <a:pt x="1069" y="966"/>
                      <a:pt x="1086" y="951"/>
                    </a:cubicBezTo>
                    <a:cubicBezTo>
                      <a:pt x="1095" y="943"/>
                      <a:pt x="1104" y="934"/>
                      <a:pt x="1113" y="925"/>
                    </a:cubicBezTo>
                    <a:cubicBezTo>
                      <a:pt x="1118" y="918"/>
                      <a:pt x="1123" y="912"/>
                      <a:pt x="1128" y="904"/>
                    </a:cubicBezTo>
                    <a:cubicBezTo>
                      <a:pt x="1135" y="894"/>
                      <a:pt x="1142" y="884"/>
                      <a:pt x="1148" y="873"/>
                    </a:cubicBezTo>
                    <a:cubicBezTo>
                      <a:pt x="1157" y="859"/>
                      <a:pt x="1165" y="846"/>
                      <a:pt x="1173" y="832"/>
                    </a:cubicBezTo>
                    <a:cubicBezTo>
                      <a:pt x="1179" y="819"/>
                      <a:pt x="1184" y="806"/>
                      <a:pt x="1189" y="793"/>
                    </a:cubicBezTo>
                    <a:cubicBezTo>
                      <a:pt x="1194" y="780"/>
                      <a:pt x="1198" y="766"/>
                      <a:pt x="1203" y="752"/>
                    </a:cubicBezTo>
                    <a:cubicBezTo>
                      <a:pt x="1203" y="753"/>
                      <a:pt x="1203" y="753"/>
                      <a:pt x="1202" y="755"/>
                    </a:cubicBezTo>
                    <a:cubicBezTo>
                      <a:pt x="1203" y="753"/>
                      <a:pt x="1203" y="751"/>
                      <a:pt x="1204" y="749"/>
                    </a:cubicBezTo>
                    <a:cubicBezTo>
                      <a:pt x="1204" y="750"/>
                      <a:pt x="1204" y="751"/>
                      <a:pt x="1203" y="752"/>
                    </a:cubicBezTo>
                    <a:cubicBezTo>
                      <a:pt x="1214" y="721"/>
                      <a:pt x="1224" y="690"/>
                      <a:pt x="1232" y="659"/>
                    </a:cubicBezTo>
                    <a:cubicBezTo>
                      <a:pt x="1239" y="630"/>
                      <a:pt x="1247" y="601"/>
                      <a:pt x="1257" y="573"/>
                    </a:cubicBezTo>
                    <a:lnTo>
                      <a:pt x="1257" y="572"/>
                    </a:lnTo>
                    <a:cubicBezTo>
                      <a:pt x="1265" y="548"/>
                      <a:pt x="1275" y="525"/>
                      <a:pt x="1285" y="502"/>
                    </a:cubicBezTo>
                    <a:cubicBezTo>
                      <a:pt x="1295" y="483"/>
                      <a:pt x="1305" y="464"/>
                      <a:pt x="1317" y="445"/>
                    </a:cubicBezTo>
                    <a:cubicBezTo>
                      <a:pt x="1342" y="402"/>
                      <a:pt x="1374" y="363"/>
                      <a:pt x="1409" y="328"/>
                    </a:cubicBezTo>
                    <a:cubicBezTo>
                      <a:pt x="1418" y="320"/>
                      <a:pt x="1426" y="312"/>
                      <a:pt x="1435" y="304"/>
                    </a:cubicBezTo>
                    <a:cubicBezTo>
                      <a:pt x="1434" y="304"/>
                      <a:pt x="1434" y="305"/>
                      <a:pt x="1434" y="305"/>
                    </a:cubicBezTo>
                    <a:cubicBezTo>
                      <a:pt x="1436" y="304"/>
                      <a:pt x="1437" y="302"/>
                      <a:pt x="1438" y="302"/>
                    </a:cubicBezTo>
                    <a:cubicBezTo>
                      <a:pt x="1437" y="302"/>
                      <a:pt x="1437" y="302"/>
                      <a:pt x="1437" y="302"/>
                    </a:cubicBezTo>
                    <a:cubicBezTo>
                      <a:pt x="1454" y="287"/>
                      <a:pt x="1472" y="273"/>
                      <a:pt x="1490" y="259"/>
                    </a:cubicBezTo>
                    <a:cubicBezTo>
                      <a:pt x="1509" y="245"/>
                      <a:pt x="1529" y="231"/>
                      <a:pt x="1550" y="219"/>
                    </a:cubicBezTo>
                    <a:cubicBezTo>
                      <a:pt x="1572" y="206"/>
                      <a:pt x="1595" y="192"/>
                      <a:pt x="1619" y="181"/>
                    </a:cubicBezTo>
                    <a:cubicBezTo>
                      <a:pt x="1641" y="170"/>
                      <a:pt x="1663" y="160"/>
                      <a:pt x="1686" y="151"/>
                    </a:cubicBezTo>
                    <a:cubicBezTo>
                      <a:pt x="1709" y="142"/>
                      <a:pt x="1732" y="134"/>
                      <a:pt x="1756" y="126"/>
                    </a:cubicBezTo>
                    <a:cubicBezTo>
                      <a:pt x="1780" y="118"/>
                      <a:pt x="1804" y="110"/>
                      <a:pt x="1829" y="102"/>
                    </a:cubicBezTo>
                    <a:cubicBezTo>
                      <a:pt x="1854" y="94"/>
                      <a:pt x="1880" y="87"/>
                      <a:pt x="1905" y="81"/>
                    </a:cubicBezTo>
                    <a:cubicBezTo>
                      <a:pt x="1929" y="75"/>
                      <a:pt x="1954" y="69"/>
                      <a:pt x="1977" y="64"/>
                    </a:cubicBezTo>
                    <a:cubicBezTo>
                      <a:pt x="2028" y="52"/>
                      <a:pt x="2079" y="43"/>
                      <a:pt x="2131" y="34"/>
                    </a:cubicBezTo>
                    <a:cubicBezTo>
                      <a:pt x="2181" y="26"/>
                      <a:pt x="2230" y="19"/>
                      <a:pt x="2280" y="13"/>
                    </a:cubicBezTo>
                    <a:cubicBezTo>
                      <a:pt x="2319" y="9"/>
                      <a:pt x="2357" y="7"/>
                      <a:pt x="2395" y="4"/>
                    </a:cubicBezTo>
                    <a:lnTo>
                      <a:pt x="2394" y="4"/>
                    </a:lnTo>
                    <a:cubicBezTo>
                      <a:pt x="2396" y="4"/>
                      <a:pt x="2398" y="4"/>
                      <a:pt x="2399" y="4"/>
                    </a:cubicBezTo>
                    <a:cubicBezTo>
                      <a:pt x="2398" y="4"/>
                      <a:pt x="2398" y="4"/>
                      <a:pt x="2397" y="4"/>
                    </a:cubicBezTo>
                    <a:cubicBezTo>
                      <a:pt x="2403" y="4"/>
                      <a:pt x="2409" y="4"/>
                      <a:pt x="2415" y="3"/>
                    </a:cubicBezTo>
                    <a:cubicBezTo>
                      <a:pt x="2421" y="2"/>
                      <a:pt x="2427" y="2"/>
                      <a:pt x="2434" y="2"/>
                    </a:cubicBezTo>
                    <a:cubicBezTo>
                      <a:pt x="2441" y="1"/>
                      <a:pt x="2448" y="1"/>
                      <a:pt x="2455" y="1"/>
                    </a:cubicBezTo>
                    <a:lnTo>
                      <a:pt x="2456" y="1"/>
                    </a:lnTo>
                    <a:cubicBezTo>
                      <a:pt x="2460" y="0"/>
                      <a:pt x="2466" y="0"/>
                      <a:pt x="2470" y="1"/>
                    </a:cubicBezTo>
                    <a:cubicBezTo>
                      <a:pt x="2471" y="2"/>
                      <a:pt x="2473" y="3"/>
                      <a:pt x="2474" y="4"/>
                    </a:cubicBezTo>
                    <a:cubicBezTo>
                      <a:pt x="2477" y="8"/>
                      <a:pt x="2479" y="12"/>
                      <a:pt x="2479" y="16"/>
                    </a:cubicBezTo>
                    <a:lnTo>
                      <a:pt x="2479" y="17"/>
                    </a:lnTo>
                    <a:lnTo>
                      <a:pt x="2479" y="18"/>
                    </a:lnTo>
                    <a:cubicBezTo>
                      <a:pt x="2479" y="20"/>
                      <a:pt x="2477" y="22"/>
                      <a:pt x="2476" y="25"/>
                    </a:cubicBezTo>
                    <a:cubicBezTo>
                      <a:pt x="2475" y="27"/>
                      <a:pt x="2473" y="29"/>
                      <a:pt x="2470" y="30"/>
                    </a:cubicBezTo>
                    <a:cubicBezTo>
                      <a:pt x="2467" y="33"/>
                      <a:pt x="2463" y="33"/>
                      <a:pt x="2460" y="33"/>
                    </a:cubicBezTo>
                    <a:cubicBezTo>
                      <a:pt x="2453" y="32"/>
                      <a:pt x="2447" y="33"/>
                      <a:pt x="2441" y="33"/>
                    </a:cubicBezTo>
                    <a:cubicBezTo>
                      <a:pt x="2430" y="33"/>
                      <a:pt x="2419" y="33"/>
                      <a:pt x="2409" y="34"/>
                    </a:cubicBezTo>
                    <a:cubicBezTo>
                      <a:pt x="2385" y="36"/>
                      <a:pt x="2361" y="38"/>
                      <a:pt x="2337" y="40"/>
                    </a:cubicBezTo>
                    <a:cubicBezTo>
                      <a:pt x="2312" y="43"/>
                      <a:pt x="2287" y="44"/>
                      <a:pt x="2262" y="47"/>
                    </a:cubicBezTo>
                    <a:cubicBezTo>
                      <a:pt x="2212" y="52"/>
                      <a:pt x="2162" y="60"/>
                      <a:pt x="2113" y="68"/>
                    </a:cubicBezTo>
                    <a:cubicBezTo>
                      <a:pt x="2087" y="72"/>
                      <a:pt x="2062" y="77"/>
                      <a:pt x="2037" y="82"/>
                    </a:cubicBezTo>
                    <a:cubicBezTo>
                      <a:pt x="2036" y="82"/>
                      <a:pt x="2036" y="82"/>
                      <a:pt x="2035" y="83"/>
                    </a:cubicBezTo>
                    <a:cubicBezTo>
                      <a:pt x="2036" y="83"/>
                      <a:pt x="2036" y="83"/>
                      <a:pt x="2036" y="82"/>
                    </a:cubicBezTo>
                    <a:cubicBezTo>
                      <a:pt x="1995" y="91"/>
                      <a:pt x="1955" y="100"/>
                      <a:pt x="1915" y="110"/>
                    </a:cubicBezTo>
                    <a:cubicBezTo>
                      <a:pt x="1875" y="121"/>
                      <a:pt x="1836" y="132"/>
                      <a:pt x="1797" y="146"/>
                    </a:cubicBezTo>
                    <a:cubicBezTo>
                      <a:pt x="1769" y="156"/>
                      <a:pt x="1741" y="166"/>
                      <a:pt x="1713" y="176"/>
                    </a:cubicBezTo>
                    <a:cubicBezTo>
                      <a:pt x="1685" y="187"/>
                      <a:pt x="1658" y="198"/>
                      <a:pt x="1631" y="212"/>
                    </a:cubicBezTo>
                    <a:cubicBezTo>
                      <a:pt x="1630" y="212"/>
                      <a:pt x="1629" y="212"/>
                      <a:pt x="1628" y="213"/>
                    </a:cubicBezTo>
                    <a:lnTo>
                      <a:pt x="1627" y="213"/>
                    </a:lnTo>
                    <a:cubicBezTo>
                      <a:pt x="1627" y="213"/>
                      <a:pt x="1626" y="214"/>
                      <a:pt x="1624" y="215"/>
                    </a:cubicBezTo>
                    <a:cubicBezTo>
                      <a:pt x="1625" y="215"/>
                      <a:pt x="1626" y="214"/>
                      <a:pt x="1626" y="214"/>
                    </a:cubicBezTo>
                    <a:cubicBezTo>
                      <a:pt x="1595" y="230"/>
                      <a:pt x="1566" y="247"/>
                      <a:pt x="1536" y="266"/>
                    </a:cubicBezTo>
                    <a:cubicBezTo>
                      <a:pt x="1510" y="284"/>
                      <a:pt x="1485" y="304"/>
                      <a:pt x="1461" y="325"/>
                    </a:cubicBezTo>
                    <a:cubicBezTo>
                      <a:pt x="1441" y="343"/>
                      <a:pt x="1422" y="363"/>
                      <a:pt x="1404" y="383"/>
                    </a:cubicBezTo>
                    <a:cubicBezTo>
                      <a:pt x="1388" y="401"/>
                      <a:pt x="1374" y="420"/>
                      <a:pt x="1360" y="439"/>
                    </a:cubicBezTo>
                    <a:cubicBezTo>
                      <a:pt x="1360" y="439"/>
                      <a:pt x="1361" y="439"/>
                      <a:pt x="1361" y="438"/>
                    </a:cubicBezTo>
                    <a:cubicBezTo>
                      <a:pt x="1361" y="439"/>
                      <a:pt x="1360" y="439"/>
                      <a:pt x="1360" y="439"/>
                    </a:cubicBezTo>
                    <a:cubicBezTo>
                      <a:pt x="1360" y="440"/>
                      <a:pt x="1360" y="440"/>
                      <a:pt x="1360" y="440"/>
                    </a:cubicBezTo>
                    <a:lnTo>
                      <a:pt x="1360" y="439"/>
                    </a:lnTo>
                    <a:cubicBezTo>
                      <a:pt x="1346" y="461"/>
                      <a:pt x="1334" y="482"/>
                      <a:pt x="1322" y="505"/>
                    </a:cubicBezTo>
                    <a:cubicBezTo>
                      <a:pt x="1316" y="517"/>
                      <a:pt x="1310" y="530"/>
                      <a:pt x="1304" y="543"/>
                    </a:cubicBezTo>
                    <a:cubicBezTo>
                      <a:pt x="1299" y="555"/>
                      <a:pt x="1295" y="569"/>
                      <a:pt x="1290" y="582"/>
                    </a:cubicBezTo>
                    <a:cubicBezTo>
                      <a:pt x="1282" y="604"/>
                      <a:pt x="1276" y="626"/>
                      <a:pt x="1270" y="649"/>
                    </a:cubicBezTo>
                    <a:cubicBezTo>
                      <a:pt x="1264" y="672"/>
                      <a:pt x="1257" y="695"/>
                      <a:pt x="1250" y="718"/>
                    </a:cubicBezTo>
                    <a:cubicBezTo>
                      <a:pt x="1243" y="741"/>
                      <a:pt x="1236" y="764"/>
                      <a:pt x="1228" y="787"/>
                    </a:cubicBezTo>
                    <a:cubicBezTo>
                      <a:pt x="1225" y="797"/>
                      <a:pt x="1221" y="806"/>
                      <a:pt x="1217" y="816"/>
                    </a:cubicBezTo>
                    <a:cubicBezTo>
                      <a:pt x="1213" y="826"/>
                      <a:pt x="1208" y="836"/>
                      <a:pt x="1203" y="846"/>
                    </a:cubicBezTo>
                    <a:cubicBezTo>
                      <a:pt x="1191" y="870"/>
                      <a:pt x="1178" y="893"/>
                      <a:pt x="1163" y="915"/>
                    </a:cubicBezTo>
                    <a:cubicBezTo>
                      <a:pt x="1158" y="923"/>
                      <a:pt x="1152" y="931"/>
                      <a:pt x="1146" y="938"/>
                    </a:cubicBezTo>
                    <a:cubicBezTo>
                      <a:pt x="1138" y="947"/>
                      <a:pt x="1130" y="955"/>
                      <a:pt x="1121" y="963"/>
                    </a:cubicBezTo>
                    <a:cubicBezTo>
                      <a:pt x="1104" y="979"/>
                      <a:pt x="1085" y="995"/>
                      <a:pt x="1067" y="1009"/>
                    </a:cubicBezTo>
                    <a:cubicBezTo>
                      <a:pt x="1048" y="1023"/>
                      <a:pt x="1029" y="1037"/>
                      <a:pt x="1010" y="1050"/>
                    </a:cubicBezTo>
                    <a:cubicBezTo>
                      <a:pt x="989" y="1064"/>
                      <a:pt x="968" y="1078"/>
                      <a:pt x="946" y="1091"/>
                    </a:cubicBezTo>
                    <a:cubicBezTo>
                      <a:pt x="926" y="1104"/>
                      <a:pt x="906" y="1117"/>
                      <a:pt x="886" y="1129"/>
                    </a:cubicBezTo>
                    <a:cubicBezTo>
                      <a:pt x="864" y="1143"/>
                      <a:pt x="842" y="1155"/>
                      <a:pt x="820" y="1167"/>
                    </a:cubicBezTo>
                    <a:cubicBezTo>
                      <a:pt x="777" y="1190"/>
                      <a:pt x="734" y="1213"/>
                      <a:pt x="690" y="1235"/>
                    </a:cubicBezTo>
                    <a:cubicBezTo>
                      <a:pt x="669" y="1246"/>
                      <a:pt x="647" y="1257"/>
                      <a:pt x="625" y="1267"/>
                    </a:cubicBezTo>
                    <a:cubicBezTo>
                      <a:pt x="603" y="1277"/>
                      <a:pt x="580" y="1287"/>
                      <a:pt x="558" y="1295"/>
                    </a:cubicBezTo>
                    <a:cubicBezTo>
                      <a:pt x="533" y="1304"/>
                      <a:pt x="508" y="1311"/>
                      <a:pt x="483" y="1319"/>
                    </a:cubicBezTo>
                    <a:cubicBezTo>
                      <a:pt x="460" y="1325"/>
                      <a:pt x="438" y="1331"/>
                      <a:pt x="415" y="1337"/>
                    </a:cubicBezTo>
                    <a:cubicBezTo>
                      <a:pt x="391" y="1341"/>
                      <a:pt x="368" y="1345"/>
                      <a:pt x="344" y="1348"/>
                    </a:cubicBezTo>
                    <a:cubicBezTo>
                      <a:pt x="320" y="1351"/>
                      <a:pt x="295" y="1353"/>
                      <a:pt x="270" y="1354"/>
                    </a:cubicBezTo>
                    <a:cubicBezTo>
                      <a:pt x="248" y="1355"/>
                      <a:pt x="225" y="1356"/>
                      <a:pt x="202" y="1357"/>
                    </a:cubicBezTo>
                    <a:cubicBezTo>
                      <a:pt x="196" y="1357"/>
                      <a:pt x="190" y="1357"/>
                      <a:pt x="184" y="1357"/>
                    </a:cubicBezTo>
                    <a:cubicBezTo>
                      <a:pt x="164" y="1357"/>
                      <a:pt x="143" y="1356"/>
                      <a:pt x="123" y="135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9" name="Google Shape;4329;p50">
                <a:extLst>
                  <a:ext uri="{FF2B5EF4-FFF2-40B4-BE49-F238E27FC236}">
                    <a16:creationId xmlns:a16="http://schemas.microsoft.com/office/drawing/2014/main" id="{3C3E32D2-4B1D-2679-8B1E-C24B544E82ED}"/>
                  </a:ext>
                </a:extLst>
              </p:cNvPr>
              <p:cNvSpPr/>
              <p:nvPr/>
            </p:nvSpPr>
            <p:spPr>
              <a:xfrm>
                <a:off x="-530660" y="3427918"/>
                <a:ext cx="11880" cy="989280"/>
              </a:xfrm>
              <a:custGeom>
                <a:avLst/>
                <a:gdLst/>
                <a:ahLst/>
                <a:cxnLst/>
                <a:rect l="l" t="t" r="r" b="b"/>
                <a:pathLst>
                  <a:path w="33" h="2748" extrusionOk="0">
                    <a:moveTo>
                      <a:pt x="12" y="2737"/>
                    </a:moveTo>
                    <a:cubicBezTo>
                      <a:pt x="12" y="2731"/>
                      <a:pt x="12" y="2726"/>
                      <a:pt x="12" y="2720"/>
                    </a:cubicBezTo>
                    <a:cubicBezTo>
                      <a:pt x="12" y="2713"/>
                      <a:pt x="12" y="2705"/>
                      <a:pt x="12" y="2698"/>
                    </a:cubicBezTo>
                    <a:cubicBezTo>
                      <a:pt x="12" y="2684"/>
                      <a:pt x="12" y="2670"/>
                      <a:pt x="12" y="2656"/>
                    </a:cubicBezTo>
                    <a:cubicBezTo>
                      <a:pt x="12" y="2628"/>
                      <a:pt x="12" y="2599"/>
                      <a:pt x="12" y="2571"/>
                    </a:cubicBezTo>
                    <a:cubicBezTo>
                      <a:pt x="12" y="2513"/>
                      <a:pt x="11" y="2455"/>
                      <a:pt x="11" y="2397"/>
                    </a:cubicBezTo>
                    <a:cubicBezTo>
                      <a:pt x="11" y="2283"/>
                      <a:pt x="10" y="2169"/>
                      <a:pt x="10" y="2054"/>
                    </a:cubicBezTo>
                    <a:cubicBezTo>
                      <a:pt x="10" y="1942"/>
                      <a:pt x="8" y="1829"/>
                      <a:pt x="8" y="1716"/>
                    </a:cubicBezTo>
                    <a:cubicBezTo>
                      <a:pt x="7" y="1603"/>
                      <a:pt x="7" y="1490"/>
                      <a:pt x="7" y="1377"/>
                    </a:cubicBezTo>
                    <a:cubicBezTo>
                      <a:pt x="6" y="1263"/>
                      <a:pt x="6" y="1148"/>
                      <a:pt x="6" y="1034"/>
                    </a:cubicBezTo>
                    <a:cubicBezTo>
                      <a:pt x="5" y="917"/>
                      <a:pt x="4" y="801"/>
                      <a:pt x="4" y="685"/>
                    </a:cubicBezTo>
                    <a:cubicBezTo>
                      <a:pt x="3" y="572"/>
                      <a:pt x="3" y="457"/>
                      <a:pt x="2" y="344"/>
                    </a:cubicBezTo>
                    <a:cubicBezTo>
                      <a:pt x="1" y="234"/>
                      <a:pt x="1" y="124"/>
                      <a:pt x="0" y="15"/>
                    </a:cubicBezTo>
                    <a:cubicBezTo>
                      <a:pt x="0" y="13"/>
                      <a:pt x="0" y="12"/>
                      <a:pt x="0" y="10"/>
                    </a:cubicBezTo>
                    <a:cubicBezTo>
                      <a:pt x="0" y="5"/>
                      <a:pt x="4" y="0"/>
                      <a:pt x="10" y="0"/>
                    </a:cubicBezTo>
                    <a:cubicBezTo>
                      <a:pt x="15" y="0"/>
                      <a:pt x="20" y="5"/>
                      <a:pt x="20" y="10"/>
                    </a:cubicBezTo>
                    <a:cubicBezTo>
                      <a:pt x="20" y="38"/>
                      <a:pt x="19" y="65"/>
                      <a:pt x="20" y="93"/>
                    </a:cubicBezTo>
                    <a:cubicBezTo>
                      <a:pt x="20" y="121"/>
                      <a:pt x="20" y="149"/>
                      <a:pt x="20" y="177"/>
                    </a:cubicBezTo>
                    <a:cubicBezTo>
                      <a:pt x="20" y="232"/>
                      <a:pt x="21" y="287"/>
                      <a:pt x="21" y="342"/>
                    </a:cubicBezTo>
                    <a:cubicBezTo>
                      <a:pt x="21" y="399"/>
                      <a:pt x="21" y="456"/>
                      <a:pt x="21" y="513"/>
                    </a:cubicBezTo>
                    <a:cubicBezTo>
                      <a:pt x="21" y="570"/>
                      <a:pt x="22" y="627"/>
                      <a:pt x="22" y="684"/>
                    </a:cubicBezTo>
                    <a:cubicBezTo>
                      <a:pt x="22" y="799"/>
                      <a:pt x="23" y="915"/>
                      <a:pt x="24" y="1031"/>
                    </a:cubicBezTo>
                    <a:cubicBezTo>
                      <a:pt x="24" y="1088"/>
                      <a:pt x="24" y="1145"/>
                      <a:pt x="24" y="1203"/>
                    </a:cubicBezTo>
                    <a:cubicBezTo>
                      <a:pt x="25" y="1260"/>
                      <a:pt x="25" y="1317"/>
                      <a:pt x="25" y="1375"/>
                    </a:cubicBezTo>
                    <a:cubicBezTo>
                      <a:pt x="26" y="1488"/>
                      <a:pt x="26" y="1602"/>
                      <a:pt x="27" y="1715"/>
                    </a:cubicBezTo>
                    <a:cubicBezTo>
                      <a:pt x="27" y="1828"/>
                      <a:pt x="28" y="1941"/>
                      <a:pt x="28" y="2054"/>
                    </a:cubicBezTo>
                    <a:cubicBezTo>
                      <a:pt x="29" y="2167"/>
                      <a:pt x="29" y="2281"/>
                      <a:pt x="29" y="2395"/>
                    </a:cubicBezTo>
                    <a:cubicBezTo>
                      <a:pt x="30" y="2452"/>
                      <a:pt x="30" y="2510"/>
                      <a:pt x="31" y="2568"/>
                    </a:cubicBezTo>
                    <a:cubicBezTo>
                      <a:pt x="31" y="2597"/>
                      <a:pt x="31" y="2625"/>
                      <a:pt x="31" y="2654"/>
                    </a:cubicBezTo>
                    <a:cubicBezTo>
                      <a:pt x="31" y="2668"/>
                      <a:pt x="31" y="2683"/>
                      <a:pt x="31" y="2697"/>
                    </a:cubicBezTo>
                    <a:cubicBezTo>
                      <a:pt x="31" y="2710"/>
                      <a:pt x="32" y="2723"/>
                      <a:pt x="32" y="2736"/>
                    </a:cubicBezTo>
                    <a:cubicBezTo>
                      <a:pt x="32" y="2737"/>
                      <a:pt x="32" y="2737"/>
                      <a:pt x="32" y="2737"/>
                    </a:cubicBezTo>
                    <a:cubicBezTo>
                      <a:pt x="32" y="2742"/>
                      <a:pt x="28" y="2747"/>
                      <a:pt x="22" y="2747"/>
                    </a:cubicBezTo>
                    <a:cubicBezTo>
                      <a:pt x="17" y="2747"/>
                      <a:pt x="12" y="2742"/>
                      <a:pt x="12" y="27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0" name="Google Shape;4330;p50">
                <a:extLst>
                  <a:ext uri="{FF2B5EF4-FFF2-40B4-BE49-F238E27FC236}">
                    <a16:creationId xmlns:a16="http://schemas.microsoft.com/office/drawing/2014/main" id="{A0BD44F5-34DA-71A7-4F28-5919D313BADD}"/>
                  </a:ext>
                </a:extLst>
              </p:cNvPr>
              <p:cNvSpPr/>
              <p:nvPr/>
            </p:nvSpPr>
            <p:spPr>
              <a:xfrm>
                <a:off x="-1039340" y="3976198"/>
                <a:ext cx="1027080" cy="13680"/>
              </a:xfrm>
              <a:custGeom>
                <a:avLst/>
                <a:gdLst/>
                <a:ahLst/>
                <a:cxnLst/>
                <a:rect l="l" t="t" r="r" b="b"/>
                <a:pathLst>
                  <a:path w="2853" h="38" extrusionOk="0">
                    <a:moveTo>
                      <a:pt x="0" y="27"/>
                    </a:moveTo>
                    <a:cubicBezTo>
                      <a:pt x="0" y="22"/>
                      <a:pt x="4" y="17"/>
                      <a:pt x="10" y="17"/>
                    </a:cubicBezTo>
                    <a:cubicBezTo>
                      <a:pt x="14" y="17"/>
                      <a:pt x="18" y="17"/>
                      <a:pt x="23" y="17"/>
                    </a:cubicBezTo>
                    <a:cubicBezTo>
                      <a:pt x="30" y="17"/>
                      <a:pt x="36" y="17"/>
                      <a:pt x="43" y="17"/>
                    </a:cubicBezTo>
                    <a:cubicBezTo>
                      <a:pt x="59" y="17"/>
                      <a:pt x="73" y="17"/>
                      <a:pt x="88" y="17"/>
                    </a:cubicBezTo>
                    <a:cubicBezTo>
                      <a:pt x="117" y="17"/>
                      <a:pt x="147" y="17"/>
                      <a:pt x="176" y="17"/>
                    </a:cubicBezTo>
                    <a:cubicBezTo>
                      <a:pt x="237" y="17"/>
                      <a:pt x="298" y="17"/>
                      <a:pt x="359" y="16"/>
                    </a:cubicBezTo>
                    <a:cubicBezTo>
                      <a:pt x="478" y="15"/>
                      <a:pt x="596" y="15"/>
                      <a:pt x="714" y="14"/>
                    </a:cubicBezTo>
                    <a:cubicBezTo>
                      <a:pt x="836" y="13"/>
                      <a:pt x="959" y="13"/>
                      <a:pt x="1081" y="12"/>
                    </a:cubicBezTo>
                    <a:cubicBezTo>
                      <a:pt x="1203" y="12"/>
                      <a:pt x="1326" y="11"/>
                      <a:pt x="1449" y="10"/>
                    </a:cubicBezTo>
                    <a:cubicBezTo>
                      <a:pt x="1572" y="9"/>
                      <a:pt x="1695" y="9"/>
                      <a:pt x="1818" y="8"/>
                    </a:cubicBezTo>
                    <a:cubicBezTo>
                      <a:pt x="1939" y="7"/>
                      <a:pt x="2061" y="6"/>
                      <a:pt x="2182" y="5"/>
                    </a:cubicBezTo>
                    <a:cubicBezTo>
                      <a:pt x="2303" y="5"/>
                      <a:pt x="2424" y="3"/>
                      <a:pt x="2545" y="3"/>
                    </a:cubicBezTo>
                    <a:cubicBezTo>
                      <a:pt x="2595" y="3"/>
                      <a:pt x="2645" y="2"/>
                      <a:pt x="2695" y="2"/>
                    </a:cubicBezTo>
                    <a:cubicBezTo>
                      <a:pt x="2720" y="2"/>
                      <a:pt x="2745" y="2"/>
                      <a:pt x="2770" y="1"/>
                    </a:cubicBezTo>
                    <a:cubicBezTo>
                      <a:pt x="2794" y="1"/>
                      <a:pt x="2818" y="0"/>
                      <a:pt x="2842" y="0"/>
                    </a:cubicBezTo>
                    <a:cubicBezTo>
                      <a:pt x="2848" y="0"/>
                      <a:pt x="2852" y="5"/>
                      <a:pt x="2852" y="10"/>
                    </a:cubicBezTo>
                    <a:cubicBezTo>
                      <a:pt x="2852" y="16"/>
                      <a:pt x="2848" y="20"/>
                      <a:pt x="2842" y="20"/>
                    </a:cubicBezTo>
                    <a:cubicBezTo>
                      <a:pt x="2814" y="20"/>
                      <a:pt x="2785" y="20"/>
                      <a:pt x="2757" y="20"/>
                    </a:cubicBezTo>
                    <a:cubicBezTo>
                      <a:pt x="2727" y="20"/>
                      <a:pt x="2697" y="20"/>
                      <a:pt x="2668" y="20"/>
                    </a:cubicBezTo>
                    <a:cubicBezTo>
                      <a:pt x="2607" y="20"/>
                      <a:pt x="2547" y="21"/>
                      <a:pt x="2486" y="22"/>
                    </a:cubicBezTo>
                    <a:cubicBezTo>
                      <a:pt x="2427" y="22"/>
                      <a:pt x="2368" y="22"/>
                      <a:pt x="2309" y="22"/>
                    </a:cubicBezTo>
                    <a:cubicBezTo>
                      <a:pt x="2248" y="23"/>
                      <a:pt x="2188" y="23"/>
                      <a:pt x="2128" y="23"/>
                    </a:cubicBezTo>
                    <a:cubicBezTo>
                      <a:pt x="2067" y="23"/>
                      <a:pt x="2006" y="23"/>
                      <a:pt x="1946" y="24"/>
                    </a:cubicBezTo>
                    <a:cubicBezTo>
                      <a:pt x="1885" y="24"/>
                      <a:pt x="1823" y="24"/>
                      <a:pt x="1762" y="25"/>
                    </a:cubicBezTo>
                    <a:cubicBezTo>
                      <a:pt x="1638" y="26"/>
                      <a:pt x="1515" y="26"/>
                      <a:pt x="1391" y="27"/>
                    </a:cubicBezTo>
                    <a:cubicBezTo>
                      <a:pt x="1269" y="28"/>
                      <a:pt x="1146" y="29"/>
                      <a:pt x="1024" y="29"/>
                    </a:cubicBezTo>
                    <a:cubicBezTo>
                      <a:pt x="903" y="30"/>
                      <a:pt x="783" y="31"/>
                      <a:pt x="662" y="32"/>
                    </a:cubicBezTo>
                    <a:cubicBezTo>
                      <a:pt x="541" y="33"/>
                      <a:pt x="421" y="33"/>
                      <a:pt x="300" y="34"/>
                    </a:cubicBezTo>
                    <a:cubicBezTo>
                      <a:pt x="249" y="34"/>
                      <a:pt x="198" y="34"/>
                      <a:pt x="147" y="35"/>
                    </a:cubicBezTo>
                    <a:cubicBezTo>
                      <a:pt x="123" y="35"/>
                      <a:pt x="98" y="36"/>
                      <a:pt x="74" y="36"/>
                    </a:cubicBezTo>
                    <a:cubicBezTo>
                      <a:pt x="63" y="36"/>
                      <a:pt x="50" y="36"/>
                      <a:pt x="39" y="36"/>
                    </a:cubicBezTo>
                    <a:cubicBezTo>
                      <a:pt x="32" y="36"/>
                      <a:pt x="27" y="37"/>
                      <a:pt x="20" y="37"/>
                    </a:cubicBezTo>
                    <a:cubicBezTo>
                      <a:pt x="17" y="37"/>
                      <a:pt x="13" y="37"/>
                      <a:pt x="10" y="37"/>
                    </a:cubicBezTo>
                    <a:cubicBezTo>
                      <a:pt x="4" y="37"/>
                      <a:pt x="0" y="32"/>
                      <a:pt x="0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1" name="Google Shape;4331;p50">
                <a:extLst>
                  <a:ext uri="{FF2B5EF4-FFF2-40B4-BE49-F238E27FC236}">
                    <a16:creationId xmlns:a16="http://schemas.microsoft.com/office/drawing/2014/main" id="{FC0B8ECE-5E9A-039B-B601-48938DEE687C}"/>
                  </a:ext>
                </a:extLst>
              </p:cNvPr>
              <p:cNvSpPr/>
              <p:nvPr/>
            </p:nvSpPr>
            <p:spPr>
              <a:xfrm>
                <a:off x="-68060" y="3962877"/>
                <a:ext cx="60480" cy="33840"/>
              </a:xfrm>
              <a:custGeom>
                <a:avLst/>
                <a:gdLst/>
                <a:ahLst/>
                <a:cxnLst/>
                <a:rect l="l" t="t" r="r" b="b"/>
                <a:pathLst>
                  <a:path w="168" h="94" extrusionOk="0">
                    <a:moveTo>
                      <a:pt x="83" y="88"/>
                    </a:moveTo>
                    <a:cubicBezTo>
                      <a:pt x="80" y="83"/>
                      <a:pt x="83" y="77"/>
                      <a:pt x="87" y="74"/>
                    </a:cubicBezTo>
                    <a:cubicBezTo>
                      <a:pt x="97" y="68"/>
                      <a:pt x="107" y="62"/>
                      <a:pt x="116" y="56"/>
                    </a:cubicBezTo>
                    <a:cubicBezTo>
                      <a:pt x="122" y="52"/>
                      <a:pt x="129" y="47"/>
                      <a:pt x="135" y="43"/>
                    </a:cubicBezTo>
                    <a:cubicBezTo>
                      <a:pt x="132" y="43"/>
                      <a:pt x="128" y="42"/>
                      <a:pt x="125" y="42"/>
                    </a:cubicBezTo>
                    <a:cubicBezTo>
                      <a:pt x="115" y="40"/>
                      <a:pt x="105" y="39"/>
                      <a:pt x="96" y="38"/>
                    </a:cubicBezTo>
                    <a:cubicBezTo>
                      <a:pt x="75" y="34"/>
                      <a:pt x="54" y="31"/>
                      <a:pt x="33" y="27"/>
                    </a:cubicBezTo>
                    <a:cubicBezTo>
                      <a:pt x="34" y="27"/>
                      <a:pt x="34" y="27"/>
                      <a:pt x="34" y="27"/>
                    </a:cubicBezTo>
                    <a:cubicBezTo>
                      <a:pt x="30" y="26"/>
                      <a:pt x="26" y="25"/>
                      <a:pt x="21" y="24"/>
                    </a:cubicBezTo>
                    <a:cubicBezTo>
                      <a:pt x="19" y="23"/>
                      <a:pt x="17" y="22"/>
                      <a:pt x="15" y="22"/>
                    </a:cubicBezTo>
                    <a:cubicBezTo>
                      <a:pt x="13" y="21"/>
                      <a:pt x="12" y="21"/>
                      <a:pt x="10" y="20"/>
                    </a:cubicBezTo>
                    <a:cubicBezTo>
                      <a:pt x="4" y="19"/>
                      <a:pt x="0" y="11"/>
                      <a:pt x="4" y="6"/>
                    </a:cubicBezTo>
                    <a:cubicBezTo>
                      <a:pt x="6" y="0"/>
                      <a:pt x="13" y="0"/>
                      <a:pt x="18" y="3"/>
                    </a:cubicBezTo>
                    <a:cubicBezTo>
                      <a:pt x="19" y="3"/>
                      <a:pt x="20" y="3"/>
                      <a:pt x="21" y="4"/>
                    </a:cubicBezTo>
                    <a:cubicBezTo>
                      <a:pt x="29" y="6"/>
                      <a:pt x="35" y="8"/>
                      <a:pt x="43" y="9"/>
                    </a:cubicBezTo>
                    <a:cubicBezTo>
                      <a:pt x="64" y="13"/>
                      <a:pt x="84" y="16"/>
                      <a:pt x="105" y="19"/>
                    </a:cubicBezTo>
                    <a:cubicBezTo>
                      <a:pt x="115" y="20"/>
                      <a:pt x="124" y="22"/>
                      <a:pt x="134" y="23"/>
                    </a:cubicBezTo>
                    <a:cubicBezTo>
                      <a:pt x="138" y="24"/>
                      <a:pt x="143" y="24"/>
                      <a:pt x="147" y="25"/>
                    </a:cubicBezTo>
                    <a:cubicBezTo>
                      <a:pt x="154" y="27"/>
                      <a:pt x="164" y="27"/>
                      <a:pt x="166" y="35"/>
                    </a:cubicBezTo>
                    <a:cubicBezTo>
                      <a:pt x="167" y="37"/>
                      <a:pt x="167" y="39"/>
                      <a:pt x="166" y="40"/>
                    </a:cubicBezTo>
                    <a:cubicBezTo>
                      <a:pt x="166" y="43"/>
                      <a:pt x="165" y="45"/>
                      <a:pt x="163" y="46"/>
                    </a:cubicBezTo>
                    <a:cubicBezTo>
                      <a:pt x="161" y="49"/>
                      <a:pt x="158" y="51"/>
                      <a:pt x="155" y="53"/>
                    </a:cubicBezTo>
                    <a:cubicBezTo>
                      <a:pt x="151" y="56"/>
                      <a:pt x="148" y="57"/>
                      <a:pt x="145" y="60"/>
                    </a:cubicBezTo>
                    <a:cubicBezTo>
                      <a:pt x="138" y="64"/>
                      <a:pt x="131" y="69"/>
                      <a:pt x="124" y="74"/>
                    </a:cubicBezTo>
                    <a:cubicBezTo>
                      <a:pt x="124" y="73"/>
                      <a:pt x="125" y="73"/>
                      <a:pt x="125" y="73"/>
                    </a:cubicBezTo>
                    <a:cubicBezTo>
                      <a:pt x="116" y="79"/>
                      <a:pt x="107" y="85"/>
                      <a:pt x="97" y="92"/>
                    </a:cubicBezTo>
                    <a:cubicBezTo>
                      <a:pt x="96" y="93"/>
                      <a:pt x="94" y="93"/>
                      <a:pt x="92" y="93"/>
                    </a:cubicBezTo>
                    <a:cubicBezTo>
                      <a:pt x="89" y="93"/>
                      <a:pt x="85" y="91"/>
                      <a:pt x="83" y="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2" name="Google Shape;4332;p50">
                <a:extLst>
                  <a:ext uri="{FF2B5EF4-FFF2-40B4-BE49-F238E27FC236}">
                    <a16:creationId xmlns:a16="http://schemas.microsoft.com/office/drawing/2014/main" id="{2EDEB66B-61C8-8B71-5ABC-3474D4B34D43}"/>
                  </a:ext>
                </a:extLst>
              </p:cNvPr>
              <p:cNvSpPr/>
              <p:nvPr/>
            </p:nvSpPr>
            <p:spPr>
              <a:xfrm>
                <a:off x="-542540" y="3428278"/>
                <a:ext cx="3204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89" h="167" extrusionOk="0">
                    <a:moveTo>
                      <a:pt x="4" y="164"/>
                    </a:moveTo>
                    <a:cubicBezTo>
                      <a:pt x="1" y="162"/>
                      <a:pt x="0" y="159"/>
                      <a:pt x="1" y="156"/>
                    </a:cubicBezTo>
                    <a:cubicBezTo>
                      <a:pt x="1" y="149"/>
                      <a:pt x="3" y="143"/>
                      <a:pt x="5" y="137"/>
                    </a:cubicBezTo>
                    <a:cubicBezTo>
                      <a:pt x="5" y="135"/>
                      <a:pt x="6" y="134"/>
                      <a:pt x="6" y="132"/>
                    </a:cubicBezTo>
                    <a:cubicBezTo>
                      <a:pt x="12" y="99"/>
                      <a:pt x="18" y="66"/>
                      <a:pt x="21" y="33"/>
                    </a:cubicBezTo>
                    <a:cubicBezTo>
                      <a:pt x="21" y="26"/>
                      <a:pt x="21" y="19"/>
                      <a:pt x="21" y="13"/>
                    </a:cubicBezTo>
                    <a:cubicBezTo>
                      <a:pt x="19" y="7"/>
                      <a:pt x="24" y="0"/>
                      <a:pt x="31" y="0"/>
                    </a:cubicBezTo>
                    <a:cubicBezTo>
                      <a:pt x="38" y="0"/>
                      <a:pt x="42" y="7"/>
                      <a:pt x="40" y="13"/>
                    </a:cubicBezTo>
                    <a:cubicBezTo>
                      <a:pt x="40" y="16"/>
                      <a:pt x="40" y="18"/>
                      <a:pt x="40" y="21"/>
                    </a:cubicBezTo>
                    <a:cubicBezTo>
                      <a:pt x="42" y="21"/>
                      <a:pt x="43" y="22"/>
                      <a:pt x="44" y="23"/>
                    </a:cubicBezTo>
                    <a:cubicBezTo>
                      <a:pt x="49" y="26"/>
                      <a:pt x="51" y="32"/>
                      <a:pt x="53" y="37"/>
                    </a:cubicBezTo>
                    <a:cubicBezTo>
                      <a:pt x="55" y="42"/>
                      <a:pt x="57" y="47"/>
                      <a:pt x="59" y="51"/>
                    </a:cubicBezTo>
                    <a:cubicBezTo>
                      <a:pt x="63" y="61"/>
                      <a:pt x="65" y="72"/>
                      <a:pt x="68" y="82"/>
                    </a:cubicBezTo>
                    <a:cubicBezTo>
                      <a:pt x="71" y="93"/>
                      <a:pt x="74" y="104"/>
                      <a:pt x="77" y="116"/>
                    </a:cubicBezTo>
                    <a:cubicBezTo>
                      <a:pt x="80" y="127"/>
                      <a:pt x="84" y="139"/>
                      <a:pt x="86" y="151"/>
                    </a:cubicBezTo>
                    <a:cubicBezTo>
                      <a:pt x="88" y="156"/>
                      <a:pt x="85" y="162"/>
                      <a:pt x="79" y="163"/>
                    </a:cubicBezTo>
                    <a:cubicBezTo>
                      <a:pt x="74" y="164"/>
                      <a:pt x="69" y="162"/>
                      <a:pt x="67" y="156"/>
                    </a:cubicBezTo>
                    <a:cubicBezTo>
                      <a:pt x="63" y="140"/>
                      <a:pt x="59" y="123"/>
                      <a:pt x="55" y="107"/>
                    </a:cubicBezTo>
                    <a:cubicBezTo>
                      <a:pt x="53" y="99"/>
                      <a:pt x="51" y="90"/>
                      <a:pt x="49" y="82"/>
                    </a:cubicBezTo>
                    <a:cubicBezTo>
                      <a:pt x="46" y="74"/>
                      <a:pt x="44" y="67"/>
                      <a:pt x="42" y="59"/>
                    </a:cubicBezTo>
                    <a:cubicBezTo>
                      <a:pt x="41" y="61"/>
                      <a:pt x="41" y="64"/>
                      <a:pt x="40" y="66"/>
                    </a:cubicBezTo>
                    <a:cubicBezTo>
                      <a:pt x="39" y="76"/>
                      <a:pt x="36" y="86"/>
                      <a:pt x="34" y="96"/>
                    </a:cubicBezTo>
                    <a:cubicBezTo>
                      <a:pt x="32" y="104"/>
                      <a:pt x="30" y="113"/>
                      <a:pt x="28" y="121"/>
                    </a:cubicBezTo>
                    <a:cubicBezTo>
                      <a:pt x="27" y="125"/>
                      <a:pt x="26" y="128"/>
                      <a:pt x="26" y="132"/>
                    </a:cubicBezTo>
                    <a:cubicBezTo>
                      <a:pt x="25" y="137"/>
                      <a:pt x="25" y="142"/>
                      <a:pt x="24" y="147"/>
                    </a:cubicBezTo>
                    <a:cubicBezTo>
                      <a:pt x="23" y="150"/>
                      <a:pt x="22" y="153"/>
                      <a:pt x="21" y="156"/>
                    </a:cubicBezTo>
                    <a:cubicBezTo>
                      <a:pt x="21" y="158"/>
                      <a:pt x="19" y="160"/>
                      <a:pt x="18" y="162"/>
                    </a:cubicBezTo>
                    <a:cubicBezTo>
                      <a:pt x="17" y="164"/>
                      <a:pt x="15" y="165"/>
                      <a:pt x="12" y="166"/>
                    </a:cubicBezTo>
                    <a:cubicBezTo>
                      <a:pt x="12" y="166"/>
                      <a:pt x="11" y="166"/>
                      <a:pt x="10" y="166"/>
                    </a:cubicBezTo>
                    <a:cubicBezTo>
                      <a:pt x="8" y="166"/>
                      <a:pt x="6" y="166"/>
                      <a:pt x="4" y="16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3" name="Google Shape;4333;p50">
                <a:extLst>
                  <a:ext uri="{FF2B5EF4-FFF2-40B4-BE49-F238E27FC236}">
                    <a16:creationId xmlns:a16="http://schemas.microsoft.com/office/drawing/2014/main" id="{D3FC0EAE-37D5-96DA-91EF-EB87C1D27793}"/>
                  </a:ext>
                </a:extLst>
              </p:cNvPr>
              <p:cNvSpPr/>
              <p:nvPr/>
            </p:nvSpPr>
            <p:spPr>
              <a:xfrm>
                <a:off x="-542180" y="3745438"/>
                <a:ext cx="62640" cy="8280"/>
              </a:xfrm>
              <a:custGeom>
                <a:avLst/>
                <a:gdLst/>
                <a:ahLst/>
                <a:cxnLst/>
                <a:rect l="l" t="t" r="r" b="b"/>
                <a:pathLst>
                  <a:path w="174" h="23" extrusionOk="0">
                    <a:moveTo>
                      <a:pt x="164" y="20"/>
                    </a:moveTo>
                    <a:cubicBezTo>
                      <a:pt x="121" y="20"/>
                      <a:pt x="78" y="20"/>
                      <a:pt x="36" y="19"/>
                    </a:cubicBezTo>
                    <a:cubicBezTo>
                      <a:pt x="28" y="19"/>
                      <a:pt x="21" y="19"/>
                      <a:pt x="14" y="20"/>
                    </a:cubicBezTo>
                    <a:cubicBezTo>
                      <a:pt x="6" y="22"/>
                      <a:pt x="0" y="14"/>
                      <a:pt x="2" y="8"/>
                    </a:cubicBezTo>
                    <a:cubicBezTo>
                      <a:pt x="3" y="4"/>
                      <a:pt x="6" y="1"/>
                      <a:pt x="9" y="1"/>
                    </a:cubicBezTo>
                    <a:cubicBezTo>
                      <a:pt x="10" y="0"/>
                      <a:pt x="12" y="0"/>
                      <a:pt x="14" y="0"/>
                    </a:cubicBezTo>
                    <a:cubicBezTo>
                      <a:pt x="18" y="1"/>
                      <a:pt x="23" y="1"/>
                      <a:pt x="27" y="1"/>
                    </a:cubicBezTo>
                    <a:cubicBezTo>
                      <a:pt x="32" y="1"/>
                      <a:pt x="37" y="1"/>
                      <a:pt x="42" y="1"/>
                    </a:cubicBezTo>
                    <a:cubicBezTo>
                      <a:pt x="52" y="1"/>
                      <a:pt x="63" y="1"/>
                      <a:pt x="74" y="1"/>
                    </a:cubicBezTo>
                    <a:cubicBezTo>
                      <a:pt x="95" y="1"/>
                      <a:pt x="115" y="1"/>
                      <a:pt x="136" y="1"/>
                    </a:cubicBezTo>
                    <a:cubicBezTo>
                      <a:pt x="145" y="1"/>
                      <a:pt x="155" y="1"/>
                      <a:pt x="164" y="2"/>
                    </a:cubicBezTo>
                    <a:cubicBezTo>
                      <a:pt x="169" y="2"/>
                      <a:pt x="173" y="6"/>
                      <a:pt x="173" y="11"/>
                    </a:cubicBezTo>
                    <a:cubicBezTo>
                      <a:pt x="173" y="16"/>
                      <a:pt x="169" y="20"/>
                      <a:pt x="164" y="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4" name="Google Shape;4334;p50">
                <a:extLst>
                  <a:ext uri="{FF2B5EF4-FFF2-40B4-BE49-F238E27FC236}">
                    <a16:creationId xmlns:a16="http://schemas.microsoft.com/office/drawing/2014/main" id="{D66DFCA1-827C-EA2C-AD78-97FAD62EBB03}"/>
                  </a:ext>
                </a:extLst>
              </p:cNvPr>
              <p:cNvSpPr/>
              <p:nvPr/>
            </p:nvSpPr>
            <p:spPr>
              <a:xfrm>
                <a:off x="-439940" y="3740398"/>
                <a:ext cx="60840" cy="756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21" extrusionOk="0">
                    <a:moveTo>
                      <a:pt x="0" y="11"/>
                    </a:moveTo>
                    <a:cubicBezTo>
                      <a:pt x="0" y="4"/>
                      <a:pt x="5" y="0"/>
                      <a:pt x="11" y="1"/>
                    </a:cubicBezTo>
                    <a:cubicBezTo>
                      <a:pt x="12" y="1"/>
                      <a:pt x="13" y="1"/>
                      <a:pt x="13" y="1"/>
                    </a:cubicBezTo>
                    <a:lnTo>
                      <a:pt x="12" y="1"/>
                    </a:lnTo>
                    <a:cubicBezTo>
                      <a:pt x="22" y="1"/>
                      <a:pt x="31" y="1"/>
                      <a:pt x="41" y="1"/>
                    </a:cubicBezTo>
                    <a:cubicBezTo>
                      <a:pt x="51" y="1"/>
                      <a:pt x="61" y="1"/>
                      <a:pt x="71" y="1"/>
                    </a:cubicBezTo>
                    <a:cubicBezTo>
                      <a:pt x="91" y="1"/>
                      <a:pt x="112" y="1"/>
                      <a:pt x="132" y="1"/>
                    </a:cubicBezTo>
                    <a:cubicBezTo>
                      <a:pt x="141" y="1"/>
                      <a:pt x="150" y="1"/>
                      <a:pt x="159" y="1"/>
                    </a:cubicBezTo>
                    <a:cubicBezTo>
                      <a:pt x="164" y="1"/>
                      <a:pt x="168" y="5"/>
                      <a:pt x="168" y="9"/>
                    </a:cubicBezTo>
                    <a:cubicBezTo>
                      <a:pt x="168" y="15"/>
                      <a:pt x="164" y="19"/>
                      <a:pt x="159" y="19"/>
                    </a:cubicBezTo>
                    <a:cubicBezTo>
                      <a:pt x="117" y="19"/>
                      <a:pt x="75" y="19"/>
                      <a:pt x="33" y="20"/>
                    </a:cubicBezTo>
                    <a:cubicBezTo>
                      <a:pt x="26" y="20"/>
                      <a:pt x="19" y="20"/>
                      <a:pt x="12" y="20"/>
                    </a:cubicBezTo>
                    <a:lnTo>
                      <a:pt x="13" y="20"/>
                    </a:lnTo>
                    <a:cubicBezTo>
                      <a:pt x="13" y="20"/>
                      <a:pt x="12" y="20"/>
                      <a:pt x="11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5" y="20"/>
                      <a:pt x="0" y="16"/>
                      <a:pt x="0" y="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5" name="Google Shape;4335;p50">
                <a:extLst>
                  <a:ext uri="{FF2B5EF4-FFF2-40B4-BE49-F238E27FC236}">
                    <a16:creationId xmlns:a16="http://schemas.microsoft.com/office/drawing/2014/main" id="{D5C7022D-2E3E-C653-E27D-5A595B49E5AF}"/>
                  </a:ext>
                </a:extLst>
              </p:cNvPr>
              <p:cNvSpPr/>
              <p:nvPr/>
            </p:nvSpPr>
            <p:spPr>
              <a:xfrm>
                <a:off x="-343100" y="3741838"/>
                <a:ext cx="72000" cy="7560"/>
              </a:xfrm>
              <a:custGeom>
                <a:avLst/>
                <a:gdLst/>
                <a:ahLst/>
                <a:cxnLst/>
                <a:rect l="l" t="t" r="r" b="b"/>
                <a:pathLst>
                  <a:path w="200" h="21" extrusionOk="0">
                    <a:moveTo>
                      <a:pt x="7" y="19"/>
                    </a:moveTo>
                    <a:cubicBezTo>
                      <a:pt x="2" y="17"/>
                      <a:pt x="0" y="12"/>
                      <a:pt x="1" y="8"/>
                    </a:cubicBezTo>
                    <a:cubicBezTo>
                      <a:pt x="1" y="5"/>
                      <a:pt x="4" y="2"/>
                      <a:pt x="7" y="1"/>
                    </a:cubicBezTo>
                    <a:cubicBezTo>
                      <a:pt x="9" y="0"/>
                      <a:pt x="11" y="0"/>
                      <a:pt x="13" y="0"/>
                    </a:cubicBezTo>
                    <a:cubicBezTo>
                      <a:pt x="17" y="0"/>
                      <a:pt x="21" y="0"/>
                      <a:pt x="25" y="0"/>
                    </a:cubicBezTo>
                    <a:cubicBezTo>
                      <a:pt x="30" y="0"/>
                      <a:pt x="34" y="0"/>
                      <a:pt x="39" y="0"/>
                    </a:cubicBezTo>
                    <a:cubicBezTo>
                      <a:pt x="50" y="0"/>
                      <a:pt x="61" y="0"/>
                      <a:pt x="71" y="0"/>
                    </a:cubicBezTo>
                    <a:cubicBezTo>
                      <a:pt x="91" y="0"/>
                      <a:pt x="110" y="0"/>
                      <a:pt x="130" y="0"/>
                    </a:cubicBezTo>
                    <a:cubicBezTo>
                      <a:pt x="150" y="0"/>
                      <a:pt x="170" y="0"/>
                      <a:pt x="190" y="0"/>
                    </a:cubicBezTo>
                    <a:cubicBezTo>
                      <a:pt x="195" y="0"/>
                      <a:pt x="199" y="4"/>
                      <a:pt x="199" y="9"/>
                    </a:cubicBezTo>
                    <a:cubicBezTo>
                      <a:pt x="199" y="14"/>
                      <a:pt x="195" y="18"/>
                      <a:pt x="190" y="18"/>
                    </a:cubicBezTo>
                    <a:cubicBezTo>
                      <a:pt x="148" y="18"/>
                      <a:pt x="107" y="17"/>
                      <a:pt x="65" y="18"/>
                    </a:cubicBezTo>
                    <a:cubicBezTo>
                      <a:pt x="49" y="18"/>
                      <a:pt x="33" y="18"/>
                      <a:pt x="17" y="19"/>
                    </a:cubicBezTo>
                    <a:cubicBezTo>
                      <a:pt x="16" y="19"/>
                      <a:pt x="15" y="19"/>
                      <a:pt x="15" y="19"/>
                    </a:cubicBezTo>
                    <a:cubicBezTo>
                      <a:pt x="14" y="19"/>
                      <a:pt x="12" y="20"/>
                      <a:pt x="11" y="20"/>
                    </a:cubicBezTo>
                    <a:cubicBezTo>
                      <a:pt x="9" y="20"/>
                      <a:pt x="8" y="19"/>
                      <a:pt x="7" y="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6" name="Google Shape;4336;p50">
                <a:extLst>
                  <a:ext uri="{FF2B5EF4-FFF2-40B4-BE49-F238E27FC236}">
                    <a16:creationId xmlns:a16="http://schemas.microsoft.com/office/drawing/2014/main" id="{9A3178CB-B481-9668-1FA1-BB1D937FA391}"/>
                  </a:ext>
                </a:extLst>
              </p:cNvPr>
              <p:cNvSpPr/>
              <p:nvPr/>
            </p:nvSpPr>
            <p:spPr>
              <a:xfrm>
                <a:off x="-243380" y="3743638"/>
                <a:ext cx="5472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24" extrusionOk="0">
                    <a:moveTo>
                      <a:pt x="5" y="20"/>
                    </a:moveTo>
                    <a:cubicBezTo>
                      <a:pt x="0" y="16"/>
                      <a:pt x="2" y="7"/>
                      <a:pt x="8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9" y="3"/>
                      <a:pt x="12" y="3"/>
                      <a:pt x="14" y="3"/>
                    </a:cubicBezTo>
                    <a:cubicBezTo>
                      <a:pt x="17" y="3"/>
                      <a:pt x="19" y="3"/>
                      <a:pt x="21" y="3"/>
                    </a:cubicBezTo>
                    <a:cubicBezTo>
                      <a:pt x="27" y="3"/>
                      <a:pt x="32" y="2"/>
                      <a:pt x="37" y="2"/>
                    </a:cubicBezTo>
                    <a:cubicBezTo>
                      <a:pt x="48" y="2"/>
                      <a:pt x="58" y="2"/>
                      <a:pt x="68" y="1"/>
                    </a:cubicBezTo>
                    <a:cubicBezTo>
                      <a:pt x="88" y="1"/>
                      <a:pt x="109" y="0"/>
                      <a:pt x="129" y="0"/>
                    </a:cubicBezTo>
                    <a:cubicBezTo>
                      <a:pt x="133" y="0"/>
                      <a:pt x="138" y="0"/>
                      <a:pt x="143" y="0"/>
                    </a:cubicBezTo>
                    <a:cubicBezTo>
                      <a:pt x="147" y="0"/>
                      <a:pt x="151" y="4"/>
                      <a:pt x="151" y="9"/>
                    </a:cubicBezTo>
                    <a:cubicBezTo>
                      <a:pt x="151" y="14"/>
                      <a:pt x="147" y="17"/>
                      <a:pt x="143" y="18"/>
                    </a:cubicBezTo>
                    <a:cubicBezTo>
                      <a:pt x="123" y="18"/>
                      <a:pt x="104" y="18"/>
                      <a:pt x="85" y="19"/>
                    </a:cubicBezTo>
                    <a:cubicBezTo>
                      <a:pt x="67" y="20"/>
                      <a:pt x="49" y="20"/>
                      <a:pt x="31" y="21"/>
                    </a:cubicBezTo>
                    <a:cubicBezTo>
                      <a:pt x="30" y="21"/>
                      <a:pt x="28" y="21"/>
                      <a:pt x="27" y="21"/>
                    </a:cubicBezTo>
                    <a:cubicBezTo>
                      <a:pt x="24" y="22"/>
                      <a:pt x="20" y="22"/>
                      <a:pt x="16" y="23"/>
                    </a:cubicBezTo>
                    <a:cubicBezTo>
                      <a:pt x="15" y="23"/>
                      <a:pt x="15" y="23"/>
                      <a:pt x="14" y="23"/>
                    </a:cubicBezTo>
                    <a:cubicBezTo>
                      <a:pt x="14" y="23"/>
                      <a:pt x="13" y="23"/>
                      <a:pt x="12" y="23"/>
                    </a:cubicBezTo>
                    <a:cubicBezTo>
                      <a:pt x="9" y="23"/>
                      <a:pt x="7" y="23"/>
                      <a:pt x="5" y="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7" name="Google Shape;4337;p50">
                <a:extLst>
                  <a:ext uri="{FF2B5EF4-FFF2-40B4-BE49-F238E27FC236}">
                    <a16:creationId xmlns:a16="http://schemas.microsoft.com/office/drawing/2014/main" id="{E8D399F8-271F-02DB-8755-D07E8AD87558}"/>
                  </a:ext>
                </a:extLst>
              </p:cNvPr>
              <p:cNvSpPr/>
              <p:nvPr/>
            </p:nvSpPr>
            <p:spPr>
              <a:xfrm>
                <a:off x="-198020" y="3744357"/>
                <a:ext cx="9360" cy="26640"/>
              </a:xfrm>
              <a:custGeom>
                <a:avLst/>
                <a:gdLst/>
                <a:ahLst/>
                <a:cxnLst/>
                <a:rect l="l" t="t" r="r" b="b"/>
                <a:pathLst>
                  <a:path w="26" h="74" extrusionOk="0">
                    <a:moveTo>
                      <a:pt x="6" y="65"/>
                    </a:moveTo>
                    <a:cubicBezTo>
                      <a:pt x="6" y="56"/>
                      <a:pt x="5" y="47"/>
                      <a:pt x="4" y="37"/>
                    </a:cubicBezTo>
                    <a:cubicBezTo>
                      <a:pt x="4" y="30"/>
                      <a:pt x="3" y="22"/>
                      <a:pt x="2" y="14"/>
                    </a:cubicBezTo>
                    <a:cubicBezTo>
                      <a:pt x="0" y="8"/>
                      <a:pt x="4" y="2"/>
                      <a:pt x="10" y="1"/>
                    </a:cubicBezTo>
                    <a:cubicBezTo>
                      <a:pt x="13" y="0"/>
                      <a:pt x="17" y="1"/>
                      <a:pt x="18" y="4"/>
                    </a:cubicBezTo>
                    <a:cubicBezTo>
                      <a:pt x="21" y="6"/>
                      <a:pt x="22" y="9"/>
                      <a:pt x="21" y="12"/>
                    </a:cubicBezTo>
                    <a:cubicBezTo>
                      <a:pt x="22" y="10"/>
                      <a:pt x="21" y="12"/>
                      <a:pt x="21" y="12"/>
                    </a:cubicBezTo>
                    <a:cubicBezTo>
                      <a:pt x="22" y="12"/>
                      <a:pt x="22" y="14"/>
                      <a:pt x="22" y="14"/>
                    </a:cubicBezTo>
                    <a:cubicBezTo>
                      <a:pt x="22" y="15"/>
                      <a:pt x="22" y="16"/>
                      <a:pt x="22" y="17"/>
                    </a:cubicBezTo>
                    <a:cubicBezTo>
                      <a:pt x="22" y="18"/>
                      <a:pt x="22" y="18"/>
                      <a:pt x="22" y="19"/>
                    </a:cubicBezTo>
                    <a:cubicBezTo>
                      <a:pt x="22" y="19"/>
                      <a:pt x="22" y="20"/>
                      <a:pt x="22" y="21"/>
                    </a:cubicBezTo>
                    <a:cubicBezTo>
                      <a:pt x="22" y="27"/>
                      <a:pt x="23" y="33"/>
                      <a:pt x="24" y="39"/>
                    </a:cubicBezTo>
                    <a:cubicBezTo>
                      <a:pt x="24" y="47"/>
                      <a:pt x="25" y="56"/>
                      <a:pt x="25" y="64"/>
                    </a:cubicBezTo>
                    <a:cubicBezTo>
                      <a:pt x="25" y="68"/>
                      <a:pt x="21" y="72"/>
                      <a:pt x="17" y="72"/>
                    </a:cubicBezTo>
                    <a:cubicBezTo>
                      <a:pt x="17" y="73"/>
                      <a:pt x="16" y="73"/>
                      <a:pt x="16" y="73"/>
                    </a:cubicBezTo>
                    <a:cubicBezTo>
                      <a:pt x="11" y="73"/>
                      <a:pt x="7" y="70"/>
                      <a:pt x="6" y="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8" name="Google Shape;4338;p50">
                <a:extLst>
                  <a:ext uri="{FF2B5EF4-FFF2-40B4-BE49-F238E27FC236}">
                    <a16:creationId xmlns:a16="http://schemas.microsoft.com/office/drawing/2014/main" id="{EB12C9BD-8334-3283-B0BB-B3398E5D3693}"/>
                  </a:ext>
                </a:extLst>
              </p:cNvPr>
              <p:cNvSpPr/>
              <p:nvPr/>
            </p:nvSpPr>
            <p:spPr>
              <a:xfrm>
                <a:off x="-194420" y="3822118"/>
                <a:ext cx="7200" cy="48240"/>
              </a:xfrm>
              <a:custGeom>
                <a:avLst/>
                <a:gdLst/>
                <a:ahLst/>
                <a:cxnLst/>
                <a:rect l="l" t="t" r="r" b="b"/>
                <a:pathLst>
                  <a:path w="20" h="134" extrusionOk="0">
                    <a:moveTo>
                      <a:pt x="0" y="123"/>
                    </a:moveTo>
                    <a:cubicBezTo>
                      <a:pt x="0" y="104"/>
                      <a:pt x="0" y="84"/>
                      <a:pt x="0" y="64"/>
                    </a:cubicBezTo>
                    <a:cubicBezTo>
                      <a:pt x="0" y="56"/>
                      <a:pt x="0" y="47"/>
                      <a:pt x="0" y="38"/>
                    </a:cubicBezTo>
                    <a:cubicBezTo>
                      <a:pt x="0" y="32"/>
                      <a:pt x="0" y="25"/>
                      <a:pt x="0" y="19"/>
                    </a:cubicBezTo>
                    <a:cubicBezTo>
                      <a:pt x="0" y="18"/>
                      <a:pt x="0" y="17"/>
                      <a:pt x="0" y="15"/>
                    </a:cubicBezTo>
                    <a:cubicBezTo>
                      <a:pt x="0" y="14"/>
                      <a:pt x="0" y="12"/>
                      <a:pt x="0" y="11"/>
                    </a:cubicBezTo>
                    <a:cubicBezTo>
                      <a:pt x="0" y="10"/>
                      <a:pt x="0" y="10"/>
                      <a:pt x="0" y="9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4"/>
                      <a:pt x="3" y="2"/>
                      <a:pt x="7" y="1"/>
                    </a:cubicBezTo>
                    <a:cubicBezTo>
                      <a:pt x="11" y="0"/>
                      <a:pt x="17" y="2"/>
                      <a:pt x="18" y="7"/>
                    </a:cubicBezTo>
                    <a:cubicBezTo>
                      <a:pt x="19" y="8"/>
                      <a:pt x="19" y="11"/>
                      <a:pt x="19" y="13"/>
                    </a:cubicBezTo>
                    <a:cubicBezTo>
                      <a:pt x="19" y="14"/>
                      <a:pt x="19" y="14"/>
                      <a:pt x="19" y="15"/>
                    </a:cubicBezTo>
                    <a:cubicBezTo>
                      <a:pt x="19" y="17"/>
                      <a:pt x="19" y="18"/>
                      <a:pt x="19" y="20"/>
                    </a:cubicBezTo>
                    <a:cubicBezTo>
                      <a:pt x="18" y="35"/>
                      <a:pt x="18" y="50"/>
                      <a:pt x="18" y="65"/>
                    </a:cubicBezTo>
                    <a:cubicBezTo>
                      <a:pt x="18" y="85"/>
                      <a:pt x="18" y="104"/>
                      <a:pt x="18" y="123"/>
                    </a:cubicBezTo>
                    <a:cubicBezTo>
                      <a:pt x="18" y="129"/>
                      <a:pt x="14" y="133"/>
                      <a:pt x="9" y="133"/>
                    </a:cubicBezTo>
                    <a:cubicBezTo>
                      <a:pt x="4" y="133"/>
                      <a:pt x="0" y="129"/>
                      <a:pt x="0" y="1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9" name="Google Shape;4339;p50">
                <a:extLst>
                  <a:ext uri="{FF2B5EF4-FFF2-40B4-BE49-F238E27FC236}">
                    <a16:creationId xmlns:a16="http://schemas.microsoft.com/office/drawing/2014/main" id="{5661C701-1275-E02C-59F7-8D88F952FFCC}"/>
                  </a:ext>
                </a:extLst>
              </p:cNvPr>
              <p:cNvSpPr/>
              <p:nvPr/>
            </p:nvSpPr>
            <p:spPr>
              <a:xfrm>
                <a:off x="-195860" y="3900598"/>
                <a:ext cx="9360" cy="52200"/>
              </a:xfrm>
              <a:custGeom>
                <a:avLst/>
                <a:gdLst/>
                <a:ahLst/>
                <a:cxnLst/>
                <a:rect l="l" t="t" r="r" b="b"/>
                <a:pathLst>
                  <a:path w="26" h="145" extrusionOk="0">
                    <a:moveTo>
                      <a:pt x="6" y="135"/>
                    </a:moveTo>
                    <a:cubicBezTo>
                      <a:pt x="5" y="114"/>
                      <a:pt x="4" y="94"/>
                      <a:pt x="4" y="74"/>
                    </a:cubicBezTo>
                    <a:cubicBezTo>
                      <a:pt x="2" y="54"/>
                      <a:pt x="2" y="34"/>
                      <a:pt x="1" y="14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4"/>
                      <a:pt x="1" y="13"/>
                    </a:cubicBezTo>
                    <a:cubicBezTo>
                      <a:pt x="0" y="7"/>
                      <a:pt x="4" y="0"/>
                      <a:pt x="11" y="0"/>
                    </a:cubicBezTo>
                    <a:cubicBezTo>
                      <a:pt x="18" y="0"/>
                      <a:pt x="22" y="7"/>
                      <a:pt x="21" y="12"/>
                    </a:cubicBezTo>
                    <a:cubicBezTo>
                      <a:pt x="21" y="32"/>
                      <a:pt x="21" y="52"/>
                      <a:pt x="22" y="71"/>
                    </a:cubicBezTo>
                    <a:cubicBezTo>
                      <a:pt x="22" y="92"/>
                      <a:pt x="23" y="114"/>
                      <a:pt x="24" y="135"/>
                    </a:cubicBezTo>
                    <a:cubicBezTo>
                      <a:pt x="25" y="140"/>
                      <a:pt x="20" y="144"/>
                      <a:pt x="15" y="144"/>
                    </a:cubicBezTo>
                    <a:cubicBezTo>
                      <a:pt x="10" y="144"/>
                      <a:pt x="6" y="140"/>
                      <a:pt x="6" y="1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0" name="Google Shape;4340;p50">
                <a:extLst>
                  <a:ext uri="{FF2B5EF4-FFF2-40B4-BE49-F238E27FC236}">
                    <a16:creationId xmlns:a16="http://schemas.microsoft.com/office/drawing/2014/main" id="{A5A669FC-67A7-5657-036F-5B081EF61A10}"/>
                  </a:ext>
                </a:extLst>
              </p:cNvPr>
              <p:cNvSpPr/>
              <p:nvPr/>
            </p:nvSpPr>
            <p:spPr>
              <a:xfrm>
                <a:off x="-194060" y="3963958"/>
                <a:ext cx="7920" cy="32400"/>
              </a:xfrm>
              <a:custGeom>
                <a:avLst/>
                <a:gdLst/>
                <a:ahLst/>
                <a:cxnLst/>
                <a:rect l="l" t="t" r="r" b="b"/>
                <a:pathLst>
                  <a:path w="22" h="90" extrusionOk="0">
                    <a:moveTo>
                      <a:pt x="0" y="81"/>
                    </a:moveTo>
                    <a:cubicBezTo>
                      <a:pt x="1" y="68"/>
                      <a:pt x="2" y="57"/>
                      <a:pt x="2" y="44"/>
                    </a:cubicBezTo>
                    <a:cubicBezTo>
                      <a:pt x="2" y="34"/>
                      <a:pt x="2" y="23"/>
                      <a:pt x="2" y="12"/>
                    </a:cubicBezTo>
                    <a:cubicBezTo>
                      <a:pt x="1" y="11"/>
                      <a:pt x="1" y="10"/>
                      <a:pt x="2" y="8"/>
                    </a:cubicBezTo>
                    <a:cubicBezTo>
                      <a:pt x="2" y="8"/>
                      <a:pt x="2" y="7"/>
                      <a:pt x="2" y="6"/>
                    </a:cubicBezTo>
                    <a:cubicBezTo>
                      <a:pt x="2" y="5"/>
                      <a:pt x="3" y="4"/>
                      <a:pt x="3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6" y="2"/>
                      <a:pt x="7" y="1"/>
                      <a:pt x="9" y="0"/>
                    </a:cubicBezTo>
                    <a:cubicBezTo>
                      <a:pt x="10" y="0"/>
                      <a:pt x="10" y="0"/>
                      <a:pt x="11" y="0"/>
                    </a:cubicBezTo>
                    <a:cubicBezTo>
                      <a:pt x="12" y="0"/>
                      <a:pt x="13" y="0"/>
                      <a:pt x="14" y="0"/>
                    </a:cubicBezTo>
                    <a:cubicBezTo>
                      <a:pt x="16" y="1"/>
                      <a:pt x="17" y="1"/>
                      <a:pt x="18" y="3"/>
                    </a:cubicBezTo>
                    <a:cubicBezTo>
                      <a:pt x="18" y="3"/>
                      <a:pt x="19" y="3"/>
                      <a:pt x="19" y="4"/>
                    </a:cubicBezTo>
                    <a:cubicBezTo>
                      <a:pt x="20" y="4"/>
                      <a:pt x="20" y="5"/>
                      <a:pt x="21" y="6"/>
                    </a:cubicBezTo>
                    <a:cubicBezTo>
                      <a:pt x="21" y="7"/>
                      <a:pt x="21" y="7"/>
                      <a:pt x="21" y="8"/>
                    </a:cubicBezTo>
                    <a:cubicBezTo>
                      <a:pt x="21" y="10"/>
                      <a:pt x="21" y="11"/>
                      <a:pt x="21" y="12"/>
                    </a:cubicBezTo>
                    <a:cubicBezTo>
                      <a:pt x="20" y="35"/>
                      <a:pt x="20" y="58"/>
                      <a:pt x="18" y="81"/>
                    </a:cubicBezTo>
                    <a:cubicBezTo>
                      <a:pt x="18" y="85"/>
                      <a:pt x="14" y="89"/>
                      <a:pt x="10" y="89"/>
                    </a:cubicBezTo>
                    <a:cubicBezTo>
                      <a:pt x="4" y="89"/>
                      <a:pt x="0" y="85"/>
                      <a:pt x="0" y="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1" name="Google Shape;4341;p50">
                <a:extLst>
                  <a:ext uri="{FF2B5EF4-FFF2-40B4-BE49-F238E27FC236}">
                    <a16:creationId xmlns:a16="http://schemas.microsoft.com/office/drawing/2014/main" id="{0BD29205-3ADF-07FB-62CF-307648E00465}"/>
                  </a:ext>
                </a:extLst>
              </p:cNvPr>
              <p:cNvSpPr/>
              <p:nvPr/>
            </p:nvSpPr>
            <p:spPr>
              <a:xfrm>
                <a:off x="29500" y="3956398"/>
                <a:ext cx="13680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38" h="185" extrusionOk="0">
                    <a:moveTo>
                      <a:pt x="17" y="176"/>
                    </a:moveTo>
                    <a:cubicBezTo>
                      <a:pt x="16" y="154"/>
                      <a:pt x="14" y="132"/>
                      <a:pt x="12" y="111"/>
                    </a:cubicBezTo>
                    <a:cubicBezTo>
                      <a:pt x="10" y="91"/>
                      <a:pt x="7" y="71"/>
                      <a:pt x="4" y="51"/>
                    </a:cubicBezTo>
                    <a:cubicBezTo>
                      <a:pt x="3" y="45"/>
                      <a:pt x="2" y="38"/>
                      <a:pt x="2" y="31"/>
                    </a:cubicBezTo>
                    <a:cubicBezTo>
                      <a:pt x="1" y="25"/>
                      <a:pt x="0" y="18"/>
                      <a:pt x="0" y="11"/>
                    </a:cubicBezTo>
                    <a:cubicBezTo>
                      <a:pt x="1" y="5"/>
                      <a:pt x="6" y="0"/>
                      <a:pt x="12" y="1"/>
                    </a:cubicBezTo>
                    <a:cubicBezTo>
                      <a:pt x="17" y="2"/>
                      <a:pt x="22" y="8"/>
                      <a:pt x="20" y="14"/>
                    </a:cubicBezTo>
                    <a:cubicBezTo>
                      <a:pt x="20" y="15"/>
                      <a:pt x="20" y="16"/>
                      <a:pt x="20" y="17"/>
                    </a:cubicBezTo>
                    <a:cubicBezTo>
                      <a:pt x="20" y="21"/>
                      <a:pt x="20" y="24"/>
                      <a:pt x="20" y="28"/>
                    </a:cubicBezTo>
                    <a:cubicBezTo>
                      <a:pt x="20" y="27"/>
                      <a:pt x="20" y="26"/>
                      <a:pt x="20" y="26"/>
                    </a:cubicBezTo>
                    <a:cubicBezTo>
                      <a:pt x="20" y="28"/>
                      <a:pt x="20" y="28"/>
                      <a:pt x="20" y="29"/>
                    </a:cubicBezTo>
                    <a:cubicBezTo>
                      <a:pt x="20" y="30"/>
                      <a:pt x="20" y="31"/>
                      <a:pt x="20" y="31"/>
                    </a:cubicBezTo>
                    <a:cubicBezTo>
                      <a:pt x="20" y="32"/>
                      <a:pt x="20" y="33"/>
                      <a:pt x="20" y="34"/>
                    </a:cubicBezTo>
                    <a:cubicBezTo>
                      <a:pt x="23" y="54"/>
                      <a:pt x="26" y="74"/>
                      <a:pt x="28" y="93"/>
                    </a:cubicBezTo>
                    <a:cubicBezTo>
                      <a:pt x="30" y="114"/>
                      <a:pt x="33" y="135"/>
                      <a:pt x="35" y="155"/>
                    </a:cubicBezTo>
                    <a:cubicBezTo>
                      <a:pt x="35" y="161"/>
                      <a:pt x="36" y="167"/>
                      <a:pt x="37" y="173"/>
                    </a:cubicBezTo>
                    <a:cubicBezTo>
                      <a:pt x="37" y="178"/>
                      <a:pt x="34" y="183"/>
                      <a:pt x="28" y="184"/>
                    </a:cubicBezTo>
                    <a:lnTo>
                      <a:pt x="27" y="184"/>
                    </a:lnTo>
                    <a:cubicBezTo>
                      <a:pt x="23" y="184"/>
                      <a:pt x="18" y="181"/>
                      <a:pt x="17" y="1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2" name="Google Shape;4342;p50">
                <a:extLst>
                  <a:ext uri="{FF2B5EF4-FFF2-40B4-BE49-F238E27FC236}">
                    <a16:creationId xmlns:a16="http://schemas.microsoft.com/office/drawing/2014/main" id="{D0125CDA-D184-349D-CDF2-2F60716C643A}"/>
                  </a:ext>
                </a:extLst>
              </p:cNvPr>
              <p:cNvSpPr/>
              <p:nvPr/>
            </p:nvSpPr>
            <p:spPr>
              <a:xfrm>
                <a:off x="13660" y="3975478"/>
                <a:ext cx="5112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142" h="167" extrusionOk="0">
                    <a:moveTo>
                      <a:pt x="4" y="164"/>
                    </a:moveTo>
                    <a:cubicBezTo>
                      <a:pt x="0" y="161"/>
                      <a:pt x="0" y="155"/>
                      <a:pt x="3" y="151"/>
                    </a:cubicBezTo>
                    <a:cubicBezTo>
                      <a:pt x="27" y="117"/>
                      <a:pt x="52" y="84"/>
                      <a:pt x="78" y="51"/>
                    </a:cubicBezTo>
                    <a:cubicBezTo>
                      <a:pt x="85" y="43"/>
                      <a:pt x="91" y="35"/>
                      <a:pt x="98" y="28"/>
                    </a:cubicBezTo>
                    <a:cubicBezTo>
                      <a:pt x="101" y="24"/>
                      <a:pt x="104" y="20"/>
                      <a:pt x="107" y="17"/>
                    </a:cubicBezTo>
                    <a:cubicBezTo>
                      <a:pt x="110" y="14"/>
                      <a:pt x="113" y="12"/>
                      <a:pt x="115" y="10"/>
                    </a:cubicBezTo>
                    <a:cubicBezTo>
                      <a:pt x="117" y="8"/>
                      <a:pt x="120" y="5"/>
                      <a:pt x="122" y="4"/>
                    </a:cubicBezTo>
                    <a:cubicBezTo>
                      <a:pt x="125" y="2"/>
                      <a:pt x="130" y="0"/>
                      <a:pt x="134" y="2"/>
                    </a:cubicBezTo>
                    <a:cubicBezTo>
                      <a:pt x="137" y="3"/>
                      <a:pt x="139" y="7"/>
                      <a:pt x="140" y="10"/>
                    </a:cubicBezTo>
                    <a:cubicBezTo>
                      <a:pt x="141" y="14"/>
                      <a:pt x="138" y="19"/>
                      <a:pt x="134" y="21"/>
                    </a:cubicBezTo>
                    <a:cubicBezTo>
                      <a:pt x="133" y="21"/>
                      <a:pt x="132" y="21"/>
                      <a:pt x="131" y="21"/>
                    </a:cubicBezTo>
                    <a:lnTo>
                      <a:pt x="131" y="22"/>
                    </a:lnTo>
                    <a:cubicBezTo>
                      <a:pt x="128" y="23"/>
                      <a:pt x="127" y="25"/>
                      <a:pt x="124" y="26"/>
                    </a:cubicBezTo>
                    <a:cubicBezTo>
                      <a:pt x="120" y="31"/>
                      <a:pt x="116" y="34"/>
                      <a:pt x="113" y="38"/>
                    </a:cubicBezTo>
                    <a:cubicBezTo>
                      <a:pt x="109" y="42"/>
                      <a:pt x="106" y="46"/>
                      <a:pt x="103" y="49"/>
                    </a:cubicBezTo>
                    <a:cubicBezTo>
                      <a:pt x="77" y="79"/>
                      <a:pt x="53" y="112"/>
                      <a:pt x="29" y="145"/>
                    </a:cubicBezTo>
                    <a:cubicBezTo>
                      <a:pt x="25" y="151"/>
                      <a:pt x="21" y="156"/>
                      <a:pt x="17" y="162"/>
                    </a:cubicBezTo>
                    <a:cubicBezTo>
                      <a:pt x="15" y="165"/>
                      <a:pt x="12" y="166"/>
                      <a:pt x="10" y="166"/>
                    </a:cubicBezTo>
                    <a:cubicBezTo>
                      <a:pt x="8" y="166"/>
                      <a:pt x="5" y="165"/>
                      <a:pt x="4" y="16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3" name="Google Shape;4343;p50">
                <a:extLst>
                  <a:ext uri="{FF2B5EF4-FFF2-40B4-BE49-F238E27FC236}">
                    <a16:creationId xmlns:a16="http://schemas.microsoft.com/office/drawing/2014/main" id="{E8F0E1E3-2F78-7F60-F474-6B67E6CC0B01}"/>
                  </a:ext>
                </a:extLst>
              </p:cNvPr>
              <p:cNvSpPr/>
              <p:nvPr/>
            </p:nvSpPr>
            <p:spPr>
              <a:xfrm>
                <a:off x="-632180" y="3405957"/>
                <a:ext cx="53640" cy="115920"/>
              </a:xfrm>
              <a:custGeom>
                <a:avLst/>
                <a:gdLst/>
                <a:ahLst/>
                <a:cxnLst/>
                <a:rect l="l" t="t" r="r" b="b"/>
                <a:pathLst>
                  <a:path w="149" h="322" extrusionOk="0">
                    <a:moveTo>
                      <a:pt x="29" y="299"/>
                    </a:moveTo>
                    <a:cubicBezTo>
                      <a:pt x="29" y="296"/>
                      <a:pt x="31" y="293"/>
                      <a:pt x="32" y="291"/>
                    </a:cubicBezTo>
                    <a:cubicBezTo>
                      <a:pt x="33" y="286"/>
                      <a:pt x="35" y="281"/>
                      <a:pt x="36" y="275"/>
                    </a:cubicBezTo>
                    <a:cubicBezTo>
                      <a:pt x="36" y="271"/>
                      <a:pt x="38" y="268"/>
                      <a:pt x="38" y="264"/>
                    </a:cubicBezTo>
                    <a:cubicBezTo>
                      <a:pt x="40" y="256"/>
                      <a:pt x="42" y="247"/>
                      <a:pt x="43" y="239"/>
                    </a:cubicBezTo>
                    <a:cubicBezTo>
                      <a:pt x="45" y="235"/>
                      <a:pt x="46" y="229"/>
                      <a:pt x="47" y="225"/>
                    </a:cubicBezTo>
                    <a:lnTo>
                      <a:pt x="46" y="225"/>
                    </a:lnTo>
                    <a:cubicBezTo>
                      <a:pt x="48" y="219"/>
                      <a:pt x="49" y="212"/>
                      <a:pt x="50" y="207"/>
                    </a:cubicBezTo>
                    <a:lnTo>
                      <a:pt x="50" y="208"/>
                    </a:lnTo>
                    <a:cubicBezTo>
                      <a:pt x="51" y="203"/>
                      <a:pt x="52" y="198"/>
                      <a:pt x="53" y="193"/>
                    </a:cubicBezTo>
                    <a:cubicBezTo>
                      <a:pt x="48" y="201"/>
                      <a:pt x="43" y="208"/>
                      <a:pt x="39" y="217"/>
                    </a:cubicBezTo>
                    <a:cubicBezTo>
                      <a:pt x="40" y="216"/>
                      <a:pt x="40" y="216"/>
                      <a:pt x="40" y="215"/>
                    </a:cubicBezTo>
                    <a:cubicBezTo>
                      <a:pt x="38" y="219"/>
                      <a:pt x="36" y="223"/>
                      <a:pt x="35" y="227"/>
                    </a:cubicBezTo>
                    <a:cubicBezTo>
                      <a:pt x="32" y="236"/>
                      <a:pt x="29" y="245"/>
                      <a:pt x="28" y="254"/>
                    </a:cubicBezTo>
                    <a:lnTo>
                      <a:pt x="28" y="253"/>
                    </a:lnTo>
                    <a:cubicBezTo>
                      <a:pt x="26" y="260"/>
                      <a:pt x="25" y="266"/>
                      <a:pt x="25" y="272"/>
                    </a:cubicBezTo>
                    <a:cubicBezTo>
                      <a:pt x="25" y="275"/>
                      <a:pt x="25" y="279"/>
                      <a:pt x="25" y="282"/>
                    </a:cubicBezTo>
                    <a:cubicBezTo>
                      <a:pt x="25" y="285"/>
                      <a:pt x="25" y="288"/>
                      <a:pt x="26" y="291"/>
                    </a:cubicBezTo>
                    <a:cubicBezTo>
                      <a:pt x="26" y="293"/>
                      <a:pt x="27" y="295"/>
                      <a:pt x="28" y="296"/>
                    </a:cubicBezTo>
                    <a:cubicBezTo>
                      <a:pt x="28" y="298"/>
                      <a:pt x="28" y="298"/>
                      <a:pt x="29" y="299"/>
                    </a:cubicBezTo>
                    <a:moveTo>
                      <a:pt x="19" y="317"/>
                    </a:moveTo>
                    <a:cubicBezTo>
                      <a:pt x="15" y="313"/>
                      <a:pt x="12" y="307"/>
                      <a:pt x="11" y="302"/>
                    </a:cubicBezTo>
                    <a:cubicBezTo>
                      <a:pt x="9" y="296"/>
                      <a:pt x="8" y="291"/>
                      <a:pt x="8" y="285"/>
                    </a:cubicBezTo>
                    <a:cubicBezTo>
                      <a:pt x="7" y="278"/>
                      <a:pt x="8" y="271"/>
                      <a:pt x="9" y="264"/>
                    </a:cubicBezTo>
                    <a:cubicBezTo>
                      <a:pt x="11" y="251"/>
                      <a:pt x="14" y="238"/>
                      <a:pt x="18" y="225"/>
                    </a:cubicBezTo>
                    <a:cubicBezTo>
                      <a:pt x="22" y="212"/>
                      <a:pt x="29" y="201"/>
                      <a:pt x="36" y="190"/>
                    </a:cubicBezTo>
                    <a:cubicBezTo>
                      <a:pt x="43" y="178"/>
                      <a:pt x="52" y="166"/>
                      <a:pt x="59" y="155"/>
                    </a:cubicBezTo>
                    <a:cubicBezTo>
                      <a:pt x="60" y="154"/>
                      <a:pt x="60" y="154"/>
                      <a:pt x="60" y="153"/>
                    </a:cubicBezTo>
                    <a:cubicBezTo>
                      <a:pt x="64" y="134"/>
                      <a:pt x="67" y="114"/>
                      <a:pt x="71" y="94"/>
                    </a:cubicBezTo>
                    <a:cubicBezTo>
                      <a:pt x="73" y="89"/>
                      <a:pt x="74" y="83"/>
                      <a:pt x="75" y="77"/>
                    </a:cubicBezTo>
                    <a:cubicBezTo>
                      <a:pt x="66" y="85"/>
                      <a:pt x="55" y="93"/>
                      <a:pt x="42" y="96"/>
                    </a:cubicBezTo>
                    <a:cubicBezTo>
                      <a:pt x="31" y="98"/>
                      <a:pt x="19" y="95"/>
                      <a:pt x="11" y="86"/>
                    </a:cubicBezTo>
                    <a:cubicBezTo>
                      <a:pt x="4" y="77"/>
                      <a:pt x="1" y="65"/>
                      <a:pt x="0" y="53"/>
                    </a:cubicBezTo>
                    <a:cubicBezTo>
                      <a:pt x="0" y="44"/>
                      <a:pt x="0" y="34"/>
                      <a:pt x="0" y="24"/>
                    </a:cubicBezTo>
                    <a:cubicBezTo>
                      <a:pt x="0" y="21"/>
                      <a:pt x="0" y="17"/>
                      <a:pt x="0" y="13"/>
                    </a:cubicBezTo>
                    <a:cubicBezTo>
                      <a:pt x="0" y="13"/>
                      <a:pt x="0" y="12"/>
                      <a:pt x="0" y="11"/>
                    </a:cubicBezTo>
                    <a:lnTo>
                      <a:pt x="0" y="10"/>
                    </a:lnTo>
                    <a:lnTo>
                      <a:pt x="0" y="9"/>
                    </a:lnTo>
                    <a:cubicBezTo>
                      <a:pt x="0" y="5"/>
                      <a:pt x="4" y="1"/>
                      <a:pt x="8" y="0"/>
                    </a:cubicBezTo>
                    <a:cubicBezTo>
                      <a:pt x="14" y="0"/>
                      <a:pt x="19" y="3"/>
                      <a:pt x="19" y="9"/>
                    </a:cubicBezTo>
                    <a:cubicBezTo>
                      <a:pt x="19" y="10"/>
                      <a:pt x="19" y="10"/>
                      <a:pt x="20" y="11"/>
                    </a:cubicBezTo>
                    <a:cubicBezTo>
                      <a:pt x="20" y="13"/>
                      <a:pt x="19" y="14"/>
                      <a:pt x="19" y="15"/>
                    </a:cubicBezTo>
                    <a:cubicBezTo>
                      <a:pt x="18" y="19"/>
                      <a:pt x="18" y="23"/>
                      <a:pt x="18" y="26"/>
                    </a:cubicBezTo>
                    <a:cubicBezTo>
                      <a:pt x="18" y="32"/>
                      <a:pt x="18" y="39"/>
                      <a:pt x="18" y="46"/>
                    </a:cubicBezTo>
                    <a:cubicBezTo>
                      <a:pt x="18" y="51"/>
                      <a:pt x="19" y="55"/>
                      <a:pt x="19" y="59"/>
                    </a:cubicBezTo>
                    <a:cubicBezTo>
                      <a:pt x="20" y="62"/>
                      <a:pt x="21" y="64"/>
                      <a:pt x="21" y="66"/>
                    </a:cubicBezTo>
                    <a:cubicBezTo>
                      <a:pt x="22" y="67"/>
                      <a:pt x="22" y="69"/>
                      <a:pt x="23" y="70"/>
                    </a:cubicBezTo>
                    <a:cubicBezTo>
                      <a:pt x="24" y="71"/>
                      <a:pt x="24" y="71"/>
                      <a:pt x="25" y="73"/>
                    </a:cubicBezTo>
                    <a:cubicBezTo>
                      <a:pt x="25" y="73"/>
                      <a:pt x="25" y="74"/>
                      <a:pt x="26" y="74"/>
                    </a:cubicBezTo>
                    <a:cubicBezTo>
                      <a:pt x="26" y="74"/>
                      <a:pt x="26" y="75"/>
                      <a:pt x="27" y="75"/>
                    </a:cubicBezTo>
                    <a:cubicBezTo>
                      <a:pt x="27" y="76"/>
                      <a:pt x="28" y="76"/>
                      <a:pt x="28" y="76"/>
                    </a:cubicBezTo>
                    <a:cubicBezTo>
                      <a:pt x="29" y="77"/>
                      <a:pt x="29" y="77"/>
                      <a:pt x="29" y="77"/>
                    </a:cubicBezTo>
                    <a:cubicBezTo>
                      <a:pt x="30" y="77"/>
                      <a:pt x="31" y="77"/>
                      <a:pt x="31" y="78"/>
                    </a:cubicBezTo>
                    <a:lnTo>
                      <a:pt x="32" y="78"/>
                    </a:lnTo>
                    <a:cubicBezTo>
                      <a:pt x="33" y="78"/>
                      <a:pt x="34" y="78"/>
                      <a:pt x="35" y="78"/>
                    </a:cubicBezTo>
                    <a:lnTo>
                      <a:pt x="36" y="78"/>
                    </a:lnTo>
                    <a:cubicBezTo>
                      <a:pt x="37" y="78"/>
                      <a:pt x="38" y="78"/>
                      <a:pt x="39" y="78"/>
                    </a:cubicBezTo>
                    <a:cubicBezTo>
                      <a:pt x="40" y="77"/>
                      <a:pt x="42" y="77"/>
                      <a:pt x="43" y="77"/>
                    </a:cubicBezTo>
                    <a:cubicBezTo>
                      <a:pt x="45" y="76"/>
                      <a:pt x="47" y="75"/>
                      <a:pt x="49" y="74"/>
                    </a:cubicBezTo>
                    <a:lnTo>
                      <a:pt x="48" y="74"/>
                    </a:lnTo>
                    <a:cubicBezTo>
                      <a:pt x="50" y="73"/>
                      <a:pt x="52" y="72"/>
                      <a:pt x="54" y="71"/>
                    </a:cubicBezTo>
                    <a:cubicBezTo>
                      <a:pt x="59" y="68"/>
                      <a:pt x="63" y="64"/>
                      <a:pt x="66" y="62"/>
                    </a:cubicBezTo>
                    <a:cubicBezTo>
                      <a:pt x="72" y="56"/>
                      <a:pt x="78" y="51"/>
                      <a:pt x="82" y="45"/>
                    </a:cubicBezTo>
                    <a:cubicBezTo>
                      <a:pt x="84" y="44"/>
                      <a:pt x="84" y="43"/>
                      <a:pt x="85" y="42"/>
                    </a:cubicBezTo>
                    <a:cubicBezTo>
                      <a:pt x="86" y="39"/>
                      <a:pt x="87" y="37"/>
                      <a:pt x="88" y="34"/>
                    </a:cubicBezTo>
                    <a:cubicBezTo>
                      <a:pt x="90" y="31"/>
                      <a:pt x="92" y="28"/>
                      <a:pt x="96" y="28"/>
                    </a:cubicBezTo>
                    <a:cubicBezTo>
                      <a:pt x="99" y="28"/>
                      <a:pt x="102" y="29"/>
                      <a:pt x="105" y="32"/>
                    </a:cubicBezTo>
                    <a:cubicBezTo>
                      <a:pt x="106" y="34"/>
                      <a:pt x="107" y="36"/>
                      <a:pt x="107" y="38"/>
                    </a:cubicBezTo>
                    <a:cubicBezTo>
                      <a:pt x="107" y="39"/>
                      <a:pt x="107" y="41"/>
                      <a:pt x="106" y="42"/>
                    </a:cubicBezTo>
                    <a:cubicBezTo>
                      <a:pt x="106" y="43"/>
                      <a:pt x="106" y="44"/>
                      <a:pt x="105" y="45"/>
                    </a:cubicBezTo>
                    <a:cubicBezTo>
                      <a:pt x="104" y="49"/>
                      <a:pt x="102" y="52"/>
                      <a:pt x="99" y="55"/>
                    </a:cubicBezTo>
                    <a:cubicBezTo>
                      <a:pt x="93" y="76"/>
                      <a:pt x="88" y="97"/>
                      <a:pt x="83" y="119"/>
                    </a:cubicBezTo>
                    <a:cubicBezTo>
                      <a:pt x="88" y="111"/>
                      <a:pt x="93" y="103"/>
                      <a:pt x="98" y="95"/>
                    </a:cubicBezTo>
                    <a:cubicBezTo>
                      <a:pt x="102" y="90"/>
                      <a:pt x="106" y="85"/>
                      <a:pt x="109" y="79"/>
                    </a:cubicBezTo>
                    <a:cubicBezTo>
                      <a:pt x="109" y="80"/>
                      <a:pt x="109" y="80"/>
                      <a:pt x="109" y="80"/>
                    </a:cubicBezTo>
                    <a:cubicBezTo>
                      <a:pt x="112" y="76"/>
                      <a:pt x="115" y="71"/>
                      <a:pt x="118" y="66"/>
                    </a:cubicBezTo>
                    <a:cubicBezTo>
                      <a:pt x="118" y="67"/>
                      <a:pt x="117" y="67"/>
                      <a:pt x="117" y="67"/>
                    </a:cubicBezTo>
                    <a:cubicBezTo>
                      <a:pt x="123" y="59"/>
                      <a:pt x="128" y="52"/>
                      <a:pt x="133" y="45"/>
                    </a:cubicBezTo>
                    <a:cubicBezTo>
                      <a:pt x="135" y="41"/>
                      <a:pt x="141" y="41"/>
                      <a:pt x="144" y="43"/>
                    </a:cubicBezTo>
                    <a:cubicBezTo>
                      <a:pt x="147" y="46"/>
                      <a:pt x="148" y="51"/>
                      <a:pt x="145" y="54"/>
                    </a:cubicBezTo>
                    <a:cubicBezTo>
                      <a:pt x="140" y="61"/>
                      <a:pt x="135" y="68"/>
                      <a:pt x="130" y="76"/>
                    </a:cubicBezTo>
                    <a:cubicBezTo>
                      <a:pt x="127" y="80"/>
                      <a:pt x="125" y="84"/>
                      <a:pt x="122" y="88"/>
                    </a:cubicBezTo>
                    <a:lnTo>
                      <a:pt x="121" y="88"/>
                    </a:lnTo>
                    <a:lnTo>
                      <a:pt x="121" y="89"/>
                    </a:lnTo>
                    <a:cubicBezTo>
                      <a:pt x="121" y="88"/>
                      <a:pt x="121" y="88"/>
                      <a:pt x="121" y="88"/>
                    </a:cubicBezTo>
                    <a:cubicBezTo>
                      <a:pt x="118" y="94"/>
                      <a:pt x="114" y="99"/>
                      <a:pt x="110" y="105"/>
                    </a:cubicBezTo>
                    <a:lnTo>
                      <a:pt x="111" y="104"/>
                    </a:lnTo>
                    <a:cubicBezTo>
                      <a:pt x="107" y="111"/>
                      <a:pt x="103" y="116"/>
                      <a:pt x="99" y="123"/>
                    </a:cubicBezTo>
                    <a:cubicBezTo>
                      <a:pt x="94" y="130"/>
                      <a:pt x="89" y="137"/>
                      <a:pt x="85" y="144"/>
                    </a:cubicBezTo>
                    <a:cubicBezTo>
                      <a:pt x="81" y="149"/>
                      <a:pt x="78" y="154"/>
                      <a:pt x="75" y="159"/>
                    </a:cubicBezTo>
                    <a:cubicBezTo>
                      <a:pt x="70" y="188"/>
                      <a:pt x="65" y="218"/>
                      <a:pt x="60" y="247"/>
                    </a:cubicBezTo>
                    <a:cubicBezTo>
                      <a:pt x="58" y="257"/>
                      <a:pt x="56" y="267"/>
                      <a:pt x="54" y="277"/>
                    </a:cubicBezTo>
                    <a:cubicBezTo>
                      <a:pt x="53" y="282"/>
                      <a:pt x="53" y="287"/>
                      <a:pt x="51" y="292"/>
                    </a:cubicBezTo>
                    <a:cubicBezTo>
                      <a:pt x="50" y="298"/>
                      <a:pt x="47" y="303"/>
                      <a:pt x="45" y="309"/>
                    </a:cubicBezTo>
                    <a:cubicBezTo>
                      <a:pt x="42" y="313"/>
                      <a:pt x="38" y="319"/>
                      <a:pt x="33" y="320"/>
                    </a:cubicBezTo>
                    <a:cubicBezTo>
                      <a:pt x="32" y="320"/>
                      <a:pt x="30" y="321"/>
                      <a:pt x="29" y="321"/>
                    </a:cubicBezTo>
                    <a:cubicBezTo>
                      <a:pt x="25" y="321"/>
                      <a:pt x="22" y="319"/>
                      <a:pt x="19" y="3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4" name="Google Shape;4344;p50">
                <a:extLst>
                  <a:ext uri="{FF2B5EF4-FFF2-40B4-BE49-F238E27FC236}">
                    <a16:creationId xmlns:a16="http://schemas.microsoft.com/office/drawing/2014/main" id="{5B82E3E2-17B0-AFAA-0B9B-692AB7BA90E4}"/>
                  </a:ext>
                </a:extLst>
              </p:cNvPr>
              <p:cNvSpPr/>
              <p:nvPr/>
            </p:nvSpPr>
            <p:spPr>
              <a:xfrm>
                <a:off x="-489260" y="4141078"/>
                <a:ext cx="58680" cy="124200"/>
              </a:xfrm>
              <a:custGeom>
                <a:avLst/>
                <a:gdLst/>
                <a:ahLst/>
                <a:cxnLst/>
                <a:rect l="l" t="t" r="r" b="b"/>
                <a:pathLst>
                  <a:path w="163" h="345" extrusionOk="0">
                    <a:moveTo>
                      <a:pt x="24" y="344"/>
                    </a:moveTo>
                    <a:cubicBezTo>
                      <a:pt x="18" y="343"/>
                      <a:pt x="11" y="340"/>
                      <a:pt x="5" y="336"/>
                    </a:cubicBezTo>
                    <a:cubicBezTo>
                      <a:pt x="1" y="332"/>
                      <a:pt x="0" y="326"/>
                      <a:pt x="4" y="322"/>
                    </a:cubicBezTo>
                    <a:cubicBezTo>
                      <a:pt x="7" y="317"/>
                      <a:pt x="13" y="316"/>
                      <a:pt x="18" y="320"/>
                    </a:cubicBezTo>
                    <a:cubicBezTo>
                      <a:pt x="18" y="320"/>
                      <a:pt x="19" y="321"/>
                      <a:pt x="20" y="322"/>
                    </a:cubicBezTo>
                    <a:cubicBezTo>
                      <a:pt x="22" y="323"/>
                      <a:pt x="22" y="323"/>
                      <a:pt x="23" y="323"/>
                    </a:cubicBezTo>
                    <a:cubicBezTo>
                      <a:pt x="25" y="324"/>
                      <a:pt x="26" y="324"/>
                      <a:pt x="27" y="324"/>
                    </a:cubicBezTo>
                    <a:cubicBezTo>
                      <a:pt x="29" y="325"/>
                      <a:pt x="32" y="325"/>
                      <a:pt x="33" y="326"/>
                    </a:cubicBezTo>
                    <a:cubicBezTo>
                      <a:pt x="34" y="326"/>
                      <a:pt x="36" y="326"/>
                      <a:pt x="37" y="326"/>
                    </a:cubicBezTo>
                    <a:cubicBezTo>
                      <a:pt x="37" y="326"/>
                      <a:pt x="38" y="325"/>
                      <a:pt x="39" y="325"/>
                    </a:cubicBezTo>
                    <a:lnTo>
                      <a:pt x="38" y="325"/>
                    </a:lnTo>
                    <a:cubicBezTo>
                      <a:pt x="39" y="325"/>
                      <a:pt x="39" y="325"/>
                      <a:pt x="39" y="325"/>
                    </a:cubicBezTo>
                    <a:lnTo>
                      <a:pt x="38" y="325"/>
                    </a:lnTo>
                    <a:lnTo>
                      <a:pt x="39" y="325"/>
                    </a:lnTo>
                    <a:lnTo>
                      <a:pt x="40" y="324"/>
                    </a:lnTo>
                    <a:lnTo>
                      <a:pt x="41" y="324"/>
                    </a:lnTo>
                    <a:cubicBezTo>
                      <a:pt x="41" y="323"/>
                      <a:pt x="42" y="323"/>
                      <a:pt x="43" y="323"/>
                    </a:cubicBezTo>
                    <a:cubicBezTo>
                      <a:pt x="43" y="322"/>
                      <a:pt x="43" y="322"/>
                      <a:pt x="44" y="322"/>
                    </a:cubicBezTo>
                    <a:cubicBezTo>
                      <a:pt x="44" y="321"/>
                      <a:pt x="45" y="320"/>
                      <a:pt x="45" y="319"/>
                    </a:cubicBezTo>
                    <a:cubicBezTo>
                      <a:pt x="46" y="318"/>
                      <a:pt x="47" y="317"/>
                      <a:pt x="48" y="315"/>
                    </a:cubicBezTo>
                    <a:cubicBezTo>
                      <a:pt x="48" y="313"/>
                      <a:pt x="50" y="311"/>
                      <a:pt x="50" y="309"/>
                    </a:cubicBezTo>
                    <a:cubicBezTo>
                      <a:pt x="56" y="292"/>
                      <a:pt x="60" y="276"/>
                      <a:pt x="64" y="258"/>
                    </a:cubicBezTo>
                    <a:cubicBezTo>
                      <a:pt x="68" y="238"/>
                      <a:pt x="71" y="217"/>
                      <a:pt x="75" y="197"/>
                    </a:cubicBezTo>
                    <a:cubicBezTo>
                      <a:pt x="78" y="176"/>
                      <a:pt x="82" y="156"/>
                      <a:pt x="85" y="136"/>
                    </a:cubicBezTo>
                    <a:cubicBezTo>
                      <a:pt x="86" y="135"/>
                      <a:pt x="86" y="133"/>
                      <a:pt x="86" y="132"/>
                    </a:cubicBezTo>
                    <a:cubicBezTo>
                      <a:pt x="86" y="133"/>
                      <a:pt x="86" y="133"/>
                      <a:pt x="86" y="133"/>
                    </a:cubicBezTo>
                    <a:cubicBezTo>
                      <a:pt x="87" y="124"/>
                      <a:pt x="89" y="115"/>
                      <a:pt x="92" y="105"/>
                    </a:cubicBezTo>
                    <a:cubicBezTo>
                      <a:pt x="93" y="100"/>
                      <a:pt x="94" y="94"/>
                      <a:pt x="95" y="88"/>
                    </a:cubicBezTo>
                    <a:cubicBezTo>
                      <a:pt x="96" y="83"/>
                      <a:pt x="98" y="78"/>
                      <a:pt x="99" y="73"/>
                    </a:cubicBezTo>
                    <a:cubicBezTo>
                      <a:pt x="101" y="64"/>
                      <a:pt x="104" y="55"/>
                      <a:pt x="108" y="47"/>
                    </a:cubicBezTo>
                    <a:cubicBezTo>
                      <a:pt x="112" y="34"/>
                      <a:pt x="118" y="21"/>
                      <a:pt x="128" y="12"/>
                    </a:cubicBezTo>
                    <a:cubicBezTo>
                      <a:pt x="129" y="9"/>
                      <a:pt x="132" y="7"/>
                      <a:pt x="134" y="6"/>
                    </a:cubicBezTo>
                    <a:cubicBezTo>
                      <a:pt x="136" y="5"/>
                      <a:pt x="138" y="3"/>
                      <a:pt x="140" y="2"/>
                    </a:cubicBezTo>
                    <a:cubicBezTo>
                      <a:pt x="142" y="2"/>
                      <a:pt x="144" y="2"/>
                      <a:pt x="146" y="2"/>
                    </a:cubicBezTo>
                    <a:cubicBezTo>
                      <a:pt x="148" y="0"/>
                      <a:pt x="150" y="0"/>
                      <a:pt x="153" y="0"/>
                    </a:cubicBezTo>
                    <a:cubicBezTo>
                      <a:pt x="156" y="0"/>
                      <a:pt x="158" y="2"/>
                      <a:pt x="159" y="4"/>
                    </a:cubicBezTo>
                    <a:cubicBezTo>
                      <a:pt x="161" y="6"/>
                      <a:pt x="162" y="10"/>
                      <a:pt x="161" y="13"/>
                    </a:cubicBezTo>
                    <a:lnTo>
                      <a:pt x="161" y="14"/>
                    </a:lnTo>
                    <a:cubicBezTo>
                      <a:pt x="161" y="16"/>
                      <a:pt x="161" y="17"/>
                      <a:pt x="161" y="19"/>
                    </a:cubicBezTo>
                    <a:cubicBezTo>
                      <a:pt x="161" y="21"/>
                      <a:pt x="161" y="23"/>
                      <a:pt x="160" y="25"/>
                    </a:cubicBezTo>
                    <a:cubicBezTo>
                      <a:pt x="160" y="27"/>
                      <a:pt x="159" y="30"/>
                      <a:pt x="158" y="31"/>
                    </a:cubicBezTo>
                    <a:cubicBezTo>
                      <a:pt x="157" y="34"/>
                      <a:pt x="156" y="35"/>
                      <a:pt x="153" y="37"/>
                    </a:cubicBezTo>
                    <a:cubicBezTo>
                      <a:pt x="150" y="38"/>
                      <a:pt x="147" y="38"/>
                      <a:pt x="144" y="36"/>
                    </a:cubicBezTo>
                    <a:cubicBezTo>
                      <a:pt x="143" y="35"/>
                      <a:pt x="141" y="34"/>
                      <a:pt x="140" y="32"/>
                    </a:cubicBezTo>
                    <a:cubicBezTo>
                      <a:pt x="139" y="30"/>
                      <a:pt x="139" y="28"/>
                      <a:pt x="139" y="26"/>
                    </a:cubicBezTo>
                    <a:cubicBezTo>
                      <a:pt x="138" y="27"/>
                      <a:pt x="136" y="29"/>
                      <a:pt x="135" y="31"/>
                    </a:cubicBezTo>
                    <a:cubicBezTo>
                      <a:pt x="133" y="34"/>
                      <a:pt x="131" y="38"/>
                      <a:pt x="129" y="41"/>
                    </a:cubicBezTo>
                    <a:lnTo>
                      <a:pt x="129" y="42"/>
                    </a:lnTo>
                    <a:cubicBezTo>
                      <a:pt x="126" y="48"/>
                      <a:pt x="124" y="55"/>
                      <a:pt x="121" y="61"/>
                    </a:cubicBezTo>
                    <a:cubicBezTo>
                      <a:pt x="121" y="62"/>
                      <a:pt x="121" y="62"/>
                      <a:pt x="121" y="62"/>
                    </a:cubicBezTo>
                    <a:cubicBezTo>
                      <a:pt x="117" y="72"/>
                      <a:pt x="115" y="82"/>
                      <a:pt x="112" y="93"/>
                    </a:cubicBezTo>
                    <a:cubicBezTo>
                      <a:pt x="111" y="96"/>
                      <a:pt x="110" y="100"/>
                      <a:pt x="110" y="103"/>
                    </a:cubicBezTo>
                    <a:cubicBezTo>
                      <a:pt x="108" y="107"/>
                      <a:pt x="108" y="110"/>
                      <a:pt x="107" y="114"/>
                    </a:cubicBezTo>
                    <a:lnTo>
                      <a:pt x="107" y="115"/>
                    </a:lnTo>
                    <a:cubicBezTo>
                      <a:pt x="107" y="114"/>
                      <a:pt x="107" y="114"/>
                      <a:pt x="107" y="114"/>
                    </a:cubicBezTo>
                    <a:cubicBezTo>
                      <a:pt x="106" y="122"/>
                      <a:pt x="104" y="129"/>
                      <a:pt x="103" y="137"/>
                    </a:cubicBezTo>
                    <a:cubicBezTo>
                      <a:pt x="99" y="155"/>
                      <a:pt x="96" y="175"/>
                      <a:pt x="93" y="194"/>
                    </a:cubicBezTo>
                    <a:cubicBezTo>
                      <a:pt x="89" y="214"/>
                      <a:pt x="86" y="235"/>
                      <a:pt x="82" y="256"/>
                    </a:cubicBezTo>
                    <a:cubicBezTo>
                      <a:pt x="79" y="271"/>
                      <a:pt x="76" y="287"/>
                      <a:pt x="72" y="302"/>
                    </a:cubicBezTo>
                    <a:cubicBezTo>
                      <a:pt x="70" y="309"/>
                      <a:pt x="68" y="316"/>
                      <a:pt x="65" y="323"/>
                    </a:cubicBezTo>
                    <a:cubicBezTo>
                      <a:pt x="64" y="327"/>
                      <a:pt x="61" y="330"/>
                      <a:pt x="59" y="334"/>
                    </a:cubicBezTo>
                    <a:cubicBezTo>
                      <a:pt x="55" y="337"/>
                      <a:pt x="52" y="340"/>
                      <a:pt x="47" y="342"/>
                    </a:cubicBezTo>
                    <a:cubicBezTo>
                      <a:pt x="44" y="344"/>
                      <a:pt x="40" y="344"/>
                      <a:pt x="36" y="344"/>
                    </a:cubicBezTo>
                    <a:cubicBezTo>
                      <a:pt x="32" y="344"/>
                      <a:pt x="28" y="344"/>
                      <a:pt x="24" y="3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5" name="Google Shape;4345;p50">
                <a:extLst>
                  <a:ext uri="{FF2B5EF4-FFF2-40B4-BE49-F238E27FC236}">
                    <a16:creationId xmlns:a16="http://schemas.microsoft.com/office/drawing/2014/main" id="{C66F3337-688E-19DB-4EA5-2C1CAB0967A2}"/>
                  </a:ext>
                </a:extLst>
              </p:cNvPr>
              <p:cNvSpPr/>
              <p:nvPr/>
            </p:nvSpPr>
            <p:spPr>
              <a:xfrm>
                <a:off x="-479180" y="4201918"/>
                <a:ext cx="1260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35" h="25" extrusionOk="0">
                    <a:moveTo>
                      <a:pt x="5" y="21"/>
                    </a:moveTo>
                    <a:cubicBezTo>
                      <a:pt x="3" y="20"/>
                      <a:pt x="2" y="17"/>
                      <a:pt x="1" y="14"/>
                    </a:cubicBezTo>
                    <a:cubicBezTo>
                      <a:pt x="0" y="10"/>
                      <a:pt x="3" y="6"/>
                      <a:pt x="7" y="4"/>
                    </a:cubicBezTo>
                    <a:cubicBezTo>
                      <a:pt x="9" y="3"/>
                      <a:pt x="12" y="2"/>
                      <a:pt x="15" y="2"/>
                    </a:cubicBezTo>
                    <a:cubicBezTo>
                      <a:pt x="15" y="2"/>
                      <a:pt x="14" y="2"/>
                      <a:pt x="13" y="2"/>
                    </a:cubicBezTo>
                    <a:cubicBezTo>
                      <a:pt x="16" y="2"/>
                      <a:pt x="19" y="1"/>
                      <a:pt x="22" y="0"/>
                    </a:cubicBezTo>
                    <a:cubicBezTo>
                      <a:pt x="27" y="0"/>
                      <a:pt x="31" y="3"/>
                      <a:pt x="33" y="7"/>
                    </a:cubicBezTo>
                    <a:cubicBezTo>
                      <a:pt x="34" y="12"/>
                      <a:pt x="31" y="18"/>
                      <a:pt x="26" y="19"/>
                    </a:cubicBezTo>
                    <a:cubicBezTo>
                      <a:pt x="23" y="20"/>
                      <a:pt x="20" y="20"/>
                      <a:pt x="18" y="21"/>
                    </a:cubicBezTo>
                    <a:cubicBezTo>
                      <a:pt x="16" y="23"/>
                      <a:pt x="14" y="24"/>
                      <a:pt x="11" y="24"/>
                    </a:cubicBezTo>
                    <a:cubicBezTo>
                      <a:pt x="9" y="24"/>
                      <a:pt x="7" y="23"/>
                      <a:pt x="5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6" name="Google Shape;4346;p50">
                <a:extLst>
                  <a:ext uri="{FF2B5EF4-FFF2-40B4-BE49-F238E27FC236}">
                    <a16:creationId xmlns:a16="http://schemas.microsoft.com/office/drawing/2014/main" id="{422E3325-B293-40E2-3785-C91E8C8D9E50}"/>
                  </a:ext>
                </a:extLst>
              </p:cNvPr>
              <p:cNvSpPr/>
              <p:nvPr/>
            </p:nvSpPr>
            <p:spPr>
              <a:xfrm>
                <a:off x="-474860" y="4200838"/>
                <a:ext cx="4536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25" extrusionOk="0">
                    <a:moveTo>
                      <a:pt x="116" y="24"/>
                    </a:moveTo>
                    <a:cubicBezTo>
                      <a:pt x="98" y="23"/>
                      <a:pt x="80" y="22"/>
                      <a:pt x="62" y="21"/>
                    </a:cubicBezTo>
                    <a:cubicBezTo>
                      <a:pt x="58" y="20"/>
                      <a:pt x="54" y="20"/>
                      <a:pt x="50" y="20"/>
                    </a:cubicBezTo>
                    <a:cubicBezTo>
                      <a:pt x="46" y="20"/>
                      <a:pt x="42" y="20"/>
                      <a:pt x="39" y="20"/>
                    </a:cubicBezTo>
                    <a:cubicBezTo>
                      <a:pt x="29" y="20"/>
                      <a:pt x="19" y="20"/>
                      <a:pt x="10" y="20"/>
                    </a:cubicBezTo>
                    <a:cubicBezTo>
                      <a:pt x="5" y="20"/>
                      <a:pt x="0" y="16"/>
                      <a:pt x="0" y="10"/>
                    </a:cubicBezTo>
                    <a:cubicBezTo>
                      <a:pt x="0" y="5"/>
                      <a:pt x="5" y="0"/>
                      <a:pt x="10" y="0"/>
                    </a:cubicBezTo>
                    <a:cubicBezTo>
                      <a:pt x="19" y="0"/>
                      <a:pt x="29" y="0"/>
                      <a:pt x="39" y="0"/>
                    </a:cubicBezTo>
                    <a:cubicBezTo>
                      <a:pt x="42" y="0"/>
                      <a:pt x="46" y="0"/>
                      <a:pt x="50" y="0"/>
                    </a:cubicBezTo>
                    <a:cubicBezTo>
                      <a:pt x="54" y="1"/>
                      <a:pt x="59" y="1"/>
                      <a:pt x="64" y="1"/>
                    </a:cubicBezTo>
                    <a:cubicBezTo>
                      <a:pt x="82" y="3"/>
                      <a:pt x="99" y="5"/>
                      <a:pt x="117" y="6"/>
                    </a:cubicBezTo>
                    <a:cubicBezTo>
                      <a:pt x="121" y="6"/>
                      <a:pt x="125" y="11"/>
                      <a:pt x="125" y="15"/>
                    </a:cubicBezTo>
                    <a:cubicBezTo>
                      <a:pt x="125" y="20"/>
                      <a:pt x="121" y="24"/>
                      <a:pt x="116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7" name="Google Shape;4347;p50">
                <a:extLst>
                  <a:ext uri="{FF2B5EF4-FFF2-40B4-BE49-F238E27FC236}">
                    <a16:creationId xmlns:a16="http://schemas.microsoft.com/office/drawing/2014/main" id="{1F05B59E-2B12-2A02-D897-5AFA983EA66C}"/>
                  </a:ext>
                </a:extLst>
              </p:cNvPr>
              <p:cNvSpPr/>
              <p:nvPr/>
            </p:nvSpPr>
            <p:spPr>
              <a:xfrm>
                <a:off x="-430580" y="4144677"/>
                <a:ext cx="34200" cy="109440"/>
              </a:xfrm>
              <a:custGeom>
                <a:avLst/>
                <a:gdLst/>
                <a:ahLst/>
                <a:cxnLst/>
                <a:rect l="l" t="t" r="r" b="b"/>
                <a:pathLst>
                  <a:path w="95" h="304" extrusionOk="0">
                    <a:moveTo>
                      <a:pt x="39" y="300"/>
                    </a:moveTo>
                    <a:cubicBezTo>
                      <a:pt x="27" y="286"/>
                      <a:pt x="16" y="271"/>
                      <a:pt x="10" y="253"/>
                    </a:cubicBezTo>
                    <a:cubicBezTo>
                      <a:pt x="5" y="242"/>
                      <a:pt x="3" y="229"/>
                      <a:pt x="1" y="217"/>
                    </a:cubicBezTo>
                    <a:cubicBezTo>
                      <a:pt x="0" y="206"/>
                      <a:pt x="0" y="194"/>
                      <a:pt x="1" y="183"/>
                    </a:cubicBezTo>
                    <a:lnTo>
                      <a:pt x="1" y="182"/>
                    </a:lnTo>
                    <a:cubicBezTo>
                      <a:pt x="1" y="181"/>
                      <a:pt x="1" y="180"/>
                      <a:pt x="1" y="179"/>
                    </a:cubicBezTo>
                    <a:cubicBezTo>
                      <a:pt x="1" y="180"/>
                      <a:pt x="1" y="180"/>
                      <a:pt x="1" y="180"/>
                    </a:cubicBezTo>
                    <a:cubicBezTo>
                      <a:pt x="1" y="180"/>
                      <a:pt x="1" y="179"/>
                      <a:pt x="1" y="178"/>
                    </a:cubicBezTo>
                    <a:cubicBezTo>
                      <a:pt x="1" y="179"/>
                      <a:pt x="1" y="179"/>
                      <a:pt x="1" y="179"/>
                    </a:cubicBezTo>
                    <a:cubicBezTo>
                      <a:pt x="1" y="178"/>
                      <a:pt x="1" y="175"/>
                      <a:pt x="1" y="173"/>
                    </a:cubicBezTo>
                    <a:lnTo>
                      <a:pt x="1" y="172"/>
                    </a:lnTo>
                    <a:cubicBezTo>
                      <a:pt x="1" y="171"/>
                      <a:pt x="1" y="169"/>
                      <a:pt x="2" y="168"/>
                    </a:cubicBezTo>
                    <a:cubicBezTo>
                      <a:pt x="2" y="166"/>
                      <a:pt x="2" y="166"/>
                      <a:pt x="2" y="165"/>
                    </a:cubicBezTo>
                    <a:lnTo>
                      <a:pt x="2" y="166"/>
                    </a:lnTo>
                    <a:cubicBezTo>
                      <a:pt x="2" y="165"/>
                      <a:pt x="2" y="164"/>
                      <a:pt x="2" y="162"/>
                    </a:cubicBezTo>
                    <a:cubicBezTo>
                      <a:pt x="2" y="161"/>
                      <a:pt x="2" y="161"/>
                      <a:pt x="2" y="159"/>
                    </a:cubicBezTo>
                    <a:lnTo>
                      <a:pt x="3" y="159"/>
                    </a:lnTo>
                    <a:cubicBezTo>
                      <a:pt x="3" y="158"/>
                      <a:pt x="3" y="158"/>
                      <a:pt x="3" y="157"/>
                    </a:cubicBezTo>
                    <a:cubicBezTo>
                      <a:pt x="3" y="153"/>
                      <a:pt x="3" y="149"/>
                      <a:pt x="4" y="145"/>
                    </a:cubicBezTo>
                    <a:cubicBezTo>
                      <a:pt x="4" y="139"/>
                      <a:pt x="5" y="133"/>
                      <a:pt x="7" y="127"/>
                    </a:cubicBezTo>
                    <a:cubicBezTo>
                      <a:pt x="9" y="116"/>
                      <a:pt x="12" y="106"/>
                      <a:pt x="15" y="95"/>
                    </a:cubicBezTo>
                    <a:cubicBezTo>
                      <a:pt x="19" y="85"/>
                      <a:pt x="23" y="75"/>
                      <a:pt x="28" y="65"/>
                    </a:cubicBezTo>
                    <a:cubicBezTo>
                      <a:pt x="29" y="60"/>
                      <a:pt x="32" y="56"/>
                      <a:pt x="34" y="52"/>
                    </a:cubicBezTo>
                    <a:cubicBezTo>
                      <a:pt x="37" y="46"/>
                      <a:pt x="42" y="39"/>
                      <a:pt x="46" y="34"/>
                    </a:cubicBezTo>
                    <a:cubicBezTo>
                      <a:pt x="50" y="28"/>
                      <a:pt x="54" y="22"/>
                      <a:pt x="59" y="17"/>
                    </a:cubicBezTo>
                    <a:cubicBezTo>
                      <a:pt x="62" y="13"/>
                      <a:pt x="65" y="10"/>
                      <a:pt x="70" y="6"/>
                    </a:cubicBezTo>
                    <a:cubicBezTo>
                      <a:pt x="72" y="4"/>
                      <a:pt x="76" y="2"/>
                      <a:pt x="80" y="1"/>
                    </a:cubicBezTo>
                    <a:cubicBezTo>
                      <a:pt x="85" y="0"/>
                      <a:pt x="91" y="3"/>
                      <a:pt x="92" y="9"/>
                    </a:cubicBezTo>
                    <a:cubicBezTo>
                      <a:pt x="94" y="14"/>
                      <a:pt x="90" y="20"/>
                      <a:pt x="84" y="21"/>
                    </a:cubicBezTo>
                    <a:cubicBezTo>
                      <a:pt x="83" y="21"/>
                      <a:pt x="82" y="22"/>
                      <a:pt x="82" y="22"/>
                    </a:cubicBezTo>
                    <a:cubicBezTo>
                      <a:pt x="80" y="23"/>
                      <a:pt x="79" y="24"/>
                      <a:pt x="78" y="25"/>
                    </a:cubicBezTo>
                    <a:cubicBezTo>
                      <a:pt x="75" y="28"/>
                      <a:pt x="73" y="30"/>
                      <a:pt x="71" y="32"/>
                    </a:cubicBezTo>
                    <a:cubicBezTo>
                      <a:pt x="67" y="38"/>
                      <a:pt x="63" y="43"/>
                      <a:pt x="58" y="48"/>
                    </a:cubicBezTo>
                    <a:cubicBezTo>
                      <a:pt x="57" y="52"/>
                      <a:pt x="54" y="55"/>
                      <a:pt x="52" y="59"/>
                    </a:cubicBezTo>
                    <a:cubicBezTo>
                      <a:pt x="49" y="63"/>
                      <a:pt x="47" y="69"/>
                      <a:pt x="44" y="73"/>
                    </a:cubicBezTo>
                    <a:cubicBezTo>
                      <a:pt x="40" y="82"/>
                      <a:pt x="36" y="91"/>
                      <a:pt x="33" y="101"/>
                    </a:cubicBezTo>
                    <a:cubicBezTo>
                      <a:pt x="29" y="111"/>
                      <a:pt x="27" y="120"/>
                      <a:pt x="25" y="130"/>
                    </a:cubicBezTo>
                    <a:lnTo>
                      <a:pt x="25" y="131"/>
                    </a:lnTo>
                    <a:cubicBezTo>
                      <a:pt x="22" y="140"/>
                      <a:pt x="21" y="150"/>
                      <a:pt x="20" y="159"/>
                    </a:cubicBezTo>
                    <a:cubicBezTo>
                      <a:pt x="19" y="168"/>
                      <a:pt x="19" y="176"/>
                      <a:pt x="18" y="185"/>
                    </a:cubicBezTo>
                    <a:lnTo>
                      <a:pt x="18" y="184"/>
                    </a:lnTo>
                    <a:cubicBezTo>
                      <a:pt x="18" y="193"/>
                      <a:pt x="18" y="201"/>
                      <a:pt x="18" y="210"/>
                    </a:cubicBezTo>
                    <a:cubicBezTo>
                      <a:pt x="19" y="217"/>
                      <a:pt x="19" y="223"/>
                      <a:pt x="21" y="229"/>
                    </a:cubicBezTo>
                    <a:lnTo>
                      <a:pt x="21" y="230"/>
                    </a:lnTo>
                    <a:cubicBezTo>
                      <a:pt x="22" y="235"/>
                      <a:pt x="23" y="239"/>
                      <a:pt x="25" y="244"/>
                    </a:cubicBezTo>
                    <a:cubicBezTo>
                      <a:pt x="26" y="248"/>
                      <a:pt x="28" y="252"/>
                      <a:pt x="30" y="256"/>
                    </a:cubicBezTo>
                    <a:cubicBezTo>
                      <a:pt x="32" y="260"/>
                      <a:pt x="35" y="264"/>
                      <a:pt x="37" y="269"/>
                    </a:cubicBezTo>
                    <a:cubicBezTo>
                      <a:pt x="42" y="274"/>
                      <a:pt x="46" y="280"/>
                      <a:pt x="50" y="285"/>
                    </a:cubicBezTo>
                    <a:lnTo>
                      <a:pt x="49" y="284"/>
                    </a:lnTo>
                    <a:cubicBezTo>
                      <a:pt x="50" y="285"/>
                      <a:pt x="51" y="286"/>
                      <a:pt x="52" y="288"/>
                    </a:cubicBezTo>
                    <a:cubicBezTo>
                      <a:pt x="56" y="291"/>
                      <a:pt x="56" y="296"/>
                      <a:pt x="52" y="300"/>
                    </a:cubicBezTo>
                    <a:cubicBezTo>
                      <a:pt x="50" y="302"/>
                      <a:pt x="48" y="303"/>
                      <a:pt x="46" y="303"/>
                    </a:cubicBezTo>
                    <a:cubicBezTo>
                      <a:pt x="43" y="303"/>
                      <a:pt x="41" y="302"/>
                      <a:pt x="39" y="30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8" name="Google Shape;4348;p50">
                <a:extLst>
                  <a:ext uri="{FF2B5EF4-FFF2-40B4-BE49-F238E27FC236}">
                    <a16:creationId xmlns:a16="http://schemas.microsoft.com/office/drawing/2014/main" id="{8230E480-88BF-F828-BBFA-A4869ADE10D2}"/>
                  </a:ext>
                </a:extLst>
              </p:cNvPr>
              <p:cNvSpPr/>
              <p:nvPr/>
            </p:nvSpPr>
            <p:spPr>
              <a:xfrm>
                <a:off x="-388820" y="4190038"/>
                <a:ext cx="32040" cy="12240"/>
              </a:xfrm>
              <a:custGeom>
                <a:avLst/>
                <a:gdLst/>
                <a:ahLst/>
                <a:cxnLst/>
                <a:rect l="l" t="t" r="r" b="b"/>
                <a:pathLst>
                  <a:path w="89" h="34" extrusionOk="0">
                    <a:moveTo>
                      <a:pt x="79" y="33"/>
                    </a:moveTo>
                    <a:cubicBezTo>
                      <a:pt x="68" y="33"/>
                      <a:pt x="57" y="32"/>
                      <a:pt x="45" y="32"/>
                    </a:cubicBezTo>
                    <a:cubicBezTo>
                      <a:pt x="40" y="31"/>
                      <a:pt x="35" y="31"/>
                      <a:pt x="30" y="30"/>
                    </a:cubicBezTo>
                    <a:cubicBezTo>
                      <a:pt x="23" y="29"/>
                      <a:pt x="17" y="28"/>
                      <a:pt x="11" y="26"/>
                    </a:cubicBezTo>
                    <a:cubicBezTo>
                      <a:pt x="7" y="25"/>
                      <a:pt x="1" y="21"/>
                      <a:pt x="1" y="16"/>
                    </a:cubicBezTo>
                    <a:cubicBezTo>
                      <a:pt x="0" y="14"/>
                      <a:pt x="0" y="12"/>
                      <a:pt x="1" y="10"/>
                    </a:cubicBezTo>
                    <a:cubicBezTo>
                      <a:pt x="1" y="9"/>
                      <a:pt x="1" y="8"/>
                      <a:pt x="2" y="7"/>
                    </a:cubicBezTo>
                    <a:cubicBezTo>
                      <a:pt x="4" y="3"/>
                      <a:pt x="10" y="0"/>
                      <a:pt x="15" y="2"/>
                    </a:cubicBezTo>
                    <a:cubicBezTo>
                      <a:pt x="18" y="3"/>
                      <a:pt x="20" y="6"/>
                      <a:pt x="21" y="8"/>
                    </a:cubicBezTo>
                    <a:cubicBezTo>
                      <a:pt x="22" y="9"/>
                      <a:pt x="23" y="10"/>
                      <a:pt x="25" y="10"/>
                    </a:cubicBezTo>
                    <a:cubicBezTo>
                      <a:pt x="36" y="12"/>
                      <a:pt x="47" y="12"/>
                      <a:pt x="58" y="14"/>
                    </a:cubicBezTo>
                    <a:cubicBezTo>
                      <a:pt x="65" y="14"/>
                      <a:pt x="72" y="14"/>
                      <a:pt x="79" y="15"/>
                    </a:cubicBezTo>
                    <a:cubicBezTo>
                      <a:pt x="84" y="15"/>
                      <a:pt x="88" y="19"/>
                      <a:pt x="88" y="24"/>
                    </a:cubicBezTo>
                    <a:cubicBezTo>
                      <a:pt x="88" y="29"/>
                      <a:pt x="84" y="33"/>
                      <a:pt x="79" y="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9" name="Google Shape;4349;p50">
                <a:extLst>
                  <a:ext uri="{FF2B5EF4-FFF2-40B4-BE49-F238E27FC236}">
                    <a16:creationId xmlns:a16="http://schemas.microsoft.com/office/drawing/2014/main" id="{F99F0030-9FC2-A487-EC42-4AA0C15B4AFE}"/>
                  </a:ext>
                </a:extLst>
              </p:cNvPr>
              <p:cNvSpPr/>
              <p:nvPr/>
            </p:nvSpPr>
            <p:spPr>
              <a:xfrm>
                <a:off x="-344900" y="4174918"/>
                <a:ext cx="5940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165" h="135" extrusionOk="0">
                    <a:moveTo>
                      <a:pt x="27" y="115"/>
                    </a:moveTo>
                    <a:lnTo>
                      <a:pt x="28" y="115"/>
                    </a:lnTo>
                    <a:cubicBezTo>
                      <a:pt x="27" y="115"/>
                      <a:pt x="27" y="115"/>
                      <a:pt x="27" y="115"/>
                    </a:cubicBezTo>
                    <a:cubicBezTo>
                      <a:pt x="28" y="115"/>
                      <a:pt x="28" y="114"/>
                      <a:pt x="30" y="114"/>
                    </a:cubicBezTo>
                    <a:cubicBezTo>
                      <a:pt x="30" y="114"/>
                      <a:pt x="30" y="113"/>
                      <a:pt x="31" y="113"/>
                    </a:cubicBezTo>
                    <a:cubicBezTo>
                      <a:pt x="33" y="112"/>
                      <a:pt x="34" y="112"/>
                      <a:pt x="35" y="110"/>
                    </a:cubicBezTo>
                    <a:cubicBezTo>
                      <a:pt x="37" y="110"/>
                      <a:pt x="38" y="109"/>
                      <a:pt x="39" y="108"/>
                    </a:cubicBezTo>
                    <a:cubicBezTo>
                      <a:pt x="42" y="105"/>
                      <a:pt x="45" y="102"/>
                      <a:pt x="47" y="99"/>
                    </a:cubicBezTo>
                    <a:cubicBezTo>
                      <a:pt x="51" y="95"/>
                      <a:pt x="54" y="91"/>
                      <a:pt x="58" y="86"/>
                    </a:cubicBezTo>
                    <a:cubicBezTo>
                      <a:pt x="62" y="79"/>
                      <a:pt x="67" y="71"/>
                      <a:pt x="71" y="63"/>
                    </a:cubicBezTo>
                    <a:cubicBezTo>
                      <a:pt x="73" y="58"/>
                      <a:pt x="76" y="53"/>
                      <a:pt x="78" y="48"/>
                    </a:cubicBezTo>
                    <a:cubicBezTo>
                      <a:pt x="79" y="46"/>
                      <a:pt x="79" y="43"/>
                      <a:pt x="79" y="41"/>
                    </a:cubicBezTo>
                    <a:cubicBezTo>
                      <a:pt x="80" y="36"/>
                      <a:pt x="81" y="32"/>
                      <a:pt x="83" y="28"/>
                    </a:cubicBezTo>
                    <a:cubicBezTo>
                      <a:pt x="83" y="26"/>
                      <a:pt x="84" y="24"/>
                      <a:pt x="85" y="22"/>
                    </a:cubicBezTo>
                    <a:cubicBezTo>
                      <a:pt x="86" y="21"/>
                      <a:pt x="86" y="21"/>
                      <a:pt x="87" y="20"/>
                    </a:cubicBezTo>
                    <a:cubicBezTo>
                      <a:pt x="86" y="20"/>
                      <a:pt x="86" y="20"/>
                      <a:pt x="84" y="20"/>
                    </a:cubicBezTo>
                    <a:cubicBezTo>
                      <a:pt x="83" y="20"/>
                      <a:pt x="81" y="20"/>
                      <a:pt x="80" y="20"/>
                    </a:cubicBezTo>
                    <a:cubicBezTo>
                      <a:pt x="78" y="20"/>
                      <a:pt x="76" y="20"/>
                      <a:pt x="74" y="20"/>
                    </a:cubicBezTo>
                    <a:cubicBezTo>
                      <a:pt x="73" y="21"/>
                      <a:pt x="72" y="21"/>
                      <a:pt x="70" y="21"/>
                    </a:cubicBezTo>
                    <a:cubicBezTo>
                      <a:pt x="67" y="22"/>
                      <a:pt x="66" y="23"/>
                      <a:pt x="63" y="24"/>
                    </a:cubicBezTo>
                    <a:cubicBezTo>
                      <a:pt x="62" y="25"/>
                      <a:pt x="59" y="27"/>
                      <a:pt x="58" y="28"/>
                    </a:cubicBezTo>
                    <a:cubicBezTo>
                      <a:pt x="55" y="29"/>
                      <a:pt x="53" y="31"/>
                      <a:pt x="51" y="33"/>
                    </a:cubicBezTo>
                    <a:cubicBezTo>
                      <a:pt x="49" y="35"/>
                      <a:pt x="47" y="37"/>
                      <a:pt x="45" y="39"/>
                    </a:cubicBezTo>
                    <a:cubicBezTo>
                      <a:pt x="42" y="42"/>
                      <a:pt x="39" y="46"/>
                      <a:pt x="37" y="50"/>
                    </a:cubicBezTo>
                    <a:cubicBezTo>
                      <a:pt x="34" y="54"/>
                      <a:pt x="32" y="58"/>
                      <a:pt x="30" y="61"/>
                    </a:cubicBezTo>
                    <a:cubicBezTo>
                      <a:pt x="28" y="66"/>
                      <a:pt x="26" y="70"/>
                      <a:pt x="24" y="74"/>
                    </a:cubicBezTo>
                    <a:cubicBezTo>
                      <a:pt x="23" y="80"/>
                      <a:pt x="21" y="85"/>
                      <a:pt x="20" y="91"/>
                    </a:cubicBezTo>
                    <a:cubicBezTo>
                      <a:pt x="20" y="94"/>
                      <a:pt x="19" y="96"/>
                      <a:pt x="19" y="99"/>
                    </a:cubicBezTo>
                    <a:cubicBezTo>
                      <a:pt x="19" y="101"/>
                      <a:pt x="19" y="102"/>
                      <a:pt x="19" y="104"/>
                    </a:cubicBezTo>
                    <a:cubicBezTo>
                      <a:pt x="19" y="105"/>
                      <a:pt x="19" y="106"/>
                      <a:pt x="19" y="108"/>
                    </a:cubicBezTo>
                    <a:lnTo>
                      <a:pt x="19" y="107"/>
                    </a:lnTo>
                    <a:cubicBezTo>
                      <a:pt x="19" y="108"/>
                      <a:pt x="20" y="109"/>
                      <a:pt x="20" y="109"/>
                    </a:cubicBezTo>
                    <a:cubicBezTo>
                      <a:pt x="20" y="110"/>
                      <a:pt x="20" y="110"/>
                      <a:pt x="20" y="111"/>
                    </a:cubicBezTo>
                    <a:cubicBezTo>
                      <a:pt x="21" y="112"/>
                      <a:pt x="21" y="112"/>
                      <a:pt x="21" y="112"/>
                    </a:cubicBezTo>
                    <a:cubicBezTo>
                      <a:pt x="21" y="113"/>
                      <a:pt x="21" y="113"/>
                      <a:pt x="21" y="113"/>
                    </a:cubicBezTo>
                    <a:lnTo>
                      <a:pt x="22" y="113"/>
                    </a:lnTo>
                    <a:cubicBezTo>
                      <a:pt x="22" y="113"/>
                      <a:pt x="23" y="113"/>
                      <a:pt x="23" y="114"/>
                    </a:cubicBezTo>
                    <a:lnTo>
                      <a:pt x="24" y="115"/>
                    </a:lnTo>
                    <a:cubicBezTo>
                      <a:pt x="23" y="115"/>
                      <a:pt x="23" y="114"/>
                      <a:pt x="23" y="114"/>
                    </a:cubicBezTo>
                    <a:lnTo>
                      <a:pt x="24" y="115"/>
                    </a:lnTo>
                    <a:lnTo>
                      <a:pt x="25" y="115"/>
                    </a:lnTo>
                    <a:cubicBezTo>
                      <a:pt x="26" y="115"/>
                      <a:pt x="26" y="115"/>
                      <a:pt x="26" y="115"/>
                    </a:cubicBezTo>
                    <a:cubicBezTo>
                      <a:pt x="27" y="115"/>
                      <a:pt x="27" y="115"/>
                      <a:pt x="28" y="115"/>
                    </a:cubicBezTo>
                    <a:cubicBezTo>
                      <a:pt x="27" y="115"/>
                      <a:pt x="27" y="115"/>
                      <a:pt x="27" y="115"/>
                    </a:cubicBezTo>
                    <a:moveTo>
                      <a:pt x="20" y="133"/>
                    </a:moveTo>
                    <a:cubicBezTo>
                      <a:pt x="15" y="132"/>
                      <a:pt x="10" y="128"/>
                      <a:pt x="7" y="124"/>
                    </a:cubicBezTo>
                    <a:cubicBezTo>
                      <a:pt x="5" y="122"/>
                      <a:pt x="4" y="120"/>
                      <a:pt x="3" y="117"/>
                    </a:cubicBezTo>
                    <a:cubicBezTo>
                      <a:pt x="2" y="114"/>
                      <a:pt x="1" y="111"/>
                      <a:pt x="0" y="108"/>
                    </a:cubicBezTo>
                    <a:cubicBezTo>
                      <a:pt x="0" y="101"/>
                      <a:pt x="0" y="94"/>
                      <a:pt x="2" y="88"/>
                    </a:cubicBezTo>
                    <a:cubicBezTo>
                      <a:pt x="3" y="81"/>
                      <a:pt x="5" y="73"/>
                      <a:pt x="7" y="67"/>
                    </a:cubicBezTo>
                    <a:cubicBezTo>
                      <a:pt x="13" y="53"/>
                      <a:pt x="20" y="40"/>
                      <a:pt x="29" y="28"/>
                    </a:cubicBezTo>
                    <a:cubicBezTo>
                      <a:pt x="38" y="17"/>
                      <a:pt x="51" y="7"/>
                      <a:pt x="65" y="3"/>
                    </a:cubicBezTo>
                    <a:cubicBezTo>
                      <a:pt x="72" y="1"/>
                      <a:pt x="79" y="0"/>
                      <a:pt x="86" y="0"/>
                    </a:cubicBezTo>
                    <a:cubicBezTo>
                      <a:pt x="93" y="0"/>
                      <a:pt x="100" y="2"/>
                      <a:pt x="105" y="6"/>
                    </a:cubicBezTo>
                    <a:cubicBezTo>
                      <a:pt x="111" y="9"/>
                      <a:pt x="116" y="15"/>
                      <a:pt x="118" y="21"/>
                    </a:cubicBezTo>
                    <a:cubicBezTo>
                      <a:pt x="119" y="25"/>
                      <a:pt x="120" y="28"/>
                      <a:pt x="120" y="32"/>
                    </a:cubicBezTo>
                    <a:cubicBezTo>
                      <a:pt x="120" y="32"/>
                      <a:pt x="120" y="33"/>
                      <a:pt x="120" y="34"/>
                    </a:cubicBezTo>
                    <a:cubicBezTo>
                      <a:pt x="122" y="37"/>
                      <a:pt x="123" y="41"/>
                      <a:pt x="120" y="44"/>
                    </a:cubicBezTo>
                    <a:cubicBezTo>
                      <a:pt x="119" y="48"/>
                      <a:pt x="115" y="50"/>
                      <a:pt x="111" y="50"/>
                    </a:cubicBezTo>
                    <a:cubicBezTo>
                      <a:pt x="107" y="50"/>
                      <a:pt x="104" y="48"/>
                      <a:pt x="102" y="44"/>
                    </a:cubicBezTo>
                    <a:cubicBezTo>
                      <a:pt x="102" y="43"/>
                      <a:pt x="101" y="42"/>
                      <a:pt x="101" y="41"/>
                    </a:cubicBezTo>
                    <a:cubicBezTo>
                      <a:pt x="101" y="42"/>
                      <a:pt x="101" y="43"/>
                      <a:pt x="100" y="43"/>
                    </a:cubicBezTo>
                    <a:cubicBezTo>
                      <a:pt x="99" y="46"/>
                      <a:pt x="98" y="49"/>
                      <a:pt x="97" y="51"/>
                    </a:cubicBezTo>
                    <a:cubicBezTo>
                      <a:pt x="97" y="55"/>
                      <a:pt x="96" y="59"/>
                      <a:pt x="95" y="63"/>
                    </a:cubicBezTo>
                    <a:cubicBezTo>
                      <a:pt x="95" y="68"/>
                      <a:pt x="95" y="73"/>
                      <a:pt x="95" y="78"/>
                    </a:cubicBezTo>
                    <a:cubicBezTo>
                      <a:pt x="96" y="81"/>
                      <a:pt x="97" y="84"/>
                      <a:pt x="97" y="88"/>
                    </a:cubicBezTo>
                    <a:cubicBezTo>
                      <a:pt x="98" y="91"/>
                      <a:pt x="98" y="93"/>
                      <a:pt x="99" y="95"/>
                    </a:cubicBezTo>
                    <a:cubicBezTo>
                      <a:pt x="100" y="98"/>
                      <a:pt x="101" y="99"/>
                      <a:pt x="101" y="101"/>
                    </a:cubicBezTo>
                    <a:cubicBezTo>
                      <a:pt x="102" y="102"/>
                      <a:pt x="102" y="103"/>
                      <a:pt x="104" y="105"/>
                    </a:cubicBezTo>
                    <a:cubicBezTo>
                      <a:pt x="104" y="105"/>
                      <a:pt x="105" y="106"/>
                      <a:pt x="105" y="107"/>
                    </a:cubicBezTo>
                    <a:cubicBezTo>
                      <a:pt x="106" y="108"/>
                      <a:pt x="106" y="108"/>
                      <a:pt x="107" y="108"/>
                    </a:cubicBezTo>
                    <a:cubicBezTo>
                      <a:pt x="107" y="109"/>
                      <a:pt x="108" y="109"/>
                      <a:pt x="108" y="109"/>
                    </a:cubicBezTo>
                    <a:lnTo>
                      <a:pt x="109" y="109"/>
                    </a:lnTo>
                    <a:cubicBezTo>
                      <a:pt x="109" y="110"/>
                      <a:pt x="109" y="110"/>
                      <a:pt x="109" y="110"/>
                    </a:cubicBezTo>
                    <a:cubicBezTo>
                      <a:pt x="109" y="110"/>
                      <a:pt x="110" y="110"/>
                      <a:pt x="111" y="110"/>
                    </a:cubicBezTo>
                    <a:lnTo>
                      <a:pt x="112" y="110"/>
                    </a:lnTo>
                    <a:lnTo>
                      <a:pt x="113" y="110"/>
                    </a:lnTo>
                    <a:cubicBezTo>
                      <a:pt x="115" y="110"/>
                      <a:pt x="116" y="110"/>
                      <a:pt x="117" y="110"/>
                    </a:cubicBezTo>
                    <a:cubicBezTo>
                      <a:pt x="116" y="110"/>
                      <a:pt x="116" y="110"/>
                      <a:pt x="115" y="110"/>
                    </a:cubicBezTo>
                    <a:cubicBezTo>
                      <a:pt x="116" y="110"/>
                      <a:pt x="118" y="110"/>
                      <a:pt x="118" y="109"/>
                    </a:cubicBezTo>
                    <a:cubicBezTo>
                      <a:pt x="119" y="109"/>
                      <a:pt x="120" y="109"/>
                      <a:pt x="122" y="108"/>
                    </a:cubicBezTo>
                    <a:cubicBezTo>
                      <a:pt x="124" y="107"/>
                      <a:pt x="126" y="106"/>
                      <a:pt x="128" y="104"/>
                    </a:cubicBezTo>
                    <a:cubicBezTo>
                      <a:pt x="134" y="100"/>
                      <a:pt x="139" y="96"/>
                      <a:pt x="144" y="91"/>
                    </a:cubicBezTo>
                    <a:cubicBezTo>
                      <a:pt x="145" y="91"/>
                      <a:pt x="146" y="89"/>
                      <a:pt x="147" y="89"/>
                    </a:cubicBezTo>
                    <a:cubicBezTo>
                      <a:pt x="151" y="85"/>
                      <a:pt x="156" y="85"/>
                      <a:pt x="160" y="89"/>
                    </a:cubicBezTo>
                    <a:cubicBezTo>
                      <a:pt x="164" y="92"/>
                      <a:pt x="164" y="98"/>
                      <a:pt x="160" y="102"/>
                    </a:cubicBezTo>
                    <a:cubicBezTo>
                      <a:pt x="151" y="110"/>
                      <a:pt x="141" y="119"/>
                      <a:pt x="131" y="125"/>
                    </a:cubicBezTo>
                    <a:cubicBezTo>
                      <a:pt x="123" y="128"/>
                      <a:pt x="115" y="130"/>
                      <a:pt x="107" y="129"/>
                    </a:cubicBezTo>
                    <a:cubicBezTo>
                      <a:pt x="100" y="128"/>
                      <a:pt x="94" y="123"/>
                      <a:pt x="89" y="117"/>
                    </a:cubicBezTo>
                    <a:cubicBezTo>
                      <a:pt x="84" y="110"/>
                      <a:pt x="81" y="102"/>
                      <a:pt x="79" y="94"/>
                    </a:cubicBezTo>
                    <a:cubicBezTo>
                      <a:pt x="79" y="92"/>
                      <a:pt x="78" y="91"/>
                      <a:pt x="78" y="88"/>
                    </a:cubicBezTo>
                    <a:cubicBezTo>
                      <a:pt x="71" y="99"/>
                      <a:pt x="63" y="110"/>
                      <a:pt x="54" y="120"/>
                    </a:cubicBezTo>
                    <a:cubicBezTo>
                      <a:pt x="46" y="127"/>
                      <a:pt x="37" y="134"/>
                      <a:pt x="26" y="134"/>
                    </a:cubicBezTo>
                    <a:cubicBezTo>
                      <a:pt x="24" y="134"/>
                      <a:pt x="22" y="134"/>
                      <a:pt x="20" y="1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0" name="Google Shape;4350;p50">
                <a:extLst>
                  <a:ext uri="{FF2B5EF4-FFF2-40B4-BE49-F238E27FC236}">
                    <a16:creationId xmlns:a16="http://schemas.microsoft.com/office/drawing/2014/main" id="{B955D288-3B88-C923-25F4-728865FADBED}"/>
                  </a:ext>
                </a:extLst>
              </p:cNvPr>
              <p:cNvSpPr/>
              <p:nvPr/>
            </p:nvSpPr>
            <p:spPr>
              <a:xfrm>
                <a:off x="-294500" y="4147198"/>
                <a:ext cx="32760" cy="121680"/>
              </a:xfrm>
              <a:custGeom>
                <a:avLst/>
                <a:gdLst/>
                <a:ahLst/>
                <a:cxnLst/>
                <a:rect l="l" t="t" r="r" b="b"/>
                <a:pathLst>
                  <a:path w="91" h="338" extrusionOk="0">
                    <a:moveTo>
                      <a:pt x="3" y="333"/>
                    </a:moveTo>
                    <a:cubicBezTo>
                      <a:pt x="0" y="329"/>
                      <a:pt x="1" y="323"/>
                      <a:pt x="5" y="320"/>
                    </a:cubicBezTo>
                    <a:cubicBezTo>
                      <a:pt x="11" y="316"/>
                      <a:pt x="17" y="312"/>
                      <a:pt x="22" y="307"/>
                    </a:cubicBezTo>
                    <a:cubicBezTo>
                      <a:pt x="27" y="303"/>
                      <a:pt x="31" y="299"/>
                      <a:pt x="35" y="294"/>
                    </a:cubicBezTo>
                    <a:cubicBezTo>
                      <a:pt x="35" y="295"/>
                      <a:pt x="34" y="295"/>
                      <a:pt x="34" y="295"/>
                    </a:cubicBezTo>
                    <a:cubicBezTo>
                      <a:pt x="40" y="288"/>
                      <a:pt x="45" y="282"/>
                      <a:pt x="50" y="274"/>
                    </a:cubicBezTo>
                    <a:cubicBezTo>
                      <a:pt x="50" y="275"/>
                      <a:pt x="50" y="275"/>
                      <a:pt x="50" y="275"/>
                    </a:cubicBezTo>
                    <a:lnTo>
                      <a:pt x="50" y="274"/>
                    </a:lnTo>
                    <a:cubicBezTo>
                      <a:pt x="54" y="268"/>
                      <a:pt x="57" y="263"/>
                      <a:pt x="60" y="257"/>
                    </a:cubicBezTo>
                    <a:cubicBezTo>
                      <a:pt x="63" y="253"/>
                      <a:pt x="64" y="247"/>
                      <a:pt x="66" y="243"/>
                    </a:cubicBezTo>
                    <a:cubicBezTo>
                      <a:pt x="68" y="239"/>
                      <a:pt x="69" y="234"/>
                      <a:pt x="70" y="230"/>
                    </a:cubicBezTo>
                    <a:cubicBezTo>
                      <a:pt x="71" y="225"/>
                      <a:pt x="71" y="219"/>
                      <a:pt x="72" y="215"/>
                    </a:cubicBezTo>
                    <a:cubicBezTo>
                      <a:pt x="73" y="205"/>
                      <a:pt x="73" y="195"/>
                      <a:pt x="71" y="185"/>
                    </a:cubicBezTo>
                    <a:cubicBezTo>
                      <a:pt x="71" y="173"/>
                      <a:pt x="69" y="161"/>
                      <a:pt x="67" y="150"/>
                    </a:cubicBezTo>
                    <a:lnTo>
                      <a:pt x="67" y="149"/>
                    </a:lnTo>
                    <a:cubicBezTo>
                      <a:pt x="64" y="138"/>
                      <a:pt x="61" y="127"/>
                      <a:pt x="59" y="117"/>
                    </a:cubicBezTo>
                    <a:cubicBezTo>
                      <a:pt x="57" y="113"/>
                      <a:pt x="56" y="110"/>
                      <a:pt x="55" y="106"/>
                    </a:cubicBezTo>
                    <a:cubicBezTo>
                      <a:pt x="54" y="103"/>
                      <a:pt x="53" y="99"/>
                      <a:pt x="51" y="95"/>
                    </a:cubicBezTo>
                    <a:cubicBezTo>
                      <a:pt x="49" y="90"/>
                      <a:pt x="47" y="84"/>
                      <a:pt x="45" y="79"/>
                    </a:cubicBezTo>
                    <a:cubicBezTo>
                      <a:pt x="43" y="74"/>
                      <a:pt x="41" y="69"/>
                      <a:pt x="39" y="64"/>
                    </a:cubicBezTo>
                    <a:cubicBezTo>
                      <a:pt x="36" y="56"/>
                      <a:pt x="31" y="46"/>
                      <a:pt x="27" y="38"/>
                    </a:cubicBezTo>
                    <a:cubicBezTo>
                      <a:pt x="27" y="37"/>
                      <a:pt x="26" y="36"/>
                      <a:pt x="25" y="35"/>
                    </a:cubicBezTo>
                    <a:cubicBezTo>
                      <a:pt x="24" y="34"/>
                      <a:pt x="23" y="33"/>
                      <a:pt x="22" y="32"/>
                    </a:cubicBezTo>
                    <a:cubicBezTo>
                      <a:pt x="21" y="29"/>
                      <a:pt x="19" y="27"/>
                      <a:pt x="18" y="24"/>
                    </a:cubicBezTo>
                    <a:cubicBezTo>
                      <a:pt x="16" y="21"/>
                      <a:pt x="14" y="17"/>
                      <a:pt x="13" y="14"/>
                    </a:cubicBezTo>
                    <a:cubicBezTo>
                      <a:pt x="11" y="10"/>
                      <a:pt x="14" y="5"/>
                      <a:pt x="17" y="3"/>
                    </a:cubicBezTo>
                    <a:cubicBezTo>
                      <a:pt x="21" y="0"/>
                      <a:pt x="26" y="1"/>
                      <a:pt x="29" y="4"/>
                    </a:cubicBezTo>
                    <a:cubicBezTo>
                      <a:pt x="34" y="9"/>
                      <a:pt x="37" y="15"/>
                      <a:pt x="40" y="20"/>
                    </a:cubicBezTo>
                    <a:cubicBezTo>
                      <a:pt x="42" y="24"/>
                      <a:pt x="44" y="28"/>
                      <a:pt x="46" y="32"/>
                    </a:cubicBezTo>
                    <a:cubicBezTo>
                      <a:pt x="48" y="37"/>
                      <a:pt x="50" y="42"/>
                      <a:pt x="52" y="47"/>
                    </a:cubicBezTo>
                    <a:cubicBezTo>
                      <a:pt x="56" y="56"/>
                      <a:pt x="60" y="66"/>
                      <a:pt x="63" y="75"/>
                    </a:cubicBezTo>
                    <a:cubicBezTo>
                      <a:pt x="71" y="97"/>
                      <a:pt x="78" y="119"/>
                      <a:pt x="84" y="142"/>
                    </a:cubicBezTo>
                    <a:cubicBezTo>
                      <a:pt x="88" y="161"/>
                      <a:pt x="90" y="181"/>
                      <a:pt x="90" y="201"/>
                    </a:cubicBezTo>
                    <a:cubicBezTo>
                      <a:pt x="90" y="211"/>
                      <a:pt x="89" y="221"/>
                      <a:pt x="88" y="230"/>
                    </a:cubicBezTo>
                    <a:cubicBezTo>
                      <a:pt x="87" y="240"/>
                      <a:pt x="83" y="249"/>
                      <a:pt x="80" y="259"/>
                    </a:cubicBezTo>
                    <a:cubicBezTo>
                      <a:pt x="71" y="277"/>
                      <a:pt x="60" y="293"/>
                      <a:pt x="46" y="308"/>
                    </a:cubicBezTo>
                    <a:cubicBezTo>
                      <a:pt x="41" y="314"/>
                      <a:pt x="35" y="320"/>
                      <a:pt x="29" y="326"/>
                    </a:cubicBezTo>
                    <a:cubicBezTo>
                      <a:pt x="24" y="328"/>
                      <a:pt x="20" y="331"/>
                      <a:pt x="16" y="335"/>
                    </a:cubicBezTo>
                    <a:cubicBezTo>
                      <a:pt x="14" y="336"/>
                      <a:pt x="13" y="337"/>
                      <a:pt x="10" y="337"/>
                    </a:cubicBezTo>
                    <a:cubicBezTo>
                      <a:pt x="8" y="337"/>
                      <a:pt x="5" y="335"/>
                      <a:pt x="3" y="3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1" name="Google Shape;4351;p50">
                <a:extLst>
                  <a:ext uri="{FF2B5EF4-FFF2-40B4-BE49-F238E27FC236}">
                    <a16:creationId xmlns:a16="http://schemas.microsoft.com/office/drawing/2014/main" id="{5FD10088-3B54-0ADB-C763-59BA5B6DB8C5}"/>
                  </a:ext>
                </a:extLst>
              </p:cNvPr>
              <p:cNvSpPr/>
              <p:nvPr/>
            </p:nvSpPr>
            <p:spPr>
              <a:xfrm>
                <a:off x="-217100" y="3996718"/>
                <a:ext cx="6768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188" h="120" extrusionOk="0">
                    <a:moveTo>
                      <a:pt x="27" y="100"/>
                    </a:moveTo>
                    <a:cubicBezTo>
                      <a:pt x="27" y="100"/>
                      <a:pt x="28" y="100"/>
                      <a:pt x="28" y="99"/>
                    </a:cubicBezTo>
                    <a:cubicBezTo>
                      <a:pt x="29" y="99"/>
                      <a:pt x="29" y="99"/>
                      <a:pt x="29" y="99"/>
                    </a:cubicBezTo>
                    <a:cubicBezTo>
                      <a:pt x="30" y="99"/>
                      <a:pt x="31" y="99"/>
                      <a:pt x="32" y="98"/>
                    </a:cubicBezTo>
                    <a:lnTo>
                      <a:pt x="34" y="97"/>
                    </a:lnTo>
                    <a:cubicBezTo>
                      <a:pt x="35" y="96"/>
                      <a:pt x="36" y="95"/>
                      <a:pt x="38" y="94"/>
                    </a:cubicBezTo>
                    <a:cubicBezTo>
                      <a:pt x="40" y="92"/>
                      <a:pt x="42" y="90"/>
                      <a:pt x="44" y="88"/>
                    </a:cubicBezTo>
                    <a:cubicBezTo>
                      <a:pt x="47" y="85"/>
                      <a:pt x="49" y="81"/>
                      <a:pt x="52" y="77"/>
                    </a:cubicBezTo>
                    <a:cubicBezTo>
                      <a:pt x="56" y="71"/>
                      <a:pt x="60" y="64"/>
                      <a:pt x="64" y="57"/>
                    </a:cubicBezTo>
                    <a:cubicBezTo>
                      <a:pt x="65" y="54"/>
                      <a:pt x="67" y="50"/>
                      <a:pt x="68" y="47"/>
                    </a:cubicBezTo>
                    <a:cubicBezTo>
                      <a:pt x="67" y="46"/>
                      <a:pt x="66" y="45"/>
                      <a:pt x="64" y="43"/>
                    </a:cubicBezTo>
                    <a:cubicBezTo>
                      <a:pt x="64" y="41"/>
                      <a:pt x="64" y="39"/>
                      <a:pt x="64" y="37"/>
                    </a:cubicBezTo>
                    <a:cubicBezTo>
                      <a:pt x="63" y="35"/>
                      <a:pt x="63" y="33"/>
                      <a:pt x="63" y="31"/>
                    </a:cubicBezTo>
                    <a:cubicBezTo>
                      <a:pt x="63" y="30"/>
                      <a:pt x="62" y="29"/>
                      <a:pt x="62" y="27"/>
                    </a:cubicBezTo>
                    <a:cubicBezTo>
                      <a:pt x="61" y="27"/>
                      <a:pt x="61" y="27"/>
                      <a:pt x="61" y="27"/>
                    </a:cubicBezTo>
                    <a:lnTo>
                      <a:pt x="62" y="27"/>
                    </a:lnTo>
                    <a:cubicBezTo>
                      <a:pt x="61" y="26"/>
                      <a:pt x="61" y="26"/>
                      <a:pt x="61" y="25"/>
                    </a:cubicBezTo>
                    <a:cubicBezTo>
                      <a:pt x="60" y="25"/>
                      <a:pt x="60" y="24"/>
                      <a:pt x="59" y="23"/>
                    </a:cubicBezTo>
                    <a:lnTo>
                      <a:pt x="60" y="24"/>
                    </a:lnTo>
                    <a:cubicBezTo>
                      <a:pt x="59" y="23"/>
                      <a:pt x="59" y="23"/>
                      <a:pt x="59" y="23"/>
                    </a:cubicBezTo>
                    <a:cubicBezTo>
                      <a:pt x="58" y="22"/>
                      <a:pt x="58" y="22"/>
                      <a:pt x="57" y="22"/>
                    </a:cubicBezTo>
                    <a:lnTo>
                      <a:pt x="56" y="21"/>
                    </a:lnTo>
                    <a:cubicBezTo>
                      <a:pt x="56" y="21"/>
                      <a:pt x="55" y="21"/>
                      <a:pt x="54" y="20"/>
                    </a:cubicBezTo>
                    <a:cubicBezTo>
                      <a:pt x="55" y="20"/>
                      <a:pt x="55" y="20"/>
                      <a:pt x="55" y="20"/>
                    </a:cubicBezTo>
                    <a:lnTo>
                      <a:pt x="54" y="20"/>
                    </a:lnTo>
                    <a:lnTo>
                      <a:pt x="53" y="20"/>
                    </a:lnTo>
                    <a:lnTo>
                      <a:pt x="52" y="20"/>
                    </a:lnTo>
                    <a:cubicBezTo>
                      <a:pt x="52" y="20"/>
                      <a:pt x="51" y="20"/>
                      <a:pt x="50" y="20"/>
                    </a:cubicBezTo>
                    <a:lnTo>
                      <a:pt x="49" y="21"/>
                    </a:lnTo>
                    <a:cubicBezTo>
                      <a:pt x="48" y="21"/>
                      <a:pt x="48" y="22"/>
                      <a:pt x="47" y="22"/>
                    </a:cubicBezTo>
                    <a:cubicBezTo>
                      <a:pt x="46" y="22"/>
                      <a:pt x="46" y="22"/>
                      <a:pt x="45" y="23"/>
                    </a:cubicBezTo>
                    <a:cubicBezTo>
                      <a:pt x="44" y="24"/>
                      <a:pt x="42" y="25"/>
                      <a:pt x="41" y="26"/>
                    </a:cubicBezTo>
                    <a:cubicBezTo>
                      <a:pt x="40" y="27"/>
                      <a:pt x="39" y="28"/>
                      <a:pt x="38" y="29"/>
                    </a:cubicBezTo>
                    <a:cubicBezTo>
                      <a:pt x="36" y="31"/>
                      <a:pt x="35" y="33"/>
                      <a:pt x="33" y="36"/>
                    </a:cubicBezTo>
                    <a:cubicBezTo>
                      <a:pt x="32" y="38"/>
                      <a:pt x="30" y="40"/>
                      <a:pt x="29" y="43"/>
                    </a:cubicBezTo>
                    <a:cubicBezTo>
                      <a:pt x="27" y="46"/>
                      <a:pt x="26" y="50"/>
                      <a:pt x="25" y="52"/>
                    </a:cubicBezTo>
                    <a:cubicBezTo>
                      <a:pt x="23" y="57"/>
                      <a:pt x="22" y="62"/>
                      <a:pt x="21" y="66"/>
                    </a:cubicBezTo>
                    <a:lnTo>
                      <a:pt x="21" y="65"/>
                    </a:lnTo>
                    <a:cubicBezTo>
                      <a:pt x="20" y="71"/>
                      <a:pt x="20" y="76"/>
                      <a:pt x="19" y="82"/>
                    </a:cubicBezTo>
                    <a:cubicBezTo>
                      <a:pt x="19" y="84"/>
                      <a:pt x="19" y="86"/>
                      <a:pt x="19" y="89"/>
                    </a:cubicBezTo>
                    <a:cubicBezTo>
                      <a:pt x="20" y="90"/>
                      <a:pt x="20" y="92"/>
                      <a:pt x="20" y="93"/>
                    </a:cubicBezTo>
                    <a:lnTo>
                      <a:pt x="20" y="94"/>
                    </a:lnTo>
                    <a:cubicBezTo>
                      <a:pt x="20" y="95"/>
                      <a:pt x="21" y="96"/>
                      <a:pt x="21" y="96"/>
                    </a:cubicBezTo>
                    <a:lnTo>
                      <a:pt x="21" y="97"/>
                    </a:lnTo>
                    <a:cubicBezTo>
                      <a:pt x="21" y="97"/>
                      <a:pt x="22" y="97"/>
                      <a:pt x="22" y="98"/>
                    </a:cubicBezTo>
                    <a:cubicBezTo>
                      <a:pt x="22" y="99"/>
                      <a:pt x="23" y="99"/>
                      <a:pt x="23" y="99"/>
                    </a:cubicBezTo>
                    <a:lnTo>
                      <a:pt x="24" y="99"/>
                    </a:lnTo>
                    <a:cubicBezTo>
                      <a:pt x="25" y="99"/>
                      <a:pt x="25" y="99"/>
                      <a:pt x="25" y="100"/>
                    </a:cubicBezTo>
                    <a:lnTo>
                      <a:pt x="26" y="100"/>
                    </a:lnTo>
                    <a:cubicBezTo>
                      <a:pt x="27" y="100"/>
                      <a:pt x="27" y="100"/>
                      <a:pt x="27" y="100"/>
                    </a:cubicBezTo>
                    <a:cubicBezTo>
                      <a:pt x="26" y="100"/>
                      <a:pt x="26" y="100"/>
                      <a:pt x="26" y="100"/>
                    </a:cubicBezTo>
                    <a:lnTo>
                      <a:pt x="27" y="100"/>
                    </a:lnTo>
                    <a:cubicBezTo>
                      <a:pt x="26" y="100"/>
                      <a:pt x="26" y="100"/>
                      <a:pt x="26" y="100"/>
                    </a:cubicBezTo>
                    <a:lnTo>
                      <a:pt x="27" y="100"/>
                    </a:lnTo>
                    <a:moveTo>
                      <a:pt x="4" y="105"/>
                    </a:moveTo>
                    <a:cubicBezTo>
                      <a:pt x="1" y="100"/>
                      <a:pt x="0" y="94"/>
                      <a:pt x="0" y="88"/>
                    </a:cubicBezTo>
                    <a:cubicBezTo>
                      <a:pt x="0" y="80"/>
                      <a:pt x="1" y="72"/>
                      <a:pt x="2" y="64"/>
                    </a:cubicBezTo>
                    <a:cubicBezTo>
                      <a:pt x="5" y="51"/>
                      <a:pt x="10" y="37"/>
                      <a:pt x="17" y="25"/>
                    </a:cubicBezTo>
                    <a:cubicBezTo>
                      <a:pt x="24" y="15"/>
                      <a:pt x="33" y="5"/>
                      <a:pt x="45" y="2"/>
                    </a:cubicBezTo>
                    <a:cubicBezTo>
                      <a:pt x="53" y="0"/>
                      <a:pt x="60" y="1"/>
                      <a:pt x="67" y="5"/>
                    </a:cubicBezTo>
                    <a:cubicBezTo>
                      <a:pt x="69" y="2"/>
                      <a:pt x="72" y="0"/>
                      <a:pt x="76" y="0"/>
                    </a:cubicBezTo>
                    <a:cubicBezTo>
                      <a:pt x="81" y="0"/>
                      <a:pt x="86" y="4"/>
                      <a:pt x="86" y="9"/>
                    </a:cubicBezTo>
                    <a:cubicBezTo>
                      <a:pt x="86" y="11"/>
                      <a:pt x="86" y="13"/>
                      <a:pt x="86" y="15"/>
                    </a:cubicBezTo>
                    <a:cubicBezTo>
                      <a:pt x="85" y="20"/>
                      <a:pt x="85" y="25"/>
                      <a:pt x="84" y="30"/>
                    </a:cubicBezTo>
                    <a:cubicBezTo>
                      <a:pt x="88" y="32"/>
                      <a:pt x="91" y="36"/>
                      <a:pt x="91" y="40"/>
                    </a:cubicBezTo>
                    <a:cubicBezTo>
                      <a:pt x="92" y="46"/>
                      <a:pt x="91" y="52"/>
                      <a:pt x="92" y="58"/>
                    </a:cubicBezTo>
                    <a:cubicBezTo>
                      <a:pt x="92" y="60"/>
                      <a:pt x="92" y="62"/>
                      <a:pt x="92" y="64"/>
                    </a:cubicBezTo>
                    <a:lnTo>
                      <a:pt x="92" y="63"/>
                    </a:lnTo>
                    <a:cubicBezTo>
                      <a:pt x="92" y="64"/>
                      <a:pt x="92" y="65"/>
                      <a:pt x="93" y="66"/>
                    </a:cubicBezTo>
                    <a:cubicBezTo>
                      <a:pt x="93" y="67"/>
                      <a:pt x="94" y="68"/>
                      <a:pt x="94" y="69"/>
                    </a:cubicBezTo>
                    <a:cubicBezTo>
                      <a:pt x="95" y="70"/>
                      <a:pt x="95" y="71"/>
                      <a:pt x="96" y="72"/>
                    </a:cubicBezTo>
                    <a:cubicBezTo>
                      <a:pt x="96" y="72"/>
                      <a:pt x="96" y="73"/>
                      <a:pt x="97" y="73"/>
                    </a:cubicBezTo>
                    <a:lnTo>
                      <a:pt x="98" y="74"/>
                    </a:lnTo>
                    <a:cubicBezTo>
                      <a:pt x="98" y="74"/>
                      <a:pt x="97" y="74"/>
                      <a:pt x="97" y="73"/>
                    </a:cubicBezTo>
                    <a:cubicBezTo>
                      <a:pt x="98" y="74"/>
                      <a:pt x="98" y="75"/>
                      <a:pt x="99" y="75"/>
                    </a:cubicBezTo>
                    <a:cubicBezTo>
                      <a:pt x="99" y="76"/>
                      <a:pt x="100" y="76"/>
                      <a:pt x="101" y="77"/>
                    </a:cubicBezTo>
                    <a:cubicBezTo>
                      <a:pt x="102" y="78"/>
                      <a:pt x="103" y="78"/>
                      <a:pt x="103" y="79"/>
                    </a:cubicBezTo>
                    <a:cubicBezTo>
                      <a:pt x="105" y="79"/>
                      <a:pt x="106" y="80"/>
                      <a:pt x="108" y="80"/>
                    </a:cubicBezTo>
                    <a:cubicBezTo>
                      <a:pt x="110" y="81"/>
                      <a:pt x="112" y="82"/>
                      <a:pt x="114" y="82"/>
                    </a:cubicBezTo>
                    <a:cubicBezTo>
                      <a:pt x="116" y="82"/>
                      <a:pt x="117" y="82"/>
                      <a:pt x="119" y="83"/>
                    </a:cubicBezTo>
                    <a:cubicBezTo>
                      <a:pt x="120" y="83"/>
                      <a:pt x="122" y="83"/>
                      <a:pt x="124" y="83"/>
                    </a:cubicBezTo>
                    <a:cubicBezTo>
                      <a:pt x="126" y="82"/>
                      <a:pt x="128" y="82"/>
                      <a:pt x="130" y="82"/>
                    </a:cubicBezTo>
                    <a:cubicBezTo>
                      <a:pt x="133" y="81"/>
                      <a:pt x="135" y="80"/>
                      <a:pt x="137" y="80"/>
                    </a:cubicBezTo>
                    <a:cubicBezTo>
                      <a:pt x="140" y="79"/>
                      <a:pt x="144" y="77"/>
                      <a:pt x="147" y="76"/>
                    </a:cubicBezTo>
                    <a:cubicBezTo>
                      <a:pt x="152" y="73"/>
                      <a:pt x="157" y="70"/>
                      <a:pt x="162" y="67"/>
                    </a:cubicBezTo>
                    <a:cubicBezTo>
                      <a:pt x="165" y="65"/>
                      <a:pt x="168" y="62"/>
                      <a:pt x="171" y="60"/>
                    </a:cubicBezTo>
                    <a:cubicBezTo>
                      <a:pt x="175" y="57"/>
                      <a:pt x="181" y="58"/>
                      <a:pt x="184" y="62"/>
                    </a:cubicBezTo>
                    <a:cubicBezTo>
                      <a:pt x="187" y="66"/>
                      <a:pt x="187" y="72"/>
                      <a:pt x="183" y="75"/>
                    </a:cubicBezTo>
                    <a:cubicBezTo>
                      <a:pt x="162" y="92"/>
                      <a:pt x="137" y="106"/>
                      <a:pt x="109" y="101"/>
                    </a:cubicBezTo>
                    <a:cubicBezTo>
                      <a:pt x="102" y="99"/>
                      <a:pt x="95" y="97"/>
                      <a:pt x="89" y="93"/>
                    </a:cubicBezTo>
                    <a:cubicBezTo>
                      <a:pt x="83" y="88"/>
                      <a:pt x="78" y="82"/>
                      <a:pt x="75" y="75"/>
                    </a:cubicBezTo>
                    <a:cubicBezTo>
                      <a:pt x="74" y="77"/>
                      <a:pt x="73" y="79"/>
                      <a:pt x="72" y="81"/>
                    </a:cubicBezTo>
                    <a:cubicBezTo>
                      <a:pt x="69" y="86"/>
                      <a:pt x="66" y="91"/>
                      <a:pt x="63" y="95"/>
                    </a:cubicBezTo>
                    <a:cubicBezTo>
                      <a:pt x="55" y="106"/>
                      <a:pt x="45" y="115"/>
                      <a:pt x="33" y="118"/>
                    </a:cubicBezTo>
                    <a:cubicBezTo>
                      <a:pt x="31" y="119"/>
                      <a:pt x="29" y="119"/>
                      <a:pt x="27" y="119"/>
                    </a:cubicBezTo>
                    <a:cubicBezTo>
                      <a:pt x="17" y="119"/>
                      <a:pt x="8" y="114"/>
                      <a:pt x="4" y="1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2" name="Google Shape;4352;p50">
                <a:extLst>
                  <a:ext uri="{FF2B5EF4-FFF2-40B4-BE49-F238E27FC236}">
                    <a16:creationId xmlns:a16="http://schemas.microsoft.com/office/drawing/2014/main" id="{8CCAEB4F-DCA9-FD56-C6B4-AF865BA2AA3D}"/>
                  </a:ext>
                </a:extLst>
              </p:cNvPr>
              <p:cNvSpPr/>
              <p:nvPr/>
            </p:nvSpPr>
            <p:spPr>
              <a:xfrm>
                <a:off x="-612380" y="3865318"/>
                <a:ext cx="59400" cy="76680"/>
              </a:xfrm>
              <a:custGeom>
                <a:avLst/>
                <a:gdLst/>
                <a:ahLst/>
                <a:cxnLst/>
                <a:rect l="l" t="t" r="r" b="b"/>
                <a:pathLst>
                  <a:path w="165" h="213" extrusionOk="0">
                    <a:moveTo>
                      <a:pt x="51" y="193"/>
                    </a:moveTo>
                    <a:cubicBezTo>
                      <a:pt x="52" y="193"/>
                      <a:pt x="53" y="193"/>
                      <a:pt x="55" y="193"/>
                    </a:cubicBezTo>
                    <a:cubicBezTo>
                      <a:pt x="57" y="192"/>
                      <a:pt x="58" y="191"/>
                      <a:pt x="60" y="191"/>
                    </a:cubicBezTo>
                    <a:cubicBezTo>
                      <a:pt x="63" y="190"/>
                      <a:pt x="65" y="189"/>
                      <a:pt x="68" y="188"/>
                    </a:cubicBezTo>
                    <a:cubicBezTo>
                      <a:pt x="70" y="187"/>
                      <a:pt x="73" y="185"/>
                      <a:pt x="75" y="183"/>
                    </a:cubicBezTo>
                    <a:cubicBezTo>
                      <a:pt x="80" y="180"/>
                      <a:pt x="85" y="176"/>
                      <a:pt x="89" y="173"/>
                    </a:cubicBezTo>
                    <a:cubicBezTo>
                      <a:pt x="95" y="168"/>
                      <a:pt x="100" y="162"/>
                      <a:pt x="105" y="157"/>
                    </a:cubicBezTo>
                    <a:cubicBezTo>
                      <a:pt x="111" y="150"/>
                      <a:pt x="116" y="144"/>
                      <a:pt x="120" y="137"/>
                    </a:cubicBezTo>
                    <a:cubicBezTo>
                      <a:pt x="120" y="137"/>
                      <a:pt x="121" y="137"/>
                      <a:pt x="121" y="136"/>
                    </a:cubicBezTo>
                    <a:cubicBezTo>
                      <a:pt x="121" y="137"/>
                      <a:pt x="121" y="137"/>
                      <a:pt x="120" y="137"/>
                    </a:cubicBezTo>
                    <a:cubicBezTo>
                      <a:pt x="125" y="130"/>
                      <a:pt x="129" y="123"/>
                      <a:pt x="132" y="116"/>
                    </a:cubicBezTo>
                    <a:cubicBezTo>
                      <a:pt x="135" y="111"/>
                      <a:pt x="138" y="105"/>
                      <a:pt x="139" y="100"/>
                    </a:cubicBezTo>
                    <a:lnTo>
                      <a:pt x="139" y="99"/>
                    </a:lnTo>
                    <a:lnTo>
                      <a:pt x="140" y="99"/>
                    </a:lnTo>
                    <a:cubicBezTo>
                      <a:pt x="139" y="99"/>
                      <a:pt x="139" y="99"/>
                      <a:pt x="139" y="99"/>
                    </a:cubicBezTo>
                    <a:cubicBezTo>
                      <a:pt x="141" y="94"/>
                      <a:pt x="143" y="89"/>
                      <a:pt x="144" y="83"/>
                    </a:cubicBezTo>
                    <a:cubicBezTo>
                      <a:pt x="144" y="84"/>
                      <a:pt x="144" y="84"/>
                      <a:pt x="144" y="84"/>
                    </a:cubicBezTo>
                    <a:cubicBezTo>
                      <a:pt x="145" y="80"/>
                      <a:pt x="145" y="76"/>
                      <a:pt x="145" y="71"/>
                    </a:cubicBezTo>
                    <a:cubicBezTo>
                      <a:pt x="146" y="67"/>
                      <a:pt x="146" y="63"/>
                      <a:pt x="145" y="59"/>
                    </a:cubicBezTo>
                    <a:cubicBezTo>
                      <a:pt x="145" y="55"/>
                      <a:pt x="145" y="52"/>
                      <a:pt x="144" y="49"/>
                    </a:cubicBezTo>
                    <a:cubicBezTo>
                      <a:pt x="144" y="45"/>
                      <a:pt x="143" y="42"/>
                      <a:pt x="142" y="39"/>
                    </a:cubicBezTo>
                    <a:cubicBezTo>
                      <a:pt x="141" y="38"/>
                      <a:pt x="141" y="38"/>
                      <a:pt x="141" y="37"/>
                    </a:cubicBezTo>
                    <a:cubicBezTo>
                      <a:pt x="140" y="36"/>
                      <a:pt x="139" y="34"/>
                      <a:pt x="138" y="33"/>
                    </a:cubicBezTo>
                    <a:cubicBezTo>
                      <a:pt x="137" y="32"/>
                      <a:pt x="137" y="31"/>
                      <a:pt x="135" y="29"/>
                    </a:cubicBezTo>
                    <a:cubicBezTo>
                      <a:pt x="134" y="28"/>
                      <a:pt x="132" y="27"/>
                      <a:pt x="131" y="25"/>
                    </a:cubicBezTo>
                    <a:cubicBezTo>
                      <a:pt x="130" y="24"/>
                      <a:pt x="128" y="22"/>
                      <a:pt x="126" y="21"/>
                    </a:cubicBezTo>
                    <a:cubicBezTo>
                      <a:pt x="127" y="21"/>
                      <a:pt x="127" y="21"/>
                      <a:pt x="127" y="22"/>
                    </a:cubicBezTo>
                    <a:cubicBezTo>
                      <a:pt x="127" y="21"/>
                      <a:pt x="126" y="21"/>
                      <a:pt x="125" y="20"/>
                    </a:cubicBezTo>
                    <a:cubicBezTo>
                      <a:pt x="124" y="20"/>
                      <a:pt x="123" y="20"/>
                      <a:pt x="123" y="20"/>
                    </a:cubicBezTo>
                    <a:cubicBezTo>
                      <a:pt x="122" y="19"/>
                      <a:pt x="121" y="19"/>
                      <a:pt x="120" y="18"/>
                    </a:cubicBezTo>
                    <a:cubicBezTo>
                      <a:pt x="119" y="18"/>
                      <a:pt x="118" y="18"/>
                      <a:pt x="117" y="18"/>
                    </a:cubicBezTo>
                    <a:cubicBezTo>
                      <a:pt x="116" y="18"/>
                      <a:pt x="115" y="18"/>
                      <a:pt x="114" y="18"/>
                    </a:cubicBezTo>
                    <a:cubicBezTo>
                      <a:pt x="113" y="18"/>
                      <a:pt x="111" y="18"/>
                      <a:pt x="110" y="19"/>
                    </a:cubicBezTo>
                    <a:cubicBezTo>
                      <a:pt x="108" y="20"/>
                      <a:pt x="106" y="20"/>
                      <a:pt x="104" y="21"/>
                    </a:cubicBezTo>
                    <a:cubicBezTo>
                      <a:pt x="102" y="21"/>
                      <a:pt x="101" y="22"/>
                      <a:pt x="99" y="22"/>
                    </a:cubicBezTo>
                    <a:cubicBezTo>
                      <a:pt x="97" y="24"/>
                      <a:pt x="95" y="25"/>
                      <a:pt x="92" y="27"/>
                    </a:cubicBezTo>
                    <a:cubicBezTo>
                      <a:pt x="89" y="29"/>
                      <a:pt x="85" y="32"/>
                      <a:pt x="81" y="35"/>
                    </a:cubicBezTo>
                    <a:lnTo>
                      <a:pt x="82" y="35"/>
                    </a:lnTo>
                    <a:cubicBezTo>
                      <a:pt x="79" y="38"/>
                      <a:pt x="76" y="41"/>
                      <a:pt x="73" y="44"/>
                    </a:cubicBezTo>
                    <a:cubicBezTo>
                      <a:pt x="73" y="45"/>
                      <a:pt x="73" y="45"/>
                      <a:pt x="73" y="46"/>
                    </a:cubicBezTo>
                    <a:cubicBezTo>
                      <a:pt x="73" y="52"/>
                      <a:pt x="68" y="56"/>
                      <a:pt x="63" y="56"/>
                    </a:cubicBezTo>
                    <a:lnTo>
                      <a:pt x="62" y="56"/>
                    </a:lnTo>
                    <a:cubicBezTo>
                      <a:pt x="58" y="61"/>
                      <a:pt x="54" y="66"/>
                      <a:pt x="51" y="71"/>
                    </a:cubicBezTo>
                    <a:cubicBezTo>
                      <a:pt x="44" y="80"/>
                      <a:pt x="39" y="90"/>
                      <a:pt x="33" y="100"/>
                    </a:cubicBezTo>
                    <a:cubicBezTo>
                      <a:pt x="31" y="103"/>
                      <a:pt x="29" y="106"/>
                      <a:pt x="27" y="110"/>
                    </a:cubicBezTo>
                    <a:cubicBezTo>
                      <a:pt x="26" y="113"/>
                      <a:pt x="26" y="116"/>
                      <a:pt x="25" y="119"/>
                    </a:cubicBezTo>
                    <a:cubicBezTo>
                      <a:pt x="25" y="118"/>
                      <a:pt x="25" y="117"/>
                      <a:pt x="25" y="117"/>
                    </a:cubicBezTo>
                    <a:cubicBezTo>
                      <a:pt x="24" y="122"/>
                      <a:pt x="23" y="127"/>
                      <a:pt x="23" y="131"/>
                    </a:cubicBezTo>
                    <a:cubicBezTo>
                      <a:pt x="22" y="137"/>
                      <a:pt x="22" y="143"/>
                      <a:pt x="21" y="148"/>
                    </a:cubicBezTo>
                    <a:cubicBezTo>
                      <a:pt x="21" y="152"/>
                      <a:pt x="21" y="157"/>
                      <a:pt x="21" y="162"/>
                    </a:cubicBezTo>
                    <a:cubicBezTo>
                      <a:pt x="21" y="164"/>
                      <a:pt x="22" y="167"/>
                      <a:pt x="22" y="169"/>
                    </a:cubicBezTo>
                    <a:cubicBezTo>
                      <a:pt x="22" y="171"/>
                      <a:pt x="23" y="173"/>
                      <a:pt x="23" y="175"/>
                    </a:cubicBezTo>
                    <a:cubicBezTo>
                      <a:pt x="24" y="176"/>
                      <a:pt x="25" y="178"/>
                      <a:pt x="25" y="179"/>
                    </a:cubicBezTo>
                    <a:cubicBezTo>
                      <a:pt x="26" y="180"/>
                      <a:pt x="26" y="182"/>
                      <a:pt x="28" y="183"/>
                    </a:cubicBezTo>
                    <a:lnTo>
                      <a:pt x="29" y="184"/>
                    </a:lnTo>
                    <a:cubicBezTo>
                      <a:pt x="29" y="185"/>
                      <a:pt x="30" y="186"/>
                      <a:pt x="31" y="187"/>
                    </a:cubicBezTo>
                    <a:cubicBezTo>
                      <a:pt x="32" y="187"/>
                      <a:pt x="33" y="188"/>
                      <a:pt x="34" y="189"/>
                    </a:cubicBezTo>
                    <a:cubicBezTo>
                      <a:pt x="35" y="189"/>
                      <a:pt x="36" y="190"/>
                      <a:pt x="37" y="191"/>
                    </a:cubicBezTo>
                    <a:cubicBezTo>
                      <a:pt x="38" y="191"/>
                      <a:pt x="39" y="191"/>
                      <a:pt x="39" y="191"/>
                    </a:cubicBezTo>
                    <a:cubicBezTo>
                      <a:pt x="40" y="192"/>
                      <a:pt x="42" y="192"/>
                      <a:pt x="43" y="193"/>
                    </a:cubicBezTo>
                    <a:cubicBezTo>
                      <a:pt x="44" y="193"/>
                      <a:pt x="46" y="193"/>
                      <a:pt x="47" y="193"/>
                    </a:cubicBezTo>
                    <a:cubicBezTo>
                      <a:pt x="48" y="193"/>
                      <a:pt x="49" y="193"/>
                      <a:pt x="51" y="193"/>
                    </a:cubicBezTo>
                    <a:moveTo>
                      <a:pt x="37" y="211"/>
                    </a:moveTo>
                    <a:cubicBezTo>
                      <a:pt x="31" y="209"/>
                      <a:pt x="25" y="206"/>
                      <a:pt x="21" y="202"/>
                    </a:cubicBezTo>
                    <a:cubicBezTo>
                      <a:pt x="15" y="198"/>
                      <a:pt x="11" y="193"/>
                      <a:pt x="9" y="187"/>
                    </a:cubicBezTo>
                    <a:cubicBezTo>
                      <a:pt x="0" y="168"/>
                      <a:pt x="3" y="145"/>
                      <a:pt x="5" y="125"/>
                    </a:cubicBezTo>
                    <a:cubicBezTo>
                      <a:pt x="5" y="124"/>
                      <a:pt x="5" y="124"/>
                      <a:pt x="5" y="124"/>
                    </a:cubicBezTo>
                    <a:cubicBezTo>
                      <a:pt x="3" y="121"/>
                      <a:pt x="3" y="117"/>
                      <a:pt x="4" y="114"/>
                    </a:cubicBezTo>
                    <a:cubicBezTo>
                      <a:pt x="6" y="111"/>
                      <a:pt x="7" y="109"/>
                      <a:pt x="8" y="106"/>
                    </a:cubicBezTo>
                    <a:cubicBezTo>
                      <a:pt x="10" y="102"/>
                      <a:pt x="11" y="98"/>
                      <a:pt x="12" y="94"/>
                    </a:cubicBezTo>
                    <a:cubicBezTo>
                      <a:pt x="16" y="80"/>
                      <a:pt x="21" y="67"/>
                      <a:pt x="28" y="55"/>
                    </a:cubicBezTo>
                    <a:cubicBezTo>
                      <a:pt x="30" y="49"/>
                      <a:pt x="34" y="44"/>
                      <a:pt x="38" y="39"/>
                    </a:cubicBezTo>
                    <a:cubicBezTo>
                      <a:pt x="42" y="35"/>
                      <a:pt x="47" y="31"/>
                      <a:pt x="53" y="29"/>
                    </a:cubicBezTo>
                    <a:cubicBezTo>
                      <a:pt x="55" y="28"/>
                      <a:pt x="58" y="28"/>
                      <a:pt x="60" y="29"/>
                    </a:cubicBezTo>
                    <a:cubicBezTo>
                      <a:pt x="61" y="29"/>
                      <a:pt x="61" y="29"/>
                      <a:pt x="61" y="29"/>
                    </a:cubicBezTo>
                    <a:cubicBezTo>
                      <a:pt x="63" y="28"/>
                      <a:pt x="63" y="27"/>
                      <a:pt x="64" y="26"/>
                    </a:cubicBezTo>
                    <a:cubicBezTo>
                      <a:pt x="69" y="21"/>
                      <a:pt x="74" y="17"/>
                      <a:pt x="79" y="13"/>
                    </a:cubicBezTo>
                    <a:cubicBezTo>
                      <a:pt x="85" y="9"/>
                      <a:pt x="90" y="6"/>
                      <a:pt x="97" y="3"/>
                    </a:cubicBezTo>
                    <a:cubicBezTo>
                      <a:pt x="103" y="2"/>
                      <a:pt x="109" y="0"/>
                      <a:pt x="115" y="0"/>
                    </a:cubicBezTo>
                    <a:cubicBezTo>
                      <a:pt x="121" y="0"/>
                      <a:pt x="127" y="1"/>
                      <a:pt x="133" y="4"/>
                    </a:cubicBezTo>
                    <a:cubicBezTo>
                      <a:pt x="138" y="6"/>
                      <a:pt x="142" y="10"/>
                      <a:pt x="146" y="14"/>
                    </a:cubicBezTo>
                    <a:cubicBezTo>
                      <a:pt x="151" y="18"/>
                      <a:pt x="155" y="24"/>
                      <a:pt x="158" y="30"/>
                    </a:cubicBezTo>
                    <a:cubicBezTo>
                      <a:pt x="160" y="35"/>
                      <a:pt x="162" y="42"/>
                      <a:pt x="162" y="48"/>
                    </a:cubicBezTo>
                    <a:cubicBezTo>
                      <a:pt x="164" y="55"/>
                      <a:pt x="164" y="63"/>
                      <a:pt x="164" y="70"/>
                    </a:cubicBezTo>
                    <a:cubicBezTo>
                      <a:pt x="162" y="98"/>
                      <a:pt x="151" y="125"/>
                      <a:pt x="135" y="148"/>
                    </a:cubicBezTo>
                    <a:cubicBezTo>
                      <a:pt x="127" y="159"/>
                      <a:pt x="118" y="170"/>
                      <a:pt x="108" y="180"/>
                    </a:cubicBezTo>
                    <a:cubicBezTo>
                      <a:pt x="99" y="190"/>
                      <a:pt x="88" y="198"/>
                      <a:pt x="76" y="205"/>
                    </a:cubicBezTo>
                    <a:cubicBezTo>
                      <a:pt x="70" y="208"/>
                      <a:pt x="64" y="210"/>
                      <a:pt x="57" y="211"/>
                    </a:cubicBezTo>
                    <a:cubicBezTo>
                      <a:pt x="55" y="212"/>
                      <a:pt x="52" y="212"/>
                      <a:pt x="49" y="212"/>
                    </a:cubicBezTo>
                    <a:cubicBezTo>
                      <a:pt x="45" y="212"/>
                      <a:pt x="41" y="211"/>
                      <a:pt x="37" y="2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3" name="Google Shape;4353;p50">
                <a:extLst>
                  <a:ext uri="{FF2B5EF4-FFF2-40B4-BE49-F238E27FC236}">
                    <a16:creationId xmlns:a16="http://schemas.microsoft.com/office/drawing/2014/main" id="{A9CA96C4-7FB5-92CF-27E6-9EB2F603473D}"/>
                  </a:ext>
                </a:extLst>
              </p:cNvPr>
              <p:cNvSpPr/>
              <p:nvPr/>
            </p:nvSpPr>
            <p:spPr>
              <a:xfrm>
                <a:off x="-749900" y="3653278"/>
                <a:ext cx="69480" cy="129960"/>
              </a:xfrm>
              <a:custGeom>
                <a:avLst/>
                <a:gdLst/>
                <a:ahLst/>
                <a:cxnLst/>
                <a:rect l="l" t="t" r="r" b="b"/>
                <a:pathLst>
                  <a:path w="193" h="361" extrusionOk="0">
                    <a:moveTo>
                      <a:pt x="9" y="344"/>
                    </a:moveTo>
                    <a:cubicBezTo>
                      <a:pt x="7" y="342"/>
                      <a:pt x="6" y="339"/>
                      <a:pt x="5" y="336"/>
                    </a:cubicBezTo>
                    <a:cubicBezTo>
                      <a:pt x="4" y="332"/>
                      <a:pt x="3" y="329"/>
                      <a:pt x="2" y="326"/>
                    </a:cubicBezTo>
                    <a:cubicBezTo>
                      <a:pt x="1" y="319"/>
                      <a:pt x="0" y="312"/>
                      <a:pt x="0" y="305"/>
                    </a:cubicBezTo>
                    <a:cubicBezTo>
                      <a:pt x="0" y="295"/>
                      <a:pt x="3" y="284"/>
                      <a:pt x="6" y="274"/>
                    </a:cubicBezTo>
                    <a:cubicBezTo>
                      <a:pt x="8" y="265"/>
                      <a:pt x="12" y="257"/>
                      <a:pt x="16" y="249"/>
                    </a:cubicBezTo>
                    <a:cubicBezTo>
                      <a:pt x="21" y="240"/>
                      <a:pt x="26" y="232"/>
                      <a:pt x="31" y="223"/>
                    </a:cubicBezTo>
                    <a:cubicBezTo>
                      <a:pt x="33" y="219"/>
                      <a:pt x="39" y="218"/>
                      <a:pt x="43" y="221"/>
                    </a:cubicBezTo>
                    <a:cubicBezTo>
                      <a:pt x="47" y="223"/>
                      <a:pt x="48" y="228"/>
                      <a:pt x="46" y="232"/>
                    </a:cubicBezTo>
                    <a:cubicBezTo>
                      <a:pt x="41" y="241"/>
                      <a:pt x="37" y="250"/>
                      <a:pt x="31" y="259"/>
                    </a:cubicBezTo>
                    <a:cubicBezTo>
                      <a:pt x="32" y="258"/>
                      <a:pt x="32" y="258"/>
                      <a:pt x="32" y="258"/>
                    </a:cubicBezTo>
                    <a:cubicBezTo>
                      <a:pt x="29" y="263"/>
                      <a:pt x="27" y="269"/>
                      <a:pt x="24" y="275"/>
                    </a:cubicBezTo>
                    <a:cubicBezTo>
                      <a:pt x="23" y="279"/>
                      <a:pt x="22" y="284"/>
                      <a:pt x="21" y="289"/>
                    </a:cubicBezTo>
                    <a:lnTo>
                      <a:pt x="21" y="288"/>
                    </a:lnTo>
                    <a:cubicBezTo>
                      <a:pt x="20" y="292"/>
                      <a:pt x="20" y="296"/>
                      <a:pt x="19" y="300"/>
                    </a:cubicBezTo>
                    <a:cubicBezTo>
                      <a:pt x="19" y="304"/>
                      <a:pt x="19" y="307"/>
                      <a:pt x="19" y="310"/>
                    </a:cubicBezTo>
                    <a:cubicBezTo>
                      <a:pt x="19" y="314"/>
                      <a:pt x="20" y="318"/>
                      <a:pt x="21" y="323"/>
                    </a:cubicBezTo>
                    <a:cubicBezTo>
                      <a:pt x="21" y="322"/>
                      <a:pt x="21" y="321"/>
                      <a:pt x="20" y="321"/>
                    </a:cubicBezTo>
                    <a:cubicBezTo>
                      <a:pt x="21" y="323"/>
                      <a:pt x="21" y="325"/>
                      <a:pt x="22" y="328"/>
                    </a:cubicBezTo>
                    <a:cubicBezTo>
                      <a:pt x="23" y="329"/>
                      <a:pt x="24" y="331"/>
                      <a:pt x="24" y="332"/>
                    </a:cubicBezTo>
                    <a:cubicBezTo>
                      <a:pt x="25" y="334"/>
                      <a:pt x="25" y="334"/>
                      <a:pt x="25" y="335"/>
                    </a:cubicBezTo>
                    <a:cubicBezTo>
                      <a:pt x="26" y="335"/>
                      <a:pt x="26" y="335"/>
                      <a:pt x="26" y="335"/>
                    </a:cubicBezTo>
                    <a:cubicBezTo>
                      <a:pt x="27" y="336"/>
                      <a:pt x="27" y="336"/>
                      <a:pt x="27" y="336"/>
                    </a:cubicBezTo>
                    <a:cubicBezTo>
                      <a:pt x="28" y="337"/>
                      <a:pt x="29" y="338"/>
                      <a:pt x="31" y="339"/>
                    </a:cubicBezTo>
                    <a:lnTo>
                      <a:pt x="32" y="340"/>
                    </a:lnTo>
                    <a:lnTo>
                      <a:pt x="33" y="341"/>
                    </a:lnTo>
                    <a:cubicBezTo>
                      <a:pt x="34" y="341"/>
                      <a:pt x="34" y="341"/>
                      <a:pt x="35" y="341"/>
                    </a:cubicBezTo>
                    <a:lnTo>
                      <a:pt x="36" y="341"/>
                    </a:lnTo>
                    <a:cubicBezTo>
                      <a:pt x="38" y="340"/>
                      <a:pt x="39" y="339"/>
                      <a:pt x="41" y="339"/>
                    </a:cubicBezTo>
                    <a:cubicBezTo>
                      <a:pt x="43" y="338"/>
                      <a:pt x="45" y="336"/>
                      <a:pt x="46" y="335"/>
                    </a:cubicBezTo>
                    <a:cubicBezTo>
                      <a:pt x="48" y="334"/>
                      <a:pt x="49" y="334"/>
                      <a:pt x="51" y="332"/>
                    </a:cubicBezTo>
                    <a:cubicBezTo>
                      <a:pt x="53" y="330"/>
                      <a:pt x="55" y="328"/>
                      <a:pt x="57" y="326"/>
                    </a:cubicBezTo>
                    <a:cubicBezTo>
                      <a:pt x="59" y="324"/>
                      <a:pt x="61" y="321"/>
                      <a:pt x="63" y="318"/>
                    </a:cubicBezTo>
                    <a:cubicBezTo>
                      <a:pt x="66" y="314"/>
                      <a:pt x="68" y="310"/>
                      <a:pt x="70" y="306"/>
                    </a:cubicBezTo>
                    <a:cubicBezTo>
                      <a:pt x="73" y="300"/>
                      <a:pt x="75" y="295"/>
                      <a:pt x="77" y="289"/>
                    </a:cubicBezTo>
                    <a:lnTo>
                      <a:pt x="77" y="290"/>
                    </a:lnTo>
                    <a:cubicBezTo>
                      <a:pt x="79" y="283"/>
                      <a:pt x="81" y="275"/>
                      <a:pt x="83" y="268"/>
                    </a:cubicBezTo>
                    <a:lnTo>
                      <a:pt x="83" y="269"/>
                    </a:lnTo>
                    <a:cubicBezTo>
                      <a:pt x="87" y="249"/>
                      <a:pt x="89" y="229"/>
                      <a:pt x="91" y="209"/>
                    </a:cubicBezTo>
                    <a:cubicBezTo>
                      <a:pt x="94" y="188"/>
                      <a:pt x="95" y="169"/>
                      <a:pt x="98" y="148"/>
                    </a:cubicBezTo>
                    <a:cubicBezTo>
                      <a:pt x="101" y="120"/>
                      <a:pt x="105" y="91"/>
                      <a:pt x="114" y="64"/>
                    </a:cubicBezTo>
                    <a:cubicBezTo>
                      <a:pt x="118" y="50"/>
                      <a:pt x="123" y="38"/>
                      <a:pt x="131" y="27"/>
                    </a:cubicBezTo>
                    <a:cubicBezTo>
                      <a:pt x="134" y="21"/>
                      <a:pt x="139" y="16"/>
                      <a:pt x="143" y="12"/>
                    </a:cubicBezTo>
                    <a:cubicBezTo>
                      <a:pt x="147" y="7"/>
                      <a:pt x="153" y="4"/>
                      <a:pt x="159" y="2"/>
                    </a:cubicBezTo>
                    <a:cubicBezTo>
                      <a:pt x="164" y="0"/>
                      <a:pt x="171" y="1"/>
                      <a:pt x="176" y="3"/>
                    </a:cubicBezTo>
                    <a:cubicBezTo>
                      <a:pt x="181" y="4"/>
                      <a:pt x="185" y="9"/>
                      <a:pt x="188" y="14"/>
                    </a:cubicBezTo>
                    <a:cubicBezTo>
                      <a:pt x="191" y="18"/>
                      <a:pt x="192" y="24"/>
                      <a:pt x="192" y="29"/>
                    </a:cubicBezTo>
                    <a:cubicBezTo>
                      <a:pt x="192" y="36"/>
                      <a:pt x="190" y="42"/>
                      <a:pt x="189" y="48"/>
                    </a:cubicBezTo>
                    <a:cubicBezTo>
                      <a:pt x="187" y="54"/>
                      <a:pt x="184" y="59"/>
                      <a:pt x="180" y="64"/>
                    </a:cubicBezTo>
                    <a:cubicBezTo>
                      <a:pt x="177" y="70"/>
                      <a:pt x="173" y="74"/>
                      <a:pt x="168" y="77"/>
                    </a:cubicBezTo>
                    <a:cubicBezTo>
                      <a:pt x="163" y="79"/>
                      <a:pt x="158" y="77"/>
                      <a:pt x="154" y="74"/>
                    </a:cubicBezTo>
                    <a:cubicBezTo>
                      <a:pt x="151" y="72"/>
                      <a:pt x="149" y="69"/>
                      <a:pt x="148" y="64"/>
                    </a:cubicBezTo>
                    <a:cubicBezTo>
                      <a:pt x="148" y="62"/>
                      <a:pt x="148" y="59"/>
                      <a:pt x="149" y="57"/>
                    </a:cubicBezTo>
                    <a:cubicBezTo>
                      <a:pt x="151" y="54"/>
                      <a:pt x="154" y="52"/>
                      <a:pt x="157" y="52"/>
                    </a:cubicBezTo>
                    <a:cubicBezTo>
                      <a:pt x="159" y="52"/>
                      <a:pt x="162" y="52"/>
                      <a:pt x="164" y="54"/>
                    </a:cubicBezTo>
                    <a:cubicBezTo>
                      <a:pt x="165" y="52"/>
                      <a:pt x="167" y="49"/>
                      <a:pt x="168" y="46"/>
                    </a:cubicBezTo>
                    <a:cubicBezTo>
                      <a:pt x="169" y="45"/>
                      <a:pt x="169" y="43"/>
                      <a:pt x="170" y="42"/>
                    </a:cubicBezTo>
                    <a:cubicBezTo>
                      <a:pt x="171" y="41"/>
                      <a:pt x="171" y="38"/>
                      <a:pt x="172" y="36"/>
                    </a:cubicBezTo>
                    <a:cubicBezTo>
                      <a:pt x="172" y="35"/>
                      <a:pt x="172" y="33"/>
                      <a:pt x="172" y="31"/>
                    </a:cubicBezTo>
                    <a:cubicBezTo>
                      <a:pt x="172" y="31"/>
                      <a:pt x="172" y="29"/>
                      <a:pt x="172" y="28"/>
                    </a:cubicBezTo>
                    <a:cubicBezTo>
                      <a:pt x="172" y="28"/>
                      <a:pt x="172" y="27"/>
                      <a:pt x="172" y="26"/>
                    </a:cubicBezTo>
                    <a:cubicBezTo>
                      <a:pt x="172" y="25"/>
                      <a:pt x="172" y="25"/>
                      <a:pt x="172" y="24"/>
                    </a:cubicBezTo>
                    <a:cubicBezTo>
                      <a:pt x="171" y="24"/>
                      <a:pt x="171" y="24"/>
                      <a:pt x="171" y="23"/>
                    </a:cubicBezTo>
                    <a:cubicBezTo>
                      <a:pt x="171" y="22"/>
                      <a:pt x="171" y="22"/>
                      <a:pt x="171" y="22"/>
                    </a:cubicBezTo>
                    <a:lnTo>
                      <a:pt x="170" y="22"/>
                    </a:lnTo>
                    <a:cubicBezTo>
                      <a:pt x="170" y="22"/>
                      <a:pt x="169" y="22"/>
                      <a:pt x="169" y="21"/>
                    </a:cubicBezTo>
                    <a:lnTo>
                      <a:pt x="168" y="21"/>
                    </a:lnTo>
                    <a:lnTo>
                      <a:pt x="167" y="21"/>
                    </a:lnTo>
                    <a:lnTo>
                      <a:pt x="166" y="21"/>
                    </a:lnTo>
                    <a:lnTo>
                      <a:pt x="165" y="21"/>
                    </a:lnTo>
                    <a:lnTo>
                      <a:pt x="164" y="21"/>
                    </a:lnTo>
                    <a:cubicBezTo>
                      <a:pt x="163" y="22"/>
                      <a:pt x="162" y="22"/>
                      <a:pt x="162" y="22"/>
                    </a:cubicBezTo>
                    <a:cubicBezTo>
                      <a:pt x="161" y="23"/>
                      <a:pt x="160" y="23"/>
                      <a:pt x="159" y="24"/>
                    </a:cubicBezTo>
                    <a:cubicBezTo>
                      <a:pt x="158" y="25"/>
                      <a:pt x="157" y="25"/>
                      <a:pt x="157" y="26"/>
                    </a:cubicBezTo>
                    <a:cubicBezTo>
                      <a:pt x="155" y="27"/>
                      <a:pt x="154" y="28"/>
                      <a:pt x="152" y="30"/>
                    </a:cubicBezTo>
                    <a:cubicBezTo>
                      <a:pt x="151" y="32"/>
                      <a:pt x="148" y="35"/>
                      <a:pt x="147" y="38"/>
                    </a:cubicBezTo>
                    <a:cubicBezTo>
                      <a:pt x="144" y="42"/>
                      <a:pt x="141" y="46"/>
                      <a:pt x="139" y="50"/>
                    </a:cubicBezTo>
                    <a:cubicBezTo>
                      <a:pt x="140" y="50"/>
                      <a:pt x="140" y="50"/>
                      <a:pt x="140" y="49"/>
                    </a:cubicBezTo>
                    <a:cubicBezTo>
                      <a:pt x="137" y="55"/>
                      <a:pt x="134" y="62"/>
                      <a:pt x="132" y="67"/>
                    </a:cubicBezTo>
                    <a:cubicBezTo>
                      <a:pt x="128" y="80"/>
                      <a:pt x="125" y="93"/>
                      <a:pt x="122" y="106"/>
                    </a:cubicBezTo>
                    <a:lnTo>
                      <a:pt x="122" y="105"/>
                    </a:lnTo>
                    <a:cubicBezTo>
                      <a:pt x="120" y="115"/>
                      <a:pt x="119" y="126"/>
                      <a:pt x="117" y="136"/>
                    </a:cubicBezTo>
                    <a:cubicBezTo>
                      <a:pt x="116" y="140"/>
                      <a:pt x="116" y="145"/>
                      <a:pt x="115" y="149"/>
                    </a:cubicBezTo>
                    <a:cubicBezTo>
                      <a:pt x="115" y="155"/>
                      <a:pt x="114" y="161"/>
                      <a:pt x="113" y="166"/>
                    </a:cubicBezTo>
                    <a:cubicBezTo>
                      <a:pt x="112" y="176"/>
                      <a:pt x="111" y="186"/>
                      <a:pt x="110" y="197"/>
                    </a:cubicBezTo>
                    <a:cubicBezTo>
                      <a:pt x="109" y="206"/>
                      <a:pt x="108" y="216"/>
                      <a:pt x="106" y="226"/>
                    </a:cubicBezTo>
                    <a:cubicBezTo>
                      <a:pt x="106" y="231"/>
                      <a:pt x="105" y="236"/>
                      <a:pt x="104" y="241"/>
                    </a:cubicBezTo>
                    <a:cubicBezTo>
                      <a:pt x="104" y="245"/>
                      <a:pt x="104" y="249"/>
                      <a:pt x="102" y="253"/>
                    </a:cubicBezTo>
                    <a:cubicBezTo>
                      <a:pt x="102" y="259"/>
                      <a:pt x="101" y="265"/>
                      <a:pt x="99" y="271"/>
                    </a:cubicBezTo>
                    <a:cubicBezTo>
                      <a:pt x="98" y="276"/>
                      <a:pt x="97" y="282"/>
                      <a:pt x="95" y="287"/>
                    </a:cubicBezTo>
                    <a:cubicBezTo>
                      <a:pt x="94" y="293"/>
                      <a:pt x="91" y="300"/>
                      <a:pt x="89" y="306"/>
                    </a:cubicBezTo>
                    <a:cubicBezTo>
                      <a:pt x="84" y="318"/>
                      <a:pt x="77" y="330"/>
                      <a:pt x="69" y="340"/>
                    </a:cubicBezTo>
                    <a:cubicBezTo>
                      <a:pt x="65" y="345"/>
                      <a:pt x="60" y="349"/>
                      <a:pt x="55" y="352"/>
                    </a:cubicBezTo>
                    <a:cubicBezTo>
                      <a:pt x="53" y="353"/>
                      <a:pt x="50" y="355"/>
                      <a:pt x="48" y="356"/>
                    </a:cubicBezTo>
                    <a:cubicBezTo>
                      <a:pt x="45" y="358"/>
                      <a:pt x="41" y="359"/>
                      <a:pt x="38" y="360"/>
                    </a:cubicBezTo>
                    <a:cubicBezTo>
                      <a:pt x="37" y="360"/>
                      <a:pt x="36" y="360"/>
                      <a:pt x="35" y="360"/>
                    </a:cubicBezTo>
                    <a:cubicBezTo>
                      <a:pt x="24" y="360"/>
                      <a:pt x="14" y="353"/>
                      <a:pt x="9" y="3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4" name="Google Shape;4354;p50">
                <a:extLst>
                  <a:ext uri="{FF2B5EF4-FFF2-40B4-BE49-F238E27FC236}">
                    <a16:creationId xmlns:a16="http://schemas.microsoft.com/office/drawing/2014/main" id="{DBD4D975-4ECC-95A2-DFD6-B7F736C6A39A}"/>
                  </a:ext>
                </a:extLst>
              </p:cNvPr>
              <p:cNvSpPr/>
              <p:nvPr/>
            </p:nvSpPr>
            <p:spPr>
              <a:xfrm>
                <a:off x="-733700" y="3704038"/>
                <a:ext cx="53640" cy="16920"/>
              </a:xfrm>
              <a:custGeom>
                <a:avLst/>
                <a:gdLst/>
                <a:ahLst/>
                <a:cxnLst/>
                <a:rect l="l" t="t" r="r" b="b"/>
                <a:pathLst>
                  <a:path w="149" h="47" extrusionOk="0">
                    <a:moveTo>
                      <a:pt x="24" y="46"/>
                    </a:moveTo>
                    <a:cubicBezTo>
                      <a:pt x="21" y="46"/>
                      <a:pt x="18" y="45"/>
                      <a:pt x="15" y="45"/>
                    </a:cubicBezTo>
                    <a:cubicBezTo>
                      <a:pt x="14" y="45"/>
                      <a:pt x="13" y="45"/>
                      <a:pt x="12" y="45"/>
                    </a:cubicBezTo>
                    <a:cubicBezTo>
                      <a:pt x="10" y="45"/>
                      <a:pt x="8" y="44"/>
                      <a:pt x="7" y="43"/>
                    </a:cubicBezTo>
                    <a:cubicBezTo>
                      <a:pt x="5" y="42"/>
                      <a:pt x="4" y="41"/>
                      <a:pt x="3" y="39"/>
                    </a:cubicBezTo>
                    <a:cubicBezTo>
                      <a:pt x="0" y="35"/>
                      <a:pt x="0" y="29"/>
                      <a:pt x="5" y="25"/>
                    </a:cubicBezTo>
                    <a:cubicBezTo>
                      <a:pt x="7" y="24"/>
                      <a:pt x="8" y="22"/>
                      <a:pt x="11" y="21"/>
                    </a:cubicBezTo>
                    <a:cubicBezTo>
                      <a:pt x="14" y="20"/>
                      <a:pt x="17" y="19"/>
                      <a:pt x="20" y="18"/>
                    </a:cubicBezTo>
                    <a:cubicBezTo>
                      <a:pt x="25" y="16"/>
                      <a:pt x="30" y="14"/>
                      <a:pt x="35" y="13"/>
                    </a:cubicBezTo>
                    <a:cubicBezTo>
                      <a:pt x="40" y="13"/>
                      <a:pt x="44" y="11"/>
                      <a:pt x="49" y="10"/>
                    </a:cubicBezTo>
                    <a:cubicBezTo>
                      <a:pt x="53" y="10"/>
                      <a:pt x="59" y="9"/>
                      <a:pt x="63" y="8"/>
                    </a:cubicBezTo>
                    <a:cubicBezTo>
                      <a:pt x="68" y="7"/>
                      <a:pt x="72" y="7"/>
                      <a:pt x="76" y="6"/>
                    </a:cubicBezTo>
                    <a:cubicBezTo>
                      <a:pt x="96" y="4"/>
                      <a:pt x="117" y="2"/>
                      <a:pt x="137" y="0"/>
                    </a:cubicBezTo>
                    <a:cubicBezTo>
                      <a:pt x="142" y="0"/>
                      <a:pt x="146" y="3"/>
                      <a:pt x="147" y="7"/>
                    </a:cubicBezTo>
                    <a:cubicBezTo>
                      <a:pt x="148" y="12"/>
                      <a:pt x="144" y="17"/>
                      <a:pt x="140" y="17"/>
                    </a:cubicBezTo>
                    <a:cubicBezTo>
                      <a:pt x="131" y="18"/>
                      <a:pt x="123" y="20"/>
                      <a:pt x="114" y="20"/>
                    </a:cubicBezTo>
                    <a:cubicBezTo>
                      <a:pt x="107" y="21"/>
                      <a:pt x="99" y="22"/>
                      <a:pt x="92" y="23"/>
                    </a:cubicBezTo>
                    <a:cubicBezTo>
                      <a:pt x="84" y="24"/>
                      <a:pt x="76" y="25"/>
                      <a:pt x="68" y="26"/>
                    </a:cubicBezTo>
                    <a:cubicBezTo>
                      <a:pt x="63" y="27"/>
                      <a:pt x="57" y="28"/>
                      <a:pt x="52" y="29"/>
                    </a:cubicBezTo>
                    <a:cubicBezTo>
                      <a:pt x="46" y="31"/>
                      <a:pt x="40" y="32"/>
                      <a:pt x="34" y="34"/>
                    </a:cubicBezTo>
                    <a:cubicBezTo>
                      <a:pt x="35" y="35"/>
                      <a:pt x="35" y="35"/>
                      <a:pt x="35" y="35"/>
                    </a:cubicBezTo>
                    <a:cubicBezTo>
                      <a:pt x="35" y="41"/>
                      <a:pt x="30" y="46"/>
                      <a:pt x="25" y="46"/>
                    </a:cubicBezTo>
                    <a:cubicBezTo>
                      <a:pt x="24" y="46"/>
                      <a:pt x="24" y="46"/>
                      <a:pt x="24" y="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5" name="Google Shape;4355;p50">
                <a:extLst>
                  <a:ext uri="{FF2B5EF4-FFF2-40B4-BE49-F238E27FC236}">
                    <a16:creationId xmlns:a16="http://schemas.microsoft.com/office/drawing/2014/main" id="{3AC753A8-A983-2828-DF25-63FC9E8D2763}"/>
                  </a:ext>
                </a:extLst>
              </p:cNvPr>
              <p:cNvSpPr/>
              <p:nvPr/>
            </p:nvSpPr>
            <p:spPr>
              <a:xfrm>
                <a:off x="-672860" y="3660477"/>
                <a:ext cx="33840" cy="91440"/>
              </a:xfrm>
              <a:custGeom>
                <a:avLst/>
                <a:gdLst/>
                <a:ahLst/>
                <a:cxnLst/>
                <a:rect l="l" t="t" r="r" b="b"/>
                <a:pathLst>
                  <a:path w="94" h="254" extrusionOk="0">
                    <a:moveTo>
                      <a:pt x="11" y="248"/>
                    </a:moveTo>
                    <a:cubicBezTo>
                      <a:pt x="7" y="235"/>
                      <a:pt x="3" y="224"/>
                      <a:pt x="1" y="212"/>
                    </a:cubicBezTo>
                    <a:cubicBezTo>
                      <a:pt x="0" y="200"/>
                      <a:pt x="0" y="188"/>
                      <a:pt x="0" y="176"/>
                    </a:cubicBezTo>
                    <a:cubicBezTo>
                      <a:pt x="0" y="170"/>
                      <a:pt x="1" y="163"/>
                      <a:pt x="2" y="156"/>
                    </a:cubicBezTo>
                    <a:cubicBezTo>
                      <a:pt x="3" y="149"/>
                      <a:pt x="4" y="143"/>
                      <a:pt x="5" y="136"/>
                    </a:cubicBezTo>
                    <a:cubicBezTo>
                      <a:pt x="5" y="136"/>
                      <a:pt x="6" y="135"/>
                      <a:pt x="6" y="134"/>
                    </a:cubicBezTo>
                    <a:cubicBezTo>
                      <a:pt x="6" y="134"/>
                      <a:pt x="6" y="133"/>
                      <a:pt x="6" y="132"/>
                    </a:cubicBezTo>
                    <a:lnTo>
                      <a:pt x="6" y="133"/>
                    </a:lnTo>
                    <a:cubicBezTo>
                      <a:pt x="7" y="131"/>
                      <a:pt x="7" y="129"/>
                      <a:pt x="7" y="127"/>
                    </a:cubicBezTo>
                    <a:cubicBezTo>
                      <a:pt x="8" y="125"/>
                      <a:pt x="8" y="124"/>
                      <a:pt x="8" y="122"/>
                    </a:cubicBezTo>
                    <a:lnTo>
                      <a:pt x="8" y="123"/>
                    </a:lnTo>
                    <a:cubicBezTo>
                      <a:pt x="9" y="118"/>
                      <a:pt x="11" y="114"/>
                      <a:pt x="12" y="110"/>
                    </a:cubicBezTo>
                    <a:cubicBezTo>
                      <a:pt x="13" y="106"/>
                      <a:pt x="14" y="101"/>
                      <a:pt x="15" y="97"/>
                    </a:cubicBezTo>
                    <a:lnTo>
                      <a:pt x="15" y="96"/>
                    </a:lnTo>
                    <a:lnTo>
                      <a:pt x="16" y="95"/>
                    </a:lnTo>
                    <a:cubicBezTo>
                      <a:pt x="16" y="95"/>
                      <a:pt x="15" y="95"/>
                      <a:pt x="15" y="96"/>
                    </a:cubicBezTo>
                    <a:cubicBezTo>
                      <a:pt x="16" y="95"/>
                      <a:pt x="16" y="95"/>
                      <a:pt x="16" y="95"/>
                    </a:cubicBezTo>
                    <a:cubicBezTo>
                      <a:pt x="17" y="93"/>
                      <a:pt x="17" y="92"/>
                      <a:pt x="17" y="90"/>
                    </a:cubicBezTo>
                    <a:cubicBezTo>
                      <a:pt x="17" y="91"/>
                      <a:pt x="17" y="91"/>
                      <a:pt x="17" y="92"/>
                    </a:cubicBezTo>
                    <a:cubicBezTo>
                      <a:pt x="17" y="90"/>
                      <a:pt x="18" y="90"/>
                      <a:pt x="18" y="89"/>
                    </a:cubicBezTo>
                    <a:lnTo>
                      <a:pt x="18" y="90"/>
                    </a:lnTo>
                    <a:cubicBezTo>
                      <a:pt x="18" y="89"/>
                      <a:pt x="19" y="87"/>
                      <a:pt x="19" y="85"/>
                    </a:cubicBezTo>
                    <a:cubicBezTo>
                      <a:pt x="19" y="86"/>
                      <a:pt x="19" y="86"/>
                      <a:pt x="19" y="86"/>
                    </a:cubicBezTo>
                    <a:cubicBezTo>
                      <a:pt x="19" y="86"/>
                      <a:pt x="19" y="85"/>
                      <a:pt x="19" y="83"/>
                    </a:cubicBezTo>
                    <a:cubicBezTo>
                      <a:pt x="19" y="84"/>
                      <a:pt x="19" y="85"/>
                      <a:pt x="19" y="85"/>
                    </a:cubicBezTo>
                    <a:cubicBezTo>
                      <a:pt x="20" y="83"/>
                      <a:pt x="20" y="82"/>
                      <a:pt x="21" y="81"/>
                    </a:cubicBezTo>
                    <a:cubicBezTo>
                      <a:pt x="21" y="81"/>
                      <a:pt x="21" y="82"/>
                      <a:pt x="20" y="82"/>
                    </a:cubicBezTo>
                    <a:cubicBezTo>
                      <a:pt x="21" y="81"/>
                      <a:pt x="21" y="81"/>
                      <a:pt x="21" y="79"/>
                    </a:cubicBezTo>
                    <a:cubicBezTo>
                      <a:pt x="22" y="78"/>
                      <a:pt x="22" y="77"/>
                      <a:pt x="22" y="76"/>
                    </a:cubicBezTo>
                    <a:lnTo>
                      <a:pt x="23" y="75"/>
                    </a:lnTo>
                    <a:cubicBezTo>
                      <a:pt x="23" y="74"/>
                      <a:pt x="23" y="74"/>
                      <a:pt x="24" y="73"/>
                    </a:cubicBezTo>
                    <a:cubicBezTo>
                      <a:pt x="24" y="74"/>
                      <a:pt x="23" y="74"/>
                      <a:pt x="23" y="74"/>
                    </a:cubicBezTo>
                    <a:cubicBezTo>
                      <a:pt x="26" y="66"/>
                      <a:pt x="29" y="58"/>
                      <a:pt x="33" y="51"/>
                    </a:cubicBezTo>
                    <a:cubicBezTo>
                      <a:pt x="37" y="42"/>
                      <a:pt x="42" y="33"/>
                      <a:pt x="47" y="25"/>
                    </a:cubicBezTo>
                    <a:cubicBezTo>
                      <a:pt x="52" y="18"/>
                      <a:pt x="58" y="11"/>
                      <a:pt x="66" y="5"/>
                    </a:cubicBezTo>
                    <a:cubicBezTo>
                      <a:pt x="69" y="4"/>
                      <a:pt x="72" y="2"/>
                      <a:pt x="75" y="1"/>
                    </a:cubicBezTo>
                    <a:cubicBezTo>
                      <a:pt x="78" y="0"/>
                      <a:pt x="81" y="0"/>
                      <a:pt x="83" y="0"/>
                    </a:cubicBezTo>
                    <a:cubicBezTo>
                      <a:pt x="89" y="0"/>
                      <a:pt x="93" y="5"/>
                      <a:pt x="93" y="10"/>
                    </a:cubicBezTo>
                    <a:cubicBezTo>
                      <a:pt x="93" y="15"/>
                      <a:pt x="89" y="21"/>
                      <a:pt x="83" y="20"/>
                    </a:cubicBezTo>
                    <a:cubicBezTo>
                      <a:pt x="82" y="20"/>
                      <a:pt x="81" y="20"/>
                      <a:pt x="79" y="20"/>
                    </a:cubicBezTo>
                    <a:cubicBezTo>
                      <a:pt x="79" y="21"/>
                      <a:pt x="79" y="21"/>
                      <a:pt x="79" y="21"/>
                    </a:cubicBezTo>
                    <a:cubicBezTo>
                      <a:pt x="78" y="21"/>
                      <a:pt x="77" y="22"/>
                      <a:pt x="77" y="22"/>
                    </a:cubicBezTo>
                    <a:cubicBezTo>
                      <a:pt x="75" y="23"/>
                      <a:pt x="74" y="25"/>
                      <a:pt x="72" y="26"/>
                    </a:cubicBezTo>
                    <a:cubicBezTo>
                      <a:pt x="70" y="27"/>
                      <a:pt x="68" y="29"/>
                      <a:pt x="67" y="30"/>
                    </a:cubicBezTo>
                    <a:cubicBezTo>
                      <a:pt x="65" y="33"/>
                      <a:pt x="63" y="35"/>
                      <a:pt x="61" y="38"/>
                    </a:cubicBezTo>
                    <a:cubicBezTo>
                      <a:pt x="57" y="44"/>
                      <a:pt x="54" y="50"/>
                      <a:pt x="51" y="57"/>
                    </a:cubicBezTo>
                    <a:lnTo>
                      <a:pt x="51" y="56"/>
                    </a:lnTo>
                    <a:cubicBezTo>
                      <a:pt x="46" y="65"/>
                      <a:pt x="42" y="75"/>
                      <a:pt x="39" y="85"/>
                    </a:cubicBezTo>
                    <a:cubicBezTo>
                      <a:pt x="36" y="91"/>
                      <a:pt x="35" y="97"/>
                      <a:pt x="32" y="103"/>
                    </a:cubicBezTo>
                    <a:cubicBezTo>
                      <a:pt x="31" y="110"/>
                      <a:pt x="28" y="117"/>
                      <a:pt x="26" y="125"/>
                    </a:cubicBezTo>
                    <a:cubicBezTo>
                      <a:pt x="25" y="128"/>
                      <a:pt x="25" y="130"/>
                      <a:pt x="25" y="133"/>
                    </a:cubicBezTo>
                    <a:cubicBezTo>
                      <a:pt x="24" y="136"/>
                      <a:pt x="23" y="140"/>
                      <a:pt x="22" y="143"/>
                    </a:cubicBezTo>
                    <a:cubicBezTo>
                      <a:pt x="21" y="149"/>
                      <a:pt x="20" y="154"/>
                      <a:pt x="19" y="159"/>
                    </a:cubicBezTo>
                    <a:cubicBezTo>
                      <a:pt x="19" y="165"/>
                      <a:pt x="18" y="171"/>
                      <a:pt x="18" y="177"/>
                    </a:cubicBezTo>
                    <a:cubicBezTo>
                      <a:pt x="18" y="185"/>
                      <a:pt x="18" y="193"/>
                      <a:pt x="18" y="201"/>
                    </a:cubicBezTo>
                    <a:lnTo>
                      <a:pt x="18" y="200"/>
                    </a:lnTo>
                    <a:cubicBezTo>
                      <a:pt x="18" y="206"/>
                      <a:pt x="19" y="212"/>
                      <a:pt x="20" y="217"/>
                    </a:cubicBezTo>
                    <a:cubicBezTo>
                      <a:pt x="22" y="224"/>
                      <a:pt x="24" y="230"/>
                      <a:pt x="26" y="236"/>
                    </a:cubicBezTo>
                    <a:cubicBezTo>
                      <a:pt x="25" y="235"/>
                      <a:pt x="25" y="235"/>
                      <a:pt x="25" y="235"/>
                    </a:cubicBezTo>
                    <a:cubicBezTo>
                      <a:pt x="26" y="237"/>
                      <a:pt x="26" y="238"/>
                      <a:pt x="27" y="240"/>
                    </a:cubicBezTo>
                    <a:cubicBezTo>
                      <a:pt x="29" y="245"/>
                      <a:pt x="27" y="250"/>
                      <a:pt x="22" y="252"/>
                    </a:cubicBezTo>
                    <a:cubicBezTo>
                      <a:pt x="21" y="253"/>
                      <a:pt x="20" y="253"/>
                      <a:pt x="19" y="253"/>
                    </a:cubicBezTo>
                    <a:cubicBezTo>
                      <a:pt x="15" y="253"/>
                      <a:pt x="12" y="251"/>
                      <a:pt x="11" y="24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6" name="Google Shape;4356;p50">
                <a:extLst>
                  <a:ext uri="{FF2B5EF4-FFF2-40B4-BE49-F238E27FC236}">
                    <a16:creationId xmlns:a16="http://schemas.microsoft.com/office/drawing/2014/main" id="{AAD1B3BB-34B2-3191-C2BA-3E693DDA8CDD}"/>
                  </a:ext>
                </a:extLst>
              </p:cNvPr>
              <p:cNvSpPr/>
              <p:nvPr/>
            </p:nvSpPr>
            <p:spPr>
              <a:xfrm>
                <a:off x="-627500" y="3693598"/>
                <a:ext cx="54720" cy="3888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108" extrusionOk="0">
                    <a:moveTo>
                      <a:pt x="22" y="88"/>
                    </a:moveTo>
                    <a:cubicBezTo>
                      <a:pt x="22" y="88"/>
                      <a:pt x="22" y="87"/>
                      <a:pt x="21" y="87"/>
                    </a:cubicBezTo>
                    <a:cubicBezTo>
                      <a:pt x="22" y="87"/>
                      <a:pt x="22" y="87"/>
                      <a:pt x="22" y="87"/>
                    </a:cubicBezTo>
                    <a:lnTo>
                      <a:pt x="23" y="88"/>
                    </a:lnTo>
                    <a:lnTo>
                      <a:pt x="24" y="88"/>
                    </a:lnTo>
                    <a:cubicBezTo>
                      <a:pt x="25" y="88"/>
                      <a:pt x="25" y="88"/>
                      <a:pt x="25" y="88"/>
                    </a:cubicBezTo>
                    <a:cubicBezTo>
                      <a:pt x="26" y="87"/>
                      <a:pt x="27" y="87"/>
                      <a:pt x="28" y="86"/>
                    </a:cubicBezTo>
                    <a:cubicBezTo>
                      <a:pt x="28" y="86"/>
                      <a:pt x="28" y="87"/>
                      <a:pt x="27" y="87"/>
                    </a:cubicBezTo>
                    <a:cubicBezTo>
                      <a:pt x="28" y="86"/>
                      <a:pt x="29" y="86"/>
                      <a:pt x="30" y="86"/>
                    </a:cubicBezTo>
                    <a:cubicBezTo>
                      <a:pt x="31" y="85"/>
                      <a:pt x="32" y="85"/>
                      <a:pt x="33" y="83"/>
                    </a:cubicBezTo>
                    <a:cubicBezTo>
                      <a:pt x="35" y="82"/>
                      <a:pt x="38" y="81"/>
                      <a:pt x="39" y="79"/>
                    </a:cubicBezTo>
                    <a:cubicBezTo>
                      <a:pt x="41" y="78"/>
                      <a:pt x="43" y="75"/>
                      <a:pt x="45" y="74"/>
                    </a:cubicBezTo>
                    <a:cubicBezTo>
                      <a:pt x="48" y="70"/>
                      <a:pt x="50" y="67"/>
                      <a:pt x="53" y="63"/>
                    </a:cubicBezTo>
                    <a:cubicBezTo>
                      <a:pt x="56" y="59"/>
                      <a:pt x="58" y="55"/>
                      <a:pt x="60" y="51"/>
                    </a:cubicBezTo>
                    <a:lnTo>
                      <a:pt x="60" y="52"/>
                    </a:lnTo>
                    <a:cubicBezTo>
                      <a:pt x="62" y="47"/>
                      <a:pt x="64" y="42"/>
                      <a:pt x="67" y="37"/>
                    </a:cubicBezTo>
                    <a:cubicBezTo>
                      <a:pt x="67" y="36"/>
                      <a:pt x="67" y="35"/>
                      <a:pt x="67" y="33"/>
                    </a:cubicBezTo>
                    <a:cubicBezTo>
                      <a:pt x="68" y="32"/>
                      <a:pt x="68" y="31"/>
                      <a:pt x="68" y="30"/>
                    </a:cubicBezTo>
                    <a:cubicBezTo>
                      <a:pt x="69" y="28"/>
                      <a:pt x="70" y="27"/>
                      <a:pt x="71" y="26"/>
                    </a:cubicBezTo>
                    <a:cubicBezTo>
                      <a:pt x="72" y="24"/>
                      <a:pt x="74" y="23"/>
                      <a:pt x="77" y="22"/>
                    </a:cubicBezTo>
                    <a:cubicBezTo>
                      <a:pt x="76" y="22"/>
                      <a:pt x="75" y="22"/>
                      <a:pt x="75" y="22"/>
                    </a:cubicBezTo>
                    <a:cubicBezTo>
                      <a:pt x="74" y="21"/>
                      <a:pt x="72" y="21"/>
                      <a:pt x="71" y="21"/>
                    </a:cubicBezTo>
                    <a:cubicBezTo>
                      <a:pt x="70" y="21"/>
                      <a:pt x="69" y="21"/>
                      <a:pt x="68" y="20"/>
                    </a:cubicBezTo>
                    <a:cubicBezTo>
                      <a:pt x="67" y="20"/>
                      <a:pt x="65" y="20"/>
                      <a:pt x="64" y="20"/>
                    </a:cubicBezTo>
                    <a:cubicBezTo>
                      <a:pt x="63" y="21"/>
                      <a:pt x="63" y="21"/>
                      <a:pt x="62" y="21"/>
                    </a:cubicBezTo>
                    <a:cubicBezTo>
                      <a:pt x="60" y="21"/>
                      <a:pt x="59" y="21"/>
                      <a:pt x="58" y="22"/>
                    </a:cubicBezTo>
                    <a:cubicBezTo>
                      <a:pt x="56" y="22"/>
                      <a:pt x="55" y="23"/>
                      <a:pt x="54" y="24"/>
                    </a:cubicBezTo>
                    <a:cubicBezTo>
                      <a:pt x="53" y="24"/>
                      <a:pt x="53" y="24"/>
                      <a:pt x="53" y="24"/>
                    </a:cubicBezTo>
                    <a:cubicBezTo>
                      <a:pt x="50" y="26"/>
                      <a:pt x="47" y="28"/>
                      <a:pt x="46" y="30"/>
                    </a:cubicBezTo>
                    <a:cubicBezTo>
                      <a:pt x="43" y="32"/>
                      <a:pt x="40" y="35"/>
                      <a:pt x="38" y="38"/>
                    </a:cubicBezTo>
                    <a:cubicBezTo>
                      <a:pt x="36" y="40"/>
                      <a:pt x="35" y="42"/>
                      <a:pt x="33" y="43"/>
                    </a:cubicBezTo>
                    <a:cubicBezTo>
                      <a:pt x="31" y="47"/>
                      <a:pt x="29" y="50"/>
                      <a:pt x="27" y="53"/>
                    </a:cubicBezTo>
                    <a:cubicBezTo>
                      <a:pt x="26" y="56"/>
                      <a:pt x="25" y="59"/>
                      <a:pt x="24" y="63"/>
                    </a:cubicBezTo>
                    <a:cubicBezTo>
                      <a:pt x="22" y="66"/>
                      <a:pt x="21" y="69"/>
                      <a:pt x="21" y="72"/>
                    </a:cubicBezTo>
                    <a:cubicBezTo>
                      <a:pt x="20" y="75"/>
                      <a:pt x="20" y="76"/>
                      <a:pt x="19" y="79"/>
                    </a:cubicBezTo>
                    <a:cubicBezTo>
                      <a:pt x="19" y="80"/>
                      <a:pt x="19" y="82"/>
                      <a:pt x="19" y="83"/>
                    </a:cubicBezTo>
                    <a:lnTo>
                      <a:pt x="20" y="83"/>
                    </a:lnTo>
                    <a:cubicBezTo>
                      <a:pt x="20" y="84"/>
                      <a:pt x="20" y="85"/>
                      <a:pt x="20" y="85"/>
                    </a:cubicBezTo>
                    <a:lnTo>
                      <a:pt x="21" y="85"/>
                    </a:lnTo>
                    <a:cubicBezTo>
                      <a:pt x="21" y="86"/>
                      <a:pt x="21" y="86"/>
                      <a:pt x="21" y="86"/>
                    </a:cubicBezTo>
                    <a:cubicBezTo>
                      <a:pt x="22" y="87"/>
                      <a:pt x="22" y="87"/>
                      <a:pt x="22" y="88"/>
                    </a:cubicBezTo>
                    <a:moveTo>
                      <a:pt x="14" y="105"/>
                    </a:moveTo>
                    <a:cubicBezTo>
                      <a:pt x="10" y="103"/>
                      <a:pt x="5" y="99"/>
                      <a:pt x="3" y="94"/>
                    </a:cubicBezTo>
                    <a:cubicBezTo>
                      <a:pt x="2" y="91"/>
                      <a:pt x="1" y="89"/>
                      <a:pt x="1" y="86"/>
                    </a:cubicBezTo>
                    <a:cubicBezTo>
                      <a:pt x="0" y="82"/>
                      <a:pt x="1" y="78"/>
                      <a:pt x="1" y="75"/>
                    </a:cubicBezTo>
                    <a:cubicBezTo>
                      <a:pt x="2" y="68"/>
                      <a:pt x="4" y="62"/>
                      <a:pt x="6" y="56"/>
                    </a:cubicBezTo>
                    <a:cubicBezTo>
                      <a:pt x="8" y="48"/>
                      <a:pt x="12" y="42"/>
                      <a:pt x="16" y="35"/>
                    </a:cubicBezTo>
                    <a:cubicBezTo>
                      <a:pt x="19" y="29"/>
                      <a:pt x="24" y="24"/>
                      <a:pt x="29" y="19"/>
                    </a:cubicBezTo>
                    <a:cubicBezTo>
                      <a:pt x="33" y="14"/>
                      <a:pt x="39" y="10"/>
                      <a:pt x="45" y="7"/>
                    </a:cubicBezTo>
                    <a:cubicBezTo>
                      <a:pt x="50" y="3"/>
                      <a:pt x="57" y="1"/>
                      <a:pt x="64" y="1"/>
                    </a:cubicBezTo>
                    <a:cubicBezTo>
                      <a:pt x="70" y="0"/>
                      <a:pt x="77" y="1"/>
                      <a:pt x="83" y="4"/>
                    </a:cubicBezTo>
                    <a:cubicBezTo>
                      <a:pt x="89" y="5"/>
                      <a:pt x="93" y="10"/>
                      <a:pt x="96" y="15"/>
                    </a:cubicBezTo>
                    <a:cubicBezTo>
                      <a:pt x="99" y="19"/>
                      <a:pt x="100" y="25"/>
                      <a:pt x="99" y="31"/>
                    </a:cubicBezTo>
                    <a:cubicBezTo>
                      <a:pt x="98" y="34"/>
                      <a:pt x="96" y="36"/>
                      <a:pt x="92" y="38"/>
                    </a:cubicBezTo>
                    <a:cubicBezTo>
                      <a:pt x="93" y="39"/>
                      <a:pt x="93" y="42"/>
                      <a:pt x="94" y="44"/>
                    </a:cubicBezTo>
                    <a:cubicBezTo>
                      <a:pt x="95" y="48"/>
                      <a:pt x="96" y="52"/>
                      <a:pt x="98" y="56"/>
                    </a:cubicBezTo>
                    <a:cubicBezTo>
                      <a:pt x="99" y="62"/>
                      <a:pt x="100" y="67"/>
                      <a:pt x="102" y="73"/>
                    </a:cubicBezTo>
                    <a:cubicBezTo>
                      <a:pt x="103" y="75"/>
                      <a:pt x="104" y="78"/>
                      <a:pt x="105" y="79"/>
                    </a:cubicBezTo>
                    <a:cubicBezTo>
                      <a:pt x="106" y="81"/>
                      <a:pt x="106" y="82"/>
                      <a:pt x="107" y="83"/>
                    </a:cubicBezTo>
                    <a:cubicBezTo>
                      <a:pt x="107" y="83"/>
                      <a:pt x="108" y="84"/>
                      <a:pt x="109" y="85"/>
                    </a:cubicBezTo>
                    <a:cubicBezTo>
                      <a:pt x="109" y="85"/>
                      <a:pt x="110" y="85"/>
                      <a:pt x="110" y="86"/>
                    </a:cubicBezTo>
                    <a:cubicBezTo>
                      <a:pt x="111" y="86"/>
                      <a:pt x="111" y="85"/>
                      <a:pt x="111" y="85"/>
                    </a:cubicBezTo>
                    <a:cubicBezTo>
                      <a:pt x="112" y="85"/>
                      <a:pt x="112" y="85"/>
                      <a:pt x="112" y="85"/>
                    </a:cubicBezTo>
                    <a:cubicBezTo>
                      <a:pt x="113" y="85"/>
                      <a:pt x="114" y="85"/>
                      <a:pt x="115" y="84"/>
                    </a:cubicBezTo>
                    <a:lnTo>
                      <a:pt x="116" y="83"/>
                    </a:lnTo>
                    <a:cubicBezTo>
                      <a:pt x="118" y="82"/>
                      <a:pt x="120" y="81"/>
                      <a:pt x="121" y="79"/>
                    </a:cubicBezTo>
                    <a:cubicBezTo>
                      <a:pt x="123" y="77"/>
                      <a:pt x="126" y="75"/>
                      <a:pt x="128" y="72"/>
                    </a:cubicBezTo>
                    <a:cubicBezTo>
                      <a:pt x="129" y="71"/>
                      <a:pt x="131" y="68"/>
                      <a:pt x="132" y="67"/>
                    </a:cubicBezTo>
                    <a:cubicBezTo>
                      <a:pt x="135" y="63"/>
                      <a:pt x="142" y="62"/>
                      <a:pt x="146" y="65"/>
                    </a:cubicBezTo>
                    <a:cubicBezTo>
                      <a:pt x="150" y="68"/>
                      <a:pt x="151" y="74"/>
                      <a:pt x="147" y="78"/>
                    </a:cubicBezTo>
                    <a:cubicBezTo>
                      <a:pt x="139" y="89"/>
                      <a:pt x="130" y="100"/>
                      <a:pt x="116" y="104"/>
                    </a:cubicBezTo>
                    <a:cubicBezTo>
                      <a:pt x="110" y="106"/>
                      <a:pt x="103" y="105"/>
                      <a:pt x="98" y="101"/>
                    </a:cubicBezTo>
                    <a:cubicBezTo>
                      <a:pt x="92" y="97"/>
                      <a:pt x="89" y="91"/>
                      <a:pt x="86" y="85"/>
                    </a:cubicBezTo>
                    <a:cubicBezTo>
                      <a:pt x="84" y="78"/>
                      <a:pt x="82" y="71"/>
                      <a:pt x="79" y="64"/>
                    </a:cubicBezTo>
                    <a:cubicBezTo>
                      <a:pt x="79" y="62"/>
                      <a:pt x="78" y="60"/>
                      <a:pt x="78" y="58"/>
                    </a:cubicBezTo>
                    <a:cubicBezTo>
                      <a:pt x="76" y="61"/>
                      <a:pt x="74" y="64"/>
                      <a:pt x="72" y="68"/>
                    </a:cubicBezTo>
                    <a:cubicBezTo>
                      <a:pt x="66" y="78"/>
                      <a:pt x="58" y="88"/>
                      <a:pt x="49" y="96"/>
                    </a:cubicBezTo>
                    <a:cubicBezTo>
                      <a:pt x="43" y="100"/>
                      <a:pt x="38" y="103"/>
                      <a:pt x="32" y="106"/>
                    </a:cubicBezTo>
                    <a:cubicBezTo>
                      <a:pt x="29" y="106"/>
                      <a:pt x="27" y="107"/>
                      <a:pt x="24" y="107"/>
                    </a:cubicBezTo>
                    <a:cubicBezTo>
                      <a:pt x="21" y="107"/>
                      <a:pt x="18" y="106"/>
                      <a:pt x="14" y="1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7" name="Google Shape;4357;p50">
                <a:extLst>
                  <a:ext uri="{FF2B5EF4-FFF2-40B4-BE49-F238E27FC236}">
                    <a16:creationId xmlns:a16="http://schemas.microsoft.com/office/drawing/2014/main" id="{FD00B347-9263-DA05-75CD-9AD13DAB2779}"/>
                  </a:ext>
                </a:extLst>
              </p:cNvPr>
              <p:cNvSpPr/>
              <p:nvPr/>
            </p:nvSpPr>
            <p:spPr>
              <a:xfrm>
                <a:off x="-594020" y="3656878"/>
                <a:ext cx="42840" cy="13680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380" extrusionOk="0">
                    <a:moveTo>
                      <a:pt x="4" y="377"/>
                    </a:moveTo>
                    <a:cubicBezTo>
                      <a:pt x="0" y="374"/>
                      <a:pt x="0" y="368"/>
                      <a:pt x="4" y="364"/>
                    </a:cubicBezTo>
                    <a:cubicBezTo>
                      <a:pt x="10" y="359"/>
                      <a:pt x="16" y="352"/>
                      <a:pt x="22" y="346"/>
                    </a:cubicBezTo>
                    <a:cubicBezTo>
                      <a:pt x="31" y="338"/>
                      <a:pt x="39" y="329"/>
                      <a:pt x="47" y="320"/>
                    </a:cubicBezTo>
                    <a:cubicBezTo>
                      <a:pt x="52" y="314"/>
                      <a:pt x="57" y="308"/>
                      <a:pt x="61" y="301"/>
                    </a:cubicBezTo>
                    <a:lnTo>
                      <a:pt x="61" y="302"/>
                    </a:lnTo>
                    <a:cubicBezTo>
                      <a:pt x="68" y="292"/>
                      <a:pt x="75" y="280"/>
                      <a:pt x="81" y="269"/>
                    </a:cubicBezTo>
                    <a:lnTo>
                      <a:pt x="80" y="269"/>
                    </a:lnTo>
                    <a:cubicBezTo>
                      <a:pt x="84" y="261"/>
                      <a:pt x="88" y="253"/>
                      <a:pt x="91" y="244"/>
                    </a:cubicBezTo>
                    <a:cubicBezTo>
                      <a:pt x="94" y="236"/>
                      <a:pt x="96" y="229"/>
                      <a:pt x="98" y="220"/>
                    </a:cubicBezTo>
                    <a:cubicBezTo>
                      <a:pt x="99" y="215"/>
                      <a:pt x="99" y="211"/>
                      <a:pt x="100" y="205"/>
                    </a:cubicBezTo>
                    <a:cubicBezTo>
                      <a:pt x="100" y="198"/>
                      <a:pt x="100" y="191"/>
                      <a:pt x="100" y="184"/>
                    </a:cubicBezTo>
                    <a:cubicBezTo>
                      <a:pt x="100" y="177"/>
                      <a:pt x="99" y="169"/>
                      <a:pt x="99" y="162"/>
                    </a:cubicBezTo>
                    <a:cubicBezTo>
                      <a:pt x="98" y="150"/>
                      <a:pt x="96" y="138"/>
                      <a:pt x="95" y="127"/>
                    </a:cubicBezTo>
                    <a:lnTo>
                      <a:pt x="94" y="127"/>
                    </a:lnTo>
                    <a:lnTo>
                      <a:pt x="94" y="126"/>
                    </a:lnTo>
                    <a:cubicBezTo>
                      <a:pt x="92" y="113"/>
                      <a:pt x="88" y="101"/>
                      <a:pt x="84" y="88"/>
                    </a:cubicBezTo>
                    <a:cubicBezTo>
                      <a:pt x="84" y="89"/>
                      <a:pt x="84" y="89"/>
                      <a:pt x="84" y="89"/>
                    </a:cubicBezTo>
                    <a:cubicBezTo>
                      <a:pt x="80" y="78"/>
                      <a:pt x="75" y="67"/>
                      <a:pt x="70" y="56"/>
                    </a:cubicBezTo>
                    <a:cubicBezTo>
                      <a:pt x="70" y="55"/>
                      <a:pt x="70" y="55"/>
                      <a:pt x="70" y="54"/>
                    </a:cubicBezTo>
                    <a:cubicBezTo>
                      <a:pt x="70" y="55"/>
                      <a:pt x="70" y="55"/>
                      <a:pt x="70" y="55"/>
                    </a:cubicBezTo>
                    <a:cubicBezTo>
                      <a:pt x="67" y="49"/>
                      <a:pt x="63" y="43"/>
                      <a:pt x="60" y="37"/>
                    </a:cubicBezTo>
                    <a:cubicBezTo>
                      <a:pt x="59" y="36"/>
                      <a:pt x="58" y="35"/>
                      <a:pt x="57" y="34"/>
                    </a:cubicBezTo>
                    <a:cubicBezTo>
                      <a:pt x="56" y="33"/>
                      <a:pt x="56" y="32"/>
                      <a:pt x="55" y="31"/>
                    </a:cubicBezTo>
                    <a:cubicBezTo>
                      <a:pt x="55" y="32"/>
                      <a:pt x="55" y="32"/>
                      <a:pt x="56" y="32"/>
                    </a:cubicBezTo>
                    <a:cubicBezTo>
                      <a:pt x="55" y="31"/>
                      <a:pt x="55" y="31"/>
                      <a:pt x="54" y="31"/>
                    </a:cubicBezTo>
                    <a:cubicBezTo>
                      <a:pt x="53" y="28"/>
                      <a:pt x="51" y="25"/>
                      <a:pt x="49" y="22"/>
                    </a:cubicBezTo>
                    <a:cubicBezTo>
                      <a:pt x="46" y="21"/>
                      <a:pt x="44" y="18"/>
                      <a:pt x="42" y="16"/>
                    </a:cubicBezTo>
                    <a:cubicBezTo>
                      <a:pt x="39" y="12"/>
                      <a:pt x="41" y="5"/>
                      <a:pt x="45" y="3"/>
                    </a:cubicBezTo>
                    <a:cubicBezTo>
                      <a:pt x="49" y="0"/>
                      <a:pt x="54" y="0"/>
                      <a:pt x="58" y="4"/>
                    </a:cubicBezTo>
                    <a:cubicBezTo>
                      <a:pt x="60" y="5"/>
                      <a:pt x="62" y="8"/>
                      <a:pt x="64" y="10"/>
                    </a:cubicBezTo>
                    <a:cubicBezTo>
                      <a:pt x="64" y="11"/>
                      <a:pt x="66" y="12"/>
                      <a:pt x="67" y="13"/>
                    </a:cubicBezTo>
                    <a:cubicBezTo>
                      <a:pt x="69" y="17"/>
                      <a:pt x="71" y="19"/>
                      <a:pt x="74" y="23"/>
                    </a:cubicBezTo>
                    <a:cubicBezTo>
                      <a:pt x="74" y="24"/>
                      <a:pt x="74" y="25"/>
                      <a:pt x="75" y="25"/>
                    </a:cubicBezTo>
                    <a:cubicBezTo>
                      <a:pt x="84" y="38"/>
                      <a:pt x="90" y="53"/>
                      <a:pt x="96" y="68"/>
                    </a:cubicBezTo>
                    <a:cubicBezTo>
                      <a:pt x="106" y="95"/>
                      <a:pt x="114" y="124"/>
                      <a:pt x="116" y="153"/>
                    </a:cubicBezTo>
                    <a:cubicBezTo>
                      <a:pt x="117" y="162"/>
                      <a:pt x="117" y="171"/>
                      <a:pt x="117" y="180"/>
                    </a:cubicBezTo>
                    <a:cubicBezTo>
                      <a:pt x="118" y="186"/>
                      <a:pt x="118" y="192"/>
                      <a:pt x="118" y="199"/>
                    </a:cubicBezTo>
                    <a:cubicBezTo>
                      <a:pt x="117" y="227"/>
                      <a:pt x="108" y="254"/>
                      <a:pt x="95" y="279"/>
                    </a:cubicBezTo>
                    <a:cubicBezTo>
                      <a:pt x="88" y="293"/>
                      <a:pt x="78" y="307"/>
                      <a:pt x="69" y="320"/>
                    </a:cubicBezTo>
                    <a:cubicBezTo>
                      <a:pt x="62" y="330"/>
                      <a:pt x="54" y="339"/>
                      <a:pt x="45" y="347"/>
                    </a:cubicBezTo>
                    <a:cubicBezTo>
                      <a:pt x="35" y="357"/>
                      <a:pt x="25" y="367"/>
                      <a:pt x="15" y="377"/>
                    </a:cubicBezTo>
                    <a:cubicBezTo>
                      <a:pt x="14" y="378"/>
                      <a:pt x="12" y="379"/>
                      <a:pt x="10" y="379"/>
                    </a:cubicBezTo>
                    <a:cubicBezTo>
                      <a:pt x="7" y="379"/>
                      <a:pt x="5" y="378"/>
                      <a:pt x="4" y="3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8" name="Google Shape;4358;p50">
                <a:extLst>
                  <a:ext uri="{FF2B5EF4-FFF2-40B4-BE49-F238E27FC236}">
                    <a16:creationId xmlns:a16="http://schemas.microsoft.com/office/drawing/2014/main" id="{5383B325-B095-7A26-9B31-5BEB70A30D34}"/>
                  </a:ext>
                </a:extLst>
              </p:cNvPr>
              <p:cNvSpPr/>
              <p:nvPr/>
            </p:nvSpPr>
            <p:spPr>
              <a:xfrm>
                <a:off x="-924500" y="3906718"/>
                <a:ext cx="7056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196" h="33" extrusionOk="0">
                    <a:moveTo>
                      <a:pt x="0" y="22"/>
                    </a:moveTo>
                    <a:cubicBezTo>
                      <a:pt x="0" y="16"/>
                      <a:pt x="5" y="11"/>
                      <a:pt x="10" y="11"/>
                    </a:cubicBezTo>
                    <a:cubicBezTo>
                      <a:pt x="26" y="11"/>
                      <a:pt x="41" y="12"/>
                      <a:pt x="57" y="12"/>
                    </a:cubicBezTo>
                    <a:cubicBezTo>
                      <a:pt x="65" y="12"/>
                      <a:pt x="72" y="12"/>
                      <a:pt x="80" y="12"/>
                    </a:cubicBezTo>
                    <a:cubicBezTo>
                      <a:pt x="88" y="12"/>
                      <a:pt x="96" y="11"/>
                      <a:pt x="103" y="11"/>
                    </a:cubicBezTo>
                    <a:cubicBezTo>
                      <a:pt x="110" y="10"/>
                      <a:pt x="117" y="9"/>
                      <a:pt x="123" y="9"/>
                    </a:cubicBezTo>
                    <a:cubicBezTo>
                      <a:pt x="128" y="8"/>
                      <a:pt x="133" y="8"/>
                      <a:pt x="138" y="7"/>
                    </a:cubicBezTo>
                    <a:cubicBezTo>
                      <a:pt x="153" y="5"/>
                      <a:pt x="168" y="3"/>
                      <a:pt x="184" y="1"/>
                    </a:cubicBezTo>
                    <a:cubicBezTo>
                      <a:pt x="189" y="0"/>
                      <a:pt x="193" y="4"/>
                      <a:pt x="194" y="8"/>
                    </a:cubicBezTo>
                    <a:cubicBezTo>
                      <a:pt x="195" y="13"/>
                      <a:pt x="191" y="18"/>
                      <a:pt x="186" y="18"/>
                    </a:cubicBezTo>
                    <a:cubicBezTo>
                      <a:pt x="164" y="22"/>
                      <a:pt x="142" y="25"/>
                      <a:pt x="120" y="28"/>
                    </a:cubicBezTo>
                    <a:cubicBezTo>
                      <a:pt x="115" y="28"/>
                      <a:pt x="110" y="29"/>
                      <a:pt x="104" y="29"/>
                    </a:cubicBezTo>
                    <a:cubicBezTo>
                      <a:pt x="103" y="29"/>
                      <a:pt x="100" y="29"/>
                      <a:pt x="99" y="29"/>
                    </a:cubicBezTo>
                    <a:cubicBezTo>
                      <a:pt x="94" y="30"/>
                      <a:pt x="91" y="30"/>
                      <a:pt x="87" y="30"/>
                    </a:cubicBezTo>
                    <a:cubicBezTo>
                      <a:pt x="78" y="30"/>
                      <a:pt x="69" y="30"/>
                      <a:pt x="59" y="30"/>
                    </a:cubicBezTo>
                    <a:cubicBezTo>
                      <a:pt x="43" y="31"/>
                      <a:pt x="26" y="32"/>
                      <a:pt x="10" y="32"/>
                    </a:cubicBezTo>
                    <a:cubicBezTo>
                      <a:pt x="5" y="32"/>
                      <a:pt x="0" y="27"/>
                      <a:pt x="0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9" name="Google Shape;4359;p50">
                <a:extLst>
                  <a:ext uri="{FF2B5EF4-FFF2-40B4-BE49-F238E27FC236}">
                    <a16:creationId xmlns:a16="http://schemas.microsoft.com/office/drawing/2014/main" id="{A3FE3B94-9845-87B5-4940-42BBD3DB5066}"/>
                  </a:ext>
                </a:extLst>
              </p:cNvPr>
              <p:cNvSpPr/>
              <p:nvPr/>
            </p:nvSpPr>
            <p:spPr>
              <a:xfrm>
                <a:off x="-851420" y="3893038"/>
                <a:ext cx="54720" cy="4248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118" extrusionOk="0">
                    <a:moveTo>
                      <a:pt x="30" y="95"/>
                    </a:moveTo>
                    <a:cubicBezTo>
                      <a:pt x="31" y="95"/>
                      <a:pt x="32" y="95"/>
                      <a:pt x="33" y="95"/>
                    </a:cubicBezTo>
                    <a:cubicBezTo>
                      <a:pt x="35" y="94"/>
                      <a:pt x="37" y="93"/>
                      <a:pt x="38" y="93"/>
                    </a:cubicBezTo>
                    <a:cubicBezTo>
                      <a:pt x="40" y="92"/>
                      <a:pt x="42" y="92"/>
                      <a:pt x="44" y="91"/>
                    </a:cubicBezTo>
                    <a:cubicBezTo>
                      <a:pt x="46" y="89"/>
                      <a:pt x="49" y="88"/>
                      <a:pt x="52" y="86"/>
                    </a:cubicBezTo>
                    <a:cubicBezTo>
                      <a:pt x="55" y="83"/>
                      <a:pt x="59" y="81"/>
                      <a:pt x="62" y="78"/>
                    </a:cubicBezTo>
                    <a:cubicBezTo>
                      <a:pt x="66" y="74"/>
                      <a:pt x="70" y="70"/>
                      <a:pt x="74" y="66"/>
                    </a:cubicBezTo>
                    <a:cubicBezTo>
                      <a:pt x="77" y="62"/>
                      <a:pt x="81" y="57"/>
                      <a:pt x="84" y="52"/>
                    </a:cubicBezTo>
                    <a:cubicBezTo>
                      <a:pt x="82" y="46"/>
                      <a:pt x="82" y="39"/>
                      <a:pt x="81" y="33"/>
                    </a:cubicBezTo>
                    <a:cubicBezTo>
                      <a:pt x="81" y="31"/>
                      <a:pt x="81" y="29"/>
                      <a:pt x="81" y="28"/>
                    </a:cubicBezTo>
                    <a:cubicBezTo>
                      <a:pt x="81" y="27"/>
                      <a:pt x="81" y="26"/>
                      <a:pt x="81" y="26"/>
                    </a:cubicBezTo>
                    <a:cubicBezTo>
                      <a:pt x="80" y="25"/>
                      <a:pt x="80" y="25"/>
                      <a:pt x="80" y="24"/>
                    </a:cubicBezTo>
                    <a:cubicBezTo>
                      <a:pt x="79" y="23"/>
                      <a:pt x="79" y="23"/>
                      <a:pt x="79" y="23"/>
                    </a:cubicBezTo>
                    <a:cubicBezTo>
                      <a:pt x="78" y="22"/>
                      <a:pt x="78" y="22"/>
                      <a:pt x="78" y="22"/>
                    </a:cubicBezTo>
                    <a:cubicBezTo>
                      <a:pt x="77" y="22"/>
                      <a:pt x="77" y="21"/>
                      <a:pt x="77" y="21"/>
                    </a:cubicBezTo>
                    <a:cubicBezTo>
                      <a:pt x="78" y="22"/>
                      <a:pt x="78" y="22"/>
                      <a:pt x="78" y="22"/>
                    </a:cubicBezTo>
                    <a:lnTo>
                      <a:pt x="77" y="21"/>
                    </a:lnTo>
                    <a:cubicBezTo>
                      <a:pt x="78" y="22"/>
                      <a:pt x="78" y="22"/>
                      <a:pt x="78" y="22"/>
                    </a:cubicBezTo>
                    <a:lnTo>
                      <a:pt x="77" y="21"/>
                    </a:lnTo>
                    <a:lnTo>
                      <a:pt x="76" y="21"/>
                    </a:lnTo>
                    <a:lnTo>
                      <a:pt x="75" y="20"/>
                    </a:lnTo>
                    <a:lnTo>
                      <a:pt x="74" y="20"/>
                    </a:lnTo>
                    <a:lnTo>
                      <a:pt x="74" y="19"/>
                    </a:lnTo>
                    <a:lnTo>
                      <a:pt x="74" y="20"/>
                    </a:lnTo>
                    <a:cubicBezTo>
                      <a:pt x="74" y="19"/>
                      <a:pt x="73" y="19"/>
                      <a:pt x="73" y="19"/>
                    </a:cubicBezTo>
                    <a:cubicBezTo>
                      <a:pt x="72" y="19"/>
                      <a:pt x="71" y="19"/>
                      <a:pt x="71" y="19"/>
                    </a:cubicBezTo>
                    <a:cubicBezTo>
                      <a:pt x="70" y="19"/>
                      <a:pt x="70" y="19"/>
                      <a:pt x="69" y="19"/>
                    </a:cubicBezTo>
                    <a:cubicBezTo>
                      <a:pt x="68" y="19"/>
                      <a:pt x="67" y="19"/>
                      <a:pt x="67" y="19"/>
                    </a:cubicBezTo>
                    <a:cubicBezTo>
                      <a:pt x="65" y="20"/>
                      <a:pt x="64" y="20"/>
                      <a:pt x="62" y="21"/>
                    </a:cubicBezTo>
                    <a:cubicBezTo>
                      <a:pt x="61" y="21"/>
                      <a:pt x="60" y="22"/>
                      <a:pt x="58" y="22"/>
                    </a:cubicBezTo>
                    <a:cubicBezTo>
                      <a:pt x="56" y="24"/>
                      <a:pt x="55" y="25"/>
                      <a:pt x="53" y="26"/>
                    </a:cubicBezTo>
                    <a:cubicBezTo>
                      <a:pt x="51" y="27"/>
                      <a:pt x="49" y="28"/>
                      <a:pt x="47" y="30"/>
                    </a:cubicBezTo>
                    <a:cubicBezTo>
                      <a:pt x="45" y="32"/>
                      <a:pt x="42" y="35"/>
                      <a:pt x="40" y="38"/>
                    </a:cubicBezTo>
                    <a:cubicBezTo>
                      <a:pt x="40" y="37"/>
                      <a:pt x="40" y="37"/>
                      <a:pt x="40" y="37"/>
                    </a:cubicBezTo>
                    <a:cubicBezTo>
                      <a:pt x="38" y="40"/>
                      <a:pt x="35" y="43"/>
                      <a:pt x="33" y="46"/>
                    </a:cubicBezTo>
                    <a:lnTo>
                      <a:pt x="32" y="47"/>
                    </a:lnTo>
                    <a:lnTo>
                      <a:pt x="33" y="46"/>
                    </a:lnTo>
                    <a:cubicBezTo>
                      <a:pt x="31" y="50"/>
                      <a:pt x="29" y="53"/>
                      <a:pt x="27" y="56"/>
                    </a:cubicBezTo>
                    <a:cubicBezTo>
                      <a:pt x="25" y="60"/>
                      <a:pt x="24" y="64"/>
                      <a:pt x="23" y="67"/>
                    </a:cubicBezTo>
                    <a:cubicBezTo>
                      <a:pt x="21" y="71"/>
                      <a:pt x="20" y="74"/>
                      <a:pt x="20" y="78"/>
                    </a:cubicBezTo>
                    <a:cubicBezTo>
                      <a:pt x="19" y="80"/>
                      <a:pt x="19" y="81"/>
                      <a:pt x="19" y="83"/>
                    </a:cubicBezTo>
                    <a:cubicBezTo>
                      <a:pt x="19" y="84"/>
                      <a:pt x="19" y="85"/>
                      <a:pt x="19" y="86"/>
                    </a:cubicBezTo>
                    <a:cubicBezTo>
                      <a:pt x="19" y="87"/>
                      <a:pt x="19" y="88"/>
                      <a:pt x="19" y="89"/>
                    </a:cubicBezTo>
                    <a:lnTo>
                      <a:pt x="20" y="89"/>
                    </a:lnTo>
                    <a:cubicBezTo>
                      <a:pt x="20" y="90"/>
                      <a:pt x="20" y="90"/>
                      <a:pt x="20" y="91"/>
                    </a:cubicBezTo>
                    <a:lnTo>
                      <a:pt x="21" y="92"/>
                    </a:lnTo>
                    <a:cubicBezTo>
                      <a:pt x="21" y="93"/>
                      <a:pt x="22" y="93"/>
                      <a:pt x="22" y="93"/>
                    </a:cubicBezTo>
                    <a:cubicBezTo>
                      <a:pt x="23" y="93"/>
                      <a:pt x="23" y="93"/>
                      <a:pt x="23" y="93"/>
                    </a:cubicBezTo>
                    <a:cubicBezTo>
                      <a:pt x="24" y="94"/>
                      <a:pt x="24" y="94"/>
                      <a:pt x="25" y="94"/>
                    </a:cubicBezTo>
                    <a:cubicBezTo>
                      <a:pt x="25" y="95"/>
                      <a:pt x="25" y="95"/>
                      <a:pt x="26" y="95"/>
                    </a:cubicBezTo>
                    <a:cubicBezTo>
                      <a:pt x="27" y="95"/>
                      <a:pt x="27" y="95"/>
                      <a:pt x="28" y="95"/>
                    </a:cubicBezTo>
                    <a:cubicBezTo>
                      <a:pt x="28" y="95"/>
                      <a:pt x="29" y="95"/>
                      <a:pt x="30" y="95"/>
                    </a:cubicBezTo>
                    <a:moveTo>
                      <a:pt x="115" y="116"/>
                    </a:moveTo>
                    <a:cubicBezTo>
                      <a:pt x="109" y="115"/>
                      <a:pt x="104" y="113"/>
                      <a:pt x="100" y="109"/>
                    </a:cubicBezTo>
                    <a:cubicBezTo>
                      <a:pt x="95" y="105"/>
                      <a:pt x="92" y="100"/>
                      <a:pt x="90" y="95"/>
                    </a:cubicBezTo>
                    <a:cubicBezTo>
                      <a:pt x="88" y="91"/>
                      <a:pt x="86" y="85"/>
                      <a:pt x="85" y="81"/>
                    </a:cubicBezTo>
                    <a:cubicBezTo>
                      <a:pt x="81" y="86"/>
                      <a:pt x="75" y="91"/>
                      <a:pt x="70" y="96"/>
                    </a:cubicBezTo>
                    <a:cubicBezTo>
                      <a:pt x="59" y="105"/>
                      <a:pt x="47" y="112"/>
                      <a:pt x="33" y="114"/>
                    </a:cubicBezTo>
                    <a:cubicBezTo>
                      <a:pt x="27" y="114"/>
                      <a:pt x="21" y="113"/>
                      <a:pt x="16" y="112"/>
                    </a:cubicBezTo>
                    <a:cubicBezTo>
                      <a:pt x="10" y="109"/>
                      <a:pt x="6" y="105"/>
                      <a:pt x="3" y="99"/>
                    </a:cubicBezTo>
                    <a:cubicBezTo>
                      <a:pt x="0" y="95"/>
                      <a:pt x="0" y="88"/>
                      <a:pt x="0" y="83"/>
                    </a:cubicBezTo>
                    <a:cubicBezTo>
                      <a:pt x="0" y="75"/>
                      <a:pt x="2" y="68"/>
                      <a:pt x="4" y="62"/>
                    </a:cubicBezTo>
                    <a:cubicBezTo>
                      <a:pt x="9" y="49"/>
                      <a:pt x="16" y="36"/>
                      <a:pt x="25" y="26"/>
                    </a:cubicBezTo>
                    <a:cubicBezTo>
                      <a:pt x="34" y="15"/>
                      <a:pt x="44" y="7"/>
                      <a:pt x="56" y="3"/>
                    </a:cubicBezTo>
                    <a:cubicBezTo>
                      <a:pt x="60" y="1"/>
                      <a:pt x="63" y="0"/>
                      <a:pt x="67" y="0"/>
                    </a:cubicBezTo>
                    <a:cubicBezTo>
                      <a:pt x="71" y="0"/>
                      <a:pt x="75" y="0"/>
                      <a:pt x="78" y="1"/>
                    </a:cubicBezTo>
                    <a:cubicBezTo>
                      <a:pt x="85" y="2"/>
                      <a:pt x="92" y="7"/>
                      <a:pt x="96" y="13"/>
                    </a:cubicBezTo>
                    <a:cubicBezTo>
                      <a:pt x="98" y="17"/>
                      <a:pt x="100" y="21"/>
                      <a:pt x="101" y="26"/>
                    </a:cubicBezTo>
                    <a:cubicBezTo>
                      <a:pt x="102" y="25"/>
                      <a:pt x="105" y="26"/>
                      <a:pt x="106" y="26"/>
                    </a:cubicBezTo>
                    <a:cubicBezTo>
                      <a:pt x="110" y="28"/>
                      <a:pt x="112" y="32"/>
                      <a:pt x="113" y="35"/>
                    </a:cubicBezTo>
                    <a:cubicBezTo>
                      <a:pt x="113" y="40"/>
                      <a:pt x="111" y="44"/>
                      <a:pt x="109" y="48"/>
                    </a:cubicBezTo>
                    <a:cubicBezTo>
                      <a:pt x="108" y="49"/>
                      <a:pt x="107" y="50"/>
                      <a:pt x="106" y="52"/>
                    </a:cubicBezTo>
                    <a:cubicBezTo>
                      <a:pt x="106" y="53"/>
                      <a:pt x="105" y="55"/>
                      <a:pt x="105" y="57"/>
                    </a:cubicBezTo>
                    <a:cubicBezTo>
                      <a:pt x="105" y="60"/>
                      <a:pt x="104" y="63"/>
                      <a:pt x="104" y="66"/>
                    </a:cubicBezTo>
                    <a:cubicBezTo>
                      <a:pt x="104" y="68"/>
                      <a:pt x="104" y="71"/>
                      <a:pt x="104" y="73"/>
                    </a:cubicBezTo>
                    <a:cubicBezTo>
                      <a:pt x="104" y="75"/>
                      <a:pt x="104" y="77"/>
                      <a:pt x="104" y="78"/>
                    </a:cubicBezTo>
                    <a:cubicBezTo>
                      <a:pt x="105" y="80"/>
                      <a:pt x="105" y="82"/>
                      <a:pt x="106" y="84"/>
                    </a:cubicBezTo>
                    <a:cubicBezTo>
                      <a:pt x="106" y="85"/>
                      <a:pt x="107" y="87"/>
                      <a:pt x="108" y="88"/>
                    </a:cubicBezTo>
                    <a:cubicBezTo>
                      <a:pt x="108" y="89"/>
                      <a:pt x="109" y="90"/>
                      <a:pt x="109" y="91"/>
                    </a:cubicBezTo>
                    <a:cubicBezTo>
                      <a:pt x="110" y="92"/>
                      <a:pt x="110" y="92"/>
                      <a:pt x="111" y="93"/>
                    </a:cubicBezTo>
                    <a:cubicBezTo>
                      <a:pt x="111" y="93"/>
                      <a:pt x="112" y="93"/>
                      <a:pt x="112" y="94"/>
                    </a:cubicBezTo>
                    <a:cubicBezTo>
                      <a:pt x="112" y="95"/>
                      <a:pt x="113" y="95"/>
                      <a:pt x="113" y="95"/>
                    </a:cubicBezTo>
                    <a:cubicBezTo>
                      <a:pt x="114" y="96"/>
                      <a:pt x="115" y="96"/>
                      <a:pt x="115" y="96"/>
                    </a:cubicBezTo>
                    <a:cubicBezTo>
                      <a:pt x="116" y="96"/>
                      <a:pt x="116" y="96"/>
                      <a:pt x="117" y="97"/>
                    </a:cubicBezTo>
                    <a:cubicBezTo>
                      <a:pt x="118" y="97"/>
                      <a:pt x="118" y="97"/>
                      <a:pt x="119" y="98"/>
                    </a:cubicBezTo>
                    <a:lnTo>
                      <a:pt x="120" y="98"/>
                    </a:lnTo>
                    <a:cubicBezTo>
                      <a:pt x="121" y="98"/>
                      <a:pt x="122" y="98"/>
                      <a:pt x="123" y="98"/>
                    </a:cubicBezTo>
                    <a:lnTo>
                      <a:pt x="124" y="98"/>
                    </a:lnTo>
                    <a:cubicBezTo>
                      <a:pt x="125" y="97"/>
                      <a:pt x="126" y="97"/>
                      <a:pt x="127" y="96"/>
                    </a:cubicBezTo>
                    <a:cubicBezTo>
                      <a:pt x="128" y="96"/>
                      <a:pt x="129" y="96"/>
                      <a:pt x="130" y="95"/>
                    </a:cubicBezTo>
                    <a:cubicBezTo>
                      <a:pt x="132" y="94"/>
                      <a:pt x="134" y="93"/>
                      <a:pt x="136" y="92"/>
                    </a:cubicBezTo>
                    <a:cubicBezTo>
                      <a:pt x="140" y="89"/>
                      <a:pt x="146" y="91"/>
                      <a:pt x="149" y="95"/>
                    </a:cubicBezTo>
                    <a:cubicBezTo>
                      <a:pt x="151" y="100"/>
                      <a:pt x="150" y="106"/>
                      <a:pt x="145" y="108"/>
                    </a:cubicBezTo>
                    <a:cubicBezTo>
                      <a:pt x="140" y="111"/>
                      <a:pt x="136" y="114"/>
                      <a:pt x="130" y="116"/>
                    </a:cubicBezTo>
                    <a:cubicBezTo>
                      <a:pt x="127" y="117"/>
                      <a:pt x="125" y="117"/>
                      <a:pt x="122" y="117"/>
                    </a:cubicBezTo>
                    <a:cubicBezTo>
                      <a:pt x="119" y="117"/>
                      <a:pt x="116" y="117"/>
                      <a:pt x="115" y="11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0" name="Google Shape;4360;p50">
                <a:extLst>
                  <a:ext uri="{FF2B5EF4-FFF2-40B4-BE49-F238E27FC236}">
                    <a16:creationId xmlns:a16="http://schemas.microsoft.com/office/drawing/2014/main" id="{C6C1263E-1F93-8222-1F81-48289C41EA97}"/>
                  </a:ext>
                </a:extLst>
              </p:cNvPr>
              <p:cNvSpPr/>
              <p:nvPr/>
            </p:nvSpPr>
            <p:spPr>
              <a:xfrm>
                <a:off x="-866180" y="3984118"/>
                <a:ext cx="9000" cy="52560"/>
              </a:xfrm>
              <a:custGeom>
                <a:avLst/>
                <a:gdLst/>
                <a:ahLst/>
                <a:cxnLst/>
                <a:rect l="l" t="t" r="r" b="b"/>
                <a:pathLst>
                  <a:path w="25" h="146" extrusionOk="0">
                    <a:moveTo>
                      <a:pt x="5" y="136"/>
                    </a:moveTo>
                    <a:cubicBezTo>
                      <a:pt x="4" y="115"/>
                      <a:pt x="3" y="94"/>
                      <a:pt x="2" y="72"/>
                    </a:cubicBezTo>
                    <a:cubicBezTo>
                      <a:pt x="2" y="62"/>
                      <a:pt x="2" y="51"/>
                      <a:pt x="1" y="40"/>
                    </a:cubicBezTo>
                    <a:cubicBezTo>
                      <a:pt x="1" y="35"/>
                      <a:pt x="1" y="29"/>
                      <a:pt x="1" y="23"/>
                    </a:cubicBezTo>
                    <a:cubicBezTo>
                      <a:pt x="0" y="19"/>
                      <a:pt x="0" y="15"/>
                      <a:pt x="0" y="10"/>
                    </a:cubicBezTo>
                    <a:cubicBezTo>
                      <a:pt x="0" y="5"/>
                      <a:pt x="5" y="0"/>
                      <a:pt x="10" y="0"/>
                    </a:cubicBezTo>
                    <a:cubicBezTo>
                      <a:pt x="16" y="0"/>
                      <a:pt x="20" y="5"/>
                      <a:pt x="20" y="10"/>
                    </a:cubicBezTo>
                    <a:cubicBezTo>
                      <a:pt x="20" y="20"/>
                      <a:pt x="20" y="29"/>
                      <a:pt x="20" y="39"/>
                    </a:cubicBezTo>
                    <a:cubicBezTo>
                      <a:pt x="21" y="50"/>
                      <a:pt x="21" y="61"/>
                      <a:pt x="22" y="72"/>
                    </a:cubicBezTo>
                    <a:cubicBezTo>
                      <a:pt x="22" y="93"/>
                      <a:pt x="23" y="115"/>
                      <a:pt x="24" y="136"/>
                    </a:cubicBezTo>
                    <a:cubicBezTo>
                      <a:pt x="24" y="141"/>
                      <a:pt x="19" y="145"/>
                      <a:pt x="15" y="145"/>
                    </a:cubicBezTo>
                    <a:cubicBezTo>
                      <a:pt x="9" y="145"/>
                      <a:pt x="6" y="141"/>
                      <a:pt x="5" y="1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1" name="Google Shape;4361;p50">
                <a:extLst>
                  <a:ext uri="{FF2B5EF4-FFF2-40B4-BE49-F238E27FC236}">
                    <a16:creationId xmlns:a16="http://schemas.microsoft.com/office/drawing/2014/main" id="{300DFE6A-083C-EA12-63F1-4653B006E624}"/>
                  </a:ext>
                </a:extLst>
              </p:cNvPr>
              <p:cNvSpPr/>
              <p:nvPr/>
            </p:nvSpPr>
            <p:spPr>
              <a:xfrm>
                <a:off x="-865460" y="4063318"/>
                <a:ext cx="10080" cy="39240"/>
              </a:xfrm>
              <a:custGeom>
                <a:avLst/>
                <a:gdLst/>
                <a:ahLst/>
                <a:cxnLst/>
                <a:rect l="l" t="t" r="r" b="b"/>
                <a:pathLst>
                  <a:path w="28" h="109" extrusionOk="0">
                    <a:moveTo>
                      <a:pt x="7" y="100"/>
                    </a:moveTo>
                    <a:cubicBezTo>
                      <a:pt x="6" y="92"/>
                      <a:pt x="4" y="84"/>
                      <a:pt x="3" y="76"/>
                    </a:cubicBezTo>
                    <a:cubicBezTo>
                      <a:pt x="2" y="68"/>
                      <a:pt x="2" y="60"/>
                      <a:pt x="1" y="53"/>
                    </a:cubicBezTo>
                    <a:cubicBezTo>
                      <a:pt x="0" y="46"/>
                      <a:pt x="0" y="38"/>
                      <a:pt x="0" y="31"/>
                    </a:cubicBezTo>
                    <a:cubicBezTo>
                      <a:pt x="0" y="27"/>
                      <a:pt x="0" y="23"/>
                      <a:pt x="0" y="19"/>
                    </a:cubicBezTo>
                    <a:cubicBezTo>
                      <a:pt x="0" y="16"/>
                      <a:pt x="0" y="13"/>
                      <a:pt x="0" y="1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8"/>
                      <a:pt x="1" y="6"/>
                      <a:pt x="3" y="4"/>
                    </a:cubicBezTo>
                    <a:cubicBezTo>
                      <a:pt x="4" y="1"/>
                      <a:pt x="7" y="0"/>
                      <a:pt x="10" y="0"/>
                    </a:cubicBezTo>
                    <a:cubicBezTo>
                      <a:pt x="13" y="0"/>
                      <a:pt x="16" y="1"/>
                      <a:pt x="17" y="3"/>
                    </a:cubicBezTo>
                    <a:cubicBezTo>
                      <a:pt x="20" y="6"/>
                      <a:pt x="20" y="8"/>
                      <a:pt x="20" y="11"/>
                    </a:cubicBezTo>
                    <a:lnTo>
                      <a:pt x="20" y="10"/>
                    </a:lnTo>
                    <a:cubicBezTo>
                      <a:pt x="20" y="24"/>
                      <a:pt x="19" y="37"/>
                      <a:pt x="20" y="51"/>
                    </a:cubicBezTo>
                    <a:cubicBezTo>
                      <a:pt x="20" y="58"/>
                      <a:pt x="21" y="66"/>
                      <a:pt x="22" y="73"/>
                    </a:cubicBezTo>
                    <a:cubicBezTo>
                      <a:pt x="23" y="81"/>
                      <a:pt x="25" y="89"/>
                      <a:pt x="26" y="98"/>
                    </a:cubicBezTo>
                    <a:cubicBezTo>
                      <a:pt x="27" y="103"/>
                      <a:pt x="23" y="108"/>
                      <a:pt x="18" y="108"/>
                    </a:cubicBezTo>
                    <a:cubicBezTo>
                      <a:pt x="17" y="108"/>
                      <a:pt x="17" y="108"/>
                      <a:pt x="17" y="108"/>
                    </a:cubicBezTo>
                    <a:cubicBezTo>
                      <a:pt x="12" y="108"/>
                      <a:pt x="8" y="105"/>
                      <a:pt x="7" y="10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2" name="Google Shape;4362;p50">
                <a:extLst>
                  <a:ext uri="{FF2B5EF4-FFF2-40B4-BE49-F238E27FC236}">
                    <a16:creationId xmlns:a16="http://schemas.microsoft.com/office/drawing/2014/main" id="{7C164A2A-CF25-83ED-8066-E188B75B79E2}"/>
                  </a:ext>
                </a:extLst>
              </p:cNvPr>
              <p:cNvSpPr/>
              <p:nvPr/>
            </p:nvSpPr>
            <p:spPr>
              <a:xfrm>
                <a:off x="-862580" y="4122358"/>
                <a:ext cx="756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21" h="120" extrusionOk="0">
                    <a:moveTo>
                      <a:pt x="5" y="117"/>
                    </a:moveTo>
                    <a:cubicBezTo>
                      <a:pt x="2" y="115"/>
                      <a:pt x="1" y="113"/>
                      <a:pt x="1" y="110"/>
                    </a:cubicBezTo>
                    <a:cubicBezTo>
                      <a:pt x="1" y="109"/>
                      <a:pt x="1" y="109"/>
                      <a:pt x="1" y="108"/>
                    </a:cubicBezTo>
                    <a:cubicBezTo>
                      <a:pt x="0" y="92"/>
                      <a:pt x="0" y="75"/>
                      <a:pt x="0" y="59"/>
                    </a:cubicBezTo>
                    <a:cubicBezTo>
                      <a:pt x="0" y="43"/>
                      <a:pt x="0" y="26"/>
                      <a:pt x="0" y="10"/>
                    </a:cubicBezTo>
                    <a:cubicBezTo>
                      <a:pt x="1" y="5"/>
                      <a:pt x="5" y="0"/>
                      <a:pt x="10" y="0"/>
                    </a:cubicBezTo>
                    <a:cubicBezTo>
                      <a:pt x="16" y="0"/>
                      <a:pt x="20" y="5"/>
                      <a:pt x="20" y="10"/>
                    </a:cubicBezTo>
                    <a:cubicBezTo>
                      <a:pt x="20" y="26"/>
                      <a:pt x="19" y="41"/>
                      <a:pt x="19" y="58"/>
                    </a:cubicBezTo>
                    <a:cubicBezTo>
                      <a:pt x="19" y="73"/>
                      <a:pt x="19" y="90"/>
                      <a:pt x="20" y="106"/>
                    </a:cubicBezTo>
                    <a:lnTo>
                      <a:pt x="20" y="105"/>
                    </a:lnTo>
                    <a:cubicBezTo>
                      <a:pt x="20" y="106"/>
                      <a:pt x="20" y="107"/>
                      <a:pt x="20" y="108"/>
                    </a:cubicBezTo>
                    <a:cubicBezTo>
                      <a:pt x="20" y="111"/>
                      <a:pt x="20" y="113"/>
                      <a:pt x="18" y="115"/>
                    </a:cubicBezTo>
                    <a:cubicBezTo>
                      <a:pt x="17" y="117"/>
                      <a:pt x="14" y="118"/>
                      <a:pt x="12" y="119"/>
                    </a:cubicBezTo>
                    <a:cubicBezTo>
                      <a:pt x="12" y="119"/>
                      <a:pt x="11" y="119"/>
                      <a:pt x="10" y="119"/>
                    </a:cubicBezTo>
                    <a:cubicBezTo>
                      <a:pt x="9" y="119"/>
                      <a:pt x="6" y="118"/>
                      <a:pt x="5" y="1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3" name="Google Shape;4363;p50">
                <a:extLst>
                  <a:ext uri="{FF2B5EF4-FFF2-40B4-BE49-F238E27FC236}">
                    <a16:creationId xmlns:a16="http://schemas.microsoft.com/office/drawing/2014/main" id="{F2CB5034-BAF8-9092-983E-40577B7B9C44}"/>
                  </a:ext>
                </a:extLst>
              </p:cNvPr>
              <p:cNvSpPr/>
              <p:nvPr/>
            </p:nvSpPr>
            <p:spPr>
              <a:xfrm>
                <a:off x="-863300" y="4187518"/>
                <a:ext cx="11160" cy="33120"/>
              </a:xfrm>
              <a:custGeom>
                <a:avLst/>
                <a:gdLst/>
                <a:ahLst/>
                <a:cxnLst/>
                <a:rect l="l" t="t" r="r" b="b"/>
                <a:pathLst>
                  <a:path w="31" h="92" extrusionOk="0">
                    <a:moveTo>
                      <a:pt x="11" y="86"/>
                    </a:moveTo>
                    <a:cubicBezTo>
                      <a:pt x="7" y="79"/>
                      <a:pt x="4" y="71"/>
                      <a:pt x="3" y="64"/>
                    </a:cubicBezTo>
                    <a:cubicBezTo>
                      <a:pt x="0" y="56"/>
                      <a:pt x="0" y="47"/>
                      <a:pt x="0" y="40"/>
                    </a:cubicBezTo>
                    <a:cubicBezTo>
                      <a:pt x="0" y="33"/>
                      <a:pt x="1" y="26"/>
                      <a:pt x="1" y="20"/>
                    </a:cubicBezTo>
                    <a:lnTo>
                      <a:pt x="1" y="21"/>
                    </a:lnTo>
                    <a:cubicBezTo>
                      <a:pt x="2" y="18"/>
                      <a:pt x="2" y="14"/>
                      <a:pt x="3" y="11"/>
                    </a:cubicBezTo>
                    <a:lnTo>
                      <a:pt x="3" y="10"/>
                    </a:lnTo>
                    <a:cubicBezTo>
                      <a:pt x="3" y="4"/>
                      <a:pt x="8" y="0"/>
                      <a:pt x="14" y="0"/>
                    </a:cubicBezTo>
                    <a:cubicBezTo>
                      <a:pt x="16" y="0"/>
                      <a:pt x="19" y="1"/>
                      <a:pt x="21" y="4"/>
                    </a:cubicBezTo>
                    <a:cubicBezTo>
                      <a:pt x="22" y="6"/>
                      <a:pt x="23" y="9"/>
                      <a:pt x="23" y="13"/>
                    </a:cubicBezTo>
                    <a:cubicBezTo>
                      <a:pt x="22" y="16"/>
                      <a:pt x="22" y="20"/>
                      <a:pt x="21" y="24"/>
                    </a:cubicBezTo>
                    <a:cubicBezTo>
                      <a:pt x="20" y="30"/>
                      <a:pt x="19" y="36"/>
                      <a:pt x="19" y="43"/>
                    </a:cubicBezTo>
                    <a:cubicBezTo>
                      <a:pt x="19" y="47"/>
                      <a:pt x="20" y="51"/>
                      <a:pt x="20" y="55"/>
                    </a:cubicBezTo>
                    <a:cubicBezTo>
                      <a:pt x="21" y="57"/>
                      <a:pt x="21" y="59"/>
                      <a:pt x="22" y="61"/>
                    </a:cubicBezTo>
                    <a:cubicBezTo>
                      <a:pt x="23" y="65"/>
                      <a:pt x="24" y="69"/>
                      <a:pt x="26" y="73"/>
                    </a:cubicBezTo>
                    <a:cubicBezTo>
                      <a:pt x="26" y="74"/>
                      <a:pt x="27" y="76"/>
                      <a:pt x="28" y="78"/>
                    </a:cubicBezTo>
                    <a:cubicBezTo>
                      <a:pt x="30" y="82"/>
                      <a:pt x="28" y="88"/>
                      <a:pt x="23" y="91"/>
                    </a:cubicBezTo>
                    <a:cubicBezTo>
                      <a:pt x="22" y="91"/>
                      <a:pt x="21" y="91"/>
                      <a:pt x="19" y="91"/>
                    </a:cubicBezTo>
                    <a:cubicBezTo>
                      <a:pt x="16" y="91"/>
                      <a:pt x="12" y="89"/>
                      <a:pt x="11" y="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4" name="Google Shape;4364;p50">
                <a:extLst>
                  <a:ext uri="{FF2B5EF4-FFF2-40B4-BE49-F238E27FC236}">
                    <a16:creationId xmlns:a16="http://schemas.microsoft.com/office/drawing/2014/main" id="{760E5638-167B-462F-032F-BA6FF4630E23}"/>
                  </a:ext>
                </a:extLst>
              </p:cNvPr>
              <p:cNvSpPr/>
              <p:nvPr/>
            </p:nvSpPr>
            <p:spPr>
              <a:xfrm>
                <a:off x="-831260" y="4214518"/>
                <a:ext cx="8028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223" h="28" extrusionOk="0">
                    <a:moveTo>
                      <a:pt x="212" y="27"/>
                    </a:moveTo>
                    <a:cubicBezTo>
                      <a:pt x="191" y="25"/>
                      <a:pt x="169" y="24"/>
                      <a:pt x="148" y="24"/>
                    </a:cubicBezTo>
                    <a:cubicBezTo>
                      <a:pt x="141" y="24"/>
                      <a:pt x="134" y="24"/>
                      <a:pt x="128" y="24"/>
                    </a:cubicBezTo>
                    <a:cubicBezTo>
                      <a:pt x="112" y="24"/>
                      <a:pt x="97" y="25"/>
                      <a:pt x="82" y="25"/>
                    </a:cubicBezTo>
                    <a:cubicBezTo>
                      <a:pt x="73" y="26"/>
                      <a:pt x="64" y="26"/>
                      <a:pt x="55" y="26"/>
                    </a:cubicBezTo>
                    <a:cubicBezTo>
                      <a:pt x="52" y="26"/>
                      <a:pt x="48" y="26"/>
                      <a:pt x="45" y="25"/>
                    </a:cubicBezTo>
                    <a:cubicBezTo>
                      <a:pt x="40" y="25"/>
                      <a:pt x="36" y="25"/>
                      <a:pt x="31" y="25"/>
                    </a:cubicBezTo>
                    <a:cubicBezTo>
                      <a:pt x="31" y="25"/>
                      <a:pt x="30" y="25"/>
                      <a:pt x="29" y="24"/>
                    </a:cubicBezTo>
                    <a:cubicBezTo>
                      <a:pt x="30" y="25"/>
                      <a:pt x="30" y="25"/>
                      <a:pt x="31" y="25"/>
                    </a:cubicBezTo>
                    <a:cubicBezTo>
                      <a:pt x="29" y="24"/>
                      <a:pt x="28" y="24"/>
                      <a:pt x="27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5" y="24"/>
                      <a:pt x="24" y="24"/>
                      <a:pt x="23" y="24"/>
                    </a:cubicBezTo>
                    <a:lnTo>
                      <a:pt x="24" y="24"/>
                    </a:lnTo>
                    <a:cubicBezTo>
                      <a:pt x="21" y="24"/>
                      <a:pt x="18" y="23"/>
                      <a:pt x="16" y="23"/>
                    </a:cubicBezTo>
                    <a:cubicBezTo>
                      <a:pt x="13" y="22"/>
                      <a:pt x="9" y="21"/>
                      <a:pt x="6" y="18"/>
                    </a:cubicBezTo>
                    <a:cubicBezTo>
                      <a:pt x="0" y="13"/>
                      <a:pt x="3" y="3"/>
                      <a:pt x="10" y="1"/>
                    </a:cubicBezTo>
                    <a:cubicBezTo>
                      <a:pt x="14" y="0"/>
                      <a:pt x="18" y="2"/>
                      <a:pt x="22" y="2"/>
                    </a:cubicBezTo>
                    <a:cubicBezTo>
                      <a:pt x="24" y="2"/>
                      <a:pt x="26" y="3"/>
                      <a:pt x="27" y="5"/>
                    </a:cubicBezTo>
                    <a:cubicBezTo>
                      <a:pt x="29" y="5"/>
                      <a:pt x="32" y="6"/>
                      <a:pt x="35" y="6"/>
                    </a:cubicBezTo>
                    <a:cubicBezTo>
                      <a:pt x="39" y="6"/>
                      <a:pt x="44" y="7"/>
                      <a:pt x="49" y="7"/>
                    </a:cubicBezTo>
                    <a:cubicBezTo>
                      <a:pt x="55" y="7"/>
                      <a:pt x="61" y="7"/>
                      <a:pt x="67" y="7"/>
                    </a:cubicBezTo>
                    <a:cubicBezTo>
                      <a:pt x="66" y="7"/>
                      <a:pt x="66" y="7"/>
                      <a:pt x="66" y="7"/>
                    </a:cubicBezTo>
                    <a:cubicBezTo>
                      <a:pt x="76" y="7"/>
                      <a:pt x="87" y="7"/>
                      <a:pt x="98" y="7"/>
                    </a:cubicBezTo>
                    <a:cubicBezTo>
                      <a:pt x="108" y="6"/>
                      <a:pt x="118" y="6"/>
                      <a:pt x="128" y="6"/>
                    </a:cubicBezTo>
                    <a:lnTo>
                      <a:pt x="127" y="6"/>
                    </a:lnTo>
                    <a:cubicBezTo>
                      <a:pt x="129" y="6"/>
                      <a:pt x="129" y="6"/>
                      <a:pt x="130" y="6"/>
                    </a:cubicBezTo>
                    <a:lnTo>
                      <a:pt x="129" y="6"/>
                    </a:lnTo>
                    <a:cubicBezTo>
                      <a:pt x="134" y="6"/>
                      <a:pt x="140" y="6"/>
                      <a:pt x="146" y="6"/>
                    </a:cubicBezTo>
                    <a:lnTo>
                      <a:pt x="147" y="6"/>
                    </a:lnTo>
                    <a:cubicBezTo>
                      <a:pt x="169" y="6"/>
                      <a:pt x="191" y="7"/>
                      <a:pt x="213" y="9"/>
                    </a:cubicBezTo>
                    <a:cubicBezTo>
                      <a:pt x="218" y="10"/>
                      <a:pt x="222" y="14"/>
                      <a:pt x="221" y="19"/>
                    </a:cubicBezTo>
                    <a:cubicBezTo>
                      <a:pt x="221" y="23"/>
                      <a:pt x="217" y="27"/>
                      <a:pt x="212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5" name="Google Shape;4365;p50">
                <a:extLst>
                  <a:ext uri="{FF2B5EF4-FFF2-40B4-BE49-F238E27FC236}">
                    <a16:creationId xmlns:a16="http://schemas.microsoft.com/office/drawing/2014/main" id="{4D47345C-B077-F24D-8CD0-2A24CF30466F}"/>
                  </a:ext>
                </a:extLst>
              </p:cNvPr>
              <p:cNvSpPr/>
              <p:nvPr/>
            </p:nvSpPr>
            <p:spPr>
              <a:xfrm>
                <a:off x="-725420" y="4213798"/>
                <a:ext cx="6444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179" h="25" extrusionOk="0">
                    <a:moveTo>
                      <a:pt x="5" y="8"/>
                    </a:moveTo>
                    <a:cubicBezTo>
                      <a:pt x="6" y="7"/>
                      <a:pt x="6" y="7"/>
                      <a:pt x="7" y="7"/>
                    </a:cubicBezTo>
                    <a:cubicBezTo>
                      <a:pt x="9" y="4"/>
                      <a:pt x="12" y="4"/>
                      <a:pt x="15" y="4"/>
                    </a:cubicBezTo>
                    <a:cubicBezTo>
                      <a:pt x="24" y="4"/>
                      <a:pt x="33" y="3"/>
                      <a:pt x="41" y="3"/>
                    </a:cubicBezTo>
                    <a:cubicBezTo>
                      <a:pt x="52" y="2"/>
                      <a:pt x="62" y="1"/>
                      <a:pt x="72" y="1"/>
                    </a:cubicBezTo>
                    <a:cubicBezTo>
                      <a:pt x="78" y="1"/>
                      <a:pt x="84" y="1"/>
                      <a:pt x="90" y="1"/>
                    </a:cubicBezTo>
                    <a:cubicBezTo>
                      <a:pt x="95" y="0"/>
                      <a:pt x="100" y="0"/>
                      <a:pt x="105" y="0"/>
                    </a:cubicBezTo>
                    <a:cubicBezTo>
                      <a:pt x="115" y="0"/>
                      <a:pt x="125" y="0"/>
                      <a:pt x="134" y="1"/>
                    </a:cubicBezTo>
                    <a:cubicBezTo>
                      <a:pt x="146" y="1"/>
                      <a:pt x="158" y="1"/>
                      <a:pt x="170" y="2"/>
                    </a:cubicBezTo>
                    <a:cubicBezTo>
                      <a:pt x="174" y="2"/>
                      <a:pt x="178" y="7"/>
                      <a:pt x="178" y="12"/>
                    </a:cubicBezTo>
                    <a:cubicBezTo>
                      <a:pt x="178" y="16"/>
                      <a:pt x="174" y="20"/>
                      <a:pt x="169" y="20"/>
                    </a:cubicBezTo>
                    <a:cubicBezTo>
                      <a:pt x="158" y="19"/>
                      <a:pt x="149" y="19"/>
                      <a:pt x="138" y="19"/>
                    </a:cubicBezTo>
                    <a:cubicBezTo>
                      <a:pt x="129" y="19"/>
                      <a:pt x="119" y="19"/>
                      <a:pt x="110" y="18"/>
                    </a:cubicBezTo>
                    <a:cubicBezTo>
                      <a:pt x="102" y="19"/>
                      <a:pt x="95" y="19"/>
                      <a:pt x="87" y="19"/>
                    </a:cubicBezTo>
                    <a:cubicBezTo>
                      <a:pt x="79" y="20"/>
                      <a:pt x="69" y="20"/>
                      <a:pt x="60" y="21"/>
                    </a:cubicBezTo>
                    <a:cubicBezTo>
                      <a:pt x="45" y="22"/>
                      <a:pt x="29" y="23"/>
                      <a:pt x="14" y="24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5" y="24"/>
                      <a:pt x="0" y="14"/>
                      <a:pt x="5" y="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6" name="Google Shape;4366;p50">
                <a:extLst>
                  <a:ext uri="{FF2B5EF4-FFF2-40B4-BE49-F238E27FC236}">
                    <a16:creationId xmlns:a16="http://schemas.microsoft.com/office/drawing/2014/main" id="{0CD32B57-C812-37CB-E901-17D858611F0B}"/>
                  </a:ext>
                </a:extLst>
              </p:cNvPr>
              <p:cNvSpPr/>
              <p:nvPr/>
            </p:nvSpPr>
            <p:spPr>
              <a:xfrm>
                <a:off x="-633260" y="4214518"/>
                <a:ext cx="4356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27" extrusionOk="0">
                    <a:moveTo>
                      <a:pt x="1" y="18"/>
                    </a:moveTo>
                    <a:cubicBezTo>
                      <a:pt x="0" y="16"/>
                      <a:pt x="1" y="13"/>
                      <a:pt x="3" y="11"/>
                    </a:cubicBezTo>
                    <a:cubicBezTo>
                      <a:pt x="5" y="8"/>
                      <a:pt x="7" y="7"/>
                      <a:pt x="10" y="6"/>
                    </a:cubicBezTo>
                    <a:cubicBezTo>
                      <a:pt x="26" y="5"/>
                      <a:pt x="42" y="3"/>
                      <a:pt x="58" y="3"/>
                    </a:cubicBezTo>
                    <a:cubicBezTo>
                      <a:pt x="75" y="2"/>
                      <a:pt x="92" y="2"/>
                      <a:pt x="109" y="1"/>
                    </a:cubicBezTo>
                    <a:cubicBezTo>
                      <a:pt x="115" y="0"/>
                      <a:pt x="119" y="5"/>
                      <a:pt x="119" y="10"/>
                    </a:cubicBezTo>
                    <a:cubicBezTo>
                      <a:pt x="120" y="14"/>
                      <a:pt x="116" y="19"/>
                      <a:pt x="111" y="20"/>
                    </a:cubicBezTo>
                    <a:cubicBezTo>
                      <a:pt x="97" y="20"/>
                      <a:pt x="83" y="21"/>
                      <a:pt x="69" y="21"/>
                    </a:cubicBezTo>
                    <a:cubicBezTo>
                      <a:pt x="56" y="21"/>
                      <a:pt x="42" y="23"/>
                      <a:pt x="28" y="24"/>
                    </a:cubicBezTo>
                    <a:cubicBezTo>
                      <a:pt x="26" y="24"/>
                      <a:pt x="23" y="25"/>
                      <a:pt x="21" y="25"/>
                    </a:cubicBezTo>
                    <a:cubicBezTo>
                      <a:pt x="19" y="25"/>
                      <a:pt x="16" y="25"/>
                      <a:pt x="13" y="26"/>
                    </a:cubicBezTo>
                    <a:lnTo>
                      <a:pt x="12" y="26"/>
                    </a:lnTo>
                    <a:cubicBezTo>
                      <a:pt x="6" y="26"/>
                      <a:pt x="2" y="23"/>
                      <a:pt x="1" y="1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7" name="Google Shape;4367;p50">
                <a:extLst>
                  <a:ext uri="{FF2B5EF4-FFF2-40B4-BE49-F238E27FC236}">
                    <a16:creationId xmlns:a16="http://schemas.microsoft.com/office/drawing/2014/main" id="{775A1CFC-3077-51B0-17A1-FFF148BE68C6}"/>
                  </a:ext>
                </a:extLst>
              </p:cNvPr>
              <p:cNvSpPr/>
              <p:nvPr/>
            </p:nvSpPr>
            <p:spPr>
              <a:xfrm>
                <a:off x="-553340" y="4211278"/>
                <a:ext cx="2664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74" h="27" extrusionOk="0">
                    <a:moveTo>
                      <a:pt x="62" y="26"/>
                    </a:moveTo>
                    <a:cubicBezTo>
                      <a:pt x="53" y="25"/>
                      <a:pt x="44" y="25"/>
                      <a:pt x="35" y="25"/>
                    </a:cubicBezTo>
                    <a:cubicBezTo>
                      <a:pt x="31" y="24"/>
                      <a:pt x="28" y="24"/>
                      <a:pt x="24" y="24"/>
                    </a:cubicBezTo>
                    <a:cubicBezTo>
                      <a:pt x="22" y="23"/>
                      <a:pt x="19" y="23"/>
                      <a:pt x="16" y="23"/>
                    </a:cubicBezTo>
                    <a:cubicBezTo>
                      <a:pt x="12" y="22"/>
                      <a:pt x="7" y="22"/>
                      <a:pt x="4" y="19"/>
                    </a:cubicBezTo>
                    <a:cubicBezTo>
                      <a:pt x="0" y="15"/>
                      <a:pt x="0" y="9"/>
                      <a:pt x="3" y="5"/>
                    </a:cubicBezTo>
                    <a:cubicBezTo>
                      <a:pt x="6" y="1"/>
                      <a:pt x="12" y="0"/>
                      <a:pt x="16" y="2"/>
                    </a:cubicBezTo>
                    <a:lnTo>
                      <a:pt x="17" y="2"/>
                    </a:lnTo>
                    <a:cubicBezTo>
                      <a:pt x="18" y="3"/>
                      <a:pt x="20" y="4"/>
                      <a:pt x="22" y="4"/>
                    </a:cubicBezTo>
                    <a:cubicBezTo>
                      <a:pt x="36" y="5"/>
                      <a:pt x="50" y="5"/>
                      <a:pt x="63" y="7"/>
                    </a:cubicBezTo>
                    <a:cubicBezTo>
                      <a:pt x="69" y="7"/>
                      <a:pt x="73" y="11"/>
                      <a:pt x="73" y="16"/>
                    </a:cubicBezTo>
                    <a:cubicBezTo>
                      <a:pt x="72" y="22"/>
                      <a:pt x="68" y="26"/>
                      <a:pt x="63" y="26"/>
                    </a:cubicBezTo>
                    <a:lnTo>
                      <a:pt x="62" y="2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68" name="Google Shape;4368;p50">
              <a:extLst>
                <a:ext uri="{FF2B5EF4-FFF2-40B4-BE49-F238E27FC236}">
                  <a16:creationId xmlns:a16="http://schemas.microsoft.com/office/drawing/2014/main" id="{B098D148-82B0-4797-289D-7923E2AF2A2D}"/>
                </a:ext>
              </a:extLst>
            </p:cNvPr>
            <p:cNvGrpSpPr/>
            <p:nvPr/>
          </p:nvGrpSpPr>
          <p:grpSpPr>
            <a:xfrm>
              <a:off x="4836908" y="352465"/>
              <a:ext cx="1169447" cy="374068"/>
              <a:chOff x="1605960" y="528480"/>
              <a:chExt cx="543600" cy="173880"/>
            </a:xfrm>
          </p:grpSpPr>
          <p:sp>
            <p:nvSpPr>
              <p:cNvPr id="4369" name="Google Shape;4369;p50">
                <a:extLst>
                  <a:ext uri="{FF2B5EF4-FFF2-40B4-BE49-F238E27FC236}">
                    <a16:creationId xmlns:a16="http://schemas.microsoft.com/office/drawing/2014/main" id="{6BA65551-57CC-943F-C551-4963EAB8E061}"/>
                  </a:ext>
                </a:extLst>
              </p:cNvPr>
              <p:cNvSpPr/>
              <p:nvPr/>
            </p:nvSpPr>
            <p:spPr>
              <a:xfrm>
                <a:off x="1732680" y="531720"/>
                <a:ext cx="416880" cy="128880"/>
              </a:xfrm>
              <a:custGeom>
                <a:avLst/>
                <a:gdLst/>
                <a:ahLst/>
                <a:cxnLst/>
                <a:rect l="l" t="t" r="r" b="b"/>
                <a:pathLst>
                  <a:path w="1158" h="358" extrusionOk="0">
                    <a:moveTo>
                      <a:pt x="124" y="357"/>
                    </a:moveTo>
                    <a:cubicBezTo>
                      <a:pt x="119" y="357"/>
                      <a:pt x="115" y="353"/>
                      <a:pt x="114" y="349"/>
                    </a:cubicBezTo>
                    <a:cubicBezTo>
                      <a:pt x="106" y="268"/>
                      <a:pt x="65" y="192"/>
                      <a:pt x="4" y="140"/>
                    </a:cubicBezTo>
                    <a:cubicBezTo>
                      <a:pt x="0" y="135"/>
                      <a:pt x="0" y="129"/>
                      <a:pt x="4" y="125"/>
                    </a:cubicBezTo>
                    <a:cubicBezTo>
                      <a:pt x="7" y="121"/>
                      <a:pt x="14" y="120"/>
                      <a:pt x="18" y="124"/>
                    </a:cubicBezTo>
                    <a:cubicBezTo>
                      <a:pt x="64" y="164"/>
                      <a:pt x="99" y="218"/>
                      <a:pt x="119" y="276"/>
                    </a:cubicBezTo>
                    <a:cubicBezTo>
                      <a:pt x="136" y="23"/>
                      <a:pt x="136" y="23"/>
                      <a:pt x="136" y="23"/>
                    </a:cubicBezTo>
                    <a:cubicBezTo>
                      <a:pt x="136" y="18"/>
                      <a:pt x="141" y="14"/>
                      <a:pt x="146" y="14"/>
                    </a:cubicBezTo>
                    <a:cubicBezTo>
                      <a:pt x="1145" y="0"/>
                      <a:pt x="1145" y="0"/>
                      <a:pt x="1145" y="0"/>
                    </a:cubicBezTo>
                    <a:cubicBezTo>
                      <a:pt x="1148" y="0"/>
                      <a:pt x="1150" y="1"/>
                      <a:pt x="1152" y="3"/>
                    </a:cubicBezTo>
                    <a:cubicBezTo>
                      <a:pt x="1154" y="5"/>
                      <a:pt x="1155" y="7"/>
                      <a:pt x="1156" y="10"/>
                    </a:cubicBezTo>
                    <a:cubicBezTo>
                      <a:pt x="1157" y="167"/>
                      <a:pt x="1157" y="167"/>
                      <a:pt x="1157" y="167"/>
                    </a:cubicBezTo>
                    <a:cubicBezTo>
                      <a:pt x="1157" y="173"/>
                      <a:pt x="1152" y="178"/>
                      <a:pt x="1146" y="178"/>
                    </a:cubicBezTo>
                    <a:cubicBezTo>
                      <a:pt x="1141" y="178"/>
                      <a:pt x="1136" y="173"/>
                      <a:pt x="1136" y="167"/>
                    </a:cubicBezTo>
                    <a:cubicBezTo>
                      <a:pt x="1135" y="20"/>
                      <a:pt x="1135" y="20"/>
                      <a:pt x="1135" y="20"/>
                    </a:cubicBezTo>
                    <a:cubicBezTo>
                      <a:pt x="155" y="33"/>
                      <a:pt x="155" y="33"/>
                      <a:pt x="155" y="33"/>
                    </a:cubicBezTo>
                    <a:cubicBezTo>
                      <a:pt x="134" y="348"/>
                      <a:pt x="134" y="348"/>
                      <a:pt x="134" y="348"/>
                    </a:cubicBezTo>
                    <a:cubicBezTo>
                      <a:pt x="134" y="353"/>
                      <a:pt x="129" y="357"/>
                      <a:pt x="124" y="3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0" name="Google Shape;4370;p50">
                <a:extLst>
                  <a:ext uri="{FF2B5EF4-FFF2-40B4-BE49-F238E27FC236}">
                    <a16:creationId xmlns:a16="http://schemas.microsoft.com/office/drawing/2014/main" id="{0A358811-2418-0D3B-4D34-7D85F7599817}"/>
                  </a:ext>
                </a:extLst>
              </p:cNvPr>
              <p:cNvSpPr/>
              <p:nvPr/>
            </p:nvSpPr>
            <p:spPr>
              <a:xfrm>
                <a:off x="1605960" y="528480"/>
                <a:ext cx="128160" cy="121680"/>
              </a:xfrm>
              <a:custGeom>
                <a:avLst/>
                <a:gdLst/>
                <a:ahLst/>
                <a:cxnLst/>
                <a:rect l="l" t="t" r="r" b="b"/>
                <a:pathLst>
                  <a:path w="356" h="338" extrusionOk="0">
                    <a:moveTo>
                      <a:pt x="53" y="337"/>
                    </a:moveTo>
                    <a:cubicBezTo>
                      <a:pt x="49" y="337"/>
                      <a:pt x="46" y="334"/>
                      <a:pt x="44" y="331"/>
                    </a:cubicBezTo>
                    <a:cubicBezTo>
                      <a:pt x="42" y="327"/>
                      <a:pt x="44" y="323"/>
                      <a:pt x="46" y="320"/>
                    </a:cubicBezTo>
                    <a:cubicBezTo>
                      <a:pt x="118" y="241"/>
                      <a:pt x="148" y="128"/>
                      <a:pt x="128" y="23"/>
                    </a:cubicBezTo>
                    <a:cubicBezTo>
                      <a:pt x="84" y="38"/>
                      <a:pt x="45" y="69"/>
                      <a:pt x="21" y="109"/>
                    </a:cubicBezTo>
                    <a:cubicBezTo>
                      <a:pt x="18" y="114"/>
                      <a:pt x="11" y="115"/>
                      <a:pt x="7" y="112"/>
                    </a:cubicBezTo>
                    <a:cubicBezTo>
                      <a:pt x="2" y="109"/>
                      <a:pt x="0" y="103"/>
                      <a:pt x="3" y="98"/>
                    </a:cubicBezTo>
                    <a:cubicBezTo>
                      <a:pt x="32" y="51"/>
                      <a:pt x="80" y="16"/>
                      <a:pt x="133" y="1"/>
                    </a:cubicBezTo>
                    <a:cubicBezTo>
                      <a:pt x="135" y="0"/>
                      <a:pt x="138" y="1"/>
                      <a:pt x="140" y="2"/>
                    </a:cubicBezTo>
                    <a:cubicBezTo>
                      <a:pt x="143" y="3"/>
                      <a:pt x="144" y="5"/>
                      <a:pt x="145" y="8"/>
                    </a:cubicBezTo>
                    <a:cubicBezTo>
                      <a:pt x="170" y="115"/>
                      <a:pt x="143" y="231"/>
                      <a:pt x="76" y="316"/>
                    </a:cubicBezTo>
                    <a:cubicBezTo>
                      <a:pt x="345" y="315"/>
                      <a:pt x="345" y="315"/>
                      <a:pt x="345" y="315"/>
                    </a:cubicBezTo>
                    <a:cubicBezTo>
                      <a:pt x="350" y="315"/>
                      <a:pt x="355" y="320"/>
                      <a:pt x="355" y="326"/>
                    </a:cubicBezTo>
                    <a:cubicBezTo>
                      <a:pt x="355" y="331"/>
                      <a:pt x="350" y="336"/>
                      <a:pt x="345" y="336"/>
                    </a:cubicBezTo>
                    <a:cubicBezTo>
                      <a:pt x="53" y="337"/>
                      <a:pt x="53" y="337"/>
                      <a:pt x="53" y="3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1" name="Google Shape;4371;p50">
                <a:extLst>
                  <a:ext uri="{FF2B5EF4-FFF2-40B4-BE49-F238E27FC236}">
                    <a16:creationId xmlns:a16="http://schemas.microsoft.com/office/drawing/2014/main" id="{8F682A65-33D2-126F-671D-E5B690602CE5}"/>
                  </a:ext>
                </a:extLst>
              </p:cNvPr>
              <p:cNvSpPr/>
              <p:nvPr/>
            </p:nvSpPr>
            <p:spPr>
              <a:xfrm>
                <a:off x="1826640" y="581400"/>
                <a:ext cx="48600" cy="120960"/>
              </a:xfrm>
              <a:custGeom>
                <a:avLst/>
                <a:gdLst/>
                <a:ahLst/>
                <a:cxnLst/>
                <a:rect l="l" t="t" r="r" b="b"/>
                <a:pathLst>
                  <a:path w="135" h="336" extrusionOk="0">
                    <a:moveTo>
                      <a:pt x="99" y="335"/>
                    </a:moveTo>
                    <a:cubicBezTo>
                      <a:pt x="98" y="335"/>
                      <a:pt x="98" y="335"/>
                      <a:pt x="98" y="335"/>
                    </a:cubicBezTo>
                    <a:cubicBezTo>
                      <a:pt x="71" y="335"/>
                      <a:pt x="45" y="317"/>
                      <a:pt x="31" y="288"/>
                    </a:cubicBezTo>
                    <a:cubicBezTo>
                      <a:pt x="18" y="259"/>
                      <a:pt x="20" y="228"/>
                      <a:pt x="37" y="207"/>
                    </a:cubicBezTo>
                    <a:cubicBezTo>
                      <a:pt x="41" y="202"/>
                      <a:pt x="47" y="201"/>
                      <a:pt x="51" y="205"/>
                    </a:cubicBezTo>
                    <a:cubicBezTo>
                      <a:pt x="56" y="208"/>
                      <a:pt x="57" y="215"/>
                      <a:pt x="53" y="219"/>
                    </a:cubicBezTo>
                    <a:cubicBezTo>
                      <a:pt x="38" y="237"/>
                      <a:pt x="42" y="263"/>
                      <a:pt x="50" y="279"/>
                    </a:cubicBezTo>
                    <a:cubicBezTo>
                      <a:pt x="57" y="294"/>
                      <a:pt x="70" y="310"/>
                      <a:pt x="89" y="314"/>
                    </a:cubicBezTo>
                    <a:cubicBezTo>
                      <a:pt x="102" y="141"/>
                      <a:pt x="102" y="141"/>
                      <a:pt x="102" y="141"/>
                    </a:cubicBezTo>
                    <a:cubicBezTo>
                      <a:pt x="101" y="141"/>
                      <a:pt x="100" y="142"/>
                      <a:pt x="100" y="143"/>
                    </a:cubicBezTo>
                    <a:cubicBezTo>
                      <a:pt x="73" y="168"/>
                      <a:pt x="37" y="177"/>
                      <a:pt x="7" y="166"/>
                    </a:cubicBezTo>
                    <a:cubicBezTo>
                      <a:pt x="2" y="165"/>
                      <a:pt x="0" y="160"/>
                      <a:pt x="0" y="155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4"/>
                      <a:pt x="19" y="0"/>
                      <a:pt x="25" y="0"/>
                    </a:cubicBezTo>
                    <a:cubicBezTo>
                      <a:pt x="30" y="1"/>
                      <a:pt x="35" y="6"/>
                      <a:pt x="34" y="11"/>
                    </a:cubicBezTo>
                    <a:cubicBezTo>
                      <a:pt x="21" y="150"/>
                      <a:pt x="21" y="150"/>
                      <a:pt x="21" y="150"/>
                    </a:cubicBezTo>
                    <a:cubicBezTo>
                      <a:pt x="46" y="155"/>
                      <a:pt x="71" y="143"/>
                      <a:pt x="86" y="128"/>
                    </a:cubicBezTo>
                    <a:cubicBezTo>
                      <a:pt x="93" y="121"/>
                      <a:pt x="99" y="113"/>
                      <a:pt x="104" y="103"/>
                    </a:cubicBezTo>
                    <a:cubicBezTo>
                      <a:pt x="108" y="53"/>
                      <a:pt x="108" y="53"/>
                      <a:pt x="108" y="53"/>
                    </a:cubicBezTo>
                    <a:cubicBezTo>
                      <a:pt x="108" y="48"/>
                      <a:pt x="112" y="44"/>
                      <a:pt x="117" y="43"/>
                    </a:cubicBezTo>
                    <a:cubicBezTo>
                      <a:pt x="121" y="43"/>
                      <a:pt x="126" y="46"/>
                      <a:pt x="127" y="50"/>
                    </a:cubicBezTo>
                    <a:cubicBezTo>
                      <a:pt x="134" y="69"/>
                      <a:pt x="132" y="89"/>
                      <a:pt x="124" y="108"/>
                    </a:cubicBezTo>
                    <a:cubicBezTo>
                      <a:pt x="109" y="326"/>
                      <a:pt x="109" y="326"/>
                      <a:pt x="109" y="326"/>
                    </a:cubicBezTo>
                    <a:cubicBezTo>
                      <a:pt x="108" y="331"/>
                      <a:pt x="104" y="335"/>
                      <a:pt x="99" y="3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2" name="Google Shape;4372;p50">
                <a:extLst>
                  <a:ext uri="{FF2B5EF4-FFF2-40B4-BE49-F238E27FC236}">
                    <a16:creationId xmlns:a16="http://schemas.microsoft.com/office/drawing/2014/main" id="{592C037F-56CE-DEC7-CA43-E9053D53EA4F}"/>
                  </a:ext>
                </a:extLst>
              </p:cNvPr>
              <p:cNvSpPr/>
              <p:nvPr/>
            </p:nvSpPr>
            <p:spPr>
              <a:xfrm>
                <a:off x="1889280" y="572040"/>
                <a:ext cx="46440" cy="44280"/>
              </a:xfrm>
              <a:custGeom>
                <a:avLst/>
                <a:gdLst/>
                <a:ahLst/>
                <a:cxnLst/>
                <a:rect l="l" t="t" r="r" b="b"/>
                <a:pathLst>
                  <a:path w="129" h="123" extrusionOk="0">
                    <a:moveTo>
                      <a:pt x="37" y="122"/>
                    </a:moveTo>
                    <a:cubicBezTo>
                      <a:pt x="27" y="122"/>
                      <a:pt x="17" y="121"/>
                      <a:pt x="8" y="118"/>
                    </a:cubicBezTo>
                    <a:cubicBezTo>
                      <a:pt x="3" y="117"/>
                      <a:pt x="0" y="113"/>
                      <a:pt x="0" y="108"/>
                    </a:cubicBezTo>
                    <a:cubicBezTo>
                      <a:pt x="1" y="103"/>
                      <a:pt x="4" y="99"/>
                      <a:pt x="9" y="99"/>
                    </a:cubicBezTo>
                    <a:cubicBezTo>
                      <a:pt x="42" y="92"/>
                      <a:pt x="68" y="62"/>
                      <a:pt x="70" y="29"/>
                    </a:cubicBezTo>
                    <a:cubicBezTo>
                      <a:pt x="56" y="24"/>
                      <a:pt x="38" y="29"/>
                      <a:pt x="29" y="41"/>
                    </a:cubicBezTo>
                    <a:cubicBezTo>
                      <a:pt x="26" y="46"/>
                      <a:pt x="20" y="46"/>
                      <a:pt x="15" y="43"/>
                    </a:cubicBezTo>
                    <a:cubicBezTo>
                      <a:pt x="10" y="40"/>
                      <a:pt x="10" y="33"/>
                      <a:pt x="13" y="29"/>
                    </a:cubicBezTo>
                    <a:cubicBezTo>
                      <a:pt x="29" y="7"/>
                      <a:pt x="61" y="0"/>
                      <a:pt x="85" y="14"/>
                    </a:cubicBezTo>
                    <a:cubicBezTo>
                      <a:pt x="88" y="15"/>
                      <a:pt x="90" y="18"/>
                      <a:pt x="90" y="22"/>
                    </a:cubicBezTo>
                    <a:cubicBezTo>
                      <a:pt x="91" y="52"/>
                      <a:pt x="76" y="82"/>
                      <a:pt x="52" y="100"/>
                    </a:cubicBezTo>
                    <a:cubicBezTo>
                      <a:pt x="74" y="97"/>
                      <a:pt x="95" y="85"/>
                      <a:pt x="109" y="68"/>
                    </a:cubicBezTo>
                    <a:cubicBezTo>
                      <a:pt x="113" y="64"/>
                      <a:pt x="119" y="63"/>
                      <a:pt x="123" y="67"/>
                    </a:cubicBezTo>
                    <a:cubicBezTo>
                      <a:pt x="127" y="71"/>
                      <a:pt x="128" y="77"/>
                      <a:pt x="124" y="81"/>
                    </a:cubicBezTo>
                    <a:cubicBezTo>
                      <a:pt x="103" y="107"/>
                      <a:pt x="70" y="122"/>
                      <a:pt x="37" y="1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3" name="Google Shape;4373;p50">
                <a:extLst>
                  <a:ext uri="{FF2B5EF4-FFF2-40B4-BE49-F238E27FC236}">
                    <a16:creationId xmlns:a16="http://schemas.microsoft.com/office/drawing/2014/main" id="{4395C617-ACC3-42CB-8BA2-567BD4C930A6}"/>
                  </a:ext>
                </a:extLst>
              </p:cNvPr>
              <p:cNvSpPr/>
              <p:nvPr/>
            </p:nvSpPr>
            <p:spPr>
              <a:xfrm>
                <a:off x="1947240" y="627480"/>
                <a:ext cx="48240" cy="1476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41" extrusionOk="0">
                    <a:moveTo>
                      <a:pt x="11" y="40"/>
                    </a:moveTo>
                    <a:cubicBezTo>
                      <a:pt x="6" y="40"/>
                      <a:pt x="2" y="37"/>
                      <a:pt x="1" y="31"/>
                    </a:cubicBezTo>
                    <a:cubicBezTo>
                      <a:pt x="0" y="26"/>
                      <a:pt x="4" y="21"/>
                      <a:pt x="9" y="20"/>
                    </a:cubicBezTo>
                    <a:cubicBezTo>
                      <a:pt x="121" y="1"/>
                      <a:pt x="121" y="1"/>
                      <a:pt x="121" y="1"/>
                    </a:cubicBezTo>
                    <a:cubicBezTo>
                      <a:pt x="126" y="0"/>
                      <a:pt x="131" y="3"/>
                      <a:pt x="132" y="9"/>
                    </a:cubicBezTo>
                    <a:cubicBezTo>
                      <a:pt x="133" y="15"/>
                      <a:pt x="130" y="20"/>
                      <a:pt x="124" y="20"/>
                    </a:cubicBezTo>
                    <a:cubicBezTo>
                      <a:pt x="12" y="40"/>
                      <a:pt x="12" y="40"/>
                      <a:pt x="12" y="40"/>
                    </a:cubicBezTo>
                    <a:lnTo>
                      <a:pt x="11" y="4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4" name="Google Shape;4374;p50">
                <a:extLst>
                  <a:ext uri="{FF2B5EF4-FFF2-40B4-BE49-F238E27FC236}">
                    <a16:creationId xmlns:a16="http://schemas.microsoft.com/office/drawing/2014/main" id="{20BB517B-2324-1B67-EBBB-6434681C8D4A}"/>
                  </a:ext>
                </a:extLst>
              </p:cNvPr>
              <p:cNvSpPr/>
              <p:nvPr/>
            </p:nvSpPr>
            <p:spPr>
              <a:xfrm>
                <a:off x="1995480" y="606960"/>
                <a:ext cx="73800" cy="43560"/>
              </a:xfrm>
              <a:custGeom>
                <a:avLst/>
                <a:gdLst/>
                <a:ahLst/>
                <a:cxnLst/>
                <a:rect l="l" t="t" r="r" b="b"/>
                <a:pathLst>
                  <a:path w="205" h="121" extrusionOk="0">
                    <a:moveTo>
                      <a:pt x="193" y="120"/>
                    </a:moveTo>
                    <a:lnTo>
                      <a:pt x="192" y="120"/>
                    </a:lnTo>
                    <a:cubicBezTo>
                      <a:pt x="118" y="116"/>
                      <a:pt x="47" y="78"/>
                      <a:pt x="2" y="18"/>
                    </a:cubicBezTo>
                    <a:cubicBezTo>
                      <a:pt x="0" y="13"/>
                      <a:pt x="0" y="7"/>
                      <a:pt x="5" y="4"/>
                    </a:cubicBezTo>
                    <a:cubicBezTo>
                      <a:pt x="9" y="0"/>
                      <a:pt x="16" y="2"/>
                      <a:pt x="19" y="6"/>
                    </a:cubicBezTo>
                    <a:cubicBezTo>
                      <a:pt x="60" y="62"/>
                      <a:pt x="125" y="97"/>
                      <a:pt x="194" y="101"/>
                    </a:cubicBezTo>
                    <a:cubicBezTo>
                      <a:pt x="199" y="101"/>
                      <a:pt x="204" y="105"/>
                      <a:pt x="203" y="111"/>
                    </a:cubicBezTo>
                    <a:cubicBezTo>
                      <a:pt x="203" y="116"/>
                      <a:pt x="198" y="120"/>
                      <a:pt x="193" y="1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5" name="Google Shape;4375;p50">
                <a:extLst>
                  <a:ext uri="{FF2B5EF4-FFF2-40B4-BE49-F238E27FC236}">
                    <a16:creationId xmlns:a16="http://schemas.microsoft.com/office/drawing/2014/main" id="{7229F57E-D41E-996D-C105-F60671558EB3}"/>
                  </a:ext>
                </a:extLst>
              </p:cNvPr>
              <p:cNvSpPr/>
              <p:nvPr/>
            </p:nvSpPr>
            <p:spPr>
              <a:xfrm>
                <a:off x="1994040" y="603000"/>
                <a:ext cx="49320" cy="65160"/>
              </a:xfrm>
              <a:custGeom>
                <a:avLst/>
                <a:gdLst/>
                <a:ahLst/>
                <a:cxnLst/>
                <a:rect l="l" t="t" r="r" b="b"/>
                <a:pathLst>
                  <a:path w="137" h="181" extrusionOk="0">
                    <a:moveTo>
                      <a:pt x="24" y="180"/>
                    </a:moveTo>
                    <a:cubicBezTo>
                      <a:pt x="22" y="180"/>
                      <a:pt x="20" y="180"/>
                      <a:pt x="19" y="179"/>
                    </a:cubicBezTo>
                    <a:cubicBezTo>
                      <a:pt x="14" y="176"/>
                      <a:pt x="12" y="170"/>
                      <a:pt x="15" y="165"/>
                    </a:cubicBezTo>
                    <a:cubicBezTo>
                      <a:pt x="106" y="23"/>
                      <a:pt x="106" y="23"/>
                      <a:pt x="106" y="23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6" y="34"/>
                      <a:pt x="1" y="29"/>
                      <a:pt x="1" y="24"/>
                    </a:cubicBezTo>
                    <a:cubicBezTo>
                      <a:pt x="0" y="18"/>
                      <a:pt x="4" y="13"/>
                      <a:pt x="10" y="13"/>
                    </a:cubicBezTo>
                    <a:cubicBezTo>
                      <a:pt x="124" y="1"/>
                      <a:pt x="124" y="1"/>
                      <a:pt x="124" y="1"/>
                    </a:cubicBezTo>
                    <a:cubicBezTo>
                      <a:pt x="128" y="0"/>
                      <a:pt x="132" y="3"/>
                      <a:pt x="134" y="6"/>
                    </a:cubicBezTo>
                    <a:cubicBezTo>
                      <a:pt x="136" y="9"/>
                      <a:pt x="136" y="13"/>
                      <a:pt x="134" y="17"/>
                    </a:cubicBezTo>
                    <a:cubicBezTo>
                      <a:pt x="33" y="176"/>
                      <a:pt x="33" y="176"/>
                      <a:pt x="33" y="176"/>
                    </a:cubicBezTo>
                    <a:cubicBezTo>
                      <a:pt x="30" y="179"/>
                      <a:pt x="27" y="180"/>
                      <a:pt x="24" y="1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6" name="Google Shape;4376;p50">
                <a:extLst>
                  <a:ext uri="{FF2B5EF4-FFF2-40B4-BE49-F238E27FC236}">
                    <a16:creationId xmlns:a16="http://schemas.microsoft.com/office/drawing/2014/main" id="{0CE243AD-4AEB-D8D2-6011-AF7AF3754DA8}"/>
                  </a:ext>
                </a:extLst>
              </p:cNvPr>
              <p:cNvSpPr/>
              <p:nvPr/>
            </p:nvSpPr>
            <p:spPr>
              <a:xfrm>
                <a:off x="2088360" y="596880"/>
                <a:ext cx="24840" cy="40680"/>
              </a:xfrm>
              <a:custGeom>
                <a:avLst/>
                <a:gdLst/>
                <a:ahLst/>
                <a:cxnLst/>
                <a:rect l="l" t="t" r="r" b="b"/>
                <a:pathLst>
                  <a:path w="69" h="113" extrusionOk="0">
                    <a:moveTo>
                      <a:pt x="11" y="112"/>
                    </a:moveTo>
                    <a:cubicBezTo>
                      <a:pt x="7" y="112"/>
                      <a:pt x="3" y="109"/>
                      <a:pt x="2" y="105"/>
                    </a:cubicBezTo>
                    <a:cubicBezTo>
                      <a:pt x="0" y="101"/>
                      <a:pt x="2" y="94"/>
                      <a:pt x="7" y="93"/>
                    </a:cubicBezTo>
                    <a:cubicBezTo>
                      <a:pt x="46" y="76"/>
                      <a:pt x="46" y="76"/>
                      <a:pt x="46" y="76"/>
                    </a:cubicBezTo>
                    <a:cubicBezTo>
                      <a:pt x="34" y="25"/>
                      <a:pt x="34" y="25"/>
                      <a:pt x="34" y="25"/>
                    </a:cubicBezTo>
                    <a:cubicBezTo>
                      <a:pt x="33" y="27"/>
                      <a:pt x="32" y="28"/>
                      <a:pt x="31" y="29"/>
                    </a:cubicBezTo>
                    <a:cubicBezTo>
                      <a:pt x="31" y="31"/>
                      <a:pt x="29" y="37"/>
                      <a:pt x="32" y="39"/>
                    </a:cubicBezTo>
                    <a:cubicBezTo>
                      <a:pt x="37" y="41"/>
                      <a:pt x="39" y="47"/>
                      <a:pt x="37" y="52"/>
                    </a:cubicBezTo>
                    <a:cubicBezTo>
                      <a:pt x="35" y="57"/>
                      <a:pt x="28" y="59"/>
                      <a:pt x="24" y="57"/>
                    </a:cubicBezTo>
                    <a:cubicBezTo>
                      <a:pt x="11" y="51"/>
                      <a:pt x="7" y="36"/>
                      <a:pt x="13" y="21"/>
                    </a:cubicBezTo>
                    <a:cubicBezTo>
                      <a:pt x="18" y="7"/>
                      <a:pt x="32" y="0"/>
                      <a:pt x="45" y="4"/>
                    </a:cubicBezTo>
                    <a:cubicBezTo>
                      <a:pt x="48" y="5"/>
                      <a:pt x="51" y="8"/>
                      <a:pt x="52" y="12"/>
                    </a:cubicBezTo>
                    <a:cubicBezTo>
                      <a:pt x="67" y="79"/>
                      <a:pt x="67" y="79"/>
                      <a:pt x="67" y="79"/>
                    </a:cubicBezTo>
                    <a:cubicBezTo>
                      <a:pt x="68" y="84"/>
                      <a:pt x="66" y="88"/>
                      <a:pt x="61" y="91"/>
                    </a:cubicBezTo>
                    <a:cubicBezTo>
                      <a:pt x="15" y="111"/>
                      <a:pt x="15" y="111"/>
                      <a:pt x="15" y="111"/>
                    </a:cubicBezTo>
                    <a:cubicBezTo>
                      <a:pt x="14" y="111"/>
                      <a:pt x="13" y="112"/>
                      <a:pt x="11" y="1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pic>
        <p:nvPicPr>
          <p:cNvPr id="3" name="Picture 2">
            <a:extLst>
              <a:ext uri="{FF2B5EF4-FFF2-40B4-BE49-F238E27FC236}">
                <a16:creationId xmlns:a16="http://schemas.microsoft.com/office/drawing/2014/main" id="{C4086EF0-69F9-06CA-B570-D19731DE6978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b="48858"/>
          <a:stretch>
            <a:fillRect/>
          </a:stretch>
        </p:blipFill>
        <p:spPr bwMode="auto">
          <a:xfrm>
            <a:off x="447677" y="1227436"/>
            <a:ext cx="4124324" cy="2981923"/>
          </a:xfrm>
          <a:prstGeom prst="rect">
            <a:avLst/>
          </a:prstGeom>
          <a:ln>
            <a:noFill/>
          </a:ln>
          <a:extLst>
            <a:ext uri="{53640926-AAD7-44D8-BBD7-CCE9431645EC}">
              <a14:shadowObscured xmlns:a14="http://schemas.microsoft.com/office/drawing/2010/main"/>
            </a:ext>
          </a:extLst>
        </p:spPr>
      </p:pic>
      <p:pic>
        <p:nvPicPr>
          <p:cNvPr id="9" name="Picture 8">
            <a:extLst>
              <a:ext uri="{FF2B5EF4-FFF2-40B4-BE49-F238E27FC236}">
                <a16:creationId xmlns:a16="http://schemas.microsoft.com/office/drawing/2014/main" id="{0C0B62CE-47F3-74FC-EAD1-BD38713BC51A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50655"/>
          <a:stretch>
            <a:fillRect/>
          </a:stretch>
        </p:blipFill>
        <p:spPr bwMode="auto">
          <a:xfrm>
            <a:off x="4572000" y="1227436"/>
            <a:ext cx="4274471" cy="2981923"/>
          </a:xfrm>
          <a:prstGeom prst="rect">
            <a:avLst/>
          </a:prstGeom>
          <a:ln>
            <a:noFill/>
          </a:ln>
          <a:extLst>
            <a:ext uri="{53640926-AAD7-44D8-BBD7-CCE9431645EC}">
              <a14:shadowObscured xmlns:a14="http://schemas.microsoft.com/office/drawing/2010/main"/>
            </a:ext>
          </a:extLst>
        </p:spPr>
      </p:pic>
    </p:spTree>
    <p:extLst>
      <p:ext uri="{BB962C8B-B14F-4D97-AF65-F5344CB8AC3E}">
        <p14:creationId xmlns:p14="http://schemas.microsoft.com/office/powerpoint/2010/main" val="1084308528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936">
          <a:extLst>
            <a:ext uri="{FF2B5EF4-FFF2-40B4-BE49-F238E27FC236}">
              <a16:creationId xmlns:a16="http://schemas.microsoft.com/office/drawing/2014/main" id="{9895A145-D2D8-37A0-7B90-E853A2956BE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37" name="Google Shape;4937;p59">
            <a:extLst>
              <a:ext uri="{FF2B5EF4-FFF2-40B4-BE49-F238E27FC236}">
                <a16:creationId xmlns:a16="http://schemas.microsoft.com/office/drawing/2014/main" id="{81F3585D-0A8D-056E-5EC5-D1EF0E46706C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KS Test Results</a:t>
            </a:r>
            <a:endParaRPr dirty="0"/>
          </a:p>
        </p:txBody>
      </p:sp>
      <p:graphicFrame>
        <p:nvGraphicFramePr>
          <p:cNvPr id="4938" name="Google Shape;4938;p59">
            <a:extLst>
              <a:ext uri="{FF2B5EF4-FFF2-40B4-BE49-F238E27FC236}">
                <a16:creationId xmlns:a16="http://schemas.microsoft.com/office/drawing/2014/main" id="{74A01716-35EF-97A1-9E88-CC0690F5E3F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953356355"/>
              </p:ext>
            </p:extLst>
          </p:nvPr>
        </p:nvGraphicFramePr>
        <p:xfrm>
          <a:off x="2738900" y="1531374"/>
          <a:ext cx="3666200" cy="2515228"/>
        </p:xfrm>
        <a:graphic>
          <a:graphicData uri="http://schemas.openxmlformats.org/drawingml/2006/table">
            <a:tbl>
              <a:tblPr>
                <a:noFill/>
                <a:tableStyleId>{E2D02BA3-008A-4ABB-81AF-41F26B3A8A3A}</a:tableStyleId>
              </a:tblPr>
              <a:tblGrid>
                <a:gridCol w="16163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499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97250">
                <a:tc>
                  <a:txBody>
                    <a:bodyPr/>
                    <a:lstStyle/>
                    <a:p>
                      <a:pPr marL="0" lvl="0" indent="0" algn="ctr" rtl="0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2000" dirty="0">
                          <a:solidFill>
                            <a:schemeClr val="lt2"/>
                          </a:solidFill>
                          <a:latin typeface="Asap SemiBold"/>
                          <a:ea typeface="Asap SemiBold"/>
                          <a:cs typeface="Asap SemiBold"/>
                          <a:sym typeface="Asap SemiBold"/>
                        </a:rPr>
                        <a:t>Distribution</a:t>
                      </a:r>
                      <a:endParaRPr sz="2000" dirty="0">
                        <a:solidFill>
                          <a:schemeClr val="lt2"/>
                        </a:solidFill>
                        <a:latin typeface="Asap SemiBold"/>
                        <a:ea typeface="Asap SemiBold"/>
                        <a:cs typeface="Asap SemiBold"/>
                        <a:sym typeface="Asap SemiBold"/>
                      </a:endParaRPr>
                    </a:p>
                  </a:txBody>
                  <a:tcPr marL="91425" marR="91425" marT="91425" marB="91425" anchor="ctr">
                    <a:lnL w="19050" cap="flat" cmpd="sng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2000" dirty="0">
                          <a:solidFill>
                            <a:schemeClr val="lt2"/>
                          </a:solidFill>
                          <a:latin typeface="Asap SemiBold"/>
                          <a:ea typeface="Asap SemiBold"/>
                          <a:cs typeface="Asap SemiBold"/>
                          <a:sym typeface="Asap SemiBold"/>
                        </a:rPr>
                        <a:t>KS Statistic</a:t>
                      </a:r>
                      <a:endParaRPr sz="2000" dirty="0">
                        <a:solidFill>
                          <a:schemeClr val="lt2"/>
                        </a:solidFill>
                        <a:latin typeface="Asap SemiBold"/>
                        <a:ea typeface="Asap SemiBold"/>
                        <a:cs typeface="Asap SemiBold"/>
                        <a:sym typeface="Asap SemiBold"/>
                      </a:endParaRPr>
                    </a:p>
                  </a:txBody>
                  <a:tcPr marL="91425" marR="91425" marT="91425" marB="91425" anchor="ctr">
                    <a:lnL w="19050" cap="flat" cmpd="sng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03275">
                <a:tc>
                  <a:txBody>
                    <a:bodyPr/>
                    <a:lstStyle/>
                    <a:p>
                      <a:pPr marL="0" marR="0" algn="l" rtl="0">
                        <a:lnSpc>
                          <a:spcPct val="115000"/>
                        </a:lnSpc>
                        <a:spcAft>
                          <a:spcPts val="800"/>
                        </a:spcAft>
                        <a:buNone/>
                      </a:pPr>
                      <a:r>
                        <a:rPr lang="en-US" sz="1100" b="1" dirty="0">
                          <a:solidFill>
                            <a:srgbClr val="000000"/>
                          </a:solidFill>
                          <a:effectLst/>
                          <a:latin typeface="Aptos" panose="020B0004020202020204" pitchFamily="34" charset="0"/>
                          <a:ea typeface="Aptos" panose="020B0004020202020204" pitchFamily="34" charset="0"/>
                          <a:cs typeface="Arial" panose="020B0604020202020204" pitchFamily="34" charset="0"/>
                        </a:rPr>
                        <a:t>Weibull</a:t>
                      </a:r>
                      <a:endParaRPr lang="en-US" sz="1200" dirty="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123825" marR="123825" marT="57150" marB="57150" anchor="ctr">
                    <a:lnL w="19050" cap="flat" cmpd="sng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l" rtl="0">
                        <a:lnSpc>
                          <a:spcPct val="115000"/>
                        </a:lnSpc>
                        <a:spcAft>
                          <a:spcPts val="800"/>
                        </a:spcAft>
                        <a:buNone/>
                      </a:pPr>
                      <a:r>
                        <a:rPr lang="en-US" sz="1100" b="1" dirty="0">
                          <a:solidFill>
                            <a:srgbClr val="000000"/>
                          </a:solidFill>
                          <a:effectLst/>
                          <a:latin typeface="Aptos" panose="020B0004020202020204" pitchFamily="34" charset="0"/>
                          <a:ea typeface="Aptos" panose="020B0004020202020204" pitchFamily="34" charset="0"/>
                          <a:cs typeface="Arial" panose="020B0604020202020204" pitchFamily="34" charset="0"/>
                        </a:rPr>
                        <a:t>0.124161</a:t>
                      </a:r>
                      <a:endParaRPr lang="en-US" sz="1200" dirty="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123825" marR="123825" marT="57150" marB="57150" anchor="ctr">
                    <a:lnL w="19050" cap="flat" cmpd="sng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03275">
                <a:tc>
                  <a:txBody>
                    <a:bodyPr/>
                    <a:lstStyle/>
                    <a:p>
                      <a:pPr marL="0" marR="0" algn="l" rtl="0">
                        <a:lnSpc>
                          <a:spcPct val="115000"/>
                        </a:lnSpc>
                        <a:spcAft>
                          <a:spcPts val="800"/>
                        </a:spcAft>
                        <a:buNone/>
                      </a:pPr>
                      <a:r>
                        <a:rPr lang="en-US" sz="1100">
                          <a:solidFill>
                            <a:srgbClr val="000000"/>
                          </a:solidFill>
                          <a:effectLst/>
                          <a:latin typeface="Aptos" panose="020B0004020202020204" pitchFamily="34" charset="0"/>
                          <a:ea typeface="Aptos" panose="020B0004020202020204" pitchFamily="34" charset="0"/>
                          <a:cs typeface="Arial" panose="020B0604020202020204" pitchFamily="34" charset="0"/>
                        </a:rPr>
                        <a:t>Gamma</a:t>
                      </a:r>
                      <a:endParaRPr lang="en-US" sz="12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123825" marR="123825" marT="57150" marB="57150" anchor="ctr">
                    <a:lnL w="19050" cap="flat" cmpd="sng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l" rtl="0">
                        <a:lnSpc>
                          <a:spcPct val="115000"/>
                        </a:lnSpc>
                        <a:spcAft>
                          <a:spcPts val="800"/>
                        </a:spcAft>
                        <a:buNone/>
                      </a:pPr>
                      <a:r>
                        <a:rPr lang="en-US" sz="1100">
                          <a:solidFill>
                            <a:srgbClr val="000000"/>
                          </a:solidFill>
                          <a:effectLst/>
                          <a:latin typeface="Aptos" panose="020B0004020202020204" pitchFamily="34" charset="0"/>
                          <a:ea typeface="Aptos" panose="020B0004020202020204" pitchFamily="34" charset="0"/>
                          <a:cs typeface="Arial" panose="020B0604020202020204" pitchFamily="34" charset="0"/>
                        </a:rPr>
                        <a:t>0.133175</a:t>
                      </a:r>
                      <a:endParaRPr lang="en-US" sz="12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123825" marR="123825" marT="57150" marB="57150" anchor="ctr">
                    <a:lnL w="19050" cap="flat" cmpd="sng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03275">
                <a:tc>
                  <a:txBody>
                    <a:bodyPr/>
                    <a:lstStyle/>
                    <a:p>
                      <a:pPr marL="0" marR="0" algn="l" rtl="0">
                        <a:lnSpc>
                          <a:spcPct val="115000"/>
                        </a:lnSpc>
                        <a:spcAft>
                          <a:spcPts val="800"/>
                        </a:spcAft>
                        <a:buNone/>
                      </a:pPr>
                      <a:r>
                        <a:rPr lang="en-US" sz="1100">
                          <a:solidFill>
                            <a:srgbClr val="000000"/>
                          </a:solidFill>
                          <a:effectLst/>
                          <a:latin typeface="Aptos" panose="020B0004020202020204" pitchFamily="34" charset="0"/>
                          <a:ea typeface="Aptos" panose="020B0004020202020204" pitchFamily="34" charset="0"/>
                          <a:cs typeface="Arial" panose="020B0604020202020204" pitchFamily="34" charset="0"/>
                        </a:rPr>
                        <a:t>Lognormal</a:t>
                      </a:r>
                      <a:endParaRPr lang="en-US" sz="12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123825" marR="123825" marT="57150" marB="57150" anchor="ctr">
                    <a:lnL w="19050" cap="flat" cmpd="sng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l" rtl="0">
                        <a:lnSpc>
                          <a:spcPct val="115000"/>
                        </a:lnSpc>
                        <a:spcAft>
                          <a:spcPts val="800"/>
                        </a:spcAft>
                        <a:buNone/>
                      </a:pPr>
                      <a:r>
                        <a:rPr lang="en-US" sz="1100">
                          <a:solidFill>
                            <a:srgbClr val="000000"/>
                          </a:solidFill>
                          <a:effectLst/>
                          <a:latin typeface="Aptos" panose="020B0004020202020204" pitchFamily="34" charset="0"/>
                          <a:ea typeface="Aptos" panose="020B0004020202020204" pitchFamily="34" charset="0"/>
                          <a:cs typeface="Arial" panose="020B0604020202020204" pitchFamily="34" charset="0"/>
                        </a:rPr>
                        <a:t>0.133026</a:t>
                      </a:r>
                      <a:endParaRPr lang="en-US" sz="12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123825" marR="123825" marT="57150" marB="57150" anchor="ctr">
                    <a:lnL w="19050" cap="flat" cmpd="sng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503275">
                <a:tc>
                  <a:txBody>
                    <a:bodyPr/>
                    <a:lstStyle/>
                    <a:p>
                      <a:pPr marL="0" marR="0" algn="l" rtl="0">
                        <a:lnSpc>
                          <a:spcPct val="115000"/>
                        </a:lnSpc>
                        <a:spcAft>
                          <a:spcPts val="800"/>
                        </a:spcAft>
                        <a:buNone/>
                      </a:pPr>
                      <a:r>
                        <a:rPr lang="en-US" sz="1100">
                          <a:solidFill>
                            <a:srgbClr val="000000"/>
                          </a:solidFill>
                          <a:effectLst/>
                          <a:latin typeface="Aptos" panose="020B0004020202020204" pitchFamily="34" charset="0"/>
                          <a:ea typeface="Aptos" panose="020B0004020202020204" pitchFamily="34" charset="0"/>
                          <a:cs typeface="Arial" panose="020B0604020202020204" pitchFamily="34" charset="0"/>
                        </a:rPr>
                        <a:t>Normal</a:t>
                      </a:r>
                      <a:endParaRPr lang="en-US" sz="12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123825" marR="123825" marT="57150" marB="57150" anchor="ctr">
                    <a:lnL w="19050" cap="flat" cmpd="sng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l" rtl="0">
                        <a:lnSpc>
                          <a:spcPct val="115000"/>
                        </a:lnSpc>
                        <a:spcAft>
                          <a:spcPts val="800"/>
                        </a:spcAft>
                        <a:buNone/>
                      </a:pPr>
                      <a:r>
                        <a:rPr lang="en-US" sz="1100" dirty="0">
                          <a:solidFill>
                            <a:srgbClr val="000000"/>
                          </a:solidFill>
                          <a:effectLst/>
                          <a:latin typeface="Aptos" panose="020B0004020202020204" pitchFamily="34" charset="0"/>
                          <a:ea typeface="Aptos" panose="020B0004020202020204" pitchFamily="34" charset="0"/>
                          <a:cs typeface="Arial" panose="020B0604020202020204" pitchFamily="34" charset="0"/>
                        </a:rPr>
                        <a:t>0.181861</a:t>
                      </a:r>
                      <a:endParaRPr lang="en-US" sz="1200" dirty="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123825" marR="123825" marT="57150" marB="57150" anchor="ctr">
                    <a:lnL w="19050" cap="flat" cmpd="sng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49566135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936">
          <a:extLst>
            <a:ext uri="{FF2B5EF4-FFF2-40B4-BE49-F238E27FC236}">
              <a16:creationId xmlns:a16="http://schemas.microsoft.com/office/drawing/2014/main" id="{41E663A3-05D1-540B-C5D7-803DB69506F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37" name="Google Shape;4937;p59">
            <a:extLst>
              <a:ext uri="{FF2B5EF4-FFF2-40B4-BE49-F238E27FC236}">
                <a16:creationId xmlns:a16="http://schemas.microsoft.com/office/drawing/2014/main" id="{F2D323B1-D5A9-1224-AC96-E60930E5DA7B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Normal Fit Tests</a:t>
            </a:r>
            <a:endParaRPr dirty="0"/>
          </a:p>
        </p:txBody>
      </p:sp>
      <p:sp>
        <p:nvSpPr>
          <p:cNvPr id="2" name="Google Shape;4924;p58">
            <a:extLst>
              <a:ext uri="{FF2B5EF4-FFF2-40B4-BE49-F238E27FC236}">
                <a16:creationId xmlns:a16="http://schemas.microsoft.com/office/drawing/2014/main" id="{9FA6AFF9-9152-D37E-AA4D-247E59CE4861}"/>
              </a:ext>
            </a:extLst>
          </p:cNvPr>
          <p:cNvSpPr txBox="1"/>
          <p:nvPr/>
        </p:nvSpPr>
        <p:spPr>
          <a:xfrm>
            <a:off x="357749" y="2413599"/>
            <a:ext cx="3203071" cy="814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b="1" dirty="0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rPr>
              <a:t>Test Statistic (W): </a:t>
            </a:r>
            <a:r>
              <a:rPr lang="en-US" dirty="0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rPr>
              <a:t>0.796745</a:t>
            </a:r>
          </a:p>
          <a:p>
            <a:pPr marL="0" lvl="0" indent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dirty="0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rPr>
              <a:t>Data are </a:t>
            </a:r>
            <a:r>
              <a:rPr lang="en-US" b="1" dirty="0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rPr>
              <a:t>NOT</a:t>
            </a:r>
            <a:r>
              <a:rPr lang="en-US" dirty="0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rPr>
              <a:t> normally distributed</a:t>
            </a:r>
          </a:p>
        </p:txBody>
      </p:sp>
      <p:sp>
        <p:nvSpPr>
          <p:cNvPr id="3" name="Google Shape;4925;p58">
            <a:extLst>
              <a:ext uri="{FF2B5EF4-FFF2-40B4-BE49-F238E27FC236}">
                <a16:creationId xmlns:a16="http://schemas.microsoft.com/office/drawing/2014/main" id="{41CCE3D0-3B20-DAE0-92AE-31970181FDC2}"/>
              </a:ext>
            </a:extLst>
          </p:cNvPr>
          <p:cNvSpPr txBox="1"/>
          <p:nvPr/>
        </p:nvSpPr>
        <p:spPr>
          <a:xfrm>
            <a:off x="5810865" y="2368709"/>
            <a:ext cx="2946803" cy="814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lvl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</a:pPr>
            <a:r>
              <a:rPr lang="en-US" b="1" dirty="0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rPr>
              <a:t>Test Statistic (A²): </a:t>
            </a:r>
            <a:r>
              <a:rPr lang="en-US" dirty="0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rPr>
              <a:t>117,259.223836</a:t>
            </a:r>
          </a:p>
          <a:p>
            <a:pPr lvl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</a:pPr>
            <a:r>
              <a:rPr lang="en-US" b="1" dirty="0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rPr>
              <a:t>Critical Value (α=0.05):</a:t>
            </a:r>
            <a:r>
              <a:rPr lang="en-US" dirty="0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rPr>
              <a:t> 0.787</a:t>
            </a:r>
          </a:p>
          <a:p>
            <a:pPr lvl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</a:pPr>
            <a:r>
              <a:rPr lang="en-US" dirty="0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rPr>
              <a:t>Normal distribution does not fit (test exceeds critical value)</a:t>
            </a:r>
          </a:p>
        </p:txBody>
      </p:sp>
      <p:sp>
        <p:nvSpPr>
          <p:cNvPr id="4" name="Google Shape;4926;p58">
            <a:extLst>
              <a:ext uri="{FF2B5EF4-FFF2-40B4-BE49-F238E27FC236}">
                <a16:creationId xmlns:a16="http://schemas.microsoft.com/office/drawing/2014/main" id="{2120CE23-66AC-80FE-E6A3-E7A8F8AAD103}"/>
              </a:ext>
            </a:extLst>
          </p:cNvPr>
          <p:cNvSpPr txBox="1"/>
          <p:nvPr/>
        </p:nvSpPr>
        <p:spPr>
          <a:xfrm>
            <a:off x="843533" y="1995617"/>
            <a:ext cx="2231505" cy="42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2000" dirty="0">
                <a:solidFill>
                  <a:schemeClr val="lt2"/>
                </a:solidFill>
                <a:latin typeface="Asap SemiBold"/>
                <a:ea typeface="Asap SemiBold"/>
                <a:cs typeface="Asap SemiBold"/>
                <a:sym typeface="Asap SemiBold"/>
              </a:rPr>
              <a:t>Shapiro-Wilk Test </a:t>
            </a:r>
          </a:p>
        </p:txBody>
      </p:sp>
      <p:sp>
        <p:nvSpPr>
          <p:cNvPr id="5" name="Google Shape;4927;p58">
            <a:extLst>
              <a:ext uri="{FF2B5EF4-FFF2-40B4-BE49-F238E27FC236}">
                <a16:creationId xmlns:a16="http://schemas.microsoft.com/office/drawing/2014/main" id="{95560A0D-C36D-BA58-E361-AF00712DE375}"/>
              </a:ext>
            </a:extLst>
          </p:cNvPr>
          <p:cNvSpPr txBox="1"/>
          <p:nvPr/>
        </p:nvSpPr>
        <p:spPr>
          <a:xfrm>
            <a:off x="5810865" y="1995617"/>
            <a:ext cx="2942303" cy="42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2000" dirty="0">
                <a:solidFill>
                  <a:schemeClr val="lt2"/>
                </a:solidFill>
                <a:latin typeface="Asap SemiBold"/>
                <a:ea typeface="Asap SemiBold"/>
                <a:cs typeface="Asap SemiBold"/>
                <a:sym typeface="Asap SemiBold"/>
              </a:rPr>
              <a:t>Anderson-Darling Test</a:t>
            </a:r>
          </a:p>
        </p:txBody>
      </p:sp>
      <p:cxnSp>
        <p:nvCxnSpPr>
          <p:cNvPr id="6" name="Google Shape;4931;p58">
            <a:extLst>
              <a:ext uri="{FF2B5EF4-FFF2-40B4-BE49-F238E27FC236}">
                <a16:creationId xmlns:a16="http://schemas.microsoft.com/office/drawing/2014/main" id="{AD0D96C9-028A-B824-535B-8B64E14F77B2}"/>
              </a:ext>
            </a:extLst>
          </p:cNvPr>
          <p:cNvCxnSpPr>
            <a:cxnSpLocks/>
            <a:stCxn id="4" idx="0"/>
          </p:cNvCxnSpPr>
          <p:nvPr/>
        </p:nvCxnSpPr>
        <p:spPr>
          <a:xfrm rot="5400000" flipH="1" flipV="1">
            <a:off x="1802510" y="974893"/>
            <a:ext cx="1177500" cy="863948"/>
          </a:xfrm>
          <a:prstGeom prst="bentConnector3">
            <a:avLst>
              <a:gd name="adj1" fmla="val 100101"/>
            </a:avLst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diamond" w="med" len="med"/>
          </a:ln>
        </p:spPr>
      </p:cxnSp>
      <p:cxnSp>
        <p:nvCxnSpPr>
          <p:cNvPr id="7" name="Google Shape;4932;p58">
            <a:extLst>
              <a:ext uri="{FF2B5EF4-FFF2-40B4-BE49-F238E27FC236}">
                <a16:creationId xmlns:a16="http://schemas.microsoft.com/office/drawing/2014/main" id="{8B05545F-3F0A-D157-CFCF-A51BCA176838}"/>
              </a:ext>
            </a:extLst>
          </p:cNvPr>
          <p:cNvCxnSpPr>
            <a:cxnSpLocks/>
            <a:stCxn id="5" idx="0"/>
          </p:cNvCxnSpPr>
          <p:nvPr/>
        </p:nvCxnSpPr>
        <p:spPr>
          <a:xfrm rot="16200000" flipV="1">
            <a:off x="6146276" y="859876"/>
            <a:ext cx="1177501" cy="1093982"/>
          </a:xfrm>
          <a:prstGeom prst="bentConnector3">
            <a:avLst>
              <a:gd name="adj1" fmla="val 100101"/>
            </a:avLst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diamond" w="med" len="med"/>
          </a:ln>
        </p:spPr>
      </p:cxnSp>
    </p:spTree>
    <p:extLst>
      <p:ext uri="{BB962C8B-B14F-4D97-AF65-F5344CB8AC3E}">
        <p14:creationId xmlns:p14="http://schemas.microsoft.com/office/powerpoint/2010/main" val="795158748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464">
          <a:extLst>
            <a:ext uri="{FF2B5EF4-FFF2-40B4-BE49-F238E27FC236}">
              <a16:creationId xmlns:a16="http://schemas.microsoft.com/office/drawing/2014/main" id="{E66B9182-66C3-F921-C381-0A38275742C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65" name="Google Shape;3465;p40">
            <a:extLst>
              <a:ext uri="{FF2B5EF4-FFF2-40B4-BE49-F238E27FC236}">
                <a16:creationId xmlns:a16="http://schemas.microsoft.com/office/drawing/2014/main" id="{33521450-54D7-62AC-C694-70C62E85CE2E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413025" y="2374825"/>
            <a:ext cx="6318000" cy="9159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lvl="0"/>
            <a:r>
              <a:rPr lang="en-US" dirty="0"/>
              <a:t>Day-Type Effects </a:t>
            </a:r>
            <a:endParaRPr dirty="0"/>
          </a:p>
        </p:txBody>
      </p:sp>
      <p:sp>
        <p:nvSpPr>
          <p:cNvPr id="3466" name="Google Shape;3466;p40">
            <a:extLst>
              <a:ext uri="{FF2B5EF4-FFF2-40B4-BE49-F238E27FC236}">
                <a16:creationId xmlns:a16="http://schemas.microsoft.com/office/drawing/2014/main" id="{7686FF85-ED9B-AC0F-58EA-F20AD32A0D6F}"/>
              </a:ext>
            </a:extLst>
          </p:cNvPr>
          <p:cNvSpPr txBox="1">
            <a:spLocks noGrp="1"/>
          </p:cNvSpPr>
          <p:nvPr>
            <p:ph type="title" idx="2"/>
          </p:nvPr>
        </p:nvSpPr>
        <p:spPr>
          <a:xfrm>
            <a:off x="3745950" y="1479436"/>
            <a:ext cx="1652100" cy="915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02</a:t>
            </a:r>
            <a:endParaRPr dirty="0"/>
          </a:p>
        </p:txBody>
      </p:sp>
      <p:sp>
        <p:nvSpPr>
          <p:cNvPr id="3467" name="Google Shape;3467;p40">
            <a:extLst>
              <a:ext uri="{FF2B5EF4-FFF2-40B4-BE49-F238E27FC236}">
                <a16:creationId xmlns:a16="http://schemas.microsoft.com/office/drawing/2014/main" id="{0A3AAEF0-7D7C-1D47-5EC6-08F9478F4B30}"/>
              </a:ext>
            </a:extLst>
          </p:cNvPr>
          <p:cNvSpPr txBox="1">
            <a:spLocks noGrp="1"/>
          </p:cNvSpPr>
          <p:nvPr>
            <p:ph type="subTitle" idx="1"/>
          </p:nvPr>
        </p:nvSpPr>
        <p:spPr>
          <a:xfrm>
            <a:off x="1517969" y="3317550"/>
            <a:ext cx="6318000" cy="706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dirty="0"/>
              <a:t>Is consumption significantly different on weekends versus weekdays?</a:t>
            </a:r>
            <a:endParaRPr dirty="0"/>
          </a:p>
        </p:txBody>
      </p:sp>
      <p:grpSp>
        <p:nvGrpSpPr>
          <p:cNvPr id="3468" name="Google Shape;3468;p40">
            <a:extLst>
              <a:ext uri="{FF2B5EF4-FFF2-40B4-BE49-F238E27FC236}">
                <a16:creationId xmlns:a16="http://schemas.microsoft.com/office/drawing/2014/main" id="{566671A8-0B45-6BC6-0CEC-159FFF1E448F}"/>
              </a:ext>
            </a:extLst>
          </p:cNvPr>
          <p:cNvGrpSpPr/>
          <p:nvPr/>
        </p:nvGrpSpPr>
        <p:grpSpPr>
          <a:xfrm>
            <a:off x="7003755" y="223512"/>
            <a:ext cx="3654904" cy="5589048"/>
            <a:chOff x="7003755" y="223512"/>
            <a:chExt cx="3654904" cy="5589048"/>
          </a:xfrm>
        </p:grpSpPr>
        <p:grpSp>
          <p:nvGrpSpPr>
            <p:cNvPr id="3469" name="Google Shape;3469;p40">
              <a:extLst>
                <a:ext uri="{FF2B5EF4-FFF2-40B4-BE49-F238E27FC236}">
                  <a16:creationId xmlns:a16="http://schemas.microsoft.com/office/drawing/2014/main" id="{5996B8DA-3E06-3F23-A6C5-5529AB5730F6}"/>
                </a:ext>
              </a:extLst>
            </p:cNvPr>
            <p:cNvGrpSpPr/>
            <p:nvPr/>
          </p:nvGrpSpPr>
          <p:grpSpPr>
            <a:xfrm>
              <a:off x="7003755" y="223512"/>
              <a:ext cx="2501532" cy="631966"/>
              <a:chOff x="720" y="669960"/>
              <a:chExt cx="1162800" cy="293760"/>
            </a:xfrm>
          </p:grpSpPr>
          <p:sp>
            <p:nvSpPr>
              <p:cNvPr id="3470" name="Google Shape;3470;p40">
                <a:extLst>
                  <a:ext uri="{FF2B5EF4-FFF2-40B4-BE49-F238E27FC236}">
                    <a16:creationId xmlns:a16="http://schemas.microsoft.com/office/drawing/2014/main" id="{37AFD636-F484-592C-6223-B28481BCFDD6}"/>
                  </a:ext>
                </a:extLst>
              </p:cNvPr>
              <p:cNvSpPr/>
              <p:nvPr/>
            </p:nvSpPr>
            <p:spPr>
              <a:xfrm>
                <a:off x="720" y="703080"/>
                <a:ext cx="84960" cy="101520"/>
              </a:xfrm>
              <a:custGeom>
                <a:avLst/>
                <a:gdLst/>
                <a:ahLst/>
                <a:cxnLst/>
                <a:rect l="l" t="t" r="r" b="b"/>
                <a:pathLst>
                  <a:path w="236" h="282" extrusionOk="0">
                    <a:moveTo>
                      <a:pt x="109" y="276"/>
                    </a:moveTo>
                    <a:cubicBezTo>
                      <a:pt x="106" y="273"/>
                      <a:pt x="105" y="270"/>
                      <a:pt x="104" y="266"/>
                    </a:cubicBezTo>
                    <a:cubicBezTo>
                      <a:pt x="104" y="263"/>
                      <a:pt x="103" y="260"/>
                      <a:pt x="103" y="258"/>
                    </a:cubicBezTo>
                    <a:cubicBezTo>
                      <a:pt x="102" y="254"/>
                      <a:pt x="102" y="251"/>
                      <a:pt x="101" y="247"/>
                    </a:cubicBezTo>
                    <a:cubicBezTo>
                      <a:pt x="99" y="237"/>
                      <a:pt x="97" y="228"/>
                      <a:pt x="95" y="218"/>
                    </a:cubicBezTo>
                    <a:cubicBezTo>
                      <a:pt x="94" y="214"/>
                      <a:pt x="92" y="209"/>
                      <a:pt x="91" y="204"/>
                    </a:cubicBezTo>
                    <a:cubicBezTo>
                      <a:pt x="89" y="198"/>
                      <a:pt x="88" y="193"/>
                      <a:pt x="86" y="187"/>
                    </a:cubicBezTo>
                    <a:cubicBezTo>
                      <a:pt x="84" y="181"/>
                      <a:pt x="82" y="176"/>
                      <a:pt x="80" y="170"/>
                    </a:cubicBezTo>
                    <a:cubicBezTo>
                      <a:pt x="78" y="165"/>
                      <a:pt x="76" y="160"/>
                      <a:pt x="74" y="155"/>
                    </a:cubicBezTo>
                    <a:cubicBezTo>
                      <a:pt x="73" y="151"/>
                      <a:pt x="71" y="146"/>
                      <a:pt x="68" y="141"/>
                    </a:cubicBezTo>
                    <a:cubicBezTo>
                      <a:pt x="66" y="135"/>
                      <a:pt x="63" y="130"/>
                      <a:pt x="60" y="124"/>
                    </a:cubicBezTo>
                    <a:cubicBezTo>
                      <a:pt x="56" y="116"/>
                      <a:pt x="52" y="108"/>
                      <a:pt x="47" y="100"/>
                    </a:cubicBezTo>
                    <a:cubicBezTo>
                      <a:pt x="42" y="91"/>
                      <a:pt x="37" y="81"/>
                      <a:pt x="32" y="73"/>
                    </a:cubicBezTo>
                    <a:cubicBezTo>
                      <a:pt x="26" y="64"/>
                      <a:pt x="22" y="57"/>
                      <a:pt x="17" y="49"/>
                    </a:cubicBezTo>
                    <a:cubicBezTo>
                      <a:pt x="13" y="39"/>
                      <a:pt x="7" y="29"/>
                      <a:pt x="3" y="20"/>
                    </a:cubicBezTo>
                    <a:cubicBezTo>
                      <a:pt x="0" y="13"/>
                      <a:pt x="4" y="6"/>
                      <a:pt x="10" y="3"/>
                    </a:cubicBezTo>
                    <a:cubicBezTo>
                      <a:pt x="16" y="0"/>
                      <a:pt x="23" y="4"/>
                      <a:pt x="26" y="10"/>
                    </a:cubicBezTo>
                    <a:cubicBezTo>
                      <a:pt x="28" y="15"/>
                      <a:pt x="30" y="21"/>
                      <a:pt x="32" y="25"/>
                    </a:cubicBezTo>
                    <a:cubicBezTo>
                      <a:pt x="35" y="31"/>
                      <a:pt x="38" y="35"/>
                      <a:pt x="40" y="40"/>
                    </a:cubicBezTo>
                    <a:cubicBezTo>
                      <a:pt x="43" y="46"/>
                      <a:pt x="46" y="52"/>
                      <a:pt x="49" y="57"/>
                    </a:cubicBezTo>
                    <a:cubicBezTo>
                      <a:pt x="56" y="68"/>
                      <a:pt x="62" y="80"/>
                      <a:pt x="68" y="91"/>
                    </a:cubicBezTo>
                    <a:cubicBezTo>
                      <a:pt x="72" y="98"/>
                      <a:pt x="75" y="104"/>
                      <a:pt x="78" y="110"/>
                    </a:cubicBezTo>
                    <a:cubicBezTo>
                      <a:pt x="81" y="115"/>
                      <a:pt x="83" y="120"/>
                      <a:pt x="85" y="126"/>
                    </a:cubicBezTo>
                    <a:cubicBezTo>
                      <a:pt x="88" y="131"/>
                      <a:pt x="90" y="136"/>
                      <a:pt x="92" y="141"/>
                    </a:cubicBezTo>
                    <a:cubicBezTo>
                      <a:pt x="95" y="147"/>
                      <a:pt x="97" y="153"/>
                      <a:pt x="99" y="159"/>
                    </a:cubicBezTo>
                    <a:cubicBezTo>
                      <a:pt x="102" y="168"/>
                      <a:pt x="105" y="176"/>
                      <a:pt x="107" y="184"/>
                    </a:cubicBezTo>
                    <a:cubicBezTo>
                      <a:pt x="110" y="193"/>
                      <a:pt x="113" y="202"/>
                      <a:pt x="116" y="211"/>
                    </a:cubicBezTo>
                    <a:cubicBezTo>
                      <a:pt x="117" y="216"/>
                      <a:pt x="119" y="222"/>
                      <a:pt x="120" y="227"/>
                    </a:cubicBezTo>
                    <a:cubicBezTo>
                      <a:pt x="123" y="213"/>
                      <a:pt x="127" y="199"/>
                      <a:pt x="131" y="185"/>
                    </a:cubicBezTo>
                    <a:cubicBezTo>
                      <a:pt x="134" y="177"/>
                      <a:pt x="136" y="170"/>
                      <a:pt x="139" y="163"/>
                    </a:cubicBezTo>
                    <a:cubicBezTo>
                      <a:pt x="141" y="157"/>
                      <a:pt x="143" y="151"/>
                      <a:pt x="145" y="145"/>
                    </a:cubicBezTo>
                    <a:cubicBezTo>
                      <a:pt x="147" y="141"/>
                      <a:pt x="149" y="135"/>
                      <a:pt x="151" y="131"/>
                    </a:cubicBezTo>
                    <a:cubicBezTo>
                      <a:pt x="154" y="124"/>
                      <a:pt x="158" y="117"/>
                      <a:pt x="161" y="110"/>
                    </a:cubicBezTo>
                    <a:cubicBezTo>
                      <a:pt x="162" y="108"/>
                      <a:pt x="163" y="105"/>
                      <a:pt x="164" y="102"/>
                    </a:cubicBezTo>
                    <a:cubicBezTo>
                      <a:pt x="166" y="98"/>
                      <a:pt x="168" y="95"/>
                      <a:pt x="170" y="91"/>
                    </a:cubicBezTo>
                    <a:cubicBezTo>
                      <a:pt x="173" y="84"/>
                      <a:pt x="177" y="78"/>
                      <a:pt x="181" y="72"/>
                    </a:cubicBezTo>
                    <a:cubicBezTo>
                      <a:pt x="184" y="67"/>
                      <a:pt x="188" y="61"/>
                      <a:pt x="191" y="56"/>
                    </a:cubicBezTo>
                    <a:cubicBezTo>
                      <a:pt x="195" y="50"/>
                      <a:pt x="200" y="43"/>
                      <a:pt x="204" y="37"/>
                    </a:cubicBezTo>
                    <a:cubicBezTo>
                      <a:pt x="204" y="37"/>
                      <a:pt x="204" y="36"/>
                      <a:pt x="205" y="36"/>
                    </a:cubicBezTo>
                    <a:lnTo>
                      <a:pt x="205" y="35"/>
                    </a:lnTo>
                    <a:cubicBezTo>
                      <a:pt x="208" y="32"/>
                      <a:pt x="211" y="28"/>
                      <a:pt x="213" y="25"/>
                    </a:cubicBezTo>
                    <a:cubicBezTo>
                      <a:pt x="217" y="20"/>
                      <a:pt x="225" y="19"/>
                      <a:pt x="229" y="23"/>
                    </a:cubicBezTo>
                    <a:cubicBezTo>
                      <a:pt x="235" y="27"/>
                      <a:pt x="235" y="35"/>
                      <a:pt x="231" y="39"/>
                    </a:cubicBezTo>
                    <a:cubicBezTo>
                      <a:pt x="223" y="49"/>
                      <a:pt x="215" y="60"/>
                      <a:pt x="207" y="71"/>
                    </a:cubicBezTo>
                    <a:cubicBezTo>
                      <a:pt x="208" y="70"/>
                      <a:pt x="208" y="70"/>
                      <a:pt x="208" y="70"/>
                    </a:cubicBezTo>
                    <a:cubicBezTo>
                      <a:pt x="205" y="74"/>
                      <a:pt x="202" y="78"/>
                      <a:pt x="199" y="84"/>
                    </a:cubicBezTo>
                    <a:cubicBezTo>
                      <a:pt x="196" y="89"/>
                      <a:pt x="193" y="94"/>
                      <a:pt x="189" y="100"/>
                    </a:cubicBezTo>
                    <a:cubicBezTo>
                      <a:pt x="186" y="106"/>
                      <a:pt x="183" y="111"/>
                      <a:pt x="180" y="117"/>
                    </a:cubicBezTo>
                    <a:cubicBezTo>
                      <a:pt x="177" y="123"/>
                      <a:pt x="175" y="129"/>
                      <a:pt x="172" y="135"/>
                    </a:cubicBezTo>
                    <a:cubicBezTo>
                      <a:pt x="168" y="146"/>
                      <a:pt x="163" y="158"/>
                      <a:pt x="159" y="169"/>
                    </a:cubicBezTo>
                    <a:cubicBezTo>
                      <a:pt x="157" y="177"/>
                      <a:pt x="154" y="186"/>
                      <a:pt x="151" y="195"/>
                    </a:cubicBezTo>
                    <a:cubicBezTo>
                      <a:pt x="149" y="203"/>
                      <a:pt x="147" y="212"/>
                      <a:pt x="145" y="220"/>
                    </a:cubicBezTo>
                    <a:cubicBezTo>
                      <a:pt x="142" y="228"/>
                      <a:pt x="141" y="236"/>
                      <a:pt x="139" y="244"/>
                    </a:cubicBezTo>
                    <a:cubicBezTo>
                      <a:pt x="138" y="248"/>
                      <a:pt x="137" y="252"/>
                      <a:pt x="136" y="255"/>
                    </a:cubicBezTo>
                    <a:cubicBezTo>
                      <a:pt x="135" y="257"/>
                      <a:pt x="135" y="259"/>
                      <a:pt x="135" y="261"/>
                    </a:cubicBezTo>
                    <a:cubicBezTo>
                      <a:pt x="134" y="263"/>
                      <a:pt x="134" y="266"/>
                      <a:pt x="133" y="268"/>
                    </a:cubicBezTo>
                    <a:cubicBezTo>
                      <a:pt x="131" y="271"/>
                      <a:pt x="130" y="273"/>
                      <a:pt x="128" y="275"/>
                    </a:cubicBezTo>
                    <a:cubicBezTo>
                      <a:pt x="127" y="278"/>
                      <a:pt x="124" y="280"/>
                      <a:pt x="120" y="281"/>
                    </a:cubicBezTo>
                    <a:cubicBezTo>
                      <a:pt x="119" y="281"/>
                      <a:pt x="119" y="281"/>
                      <a:pt x="119" y="281"/>
                    </a:cubicBezTo>
                    <a:cubicBezTo>
                      <a:pt x="114" y="281"/>
                      <a:pt x="111" y="279"/>
                      <a:pt x="109" y="2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1" name="Google Shape;3471;p40">
                <a:extLst>
                  <a:ext uri="{FF2B5EF4-FFF2-40B4-BE49-F238E27FC236}">
                    <a16:creationId xmlns:a16="http://schemas.microsoft.com/office/drawing/2014/main" id="{3F1E5616-3F76-C72B-274A-CAA3439B9616}"/>
                  </a:ext>
                </a:extLst>
              </p:cNvPr>
              <p:cNvSpPr/>
              <p:nvPr/>
            </p:nvSpPr>
            <p:spPr>
              <a:xfrm>
                <a:off x="104400" y="728280"/>
                <a:ext cx="1008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28" h="28" extrusionOk="0">
                    <a:moveTo>
                      <a:pt x="0" y="13"/>
                    </a:moveTo>
                    <a:cubicBezTo>
                      <a:pt x="0" y="5"/>
                      <a:pt x="6" y="0"/>
                      <a:pt x="14" y="0"/>
                    </a:cubicBezTo>
                    <a:cubicBezTo>
                      <a:pt x="21" y="0"/>
                      <a:pt x="27" y="6"/>
                      <a:pt x="27" y="14"/>
                    </a:cubicBezTo>
                    <a:cubicBezTo>
                      <a:pt x="27" y="21"/>
                      <a:pt x="21" y="27"/>
                      <a:pt x="13" y="27"/>
                    </a:cubicBezTo>
                    <a:cubicBezTo>
                      <a:pt x="5" y="27"/>
                      <a:pt x="0" y="21"/>
                      <a:pt x="0" y="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2" name="Google Shape;3472;p40">
                <a:extLst>
                  <a:ext uri="{FF2B5EF4-FFF2-40B4-BE49-F238E27FC236}">
                    <a16:creationId xmlns:a16="http://schemas.microsoft.com/office/drawing/2014/main" id="{EAF3ADB5-2C5F-2027-323C-90FC81D7066A}"/>
                  </a:ext>
                </a:extLst>
              </p:cNvPr>
              <p:cNvSpPr/>
              <p:nvPr/>
            </p:nvSpPr>
            <p:spPr>
              <a:xfrm>
                <a:off x="101880" y="763200"/>
                <a:ext cx="1008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28" h="28" extrusionOk="0">
                    <a:moveTo>
                      <a:pt x="0" y="13"/>
                    </a:moveTo>
                    <a:cubicBezTo>
                      <a:pt x="0" y="6"/>
                      <a:pt x="6" y="0"/>
                      <a:pt x="14" y="0"/>
                    </a:cubicBezTo>
                    <a:cubicBezTo>
                      <a:pt x="21" y="0"/>
                      <a:pt x="27" y="6"/>
                      <a:pt x="27" y="13"/>
                    </a:cubicBezTo>
                    <a:cubicBezTo>
                      <a:pt x="27" y="21"/>
                      <a:pt x="21" y="27"/>
                      <a:pt x="13" y="27"/>
                    </a:cubicBezTo>
                    <a:cubicBezTo>
                      <a:pt x="6" y="27"/>
                      <a:pt x="0" y="21"/>
                      <a:pt x="0" y="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3" name="Google Shape;3473;p40">
                <a:extLst>
                  <a:ext uri="{FF2B5EF4-FFF2-40B4-BE49-F238E27FC236}">
                    <a16:creationId xmlns:a16="http://schemas.microsoft.com/office/drawing/2014/main" id="{78BA78E8-D66D-9C45-1E62-54485EE5DC4B}"/>
                  </a:ext>
                </a:extLst>
              </p:cNvPr>
              <p:cNvSpPr/>
              <p:nvPr/>
            </p:nvSpPr>
            <p:spPr>
              <a:xfrm>
                <a:off x="187200" y="725040"/>
                <a:ext cx="57600" cy="70920"/>
              </a:xfrm>
              <a:custGeom>
                <a:avLst/>
                <a:gdLst/>
                <a:ahLst/>
                <a:cxnLst/>
                <a:rect l="l" t="t" r="r" b="b"/>
                <a:pathLst>
                  <a:path w="160" h="197" extrusionOk="0">
                    <a:moveTo>
                      <a:pt x="22" y="196"/>
                    </a:moveTo>
                    <a:cubicBezTo>
                      <a:pt x="15" y="195"/>
                      <a:pt x="7" y="192"/>
                      <a:pt x="3" y="185"/>
                    </a:cubicBezTo>
                    <a:cubicBezTo>
                      <a:pt x="1" y="183"/>
                      <a:pt x="0" y="181"/>
                      <a:pt x="0" y="178"/>
                    </a:cubicBezTo>
                    <a:cubicBezTo>
                      <a:pt x="0" y="174"/>
                      <a:pt x="1" y="171"/>
                      <a:pt x="2" y="168"/>
                    </a:cubicBezTo>
                    <a:cubicBezTo>
                      <a:pt x="3" y="165"/>
                      <a:pt x="5" y="162"/>
                      <a:pt x="7" y="160"/>
                    </a:cubicBezTo>
                    <a:cubicBezTo>
                      <a:pt x="8" y="159"/>
                      <a:pt x="10" y="158"/>
                      <a:pt x="11" y="156"/>
                    </a:cubicBezTo>
                    <a:cubicBezTo>
                      <a:pt x="20" y="147"/>
                      <a:pt x="29" y="139"/>
                      <a:pt x="38" y="130"/>
                    </a:cubicBezTo>
                    <a:cubicBezTo>
                      <a:pt x="47" y="120"/>
                      <a:pt x="57" y="112"/>
                      <a:pt x="67" y="102"/>
                    </a:cubicBezTo>
                    <a:cubicBezTo>
                      <a:pt x="79" y="91"/>
                      <a:pt x="91" y="80"/>
                      <a:pt x="102" y="67"/>
                    </a:cubicBezTo>
                    <a:cubicBezTo>
                      <a:pt x="102" y="67"/>
                      <a:pt x="102" y="68"/>
                      <a:pt x="102" y="69"/>
                    </a:cubicBezTo>
                    <a:cubicBezTo>
                      <a:pt x="106" y="63"/>
                      <a:pt x="111" y="58"/>
                      <a:pt x="115" y="52"/>
                    </a:cubicBezTo>
                    <a:cubicBezTo>
                      <a:pt x="117" y="49"/>
                      <a:pt x="119" y="47"/>
                      <a:pt x="120" y="44"/>
                    </a:cubicBezTo>
                    <a:cubicBezTo>
                      <a:pt x="121" y="42"/>
                      <a:pt x="121" y="41"/>
                      <a:pt x="122" y="40"/>
                    </a:cubicBezTo>
                    <a:cubicBezTo>
                      <a:pt x="122" y="39"/>
                      <a:pt x="123" y="38"/>
                      <a:pt x="123" y="37"/>
                    </a:cubicBezTo>
                    <a:lnTo>
                      <a:pt x="123" y="36"/>
                    </a:lnTo>
                    <a:cubicBezTo>
                      <a:pt x="123" y="35"/>
                      <a:pt x="123" y="35"/>
                      <a:pt x="123" y="35"/>
                    </a:cubicBezTo>
                    <a:cubicBezTo>
                      <a:pt x="123" y="34"/>
                      <a:pt x="123" y="34"/>
                      <a:pt x="123" y="34"/>
                    </a:cubicBezTo>
                    <a:lnTo>
                      <a:pt x="123" y="33"/>
                    </a:lnTo>
                    <a:lnTo>
                      <a:pt x="122" y="33"/>
                    </a:lnTo>
                    <a:lnTo>
                      <a:pt x="121" y="33"/>
                    </a:lnTo>
                    <a:cubicBezTo>
                      <a:pt x="121" y="32"/>
                      <a:pt x="120" y="31"/>
                      <a:pt x="120" y="31"/>
                    </a:cubicBezTo>
                    <a:lnTo>
                      <a:pt x="121" y="31"/>
                    </a:lnTo>
                    <a:cubicBezTo>
                      <a:pt x="120" y="31"/>
                      <a:pt x="120" y="31"/>
                      <a:pt x="119" y="31"/>
                    </a:cubicBezTo>
                    <a:cubicBezTo>
                      <a:pt x="117" y="30"/>
                      <a:pt x="116" y="30"/>
                      <a:pt x="114" y="30"/>
                    </a:cubicBezTo>
                    <a:cubicBezTo>
                      <a:pt x="100" y="27"/>
                      <a:pt x="86" y="26"/>
                      <a:pt x="73" y="24"/>
                    </a:cubicBezTo>
                    <a:cubicBezTo>
                      <a:pt x="65" y="24"/>
                      <a:pt x="57" y="24"/>
                      <a:pt x="50" y="24"/>
                    </a:cubicBezTo>
                    <a:cubicBezTo>
                      <a:pt x="47" y="29"/>
                      <a:pt x="41" y="33"/>
                      <a:pt x="35" y="30"/>
                    </a:cubicBezTo>
                    <a:cubicBezTo>
                      <a:pt x="32" y="29"/>
                      <a:pt x="28" y="28"/>
                      <a:pt x="24" y="26"/>
                    </a:cubicBezTo>
                    <a:cubicBezTo>
                      <a:pt x="19" y="23"/>
                      <a:pt x="17" y="16"/>
                      <a:pt x="19" y="10"/>
                    </a:cubicBezTo>
                    <a:cubicBezTo>
                      <a:pt x="22" y="4"/>
                      <a:pt x="28" y="2"/>
                      <a:pt x="34" y="1"/>
                    </a:cubicBezTo>
                    <a:cubicBezTo>
                      <a:pt x="40" y="0"/>
                      <a:pt x="47" y="0"/>
                      <a:pt x="53" y="0"/>
                    </a:cubicBezTo>
                    <a:cubicBezTo>
                      <a:pt x="67" y="0"/>
                      <a:pt x="81" y="1"/>
                      <a:pt x="94" y="3"/>
                    </a:cubicBezTo>
                    <a:cubicBezTo>
                      <a:pt x="100" y="3"/>
                      <a:pt x="107" y="5"/>
                      <a:pt x="113" y="5"/>
                    </a:cubicBezTo>
                    <a:cubicBezTo>
                      <a:pt x="120" y="6"/>
                      <a:pt x="126" y="7"/>
                      <a:pt x="132" y="10"/>
                    </a:cubicBezTo>
                    <a:cubicBezTo>
                      <a:pt x="135" y="12"/>
                      <a:pt x="138" y="14"/>
                      <a:pt x="140" y="17"/>
                    </a:cubicBezTo>
                    <a:cubicBezTo>
                      <a:pt x="143" y="20"/>
                      <a:pt x="145" y="24"/>
                      <a:pt x="146" y="27"/>
                    </a:cubicBezTo>
                    <a:cubicBezTo>
                      <a:pt x="148" y="34"/>
                      <a:pt x="146" y="42"/>
                      <a:pt x="144" y="49"/>
                    </a:cubicBezTo>
                    <a:cubicBezTo>
                      <a:pt x="141" y="56"/>
                      <a:pt x="136" y="64"/>
                      <a:pt x="130" y="70"/>
                    </a:cubicBezTo>
                    <a:cubicBezTo>
                      <a:pt x="123" y="80"/>
                      <a:pt x="114" y="88"/>
                      <a:pt x="105" y="97"/>
                    </a:cubicBezTo>
                    <a:cubicBezTo>
                      <a:pt x="84" y="118"/>
                      <a:pt x="60" y="139"/>
                      <a:pt x="39" y="161"/>
                    </a:cubicBezTo>
                    <a:cubicBezTo>
                      <a:pt x="40" y="161"/>
                      <a:pt x="40" y="160"/>
                      <a:pt x="40" y="160"/>
                    </a:cubicBezTo>
                    <a:cubicBezTo>
                      <a:pt x="37" y="164"/>
                      <a:pt x="33" y="168"/>
                      <a:pt x="30" y="172"/>
                    </a:cubicBezTo>
                    <a:cubicBezTo>
                      <a:pt x="36" y="172"/>
                      <a:pt x="43" y="172"/>
                      <a:pt x="49" y="172"/>
                    </a:cubicBezTo>
                    <a:cubicBezTo>
                      <a:pt x="65" y="171"/>
                      <a:pt x="81" y="169"/>
                      <a:pt x="96" y="168"/>
                    </a:cubicBezTo>
                    <a:cubicBezTo>
                      <a:pt x="113" y="167"/>
                      <a:pt x="130" y="164"/>
                      <a:pt x="147" y="164"/>
                    </a:cubicBezTo>
                    <a:cubicBezTo>
                      <a:pt x="153" y="165"/>
                      <a:pt x="159" y="170"/>
                      <a:pt x="159" y="177"/>
                    </a:cubicBezTo>
                    <a:cubicBezTo>
                      <a:pt x="159" y="183"/>
                      <a:pt x="153" y="189"/>
                      <a:pt x="147" y="189"/>
                    </a:cubicBezTo>
                    <a:cubicBezTo>
                      <a:pt x="139" y="189"/>
                      <a:pt x="131" y="189"/>
                      <a:pt x="124" y="189"/>
                    </a:cubicBezTo>
                    <a:cubicBezTo>
                      <a:pt x="123" y="189"/>
                      <a:pt x="123" y="189"/>
                      <a:pt x="122" y="189"/>
                    </a:cubicBezTo>
                    <a:cubicBezTo>
                      <a:pt x="121" y="189"/>
                      <a:pt x="121" y="189"/>
                      <a:pt x="120" y="189"/>
                    </a:cubicBezTo>
                    <a:cubicBezTo>
                      <a:pt x="119" y="189"/>
                      <a:pt x="117" y="189"/>
                      <a:pt x="116" y="189"/>
                    </a:cubicBezTo>
                    <a:lnTo>
                      <a:pt x="117" y="189"/>
                    </a:lnTo>
                    <a:cubicBezTo>
                      <a:pt x="105" y="190"/>
                      <a:pt x="92" y="192"/>
                      <a:pt x="79" y="193"/>
                    </a:cubicBezTo>
                    <a:cubicBezTo>
                      <a:pt x="66" y="194"/>
                      <a:pt x="52" y="195"/>
                      <a:pt x="38" y="196"/>
                    </a:cubicBezTo>
                    <a:cubicBezTo>
                      <a:pt x="36" y="196"/>
                      <a:pt x="34" y="196"/>
                      <a:pt x="32" y="196"/>
                    </a:cubicBezTo>
                    <a:cubicBezTo>
                      <a:pt x="28" y="196"/>
                      <a:pt x="25" y="196"/>
                      <a:pt x="22" y="1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4" name="Google Shape;3474;p40">
                <a:extLst>
                  <a:ext uri="{FF2B5EF4-FFF2-40B4-BE49-F238E27FC236}">
                    <a16:creationId xmlns:a16="http://schemas.microsoft.com/office/drawing/2014/main" id="{F46817A3-7EFE-6741-5B50-C8A59230D8A2}"/>
                  </a:ext>
                </a:extLst>
              </p:cNvPr>
              <p:cNvSpPr/>
              <p:nvPr/>
            </p:nvSpPr>
            <p:spPr>
              <a:xfrm>
                <a:off x="191880" y="747360"/>
                <a:ext cx="60120" cy="1548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43" extrusionOk="0">
                    <a:moveTo>
                      <a:pt x="1" y="36"/>
                    </a:moveTo>
                    <a:cubicBezTo>
                      <a:pt x="0" y="32"/>
                      <a:pt x="0" y="26"/>
                      <a:pt x="1" y="22"/>
                    </a:cubicBezTo>
                    <a:cubicBezTo>
                      <a:pt x="5" y="17"/>
                      <a:pt x="11" y="15"/>
                      <a:pt x="17" y="14"/>
                    </a:cubicBezTo>
                    <a:cubicBezTo>
                      <a:pt x="26" y="12"/>
                      <a:pt x="36" y="11"/>
                      <a:pt x="46" y="10"/>
                    </a:cubicBezTo>
                    <a:cubicBezTo>
                      <a:pt x="57" y="8"/>
                      <a:pt x="69" y="7"/>
                      <a:pt x="81" y="6"/>
                    </a:cubicBezTo>
                    <a:cubicBezTo>
                      <a:pt x="105" y="4"/>
                      <a:pt x="129" y="3"/>
                      <a:pt x="153" y="1"/>
                    </a:cubicBezTo>
                    <a:cubicBezTo>
                      <a:pt x="159" y="0"/>
                      <a:pt x="165" y="4"/>
                      <a:pt x="165" y="10"/>
                    </a:cubicBezTo>
                    <a:cubicBezTo>
                      <a:pt x="166" y="15"/>
                      <a:pt x="162" y="21"/>
                      <a:pt x="156" y="22"/>
                    </a:cubicBezTo>
                    <a:cubicBezTo>
                      <a:pt x="135" y="24"/>
                      <a:pt x="114" y="26"/>
                      <a:pt x="94" y="28"/>
                    </a:cubicBezTo>
                    <a:cubicBezTo>
                      <a:pt x="73" y="30"/>
                      <a:pt x="52" y="32"/>
                      <a:pt x="32" y="36"/>
                    </a:cubicBezTo>
                    <a:cubicBezTo>
                      <a:pt x="31" y="36"/>
                      <a:pt x="31" y="36"/>
                      <a:pt x="31" y="36"/>
                    </a:cubicBezTo>
                    <a:cubicBezTo>
                      <a:pt x="28" y="36"/>
                      <a:pt x="25" y="37"/>
                      <a:pt x="22" y="38"/>
                    </a:cubicBezTo>
                    <a:cubicBezTo>
                      <a:pt x="21" y="39"/>
                      <a:pt x="21" y="39"/>
                      <a:pt x="20" y="40"/>
                    </a:cubicBezTo>
                    <a:cubicBezTo>
                      <a:pt x="18" y="42"/>
                      <a:pt x="15" y="42"/>
                      <a:pt x="12" y="42"/>
                    </a:cubicBezTo>
                    <a:cubicBezTo>
                      <a:pt x="8" y="42"/>
                      <a:pt x="4" y="40"/>
                      <a:pt x="1" y="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5" name="Google Shape;3475;p40">
                <a:extLst>
                  <a:ext uri="{FF2B5EF4-FFF2-40B4-BE49-F238E27FC236}">
                    <a16:creationId xmlns:a16="http://schemas.microsoft.com/office/drawing/2014/main" id="{C526EBE4-95DC-4CF5-35D4-2961CE3B745F}"/>
                  </a:ext>
                </a:extLst>
              </p:cNvPr>
              <p:cNvSpPr/>
              <p:nvPr/>
            </p:nvSpPr>
            <p:spPr>
              <a:xfrm>
                <a:off x="271800" y="745200"/>
                <a:ext cx="29880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83" h="40" extrusionOk="0">
                    <a:moveTo>
                      <a:pt x="66" y="39"/>
                    </a:moveTo>
                    <a:cubicBezTo>
                      <a:pt x="56" y="37"/>
                      <a:pt x="45" y="34"/>
                      <a:pt x="35" y="31"/>
                    </a:cubicBezTo>
                    <a:cubicBezTo>
                      <a:pt x="30" y="30"/>
                      <a:pt x="26" y="29"/>
                      <a:pt x="20" y="28"/>
                    </a:cubicBezTo>
                    <a:cubicBezTo>
                      <a:pt x="18" y="27"/>
                      <a:pt x="16" y="26"/>
                      <a:pt x="13" y="25"/>
                    </a:cubicBezTo>
                    <a:cubicBezTo>
                      <a:pt x="10" y="24"/>
                      <a:pt x="6" y="23"/>
                      <a:pt x="5" y="19"/>
                    </a:cubicBezTo>
                    <a:cubicBezTo>
                      <a:pt x="0" y="12"/>
                      <a:pt x="5" y="3"/>
                      <a:pt x="12" y="1"/>
                    </a:cubicBezTo>
                    <a:cubicBezTo>
                      <a:pt x="16" y="0"/>
                      <a:pt x="19" y="0"/>
                      <a:pt x="22" y="2"/>
                    </a:cubicBezTo>
                    <a:lnTo>
                      <a:pt x="23" y="3"/>
                    </a:lnTo>
                    <a:cubicBezTo>
                      <a:pt x="40" y="9"/>
                      <a:pt x="56" y="13"/>
                      <a:pt x="73" y="17"/>
                    </a:cubicBezTo>
                    <a:cubicBezTo>
                      <a:pt x="79" y="18"/>
                      <a:pt x="82" y="25"/>
                      <a:pt x="81" y="31"/>
                    </a:cubicBezTo>
                    <a:cubicBezTo>
                      <a:pt x="80" y="34"/>
                      <a:pt x="78" y="37"/>
                      <a:pt x="75" y="38"/>
                    </a:cubicBezTo>
                    <a:cubicBezTo>
                      <a:pt x="73" y="39"/>
                      <a:pt x="72" y="39"/>
                      <a:pt x="70" y="39"/>
                    </a:cubicBezTo>
                    <a:cubicBezTo>
                      <a:pt x="69" y="39"/>
                      <a:pt x="68" y="39"/>
                      <a:pt x="66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6" name="Google Shape;3476;p40">
                <a:extLst>
                  <a:ext uri="{FF2B5EF4-FFF2-40B4-BE49-F238E27FC236}">
                    <a16:creationId xmlns:a16="http://schemas.microsoft.com/office/drawing/2014/main" id="{32794801-8C47-F9A4-C07F-2439F54058CF}"/>
                  </a:ext>
                </a:extLst>
              </p:cNvPr>
              <p:cNvSpPr/>
              <p:nvPr/>
            </p:nvSpPr>
            <p:spPr>
              <a:xfrm>
                <a:off x="274680" y="758880"/>
                <a:ext cx="44640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40" extrusionOk="0">
                    <a:moveTo>
                      <a:pt x="12" y="39"/>
                    </a:moveTo>
                    <a:cubicBezTo>
                      <a:pt x="5" y="38"/>
                      <a:pt x="0" y="32"/>
                      <a:pt x="1" y="24"/>
                    </a:cubicBezTo>
                    <a:cubicBezTo>
                      <a:pt x="2" y="17"/>
                      <a:pt x="10" y="12"/>
                      <a:pt x="17" y="14"/>
                    </a:cubicBezTo>
                    <a:cubicBezTo>
                      <a:pt x="17" y="14"/>
                      <a:pt x="18" y="14"/>
                      <a:pt x="19" y="15"/>
                    </a:cubicBezTo>
                    <a:cubicBezTo>
                      <a:pt x="20" y="15"/>
                      <a:pt x="21" y="15"/>
                      <a:pt x="22" y="15"/>
                    </a:cubicBezTo>
                    <a:cubicBezTo>
                      <a:pt x="39" y="14"/>
                      <a:pt x="55" y="11"/>
                      <a:pt x="71" y="8"/>
                    </a:cubicBezTo>
                    <a:cubicBezTo>
                      <a:pt x="84" y="6"/>
                      <a:pt x="98" y="3"/>
                      <a:pt x="110" y="1"/>
                    </a:cubicBezTo>
                    <a:cubicBezTo>
                      <a:pt x="116" y="0"/>
                      <a:pt x="121" y="4"/>
                      <a:pt x="122" y="9"/>
                    </a:cubicBezTo>
                    <a:cubicBezTo>
                      <a:pt x="123" y="14"/>
                      <a:pt x="120" y="20"/>
                      <a:pt x="114" y="22"/>
                    </a:cubicBezTo>
                    <a:cubicBezTo>
                      <a:pt x="100" y="25"/>
                      <a:pt x="85" y="28"/>
                      <a:pt x="70" y="31"/>
                    </a:cubicBezTo>
                    <a:cubicBezTo>
                      <a:pt x="60" y="33"/>
                      <a:pt x="49" y="35"/>
                      <a:pt x="39" y="37"/>
                    </a:cubicBezTo>
                    <a:cubicBezTo>
                      <a:pt x="32" y="38"/>
                      <a:pt x="25" y="39"/>
                      <a:pt x="18" y="39"/>
                    </a:cubicBezTo>
                    <a:cubicBezTo>
                      <a:pt x="17" y="39"/>
                      <a:pt x="15" y="39"/>
                      <a:pt x="12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7" name="Google Shape;3477;p40">
                <a:extLst>
                  <a:ext uri="{FF2B5EF4-FFF2-40B4-BE49-F238E27FC236}">
                    <a16:creationId xmlns:a16="http://schemas.microsoft.com/office/drawing/2014/main" id="{9404A523-EDB4-E126-5FA5-B22FB3405266}"/>
                  </a:ext>
                </a:extLst>
              </p:cNvPr>
              <p:cNvSpPr/>
              <p:nvPr/>
            </p:nvSpPr>
            <p:spPr>
              <a:xfrm>
                <a:off x="342720" y="707760"/>
                <a:ext cx="34920" cy="81720"/>
              </a:xfrm>
              <a:custGeom>
                <a:avLst/>
                <a:gdLst/>
                <a:ahLst/>
                <a:cxnLst/>
                <a:rect l="l" t="t" r="r" b="b"/>
                <a:pathLst>
                  <a:path w="97" h="227" extrusionOk="0">
                    <a:moveTo>
                      <a:pt x="38" y="226"/>
                    </a:moveTo>
                    <a:cubicBezTo>
                      <a:pt x="32" y="226"/>
                      <a:pt x="27" y="220"/>
                      <a:pt x="26" y="214"/>
                    </a:cubicBezTo>
                    <a:cubicBezTo>
                      <a:pt x="26" y="206"/>
                      <a:pt x="29" y="198"/>
                      <a:pt x="31" y="191"/>
                    </a:cubicBezTo>
                    <a:cubicBezTo>
                      <a:pt x="32" y="185"/>
                      <a:pt x="33" y="180"/>
                      <a:pt x="34" y="174"/>
                    </a:cubicBezTo>
                    <a:cubicBezTo>
                      <a:pt x="38" y="158"/>
                      <a:pt x="41" y="142"/>
                      <a:pt x="44" y="127"/>
                    </a:cubicBezTo>
                    <a:cubicBezTo>
                      <a:pt x="46" y="114"/>
                      <a:pt x="48" y="100"/>
                      <a:pt x="51" y="87"/>
                    </a:cubicBezTo>
                    <a:cubicBezTo>
                      <a:pt x="48" y="92"/>
                      <a:pt x="45" y="96"/>
                      <a:pt x="42" y="101"/>
                    </a:cubicBezTo>
                    <a:cubicBezTo>
                      <a:pt x="39" y="104"/>
                      <a:pt x="36" y="108"/>
                      <a:pt x="33" y="112"/>
                    </a:cubicBezTo>
                    <a:cubicBezTo>
                      <a:pt x="29" y="117"/>
                      <a:pt x="25" y="122"/>
                      <a:pt x="20" y="125"/>
                    </a:cubicBezTo>
                    <a:cubicBezTo>
                      <a:pt x="16" y="129"/>
                      <a:pt x="10" y="129"/>
                      <a:pt x="6" y="126"/>
                    </a:cubicBezTo>
                    <a:cubicBezTo>
                      <a:pt x="2" y="124"/>
                      <a:pt x="0" y="120"/>
                      <a:pt x="1" y="115"/>
                    </a:cubicBezTo>
                    <a:cubicBezTo>
                      <a:pt x="1" y="111"/>
                      <a:pt x="3" y="107"/>
                      <a:pt x="7" y="104"/>
                    </a:cubicBezTo>
                    <a:cubicBezTo>
                      <a:pt x="9" y="103"/>
                      <a:pt x="10" y="101"/>
                      <a:pt x="12" y="99"/>
                    </a:cubicBezTo>
                    <a:cubicBezTo>
                      <a:pt x="15" y="96"/>
                      <a:pt x="17" y="93"/>
                      <a:pt x="20" y="90"/>
                    </a:cubicBezTo>
                    <a:cubicBezTo>
                      <a:pt x="23" y="86"/>
                      <a:pt x="26" y="82"/>
                      <a:pt x="29" y="79"/>
                    </a:cubicBezTo>
                    <a:cubicBezTo>
                      <a:pt x="35" y="70"/>
                      <a:pt x="41" y="61"/>
                      <a:pt x="47" y="52"/>
                    </a:cubicBezTo>
                    <a:cubicBezTo>
                      <a:pt x="52" y="43"/>
                      <a:pt x="57" y="34"/>
                      <a:pt x="62" y="25"/>
                    </a:cubicBezTo>
                    <a:cubicBezTo>
                      <a:pt x="64" y="22"/>
                      <a:pt x="65" y="19"/>
                      <a:pt x="67" y="15"/>
                    </a:cubicBezTo>
                    <a:cubicBezTo>
                      <a:pt x="68" y="13"/>
                      <a:pt x="69" y="11"/>
                      <a:pt x="70" y="9"/>
                    </a:cubicBezTo>
                    <a:cubicBezTo>
                      <a:pt x="72" y="5"/>
                      <a:pt x="75" y="3"/>
                      <a:pt x="79" y="2"/>
                    </a:cubicBezTo>
                    <a:cubicBezTo>
                      <a:pt x="87" y="0"/>
                      <a:pt x="96" y="8"/>
                      <a:pt x="93" y="17"/>
                    </a:cubicBezTo>
                    <a:cubicBezTo>
                      <a:pt x="89" y="28"/>
                      <a:pt x="86" y="39"/>
                      <a:pt x="83" y="50"/>
                    </a:cubicBezTo>
                    <a:cubicBezTo>
                      <a:pt x="80" y="61"/>
                      <a:pt x="77" y="73"/>
                      <a:pt x="75" y="84"/>
                    </a:cubicBezTo>
                    <a:cubicBezTo>
                      <a:pt x="70" y="106"/>
                      <a:pt x="66" y="127"/>
                      <a:pt x="62" y="149"/>
                    </a:cubicBezTo>
                    <a:cubicBezTo>
                      <a:pt x="60" y="159"/>
                      <a:pt x="58" y="168"/>
                      <a:pt x="57" y="178"/>
                    </a:cubicBezTo>
                    <a:cubicBezTo>
                      <a:pt x="55" y="184"/>
                      <a:pt x="54" y="189"/>
                      <a:pt x="54" y="195"/>
                    </a:cubicBezTo>
                    <a:cubicBezTo>
                      <a:pt x="52" y="201"/>
                      <a:pt x="51" y="206"/>
                      <a:pt x="51" y="212"/>
                    </a:cubicBezTo>
                    <a:cubicBezTo>
                      <a:pt x="51" y="212"/>
                      <a:pt x="51" y="213"/>
                      <a:pt x="51" y="214"/>
                    </a:cubicBezTo>
                    <a:cubicBezTo>
                      <a:pt x="51" y="221"/>
                      <a:pt x="45" y="226"/>
                      <a:pt x="38" y="2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8" name="Google Shape;3478;p40">
                <a:extLst>
                  <a:ext uri="{FF2B5EF4-FFF2-40B4-BE49-F238E27FC236}">
                    <a16:creationId xmlns:a16="http://schemas.microsoft.com/office/drawing/2014/main" id="{26C103DB-9565-C7E0-0299-C7517EA0787F}"/>
                  </a:ext>
                </a:extLst>
              </p:cNvPr>
              <p:cNvSpPr/>
              <p:nvPr/>
            </p:nvSpPr>
            <p:spPr>
              <a:xfrm>
                <a:off x="386280" y="703800"/>
                <a:ext cx="55080" cy="7560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210" extrusionOk="0">
                    <a:moveTo>
                      <a:pt x="23" y="154"/>
                    </a:moveTo>
                    <a:cubicBezTo>
                      <a:pt x="23" y="156"/>
                      <a:pt x="23" y="158"/>
                      <a:pt x="23" y="160"/>
                    </a:cubicBezTo>
                    <a:cubicBezTo>
                      <a:pt x="24" y="150"/>
                      <a:pt x="25" y="141"/>
                      <a:pt x="26" y="132"/>
                    </a:cubicBezTo>
                    <a:cubicBezTo>
                      <a:pt x="28" y="126"/>
                      <a:pt x="28" y="121"/>
                      <a:pt x="29" y="115"/>
                    </a:cubicBezTo>
                    <a:cubicBezTo>
                      <a:pt x="28" y="117"/>
                      <a:pt x="28" y="119"/>
                      <a:pt x="27" y="121"/>
                    </a:cubicBezTo>
                    <a:cubicBezTo>
                      <a:pt x="25" y="129"/>
                      <a:pt x="25" y="136"/>
                      <a:pt x="23" y="143"/>
                    </a:cubicBezTo>
                    <a:cubicBezTo>
                      <a:pt x="23" y="147"/>
                      <a:pt x="23" y="150"/>
                      <a:pt x="23" y="154"/>
                    </a:cubicBezTo>
                    <a:moveTo>
                      <a:pt x="49" y="125"/>
                    </a:moveTo>
                    <a:cubicBezTo>
                      <a:pt x="49" y="131"/>
                      <a:pt x="47" y="138"/>
                      <a:pt x="47" y="145"/>
                    </a:cubicBezTo>
                    <a:cubicBezTo>
                      <a:pt x="45" y="157"/>
                      <a:pt x="44" y="169"/>
                      <a:pt x="42" y="182"/>
                    </a:cubicBezTo>
                    <a:cubicBezTo>
                      <a:pt x="42" y="182"/>
                      <a:pt x="42" y="183"/>
                      <a:pt x="42" y="184"/>
                    </a:cubicBezTo>
                    <a:cubicBezTo>
                      <a:pt x="42" y="184"/>
                      <a:pt x="43" y="184"/>
                      <a:pt x="44" y="183"/>
                    </a:cubicBezTo>
                    <a:cubicBezTo>
                      <a:pt x="46" y="182"/>
                      <a:pt x="47" y="182"/>
                      <a:pt x="49" y="181"/>
                    </a:cubicBezTo>
                    <a:cubicBezTo>
                      <a:pt x="51" y="179"/>
                      <a:pt x="53" y="177"/>
                      <a:pt x="56" y="175"/>
                    </a:cubicBezTo>
                    <a:cubicBezTo>
                      <a:pt x="61" y="171"/>
                      <a:pt x="65" y="166"/>
                      <a:pt x="71" y="161"/>
                    </a:cubicBezTo>
                    <a:cubicBezTo>
                      <a:pt x="78" y="152"/>
                      <a:pt x="85" y="143"/>
                      <a:pt x="92" y="134"/>
                    </a:cubicBezTo>
                    <a:cubicBezTo>
                      <a:pt x="96" y="128"/>
                      <a:pt x="100" y="122"/>
                      <a:pt x="104" y="117"/>
                    </a:cubicBezTo>
                    <a:cubicBezTo>
                      <a:pt x="106" y="114"/>
                      <a:pt x="107" y="111"/>
                      <a:pt x="109" y="108"/>
                    </a:cubicBezTo>
                    <a:cubicBezTo>
                      <a:pt x="111" y="104"/>
                      <a:pt x="113" y="101"/>
                      <a:pt x="114" y="98"/>
                    </a:cubicBezTo>
                    <a:cubicBezTo>
                      <a:pt x="118" y="90"/>
                      <a:pt x="122" y="83"/>
                      <a:pt x="125" y="75"/>
                    </a:cubicBezTo>
                    <a:cubicBezTo>
                      <a:pt x="126" y="71"/>
                      <a:pt x="127" y="68"/>
                      <a:pt x="128" y="64"/>
                    </a:cubicBezTo>
                    <a:cubicBezTo>
                      <a:pt x="128" y="61"/>
                      <a:pt x="129" y="58"/>
                      <a:pt x="129" y="55"/>
                    </a:cubicBezTo>
                    <a:cubicBezTo>
                      <a:pt x="129" y="53"/>
                      <a:pt x="130" y="51"/>
                      <a:pt x="129" y="49"/>
                    </a:cubicBezTo>
                    <a:cubicBezTo>
                      <a:pt x="129" y="47"/>
                      <a:pt x="129" y="45"/>
                      <a:pt x="128" y="44"/>
                    </a:cubicBezTo>
                    <a:cubicBezTo>
                      <a:pt x="128" y="43"/>
                      <a:pt x="128" y="43"/>
                      <a:pt x="128" y="41"/>
                    </a:cubicBezTo>
                    <a:cubicBezTo>
                      <a:pt x="127" y="40"/>
                      <a:pt x="127" y="38"/>
                      <a:pt x="126" y="37"/>
                    </a:cubicBezTo>
                    <a:cubicBezTo>
                      <a:pt x="125" y="36"/>
                      <a:pt x="125" y="34"/>
                      <a:pt x="124" y="33"/>
                    </a:cubicBezTo>
                    <a:cubicBezTo>
                      <a:pt x="123" y="32"/>
                      <a:pt x="123" y="31"/>
                      <a:pt x="122" y="30"/>
                    </a:cubicBezTo>
                    <a:cubicBezTo>
                      <a:pt x="122" y="30"/>
                      <a:pt x="121" y="30"/>
                      <a:pt x="121" y="29"/>
                    </a:cubicBezTo>
                    <a:cubicBezTo>
                      <a:pt x="121" y="29"/>
                      <a:pt x="120" y="29"/>
                      <a:pt x="120" y="28"/>
                    </a:cubicBezTo>
                    <a:cubicBezTo>
                      <a:pt x="119" y="27"/>
                      <a:pt x="118" y="27"/>
                      <a:pt x="118" y="27"/>
                    </a:cubicBezTo>
                    <a:cubicBezTo>
                      <a:pt x="117" y="27"/>
                      <a:pt x="117" y="27"/>
                      <a:pt x="117" y="26"/>
                    </a:cubicBezTo>
                    <a:lnTo>
                      <a:pt x="117" y="27"/>
                    </a:lnTo>
                    <a:lnTo>
                      <a:pt x="118" y="27"/>
                    </a:lnTo>
                    <a:lnTo>
                      <a:pt x="117" y="27"/>
                    </a:lnTo>
                    <a:cubicBezTo>
                      <a:pt x="117" y="26"/>
                      <a:pt x="117" y="26"/>
                      <a:pt x="117" y="26"/>
                    </a:cubicBezTo>
                    <a:lnTo>
                      <a:pt x="117" y="27"/>
                    </a:lnTo>
                    <a:cubicBezTo>
                      <a:pt x="117" y="26"/>
                      <a:pt x="116" y="26"/>
                      <a:pt x="116" y="26"/>
                    </a:cubicBezTo>
                    <a:cubicBezTo>
                      <a:pt x="114" y="26"/>
                      <a:pt x="114" y="26"/>
                      <a:pt x="113" y="26"/>
                    </a:cubicBezTo>
                    <a:cubicBezTo>
                      <a:pt x="112" y="26"/>
                      <a:pt x="111" y="26"/>
                      <a:pt x="110" y="26"/>
                    </a:cubicBezTo>
                    <a:cubicBezTo>
                      <a:pt x="109" y="26"/>
                      <a:pt x="108" y="26"/>
                      <a:pt x="107" y="26"/>
                    </a:cubicBezTo>
                    <a:cubicBezTo>
                      <a:pt x="106" y="26"/>
                      <a:pt x="104" y="27"/>
                      <a:pt x="103" y="27"/>
                    </a:cubicBezTo>
                    <a:cubicBezTo>
                      <a:pt x="101" y="28"/>
                      <a:pt x="99" y="29"/>
                      <a:pt x="96" y="30"/>
                    </a:cubicBezTo>
                    <a:cubicBezTo>
                      <a:pt x="94" y="31"/>
                      <a:pt x="92" y="32"/>
                      <a:pt x="90" y="33"/>
                    </a:cubicBezTo>
                    <a:cubicBezTo>
                      <a:pt x="87" y="36"/>
                      <a:pt x="84" y="37"/>
                      <a:pt x="81" y="40"/>
                    </a:cubicBezTo>
                    <a:cubicBezTo>
                      <a:pt x="79" y="41"/>
                      <a:pt x="77" y="43"/>
                      <a:pt x="75" y="45"/>
                    </a:cubicBezTo>
                    <a:cubicBezTo>
                      <a:pt x="72" y="49"/>
                      <a:pt x="68" y="54"/>
                      <a:pt x="65" y="58"/>
                    </a:cubicBezTo>
                    <a:cubicBezTo>
                      <a:pt x="64" y="59"/>
                      <a:pt x="63" y="61"/>
                      <a:pt x="62" y="63"/>
                    </a:cubicBezTo>
                    <a:cubicBezTo>
                      <a:pt x="61" y="65"/>
                      <a:pt x="60" y="67"/>
                      <a:pt x="60" y="69"/>
                    </a:cubicBezTo>
                    <a:cubicBezTo>
                      <a:pt x="57" y="76"/>
                      <a:pt x="56" y="83"/>
                      <a:pt x="54" y="89"/>
                    </a:cubicBezTo>
                    <a:lnTo>
                      <a:pt x="54" y="88"/>
                    </a:lnTo>
                    <a:cubicBezTo>
                      <a:pt x="52" y="100"/>
                      <a:pt x="51" y="112"/>
                      <a:pt x="49" y="125"/>
                    </a:cubicBezTo>
                    <a:moveTo>
                      <a:pt x="18" y="206"/>
                    </a:moveTo>
                    <a:cubicBezTo>
                      <a:pt x="4" y="199"/>
                      <a:pt x="1" y="182"/>
                      <a:pt x="0" y="168"/>
                    </a:cubicBezTo>
                    <a:cubicBezTo>
                      <a:pt x="0" y="161"/>
                      <a:pt x="0" y="154"/>
                      <a:pt x="0" y="147"/>
                    </a:cubicBezTo>
                    <a:cubicBezTo>
                      <a:pt x="1" y="135"/>
                      <a:pt x="3" y="123"/>
                      <a:pt x="5" y="111"/>
                    </a:cubicBezTo>
                    <a:cubicBezTo>
                      <a:pt x="8" y="100"/>
                      <a:pt x="12" y="89"/>
                      <a:pt x="18" y="78"/>
                    </a:cubicBezTo>
                    <a:cubicBezTo>
                      <a:pt x="23" y="68"/>
                      <a:pt x="30" y="58"/>
                      <a:pt x="39" y="51"/>
                    </a:cubicBezTo>
                    <a:cubicBezTo>
                      <a:pt x="41" y="49"/>
                      <a:pt x="43" y="48"/>
                      <a:pt x="46" y="47"/>
                    </a:cubicBezTo>
                    <a:cubicBezTo>
                      <a:pt x="47" y="45"/>
                      <a:pt x="49" y="43"/>
                      <a:pt x="50" y="41"/>
                    </a:cubicBezTo>
                    <a:cubicBezTo>
                      <a:pt x="53" y="37"/>
                      <a:pt x="56" y="34"/>
                      <a:pt x="58" y="31"/>
                    </a:cubicBezTo>
                    <a:cubicBezTo>
                      <a:pt x="64" y="25"/>
                      <a:pt x="70" y="19"/>
                      <a:pt x="77" y="15"/>
                    </a:cubicBezTo>
                    <a:cubicBezTo>
                      <a:pt x="89" y="6"/>
                      <a:pt x="105" y="0"/>
                      <a:pt x="120" y="4"/>
                    </a:cubicBezTo>
                    <a:cubicBezTo>
                      <a:pt x="128" y="5"/>
                      <a:pt x="134" y="9"/>
                      <a:pt x="139" y="15"/>
                    </a:cubicBezTo>
                    <a:cubicBezTo>
                      <a:pt x="144" y="20"/>
                      <a:pt x="148" y="28"/>
                      <a:pt x="150" y="35"/>
                    </a:cubicBezTo>
                    <a:cubicBezTo>
                      <a:pt x="152" y="42"/>
                      <a:pt x="152" y="50"/>
                      <a:pt x="151" y="57"/>
                    </a:cubicBezTo>
                    <a:cubicBezTo>
                      <a:pt x="151" y="66"/>
                      <a:pt x="148" y="75"/>
                      <a:pt x="145" y="83"/>
                    </a:cubicBezTo>
                    <a:cubicBezTo>
                      <a:pt x="141" y="94"/>
                      <a:pt x="135" y="105"/>
                      <a:pt x="130" y="115"/>
                    </a:cubicBezTo>
                    <a:cubicBezTo>
                      <a:pt x="127" y="121"/>
                      <a:pt x="124" y="126"/>
                      <a:pt x="121" y="131"/>
                    </a:cubicBezTo>
                    <a:cubicBezTo>
                      <a:pt x="117" y="137"/>
                      <a:pt x="113" y="143"/>
                      <a:pt x="109" y="148"/>
                    </a:cubicBezTo>
                    <a:cubicBezTo>
                      <a:pt x="105" y="154"/>
                      <a:pt x="100" y="160"/>
                      <a:pt x="96" y="165"/>
                    </a:cubicBezTo>
                    <a:cubicBezTo>
                      <a:pt x="92" y="171"/>
                      <a:pt x="86" y="177"/>
                      <a:pt x="81" y="182"/>
                    </a:cubicBezTo>
                    <a:cubicBezTo>
                      <a:pt x="75" y="189"/>
                      <a:pt x="68" y="195"/>
                      <a:pt x="61" y="199"/>
                    </a:cubicBezTo>
                    <a:cubicBezTo>
                      <a:pt x="54" y="205"/>
                      <a:pt x="43" y="209"/>
                      <a:pt x="33" y="209"/>
                    </a:cubicBezTo>
                    <a:cubicBezTo>
                      <a:pt x="28" y="209"/>
                      <a:pt x="23" y="209"/>
                      <a:pt x="18" y="20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9" name="Google Shape;3479;p40">
                <a:extLst>
                  <a:ext uri="{FF2B5EF4-FFF2-40B4-BE49-F238E27FC236}">
                    <a16:creationId xmlns:a16="http://schemas.microsoft.com/office/drawing/2014/main" id="{EDE53545-EDCE-A3C1-D921-45DA63A3D1A4}"/>
                  </a:ext>
                </a:extLst>
              </p:cNvPr>
              <p:cNvSpPr/>
              <p:nvPr/>
            </p:nvSpPr>
            <p:spPr>
              <a:xfrm>
                <a:off x="461520" y="687600"/>
                <a:ext cx="39960" cy="115560"/>
              </a:xfrm>
              <a:custGeom>
                <a:avLst/>
                <a:gdLst/>
                <a:ahLst/>
                <a:cxnLst/>
                <a:rect l="l" t="t" r="r" b="b"/>
                <a:pathLst>
                  <a:path w="111" h="321" extrusionOk="0">
                    <a:moveTo>
                      <a:pt x="32" y="314"/>
                    </a:moveTo>
                    <a:cubicBezTo>
                      <a:pt x="28" y="307"/>
                      <a:pt x="24" y="301"/>
                      <a:pt x="21" y="294"/>
                    </a:cubicBezTo>
                    <a:cubicBezTo>
                      <a:pt x="17" y="286"/>
                      <a:pt x="13" y="277"/>
                      <a:pt x="10" y="269"/>
                    </a:cubicBezTo>
                    <a:cubicBezTo>
                      <a:pt x="4" y="252"/>
                      <a:pt x="2" y="235"/>
                      <a:pt x="1" y="218"/>
                    </a:cubicBezTo>
                    <a:cubicBezTo>
                      <a:pt x="0" y="200"/>
                      <a:pt x="0" y="181"/>
                      <a:pt x="3" y="164"/>
                    </a:cubicBezTo>
                    <a:cubicBezTo>
                      <a:pt x="5" y="146"/>
                      <a:pt x="10" y="129"/>
                      <a:pt x="16" y="112"/>
                    </a:cubicBezTo>
                    <a:cubicBezTo>
                      <a:pt x="22" y="96"/>
                      <a:pt x="30" y="80"/>
                      <a:pt x="38" y="65"/>
                    </a:cubicBezTo>
                    <a:cubicBezTo>
                      <a:pt x="48" y="49"/>
                      <a:pt x="59" y="33"/>
                      <a:pt x="72" y="19"/>
                    </a:cubicBezTo>
                    <a:cubicBezTo>
                      <a:pt x="77" y="14"/>
                      <a:pt x="82" y="9"/>
                      <a:pt x="87" y="4"/>
                    </a:cubicBezTo>
                    <a:cubicBezTo>
                      <a:pt x="92" y="0"/>
                      <a:pt x="100" y="0"/>
                      <a:pt x="105" y="4"/>
                    </a:cubicBezTo>
                    <a:cubicBezTo>
                      <a:pt x="110" y="10"/>
                      <a:pt x="109" y="19"/>
                      <a:pt x="103" y="23"/>
                    </a:cubicBezTo>
                    <a:cubicBezTo>
                      <a:pt x="102" y="24"/>
                      <a:pt x="101" y="25"/>
                      <a:pt x="99" y="26"/>
                    </a:cubicBezTo>
                    <a:cubicBezTo>
                      <a:pt x="93" y="32"/>
                      <a:pt x="87" y="38"/>
                      <a:pt x="81" y="44"/>
                    </a:cubicBezTo>
                    <a:lnTo>
                      <a:pt x="82" y="44"/>
                    </a:lnTo>
                    <a:cubicBezTo>
                      <a:pt x="77" y="50"/>
                      <a:pt x="72" y="56"/>
                      <a:pt x="67" y="62"/>
                    </a:cubicBezTo>
                    <a:cubicBezTo>
                      <a:pt x="60" y="72"/>
                      <a:pt x="54" y="83"/>
                      <a:pt x="48" y="95"/>
                    </a:cubicBezTo>
                    <a:cubicBezTo>
                      <a:pt x="43" y="105"/>
                      <a:pt x="38" y="116"/>
                      <a:pt x="34" y="127"/>
                    </a:cubicBezTo>
                    <a:cubicBezTo>
                      <a:pt x="31" y="136"/>
                      <a:pt x="28" y="145"/>
                      <a:pt x="26" y="155"/>
                    </a:cubicBezTo>
                    <a:cubicBezTo>
                      <a:pt x="24" y="164"/>
                      <a:pt x="23" y="173"/>
                      <a:pt x="22" y="182"/>
                    </a:cubicBezTo>
                    <a:cubicBezTo>
                      <a:pt x="21" y="192"/>
                      <a:pt x="21" y="203"/>
                      <a:pt x="22" y="213"/>
                    </a:cubicBezTo>
                    <a:cubicBezTo>
                      <a:pt x="22" y="214"/>
                      <a:pt x="22" y="214"/>
                      <a:pt x="22" y="215"/>
                    </a:cubicBezTo>
                    <a:lnTo>
                      <a:pt x="22" y="214"/>
                    </a:lnTo>
                    <a:cubicBezTo>
                      <a:pt x="23" y="224"/>
                      <a:pt x="24" y="233"/>
                      <a:pt x="25" y="243"/>
                    </a:cubicBezTo>
                    <a:cubicBezTo>
                      <a:pt x="26" y="248"/>
                      <a:pt x="27" y="252"/>
                      <a:pt x="29" y="257"/>
                    </a:cubicBezTo>
                    <a:cubicBezTo>
                      <a:pt x="32" y="266"/>
                      <a:pt x="36" y="275"/>
                      <a:pt x="41" y="284"/>
                    </a:cubicBezTo>
                    <a:cubicBezTo>
                      <a:pt x="40" y="283"/>
                      <a:pt x="40" y="283"/>
                      <a:pt x="40" y="283"/>
                    </a:cubicBezTo>
                    <a:cubicBezTo>
                      <a:pt x="43" y="290"/>
                      <a:pt x="47" y="297"/>
                      <a:pt x="51" y="304"/>
                    </a:cubicBezTo>
                    <a:cubicBezTo>
                      <a:pt x="54" y="309"/>
                      <a:pt x="52" y="315"/>
                      <a:pt x="46" y="318"/>
                    </a:cubicBezTo>
                    <a:cubicBezTo>
                      <a:pt x="45" y="319"/>
                      <a:pt x="43" y="320"/>
                      <a:pt x="41" y="320"/>
                    </a:cubicBezTo>
                    <a:cubicBezTo>
                      <a:pt x="38" y="320"/>
                      <a:pt x="34" y="318"/>
                      <a:pt x="32" y="3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0" name="Google Shape;3480;p40">
                <a:extLst>
                  <a:ext uri="{FF2B5EF4-FFF2-40B4-BE49-F238E27FC236}">
                    <a16:creationId xmlns:a16="http://schemas.microsoft.com/office/drawing/2014/main" id="{5714210C-04D0-0759-78AE-3708F8602BD4}"/>
                  </a:ext>
                </a:extLst>
              </p:cNvPr>
              <p:cNvSpPr/>
              <p:nvPr/>
            </p:nvSpPr>
            <p:spPr>
              <a:xfrm>
                <a:off x="502920" y="718560"/>
                <a:ext cx="29520" cy="51840"/>
              </a:xfrm>
              <a:custGeom>
                <a:avLst/>
                <a:gdLst/>
                <a:ahLst/>
                <a:cxnLst/>
                <a:rect l="l" t="t" r="r" b="b"/>
                <a:pathLst>
                  <a:path w="82" h="144" extrusionOk="0">
                    <a:moveTo>
                      <a:pt x="60" y="140"/>
                    </a:moveTo>
                    <a:cubicBezTo>
                      <a:pt x="53" y="132"/>
                      <a:pt x="46" y="123"/>
                      <a:pt x="39" y="114"/>
                    </a:cubicBezTo>
                    <a:cubicBezTo>
                      <a:pt x="34" y="106"/>
                      <a:pt x="29" y="98"/>
                      <a:pt x="24" y="90"/>
                    </a:cubicBezTo>
                    <a:cubicBezTo>
                      <a:pt x="19" y="83"/>
                      <a:pt x="15" y="75"/>
                      <a:pt x="11" y="67"/>
                    </a:cubicBezTo>
                    <a:cubicBezTo>
                      <a:pt x="5" y="56"/>
                      <a:pt x="1" y="45"/>
                      <a:pt x="0" y="32"/>
                    </a:cubicBezTo>
                    <a:cubicBezTo>
                      <a:pt x="0" y="27"/>
                      <a:pt x="0" y="21"/>
                      <a:pt x="2" y="16"/>
                    </a:cubicBezTo>
                    <a:cubicBezTo>
                      <a:pt x="3" y="13"/>
                      <a:pt x="4" y="10"/>
                      <a:pt x="6" y="8"/>
                    </a:cubicBezTo>
                    <a:cubicBezTo>
                      <a:pt x="9" y="2"/>
                      <a:pt x="17" y="0"/>
                      <a:pt x="23" y="3"/>
                    </a:cubicBezTo>
                    <a:cubicBezTo>
                      <a:pt x="29" y="7"/>
                      <a:pt x="31" y="15"/>
                      <a:pt x="27" y="21"/>
                    </a:cubicBezTo>
                    <a:cubicBezTo>
                      <a:pt x="26" y="22"/>
                      <a:pt x="26" y="23"/>
                      <a:pt x="25" y="25"/>
                    </a:cubicBezTo>
                    <a:lnTo>
                      <a:pt x="25" y="26"/>
                    </a:lnTo>
                    <a:cubicBezTo>
                      <a:pt x="25" y="28"/>
                      <a:pt x="25" y="30"/>
                      <a:pt x="25" y="32"/>
                    </a:cubicBezTo>
                    <a:cubicBezTo>
                      <a:pt x="25" y="34"/>
                      <a:pt x="25" y="36"/>
                      <a:pt x="25" y="38"/>
                    </a:cubicBezTo>
                    <a:cubicBezTo>
                      <a:pt x="26" y="41"/>
                      <a:pt x="26" y="44"/>
                      <a:pt x="27" y="46"/>
                    </a:cubicBezTo>
                    <a:cubicBezTo>
                      <a:pt x="29" y="50"/>
                      <a:pt x="30" y="53"/>
                      <a:pt x="32" y="56"/>
                    </a:cubicBezTo>
                    <a:cubicBezTo>
                      <a:pt x="35" y="63"/>
                      <a:pt x="39" y="70"/>
                      <a:pt x="42" y="76"/>
                    </a:cubicBezTo>
                    <a:cubicBezTo>
                      <a:pt x="46" y="82"/>
                      <a:pt x="49" y="88"/>
                      <a:pt x="53" y="94"/>
                    </a:cubicBezTo>
                    <a:cubicBezTo>
                      <a:pt x="57" y="100"/>
                      <a:pt x="61" y="106"/>
                      <a:pt x="67" y="112"/>
                    </a:cubicBezTo>
                    <a:cubicBezTo>
                      <a:pt x="70" y="116"/>
                      <a:pt x="73" y="120"/>
                      <a:pt x="76" y="123"/>
                    </a:cubicBezTo>
                    <a:cubicBezTo>
                      <a:pt x="81" y="128"/>
                      <a:pt x="81" y="136"/>
                      <a:pt x="76" y="140"/>
                    </a:cubicBezTo>
                    <a:cubicBezTo>
                      <a:pt x="74" y="142"/>
                      <a:pt x="71" y="143"/>
                      <a:pt x="68" y="143"/>
                    </a:cubicBezTo>
                    <a:cubicBezTo>
                      <a:pt x="65" y="143"/>
                      <a:pt x="62" y="142"/>
                      <a:pt x="60" y="1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1" name="Google Shape;3481;p40">
                <a:extLst>
                  <a:ext uri="{FF2B5EF4-FFF2-40B4-BE49-F238E27FC236}">
                    <a16:creationId xmlns:a16="http://schemas.microsoft.com/office/drawing/2014/main" id="{F9B96F0A-A3A4-F5D3-63A9-BBD114BD3A11}"/>
                  </a:ext>
                </a:extLst>
              </p:cNvPr>
              <p:cNvSpPr/>
              <p:nvPr/>
            </p:nvSpPr>
            <p:spPr>
              <a:xfrm>
                <a:off x="501840" y="724680"/>
                <a:ext cx="57600" cy="55440"/>
              </a:xfrm>
              <a:custGeom>
                <a:avLst/>
                <a:gdLst/>
                <a:ahLst/>
                <a:cxnLst/>
                <a:rect l="l" t="t" r="r" b="b"/>
                <a:pathLst>
                  <a:path w="160" h="154" extrusionOk="0">
                    <a:moveTo>
                      <a:pt x="8" y="151"/>
                    </a:moveTo>
                    <a:cubicBezTo>
                      <a:pt x="2" y="148"/>
                      <a:pt x="0" y="140"/>
                      <a:pt x="4" y="135"/>
                    </a:cubicBezTo>
                    <a:cubicBezTo>
                      <a:pt x="11" y="124"/>
                      <a:pt x="18" y="113"/>
                      <a:pt x="26" y="103"/>
                    </a:cubicBezTo>
                    <a:cubicBezTo>
                      <a:pt x="33" y="93"/>
                      <a:pt x="40" y="83"/>
                      <a:pt x="47" y="74"/>
                    </a:cubicBezTo>
                    <a:cubicBezTo>
                      <a:pt x="55" y="64"/>
                      <a:pt x="63" y="54"/>
                      <a:pt x="71" y="44"/>
                    </a:cubicBezTo>
                    <a:cubicBezTo>
                      <a:pt x="82" y="32"/>
                      <a:pt x="93" y="21"/>
                      <a:pt x="106" y="12"/>
                    </a:cubicBezTo>
                    <a:cubicBezTo>
                      <a:pt x="113" y="8"/>
                      <a:pt x="119" y="4"/>
                      <a:pt x="126" y="3"/>
                    </a:cubicBezTo>
                    <a:cubicBezTo>
                      <a:pt x="133" y="1"/>
                      <a:pt x="140" y="0"/>
                      <a:pt x="147" y="1"/>
                    </a:cubicBezTo>
                    <a:cubicBezTo>
                      <a:pt x="154" y="2"/>
                      <a:pt x="159" y="8"/>
                      <a:pt x="158" y="15"/>
                    </a:cubicBezTo>
                    <a:cubicBezTo>
                      <a:pt x="157" y="22"/>
                      <a:pt x="151" y="27"/>
                      <a:pt x="144" y="26"/>
                    </a:cubicBezTo>
                    <a:cubicBezTo>
                      <a:pt x="142" y="26"/>
                      <a:pt x="141" y="25"/>
                      <a:pt x="139" y="25"/>
                    </a:cubicBezTo>
                    <a:cubicBezTo>
                      <a:pt x="138" y="25"/>
                      <a:pt x="138" y="25"/>
                      <a:pt x="137" y="25"/>
                    </a:cubicBezTo>
                    <a:cubicBezTo>
                      <a:pt x="135" y="25"/>
                      <a:pt x="133" y="26"/>
                      <a:pt x="131" y="26"/>
                    </a:cubicBezTo>
                    <a:lnTo>
                      <a:pt x="130" y="27"/>
                    </a:lnTo>
                    <a:cubicBezTo>
                      <a:pt x="128" y="27"/>
                      <a:pt x="127" y="27"/>
                      <a:pt x="126" y="28"/>
                    </a:cubicBezTo>
                    <a:cubicBezTo>
                      <a:pt x="125" y="28"/>
                      <a:pt x="124" y="29"/>
                      <a:pt x="122" y="30"/>
                    </a:cubicBezTo>
                    <a:cubicBezTo>
                      <a:pt x="117" y="34"/>
                      <a:pt x="113" y="37"/>
                      <a:pt x="108" y="41"/>
                    </a:cubicBezTo>
                    <a:cubicBezTo>
                      <a:pt x="101" y="47"/>
                      <a:pt x="94" y="53"/>
                      <a:pt x="88" y="60"/>
                    </a:cubicBezTo>
                    <a:cubicBezTo>
                      <a:pt x="81" y="68"/>
                      <a:pt x="74" y="75"/>
                      <a:pt x="68" y="83"/>
                    </a:cubicBezTo>
                    <a:cubicBezTo>
                      <a:pt x="61" y="92"/>
                      <a:pt x="55" y="101"/>
                      <a:pt x="49" y="109"/>
                    </a:cubicBezTo>
                    <a:cubicBezTo>
                      <a:pt x="40" y="121"/>
                      <a:pt x="32" y="134"/>
                      <a:pt x="24" y="147"/>
                    </a:cubicBezTo>
                    <a:cubicBezTo>
                      <a:pt x="22" y="151"/>
                      <a:pt x="18" y="153"/>
                      <a:pt x="14" y="153"/>
                    </a:cubicBezTo>
                    <a:cubicBezTo>
                      <a:pt x="11" y="153"/>
                      <a:pt x="10" y="152"/>
                      <a:pt x="8" y="1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2" name="Google Shape;3482;p40">
                <a:extLst>
                  <a:ext uri="{FF2B5EF4-FFF2-40B4-BE49-F238E27FC236}">
                    <a16:creationId xmlns:a16="http://schemas.microsoft.com/office/drawing/2014/main" id="{A76E33A4-55D0-4E91-18EA-B7F5B0FBDFA1}"/>
                  </a:ext>
                </a:extLst>
              </p:cNvPr>
              <p:cNvSpPr/>
              <p:nvPr/>
            </p:nvSpPr>
            <p:spPr>
              <a:xfrm>
                <a:off x="563400" y="737640"/>
                <a:ext cx="43560" cy="1476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41" extrusionOk="0">
                    <a:moveTo>
                      <a:pt x="105" y="40"/>
                    </a:moveTo>
                    <a:cubicBezTo>
                      <a:pt x="89" y="38"/>
                      <a:pt x="73" y="37"/>
                      <a:pt x="56" y="34"/>
                    </a:cubicBezTo>
                    <a:cubicBezTo>
                      <a:pt x="49" y="33"/>
                      <a:pt x="42" y="32"/>
                      <a:pt x="34" y="31"/>
                    </a:cubicBezTo>
                    <a:cubicBezTo>
                      <a:pt x="27" y="29"/>
                      <a:pt x="19" y="28"/>
                      <a:pt x="12" y="27"/>
                    </a:cubicBezTo>
                    <a:cubicBezTo>
                      <a:pt x="5" y="25"/>
                      <a:pt x="0" y="20"/>
                      <a:pt x="0" y="14"/>
                    </a:cubicBezTo>
                    <a:cubicBezTo>
                      <a:pt x="0" y="7"/>
                      <a:pt x="7" y="0"/>
                      <a:pt x="15" y="2"/>
                    </a:cubicBezTo>
                    <a:cubicBezTo>
                      <a:pt x="21" y="3"/>
                      <a:pt x="27" y="4"/>
                      <a:pt x="33" y="6"/>
                    </a:cubicBezTo>
                    <a:cubicBezTo>
                      <a:pt x="58" y="10"/>
                      <a:pt x="83" y="14"/>
                      <a:pt x="109" y="16"/>
                    </a:cubicBezTo>
                    <a:cubicBezTo>
                      <a:pt x="115" y="17"/>
                      <a:pt x="120" y="24"/>
                      <a:pt x="119" y="30"/>
                    </a:cubicBezTo>
                    <a:cubicBezTo>
                      <a:pt x="118" y="36"/>
                      <a:pt x="112" y="40"/>
                      <a:pt x="107" y="40"/>
                    </a:cubicBezTo>
                    <a:cubicBezTo>
                      <a:pt x="106" y="40"/>
                      <a:pt x="106" y="40"/>
                      <a:pt x="105" y="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3" name="Google Shape;3483;p40">
                <a:extLst>
                  <a:ext uri="{FF2B5EF4-FFF2-40B4-BE49-F238E27FC236}">
                    <a16:creationId xmlns:a16="http://schemas.microsoft.com/office/drawing/2014/main" id="{AADF036D-B247-38A6-CA83-451A42027CEB}"/>
                  </a:ext>
                </a:extLst>
              </p:cNvPr>
              <p:cNvSpPr/>
              <p:nvPr/>
            </p:nvSpPr>
            <p:spPr>
              <a:xfrm>
                <a:off x="583560" y="721080"/>
                <a:ext cx="19080" cy="39240"/>
              </a:xfrm>
              <a:custGeom>
                <a:avLst/>
                <a:gdLst/>
                <a:ahLst/>
                <a:cxnLst/>
                <a:rect l="l" t="t" r="r" b="b"/>
                <a:pathLst>
                  <a:path w="53" h="109" extrusionOk="0">
                    <a:moveTo>
                      <a:pt x="12" y="108"/>
                    </a:moveTo>
                    <a:cubicBezTo>
                      <a:pt x="6" y="108"/>
                      <a:pt x="0" y="103"/>
                      <a:pt x="1" y="97"/>
                    </a:cubicBezTo>
                    <a:cubicBezTo>
                      <a:pt x="2" y="81"/>
                      <a:pt x="3" y="66"/>
                      <a:pt x="6" y="51"/>
                    </a:cubicBezTo>
                    <a:cubicBezTo>
                      <a:pt x="8" y="39"/>
                      <a:pt x="13" y="27"/>
                      <a:pt x="18" y="17"/>
                    </a:cubicBezTo>
                    <a:cubicBezTo>
                      <a:pt x="23" y="9"/>
                      <a:pt x="30" y="0"/>
                      <a:pt x="39" y="2"/>
                    </a:cubicBezTo>
                    <a:cubicBezTo>
                      <a:pt x="47" y="3"/>
                      <a:pt x="52" y="11"/>
                      <a:pt x="50" y="18"/>
                    </a:cubicBezTo>
                    <a:cubicBezTo>
                      <a:pt x="49" y="23"/>
                      <a:pt x="45" y="25"/>
                      <a:pt x="41" y="27"/>
                    </a:cubicBezTo>
                    <a:cubicBezTo>
                      <a:pt x="41" y="27"/>
                      <a:pt x="40" y="28"/>
                      <a:pt x="39" y="29"/>
                    </a:cubicBezTo>
                    <a:cubicBezTo>
                      <a:pt x="40" y="28"/>
                      <a:pt x="40" y="28"/>
                      <a:pt x="41" y="27"/>
                    </a:cubicBezTo>
                    <a:cubicBezTo>
                      <a:pt x="39" y="30"/>
                      <a:pt x="38" y="31"/>
                      <a:pt x="37" y="33"/>
                    </a:cubicBezTo>
                    <a:cubicBezTo>
                      <a:pt x="35" y="37"/>
                      <a:pt x="34" y="41"/>
                      <a:pt x="32" y="44"/>
                    </a:cubicBezTo>
                    <a:cubicBezTo>
                      <a:pt x="31" y="49"/>
                      <a:pt x="30" y="53"/>
                      <a:pt x="28" y="58"/>
                    </a:cubicBezTo>
                    <a:cubicBezTo>
                      <a:pt x="26" y="69"/>
                      <a:pt x="25" y="80"/>
                      <a:pt x="24" y="91"/>
                    </a:cubicBezTo>
                    <a:lnTo>
                      <a:pt x="24" y="90"/>
                    </a:lnTo>
                    <a:cubicBezTo>
                      <a:pt x="24" y="92"/>
                      <a:pt x="24" y="95"/>
                      <a:pt x="24" y="97"/>
                    </a:cubicBezTo>
                    <a:cubicBezTo>
                      <a:pt x="23" y="103"/>
                      <a:pt x="19" y="108"/>
                      <a:pt x="12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4" name="Google Shape;3484;p40">
                <a:extLst>
                  <a:ext uri="{FF2B5EF4-FFF2-40B4-BE49-F238E27FC236}">
                    <a16:creationId xmlns:a16="http://schemas.microsoft.com/office/drawing/2014/main" id="{3B80027C-2B8B-789C-3B5E-9AF5E3EAC4CA}"/>
                  </a:ext>
                </a:extLst>
              </p:cNvPr>
              <p:cNvSpPr/>
              <p:nvPr/>
            </p:nvSpPr>
            <p:spPr>
              <a:xfrm>
                <a:off x="636120" y="708480"/>
                <a:ext cx="38160" cy="76320"/>
              </a:xfrm>
              <a:custGeom>
                <a:avLst/>
                <a:gdLst/>
                <a:ahLst/>
                <a:cxnLst/>
                <a:rect l="l" t="t" r="r" b="b"/>
                <a:pathLst>
                  <a:path w="106" h="212" extrusionOk="0">
                    <a:moveTo>
                      <a:pt x="16" y="202"/>
                    </a:moveTo>
                    <a:cubicBezTo>
                      <a:pt x="14" y="195"/>
                      <a:pt x="18" y="188"/>
                      <a:pt x="25" y="186"/>
                    </a:cubicBezTo>
                    <a:cubicBezTo>
                      <a:pt x="26" y="186"/>
                      <a:pt x="27" y="186"/>
                      <a:pt x="28" y="186"/>
                    </a:cubicBezTo>
                    <a:cubicBezTo>
                      <a:pt x="29" y="185"/>
                      <a:pt x="30" y="185"/>
                      <a:pt x="31" y="185"/>
                    </a:cubicBezTo>
                    <a:cubicBezTo>
                      <a:pt x="34" y="183"/>
                      <a:pt x="37" y="182"/>
                      <a:pt x="40" y="181"/>
                    </a:cubicBezTo>
                    <a:cubicBezTo>
                      <a:pt x="46" y="178"/>
                      <a:pt x="51" y="175"/>
                      <a:pt x="57" y="172"/>
                    </a:cubicBezTo>
                    <a:cubicBezTo>
                      <a:pt x="60" y="170"/>
                      <a:pt x="61" y="169"/>
                      <a:pt x="63" y="168"/>
                    </a:cubicBezTo>
                    <a:cubicBezTo>
                      <a:pt x="64" y="166"/>
                      <a:pt x="65" y="165"/>
                      <a:pt x="67" y="164"/>
                    </a:cubicBezTo>
                    <a:cubicBezTo>
                      <a:pt x="68" y="163"/>
                      <a:pt x="69" y="161"/>
                      <a:pt x="70" y="160"/>
                    </a:cubicBezTo>
                    <a:cubicBezTo>
                      <a:pt x="72" y="157"/>
                      <a:pt x="74" y="153"/>
                      <a:pt x="76" y="150"/>
                    </a:cubicBezTo>
                    <a:cubicBezTo>
                      <a:pt x="77" y="148"/>
                      <a:pt x="78" y="146"/>
                      <a:pt x="79" y="144"/>
                    </a:cubicBezTo>
                    <a:cubicBezTo>
                      <a:pt x="79" y="142"/>
                      <a:pt x="80" y="140"/>
                      <a:pt x="81" y="139"/>
                    </a:cubicBezTo>
                    <a:cubicBezTo>
                      <a:pt x="81" y="137"/>
                      <a:pt x="81" y="136"/>
                      <a:pt x="81" y="134"/>
                    </a:cubicBezTo>
                    <a:cubicBezTo>
                      <a:pt x="81" y="133"/>
                      <a:pt x="81" y="132"/>
                      <a:pt x="81" y="130"/>
                    </a:cubicBezTo>
                    <a:cubicBezTo>
                      <a:pt x="81" y="130"/>
                      <a:pt x="81" y="131"/>
                      <a:pt x="81" y="132"/>
                    </a:cubicBezTo>
                    <a:cubicBezTo>
                      <a:pt x="81" y="127"/>
                      <a:pt x="80" y="122"/>
                      <a:pt x="79" y="118"/>
                    </a:cubicBezTo>
                    <a:cubicBezTo>
                      <a:pt x="79" y="115"/>
                      <a:pt x="78" y="112"/>
                      <a:pt x="77" y="109"/>
                    </a:cubicBezTo>
                    <a:cubicBezTo>
                      <a:pt x="76" y="108"/>
                      <a:pt x="76" y="106"/>
                      <a:pt x="75" y="105"/>
                    </a:cubicBezTo>
                    <a:cubicBezTo>
                      <a:pt x="75" y="104"/>
                      <a:pt x="74" y="102"/>
                      <a:pt x="73" y="101"/>
                    </a:cubicBezTo>
                    <a:cubicBezTo>
                      <a:pt x="73" y="100"/>
                      <a:pt x="72" y="99"/>
                      <a:pt x="72" y="99"/>
                    </a:cubicBezTo>
                    <a:cubicBezTo>
                      <a:pt x="71" y="98"/>
                      <a:pt x="71" y="98"/>
                      <a:pt x="70" y="97"/>
                    </a:cubicBezTo>
                    <a:cubicBezTo>
                      <a:pt x="70" y="97"/>
                      <a:pt x="69" y="97"/>
                      <a:pt x="69" y="96"/>
                    </a:cubicBezTo>
                    <a:cubicBezTo>
                      <a:pt x="69" y="97"/>
                      <a:pt x="69" y="97"/>
                      <a:pt x="69" y="97"/>
                    </a:cubicBezTo>
                    <a:lnTo>
                      <a:pt x="70" y="97"/>
                    </a:lnTo>
                    <a:lnTo>
                      <a:pt x="69" y="97"/>
                    </a:lnTo>
                    <a:cubicBezTo>
                      <a:pt x="70" y="97"/>
                      <a:pt x="70" y="97"/>
                      <a:pt x="71" y="97"/>
                    </a:cubicBezTo>
                    <a:cubicBezTo>
                      <a:pt x="70" y="97"/>
                      <a:pt x="70" y="97"/>
                      <a:pt x="69" y="97"/>
                    </a:cubicBezTo>
                    <a:cubicBezTo>
                      <a:pt x="69" y="96"/>
                      <a:pt x="68" y="95"/>
                      <a:pt x="68" y="95"/>
                    </a:cubicBezTo>
                    <a:cubicBezTo>
                      <a:pt x="66" y="94"/>
                      <a:pt x="64" y="94"/>
                      <a:pt x="63" y="93"/>
                    </a:cubicBezTo>
                    <a:cubicBezTo>
                      <a:pt x="61" y="93"/>
                      <a:pt x="60" y="92"/>
                      <a:pt x="58" y="92"/>
                    </a:cubicBezTo>
                    <a:cubicBezTo>
                      <a:pt x="56" y="91"/>
                      <a:pt x="54" y="91"/>
                      <a:pt x="52" y="91"/>
                    </a:cubicBezTo>
                    <a:cubicBezTo>
                      <a:pt x="51" y="91"/>
                      <a:pt x="50" y="91"/>
                      <a:pt x="49" y="91"/>
                    </a:cubicBezTo>
                    <a:cubicBezTo>
                      <a:pt x="48" y="91"/>
                      <a:pt x="47" y="91"/>
                      <a:pt x="46" y="91"/>
                    </a:cubicBezTo>
                    <a:cubicBezTo>
                      <a:pt x="45" y="91"/>
                      <a:pt x="44" y="91"/>
                      <a:pt x="44" y="92"/>
                    </a:cubicBezTo>
                    <a:cubicBezTo>
                      <a:pt x="43" y="92"/>
                      <a:pt x="43" y="92"/>
                      <a:pt x="43" y="92"/>
                    </a:cubicBezTo>
                    <a:cubicBezTo>
                      <a:pt x="41" y="94"/>
                      <a:pt x="40" y="95"/>
                      <a:pt x="39" y="97"/>
                    </a:cubicBezTo>
                    <a:cubicBezTo>
                      <a:pt x="36" y="99"/>
                      <a:pt x="34" y="102"/>
                      <a:pt x="30" y="105"/>
                    </a:cubicBezTo>
                    <a:cubicBezTo>
                      <a:pt x="26" y="108"/>
                      <a:pt x="20" y="109"/>
                      <a:pt x="15" y="106"/>
                    </a:cubicBezTo>
                    <a:cubicBezTo>
                      <a:pt x="9" y="103"/>
                      <a:pt x="7" y="96"/>
                      <a:pt x="9" y="90"/>
                    </a:cubicBezTo>
                    <a:cubicBezTo>
                      <a:pt x="11" y="84"/>
                      <a:pt x="15" y="81"/>
                      <a:pt x="19" y="77"/>
                    </a:cubicBezTo>
                    <a:cubicBezTo>
                      <a:pt x="21" y="76"/>
                      <a:pt x="24" y="74"/>
                      <a:pt x="27" y="73"/>
                    </a:cubicBezTo>
                    <a:cubicBezTo>
                      <a:pt x="31" y="69"/>
                      <a:pt x="34" y="64"/>
                      <a:pt x="37" y="59"/>
                    </a:cubicBezTo>
                    <a:lnTo>
                      <a:pt x="37" y="60"/>
                    </a:lnTo>
                    <a:cubicBezTo>
                      <a:pt x="38" y="58"/>
                      <a:pt x="39" y="56"/>
                      <a:pt x="40" y="54"/>
                    </a:cubicBezTo>
                    <a:cubicBezTo>
                      <a:pt x="44" y="48"/>
                      <a:pt x="47" y="42"/>
                      <a:pt x="49" y="35"/>
                    </a:cubicBezTo>
                    <a:cubicBezTo>
                      <a:pt x="50" y="34"/>
                      <a:pt x="50" y="31"/>
                      <a:pt x="51" y="30"/>
                    </a:cubicBezTo>
                    <a:cubicBezTo>
                      <a:pt x="51" y="29"/>
                      <a:pt x="51" y="28"/>
                      <a:pt x="51" y="27"/>
                    </a:cubicBezTo>
                    <a:cubicBezTo>
                      <a:pt x="47" y="30"/>
                      <a:pt x="43" y="34"/>
                      <a:pt x="40" y="38"/>
                    </a:cubicBezTo>
                    <a:cubicBezTo>
                      <a:pt x="36" y="42"/>
                      <a:pt x="32" y="47"/>
                      <a:pt x="29" y="52"/>
                    </a:cubicBezTo>
                    <a:cubicBezTo>
                      <a:pt x="27" y="53"/>
                      <a:pt x="27" y="55"/>
                      <a:pt x="26" y="57"/>
                    </a:cubicBezTo>
                    <a:cubicBezTo>
                      <a:pt x="26" y="56"/>
                      <a:pt x="26" y="56"/>
                      <a:pt x="26" y="55"/>
                    </a:cubicBezTo>
                    <a:cubicBezTo>
                      <a:pt x="26" y="56"/>
                      <a:pt x="26" y="57"/>
                      <a:pt x="25" y="58"/>
                    </a:cubicBezTo>
                    <a:cubicBezTo>
                      <a:pt x="26" y="64"/>
                      <a:pt x="20" y="70"/>
                      <a:pt x="14" y="70"/>
                    </a:cubicBezTo>
                    <a:cubicBezTo>
                      <a:pt x="14" y="70"/>
                      <a:pt x="13" y="70"/>
                      <a:pt x="12" y="70"/>
                    </a:cubicBezTo>
                    <a:cubicBezTo>
                      <a:pt x="8" y="70"/>
                      <a:pt x="4" y="69"/>
                      <a:pt x="2" y="64"/>
                    </a:cubicBezTo>
                    <a:cubicBezTo>
                      <a:pt x="0" y="60"/>
                      <a:pt x="0" y="56"/>
                      <a:pt x="1" y="52"/>
                    </a:cubicBezTo>
                    <a:cubicBezTo>
                      <a:pt x="2" y="47"/>
                      <a:pt x="7" y="42"/>
                      <a:pt x="9" y="37"/>
                    </a:cubicBezTo>
                    <a:cubicBezTo>
                      <a:pt x="12" y="34"/>
                      <a:pt x="16" y="30"/>
                      <a:pt x="19" y="26"/>
                    </a:cubicBezTo>
                    <a:cubicBezTo>
                      <a:pt x="22" y="22"/>
                      <a:pt x="26" y="18"/>
                      <a:pt x="29" y="14"/>
                    </a:cubicBezTo>
                    <a:cubicBezTo>
                      <a:pt x="32" y="12"/>
                      <a:pt x="34" y="9"/>
                      <a:pt x="37" y="6"/>
                    </a:cubicBezTo>
                    <a:cubicBezTo>
                      <a:pt x="40" y="5"/>
                      <a:pt x="42" y="3"/>
                      <a:pt x="44" y="2"/>
                    </a:cubicBezTo>
                    <a:cubicBezTo>
                      <a:pt x="46" y="2"/>
                      <a:pt x="47" y="1"/>
                      <a:pt x="48" y="1"/>
                    </a:cubicBezTo>
                    <a:cubicBezTo>
                      <a:pt x="50" y="0"/>
                      <a:pt x="51" y="0"/>
                      <a:pt x="53" y="0"/>
                    </a:cubicBezTo>
                    <a:cubicBezTo>
                      <a:pt x="58" y="0"/>
                      <a:pt x="64" y="3"/>
                      <a:pt x="68" y="7"/>
                    </a:cubicBezTo>
                    <a:cubicBezTo>
                      <a:pt x="69" y="9"/>
                      <a:pt x="71" y="11"/>
                      <a:pt x="72" y="14"/>
                    </a:cubicBezTo>
                    <a:cubicBezTo>
                      <a:pt x="74" y="17"/>
                      <a:pt x="74" y="19"/>
                      <a:pt x="75" y="23"/>
                    </a:cubicBezTo>
                    <a:cubicBezTo>
                      <a:pt x="76" y="28"/>
                      <a:pt x="74" y="35"/>
                      <a:pt x="72" y="41"/>
                    </a:cubicBezTo>
                    <a:cubicBezTo>
                      <a:pt x="70" y="46"/>
                      <a:pt x="68" y="52"/>
                      <a:pt x="65" y="57"/>
                    </a:cubicBezTo>
                    <a:cubicBezTo>
                      <a:pt x="63" y="60"/>
                      <a:pt x="61" y="65"/>
                      <a:pt x="60" y="68"/>
                    </a:cubicBezTo>
                    <a:cubicBezTo>
                      <a:pt x="65" y="69"/>
                      <a:pt x="71" y="71"/>
                      <a:pt x="76" y="73"/>
                    </a:cubicBezTo>
                    <a:cubicBezTo>
                      <a:pt x="81" y="76"/>
                      <a:pt x="86" y="80"/>
                      <a:pt x="90" y="84"/>
                    </a:cubicBezTo>
                    <a:cubicBezTo>
                      <a:pt x="94" y="90"/>
                      <a:pt x="97" y="95"/>
                      <a:pt x="99" y="101"/>
                    </a:cubicBezTo>
                    <a:cubicBezTo>
                      <a:pt x="101" y="107"/>
                      <a:pt x="102" y="113"/>
                      <a:pt x="103" y="120"/>
                    </a:cubicBezTo>
                    <a:cubicBezTo>
                      <a:pt x="104" y="127"/>
                      <a:pt x="105" y="135"/>
                      <a:pt x="104" y="143"/>
                    </a:cubicBezTo>
                    <a:cubicBezTo>
                      <a:pt x="101" y="155"/>
                      <a:pt x="94" y="166"/>
                      <a:pt x="87" y="177"/>
                    </a:cubicBezTo>
                    <a:cubicBezTo>
                      <a:pt x="81" y="186"/>
                      <a:pt x="72" y="191"/>
                      <a:pt x="63" y="196"/>
                    </a:cubicBezTo>
                    <a:cubicBezTo>
                      <a:pt x="53" y="203"/>
                      <a:pt x="42" y="208"/>
                      <a:pt x="31" y="211"/>
                    </a:cubicBezTo>
                    <a:cubicBezTo>
                      <a:pt x="30" y="211"/>
                      <a:pt x="29" y="211"/>
                      <a:pt x="28" y="211"/>
                    </a:cubicBezTo>
                    <a:cubicBezTo>
                      <a:pt x="22" y="211"/>
                      <a:pt x="17" y="207"/>
                      <a:pt x="16" y="20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5" name="Google Shape;3485;p40">
                <a:extLst>
                  <a:ext uri="{FF2B5EF4-FFF2-40B4-BE49-F238E27FC236}">
                    <a16:creationId xmlns:a16="http://schemas.microsoft.com/office/drawing/2014/main" id="{D6CC33F0-CE4A-DD0E-390D-37F5669F5F76}"/>
                  </a:ext>
                </a:extLst>
              </p:cNvPr>
              <p:cNvSpPr/>
              <p:nvPr/>
            </p:nvSpPr>
            <p:spPr>
              <a:xfrm>
                <a:off x="694440" y="717480"/>
                <a:ext cx="54720" cy="12348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343" extrusionOk="0">
                    <a:moveTo>
                      <a:pt x="52" y="319"/>
                    </a:moveTo>
                    <a:cubicBezTo>
                      <a:pt x="53" y="319"/>
                      <a:pt x="53" y="319"/>
                      <a:pt x="54" y="319"/>
                    </a:cubicBezTo>
                    <a:cubicBezTo>
                      <a:pt x="54" y="318"/>
                      <a:pt x="55" y="318"/>
                      <a:pt x="55" y="318"/>
                    </a:cubicBezTo>
                    <a:cubicBezTo>
                      <a:pt x="55" y="317"/>
                      <a:pt x="56" y="317"/>
                      <a:pt x="57" y="317"/>
                    </a:cubicBezTo>
                    <a:cubicBezTo>
                      <a:pt x="57" y="317"/>
                      <a:pt x="58" y="317"/>
                      <a:pt x="58" y="316"/>
                    </a:cubicBezTo>
                    <a:cubicBezTo>
                      <a:pt x="59" y="316"/>
                      <a:pt x="60" y="316"/>
                      <a:pt x="60" y="315"/>
                    </a:cubicBezTo>
                    <a:cubicBezTo>
                      <a:pt x="61" y="314"/>
                      <a:pt x="61" y="314"/>
                      <a:pt x="62" y="313"/>
                    </a:cubicBezTo>
                    <a:cubicBezTo>
                      <a:pt x="62" y="313"/>
                      <a:pt x="63" y="312"/>
                      <a:pt x="64" y="312"/>
                    </a:cubicBezTo>
                    <a:cubicBezTo>
                      <a:pt x="64" y="310"/>
                      <a:pt x="65" y="309"/>
                      <a:pt x="66" y="308"/>
                    </a:cubicBezTo>
                    <a:cubicBezTo>
                      <a:pt x="67" y="306"/>
                      <a:pt x="68" y="303"/>
                      <a:pt x="68" y="302"/>
                    </a:cubicBezTo>
                    <a:cubicBezTo>
                      <a:pt x="72" y="292"/>
                      <a:pt x="74" y="282"/>
                      <a:pt x="77" y="272"/>
                    </a:cubicBezTo>
                    <a:cubicBezTo>
                      <a:pt x="79" y="260"/>
                      <a:pt x="81" y="249"/>
                      <a:pt x="82" y="237"/>
                    </a:cubicBezTo>
                    <a:cubicBezTo>
                      <a:pt x="84" y="223"/>
                      <a:pt x="86" y="209"/>
                      <a:pt x="87" y="195"/>
                    </a:cubicBezTo>
                    <a:cubicBezTo>
                      <a:pt x="88" y="183"/>
                      <a:pt x="89" y="170"/>
                      <a:pt x="90" y="158"/>
                    </a:cubicBezTo>
                    <a:cubicBezTo>
                      <a:pt x="83" y="165"/>
                      <a:pt x="77" y="172"/>
                      <a:pt x="71" y="181"/>
                    </a:cubicBezTo>
                    <a:cubicBezTo>
                      <a:pt x="67" y="184"/>
                      <a:pt x="64" y="188"/>
                      <a:pt x="61" y="192"/>
                    </a:cubicBezTo>
                    <a:cubicBezTo>
                      <a:pt x="57" y="198"/>
                      <a:pt x="53" y="203"/>
                      <a:pt x="49" y="209"/>
                    </a:cubicBezTo>
                    <a:cubicBezTo>
                      <a:pt x="49" y="208"/>
                      <a:pt x="50" y="208"/>
                      <a:pt x="50" y="207"/>
                    </a:cubicBezTo>
                    <a:cubicBezTo>
                      <a:pt x="46" y="213"/>
                      <a:pt x="43" y="218"/>
                      <a:pt x="40" y="224"/>
                    </a:cubicBezTo>
                    <a:cubicBezTo>
                      <a:pt x="36" y="231"/>
                      <a:pt x="33" y="238"/>
                      <a:pt x="31" y="245"/>
                    </a:cubicBezTo>
                    <a:cubicBezTo>
                      <a:pt x="29" y="251"/>
                      <a:pt x="27" y="257"/>
                      <a:pt x="26" y="264"/>
                    </a:cubicBezTo>
                    <a:cubicBezTo>
                      <a:pt x="25" y="267"/>
                      <a:pt x="24" y="271"/>
                      <a:pt x="24" y="274"/>
                    </a:cubicBezTo>
                    <a:cubicBezTo>
                      <a:pt x="24" y="277"/>
                      <a:pt x="24" y="279"/>
                      <a:pt x="24" y="281"/>
                    </a:cubicBezTo>
                    <a:cubicBezTo>
                      <a:pt x="24" y="284"/>
                      <a:pt x="25" y="287"/>
                      <a:pt x="25" y="289"/>
                    </a:cubicBezTo>
                    <a:cubicBezTo>
                      <a:pt x="25" y="292"/>
                      <a:pt x="26" y="294"/>
                      <a:pt x="26" y="295"/>
                    </a:cubicBezTo>
                    <a:cubicBezTo>
                      <a:pt x="27" y="298"/>
                      <a:pt x="27" y="299"/>
                      <a:pt x="29" y="301"/>
                    </a:cubicBezTo>
                    <a:cubicBezTo>
                      <a:pt x="29" y="302"/>
                      <a:pt x="30" y="303"/>
                      <a:pt x="30" y="305"/>
                    </a:cubicBezTo>
                    <a:cubicBezTo>
                      <a:pt x="32" y="306"/>
                      <a:pt x="32" y="308"/>
                      <a:pt x="33" y="309"/>
                    </a:cubicBezTo>
                    <a:cubicBezTo>
                      <a:pt x="34" y="310"/>
                      <a:pt x="35" y="310"/>
                      <a:pt x="36" y="312"/>
                    </a:cubicBezTo>
                    <a:cubicBezTo>
                      <a:pt x="37" y="312"/>
                      <a:pt x="38" y="313"/>
                      <a:pt x="39" y="314"/>
                    </a:cubicBezTo>
                    <a:cubicBezTo>
                      <a:pt x="40" y="314"/>
                      <a:pt x="41" y="315"/>
                      <a:pt x="41" y="316"/>
                    </a:cubicBezTo>
                    <a:cubicBezTo>
                      <a:pt x="43" y="316"/>
                      <a:pt x="44" y="317"/>
                      <a:pt x="45" y="317"/>
                    </a:cubicBezTo>
                    <a:cubicBezTo>
                      <a:pt x="46" y="317"/>
                      <a:pt x="47" y="318"/>
                      <a:pt x="48" y="318"/>
                    </a:cubicBezTo>
                    <a:cubicBezTo>
                      <a:pt x="49" y="318"/>
                      <a:pt x="50" y="319"/>
                      <a:pt x="50" y="319"/>
                    </a:cubicBezTo>
                    <a:cubicBezTo>
                      <a:pt x="51" y="319"/>
                      <a:pt x="51" y="319"/>
                      <a:pt x="52" y="319"/>
                    </a:cubicBezTo>
                    <a:moveTo>
                      <a:pt x="34" y="338"/>
                    </a:moveTo>
                    <a:cubicBezTo>
                      <a:pt x="27" y="335"/>
                      <a:pt x="20" y="330"/>
                      <a:pt x="16" y="324"/>
                    </a:cubicBezTo>
                    <a:cubicBezTo>
                      <a:pt x="5" y="312"/>
                      <a:pt x="1" y="297"/>
                      <a:pt x="1" y="281"/>
                    </a:cubicBezTo>
                    <a:cubicBezTo>
                      <a:pt x="0" y="274"/>
                      <a:pt x="1" y="266"/>
                      <a:pt x="3" y="258"/>
                    </a:cubicBezTo>
                    <a:cubicBezTo>
                      <a:pt x="5" y="249"/>
                      <a:pt x="8" y="240"/>
                      <a:pt x="11" y="232"/>
                    </a:cubicBezTo>
                    <a:cubicBezTo>
                      <a:pt x="17" y="218"/>
                      <a:pt x="24" y="206"/>
                      <a:pt x="33" y="194"/>
                    </a:cubicBezTo>
                    <a:cubicBezTo>
                      <a:pt x="36" y="189"/>
                      <a:pt x="40" y="183"/>
                      <a:pt x="44" y="178"/>
                    </a:cubicBezTo>
                    <a:cubicBezTo>
                      <a:pt x="45" y="176"/>
                      <a:pt x="46" y="175"/>
                      <a:pt x="47" y="174"/>
                    </a:cubicBezTo>
                    <a:cubicBezTo>
                      <a:pt x="50" y="171"/>
                      <a:pt x="53" y="168"/>
                      <a:pt x="55" y="165"/>
                    </a:cubicBezTo>
                    <a:cubicBezTo>
                      <a:pt x="59" y="160"/>
                      <a:pt x="63" y="155"/>
                      <a:pt x="67" y="151"/>
                    </a:cubicBezTo>
                    <a:cubicBezTo>
                      <a:pt x="67" y="152"/>
                      <a:pt x="65" y="153"/>
                      <a:pt x="64" y="153"/>
                    </a:cubicBezTo>
                    <a:cubicBezTo>
                      <a:pt x="58" y="157"/>
                      <a:pt x="53" y="160"/>
                      <a:pt x="45" y="161"/>
                    </a:cubicBezTo>
                    <a:cubicBezTo>
                      <a:pt x="37" y="161"/>
                      <a:pt x="31" y="158"/>
                      <a:pt x="26" y="153"/>
                    </a:cubicBezTo>
                    <a:cubicBezTo>
                      <a:pt x="23" y="150"/>
                      <a:pt x="22" y="147"/>
                      <a:pt x="20" y="144"/>
                    </a:cubicBezTo>
                    <a:cubicBezTo>
                      <a:pt x="19" y="140"/>
                      <a:pt x="19" y="137"/>
                      <a:pt x="19" y="133"/>
                    </a:cubicBezTo>
                    <a:cubicBezTo>
                      <a:pt x="18" y="128"/>
                      <a:pt x="18" y="122"/>
                      <a:pt x="19" y="116"/>
                    </a:cubicBezTo>
                    <a:cubicBezTo>
                      <a:pt x="19" y="109"/>
                      <a:pt x="20" y="101"/>
                      <a:pt x="20" y="94"/>
                    </a:cubicBezTo>
                    <a:cubicBezTo>
                      <a:pt x="21" y="88"/>
                      <a:pt x="22" y="82"/>
                      <a:pt x="23" y="76"/>
                    </a:cubicBezTo>
                    <a:cubicBezTo>
                      <a:pt x="23" y="72"/>
                      <a:pt x="24" y="69"/>
                      <a:pt x="25" y="65"/>
                    </a:cubicBezTo>
                    <a:cubicBezTo>
                      <a:pt x="26" y="59"/>
                      <a:pt x="27" y="53"/>
                      <a:pt x="28" y="47"/>
                    </a:cubicBezTo>
                    <a:cubicBezTo>
                      <a:pt x="31" y="36"/>
                      <a:pt x="34" y="25"/>
                      <a:pt x="40" y="15"/>
                    </a:cubicBezTo>
                    <a:cubicBezTo>
                      <a:pt x="42" y="10"/>
                      <a:pt x="45" y="7"/>
                      <a:pt x="48" y="3"/>
                    </a:cubicBezTo>
                    <a:cubicBezTo>
                      <a:pt x="52" y="1"/>
                      <a:pt x="56" y="0"/>
                      <a:pt x="60" y="0"/>
                    </a:cubicBezTo>
                    <a:cubicBezTo>
                      <a:pt x="67" y="0"/>
                      <a:pt x="73" y="6"/>
                      <a:pt x="73" y="13"/>
                    </a:cubicBezTo>
                    <a:cubicBezTo>
                      <a:pt x="73" y="20"/>
                      <a:pt x="68" y="24"/>
                      <a:pt x="62" y="26"/>
                    </a:cubicBezTo>
                    <a:cubicBezTo>
                      <a:pt x="61" y="26"/>
                      <a:pt x="61" y="27"/>
                      <a:pt x="60" y="28"/>
                    </a:cubicBezTo>
                    <a:cubicBezTo>
                      <a:pt x="58" y="33"/>
                      <a:pt x="56" y="37"/>
                      <a:pt x="54" y="41"/>
                    </a:cubicBezTo>
                    <a:cubicBezTo>
                      <a:pt x="55" y="41"/>
                      <a:pt x="55" y="40"/>
                      <a:pt x="55" y="40"/>
                    </a:cubicBezTo>
                    <a:cubicBezTo>
                      <a:pt x="53" y="46"/>
                      <a:pt x="51" y="52"/>
                      <a:pt x="50" y="59"/>
                    </a:cubicBezTo>
                    <a:cubicBezTo>
                      <a:pt x="48" y="66"/>
                      <a:pt x="46" y="74"/>
                      <a:pt x="45" y="83"/>
                    </a:cubicBezTo>
                    <a:cubicBezTo>
                      <a:pt x="44" y="87"/>
                      <a:pt x="44" y="91"/>
                      <a:pt x="43" y="95"/>
                    </a:cubicBezTo>
                    <a:cubicBezTo>
                      <a:pt x="43" y="100"/>
                      <a:pt x="43" y="104"/>
                      <a:pt x="42" y="109"/>
                    </a:cubicBezTo>
                    <a:cubicBezTo>
                      <a:pt x="42" y="108"/>
                      <a:pt x="42" y="108"/>
                      <a:pt x="42" y="108"/>
                    </a:cubicBezTo>
                    <a:cubicBezTo>
                      <a:pt x="42" y="114"/>
                      <a:pt x="41" y="121"/>
                      <a:pt x="41" y="128"/>
                    </a:cubicBezTo>
                    <a:cubicBezTo>
                      <a:pt x="41" y="129"/>
                      <a:pt x="42" y="132"/>
                      <a:pt x="42" y="133"/>
                    </a:cubicBezTo>
                    <a:cubicBezTo>
                      <a:pt x="43" y="135"/>
                      <a:pt x="43" y="135"/>
                      <a:pt x="43" y="136"/>
                    </a:cubicBezTo>
                    <a:lnTo>
                      <a:pt x="43" y="135"/>
                    </a:lnTo>
                    <a:cubicBezTo>
                      <a:pt x="43" y="136"/>
                      <a:pt x="43" y="136"/>
                      <a:pt x="43" y="136"/>
                    </a:cubicBezTo>
                    <a:cubicBezTo>
                      <a:pt x="43" y="137"/>
                      <a:pt x="43" y="137"/>
                      <a:pt x="43" y="137"/>
                    </a:cubicBezTo>
                    <a:lnTo>
                      <a:pt x="44" y="137"/>
                    </a:lnTo>
                    <a:cubicBezTo>
                      <a:pt x="45" y="137"/>
                      <a:pt x="46" y="136"/>
                      <a:pt x="46" y="136"/>
                    </a:cubicBezTo>
                    <a:lnTo>
                      <a:pt x="46" y="137"/>
                    </a:lnTo>
                    <a:cubicBezTo>
                      <a:pt x="45" y="137"/>
                      <a:pt x="45" y="137"/>
                      <a:pt x="45" y="137"/>
                    </a:cubicBezTo>
                    <a:lnTo>
                      <a:pt x="46" y="137"/>
                    </a:lnTo>
                    <a:cubicBezTo>
                      <a:pt x="45" y="137"/>
                      <a:pt x="45" y="137"/>
                      <a:pt x="45" y="137"/>
                    </a:cubicBezTo>
                    <a:lnTo>
                      <a:pt x="46" y="137"/>
                    </a:lnTo>
                    <a:lnTo>
                      <a:pt x="46" y="136"/>
                    </a:lnTo>
                    <a:lnTo>
                      <a:pt x="46" y="137"/>
                    </a:lnTo>
                    <a:cubicBezTo>
                      <a:pt x="46" y="136"/>
                      <a:pt x="47" y="136"/>
                      <a:pt x="47" y="136"/>
                    </a:cubicBezTo>
                    <a:cubicBezTo>
                      <a:pt x="48" y="135"/>
                      <a:pt x="50" y="135"/>
                      <a:pt x="51" y="134"/>
                    </a:cubicBezTo>
                    <a:cubicBezTo>
                      <a:pt x="53" y="132"/>
                      <a:pt x="55" y="130"/>
                      <a:pt x="58" y="129"/>
                    </a:cubicBezTo>
                    <a:cubicBezTo>
                      <a:pt x="61" y="126"/>
                      <a:pt x="65" y="122"/>
                      <a:pt x="68" y="119"/>
                    </a:cubicBezTo>
                    <a:cubicBezTo>
                      <a:pt x="74" y="112"/>
                      <a:pt x="80" y="104"/>
                      <a:pt x="86" y="97"/>
                    </a:cubicBezTo>
                    <a:cubicBezTo>
                      <a:pt x="89" y="92"/>
                      <a:pt x="92" y="87"/>
                      <a:pt x="95" y="82"/>
                    </a:cubicBezTo>
                    <a:cubicBezTo>
                      <a:pt x="99" y="76"/>
                      <a:pt x="102" y="70"/>
                      <a:pt x="105" y="65"/>
                    </a:cubicBezTo>
                    <a:cubicBezTo>
                      <a:pt x="106" y="64"/>
                      <a:pt x="106" y="63"/>
                      <a:pt x="107" y="62"/>
                    </a:cubicBezTo>
                    <a:cubicBezTo>
                      <a:pt x="108" y="58"/>
                      <a:pt x="110" y="53"/>
                      <a:pt x="113" y="48"/>
                    </a:cubicBezTo>
                    <a:cubicBezTo>
                      <a:pt x="115" y="43"/>
                      <a:pt x="122" y="41"/>
                      <a:pt x="127" y="44"/>
                    </a:cubicBezTo>
                    <a:cubicBezTo>
                      <a:pt x="133" y="46"/>
                      <a:pt x="136" y="52"/>
                      <a:pt x="134" y="58"/>
                    </a:cubicBezTo>
                    <a:cubicBezTo>
                      <a:pt x="133" y="62"/>
                      <a:pt x="131" y="66"/>
                      <a:pt x="128" y="70"/>
                    </a:cubicBezTo>
                    <a:lnTo>
                      <a:pt x="128" y="71"/>
                    </a:lnTo>
                    <a:cubicBezTo>
                      <a:pt x="126" y="77"/>
                      <a:pt x="124" y="83"/>
                      <a:pt x="122" y="90"/>
                    </a:cubicBezTo>
                    <a:cubicBezTo>
                      <a:pt x="125" y="86"/>
                      <a:pt x="128" y="83"/>
                      <a:pt x="131" y="80"/>
                    </a:cubicBezTo>
                    <a:cubicBezTo>
                      <a:pt x="135" y="76"/>
                      <a:pt x="141" y="74"/>
                      <a:pt x="146" y="79"/>
                    </a:cubicBezTo>
                    <a:cubicBezTo>
                      <a:pt x="150" y="81"/>
                      <a:pt x="151" y="88"/>
                      <a:pt x="148" y="93"/>
                    </a:cubicBezTo>
                    <a:cubicBezTo>
                      <a:pt x="136" y="105"/>
                      <a:pt x="126" y="117"/>
                      <a:pt x="115" y="129"/>
                    </a:cubicBezTo>
                    <a:cubicBezTo>
                      <a:pt x="115" y="132"/>
                      <a:pt x="114" y="136"/>
                      <a:pt x="114" y="139"/>
                    </a:cubicBezTo>
                    <a:cubicBezTo>
                      <a:pt x="113" y="151"/>
                      <a:pt x="111" y="164"/>
                      <a:pt x="110" y="176"/>
                    </a:cubicBezTo>
                    <a:cubicBezTo>
                      <a:pt x="108" y="202"/>
                      <a:pt x="106" y="228"/>
                      <a:pt x="102" y="253"/>
                    </a:cubicBezTo>
                    <a:cubicBezTo>
                      <a:pt x="101" y="260"/>
                      <a:pt x="100" y="266"/>
                      <a:pt x="99" y="273"/>
                    </a:cubicBezTo>
                    <a:cubicBezTo>
                      <a:pt x="98" y="278"/>
                      <a:pt x="96" y="284"/>
                      <a:pt x="95" y="290"/>
                    </a:cubicBezTo>
                    <a:cubicBezTo>
                      <a:pt x="94" y="293"/>
                      <a:pt x="93" y="296"/>
                      <a:pt x="93" y="299"/>
                    </a:cubicBezTo>
                    <a:cubicBezTo>
                      <a:pt x="91" y="306"/>
                      <a:pt x="89" y="312"/>
                      <a:pt x="87" y="317"/>
                    </a:cubicBezTo>
                    <a:cubicBezTo>
                      <a:pt x="81" y="331"/>
                      <a:pt x="69" y="341"/>
                      <a:pt x="55" y="342"/>
                    </a:cubicBezTo>
                    <a:cubicBezTo>
                      <a:pt x="54" y="342"/>
                      <a:pt x="53" y="342"/>
                      <a:pt x="51" y="342"/>
                    </a:cubicBezTo>
                    <a:cubicBezTo>
                      <a:pt x="46" y="342"/>
                      <a:pt x="40" y="341"/>
                      <a:pt x="34" y="3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6" name="Google Shape;3486;p40">
                <a:extLst>
                  <a:ext uri="{FF2B5EF4-FFF2-40B4-BE49-F238E27FC236}">
                    <a16:creationId xmlns:a16="http://schemas.microsoft.com/office/drawing/2014/main" id="{6E6E206F-C760-9BDE-19F6-3173C6DFF945}"/>
                  </a:ext>
                </a:extLst>
              </p:cNvPr>
              <p:cNvSpPr/>
              <p:nvPr/>
            </p:nvSpPr>
            <p:spPr>
              <a:xfrm>
                <a:off x="749880" y="669960"/>
                <a:ext cx="2628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73" h="350" extrusionOk="0">
                    <a:moveTo>
                      <a:pt x="23" y="347"/>
                    </a:moveTo>
                    <a:cubicBezTo>
                      <a:pt x="17" y="343"/>
                      <a:pt x="16" y="335"/>
                      <a:pt x="20" y="329"/>
                    </a:cubicBezTo>
                    <a:cubicBezTo>
                      <a:pt x="21" y="328"/>
                      <a:pt x="23" y="327"/>
                      <a:pt x="24" y="325"/>
                    </a:cubicBezTo>
                    <a:cubicBezTo>
                      <a:pt x="27" y="320"/>
                      <a:pt x="31" y="314"/>
                      <a:pt x="34" y="308"/>
                    </a:cubicBezTo>
                    <a:lnTo>
                      <a:pt x="34" y="309"/>
                    </a:lnTo>
                    <a:lnTo>
                      <a:pt x="34" y="308"/>
                    </a:lnTo>
                    <a:cubicBezTo>
                      <a:pt x="35" y="305"/>
                      <a:pt x="37" y="301"/>
                      <a:pt x="38" y="298"/>
                    </a:cubicBezTo>
                    <a:cubicBezTo>
                      <a:pt x="41" y="289"/>
                      <a:pt x="44" y="279"/>
                      <a:pt x="45" y="270"/>
                    </a:cubicBezTo>
                    <a:cubicBezTo>
                      <a:pt x="47" y="263"/>
                      <a:pt x="48" y="255"/>
                      <a:pt x="49" y="248"/>
                    </a:cubicBezTo>
                    <a:cubicBezTo>
                      <a:pt x="50" y="230"/>
                      <a:pt x="50" y="213"/>
                      <a:pt x="49" y="195"/>
                    </a:cubicBezTo>
                    <a:cubicBezTo>
                      <a:pt x="49" y="183"/>
                      <a:pt x="47" y="170"/>
                      <a:pt x="45" y="158"/>
                    </a:cubicBezTo>
                    <a:cubicBezTo>
                      <a:pt x="43" y="149"/>
                      <a:pt x="41" y="139"/>
                      <a:pt x="39" y="130"/>
                    </a:cubicBezTo>
                    <a:cubicBezTo>
                      <a:pt x="38" y="125"/>
                      <a:pt x="37" y="120"/>
                      <a:pt x="35" y="116"/>
                    </a:cubicBezTo>
                    <a:cubicBezTo>
                      <a:pt x="34" y="111"/>
                      <a:pt x="33" y="106"/>
                      <a:pt x="31" y="101"/>
                    </a:cubicBezTo>
                    <a:cubicBezTo>
                      <a:pt x="27" y="90"/>
                      <a:pt x="24" y="78"/>
                      <a:pt x="19" y="67"/>
                    </a:cubicBezTo>
                    <a:cubicBezTo>
                      <a:pt x="17" y="61"/>
                      <a:pt x="15" y="56"/>
                      <a:pt x="13" y="50"/>
                    </a:cubicBezTo>
                    <a:cubicBezTo>
                      <a:pt x="9" y="41"/>
                      <a:pt x="5" y="32"/>
                      <a:pt x="2" y="22"/>
                    </a:cubicBezTo>
                    <a:cubicBezTo>
                      <a:pt x="2" y="23"/>
                      <a:pt x="2" y="23"/>
                      <a:pt x="2" y="24"/>
                    </a:cubicBezTo>
                    <a:cubicBezTo>
                      <a:pt x="1" y="19"/>
                      <a:pt x="0" y="15"/>
                      <a:pt x="1" y="10"/>
                    </a:cubicBezTo>
                    <a:cubicBezTo>
                      <a:pt x="2" y="5"/>
                      <a:pt x="6" y="3"/>
                      <a:pt x="10" y="1"/>
                    </a:cubicBezTo>
                    <a:cubicBezTo>
                      <a:pt x="15" y="0"/>
                      <a:pt x="19" y="1"/>
                      <a:pt x="23" y="4"/>
                    </a:cubicBezTo>
                    <a:cubicBezTo>
                      <a:pt x="25" y="5"/>
                      <a:pt x="27" y="8"/>
                      <a:pt x="28" y="10"/>
                    </a:cubicBezTo>
                    <a:cubicBezTo>
                      <a:pt x="30" y="11"/>
                      <a:pt x="31" y="12"/>
                      <a:pt x="32" y="14"/>
                    </a:cubicBezTo>
                    <a:cubicBezTo>
                      <a:pt x="37" y="19"/>
                      <a:pt x="37" y="27"/>
                      <a:pt x="31" y="32"/>
                    </a:cubicBezTo>
                    <a:cubicBezTo>
                      <a:pt x="35" y="42"/>
                      <a:pt x="38" y="53"/>
                      <a:pt x="42" y="63"/>
                    </a:cubicBezTo>
                    <a:cubicBezTo>
                      <a:pt x="44" y="68"/>
                      <a:pt x="45" y="73"/>
                      <a:pt x="47" y="78"/>
                    </a:cubicBezTo>
                    <a:cubicBezTo>
                      <a:pt x="49" y="84"/>
                      <a:pt x="51" y="90"/>
                      <a:pt x="53" y="96"/>
                    </a:cubicBezTo>
                    <a:cubicBezTo>
                      <a:pt x="56" y="108"/>
                      <a:pt x="59" y="120"/>
                      <a:pt x="62" y="132"/>
                    </a:cubicBezTo>
                    <a:cubicBezTo>
                      <a:pt x="63" y="139"/>
                      <a:pt x="65" y="146"/>
                      <a:pt x="66" y="153"/>
                    </a:cubicBezTo>
                    <a:cubicBezTo>
                      <a:pt x="68" y="162"/>
                      <a:pt x="69" y="170"/>
                      <a:pt x="69" y="178"/>
                    </a:cubicBezTo>
                    <a:cubicBezTo>
                      <a:pt x="70" y="187"/>
                      <a:pt x="71" y="197"/>
                      <a:pt x="71" y="205"/>
                    </a:cubicBezTo>
                    <a:cubicBezTo>
                      <a:pt x="72" y="216"/>
                      <a:pt x="71" y="226"/>
                      <a:pt x="71" y="236"/>
                    </a:cubicBezTo>
                    <a:cubicBezTo>
                      <a:pt x="70" y="250"/>
                      <a:pt x="69" y="264"/>
                      <a:pt x="66" y="278"/>
                    </a:cubicBezTo>
                    <a:cubicBezTo>
                      <a:pt x="63" y="291"/>
                      <a:pt x="61" y="304"/>
                      <a:pt x="55" y="316"/>
                    </a:cubicBezTo>
                    <a:cubicBezTo>
                      <a:pt x="51" y="325"/>
                      <a:pt x="45" y="335"/>
                      <a:pt x="40" y="343"/>
                    </a:cubicBezTo>
                    <a:cubicBezTo>
                      <a:pt x="37" y="347"/>
                      <a:pt x="34" y="349"/>
                      <a:pt x="30" y="349"/>
                    </a:cubicBezTo>
                    <a:cubicBezTo>
                      <a:pt x="27" y="349"/>
                      <a:pt x="26" y="348"/>
                      <a:pt x="23" y="34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7" name="Google Shape;3487;p40">
                <a:extLst>
                  <a:ext uri="{FF2B5EF4-FFF2-40B4-BE49-F238E27FC236}">
                    <a16:creationId xmlns:a16="http://schemas.microsoft.com/office/drawing/2014/main" id="{8C65C3CE-4B6F-08BA-A0E7-816FB908BEDF}"/>
                  </a:ext>
                </a:extLst>
              </p:cNvPr>
              <p:cNvSpPr/>
              <p:nvPr/>
            </p:nvSpPr>
            <p:spPr>
              <a:xfrm>
                <a:off x="783720" y="761760"/>
                <a:ext cx="18000" cy="4824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4" extrusionOk="0">
                    <a:moveTo>
                      <a:pt x="10" y="133"/>
                    </a:moveTo>
                    <a:cubicBezTo>
                      <a:pt x="4" y="131"/>
                      <a:pt x="0" y="125"/>
                      <a:pt x="2" y="119"/>
                    </a:cubicBezTo>
                    <a:cubicBezTo>
                      <a:pt x="5" y="102"/>
                      <a:pt x="10" y="86"/>
                      <a:pt x="13" y="70"/>
                    </a:cubicBezTo>
                    <a:cubicBezTo>
                      <a:pt x="15" y="60"/>
                      <a:pt x="17" y="51"/>
                      <a:pt x="18" y="42"/>
                    </a:cubicBezTo>
                    <a:cubicBezTo>
                      <a:pt x="19" y="36"/>
                      <a:pt x="21" y="31"/>
                      <a:pt x="21" y="25"/>
                    </a:cubicBezTo>
                    <a:cubicBezTo>
                      <a:pt x="22" y="23"/>
                      <a:pt x="22" y="20"/>
                      <a:pt x="22" y="17"/>
                    </a:cubicBezTo>
                    <a:cubicBezTo>
                      <a:pt x="22" y="15"/>
                      <a:pt x="22" y="13"/>
                      <a:pt x="23" y="10"/>
                    </a:cubicBezTo>
                    <a:cubicBezTo>
                      <a:pt x="25" y="4"/>
                      <a:pt x="32" y="0"/>
                      <a:pt x="39" y="2"/>
                    </a:cubicBezTo>
                    <a:cubicBezTo>
                      <a:pt x="46" y="4"/>
                      <a:pt x="49" y="11"/>
                      <a:pt x="47" y="17"/>
                    </a:cubicBezTo>
                    <a:lnTo>
                      <a:pt x="47" y="18"/>
                    </a:lnTo>
                    <a:cubicBezTo>
                      <a:pt x="46" y="26"/>
                      <a:pt x="45" y="34"/>
                      <a:pt x="43" y="42"/>
                    </a:cubicBezTo>
                    <a:cubicBezTo>
                      <a:pt x="42" y="51"/>
                      <a:pt x="39" y="59"/>
                      <a:pt x="38" y="68"/>
                    </a:cubicBezTo>
                    <a:cubicBezTo>
                      <a:pt x="33" y="87"/>
                      <a:pt x="29" y="106"/>
                      <a:pt x="24" y="125"/>
                    </a:cubicBezTo>
                    <a:cubicBezTo>
                      <a:pt x="23" y="130"/>
                      <a:pt x="18" y="133"/>
                      <a:pt x="13" y="133"/>
                    </a:cubicBezTo>
                    <a:cubicBezTo>
                      <a:pt x="12" y="133"/>
                      <a:pt x="11" y="133"/>
                      <a:pt x="10" y="1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8" name="Google Shape;3488;p40">
                <a:extLst>
                  <a:ext uri="{FF2B5EF4-FFF2-40B4-BE49-F238E27FC236}">
                    <a16:creationId xmlns:a16="http://schemas.microsoft.com/office/drawing/2014/main" id="{762950FA-9008-FA59-42D4-BA4331175554}"/>
                  </a:ext>
                </a:extLst>
              </p:cNvPr>
              <p:cNvSpPr/>
              <p:nvPr/>
            </p:nvSpPr>
            <p:spPr>
              <a:xfrm>
                <a:off x="840960" y="730080"/>
                <a:ext cx="33120" cy="39240"/>
              </a:xfrm>
              <a:custGeom>
                <a:avLst/>
                <a:gdLst/>
                <a:ahLst/>
                <a:cxnLst/>
                <a:rect l="l" t="t" r="r" b="b"/>
                <a:pathLst>
                  <a:path w="92" h="109" extrusionOk="0">
                    <a:moveTo>
                      <a:pt x="67" y="102"/>
                    </a:moveTo>
                    <a:cubicBezTo>
                      <a:pt x="62" y="91"/>
                      <a:pt x="55" y="80"/>
                      <a:pt x="49" y="70"/>
                    </a:cubicBezTo>
                    <a:cubicBezTo>
                      <a:pt x="46" y="66"/>
                      <a:pt x="43" y="61"/>
                      <a:pt x="40" y="57"/>
                    </a:cubicBezTo>
                    <a:cubicBezTo>
                      <a:pt x="36" y="52"/>
                      <a:pt x="33" y="48"/>
                      <a:pt x="29" y="43"/>
                    </a:cubicBezTo>
                    <a:cubicBezTo>
                      <a:pt x="26" y="40"/>
                      <a:pt x="23" y="37"/>
                      <a:pt x="20" y="33"/>
                    </a:cubicBezTo>
                    <a:cubicBezTo>
                      <a:pt x="19" y="33"/>
                      <a:pt x="18" y="32"/>
                      <a:pt x="17" y="31"/>
                    </a:cubicBezTo>
                    <a:cubicBezTo>
                      <a:pt x="16" y="32"/>
                      <a:pt x="15" y="32"/>
                      <a:pt x="13" y="31"/>
                    </a:cubicBezTo>
                    <a:cubicBezTo>
                      <a:pt x="9" y="31"/>
                      <a:pt x="6" y="28"/>
                      <a:pt x="4" y="25"/>
                    </a:cubicBezTo>
                    <a:cubicBezTo>
                      <a:pt x="4" y="25"/>
                      <a:pt x="4" y="24"/>
                      <a:pt x="3" y="24"/>
                    </a:cubicBezTo>
                    <a:cubicBezTo>
                      <a:pt x="3" y="23"/>
                      <a:pt x="1" y="21"/>
                      <a:pt x="1" y="20"/>
                    </a:cubicBezTo>
                    <a:cubicBezTo>
                      <a:pt x="0" y="17"/>
                      <a:pt x="0" y="14"/>
                      <a:pt x="1" y="11"/>
                    </a:cubicBezTo>
                    <a:cubicBezTo>
                      <a:pt x="3" y="4"/>
                      <a:pt x="10" y="0"/>
                      <a:pt x="17" y="2"/>
                    </a:cubicBezTo>
                    <a:cubicBezTo>
                      <a:pt x="18" y="3"/>
                      <a:pt x="20" y="3"/>
                      <a:pt x="21" y="4"/>
                    </a:cubicBezTo>
                    <a:cubicBezTo>
                      <a:pt x="24" y="5"/>
                      <a:pt x="25" y="6"/>
                      <a:pt x="27" y="7"/>
                    </a:cubicBezTo>
                    <a:cubicBezTo>
                      <a:pt x="29" y="10"/>
                      <a:pt x="32" y="12"/>
                      <a:pt x="34" y="14"/>
                    </a:cubicBezTo>
                    <a:cubicBezTo>
                      <a:pt x="37" y="17"/>
                      <a:pt x="40" y="20"/>
                      <a:pt x="42" y="23"/>
                    </a:cubicBezTo>
                    <a:cubicBezTo>
                      <a:pt x="49" y="30"/>
                      <a:pt x="54" y="37"/>
                      <a:pt x="59" y="44"/>
                    </a:cubicBezTo>
                    <a:cubicBezTo>
                      <a:pt x="70" y="59"/>
                      <a:pt x="79" y="74"/>
                      <a:pt x="88" y="90"/>
                    </a:cubicBezTo>
                    <a:cubicBezTo>
                      <a:pt x="91" y="95"/>
                      <a:pt x="89" y="103"/>
                      <a:pt x="83" y="106"/>
                    </a:cubicBezTo>
                    <a:cubicBezTo>
                      <a:pt x="81" y="107"/>
                      <a:pt x="80" y="108"/>
                      <a:pt x="77" y="108"/>
                    </a:cubicBezTo>
                    <a:cubicBezTo>
                      <a:pt x="73" y="108"/>
                      <a:pt x="69" y="105"/>
                      <a:pt x="67" y="10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9" name="Google Shape;3489;p40">
                <a:extLst>
                  <a:ext uri="{FF2B5EF4-FFF2-40B4-BE49-F238E27FC236}">
                    <a16:creationId xmlns:a16="http://schemas.microsoft.com/office/drawing/2014/main" id="{CE2935D3-23D3-9B3D-05AA-6891ACB2997B}"/>
                  </a:ext>
                </a:extLst>
              </p:cNvPr>
              <p:cNvSpPr/>
              <p:nvPr/>
            </p:nvSpPr>
            <p:spPr>
              <a:xfrm>
                <a:off x="850680" y="720360"/>
                <a:ext cx="47160" cy="47880"/>
              </a:xfrm>
              <a:custGeom>
                <a:avLst/>
                <a:gdLst/>
                <a:ahLst/>
                <a:cxnLst/>
                <a:rect l="l" t="t" r="r" b="b"/>
                <a:pathLst>
                  <a:path w="131" h="133" extrusionOk="0">
                    <a:moveTo>
                      <a:pt x="6" y="129"/>
                    </a:moveTo>
                    <a:cubicBezTo>
                      <a:pt x="1" y="125"/>
                      <a:pt x="0" y="117"/>
                      <a:pt x="4" y="113"/>
                    </a:cubicBezTo>
                    <a:cubicBezTo>
                      <a:pt x="18" y="94"/>
                      <a:pt x="33" y="78"/>
                      <a:pt x="48" y="60"/>
                    </a:cubicBezTo>
                    <a:cubicBezTo>
                      <a:pt x="54" y="53"/>
                      <a:pt x="61" y="45"/>
                      <a:pt x="68" y="37"/>
                    </a:cubicBezTo>
                    <a:cubicBezTo>
                      <a:pt x="75" y="30"/>
                      <a:pt x="81" y="24"/>
                      <a:pt x="88" y="18"/>
                    </a:cubicBezTo>
                    <a:cubicBezTo>
                      <a:pt x="95" y="12"/>
                      <a:pt x="102" y="8"/>
                      <a:pt x="110" y="4"/>
                    </a:cubicBezTo>
                    <a:cubicBezTo>
                      <a:pt x="116" y="0"/>
                      <a:pt x="123" y="2"/>
                      <a:pt x="127" y="8"/>
                    </a:cubicBezTo>
                    <a:cubicBezTo>
                      <a:pt x="130" y="14"/>
                      <a:pt x="128" y="22"/>
                      <a:pt x="122" y="26"/>
                    </a:cubicBezTo>
                    <a:cubicBezTo>
                      <a:pt x="117" y="28"/>
                      <a:pt x="113" y="30"/>
                      <a:pt x="109" y="33"/>
                    </a:cubicBezTo>
                    <a:lnTo>
                      <a:pt x="110" y="32"/>
                    </a:lnTo>
                    <a:cubicBezTo>
                      <a:pt x="107" y="34"/>
                      <a:pt x="104" y="37"/>
                      <a:pt x="101" y="39"/>
                    </a:cubicBezTo>
                    <a:cubicBezTo>
                      <a:pt x="94" y="46"/>
                      <a:pt x="87" y="53"/>
                      <a:pt x="80" y="60"/>
                    </a:cubicBezTo>
                    <a:lnTo>
                      <a:pt x="81" y="59"/>
                    </a:lnTo>
                    <a:cubicBezTo>
                      <a:pt x="61" y="81"/>
                      <a:pt x="41" y="103"/>
                      <a:pt x="23" y="127"/>
                    </a:cubicBezTo>
                    <a:cubicBezTo>
                      <a:pt x="21" y="130"/>
                      <a:pt x="17" y="132"/>
                      <a:pt x="14" y="132"/>
                    </a:cubicBezTo>
                    <a:cubicBezTo>
                      <a:pt x="11" y="132"/>
                      <a:pt x="8" y="131"/>
                      <a:pt x="6" y="1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0" name="Google Shape;3490;p40">
                <a:extLst>
                  <a:ext uri="{FF2B5EF4-FFF2-40B4-BE49-F238E27FC236}">
                    <a16:creationId xmlns:a16="http://schemas.microsoft.com/office/drawing/2014/main" id="{919012A2-F3E8-2193-377D-542EB6A8CB1D}"/>
                  </a:ext>
                </a:extLst>
              </p:cNvPr>
              <p:cNvSpPr/>
              <p:nvPr/>
            </p:nvSpPr>
            <p:spPr>
              <a:xfrm>
                <a:off x="920520" y="738720"/>
                <a:ext cx="26280" cy="14040"/>
              </a:xfrm>
              <a:custGeom>
                <a:avLst/>
                <a:gdLst/>
                <a:ahLst/>
                <a:cxnLst/>
                <a:rect l="l" t="t" r="r" b="b"/>
                <a:pathLst>
                  <a:path w="73" h="39" extrusionOk="0">
                    <a:moveTo>
                      <a:pt x="12" y="37"/>
                    </a:moveTo>
                    <a:cubicBezTo>
                      <a:pt x="4" y="35"/>
                      <a:pt x="0" y="24"/>
                      <a:pt x="5" y="17"/>
                    </a:cubicBezTo>
                    <a:cubicBezTo>
                      <a:pt x="7" y="16"/>
                      <a:pt x="7" y="15"/>
                      <a:pt x="8" y="14"/>
                    </a:cubicBezTo>
                    <a:cubicBezTo>
                      <a:pt x="11" y="12"/>
                      <a:pt x="15" y="10"/>
                      <a:pt x="18" y="9"/>
                    </a:cubicBezTo>
                    <a:cubicBezTo>
                      <a:pt x="22" y="7"/>
                      <a:pt x="27" y="6"/>
                      <a:pt x="32" y="6"/>
                    </a:cubicBezTo>
                    <a:cubicBezTo>
                      <a:pt x="40" y="4"/>
                      <a:pt x="49" y="3"/>
                      <a:pt x="58" y="1"/>
                    </a:cubicBezTo>
                    <a:cubicBezTo>
                      <a:pt x="64" y="0"/>
                      <a:pt x="71" y="5"/>
                      <a:pt x="71" y="11"/>
                    </a:cubicBezTo>
                    <a:cubicBezTo>
                      <a:pt x="72" y="18"/>
                      <a:pt x="67" y="24"/>
                      <a:pt x="61" y="25"/>
                    </a:cubicBezTo>
                    <a:cubicBezTo>
                      <a:pt x="55" y="26"/>
                      <a:pt x="49" y="27"/>
                      <a:pt x="43" y="28"/>
                    </a:cubicBezTo>
                    <a:cubicBezTo>
                      <a:pt x="37" y="29"/>
                      <a:pt x="33" y="30"/>
                      <a:pt x="28" y="32"/>
                    </a:cubicBezTo>
                    <a:cubicBezTo>
                      <a:pt x="27" y="32"/>
                      <a:pt x="26" y="32"/>
                      <a:pt x="26" y="32"/>
                    </a:cubicBezTo>
                    <a:cubicBezTo>
                      <a:pt x="23" y="36"/>
                      <a:pt x="20" y="38"/>
                      <a:pt x="16" y="38"/>
                    </a:cubicBezTo>
                    <a:cubicBezTo>
                      <a:pt x="15" y="38"/>
                      <a:pt x="14" y="38"/>
                      <a:pt x="12" y="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1" name="Google Shape;3491;p40">
                <a:extLst>
                  <a:ext uri="{FF2B5EF4-FFF2-40B4-BE49-F238E27FC236}">
                    <a16:creationId xmlns:a16="http://schemas.microsoft.com/office/drawing/2014/main" id="{8EEB2F7F-2E90-1E81-7BD1-876FEAA8AEF4}"/>
                  </a:ext>
                </a:extLst>
              </p:cNvPr>
              <p:cNvSpPr/>
              <p:nvPr/>
            </p:nvSpPr>
            <p:spPr>
              <a:xfrm>
                <a:off x="927360" y="716400"/>
                <a:ext cx="18720" cy="42480"/>
              </a:xfrm>
              <a:custGeom>
                <a:avLst/>
                <a:gdLst/>
                <a:ahLst/>
                <a:cxnLst/>
                <a:rect l="l" t="t" r="r" b="b"/>
                <a:pathLst>
                  <a:path w="52" h="118" extrusionOk="0">
                    <a:moveTo>
                      <a:pt x="12" y="117"/>
                    </a:moveTo>
                    <a:cubicBezTo>
                      <a:pt x="6" y="117"/>
                      <a:pt x="0" y="112"/>
                      <a:pt x="0" y="105"/>
                    </a:cubicBezTo>
                    <a:cubicBezTo>
                      <a:pt x="1" y="97"/>
                      <a:pt x="2" y="88"/>
                      <a:pt x="3" y="79"/>
                    </a:cubicBezTo>
                    <a:cubicBezTo>
                      <a:pt x="5" y="71"/>
                      <a:pt x="6" y="63"/>
                      <a:pt x="9" y="55"/>
                    </a:cubicBezTo>
                    <a:cubicBezTo>
                      <a:pt x="11" y="47"/>
                      <a:pt x="13" y="40"/>
                      <a:pt x="16" y="31"/>
                    </a:cubicBezTo>
                    <a:cubicBezTo>
                      <a:pt x="17" y="28"/>
                      <a:pt x="18" y="24"/>
                      <a:pt x="20" y="20"/>
                    </a:cubicBezTo>
                    <a:cubicBezTo>
                      <a:pt x="22" y="14"/>
                      <a:pt x="25" y="7"/>
                      <a:pt x="31" y="3"/>
                    </a:cubicBezTo>
                    <a:cubicBezTo>
                      <a:pt x="38" y="0"/>
                      <a:pt x="46" y="3"/>
                      <a:pt x="49" y="10"/>
                    </a:cubicBezTo>
                    <a:cubicBezTo>
                      <a:pt x="51" y="15"/>
                      <a:pt x="49" y="22"/>
                      <a:pt x="45" y="24"/>
                    </a:cubicBezTo>
                    <a:cubicBezTo>
                      <a:pt x="45" y="25"/>
                      <a:pt x="45" y="26"/>
                      <a:pt x="44" y="26"/>
                    </a:cubicBezTo>
                    <a:cubicBezTo>
                      <a:pt x="42" y="30"/>
                      <a:pt x="41" y="34"/>
                      <a:pt x="38" y="39"/>
                    </a:cubicBezTo>
                    <a:cubicBezTo>
                      <a:pt x="37" y="44"/>
                      <a:pt x="35" y="50"/>
                      <a:pt x="34" y="55"/>
                    </a:cubicBezTo>
                    <a:cubicBezTo>
                      <a:pt x="32" y="61"/>
                      <a:pt x="30" y="67"/>
                      <a:pt x="28" y="73"/>
                    </a:cubicBezTo>
                    <a:cubicBezTo>
                      <a:pt x="27" y="84"/>
                      <a:pt x="25" y="96"/>
                      <a:pt x="24" y="107"/>
                    </a:cubicBezTo>
                    <a:cubicBezTo>
                      <a:pt x="23" y="113"/>
                      <a:pt x="18" y="117"/>
                      <a:pt x="12" y="1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2" name="Google Shape;3492;p40">
                <a:extLst>
                  <a:ext uri="{FF2B5EF4-FFF2-40B4-BE49-F238E27FC236}">
                    <a16:creationId xmlns:a16="http://schemas.microsoft.com/office/drawing/2014/main" id="{CD3DD1F6-D6DE-13E1-E41A-3F15FE1EB38F}"/>
                  </a:ext>
                </a:extLst>
              </p:cNvPr>
              <p:cNvSpPr/>
              <p:nvPr/>
            </p:nvSpPr>
            <p:spPr>
              <a:xfrm>
                <a:off x="975600" y="707760"/>
                <a:ext cx="61920" cy="119880"/>
              </a:xfrm>
              <a:custGeom>
                <a:avLst/>
                <a:gdLst/>
                <a:ahLst/>
                <a:cxnLst/>
                <a:rect l="l" t="t" r="r" b="b"/>
                <a:pathLst>
                  <a:path w="172" h="333" extrusionOk="0">
                    <a:moveTo>
                      <a:pt x="66" y="306"/>
                    </a:moveTo>
                    <a:cubicBezTo>
                      <a:pt x="66" y="305"/>
                      <a:pt x="66" y="305"/>
                      <a:pt x="66" y="305"/>
                    </a:cubicBezTo>
                    <a:cubicBezTo>
                      <a:pt x="70" y="295"/>
                      <a:pt x="71" y="285"/>
                      <a:pt x="74" y="275"/>
                    </a:cubicBezTo>
                    <a:lnTo>
                      <a:pt x="74" y="276"/>
                    </a:lnTo>
                    <a:cubicBezTo>
                      <a:pt x="76" y="263"/>
                      <a:pt x="78" y="251"/>
                      <a:pt x="81" y="239"/>
                    </a:cubicBezTo>
                    <a:cubicBezTo>
                      <a:pt x="83" y="226"/>
                      <a:pt x="85" y="214"/>
                      <a:pt x="87" y="202"/>
                    </a:cubicBezTo>
                    <a:cubicBezTo>
                      <a:pt x="88" y="195"/>
                      <a:pt x="89" y="188"/>
                      <a:pt x="90" y="181"/>
                    </a:cubicBezTo>
                    <a:cubicBezTo>
                      <a:pt x="84" y="187"/>
                      <a:pt x="78" y="193"/>
                      <a:pt x="73" y="199"/>
                    </a:cubicBezTo>
                    <a:cubicBezTo>
                      <a:pt x="67" y="205"/>
                      <a:pt x="63" y="210"/>
                      <a:pt x="59" y="216"/>
                    </a:cubicBezTo>
                    <a:cubicBezTo>
                      <a:pt x="56" y="220"/>
                      <a:pt x="53" y="225"/>
                      <a:pt x="51" y="230"/>
                    </a:cubicBezTo>
                    <a:lnTo>
                      <a:pt x="51" y="229"/>
                    </a:lnTo>
                    <a:cubicBezTo>
                      <a:pt x="50" y="231"/>
                      <a:pt x="49" y="233"/>
                      <a:pt x="48" y="236"/>
                    </a:cubicBezTo>
                    <a:cubicBezTo>
                      <a:pt x="47" y="238"/>
                      <a:pt x="46" y="241"/>
                      <a:pt x="45" y="244"/>
                    </a:cubicBezTo>
                    <a:cubicBezTo>
                      <a:pt x="45" y="248"/>
                      <a:pt x="44" y="252"/>
                      <a:pt x="44" y="255"/>
                    </a:cubicBezTo>
                    <a:cubicBezTo>
                      <a:pt x="44" y="258"/>
                      <a:pt x="44" y="261"/>
                      <a:pt x="44" y="264"/>
                    </a:cubicBezTo>
                    <a:cubicBezTo>
                      <a:pt x="44" y="266"/>
                      <a:pt x="44" y="269"/>
                      <a:pt x="45" y="271"/>
                    </a:cubicBezTo>
                    <a:cubicBezTo>
                      <a:pt x="45" y="273"/>
                      <a:pt x="45" y="275"/>
                      <a:pt x="46" y="277"/>
                    </a:cubicBezTo>
                    <a:cubicBezTo>
                      <a:pt x="47" y="280"/>
                      <a:pt x="48" y="283"/>
                      <a:pt x="49" y="286"/>
                    </a:cubicBezTo>
                    <a:cubicBezTo>
                      <a:pt x="51" y="288"/>
                      <a:pt x="52" y="290"/>
                      <a:pt x="53" y="293"/>
                    </a:cubicBezTo>
                    <a:cubicBezTo>
                      <a:pt x="55" y="294"/>
                      <a:pt x="56" y="297"/>
                      <a:pt x="58" y="298"/>
                    </a:cubicBezTo>
                    <a:cubicBezTo>
                      <a:pt x="59" y="300"/>
                      <a:pt x="60" y="301"/>
                      <a:pt x="62" y="303"/>
                    </a:cubicBezTo>
                    <a:cubicBezTo>
                      <a:pt x="63" y="304"/>
                      <a:pt x="63" y="304"/>
                      <a:pt x="64" y="304"/>
                    </a:cubicBezTo>
                    <a:cubicBezTo>
                      <a:pt x="64" y="305"/>
                      <a:pt x="65" y="305"/>
                      <a:pt x="66" y="306"/>
                    </a:cubicBezTo>
                    <a:moveTo>
                      <a:pt x="70" y="332"/>
                    </a:moveTo>
                    <a:cubicBezTo>
                      <a:pt x="62" y="332"/>
                      <a:pt x="55" y="328"/>
                      <a:pt x="49" y="323"/>
                    </a:cubicBezTo>
                    <a:cubicBezTo>
                      <a:pt x="43" y="319"/>
                      <a:pt x="38" y="312"/>
                      <a:pt x="34" y="307"/>
                    </a:cubicBezTo>
                    <a:cubicBezTo>
                      <a:pt x="30" y="300"/>
                      <a:pt x="26" y="293"/>
                      <a:pt x="24" y="285"/>
                    </a:cubicBezTo>
                    <a:cubicBezTo>
                      <a:pt x="18" y="269"/>
                      <a:pt x="20" y="252"/>
                      <a:pt x="24" y="237"/>
                    </a:cubicBezTo>
                    <a:cubicBezTo>
                      <a:pt x="28" y="220"/>
                      <a:pt x="38" y="207"/>
                      <a:pt x="48" y="194"/>
                    </a:cubicBezTo>
                    <a:cubicBezTo>
                      <a:pt x="56" y="184"/>
                      <a:pt x="67" y="174"/>
                      <a:pt x="77" y="164"/>
                    </a:cubicBezTo>
                    <a:cubicBezTo>
                      <a:pt x="83" y="159"/>
                      <a:pt x="88" y="154"/>
                      <a:pt x="94" y="149"/>
                    </a:cubicBezTo>
                    <a:cubicBezTo>
                      <a:pt x="95" y="148"/>
                      <a:pt x="96" y="147"/>
                      <a:pt x="97" y="146"/>
                    </a:cubicBezTo>
                    <a:cubicBezTo>
                      <a:pt x="98" y="141"/>
                      <a:pt x="99" y="134"/>
                      <a:pt x="101" y="128"/>
                    </a:cubicBezTo>
                    <a:cubicBezTo>
                      <a:pt x="102" y="125"/>
                      <a:pt x="103" y="121"/>
                      <a:pt x="104" y="117"/>
                    </a:cubicBezTo>
                    <a:cubicBezTo>
                      <a:pt x="105" y="113"/>
                      <a:pt x="106" y="108"/>
                      <a:pt x="108" y="104"/>
                    </a:cubicBezTo>
                    <a:cubicBezTo>
                      <a:pt x="101" y="113"/>
                      <a:pt x="93" y="121"/>
                      <a:pt x="84" y="128"/>
                    </a:cubicBezTo>
                    <a:cubicBezTo>
                      <a:pt x="78" y="134"/>
                      <a:pt x="73" y="139"/>
                      <a:pt x="66" y="143"/>
                    </a:cubicBezTo>
                    <a:cubicBezTo>
                      <a:pt x="59" y="147"/>
                      <a:pt x="52" y="149"/>
                      <a:pt x="44" y="149"/>
                    </a:cubicBezTo>
                    <a:cubicBezTo>
                      <a:pt x="38" y="150"/>
                      <a:pt x="31" y="149"/>
                      <a:pt x="25" y="146"/>
                    </a:cubicBezTo>
                    <a:cubicBezTo>
                      <a:pt x="18" y="142"/>
                      <a:pt x="14" y="135"/>
                      <a:pt x="11" y="128"/>
                    </a:cubicBezTo>
                    <a:cubicBezTo>
                      <a:pt x="7" y="122"/>
                      <a:pt x="5" y="114"/>
                      <a:pt x="4" y="107"/>
                    </a:cubicBezTo>
                    <a:cubicBezTo>
                      <a:pt x="3" y="101"/>
                      <a:pt x="2" y="96"/>
                      <a:pt x="2" y="90"/>
                    </a:cubicBezTo>
                    <a:cubicBezTo>
                      <a:pt x="1" y="86"/>
                      <a:pt x="1" y="83"/>
                      <a:pt x="0" y="79"/>
                    </a:cubicBezTo>
                    <a:cubicBezTo>
                      <a:pt x="0" y="76"/>
                      <a:pt x="0" y="72"/>
                      <a:pt x="0" y="69"/>
                    </a:cubicBezTo>
                    <a:cubicBezTo>
                      <a:pt x="0" y="56"/>
                      <a:pt x="0" y="43"/>
                      <a:pt x="3" y="30"/>
                    </a:cubicBezTo>
                    <a:cubicBezTo>
                      <a:pt x="4" y="23"/>
                      <a:pt x="7" y="15"/>
                      <a:pt x="10" y="8"/>
                    </a:cubicBezTo>
                    <a:cubicBezTo>
                      <a:pt x="12" y="6"/>
                      <a:pt x="14" y="4"/>
                      <a:pt x="16" y="3"/>
                    </a:cubicBezTo>
                    <a:cubicBezTo>
                      <a:pt x="18" y="2"/>
                      <a:pt x="20" y="1"/>
                      <a:pt x="23" y="1"/>
                    </a:cubicBezTo>
                    <a:cubicBezTo>
                      <a:pt x="22" y="1"/>
                      <a:pt x="22" y="1"/>
                      <a:pt x="21" y="1"/>
                    </a:cubicBezTo>
                    <a:cubicBezTo>
                      <a:pt x="30" y="0"/>
                      <a:pt x="37" y="9"/>
                      <a:pt x="35" y="17"/>
                    </a:cubicBezTo>
                    <a:cubicBezTo>
                      <a:pt x="34" y="20"/>
                      <a:pt x="32" y="22"/>
                      <a:pt x="30" y="24"/>
                    </a:cubicBezTo>
                    <a:lnTo>
                      <a:pt x="30" y="25"/>
                    </a:lnTo>
                    <a:cubicBezTo>
                      <a:pt x="30" y="25"/>
                      <a:pt x="29" y="26"/>
                      <a:pt x="28" y="27"/>
                    </a:cubicBezTo>
                    <a:cubicBezTo>
                      <a:pt x="28" y="30"/>
                      <a:pt x="27" y="33"/>
                      <a:pt x="26" y="35"/>
                    </a:cubicBezTo>
                    <a:cubicBezTo>
                      <a:pt x="27" y="35"/>
                      <a:pt x="27" y="34"/>
                      <a:pt x="27" y="34"/>
                    </a:cubicBezTo>
                    <a:cubicBezTo>
                      <a:pt x="25" y="41"/>
                      <a:pt x="24" y="48"/>
                      <a:pt x="24" y="55"/>
                    </a:cubicBezTo>
                    <a:cubicBezTo>
                      <a:pt x="23" y="62"/>
                      <a:pt x="23" y="70"/>
                      <a:pt x="23" y="77"/>
                    </a:cubicBezTo>
                    <a:cubicBezTo>
                      <a:pt x="24" y="85"/>
                      <a:pt x="24" y="93"/>
                      <a:pt x="26" y="100"/>
                    </a:cubicBezTo>
                    <a:cubicBezTo>
                      <a:pt x="27" y="104"/>
                      <a:pt x="28" y="107"/>
                      <a:pt x="28" y="111"/>
                    </a:cubicBezTo>
                    <a:cubicBezTo>
                      <a:pt x="30" y="113"/>
                      <a:pt x="30" y="114"/>
                      <a:pt x="31" y="116"/>
                    </a:cubicBezTo>
                    <a:cubicBezTo>
                      <a:pt x="31" y="118"/>
                      <a:pt x="32" y="119"/>
                      <a:pt x="33" y="120"/>
                    </a:cubicBezTo>
                    <a:cubicBezTo>
                      <a:pt x="34" y="122"/>
                      <a:pt x="35" y="123"/>
                      <a:pt x="36" y="124"/>
                    </a:cubicBezTo>
                    <a:cubicBezTo>
                      <a:pt x="36" y="125"/>
                      <a:pt x="37" y="125"/>
                      <a:pt x="37" y="125"/>
                    </a:cubicBezTo>
                    <a:lnTo>
                      <a:pt x="38" y="125"/>
                    </a:lnTo>
                    <a:cubicBezTo>
                      <a:pt x="37" y="125"/>
                      <a:pt x="37" y="125"/>
                      <a:pt x="37" y="125"/>
                    </a:cubicBezTo>
                    <a:cubicBezTo>
                      <a:pt x="38" y="125"/>
                      <a:pt x="38" y="125"/>
                      <a:pt x="38" y="126"/>
                    </a:cubicBezTo>
                    <a:cubicBezTo>
                      <a:pt x="38" y="125"/>
                      <a:pt x="38" y="125"/>
                      <a:pt x="38" y="125"/>
                    </a:cubicBezTo>
                    <a:lnTo>
                      <a:pt x="39" y="126"/>
                    </a:lnTo>
                    <a:lnTo>
                      <a:pt x="40" y="126"/>
                    </a:lnTo>
                    <a:cubicBezTo>
                      <a:pt x="41" y="126"/>
                      <a:pt x="42" y="126"/>
                      <a:pt x="42" y="126"/>
                    </a:cubicBezTo>
                    <a:cubicBezTo>
                      <a:pt x="45" y="126"/>
                      <a:pt x="46" y="125"/>
                      <a:pt x="48" y="125"/>
                    </a:cubicBezTo>
                    <a:cubicBezTo>
                      <a:pt x="49" y="125"/>
                      <a:pt x="50" y="125"/>
                      <a:pt x="51" y="125"/>
                    </a:cubicBezTo>
                    <a:cubicBezTo>
                      <a:pt x="51" y="124"/>
                      <a:pt x="52" y="124"/>
                      <a:pt x="52" y="124"/>
                    </a:cubicBezTo>
                    <a:cubicBezTo>
                      <a:pt x="54" y="123"/>
                      <a:pt x="56" y="122"/>
                      <a:pt x="58" y="121"/>
                    </a:cubicBezTo>
                    <a:cubicBezTo>
                      <a:pt x="61" y="119"/>
                      <a:pt x="64" y="117"/>
                      <a:pt x="67" y="114"/>
                    </a:cubicBezTo>
                    <a:cubicBezTo>
                      <a:pt x="73" y="109"/>
                      <a:pt x="78" y="104"/>
                      <a:pt x="83" y="99"/>
                    </a:cubicBezTo>
                    <a:cubicBezTo>
                      <a:pt x="88" y="92"/>
                      <a:pt x="94" y="86"/>
                      <a:pt x="99" y="79"/>
                    </a:cubicBezTo>
                    <a:cubicBezTo>
                      <a:pt x="105" y="72"/>
                      <a:pt x="110" y="64"/>
                      <a:pt x="116" y="57"/>
                    </a:cubicBezTo>
                    <a:cubicBezTo>
                      <a:pt x="122" y="47"/>
                      <a:pt x="129" y="37"/>
                      <a:pt x="134" y="27"/>
                    </a:cubicBezTo>
                    <a:cubicBezTo>
                      <a:pt x="134" y="26"/>
                      <a:pt x="135" y="26"/>
                      <a:pt x="135" y="25"/>
                    </a:cubicBezTo>
                    <a:cubicBezTo>
                      <a:pt x="138" y="19"/>
                      <a:pt x="144" y="16"/>
                      <a:pt x="151" y="19"/>
                    </a:cubicBezTo>
                    <a:cubicBezTo>
                      <a:pt x="154" y="20"/>
                      <a:pt x="156" y="23"/>
                      <a:pt x="157" y="25"/>
                    </a:cubicBezTo>
                    <a:cubicBezTo>
                      <a:pt x="158" y="29"/>
                      <a:pt x="158" y="33"/>
                      <a:pt x="156" y="36"/>
                    </a:cubicBezTo>
                    <a:cubicBezTo>
                      <a:pt x="152" y="44"/>
                      <a:pt x="149" y="52"/>
                      <a:pt x="146" y="60"/>
                    </a:cubicBezTo>
                    <a:cubicBezTo>
                      <a:pt x="141" y="74"/>
                      <a:pt x="136" y="89"/>
                      <a:pt x="131" y="103"/>
                    </a:cubicBezTo>
                    <a:cubicBezTo>
                      <a:pt x="129" y="108"/>
                      <a:pt x="127" y="114"/>
                      <a:pt x="126" y="120"/>
                    </a:cubicBezTo>
                    <a:cubicBezTo>
                      <a:pt x="134" y="112"/>
                      <a:pt x="143" y="104"/>
                      <a:pt x="152" y="96"/>
                    </a:cubicBezTo>
                    <a:cubicBezTo>
                      <a:pt x="157" y="93"/>
                      <a:pt x="163" y="93"/>
                      <a:pt x="167" y="97"/>
                    </a:cubicBezTo>
                    <a:cubicBezTo>
                      <a:pt x="171" y="101"/>
                      <a:pt x="171" y="107"/>
                      <a:pt x="166" y="111"/>
                    </a:cubicBezTo>
                    <a:cubicBezTo>
                      <a:pt x="151" y="125"/>
                      <a:pt x="136" y="139"/>
                      <a:pt x="120" y="154"/>
                    </a:cubicBezTo>
                    <a:cubicBezTo>
                      <a:pt x="119" y="155"/>
                      <a:pt x="118" y="156"/>
                      <a:pt x="117" y="157"/>
                    </a:cubicBezTo>
                    <a:cubicBezTo>
                      <a:pt x="116" y="161"/>
                      <a:pt x="115" y="165"/>
                      <a:pt x="114" y="169"/>
                    </a:cubicBezTo>
                    <a:lnTo>
                      <a:pt x="114" y="168"/>
                    </a:lnTo>
                    <a:cubicBezTo>
                      <a:pt x="109" y="192"/>
                      <a:pt x="106" y="216"/>
                      <a:pt x="102" y="240"/>
                    </a:cubicBezTo>
                    <a:cubicBezTo>
                      <a:pt x="100" y="253"/>
                      <a:pt x="98" y="266"/>
                      <a:pt x="96" y="279"/>
                    </a:cubicBezTo>
                    <a:cubicBezTo>
                      <a:pt x="95" y="284"/>
                      <a:pt x="94" y="290"/>
                      <a:pt x="93" y="296"/>
                    </a:cubicBezTo>
                    <a:cubicBezTo>
                      <a:pt x="91" y="305"/>
                      <a:pt x="90" y="315"/>
                      <a:pt x="85" y="323"/>
                    </a:cubicBezTo>
                    <a:cubicBezTo>
                      <a:pt x="82" y="328"/>
                      <a:pt x="76" y="332"/>
                      <a:pt x="70" y="3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3" name="Google Shape;3493;p40">
                <a:extLst>
                  <a:ext uri="{FF2B5EF4-FFF2-40B4-BE49-F238E27FC236}">
                    <a16:creationId xmlns:a16="http://schemas.microsoft.com/office/drawing/2014/main" id="{42B0F648-9C4E-056B-353F-D43E8C2049BC}"/>
                  </a:ext>
                </a:extLst>
              </p:cNvPr>
              <p:cNvSpPr/>
              <p:nvPr/>
            </p:nvSpPr>
            <p:spPr>
              <a:xfrm>
                <a:off x="1067040" y="726840"/>
                <a:ext cx="1548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43" h="28" extrusionOk="0">
                    <a:moveTo>
                      <a:pt x="13" y="26"/>
                    </a:moveTo>
                    <a:lnTo>
                      <a:pt x="12" y="26"/>
                    </a:lnTo>
                    <a:cubicBezTo>
                      <a:pt x="10" y="26"/>
                      <a:pt x="9" y="26"/>
                      <a:pt x="9" y="25"/>
                    </a:cubicBezTo>
                    <a:cubicBezTo>
                      <a:pt x="3" y="23"/>
                      <a:pt x="0" y="17"/>
                      <a:pt x="1" y="12"/>
                    </a:cubicBezTo>
                    <a:cubicBezTo>
                      <a:pt x="2" y="7"/>
                      <a:pt x="6" y="2"/>
                      <a:pt x="10" y="1"/>
                    </a:cubicBezTo>
                    <a:cubicBezTo>
                      <a:pt x="12" y="1"/>
                      <a:pt x="13" y="1"/>
                      <a:pt x="14" y="1"/>
                    </a:cubicBezTo>
                    <a:cubicBezTo>
                      <a:pt x="20" y="0"/>
                      <a:pt x="25" y="0"/>
                      <a:pt x="30" y="0"/>
                    </a:cubicBezTo>
                    <a:cubicBezTo>
                      <a:pt x="37" y="0"/>
                      <a:pt x="42" y="6"/>
                      <a:pt x="42" y="12"/>
                    </a:cubicBezTo>
                    <a:cubicBezTo>
                      <a:pt x="42" y="19"/>
                      <a:pt x="36" y="25"/>
                      <a:pt x="30" y="25"/>
                    </a:cubicBezTo>
                    <a:cubicBezTo>
                      <a:pt x="27" y="25"/>
                      <a:pt x="26" y="25"/>
                      <a:pt x="24" y="25"/>
                    </a:cubicBezTo>
                    <a:lnTo>
                      <a:pt x="25" y="25"/>
                    </a:lnTo>
                    <a:cubicBezTo>
                      <a:pt x="24" y="25"/>
                      <a:pt x="24" y="25"/>
                      <a:pt x="24" y="25"/>
                    </a:cubicBezTo>
                    <a:cubicBezTo>
                      <a:pt x="21" y="26"/>
                      <a:pt x="19" y="27"/>
                      <a:pt x="17" y="27"/>
                    </a:cubicBezTo>
                    <a:cubicBezTo>
                      <a:pt x="16" y="27"/>
                      <a:pt x="14" y="27"/>
                      <a:pt x="13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4" name="Google Shape;3494;p40">
                <a:extLst>
                  <a:ext uri="{FF2B5EF4-FFF2-40B4-BE49-F238E27FC236}">
                    <a16:creationId xmlns:a16="http://schemas.microsoft.com/office/drawing/2014/main" id="{AA3D3873-015B-0B3B-5F22-DB38A58D8A97}"/>
                  </a:ext>
                </a:extLst>
              </p:cNvPr>
              <p:cNvSpPr/>
              <p:nvPr/>
            </p:nvSpPr>
            <p:spPr>
              <a:xfrm>
                <a:off x="1059120" y="739080"/>
                <a:ext cx="13320" cy="12240"/>
              </a:xfrm>
              <a:custGeom>
                <a:avLst/>
                <a:gdLst/>
                <a:ahLst/>
                <a:cxnLst/>
                <a:rect l="l" t="t" r="r" b="b"/>
                <a:pathLst>
                  <a:path w="37" h="34" extrusionOk="0">
                    <a:moveTo>
                      <a:pt x="21" y="33"/>
                    </a:moveTo>
                    <a:cubicBezTo>
                      <a:pt x="17" y="33"/>
                      <a:pt x="12" y="32"/>
                      <a:pt x="8" y="30"/>
                    </a:cubicBezTo>
                    <a:cubicBezTo>
                      <a:pt x="4" y="27"/>
                      <a:pt x="1" y="24"/>
                      <a:pt x="1" y="19"/>
                    </a:cubicBezTo>
                    <a:cubicBezTo>
                      <a:pt x="0" y="14"/>
                      <a:pt x="2" y="10"/>
                      <a:pt x="6" y="7"/>
                    </a:cubicBezTo>
                    <a:cubicBezTo>
                      <a:pt x="7" y="5"/>
                      <a:pt x="9" y="4"/>
                      <a:pt x="11" y="3"/>
                    </a:cubicBezTo>
                    <a:cubicBezTo>
                      <a:pt x="14" y="1"/>
                      <a:pt x="17" y="0"/>
                      <a:pt x="21" y="1"/>
                    </a:cubicBezTo>
                    <a:cubicBezTo>
                      <a:pt x="24" y="1"/>
                      <a:pt x="27" y="3"/>
                      <a:pt x="29" y="5"/>
                    </a:cubicBezTo>
                    <a:cubicBezTo>
                      <a:pt x="30" y="8"/>
                      <a:pt x="31" y="10"/>
                      <a:pt x="31" y="12"/>
                    </a:cubicBezTo>
                    <a:cubicBezTo>
                      <a:pt x="34" y="14"/>
                      <a:pt x="36" y="19"/>
                      <a:pt x="35" y="23"/>
                    </a:cubicBezTo>
                    <a:cubicBezTo>
                      <a:pt x="34" y="29"/>
                      <a:pt x="29" y="33"/>
                      <a:pt x="22" y="33"/>
                    </a:cubicBezTo>
                    <a:lnTo>
                      <a:pt x="21" y="3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5" name="Google Shape;3495;p40">
                <a:extLst>
                  <a:ext uri="{FF2B5EF4-FFF2-40B4-BE49-F238E27FC236}">
                    <a16:creationId xmlns:a16="http://schemas.microsoft.com/office/drawing/2014/main" id="{90ADEEEF-3353-3CA2-A423-44250AD3B95E}"/>
                  </a:ext>
                </a:extLst>
              </p:cNvPr>
              <p:cNvSpPr/>
              <p:nvPr/>
            </p:nvSpPr>
            <p:spPr>
              <a:xfrm>
                <a:off x="1120680" y="684720"/>
                <a:ext cx="42840" cy="9900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275" extrusionOk="0">
                    <a:moveTo>
                      <a:pt x="39" y="274"/>
                    </a:moveTo>
                    <a:cubicBezTo>
                      <a:pt x="33" y="273"/>
                      <a:pt x="28" y="267"/>
                      <a:pt x="29" y="260"/>
                    </a:cubicBezTo>
                    <a:cubicBezTo>
                      <a:pt x="31" y="246"/>
                      <a:pt x="33" y="233"/>
                      <a:pt x="36" y="220"/>
                    </a:cubicBezTo>
                    <a:cubicBezTo>
                      <a:pt x="38" y="207"/>
                      <a:pt x="40" y="193"/>
                      <a:pt x="43" y="181"/>
                    </a:cubicBezTo>
                    <a:cubicBezTo>
                      <a:pt x="46" y="164"/>
                      <a:pt x="50" y="148"/>
                      <a:pt x="54" y="132"/>
                    </a:cubicBezTo>
                    <a:cubicBezTo>
                      <a:pt x="50" y="137"/>
                      <a:pt x="46" y="142"/>
                      <a:pt x="43" y="147"/>
                    </a:cubicBezTo>
                    <a:cubicBezTo>
                      <a:pt x="39" y="152"/>
                      <a:pt x="36" y="157"/>
                      <a:pt x="32" y="162"/>
                    </a:cubicBezTo>
                    <a:cubicBezTo>
                      <a:pt x="32" y="161"/>
                      <a:pt x="32" y="161"/>
                      <a:pt x="33" y="161"/>
                    </a:cubicBezTo>
                    <a:cubicBezTo>
                      <a:pt x="32" y="161"/>
                      <a:pt x="32" y="163"/>
                      <a:pt x="31" y="164"/>
                    </a:cubicBezTo>
                    <a:cubicBezTo>
                      <a:pt x="31" y="163"/>
                      <a:pt x="31" y="163"/>
                      <a:pt x="31" y="163"/>
                    </a:cubicBezTo>
                    <a:cubicBezTo>
                      <a:pt x="30" y="164"/>
                      <a:pt x="30" y="164"/>
                      <a:pt x="30" y="164"/>
                    </a:cubicBezTo>
                    <a:lnTo>
                      <a:pt x="31" y="164"/>
                    </a:lnTo>
                    <a:cubicBezTo>
                      <a:pt x="29" y="167"/>
                      <a:pt x="26" y="171"/>
                      <a:pt x="23" y="174"/>
                    </a:cubicBezTo>
                    <a:cubicBezTo>
                      <a:pt x="20" y="179"/>
                      <a:pt x="11" y="180"/>
                      <a:pt x="6" y="176"/>
                    </a:cubicBezTo>
                    <a:cubicBezTo>
                      <a:pt x="1" y="171"/>
                      <a:pt x="0" y="164"/>
                      <a:pt x="4" y="158"/>
                    </a:cubicBezTo>
                    <a:cubicBezTo>
                      <a:pt x="12" y="148"/>
                      <a:pt x="20" y="138"/>
                      <a:pt x="28" y="128"/>
                    </a:cubicBezTo>
                    <a:cubicBezTo>
                      <a:pt x="36" y="117"/>
                      <a:pt x="44" y="107"/>
                      <a:pt x="52" y="96"/>
                    </a:cubicBezTo>
                    <a:cubicBezTo>
                      <a:pt x="51" y="97"/>
                      <a:pt x="51" y="97"/>
                      <a:pt x="51" y="97"/>
                    </a:cubicBezTo>
                    <a:cubicBezTo>
                      <a:pt x="55" y="91"/>
                      <a:pt x="60" y="85"/>
                      <a:pt x="64" y="78"/>
                    </a:cubicBezTo>
                    <a:cubicBezTo>
                      <a:pt x="67" y="72"/>
                      <a:pt x="70" y="66"/>
                      <a:pt x="74" y="61"/>
                    </a:cubicBezTo>
                    <a:cubicBezTo>
                      <a:pt x="74" y="59"/>
                      <a:pt x="74" y="59"/>
                      <a:pt x="74" y="58"/>
                    </a:cubicBezTo>
                    <a:cubicBezTo>
                      <a:pt x="76" y="51"/>
                      <a:pt x="79" y="43"/>
                      <a:pt x="82" y="35"/>
                    </a:cubicBezTo>
                    <a:cubicBezTo>
                      <a:pt x="83" y="31"/>
                      <a:pt x="85" y="27"/>
                      <a:pt x="86" y="24"/>
                    </a:cubicBezTo>
                    <a:cubicBezTo>
                      <a:pt x="89" y="17"/>
                      <a:pt x="91" y="11"/>
                      <a:pt x="95" y="5"/>
                    </a:cubicBezTo>
                    <a:cubicBezTo>
                      <a:pt x="99" y="1"/>
                      <a:pt x="104" y="0"/>
                      <a:pt x="110" y="2"/>
                    </a:cubicBezTo>
                    <a:cubicBezTo>
                      <a:pt x="114" y="4"/>
                      <a:pt x="117" y="8"/>
                      <a:pt x="117" y="12"/>
                    </a:cubicBezTo>
                    <a:cubicBezTo>
                      <a:pt x="118" y="20"/>
                      <a:pt x="114" y="28"/>
                      <a:pt x="111" y="35"/>
                    </a:cubicBezTo>
                    <a:cubicBezTo>
                      <a:pt x="109" y="40"/>
                      <a:pt x="106" y="45"/>
                      <a:pt x="104" y="51"/>
                    </a:cubicBezTo>
                    <a:cubicBezTo>
                      <a:pt x="100" y="58"/>
                      <a:pt x="97" y="65"/>
                      <a:pt x="93" y="72"/>
                    </a:cubicBezTo>
                    <a:cubicBezTo>
                      <a:pt x="92" y="76"/>
                      <a:pt x="90" y="81"/>
                      <a:pt x="89" y="85"/>
                    </a:cubicBezTo>
                    <a:cubicBezTo>
                      <a:pt x="86" y="93"/>
                      <a:pt x="84" y="101"/>
                      <a:pt x="82" y="109"/>
                    </a:cubicBezTo>
                    <a:cubicBezTo>
                      <a:pt x="79" y="118"/>
                      <a:pt x="77" y="126"/>
                      <a:pt x="75" y="135"/>
                    </a:cubicBezTo>
                    <a:cubicBezTo>
                      <a:pt x="73" y="143"/>
                      <a:pt x="71" y="152"/>
                      <a:pt x="69" y="160"/>
                    </a:cubicBezTo>
                    <a:cubicBezTo>
                      <a:pt x="66" y="177"/>
                      <a:pt x="62" y="193"/>
                      <a:pt x="60" y="210"/>
                    </a:cubicBezTo>
                    <a:cubicBezTo>
                      <a:pt x="57" y="228"/>
                      <a:pt x="55" y="246"/>
                      <a:pt x="53" y="264"/>
                    </a:cubicBezTo>
                    <a:cubicBezTo>
                      <a:pt x="53" y="270"/>
                      <a:pt x="47" y="274"/>
                      <a:pt x="41" y="274"/>
                    </a:cubicBezTo>
                    <a:cubicBezTo>
                      <a:pt x="40" y="274"/>
                      <a:pt x="40" y="274"/>
                      <a:pt x="39" y="2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6" name="Google Shape;3496;p40">
                <a:extLst>
                  <a:ext uri="{FF2B5EF4-FFF2-40B4-BE49-F238E27FC236}">
                    <a16:creationId xmlns:a16="http://schemas.microsoft.com/office/drawing/2014/main" id="{5D813E82-F204-7A94-9090-DBF3E92859E6}"/>
                  </a:ext>
                </a:extLst>
              </p:cNvPr>
              <p:cNvSpPr/>
              <p:nvPr/>
            </p:nvSpPr>
            <p:spPr>
              <a:xfrm>
                <a:off x="1058040" y="743040"/>
                <a:ext cx="32040" cy="14760"/>
              </a:xfrm>
              <a:custGeom>
                <a:avLst/>
                <a:gdLst/>
                <a:ahLst/>
                <a:cxnLst/>
                <a:rect l="l" t="t" r="r" b="b"/>
                <a:pathLst>
                  <a:path w="89" h="41" extrusionOk="0">
                    <a:moveTo>
                      <a:pt x="9" y="38"/>
                    </a:moveTo>
                    <a:cubicBezTo>
                      <a:pt x="6" y="36"/>
                      <a:pt x="4" y="33"/>
                      <a:pt x="3" y="30"/>
                    </a:cubicBezTo>
                    <a:cubicBezTo>
                      <a:pt x="1" y="28"/>
                      <a:pt x="0" y="25"/>
                      <a:pt x="0" y="22"/>
                    </a:cubicBezTo>
                    <a:cubicBezTo>
                      <a:pt x="0" y="19"/>
                      <a:pt x="2" y="16"/>
                      <a:pt x="4" y="13"/>
                    </a:cubicBezTo>
                    <a:cubicBezTo>
                      <a:pt x="9" y="8"/>
                      <a:pt x="16" y="8"/>
                      <a:pt x="22" y="7"/>
                    </a:cubicBezTo>
                    <a:cubicBezTo>
                      <a:pt x="25" y="6"/>
                      <a:pt x="28" y="6"/>
                      <a:pt x="31" y="6"/>
                    </a:cubicBezTo>
                    <a:cubicBezTo>
                      <a:pt x="45" y="5"/>
                      <a:pt x="60" y="3"/>
                      <a:pt x="74" y="1"/>
                    </a:cubicBezTo>
                    <a:cubicBezTo>
                      <a:pt x="81" y="0"/>
                      <a:pt x="87" y="5"/>
                      <a:pt x="88" y="11"/>
                    </a:cubicBezTo>
                    <a:cubicBezTo>
                      <a:pt x="88" y="17"/>
                      <a:pt x="84" y="23"/>
                      <a:pt x="77" y="24"/>
                    </a:cubicBezTo>
                    <a:cubicBezTo>
                      <a:pt x="67" y="26"/>
                      <a:pt x="57" y="27"/>
                      <a:pt x="48" y="28"/>
                    </a:cubicBezTo>
                    <a:cubicBezTo>
                      <a:pt x="41" y="29"/>
                      <a:pt x="34" y="30"/>
                      <a:pt x="27" y="31"/>
                    </a:cubicBezTo>
                    <a:cubicBezTo>
                      <a:pt x="25" y="36"/>
                      <a:pt x="20" y="40"/>
                      <a:pt x="15" y="40"/>
                    </a:cubicBezTo>
                    <a:cubicBezTo>
                      <a:pt x="13" y="40"/>
                      <a:pt x="10" y="39"/>
                      <a:pt x="9" y="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7" name="Google Shape;3497;p40">
                <a:extLst>
                  <a:ext uri="{FF2B5EF4-FFF2-40B4-BE49-F238E27FC236}">
                    <a16:creationId xmlns:a16="http://schemas.microsoft.com/office/drawing/2014/main" id="{A5B5998E-4377-5AB1-9A1F-62827DF5ABF8}"/>
                  </a:ext>
                </a:extLst>
              </p:cNvPr>
              <p:cNvSpPr/>
              <p:nvPr/>
            </p:nvSpPr>
            <p:spPr>
              <a:xfrm>
                <a:off x="1062720" y="727560"/>
                <a:ext cx="2196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61" h="27" extrusionOk="0">
                    <a:moveTo>
                      <a:pt x="10" y="24"/>
                    </a:moveTo>
                    <a:cubicBezTo>
                      <a:pt x="0" y="21"/>
                      <a:pt x="0" y="6"/>
                      <a:pt x="8" y="2"/>
                    </a:cubicBezTo>
                    <a:cubicBezTo>
                      <a:pt x="11" y="1"/>
                      <a:pt x="14" y="0"/>
                      <a:pt x="17" y="0"/>
                    </a:cubicBezTo>
                    <a:cubicBezTo>
                      <a:pt x="18" y="0"/>
                      <a:pt x="19" y="1"/>
                      <a:pt x="20" y="2"/>
                    </a:cubicBezTo>
                    <a:cubicBezTo>
                      <a:pt x="21" y="2"/>
                      <a:pt x="21" y="2"/>
                      <a:pt x="22" y="2"/>
                    </a:cubicBezTo>
                    <a:lnTo>
                      <a:pt x="21" y="2"/>
                    </a:lnTo>
                    <a:cubicBezTo>
                      <a:pt x="30" y="2"/>
                      <a:pt x="39" y="2"/>
                      <a:pt x="48" y="1"/>
                    </a:cubicBezTo>
                    <a:cubicBezTo>
                      <a:pt x="54" y="0"/>
                      <a:pt x="59" y="6"/>
                      <a:pt x="60" y="12"/>
                    </a:cubicBezTo>
                    <a:cubicBezTo>
                      <a:pt x="60" y="18"/>
                      <a:pt x="56" y="24"/>
                      <a:pt x="49" y="25"/>
                    </a:cubicBezTo>
                    <a:cubicBezTo>
                      <a:pt x="43" y="25"/>
                      <a:pt x="36" y="26"/>
                      <a:pt x="30" y="26"/>
                    </a:cubicBezTo>
                    <a:cubicBezTo>
                      <a:pt x="28" y="26"/>
                      <a:pt x="25" y="26"/>
                      <a:pt x="22" y="26"/>
                    </a:cubicBezTo>
                    <a:cubicBezTo>
                      <a:pt x="18" y="26"/>
                      <a:pt x="13" y="26"/>
                      <a:pt x="10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8" name="Google Shape;3498;p40">
                <a:extLst>
                  <a:ext uri="{FF2B5EF4-FFF2-40B4-BE49-F238E27FC236}">
                    <a16:creationId xmlns:a16="http://schemas.microsoft.com/office/drawing/2014/main" id="{2A22BE58-DC56-3A1B-993A-5FE7D29CFC87}"/>
                  </a:ext>
                </a:extLst>
              </p:cNvPr>
              <p:cNvSpPr/>
              <p:nvPr/>
            </p:nvSpPr>
            <p:spPr>
              <a:xfrm>
                <a:off x="174600" y="844200"/>
                <a:ext cx="60480" cy="67680"/>
              </a:xfrm>
              <a:custGeom>
                <a:avLst/>
                <a:gdLst/>
                <a:ahLst/>
                <a:cxnLst/>
                <a:rect l="l" t="t" r="r" b="b"/>
                <a:pathLst>
                  <a:path w="168" h="188" extrusionOk="0">
                    <a:moveTo>
                      <a:pt x="145" y="183"/>
                    </a:moveTo>
                    <a:cubicBezTo>
                      <a:pt x="140" y="175"/>
                      <a:pt x="135" y="168"/>
                      <a:pt x="130" y="160"/>
                    </a:cubicBezTo>
                    <a:cubicBezTo>
                      <a:pt x="127" y="157"/>
                      <a:pt x="124" y="153"/>
                      <a:pt x="122" y="150"/>
                    </a:cubicBezTo>
                    <a:cubicBezTo>
                      <a:pt x="119" y="147"/>
                      <a:pt x="117" y="144"/>
                      <a:pt x="114" y="141"/>
                    </a:cubicBezTo>
                    <a:cubicBezTo>
                      <a:pt x="106" y="131"/>
                      <a:pt x="98" y="122"/>
                      <a:pt x="89" y="114"/>
                    </a:cubicBezTo>
                    <a:cubicBezTo>
                      <a:pt x="80" y="103"/>
                      <a:pt x="69" y="94"/>
                      <a:pt x="59" y="83"/>
                    </a:cubicBezTo>
                    <a:cubicBezTo>
                      <a:pt x="54" y="80"/>
                      <a:pt x="51" y="76"/>
                      <a:pt x="47" y="71"/>
                    </a:cubicBezTo>
                    <a:cubicBezTo>
                      <a:pt x="42" y="67"/>
                      <a:pt x="38" y="63"/>
                      <a:pt x="34" y="58"/>
                    </a:cubicBezTo>
                    <a:cubicBezTo>
                      <a:pt x="29" y="53"/>
                      <a:pt x="25" y="48"/>
                      <a:pt x="20" y="43"/>
                    </a:cubicBezTo>
                    <a:cubicBezTo>
                      <a:pt x="15" y="36"/>
                      <a:pt x="10" y="30"/>
                      <a:pt x="6" y="24"/>
                    </a:cubicBezTo>
                    <a:cubicBezTo>
                      <a:pt x="5" y="23"/>
                      <a:pt x="4" y="23"/>
                      <a:pt x="4" y="23"/>
                    </a:cubicBezTo>
                    <a:cubicBezTo>
                      <a:pt x="0" y="17"/>
                      <a:pt x="1" y="9"/>
                      <a:pt x="7" y="4"/>
                    </a:cubicBezTo>
                    <a:cubicBezTo>
                      <a:pt x="13" y="0"/>
                      <a:pt x="21" y="2"/>
                      <a:pt x="25" y="7"/>
                    </a:cubicBezTo>
                    <a:cubicBezTo>
                      <a:pt x="30" y="14"/>
                      <a:pt x="35" y="21"/>
                      <a:pt x="40" y="28"/>
                    </a:cubicBezTo>
                    <a:cubicBezTo>
                      <a:pt x="45" y="34"/>
                      <a:pt x="49" y="38"/>
                      <a:pt x="53" y="43"/>
                    </a:cubicBezTo>
                    <a:cubicBezTo>
                      <a:pt x="58" y="48"/>
                      <a:pt x="63" y="53"/>
                      <a:pt x="67" y="58"/>
                    </a:cubicBezTo>
                    <a:cubicBezTo>
                      <a:pt x="75" y="66"/>
                      <a:pt x="84" y="74"/>
                      <a:pt x="92" y="83"/>
                    </a:cubicBezTo>
                    <a:cubicBezTo>
                      <a:pt x="110" y="102"/>
                      <a:pt x="128" y="122"/>
                      <a:pt x="145" y="143"/>
                    </a:cubicBezTo>
                    <a:cubicBezTo>
                      <a:pt x="151" y="152"/>
                      <a:pt x="158" y="161"/>
                      <a:pt x="163" y="169"/>
                    </a:cubicBezTo>
                    <a:cubicBezTo>
                      <a:pt x="167" y="175"/>
                      <a:pt x="166" y="182"/>
                      <a:pt x="161" y="186"/>
                    </a:cubicBezTo>
                    <a:cubicBezTo>
                      <a:pt x="159" y="187"/>
                      <a:pt x="157" y="187"/>
                      <a:pt x="154" y="187"/>
                    </a:cubicBezTo>
                    <a:cubicBezTo>
                      <a:pt x="151" y="187"/>
                      <a:pt x="147" y="186"/>
                      <a:pt x="145" y="18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9" name="Google Shape;3499;p40">
                <a:extLst>
                  <a:ext uri="{FF2B5EF4-FFF2-40B4-BE49-F238E27FC236}">
                    <a16:creationId xmlns:a16="http://schemas.microsoft.com/office/drawing/2014/main" id="{BBA69301-2198-64B3-C9A8-7155438E1A02}"/>
                  </a:ext>
                </a:extLst>
              </p:cNvPr>
              <p:cNvSpPr/>
              <p:nvPr/>
            </p:nvSpPr>
            <p:spPr>
              <a:xfrm>
                <a:off x="180000" y="840600"/>
                <a:ext cx="60480" cy="72720"/>
              </a:xfrm>
              <a:custGeom>
                <a:avLst/>
                <a:gdLst/>
                <a:ahLst/>
                <a:cxnLst/>
                <a:rect l="l" t="t" r="r" b="b"/>
                <a:pathLst>
                  <a:path w="168" h="202" extrusionOk="0">
                    <a:moveTo>
                      <a:pt x="6" y="199"/>
                    </a:moveTo>
                    <a:cubicBezTo>
                      <a:pt x="1" y="194"/>
                      <a:pt x="0" y="187"/>
                      <a:pt x="4" y="182"/>
                    </a:cubicBezTo>
                    <a:cubicBezTo>
                      <a:pt x="19" y="165"/>
                      <a:pt x="34" y="147"/>
                      <a:pt x="49" y="129"/>
                    </a:cubicBezTo>
                    <a:cubicBezTo>
                      <a:pt x="62" y="113"/>
                      <a:pt x="75" y="96"/>
                      <a:pt x="87" y="79"/>
                    </a:cubicBezTo>
                    <a:cubicBezTo>
                      <a:pt x="88" y="78"/>
                      <a:pt x="88" y="78"/>
                      <a:pt x="88" y="78"/>
                    </a:cubicBezTo>
                    <a:cubicBezTo>
                      <a:pt x="97" y="65"/>
                      <a:pt x="105" y="52"/>
                      <a:pt x="115" y="40"/>
                    </a:cubicBezTo>
                    <a:cubicBezTo>
                      <a:pt x="123" y="27"/>
                      <a:pt x="133" y="14"/>
                      <a:pt x="144" y="5"/>
                    </a:cubicBezTo>
                    <a:cubicBezTo>
                      <a:pt x="150" y="0"/>
                      <a:pt x="158" y="0"/>
                      <a:pt x="162" y="5"/>
                    </a:cubicBezTo>
                    <a:cubicBezTo>
                      <a:pt x="167" y="9"/>
                      <a:pt x="167" y="18"/>
                      <a:pt x="162" y="23"/>
                    </a:cubicBezTo>
                    <a:cubicBezTo>
                      <a:pt x="157" y="27"/>
                      <a:pt x="151" y="32"/>
                      <a:pt x="146" y="37"/>
                    </a:cubicBezTo>
                    <a:cubicBezTo>
                      <a:pt x="130" y="56"/>
                      <a:pt x="117" y="77"/>
                      <a:pt x="102" y="97"/>
                    </a:cubicBezTo>
                    <a:cubicBezTo>
                      <a:pt x="87" y="117"/>
                      <a:pt x="71" y="137"/>
                      <a:pt x="55" y="157"/>
                    </a:cubicBezTo>
                    <a:cubicBezTo>
                      <a:pt x="44" y="170"/>
                      <a:pt x="32" y="183"/>
                      <a:pt x="21" y="197"/>
                    </a:cubicBezTo>
                    <a:cubicBezTo>
                      <a:pt x="19" y="200"/>
                      <a:pt x="16" y="201"/>
                      <a:pt x="13" y="201"/>
                    </a:cubicBezTo>
                    <a:cubicBezTo>
                      <a:pt x="10" y="201"/>
                      <a:pt x="7" y="200"/>
                      <a:pt x="6" y="1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0" name="Google Shape;3500;p40">
                <a:extLst>
                  <a:ext uri="{FF2B5EF4-FFF2-40B4-BE49-F238E27FC236}">
                    <a16:creationId xmlns:a16="http://schemas.microsoft.com/office/drawing/2014/main" id="{E959E399-3EEB-A605-FCAB-28E511DB412D}"/>
                  </a:ext>
                </a:extLst>
              </p:cNvPr>
              <p:cNvSpPr/>
              <p:nvPr/>
            </p:nvSpPr>
            <p:spPr>
              <a:xfrm>
                <a:off x="261360" y="866880"/>
                <a:ext cx="3348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93" h="35" extrusionOk="0">
                    <a:moveTo>
                      <a:pt x="80" y="34"/>
                    </a:moveTo>
                    <a:cubicBezTo>
                      <a:pt x="69" y="32"/>
                      <a:pt x="57" y="31"/>
                      <a:pt x="45" y="30"/>
                    </a:cubicBezTo>
                    <a:cubicBezTo>
                      <a:pt x="40" y="29"/>
                      <a:pt x="35" y="29"/>
                      <a:pt x="31" y="28"/>
                    </a:cubicBezTo>
                    <a:cubicBezTo>
                      <a:pt x="24" y="28"/>
                      <a:pt x="17" y="28"/>
                      <a:pt x="10" y="25"/>
                    </a:cubicBezTo>
                    <a:cubicBezTo>
                      <a:pt x="6" y="24"/>
                      <a:pt x="2" y="20"/>
                      <a:pt x="1" y="15"/>
                    </a:cubicBezTo>
                    <a:cubicBezTo>
                      <a:pt x="0" y="10"/>
                      <a:pt x="4" y="4"/>
                      <a:pt x="9" y="2"/>
                    </a:cubicBezTo>
                    <a:cubicBezTo>
                      <a:pt x="12" y="1"/>
                      <a:pt x="14" y="1"/>
                      <a:pt x="17" y="1"/>
                    </a:cubicBezTo>
                    <a:cubicBezTo>
                      <a:pt x="19" y="1"/>
                      <a:pt x="20" y="1"/>
                      <a:pt x="22" y="1"/>
                    </a:cubicBezTo>
                    <a:cubicBezTo>
                      <a:pt x="25" y="1"/>
                      <a:pt x="28" y="0"/>
                      <a:pt x="32" y="0"/>
                    </a:cubicBezTo>
                    <a:cubicBezTo>
                      <a:pt x="36" y="0"/>
                      <a:pt x="40" y="3"/>
                      <a:pt x="42" y="6"/>
                    </a:cubicBezTo>
                    <a:cubicBezTo>
                      <a:pt x="44" y="6"/>
                      <a:pt x="46" y="6"/>
                      <a:pt x="48" y="7"/>
                    </a:cubicBezTo>
                    <a:cubicBezTo>
                      <a:pt x="57" y="7"/>
                      <a:pt x="66" y="8"/>
                      <a:pt x="76" y="10"/>
                    </a:cubicBezTo>
                    <a:cubicBezTo>
                      <a:pt x="77" y="10"/>
                      <a:pt x="79" y="10"/>
                      <a:pt x="80" y="10"/>
                    </a:cubicBezTo>
                    <a:cubicBezTo>
                      <a:pt x="87" y="10"/>
                      <a:pt x="92" y="15"/>
                      <a:pt x="92" y="22"/>
                    </a:cubicBezTo>
                    <a:cubicBezTo>
                      <a:pt x="92" y="28"/>
                      <a:pt x="87" y="34"/>
                      <a:pt x="81" y="34"/>
                    </a:cubicBezTo>
                    <a:cubicBezTo>
                      <a:pt x="80" y="34"/>
                      <a:pt x="80" y="34"/>
                      <a:pt x="80" y="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1" name="Google Shape;3501;p40">
                <a:extLst>
                  <a:ext uri="{FF2B5EF4-FFF2-40B4-BE49-F238E27FC236}">
                    <a16:creationId xmlns:a16="http://schemas.microsoft.com/office/drawing/2014/main" id="{FF6110DB-DF4F-0956-7912-51B67CC13ECD}"/>
                  </a:ext>
                </a:extLst>
              </p:cNvPr>
              <p:cNvSpPr/>
              <p:nvPr/>
            </p:nvSpPr>
            <p:spPr>
              <a:xfrm>
                <a:off x="260640" y="876960"/>
                <a:ext cx="52560" cy="18000"/>
              </a:xfrm>
              <a:custGeom>
                <a:avLst/>
                <a:gdLst/>
                <a:ahLst/>
                <a:cxnLst/>
                <a:rect l="l" t="t" r="r" b="b"/>
                <a:pathLst>
                  <a:path w="146" h="50" extrusionOk="0">
                    <a:moveTo>
                      <a:pt x="16" y="49"/>
                    </a:moveTo>
                    <a:cubicBezTo>
                      <a:pt x="12" y="48"/>
                      <a:pt x="8" y="46"/>
                      <a:pt x="4" y="43"/>
                    </a:cubicBezTo>
                    <a:cubicBezTo>
                      <a:pt x="1" y="40"/>
                      <a:pt x="0" y="35"/>
                      <a:pt x="1" y="31"/>
                    </a:cubicBezTo>
                    <a:cubicBezTo>
                      <a:pt x="2" y="29"/>
                      <a:pt x="2" y="27"/>
                      <a:pt x="4" y="25"/>
                    </a:cubicBezTo>
                    <a:cubicBezTo>
                      <a:pt x="5" y="24"/>
                      <a:pt x="7" y="22"/>
                      <a:pt x="8" y="21"/>
                    </a:cubicBezTo>
                    <a:cubicBezTo>
                      <a:pt x="14" y="17"/>
                      <a:pt x="21" y="19"/>
                      <a:pt x="25" y="24"/>
                    </a:cubicBezTo>
                    <a:lnTo>
                      <a:pt x="26" y="25"/>
                    </a:lnTo>
                    <a:cubicBezTo>
                      <a:pt x="27" y="25"/>
                      <a:pt x="28" y="24"/>
                      <a:pt x="29" y="24"/>
                    </a:cubicBezTo>
                    <a:cubicBezTo>
                      <a:pt x="29" y="24"/>
                      <a:pt x="28" y="24"/>
                      <a:pt x="28" y="25"/>
                    </a:cubicBezTo>
                    <a:cubicBezTo>
                      <a:pt x="38" y="24"/>
                      <a:pt x="49" y="22"/>
                      <a:pt x="60" y="20"/>
                    </a:cubicBezTo>
                    <a:cubicBezTo>
                      <a:pt x="65" y="19"/>
                      <a:pt x="71" y="18"/>
                      <a:pt x="76" y="17"/>
                    </a:cubicBezTo>
                    <a:cubicBezTo>
                      <a:pt x="82" y="15"/>
                      <a:pt x="88" y="13"/>
                      <a:pt x="93" y="12"/>
                    </a:cubicBezTo>
                    <a:cubicBezTo>
                      <a:pt x="106" y="8"/>
                      <a:pt x="117" y="5"/>
                      <a:pt x="130" y="1"/>
                    </a:cubicBezTo>
                    <a:cubicBezTo>
                      <a:pt x="135" y="0"/>
                      <a:pt x="141" y="4"/>
                      <a:pt x="143" y="10"/>
                    </a:cubicBezTo>
                    <a:cubicBezTo>
                      <a:pt x="145" y="15"/>
                      <a:pt x="141" y="21"/>
                      <a:pt x="135" y="23"/>
                    </a:cubicBezTo>
                    <a:cubicBezTo>
                      <a:pt x="125" y="26"/>
                      <a:pt x="114" y="29"/>
                      <a:pt x="104" y="32"/>
                    </a:cubicBezTo>
                    <a:cubicBezTo>
                      <a:pt x="97" y="35"/>
                      <a:pt x="89" y="37"/>
                      <a:pt x="82" y="39"/>
                    </a:cubicBezTo>
                    <a:cubicBezTo>
                      <a:pt x="72" y="41"/>
                      <a:pt x="63" y="43"/>
                      <a:pt x="54" y="45"/>
                    </a:cubicBezTo>
                    <a:cubicBezTo>
                      <a:pt x="47" y="46"/>
                      <a:pt x="40" y="47"/>
                      <a:pt x="33" y="48"/>
                    </a:cubicBezTo>
                    <a:cubicBezTo>
                      <a:pt x="29" y="49"/>
                      <a:pt x="26" y="49"/>
                      <a:pt x="23" y="49"/>
                    </a:cubicBezTo>
                    <a:cubicBezTo>
                      <a:pt x="21" y="49"/>
                      <a:pt x="19" y="49"/>
                      <a:pt x="16" y="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2" name="Google Shape;3502;p40">
                <a:extLst>
                  <a:ext uri="{FF2B5EF4-FFF2-40B4-BE49-F238E27FC236}">
                    <a16:creationId xmlns:a16="http://schemas.microsoft.com/office/drawing/2014/main" id="{E31653A0-1A32-D8D6-EE08-3F5D5DC31844}"/>
                  </a:ext>
                </a:extLst>
              </p:cNvPr>
              <p:cNvSpPr/>
              <p:nvPr/>
            </p:nvSpPr>
            <p:spPr>
              <a:xfrm>
                <a:off x="330480" y="833760"/>
                <a:ext cx="70200" cy="68400"/>
              </a:xfrm>
              <a:custGeom>
                <a:avLst/>
                <a:gdLst/>
                <a:ahLst/>
                <a:cxnLst/>
                <a:rect l="l" t="t" r="r" b="b"/>
                <a:pathLst>
                  <a:path w="195" h="190" extrusionOk="0">
                    <a:moveTo>
                      <a:pt x="53" y="166"/>
                    </a:moveTo>
                    <a:cubicBezTo>
                      <a:pt x="55" y="166"/>
                      <a:pt x="56" y="166"/>
                      <a:pt x="58" y="165"/>
                    </a:cubicBezTo>
                    <a:cubicBezTo>
                      <a:pt x="60" y="165"/>
                      <a:pt x="62" y="165"/>
                      <a:pt x="64" y="163"/>
                    </a:cubicBezTo>
                    <a:cubicBezTo>
                      <a:pt x="67" y="163"/>
                      <a:pt x="70" y="162"/>
                      <a:pt x="72" y="160"/>
                    </a:cubicBezTo>
                    <a:cubicBezTo>
                      <a:pt x="71" y="161"/>
                      <a:pt x="71" y="161"/>
                      <a:pt x="70" y="161"/>
                    </a:cubicBezTo>
                    <a:cubicBezTo>
                      <a:pt x="75" y="159"/>
                      <a:pt x="79" y="157"/>
                      <a:pt x="83" y="155"/>
                    </a:cubicBezTo>
                    <a:cubicBezTo>
                      <a:pt x="89" y="150"/>
                      <a:pt x="96" y="145"/>
                      <a:pt x="102" y="140"/>
                    </a:cubicBezTo>
                    <a:cubicBezTo>
                      <a:pt x="111" y="132"/>
                      <a:pt x="121" y="123"/>
                      <a:pt x="130" y="114"/>
                    </a:cubicBezTo>
                    <a:lnTo>
                      <a:pt x="129" y="114"/>
                    </a:lnTo>
                    <a:cubicBezTo>
                      <a:pt x="138" y="105"/>
                      <a:pt x="145" y="95"/>
                      <a:pt x="152" y="85"/>
                    </a:cubicBezTo>
                    <a:cubicBezTo>
                      <a:pt x="156" y="78"/>
                      <a:pt x="161" y="71"/>
                      <a:pt x="165" y="64"/>
                    </a:cubicBezTo>
                    <a:cubicBezTo>
                      <a:pt x="166" y="60"/>
                      <a:pt x="168" y="57"/>
                      <a:pt x="169" y="54"/>
                    </a:cubicBezTo>
                    <a:cubicBezTo>
                      <a:pt x="170" y="52"/>
                      <a:pt x="170" y="51"/>
                      <a:pt x="170" y="49"/>
                    </a:cubicBezTo>
                    <a:cubicBezTo>
                      <a:pt x="171" y="48"/>
                      <a:pt x="171" y="46"/>
                      <a:pt x="171" y="45"/>
                    </a:cubicBezTo>
                    <a:cubicBezTo>
                      <a:pt x="171" y="44"/>
                      <a:pt x="171" y="43"/>
                      <a:pt x="171" y="43"/>
                    </a:cubicBezTo>
                    <a:cubicBezTo>
                      <a:pt x="171" y="42"/>
                      <a:pt x="171" y="42"/>
                      <a:pt x="171" y="40"/>
                    </a:cubicBezTo>
                    <a:lnTo>
                      <a:pt x="171" y="41"/>
                    </a:lnTo>
                    <a:lnTo>
                      <a:pt x="171" y="40"/>
                    </a:lnTo>
                    <a:cubicBezTo>
                      <a:pt x="171" y="40"/>
                      <a:pt x="170" y="40"/>
                      <a:pt x="170" y="39"/>
                    </a:cubicBezTo>
                    <a:cubicBezTo>
                      <a:pt x="170" y="40"/>
                      <a:pt x="171" y="40"/>
                      <a:pt x="171" y="40"/>
                    </a:cubicBezTo>
                    <a:cubicBezTo>
                      <a:pt x="171" y="41"/>
                      <a:pt x="171" y="41"/>
                      <a:pt x="171" y="42"/>
                    </a:cubicBezTo>
                    <a:cubicBezTo>
                      <a:pt x="171" y="40"/>
                      <a:pt x="170" y="40"/>
                      <a:pt x="170" y="39"/>
                    </a:cubicBezTo>
                    <a:lnTo>
                      <a:pt x="170" y="38"/>
                    </a:lnTo>
                    <a:cubicBezTo>
                      <a:pt x="169" y="37"/>
                      <a:pt x="169" y="36"/>
                      <a:pt x="169" y="36"/>
                    </a:cubicBezTo>
                    <a:cubicBezTo>
                      <a:pt x="169" y="35"/>
                      <a:pt x="168" y="35"/>
                      <a:pt x="168" y="35"/>
                    </a:cubicBezTo>
                    <a:cubicBezTo>
                      <a:pt x="167" y="34"/>
                      <a:pt x="167" y="33"/>
                      <a:pt x="166" y="33"/>
                    </a:cubicBezTo>
                    <a:cubicBezTo>
                      <a:pt x="165" y="31"/>
                      <a:pt x="163" y="30"/>
                      <a:pt x="161" y="29"/>
                    </a:cubicBezTo>
                    <a:cubicBezTo>
                      <a:pt x="160" y="28"/>
                      <a:pt x="159" y="27"/>
                      <a:pt x="158" y="26"/>
                    </a:cubicBezTo>
                    <a:cubicBezTo>
                      <a:pt x="155" y="25"/>
                      <a:pt x="153" y="25"/>
                      <a:pt x="151" y="24"/>
                    </a:cubicBezTo>
                    <a:cubicBezTo>
                      <a:pt x="151" y="24"/>
                      <a:pt x="149" y="23"/>
                      <a:pt x="148" y="23"/>
                    </a:cubicBezTo>
                    <a:cubicBezTo>
                      <a:pt x="148" y="23"/>
                      <a:pt x="147" y="22"/>
                      <a:pt x="146" y="22"/>
                    </a:cubicBezTo>
                    <a:cubicBezTo>
                      <a:pt x="145" y="22"/>
                      <a:pt x="144" y="22"/>
                      <a:pt x="142" y="22"/>
                    </a:cubicBezTo>
                    <a:cubicBezTo>
                      <a:pt x="139" y="23"/>
                      <a:pt x="136" y="23"/>
                      <a:pt x="133" y="24"/>
                    </a:cubicBezTo>
                    <a:cubicBezTo>
                      <a:pt x="131" y="24"/>
                      <a:pt x="128" y="25"/>
                      <a:pt x="126" y="25"/>
                    </a:cubicBezTo>
                    <a:cubicBezTo>
                      <a:pt x="123" y="26"/>
                      <a:pt x="120" y="28"/>
                      <a:pt x="117" y="29"/>
                    </a:cubicBezTo>
                    <a:cubicBezTo>
                      <a:pt x="113" y="31"/>
                      <a:pt x="109" y="33"/>
                      <a:pt x="105" y="36"/>
                    </a:cubicBezTo>
                    <a:cubicBezTo>
                      <a:pt x="102" y="38"/>
                      <a:pt x="98" y="40"/>
                      <a:pt x="95" y="43"/>
                    </a:cubicBezTo>
                    <a:cubicBezTo>
                      <a:pt x="93" y="45"/>
                      <a:pt x="91" y="47"/>
                      <a:pt x="89" y="49"/>
                    </a:cubicBezTo>
                    <a:cubicBezTo>
                      <a:pt x="86" y="52"/>
                      <a:pt x="84" y="54"/>
                      <a:pt x="82" y="58"/>
                    </a:cubicBezTo>
                    <a:cubicBezTo>
                      <a:pt x="80" y="60"/>
                      <a:pt x="78" y="63"/>
                      <a:pt x="77" y="67"/>
                    </a:cubicBezTo>
                    <a:cubicBezTo>
                      <a:pt x="70" y="78"/>
                      <a:pt x="65" y="91"/>
                      <a:pt x="61" y="104"/>
                    </a:cubicBezTo>
                    <a:cubicBezTo>
                      <a:pt x="60" y="105"/>
                      <a:pt x="60" y="106"/>
                      <a:pt x="60" y="108"/>
                    </a:cubicBezTo>
                    <a:cubicBezTo>
                      <a:pt x="57" y="113"/>
                      <a:pt x="50" y="116"/>
                      <a:pt x="45" y="113"/>
                    </a:cubicBezTo>
                    <a:cubicBezTo>
                      <a:pt x="42" y="112"/>
                      <a:pt x="40" y="110"/>
                      <a:pt x="39" y="107"/>
                    </a:cubicBezTo>
                    <a:cubicBezTo>
                      <a:pt x="38" y="105"/>
                      <a:pt x="38" y="102"/>
                      <a:pt x="39" y="99"/>
                    </a:cubicBezTo>
                    <a:cubicBezTo>
                      <a:pt x="39" y="99"/>
                      <a:pt x="39" y="98"/>
                      <a:pt x="40" y="98"/>
                    </a:cubicBezTo>
                    <a:cubicBezTo>
                      <a:pt x="43" y="88"/>
                      <a:pt x="47" y="78"/>
                      <a:pt x="51" y="68"/>
                    </a:cubicBezTo>
                    <a:cubicBezTo>
                      <a:pt x="54" y="61"/>
                      <a:pt x="57" y="55"/>
                      <a:pt x="61" y="49"/>
                    </a:cubicBezTo>
                    <a:lnTo>
                      <a:pt x="60" y="49"/>
                    </a:lnTo>
                    <a:cubicBezTo>
                      <a:pt x="58" y="51"/>
                      <a:pt x="56" y="53"/>
                      <a:pt x="54" y="54"/>
                    </a:cubicBezTo>
                    <a:cubicBezTo>
                      <a:pt x="54" y="54"/>
                      <a:pt x="55" y="54"/>
                      <a:pt x="56" y="54"/>
                    </a:cubicBezTo>
                    <a:cubicBezTo>
                      <a:pt x="53" y="56"/>
                      <a:pt x="51" y="57"/>
                      <a:pt x="49" y="60"/>
                    </a:cubicBezTo>
                    <a:cubicBezTo>
                      <a:pt x="46" y="63"/>
                      <a:pt x="43" y="67"/>
                      <a:pt x="40" y="70"/>
                    </a:cubicBezTo>
                    <a:cubicBezTo>
                      <a:pt x="38" y="74"/>
                      <a:pt x="36" y="77"/>
                      <a:pt x="34" y="81"/>
                    </a:cubicBezTo>
                    <a:cubicBezTo>
                      <a:pt x="32" y="85"/>
                      <a:pt x="30" y="89"/>
                      <a:pt x="28" y="94"/>
                    </a:cubicBezTo>
                    <a:cubicBezTo>
                      <a:pt x="27" y="97"/>
                      <a:pt x="26" y="100"/>
                      <a:pt x="26" y="103"/>
                    </a:cubicBezTo>
                    <a:cubicBezTo>
                      <a:pt x="25" y="107"/>
                      <a:pt x="24" y="112"/>
                      <a:pt x="24" y="117"/>
                    </a:cubicBezTo>
                    <a:cubicBezTo>
                      <a:pt x="24" y="122"/>
                      <a:pt x="24" y="127"/>
                      <a:pt x="24" y="132"/>
                    </a:cubicBezTo>
                    <a:cubicBezTo>
                      <a:pt x="24" y="134"/>
                      <a:pt x="24" y="136"/>
                      <a:pt x="24" y="138"/>
                    </a:cubicBezTo>
                    <a:cubicBezTo>
                      <a:pt x="25" y="139"/>
                      <a:pt x="25" y="141"/>
                      <a:pt x="25" y="142"/>
                    </a:cubicBezTo>
                    <a:lnTo>
                      <a:pt x="26" y="143"/>
                    </a:lnTo>
                    <a:cubicBezTo>
                      <a:pt x="26" y="143"/>
                      <a:pt x="26" y="142"/>
                      <a:pt x="25" y="142"/>
                    </a:cubicBezTo>
                    <a:cubicBezTo>
                      <a:pt x="26" y="144"/>
                      <a:pt x="27" y="146"/>
                      <a:pt x="28" y="148"/>
                    </a:cubicBezTo>
                    <a:cubicBezTo>
                      <a:pt x="28" y="149"/>
                      <a:pt x="29" y="150"/>
                      <a:pt x="30" y="152"/>
                    </a:cubicBezTo>
                    <a:cubicBezTo>
                      <a:pt x="30" y="153"/>
                      <a:pt x="32" y="154"/>
                      <a:pt x="32" y="155"/>
                    </a:cubicBezTo>
                    <a:cubicBezTo>
                      <a:pt x="33" y="156"/>
                      <a:pt x="34" y="157"/>
                      <a:pt x="35" y="158"/>
                    </a:cubicBezTo>
                    <a:cubicBezTo>
                      <a:pt x="36" y="159"/>
                      <a:pt x="37" y="159"/>
                      <a:pt x="38" y="160"/>
                    </a:cubicBezTo>
                    <a:cubicBezTo>
                      <a:pt x="40" y="162"/>
                      <a:pt x="42" y="163"/>
                      <a:pt x="44" y="164"/>
                    </a:cubicBezTo>
                    <a:cubicBezTo>
                      <a:pt x="44" y="164"/>
                      <a:pt x="45" y="164"/>
                      <a:pt x="45" y="165"/>
                    </a:cubicBezTo>
                    <a:cubicBezTo>
                      <a:pt x="47" y="165"/>
                      <a:pt x="48" y="165"/>
                      <a:pt x="50" y="166"/>
                    </a:cubicBezTo>
                    <a:lnTo>
                      <a:pt x="51" y="166"/>
                    </a:lnTo>
                    <a:cubicBezTo>
                      <a:pt x="52" y="166"/>
                      <a:pt x="53" y="166"/>
                      <a:pt x="53" y="166"/>
                    </a:cubicBezTo>
                    <a:moveTo>
                      <a:pt x="37" y="186"/>
                    </a:moveTo>
                    <a:cubicBezTo>
                      <a:pt x="30" y="184"/>
                      <a:pt x="25" y="180"/>
                      <a:pt x="19" y="175"/>
                    </a:cubicBezTo>
                    <a:cubicBezTo>
                      <a:pt x="10" y="167"/>
                      <a:pt x="5" y="155"/>
                      <a:pt x="2" y="143"/>
                    </a:cubicBezTo>
                    <a:cubicBezTo>
                      <a:pt x="1" y="137"/>
                      <a:pt x="1" y="130"/>
                      <a:pt x="0" y="123"/>
                    </a:cubicBezTo>
                    <a:cubicBezTo>
                      <a:pt x="0" y="116"/>
                      <a:pt x="1" y="108"/>
                      <a:pt x="3" y="101"/>
                    </a:cubicBezTo>
                    <a:cubicBezTo>
                      <a:pt x="5" y="87"/>
                      <a:pt x="10" y="74"/>
                      <a:pt x="17" y="62"/>
                    </a:cubicBezTo>
                    <a:cubicBezTo>
                      <a:pt x="21" y="56"/>
                      <a:pt x="25" y="50"/>
                      <a:pt x="30" y="44"/>
                    </a:cubicBezTo>
                    <a:cubicBezTo>
                      <a:pt x="35" y="38"/>
                      <a:pt x="40" y="34"/>
                      <a:pt x="46" y="29"/>
                    </a:cubicBezTo>
                    <a:cubicBezTo>
                      <a:pt x="51" y="25"/>
                      <a:pt x="59" y="26"/>
                      <a:pt x="63" y="32"/>
                    </a:cubicBezTo>
                    <a:cubicBezTo>
                      <a:pt x="65" y="35"/>
                      <a:pt x="66" y="40"/>
                      <a:pt x="65" y="43"/>
                    </a:cubicBezTo>
                    <a:cubicBezTo>
                      <a:pt x="69" y="38"/>
                      <a:pt x="73" y="33"/>
                      <a:pt x="78" y="28"/>
                    </a:cubicBezTo>
                    <a:cubicBezTo>
                      <a:pt x="84" y="23"/>
                      <a:pt x="90" y="19"/>
                      <a:pt x="96" y="15"/>
                    </a:cubicBezTo>
                    <a:cubicBezTo>
                      <a:pt x="104" y="10"/>
                      <a:pt x="111" y="6"/>
                      <a:pt x="120" y="4"/>
                    </a:cubicBezTo>
                    <a:cubicBezTo>
                      <a:pt x="127" y="1"/>
                      <a:pt x="135" y="0"/>
                      <a:pt x="143" y="0"/>
                    </a:cubicBezTo>
                    <a:cubicBezTo>
                      <a:pt x="147" y="0"/>
                      <a:pt x="151" y="0"/>
                      <a:pt x="154" y="1"/>
                    </a:cubicBezTo>
                    <a:cubicBezTo>
                      <a:pt x="159" y="2"/>
                      <a:pt x="163" y="4"/>
                      <a:pt x="167" y="6"/>
                    </a:cubicBezTo>
                    <a:cubicBezTo>
                      <a:pt x="174" y="9"/>
                      <a:pt x="180" y="14"/>
                      <a:pt x="184" y="19"/>
                    </a:cubicBezTo>
                    <a:cubicBezTo>
                      <a:pt x="190" y="25"/>
                      <a:pt x="192" y="32"/>
                      <a:pt x="193" y="39"/>
                    </a:cubicBezTo>
                    <a:cubicBezTo>
                      <a:pt x="194" y="42"/>
                      <a:pt x="194" y="46"/>
                      <a:pt x="193" y="49"/>
                    </a:cubicBezTo>
                    <a:cubicBezTo>
                      <a:pt x="192" y="53"/>
                      <a:pt x="191" y="57"/>
                      <a:pt x="190" y="60"/>
                    </a:cubicBezTo>
                    <a:cubicBezTo>
                      <a:pt x="187" y="67"/>
                      <a:pt x="184" y="75"/>
                      <a:pt x="180" y="82"/>
                    </a:cubicBezTo>
                    <a:cubicBezTo>
                      <a:pt x="176" y="87"/>
                      <a:pt x="173" y="92"/>
                      <a:pt x="169" y="98"/>
                    </a:cubicBezTo>
                    <a:cubicBezTo>
                      <a:pt x="165" y="103"/>
                      <a:pt x="161" y="109"/>
                      <a:pt x="157" y="115"/>
                    </a:cubicBezTo>
                    <a:cubicBezTo>
                      <a:pt x="148" y="127"/>
                      <a:pt x="138" y="138"/>
                      <a:pt x="127" y="148"/>
                    </a:cubicBezTo>
                    <a:cubicBezTo>
                      <a:pt x="117" y="158"/>
                      <a:pt x="105" y="167"/>
                      <a:pt x="93" y="175"/>
                    </a:cubicBezTo>
                    <a:cubicBezTo>
                      <a:pt x="82" y="183"/>
                      <a:pt x="68" y="189"/>
                      <a:pt x="54" y="189"/>
                    </a:cubicBezTo>
                    <a:lnTo>
                      <a:pt x="53" y="189"/>
                    </a:lnTo>
                    <a:cubicBezTo>
                      <a:pt x="47" y="189"/>
                      <a:pt x="42" y="188"/>
                      <a:pt x="37" y="1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3" name="Google Shape;3503;p40">
                <a:extLst>
                  <a:ext uri="{FF2B5EF4-FFF2-40B4-BE49-F238E27FC236}">
                    <a16:creationId xmlns:a16="http://schemas.microsoft.com/office/drawing/2014/main" id="{1E66E43B-E657-837A-6138-7907C585DB02}"/>
                  </a:ext>
                </a:extLst>
              </p:cNvPr>
              <p:cNvSpPr/>
              <p:nvPr/>
            </p:nvSpPr>
            <p:spPr>
              <a:xfrm>
                <a:off x="387000" y="889560"/>
                <a:ext cx="21240" cy="44640"/>
              </a:xfrm>
              <a:custGeom>
                <a:avLst/>
                <a:gdLst/>
                <a:ahLst/>
                <a:cxnLst/>
                <a:rect l="l" t="t" r="r" b="b"/>
                <a:pathLst>
                  <a:path w="59" h="124" extrusionOk="0">
                    <a:moveTo>
                      <a:pt x="8" y="121"/>
                    </a:moveTo>
                    <a:cubicBezTo>
                      <a:pt x="2" y="119"/>
                      <a:pt x="0" y="111"/>
                      <a:pt x="3" y="106"/>
                    </a:cubicBezTo>
                    <a:cubicBezTo>
                      <a:pt x="7" y="100"/>
                      <a:pt x="10" y="94"/>
                      <a:pt x="13" y="88"/>
                    </a:cubicBezTo>
                    <a:cubicBezTo>
                      <a:pt x="16" y="82"/>
                      <a:pt x="19" y="75"/>
                      <a:pt x="21" y="69"/>
                    </a:cubicBezTo>
                    <a:cubicBezTo>
                      <a:pt x="24" y="64"/>
                      <a:pt x="25" y="58"/>
                      <a:pt x="26" y="53"/>
                    </a:cubicBezTo>
                    <a:cubicBezTo>
                      <a:pt x="28" y="42"/>
                      <a:pt x="31" y="30"/>
                      <a:pt x="32" y="18"/>
                    </a:cubicBezTo>
                    <a:cubicBezTo>
                      <a:pt x="33" y="16"/>
                      <a:pt x="33" y="14"/>
                      <a:pt x="33" y="12"/>
                    </a:cubicBezTo>
                    <a:cubicBezTo>
                      <a:pt x="33" y="6"/>
                      <a:pt x="38" y="0"/>
                      <a:pt x="45" y="0"/>
                    </a:cubicBezTo>
                    <a:cubicBezTo>
                      <a:pt x="52" y="0"/>
                      <a:pt x="58" y="6"/>
                      <a:pt x="58" y="13"/>
                    </a:cubicBezTo>
                    <a:cubicBezTo>
                      <a:pt x="57" y="21"/>
                      <a:pt x="56" y="28"/>
                      <a:pt x="54" y="35"/>
                    </a:cubicBezTo>
                    <a:cubicBezTo>
                      <a:pt x="53" y="43"/>
                      <a:pt x="51" y="51"/>
                      <a:pt x="49" y="58"/>
                    </a:cubicBezTo>
                    <a:cubicBezTo>
                      <a:pt x="44" y="80"/>
                      <a:pt x="35" y="99"/>
                      <a:pt x="23" y="117"/>
                    </a:cubicBezTo>
                    <a:cubicBezTo>
                      <a:pt x="21" y="121"/>
                      <a:pt x="17" y="123"/>
                      <a:pt x="13" y="123"/>
                    </a:cubicBezTo>
                    <a:cubicBezTo>
                      <a:pt x="11" y="123"/>
                      <a:pt x="9" y="123"/>
                      <a:pt x="8" y="1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4" name="Google Shape;3504;p40">
                <a:extLst>
                  <a:ext uri="{FF2B5EF4-FFF2-40B4-BE49-F238E27FC236}">
                    <a16:creationId xmlns:a16="http://schemas.microsoft.com/office/drawing/2014/main" id="{FAD847FC-33E8-3ADB-BBA2-1E9ED7EAE6F1}"/>
                  </a:ext>
                </a:extLst>
              </p:cNvPr>
              <p:cNvSpPr/>
              <p:nvPr/>
            </p:nvSpPr>
            <p:spPr>
              <a:xfrm>
                <a:off x="461520" y="828000"/>
                <a:ext cx="58680" cy="135720"/>
              </a:xfrm>
              <a:custGeom>
                <a:avLst/>
                <a:gdLst/>
                <a:ahLst/>
                <a:cxnLst/>
                <a:rect l="l" t="t" r="r" b="b"/>
                <a:pathLst>
                  <a:path w="163" h="377" extrusionOk="0">
                    <a:moveTo>
                      <a:pt x="59" y="352"/>
                    </a:moveTo>
                    <a:lnTo>
                      <a:pt x="60" y="352"/>
                    </a:lnTo>
                    <a:cubicBezTo>
                      <a:pt x="60" y="351"/>
                      <a:pt x="61" y="351"/>
                      <a:pt x="61" y="351"/>
                    </a:cubicBezTo>
                    <a:lnTo>
                      <a:pt x="60" y="351"/>
                    </a:lnTo>
                    <a:lnTo>
                      <a:pt x="61" y="351"/>
                    </a:lnTo>
                    <a:cubicBezTo>
                      <a:pt x="61" y="351"/>
                      <a:pt x="62" y="350"/>
                      <a:pt x="63" y="349"/>
                    </a:cubicBezTo>
                    <a:cubicBezTo>
                      <a:pt x="62" y="350"/>
                      <a:pt x="62" y="350"/>
                      <a:pt x="61" y="350"/>
                    </a:cubicBezTo>
                    <a:lnTo>
                      <a:pt x="62" y="350"/>
                    </a:lnTo>
                    <a:cubicBezTo>
                      <a:pt x="62" y="350"/>
                      <a:pt x="63" y="349"/>
                      <a:pt x="63" y="348"/>
                    </a:cubicBezTo>
                    <a:cubicBezTo>
                      <a:pt x="64" y="345"/>
                      <a:pt x="66" y="342"/>
                      <a:pt x="67" y="338"/>
                    </a:cubicBezTo>
                    <a:cubicBezTo>
                      <a:pt x="72" y="322"/>
                      <a:pt x="76" y="305"/>
                      <a:pt x="80" y="289"/>
                    </a:cubicBezTo>
                    <a:cubicBezTo>
                      <a:pt x="82" y="277"/>
                      <a:pt x="85" y="266"/>
                      <a:pt x="87" y="255"/>
                    </a:cubicBezTo>
                    <a:cubicBezTo>
                      <a:pt x="87" y="248"/>
                      <a:pt x="88" y="241"/>
                      <a:pt x="89" y="233"/>
                    </a:cubicBezTo>
                    <a:cubicBezTo>
                      <a:pt x="84" y="237"/>
                      <a:pt x="80" y="241"/>
                      <a:pt x="75" y="245"/>
                    </a:cubicBezTo>
                    <a:cubicBezTo>
                      <a:pt x="66" y="252"/>
                      <a:pt x="58" y="259"/>
                      <a:pt x="50" y="267"/>
                    </a:cubicBezTo>
                    <a:cubicBezTo>
                      <a:pt x="47" y="270"/>
                      <a:pt x="44" y="274"/>
                      <a:pt x="41" y="278"/>
                    </a:cubicBezTo>
                    <a:cubicBezTo>
                      <a:pt x="38" y="283"/>
                      <a:pt x="35" y="288"/>
                      <a:pt x="32" y="294"/>
                    </a:cubicBezTo>
                    <a:cubicBezTo>
                      <a:pt x="31" y="296"/>
                      <a:pt x="29" y="299"/>
                      <a:pt x="28" y="303"/>
                    </a:cubicBezTo>
                    <a:cubicBezTo>
                      <a:pt x="27" y="304"/>
                      <a:pt x="27" y="306"/>
                      <a:pt x="27" y="308"/>
                    </a:cubicBezTo>
                    <a:cubicBezTo>
                      <a:pt x="26" y="310"/>
                      <a:pt x="26" y="312"/>
                      <a:pt x="25" y="314"/>
                    </a:cubicBezTo>
                    <a:cubicBezTo>
                      <a:pt x="25" y="316"/>
                      <a:pt x="25" y="318"/>
                      <a:pt x="25" y="320"/>
                    </a:cubicBezTo>
                    <a:cubicBezTo>
                      <a:pt x="25" y="322"/>
                      <a:pt x="25" y="323"/>
                      <a:pt x="26" y="324"/>
                    </a:cubicBezTo>
                    <a:cubicBezTo>
                      <a:pt x="26" y="327"/>
                      <a:pt x="27" y="329"/>
                      <a:pt x="27" y="330"/>
                    </a:cubicBezTo>
                    <a:cubicBezTo>
                      <a:pt x="28" y="331"/>
                      <a:pt x="28" y="332"/>
                      <a:pt x="28" y="333"/>
                    </a:cubicBezTo>
                    <a:cubicBezTo>
                      <a:pt x="29" y="334"/>
                      <a:pt x="30" y="336"/>
                      <a:pt x="30" y="337"/>
                    </a:cubicBezTo>
                    <a:cubicBezTo>
                      <a:pt x="31" y="337"/>
                      <a:pt x="32" y="338"/>
                      <a:pt x="32" y="340"/>
                    </a:cubicBezTo>
                    <a:cubicBezTo>
                      <a:pt x="34" y="341"/>
                      <a:pt x="34" y="341"/>
                      <a:pt x="35" y="343"/>
                    </a:cubicBezTo>
                    <a:cubicBezTo>
                      <a:pt x="36" y="343"/>
                      <a:pt x="38" y="344"/>
                      <a:pt x="39" y="345"/>
                    </a:cubicBezTo>
                    <a:cubicBezTo>
                      <a:pt x="40" y="346"/>
                      <a:pt x="41" y="347"/>
                      <a:pt x="43" y="348"/>
                    </a:cubicBezTo>
                    <a:cubicBezTo>
                      <a:pt x="45" y="348"/>
                      <a:pt x="46" y="350"/>
                      <a:pt x="48" y="350"/>
                    </a:cubicBezTo>
                    <a:cubicBezTo>
                      <a:pt x="50" y="351"/>
                      <a:pt x="52" y="351"/>
                      <a:pt x="53" y="351"/>
                    </a:cubicBezTo>
                    <a:cubicBezTo>
                      <a:pt x="55" y="352"/>
                      <a:pt x="56" y="352"/>
                      <a:pt x="57" y="352"/>
                    </a:cubicBezTo>
                    <a:cubicBezTo>
                      <a:pt x="57" y="352"/>
                      <a:pt x="58" y="352"/>
                      <a:pt x="59" y="352"/>
                    </a:cubicBezTo>
                    <a:moveTo>
                      <a:pt x="36" y="371"/>
                    </a:moveTo>
                    <a:cubicBezTo>
                      <a:pt x="22" y="365"/>
                      <a:pt x="10" y="353"/>
                      <a:pt x="5" y="338"/>
                    </a:cubicBezTo>
                    <a:cubicBezTo>
                      <a:pt x="0" y="324"/>
                      <a:pt x="1" y="308"/>
                      <a:pt x="7" y="293"/>
                    </a:cubicBezTo>
                    <a:cubicBezTo>
                      <a:pt x="10" y="285"/>
                      <a:pt x="14" y="279"/>
                      <a:pt x="18" y="273"/>
                    </a:cubicBezTo>
                    <a:cubicBezTo>
                      <a:pt x="22" y="266"/>
                      <a:pt x="27" y="259"/>
                      <a:pt x="33" y="253"/>
                    </a:cubicBezTo>
                    <a:cubicBezTo>
                      <a:pt x="39" y="247"/>
                      <a:pt x="45" y="241"/>
                      <a:pt x="51" y="236"/>
                    </a:cubicBezTo>
                    <a:cubicBezTo>
                      <a:pt x="55" y="233"/>
                      <a:pt x="59" y="229"/>
                      <a:pt x="63" y="227"/>
                    </a:cubicBezTo>
                    <a:cubicBezTo>
                      <a:pt x="73" y="218"/>
                      <a:pt x="82" y="211"/>
                      <a:pt x="92" y="203"/>
                    </a:cubicBezTo>
                    <a:cubicBezTo>
                      <a:pt x="94" y="195"/>
                      <a:pt x="94" y="188"/>
                      <a:pt x="95" y="181"/>
                    </a:cubicBezTo>
                    <a:cubicBezTo>
                      <a:pt x="96" y="175"/>
                      <a:pt x="96" y="169"/>
                      <a:pt x="98" y="163"/>
                    </a:cubicBezTo>
                    <a:cubicBezTo>
                      <a:pt x="99" y="155"/>
                      <a:pt x="100" y="148"/>
                      <a:pt x="101" y="142"/>
                    </a:cubicBezTo>
                    <a:cubicBezTo>
                      <a:pt x="102" y="136"/>
                      <a:pt x="102" y="131"/>
                      <a:pt x="104" y="126"/>
                    </a:cubicBezTo>
                    <a:cubicBezTo>
                      <a:pt x="105" y="121"/>
                      <a:pt x="106" y="115"/>
                      <a:pt x="108" y="110"/>
                    </a:cubicBezTo>
                    <a:cubicBezTo>
                      <a:pt x="108" y="108"/>
                      <a:pt x="108" y="107"/>
                      <a:pt x="108" y="105"/>
                    </a:cubicBezTo>
                    <a:cubicBezTo>
                      <a:pt x="105" y="110"/>
                      <a:pt x="102" y="115"/>
                      <a:pt x="98" y="120"/>
                    </a:cubicBezTo>
                    <a:cubicBezTo>
                      <a:pt x="90" y="132"/>
                      <a:pt x="80" y="143"/>
                      <a:pt x="68" y="153"/>
                    </a:cubicBezTo>
                    <a:cubicBezTo>
                      <a:pt x="63" y="158"/>
                      <a:pt x="57" y="162"/>
                      <a:pt x="50" y="165"/>
                    </a:cubicBezTo>
                    <a:cubicBezTo>
                      <a:pt x="43" y="168"/>
                      <a:pt x="35" y="168"/>
                      <a:pt x="28" y="165"/>
                    </a:cubicBezTo>
                    <a:cubicBezTo>
                      <a:pt x="24" y="164"/>
                      <a:pt x="20" y="162"/>
                      <a:pt x="17" y="159"/>
                    </a:cubicBezTo>
                    <a:cubicBezTo>
                      <a:pt x="14" y="155"/>
                      <a:pt x="13" y="151"/>
                      <a:pt x="11" y="146"/>
                    </a:cubicBezTo>
                    <a:cubicBezTo>
                      <a:pt x="10" y="135"/>
                      <a:pt x="11" y="124"/>
                      <a:pt x="12" y="113"/>
                    </a:cubicBezTo>
                    <a:cubicBezTo>
                      <a:pt x="13" y="102"/>
                      <a:pt x="16" y="92"/>
                      <a:pt x="18" y="81"/>
                    </a:cubicBezTo>
                    <a:cubicBezTo>
                      <a:pt x="20" y="74"/>
                      <a:pt x="23" y="66"/>
                      <a:pt x="25" y="58"/>
                    </a:cubicBezTo>
                    <a:cubicBezTo>
                      <a:pt x="27" y="51"/>
                      <a:pt x="30" y="43"/>
                      <a:pt x="32" y="35"/>
                    </a:cubicBezTo>
                    <a:lnTo>
                      <a:pt x="32" y="34"/>
                    </a:lnTo>
                    <a:cubicBezTo>
                      <a:pt x="34" y="27"/>
                      <a:pt x="41" y="23"/>
                      <a:pt x="48" y="25"/>
                    </a:cubicBezTo>
                    <a:cubicBezTo>
                      <a:pt x="55" y="27"/>
                      <a:pt x="57" y="34"/>
                      <a:pt x="56" y="41"/>
                    </a:cubicBezTo>
                    <a:cubicBezTo>
                      <a:pt x="56" y="42"/>
                      <a:pt x="56" y="42"/>
                      <a:pt x="55" y="43"/>
                    </a:cubicBezTo>
                    <a:cubicBezTo>
                      <a:pt x="49" y="61"/>
                      <a:pt x="43" y="79"/>
                      <a:pt x="38" y="97"/>
                    </a:cubicBezTo>
                    <a:cubicBezTo>
                      <a:pt x="38" y="100"/>
                      <a:pt x="37" y="102"/>
                      <a:pt x="36" y="106"/>
                    </a:cubicBezTo>
                    <a:cubicBezTo>
                      <a:pt x="35" y="111"/>
                      <a:pt x="35" y="117"/>
                      <a:pt x="34" y="122"/>
                    </a:cubicBezTo>
                    <a:cubicBezTo>
                      <a:pt x="34" y="127"/>
                      <a:pt x="34" y="131"/>
                      <a:pt x="34" y="135"/>
                    </a:cubicBezTo>
                    <a:cubicBezTo>
                      <a:pt x="34" y="137"/>
                      <a:pt x="34" y="139"/>
                      <a:pt x="35" y="141"/>
                    </a:cubicBezTo>
                    <a:lnTo>
                      <a:pt x="35" y="142"/>
                    </a:lnTo>
                    <a:lnTo>
                      <a:pt x="35" y="143"/>
                    </a:lnTo>
                    <a:cubicBezTo>
                      <a:pt x="36" y="143"/>
                      <a:pt x="36" y="143"/>
                      <a:pt x="36" y="143"/>
                    </a:cubicBezTo>
                    <a:cubicBezTo>
                      <a:pt x="37" y="143"/>
                      <a:pt x="37" y="143"/>
                      <a:pt x="38" y="143"/>
                    </a:cubicBezTo>
                    <a:cubicBezTo>
                      <a:pt x="38" y="143"/>
                      <a:pt x="39" y="143"/>
                      <a:pt x="40" y="143"/>
                    </a:cubicBezTo>
                    <a:cubicBezTo>
                      <a:pt x="41" y="143"/>
                      <a:pt x="41" y="143"/>
                      <a:pt x="42" y="143"/>
                    </a:cubicBezTo>
                    <a:cubicBezTo>
                      <a:pt x="43" y="142"/>
                      <a:pt x="43" y="142"/>
                      <a:pt x="44" y="142"/>
                    </a:cubicBezTo>
                    <a:cubicBezTo>
                      <a:pt x="45" y="142"/>
                      <a:pt x="45" y="141"/>
                      <a:pt x="46" y="140"/>
                    </a:cubicBezTo>
                    <a:cubicBezTo>
                      <a:pt x="49" y="139"/>
                      <a:pt x="52" y="137"/>
                      <a:pt x="55" y="135"/>
                    </a:cubicBezTo>
                    <a:cubicBezTo>
                      <a:pt x="54" y="135"/>
                      <a:pt x="54" y="135"/>
                      <a:pt x="54" y="135"/>
                    </a:cubicBezTo>
                    <a:lnTo>
                      <a:pt x="55" y="135"/>
                    </a:lnTo>
                    <a:cubicBezTo>
                      <a:pt x="55" y="134"/>
                      <a:pt x="55" y="134"/>
                      <a:pt x="55" y="134"/>
                    </a:cubicBezTo>
                    <a:cubicBezTo>
                      <a:pt x="60" y="130"/>
                      <a:pt x="64" y="125"/>
                      <a:pt x="69" y="120"/>
                    </a:cubicBezTo>
                    <a:cubicBezTo>
                      <a:pt x="78" y="111"/>
                      <a:pt x="85" y="100"/>
                      <a:pt x="92" y="89"/>
                    </a:cubicBezTo>
                    <a:cubicBezTo>
                      <a:pt x="98" y="81"/>
                      <a:pt x="103" y="72"/>
                      <a:pt x="109" y="63"/>
                    </a:cubicBezTo>
                    <a:cubicBezTo>
                      <a:pt x="115" y="54"/>
                      <a:pt x="120" y="43"/>
                      <a:pt x="126" y="33"/>
                    </a:cubicBezTo>
                    <a:cubicBezTo>
                      <a:pt x="126" y="33"/>
                      <a:pt x="126" y="34"/>
                      <a:pt x="125" y="34"/>
                    </a:cubicBezTo>
                    <a:cubicBezTo>
                      <a:pt x="126" y="34"/>
                      <a:pt x="126" y="33"/>
                      <a:pt x="126" y="33"/>
                    </a:cubicBezTo>
                    <a:cubicBezTo>
                      <a:pt x="127" y="30"/>
                      <a:pt x="129" y="27"/>
                      <a:pt x="130" y="24"/>
                    </a:cubicBezTo>
                    <a:cubicBezTo>
                      <a:pt x="130" y="24"/>
                      <a:pt x="131" y="24"/>
                      <a:pt x="131" y="23"/>
                    </a:cubicBezTo>
                    <a:lnTo>
                      <a:pt x="131" y="22"/>
                    </a:lnTo>
                    <a:cubicBezTo>
                      <a:pt x="133" y="19"/>
                      <a:pt x="134" y="16"/>
                      <a:pt x="135" y="14"/>
                    </a:cubicBezTo>
                    <a:cubicBezTo>
                      <a:pt x="136" y="12"/>
                      <a:pt x="137" y="10"/>
                      <a:pt x="138" y="9"/>
                    </a:cubicBezTo>
                    <a:cubicBezTo>
                      <a:pt x="140" y="6"/>
                      <a:pt x="141" y="5"/>
                      <a:pt x="144" y="3"/>
                    </a:cubicBezTo>
                    <a:cubicBezTo>
                      <a:pt x="152" y="0"/>
                      <a:pt x="162" y="9"/>
                      <a:pt x="159" y="17"/>
                    </a:cubicBezTo>
                    <a:cubicBezTo>
                      <a:pt x="156" y="27"/>
                      <a:pt x="153" y="36"/>
                      <a:pt x="149" y="45"/>
                    </a:cubicBezTo>
                    <a:cubicBezTo>
                      <a:pt x="147" y="52"/>
                      <a:pt x="144" y="60"/>
                      <a:pt x="142" y="68"/>
                    </a:cubicBezTo>
                    <a:cubicBezTo>
                      <a:pt x="139" y="75"/>
                      <a:pt x="137" y="82"/>
                      <a:pt x="135" y="90"/>
                    </a:cubicBezTo>
                    <a:cubicBezTo>
                      <a:pt x="131" y="103"/>
                      <a:pt x="128" y="117"/>
                      <a:pt x="124" y="131"/>
                    </a:cubicBezTo>
                    <a:cubicBezTo>
                      <a:pt x="123" y="137"/>
                      <a:pt x="123" y="143"/>
                      <a:pt x="122" y="148"/>
                    </a:cubicBezTo>
                    <a:cubicBezTo>
                      <a:pt x="120" y="154"/>
                      <a:pt x="119" y="160"/>
                      <a:pt x="118" y="166"/>
                    </a:cubicBezTo>
                    <a:cubicBezTo>
                      <a:pt x="117" y="172"/>
                      <a:pt x="116" y="179"/>
                      <a:pt x="116" y="185"/>
                    </a:cubicBezTo>
                    <a:cubicBezTo>
                      <a:pt x="118" y="183"/>
                      <a:pt x="120" y="182"/>
                      <a:pt x="122" y="180"/>
                    </a:cubicBezTo>
                    <a:cubicBezTo>
                      <a:pt x="127" y="176"/>
                      <a:pt x="133" y="178"/>
                      <a:pt x="137" y="182"/>
                    </a:cubicBezTo>
                    <a:cubicBezTo>
                      <a:pt x="140" y="187"/>
                      <a:pt x="139" y="193"/>
                      <a:pt x="134" y="197"/>
                    </a:cubicBezTo>
                    <a:cubicBezTo>
                      <a:pt x="127" y="203"/>
                      <a:pt x="119" y="209"/>
                      <a:pt x="112" y="215"/>
                    </a:cubicBezTo>
                    <a:cubicBezTo>
                      <a:pt x="111" y="223"/>
                      <a:pt x="110" y="231"/>
                      <a:pt x="109" y="239"/>
                    </a:cubicBezTo>
                    <a:cubicBezTo>
                      <a:pt x="108" y="252"/>
                      <a:pt x="106" y="264"/>
                      <a:pt x="103" y="277"/>
                    </a:cubicBezTo>
                    <a:cubicBezTo>
                      <a:pt x="102" y="287"/>
                      <a:pt x="99" y="298"/>
                      <a:pt x="97" y="308"/>
                    </a:cubicBezTo>
                    <a:cubicBezTo>
                      <a:pt x="95" y="319"/>
                      <a:pt x="92" y="331"/>
                      <a:pt x="89" y="343"/>
                    </a:cubicBezTo>
                    <a:cubicBezTo>
                      <a:pt x="88" y="345"/>
                      <a:pt x="87" y="348"/>
                      <a:pt x="87" y="351"/>
                    </a:cubicBezTo>
                    <a:cubicBezTo>
                      <a:pt x="86" y="354"/>
                      <a:pt x="85" y="357"/>
                      <a:pt x="84" y="359"/>
                    </a:cubicBezTo>
                    <a:cubicBezTo>
                      <a:pt x="82" y="363"/>
                      <a:pt x="80" y="366"/>
                      <a:pt x="76" y="369"/>
                    </a:cubicBezTo>
                    <a:cubicBezTo>
                      <a:pt x="71" y="374"/>
                      <a:pt x="64" y="376"/>
                      <a:pt x="58" y="376"/>
                    </a:cubicBezTo>
                    <a:cubicBezTo>
                      <a:pt x="50" y="376"/>
                      <a:pt x="42" y="374"/>
                      <a:pt x="36" y="37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5" name="Google Shape;3505;p40">
                <a:extLst>
                  <a:ext uri="{FF2B5EF4-FFF2-40B4-BE49-F238E27FC236}">
                    <a16:creationId xmlns:a16="http://schemas.microsoft.com/office/drawing/2014/main" id="{840227E1-A137-E180-218F-CFEE526D16E0}"/>
                  </a:ext>
                </a:extLst>
              </p:cNvPr>
              <p:cNvSpPr/>
              <p:nvPr/>
            </p:nvSpPr>
            <p:spPr>
              <a:xfrm>
                <a:off x="538920" y="858960"/>
                <a:ext cx="16920" cy="12240"/>
              </a:xfrm>
              <a:custGeom>
                <a:avLst/>
                <a:gdLst/>
                <a:ahLst/>
                <a:cxnLst/>
                <a:rect l="l" t="t" r="r" b="b"/>
                <a:pathLst>
                  <a:path w="47" h="34" extrusionOk="0">
                    <a:moveTo>
                      <a:pt x="9" y="32"/>
                    </a:moveTo>
                    <a:lnTo>
                      <a:pt x="10" y="32"/>
                    </a:lnTo>
                    <a:cubicBezTo>
                      <a:pt x="10" y="32"/>
                      <a:pt x="9" y="32"/>
                      <a:pt x="8" y="32"/>
                    </a:cubicBezTo>
                    <a:cubicBezTo>
                      <a:pt x="2" y="29"/>
                      <a:pt x="0" y="22"/>
                      <a:pt x="1" y="16"/>
                    </a:cubicBezTo>
                    <a:cubicBezTo>
                      <a:pt x="3" y="9"/>
                      <a:pt x="10" y="7"/>
                      <a:pt x="17" y="5"/>
                    </a:cubicBezTo>
                    <a:cubicBezTo>
                      <a:pt x="21" y="4"/>
                      <a:pt x="26" y="2"/>
                      <a:pt x="31" y="1"/>
                    </a:cubicBezTo>
                    <a:cubicBezTo>
                      <a:pt x="38" y="0"/>
                      <a:pt x="44" y="6"/>
                      <a:pt x="45" y="12"/>
                    </a:cubicBezTo>
                    <a:cubicBezTo>
                      <a:pt x="46" y="19"/>
                      <a:pt x="41" y="25"/>
                      <a:pt x="34" y="26"/>
                    </a:cubicBezTo>
                    <a:lnTo>
                      <a:pt x="33" y="26"/>
                    </a:lnTo>
                    <a:cubicBezTo>
                      <a:pt x="30" y="26"/>
                      <a:pt x="27" y="28"/>
                      <a:pt x="24" y="28"/>
                    </a:cubicBezTo>
                    <a:cubicBezTo>
                      <a:pt x="24" y="28"/>
                      <a:pt x="23" y="29"/>
                      <a:pt x="22" y="29"/>
                    </a:cubicBezTo>
                    <a:cubicBezTo>
                      <a:pt x="21" y="30"/>
                      <a:pt x="21" y="30"/>
                      <a:pt x="20" y="31"/>
                    </a:cubicBezTo>
                    <a:cubicBezTo>
                      <a:pt x="18" y="32"/>
                      <a:pt x="15" y="33"/>
                      <a:pt x="14" y="33"/>
                    </a:cubicBezTo>
                    <a:cubicBezTo>
                      <a:pt x="12" y="33"/>
                      <a:pt x="11" y="32"/>
                      <a:pt x="9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6" name="Google Shape;3506;p40">
                <a:extLst>
                  <a:ext uri="{FF2B5EF4-FFF2-40B4-BE49-F238E27FC236}">
                    <a16:creationId xmlns:a16="http://schemas.microsoft.com/office/drawing/2014/main" id="{C555D5D5-FAC5-0BA1-38C5-28E3E1722586}"/>
                  </a:ext>
                </a:extLst>
              </p:cNvPr>
              <p:cNvSpPr/>
              <p:nvPr/>
            </p:nvSpPr>
            <p:spPr>
              <a:xfrm>
                <a:off x="532080" y="874080"/>
                <a:ext cx="42840" cy="1548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43" extrusionOk="0">
                    <a:moveTo>
                      <a:pt x="10" y="40"/>
                    </a:moveTo>
                    <a:cubicBezTo>
                      <a:pt x="7" y="39"/>
                      <a:pt x="4" y="37"/>
                      <a:pt x="2" y="33"/>
                    </a:cubicBezTo>
                    <a:cubicBezTo>
                      <a:pt x="1" y="31"/>
                      <a:pt x="0" y="27"/>
                      <a:pt x="1" y="25"/>
                    </a:cubicBezTo>
                    <a:cubicBezTo>
                      <a:pt x="1" y="18"/>
                      <a:pt x="8" y="13"/>
                      <a:pt x="15" y="14"/>
                    </a:cubicBezTo>
                    <a:cubicBezTo>
                      <a:pt x="17" y="15"/>
                      <a:pt x="19" y="16"/>
                      <a:pt x="21" y="17"/>
                    </a:cubicBezTo>
                    <a:cubicBezTo>
                      <a:pt x="22" y="17"/>
                      <a:pt x="22" y="17"/>
                      <a:pt x="23" y="17"/>
                    </a:cubicBezTo>
                    <a:cubicBezTo>
                      <a:pt x="22" y="17"/>
                      <a:pt x="22" y="17"/>
                      <a:pt x="21" y="17"/>
                    </a:cubicBezTo>
                    <a:cubicBezTo>
                      <a:pt x="29" y="16"/>
                      <a:pt x="37" y="15"/>
                      <a:pt x="45" y="14"/>
                    </a:cubicBezTo>
                    <a:cubicBezTo>
                      <a:pt x="65" y="9"/>
                      <a:pt x="85" y="5"/>
                      <a:pt x="104" y="1"/>
                    </a:cubicBezTo>
                    <a:cubicBezTo>
                      <a:pt x="110" y="0"/>
                      <a:pt x="115" y="3"/>
                      <a:pt x="117" y="9"/>
                    </a:cubicBezTo>
                    <a:cubicBezTo>
                      <a:pt x="118" y="15"/>
                      <a:pt x="115" y="20"/>
                      <a:pt x="110" y="22"/>
                    </a:cubicBezTo>
                    <a:cubicBezTo>
                      <a:pt x="95" y="26"/>
                      <a:pt x="81" y="29"/>
                      <a:pt x="67" y="33"/>
                    </a:cubicBezTo>
                    <a:cubicBezTo>
                      <a:pt x="57" y="35"/>
                      <a:pt x="47" y="38"/>
                      <a:pt x="37" y="40"/>
                    </a:cubicBezTo>
                    <a:cubicBezTo>
                      <a:pt x="32" y="40"/>
                      <a:pt x="27" y="41"/>
                      <a:pt x="22" y="41"/>
                    </a:cubicBezTo>
                    <a:cubicBezTo>
                      <a:pt x="21" y="41"/>
                      <a:pt x="20" y="42"/>
                      <a:pt x="19" y="42"/>
                    </a:cubicBezTo>
                    <a:cubicBezTo>
                      <a:pt x="16" y="42"/>
                      <a:pt x="13" y="41"/>
                      <a:pt x="10" y="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7" name="Google Shape;3507;p40">
                <a:extLst>
                  <a:ext uri="{FF2B5EF4-FFF2-40B4-BE49-F238E27FC236}">
                    <a16:creationId xmlns:a16="http://schemas.microsoft.com/office/drawing/2014/main" id="{6319E38A-E9AF-D6A2-F2FD-E49FA4720F2C}"/>
                  </a:ext>
                </a:extLst>
              </p:cNvPr>
              <p:cNvSpPr/>
              <p:nvPr/>
            </p:nvSpPr>
            <p:spPr>
              <a:xfrm>
                <a:off x="607320" y="825840"/>
                <a:ext cx="55440" cy="72720"/>
              </a:xfrm>
              <a:custGeom>
                <a:avLst/>
                <a:gdLst/>
                <a:ahLst/>
                <a:cxnLst/>
                <a:rect l="l" t="t" r="r" b="b"/>
                <a:pathLst>
                  <a:path w="154" h="202" extrusionOk="0">
                    <a:moveTo>
                      <a:pt x="25" y="178"/>
                    </a:moveTo>
                    <a:lnTo>
                      <a:pt x="26" y="177"/>
                    </a:lnTo>
                    <a:cubicBezTo>
                      <a:pt x="28" y="177"/>
                      <a:pt x="29" y="177"/>
                      <a:pt x="30" y="177"/>
                    </a:cubicBezTo>
                    <a:cubicBezTo>
                      <a:pt x="31" y="176"/>
                      <a:pt x="32" y="175"/>
                      <a:pt x="33" y="175"/>
                    </a:cubicBezTo>
                    <a:cubicBezTo>
                      <a:pt x="36" y="174"/>
                      <a:pt x="38" y="173"/>
                      <a:pt x="39" y="171"/>
                    </a:cubicBezTo>
                    <a:cubicBezTo>
                      <a:pt x="44" y="168"/>
                      <a:pt x="49" y="166"/>
                      <a:pt x="53" y="162"/>
                    </a:cubicBezTo>
                    <a:cubicBezTo>
                      <a:pt x="62" y="154"/>
                      <a:pt x="71" y="145"/>
                      <a:pt x="79" y="136"/>
                    </a:cubicBezTo>
                    <a:cubicBezTo>
                      <a:pt x="79" y="137"/>
                      <a:pt x="78" y="137"/>
                      <a:pt x="78" y="138"/>
                    </a:cubicBezTo>
                    <a:cubicBezTo>
                      <a:pt x="84" y="131"/>
                      <a:pt x="89" y="125"/>
                      <a:pt x="94" y="119"/>
                    </a:cubicBezTo>
                    <a:cubicBezTo>
                      <a:pt x="96" y="117"/>
                      <a:pt x="98" y="114"/>
                      <a:pt x="100" y="111"/>
                    </a:cubicBezTo>
                    <a:cubicBezTo>
                      <a:pt x="102" y="108"/>
                      <a:pt x="105" y="104"/>
                      <a:pt x="107" y="101"/>
                    </a:cubicBezTo>
                    <a:cubicBezTo>
                      <a:pt x="112" y="94"/>
                      <a:pt x="116" y="87"/>
                      <a:pt x="120" y="79"/>
                    </a:cubicBezTo>
                    <a:lnTo>
                      <a:pt x="120" y="80"/>
                    </a:lnTo>
                    <a:cubicBezTo>
                      <a:pt x="122" y="76"/>
                      <a:pt x="124" y="72"/>
                      <a:pt x="125" y="69"/>
                    </a:cubicBezTo>
                    <a:cubicBezTo>
                      <a:pt x="126" y="67"/>
                      <a:pt x="127" y="64"/>
                      <a:pt x="127" y="61"/>
                    </a:cubicBezTo>
                    <a:cubicBezTo>
                      <a:pt x="128" y="59"/>
                      <a:pt x="128" y="56"/>
                      <a:pt x="128" y="54"/>
                    </a:cubicBezTo>
                    <a:cubicBezTo>
                      <a:pt x="128" y="52"/>
                      <a:pt x="128" y="50"/>
                      <a:pt x="128" y="49"/>
                    </a:cubicBezTo>
                    <a:cubicBezTo>
                      <a:pt x="128" y="47"/>
                      <a:pt x="128" y="46"/>
                      <a:pt x="128" y="44"/>
                    </a:cubicBezTo>
                    <a:cubicBezTo>
                      <a:pt x="127" y="43"/>
                      <a:pt x="127" y="42"/>
                      <a:pt x="127" y="41"/>
                    </a:cubicBezTo>
                    <a:cubicBezTo>
                      <a:pt x="127" y="40"/>
                      <a:pt x="126" y="39"/>
                      <a:pt x="126" y="39"/>
                    </a:cubicBezTo>
                    <a:cubicBezTo>
                      <a:pt x="126" y="37"/>
                      <a:pt x="125" y="37"/>
                      <a:pt x="124" y="36"/>
                    </a:cubicBezTo>
                    <a:cubicBezTo>
                      <a:pt x="124" y="35"/>
                      <a:pt x="123" y="34"/>
                      <a:pt x="123" y="33"/>
                    </a:cubicBezTo>
                    <a:cubicBezTo>
                      <a:pt x="122" y="33"/>
                      <a:pt x="121" y="32"/>
                      <a:pt x="120" y="30"/>
                    </a:cubicBezTo>
                    <a:cubicBezTo>
                      <a:pt x="119" y="30"/>
                      <a:pt x="119" y="29"/>
                      <a:pt x="118" y="29"/>
                    </a:cubicBezTo>
                    <a:cubicBezTo>
                      <a:pt x="117" y="28"/>
                      <a:pt x="116" y="27"/>
                      <a:pt x="115" y="27"/>
                    </a:cubicBezTo>
                    <a:cubicBezTo>
                      <a:pt x="114" y="27"/>
                      <a:pt x="114" y="26"/>
                      <a:pt x="113" y="26"/>
                    </a:cubicBezTo>
                    <a:cubicBezTo>
                      <a:pt x="112" y="26"/>
                      <a:pt x="111" y="26"/>
                      <a:pt x="110" y="25"/>
                    </a:cubicBezTo>
                    <a:cubicBezTo>
                      <a:pt x="109" y="25"/>
                      <a:pt x="108" y="25"/>
                      <a:pt x="107" y="25"/>
                    </a:cubicBezTo>
                    <a:cubicBezTo>
                      <a:pt x="106" y="25"/>
                      <a:pt x="105" y="25"/>
                      <a:pt x="104" y="25"/>
                    </a:cubicBezTo>
                    <a:cubicBezTo>
                      <a:pt x="102" y="25"/>
                      <a:pt x="101" y="25"/>
                      <a:pt x="99" y="26"/>
                    </a:cubicBezTo>
                    <a:cubicBezTo>
                      <a:pt x="98" y="26"/>
                      <a:pt x="96" y="26"/>
                      <a:pt x="95" y="27"/>
                    </a:cubicBezTo>
                    <a:cubicBezTo>
                      <a:pt x="93" y="27"/>
                      <a:pt x="91" y="28"/>
                      <a:pt x="89" y="29"/>
                    </a:cubicBezTo>
                    <a:cubicBezTo>
                      <a:pt x="87" y="30"/>
                      <a:pt x="85" y="31"/>
                      <a:pt x="83" y="33"/>
                    </a:cubicBezTo>
                    <a:cubicBezTo>
                      <a:pt x="81" y="34"/>
                      <a:pt x="80" y="35"/>
                      <a:pt x="78" y="36"/>
                    </a:cubicBezTo>
                    <a:cubicBezTo>
                      <a:pt x="75" y="39"/>
                      <a:pt x="73" y="41"/>
                      <a:pt x="71" y="43"/>
                    </a:cubicBezTo>
                    <a:cubicBezTo>
                      <a:pt x="68" y="46"/>
                      <a:pt x="66" y="48"/>
                      <a:pt x="64" y="51"/>
                    </a:cubicBezTo>
                    <a:cubicBezTo>
                      <a:pt x="61" y="55"/>
                      <a:pt x="59" y="60"/>
                      <a:pt x="57" y="64"/>
                    </a:cubicBezTo>
                    <a:cubicBezTo>
                      <a:pt x="54" y="68"/>
                      <a:pt x="53" y="72"/>
                      <a:pt x="51" y="76"/>
                    </a:cubicBezTo>
                    <a:cubicBezTo>
                      <a:pt x="50" y="81"/>
                      <a:pt x="48" y="85"/>
                      <a:pt x="47" y="90"/>
                    </a:cubicBezTo>
                    <a:cubicBezTo>
                      <a:pt x="45" y="96"/>
                      <a:pt x="39" y="99"/>
                      <a:pt x="33" y="97"/>
                    </a:cubicBezTo>
                    <a:cubicBezTo>
                      <a:pt x="32" y="97"/>
                      <a:pt x="32" y="97"/>
                      <a:pt x="31" y="96"/>
                    </a:cubicBezTo>
                    <a:cubicBezTo>
                      <a:pt x="30" y="101"/>
                      <a:pt x="29" y="105"/>
                      <a:pt x="28" y="110"/>
                    </a:cubicBezTo>
                    <a:cubicBezTo>
                      <a:pt x="26" y="119"/>
                      <a:pt x="25" y="128"/>
                      <a:pt x="24" y="137"/>
                    </a:cubicBezTo>
                    <a:cubicBezTo>
                      <a:pt x="23" y="146"/>
                      <a:pt x="22" y="156"/>
                      <a:pt x="23" y="164"/>
                    </a:cubicBezTo>
                    <a:cubicBezTo>
                      <a:pt x="24" y="168"/>
                      <a:pt x="24" y="172"/>
                      <a:pt x="24" y="175"/>
                    </a:cubicBezTo>
                    <a:lnTo>
                      <a:pt x="24" y="176"/>
                    </a:lnTo>
                    <a:cubicBezTo>
                      <a:pt x="25" y="177"/>
                      <a:pt x="25" y="177"/>
                      <a:pt x="25" y="178"/>
                    </a:cubicBezTo>
                    <a:moveTo>
                      <a:pt x="15" y="199"/>
                    </a:moveTo>
                    <a:cubicBezTo>
                      <a:pt x="9" y="196"/>
                      <a:pt x="5" y="191"/>
                      <a:pt x="3" y="185"/>
                    </a:cubicBezTo>
                    <a:cubicBezTo>
                      <a:pt x="0" y="178"/>
                      <a:pt x="0" y="170"/>
                      <a:pt x="0" y="163"/>
                    </a:cubicBezTo>
                    <a:cubicBezTo>
                      <a:pt x="0" y="160"/>
                      <a:pt x="0" y="156"/>
                      <a:pt x="0" y="153"/>
                    </a:cubicBezTo>
                    <a:cubicBezTo>
                      <a:pt x="0" y="148"/>
                      <a:pt x="0" y="142"/>
                      <a:pt x="1" y="136"/>
                    </a:cubicBezTo>
                    <a:cubicBezTo>
                      <a:pt x="1" y="120"/>
                      <a:pt x="4" y="103"/>
                      <a:pt x="8" y="87"/>
                    </a:cubicBezTo>
                    <a:cubicBezTo>
                      <a:pt x="11" y="81"/>
                      <a:pt x="13" y="74"/>
                      <a:pt x="15" y="67"/>
                    </a:cubicBezTo>
                    <a:cubicBezTo>
                      <a:pt x="17" y="63"/>
                      <a:pt x="18" y="60"/>
                      <a:pt x="20" y="56"/>
                    </a:cubicBezTo>
                    <a:cubicBezTo>
                      <a:pt x="21" y="53"/>
                      <a:pt x="23" y="51"/>
                      <a:pt x="25" y="49"/>
                    </a:cubicBezTo>
                    <a:cubicBezTo>
                      <a:pt x="29" y="46"/>
                      <a:pt x="35" y="46"/>
                      <a:pt x="39" y="48"/>
                    </a:cubicBezTo>
                    <a:cubicBezTo>
                      <a:pt x="47" y="35"/>
                      <a:pt x="56" y="23"/>
                      <a:pt x="68" y="15"/>
                    </a:cubicBezTo>
                    <a:cubicBezTo>
                      <a:pt x="81" y="6"/>
                      <a:pt x="97" y="0"/>
                      <a:pt x="112" y="2"/>
                    </a:cubicBezTo>
                    <a:cubicBezTo>
                      <a:pt x="127" y="5"/>
                      <a:pt x="141" y="15"/>
                      <a:pt x="147" y="29"/>
                    </a:cubicBezTo>
                    <a:cubicBezTo>
                      <a:pt x="153" y="45"/>
                      <a:pt x="151" y="61"/>
                      <a:pt x="145" y="77"/>
                    </a:cubicBezTo>
                    <a:cubicBezTo>
                      <a:pt x="142" y="85"/>
                      <a:pt x="138" y="92"/>
                      <a:pt x="134" y="99"/>
                    </a:cubicBezTo>
                    <a:cubicBezTo>
                      <a:pt x="131" y="104"/>
                      <a:pt x="127" y="110"/>
                      <a:pt x="124" y="115"/>
                    </a:cubicBezTo>
                    <a:cubicBezTo>
                      <a:pt x="120" y="121"/>
                      <a:pt x="116" y="127"/>
                      <a:pt x="112" y="132"/>
                    </a:cubicBezTo>
                    <a:cubicBezTo>
                      <a:pt x="110" y="135"/>
                      <a:pt x="108" y="136"/>
                      <a:pt x="106" y="139"/>
                    </a:cubicBezTo>
                    <a:cubicBezTo>
                      <a:pt x="103" y="142"/>
                      <a:pt x="100" y="146"/>
                      <a:pt x="98" y="149"/>
                    </a:cubicBezTo>
                    <a:cubicBezTo>
                      <a:pt x="90" y="159"/>
                      <a:pt x="81" y="167"/>
                      <a:pt x="73" y="175"/>
                    </a:cubicBezTo>
                    <a:cubicBezTo>
                      <a:pt x="67" y="181"/>
                      <a:pt x="60" y="186"/>
                      <a:pt x="53" y="191"/>
                    </a:cubicBezTo>
                    <a:cubicBezTo>
                      <a:pt x="47" y="195"/>
                      <a:pt x="40" y="198"/>
                      <a:pt x="33" y="200"/>
                    </a:cubicBezTo>
                    <a:cubicBezTo>
                      <a:pt x="31" y="201"/>
                      <a:pt x="28" y="201"/>
                      <a:pt x="25" y="201"/>
                    </a:cubicBezTo>
                    <a:cubicBezTo>
                      <a:pt x="22" y="201"/>
                      <a:pt x="18" y="201"/>
                      <a:pt x="15" y="1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8" name="Google Shape;3508;p40">
                <a:extLst>
                  <a:ext uri="{FF2B5EF4-FFF2-40B4-BE49-F238E27FC236}">
                    <a16:creationId xmlns:a16="http://schemas.microsoft.com/office/drawing/2014/main" id="{46FED6F0-549F-C532-4804-B394C7F69554}"/>
                  </a:ext>
                </a:extLst>
              </p:cNvPr>
              <p:cNvSpPr/>
              <p:nvPr/>
            </p:nvSpPr>
            <p:spPr>
              <a:xfrm>
                <a:off x="659160" y="885600"/>
                <a:ext cx="21960" cy="55080"/>
              </a:xfrm>
              <a:custGeom>
                <a:avLst/>
                <a:gdLst/>
                <a:ahLst/>
                <a:cxnLst/>
                <a:rect l="l" t="t" r="r" b="b"/>
                <a:pathLst>
                  <a:path w="61" h="153" extrusionOk="0">
                    <a:moveTo>
                      <a:pt x="10" y="152"/>
                    </a:moveTo>
                    <a:cubicBezTo>
                      <a:pt x="4" y="150"/>
                      <a:pt x="0" y="143"/>
                      <a:pt x="2" y="137"/>
                    </a:cubicBezTo>
                    <a:cubicBezTo>
                      <a:pt x="7" y="123"/>
                      <a:pt x="12" y="107"/>
                      <a:pt x="16" y="92"/>
                    </a:cubicBezTo>
                    <a:cubicBezTo>
                      <a:pt x="19" y="79"/>
                      <a:pt x="22" y="65"/>
                      <a:pt x="26" y="52"/>
                    </a:cubicBezTo>
                    <a:cubicBezTo>
                      <a:pt x="27" y="45"/>
                      <a:pt x="28" y="38"/>
                      <a:pt x="29" y="32"/>
                    </a:cubicBezTo>
                    <a:cubicBezTo>
                      <a:pt x="30" y="24"/>
                      <a:pt x="32" y="17"/>
                      <a:pt x="33" y="10"/>
                    </a:cubicBezTo>
                    <a:cubicBezTo>
                      <a:pt x="35" y="4"/>
                      <a:pt x="42" y="0"/>
                      <a:pt x="49" y="1"/>
                    </a:cubicBezTo>
                    <a:cubicBezTo>
                      <a:pt x="56" y="3"/>
                      <a:pt x="60" y="11"/>
                      <a:pt x="57" y="18"/>
                    </a:cubicBezTo>
                    <a:cubicBezTo>
                      <a:pt x="56" y="22"/>
                      <a:pt x="56" y="25"/>
                      <a:pt x="54" y="29"/>
                    </a:cubicBezTo>
                    <a:cubicBezTo>
                      <a:pt x="51" y="48"/>
                      <a:pt x="47" y="67"/>
                      <a:pt x="42" y="85"/>
                    </a:cubicBezTo>
                    <a:cubicBezTo>
                      <a:pt x="40" y="94"/>
                      <a:pt x="37" y="103"/>
                      <a:pt x="34" y="113"/>
                    </a:cubicBezTo>
                    <a:cubicBezTo>
                      <a:pt x="31" y="123"/>
                      <a:pt x="28" y="134"/>
                      <a:pt x="24" y="143"/>
                    </a:cubicBezTo>
                    <a:cubicBezTo>
                      <a:pt x="23" y="149"/>
                      <a:pt x="18" y="152"/>
                      <a:pt x="13" y="152"/>
                    </a:cubicBezTo>
                    <a:cubicBezTo>
                      <a:pt x="12" y="152"/>
                      <a:pt x="11" y="152"/>
                      <a:pt x="10" y="1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9" name="Google Shape;3509;p40">
                <a:extLst>
                  <a:ext uri="{FF2B5EF4-FFF2-40B4-BE49-F238E27FC236}">
                    <a16:creationId xmlns:a16="http://schemas.microsoft.com/office/drawing/2014/main" id="{6DC1F075-A965-B39B-05C7-412C1565A414}"/>
                  </a:ext>
                </a:extLst>
              </p:cNvPr>
              <p:cNvSpPr/>
              <p:nvPr/>
            </p:nvSpPr>
            <p:spPr>
              <a:xfrm>
                <a:off x="738360" y="833760"/>
                <a:ext cx="46080" cy="68040"/>
              </a:xfrm>
              <a:custGeom>
                <a:avLst/>
                <a:gdLst/>
                <a:ahLst/>
                <a:cxnLst/>
                <a:rect l="l" t="t" r="r" b="b"/>
                <a:pathLst>
                  <a:path w="128" h="189" extrusionOk="0">
                    <a:moveTo>
                      <a:pt x="37" y="187"/>
                    </a:moveTo>
                    <a:cubicBezTo>
                      <a:pt x="29" y="187"/>
                      <a:pt x="21" y="184"/>
                      <a:pt x="14" y="180"/>
                    </a:cubicBezTo>
                    <a:cubicBezTo>
                      <a:pt x="9" y="176"/>
                      <a:pt x="3" y="170"/>
                      <a:pt x="2" y="163"/>
                    </a:cubicBezTo>
                    <a:cubicBezTo>
                      <a:pt x="0" y="156"/>
                      <a:pt x="1" y="149"/>
                      <a:pt x="5" y="144"/>
                    </a:cubicBezTo>
                    <a:cubicBezTo>
                      <a:pt x="6" y="140"/>
                      <a:pt x="9" y="137"/>
                      <a:pt x="11" y="134"/>
                    </a:cubicBezTo>
                    <a:cubicBezTo>
                      <a:pt x="27" y="112"/>
                      <a:pt x="45" y="93"/>
                      <a:pt x="62" y="73"/>
                    </a:cubicBezTo>
                    <a:cubicBezTo>
                      <a:pt x="66" y="68"/>
                      <a:pt x="70" y="64"/>
                      <a:pt x="74" y="59"/>
                    </a:cubicBezTo>
                    <a:cubicBezTo>
                      <a:pt x="81" y="51"/>
                      <a:pt x="88" y="43"/>
                      <a:pt x="94" y="34"/>
                    </a:cubicBezTo>
                    <a:lnTo>
                      <a:pt x="94" y="35"/>
                    </a:lnTo>
                    <a:cubicBezTo>
                      <a:pt x="94" y="35"/>
                      <a:pt x="94" y="34"/>
                      <a:pt x="95" y="33"/>
                    </a:cubicBezTo>
                    <a:cubicBezTo>
                      <a:pt x="96" y="32"/>
                      <a:pt x="97" y="30"/>
                      <a:pt x="98" y="28"/>
                    </a:cubicBezTo>
                    <a:cubicBezTo>
                      <a:pt x="97" y="28"/>
                      <a:pt x="95" y="29"/>
                      <a:pt x="93" y="29"/>
                    </a:cubicBezTo>
                    <a:lnTo>
                      <a:pt x="94" y="29"/>
                    </a:lnTo>
                    <a:cubicBezTo>
                      <a:pt x="86" y="32"/>
                      <a:pt x="77" y="35"/>
                      <a:pt x="69" y="38"/>
                    </a:cubicBezTo>
                    <a:cubicBezTo>
                      <a:pt x="62" y="40"/>
                      <a:pt x="55" y="42"/>
                      <a:pt x="49" y="45"/>
                    </a:cubicBezTo>
                    <a:cubicBezTo>
                      <a:pt x="46" y="51"/>
                      <a:pt x="39" y="54"/>
                      <a:pt x="34" y="53"/>
                    </a:cubicBezTo>
                    <a:cubicBezTo>
                      <a:pt x="32" y="52"/>
                      <a:pt x="31" y="52"/>
                      <a:pt x="30" y="52"/>
                    </a:cubicBezTo>
                    <a:cubicBezTo>
                      <a:pt x="27" y="50"/>
                      <a:pt x="24" y="48"/>
                      <a:pt x="23" y="45"/>
                    </a:cubicBezTo>
                    <a:cubicBezTo>
                      <a:pt x="20" y="41"/>
                      <a:pt x="21" y="36"/>
                      <a:pt x="23" y="32"/>
                    </a:cubicBezTo>
                    <a:cubicBezTo>
                      <a:pt x="24" y="30"/>
                      <a:pt x="27" y="28"/>
                      <a:pt x="30" y="26"/>
                    </a:cubicBezTo>
                    <a:cubicBezTo>
                      <a:pt x="32" y="25"/>
                      <a:pt x="35" y="24"/>
                      <a:pt x="38" y="22"/>
                    </a:cubicBezTo>
                    <a:cubicBezTo>
                      <a:pt x="42" y="21"/>
                      <a:pt x="45" y="20"/>
                      <a:pt x="48" y="19"/>
                    </a:cubicBezTo>
                    <a:cubicBezTo>
                      <a:pt x="54" y="17"/>
                      <a:pt x="61" y="15"/>
                      <a:pt x="67" y="12"/>
                    </a:cubicBezTo>
                    <a:cubicBezTo>
                      <a:pt x="79" y="8"/>
                      <a:pt x="91" y="4"/>
                      <a:pt x="103" y="1"/>
                    </a:cubicBezTo>
                    <a:cubicBezTo>
                      <a:pt x="109" y="0"/>
                      <a:pt x="116" y="1"/>
                      <a:pt x="120" y="4"/>
                    </a:cubicBezTo>
                    <a:cubicBezTo>
                      <a:pt x="123" y="7"/>
                      <a:pt x="125" y="9"/>
                      <a:pt x="126" y="12"/>
                    </a:cubicBezTo>
                    <a:cubicBezTo>
                      <a:pt x="127" y="15"/>
                      <a:pt x="127" y="19"/>
                      <a:pt x="126" y="24"/>
                    </a:cubicBezTo>
                    <a:cubicBezTo>
                      <a:pt x="125" y="31"/>
                      <a:pt x="121" y="38"/>
                      <a:pt x="117" y="44"/>
                    </a:cubicBezTo>
                    <a:cubicBezTo>
                      <a:pt x="113" y="50"/>
                      <a:pt x="108" y="56"/>
                      <a:pt x="103" y="61"/>
                    </a:cubicBezTo>
                    <a:cubicBezTo>
                      <a:pt x="94" y="71"/>
                      <a:pt x="86" y="82"/>
                      <a:pt x="77" y="91"/>
                    </a:cubicBezTo>
                    <a:cubicBezTo>
                      <a:pt x="69" y="99"/>
                      <a:pt x="62" y="107"/>
                      <a:pt x="55" y="116"/>
                    </a:cubicBezTo>
                    <a:cubicBezTo>
                      <a:pt x="47" y="125"/>
                      <a:pt x="40" y="134"/>
                      <a:pt x="33" y="143"/>
                    </a:cubicBezTo>
                    <a:cubicBezTo>
                      <a:pt x="30" y="146"/>
                      <a:pt x="28" y="151"/>
                      <a:pt x="26" y="155"/>
                    </a:cubicBezTo>
                    <a:cubicBezTo>
                      <a:pt x="26" y="156"/>
                      <a:pt x="26" y="156"/>
                      <a:pt x="25" y="156"/>
                    </a:cubicBezTo>
                    <a:cubicBezTo>
                      <a:pt x="26" y="156"/>
                      <a:pt x="26" y="157"/>
                      <a:pt x="26" y="157"/>
                    </a:cubicBezTo>
                    <a:lnTo>
                      <a:pt x="26" y="158"/>
                    </a:lnTo>
                    <a:cubicBezTo>
                      <a:pt x="26" y="158"/>
                      <a:pt x="27" y="158"/>
                      <a:pt x="27" y="159"/>
                    </a:cubicBezTo>
                    <a:cubicBezTo>
                      <a:pt x="27" y="159"/>
                      <a:pt x="28" y="159"/>
                      <a:pt x="28" y="160"/>
                    </a:cubicBezTo>
                    <a:cubicBezTo>
                      <a:pt x="28" y="159"/>
                      <a:pt x="27" y="159"/>
                      <a:pt x="27" y="159"/>
                    </a:cubicBezTo>
                    <a:cubicBezTo>
                      <a:pt x="28" y="159"/>
                      <a:pt x="28" y="159"/>
                      <a:pt x="28" y="160"/>
                    </a:cubicBezTo>
                    <a:cubicBezTo>
                      <a:pt x="29" y="160"/>
                      <a:pt x="30" y="160"/>
                      <a:pt x="30" y="161"/>
                    </a:cubicBezTo>
                    <a:cubicBezTo>
                      <a:pt x="31" y="161"/>
                      <a:pt x="31" y="162"/>
                      <a:pt x="32" y="162"/>
                    </a:cubicBezTo>
                    <a:cubicBezTo>
                      <a:pt x="34" y="162"/>
                      <a:pt x="35" y="163"/>
                      <a:pt x="37" y="163"/>
                    </a:cubicBezTo>
                    <a:cubicBezTo>
                      <a:pt x="38" y="163"/>
                      <a:pt x="38" y="163"/>
                      <a:pt x="39" y="163"/>
                    </a:cubicBezTo>
                    <a:cubicBezTo>
                      <a:pt x="43" y="163"/>
                      <a:pt x="46" y="163"/>
                      <a:pt x="50" y="163"/>
                    </a:cubicBezTo>
                    <a:cubicBezTo>
                      <a:pt x="56" y="163"/>
                      <a:pt x="61" y="163"/>
                      <a:pt x="66" y="162"/>
                    </a:cubicBezTo>
                    <a:cubicBezTo>
                      <a:pt x="75" y="160"/>
                      <a:pt x="83" y="158"/>
                      <a:pt x="91" y="155"/>
                    </a:cubicBezTo>
                    <a:cubicBezTo>
                      <a:pt x="92" y="155"/>
                      <a:pt x="93" y="155"/>
                      <a:pt x="93" y="155"/>
                    </a:cubicBezTo>
                    <a:lnTo>
                      <a:pt x="92" y="155"/>
                    </a:lnTo>
                    <a:cubicBezTo>
                      <a:pt x="93" y="155"/>
                      <a:pt x="95" y="154"/>
                      <a:pt x="96" y="153"/>
                    </a:cubicBezTo>
                    <a:cubicBezTo>
                      <a:pt x="102" y="151"/>
                      <a:pt x="109" y="153"/>
                      <a:pt x="112" y="160"/>
                    </a:cubicBezTo>
                    <a:cubicBezTo>
                      <a:pt x="113" y="163"/>
                      <a:pt x="113" y="166"/>
                      <a:pt x="111" y="169"/>
                    </a:cubicBezTo>
                    <a:cubicBezTo>
                      <a:pt x="110" y="173"/>
                      <a:pt x="107" y="175"/>
                      <a:pt x="104" y="176"/>
                    </a:cubicBezTo>
                    <a:cubicBezTo>
                      <a:pt x="96" y="179"/>
                      <a:pt x="89" y="180"/>
                      <a:pt x="82" y="183"/>
                    </a:cubicBezTo>
                    <a:cubicBezTo>
                      <a:pt x="76" y="184"/>
                      <a:pt x="69" y="186"/>
                      <a:pt x="63" y="186"/>
                    </a:cubicBezTo>
                    <a:cubicBezTo>
                      <a:pt x="56" y="187"/>
                      <a:pt x="51" y="188"/>
                      <a:pt x="45" y="188"/>
                    </a:cubicBezTo>
                    <a:cubicBezTo>
                      <a:pt x="42" y="188"/>
                      <a:pt x="39" y="188"/>
                      <a:pt x="37" y="1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0" name="Google Shape;3510;p40">
                <a:extLst>
                  <a:ext uri="{FF2B5EF4-FFF2-40B4-BE49-F238E27FC236}">
                    <a16:creationId xmlns:a16="http://schemas.microsoft.com/office/drawing/2014/main" id="{E981C144-F46E-1CC4-2937-EF8895CC9591}"/>
                  </a:ext>
                </a:extLst>
              </p:cNvPr>
              <p:cNvSpPr/>
              <p:nvPr/>
            </p:nvSpPr>
            <p:spPr>
              <a:xfrm>
                <a:off x="736560" y="860040"/>
                <a:ext cx="59040" cy="19440"/>
              </a:xfrm>
              <a:custGeom>
                <a:avLst/>
                <a:gdLst/>
                <a:ahLst/>
                <a:cxnLst/>
                <a:rect l="l" t="t" r="r" b="b"/>
                <a:pathLst>
                  <a:path w="164" h="54" extrusionOk="0">
                    <a:moveTo>
                      <a:pt x="12" y="51"/>
                    </a:moveTo>
                    <a:cubicBezTo>
                      <a:pt x="5" y="48"/>
                      <a:pt x="0" y="40"/>
                      <a:pt x="3" y="33"/>
                    </a:cubicBezTo>
                    <a:cubicBezTo>
                      <a:pt x="4" y="29"/>
                      <a:pt x="7" y="25"/>
                      <a:pt x="11" y="22"/>
                    </a:cubicBezTo>
                    <a:cubicBezTo>
                      <a:pt x="16" y="19"/>
                      <a:pt x="22" y="16"/>
                      <a:pt x="28" y="15"/>
                    </a:cubicBezTo>
                    <a:cubicBezTo>
                      <a:pt x="47" y="7"/>
                      <a:pt x="68" y="4"/>
                      <a:pt x="88" y="2"/>
                    </a:cubicBezTo>
                    <a:cubicBezTo>
                      <a:pt x="110" y="0"/>
                      <a:pt x="131" y="1"/>
                      <a:pt x="152" y="1"/>
                    </a:cubicBezTo>
                    <a:cubicBezTo>
                      <a:pt x="159" y="1"/>
                      <a:pt x="163" y="6"/>
                      <a:pt x="163" y="12"/>
                    </a:cubicBezTo>
                    <a:cubicBezTo>
                      <a:pt x="163" y="18"/>
                      <a:pt x="158" y="23"/>
                      <a:pt x="152" y="23"/>
                    </a:cubicBezTo>
                    <a:cubicBezTo>
                      <a:pt x="134" y="23"/>
                      <a:pt x="116" y="23"/>
                      <a:pt x="98" y="25"/>
                    </a:cubicBezTo>
                    <a:cubicBezTo>
                      <a:pt x="88" y="26"/>
                      <a:pt x="77" y="27"/>
                      <a:pt x="67" y="29"/>
                    </a:cubicBezTo>
                    <a:lnTo>
                      <a:pt x="66" y="29"/>
                    </a:lnTo>
                    <a:lnTo>
                      <a:pt x="65" y="29"/>
                    </a:lnTo>
                    <a:lnTo>
                      <a:pt x="66" y="29"/>
                    </a:lnTo>
                    <a:cubicBezTo>
                      <a:pt x="58" y="30"/>
                      <a:pt x="50" y="32"/>
                      <a:pt x="43" y="34"/>
                    </a:cubicBezTo>
                    <a:cubicBezTo>
                      <a:pt x="39" y="36"/>
                      <a:pt x="35" y="38"/>
                      <a:pt x="30" y="40"/>
                    </a:cubicBezTo>
                    <a:cubicBezTo>
                      <a:pt x="30" y="41"/>
                      <a:pt x="30" y="42"/>
                      <a:pt x="29" y="43"/>
                    </a:cubicBezTo>
                    <a:cubicBezTo>
                      <a:pt x="28" y="49"/>
                      <a:pt x="22" y="53"/>
                      <a:pt x="17" y="53"/>
                    </a:cubicBezTo>
                    <a:cubicBezTo>
                      <a:pt x="15" y="53"/>
                      <a:pt x="14" y="52"/>
                      <a:pt x="12" y="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1" name="Google Shape;3511;p40">
                <a:extLst>
                  <a:ext uri="{FF2B5EF4-FFF2-40B4-BE49-F238E27FC236}">
                    <a16:creationId xmlns:a16="http://schemas.microsoft.com/office/drawing/2014/main" id="{848D6C0A-6646-D525-5007-A774BE5D9E08}"/>
                  </a:ext>
                </a:extLst>
              </p:cNvPr>
              <p:cNvSpPr/>
              <p:nvPr/>
            </p:nvSpPr>
            <p:spPr>
              <a:xfrm>
                <a:off x="815760" y="851040"/>
                <a:ext cx="2412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67" h="31" extrusionOk="0">
                    <a:moveTo>
                      <a:pt x="13" y="30"/>
                    </a:moveTo>
                    <a:cubicBezTo>
                      <a:pt x="6" y="29"/>
                      <a:pt x="0" y="24"/>
                      <a:pt x="0" y="17"/>
                    </a:cubicBezTo>
                    <a:cubicBezTo>
                      <a:pt x="1" y="10"/>
                      <a:pt x="6" y="4"/>
                      <a:pt x="13" y="4"/>
                    </a:cubicBezTo>
                    <a:cubicBezTo>
                      <a:pt x="19" y="4"/>
                      <a:pt x="24" y="3"/>
                      <a:pt x="30" y="2"/>
                    </a:cubicBezTo>
                    <a:cubicBezTo>
                      <a:pt x="37" y="2"/>
                      <a:pt x="44" y="1"/>
                      <a:pt x="52" y="1"/>
                    </a:cubicBezTo>
                    <a:cubicBezTo>
                      <a:pt x="58" y="0"/>
                      <a:pt x="64" y="4"/>
                      <a:pt x="65" y="11"/>
                    </a:cubicBezTo>
                    <a:cubicBezTo>
                      <a:pt x="66" y="17"/>
                      <a:pt x="61" y="23"/>
                      <a:pt x="55" y="24"/>
                    </a:cubicBezTo>
                    <a:cubicBezTo>
                      <a:pt x="47" y="24"/>
                      <a:pt x="39" y="26"/>
                      <a:pt x="32" y="27"/>
                    </a:cubicBezTo>
                    <a:cubicBezTo>
                      <a:pt x="29" y="27"/>
                      <a:pt x="25" y="27"/>
                      <a:pt x="23" y="28"/>
                    </a:cubicBezTo>
                    <a:cubicBezTo>
                      <a:pt x="20" y="29"/>
                      <a:pt x="17" y="30"/>
                      <a:pt x="14" y="30"/>
                    </a:cubicBezTo>
                    <a:lnTo>
                      <a:pt x="13" y="3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2" name="Google Shape;3512;p40">
                <a:extLst>
                  <a:ext uri="{FF2B5EF4-FFF2-40B4-BE49-F238E27FC236}">
                    <a16:creationId xmlns:a16="http://schemas.microsoft.com/office/drawing/2014/main" id="{CE1CA4CB-8DD0-DC64-491B-BF6FCCF71E39}"/>
                  </a:ext>
                </a:extLst>
              </p:cNvPr>
              <p:cNvSpPr/>
              <p:nvPr/>
            </p:nvSpPr>
            <p:spPr>
              <a:xfrm>
                <a:off x="808920" y="856440"/>
                <a:ext cx="70920" cy="27000"/>
              </a:xfrm>
              <a:custGeom>
                <a:avLst/>
                <a:gdLst/>
                <a:ahLst/>
                <a:cxnLst/>
                <a:rect l="l" t="t" r="r" b="b"/>
                <a:pathLst>
                  <a:path w="197" h="75" extrusionOk="0">
                    <a:moveTo>
                      <a:pt x="2" y="64"/>
                    </a:moveTo>
                    <a:cubicBezTo>
                      <a:pt x="0" y="57"/>
                      <a:pt x="5" y="51"/>
                      <a:pt x="11" y="49"/>
                    </a:cubicBezTo>
                    <a:lnTo>
                      <a:pt x="12" y="49"/>
                    </a:lnTo>
                    <a:cubicBezTo>
                      <a:pt x="11" y="49"/>
                      <a:pt x="11" y="49"/>
                      <a:pt x="11" y="49"/>
                    </a:cubicBezTo>
                    <a:cubicBezTo>
                      <a:pt x="11" y="49"/>
                      <a:pt x="12" y="49"/>
                      <a:pt x="13" y="49"/>
                    </a:cubicBezTo>
                    <a:cubicBezTo>
                      <a:pt x="17" y="47"/>
                      <a:pt x="22" y="44"/>
                      <a:pt x="28" y="43"/>
                    </a:cubicBezTo>
                    <a:cubicBezTo>
                      <a:pt x="34" y="40"/>
                      <a:pt x="41" y="37"/>
                      <a:pt x="47" y="35"/>
                    </a:cubicBezTo>
                    <a:cubicBezTo>
                      <a:pt x="52" y="33"/>
                      <a:pt x="57" y="32"/>
                      <a:pt x="63" y="29"/>
                    </a:cubicBezTo>
                    <a:cubicBezTo>
                      <a:pt x="69" y="28"/>
                      <a:pt x="74" y="26"/>
                      <a:pt x="80" y="24"/>
                    </a:cubicBezTo>
                    <a:cubicBezTo>
                      <a:pt x="87" y="22"/>
                      <a:pt x="94" y="20"/>
                      <a:pt x="101" y="18"/>
                    </a:cubicBezTo>
                    <a:cubicBezTo>
                      <a:pt x="107" y="16"/>
                      <a:pt x="114" y="15"/>
                      <a:pt x="120" y="14"/>
                    </a:cubicBezTo>
                    <a:cubicBezTo>
                      <a:pt x="132" y="11"/>
                      <a:pt x="143" y="8"/>
                      <a:pt x="155" y="6"/>
                    </a:cubicBezTo>
                    <a:cubicBezTo>
                      <a:pt x="163" y="4"/>
                      <a:pt x="172" y="2"/>
                      <a:pt x="182" y="0"/>
                    </a:cubicBezTo>
                    <a:cubicBezTo>
                      <a:pt x="187" y="0"/>
                      <a:pt x="193" y="2"/>
                      <a:pt x="194" y="8"/>
                    </a:cubicBezTo>
                    <a:cubicBezTo>
                      <a:pt x="196" y="13"/>
                      <a:pt x="192" y="19"/>
                      <a:pt x="187" y="21"/>
                    </a:cubicBezTo>
                    <a:cubicBezTo>
                      <a:pt x="168" y="25"/>
                      <a:pt x="150" y="29"/>
                      <a:pt x="131" y="33"/>
                    </a:cubicBezTo>
                    <a:cubicBezTo>
                      <a:pt x="123" y="36"/>
                      <a:pt x="115" y="38"/>
                      <a:pt x="106" y="40"/>
                    </a:cubicBezTo>
                    <a:cubicBezTo>
                      <a:pt x="99" y="42"/>
                      <a:pt x="92" y="44"/>
                      <a:pt x="84" y="47"/>
                    </a:cubicBezTo>
                    <a:cubicBezTo>
                      <a:pt x="73" y="51"/>
                      <a:pt x="62" y="54"/>
                      <a:pt x="50" y="59"/>
                    </a:cubicBezTo>
                    <a:cubicBezTo>
                      <a:pt x="45" y="61"/>
                      <a:pt x="39" y="64"/>
                      <a:pt x="34" y="66"/>
                    </a:cubicBezTo>
                    <a:cubicBezTo>
                      <a:pt x="29" y="68"/>
                      <a:pt x="24" y="71"/>
                      <a:pt x="19" y="73"/>
                    </a:cubicBezTo>
                    <a:cubicBezTo>
                      <a:pt x="17" y="74"/>
                      <a:pt x="16" y="74"/>
                      <a:pt x="14" y="74"/>
                    </a:cubicBezTo>
                    <a:cubicBezTo>
                      <a:pt x="9" y="74"/>
                      <a:pt x="4" y="70"/>
                      <a:pt x="2" y="6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3" name="Google Shape;3513;p40">
                <a:extLst>
                  <a:ext uri="{FF2B5EF4-FFF2-40B4-BE49-F238E27FC236}">
                    <a16:creationId xmlns:a16="http://schemas.microsoft.com/office/drawing/2014/main" id="{A4F237EF-8485-D9AC-AA98-829DF10F7990}"/>
                  </a:ext>
                </a:extLst>
              </p:cNvPr>
              <p:cNvSpPr/>
              <p:nvPr/>
            </p:nvSpPr>
            <p:spPr>
              <a:xfrm>
                <a:off x="853920" y="824760"/>
                <a:ext cx="91080" cy="70560"/>
              </a:xfrm>
              <a:custGeom>
                <a:avLst/>
                <a:gdLst/>
                <a:ahLst/>
                <a:cxnLst/>
                <a:rect l="l" t="t" r="r" b="b"/>
                <a:pathLst>
                  <a:path w="253" h="196" extrusionOk="0">
                    <a:moveTo>
                      <a:pt x="108" y="172"/>
                    </a:moveTo>
                    <a:cubicBezTo>
                      <a:pt x="109" y="171"/>
                      <a:pt x="109" y="171"/>
                      <a:pt x="109" y="171"/>
                    </a:cubicBezTo>
                    <a:cubicBezTo>
                      <a:pt x="111" y="171"/>
                      <a:pt x="112" y="171"/>
                      <a:pt x="113" y="171"/>
                    </a:cubicBezTo>
                    <a:cubicBezTo>
                      <a:pt x="115" y="170"/>
                      <a:pt x="118" y="169"/>
                      <a:pt x="120" y="168"/>
                    </a:cubicBezTo>
                    <a:cubicBezTo>
                      <a:pt x="124" y="166"/>
                      <a:pt x="128" y="163"/>
                      <a:pt x="132" y="161"/>
                    </a:cubicBezTo>
                    <a:lnTo>
                      <a:pt x="132" y="162"/>
                    </a:lnTo>
                    <a:cubicBezTo>
                      <a:pt x="132" y="161"/>
                      <a:pt x="132" y="161"/>
                      <a:pt x="133" y="160"/>
                    </a:cubicBezTo>
                    <a:cubicBezTo>
                      <a:pt x="144" y="153"/>
                      <a:pt x="156" y="145"/>
                      <a:pt x="167" y="135"/>
                    </a:cubicBezTo>
                    <a:cubicBezTo>
                      <a:pt x="173" y="131"/>
                      <a:pt x="179" y="126"/>
                      <a:pt x="185" y="121"/>
                    </a:cubicBezTo>
                    <a:cubicBezTo>
                      <a:pt x="193" y="114"/>
                      <a:pt x="201" y="106"/>
                      <a:pt x="209" y="98"/>
                    </a:cubicBezTo>
                    <a:cubicBezTo>
                      <a:pt x="213" y="95"/>
                      <a:pt x="215" y="90"/>
                      <a:pt x="218" y="87"/>
                    </a:cubicBezTo>
                    <a:cubicBezTo>
                      <a:pt x="221" y="84"/>
                      <a:pt x="222" y="80"/>
                      <a:pt x="225" y="77"/>
                    </a:cubicBezTo>
                    <a:cubicBezTo>
                      <a:pt x="226" y="74"/>
                      <a:pt x="227" y="72"/>
                      <a:pt x="228" y="70"/>
                    </a:cubicBezTo>
                    <a:cubicBezTo>
                      <a:pt x="228" y="68"/>
                      <a:pt x="228" y="67"/>
                      <a:pt x="229" y="65"/>
                    </a:cubicBezTo>
                    <a:cubicBezTo>
                      <a:pt x="229" y="65"/>
                      <a:pt x="229" y="64"/>
                      <a:pt x="229" y="63"/>
                    </a:cubicBezTo>
                    <a:cubicBezTo>
                      <a:pt x="229" y="61"/>
                      <a:pt x="229" y="60"/>
                      <a:pt x="229" y="58"/>
                    </a:cubicBezTo>
                    <a:cubicBezTo>
                      <a:pt x="229" y="57"/>
                      <a:pt x="229" y="56"/>
                      <a:pt x="229" y="55"/>
                    </a:cubicBezTo>
                    <a:cubicBezTo>
                      <a:pt x="229" y="56"/>
                      <a:pt x="229" y="56"/>
                      <a:pt x="229" y="57"/>
                    </a:cubicBezTo>
                    <a:cubicBezTo>
                      <a:pt x="229" y="56"/>
                      <a:pt x="229" y="54"/>
                      <a:pt x="228" y="53"/>
                    </a:cubicBezTo>
                    <a:cubicBezTo>
                      <a:pt x="228" y="53"/>
                      <a:pt x="228" y="52"/>
                      <a:pt x="228" y="51"/>
                    </a:cubicBezTo>
                    <a:cubicBezTo>
                      <a:pt x="227" y="50"/>
                      <a:pt x="227" y="49"/>
                      <a:pt x="226" y="48"/>
                    </a:cubicBezTo>
                    <a:cubicBezTo>
                      <a:pt x="225" y="47"/>
                      <a:pt x="224" y="46"/>
                      <a:pt x="223" y="44"/>
                    </a:cubicBezTo>
                    <a:cubicBezTo>
                      <a:pt x="222" y="43"/>
                      <a:pt x="220" y="42"/>
                      <a:pt x="219" y="40"/>
                    </a:cubicBezTo>
                    <a:cubicBezTo>
                      <a:pt x="217" y="39"/>
                      <a:pt x="215" y="37"/>
                      <a:pt x="214" y="36"/>
                    </a:cubicBezTo>
                    <a:cubicBezTo>
                      <a:pt x="211" y="34"/>
                      <a:pt x="208" y="33"/>
                      <a:pt x="206" y="31"/>
                    </a:cubicBezTo>
                    <a:cubicBezTo>
                      <a:pt x="204" y="30"/>
                      <a:pt x="202" y="29"/>
                      <a:pt x="200" y="29"/>
                    </a:cubicBezTo>
                    <a:cubicBezTo>
                      <a:pt x="197" y="28"/>
                      <a:pt x="193" y="26"/>
                      <a:pt x="190" y="26"/>
                    </a:cubicBezTo>
                    <a:cubicBezTo>
                      <a:pt x="187" y="25"/>
                      <a:pt x="183" y="25"/>
                      <a:pt x="180" y="24"/>
                    </a:cubicBezTo>
                    <a:cubicBezTo>
                      <a:pt x="176" y="24"/>
                      <a:pt x="172" y="24"/>
                      <a:pt x="169" y="24"/>
                    </a:cubicBezTo>
                    <a:cubicBezTo>
                      <a:pt x="168" y="24"/>
                      <a:pt x="168" y="24"/>
                      <a:pt x="168" y="24"/>
                    </a:cubicBezTo>
                    <a:cubicBezTo>
                      <a:pt x="161" y="25"/>
                      <a:pt x="154" y="25"/>
                      <a:pt x="147" y="27"/>
                    </a:cubicBezTo>
                    <a:cubicBezTo>
                      <a:pt x="137" y="28"/>
                      <a:pt x="129" y="30"/>
                      <a:pt x="120" y="33"/>
                    </a:cubicBezTo>
                    <a:cubicBezTo>
                      <a:pt x="115" y="35"/>
                      <a:pt x="109" y="37"/>
                      <a:pt x="104" y="40"/>
                    </a:cubicBezTo>
                    <a:cubicBezTo>
                      <a:pt x="102" y="41"/>
                      <a:pt x="100" y="42"/>
                      <a:pt x="98" y="43"/>
                    </a:cubicBezTo>
                    <a:cubicBezTo>
                      <a:pt x="98" y="44"/>
                      <a:pt x="97" y="44"/>
                      <a:pt x="97" y="46"/>
                    </a:cubicBezTo>
                    <a:cubicBezTo>
                      <a:pt x="95" y="47"/>
                      <a:pt x="95" y="48"/>
                      <a:pt x="94" y="49"/>
                    </a:cubicBezTo>
                    <a:cubicBezTo>
                      <a:pt x="93" y="52"/>
                      <a:pt x="92" y="54"/>
                      <a:pt x="91" y="57"/>
                    </a:cubicBezTo>
                    <a:cubicBezTo>
                      <a:pt x="89" y="62"/>
                      <a:pt x="88" y="67"/>
                      <a:pt x="87" y="71"/>
                    </a:cubicBezTo>
                    <a:lnTo>
                      <a:pt x="87" y="70"/>
                    </a:lnTo>
                    <a:cubicBezTo>
                      <a:pt x="86" y="76"/>
                      <a:pt x="85" y="82"/>
                      <a:pt x="84" y="89"/>
                    </a:cubicBezTo>
                    <a:cubicBezTo>
                      <a:pt x="84" y="97"/>
                      <a:pt x="84" y="105"/>
                      <a:pt x="84" y="113"/>
                    </a:cubicBezTo>
                    <a:cubicBezTo>
                      <a:pt x="84" y="114"/>
                      <a:pt x="84" y="114"/>
                      <a:pt x="84" y="114"/>
                    </a:cubicBezTo>
                    <a:cubicBezTo>
                      <a:pt x="85" y="121"/>
                      <a:pt x="86" y="129"/>
                      <a:pt x="87" y="136"/>
                    </a:cubicBezTo>
                    <a:cubicBezTo>
                      <a:pt x="88" y="143"/>
                      <a:pt x="90" y="149"/>
                      <a:pt x="92" y="156"/>
                    </a:cubicBezTo>
                    <a:cubicBezTo>
                      <a:pt x="93" y="158"/>
                      <a:pt x="93" y="159"/>
                      <a:pt x="94" y="161"/>
                    </a:cubicBezTo>
                    <a:cubicBezTo>
                      <a:pt x="94" y="162"/>
                      <a:pt x="95" y="163"/>
                      <a:pt x="96" y="164"/>
                    </a:cubicBezTo>
                    <a:cubicBezTo>
                      <a:pt x="96" y="165"/>
                      <a:pt x="97" y="166"/>
                      <a:pt x="97" y="166"/>
                    </a:cubicBezTo>
                    <a:cubicBezTo>
                      <a:pt x="98" y="167"/>
                      <a:pt x="98" y="168"/>
                      <a:pt x="99" y="169"/>
                    </a:cubicBezTo>
                    <a:cubicBezTo>
                      <a:pt x="100" y="169"/>
                      <a:pt x="101" y="170"/>
                      <a:pt x="101" y="170"/>
                    </a:cubicBezTo>
                    <a:cubicBezTo>
                      <a:pt x="102" y="170"/>
                      <a:pt x="102" y="171"/>
                      <a:pt x="102" y="171"/>
                    </a:cubicBezTo>
                    <a:lnTo>
                      <a:pt x="103" y="171"/>
                    </a:lnTo>
                    <a:cubicBezTo>
                      <a:pt x="104" y="171"/>
                      <a:pt x="104" y="171"/>
                      <a:pt x="105" y="171"/>
                    </a:cubicBezTo>
                    <a:lnTo>
                      <a:pt x="106" y="172"/>
                    </a:lnTo>
                    <a:lnTo>
                      <a:pt x="108" y="172"/>
                    </a:lnTo>
                    <a:moveTo>
                      <a:pt x="98" y="194"/>
                    </a:moveTo>
                    <a:cubicBezTo>
                      <a:pt x="95" y="193"/>
                      <a:pt x="92" y="192"/>
                      <a:pt x="89" y="190"/>
                    </a:cubicBezTo>
                    <a:cubicBezTo>
                      <a:pt x="86" y="188"/>
                      <a:pt x="84" y="186"/>
                      <a:pt x="81" y="184"/>
                    </a:cubicBezTo>
                    <a:cubicBezTo>
                      <a:pt x="77" y="178"/>
                      <a:pt x="73" y="173"/>
                      <a:pt x="71" y="166"/>
                    </a:cubicBezTo>
                    <a:cubicBezTo>
                      <a:pt x="70" y="163"/>
                      <a:pt x="69" y="159"/>
                      <a:pt x="68" y="155"/>
                    </a:cubicBezTo>
                    <a:cubicBezTo>
                      <a:pt x="67" y="151"/>
                      <a:pt x="66" y="147"/>
                      <a:pt x="65" y="142"/>
                    </a:cubicBezTo>
                    <a:cubicBezTo>
                      <a:pt x="62" y="126"/>
                      <a:pt x="60" y="110"/>
                      <a:pt x="61" y="93"/>
                    </a:cubicBezTo>
                    <a:cubicBezTo>
                      <a:pt x="61" y="84"/>
                      <a:pt x="62" y="74"/>
                      <a:pt x="64" y="65"/>
                    </a:cubicBezTo>
                    <a:cubicBezTo>
                      <a:pt x="60" y="68"/>
                      <a:pt x="55" y="71"/>
                      <a:pt x="51" y="74"/>
                    </a:cubicBezTo>
                    <a:cubicBezTo>
                      <a:pt x="40" y="82"/>
                      <a:pt x="30" y="90"/>
                      <a:pt x="19" y="97"/>
                    </a:cubicBezTo>
                    <a:cubicBezTo>
                      <a:pt x="14" y="101"/>
                      <a:pt x="7" y="100"/>
                      <a:pt x="4" y="95"/>
                    </a:cubicBezTo>
                    <a:cubicBezTo>
                      <a:pt x="0" y="90"/>
                      <a:pt x="2" y="84"/>
                      <a:pt x="6" y="81"/>
                    </a:cubicBezTo>
                    <a:cubicBezTo>
                      <a:pt x="18" y="72"/>
                      <a:pt x="30" y="63"/>
                      <a:pt x="42" y="54"/>
                    </a:cubicBezTo>
                    <a:cubicBezTo>
                      <a:pt x="49" y="50"/>
                      <a:pt x="55" y="45"/>
                      <a:pt x="62" y="40"/>
                    </a:cubicBezTo>
                    <a:cubicBezTo>
                      <a:pt x="66" y="37"/>
                      <a:pt x="70" y="35"/>
                      <a:pt x="74" y="32"/>
                    </a:cubicBezTo>
                    <a:cubicBezTo>
                      <a:pt x="75" y="32"/>
                      <a:pt x="76" y="30"/>
                      <a:pt x="77" y="30"/>
                    </a:cubicBezTo>
                    <a:cubicBezTo>
                      <a:pt x="79" y="29"/>
                      <a:pt x="79" y="28"/>
                      <a:pt x="80" y="27"/>
                    </a:cubicBezTo>
                    <a:cubicBezTo>
                      <a:pt x="83" y="23"/>
                      <a:pt x="88" y="19"/>
                      <a:pt x="93" y="18"/>
                    </a:cubicBezTo>
                    <a:cubicBezTo>
                      <a:pt x="94" y="18"/>
                      <a:pt x="95" y="18"/>
                      <a:pt x="97" y="19"/>
                    </a:cubicBezTo>
                    <a:cubicBezTo>
                      <a:pt x="112" y="12"/>
                      <a:pt x="129" y="7"/>
                      <a:pt x="145" y="4"/>
                    </a:cubicBezTo>
                    <a:cubicBezTo>
                      <a:pt x="162" y="1"/>
                      <a:pt x="179" y="0"/>
                      <a:pt x="196" y="4"/>
                    </a:cubicBezTo>
                    <a:cubicBezTo>
                      <a:pt x="211" y="7"/>
                      <a:pt x="226" y="15"/>
                      <a:pt x="238" y="26"/>
                    </a:cubicBezTo>
                    <a:cubicBezTo>
                      <a:pt x="243" y="32"/>
                      <a:pt x="246" y="38"/>
                      <a:pt x="249" y="44"/>
                    </a:cubicBezTo>
                    <a:cubicBezTo>
                      <a:pt x="252" y="52"/>
                      <a:pt x="252" y="60"/>
                      <a:pt x="251" y="68"/>
                    </a:cubicBezTo>
                    <a:cubicBezTo>
                      <a:pt x="250" y="74"/>
                      <a:pt x="247" y="81"/>
                      <a:pt x="244" y="87"/>
                    </a:cubicBezTo>
                    <a:cubicBezTo>
                      <a:pt x="241" y="94"/>
                      <a:pt x="236" y="100"/>
                      <a:pt x="231" y="106"/>
                    </a:cubicBezTo>
                    <a:cubicBezTo>
                      <a:pt x="226" y="112"/>
                      <a:pt x="221" y="117"/>
                      <a:pt x="215" y="123"/>
                    </a:cubicBezTo>
                    <a:cubicBezTo>
                      <a:pt x="210" y="127"/>
                      <a:pt x="205" y="132"/>
                      <a:pt x="200" y="137"/>
                    </a:cubicBezTo>
                    <a:cubicBezTo>
                      <a:pt x="187" y="148"/>
                      <a:pt x="174" y="159"/>
                      <a:pt x="161" y="169"/>
                    </a:cubicBezTo>
                    <a:cubicBezTo>
                      <a:pt x="154" y="174"/>
                      <a:pt x="147" y="178"/>
                      <a:pt x="140" y="183"/>
                    </a:cubicBezTo>
                    <a:cubicBezTo>
                      <a:pt x="134" y="187"/>
                      <a:pt x="127" y="191"/>
                      <a:pt x="119" y="193"/>
                    </a:cubicBezTo>
                    <a:cubicBezTo>
                      <a:pt x="115" y="195"/>
                      <a:pt x="111" y="195"/>
                      <a:pt x="106" y="195"/>
                    </a:cubicBezTo>
                    <a:cubicBezTo>
                      <a:pt x="104" y="195"/>
                      <a:pt x="101" y="195"/>
                      <a:pt x="98" y="1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514" name="Google Shape;3514;p40">
              <a:extLst>
                <a:ext uri="{FF2B5EF4-FFF2-40B4-BE49-F238E27FC236}">
                  <a16:creationId xmlns:a16="http://schemas.microsoft.com/office/drawing/2014/main" id="{8B8CA3C4-2AFB-1E02-1113-97204642A87F}"/>
                </a:ext>
              </a:extLst>
            </p:cNvPr>
            <p:cNvGrpSpPr/>
            <p:nvPr/>
          </p:nvGrpSpPr>
          <p:grpSpPr>
            <a:xfrm>
              <a:off x="8097494" y="3395446"/>
              <a:ext cx="2561166" cy="2417115"/>
              <a:chOff x="16200" y="3746880"/>
              <a:chExt cx="1190520" cy="1123560"/>
            </a:xfrm>
          </p:grpSpPr>
          <p:sp>
            <p:nvSpPr>
              <p:cNvPr id="3515" name="Google Shape;3515;p40">
                <a:extLst>
                  <a:ext uri="{FF2B5EF4-FFF2-40B4-BE49-F238E27FC236}">
                    <a16:creationId xmlns:a16="http://schemas.microsoft.com/office/drawing/2014/main" id="{3D3A5D63-6DC7-EA6B-4747-3DE68DEE5893}"/>
                  </a:ext>
                </a:extLst>
              </p:cNvPr>
              <p:cNvSpPr/>
              <p:nvPr/>
            </p:nvSpPr>
            <p:spPr>
              <a:xfrm>
                <a:off x="89640" y="3895560"/>
                <a:ext cx="963360" cy="718200"/>
              </a:xfrm>
              <a:custGeom>
                <a:avLst/>
                <a:gdLst/>
                <a:ahLst/>
                <a:cxnLst/>
                <a:rect l="l" t="t" r="r" b="b"/>
                <a:pathLst>
                  <a:path w="2676" h="1995" extrusionOk="0">
                    <a:moveTo>
                      <a:pt x="1338" y="1994"/>
                    </a:moveTo>
                    <a:cubicBezTo>
                      <a:pt x="1312" y="1993"/>
                      <a:pt x="1287" y="1991"/>
                      <a:pt x="1261" y="1988"/>
                    </a:cubicBezTo>
                    <a:cubicBezTo>
                      <a:pt x="1208" y="1982"/>
                      <a:pt x="1156" y="1973"/>
                      <a:pt x="1104" y="1958"/>
                    </a:cubicBezTo>
                    <a:cubicBezTo>
                      <a:pt x="1061" y="1946"/>
                      <a:pt x="1019" y="1930"/>
                      <a:pt x="978" y="1912"/>
                    </a:cubicBezTo>
                    <a:cubicBezTo>
                      <a:pt x="948" y="1899"/>
                      <a:pt x="918" y="1884"/>
                      <a:pt x="889" y="1868"/>
                    </a:cubicBezTo>
                    <a:cubicBezTo>
                      <a:pt x="857" y="1851"/>
                      <a:pt x="827" y="1833"/>
                      <a:pt x="797" y="1813"/>
                    </a:cubicBezTo>
                    <a:lnTo>
                      <a:pt x="797" y="1814"/>
                    </a:lnTo>
                    <a:cubicBezTo>
                      <a:pt x="797" y="1813"/>
                      <a:pt x="796" y="1812"/>
                      <a:pt x="796" y="1812"/>
                    </a:cubicBezTo>
                    <a:lnTo>
                      <a:pt x="795" y="1812"/>
                    </a:lnTo>
                    <a:cubicBezTo>
                      <a:pt x="754" y="1784"/>
                      <a:pt x="714" y="1752"/>
                      <a:pt x="677" y="1717"/>
                    </a:cubicBezTo>
                    <a:cubicBezTo>
                      <a:pt x="639" y="1681"/>
                      <a:pt x="603" y="1643"/>
                      <a:pt x="567" y="1604"/>
                    </a:cubicBezTo>
                    <a:cubicBezTo>
                      <a:pt x="532" y="1565"/>
                      <a:pt x="498" y="1525"/>
                      <a:pt x="468" y="1482"/>
                    </a:cubicBezTo>
                    <a:cubicBezTo>
                      <a:pt x="436" y="1439"/>
                      <a:pt x="407" y="1394"/>
                      <a:pt x="381" y="1347"/>
                    </a:cubicBezTo>
                    <a:cubicBezTo>
                      <a:pt x="354" y="1300"/>
                      <a:pt x="329" y="1253"/>
                      <a:pt x="304" y="1204"/>
                    </a:cubicBezTo>
                    <a:cubicBezTo>
                      <a:pt x="281" y="1157"/>
                      <a:pt x="259" y="1109"/>
                      <a:pt x="238" y="1060"/>
                    </a:cubicBezTo>
                    <a:cubicBezTo>
                      <a:pt x="217" y="1011"/>
                      <a:pt x="198" y="961"/>
                      <a:pt x="179" y="912"/>
                    </a:cubicBezTo>
                    <a:cubicBezTo>
                      <a:pt x="161" y="865"/>
                      <a:pt x="143" y="819"/>
                      <a:pt x="127" y="772"/>
                    </a:cubicBezTo>
                    <a:cubicBezTo>
                      <a:pt x="110" y="724"/>
                      <a:pt x="94" y="676"/>
                      <a:pt x="81" y="627"/>
                    </a:cubicBezTo>
                    <a:cubicBezTo>
                      <a:pt x="74" y="603"/>
                      <a:pt x="69" y="580"/>
                      <a:pt x="63" y="557"/>
                    </a:cubicBezTo>
                    <a:cubicBezTo>
                      <a:pt x="56" y="532"/>
                      <a:pt x="51" y="506"/>
                      <a:pt x="46" y="481"/>
                    </a:cubicBezTo>
                    <a:cubicBezTo>
                      <a:pt x="36" y="430"/>
                      <a:pt x="28" y="379"/>
                      <a:pt x="20" y="327"/>
                    </a:cubicBezTo>
                    <a:cubicBezTo>
                      <a:pt x="17" y="301"/>
                      <a:pt x="13" y="275"/>
                      <a:pt x="10" y="249"/>
                    </a:cubicBezTo>
                    <a:cubicBezTo>
                      <a:pt x="8" y="237"/>
                      <a:pt x="8" y="225"/>
                      <a:pt x="7" y="214"/>
                    </a:cubicBezTo>
                    <a:cubicBezTo>
                      <a:pt x="6" y="202"/>
                      <a:pt x="4" y="191"/>
                      <a:pt x="4" y="179"/>
                    </a:cubicBezTo>
                    <a:cubicBezTo>
                      <a:pt x="4" y="175"/>
                      <a:pt x="4" y="171"/>
                      <a:pt x="3" y="167"/>
                    </a:cubicBezTo>
                    <a:cubicBezTo>
                      <a:pt x="2" y="151"/>
                      <a:pt x="1" y="135"/>
                      <a:pt x="1" y="119"/>
                    </a:cubicBezTo>
                    <a:cubicBezTo>
                      <a:pt x="1" y="115"/>
                      <a:pt x="1" y="110"/>
                      <a:pt x="1" y="105"/>
                    </a:cubicBezTo>
                    <a:cubicBezTo>
                      <a:pt x="1" y="101"/>
                      <a:pt x="1" y="98"/>
                      <a:pt x="1" y="94"/>
                    </a:cubicBezTo>
                    <a:cubicBezTo>
                      <a:pt x="1" y="93"/>
                      <a:pt x="1" y="92"/>
                      <a:pt x="0" y="91"/>
                    </a:cubicBezTo>
                    <a:cubicBezTo>
                      <a:pt x="0" y="81"/>
                      <a:pt x="10" y="72"/>
                      <a:pt x="19" y="72"/>
                    </a:cubicBezTo>
                    <a:cubicBezTo>
                      <a:pt x="29" y="72"/>
                      <a:pt x="38" y="81"/>
                      <a:pt x="38" y="91"/>
                    </a:cubicBezTo>
                    <a:cubicBezTo>
                      <a:pt x="38" y="92"/>
                      <a:pt x="38" y="93"/>
                      <a:pt x="38" y="94"/>
                    </a:cubicBezTo>
                    <a:cubicBezTo>
                      <a:pt x="37" y="97"/>
                      <a:pt x="38" y="101"/>
                      <a:pt x="38" y="105"/>
                    </a:cubicBezTo>
                    <a:cubicBezTo>
                      <a:pt x="37" y="109"/>
                      <a:pt x="37" y="114"/>
                      <a:pt x="38" y="118"/>
                    </a:cubicBezTo>
                    <a:cubicBezTo>
                      <a:pt x="38" y="123"/>
                      <a:pt x="38" y="130"/>
                      <a:pt x="38" y="136"/>
                    </a:cubicBezTo>
                    <a:cubicBezTo>
                      <a:pt x="38" y="144"/>
                      <a:pt x="39" y="153"/>
                      <a:pt x="39" y="161"/>
                    </a:cubicBezTo>
                    <a:lnTo>
                      <a:pt x="39" y="160"/>
                    </a:lnTo>
                    <a:lnTo>
                      <a:pt x="39" y="161"/>
                    </a:lnTo>
                    <a:lnTo>
                      <a:pt x="39" y="162"/>
                    </a:lnTo>
                    <a:lnTo>
                      <a:pt x="39" y="161"/>
                    </a:lnTo>
                    <a:cubicBezTo>
                      <a:pt x="40" y="171"/>
                      <a:pt x="41" y="181"/>
                      <a:pt x="42" y="190"/>
                    </a:cubicBezTo>
                    <a:cubicBezTo>
                      <a:pt x="42" y="202"/>
                      <a:pt x="43" y="214"/>
                      <a:pt x="45" y="226"/>
                    </a:cubicBezTo>
                    <a:cubicBezTo>
                      <a:pt x="48" y="251"/>
                      <a:pt x="50" y="275"/>
                      <a:pt x="53" y="301"/>
                    </a:cubicBezTo>
                    <a:cubicBezTo>
                      <a:pt x="61" y="352"/>
                      <a:pt x="70" y="404"/>
                      <a:pt x="79" y="455"/>
                    </a:cubicBezTo>
                    <a:cubicBezTo>
                      <a:pt x="82" y="471"/>
                      <a:pt x="85" y="486"/>
                      <a:pt x="88" y="502"/>
                    </a:cubicBezTo>
                    <a:cubicBezTo>
                      <a:pt x="88" y="501"/>
                      <a:pt x="88" y="501"/>
                      <a:pt x="88" y="501"/>
                    </a:cubicBezTo>
                    <a:cubicBezTo>
                      <a:pt x="96" y="541"/>
                      <a:pt x="106" y="580"/>
                      <a:pt x="117" y="620"/>
                    </a:cubicBezTo>
                    <a:cubicBezTo>
                      <a:pt x="129" y="661"/>
                      <a:pt x="142" y="701"/>
                      <a:pt x="156" y="742"/>
                    </a:cubicBezTo>
                    <a:cubicBezTo>
                      <a:pt x="172" y="788"/>
                      <a:pt x="189" y="834"/>
                      <a:pt x="206" y="879"/>
                    </a:cubicBezTo>
                    <a:cubicBezTo>
                      <a:pt x="225" y="928"/>
                      <a:pt x="244" y="978"/>
                      <a:pt x="265" y="1026"/>
                    </a:cubicBezTo>
                    <a:cubicBezTo>
                      <a:pt x="288" y="1082"/>
                      <a:pt x="313" y="1138"/>
                      <a:pt x="341" y="1192"/>
                    </a:cubicBezTo>
                    <a:cubicBezTo>
                      <a:pt x="342" y="1194"/>
                      <a:pt x="342" y="1197"/>
                      <a:pt x="343" y="1198"/>
                    </a:cubicBezTo>
                    <a:lnTo>
                      <a:pt x="343" y="1197"/>
                    </a:lnTo>
                    <a:cubicBezTo>
                      <a:pt x="363" y="1236"/>
                      <a:pt x="384" y="1275"/>
                      <a:pt x="406" y="1314"/>
                    </a:cubicBezTo>
                    <a:cubicBezTo>
                      <a:pt x="427" y="1352"/>
                      <a:pt x="448" y="1388"/>
                      <a:pt x="473" y="1424"/>
                    </a:cubicBezTo>
                    <a:cubicBezTo>
                      <a:pt x="504" y="1470"/>
                      <a:pt x="538" y="1515"/>
                      <a:pt x="575" y="1557"/>
                    </a:cubicBezTo>
                    <a:cubicBezTo>
                      <a:pt x="624" y="1612"/>
                      <a:pt x="676" y="1665"/>
                      <a:pt x="731" y="1715"/>
                    </a:cubicBezTo>
                    <a:cubicBezTo>
                      <a:pt x="730" y="1714"/>
                      <a:pt x="730" y="1713"/>
                      <a:pt x="729" y="1713"/>
                    </a:cubicBezTo>
                    <a:cubicBezTo>
                      <a:pt x="758" y="1738"/>
                      <a:pt x="787" y="1761"/>
                      <a:pt x="820" y="1783"/>
                    </a:cubicBezTo>
                    <a:cubicBezTo>
                      <a:pt x="819" y="1782"/>
                      <a:pt x="818" y="1782"/>
                      <a:pt x="817" y="1782"/>
                    </a:cubicBezTo>
                    <a:cubicBezTo>
                      <a:pt x="858" y="1808"/>
                      <a:pt x="901" y="1832"/>
                      <a:pt x="944" y="1854"/>
                    </a:cubicBezTo>
                    <a:cubicBezTo>
                      <a:pt x="943" y="1853"/>
                      <a:pt x="942" y="1853"/>
                      <a:pt x="941" y="1853"/>
                    </a:cubicBezTo>
                    <a:cubicBezTo>
                      <a:pt x="979" y="1871"/>
                      <a:pt x="1016" y="1888"/>
                      <a:pt x="1056" y="1902"/>
                    </a:cubicBezTo>
                    <a:cubicBezTo>
                      <a:pt x="1096" y="1916"/>
                      <a:pt x="1138" y="1928"/>
                      <a:pt x="1180" y="1937"/>
                    </a:cubicBezTo>
                    <a:cubicBezTo>
                      <a:pt x="1219" y="1944"/>
                      <a:pt x="1257" y="1949"/>
                      <a:pt x="1297" y="1952"/>
                    </a:cubicBezTo>
                    <a:cubicBezTo>
                      <a:pt x="1296" y="1952"/>
                      <a:pt x="1296" y="1952"/>
                      <a:pt x="1296" y="1952"/>
                    </a:cubicBezTo>
                    <a:cubicBezTo>
                      <a:pt x="1312" y="1953"/>
                      <a:pt x="1328" y="1954"/>
                      <a:pt x="1343" y="1955"/>
                    </a:cubicBezTo>
                    <a:cubicBezTo>
                      <a:pt x="1358" y="1955"/>
                      <a:pt x="1372" y="1956"/>
                      <a:pt x="1386" y="1955"/>
                    </a:cubicBezTo>
                    <a:cubicBezTo>
                      <a:pt x="1409" y="1953"/>
                      <a:pt x="1431" y="1949"/>
                      <a:pt x="1453" y="1945"/>
                    </a:cubicBezTo>
                    <a:cubicBezTo>
                      <a:pt x="1477" y="1939"/>
                      <a:pt x="1501" y="1934"/>
                      <a:pt x="1524" y="1928"/>
                    </a:cubicBezTo>
                    <a:cubicBezTo>
                      <a:pt x="1545" y="1922"/>
                      <a:pt x="1566" y="1917"/>
                      <a:pt x="1587" y="1910"/>
                    </a:cubicBezTo>
                    <a:cubicBezTo>
                      <a:pt x="1586" y="1910"/>
                      <a:pt x="1586" y="1910"/>
                      <a:pt x="1586" y="1910"/>
                    </a:cubicBezTo>
                    <a:cubicBezTo>
                      <a:pt x="1603" y="1904"/>
                      <a:pt x="1620" y="1897"/>
                      <a:pt x="1636" y="1890"/>
                    </a:cubicBezTo>
                    <a:cubicBezTo>
                      <a:pt x="1652" y="1883"/>
                      <a:pt x="1668" y="1877"/>
                      <a:pt x="1683" y="1869"/>
                    </a:cubicBezTo>
                    <a:cubicBezTo>
                      <a:pt x="1709" y="1856"/>
                      <a:pt x="1734" y="1840"/>
                      <a:pt x="1758" y="1824"/>
                    </a:cubicBezTo>
                    <a:lnTo>
                      <a:pt x="1757" y="1825"/>
                    </a:lnTo>
                    <a:cubicBezTo>
                      <a:pt x="1793" y="1801"/>
                      <a:pt x="1826" y="1775"/>
                      <a:pt x="1860" y="1750"/>
                    </a:cubicBezTo>
                    <a:cubicBezTo>
                      <a:pt x="1893" y="1724"/>
                      <a:pt x="1925" y="1699"/>
                      <a:pt x="1955" y="1672"/>
                    </a:cubicBezTo>
                    <a:cubicBezTo>
                      <a:pt x="1954" y="1673"/>
                      <a:pt x="1954" y="1673"/>
                      <a:pt x="1953" y="1673"/>
                    </a:cubicBezTo>
                    <a:cubicBezTo>
                      <a:pt x="1987" y="1644"/>
                      <a:pt x="2019" y="1613"/>
                      <a:pt x="2052" y="1583"/>
                    </a:cubicBezTo>
                    <a:cubicBezTo>
                      <a:pt x="2068" y="1568"/>
                      <a:pt x="2084" y="1554"/>
                      <a:pt x="2100" y="1539"/>
                    </a:cubicBezTo>
                    <a:cubicBezTo>
                      <a:pt x="2116" y="1522"/>
                      <a:pt x="2133" y="1505"/>
                      <a:pt x="2149" y="1487"/>
                    </a:cubicBezTo>
                    <a:cubicBezTo>
                      <a:pt x="2165" y="1468"/>
                      <a:pt x="2182" y="1448"/>
                      <a:pt x="2197" y="1428"/>
                    </a:cubicBezTo>
                    <a:cubicBezTo>
                      <a:pt x="2214" y="1408"/>
                      <a:pt x="2229" y="1388"/>
                      <a:pt x="2244" y="1366"/>
                    </a:cubicBezTo>
                    <a:cubicBezTo>
                      <a:pt x="2264" y="1337"/>
                      <a:pt x="2283" y="1307"/>
                      <a:pt x="2301" y="1276"/>
                    </a:cubicBezTo>
                    <a:cubicBezTo>
                      <a:pt x="2318" y="1246"/>
                      <a:pt x="2336" y="1215"/>
                      <a:pt x="2351" y="1184"/>
                    </a:cubicBezTo>
                    <a:cubicBezTo>
                      <a:pt x="2351" y="1184"/>
                      <a:pt x="2351" y="1185"/>
                      <a:pt x="2350" y="1185"/>
                    </a:cubicBezTo>
                    <a:cubicBezTo>
                      <a:pt x="2351" y="1184"/>
                      <a:pt x="2351" y="1183"/>
                      <a:pt x="2352" y="1181"/>
                    </a:cubicBezTo>
                    <a:cubicBezTo>
                      <a:pt x="2352" y="1182"/>
                      <a:pt x="2351" y="1183"/>
                      <a:pt x="2351" y="1184"/>
                    </a:cubicBezTo>
                    <a:cubicBezTo>
                      <a:pt x="2361" y="1164"/>
                      <a:pt x="2371" y="1145"/>
                      <a:pt x="2379" y="1126"/>
                    </a:cubicBezTo>
                    <a:cubicBezTo>
                      <a:pt x="2389" y="1103"/>
                      <a:pt x="2398" y="1081"/>
                      <a:pt x="2408" y="1059"/>
                    </a:cubicBezTo>
                    <a:cubicBezTo>
                      <a:pt x="2425" y="1018"/>
                      <a:pt x="2441" y="978"/>
                      <a:pt x="2456" y="936"/>
                    </a:cubicBezTo>
                    <a:cubicBezTo>
                      <a:pt x="2458" y="927"/>
                      <a:pt x="2461" y="918"/>
                      <a:pt x="2464" y="909"/>
                    </a:cubicBezTo>
                    <a:lnTo>
                      <a:pt x="2464" y="910"/>
                    </a:lnTo>
                    <a:cubicBezTo>
                      <a:pt x="2464" y="909"/>
                      <a:pt x="2465" y="909"/>
                      <a:pt x="2465" y="908"/>
                    </a:cubicBezTo>
                    <a:cubicBezTo>
                      <a:pt x="2465" y="906"/>
                      <a:pt x="2466" y="904"/>
                      <a:pt x="2467" y="902"/>
                    </a:cubicBezTo>
                    <a:cubicBezTo>
                      <a:pt x="2467" y="903"/>
                      <a:pt x="2467" y="904"/>
                      <a:pt x="2466" y="905"/>
                    </a:cubicBezTo>
                    <a:cubicBezTo>
                      <a:pt x="2474" y="882"/>
                      <a:pt x="2482" y="859"/>
                      <a:pt x="2489" y="837"/>
                    </a:cubicBezTo>
                    <a:cubicBezTo>
                      <a:pt x="2498" y="813"/>
                      <a:pt x="2506" y="790"/>
                      <a:pt x="2513" y="766"/>
                    </a:cubicBezTo>
                    <a:cubicBezTo>
                      <a:pt x="2530" y="715"/>
                      <a:pt x="2545" y="663"/>
                      <a:pt x="2559" y="612"/>
                    </a:cubicBezTo>
                    <a:cubicBezTo>
                      <a:pt x="2574" y="550"/>
                      <a:pt x="2590" y="489"/>
                      <a:pt x="2603" y="428"/>
                    </a:cubicBezTo>
                    <a:cubicBezTo>
                      <a:pt x="2620" y="341"/>
                      <a:pt x="2628" y="253"/>
                      <a:pt x="2634" y="165"/>
                    </a:cubicBezTo>
                    <a:lnTo>
                      <a:pt x="2634" y="167"/>
                    </a:lnTo>
                    <a:cubicBezTo>
                      <a:pt x="2635" y="144"/>
                      <a:pt x="2636" y="121"/>
                      <a:pt x="2637" y="98"/>
                    </a:cubicBezTo>
                    <a:cubicBezTo>
                      <a:pt x="2637" y="72"/>
                      <a:pt x="2637" y="46"/>
                      <a:pt x="2636" y="20"/>
                    </a:cubicBezTo>
                    <a:cubicBezTo>
                      <a:pt x="2636" y="9"/>
                      <a:pt x="2645" y="0"/>
                      <a:pt x="2655" y="0"/>
                    </a:cubicBezTo>
                    <a:cubicBezTo>
                      <a:pt x="2666" y="0"/>
                      <a:pt x="2674" y="9"/>
                      <a:pt x="2674" y="20"/>
                    </a:cubicBezTo>
                    <a:cubicBezTo>
                      <a:pt x="2675" y="31"/>
                      <a:pt x="2675" y="44"/>
                      <a:pt x="2675" y="55"/>
                    </a:cubicBezTo>
                    <a:cubicBezTo>
                      <a:pt x="2675" y="68"/>
                      <a:pt x="2675" y="81"/>
                      <a:pt x="2675" y="95"/>
                    </a:cubicBezTo>
                    <a:cubicBezTo>
                      <a:pt x="2675" y="117"/>
                      <a:pt x="2673" y="140"/>
                      <a:pt x="2672" y="162"/>
                    </a:cubicBezTo>
                    <a:cubicBezTo>
                      <a:pt x="2669" y="213"/>
                      <a:pt x="2664" y="263"/>
                      <a:pt x="2658" y="314"/>
                    </a:cubicBezTo>
                    <a:cubicBezTo>
                      <a:pt x="2653" y="363"/>
                      <a:pt x="2645" y="412"/>
                      <a:pt x="2634" y="460"/>
                    </a:cubicBezTo>
                    <a:cubicBezTo>
                      <a:pt x="2624" y="510"/>
                      <a:pt x="2611" y="559"/>
                      <a:pt x="2598" y="609"/>
                    </a:cubicBezTo>
                    <a:cubicBezTo>
                      <a:pt x="2583" y="661"/>
                      <a:pt x="2569" y="713"/>
                      <a:pt x="2553" y="765"/>
                    </a:cubicBezTo>
                    <a:cubicBezTo>
                      <a:pt x="2538" y="811"/>
                      <a:pt x="2522" y="858"/>
                      <a:pt x="2506" y="904"/>
                    </a:cubicBezTo>
                    <a:cubicBezTo>
                      <a:pt x="2491" y="950"/>
                      <a:pt x="2474" y="996"/>
                      <a:pt x="2456" y="1042"/>
                    </a:cubicBezTo>
                    <a:cubicBezTo>
                      <a:pt x="2446" y="1065"/>
                      <a:pt x="2436" y="1088"/>
                      <a:pt x="2426" y="1111"/>
                    </a:cubicBezTo>
                    <a:cubicBezTo>
                      <a:pt x="2416" y="1134"/>
                      <a:pt x="2406" y="1158"/>
                      <a:pt x="2394" y="1181"/>
                    </a:cubicBezTo>
                    <a:cubicBezTo>
                      <a:pt x="2384" y="1202"/>
                      <a:pt x="2373" y="1222"/>
                      <a:pt x="2362" y="1243"/>
                    </a:cubicBezTo>
                    <a:cubicBezTo>
                      <a:pt x="2351" y="1264"/>
                      <a:pt x="2339" y="1284"/>
                      <a:pt x="2327" y="1305"/>
                    </a:cubicBezTo>
                    <a:cubicBezTo>
                      <a:pt x="2315" y="1325"/>
                      <a:pt x="2302" y="1346"/>
                      <a:pt x="2289" y="1366"/>
                    </a:cubicBezTo>
                    <a:cubicBezTo>
                      <a:pt x="2282" y="1377"/>
                      <a:pt x="2275" y="1387"/>
                      <a:pt x="2268" y="1398"/>
                    </a:cubicBezTo>
                    <a:cubicBezTo>
                      <a:pt x="2260" y="1408"/>
                      <a:pt x="2253" y="1419"/>
                      <a:pt x="2246" y="1429"/>
                    </a:cubicBezTo>
                    <a:cubicBezTo>
                      <a:pt x="2230" y="1450"/>
                      <a:pt x="2213" y="1470"/>
                      <a:pt x="2195" y="1490"/>
                    </a:cubicBezTo>
                    <a:cubicBezTo>
                      <a:pt x="2180" y="1508"/>
                      <a:pt x="2164" y="1525"/>
                      <a:pt x="2148" y="1543"/>
                    </a:cubicBezTo>
                    <a:cubicBezTo>
                      <a:pt x="2132" y="1560"/>
                      <a:pt x="2114" y="1576"/>
                      <a:pt x="2097" y="1592"/>
                    </a:cubicBezTo>
                    <a:cubicBezTo>
                      <a:pt x="2081" y="1607"/>
                      <a:pt x="2065" y="1622"/>
                      <a:pt x="2049" y="1636"/>
                    </a:cubicBezTo>
                    <a:cubicBezTo>
                      <a:pt x="2015" y="1669"/>
                      <a:pt x="1981" y="1701"/>
                      <a:pt x="1945" y="1730"/>
                    </a:cubicBezTo>
                    <a:cubicBezTo>
                      <a:pt x="1907" y="1762"/>
                      <a:pt x="1868" y="1792"/>
                      <a:pt x="1828" y="1821"/>
                    </a:cubicBezTo>
                    <a:cubicBezTo>
                      <a:pt x="1787" y="1850"/>
                      <a:pt x="1747" y="1879"/>
                      <a:pt x="1703" y="1902"/>
                    </a:cubicBezTo>
                    <a:cubicBezTo>
                      <a:pt x="1692" y="1907"/>
                      <a:pt x="1682" y="1912"/>
                      <a:pt x="1671" y="1917"/>
                    </a:cubicBezTo>
                    <a:cubicBezTo>
                      <a:pt x="1659" y="1923"/>
                      <a:pt x="1646" y="1928"/>
                      <a:pt x="1633" y="1933"/>
                    </a:cubicBezTo>
                    <a:cubicBezTo>
                      <a:pt x="1610" y="1942"/>
                      <a:pt x="1586" y="1951"/>
                      <a:pt x="1562" y="1958"/>
                    </a:cubicBezTo>
                    <a:cubicBezTo>
                      <a:pt x="1538" y="1965"/>
                      <a:pt x="1513" y="1971"/>
                      <a:pt x="1488" y="1977"/>
                    </a:cubicBezTo>
                    <a:cubicBezTo>
                      <a:pt x="1462" y="1983"/>
                      <a:pt x="1435" y="1988"/>
                      <a:pt x="1408" y="1991"/>
                    </a:cubicBezTo>
                    <a:cubicBezTo>
                      <a:pt x="1391" y="1994"/>
                      <a:pt x="1375" y="1994"/>
                      <a:pt x="1358" y="1994"/>
                    </a:cubicBezTo>
                    <a:cubicBezTo>
                      <a:pt x="1351" y="1994"/>
                      <a:pt x="1344" y="1994"/>
                      <a:pt x="1338" y="19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6" name="Google Shape;3516;p40">
                <a:extLst>
                  <a:ext uri="{FF2B5EF4-FFF2-40B4-BE49-F238E27FC236}">
                    <a16:creationId xmlns:a16="http://schemas.microsoft.com/office/drawing/2014/main" id="{813034A1-D78D-5E78-87B6-9C8921DF58B7}"/>
                  </a:ext>
                </a:extLst>
              </p:cNvPr>
              <p:cNvSpPr/>
              <p:nvPr/>
            </p:nvSpPr>
            <p:spPr>
              <a:xfrm>
                <a:off x="186480" y="4291200"/>
                <a:ext cx="9720" cy="6408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78" extrusionOk="0">
                    <a:moveTo>
                      <a:pt x="10" y="177"/>
                    </a:moveTo>
                    <a:cubicBezTo>
                      <a:pt x="6" y="177"/>
                      <a:pt x="0" y="172"/>
                      <a:pt x="1" y="167"/>
                    </a:cubicBezTo>
                    <a:cubicBezTo>
                      <a:pt x="2" y="149"/>
                      <a:pt x="3" y="133"/>
                      <a:pt x="4" y="115"/>
                    </a:cubicBezTo>
                    <a:cubicBezTo>
                      <a:pt x="5" y="100"/>
                      <a:pt x="5" y="85"/>
                      <a:pt x="4" y="69"/>
                    </a:cubicBezTo>
                    <a:cubicBezTo>
                      <a:pt x="3" y="61"/>
                      <a:pt x="3" y="52"/>
                      <a:pt x="3" y="43"/>
                    </a:cubicBezTo>
                    <a:cubicBezTo>
                      <a:pt x="2" y="39"/>
                      <a:pt x="2" y="35"/>
                      <a:pt x="2" y="31"/>
                    </a:cubicBezTo>
                    <a:cubicBezTo>
                      <a:pt x="2" y="27"/>
                      <a:pt x="2" y="24"/>
                      <a:pt x="1" y="21"/>
                    </a:cubicBezTo>
                    <a:cubicBezTo>
                      <a:pt x="1" y="15"/>
                      <a:pt x="1" y="10"/>
                      <a:pt x="4" y="6"/>
                    </a:cubicBezTo>
                    <a:cubicBezTo>
                      <a:pt x="6" y="3"/>
                      <a:pt x="10" y="0"/>
                      <a:pt x="13" y="1"/>
                    </a:cubicBezTo>
                    <a:cubicBezTo>
                      <a:pt x="18" y="1"/>
                      <a:pt x="21" y="4"/>
                      <a:pt x="23" y="8"/>
                    </a:cubicBezTo>
                    <a:cubicBezTo>
                      <a:pt x="24" y="9"/>
                      <a:pt x="24" y="11"/>
                      <a:pt x="25" y="13"/>
                    </a:cubicBezTo>
                    <a:cubicBezTo>
                      <a:pt x="26" y="15"/>
                      <a:pt x="25" y="19"/>
                      <a:pt x="23" y="22"/>
                    </a:cubicBezTo>
                    <a:cubicBezTo>
                      <a:pt x="23" y="23"/>
                      <a:pt x="23" y="24"/>
                      <a:pt x="23" y="25"/>
                    </a:cubicBezTo>
                    <a:lnTo>
                      <a:pt x="23" y="26"/>
                    </a:lnTo>
                    <a:lnTo>
                      <a:pt x="23" y="25"/>
                    </a:lnTo>
                    <a:cubicBezTo>
                      <a:pt x="23" y="26"/>
                      <a:pt x="23" y="27"/>
                      <a:pt x="23" y="28"/>
                    </a:cubicBezTo>
                    <a:cubicBezTo>
                      <a:pt x="23" y="31"/>
                      <a:pt x="23" y="34"/>
                      <a:pt x="23" y="36"/>
                    </a:cubicBezTo>
                    <a:cubicBezTo>
                      <a:pt x="23" y="37"/>
                      <a:pt x="23" y="37"/>
                      <a:pt x="23" y="38"/>
                    </a:cubicBezTo>
                    <a:cubicBezTo>
                      <a:pt x="23" y="37"/>
                      <a:pt x="23" y="37"/>
                      <a:pt x="23" y="37"/>
                    </a:cubicBezTo>
                    <a:cubicBezTo>
                      <a:pt x="24" y="38"/>
                      <a:pt x="24" y="39"/>
                      <a:pt x="24" y="40"/>
                    </a:cubicBezTo>
                    <a:cubicBezTo>
                      <a:pt x="24" y="39"/>
                      <a:pt x="24" y="39"/>
                      <a:pt x="24" y="39"/>
                    </a:cubicBezTo>
                    <a:lnTo>
                      <a:pt x="24" y="40"/>
                    </a:lnTo>
                    <a:lnTo>
                      <a:pt x="24" y="41"/>
                    </a:lnTo>
                    <a:lnTo>
                      <a:pt x="24" y="40"/>
                    </a:lnTo>
                    <a:cubicBezTo>
                      <a:pt x="24" y="42"/>
                      <a:pt x="24" y="44"/>
                      <a:pt x="24" y="46"/>
                    </a:cubicBezTo>
                    <a:lnTo>
                      <a:pt x="24" y="47"/>
                    </a:lnTo>
                    <a:cubicBezTo>
                      <a:pt x="24" y="48"/>
                      <a:pt x="24" y="49"/>
                      <a:pt x="24" y="50"/>
                    </a:cubicBezTo>
                    <a:lnTo>
                      <a:pt x="24" y="49"/>
                    </a:lnTo>
                    <a:cubicBezTo>
                      <a:pt x="24" y="50"/>
                      <a:pt x="24" y="50"/>
                      <a:pt x="24" y="51"/>
                    </a:cubicBezTo>
                    <a:lnTo>
                      <a:pt x="24" y="50"/>
                    </a:lnTo>
                    <a:cubicBezTo>
                      <a:pt x="24" y="60"/>
                      <a:pt x="25" y="69"/>
                      <a:pt x="25" y="78"/>
                    </a:cubicBezTo>
                    <a:cubicBezTo>
                      <a:pt x="25" y="88"/>
                      <a:pt x="24" y="98"/>
                      <a:pt x="24" y="109"/>
                    </a:cubicBezTo>
                    <a:cubicBezTo>
                      <a:pt x="24" y="129"/>
                      <a:pt x="22" y="149"/>
                      <a:pt x="20" y="169"/>
                    </a:cubicBezTo>
                    <a:cubicBezTo>
                      <a:pt x="20" y="173"/>
                      <a:pt x="16" y="177"/>
                      <a:pt x="11" y="177"/>
                    </a:cubicBezTo>
                    <a:lnTo>
                      <a:pt x="10" y="17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7" name="Google Shape;3517;p40">
                <a:extLst>
                  <a:ext uri="{FF2B5EF4-FFF2-40B4-BE49-F238E27FC236}">
                    <a16:creationId xmlns:a16="http://schemas.microsoft.com/office/drawing/2014/main" id="{9AFCE871-B02E-47FE-129A-B5639C0896A4}"/>
                  </a:ext>
                </a:extLst>
              </p:cNvPr>
              <p:cNvSpPr/>
              <p:nvPr/>
            </p:nvSpPr>
            <p:spPr>
              <a:xfrm>
                <a:off x="188280" y="4374720"/>
                <a:ext cx="9720" cy="3744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04" extrusionOk="0">
                    <a:moveTo>
                      <a:pt x="15" y="103"/>
                    </a:moveTo>
                    <a:cubicBezTo>
                      <a:pt x="9" y="103"/>
                      <a:pt x="4" y="98"/>
                      <a:pt x="4" y="92"/>
                    </a:cubicBezTo>
                    <a:cubicBezTo>
                      <a:pt x="4" y="86"/>
                      <a:pt x="4" y="81"/>
                      <a:pt x="4" y="75"/>
                    </a:cubicBezTo>
                    <a:lnTo>
                      <a:pt x="4" y="74"/>
                    </a:lnTo>
                    <a:cubicBezTo>
                      <a:pt x="4" y="64"/>
                      <a:pt x="2" y="54"/>
                      <a:pt x="2" y="44"/>
                    </a:cubicBezTo>
                    <a:cubicBezTo>
                      <a:pt x="1" y="34"/>
                      <a:pt x="1" y="24"/>
                      <a:pt x="0" y="14"/>
                    </a:cubicBezTo>
                    <a:cubicBezTo>
                      <a:pt x="0" y="15"/>
                      <a:pt x="0" y="15"/>
                      <a:pt x="0" y="15"/>
                    </a:cubicBezTo>
                    <a:lnTo>
                      <a:pt x="0" y="14"/>
                    </a:lnTo>
                    <a:cubicBezTo>
                      <a:pt x="0" y="13"/>
                      <a:pt x="0" y="12"/>
                      <a:pt x="0" y="11"/>
                    </a:cubicBezTo>
                    <a:cubicBezTo>
                      <a:pt x="0" y="4"/>
                      <a:pt x="5" y="0"/>
                      <a:pt x="11" y="0"/>
                    </a:cubicBezTo>
                    <a:cubicBezTo>
                      <a:pt x="17" y="0"/>
                      <a:pt x="22" y="5"/>
                      <a:pt x="22" y="11"/>
                    </a:cubicBezTo>
                    <a:cubicBezTo>
                      <a:pt x="22" y="17"/>
                      <a:pt x="22" y="23"/>
                      <a:pt x="22" y="29"/>
                    </a:cubicBezTo>
                    <a:cubicBezTo>
                      <a:pt x="23" y="50"/>
                      <a:pt x="26" y="71"/>
                      <a:pt x="26" y="93"/>
                    </a:cubicBezTo>
                    <a:cubicBezTo>
                      <a:pt x="26" y="99"/>
                      <a:pt x="21" y="103"/>
                      <a:pt x="15" y="10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8" name="Google Shape;3518;p40">
                <a:extLst>
                  <a:ext uri="{FF2B5EF4-FFF2-40B4-BE49-F238E27FC236}">
                    <a16:creationId xmlns:a16="http://schemas.microsoft.com/office/drawing/2014/main" id="{4D4FCA66-7B99-8A43-A3DD-91F118E9762E}"/>
                  </a:ext>
                </a:extLst>
              </p:cNvPr>
              <p:cNvSpPr/>
              <p:nvPr/>
            </p:nvSpPr>
            <p:spPr>
              <a:xfrm>
                <a:off x="190800" y="4452120"/>
                <a:ext cx="8640" cy="52560"/>
              </a:xfrm>
              <a:custGeom>
                <a:avLst/>
                <a:gdLst/>
                <a:ahLst/>
                <a:cxnLst/>
                <a:rect l="l" t="t" r="r" b="b"/>
                <a:pathLst>
                  <a:path w="24" h="146" extrusionOk="0">
                    <a:moveTo>
                      <a:pt x="12" y="145"/>
                    </a:moveTo>
                    <a:cubicBezTo>
                      <a:pt x="7" y="145"/>
                      <a:pt x="2" y="140"/>
                      <a:pt x="2" y="135"/>
                    </a:cubicBezTo>
                    <a:cubicBezTo>
                      <a:pt x="2" y="123"/>
                      <a:pt x="1" y="110"/>
                      <a:pt x="1" y="99"/>
                    </a:cubicBezTo>
                    <a:cubicBezTo>
                      <a:pt x="0" y="89"/>
                      <a:pt x="0" y="79"/>
                      <a:pt x="0" y="69"/>
                    </a:cubicBezTo>
                    <a:cubicBezTo>
                      <a:pt x="0" y="57"/>
                      <a:pt x="0" y="46"/>
                      <a:pt x="0" y="35"/>
                    </a:cubicBezTo>
                    <a:cubicBezTo>
                      <a:pt x="0" y="30"/>
                      <a:pt x="0" y="25"/>
                      <a:pt x="0" y="21"/>
                    </a:cubicBezTo>
                    <a:cubicBezTo>
                      <a:pt x="0" y="18"/>
                      <a:pt x="1" y="15"/>
                      <a:pt x="1" y="12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4"/>
                      <a:pt x="8" y="0"/>
                      <a:pt x="14" y="1"/>
                    </a:cubicBezTo>
                    <a:cubicBezTo>
                      <a:pt x="20" y="2"/>
                      <a:pt x="23" y="8"/>
                      <a:pt x="23" y="14"/>
                    </a:cubicBezTo>
                    <a:lnTo>
                      <a:pt x="23" y="15"/>
                    </a:lnTo>
                    <a:cubicBezTo>
                      <a:pt x="22" y="17"/>
                      <a:pt x="22" y="19"/>
                      <a:pt x="22" y="22"/>
                    </a:cubicBezTo>
                    <a:cubicBezTo>
                      <a:pt x="21" y="30"/>
                      <a:pt x="21" y="38"/>
                      <a:pt x="21" y="46"/>
                    </a:cubicBezTo>
                    <a:cubicBezTo>
                      <a:pt x="21" y="56"/>
                      <a:pt x="21" y="65"/>
                      <a:pt x="21" y="74"/>
                    </a:cubicBezTo>
                    <a:cubicBezTo>
                      <a:pt x="21" y="84"/>
                      <a:pt x="21" y="93"/>
                      <a:pt x="22" y="103"/>
                    </a:cubicBezTo>
                    <a:cubicBezTo>
                      <a:pt x="22" y="114"/>
                      <a:pt x="22" y="124"/>
                      <a:pt x="22" y="135"/>
                    </a:cubicBezTo>
                    <a:cubicBezTo>
                      <a:pt x="22" y="141"/>
                      <a:pt x="18" y="145"/>
                      <a:pt x="12" y="1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9" name="Google Shape;3519;p40">
                <a:extLst>
                  <a:ext uri="{FF2B5EF4-FFF2-40B4-BE49-F238E27FC236}">
                    <a16:creationId xmlns:a16="http://schemas.microsoft.com/office/drawing/2014/main" id="{31EA57C2-76F8-FDE7-4DCA-677369EC14EF}"/>
                  </a:ext>
                </a:extLst>
              </p:cNvPr>
              <p:cNvSpPr/>
              <p:nvPr/>
            </p:nvSpPr>
            <p:spPr>
              <a:xfrm>
                <a:off x="192240" y="4524840"/>
                <a:ext cx="9000" cy="42480"/>
              </a:xfrm>
              <a:custGeom>
                <a:avLst/>
                <a:gdLst/>
                <a:ahLst/>
                <a:cxnLst/>
                <a:rect l="l" t="t" r="r" b="b"/>
                <a:pathLst>
                  <a:path w="25" h="118" extrusionOk="0">
                    <a:moveTo>
                      <a:pt x="3" y="108"/>
                    </a:moveTo>
                    <a:cubicBezTo>
                      <a:pt x="2" y="91"/>
                      <a:pt x="1" y="74"/>
                      <a:pt x="1" y="56"/>
                    </a:cubicBezTo>
                    <a:cubicBezTo>
                      <a:pt x="1" y="49"/>
                      <a:pt x="1" y="41"/>
                      <a:pt x="1" y="33"/>
                    </a:cubicBezTo>
                    <a:cubicBezTo>
                      <a:pt x="1" y="26"/>
                      <a:pt x="0" y="18"/>
                      <a:pt x="1" y="11"/>
                    </a:cubicBezTo>
                    <a:cubicBezTo>
                      <a:pt x="1" y="5"/>
                      <a:pt x="7" y="0"/>
                      <a:pt x="14" y="2"/>
                    </a:cubicBezTo>
                    <a:cubicBezTo>
                      <a:pt x="20" y="3"/>
                      <a:pt x="24" y="9"/>
                      <a:pt x="23" y="15"/>
                    </a:cubicBezTo>
                    <a:cubicBezTo>
                      <a:pt x="22" y="15"/>
                      <a:pt x="22" y="16"/>
                      <a:pt x="22" y="17"/>
                    </a:cubicBezTo>
                    <a:cubicBezTo>
                      <a:pt x="22" y="28"/>
                      <a:pt x="22" y="39"/>
                      <a:pt x="22" y="50"/>
                    </a:cubicBezTo>
                    <a:cubicBezTo>
                      <a:pt x="22" y="60"/>
                      <a:pt x="22" y="71"/>
                      <a:pt x="22" y="82"/>
                    </a:cubicBezTo>
                    <a:cubicBezTo>
                      <a:pt x="22" y="85"/>
                      <a:pt x="23" y="89"/>
                      <a:pt x="23" y="92"/>
                    </a:cubicBezTo>
                    <a:lnTo>
                      <a:pt x="23" y="93"/>
                    </a:lnTo>
                    <a:cubicBezTo>
                      <a:pt x="23" y="97"/>
                      <a:pt x="24" y="102"/>
                      <a:pt x="24" y="106"/>
                    </a:cubicBezTo>
                    <a:cubicBezTo>
                      <a:pt x="24" y="112"/>
                      <a:pt x="21" y="117"/>
                      <a:pt x="14" y="117"/>
                    </a:cubicBezTo>
                    <a:cubicBezTo>
                      <a:pt x="8" y="117"/>
                      <a:pt x="3" y="113"/>
                      <a:pt x="3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0" name="Google Shape;3520;p40">
                <a:extLst>
                  <a:ext uri="{FF2B5EF4-FFF2-40B4-BE49-F238E27FC236}">
                    <a16:creationId xmlns:a16="http://schemas.microsoft.com/office/drawing/2014/main" id="{DA6BC6A3-29FD-D0D6-A7D6-6AEEC5B038CC}"/>
                  </a:ext>
                </a:extLst>
              </p:cNvPr>
              <p:cNvSpPr/>
              <p:nvPr/>
            </p:nvSpPr>
            <p:spPr>
              <a:xfrm>
                <a:off x="196200" y="4606560"/>
                <a:ext cx="10080" cy="36360"/>
              </a:xfrm>
              <a:custGeom>
                <a:avLst/>
                <a:gdLst/>
                <a:ahLst/>
                <a:cxnLst/>
                <a:rect l="l" t="t" r="r" b="b"/>
                <a:pathLst>
                  <a:path w="28" h="101" extrusionOk="0">
                    <a:moveTo>
                      <a:pt x="1" y="90"/>
                    </a:moveTo>
                    <a:cubicBezTo>
                      <a:pt x="1" y="75"/>
                      <a:pt x="0" y="60"/>
                      <a:pt x="0" y="44"/>
                    </a:cubicBezTo>
                    <a:cubicBezTo>
                      <a:pt x="0" y="38"/>
                      <a:pt x="0" y="31"/>
                      <a:pt x="1" y="25"/>
                    </a:cubicBezTo>
                    <a:cubicBezTo>
                      <a:pt x="1" y="22"/>
                      <a:pt x="2" y="19"/>
                      <a:pt x="3" y="15"/>
                    </a:cubicBezTo>
                    <a:cubicBezTo>
                      <a:pt x="3" y="13"/>
                      <a:pt x="4" y="10"/>
                      <a:pt x="5" y="8"/>
                    </a:cubicBezTo>
                    <a:cubicBezTo>
                      <a:pt x="7" y="3"/>
                      <a:pt x="13" y="0"/>
                      <a:pt x="17" y="1"/>
                    </a:cubicBezTo>
                    <a:cubicBezTo>
                      <a:pt x="24" y="2"/>
                      <a:pt x="27" y="8"/>
                      <a:pt x="27" y="13"/>
                    </a:cubicBezTo>
                    <a:cubicBezTo>
                      <a:pt x="27" y="16"/>
                      <a:pt x="25" y="17"/>
                      <a:pt x="24" y="19"/>
                    </a:cubicBezTo>
                    <a:lnTo>
                      <a:pt x="24" y="20"/>
                    </a:lnTo>
                    <a:cubicBezTo>
                      <a:pt x="24" y="23"/>
                      <a:pt x="23" y="26"/>
                      <a:pt x="22" y="28"/>
                    </a:cubicBezTo>
                    <a:cubicBezTo>
                      <a:pt x="21" y="48"/>
                      <a:pt x="21" y="69"/>
                      <a:pt x="22" y="89"/>
                    </a:cubicBezTo>
                    <a:cubicBezTo>
                      <a:pt x="22" y="94"/>
                      <a:pt x="18" y="99"/>
                      <a:pt x="13" y="100"/>
                    </a:cubicBezTo>
                    <a:lnTo>
                      <a:pt x="12" y="100"/>
                    </a:lnTo>
                    <a:cubicBezTo>
                      <a:pt x="7" y="100"/>
                      <a:pt x="2" y="96"/>
                      <a:pt x="1" y="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1" name="Google Shape;3521;p40">
                <a:extLst>
                  <a:ext uri="{FF2B5EF4-FFF2-40B4-BE49-F238E27FC236}">
                    <a16:creationId xmlns:a16="http://schemas.microsoft.com/office/drawing/2014/main" id="{26EC042D-953A-C1D7-27FB-9E15B105904E}"/>
                  </a:ext>
                </a:extLst>
              </p:cNvPr>
              <p:cNvSpPr/>
              <p:nvPr/>
            </p:nvSpPr>
            <p:spPr>
              <a:xfrm>
                <a:off x="196920" y="4676760"/>
                <a:ext cx="900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5" h="24" extrusionOk="0">
                    <a:moveTo>
                      <a:pt x="0" y="11"/>
                    </a:moveTo>
                    <a:cubicBezTo>
                      <a:pt x="0" y="4"/>
                      <a:pt x="6" y="0"/>
                      <a:pt x="12" y="0"/>
                    </a:cubicBezTo>
                    <a:cubicBezTo>
                      <a:pt x="19" y="0"/>
                      <a:pt x="24" y="5"/>
                      <a:pt x="23" y="11"/>
                    </a:cubicBezTo>
                    <a:cubicBezTo>
                      <a:pt x="23" y="18"/>
                      <a:pt x="18" y="23"/>
                      <a:pt x="12" y="23"/>
                    </a:cubicBezTo>
                    <a:cubicBezTo>
                      <a:pt x="5" y="23"/>
                      <a:pt x="0" y="17"/>
                      <a:pt x="0" y="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2" name="Google Shape;3522;p40">
                <a:extLst>
                  <a:ext uri="{FF2B5EF4-FFF2-40B4-BE49-F238E27FC236}">
                    <a16:creationId xmlns:a16="http://schemas.microsoft.com/office/drawing/2014/main" id="{47F0B180-0AEE-EAA4-EEFE-96FACF624856}"/>
                  </a:ext>
                </a:extLst>
              </p:cNvPr>
              <p:cNvSpPr/>
              <p:nvPr/>
            </p:nvSpPr>
            <p:spPr>
              <a:xfrm>
                <a:off x="194040" y="4296240"/>
                <a:ext cx="7632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212" h="33" extrusionOk="0">
                    <a:moveTo>
                      <a:pt x="161" y="32"/>
                    </a:moveTo>
                    <a:cubicBezTo>
                      <a:pt x="155" y="32"/>
                      <a:pt x="148" y="32"/>
                      <a:pt x="142" y="32"/>
                    </a:cubicBezTo>
                    <a:cubicBezTo>
                      <a:pt x="135" y="31"/>
                      <a:pt x="129" y="31"/>
                      <a:pt x="122" y="31"/>
                    </a:cubicBezTo>
                    <a:lnTo>
                      <a:pt x="123" y="31"/>
                    </a:lnTo>
                    <a:cubicBezTo>
                      <a:pt x="116" y="30"/>
                      <a:pt x="109" y="29"/>
                      <a:pt x="101" y="29"/>
                    </a:cubicBezTo>
                    <a:cubicBezTo>
                      <a:pt x="95" y="28"/>
                      <a:pt x="88" y="28"/>
                      <a:pt x="82" y="27"/>
                    </a:cubicBezTo>
                    <a:cubicBezTo>
                      <a:pt x="70" y="25"/>
                      <a:pt x="59" y="24"/>
                      <a:pt x="47" y="23"/>
                    </a:cubicBezTo>
                    <a:cubicBezTo>
                      <a:pt x="43" y="22"/>
                      <a:pt x="39" y="22"/>
                      <a:pt x="34" y="22"/>
                    </a:cubicBezTo>
                    <a:cubicBezTo>
                      <a:pt x="30" y="22"/>
                      <a:pt x="25" y="22"/>
                      <a:pt x="20" y="22"/>
                    </a:cubicBezTo>
                    <a:cubicBezTo>
                      <a:pt x="19" y="22"/>
                      <a:pt x="17" y="22"/>
                      <a:pt x="16" y="22"/>
                    </a:cubicBezTo>
                    <a:cubicBezTo>
                      <a:pt x="15" y="23"/>
                      <a:pt x="14" y="23"/>
                      <a:pt x="14" y="23"/>
                    </a:cubicBezTo>
                    <a:cubicBezTo>
                      <a:pt x="7" y="24"/>
                      <a:pt x="2" y="20"/>
                      <a:pt x="2" y="13"/>
                    </a:cubicBezTo>
                    <a:cubicBezTo>
                      <a:pt x="0" y="7"/>
                      <a:pt x="5" y="3"/>
                      <a:pt x="10" y="1"/>
                    </a:cubicBezTo>
                    <a:cubicBezTo>
                      <a:pt x="15" y="0"/>
                      <a:pt x="21" y="0"/>
                      <a:pt x="27" y="0"/>
                    </a:cubicBezTo>
                    <a:cubicBezTo>
                      <a:pt x="31" y="0"/>
                      <a:pt x="35" y="0"/>
                      <a:pt x="39" y="1"/>
                    </a:cubicBezTo>
                    <a:cubicBezTo>
                      <a:pt x="48" y="1"/>
                      <a:pt x="58" y="3"/>
                      <a:pt x="67" y="4"/>
                    </a:cubicBezTo>
                    <a:cubicBezTo>
                      <a:pt x="77" y="6"/>
                      <a:pt x="88" y="7"/>
                      <a:pt x="98" y="8"/>
                    </a:cubicBezTo>
                    <a:cubicBezTo>
                      <a:pt x="107" y="9"/>
                      <a:pt x="115" y="10"/>
                      <a:pt x="123" y="11"/>
                    </a:cubicBezTo>
                    <a:cubicBezTo>
                      <a:pt x="124" y="11"/>
                      <a:pt x="125" y="11"/>
                      <a:pt x="125" y="11"/>
                    </a:cubicBezTo>
                    <a:cubicBezTo>
                      <a:pt x="125" y="11"/>
                      <a:pt x="124" y="11"/>
                      <a:pt x="123" y="11"/>
                    </a:cubicBezTo>
                    <a:cubicBezTo>
                      <a:pt x="130" y="11"/>
                      <a:pt x="136" y="11"/>
                      <a:pt x="143" y="12"/>
                    </a:cubicBezTo>
                    <a:cubicBezTo>
                      <a:pt x="149" y="13"/>
                      <a:pt x="155" y="13"/>
                      <a:pt x="162" y="13"/>
                    </a:cubicBezTo>
                    <a:cubicBezTo>
                      <a:pt x="175" y="13"/>
                      <a:pt x="188" y="13"/>
                      <a:pt x="201" y="13"/>
                    </a:cubicBezTo>
                    <a:cubicBezTo>
                      <a:pt x="206" y="13"/>
                      <a:pt x="211" y="17"/>
                      <a:pt x="211" y="22"/>
                    </a:cubicBezTo>
                    <a:cubicBezTo>
                      <a:pt x="210" y="28"/>
                      <a:pt x="206" y="32"/>
                      <a:pt x="201" y="32"/>
                    </a:cubicBezTo>
                    <a:cubicBezTo>
                      <a:pt x="192" y="32"/>
                      <a:pt x="182" y="32"/>
                      <a:pt x="172" y="32"/>
                    </a:cubicBezTo>
                    <a:cubicBezTo>
                      <a:pt x="169" y="32"/>
                      <a:pt x="165" y="32"/>
                      <a:pt x="161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3" name="Google Shape;3523;p40">
                <a:extLst>
                  <a:ext uri="{FF2B5EF4-FFF2-40B4-BE49-F238E27FC236}">
                    <a16:creationId xmlns:a16="http://schemas.microsoft.com/office/drawing/2014/main" id="{6C69133A-B585-E473-22EC-3FCA1C6E59C7}"/>
                  </a:ext>
                </a:extLst>
              </p:cNvPr>
              <p:cNvSpPr/>
              <p:nvPr/>
            </p:nvSpPr>
            <p:spPr>
              <a:xfrm>
                <a:off x="300240" y="4292640"/>
                <a:ext cx="48240" cy="936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26" extrusionOk="0">
                    <a:moveTo>
                      <a:pt x="36" y="25"/>
                    </a:moveTo>
                    <a:cubicBezTo>
                      <a:pt x="27" y="25"/>
                      <a:pt x="18" y="24"/>
                      <a:pt x="9" y="23"/>
                    </a:cubicBezTo>
                    <a:lnTo>
                      <a:pt x="10" y="23"/>
                    </a:lnTo>
                    <a:cubicBezTo>
                      <a:pt x="10" y="23"/>
                      <a:pt x="9" y="23"/>
                      <a:pt x="8" y="23"/>
                    </a:cubicBezTo>
                    <a:cubicBezTo>
                      <a:pt x="3" y="21"/>
                      <a:pt x="0" y="14"/>
                      <a:pt x="1" y="9"/>
                    </a:cubicBezTo>
                    <a:cubicBezTo>
                      <a:pt x="3" y="3"/>
                      <a:pt x="8" y="0"/>
                      <a:pt x="14" y="1"/>
                    </a:cubicBezTo>
                    <a:cubicBezTo>
                      <a:pt x="14" y="1"/>
                      <a:pt x="15" y="2"/>
                      <a:pt x="17" y="2"/>
                    </a:cubicBezTo>
                    <a:cubicBezTo>
                      <a:pt x="20" y="2"/>
                      <a:pt x="23" y="3"/>
                      <a:pt x="27" y="3"/>
                    </a:cubicBezTo>
                    <a:cubicBezTo>
                      <a:pt x="42" y="4"/>
                      <a:pt x="58" y="4"/>
                      <a:pt x="74" y="4"/>
                    </a:cubicBezTo>
                    <a:cubicBezTo>
                      <a:pt x="90" y="4"/>
                      <a:pt x="106" y="4"/>
                      <a:pt x="123" y="4"/>
                    </a:cubicBezTo>
                    <a:cubicBezTo>
                      <a:pt x="128" y="4"/>
                      <a:pt x="133" y="9"/>
                      <a:pt x="133" y="14"/>
                    </a:cubicBezTo>
                    <a:cubicBezTo>
                      <a:pt x="133" y="20"/>
                      <a:pt x="128" y="24"/>
                      <a:pt x="123" y="24"/>
                    </a:cubicBezTo>
                    <a:cubicBezTo>
                      <a:pt x="102" y="25"/>
                      <a:pt x="82" y="25"/>
                      <a:pt x="62" y="25"/>
                    </a:cubicBezTo>
                    <a:cubicBezTo>
                      <a:pt x="53" y="25"/>
                      <a:pt x="45" y="25"/>
                      <a:pt x="36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4" name="Google Shape;3524;p40">
                <a:extLst>
                  <a:ext uri="{FF2B5EF4-FFF2-40B4-BE49-F238E27FC236}">
                    <a16:creationId xmlns:a16="http://schemas.microsoft.com/office/drawing/2014/main" id="{DAF75732-BD18-3CCE-A721-69B5946C4B70}"/>
                  </a:ext>
                </a:extLst>
              </p:cNvPr>
              <p:cNvSpPr/>
              <p:nvPr/>
            </p:nvSpPr>
            <p:spPr>
              <a:xfrm>
                <a:off x="414360" y="4287240"/>
                <a:ext cx="6804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189" h="33" extrusionOk="0">
                    <a:moveTo>
                      <a:pt x="25" y="32"/>
                    </a:moveTo>
                    <a:cubicBezTo>
                      <a:pt x="19" y="31"/>
                      <a:pt x="15" y="31"/>
                      <a:pt x="10" y="30"/>
                    </a:cubicBezTo>
                    <a:cubicBezTo>
                      <a:pt x="4" y="29"/>
                      <a:pt x="0" y="24"/>
                      <a:pt x="1" y="18"/>
                    </a:cubicBezTo>
                    <a:cubicBezTo>
                      <a:pt x="2" y="12"/>
                      <a:pt x="7" y="8"/>
                      <a:pt x="13" y="8"/>
                    </a:cubicBezTo>
                    <a:cubicBezTo>
                      <a:pt x="17" y="9"/>
                      <a:pt x="21" y="10"/>
                      <a:pt x="24" y="10"/>
                    </a:cubicBezTo>
                    <a:cubicBezTo>
                      <a:pt x="30" y="10"/>
                      <a:pt x="36" y="10"/>
                      <a:pt x="42" y="10"/>
                    </a:cubicBezTo>
                    <a:cubicBezTo>
                      <a:pt x="47" y="10"/>
                      <a:pt x="52" y="10"/>
                      <a:pt x="57" y="9"/>
                    </a:cubicBezTo>
                    <a:cubicBezTo>
                      <a:pt x="76" y="8"/>
                      <a:pt x="95" y="7"/>
                      <a:pt x="114" y="6"/>
                    </a:cubicBezTo>
                    <a:cubicBezTo>
                      <a:pt x="123" y="5"/>
                      <a:pt x="132" y="5"/>
                      <a:pt x="141" y="4"/>
                    </a:cubicBezTo>
                    <a:cubicBezTo>
                      <a:pt x="153" y="3"/>
                      <a:pt x="165" y="2"/>
                      <a:pt x="177" y="1"/>
                    </a:cubicBezTo>
                    <a:cubicBezTo>
                      <a:pt x="182" y="0"/>
                      <a:pt x="187" y="4"/>
                      <a:pt x="188" y="10"/>
                    </a:cubicBezTo>
                    <a:cubicBezTo>
                      <a:pt x="188" y="15"/>
                      <a:pt x="184" y="19"/>
                      <a:pt x="179" y="20"/>
                    </a:cubicBezTo>
                    <a:cubicBezTo>
                      <a:pt x="155" y="22"/>
                      <a:pt x="131" y="25"/>
                      <a:pt x="106" y="26"/>
                    </a:cubicBezTo>
                    <a:cubicBezTo>
                      <a:pt x="84" y="28"/>
                      <a:pt x="61" y="30"/>
                      <a:pt x="39" y="31"/>
                    </a:cubicBezTo>
                    <a:cubicBezTo>
                      <a:pt x="35" y="31"/>
                      <a:pt x="31" y="32"/>
                      <a:pt x="28" y="32"/>
                    </a:cubicBezTo>
                    <a:cubicBezTo>
                      <a:pt x="26" y="32"/>
                      <a:pt x="26" y="32"/>
                      <a:pt x="25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5" name="Google Shape;3525;p40">
                <a:extLst>
                  <a:ext uri="{FF2B5EF4-FFF2-40B4-BE49-F238E27FC236}">
                    <a16:creationId xmlns:a16="http://schemas.microsoft.com/office/drawing/2014/main" id="{5F88A095-9900-4A55-021D-1521B0CB8B34}"/>
                  </a:ext>
                </a:extLst>
              </p:cNvPr>
              <p:cNvSpPr/>
              <p:nvPr/>
            </p:nvSpPr>
            <p:spPr>
              <a:xfrm>
                <a:off x="504000" y="4290840"/>
                <a:ext cx="7992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22" h="24" extrusionOk="0">
                    <a:moveTo>
                      <a:pt x="40" y="23"/>
                    </a:moveTo>
                    <a:cubicBezTo>
                      <a:pt x="30" y="23"/>
                      <a:pt x="20" y="22"/>
                      <a:pt x="11" y="22"/>
                    </a:cubicBezTo>
                    <a:cubicBezTo>
                      <a:pt x="5" y="21"/>
                      <a:pt x="0" y="17"/>
                      <a:pt x="0" y="11"/>
                    </a:cubicBezTo>
                    <a:cubicBezTo>
                      <a:pt x="0" y="8"/>
                      <a:pt x="1" y="5"/>
                      <a:pt x="4" y="2"/>
                    </a:cubicBezTo>
                    <a:cubicBezTo>
                      <a:pt x="6" y="0"/>
                      <a:pt x="9" y="0"/>
                      <a:pt x="13" y="0"/>
                    </a:cubicBezTo>
                    <a:cubicBezTo>
                      <a:pt x="24" y="1"/>
                      <a:pt x="34" y="1"/>
                      <a:pt x="45" y="2"/>
                    </a:cubicBezTo>
                    <a:cubicBezTo>
                      <a:pt x="56" y="2"/>
                      <a:pt x="67" y="2"/>
                      <a:pt x="78" y="2"/>
                    </a:cubicBezTo>
                    <a:cubicBezTo>
                      <a:pt x="100" y="2"/>
                      <a:pt x="123" y="2"/>
                      <a:pt x="146" y="2"/>
                    </a:cubicBezTo>
                    <a:cubicBezTo>
                      <a:pt x="168" y="2"/>
                      <a:pt x="189" y="2"/>
                      <a:pt x="212" y="2"/>
                    </a:cubicBezTo>
                    <a:cubicBezTo>
                      <a:pt x="217" y="2"/>
                      <a:pt x="221" y="7"/>
                      <a:pt x="221" y="11"/>
                    </a:cubicBezTo>
                    <a:cubicBezTo>
                      <a:pt x="221" y="17"/>
                      <a:pt x="216" y="21"/>
                      <a:pt x="211" y="21"/>
                    </a:cubicBezTo>
                    <a:cubicBezTo>
                      <a:pt x="165" y="22"/>
                      <a:pt x="118" y="22"/>
                      <a:pt x="72" y="23"/>
                    </a:cubicBezTo>
                    <a:cubicBezTo>
                      <a:pt x="68" y="23"/>
                      <a:pt x="65" y="23"/>
                      <a:pt x="62" y="23"/>
                    </a:cubicBezTo>
                    <a:cubicBezTo>
                      <a:pt x="55" y="23"/>
                      <a:pt x="47" y="23"/>
                      <a:pt x="40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6" name="Google Shape;3526;p40">
                <a:extLst>
                  <a:ext uri="{FF2B5EF4-FFF2-40B4-BE49-F238E27FC236}">
                    <a16:creationId xmlns:a16="http://schemas.microsoft.com/office/drawing/2014/main" id="{1763D742-F73A-C601-9A7A-9827315CDD99}"/>
                  </a:ext>
                </a:extLst>
              </p:cNvPr>
              <p:cNvSpPr/>
              <p:nvPr/>
            </p:nvSpPr>
            <p:spPr>
              <a:xfrm>
                <a:off x="618480" y="4293720"/>
                <a:ext cx="41760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30" extrusionOk="0">
                    <a:moveTo>
                      <a:pt x="2" y="21"/>
                    </a:moveTo>
                    <a:cubicBezTo>
                      <a:pt x="0" y="14"/>
                      <a:pt x="5" y="8"/>
                      <a:pt x="11" y="7"/>
                    </a:cubicBezTo>
                    <a:cubicBezTo>
                      <a:pt x="14" y="7"/>
                      <a:pt x="17" y="6"/>
                      <a:pt x="20" y="6"/>
                    </a:cubicBezTo>
                    <a:cubicBezTo>
                      <a:pt x="24" y="6"/>
                      <a:pt x="28" y="5"/>
                      <a:pt x="32" y="5"/>
                    </a:cubicBezTo>
                    <a:cubicBezTo>
                      <a:pt x="39" y="4"/>
                      <a:pt x="47" y="4"/>
                      <a:pt x="55" y="3"/>
                    </a:cubicBezTo>
                    <a:cubicBezTo>
                      <a:pt x="70" y="2"/>
                      <a:pt x="87" y="1"/>
                      <a:pt x="103" y="0"/>
                    </a:cubicBezTo>
                    <a:cubicBezTo>
                      <a:pt x="108" y="0"/>
                      <a:pt x="113" y="4"/>
                      <a:pt x="114" y="9"/>
                    </a:cubicBezTo>
                    <a:cubicBezTo>
                      <a:pt x="115" y="15"/>
                      <a:pt x="110" y="20"/>
                      <a:pt x="105" y="21"/>
                    </a:cubicBezTo>
                    <a:cubicBezTo>
                      <a:pt x="89" y="22"/>
                      <a:pt x="74" y="23"/>
                      <a:pt x="59" y="24"/>
                    </a:cubicBezTo>
                    <a:cubicBezTo>
                      <a:pt x="46" y="25"/>
                      <a:pt x="34" y="26"/>
                      <a:pt x="21" y="28"/>
                    </a:cubicBezTo>
                    <a:cubicBezTo>
                      <a:pt x="19" y="28"/>
                      <a:pt x="17" y="28"/>
                      <a:pt x="15" y="29"/>
                    </a:cubicBezTo>
                    <a:cubicBezTo>
                      <a:pt x="15" y="29"/>
                      <a:pt x="14" y="29"/>
                      <a:pt x="13" y="29"/>
                    </a:cubicBezTo>
                    <a:cubicBezTo>
                      <a:pt x="8" y="29"/>
                      <a:pt x="3" y="26"/>
                      <a:pt x="2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7" name="Google Shape;3527;p40">
                <a:extLst>
                  <a:ext uri="{FF2B5EF4-FFF2-40B4-BE49-F238E27FC236}">
                    <a16:creationId xmlns:a16="http://schemas.microsoft.com/office/drawing/2014/main" id="{A8539916-9193-B298-9635-ECAF4968A329}"/>
                  </a:ext>
                </a:extLst>
              </p:cNvPr>
              <p:cNvSpPr/>
              <p:nvPr/>
            </p:nvSpPr>
            <p:spPr>
              <a:xfrm>
                <a:off x="720000" y="4291920"/>
                <a:ext cx="5004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139" h="27" extrusionOk="0">
                    <a:moveTo>
                      <a:pt x="68" y="26"/>
                    </a:moveTo>
                    <a:cubicBezTo>
                      <a:pt x="58" y="26"/>
                      <a:pt x="49" y="26"/>
                      <a:pt x="39" y="26"/>
                    </a:cubicBezTo>
                    <a:cubicBezTo>
                      <a:pt x="35" y="25"/>
                      <a:pt x="30" y="25"/>
                      <a:pt x="26" y="25"/>
                    </a:cubicBezTo>
                    <a:cubicBezTo>
                      <a:pt x="23" y="25"/>
                      <a:pt x="21" y="25"/>
                      <a:pt x="19" y="25"/>
                    </a:cubicBezTo>
                    <a:cubicBezTo>
                      <a:pt x="15" y="24"/>
                      <a:pt x="10" y="25"/>
                      <a:pt x="7" y="23"/>
                    </a:cubicBezTo>
                    <a:cubicBezTo>
                      <a:pt x="3" y="21"/>
                      <a:pt x="0" y="17"/>
                      <a:pt x="0" y="13"/>
                    </a:cubicBezTo>
                    <a:cubicBezTo>
                      <a:pt x="0" y="11"/>
                      <a:pt x="1" y="9"/>
                      <a:pt x="1" y="8"/>
                    </a:cubicBezTo>
                    <a:cubicBezTo>
                      <a:pt x="3" y="3"/>
                      <a:pt x="9" y="0"/>
                      <a:pt x="15" y="2"/>
                    </a:cubicBezTo>
                    <a:cubicBezTo>
                      <a:pt x="16" y="2"/>
                      <a:pt x="16" y="2"/>
                      <a:pt x="18" y="3"/>
                    </a:cubicBezTo>
                    <a:cubicBezTo>
                      <a:pt x="26" y="3"/>
                      <a:pt x="33" y="4"/>
                      <a:pt x="42" y="4"/>
                    </a:cubicBezTo>
                    <a:cubicBezTo>
                      <a:pt x="51" y="5"/>
                      <a:pt x="60" y="5"/>
                      <a:pt x="69" y="5"/>
                    </a:cubicBezTo>
                    <a:cubicBezTo>
                      <a:pt x="89" y="6"/>
                      <a:pt x="109" y="6"/>
                      <a:pt x="128" y="6"/>
                    </a:cubicBezTo>
                    <a:cubicBezTo>
                      <a:pt x="134" y="6"/>
                      <a:pt x="138" y="11"/>
                      <a:pt x="138" y="16"/>
                    </a:cubicBezTo>
                    <a:cubicBezTo>
                      <a:pt x="138" y="22"/>
                      <a:pt x="133" y="26"/>
                      <a:pt x="128" y="26"/>
                    </a:cubicBezTo>
                    <a:cubicBezTo>
                      <a:pt x="118" y="26"/>
                      <a:pt x="108" y="26"/>
                      <a:pt x="98" y="26"/>
                    </a:cubicBezTo>
                    <a:cubicBezTo>
                      <a:pt x="88" y="26"/>
                      <a:pt x="78" y="26"/>
                      <a:pt x="68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8" name="Google Shape;3528;p40">
                <a:extLst>
                  <a:ext uri="{FF2B5EF4-FFF2-40B4-BE49-F238E27FC236}">
                    <a16:creationId xmlns:a16="http://schemas.microsoft.com/office/drawing/2014/main" id="{07037BAC-34C5-5915-9670-31F83119B8F0}"/>
                  </a:ext>
                </a:extLst>
              </p:cNvPr>
              <p:cNvSpPr/>
              <p:nvPr/>
            </p:nvSpPr>
            <p:spPr>
              <a:xfrm>
                <a:off x="812880" y="4290840"/>
                <a:ext cx="48960" cy="10440"/>
              </a:xfrm>
              <a:custGeom>
                <a:avLst/>
                <a:gdLst/>
                <a:ahLst/>
                <a:cxnLst/>
                <a:rect l="l" t="t" r="r" b="b"/>
                <a:pathLst>
                  <a:path w="136" h="29" extrusionOk="0">
                    <a:moveTo>
                      <a:pt x="32" y="28"/>
                    </a:moveTo>
                    <a:cubicBezTo>
                      <a:pt x="26" y="28"/>
                      <a:pt x="21" y="27"/>
                      <a:pt x="16" y="26"/>
                    </a:cubicBezTo>
                    <a:cubicBezTo>
                      <a:pt x="11" y="26"/>
                      <a:pt x="5" y="25"/>
                      <a:pt x="2" y="21"/>
                    </a:cubicBezTo>
                    <a:cubicBezTo>
                      <a:pt x="0" y="18"/>
                      <a:pt x="0" y="15"/>
                      <a:pt x="0" y="11"/>
                    </a:cubicBezTo>
                    <a:cubicBezTo>
                      <a:pt x="1" y="5"/>
                      <a:pt x="7" y="1"/>
                      <a:pt x="12" y="2"/>
                    </a:cubicBezTo>
                    <a:cubicBezTo>
                      <a:pt x="15" y="2"/>
                      <a:pt x="17" y="4"/>
                      <a:pt x="18" y="5"/>
                    </a:cubicBezTo>
                    <a:cubicBezTo>
                      <a:pt x="21" y="5"/>
                      <a:pt x="24" y="6"/>
                      <a:pt x="26" y="6"/>
                    </a:cubicBezTo>
                    <a:cubicBezTo>
                      <a:pt x="33" y="6"/>
                      <a:pt x="39" y="6"/>
                      <a:pt x="46" y="5"/>
                    </a:cubicBezTo>
                    <a:cubicBezTo>
                      <a:pt x="57" y="5"/>
                      <a:pt x="70" y="4"/>
                      <a:pt x="81" y="3"/>
                    </a:cubicBezTo>
                    <a:cubicBezTo>
                      <a:pt x="95" y="2"/>
                      <a:pt x="109" y="1"/>
                      <a:pt x="123" y="1"/>
                    </a:cubicBezTo>
                    <a:cubicBezTo>
                      <a:pt x="129" y="0"/>
                      <a:pt x="134" y="4"/>
                      <a:pt x="135" y="9"/>
                    </a:cubicBezTo>
                    <a:cubicBezTo>
                      <a:pt x="135" y="15"/>
                      <a:pt x="131" y="21"/>
                      <a:pt x="126" y="21"/>
                    </a:cubicBezTo>
                    <a:cubicBezTo>
                      <a:pt x="104" y="22"/>
                      <a:pt x="82" y="24"/>
                      <a:pt x="61" y="26"/>
                    </a:cubicBezTo>
                    <a:cubicBezTo>
                      <a:pt x="56" y="26"/>
                      <a:pt x="52" y="26"/>
                      <a:pt x="47" y="27"/>
                    </a:cubicBezTo>
                    <a:cubicBezTo>
                      <a:pt x="42" y="27"/>
                      <a:pt x="38" y="28"/>
                      <a:pt x="32" y="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9" name="Google Shape;3529;p40">
                <a:extLst>
                  <a:ext uri="{FF2B5EF4-FFF2-40B4-BE49-F238E27FC236}">
                    <a16:creationId xmlns:a16="http://schemas.microsoft.com/office/drawing/2014/main" id="{13DA479E-3D42-D0F2-0065-380E80FF54BF}"/>
                  </a:ext>
                </a:extLst>
              </p:cNvPr>
              <p:cNvSpPr/>
              <p:nvPr/>
            </p:nvSpPr>
            <p:spPr>
              <a:xfrm>
                <a:off x="899280" y="4290120"/>
                <a:ext cx="54360" cy="10440"/>
              </a:xfrm>
              <a:custGeom>
                <a:avLst/>
                <a:gdLst/>
                <a:ahLst/>
                <a:cxnLst/>
                <a:rect l="l" t="t" r="r" b="b"/>
                <a:pathLst>
                  <a:path w="151" h="29" extrusionOk="0">
                    <a:moveTo>
                      <a:pt x="57" y="27"/>
                    </a:moveTo>
                    <a:cubicBezTo>
                      <a:pt x="47" y="27"/>
                      <a:pt x="38" y="25"/>
                      <a:pt x="28" y="25"/>
                    </a:cubicBezTo>
                    <a:lnTo>
                      <a:pt x="29" y="25"/>
                    </a:lnTo>
                    <a:cubicBezTo>
                      <a:pt x="25" y="24"/>
                      <a:pt x="21" y="24"/>
                      <a:pt x="17" y="24"/>
                    </a:cubicBezTo>
                    <a:cubicBezTo>
                      <a:pt x="17" y="24"/>
                      <a:pt x="16" y="24"/>
                      <a:pt x="15" y="24"/>
                    </a:cubicBezTo>
                    <a:cubicBezTo>
                      <a:pt x="14" y="24"/>
                      <a:pt x="12" y="24"/>
                      <a:pt x="11" y="24"/>
                    </a:cubicBezTo>
                    <a:cubicBezTo>
                      <a:pt x="5" y="23"/>
                      <a:pt x="0" y="18"/>
                      <a:pt x="2" y="11"/>
                    </a:cubicBezTo>
                    <a:cubicBezTo>
                      <a:pt x="3" y="6"/>
                      <a:pt x="9" y="1"/>
                      <a:pt x="14" y="2"/>
                    </a:cubicBezTo>
                    <a:lnTo>
                      <a:pt x="15" y="2"/>
                    </a:lnTo>
                    <a:cubicBezTo>
                      <a:pt x="18" y="3"/>
                      <a:pt x="20" y="3"/>
                      <a:pt x="23" y="3"/>
                    </a:cubicBezTo>
                    <a:cubicBezTo>
                      <a:pt x="27" y="3"/>
                      <a:pt x="31" y="3"/>
                      <a:pt x="35" y="4"/>
                    </a:cubicBezTo>
                    <a:cubicBezTo>
                      <a:pt x="42" y="4"/>
                      <a:pt x="49" y="6"/>
                      <a:pt x="56" y="6"/>
                    </a:cubicBezTo>
                    <a:cubicBezTo>
                      <a:pt x="58" y="6"/>
                      <a:pt x="61" y="7"/>
                      <a:pt x="64" y="7"/>
                    </a:cubicBezTo>
                    <a:cubicBezTo>
                      <a:pt x="67" y="7"/>
                      <a:pt x="71" y="7"/>
                      <a:pt x="74" y="7"/>
                    </a:cubicBezTo>
                    <a:cubicBezTo>
                      <a:pt x="79" y="6"/>
                      <a:pt x="83" y="6"/>
                      <a:pt x="87" y="6"/>
                    </a:cubicBezTo>
                    <a:cubicBezTo>
                      <a:pt x="86" y="6"/>
                      <a:pt x="86" y="6"/>
                      <a:pt x="86" y="6"/>
                    </a:cubicBezTo>
                    <a:cubicBezTo>
                      <a:pt x="90" y="6"/>
                      <a:pt x="94" y="5"/>
                      <a:pt x="99" y="4"/>
                    </a:cubicBezTo>
                    <a:cubicBezTo>
                      <a:pt x="103" y="4"/>
                      <a:pt x="107" y="4"/>
                      <a:pt x="111" y="3"/>
                    </a:cubicBezTo>
                    <a:cubicBezTo>
                      <a:pt x="120" y="2"/>
                      <a:pt x="129" y="2"/>
                      <a:pt x="138" y="0"/>
                    </a:cubicBezTo>
                    <a:cubicBezTo>
                      <a:pt x="144" y="0"/>
                      <a:pt x="149" y="4"/>
                      <a:pt x="150" y="9"/>
                    </a:cubicBezTo>
                    <a:cubicBezTo>
                      <a:pt x="150" y="15"/>
                      <a:pt x="146" y="20"/>
                      <a:pt x="140" y="21"/>
                    </a:cubicBezTo>
                    <a:cubicBezTo>
                      <a:pt x="131" y="22"/>
                      <a:pt x="121" y="23"/>
                      <a:pt x="111" y="24"/>
                    </a:cubicBezTo>
                    <a:cubicBezTo>
                      <a:pt x="103" y="25"/>
                      <a:pt x="94" y="27"/>
                      <a:pt x="86" y="27"/>
                    </a:cubicBezTo>
                    <a:cubicBezTo>
                      <a:pt x="79" y="27"/>
                      <a:pt x="73" y="28"/>
                      <a:pt x="66" y="28"/>
                    </a:cubicBezTo>
                    <a:cubicBezTo>
                      <a:pt x="63" y="28"/>
                      <a:pt x="60" y="28"/>
                      <a:pt x="57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0" name="Google Shape;3530;p40">
                <a:extLst>
                  <a:ext uri="{FF2B5EF4-FFF2-40B4-BE49-F238E27FC236}">
                    <a16:creationId xmlns:a16="http://schemas.microsoft.com/office/drawing/2014/main" id="{94CD591E-60A2-284E-244D-66B5941AC010}"/>
                  </a:ext>
                </a:extLst>
              </p:cNvPr>
              <p:cNvSpPr/>
              <p:nvPr/>
            </p:nvSpPr>
            <p:spPr>
              <a:xfrm>
                <a:off x="957240" y="4292640"/>
                <a:ext cx="10800" cy="56160"/>
              </a:xfrm>
              <a:custGeom>
                <a:avLst/>
                <a:gdLst/>
                <a:ahLst/>
                <a:cxnLst/>
                <a:rect l="l" t="t" r="r" b="b"/>
                <a:pathLst>
                  <a:path w="30" h="156" extrusionOk="0">
                    <a:moveTo>
                      <a:pt x="9" y="146"/>
                    </a:moveTo>
                    <a:cubicBezTo>
                      <a:pt x="8" y="132"/>
                      <a:pt x="6" y="118"/>
                      <a:pt x="5" y="104"/>
                    </a:cubicBezTo>
                    <a:cubicBezTo>
                      <a:pt x="3" y="92"/>
                      <a:pt x="3" y="80"/>
                      <a:pt x="2" y="67"/>
                    </a:cubicBezTo>
                    <a:lnTo>
                      <a:pt x="2" y="66"/>
                    </a:lnTo>
                    <a:cubicBezTo>
                      <a:pt x="2" y="66"/>
                      <a:pt x="2" y="65"/>
                      <a:pt x="2" y="64"/>
                    </a:cubicBezTo>
                    <a:lnTo>
                      <a:pt x="2" y="65"/>
                    </a:lnTo>
                    <a:cubicBezTo>
                      <a:pt x="1" y="60"/>
                      <a:pt x="1" y="56"/>
                      <a:pt x="1" y="52"/>
                    </a:cubicBezTo>
                    <a:lnTo>
                      <a:pt x="1" y="51"/>
                    </a:lnTo>
                    <a:lnTo>
                      <a:pt x="1" y="50"/>
                    </a:lnTo>
                    <a:cubicBezTo>
                      <a:pt x="1" y="51"/>
                      <a:pt x="1" y="51"/>
                      <a:pt x="1" y="51"/>
                    </a:cubicBezTo>
                    <a:cubicBezTo>
                      <a:pt x="1" y="50"/>
                      <a:pt x="1" y="50"/>
                      <a:pt x="1" y="49"/>
                    </a:cubicBezTo>
                    <a:lnTo>
                      <a:pt x="1" y="50"/>
                    </a:lnTo>
                    <a:cubicBezTo>
                      <a:pt x="1" y="49"/>
                      <a:pt x="1" y="49"/>
                      <a:pt x="1" y="49"/>
                    </a:cubicBezTo>
                    <a:lnTo>
                      <a:pt x="1" y="48"/>
                    </a:lnTo>
                    <a:lnTo>
                      <a:pt x="1" y="49"/>
                    </a:lnTo>
                    <a:cubicBezTo>
                      <a:pt x="1" y="44"/>
                      <a:pt x="1" y="38"/>
                      <a:pt x="1" y="33"/>
                    </a:cubicBezTo>
                    <a:cubicBezTo>
                      <a:pt x="0" y="27"/>
                      <a:pt x="1" y="20"/>
                      <a:pt x="1" y="13"/>
                    </a:cubicBezTo>
                    <a:cubicBezTo>
                      <a:pt x="1" y="11"/>
                      <a:pt x="2" y="10"/>
                      <a:pt x="3" y="9"/>
                    </a:cubicBezTo>
                    <a:cubicBezTo>
                      <a:pt x="4" y="4"/>
                      <a:pt x="7" y="2"/>
                      <a:pt x="12" y="1"/>
                    </a:cubicBezTo>
                    <a:cubicBezTo>
                      <a:pt x="15" y="0"/>
                      <a:pt x="20" y="2"/>
                      <a:pt x="22" y="4"/>
                    </a:cubicBezTo>
                    <a:cubicBezTo>
                      <a:pt x="27" y="6"/>
                      <a:pt x="29" y="11"/>
                      <a:pt x="29" y="17"/>
                    </a:cubicBezTo>
                    <a:cubicBezTo>
                      <a:pt x="28" y="20"/>
                      <a:pt x="26" y="23"/>
                      <a:pt x="22" y="25"/>
                    </a:cubicBezTo>
                    <a:cubicBezTo>
                      <a:pt x="22" y="39"/>
                      <a:pt x="22" y="53"/>
                      <a:pt x="23" y="66"/>
                    </a:cubicBezTo>
                    <a:lnTo>
                      <a:pt x="23" y="65"/>
                    </a:lnTo>
                    <a:lnTo>
                      <a:pt x="23" y="66"/>
                    </a:lnTo>
                    <a:cubicBezTo>
                      <a:pt x="23" y="67"/>
                      <a:pt x="23" y="67"/>
                      <a:pt x="23" y="67"/>
                    </a:cubicBezTo>
                    <a:cubicBezTo>
                      <a:pt x="23" y="68"/>
                      <a:pt x="23" y="68"/>
                      <a:pt x="23" y="69"/>
                    </a:cubicBezTo>
                    <a:cubicBezTo>
                      <a:pt x="23" y="71"/>
                      <a:pt x="23" y="73"/>
                      <a:pt x="24" y="76"/>
                    </a:cubicBezTo>
                    <a:lnTo>
                      <a:pt x="24" y="77"/>
                    </a:lnTo>
                    <a:lnTo>
                      <a:pt x="24" y="78"/>
                    </a:lnTo>
                    <a:cubicBezTo>
                      <a:pt x="24" y="79"/>
                      <a:pt x="24" y="80"/>
                      <a:pt x="24" y="81"/>
                    </a:cubicBezTo>
                    <a:cubicBezTo>
                      <a:pt x="24" y="82"/>
                      <a:pt x="24" y="82"/>
                      <a:pt x="24" y="82"/>
                    </a:cubicBezTo>
                    <a:lnTo>
                      <a:pt x="24" y="81"/>
                    </a:lnTo>
                    <a:cubicBezTo>
                      <a:pt x="24" y="82"/>
                      <a:pt x="24" y="82"/>
                      <a:pt x="24" y="83"/>
                    </a:cubicBezTo>
                    <a:cubicBezTo>
                      <a:pt x="24" y="82"/>
                      <a:pt x="24" y="82"/>
                      <a:pt x="24" y="82"/>
                    </a:cubicBezTo>
                    <a:lnTo>
                      <a:pt x="24" y="83"/>
                    </a:lnTo>
                    <a:cubicBezTo>
                      <a:pt x="25" y="103"/>
                      <a:pt x="28" y="123"/>
                      <a:pt x="29" y="144"/>
                    </a:cubicBezTo>
                    <a:cubicBezTo>
                      <a:pt x="29" y="150"/>
                      <a:pt x="26" y="155"/>
                      <a:pt x="20" y="155"/>
                    </a:cubicBezTo>
                    <a:lnTo>
                      <a:pt x="19" y="155"/>
                    </a:lnTo>
                    <a:cubicBezTo>
                      <a:pt x="14" y="155"/>
                      <a:pt x="10" y="151"/>
                      <a:pt x="9" y="1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1" name="Google Shape;3531;p40">
                <a:extLst>
                  <a:ext uri="{FF2B5EF4-FFF2-40B4-BE49-F238E27FC236}">
                    <a16:creationId xmlns:a16="http://schemas.microsoft.com/office/drawing/2014/main" id="{E30A30E7-0F14-AD79-6D13-36C546662E0A}"/>
                  </a:ext>
                </a:extLst>
              </p:cNvPr>
              <p:cNvSpPr/>
              <p:nvPr/>
            </p:nvSpPr>
            <p:spPr>
              <a:xfrm>
                <a:off x="959400" y="4376160"/>
                <a:ext cx="10080" cy="47160"/>
              </a:xfrm>
              <a:custGeom>
                <a:avLst/>
                <a:gdLst/>
                <a:ahLst/>
                <a:cxnLst/>
                <a:rect l="l" t="t" r="r" b="b"/>
                <a:pathLst>
                  <a:path w="28" h="131" extrusionOk="0">
                    <a:moveTo>
                      <a:pt x="6" y="120"/>
                    </a:moveTo>
                    <a:cubicBezTo>
                      <a:pt x="5" y="103"/>
                      <a:pt x="3" y="86"/>
                      <a:pt x="2" y="70"/>
                    </a:cubicBezTo>
                    <a:cubicBezTo>
                      <a:pt x="2" y="60"/>
                      <a:pt x="1" y="49"/>
                      <a:pt x="1" y="38"/>
                    </a:cubicBezTo>
                    <a:cubicBezTo>
                      <a:pt x="0" y="32"/>
                      <a:pt x="0" y="26"/>
                      <a:pt x="0" y="21"/>
                    </a:cubicBezTo>
                    <a:cubicBezTo>
                      <a:pt x="0" y="17"/>
                      <a:pt x="0" y="13"/>
                      <a:pt x="1" y="9"/>
                    </a:cubicBezTo>
                    <a:cubicBezTo>
                      <a:pt x="2" y="4"/>
                      <a:pt x="6" y="0"/>
                      <a:pt x="12" y="0"/>
                    </a:cubicBezTo>
                    <a:cubicBezTo>
                      <a:pt x="17" y="0"/>
                      <a:pt x="23" y="5"/>
                      <a:pt x="23" y="11"/>
                    </a:cubicBezTo>
                    <a:cubicBezTo>
                      <a:pt x="22" y="13"/>
                      <a:pt x="22" y="15"/>
                      <a:pt x="22" y="17"/>
                    </a:cubicBezTo>
                    <a:cubicBezTo>
                      <a:pt x="22" y="22"/>
                      <a:pt x="21" y="26"/>
                      <a:pt x="22" y="32"/>
                    </a:cubicBezTo>
                    <a:cubicBezTo>
                      <a:pt x="22" y="31"/>
                      <a:pt x="22" y="31"/>
                      <a:pt x="22" y="30"/>
                    </a:cubicBezTo>
                    <a:cubicBezTo>
                      <a:pt x="22" y="31"/>
                      <a:pt x="22" y="33"/>
                      <a:pt x="22" y="34"/>
                    </a:cubicBezTo>
                    <a:lnTo>
                      <a:pt x="22" y="33"/>
                    </a:lnTo>
                    <a:cubicBezTo>
                      <a:pt x="22" y="34"/>
                      <a:pt x="22" y="34"/>
                      <a:pt x="22" y="35"/>
                    </a:cubicBezTo>
                    <a:lnTo>
                      <a:pt x="22" y="36"/>
                    </a:lnTo>
                    <a:cubicBezTo>
                      <a:pt x="22" y="37"/>
                      <a:pt x="22" y="37"/>
                      <a:pt x="22" y="38"/>
                    </a:cubicBezTo>
                    <a:lnTo>
                      <a:pt x="22" y="37"/>
                    </a:lnTo>
                    <a:cubicBezTo>
                      <a:pt x="22" y="43"/>
                      <a:pt x="23" y="50"/>
                      <a:pt x="23" y="57"/>
                    </a:cubicBezTo>
                    <a:cubicBezTo>
                      <a:pt x="23" y="61"/>
                      <a:pt x="23" y="66"/>
                      <a:pt x="23" y="70"/>
                    </a:cubicBezTo>
                    <a:cubicBezTo>
                      <a:pt x="24" y="70"/>
                      <a:pt x="24" y="70"/>
                      <a:pt x="24" y="70"/>
                    </a:cubicBezTo>
                    <a:cubicBezTo>
                      <a:pt x="24" y="74"/>
                      <a:pt x="24" y="78"/>
                      <a:pt x="24" y="82"/>
                    </a:cubicBezTo>
                    <a:cubicBezTo>
                      <a:pt x="24" y="85"/>
                      <a:pt x="24" y="89"/>
                      <a:pt x="24" y="93"/>
                    </a:cubicBezTo>
                    <a:lnTo>
                      <a:pt x="25" y="94"/>
                    </a:lnTo>
                    <a:lnTo>
                      <a:pt x="25" y="93"/>
                    </a:lnTo>
                    <a:cubicBezTo>
                      <a:pt x="25" y="102"/>
                      <a:pt x="26" y="110"/>
                      <a:pt x="26" y="118"/>
                    </a:cubicBezTo>
                    <a:cubicBezTo>
                      <a:pt x="27" y="123"/>
                      <a:pt x="23" y="128"/>
                      <a:pt x="17" y="129"/>
                    </a:cubicBezTo>
                    <a:lnTo>
                      <a:pt x="16" y="130"/>
                    </a:lnTo>
                    <a:cubicBezTo>
                      <a:pt x="11" y="130"/>
                      <a:pt x="6" y="126"/>
                      <a:pt x="6" y="1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2" name="Google Shape;3532;p40">
                <a:extLst>
                  <a:ext uri="{FF2B5EF4-FFF2-40B4-BE49-F238E27FC236}">
                    <a16:creationId xmlns:a16="http://schemas.microsoft.com/office/drawing/2014/main" id="{4D72D60A-A4D7-3AAC-89CA-4CF90B225C99}"/>
                  </a:ext>
                </a:extLst>
              </p:cNvPr>
              <p:cNvSpPr/>
              <p:nvPr/>
            </p:nvSpPr>
            <p:spPr>
              <a:xfrm>
                <a:off x="959760" y="4482360"/>
                <a:ext cx="11160" cy="56880"/>
              </a:xfrm>
              <a:custGeom>
                <a:avLst/>
                <a:gdLst/>
                <a:ahLst/>
                <a:cxnLst/>
                <a:rect l="l" t="t" r="r" b="b"/>
                <a:pathLst>
                  <a:path w="31" h="158" extrusionOk="0">
                    <a:moveTo>
                      <a:pt x="10" y="157"/>
                    </a:moveTo>
                    <a:cubicBezTo>
                      <a:pt x="5" y="157"/>
                      <a:pt x="0" y="152"/>
                      <a:pt x="0" y="146"/>
                    </a:cubicBezTo>
                    <a:cubicBezTo>
                      <a:pt x="0" y="129"/>
                      <a:pt x="0" y="113"/>
                      <a:pt x="0" y="96"/>
                    </a:cubicBezTo>
                    <a:cubicBezTo>
                      <a:pt x="0" y="88"/>
                      <a:pt x="0" y="80"/>
                      <a:pt x="1" y="73"/>
                    </a:cubicBezTo>
                    <a:cubicBezTo>
                      <a:pt x="1" y="65"/>
                      <a:pt x="1" y="57"/>
                      <a:pt x="1" y="49"/>
                    </a:cubicBezTo>
                    <a:cubicBezTo>
                      <a:pt x="1" y="47"/>
                      <a:pt x="2" y="43"/>
                      <a:pt x="2" y="40"/>
                    </a:cubicBezTo>
                    <a:cubicBezTo>
                      <a:pt x="3" y="30"/>
                      <a:pt x="5" y="19"/>
                      <a:pt x="8" y="9"/>
                    </a:cubicBezTo>
                    <a:cubicBezTo>
                      <a:pt x="9" y="3"/>
                      <a:pt x="16" y="0"/>
                      <a:pt x="21" y="2"/>
                    </a:cubicBezTo>
                    <a:cubicBezTo>
                      <a:pt x="28" y="3"/>
                      <a:pt x="30" y="10"/>
                      <a:pt x="29" y="16"/>
                    </a:cubicBezTo>
                    <a:cubicBezTo>
                      <a:pt x="28" y="19"/>
                      <a:pt x="28" y="21"/>
                      <a:pt x="26" y="25"/>
                    </a:cubicBezTo>
                    <a:cubicBezTo>
                      <a:pt x="26" y="29"/>
                      <a:pt x="25" y="34"/>
                      <a:pt x="24" y="38"/>
                    </a:cubicBezTo>
                    <a:cubicBezTo>
                      <a:pt x="23" y="42"/>
                      <a:pt x="23" y="47"/>
                      <a:pt x="22" y="51"/>
                    </a:cubicBezTo>
                    <a:cubicBezTo>
                      <a:pt x="22" y="66"/>
                      <a:pt x="21" y="81"/>
                      <a:pt x="21" y="97"/>
                    </a:cubicBezTo>
                    <a:cubicBezTo>
                      <a:pt x="21" y="114"/>
                      <a:pt x="21" y="130"/>
                      <a:pt x="21" y="147"/>
                    </a:cubicBezTo>
                    <a:cubicBezTo>
                      <a:pt x="21" y="152"/>
                      <a:pt x="16" y="157"/>
                      <a:pt x="11" y="157"/>
                    </a:cubicBezTo>
                    <a:lnTo>
                      <a:pt x="10" y="15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3" name="Google Shape;3533;p40">
                <a:extLst>
                  <a:ext uri="{FF2B5EF4-FFF2-40B4-BE49-F238E27FC236}">
                    <a16:creationId xmlns:a16="http://schemas.microsoft.com/office/drawing/2014/main" id="{46568AD5-6AF7-9E4D-E74A-1D70533BD226}"/>
                  </a:ext>
                </a:extLst>
              </p:cNvPr>
              <p:cNvSpPr/>
              <p:nvPr/>
            </p:nvSpPr>
            <p:spPr>
              <a:xfrm>
                <a:off x="958680" y="4581720"/>
                <a:ext cx="9720" cy="5580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55" extrusionOk="0">
                    <a:moveTo>
                      <a:pt x="12" y="154"/>
                    </a:moveTo>
                    <a:cubicBezTo>
                      <a:pt x="7" y="154"/>
                      <a:pt x="3" y="149"/>
                      <a:pt x="3" y="144"/>
                    </a:cubicBezTo>
                    <a:cubicBezTo>
                      <a:pt x="2" y="121"/>
                      <a:pt x="1" y="98"/>
                      <a:pt x="1" y="75"/>
                    </a:cubicBezTo>
                    <a:cubicBezTo>
                      <a:pt x="0" y="65"/>
                      <a:pt x="0" y="55"/>
                      <a:pt x="0" y="45"/>
                    </a:cubicBezTo>
                    <a:cubicBezTo>
                      <a:pt x="0" y="39"/>
                      <a:pt x="1" y="33"/>
                      <a:pt x="1" y="27"/>
                    </a:cubicBezTo>
                    <a:cubicBezTo>
                      <a:pt x="2" y="22"/>
                      <a:pt x="3" y="16"/>
                      <a:pt x="3" y="10"/>
                    </a:cubicBezTo>
                    <a:cubicBezTo>
                      <a:pt x="4" y="4"/>
                      <a:pt x="10" y="0"/>
                      <a:pt x="16" y="1"/>
                    </a:cubicBezTo>
                    <a:cubicBezTo>
                      <a:pt x="22" y="2"/>
                      <a:pt x="26" y="8"/>
                      <a:pt x="25" y="14"/>
                    </a:cubicBezTo>
                    <a:cubicBezTo>
                      <a:pt x="24" y="19"/>
                      <a:pt x="23" y="25"/>
                      <a:pt x="22" y="30"/>
                    </a:cubicBezTo>
                    <a:cubicBezTo>
                      <a:pt x="21" y="48"/>
                      <a:pt x="22" y="66"/>
                      <a:pt x="22" y="84"/>
                    </a:cubicBezTo>
                    <a:cubicBezTo>
                      <a:pt x="22" y="105"/>
                      <a:pt x="23" y="124"/>
                      <a:pt x="23" y="144"/>
                    </a:cubicBezTo>
                    <a:cubicBezTo>
                      <a:pt x="23" y="150"/>
                      <a:pt x="18" y="154"/>
                      <a:pt x="13" y="154"/>
                    </a:cubicBezTo>
                    <a:lnTo>
                      <a:pt x="12" y="154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4" name="Google Shape;3534;p40">
                <a:extLst>
                  <a:ext uri="{FF2B5EF4-FFF2-40B4-BE49-F238E27FC236}">
                    <a16:creationId xmlns:a16="http://schemas.microsoft.com/office/drawing/2014/main" id="{207100F9-0A75-FF88-4AAB-6E3E37E95F5D}"/>
                  </a:ext>
                </a:extLst>
              </p:cNvPr>
              <p:cNvSpPr/>
              <p:nvPr/>
            </p:nvSpPr>
            <p:spPr>
              <a:xfrm>
                <a:off x="960120" y="4678560"/>
                <a:ext cx="9360" cy="21240"/>
              </a:xfrm>
              <a:custGeom>
                <a:avLst/>
                <a:gdLst/>
                <a:ahLst/>
                <a:cxnLst/>
                <a:rect l="l" t="t" r="r" b="b"/>
                <a:pathLst>
                  <a:path w="26" h="59" extrusionOk="0">
                    <a:moveTo>
                      <a:pt x="12" y="58"/>
                    </a:moveTo>
                    <a:cubicBezTo>
                      <a:pt x="6" y="58"/>
                      <a:pt x="1" y="53"/>
                      <a:pt x="1" y="48"/>
                    </a:cubicBezTo>
                    <a:cubicBezTo>
                      <a:pt x="1" y="35"/>
                      <a:pt x="0" y="23"/>
                      <a:pt x="2" y="10"/>
                    </a:cubicBezTo>
                    <a:cubicBezTo>
                      <a:pt x="3" y="4"/>
                      <a:pt x="9" y="0"/>
                      <a:pt x="15" y="1"/>
                    </a:cubicBezTo>
                    <a:cubicBezTo>
                      <a:pt x="21" y="2"/>
                      <a:pt x="25" y="7"/>
                      <a:pt x="24" y="14"/>
                    </a:cubicBezTo>
                    <a:cubicBezTo>
                      <a:pt x="24" y="16"/>
                      <a:pt x="24" y="18"/>
                      <a:pt x="23" y="20"/>
                    </a:cubicBezTo>
                    <a:cubicBezTo>
                      <a:pt x="22" y="29"/>
                      <a:pt x="22" y="38"/>
                      <a:pt x="23" y="48"/>
                    </a:cubicBezTo>
                    <a:cubicBezTo>
                      <a:pt x="23" y="53"/>
                      <a:pt x="18" y="58"/>
                      <a:pt x="12" y="5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5" name="Google Shape;3535;p40">
                <a:extLst>
                  <a:ext uri="{FF2B5EF4-FFF2-40B4-BE49-F238E27FC236}">
                    <a16:creationId xmlns:a16="http://schemas.microsoft.com/office/drawing/2014/main" id="{1CDB69EC-F59B-CD93-C939-5678353FB8E5}"/>
                  </a:ext>
                </a:extLst>
              </p:cNvPr>
              <p:cNvSpPr/>
              <p:nvPr/>
            </p:nvSpPr>
            <p:spPr>
              <a:xfrm>
                <a:off x="556920" y="3749040"/>
                <a:ext cx="16920" cy="1121400"/>
              </a:xfrm>
              <a:custGeom>
                <a:avLst/>
                <a:gdLst/>
                <a:ahLst/>
                <a:cxnLst/>
                <a:rect l="l" t="t" r="r" b="b"/>
                <a:pathLst>
                  <a:path w="47" h="3115" extrusionOk="0">
                    <a:moveTo>
                      <a:pt x="34" y="3114"/>
                    </a:moveTo>
                    <a:cubicBezTo>
                      <a:pt x="28" y="3114"/>
                      <a:pt x="24" y="3109"/>
                      <a:pt x="24" y="3103"/>
                    </a:cubicBezTo>
                    <a:cubicBezTo>
                      <a:pt x="24" y="3088"/>
                      <a:pt x="23" y="3072"/>
                      <a:pt x="23" y="3058"/>
                    </a:cubicBezTo>
                    <a:cubicBezTo>
                      <a:pt x="23" y="3044"/>
                      <a:pt x="23" y="3030"/>
                      <a:pt x="23" y="3016"/>
                    </a:cubicBezTo>
                    <a:cubicBezTo>
                      <a:pt x="23" y="3001"/>
                      <a:pt x="23" y="2986"/>
                      <a:pt x="23" y="2971"/>
                    </a:cubicBezTo>
                    <a:cubicBezTo>
                      <a:pt x="23" y="2956"/>
                      <a:pt x="23" y="2941"/>
                      <a:pt x="23" y="2926"/>
                    </a:cubicBezTo>
                    <a:cubicBezTo>
                      <a:pt x="23" y="2863"/>
                      <a:pt x="23" y="2800"/>
                      <a:pt x="22" y="2737"/>
                    </a:cubicBezTo>
                    <a:cubicBezTo>
                      <a:pt x="21" y="2606"/>
                      <a:pt x="21" y="2475"/>
                      <a:pt x="20" y="2343"/>
                    </a:cubicBezTo>
                    <a:cubicBezTo>
                      <a:pt x="18" y="2208"/>
                      <a:pt x="18" y="2073"/>
                      <a:pt x="17" y="1939"/>
                    </a:cubicBezTo>
                    <a:cubicBezTo>
                      <a:pt x="16" y="1808"/>
                      <a:pt x="15" y="1678"/>
                      <a:pt x="14" y="1547"/>
                    </a:cubicBezTo>
                    <a:cubicBezTo>
                      <a:pt x="13" y="1415"/>
                      <a:pt x="12" y="1283"/>
                      <a:pt x="11" y="1150"/>
                    </a:cubicBezTo>
                    <a:cubicBezTo>
                      <a:pt x="10" y="1018"/>
                      <a:pt x="9" y="885"/>
                      <a:pt x="7" y="753"/>
                    </a:cubicBezTo>
                    <a:cubicBezTo>
                      <a:pt x="6" y="620"/>
                      <a:pt x="5" y="486"/>
                      <a:pt x="4" y="353"/>
                    </a:cubicBezTo>
                    <a:cubicBezTo>
                      <a:pt x="4" y="294"/>
                      <a:pt x="3" y="237"/>
                      <a:pt x="2" y="179"/>
                    </a:cubicBezTo>
                    <a:cubicBezTo>
                      <a:pt x="2" y="151"/>
                      <a:pt x="2" y="121"/>
                      <a:pt x="2" y="93"/>
                    </a:cubicBezTo>
                    <a:cubicBezTo>
                      <a:pt x="1" y="78"/>
                      <a:pt x="1" y="63"/>
                      <a:pt x="1" y="49"/>
                    </a:cubicBezTo>
                    <a:cubicBezTo>
                      <a:pt x="0" y="36"/>
                      <a:pt x="0" y="24"/>
                      <a:pt x="0" y="11"/>
                    </a:cubicBezTo>
                    <a:cubicBezTo>
                      <a:pt x="0" y="5"/>
                      <a:pt x="5" y="0"/>
                      <a:pt x="12" y="0"/>
                    </a:cubicBezTo>
                    <a:cubicBezTo>
                      <a:pt x="17" y="0"/>
                      <a:pt x="22" y="5"/>
                      <a:pt x="22" y="11"/>
                    </a:cubicBezTo>
                    <a:cubicBezTo>
                      <a:pt x="22" y="25"/>
                      <a:pt x="22" y="38"/>
                      <a:pt x="22" y="51"/>
                    </a:cubicBezTo>
                    <a:cubicBezTo>
                      <a:pt x="22" y="68"/>
                      <a:pt x="22" y="85"/>
                      <a:pt x="22" y="101"/>
                    </a:cubicBezTo>
                    <a:cubicBezTo>
                      <a:pt x="22" y="134"/>
                      <a:pt x="22" y="167"/>
                      <a:pt x="23" y="200"/>
                    </a:cubicBezTo>
                    <a:cubicBezTo>
                      <a:pt x="23" y="265"/>
                      <a:pt x="23" y="329"/>
                      <a:pt x="24" y="394"/>
                    </a:cubicBezTo>
                    <a:cubicBezTo>
                      <a:pt x="24" y="526"/>
                      <a:pt x="25" y="659"/>
                      <a:pt x="26" y="793"/>
                    </a:cubicBezTo>
                    <a:cubicBezTo>
                      <a:pt x="27" y="926"/>
                      <a:pt x="28" y="1059"/>
                      <a:pt x="29" y="1193"/>
                    </a:cubicBezTo>
                    <a:cubicBezTo>
                      <a:pt x="30" y="1323"/>
                      <a:pt x="31" y="1454"/>
                      <a:pt x="32" y="1585"/>
                    </a:cubicBezTo>
                    <a:cubicBezTo>
                      <a:pt x="33" y="1719"/>
                      <a:pt x="34" y="1852"/>
                      <a:pt x="35" y="1986"/>
                    </a:cubicBezTo>
                    <a:cubicBezTo>
                      <a:pt x="36" y="2119"/>
                      <a:pt x="37" y="2251"/>
                      <a:pt x="38" y="2383"/>
                    </a:cubicBezTo>
                    <a:cubicBezTo>
                      <a:pt x="39" y="2514"/>
                      <a:pt x="41" y="2646"/>
                      <a:pt x="42" y="2778"/>
                    </a:cubicBezTo>
                    <a:cubicBezTo>
                      <a:pt x="42" y="2834"/>
                      <a:pt x="43" y="2890"/>
                      <a:pt x="44" y="2947"/>
                    </a:cubicBezTo>
                    <a:cubicBezTo>
                      <a:pt x="44" y="2959"/>
                      <a:pt x="45" y="2971"/>
                      <a:pt x="45" y="2984"/>
                    </a:cubicBezTo>
                    <a:cubicBezTo>
                      <a:pt x="45" y="2997"/>
                      <a:pt x="45" y="3011"/>
                      <a:pt x="45" y="3024"/>
                    </a:cubicBezTo>
                    <a:cubicBezTo>
                      <a:pt x="45" y="3036"/>
                      <a:pt x="45" y="3049"/>
                      <a:pt x="45" y="3061"/>
                    </a:cubicBezTo>
                    <a:cubicBezTo>
                      <a:pt x="45" y="3075"/>
                      <a:pt x="45" y="3089"/>
                      <a:pt x="46" y="3103"/>
                    </a:cubicBezTo>
                    <a:cubicBezTo>
                      <a:pt x="46" y="3109"/>
                      <a:pt x="41" y="3114"/>
                      <a:pt x="35" y="3114"/>
                    </a:cubicBezTo>
                    <a:lnTo>
                      <a:pt x="34" y="3114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6" name="Google Shape;3536;p40">
                <a:extLst>
                  <a:ext uri="{FF2B5EF4-FFF2-40B4-BE49-F238E27FC236}">
                    <a16:creationId xmlns:a16="http://schemas.microsoft.com/office/drawing/2014/main" id="{D58A5777-C626-3A9B-3AE2-ABC9BBB3FDCF}"/>
                  </a:ext>
                </a:extLst>
              </p:cNvPr>
              <p:cNvSpPr/>
              <p:nvPr/>
            </p:nvSpPr>
            <p:spPr>
              <a:xfrm>
                <a:off x="542520" y="3746880"/>
                <a:ext cx="39960" cy="87120"/>
              </a:xfrm>
              <a:custGeom>
                <a:avLst/>
                <a:gdLst/>
                <a:ahLst/>
                <a:cxnLst/>
                <a:rect l="l" t="t" r="r" b="b"/>
                <a:pathLst>
                  <a:path w="111" h="242" extrusionOk="0">
                    <a:moveTo>
                      <a:pt x="12" y="241"/>
                    </a:moveTo>
                    <a:cubicBezTo>
                      <a:pt x="5" y="241"/>
                      <a:pt x="0" y="235"/>
                      <a:pt x="1" y="229"/>
                    </a:cubicBezTo>
                    <a:cubicBezTo>
                      <a:pt x="3" y="219"/>
                      <a:pt x="4" y="211"/>
                      <a:pt x="6" y="201"/>
                    </a:cubicBezTo>
                    <a:cubicBezTo>
                      <a:pt x="7" y="198"/>
                      <a:pt x="7" y="194"/>
                      <a:pt x="8" y="191"/>
                    </a:cubicBezTo>
                    <a:cubicBezTo>
                      <a:pt x="9" y="186"/>
                      <a:pt x="10" y="182"/>
                      <a:pt x="10" y="178"/>
                    </a:cubicBezTo>
                    <a:lnTo>
                      <a:pt x="10" y="179"/>
                    </a:lnTo>
                    <a:cubicBezTo>
                      <a:pt x="10" y="178"/>
                      <a:pt x="11" y="176"/>
                      <a:pt x="11" y="175"/>
                    </a:cubicBezTo>
                    <a:cubicBezTo>
                      <a:pt x="11" y="171"/>
                      <a:pt x="12" y="168"/>
                      <a:pt x="12" y="164"/>
                    </a:cubicBezTo>
                    <a:cubicBezTo>
                      <a:pt x="16" y="141"/>
                      <a:pt x="19" y="119"/>
                      <a:pt x="22" y="97"/>
                    </a:cubicBezTo>
                    <a:cubicBezTo>
                      <a:pt x="25" y="76"/>
                      <a:pt x="28" y="55"/>
                      <a:pt x="31" y="34"/>
                    </a:cubicBezTo>
                    <a:cubicBezTo>
                      <a:pt x="31" y="31"/>
                      <a:pt x="31" y="30"/>
                      <a:pt x="31" y="28"/>
                    </a:cubicBezTo>
                    <a:cubicBezTo>
                      <a:pt x="32" y="22"/>
                      <a:pt x="36" y="18"/>
                      <a:pt x="42" y="18"/>
                    </a:cubicBezTo>
                    <a:cubicBezTo>
                      <a:pt x="43" y="18"/>
                      <a:pt x="45" y="18"/>
                      <a:pt x="46" y="19"/>
                    </a:cubicBezTo>
                    <a:cubicBezTo>
                      <a:pt x="47" y="16"/>
                      <a:pt x="47" y="13"/>
                      <a:pt x="47" y="10"/>
                    </a:cubicBezTo>
                    <a:cubicBezTo>
                      <a:pt x="49" y="5"/>
                      <a:pt x="52" y="2"/>
                      <a:pt x="57" y="1"/>
                    </a:cubicBezTo>
                    <a:cubicBezTo>
                      <a:pt x="63" y="0"/>
                      <a:pt x="68" y="4"/>
                      <a:pt x="69" y="9"/>
                    </a:cubicBezTo>
                    <a:cubicBezTo>
                      <a:pt x="70" y="12"/>
                      <a:pt x="70" y="16"/>
                      <a:pt x="70" y="19"/>
                    </a:cubicBezTo>
                    <a:cubicBezTo>
                      <a:pt x="71" y="23"/>
                      <a:pt x="72" y="26"/>
                      <a:pt x="72" y="30"/>
                    </a:cubicBezTo>
                    <a:cubicBezTo>
                      <a:pt x="72" y="30"/>
                      <a:pt x="72" y="29"/>
                      <a:pt x="72" y="28"/>
                    </a:cubicBezTo>
                    <a:cubicBezTo>
                      <a:pt x="77" y="53"/>
                      <a:pt x="84" y="77"/>
                      <a:pt x="88" y="101"/>
                    </a:cubicBezTo>
                    <a:cubicBezTo>
                      <a:pt x="88" y="100"/>
                      <a:pt x="88" y="100"/>
                      <a:pt x="88" y="99"/>
                    </a:cubicBezTo>
                    <a:cubicBezTo>
                      <a:pt x="88" y="101"/>
                      <a:pt x="88" y="101"/>
                      <a:pt x="88" y="102"/>
                    </a:cubicBezTo>
                    <a:cubicBezTo>
                      <a:pt x="89" y="108"/>
                      <a:pt x="90" y="113"/>
                      <a:pt x="91" y="117"/>
                    </a:cubicBezTo>
                    <a:lnTo>
                      <a:pt x="91" y="116"/>
                    </a:lnTo>
                    <a:cubicBezTo>
                      <a:pt x="92" y="123"/>
                      <a:pt x="93" y="130"/>
                      <a:pt x="94" y="136"/>
                    </a:cubicBezTo>
                    <a:lnTo>
                      <a:pt x="94" y="137"/>
                    </a:lnTo>
                    <a:cubicBezTo>
                      <a:pt x="95" y="137"/>
                      <a:pt x="95" y="137"/>
                      <a:pt x="95" y="137"/>
                    </a:cubicBezTo>
                    <a:cubicBezTo>
                      <a:pt x="95" y="142"/>
                      <a:pt x="96" y="147"/>
                      <a:pt x="97" y="152"/>
                    </a:cubicBezTo>
                    <a:cubicBezTo>
                      <a:pt x="97" y="151"/>
                      <a:pt x="97" y="151"/>
                      <a:pt x="97" y="151"/>
                    </a:cubicBezTo>
                    <a:lnTo>
                      <a:pt x="97" y="152"/>
                    </a:lnTo>
                    <a:lnTo>
                      <a:pt x="97" y="151"/>
                    </a:lnTo>
                    <a:cubicBezTo>
                      <a:pt x="100" y="171"/>
                      <a:pt x="105" y="191"/>
                      <a:pt x="109" y="212"/>
                    </a:cubicBezTo>
                    <a:cubicBezTo>
                      <a:pt x="110" y="218"/>
                      <a:pt x="107" y="223"/>
                      <a:pt x="101" y="225"/>
                    </a:cubicBezTo>
                    <a:cubicBezTo>
                      <a:pt x="96" y="226"/>
                      <a:pt x="90" y="222"/>
                      <a:pt x="89" y="217"/>
                    </a:cubicBezTo>
                    <a:cubicBezTo>
                      <a:pt x="87" y="209"/>
                      <a:pt x="85" y="201"/>
                      <a:pt x="84" y="193"/>
                    </a:cubicBezTo>
                    <a:lnTo>
                      <a:pt x="84" y="194"/>
                    </a:lnTo>
                    <a:cubicBezTo>
                      <a:pt x="84" y="193"/>
                      <a:pt x="84" y="191"/>
                      <a:pt x="84" y="190"/>
                    </a:cubicBezTo>
                    <a:cubicBezTo>
                      <a:pt x="84" y="191"/>
                      <a:pt x="84" y="191"/>
                      <a:pt x="84" y="192"/>
                    </a:cubicBezTo>
                    <a:cubicBezTo>
                      <a:pt x="83" y="190"/>
                      <a:pt x="83" y="187"/>
                      <a:pt x="82" y="185"/>
                    </a:cubicBezTo>
                    <a:lnTo>
                      <a:pt x="82" y="186"/>
                    </a:lnTo>
                    <a:cubicBezTo>
                      <a:pt x="82" y="185"/>
                      <a:pt x="82" y="184"/>
                      <a:pt x="82" y="183"/>
                    </a:cubicBezTo>
                    <a:cubicBezTo>
                      <a:pt x="81" y="178"/>
                      <a:pt x="80" y="173"/>
                      <a:pt x="79" y="169"/>
                    </a:cubicBezTo>
                    <a:lnTo>
                      <a:pt x="80" y="170"/>
                    </a:lnTo>
                    <a:cubicBezTo>
                      <a:pt x="79" y="165"/>
                      <a:pt x="78" y="161"/>
                      <a:pt x="77" y="156"/>
                    </a:cubicBezTo>
                    <a:cubicBezTo>
                      <a:pt x="77" y="157"/>
                      <a:pt x="77" y="157"/>
                      <a:pt x="78" y="157"/>
                    </a:cubicBezTo>
                    <a:cubicBezTo>
                      <a:pt x="77" y="157"/>
                      <a:pt x="77" y="155"/>
                      <a:pt x="77" y="155"/>
                    </a:cubicBezTo>
                    <a:lnTo>
                      <a:pt x="77" y="156"/>
                    </a:lnTo>
                    <a:cubicBezTo>
                      <a:pt x="77" y="151"/>
                      <a:pt x="75" y="145"/>
                      <a:pt x="74" y="141"/>
                    </a:cubicBezTo>
                    <a:cubicBezTo>
                      <a:pt x="74" y="140"/>
                      <a:pt x="74" y="140"/>
                      <a:pt x="74" y="140"/>
                    </a:cubicBezTo>
                    <a:cubicBezTo>
                      <a:pt x="73" y="134"/>
                      <a:pt x="72" y="128"/>
                      <a:pt x="71" y="122"/>
                    </a:cubicBezTo>
                    <a:lnTo>
                      <a:pt x="71" y="123"/>
                    </a:lnTo>
                    <a:cubicBezTo>
                      <a:pt x="70" y="116"/>
                      <a:pt x="68" y="109"/>
                      <a:pt x="67" y="103"/>
                    </a:cubicBezTo>
                    <a:cubicBezTo>
                      <a:pt x="68" y="104"/>
                      <a:pt x="68" y="104"/>
                      <a:pt x="68" y="104"/>
                    </a:cubicBezTo>
                    <a:cubicBezTo>
                      <a:pt x="66" y="98"/>
                      <a:pt x="65" y="91"/>
                      <a:pt x="63" y="84"/>
                    </a:cubicBezTo>
                    <a:cubicBezTo>
                      <a:pt x="61" y="77"/>
                      <a:pt x="60" y="70"/>
                      <a:pt x="58" y="63"/>
                    </a:cubicBezTo>
                    <a:cubicBezTo>
                      <a:pt x="58" y="64"/>
                      <a:pt x="57" y="66"/>
                      <a:pt x="57" y="68"/>
                    </a:cubicBezTo>
                    <a:cubicBezTo>
                      <a:pt x="53" y="84"/>
                      <a:pt x="50" y="100"/>
                      <a:pt x="46" y="116"/>
                    </a:cubicBezTo>
                    <a:cubicBezTo>
                      <a:pt x="42" y="131"/>
                      <a:pt x="38" y="147"/>
                      <a:pt x="34" y="162"/>
                    </a:cubicBezTo>
                    <a:cubicBezTo>
                      <a:pt x="35" y="162"/>
                      <a:pt x="35" y="161"/>
                      <a:pt x="35" y="161"/>
                    </a:cubicBezTo>
                    <a:cubicBezTo>
                      <a:pt x="29" y="185"/>
                      <a:pt x="26" y="208"/>
                      <a:pt x="23" y="232"/>
                    </a:cubicBezTo>
                    <a:cubicBezTo>
                      <a:pt x="22" y="237"/>
                      <a:pt x="18" y="241"/>
                      <a:pt x="12" y="2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7" name="Google Shape;3537;p40">
                <a:extLst>
                  <a:ext uri="{FF2B5EF4-FFF2-40B4-BE49-F238E27FC236}">
                    <a16:creationId xmlns:a16="http://schemas.microsoft.com/office/drawing/2014/main" id="{A88D06A9-E703-A920-B3A2-C81C4AFBE88D}"/>
                  </a:ext>
                </a:extLst>
              </p:cNvPr>
              <p:cNvSpPr/>
              <p:nvPr/>
            </p:nvSpPr>
            <p:spPr>
              <a:xfrm>
                <a:off x="16200" y="4703760"/>
                <a:ext cx="107784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2994" h="36" extrusionOk="0">
                    <a:moveTo>
                      <a:pt x="0" y="24"/>
                    </a:moveTo>
                    <a:cubicBezTo>
                      <a:pt x="1" y="18"/>
                      <a:pt x="6" y="14"/>
                      <a:pt x="12" y="14"/>
                    </a:cubicBezTo>
                    <a:cubicBezTo>
                      <a:pt x="26" y="13"/>
                      <a:pt x="41" y="14"/>
                      <a:pt x="55" y="14"/>
                    </a:cubicBezTo>
                    <a:cubicBezTo>
                      <a:pt x="71" y="14"/>
                      <a:pt x="87" y="14"/>
                      <a:pt x="103" y="14"/>
                    </a:cubicBezTo>
                    <a:cubicBezTo>
                      <a:pt x="134" y="14"/>
                      <a:pt x="165" y="14"/>
                      <a:pt x="197" y="14"/>
                    </a:cubicBezTo>
                    <a:cubicBezTo>
                      <a:pt x="259" y="13"/>
                      <a:pt x="322" y="13"/>
                      <a:pt x="384" y="13"/>
                    </a:cubicBezTo>
                    <a:cubicBezTo>
                      <a:pt x="510" y="13"/>
                      <a:pt x="635" y="11"/>
                      <a:pt x="761" y="11"/>
                    </a:cubicBezTo>
                    <a:cubicBezTo>
                      <a:pt x="887" y="11"/>
                      <a:pt x="1013" y="10"/>
                      <a:pt x="1139" y="10"/>
                    </a:cubicBezTo>
                    <a:cubicBezTo>
                      <a:pt x="1269" y="9"/>
                      <a:pt x="1398" y="8"/>
                      <a:pt x="1528" y="8"/>
                    </a:cubicBezTo>
                    <a:cubicBezTo>
                      <a:pt x="1655" y="7"/>
                      <a:pt x="1781" y="7"/>
                      <a:pt x="1907" y="6"/>
                    </a:cubicBezTo>
                    <a:cubicBezTo>
                      <a:pt x="2034" y="6"/>
                      <a:pt x="2160" y="6"/>
                      <a:pt x="2287" y="5"/>
                    </a:cubicBezTo>
                    <a:cubicBezTo>
                      <a:pt x="2415" y="4"/>
                      <a:pt x="2542" y="4"/>
                      <a:pt x="2669" y="3"/>
                    </a:cubicBezTo>
                    <a:cubicBezTo>
                      <a:pt x="2720" y="3"/>
                      <a:pt x="2771" y="3"/>
                      <a:pt x="2822" y="2"/>
                    </a:cubicBezTo>
                    <a:cubicBezTo>
                      <a:pt x="2848" y="2"/>
                      <a:pt x="2875" y="1"/>
                      <a:pt x="2901" y="1"/>
                    </a:cubicBezTo>
                    <a:cubicBezTo>
                      <a:pt x="2928" y="1"/>
                      <a:pt x="2956" y="1"/>
                      <a:pt x="2983" y="0"/>
                    </a:cubicBezTo>
                    <a:cubicBezTo>
                      <a:pt x="2989" y="0"/>
                      <a:pt x="2993" y="6"/>
                      <a:pt x="2993" y="11"/>
                    </a:cubicBezTo>
                    <a:cubicBezTo>
                      <a:pt x="2993" y="17"/>
                      <a:pt x="2988" y="22"/>
                      <a:pt x="2982" y="22"/>
                    </a:cubicBezTo>
                    <a:cubicBezTo>
                      <a:pt x="2950" y="21"/>
                      <a:pt x="2918" y="21"/>
                      <a:pt x="2885" y="21"/>
                    </a:cubicBezTo>
                    <a:cubicBezTo>
                      <a:pt x="2854" y="22"/>
                      <a:pt x="2824" y="22"/>
                      <a:pt x="2793" y="22"/>
                    </a:cubicBezTo>
                    <a:cubicBezTo>
                      <a:pt x="2730" y="22"/>
                      <a:pt x="2667" y="22"/>
                      <a:pt x="2604" y="22"/>
                    </a:cubicBezTo>
                    <a:cubicBezTo>
                      <a:pt x="2476" y="22"/>
                      <a:pt x="2348" y="24"/>
                      <a:pt x="2220" y="24"/>
                    </a:cubicBezTo>
                    <a:cubicBezTo>
                      <a:pt x="2094" y="25"/>
                      <a:pt x="1967" y="25"/>
                      <a:pt x="1842" y="26"/>
                    </a:cubicBezTo>
                    <a:cubicBezTo>
                      <a:pt x="1713" y="26"/>
                      <a:pt x="1585" y="27"/>
                      <a:pt x="1456" y="28"/>
                    </a:cubicBezTo>
                    <a:cubicBezTo>
                      <a:pt x="1394" y="28"/>
                      <a:pt x="1331" y="28"/>
                      <a:pt x="1269" y="29"/>
                    </a:cubicBezTo>
                    <a:cubicBezTo>
                      <a:pt x="1204" y="29"/>
                      <a:pt x="1139" y="29"/>
                      <a:pt x="1075" y="29"/>
                    </a:cubicBezTo>
                    <a:cubicBezTo>
                      <a:pt x="949" y="30"/>
                      <a:pt x="823" y="31"/>
                      <a:pt x="697" y="31"/>
                    </a:cubicBezTo>
                    <a:cubicBezTo>
                      <a:pt x="635" y="32"/>
                      <a:pt x="573" y="32"/>
                      <a:pt x="510" y="32"/>
                    </a:cubicBezTo>
                    <a:cubicBezTo>
                      <a:pt x="447" y="32"/>
                      <a:pt x="383" y="33"/>
                      <a:pt x="319" y="33"/>
                    </a:cubicBezTo>
                    <a:cubicBezTo>
                      <a:pt x="266" y="34"/>
                      <a:pt x="214" y="34"/>
                      <a:pt x="161" y="34"/>
                    </a:cubicBezTo>
                    <a:cubicBezTo>
                      <a:pt x="136" y="34"/>
                      <a:pt x="111" y="35"/>
                      <a:pt x="86" y="35"/>
                    </a:cubicBezTo>
                    <a:cubicBezTo>
                      <a:pt x="61" y="35"/>
                      <a:pt x="37" y="35"/>
                      <a:pt x="11" y="35"/>
                    </a:cubicBezTo>
                    <a:cubicBezTo>
                      <a:pt x="6" y="35"/>
                      <a:pt x="0" y="30"/>
                      <a:pt x="0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8" name="Google Shape;3538;p40">
                <a:extLst>
                  <a:ext uri="{FF2B5EF4-FFF2-40B4-BE49-F238E27FC236}">
                    <a16:creationId xmlns:a16="http://schemas.microsoft.com/office/drawing/2014/main" id="{D30F9965-086C-0B3C-66BA-EDF2086963AF}"/>
                  </a:ext>
                </a:extLst>
              </p:cNvPr>
              <p:cNvSpPr/>
              <p:nvPr/>
            </p:nvSpPr>
            <p:spPr>
              <a:xfrm>
                <a:off x="1049040" y="4692960"/>
                <a:ext cx="71280" cy="40680"/>
              </a:xfrm>
              <a:custGeom>
                <a:avLst/>
                <a:gdLst/>
                <a:ahLst/>
                <a:cxnLst/>
                <a:rect l="l" t="t" r="r" b="b"/>
                <a:pathLst>
                  <a:path w="198" h="113" extrusionOk="0">
                    <a:moveTo>
                      <a:pt x="21" y="108"/>
                    </a:moveTo>
                    <a:cubicBezTo>
                      <a:pt x="17" y="104"/>
                      <a:pt x="17" y="97"/>
                      <a:pt x="21" y="93"/>
                    </a:cubicBezTo>
                    <a:cubicBezTo>
                      <a:pt x="29" y="86"/>
                      <a:pt x="39" y="79"/>
                      <a:pt x="49" y="74"/>
                    </a:cubicBezTo>
                    <a:cubicBezTo>
                      <a:pt x="53" y="72"/>
                      <a:pt x="58" y="69"/>
                      <a:pt x="63" y="67"/>
                    </a:cubicBezTo>
                    <a:cubicBezTo>
                      <a:pt x="67" y="65"/>
                      <a:pt x="71" y="63"/>
                      <a:pt x="76" y="61"/>
                    </a:cubicBezTo>
                    <a:cubicBezTo>
                      <a:pt x="81" y="59"/>
                      <a:pt x="85" y="58"/>
                      <a:pt x="90" y="57"/>
                    </a:cubicBezTo>
                    <a:cubicBezTo>
                      <a:pt x="100" y="53"/>
                      <a:pt x="110" y="50"/>
                      <a:pt x="120" y="47"/>
                    </a:cubicBezTo>
                    <a:cubicBezTo>
                      <a:pt x="125" y="45"/>
                      <a:pt x="130" y="43"/>
                      <a:pt x="135" y="41"/>
                    </a:cubicBezTo>
                    <a:cubicBezTo>
                      <a:pt x="133" y="41"/>
                      <a:pt x="131" y="41"/>
                      <a:pt x="130" y="41"/>
                    </a:cubicBezTo>
                    <a:cubicBezTo>
                      <a:pt x="123" y="41"/>
                      <a:pt x="117" y="40"/>
                      <a:pt x="110" y="40"/>
                    </a:cubicBezTo>
                    <a:cubicBezTo>
                      <a:pt x="99" y="38"/>
                      <a:pt x="88" y="36"/>
                      <a:pt x="77" y="34"/>
                    </a:cubicBezTo>
                    <a:cubicBezTo>
                      <a:pt x="66" y="33"/>
                      <a:pt x="54" y="30"/>
                      <a:pt x="43" y="28"/>
                    </a:cubicBezTo>
                    <a:lnTo>
                      <a:pt x="42" y="28"/>
                    </a:lnTo>
                    <a:cubicBezTo>
                      <a:pt x="43" y="28"/>
                      <a:pt x="43" y="28"/>
                      <a:pt x="43" y="28"/>
                    </a:cubicBezTo>
                    <a:cubicBezTo>
                      <a:pt x="35" y="26"/>
                      <a:pt x="28" y="24"/>
                      <a:pt x="21" y="23"/>
                    </a:cubicBezTo>
                    <a:cubicBezTo>
                      <a:pt x="18" y="24"/>
                      <a:pt x="16" y="24"/>
                      <a:pt x="14" y="23"/>
                    </a:cubicBezTo>
                    <a:cubicBezTo>
                      <a:pt x="11" y="23"/>
                      <a:pt x="8" y="22"/>
                      <a:pt x="6" y="20"/>
                    </a:cubicBezTo>
                    <a:cubicBezTo>
                      <a:pt x="3" y="18"/>
                      <a:pt x="0" y="14"/>
                      <a:pt x="2" y="9"/>
                    </a:cubicBezTo>
                    <a:cubicBezTo>
                      <a:pt x="2" y="5"/>
                      <a:pt x="6" y="1"/>
                      <a:pt x="11" y="0"/>
                    </a:cubicBezTo>
                    <a:cubicBezTo>
                      <a:pt x="15" y="0"/>
                      <a:pt x="19" y="1"/>
                      <a:pt x="23" y="2"/>
                    </a:cubicBezTo>
                    <a:cubicBezTo>
                      <a:pt x="27" y="2"/>
                      <a:pt x="29" y="3"/>
                      <a:pt x="33" y="3"/>
                    </a:cubicBezTo>
                    <a:cubicBezTo>
                      <a:pt x="38" y="5"/>
                      <a:pt x="43" y="6"/>
                      <a:pt x="48" y="7"/>
                    </a:cubicBezTo>
                    <a:cubicBezTo>
                      <a:pt x="47" y="7"/>
                      <a:pt x="46" y="7"/>
                      <a:pt x="46" y="7"/>
                    </a:cubicBezTo>
                    <a:cubicBezTo>
                      <a:pt x="52" y="8"/>
                      <a:pt x="57" y="9"/>
                      <a:pt x="63" y="10"/>
                    </a:cubicBezTo>
                    <a:cubicBezTo>
                      <a:pt x="74" y="13"/>
                      <a:pt x="84" y="15"/>
                      <a:pt x="95" y="16"/>
                    </a:cubicBezTo>
                    <a:cubicBezTo>
                      <a:pt x="104" y="18"/>
                      <a:pt x="114" y="19"/>
                      <a:pt x="124" y="20"/>
                    </a:cubicBezTo>
                    <a:cubicBezTo>
                      <a:pt x="133" y="21"/>
                      <a:pt x="142" y="21"/>
                      <a:pt x="151" y="21"/>
                    </a:cubicBezTo>
                    <a:cubicBezTo>
                      <a:pt x="161" y="22"/>
                      <a:pt x="169" y="22"/>
                      <a:pt x="178" y="22"/>
                    </a:cubicBezTo>
                    <a:cubicBezTo>
                      <a:pt x="185" y="22"/>
                      <a:pt x="193" y="23"/>
                      <a:pt x="195" y="30"/>
                    </a:cubicBezTo>
                    <a:cubicBezTo>
                      <a:pt x="197" y="34"/>
                      <a:pt x="196" y="39"/>
                      <a:pt x="193" y="43"/>
                    </a:cubicBezTo>
                    <a:cubicBezTo>
                      <a:pt x="190" y="46"/>
                      <a:pt x="186" y="48"/>
                      <a:pt x="181" y="49"/>
                    </a:cubicBezTo>
                    <a:cubicBezTo>
                      <a:pt x="172" y="52"/>
                      <a:pt x="162" y="55"/>
                      <a:pt x="153" y="58"/>
                    </a:cubicBezTo>
                    <a:cubicBezTo>
                      <a:pt x="152" y="58"/>
                      <a:pt x="152" y="58"/>
                      <a:pt x="152" y="58"/>
                    </a:cubicBezTo>
                    <a:lnTo>
                      <a:pt x="153" y="58"/>
                    </a:lnTo>
                    <a:cubicBezTo>
                      <a:pt x="152" y="58"/>
                      <a:pt x="151" y="58"/>
                      <a:pt x="151" y="59"/>
                    </a:cubicBezTo>
                    <a:lnTo>
                      <a:pt x="150" y="59"/>
                    </a:lnTo>
                    <a:lnTo>
                      <a:pt x="149" y="59"/>
                    </a:lnTo>
                    <a:lnTo>
                      <a:pt x="148" y="59"/>
                    </a:lnTo>
                    <a:lnTo>
                      <a:pt x="147" y="60"/>
                    </a:lnTo>
                    <a:lnTo>
                      <a:pt x="147" y="59"/>
                    </a:lnTo>
                    <a:cubicBezTo>
                      <a:pt x="147" y="60"/>
                      <a:pt x="147" y="60"/>
                      <a:pt x="146" y="60"/>
                    </a:cubicBezTo>
                    <a:cubicBezTo>
                      <a:pt x="145" y="61"/>
                      <a:pt x="143" y="61"/>
                      <a:pt x="142" y="62"/>
                    </a:cubicBezTo>
                    <a:cubicBezTo>
                      <a:pt x="142" y="61"/>
                      <a:pt x="142" y="61"/>
                      <a:pt x="142" y="61"/>
                    </a:cubicBezTo>
                    <a:lnTo>
                      <a:pt x="142" y="62"/>
                    </a:lnTo>
                    <a:cubicBezTo>
                      <a:pt x="141" y="62"/>
                      <a:pt x="141" y="62"/>
                      <a:pt x="141" y="62"/>
                    </a:cubicBezTo>
                    <a:lnTo>
                      <a:pt x="140" y="62"/>
                    </a:lnTo>
                    <a:cubicBezTo>
                      <a:pt x="135" y="64"/>
                      <a:pt x="131" y="65"/>
                      <a:pt x="126" y="66"/>
                    </a:cubicBezTo>
                    <a:cubicBezTo>
                      <a:pt x="127" y="66"/>
                      <a:pt x="127" y="66"/>
                      <a:pt x="127" y="66"/>
                    </a:cubicBezTo>
                    <a:cubicBezTo>
                      <a:pt x="117" y="69"/>
                      <a:pt x="107" y="72"/>
                      <a:pt x="98" y="76"/>
                    </a:cubicBezTo>
                    <a:cubicBezTo>
                      <a:pt x="94" y="77"/>
                      <a:pt x="89" y="79"/>
                      <a:pt x="85" y="80"/>
                    </a:cubicBezTo>
                    <a:cubicBezTo>
                      <a:pt x="80" y="82"/>
                      <a:pt x="76" y="84"/>
                      <a:pt x="71" y="86"/>
                    </a:cubicBezTo>
                    <a:cubicBezTo>
                      <a:pt x="64" y="90"/>
                      <a:pt x="57" y="93"/>
                      <a:pt x="50" y="97"/>
                    </a:cubicBezTo>
                    <a:cubicBezTo>
                      <a:pt x="47" y="99"/>
                      <a:pt x="44" y="101"/>
                      <a:pt x="41" y="104"/>
                    </a:cubicBezTo>
                    <a:cubicBezTo>
                      <a:pt x="39" y="105"/>
                      <a:pt x="38" y="107"/>
                      <a:pt x="36" y="109"/>
                    </a:cubicBezTo>
                    <a:cubicBezTo>
                      <a:pt x="34" y="111"/>
                      <a:pt x="31" y="112"/>
                      <a:pt x="29" y="112"/>
                    </a:cubicBezTo>
                    <a:cubicBezTo>
                      <a:pt x="26" y="112"/>
                      <a:pt x="23" y="111"/>
                      <a:pt x="21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9" name="Google Shape;3539;p40">
                <a:extLst>
                  <a:ext uri="{FF2B5EF4-FFF2-40B4-BE49-F238E27FC236}">
                    <a16:creationId xmlns:a16="http://schemas.microsoft.com/office/drawing/2014/main" id="{B4514B8E-78C9-E7EA-BFD0-3D36DF9F4A44}"/>
                  </a:ext>
                </a:extLst>
              </p:cNvPr>
              <p:cNvSpPr/>
              <p:nvPr/>
            </p:nvSpPr>
            <p:spPr>
              <a:xfrm>
                <a:off x="193680" y="4141800"/>
                <a:ext cx="56520" cy="121320"/>
              </a:xfrm>
              <a:custGeom>
                <a:avLst/>
                <a:gdLst/>
                <a:ahLst/>
                <a:cxnLst/>
                <a:rect l="l" t="t" r="r" b="b"/>
                <a:pathLst>
                  <a:path w="157" h="337" extrusionOk="0">
                    <a:moveTo>
                      <a:pt x="25" y="335"/>
                    </a:moveTo>
                    <a:cubicBezTo>
                      <a:pt x="22" y="335"/>
                      <a:pt x="20" y="334"/>
                      <a:pt x="17" y="333"/>
                    </a:cubicBezTo>
                    <a:cubicBezTo>
                      <a:pt x="15" y="332"/>
                      <a:pt x="13" y="330"/>
                      <a:pt x="11" y="328"/>
                    </a:cubicBezTo>
                    <a:cubicBezTo>
                      <a:pt x="7" y="324"/>
                      <a:pt x="4" y="319"/>
                      <a:pt x="3" y="313"/>
                    </a:cubicBezTo>
                    <a:cubicBezTo>
                      <a:pt x="1" y="307"/>
                      <a:pt x="0" y="301"/>
                      <a:pt x="0" y="294"/>
                    </a:cubicBezTo>
                    <a:cubicBezTo>
                      <a:pt x="0" y="288"/>
                      <a:pt x="3" y="283"/>
                      <a:pt x="9" y="282"/>
                    </a:cubicBezTo>
                    <a:cubicBezTo>
                      <a:pt x="14" y="282"/>
                      <a:pt x="20" y="286"/>
                      <a:pt x="21" y="292"/>
                    </a:cubicBezTo>
                    <a:cubicBezTo>
                      <a:pt x="21" y="295"/>
                      <a:pt x="21" y="297"/>
                      <a:pt x="21" y="300"/>
                    </a:cubicBezTo>
                    <a:cubicBezTo>
                      <a:pt x="22" y="302"/>
                      <a:pt x="22" y="303"/>
                      <a:pt x="23" y="305"/>
                    </a:cubicBezTo>
                    <a:cubicBezTo>
                      <a:pt x="23" y="307"/>
                      <a:pt x="24" y="308"/>
                      <a:pt x="24" y="309"/>
                    </a:cubicBezTo>
                    <a:cubicBezTo>
                      <a:pt x="25" y="310"/>
                      <a:pt x="25" y="311"/>
                      <a:pt x="26" y="312"/>
                    </a:cubicBezTo>
                    <a:cubicBezTo>
                      <a:pt x="26" y="313"/>
                      <a:pt x="27" y="313"/>
                      <a:pt x="27" y="313"/>
                    </a:cubicBezTo>
                    <a:cubicBezTo>
                      <a:pt x="28" y="314"/>
                      <a:pt x="28" y="314"/>
                      <a:pt x="29" y="314"/>
                    </a:cubicBezTo>
                    <a:lnTo>
                      <a:pt x="30" y="314"/>
                    </a:lnTo>
                    <a:cubicBezTo>
                      <a:pt x="31" y="315"/>
                      <a:pt x="31" y="315"/>
                      <a:pt x="31" y="315"/>
                    </a:cubicBezTo>
                    <a:lnTo>
                      <a:pt x="32" y="315"/>
                    </a:lnTo>
                    <a:cubicBezTo>
                      <a:pt x="32" y="314"/>
                      <a:pt x="32" y="314"/>
                      <a:pt x="32" y="314"/>
                    </a:cubicBezTo>
                    <a:lnTo>
                      <a:pt x="32" y="313"/>
                    </a:lnTo>
                    <a:cubicBezTo>
                      <a:pt x="33" y="313"/>
                      <a:pt x="34" y="312"/>
                      <a:pt x="34" y="312"/>
                    </a:cubicBezTo>
                    <a:cubicBezTo>
                      <a:pt x="36" y="309"/>
                      <a:pt x="38" y="306"/>
                      <a:pt x="39" y="303"/>
                    </a:cubicBezTo>
                    <a:cubicBezTo>
                      <a:pt x="41" y="298"/>
                      <a:pt x="43" y="294"/>
                      <a:pt x="45" y="289"/>
                    </a:cubicBezTo>
                    <a:cubicBezTo>
                      <a:pt x="47" y="284"/>
                      <a:pt x="49" y="278"/>
                      <a:pt x="50" y="273"/>
                    </a:cubicBezTo>
                    <a:cubicBezTo>
                      <a:pt x="50" y="274"/>
                      <a:pt x="49" y="274"/>
                      <a:pt x="49" y="274"/>
                    </a:cubicBezTo>
                    <a:cubicBezTo>
                      <a:pt x="54" y="252"/>
                      <a:pt x="58" y="229"/>
                      <a:pt x="61" y="207"/>
                    </a:cubicBezTo>
                    <a:cubicBezTo>
                      <a:pt x="65" y="183"/>
                      <a:pt x="68" y="161"/>
                      <a:pt x="73" y="137"/>
                    </a:cubicBezTo>
                    <a:cubicBezTo>
                      <a:pt x="74" y="127"/>
                      <a:pt x="76" y="116"/>
                      <a:pt x="78" y="106"/>
                    </a:cubicBezTo>
                    <a:cubicBezTo>
                      <a:pt x="80" y="101"/>
                      <a:pt x="81" y="95"/>
                      <a:pt x="82" y="90"/>
                    </a:cubicBezTo>
                    <a:cubicBezTo>
                      <a:pt x="83" y="84"/>
                      <a:pt x="84" y="79"/>
                      <a:pt x="86" y="73"/>
                    </a:cubicBezTo>
                    <a:cubicBezTo>
                      <a:pt x="89" y="64"/>
                      <a:pt x="92" y="55"/>
                      <a:pt x="96" y="46"/>
                    </a:cubicBezTo>
                    <a:cubicBezTo>
                      <a:pt x="100" y="39"/>
                      <a:pt x="103" y="33"/>
                      <a:pt x="108" y="26"/>
                    </a:cubicBezTo>
                    <a:cubicBezTo>
                      <a:pt x="111" y="20"/>
                      <a:pt x="115" y="14"/>
                      <a:pt x="120" y="9"/>
                    </a:cubicBezTo>
                    <a:cubicBezTo>
                      <a:pt x="122" y="7"/>
                      <a:pt x="125" y="5"/>
                      <a:pt x="127" y="4"/>
                    </a:cubicBezTo>
                    <a:cubicBezTo>
                      <a:pt x="130" y="2"/>
                      <a:pt x="133" y="1"/>
                      <a:pt x="135" y="1"/>
                    </a:cubicBezTo>
                    <a:cubicBezTo>
                      <a:pt x="141" y="0"/>
                      <a:pt x="148" y="2"/>
                      <a:pt x="152" y="7"/>
                    </a:cubicBezTo>
                    <a:cubicBezTo>
                      <a:pt x="155" y="11"/>
                      <a:pt x="156" y="17"/>
                      <a:pt x="156" y="23"/>
                    </a:cubicBezTo>
                    <a:cubicBezTo>
                      <a:pt x="156" y="30"/>
                      <a:pt x="156" y="37"/>
                      <a:pt x="154" y="44"/>
                    </a:cubicBezTo>
                    <a:cubicBezTo>
                      <a:pt x="152" y="49"/>
                      <a:pt x="151" y="53"/>
                      <a:pt x="150" y="59"/>
                    </a:cubicBezTo>
                    <a:cubicBezTo>
                      <a:pt x="149" y="62"/>
                      <a:pt x="148" y="66"/>
                      <a:pt x="147" y="70"/>
                    </a:cubicBezTo>
                    <a:cubicBezTo>
                      <a:pt x="146" y="72"/>
                      <a:pt x="145" y="73"/>
                      <a:pt x="144" y="75"/>
                    </a:cubicBezTo>
                    <a:cubicBezTo>
                      <a:pt x="144" y="76"/>
                      <a:pt x="144" y="77"/>
                      <a:pt x="142" y="79"/>
                    </a:cubicBezTo>
                    <a:cubicBezTo>
                      <a:pt x="141" y="81"/>
                      <a:pt x="139" y="83"/>
                      <a:pt x="136" y="85"/>
                    </a:cubicBezTo>
                    <a:cubicBezTo>
                      <a:pt x="129" y="87"/>
                      <a:pt x="120" y="82"/>
                      <a:pt x="121" y="74"/>
                    </a:cubicBezTo>
                    <a:cubicBezTo>
                      <a:pt x="121" y="66"/>
                      <a:pt x="123" y="58"/>
                      <a:pt x="124" y="50"/>
                    </a:cubicBezTo>
                    <a:cubicBezTo>
                      <a:pt x="125" y="45"/>
                      <a:pt x="126" y="40"/>
                      <a:pt x="127" y="35"/>
                    </a:cubicBezTo>
                    <a:cubicBezTo>
                      <a:pt x="123" y="40"/>
                      <a:pt x="120" y="46"/>
                      <a:pt x="117" y="51"/>
                    </a:cubicBezTo>
                    <a:cubicBezTo>
                      <a:pt x="114" y="57"/>
                      <a:pt x="111" y="63"/>
                      <a:pt x="109" y="69"/>
                    </a:cubicBezTo>
                    <a:cubicBezTo>
                      <a:pt x="107" y="73"/>
                      <a:pt x="105" y="78"/>
                      <a:pt x="104" y="83"/>
                    </a:cubicBezTo>
                    <a:cubicBezTo>
                      <a:pt x="102" y="88"/>
                      <a:pt x="101" y="94"/>
                      <a:pt x="99" y="100"/>
                    </a:cubicBezTo>
                    <a:cubicBezTo>
                      <a:pt x="98" y="105"/>
                      <a:pt x="97" y="111"/>
                      <a:pt x="96" y="117"/>
                    </a:cubicBezTo>
                    <a:cubicBezTo>
                      <a:pt x="95" y="122"/>
                      <a:pt x="94" y="127"/>
                      <a:pt x="92" y="133"/>
                    </a:cubicBezTo>
                    <a:cubicBezTo>
                      <a:pt x="91" y="143"/>
                      <a:pt x="89" y="153"/>
                      <a:pt x="87" y="163"/>
                    </a:cubicBezTo>
                    <a:cubicBezTo>
                      <a:pt x="84" y="186"/>
                      <a:pt x="80" y="210"/>
                      <a:pt x="76" y="234"/>
                    </a:cubicBezTo>
                    <a:cubicBezTo>
                      <a:pt x="75" y="242"/>
                      <a:pt x="74" y="250"/>
                      <a:pt x="72" y="258"/>
                    </a:cubicBezTo>
                    <a:cubicBezTo>
                      <a:pt x="71" y="263"/>
                      <a:pt x="70" y="268"/>
                      <a:pt x="69" y="274"/>
                    </a:cubicBezTo>
                    <a:cubicBezTo>
                      <a:pt x="67" y="283"/>
                      <a:pt x="64" y="293"/>
                      <a:pt x="61" y="302"/>
                    </a:cubicBezTo>
                    <a:cubicBezTo>
                      <a:pt x="60" y="306"/>
                      <a:pt x="58" y="310"/>
                      <a:pt x="56" y="315"/>
                    </a:cubicBezTo>
                    <a:cubicBezTo>
                      <a:pt x="53" y="323"/>
                      <a:pt x="48" y="331"/>
                      <a:pt x="40" y="334"/>
                    </a:cubicBezTo>
                    <a:cubicBezTo>
                      <a:pt x="37" y="335"/>
                      <a:pt x="34" y="336"/>
                      <a:pt x="31" y="336"/>
                    </a:cubicBezTo>
                    <a:cubicBezTo>
                      <a:pt x="29" y="336"/>
                      <a:pt x="27" y="336"/>
                      <a:pt x="25" y="3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0" name="Google Shape;3540;p40">
                <a:extLst>
                  <a:ext uri="{FF2B5EF4-FFF2-40B4-BE49-F238E27FC236}">
                    <a16:creationId xmlns:a16="http://schemas.microsoft.com/office/drawing/2014/main" id="{40B716EE-0460-665E-E56C-CE9579777EE5}"/>
                  </a:ext>
                </a:extLst>
              </p:cNvPr>
              <p:cNvSpPr/>
              <p:nvPr/>
            </p:nvSpPr>
            <p:spPr>
              <a:xfrm>
                <a:off x="196920" y="4198680"/>
                <a:ext cx="4140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35" extrusionOk="0">
                    <a:moveTo>
                      <a:pt x="23" y="33"/>
                    </a:moveTo>
                    <a:cubicBezTo>
                      <a:pt x="19" y="32"/>
                      <a:pt x="16" y="32"/>
                      <a:pt x="13" y="31"/>
                    </a:cubicBezTo>
                    <a:cubicBezTo>
                      <a:pt x="10" y="30"/>
                      <a:pt x="7" y="28"/>
                      <a:pt x="5" y="26"/>
                    </a:cubicBezTo>
                    <a:cubicBezTo>
                      <a:pt x="2" y="25"/>
                      <a:pt x="1" y="22"/>
                      <a:pt x="1" y="19"/>
                    </a:cubicBezTo>
                    <a:cubicBezTo>
                      <a:pt x="0" y="15"/>
                      <a:pt x="2" y="12"/>
                      <a:pt x="4" y="10"/>
                    </a:cubicBezTo>
                    <a:cubicBezTo>
                      <a:pt x="5" y="8"/>
                      <a:pt x="6" y="8"/>
                      <a:pt x="8" y="7"/>
                    </a:cubicBezTo>
                    <a:cubicBezTo>
                      <a:pt x="9" y="6"/>
                      <a:pt x="10" y="5"/>
                      <a:pt x="12" y="5"/>
                    </a:cubicBezTo>
                    <a:cubicBezTo>
                      <a:pt x="15" y="4"/>
                      <a:pt x="17" y="3"/>
                      <a:pt x="20" y="2"/>
                    </a:cubicBezTo>
                    <a:cubicBezTo>
                      <a:pt x="26" y="0"/>
                      <a:pt x="32" y="3"/>
                      <a:pt x="34" y="8"/>
                    </a:cubicBezTo>
                    <a:cubicBezTo>
                      <a:pt x="34" y="10"/>
                      <a:pt x="35" y="11"/>
                      <a:pt x="35" y="12"/>
                    </a:cubicBezTo>
                    <a:cubicBezTo>
                      <a:pt x="41" y="12"/>
                      <a:pt x="48" y="12"/>
                      <a:pt x="55" y="12"/>
                    </a:cubicBezTo>
                    <a:cubicBezTo>
                      <a:pt x="62" y="11"/>
                      <a:pt x="68" y="11"/>
                      <a:pt x="75" y="11"/>
                    </a:cubicBezTo>
                    <a:cubicBezTo>
                      <a:pt x="84" y="10"/>
                      <a:pt x="93" y="9"/>
                      <a:pt x="102" y="8"/>
                    </a:cubicBezTo>
                    <a:cubicBezTo>
                      <a:pt x="108" y="7"/>
                      <a:pt x="112" y="11"/>
                      <a:pt x="113" y="17"/>
                    </a:cubicBezTo>
                    <a:cubicBezTo>
                      <a:pt x="114" y="22"/>
                      <a:pt x="110" y="27"/>
                      <a:pt x="104" y="28"/>
                    </a:cubicBezTo>
                    <a:cubicBezTo>
                      <a:pt x="93" y="29"/>
                      <a:pt x="82" y="31"/>
                      <a:pt x="71" y="32"/>
                    </a:cubicBezTo>
                    <a:cubicBezTo>
                      <a:pt x="62" y="33"/>
                      <a:pt x="54" y="33"/>
                      <a:pt x="46" y="34"/>
                    </a:cubicBezTo>
                    <a:cubicBezTo>
                      <a:pt x="44" y="34"/>
                      <a:pt x="42" y="34"/>
                      <a:pt x="40" y="34"/>
                    </a:cubicBezTo>
                    <a:cubicBezTo>
                      <a:pt x="34" y="34"/>
                      <a:pt x="29" y="33"/>
                      <a:pt x="23" y="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1" name="Google Shape;3541;p40">
                <a:extLst>
                  <a:ext uri="{FF2B5EF4-FFF2-40B4-BE49-F238E27FC236}">
                    <a16:creationId xmlns:a16="http://schemas.microsoft.com/office/drawing/2014/main" id="{EFD1D3D8-83E0-9CEE-EBE5-C17FC184B96F}"/>
                  </a:ext>
                </a:extLst>
              </p:cNvPr>
              <p:cNvSpPr/>
              <p:nvPr/>
            </p:nvSpPr>
            <p:spPr>
              <a:xfrm>
                <a:off x="276840" y="4147560"/>
                <a:ext cx="27720" cy="111240"/>
              </a:xfrm>
              <a:custGeom>
                <a:avLst/>
                <a:gdLst/>
                <a:ahLst/>
                <a:cxnLst/>
                <a:rect l="l" t="t" r="r" b="b"/>
                <a:pathLst>
                  <a:path w="77" h="309" extrusionOk="0">
                    <a:moveTo>
                      <a:pt x="16" y="301"/>
                    </a:moveTo>
                    <a:cubicBezTo>
                      <a:pt x="13" y="290"/>
                      <a:pt x="9" y="278"/>
                      <a:pt x="6" y="266"/>
                    </a:cubicBezTo>
                    <a:cubicBezTo>
                      <a:pt x="4" y="257"/>
                      <a:pt x="2" y="247"/>
                      <a:pt x="2" y="237"/>
                    </a:cubicBezTo>
                    <a:cubicBezTo>
                      <a:pt x="1" y="232"/>
                      <a:pt x="1" y="225"/>
                      <a:pt x="1" y="219"/>
                    </a:cubicBezTo>
                    <a:cubicBezTo>
                      <a:pt x="0" y="210"/>
                      <a:pt x="0" y="201"/>
                      <a:pt x="0" y="191"/>
                    </a:cubicBezTo>
                    <a:cubicBezTo>
                      <a:pt x="0" y="183"/>
                      <a:pt x="1" y="174"/>
                      <a:pt x="1" y="165"/>
                    </a:cubicBezTo>
                    <a:cubicBezTo>
                      <a:pt x="2" y="159"/>
                      <a:pt x="2" y="153"/>
                      <a:pt x="3" y="147"/>
                    </a:cubicBezTo>
                    <a:cubicBezTo>
                      <a:pt x="4" y="141"/>
                      <a:pt x="5" y="135"/>
                      <a:pt x="6" y="130"/>
                    </a:cubicBezTo>
                    <a:cubicBezTo>
                      <a:pt x="8" y="122"/>
                      <a:pt x="9" y="114"/>
                      <a:pt x="11" y="106"/>
                    </a:cubicBezTo>
                    <a:cubicBezTo>
                      <a:pt x="15" y="90"/>
                      <a:pt x="20" y="74"/>
                      <a:pt x="27" y="59"/>
                    </a:cubicBezTo>
                    <a:cubicBezTo>
                      <a:pt x="32" y="47"/>
                      <a:pt x="38" y="36"/>
                      <a:pt x="44" y="24"/>
                    </a:cubicBezTo>
                    <a:cubicBezTo>
                      <a:pt x="48" y="18"/>
                      <a:pt x="51" y="12"/>
                      <a:pt x="55" y="6"/>
                    </a:cubicBezTo>
                    <a:cubicBezTo>
                      <a:pt x="57" y="3"/>
                      <a:pt x="61" y="0"/>
                      <a:pt x="66" y="1"/>
                    </a:cubicBezTo>
                    <a:cubicBezTo>
                      <a:pt x="72" y="2"/>
                      <a:pt x="76" y="8"/>
                      <a:pt x="75" y="14"/>
                    </a:cubicBezTo>
                    <a:cubicBezTo>
                      <a:pt x="75" y="17"/>
                      <a:pt x="72" y="20"/>
                      <a:pt x="70" y="23"/>
                    </a:cubicBezTo>
                    <a:cubicBezTo>
                      <a:pt x="68" y="26"/>
                      <a:pt x="66" y="30"/>
                      <a:pt x="64" y="33"/>
                    </a:cubicBezTo>
                    <a:cubicBezTo>
                      <a:pt x="60" y="40"/>
                      <a:pt x="56" y="47"/>
                      <a:pt x="52" y="54"/>
                    </a:cubicBezTo>
                    <a:cubicBezTo>
                      <a:pt x="47" y="64"/>
                      <a:pt x="43" y="74"/>
                      <a:pt x="38" y="84"/>
                    </a:cubicBezTo>
                    <a:cubicBezTo>
                      <a:pt x="39" y="84"/>
                      <a:pt x="39" y="83"/>
                      <a:pt x="39" y="82"/>
                    </a:cubicBezTo>
                    <a:cubicBezTo>
                      <a:pt x="36" y="93"/>
                      <a:pt x="32" y="104"/>
                      <a:pt x="30" y="114"/>
                    </a:cubicBezTo>
                    <a:cubicBezTo>
                      <a:pt x="28" y="121"/>
                      <a:pt x="27" y="127"/>
                      <a:pt x="25" y="133"/>
                    </a:cubicBezTo>
                    <a:cubicBezTo>
                      <a:pt x="23" y="144"/>
                      <a:pt x="22" y="156"/>
                      <a:pt x="20" y="167"/>
                    </a:cubicBezTo>
                    <a:cubicBezTo>
                      <a:pt x="20" y="166"/>
                      <a:pt x="20" y="166"/>
                      <a:pt x="20" y="166"/>
                    </a:cubicBezTo>
                    <a:cubicBezTo>
                      <a:pt x="19" y="176"/>
                      <a:pt x="19" y="185"/>
                      <a:pt x="19" y="195"/>
                    </a:cubicBezTo>
                    <a:cubicBezTo>
                      <a:pt x="19" y="202"/>
                      <a:pt x="19" y="209"/>
                      <a:pt x="19" y="215"/>
                    </a:cubicBezTo>
                    <a:cubicBezTo>
                      <a:pt x="20" y="227"/>
                      <a:pt x="20" y="240"/>
                      <a:pt x="23" y="253"/>
                    </a:cubicBezTo>
                    <a:cubicBezTo>
                      <a:pt x="23" y="252"/>
                      <a:pt x="23" y="252"/>
                      <a:pt x="23" y="252"/>
                    </a:cubicBezTo>
                    <a:lnTo>
                      <a:pt x="23" y="253"/>
                    </a:lnTo>
                    <a:lnTo>
                      <a:pt x="23" y="254"/>
                    </a:lnTo>
                    <a:cubicBezTo>
                      <a:pt x="23" y="253"/>
                      <a:pt x="23" y="253"/>
                      <a:pt x="23" y="253"/>
                    </a:cubicBezTo>
                    <a:cubicBezTo>
                      <a:pt x="25" y="262"/>
                      <a:pt x="27" y="272"/>
                      <a:pt x="30" y="281"/>
                    </a:cubicBezTo>
                    <a:cubicBezTo>
                      <a:pt x="32" y="286"/>
                      <a:pt x="33" y="290"/>
                      <a:pt x="35" y="294"/>
                    </a:cubicBezTo>
                    <a:cubicBezTo>
                      <a:pt x="37" y="299"/>
                      <a:pt x="34" y="305"/>
                      <a:pt x="29" y="307"/>
                    </a:cubicBezTo>
                    <a:cubicBezTo>
                      <a:pt x="28" y="307"/>
                      <a:pt x="27" y="308"/>
                      <a:pt x="26" y="308"/>
                    </a:cubicBezTo>
                    <a:cubicBezTo>
                      <a:pt x="22" y="308"/>
                      <a:pt x="18" y="306"/>
                      <a:pt x="16" y="30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2" name="Google Shape;3542;p40">
                <a:extLst>
                  <a:ext uri="{FF2B5EF4-FFF2-40B4-BE49-F238E27FC236}">
                    <a16:creationId xmlns:a16="http://schemas.microsoft.com/office/drawing/2014/main" id="{277A4FA3-9658-1861-4D7D-443CE723AB14}"/>
                  </a:ext>
                </a:extLst>
              </p:cNvPr>
              <p:cNvSpPr/>
              <p:nvPr/>
            </p:nvSpPr>
            <p:spPr>
              <a:xfrm>
                <a:off x="318960" y="4198680"/>
                <a:ext cx="37440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104" h="40" extrusionOk="0">
                    <a:moveTo>
                      <a:pt x="40" y="39"/>
                    </a:moveTo>
                    <a:cubicBezTo>
                      <a:pt x="31" y="38"/>
                      <a:pt x="22" y="36"/>
                      <a:pt x="13" y="34"/>
                    </a:cubicBezTo>
                    <a:cubicBezTo>
                      <a:pt x="10" y="33"/>
                      <a:pt x="7" y="32"/>
                      <a:pt x="4" y="30"/>
                    </a:cubicBezTo>
                    <a:cubicBezTo>
                      <a:pt x="2" y="27"/>
                      <a:pt x="0" y="24"/>
                      <a:pt x="0" y="20"/>
                    </a:cubicBezTo>
                    <a:cubicBezTo>
                      <a:pt x="0" y="14"/>
                      <a:pt x="5" y="10"/>
                      <a:pt x="11" y="7"/>
                    </a:cubicBezTo>
                    <a:cubicBezTo>
                      <a:pt x="14" y="6"/>
                      <a:pt x="18" y="4"/>
                      <a:pt x="21" y="3"/>
                    </a:cubicBezTo>
                    <a:cubicBezTo>
                      <a:pt x="26" y="0"/>
                      <a:pt x="33" y="3"/>
                      <a:pt x="35" y="9"/>
                    </a:cubicBezTo>
                    <a:cubicBezTo>
                      <a:pt x="36" y="11"/>
                      <a:pt x="36" y="14"/>
                      <a:pt x="35" y="17"/>
                    </a:cubicBezTo>
                    <a:cubicBezTo>
                      <a:pt x="38" y="17"/>
                      <a:pt x="41" y="18"/>
                      <a:pt x="44" y="18"/>
                    </a:cubicBezTo>
                    <a:cubicBezTo>
                      <a:pt x="60" y="19"/>
                      <a:pt x="76" y="19"/>
                      <a:pt x="93" y="18"/>
                    </a:cubicBezTo>
                    <a:cubicBezTo>
                      <a:pt x="98" y="18"/>
                      <a:pt x="102" y="23"/>
                      <a:pt x="103" y="27"/>
                    </a:cubicBezTo>
                    <a:cubicBezTo>
                      <a:pt x="103" y="32"/>
                      <a:pt x="99" y="38"/>
                      <a:pt x="94" y="39"/>
                    </a:cubicBezTo>
                    <a:cubicBezTo>
                      <a:pt x="83" y="39"/>
                      <a:pt x="74" y="39"/>
                      <a:pt x="64" y="39"/>
                    </a:cubicBezTo>
                    <a:cubicBezTo>
                      <a:pt x="56" y="39"/>
                      <a:pt x="48" y="39"/>
                      <a:pt x="40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3" name="Google Shape;3543;p40">
                <a:extLst>
                  <a:ext uri="{FF2B5EF4-FFF2-40B4-BE49-F238E27FC236}">
                    <a16:creationId xmlns:a16="http://schemas.microsoft.com/office/drawing/2014/main" id="{7C99BE64-65C3-0513-CFB5-9EC3082501AA}"/>
                  </a:ext>
                </a:extLst>
              </p:cNvPr>
              <p:cNvSpPr/>
              <p:nvPr/>
            </p:nvSpPr>
            <p:spPr>
              <a:xfrm>
                <a:off x="366480" y="4179240"/>
                <a:ext cx="44640" cy="5976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166" extrusionOk="0">
                    <a:moveTo>
                      <a:pt x="25" y="88"/>
                    </a:moveTo>
                    <a:cubicBezTo>
                      <a:pt x="27" y="86"/>
                      <a:pt x="29" y="85"/>
                      <a:pt x="31" y="84"/>
                    </a:cubicBezTo>
                    <a:cubicBezTo>
                      <a:pt x="34" y="81"/>
                      <a:pt x="35" y="79"/>
                      <a:pt x="38" y="77"/>
                    </a:cubicBezTo>
                    <a:cubicBezTo>
                      <a:pt x="45" y="70"/>
                      <a:pt x="51" y="62"/>
                      <a:pt x="57" y="53"/>
                    </a:cubicBezTo>
                    <a:cubicBezTo>
                      <a:pt x="59" y="51"/>
                      <a:pt x="60" y="49"/>
                      <a:pt x="62" y="46"/>
                    </a:cubicBezTo>
                    <a:cubicBezTo>
                      <a:pt x="63" y="44"/>
                      <a:pt x="64" y="42"/>
                      <a:pt x="65" y="40"/>
                    </a:cubicBezTo>
                    <a:cubicBezTo>
                      <a:pt x="67" y="38"/>
                      <a:pt x="70" y="37"/>
                      <a:pt x="72" y="35"/>
                    </a:cubicBezTo>
                    <a:cubicBezTo>
                      <a:pt x="78" y="32"/>
                      <a:pt x="86" y="37"/>
                      <a:pt x="87" y="44"/>
                    </a:cubicBezTo>
                    <a:cubicBezTo>
                      <a:pt x="87" y="46"/>
                      <a:pt x="87" y="49"/>
                      <a:pt x="87" y="51"/>
                    </a:cubicBezTo>
                    <a:lnTo>
                      <a:pt x="87" y="50"/>
                    </a:lnTo>
                    <a:cubicBezTo>
                      <a:pt x="88" y="46"/>
                      <a:pt x="90" y="42"/>
                      <a:pt x="91" y="37"/>
                    </a:cubicBezTo>
                    <a:cubicBezTo>
                      <a:pt x="91" y="34"/>
                      <a:pt x="92" y="30"/>
                      <a:pt x="92" y="27"/>
                    </a:cubicBezTo>
                    <a:lnTo>
                      <a:pt x="92" y="26"/>
                    </a:lnTo>
                    <a:lnTo>
                      <a:pt x="92" y="25"/>
                    </a:lnTo>
                    <a:lnTo>
                      <a:pt x="91" y="25"/>
                    </a:lnTo>
                    <a:lnTo>
                      <a:pt x="90" y="25"/>
                    </a:lnTo>
                    <a:cubicBezTo>
                      <a:pt x="91" y="25"/>
                      <a:pt x="91" y="25"/>
                      <a:pt x="91" y="25"/>
                    </a:cubicBezTo>
                    <a:cubicBezTo>
                      <a:pt x="90" y="25"/>
                      <a:pt x="90" y="24"/>
                      <a:pt x="90" y="24"/>
                    </a:cubicBezTo>
                    <a:lnTo>
                      <a:pt x="89" y="24"/>
                    </a:lnTo>
                    <a:cubicBezTo>
                      <a:pt x="88" y="24"/>
                      <a:pt x="87" y="24"/>
                      <a:pt x="87" y="25"/>
                    </a:cubicBezTo>
                    <a:cubicBezTo>
                      <a:pt x="87" y="25"/>
                      <a:pt x="87" y="24"/>
                      <a:pt x="88" y="24"/>
                    </a:cubicBezTo>
                    <a:cubicBezTo>
                      <a:pt x="87" y="25"/>
                      <a:pt x="86" y="25"/>
                      <a:pt x="85" y="25"/>
                    </a:cubicBezTo>
                    <a:cubicBezTo>
                      <a:pt x="83" y="26"/>
                      <a:pt x="81" y="26"/>
                      <a:pt x="79" y="27"/>
                    </a:cubicBezTo>
                    <a:cubicBezTo>
                      <a:pt x="77" y="29"/>
                      <a:pt x="74" y="30"/>
                      <a:pt x="72" y="32"/>
                    </a:cubicBezTo>
                    <a:cubicBezTo>
                      <a:pt x="67" y="35"/>
                      <a:pt x="62" y="38"/>
                      <a:pt x="58" y="42"/>
                    </a:cubicBezTo>
                    <a:cubicBezTo>
                      <a:pt x="53" y="46"/>
                      <a:pt x="49" y="50"/>
                      <a:pt x="45" y="54"/>
                    </a:cubicBezTo>
                    <a:cubicBezTo>
                      <a:pt x="44" y="56"/>
                      <a:pt x="42" y="58"/>
                      <a:pt x="40" y="60"/>
                    </a:cubicBezTo>
                    <a:cubicBezTo>
                      <a:pt x="37" y="65"/>
                      <a:pt x="33" y="71"/>
                      <a:pt x="30" y="77"/>
                    </a:cubicBezTo>
                    <a:cubicBezTo>
                      <a:pt x="28" y="81"/>
                      <a:pt x="27" y="84"/>
                      <a:pt x="25" y="88"/>
                    </a:cubicBezTo>
                    <a:moveTo>
                      <a:pt x="91" y="165"/>
                    </a:moveTo>
                    <a:cubicBezTo>
                      <a:pt x="88" y="164"/>
                      <a:pt x="85" y="164"/>
                      <a:pt x="82" y="162"/>
                    </a:cubicBezTo>
                    <a:cubicBezTo>
                      <a:pt x="78" y="159"/>
                      <a:pt x="77" y="156"/>
                      <a:pt x="75" y="152"/>
                    </a:cubicBezTo>
                    <a:cubicBezTo>
                      <a:pt x="73" y="148"/>
                      <a:pt x="72" y="142"/>
                      <a:pt x="70" y="137"/>
                    </a:cubicBezTo>
                    <a:cubicBezTo>
                      <a:pt x="69" y="134"/>
                      <a:pt x="69" y="131"/>
                      <a:pt x="68" y="127"/>
                    </a:cubicBezTo>
                    <a:cubicBezTo>
                      <a:pt x="68" y="128"/>
                      <a:pt x="68" y="128"/>
                      <a:pt x="68" y="128"/>
                    </a:cubicBezTo>
                    <a:cubicBezTo>
                      <a:pt x="67" y="125"/>
                      <a:pt x="67" y="122"/>
                      <a:pt x="66" y="118"/>
                    </a:cubicBezTo>
                    <a:cubicBezTo>
                      <a:pt x="65" y="109"/>
                      <a:pt x="64" y="100"/>
                      <a:pt x="64" y="90"/>
                    </a:cubicBezTo>
                    <a:cubicBezTo>
                      <a:pt x="63" y="86"/>
                      <a:pt x="64" y="82"/>
                      <a:pt x="64" y="78"/>
                    </a:cubicBezTo>
                    <a:cubicBezTo>
                      <a:pt x="63" y="79"/>
                      <a:pt x="62" y="81"/>
                      <a:pt x="61" y="82"/>
                    </a:cubicBezTo>
                    <a:cubicBezTo>
                      <a:pt x="59" y="85"/>
                      <a:pt x="57" y="87"/>
                      <a:pt x="55" y="89"/>
                    </a:cubicBezTo>
                    <a:cubicBezTo>
                      <a:pt x="51" y="93"/>
                      <a:pt x="47" y="97"/>
                      <a:pt x="43" y="101"/>
                    </a:cubicBezTo>
                    <a:cubicBezTo>
                      <a:pt x="34" y="109"/>
                      <a:pt x="18" y="120"/>
                      <a:pt x="6" y="110"/>
                    </a:cubicBezTo>
                    <a:cubicBezTo>
                      <a:pt x="4" y="109"/>
                      <a:pt x="3" y="106"/>
                      <a:pt x="2" y="103"/>
                    </a:cubicBezTo>
                    <a:cubicBezTo>
                      <a:pt x="0" y="100"/>
                      <a:pt x="0" y="97"/>
                      <a:pt x="1" y="95"/>
                    </a:cubicBezTo>
                    <a:cubicBezTo>
                      <a:pt x="2" y="90"/>
                      <a:pt x="3" y="87"/>
                      <a:pt x="4" y="83"/>
                    </a:cubicBezTo>
                    <a:cubicBezTo>
                      <a:pt x="7" y="78"/>
                      <a:pt x="9" y="72"/>
                      <a:pt x="11" y="67"/>
                    </a:cubicBezTo>
                    <a:cubicBezTo>
                      <a:pt x="17" y="58"/>
                      <a:pt x="23" y="48"/>
                      <a:pt x="31" y="40"/>
                    </a:cubicBezTo>
                    <a:cubicBezTo>
                      <a:pt x="35" y="35"/>
                      <a:pt x="41" y="30"/>
                      <a:pt x="46" y="25"/>
                    </a:cubicBezTo>
                    <a:cubicBezTo>
                      <a:pt x="52" y="20"/>
                      <a:pt x="58" y="15"/>
                      <a:pt x="65" y="11"/>
                    </a:cubicBezTo>
                    <a:cubicBezTo>
                      <a:pt x="74" y="5"/>
                      <a:pt x="86" y="0"/>
                      <a:pt x="98" y="4"/>
                    </a:cubicBezTo>
                    <a:cubicBezTo>
                      <a:pt x="102" y="5"/>
                      <a:pt x="106" y="9"/>
                      <a:pt x="109" y="12"/>
                    </a:cubicBezTo>
                    <a:cubicBezTo>
                      <a:pt x="111" y="15"/>
                      <a:pt x="112" y="17"/>
                      <a:pt x="113" y="20"/>
                    </a:cubicBezTo>
                    <a:cubicBezTo>
                      <a:pt x="114" y="22"/>
                      <a:pt x="114" y="24"/>
                      <a:pt x="114" y="26"/>
                    </a:cubicBezTo>
                    <a:cubicBezTo>
                      <a:pt x="114" y="30"/>
                      <a:pt x="113" y="33"/>
                      <a:pt x="113" y="37"/>
                    </a:cubicBezTo>
                    <a:cubicBezTo>
                      <a:pt x="112" y="39"/>
                      <a:pt x="112" y="42"/>
                      <a:pt x="111" y="43"/>
                    </a:cubicBezTo>
                    <a:cubicBezTo>
                      <a:pt x="110" y="48"/>
                      <a:pt x="109" y="52"/>
                      <a:pt x="108" y="57"/>
                    </a:cubicBezTo>
                    <a:cubicBezTo>
                      <a:pt x="108" y="56"/>
                      <a:pt x="108" y="56"/>
                      <a:pt x="109" y="55"/>
                    </a:cubicBezTo>
                    <a:cubicBezTo>
                      <a:pt x="108" y="59"/>
                      <a:pt x="107" y="63"/>
                      <a:pt x="106" y="67"/>
                    </a:cubicBezTo>
                    <a:cubicBezTo>
                      <a:pt x="106" y="72"/>
                      <a:pt x="101" y="77"/>
                      <a:pt x="95" y="77"/>
                    </a:cubicBezTo>
                    <a:cubicBezTo>
                      <a:pt x="92" y="77"/>
                      <a:pt x="90" y="75"/>
                      <a:pt x="88" y="73"/>
                    </a:cubicBezTo>
                    <a:cubicBezTo>
                      <a:pt x="87" y="72"/>
                      <a:pt x="86" y="71"/>
                      <a:pt x="85" y="70"/>
                    </a:cubicBezTo>
                    <a:cubicBezTo>
                      <a:pt x="85" y="72"/>
                      <a:pt x="85" y="74"/>
                      <a:pt x="85" y="75"/>
                    </a:cubicBezTo>
                    <a:cubicBezTo>
                      <a:pt x="84" y="82"/>
                      <a:pt x="84" y="89"/>
                      <a:pt x="84" y="96"/>
                    </a:cubicBezTo>
                    <a:cubicBezTo>
                      <a:pt x="85" y="103"/>
                      <a:pt x="85" y="109"/>
                      <a:pt x="87" y="115"/>
                    </a:cubicBezTo>
                    <a:cubicBezTo>
                      <a:pt x="87" y="118"/>
                      <a:pt x="88" y="121"/>
                      <a:pt x="88" y="124"/>
                    </a:cubicBezTo>
                    <a:cubicBezTo>
                      <a:pt x="90" y="129"/>
                      <a:pt x="91" y="133"/>
                      <a:pt x="92" y="137"/>
                    </a:cubicBezTo>
                    <a:cubicBezTo>
                      <a:pt x="92" y="139"/>
                      <a:pt x="93" y="141"/>
                      <a:pt x="94" y="142"/>
                    </a:cubicBezTo>
                    <a:cubicBezTo>
                      <a:pt x="94" y="143"/>
                      <a:pt x="94" y="144"/>
                      <a:pt x="94" y="144"/>
                    </a:cubicBezTo>
                    <a:cubicBezTo>
                      <a:pt x="95" y="144"/>
                      <a:pt x="95" y="144"/>
                      <a:pt x="95" y="144"/>
                    </a:cubicBezTo>
                    <a:cubicBezTo>
                      <a:pt x="95" y="144"/>
                      <a:pt x="96" y="144"/>
                      <a:pt x="97" y="144"/>
                    </a:cubicBezTo>
                    <a:cubicBezTo>
                      <a:pt x="99" y="143"/>
                      <a:pt x="102" y="142"/>
                      <a:pt x="106" y="141"/>
                    </a:cubicBezTo>
                    <a:cubicBezTo>
                      <a:pt x="105" y="141"/>
                      <a:pt x="105" y="141"/>
                      <a:pt x="105" y="141"/>
                    </a:cubicBezTo>
                    <a:cubicBezTo>
                      <a:pt x="106" y="141"/>
                      <a:pt x="108" y="141"/>
                      <a:pt x="109" y="140"/>
                    </a:cubicBezTo>
                    <a:cubicBezTo>
                      <a:pt x="114" y="138"/>
                      <a:pt x="119" y="142"/>
                      <a:pt x="122" y="146"/>
                    </a:cubicBezTo>
                    <a:cubicBezTo>
                      <a:pt x="123" y="152"/>
                      <a:pt x="121" y="158"/>
                      <a:pt x="115" y="160"/>
                    </a:cubicBezTo>
                    <a:cubicBezTo>
                      <a:pt x="109" y="162"/>
                      <a:pt x="102" y="165"/>
                      <a:pt x="94" y="165"/>
                    </a:cubicBezTo>
                    <a:cubicBezTo>
                      <a:pt x="94" y="165"/>
                      <a:pt x="92" y="165"/>
                      <a:pt x="91" y="1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4" name="Google Shape;3544;p40">
                <a:extLst>
                  <a:ext uri="{FF2B5EF4-FFF2-40B4-BE49-F238E27FC236}">
                    <a16:creationId xmlns:a16="http://schemas.microsoft.com/office/drawing/2014/main" id="{B513B7C0-2B31-439B-3ADE-2CCA46A51EBD}"/>
                  </a:ext>
                </a:extLst>
              </p:cNvPr>
              <p:cNvSpPr/>
              <p:nvPr/>
            </p:nvSpPr>
            <p:spPr>
              <a:xfrm>
                <a:off x="416880" y="4151880"/>
                <a:ext cx="32040" cy="123120"/>
              </a:xfrm>
              <a:custGeom>
                <a:avLst/>
                <a:gdLst/>
                <a:ahLst/>
                <a:cxnLst/>
                <a:rect l="l" t="t" r="r" b="b"/>
                <a:pathLst>
                  <a:path w="89" h="342" extrusionOk="0">
                    <a:moveTo>
                      <a:pt x="3" y="337"/>
                    </a:moveTo>
                    <a:cubicBezTo>
                      <a:pt x="0" y="332"/>
                      <a:pt x="1" y="326"/>
                      <a:pt x="6" y="322"/>
                    </a:cubicBezTo>
                    <a:cubicBezTo>
                      <a:pt x="7" y="321"/>
                      <a:pt x="8" y="320"/>
                      <a:pt x="10" y="319"/>
                    </a:cubicBezTo>
                    <a:cubicBezTo>
                      <a:pt x="14" y="316"/>
                      <a:pt x="18" y="312"/>
                      <a:pt x="22" y="308"/>
                    </a:cubicBezTo>
                    <a:cubicBezTo>
                      <a:pt x="25" y="304"/>
                      <a:pt x="29" y="299"/>
                      <a:pt x="32" y="295"/>
                    </a:cubicBezTo>
                    <a:cubicBezTo>
                      <a:pt x="37" y="288"/>
                      <a:pt x="42" y="280"/>
                      <a:pt x="46" y="273"/>
                    </a:cubicBezTo>
                    <a:cubicBezTo>
                      <a:pt x="49" y="266"/>
                      <a:pt x="52" y="260"/>
                      <a:pt x="55" y="253"/>
                    </a:cubicBezTo>
                    <a:cubicBezTo>
                      <a:pt x="54" y="253"/>
                      <a:pt x="54" y="253"/>
                      <a:pt x="54" y="254"/>
                    </a:cubicBezTo>
                    <a:cubicBezTo>
                      <a:pt x="57" y="246"/>
                      <a:pt x="59" y="238"/>
                      <a:pt x="61" y="231"/>
                    </a:cubicBezTo>
                    <a:cubicBezTo>
                      <a:pt x="62" y="227"/>
                      <a:pt x="63" y="223"/>
                      <a:pt x="64" y="219"/>
                    </a:cubicBezTo>
                    <a:cubicBezTo>
                      <a:pt x="64" y="215"/>
                      <a:pt x="64" y="211"/>
                      <a:pt x="65" y="208"/>
                    </a:cubicBezTo>
                    <a:cubicBezTo>
                      <a:pt x="66" y="200"/>
                      <a:pt x="67" y="193"/>
                      <a:pt x="67" y="185"/>
                    </a:cubicBezTo>
                    <a:cubicBezTo>
                      <a:pt x="68" y="182"/>
                      <a:pt x="68" y="178"/>
                      <a:pt x="68" y="174"/>
                    </a:cubicBezTo>
                    <a:cubicBezTo>
                      <a:pt x="68" y="171"/>
                      <a:pt x="69" y="166"/>
                      <a:pt x="69" y="163"/>
                    </a:cubicBezTo>
                    <a:cubicBezTo>
                      <a:pt x="69" y="155"/>
                      <a:pt x="68" y="148"/>
                      <a:pt x="68" y="140"/>
                    </a:cubicBezTo>
                    <a:cubicBezTo>
                      <a:pt x="68" y="132"/>
                      <a:pt x="67" y="123"/>
                      <a:pt x="67" y="115"/>
                    </a:cubicBezTo>
                    <a:cubicBezTo>
                      <a:pt x="66" y="111"/>
                      <a:pt x="66" y="106"/>
                      <a:pt x="65" y="102"/>
                    </a:cubicBezTo>
                    <a:cubicBezTo>
                      <a:pt x="64" y="98"/>
                      <a:pt x="64" y="94"/>
                      <a:pt x="63" y="89"/>
                    </a:cubicBezTo>
                    <a:cubicBezTo>
                      <a:pt x="60" y="76"/>
                      <a:pt x="57" y="63"/>
                      <a:pt x="53" y="50"/>
                    </a:cubicBezTo>
                    <a:lnTo>
                      <a:pt x="54" y="51"/>
                    </a:lnTo>
                    <a:lnTo>
                      <a:pt x="53" y="50"/>
                    </a:lnTo>
                    <a:cubicBezTo>
                      <a:pt x="53" y="49"/>
                      <a:pt x="53" y="49"/>
                      <a:pt x="53" y="49"/>
                    </a:cubicBezTo>
                    <a:lnTo>
                      <a:pt x="53" y="50"/>
                    </a:lnTo>
                    <a:cubicBezTo>
                      <a:pt x="51" y="42"/>
                      <a:pt x="47" y="35"/>
                      <a:pt x="45" y="27"/>
                    </a:cubicBezTo>
                    <a:cubicBezTo>
                      <a:pt x="43" y="25"/>
                      <a:pt x="42" y="22"/>
                      <a:pt x="41" y="20"/>
                    </a:cubicBezTo>
                    <a:lnTo>
                      <a:pt x="42" y="21"/>
                    </a:lnTo>
                    <a:cubicBezTo>
                      <a:pt x="40" y="19"/>
                      <a:pt x="40" y="17"/>
                      <a:pt x="39" y="16"/>
                    </a:cubicBezTo>
                    <a:cubicBezTo>
                      <a:pt x="38" y="12"/>
                      <a:pt x="39" y="7"/>
                      <a:pt x="42" y="4"/>
                    </a:cubicBezTo>
                    <a:cubicBezTo>
                      <a:pt x="45" y="1"/>
                      <a:pt x="49" y="0"/>
                      <a:pt x="53" y="2"/>
                    </a:cubicBezTo>
                    <a:cubicBezTo>
                      <a:pt x="58" y="3"/>
                      <a:pt x="61" y="7"/>
                      <a:pt x="61" y="13"/>
                    </a:cubicBezTo>
                    <a:cubicBezTo>
                      <a:pt x="63" y="16"/>
                      <a:pt x="64" y="20"/>
                      <a:pt x="66" y="23"/>
                    </a:cubicBezTo>
                    <a:cubicBezTo>
                      <a:pt x="70" y="34"/>
                      <a:pt x="74" y="45"/>
                      <a:pt x="77" y="57"/>
                    </a:cubicBezTo>
                    <a:cubicBezTo>
                      <a:pt x="78" y="63"/>
                      <a:pt x="80" y="70"/>
                      <a:pt x="81" y="77"/>
                    </a:cubicBezTo>
                    <a:cubicBezTo>
                      <a:pt x="82" y="81"/>
                      <a:pt x="82" y="86"/>
                      <a:pt x="83" y="90"/>
                    </a:cubicBezTo>
                    <a:cubicBezTo>
                      <a:pt x="84" y="98"/>
                      <a:pt x="85" y="105"/>
                      <a:pt x="86" y="112"/>
                    </a:cubicBezTo>
                    <a:cubicBezTo>
                      <a:pt x="86" y="117"/>
                      <a:pt x="86" y="122"/>
                      <a:pt x="87" y="127"/>
                    </a:cubicBezTo>
                    <a:cubicBezTo>
                      <a:pt x="88" y="132"/>
                      <a:pt x="88" y="137"/>
                      <a:pt x="88" y="141"/>
                    </a:cubicBezTo>
                    <a:cubicBezTo>
                      <a:pt x="88" y="149"/>
                      <a:pt x="88" y="156"/>
                      <a:pt x="88" y="163"/>
                    </a:cubicBezTo>
                    <a:cubicBezTo>
                      <a:pt x="88" y="168"/>
                      <a:pt x="88" y="173"/>
                      <a:pt x="87" y="179"/>
                    </a:cubicBezTo>
                    <a:cubicBezTo>
                      <a:pt x="87" y="184"/>
                      <a:pt x="86" y="189"/>
                      <a:pt x="86" y="194"/>
                    </a:cubicBezTo>
                    <a:cubicBezTo>
                      <a:pt x="85" y="200"/>
                      <a:pt x="85" y="207"/>
                      <a:pt x="84" y="213"/>
                    </a:cubicBezTo>
                    <a:cubicBezTo>
                      <a:pt x="84" y="215"/>
                      <a:pt x="84" y="217"/>
                      <a:pt x="83" y="220"/>
                    </a:cubicBezTo>
                    <a:cubicBezTo>
                      <a:pt x="82" y="223"/>
                      <a:pt x="82" y="227"/>
                      <a:pt x="81" y="231"/>
                    </a:cubicBezTo>
                    <a:cubicBezTo>
                      <a:pt x="80" y="236"/>
                      <a:pt x="79" y="241"/>
                      <a:pt x="77" y="247"/>
                    </a:cubicBezTo>
                    <a:cubicBezTo>
                      <a:pt x="74" y="258"/>
                      <a:pt x="70" y="269"/>
                      <a:pt x="64" y="280"/>
                    </a:cubicBezTo>
                    <a:cubicBezTo>
                      <a:pt x="57" y="294"/>
                      <a:pt x="49" y="306"/>
                      <a:pt x="39" y="318"/>
                    </a:cubicBezTo>
                    <a:cubicBezTo>
                      <a:pt x="33" y="326"/>
                      <a:pt x="25" y="333"/>
                      <a:pt x="18" y="339"/>
                    </a:cubicBezTo>
                    <a:cubicBezTo>
                      <a:pt x="16" y="340"/>
                      <a:pt x="14" y="341"/>
                      <a:pt x="12" y="341"/>
                    </a:cubicBezTo>
                    <a:cubicBezTo>
                      <a:pt x="8" y="341"/>
                      <a:pt x="6" y="340"/>
                      <a:pt x="3" y="3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5" name="Google Shape;3545;p40">
                <a:extLst>
                  <a:ext uri="{FF2B5EF4-FFF2-40B4-BE49-F238E27FC236}">
                    <a16:creationId xmlns:a16="http://schemas.microsoft.com/office/drawing/2014/main" id="{AF58E241-3147-2842-EE82-D381CB6C5916}"/>
                  </a:ext>
                </a:extLst>
              </p:cNvPr>
              <p:cNvSpPr/>
              <p:nvPr/>
            </p:nvSpPr>
            <p:spPr>
              <a:xfrm>
                <a:off x="145800" y="3965760"/>
                <a:ext cx="46800" cy="119880"/>
              </a:xfrm>
              <a:custGeom>
                <a:avLst/>
                <a:gdLst/>
                <a:ahLst/>
                <a:cxnLst/>
                <a:rect l="l" t="t" r="r" b="b"/>
                <a:pathLst>
                  <a:path w="130" h="333" extrusionOk="0">
                    <a:moveTo>
                      <a:pt x="40" y="311"/>
                    </a:moveTo>
                    <a:lnTo>
                      <a:pt x="40" y="310"/>
                    </a:lnTo>
                    <a:cubicBezTo>
                      <a:pt x="41" y="309"/>
                      <a:pt x="41" y="309"/>
                      <a:pt x="41" y="309"/>
                    </a:cubicBezTo>
                    <a:cubicBezTo>
                      <a:pt x="42" y="307"/>
                      <a:pt x="44" y="305"/>
                      <a:pt x="45" y="302"/>
                    </a:cubicBezTo>
                    <a:cubicBezTo>
                      <a:pt x="48" y="298"/>
                      <a:pt x="50" y="294"/>
                      <a:pt x="52" y="289"/>
                    </a:cubicBezTo>
                    <a:lnTo>
                      <a:pt x="51" y="290"/>
                    </a:lnTo>
                    <a:cubicBezTo>
                      <a:pt x="51" y="290"/>
                      <a:pt x="52" y="289"/>
                      <a:pt x="52" y="288"/>
                    </a:cubicBezTo>
                    <a:cubicBezTo>
                      <a:pt x="53" y="286"/>
                      <a:pt x="54" y="282"/>
                      <a:pt x="55" y="279"/>
                    </a:cubicBezTo>
                    <a:cubicBezTo>
                      <a:pt x="59" y="267"/>
                      <a:pt x="63" y="255"/>
                      <a:pt x="66" y="243"/>
                    </a:cubicBezTo>
                    <a:cubicBezTo>
                      <a:pt x="67" y="233"/>
                      <a:pt x="70" y="222"/>
                      <a:pt x="71" y="212"/>
                    </a:cubicBezTo>
                    <a:cubicBezTo>
                      <a:pt x="72" y="205"/>
                      <a:pt x="73" y="199"/>
                      <a:pt x="73" y="194"/>
                    </a:cubicBezTo>
                    <a:cubicBezTo>
                      <a:pt x="66" y="199"/>
                      <a:pt x="59" y="204"/>
                      <a:pt x="52" y="210"/>
                    </a:cubicBezTo>
                    <a:cubicBezTo>
                      <a:pt x="47" y="214"/>
                      <a:pt x="42" y="218"/>
                      <a:pt x="38" y="223"/>
                    </a:cubicBezTo>
                    <a:cubicBezTo>
                      <a:pt x="36" y="225"/>
                      <a:pt x="34" y="227"/>
                      <a:pt x="32" y="230"/>
                    </a:cubicBezTo>
                    <a:cubicBezTo>
                      <a:pt x="30" y="233"/>
                      <a:pt x="28" y="235"/>
                      <a:pt x="27" y="238"/>
                    </a:cubicBezTo>
                    <a:cubicBezTo>
                      <a:pt x="26" y="240"/>
                      <a:pt x="25" y="242"/>
                      <a:pt x="24" y="245"/>
                    </a:cubicBezTo>
                    <a:cubicBezTo>
                      <a:pt x="24" y="246"/>
                      <a:pt x="23" y="248"/>
                      <a:pt x="23" y="249"/>
                    </a:cubicBezTo>
                    <a:cubicBezTo>
                      <a:pt x="22" y="252"/>
                      <a:pt x="22" y="255"/>
                      <a:pt x="21" y="258"/>
                    </a:cubicBezTo>
                    <a:cubicBezTo>
                      <a:pt x="21" y="257"/>
                      <a:pt x="21" y="256"/>
                      <a:pt x="21" y="256"/>
                    </a:cubicBezTo>
                    <a:cubicBezTo>
                      <a:pt x="21" y="260"/>
                      <a:pt x="21" y="264"/>
                      <a:pt x="21" y="268"/>
                    </a:cubicBezTo>
                    <a:cubicBezTo>
                      <a:pt x="21" y="270"/>
                      <a:pt x="21" y="272"/>
                      <a:pt x="22" y="274"/>
                    </a:cubicBezTo>
                    <a:cubicBezTo>
                      <a:pt x="23" y="279"/>
                      <a:pt x="24" y="283"/>
                      <a:pt x="26" y="287"/>
                    </a:cubicBezTo>
                    <a:cubicBezTo>
                      <a:pt x="26" y="287"/>
                      <a:pt x="25" y="287"/>
                      <a:pt x="25" y="286"/>
                    </a:cubicBezTo>
                    <a:cubicBezTo>
                      <a:pt x="26" y="290"/>
                      <a:pt x="28" y="294"/>
                      <a:pt x="30" y="297"/>
                    </a:cubicBezTo>
                    <a:cubicBezTo>
                      <a:pt x="30" y="299"/>
                      <a:pt x="31" y="300"/>
                      <a:pt x="32" y="302"/>
                    </a:cubicBezTo>
                    <a:cubicBezTo>
                      <a:pt x="33" y="304"/>
                      <a:pt x="34" y="305"/>
                      <a:pt x="35" y="307"/>
                    </a:cubicBezTo>
                    <a:cubicBezTo>
                      <a:pt x="36" y="307"/>
                      <a:pt x="37" y="308"/>
                      <a:pt x="38" y="309"/>
                    </a:cubicBezTo>
                    <a:cubicBezTo>
                      <a:pt x="39" y="310"/>
                      <a:pt x="39" y="310"/>
                      <a:pt x="40" y="310"/>
                    </a:cubicBezTo>
                    <a:cubicBezTo>
                      <a:pt x="40" y="311"/>
                      <a:pt x="40" y="311"/>
                      <a:pt x="40" y="311"/>
                    </a:cubicBezTo>
                    <a:moveTo>
                      <a:pt x="36" y="332"/>
                    </a:moveTo>
                    <a:cubicBezTo>
                      <a:pt x="30" y="330"/>
                      <a:pt x="24" y="326"/>
                      <a:pt x="20" y="322"/>
                    </a:cubicBezTo>
                    <a:cubicBezTo>
                      <a:pt x="15" y="316"/>
                      <a:pt x="12" y="309"/>
                      <a:pt x="9" y="302"/>
                    </a:cubicBezTo>
                    <a:cubicBezTo>
                      <a:pt x="6" y="295"/>
                      <a:pt x="4" y="289"/>
                      <a:pt x="3" y="282"/>
                    </a:cubicBezTo>
                    <a:cubicBezTo>
                      <a:pt x="1" y="274"/>
                      <a:pt x="0" y="267"/>
                      <a:pt x="1" y="259"/>
                    </a:cubicBezTo>
                    <a:cubicBezTo>
                      <a:pt x="2" y="252"/>
                      <a:pt x="2" y="245"/>
                      <a:pt x="5" y="238"/>
                    </a:cubicBezTo>
                    <a:cubicBezTo>
                      <a:pt x="7" y="231"/>
                      <a:pt x="11" y="225"/>
                      <a:pt x="15" y="219"/>
                    </a:cubicBezTo>
                    <a:cubicBezTo>
                      <a:pt x="24" y="208"/>
                      <a:pt x="35" y="198"/>
                      <a:pt x="47" y="189"/>
                    </a:cubicBezTo>
                    <a:cubicBezTo>
                      <a:pt x="55" y="182"/>
                      <a:pt x="65" y="176"/>
                      <a:pt x="74" y="169"/>
                    </a:cubicBezTo>
                    <a:cubicBezTo>
                      <a:pt x="75" y="168"/>
                      <a:pt x="76" y="168"/>
                      <a:pt x="77" y="167"/>
                    </a:cubicBezTo>
                    <a:cubicBezTo>
                      <a:pt x="78" y="159"/>
                      <a:pt x="79" y="152"/>
                      <a:pt x="80" y="143"/>
                    </a:cubicBezTo>
                    <a:cubicBezTo>
                      <a:pt x="81" y="133"/>
                      <a:pt x="82" y="122"/>
                      <a:pt x="84" y="111"/>
                    </a:cubicBezTo>
                    <a:cubicBezTo>
                      <a:pt x="84" y="110"/>
                      <a:pt x="84" y="109"/>
                      <a:pt x="85" y="108"/>
                    </a:cubicBezTo>
                    <a:cubicBezTo>
                      <a:pt x="80" y="113"/>
                      <a:pt x="76" y="118"/>
                      <a:pt x="70" y="122"/>
                    </a:cubicBezTo>
                    <a:cubicBezTo>
                      <a:pt x="66" y="125"/>
                      <a:pt x="59" y="128"/>
                      <a:pt x="53" y="128"/>
                    </a:cubicBezTo>
                    <a:cubicBezTo>
                      <a:pt x="47" y="128"/>
                      <a:pt x="41" y="126"/>
                      <a:pt x="35" y="122"/>
                    </a:cubicBezTo>
                    <a:cubicBezTo>
                      <a:pt x="31" y="118"/>
                      <a:pt x="27" y="113"/>
                      <a:pt x="24" y="108"/>
                    </a:cubicBezTo>
                    <a:cubicBezTo>
                      <a:pt x="20" y="101"/>
                      <a:pt x="18" y="94"/>
                      <a:pt x="17" y="86"/>
                    </a:cubicBezTo>
                    <a:cubicBezTo>
                      <a:pt x="13" y="72"/>
                      <a:pt x="13" y="57"/>
                      <a:pt x="16" y="42"/>
                    </a:cubicBezTo>
                    <a:cubicBezTo>
                      <a:pt x="17" y="31"/>
                      <a:pt x="21" y="20"/>
                      <a:pt x="26" y="11"/>
                    </a:cubicBezTo>
                    <a:cubicBezTo>
                      <a:pt x="28" y="7"/>
                      <a:pt x="32" y="4"/>
                      <a:pt x="36" y="1"/>
                    </a:cubicBezTo>
                    <a:cubicBezTo>
                      <a:pt x="40" y="0"/>
                      <a:pt x="42" y="0"/>
                      <a:pt x="46" y="0"/>
                    </a:cubicBezTo>
                    <a:cubicBezTo>
                      <a:pt x="52" y="1"/>
                      <a:pt x="56" y="7"/>
                      <a:pt x="55" y="13"/>
                    </a:cubicBezTo>
                    <a:cubicBezTo>
                      <a:pt x="54" y="18"/>
                      <a:pt x="50" y="22"/>
                      <a:pt x="45" y="22"/>
                    </a:cubicBezTo>
                    <a:cubicBezTo>
                      <a:pt x="44" y="23"/>
                      <a:pt x="44" y="24"/>
                      <a:pt x="43" y="25"/>
                    </a:cubicBezTo>
                    <a:cubicBezTo>
                      <a:pt x="43" y="25"/>
                      <a:pt x="44" y="25"/>
                      <a:pt x="44" y="24"/>
                    </a:cubicBezTo>
                    <a:cubicBezTo>
                      <a:pt x="42" y="27"/>
                      <a:pt x="41" y="29"/>
                      <a:pt x="40" y="32"/>
                    </a:cubicBezTo>
                    <a:cubicBezTo>
                      <a:pt x="38" y="36"/>
                      <a:pt x="37" y="41"/>
                      <a:pt x="37" y="46"/>
                    </a:cubicBezTo>
                    <a:cubicBezTo>
                      <a:pt x="35" y="48"/>
                      <a:pt x="35" y="52"/>
                      <a:pt x="35" y="55"/>
                    </a:cubicBezTo>
                    <a:cubicBezTo>
                      <a:pt x="34" y="59"/>
                      <a:pt x="34" y="63"/>
                      <a:pt x="34" y="67"/>
                    </a:cubicBezTo>
                    <a:lnTo>
                      <a:pt x="34" y="66"/>
                    </a:lnTo>
                    <a:cubicBezTo>
                      <a:pt x="34" y="67"/>
                      <a:pt x="34" y="67"/>
                      <a:pt x="34" y="67"/>
                    </a:cubicBezTo>
                    <a:cubicBezTo>
                      <a:pt x="35" y="67"/>
                      <a:pt x="35" y="67"/>
                      <a:pt x="35" y="68"/>
                    </a:cubicBezTo>
                    <a:cubicBezTo>
                      <a:pt x="35" y="67"/>
                      <a:pt x="35" y="67"/>
                      <a:pt x="35" y="67"/>
                    </a:cubicBezTo>
                    <a:cubicBezTo>
                      <a:pt x="35" y="72"/>
                      <a:pt x="35" y="76"/>
                      <a:pt x="37" y="81"/>
                    </a:cubicBezTo>
                    <a:cubicBezTo>
                      <a:pt x="36" y="80"/>
                      <a:pt x="36" y="80"/>
                      <a:pt x="36" y="80"/>
                    </a:cubicBezTo>
                    <a:cubicBezTo>
                      <a:pt x="37" y="83"/>
                      <a:pt x="38" y="86"/>
                      <a:pt x="38" y="90"/>
                    </a:cubicBezTo>
                    <a:cubicBezTo>
                      <a:pt x="39" y="92"/>
                      <a:pt x="40" y="94"/>
                      <a:pt x="41" y="96"/>
                    </a:cubicBezTo>
                    <a:cubicBezTo>
                      <a:pt x="41" y="97"/>
                      <a:pt x="42" y="98"/>
                      <a:pt x="42" y="99"/>
                    </a:cubicBezTo>
                    <a:cubicBezTo>
                      <a:pt x="44" y="101"/>
                      <a:pt x="45" y="103"/>
                      <a:pt x="47" y="104"/>
                    </a:cubicBezTo>
                    <a:cubicBezTo>
                      <a:pt x="47" y="105"/>
                      <a:pt x="47" y="105"/>
                      <a:pt x="48" y="105"/>
                    </a:cubicBezTo>
                    <a:cubicBezTo>
                      <a:pt x="48" y="106"/>
                      <a:pt x="48" y="106"/>
                      <a:pt x="48" y="106"/>
                    </a:cubicBezTo>
                    <a:cubicBezTo>
                      <a:pt x="48" y="106"/>
                      <a:pt x="49" y="106"/>
                      <a:pt x="49" y="107"/>
                    </a:cubicBezTo>
                    <a:lnTo>
                      <a:pt x="49" y="106"/>
                    </a:lnTo>
                    <a:cubicBezTo>
                      <a:pt x="49" y="107"/>
                      <a:pt x="49" y="107"/>
                      <a:pt x="49" y="107"/>
                    </a:cubicBezTo>
                    <a:cubicBezTo>
                      <a:pt x="50" y="107"/>
                      <a:pt x="50" y="107"/>
                      <a:pt x="50" y="107"/>
                    </a:cubicBezTo>
                    <a:lnTo>
                      <a:pt x="49" y="107"/>
                    </a:lnTo>
                    <a:cubicBezTo>
                      <a:pt x="50" y="107"/>
                      <a:pt x="50" y="107"/>
                      <a:pt x="50" y="107"/>
                    </a:cubicBezTo>
                    <a:lnTo>
                      <a:pt x="49" y="107"/>
                    </a:lnTo>
                    <a:lnTo>
                      <a:pt x="49" y="106"/>
                    </a:lnTo>
                    <a:cubicBezTo>
                      <a:pt x="49" y="107"/>
                      <a:pt x="50" y="107"/>
                      <a:pt x="50" y="107"/>
                    </a:cubicBezTo>
                    <a:cubicBezTo>
                      <a:pt x="51" y="107"/>
                      <a:pt x="51" y="107"/>
                      <a:pt x="52" y="107"/>
                    </a:cubicBezTo>
                    <a:lnTo>
                      <a:pt x="53" y="107"/>
                    </a:lnTo>
                    <a:cubicBezTo>
                      <a:pt x="54" y="107"/>
                      <a:pt x="54" y="107"/>
                      <a:pt x="54" y="107"/>
                    </a:cubicBezTo>
                    <a:cubicBezTo>
                      <a:pt x="55" y="107"/>
                      <a:pt x="55" y="107"/>
                      <a:pt x="56" y="106"/>
                    </a:cubicBezTo>
                    <a:cubicBezTo>
                      <a:pt x="56" y="106"/>
                      <a:pt x="57" y="106"/>
                      <a:pt x="58" y="106"/>
                    </a:cubicBezTo>
                    <a:cubicBezTo>
                      <a:pt x="58" y="105"/>
                      <a:pt x="59" y="104"/>
                      <a:pt x="61" y="103"/>
                    </a:cubicBezTo>
                    <a:cubicBezTo>
                      <a:pt x="63" y="101"/>
                      <a:pt x="65" y="100"/>
                      <a:pt x="66" y="98"/>
                    </a:cubicBezTo>
                    <a:cubicBezTo>
                      <a:pt x="69" y="94"/>
                      <a:pt x="72" y="91"/>
                      <a:pt x="74" y="87"/>
                    </a:cubicBezTo>
                    <a:cubicBezTo>
                      <a:pt x="78" y="82"/>
                      <a:pt x="81" y="76"/>
                      <a:pt x="84" y="71"/>
                    </a:cubicBezTo>
                    <a:cubicBezTo>
                      <a:pt x="88" y="64"/>
                      <a:pt x="91" y="57"/>
                      <a:pt x="95" y="49"/>
                    </a:cubicBezTo>
                    <a:cubicBezTo>
                      <a:pt x="96" y="46"/>
                      <a:pt x="97" y="43"/>
                      <a:pt x="98" y="39"/>
                    </a:cubicBezTo>
                    <a:cubicBezTo>
                      <a:pt x="98" y="38"/>
                      <a:pt x="99" y="37"/>
                      <a:pt x="99" y="36"/>
                    </a:cubicBezTo>
                    <a:cubicBezTo>
                      <a:pt x="101" y="27"/>
                      <a:pt x="104" y="17"/>
                      <a:pt x="106" y="8"/>
                    </a:cubicBezTo>
                    <a:cubicBezTo>
                      <a:pt x="108" y="3"/>
                      <a:pt x="113" y="0"/>
                      <a:pt x="119" y="0"/>
                    </a:cubicBezTo>
                    <a:cubicBezTo>
                      <a:pt x="124" y="1"/>
                      <a:pt x="129" y="7"/>
                      <a:pt x="127" y="12"/>
                    </a:cubicBezTo>
                    <a:cubicBezTo>
                      <a:pt x="126" y="19"/>
                      <a:pt x="124" y="25"/>
                      <a:pt x="122" y="31"/>
                    </a:cubicBezTo>
                    <a:cubicBezTo>
                      <a:pt x="122" y="33"/>
                      <a:pt x="121" y="34"/>
                      <a:pt x="120" y="37"/>
                    </a:cubicBezTo>
                    <a:cubicBezTo>
                      <a:pt x="118" y="46"/>
                      <a:pt x="115" y="56"/>
                      <a:pt x="113" y="66"/>
                    </a:cubicBezTo>
                    <a:cubicBezTo>
                      <a:pt x="111" y="76"/>
                      <a:pt x="109" y="86"/>
                      <a:pt x="107" y="96"/>
                    </a:cubicBezTo>
                    <a:cubicBezTo>
                      <a:pt x="105" y="108"/>
                      <a:pt x="102" y="121"/>
                      <a:pt x="100" y="133"/>
                    </a:cubicBezTo>
                    <a:cubicBezTo>
                      <a:pt x="99" y="139"/>
                      <a:pt x="98" y="146"/>
                      <a:pt x="98" y="152"/>
                    </a:cubicBezTo>
                    <a:cubicBezTo>
                      <a:pt x="100" y="150"/>
                      <a:pt x="102" y="149"/>
                      <a:pt x="105" y="147"/>
                    </a:cubicBezTo>
                    <a:cubicBezTo>
                      <a:pt x="106" y="146"/>
                      <a:pt x="107" y="145"/>
                      <a:pt x="108" y="145"/>
                    </a:cubicBezTo>
                    <a:cubicBezTo>
                      <a:pt x="112" y="142"/>
                      <a:pt x="118" y="142"/>
                      <a:pt x="121" y="147"/>
                    </a:cubicBezTo>
                    <a:cubicBezTo>
                      <a:pt x="125" y="151"/>
                      <a:pt x="123" y="157"/>
                      <a:pt x="119" y="160"/>
                    </a:cubicBezTo>
                    <a:cubicBezTo>
                      <a:pt x="111" y="166"/>
                      <a:pt x="103" y="172"/>
                      <a:pt x="94" y="178"/>
                    </a:cubicBezTo>
                    <a:cubicBezTo>
                      <a:pt x="94" y="185"/>
                      <a:pt x="93" y="192"/>
                      <a:pt x="92" y="198"/>
                    </a:cubicBezTo>
                    <a:cubicBezTo>
                      <a:pt x="91" y="209"/>
                      <a:pt x="89" y="219"/>
                      <a:pt x="87" y="230"/>
                    </a:cubicBezTo>
                    <a:cubicBezTo>
                      <a:pt x="87" y="233"/>
                      <a:pt x="86" y="237"/>
                      <a:pt x="86" y="241"/>
                    </a:cubicBezTo>
                    <a:cubicBezTo>
                      <a:pt x="85" y="243"/>
                      <a:pt x="84" y="245"/>
                      <a:pt x="84" y="248"/>
                    </a:cubicBezTo>
                    <a:cubicBezTo>
                      <a:pt x="83" y="253"/>
                      <a:pt x="81" y="260"/>
                      <a:pt x="79" y="266"/>
                    </a:cubicBezTo>
                    <a:cubicBezTo>
                      <a:pt x="78" y="272"/>
                      <a:pt x="76" y="277"/>
                      <a:pt x="74" y="282"/>
                    </a:cubicBezTo>
                    <a:cubicBezTo>
                      <a:pt x="73" y="287"/>
                      <a:pt x="72" y="292"/>
                      <a:pt x="69" y="297"/>
                    </a:cubicBezTo>
                    <a:cubicBezTo>
                      <a:pt x="67" y="302"/>
                      <a:pt x="65" y="307"/>
                      <a:pt x="62" y="312"/>
                    </a:cubicBezTo>
                    <a:cubicBezTo>
                      <a:pt x="60" y="318"/>
                      <a:pt x="57" y="323"/>
                      <a:pt x="53" y="327"/>
                    </a:cubicBezTo>
                    <a:cubicBezTo>
                      <a:pt x="49" y="330"/>
                      <a:pt x="45" y="332"/>
                      <a:pt x="40" y="332"/>
                    </a:cubicBezTo>
                    <a:cubicBezTo>
                      <a:pt x="38" y="332"/>
                      <a:pt x="37" y="332"/>
                      <a:pt x="36" y="3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6" name="Google Shape;3546;p40">
                <a:extLst>
                  <a:ext uri="{FF2B5EF4-FFF2-40B4-BE49-F238E27FC236}">
                    <a16:creationId xmlns:a16="http://schemas.microsoft.com/office/drawing/2014/main" id="{9411B310-A9CD-7626-060D-4EC2CB204E1F}"/>
                  </a:ext>
                </a:extLst>
              </p:cNvPr>
              <p:cNvSpPr/>
              <p:nvPr/>
            </p:nvSpPr>
            <p:spPr>
              <a:xfrm>
                <a:off x="219240" y="3984120"/>
                <a:ext cx="26280" cy="11520"/>
              </a:xfrm>
              <a:custGeom>
                <a:avLst/>
                <a:gdLst/>
                <a:ahLst/>
                <a:cxnLst/>
                <a:rect l="l" t="t" r="r" b="b"/>
                <a:pathLst>
                  <a:path w="73" h="32" extrusionOk="0">
                    <a:moveTo>
                      <a:pt x="13" y="31"/>
                    </a:moveTo>
                    <a:cubicBezTo>
                      <a:pt x="9" y="30"/>
                      <a:pt x="7" y="29"/>
                      <a:pt x="4" y="27"/>
                    </a:cubicBezTo>
                    <a:cubicBezTo>
                      <a:pt x="0" y="23"/>
                      <a:pt x="0" y="15"/>
                      <a:pt x="5" y="11"/>
                    </a:cubicBezTo>
                    <a:cubicBezTo>
                      <a:pt x="10" y="7"/>
                      <a:pt x="17" y="6"/>
                      <a:pt x="23" y="5"/>
                    </a:cubicBezTo>
                    <a:cubicBezTo>
                      <a:pt x="27" y="4"/>
                      <a:pt x="31" y="4"/>
                      <a:pt x="35" y="3"/>
                    </a:cubicBezTo>
                    <a:cubicBezTo>
                      <a:pt x="43" y="2"/>
                      <a:pt x="52" y="1"/>
                      <a:pt x="60" y="0"/>
                    </a:cubicBezTo>
                    <a:cubicBezTo>
                      <a:pt x="66" y="0"/>
                      <a:pt x="71" y="4"/>
                      <a:pt x="71" y="10"/>
                    </a:cubicBezTo>
                    <a:cubicBezTo>
                      <a:pt x="72" y="16"/>
                      <a:pt x="68" y="21"/>
                      <a:pt x="62" y="22"/>
                    </a:cubicBezTo>
                    <a:cubicBezTo>
                      <a:pt x="52" y="23"/>
                      <a:pt x="43" y="24"/>
                      <a:pt x="33" y="25"/>
                    </a:cubicBezTo>
                    <a:cubicBezTo>
                      <a:pt x="30" y="26"/>
                      <a:pt x="26" y="27"/>
                      <a:pt x="23" y="28"/>
                    </a:cubicBezTo>
                    <a:cubicBezTo>
                      <a:pt x="20" y="29"/>
                      <a:pt x="17" y="31"/>
                      <a:pt x="14" y="31"/>
                    </a:cubicBezTo>
                    <a:lnTo>
                      <a:pt x="13" y="3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7" name="Google Shape;3547;p40">
                <a:extLst>
                  <a:ext uri="{FF2B5EF4-FFF2-40B4-BE49-F238E27FC236}">
                    <a16:creationId xmlns:a16="http://schemas.microsoft.com/office/drawing/2014/main" id="{0990AB6A-4E87-868F-76D4-EEA36EE40DFB}"/>
                  </a:ext>
                </a:extLst>
              </p:cNvPr>
              <p:cNvSpPr/>
              <p:nvPr/>
            </p:nvSpPr>
            <p:spPr>
              <a:xfrm>
                <a:off x="210600" y="3980520"/>
                <a:ext cx="69840" cy="39240"/>
              </a:xfrm>
              <a:custGeom>
                <a:avLst/>
                <a:gdLst/>
                <a:ahLst/>
                <a:cxnLst/>
                <a:rect l="l" t="t" r="r" b="b"/>
                <a:pathLst>
                  <a:path w="194" h="109" extrusionOk="0">
                    <a:moveTo>
                      <a:pt x="14" y="108"/>
                    </a:moveTo>
                    <a:cubicBezTo>
                      <a:pt x="10" y="108"/>
                      <a:pt x="5" y="106"/>
                      <a:pt x="3" y="102"/>
                    </a:cubicBezTo>
                    <a:cubicBezTo>
                      <a:pt x="1" y="100"/>
                      <a:pt x="0" y="97"/>
                      <a:pt x="0" y="93"/>
                    </a:cubicBezTo>
                    <a:cubicBezTo>
                      <a:pt x="2" y="87"/>
                      <a:pt x="7" y="83"/>
                      <a:pt x="13" y="84"/>
                    </a:cubicBezTo>
                    <a:cubicBezTo>
                      <a:pt x="15" y="84"/>
                      <a:pt x="16" y="85"/>
                      <a:pt x="17" y="86"/>
                    </a:cubicBezTo>
                    <a:cubicBezTo>
                      <a:pt x="18" y="86"/>
                      <a:pt x="19" y="86"/>
                      <a:pt x="19" y="85"/>
                    </a:cubicBezTo>
                    <a:cubicBezTo>
                      <a:pt x="21" y="85"/>
                      <a:pt x="23" y="84"/>
                      <a:pt x="25" y="84"/>
                    </a:cubicBezTo>
                    <a:cubicBezTo>
                      <a:pt x="28" y="83"/>
                      <a:pt x="32" y="81"/>
                      <a:pt x="35" y="80"/>
                    </a:cubicBezTo>
                    <a:cubicBezTo>
                      <a:pt x="40" y="77"/>
                      <a:pt x="45" y="75"/>
                      <a:pt x="51" y="73"/>
                    </a:cubicBezTo>
                    <a:cubicBezTo>
                      <a:pt x="50" y="73"/>
                      <a:pt x="50" y="73"/>
                      <a:pt x="49" y="73"/>
                    </a:cubicBezTo>
                    <a:cubicBezTo>
                      <a:pt x="50" y="73"/>
                      <a:pt x="51" y="73"/>
                      <a:pt x="51" y="72"/>
                    </a:cubicBezTo>
                    <a:cubicBezTo>
                      <a:pt x="51" y="73"/>
                      <a:pt x="51" y="73"/>
                      <a:pt x="50" y="73"/>
                    </a:cubicBezTo>
                    <a:cubicBezTo>
                      <a:pt x="69" y="64"/>
                      <a:pt x="88" y="53"/>
                      <a:pt x="107" y="43"/>
                    </a:cubicBezTo>
                    <a:cubicBezTo>
                      <a:pt x="127" y="32"/>
                      <a:pt x="148" y="20"/>
                      <a:pt x="169" y="9"/>
                    </a:cubicBezTo>
                    <a:cubicBezTo>
                      <a:pt x="172" y="7"/>
                      <a:pt x="175" y="5"/>
                      <a:pt x="178" y="3"/>
                    </a:cubicBezTo>
                    <a:cubicBezTo>
                      <a:pt x="183" y="0"/>
                      <a:pt x="189" y="2"/>
                      <a:pt x="191" y="7"/>
                    </a:cubicBezTo>
                    <a:cubicBezTo>
                      <a:pt x="193" y="11"/>
                      <a:pt x="192" y="17"/>
                      <a:pt x="188" y="19"/>
                    </a:cubicBezTo>
                    <a:cubicBezTo>
                      <a:pt x="166" y="32"/>
                      <a:pt x="144" y="44"/>
                      <a:pt x="123" y="56"/>
                    </a:cubicBezTo>
                    <a:cubicBezTo>
                      <a:pt x="113" y="62"/>
                      <a:pt x="104" y="67"/>
                      <a:pt x="94" y="73"/>
                    </a:cubicBezTo>
                    <a:cubicBezTo>
                      <a:pt x="84" y="79"/>
                      <a:pt x="73" y="84"/>
                      <a:pt x="63" y="90"/>
                    </a:cubicBezTo>
                    <a:cubicBezTo>
                      <a:pt x="56" y="93"/>
                      <a:pt x="49" y="97"/>
                      <a:pt x="41" y="100"/>
                    </a:cubicBezTo>
                    <a:cubicBezTo>
                      <a:pt x="37" y="102"/>
                      <a:pt x="33" y="104"/>
                      <a:pt x="27" y="105"/>
                    </a:cubicBezTo>
                    <a:cubicBezTo>
                      <a:pt x="23" y="107"/>
                      <a:pt x="19" y="108"/>
                      <a:pt x="14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8" name="Google Shape;3548;p40">
                <a:extLst>
                  <a:ext uri="{FF2B5EF4-FFF2-40B4-BE49-F238E27FC236}">
                    <a16:creationId xmlns:a16="http://schemas.microsoft.com/office/drawing/2014/main" id="{5813FD9C-D9DB-B5EA-AD8E-FCA0D8014814}"/>
                  </a:ext>
                </a:extLst>
              </p:cNvPr>
              <p:cNvSpPr/>
              <p:nvPr/>
            </p:nvSpPr>
            <p:spPr>
              <a:xfrm>
                <a:off x="259200" y="3936600"/>
                <a:ext cx="75240" cy="136800"/>
              </a:xfrm>
              <a:custGeom>
                <a:avLst/>
                <a:gdLst/>
                <a:ahLst/>
                <a:cxnLst/>
                <a:rect l="l" t="t" r="r" b="b"/>
                <a:pathLst>
                  <a:path w="209" h="380" extrusionOk="0">
                    <a:moveTo>
                      <a:pt x="47" y="379"/>
                    </a:moveTo>
                    <a:cubicBezTo>
                      <a:pt x="35" y="378"/>
                      <a:pt x="23" y="373"/>
                      <a:pt x="14" y="364"/>
                    </a:cubicBezTo>
                    <a:cubicBezTo>
                      <a:pt x="5" y="354"/>
                      <a:pt x="1" y="340"/>
                      <a:pt x="0" y="327"/>
                    </a:cubicBezTo>
                    <a:cubicBezTo>
                      <a:pt x="0" y="320"/>
                      <a:pt x="2" y="313"/>
                      <a:pt x="4" y="307"/>
                    </a:cubicBezTo>
                    <a:cubicBezTo>
                      <a:pt x="6" y="299"/>
                      <a:pt x="9" y="292"/>
                      <a:pt x="12" y="285"/>
                    </a:cubicBezTo>
                    <a:cubicBezTo>
                      <a:pt x="13" y="280"/>
                      <a:pt x="20" y="277"/>
                      <a:pt x="25" y="280"/>
                    </a:cubicBezTo>
                    <a:cubicBezTo>
                      <a:pt x="30" y="282"/>
                      <a:pt x="32" y="288"/>
                      <a:pt x="30" y="293"/>
                    </a:cubicBezTo>
                    <a:cubicBezTo>
                      <a:pt x="29" y="294"/>
                      <a:pt x="29" y="296"/>
                      <a:pt x="28" y="297"/>
                    </a:cubicBezTo>
                    <a:cubicBezTo>
                      <a:pt x="29" y="296"/>
                      <a:pt x="29" y="296"/>
                      <a:pt x="29" y="296"/>
                    </a:cubicBezTo>
                    <a:cubicBezTo>
                      <a:pt x="26" y="303"/>
                      <a:pt x="23" y="309"/>
                      <a:pt x="22" y="317"/>
                    </a:cubicBezTo>
                    <a:cubicBezTo>
                      <a:pt x="22" y="319"/>
                      <a:pt x="21" y="321"/>
                      <a:pt x="21" y="322"/>
                    </a:cubicBezTo>
                    <a:cubicBezTo>
                      <a:pt x="21" y="324"/>
                      <a:pt x="21" y="326"/>
                      <a:pt x="21" y="328"/>
                    </a:cubicBezTo>
                    <a:cubicBezTo>
                      <a:pt x="21" y="330"/>
                      <a:pt x="21" y="331"/>
                      <a:pt x="22" y="332"/>
                    </a:cubicBezTo>
                    <a:cubicBezTo>
                      <a:pt x="22" y="334"/>
                      <a:pt x="22" y="335"/>
                      <a:pt x="22" y="336"/>
                    </a:cubicBezTo>
                    <a:cubicBezTo>
                      <a:pt x="23" y="338"/>
                      <a:pt x="24" y="340"/>
                      <a:pt x="25" y="341"/>
                    </a:cubicBezTo>
                    <a:cubicBezTo>
                      <a:pt x="25" y="343"/>
                      <a:pt x="26" y="344"/>
                      <a:pt x="27" y="346"/>
                    </a:cubicBezTo>
                    <a:cubicBezTo>
                      <a:pt x="27" y="346"/>
                      <a:pt x="28" y="347"/>
                      <a:pt x="29" y="348"/>
                    </a:cubicBezTo>
                    <a:cubicBezTo>
                      <a:pt x="30" y="349"/>
                      <a:pt x="30" y="350"/>
                      <a:pt x="32" y="351"/>
                    </a:cubicBezTo>
                    <a:cubicBezTo>
                      <a:pt x="32" y="351"/>
                      <a:pt x="33" y="353"/>
                      <a:pt x="34" y="353"/>
                    </a:cubicBezTo>
                    <a:cubicBezTo>
                      <a:pt x="34" y="354"/>
                      <a:pt x="36" y="354"/>
                      <a:pt x="37" y="355"/>
                    </a:cubicBezTo>
                    <a:cubicBezTo>
                      <a:pt x="38" y="355"/>
                      <a:pt x="39" y="355"/>
                      <a:pt x="40" y="356"/>
                    </a:cubicBezTo>
                    <a:cubicBezTo>
                      <a:pt x="41" y="357"/>
                      <a:pt x="42" y="357"/>
                      <a:pt x="43" y="357"/>
                    </a:cubicBezTo>
                    <a:cubicBezTo>
                      <a:pt x="45" y="357"/>
                      <a:pt x="47" y="358"/>
                      <a:pt x="48" y="358"/>
                    </a:cubicBezTo>
                    <a:cubicBezTo>
                      <a:pt x="50" y="358"/>
                      <a:pt x="51" y="358"/>
                      <a:pt x="52" y="358"/>
                    </a:cubicBezTo>
                    <a:cubicBezTo>
                      <a:pt x="53" y="358"/>
                      <a:pt x="54" y="358"/>
                      <a:pt x="54" y="358"/>
                    </a:cubicBezTo>
                    <a:cubicBezTo>
                      <a:pt x="55" y="358"/>
                      <a:pt x="55" y="358"/>
                      <a:pt x="55" y="357"/>
                    </a:cubicBezTo>
                    <a:lnTo>
                      <a:pt x="56" y="357"/>
                    </a:lnTo>
                    <a:cubicBezTo>
                      <a:pt x="58" y="356"/>
                      <a:pt x="60" y="355"/>
                      <a:pt x="61" y="354"/>
                    </a:cubicBezTo>
                    <a:cubicBezTo>
                      <a:pt x="64" y="353"/>
                      <a:pt x="66" y="351"/>
                      <a:pt x="68" y="350"/>
                    </a:cubicBezTo>
                    <a:cubicBezTo>
                      <a:pt x="70" y="347"/>
                      <a:pt x="72" y="345"/>
                      <a:pt x="75" y="343"/>
                    </a:cubicBezTo>
                    <a:cubicBezTo>
                      <a:pt x="78" y="339"/>
                      <a:pt x="82" y="334"/>
                      <a:pt x="85" y="330"/>
                    </a:cubicBezTo>
                    <a:cubicBezTo>
                      <a:pt x="85" y="330"/>
                      <a:pt x="84" y="331"/>
                      <a:pt x="84" y="332"/>
                    </a:cubicBezTo>
                    <a:cubicBezTo>
                      <a:pt x="87" y="326"/>
                      <a:pt x="91" y="321"/>
                      <a:pt x="94" y="315"/>
                    </a:cubicBezTo>
                    <a:cubicBezTo>
                      <a:pt x="97" y="310"/>
                      <a:pt x="99" y="305"/>
                      <a:pt x="101" y="300"/>
                    </a:cubicBezTo>
                    <a:cubicBezTo>
                      <a:pt x="103" y="296"/>
                      <a:pt x="104" y="291"/>
                      <a:pt x="105" y="286"/>
                    </a:cubicBezTo>
                    <a:cubicBezTo>
                      <a:pt x="107" y="275"/>
                      <a:pt x="109" y="264"/>
                      <a:pt x="111" y="254"/>
                    </a:cubicBezTo>
                    <a:cubicBezTo>
                      <a:pt x="111" y="246"/>
                      <a:pt x="113" y="238"/>
                      <a:pt x="114" y="231"/>
                    </a:cubicBezTo>
                    <a:cubicBezTo>
                      <a:pt x="115" y="215"/>
                      <a:pt x="117" y="199"/>
                      <a:pt x="118" y="182"/>
                    </a:cubicBezTo>
                    <a:lnTo>
                      <a:pt x="118" y="181"/>
                    </a:lnTo>
                    <a:lnTo>
                      <a:pt x="118" y="180"/>
                    </a:lnTo>
                    <a:cubicBezTo>
                      <a:pt x="118" y="181"/>
                      <a:pt x="118" y="181"/>
                      <a:pt x="118" y="181"/>
                    </a:cubicBezTo>
                    <a:cubicBezTo>
                      <a:pt x="118" y="179"/>
                      <a:pt x="119" y="176"/>
                      <a:pt x="119" y="173"/>
                    </a:cubicBezTo>
                    <a:cubicBezTo>
                      <a:pt x="119" y="174"/>
                      <a:pt x="119" y="174"/>
                      <a:pt x="119" y="174"/>
                    </a:cubicBezTo>
                    <a:cubicBezTo>
                      <a:pt x="119" y="173"/>
                      <a:pt x="120" y="171"/>
                      <a:pt x="120" y="170"/>
                    </a:cubicBezTo>
                    <a:cubicBezTo>
                      <a:pt x="120" y="169"/>
                      <a:pt x="120" y="168"/>
                      <a:pt x="120" y="167"/>
                    </a:cubicBezTo>
                    <a:lnTo>
                      <a:pt x="120" y="168"/>
                    </a:lnTo>
                    <a:cubicBezTo>
                      <a:pt x="120" y="167"/>
                      <a:pt x="120" y="165"/>
                      <a:pt x="120" y="164"/>
                    </a:cubicBezTo>
                    <a:lnTo>
                      <a:pt x="120" y="165"/>
                    </a:lnTo>
                    <a:cubicBezTo>
                      <a:pt x="120" y="164"/>
                      <a:pt x="120" y="163"/>
                      <a:pt x="120" y="162"/>
                    </a:cubicBezTo>
                    <a:cubicBezTo>
                      <a:pt x="120" y="161"/>
                      <a:pt x="120" y="160"/>
                      <a:pt x="120" y="159"/>
                    </a:cubicBezTo>
                    <a:lnTo>
                      <a:pt x="120" y="160"/>
                    </a:lnTo>
                    <a:cubicBezTo>
                      <a:pt x="120" y="159"/>
                      <a:pt x="121" y="157"/>
                      <a:pt x="121" y="156"/>
                    </a:cubicBezTo>
                    <a:cubicBezTo>
                      <a:pt x="121" y="157"/>
                      <a:pt x="121" y="157"/>
                      <a:pt x="121" y="157"/>
                    </a:cubicBezTo>
                    <a:cubicBezTo>
                      <a:pt x="121" y="156"/>
                      <a:pt x="121" y="154"/>
                      <a:pt x="121" y="153"/>
                    </a:cubicBezTo>
                    <a:lnTo>
                      <a:pt x="121" y="154"/>
                    </a:lnTo>
                    <a:cubicBezTo>
                      <a:pt x="121" y="152"/>
                      <a:pt x="121" y="149"/>
                      <a:pt x="121" y="147"/>
                    </a:cubicBezTo>
                    <a:lnTo>
                      <a:pt x="121" y="148"/>
                    </a:lnTo>
                    <a:cubicBezTo>
                      <a:pt x="121" y="148"/>
                      <a:pt x="121" y="147"/>
                      <a:pt x="121" y="146"/>
                    </a:cubicBezTo>
                    <a:lnTo>
                      <a:pt x="121" y="145"/>
                    </a:lnTo>
                    <a:cubicBezTo>
                      <a:pt x="121" y="146"/>
                      <a:pt x="121" y="146"/>
                      <a:pt x="121" y="146"/>
                    </a:cubicBezTo>
                    <a:cubicBezTo>
                      <a:pt x="122" y="134"/>
                      <a:pt x="124" y="123"/>
                      <a:pt x="125" y="111"/>
                    </a:cubicBezTo>
                    <a:cubicBezTo>
                      <a:pt x="126" y="107"/>
                      <a:pt x="127" y="103"/>
                      <a:pt x="128" y="98"/>
                    </a:cubicBezTo>
                    <a:cubicBezTo>
                      <a:pt x="129" y="92"/>
                      <a:pt x="129" y="86"/>
                      <a:pt x="131" y="80"/>
                    </a:cubicBezTo>
                    <a:cubicBezTo>
                      <a:pt x="132" y="74"/>
                      <a:pt x="134" y="68"/>
                      <a:pt x="135" y="61"/>
                    </a:cubicBezTo>
                    <a:cubicBezTo>
                      <a:pt x="137" y="54"/>
                      <a:pt x="139" y="46"/>
                      <a:pt x="142" y="39"/>
                    </a:cubicBezTo>
                    <a:cubicBezTo>
                      <a:pt x="145" y="33"/>
                      <a:pt x="147" y="26"/>
                      <a:pt x="151" y="20"/>
                    </a:cubicBezTo>
                    <a:cubicBezTo>
                      <a:pt x="154" y="15"/>
                      <a:pt x="160" y="10"/>
                      <a:pt x="166" y="6"/>
                    </a:cubicBezTo>
                    <a:cubicBezTo>
                      <a:pt x="171" y="2"/>
                      <a:pt x="177" y="1"/>
                      <a:pt x="183" y="1"/>
                    </a:cubicBezTo>
                    <a:cubicBezTo>
                      <a:pt x="186" y="0"/>
                      <a:pt x="189" y="2"/>
                      <a:pt x="192" y="3"/>
                    </a:cubicBezTo>
                    <a:cubicBezTo>
                      <a:pt x="195" y="5"/>
                      <a:pt x="197" y="7"/>
                      <a:pt x="199" y="9"/>
                    </a:cubicBezTo>
                    <a:cubicBezTo>
                      <a:pt x="203" y="13"/>
                      <a:pt x="206" y="18"/>
                      <a:pt x="206" y="24"/>
                    </a:cubicBezTo>
                    <a:cubicBezTo>
                      <a:pt x="208" y="30"/>
                      <a:pt x="206" y="36"/>
                      <a:pt x="205" y="41"/>
                    </a:cubicBezTo>
                    <a:cubicBezTo>
                      <a:pt x="203" y="49"/>
                      <a:pt x="200" y="57"/>
                      <a:pt x="197" y="64"/>
                    </a:cubicBezTo>
                    <a:cubicBezTo>
                      <a:pt x="196" y="67"/>
                      <a:pt x="195" y="71"/>
                      <a:pt x="193" y="74"/>
                    </a:cubicBezTo>
                    <a:cubicBezTo>
                      <a:pt x="192" y="76"/>
                      <a:pt x="191" y="78"/>
                      <a:pt x="190" y="79"/>
                    </a:cubicBezTo>
                    <a:cubicBezTo>
                      <a:pt x="188" y="82"/>
                      <a:pt x="187" y="85"/>
                      <a:pt x="185" y="88"/>
                    </a:cubicBezTo>
                    <a:cubicBezTo>
                      <a:pt x="182" y="90"/>
                      <a:pt x="180" y="92"/>
                      <a:pt x="176" y="92"/>
                    </a:cubicBezTo>
                    <a:cubicBezTo>
                      <a:pt x="172" y="92"/>
                      <a:pt x="168" y="89"/>
                      <a:pt x="167" y="86"/>
                    </a:cubicBezTo>
                    <a:cubicBezTo>
                      <a:pt x="166" y="84"/>
                      <a:pt x="165" y="82"/>
                      <a:pt x="165" y="80"/>
                    </a:cubicBezTo>
                    <a:cubicBezTo>
                      <a:pt x="165" y="79"/>
                      <a:pt x="166" y="78"/>
                      <a:pt x="166" y="76"/>
                    </a:cubicBezTo>
                    <a:cubicBezTo>
                      <a:pt x="166" y="72"/>
                      <a:pt x="168" y="69"/>
                      <a:pt x="171" y="68"/>
                    </a:cubicBezTo>
                    <a:cubicBezTo>
                      <a:pt x="172" y="67"/>
                      <a:pt x="173" y="65"/>
                      <a:pt x="174" y="64"/>
                    </a:cubicBezTo>
                    <a:cubicBezTo>
                      <a:pt x="176" y="60"/>
                      <a:pt x="178" y="54"/>
                      <a:pt x="180" y="50"/>
                    </a:cubicBezTo>
                    <a:cubicBezTo>
                      <a:pt x="181" y="48"/>
                      <a:pt x="181" y="47"/>
                      <a:pt x="182" y="45"/>
                    </a:cubicBezTo>
                    <a:cubicBezTo>
                      <a:pt x="183" y="41"/>
                      <a:pt x="184" y="38"/>
                      <a:pt x="185" y="34"/>
                    </a:cubicBezTo>
                    <a:cubicBezTo>
                      <a:pt x="185" y="33"/>
                      <a:pt x="185" y="32"/>
                      <a:pt x="185" y="30"/>
                    </a:cubicBezTo>
                    <a:lnTo>
                      <a:pt x="185" y="29"/>
                    </a:lnTo>
                    <a:cubicBezTo>
                      <a:pt x="185" y="28"/>
                      <a:pt x="185" y="27"/>
                      <a:pt x="185" y="27"/>
                    </a:cubicBezTo>
                    <a:lnTo>
                      <a:pt x="185" y="26"/>
                    </a:lnTo>
                    <a:cubicBezTo>
                      <a:pt x="185" y="25"/>
                      <a:pt x="185" y="25"/>
                      <a:pt x="184" y="25"/>
                    </a:cubicBezTo>
                    <a:lnTo>
                      <a:pt x="184" y="24"/>
                    </a:lnTo>
                    <a:cubicBezTo>
                      <a:pt x="184" y="23"/>
                      <a:pt x="183" y="23"/>
                      <a:pt x="183" y="23"/>
                    </a:cubicBezTo>
                    <a:cubicBezTo>
                      <a:pt x="182" y="23"/>
                      <a:pt x="182" y="22"/>
                      <a:pt x="182" y="22"/>
                    </a:cubicBezTo>
                    <a:lnTo>
                      <a:pt x="181" y="22"/>
                    </a:lnTo>
                    <a:cubicBezTo>
                      <a:pt x="180" y="22"/>
                      <a:pt x="179" y="23"/>
                      <a:pt x="178" y="23"/>
                    </a:cubicBezTo>
                    <a:lnTo>
                      <a:pt x="177" y="24"/>
                    </a:lnTo>
                    <a:cubicBezTo>
                      <a:pt x="175" y="25"/>
                      <a:pt x="174" y="26"/>
                      <a:pt x="173" y="27"/>
                    </a:cubicBezTo>
                    <a:cubicBezTo>
                      <a:pt x="171" y="28"/>
                      <a:pt x="171" y="29"/>
                      <a:pt x="170" y="29"/>
                    </a:cubicBezTo>
                    <a:cubicBezTo>
                      <a:pt x="170" y="29"/>
                      <a:pt x="170" y="30"/>
                      <a:pt x="169" y="30"/>
                    </a:cubicBezTo>
                    <a:cubicBezTo>
                      <a:pt x="168" y="32"/>
                      <a:pt x="167" y="34"/>
                      <a:pt x="166" y="36"/>
                    </a:cubicBezTo>
                    <a:cubicBezTo>
                      <a:pt x="164" y="40"/>
                      <a:pt x="162" y="44"/>
                      <a:pt x="160" y="48"/>
                    </a:cubicBezTo>
                    <a:cubicBezTo>
                      <a:pt x="156" y="60"/>
                      <a:pt x="153" y="71"/>
                      <a:pt x="150" y="82"/>
                    </a:cubicBezTo>
                    <a:cubicBezTo>
                      <a:pt x="150" y="88"/>
                      <a:pt x="149" y="93"/>
                      <a:pt x="148" y="98"/>
                    </a:cubicBezTo>
                    <a:cubicBezTo>
                      <a:pt x="147" y="101"/>
                      <a:pt x="146" y="106"/>
                      <a:pt x="146" y="109"/>
                    </a:cubicBezTo>
                    <a:cubicBezTo>
                      <a:pt x="145" y="111"/>
                      <a:pt x="145" y="112"/>
                      <a:pt x="145" y="114"/>
                    </a:cubicBezTo>
                    <a:cubicBezTo>
                      <a:pt x="144" y="120"/>
                      <a:pt x="143" y="125"/>
                      <a:pt x="143" y="131"/>
                    </a:cubicBezTo>
                    <a:cubicBezTo>
                      <a:pt x="142" y="136"/>
                      <a:pt x="142" y="142"/>
                      <a:pt x="141" y="148"/>
                    </a:cubicBezTo>
                    <a:cubicBezTo>
                      <a:pt x="139" y="160"/>
                      <a:pt x="138" y="172"/>
                      <a:pt x="137" y="184"/>
                    </a:cubicBezTo>
                    <a:lnTo>
                      <a:pt x="137" y="183"/>
                    </a:lnTo>
                    <a:cubicBezTo>
                      <a:pt x="135" y="206"/>
                      <a:pt x="132" y="228"/>
                      <a:pt x="129" y="251"/>
                    </a:cubicBezTo>
                    <a:cubicBezTo>
                      <a:pt x="129" y="255"/>
                      <a:pt x="128" y="260"/>
                      <a:pt x="127" y="265"/>
                    </a:cubicBezTo>
                    <a:cubicBezTo>
                      <a:pt x="126" y="273"/>
                      <a:pt x="125" y="282"/>
                      <a:pt x="123" y="290"/>
                    </a:cubicBezTo>
                    <a:cubicBezTo>
                      <a:pt x="120" y="305"/>
                      <a:pt x="114" y="319"/>
                      <a:pt x="106" y="332"/>
                    </a:cubicBezTo>
                    <a:cubicBezTo>
                      <a:pt x="99" y="344"/>
                      <a:pt x="90" y="356"/>
                      <a:pt x="80" y="365"/>
                    </a:cubicBezTo>
                    <a:cubicBezTo>
                      <a:pt x="75" y="369"/>
                      <a:pt x="70" y="373"/>
                      <a:pt x="65" y="376"/>
                    </a:cubicBezTo>
                    <a:cubicBezTo>
                      <a:pt x="61" y="378"/>
                      <a:pt x="55" y="379"/>
                      <a:pt x="51" y="379"/>
                    </a:cubicBezTo>
                    <a:cubicBezTo>
                      <a:pt x="50" y="379"/>
                      <a:pt x="48" y="379"/>
                      <a:pt x="47" y="3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9" name="Google Shape;3549;p40">
                <a:extLst>
                  <a:ext uri="{FF2B5EF4-FFF2-40B4-BE49-F238E27FC236}">
                    <a16:creationId xmlns:a16="http://schemas.microsoft.com/office/drawing/2014/main" id="{EB9B4134-94F4-06EE-47EB-C7C9C7FFC90E}"/>
                  </a:ext>
                </a:extLst>
              </p:cNvPr>
              <p:cNvSpPr/>
              <p:nvPr/>
            </p:nvSpPr>
            <p:spPr>
              <a:xfrm>
                <a:off x="276120" y="4002120"/>
                <a:ext cx="33120" cy="13680"/>
              </a:xfrm>
              <a:custGeom>
                <a:avLst/>
                <a:gdLst/>
                <a:ahLst/>
                <a:cxnLst/>
                <a:rect l="l" t="t" r="r" b="b"/>
                <a:pathLst>
                  <a:path w="92" h="38" extrusionOk="0">
                    <a:moveTo>
                      <a:pt x="11" y="37"/>
                    </a:moveTo>
                    <a:cubicBezTo>
                      <a:pt x="10" y="36"/>
                      <a:pt x="8" y="36"/>
                      <a:pt x="7" y="35"/>
                    </a:cubicBezTo>
                    <a:cubicBezTo>
                      <a:pt x="4" y="34"/>
                      <a:pt x="1" y="31"/>
                      <a:pt x="1" y="28"/>
                    </a:cubicBezTo>
                    <a:cubicBezTo>
                      <a:pt x="0" y="24"/>
                      <a:pt x="1" y="20"/>
                      <a:pt x="3" y="18"/>
                    </a:cubicBezTo>
                    <a:cubicBezTo>
                      <a:pt x="4" y="16"/>
                      <a:pt x="6" y="15"/>
                      <a:pt x="8" y="14"/>
                    </a:cubicBezTo>
                    <a:cubicBezTo>
                      <a:pt x="10" y="13"/>
                      <a:pt x="13" y="12"/>
                      <a:pt x="15" y="11"/>
                    </a:cubicBezTo>
                    <a:cubicBezTo>
                      <a:pt x="21" y="9"/>
                      <a:pt x="27" y="8"/>
                      <a:pt x="33" y="7"/>
                    </a:cubicBezTo>
                    <a:cubicBezTo>
                      <a:pt x="39" y="6"/>
                      <a:pt x="45" y="5"/>
                      <a:pt x="50" y="5"/>
                    </a:cubicBezTo>
                    <a:cubicBezTo>
                      <a:pt x="60" y="3"/>
                      <a:pt x="70" y="2"/>
                      <a:pt x="80" y="0"/>
                    </a:cubicBezTo>
                    <a:cubicBezTo>
                      <a:pt x="85" y="0"/>
                      <a:pt x="90" y="4"/>
                      <a:pt x="91" y="9"/>
                    </a:cubicBezTo>
                    <a:cubicBezTo>
                      <a:pt x="91" y="15"/>
                      <a:pt x="87" y="20"/>
                      <a:pt x="82" y="20"/>
                    </a:cubicBezTo>
                    <a:cubicBezTo>
                      <a:pt x="73" y="22"/>
                      <a:pt x="64" y="23"/>
                      <a:pt x="55" y="25"/>
                    </a:cubicBezTo>
                    <a:cubicBezTo>
                      <a:pt x="50" y="26"/>
                      <a:pt x="44" y="27"/>
                      <a:pt x="39" y="28"/>
                    </a:cubicBezTo>
                    <a:cubicBezTo>
                      <a:pt x="33" y="29"/>
                      <a:pt x="28" y="30"/>
                      <a:pt x="22" y="31"/>
                    </a:cubicBezTo>
                    <a:cubicBezTo>
                      <a:pt x="21" y="35"/>
                      <a:pt x="17" y="37"/>
                      <a:pt x="13" y="37"/>
                    </a:cubicBezTo>
                    <a:cubicBezTo>
                      <a:pt x="13" y="37"/>
                      <a:pt x="12" y="37"/>
                      <a:pt x="11" y="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0" name="Google Shape;3550;p40">
                <a:extLst>
                  <a:ext uri="{FF2B5EF4-FFF2-40B4-BE49-F238E27FC236}">
                    <a16:creationId xmlns:a16="http://schemas.microsoft.com/office/drawing/2014/main" id="{02E29FB3-60A1-9A4D-AB17-371EF5B285E2}"/>
                  </a:ext>
                </a:extLst>
              </p:cNvPr>
              <p:cNvSpPr/>
              <p:nvPr/>
            </p:nvSpPr>
            <p:spPr>
              <a:xfrm>
                <a:off x="334800" y="3932280"/>
                <a:ext cx="30240" cy="114120"/>
              </a:xfrm>
              <a:custGeom>
                <a:avLst/>
                <a:gdLst/>
                <a:ahLst/>
                <a:cxnLst/>
                <a:rect l="l" t="t" r="r" b="b"/>
                <a:pathLst>
                  <a:path w="84" h="317" extrusionOk="0">
                    <a:moveTo>
                      <a:pt x="45" y="313"/>
                    </a:moveTo>
                    <a:cubicBezTo>
                      <a:pt x="41" y="308"/>
                      <a:pt x="37" y="303"/>
                      <a:pt x="33" y="298"/>
                    </a:cubicBezTo>
                    <a:cubicBezTo>
                      <a:pt x="28" y="291"/>
                      <a:pt x="25" y="284"/>
                      <a:pt x="22" y="277"/>
                    </a:cubicBezTo>
                    <a:cubicBezTo>
                      <a:pt x="19" y="271"/>
                      <a:pt x="17" y="264"/>
                      <a:pt x="15" y="257"/>
                    </a:cubicBezTo>
                    <a:cubicBezTo>
                      <a:pt x="13" y="252"/>
                      <a:pt x="12" y="246"/>
                      <a:pt x="11" y="240"/>
                    </a:cubicBezTo>
                    <a:cubicBezTo>
                      <a:pt x="9" y="234"/>
                      <a:pt x="8" y="227"/>
                      <a:pt x="7" y="221"/>
                    </a:cubicBezTo>
                    <a:cubicBezTo>
                      <a:pt x="6" y="214"/>
                      <a:pt x="5" y="208"/>
                      <a:pt x="4" y="202"/>
                    </a:cubicBezTo>
                    <a:cubicBezTo>
                      <a:pt x="2" y="190"/>
                      <a:pt x="0" y="179"/>
                      <a:pt x="0" y="168"/>
                    </a:cubicBezTo>
                    <a:cubicBezTo>
                      <a:pt x="0" y="153"/>
                      <a:pt x="2" y="137"/>
                      <a:pt x="6" y="123"/>
                    </a:cubicBezTo>
                    <a:cubicBezTo>
                      <a:pt x="10" y="104"/>
                      <a:pt x="16" y="84"/>
                      <a:pt x="24" y="66"/>
                    </a:cubicBezTo>
                    <a:cubicBezTo>
                      <a:pt x="28" y="58"/>
                      <a:pt x="32" y="49"/>
                      <a:pt x="37" y="41"/>
                    </a:cubicBezTo>
                    <a:cubicBezTo>
                      <a:pt x="40" y="36"/>
                      <a:pt x="44" y="31"/>
                      <a:pt x="47" y="26"/>
                    </a:cubicBezTo>
                    <a:cubicBezTo>
                      <a:pt x="51" y="20"/>
                      <a:pt x="55" y="15"/>
                      <a:pt x="59" y="10"/>
                    </a:cubicBezTo>
                    <a:cubicBezTo>
                      <a:pt x="60" y="9"/>
                      <a:pt x="60" y="7"/>
                      <a:pt x="61" y="7"/>
                    </a:cubicBezTo>
                    <a:cubicBezTo>
                      <a:pt x="65" y="2"/>
                      <a:pt x="71" y="0"/>
                      <a:pt x="76" y="3"/>
                    </a:cubicBezTo>
                    <a:cubicBezTo>
                      <a:pt x="81" y="6"/>
                      <a:pt x="83" y="13"/>
                      <a:pt x="80" y="19"/>
                    </a:cubicBezTo>
                    <a:cubicBezTo>
                      <a:pt x="77" y="23"/>
                      <a:pt x="73" y="27"/>
                      <a:pt x="70" y="31"/>
                    </a:cubicBezTo>
                    <a:cubicBezTo>
                      <a:pt x="66" y="37"/>
                      <a:pt x="62" y="42"/>
                      <a:pt x="58" y="48"/>
                    </a:cubicBezTo>
                    <a:cubicBezTo>
                      <a:pt x="58" y="47"/>
                      <a:pt x="58" y="46"/>
                      <a:pt x="58" y="46"/>
                    </a:cubicBezTo>
                    <a:cubicBezTo>
                      <a:pt x="55" y="52"/>
                      <a:pt x="51" y="57"/>
                      <a:pt x="48" y="62"/>
                    </a:cubicBezTo>
                    <a:cubicBezTo>
                      <a:pt x="44" y="71"/>
                      <a:pt x="40" y="80"/>
                      <a:pt x="37" y="89"/>
                    </a:cubicBezTo>
                    <a:lnTo>
                      <a:pt x="37" y="88"/>
                    </a:lnTo>
                    <a:cubicBezTo>
                      <a:pt x="34" y="96"/>
                      <a:pt x="31" y="104"/>
                      <a:pt x="28" y="113"/>
                    </a:cubicBezTo>
                    <a:cubicBezTo>
                      <a:pt x="27" y="119"/>
                      <a:pt x="25" y="126"/>
                      <a:pt x="23" y="133"/>
                    </a:cubicBezTo>
                    <a:cubicBezTo>
                      <a:pt x="22" y="139"/>
                      <a:pt x="21" y="144"/>
                      <a:pt x="21" y="150"/>
                    </a:cubicBezTo>
                    <a:cubicBezTo>
                      <a:pt x="20" y="158"/>
                      <a:pt x="20" y="168"/>
                      <a:pt x="20" y="176"/>
                    </a:cubicBezTo>
                    <a:cubicBezTo>
                      <a:pt x="21" y="190"/>
                      <a:pt x="24" y="203"/>
                      <a:pt x="25" y="216"/>
                    </a:cubicBezTo>
                    <a:cubicBezTo>
                      <a:pt x="27" y="221"/>
                      <a:pt x="28" y="227"/>
                      <a:pt x="29" y="232"/>
                    </a:cubicBezTo>
                    <a:cubicBezTo>
                      <a:pt x="31" y="241"/>
                      <a:pt x="32" y="249"/>
                      <a:pt x="35" y="257"/>
                    </a:cubicBezTo>
                    <a:cubicBezTo>
                      <a:pt x="37" y="263"/>
                      <a:pt x="39" y="268"/>
                      <a:pt x="42" y="273"/>
                    </a:cubicBezTo>
                    <a:cubicBezTo>
                      <a:pt x="41" y="273"/>
                      <a:pt x="41" y="273"/>
                      <a:pt x="41" y="272"/>
                    </a:cubicBezTo>
                    <a:cubicBezTo>
                      <a:pt x="43" y="277"/>
                      <a:pt x="45" y="281"/>
                      <a:pt x="48" y="285"/>
                    </a:cubicBezTo>
                    <a:cubicBezTo>
                      <a:pt x="51" y="288"/>
                      <a:pt x="53" y="292"/>
                      <a:pt x="56" y="295"/>
                    </a:cubicBezTo>
                    <a:lnTo>
                      <a:pt x="55" y="295"/>
                    </a:lnTo>
                    <a:cubicBezTo>
                      <a:pt x="57" y="296"/>
                      <a:pt x="58" y="298"/>
                      <a:pt x="60" y="299"/>
                    </a:cubicBezTo>
                    <a:cubicBezTo>
                      <a:pt x="63" y="303"/>
                      <a:pt x="63" y="310"/>
                      <a:pt x="59" y="314"/>
                    </a:cubicBezTo>
                    <a:cubicBezTo>
                      <a:pt x="58" y="316"/>
                      <a:pt x="55" y="316"/>
                      <a:pt x="52" y="316"/>
                    </a:cubicBezTo>
                    <a:cubicBezTo>
                      <a:pt x="49" y="316"/>
                      <a:pt x="47" y="316"/>
                      <a:pt x="45" y="3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1" name="Google Shape;3551;p40">
                <a:extLst>
                  <a:ext uri="{FF2B5EF4-FFF2-40B4-BE49-F238E27FC236}">
                    <a16:creationId xmlns:a16="http://schemas.microsoft.com/office/drawing/2014/main" id="{E0530586-B4D9-64BA-DCDC-B9DFCADEA4DF}"/>
                  </a:ext>
                </a:extLst>
              </p:cNvPr>
              <p:cNvSpPr/>
              <p:nvPr/>
            </p:nvSpPr>
            <p:spPr>
              <a:xfrm>
                <a:off x="383760" y="3972960"/>
                <a:ext cx="38880" cy="54720"/>
              </a:xfrm>
              <a:custGeom>
                <a:avLst/>
                <a:gdLst/>
                <a:ahLst/>
                <a:cxnLst/>
                <a:rect l="l" t="t" r="r" b="b"/>
                <a:pathLst>
                  <a:path w="108" h="152" extrusionOk="0">
                    <a:moveTo>
                      <a:pt x="91" y="150"/>
                    </a:moveTo>
                    <a:cubicBezTo>
                      <a:pt x="86" y="146"/>
                      <a:pt x="81" y="143"/>
                      <a:pt x="77" y="139"/>
                    </a:cubicBezTo>
                    <a:cubicBezTo>
                      <a:pt x="74" y="136"/>
                      <a:pt x="71" y="133"/>
                      <a:pt x="68" y="130"/>
                    </a:cubicBezTo>
                    <a:cubicBezTo>
                      <a:pt x="64" y="127"/>
                      <a:pt x="61" y="123"/>
                      <a:pt x="58" y="120"/>
                    </a:cubicBezTo>
                    <a:cubicBezTo>
                      <a:pt x="51" y="112"/>
                      <a:pt x="44" y="105"/>
                      <a:pt x="38" y="97"/>
                    </a:cubicBezTo>
                    <a:cubicBezTo>
                      <a:pt x="29" y="85"/>
                      <a:pt x="20" y="73"/>
                      <a:pt x="13" y="59"/>
                    </a:cubicBezTo>
                    <a:cubicBezTo>
                      <a:pt x="10" y="54"/>
                      <a:pt x="8" y="48"/>
                      <a:pt x="5" y="42"/>
                    </a:cubicBezTo>
                    <a:cubicBezTo>
                      <a:pt x="3" y="35"/>
                      <a:pt x="1" y="29"/>
                      <a:pt x="1" y="23"/>
                    </a:cubicBezTo>
                    <a:cubicBezTo>
                      <a:pt x="0" y="17"/>
                      <a:pt x="1" y="12"/>
                      <a:pt x="4" y="6"/>
                    </a:cubicBezTo>
                    <a:cubicBezTo>
                      <a:pt x="6" y="3"/>
                      <a:pt x="10" y="1"/>
                      <a:pt x="15" y="0"/>
                    </a:cubicBezTo>
                    <a:cubicBezTo>
                      <a:pt x="21" y="0"/>
                      <a:pt x="25" y="6"/>
                      <a:pt x="25" y="12"/>
                    </a:cubicBezTo>
                    <a:cubicBezTo>
                      <a:pt x="25" y="15"/>
                      <a:pt x="24" y="17"/>
                      <a:pt x="22" y="20"/>
                    </a:cubicBezTo>
                    <a:lnTo>
                      <a:pt x="22" y="21"/>
                    </a:lnTo>
                    <a:cubicBezTo>
                      <a:pt x="22" y="22"/>
                      <a:pt x="22" y="24"/>
                      <a:pt x="22" y="25"/>
                    </a:cubicBezTo>
                    <a:cubicBezTo>
                      <a:pt x="23" y="27"/>
                      <a:pt x="24" y="30"/>
                      <a:pt x="24" y="31"/>
                    </a:cubicBezTo>
                    <a:lnTo>
                      <a:pt x="24" y="30"/>
                    </a:lnTo>
                    <a:cubicBezTo>
                      <a:pt x="26" y="37"/>
                      <a:pt x="29" y="44"/>
                      <a:pt x="32" y="50"/>
                    </a:cubicBezTo>
                    <a:cubicBezTo>
                      <a:pt x="34" y="55"/>
                      <a:pt x="36" y="59"/>
                      <a:pt x="39" y="63"/>
                    </a:cubicBezTo>
                    <a:lnTo>
                      <a:pt x="38" y="62"/>
                    </a:lnTo>
                    <a:cubicBezTo>
                      <a:pt x="44" y="71"/>
                      <a:pt x="50" y="80"/>
                      <a:pt x="57" y="88"/>
                    </a:cubicBezTo>
                    <a:cubicBezTo>
                      <a:pt x="62" y="94"/>
                      <a:pt x="67" y="100"/>
                      <a:pt x="72" y="105"/>
                    </a:cubicBezTo>
                    <a:cubicBezTo>
                      <a:pt x="77" y="111"/>
                      <a:pt x="82" y="116"/>
                      <a:pt x="87" y="121"/>
                    </a:cubicBezTo>
                    <a:cubicBezTo>
                      <a:pt x="90" y="123"/>
                      <a:pt x="93" y="126"/>
                      <a:pt x="96" y="129"/>
                    </a:cubicBezTo>
                    <a:cubicBezTo>
                      <a:pt x="98" y="130"/>
                      <a:pt x="100" y="131"/>
                      <a:pt x="101" y="132"/>
                    </a:cubicBezTo>
                    <a:cubicBezTo>
                      <a:pt x="106" y="135"/>
                      <a:pt x="107" y="141"/>
                      <a:pt x="104" y="146"/>
                    </a:cubicBezTo>
                    <a:cubicBezTo>
                      <a:pt x="103" y="149"/>
                      <a:pt x="99" y="151"/>
                      <a:pt x="96" y="151"/>
                    </a:cubicBezTo>
                    <a:cubicBezTo>
                      <a:pt x="94" y="151"/>
                      <a:pt x="92" y="151"/>
                      <a:pt x="91" y="1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2" name="Google Shape;3552;p40">
                <a:extLst>
                  <a:ext uri="{FF2B5EF4-FFF2-40B4-BE49-F238E27FC236}">
                    <a16:creationId xmlns:a16="http://schemas.microsoft.com/office/drawing/2014/main" id="{E5F4B5D9-7F93-F5F9-F8C1-41A78D40B0AF}"/>
                  </a:ext>
                </a:extLst>
              </p:cNvPr>
              <p:cNvSpPr/>
              <p:nvPr/>
            </p:nvSpPr>
            <p:spPr>
              <a:xfrm>
                <a:off x="385560" y="3981960"/>
                <a:ext cx="39240" cy="4284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119" extrusionOk="0">
                    <a:moveTo>
                      <a:pt x="10" y="118"/>
                    </a:moveTo>
                    <a:cubicBezTo>
                      <a:pt x="5" y="118"/>
                      <a:pt x="0" y="114"/>
                      <a:pt x="0" y="108"/>
                    </a:cubicBezTo>
                    <a:cubicBezTo>
                      <a:pt x="0" y="105"/>
                      <a:pt x="0" y="103"/>
                      <a:pt x="0" y="100"/>
                    </a:cubicBezTo>
                    <a:cubicBezTo>
                      <a:pt x="0" y="97"/>
                      <a:pt x="2" y="94"/>
                      <a:pt x="3" y="91"/>
                    </a:cubicBezTo>
                    <a:cubicBezTo>
                      <a:pt x="5" y="84"/>
                      <a:pt x="7" y="78"/>
                      <a:pt x="11" y="72"/>
                    </a:cubicBezTo>
                    <a:cubicBezTo>
                      <a:pt x="17" y="59"/>
                      <a:pt x="24" y="48"/>
                      <a:pt x="33" y="37"/>
                    </a:cubicBezTo>
                    <a:cubicBezTo>
                      <a:pt x="37" y="33"/>
                      <a:pt x="41" y="28"/>
                      <a:pt x="45" y="24"/>
                    </a:cubicBezTo>
                    <a:cubicBezTo>
                      <a:pt x="50" y="19"/>
                      <a:pt x="55" y="16"/>
                      <a:pt x="60" y="12"/>
                    </a:cubicBezTo>
                    <a:cubicBezTo>
                      <a:pt x="66" y="9"/>
                      <a:pt x="72" y="6"/>
                      <a:pt x="77" y="4"/>
                    </a:cubicBezTo>
                    <a:cubicBezTo>
                      <a:pt x="83" y="2"/>
                      <a:pt x="89" y="1"/>
                      <a:pt x="95" y="1"/>
                    </a:cubicBezTo>
                    <a:cubicBezTo>
                      <a:pt x="101" y="0"/>
                      <a:pt x="106" y="5"/>
                      <a:pt x="107" y="10"/>
                    </a:cubicBezTo>
                    <a:cubicBezTo>
                      <a:pt x="108" y="16"/>
                      <a:pt x="103" y="22"/>
                      <a:pt x="97" y="23"/>
                    </a:cubicBezTo>
                    <a:cubicBezTo>
                      <a:pt x="94" y="23"/>
                      <a:pt x="91" y="23"/>
                      <a:pt x="88" y="24"/>
                    </a:cubicBezTo>
                    <a:cubicBezTo>
                      <a:pt x="87" y="24"/>
                      <a:pt x="85" y="24"/>
                      <a:pt x="83" y="25"/>
                    </a:cubicBezTo>
                    <a:cubicBezTo>
                      <a:pt x="81" y="26"/>
                      <a:pt x="80" y="26"/>
                      <a:pt x="78" y="27"/>
                    </a:cubicBezTo>
                    <a:cubicBezTo>
                      <a:pt x="74" y="29"/>
                      <a:pt x="71" y="31"/>
                      <a:pt x="68" y="33"/>
                    </a:cubicBezTo>
                    <a:cubicBezTo>
                      <a:pt x="66" y="34"/>
                      <a:pt x="64" y="35"/>
                      <a:pt x="62" y="37"/>
                    </a:cubicBezTo>
                    <a:cubicBezTo>
                      <a:pt x="59" y="40"/>
                      <a:pt x="56" y="42"/>
                      <a:pt x="53" y="45"/>
                    </a:cubicBezTo>
                    <a:cubicBezTo>
                      <a:pt x="50" y="49"/>
                      <a:pt x="46" y="54"/>
                      <a:pt x="43" y="59"/>
                    </a:cubicBezTo>
                    <a:cubicBezTo>
                      <a:pt x="38" y="65"/>
                      <a:pt x="34" y="71"/>
                      <a:pt x="31" y="78"/>
                    </a:cubicBezTo>
                    <a:cubicBezTo>
                      <a:pt x="28" y="83"/>
                      <a:pt x="25" y="89"/>
                      <a:pt x="24" y="94"/>
                    </a:cubicBezTo>
                    <a:cubicBezTo>
                      <a:pt x="23" y="96"/>
                      <a:pt x="22" y="99"/>
                      <a:pt x="21" y="101"/>
                    </a:cubicBezTo>
                    <a:cubicBezTo>
                      <a:pt x="21" y="103"/>
                      <a:pt x="21" y="104"/>
                      <a:pt x="21" y="105"/>
                    </a:cubicBezTo>
                    <a:cubicBezTo>
                      <a:pt x="21" y="104"/>
                      <a:pt x="21" y="104"/>
                      <a:pt x="21" y="103"/>
                    </a:cubicBezTo>
                    <a:cubicBezTo>
                      <a:pt x="21" y="105"/>
                      <a:pt x="21" y="107"/>
                      <a:pt x="21" y="108"/>
                    </a:cubicBezTo>
                    <a:cubicBezTo>
                      <a:pt x="21" y="114"/>
                      <a:pt x="16" y="118"/>
                      <a:pt x="10" y="11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3" name="Google Shape;3553;p40">
                <a:extLst>
                  <a:ext uri="{FF2B5EF4-FFF2-40B4-BE49-F238E27FC236}">
                    <a16:creationId xmlns:a16="http://schemas.microsoft.com/office/drawing/2014/main" id="{7A62D099-B1DE-4577-DA40-6D1BC9FA5CF7}"/>
                  </a:ext>
                </a:extLst>
              </p:cNvPr>
              <p:cNvSpPr/>
              <p:nvPr/>
            </p:nvSpPr>
            <p:spPr>
              <a:xfrm>
                <a:off x="435600" y="3951360"/>
                <a:ext cx="28800" cy="114840"/>
              </a:xfrm>
              <a:custGeom>
                <a:avLst/>
                <a:gdLst/>
                <a:ahLst/>
                <a:cxnLst/>
                <a:rect l="l" t="t" r="r" b="b"/>
                <a:pathLst>
                  <a:path w="80" h="319" extrusionOk="0">
                    <a:moveTo>
                      <a:pt x="5" y="316"/>
                    </a:moveTo>
                    <a:cubicBezTo>
                      <a:pt x="1" y="312"/>
                      <a:pt x="0" y="306"/>
                      <a:pt x="4" y="301"/>
                    </a:cubicBezTo>
                    <a:cubicBezTo>
                      <a:pt x="9" y="295"/>
                      <a:pt x="14" y="289"/>
                      <a:pt x="19" y="282"/>
                    </a:cubicBezTo>
                    <a:cubicBezTo>
                      <a:pt x="21" y="280"/>
                      <a:pt x="23" y="277"/>
                      <a:pt x="25" y="274"/>
                    </a:cubicBezTo>
                    <a:cubicBezTo>
                      <a:pt x="27" y="271"/>
                      <a:pt x="29" y="268"/>
                      <a:pt x="30" y="265"/>
                    </a:cubicBezTo>
                    <a:cubicBezTo>
                      <a:pt x="33" y="259"/>
                      <a:pt x="36" y="253"/>
                      <a:pt x="40" y="248"/>
                    </a:cubicBezTo>
                    <a:cubicBezTo>
                      <a:pt x="42" y="243"/>
                      <a:pt x="44" y="238"/>
                      <a:pt x="47" y="232"/>
                    </a:cubicBezTo>
                    <a:cubicBezTo>
                      <a:pt x="49" y="225"/>
                      <a:pt x="51" y="218"/>
                      <a:pt x="53" y="211"/>
                    </a:cubicBezTo>
                    <a:cubicBezTo>
                      <a:pt x="55" y="199"/>
                      <a:pt x="57" y="186"/>
                      <a:pt x="58" y="174"/>
                    </a:cubicBezTo>
                    <a:lnTo>
                      <a:pt x="58" y="175"/>
                    </a:lnTo>
                    <a:cubicBezTo>
                      <a:pt x="59" y="161"/>
                      <a:pt x="60" y="148"/>
                      <a:pt x="59" y="135"/>
                    </a:cubicBezTo>
                    <a:cubicBezTo>
                      <a:pt x="58" y="127"/>
                      <a:pt x="58" y="120"/>
                      <a:pt x="57" y="112"/>
                    </a:cubicBezTo>
                    <a:cubicBezTo>
                      <a:pt x="56" y="109"/>
                      <a:pt x="55" y="105"/>
                      <a:pt x="55" y="101"/>
                    </a:cubicBezTo>
                    <a:cubicBezTo>
                      <a:pt x="54" y="95"/>
                      <a:pt x="53" y="89"/>
                      <a:pt x="51" y="83"/>
                    </a:cubicBezTo>
                    <a:lnTo>
                      <a:pt x="51" y="82"/>
                    </a:lnTo>
                    <a:cubicBezTo>
                      <a:pt x="49" y="72"/>
                      <a:pt x="47" y="61"/>
                      <a:pt x="45" y="51"/>
                    </a:cubicBezTo>
                    <a:cubicBezTo>
                      <a:pt x="44" y="45"/>
                      <a:pt x="43" y="38"/>
                      <a:pt x="41" y="33"/>
                    </a:cubicBezTo>
                    <a:cubicBezTo>
                      <a:pt x="41" y="28"/>
                      <a:pt x="40" y="24"/>
                      <a:pt x="40" y="20"/>
                    </a:cubicBezTo>
                    <a:cubicBezTo>
                      <a:pt x="40" y="18"/>
                      <a:pt x="40" y="16"/>
                      <a:pt x="40" y="14"/>
                    </a:cubicBezTo>
                    <a:cubicBezTo>
                      <a:pt x="40" y="13"/>
                      <a:pt x="40" y="12"/>
                      <a:pt x="41" y="10"/>
                    </a:cubicBezTo>
                    <a:cubicBezTo>
                      <a:pt x="41" y="7"/>
                      <a:pt x="43" y="5"/>
                      <a:pt x="46" y="3"/>
                    </a:cubicBezTo>
                    <a:cubicBezTo>
                      <a:pt x="48" y="1"/>
                      <a:pt x="53" y="0"/>
                      <a:pt x="57" y="2"/>
                    </a:cubicBezTo>
                    <a:cubicBezTo>
                      <a:pt x="58" y="3"/>
                      <a:pt x="59" y="3"/>
                      <a:pt x="60" y="5"/>
                    </a:cubicBezTo>
                    <a:cubicBezTo>
                      <a:pt x="65" y="8"/>
                      <a:pt x="66" y="16"/>
                      <a:pt x="62" y="20"/>
                    </a:cubicBezTo>
                    <a:lnTo>
                      <a:pt x="62" y="21"/>
                    </a:lnTo>
                    <a:cubicBezTo>
                      <a:pt x="62" y="26"/>
                      <a:pt x="63" y="31"/>
                      <a:pt x="64" y="35"/>
                    </a:cubicBezTo>
                    <a:cubicBezTo>
                      <a:pt x="64" y="41"/>
                      <a:pt x="65" y="47"/>
                      <a:pt x="67" y="53"/>
                    </a:cubicBezTo>
                    <a:cubicBezTo>
                      <a:pt x="67" y="52"/>
                      <a:pt x="67" y="52"/>
                      <a:pt x="67" y="52"/>
                    </a:cubicBezTo>
                    <a:lnTo>
                      <a:pt x="67" y="53"/>
                    </a:lnTo>
                    <a:cubicBezTo>
                      <a:pt x="67" y="55"/>
                      <a:pt x="67" y="57"/>
                      <a:pt x="68" y="59"/>
                    </a:cubicBezTo>
                    <a:cubicBezTo>
                      <a:pt x="68" y="59"/>
                      <a:pt x="68" y="58"/>
                      <a:pt x="67" y="58"/>
                    </a:cubicBezTo>
                    <a:cubicBezTo>
                      <a:pt x="68" y="59"/>
                      <a:pt x="68" y="60"/>
                      <a:pt x="68" y="62"/>
                    </a:cubicBezTo>
                    <a:cubicBezTo>
                      <a:pt x="68" y="62"/>
                      <a:pt x="68" y="61"/>
                      <a:pt x="68" y="60"/>
                    </a:cubicBezTo>
                    <a:cubicBezTo>
                      <a:pt x="68" y="62"/>
                      <a:pt x="68" y="63"/>
                      <a:pt x="68" y="63"/>
                    </a:cubicBezTo>
                    <a:cubicBezTo>
                      <a:pt x="69" y="65"/>
                      <a:pt x="69" y="66"/>
                      <a:pt x="69" y="67"/>
                    </a:cubicBezTo>
                    <a:cubicBezTo>
                      <a:pt x="69" y="67"/>
                      <a:pt x="69" y="68"/>
                      <a:pt x="69" y="69"/>
                    </a:cubicBezTo>
                    <a:cubicBezTo>
                      <a:pt x="69" y="70"/>
                      <a:pt x="70" y="72"/>
                      <a:pt x="70" y="73"/>
                    </a:cubicBezTo>
                    <a:lnTo>
                      <a:pt x="70" y="72"/>
                    </a:lnTo>
                    <a:cubicBezTo>
                      <a:pt x="71" y="74"/>
                      <a:pt x="71" y="76"/>
                      <a:pt x="71" y="77"/>
                    </a:cubicBezTo>
                    <a:lnTo>
                      <a:pt x="71" y="76"/>
                    </a:lnTo>
                    <a:cubicBezTo>
                      <a:pt x="71" y="77"/>
                      <a:pt x="71" y="78"/>
                      <a:pt x="71" y="79"/>
                    </a:cubicBezTo>
                    <a:lnTo>
                      <a:pt x="71" y="78"/>
                    </a:lnTo>
                    <a:cubicBezTo>
                      <a:pt x="72" y="83"/>
                      <a:pt x="72" y="88"/>
                      <a:pt x="73" y="93"/>
                    </a:cubicBezTo>
                    <a:cubicBezTo>
                      <a:pt x="75" y="101"/>
                      <a:pt x="76" y="108"/>
                      <a:pt x="77" y="116"/>
                    </a:cubicBezTo>
                    <a:cubicBezTo>
                      <a:pt x="78" y="131"/>
                      <a:pt x="79" y="146"/>
                      <a:pt x="78" y="160"/>
                    </a:cubicBezTo>
                    <a:cubicBezTo>
                      <a:pt x="77" y="175"/>
                      <a:pt x="75" y="190"/>
                      <a:pt x="73" y="206"/>
                    </a:cubicBezTo>
                    <a:cubicBezTo>
                      <a:pt x="70" y="220"/>
                      <a:pt x="67" y="233"/>
                      <a:pt x="61" y="246"/>
                    </a:cubicBezTo>
                    <a:cubicBezTo>
                      <a:pt x="58" y="253"/>
                      <a:pt x="54" y="261"/>
                      <a:pt x="50" y="268"/>
                    </a:cubicBezTo>
                    <a:cubicBezTo>
                      <a:pt x="45" y="277"/>
                      <a:pt x="40" y="286"/>
                      <a:pt x="34" y="294"/>
                    </a:cubicBezTo>
                    <a:lnTo>
                      <a:pt x="34" y="293"/>
                    </a:lnTo>
                    <a:cubicBezTo>
                      <a:pt x="32" y="296"/>
                      <a:pt x="30" y="299"/>
                      <a:pt x="28" y="302"/>
                    </a:cubicBezTo>
                    <a:cubicBezTo>
                      <a:pt x="25" y="306"/>
                      <a:pt x="22" y="310"/>
                      <a:pt x="19" y="314"/>
                    </a:cubicBezTo>
                    <a:cubicBezTo>
                      <a:pt x="17" y="317"/>
                      <a:pt x="14" y="318"/>
                      <a:pt x="11" y="318"/>
                    </a:cubicBezTo>
                    <a:cubicBezTo>
                      <a:pt x="9" y="318"/>
                      <a:pt x="7" y="317"/>
                      <a:pt x="5" y="31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4" name="Google Shape;3554;p40">
                <a:extLst>
                  <a:ext uri="{FF2B5EF4-FFF2-40B4-BE49-F238E27FC236}">
                    <a16:creationId xmlns:a16="http://schemas.microsoft.com/office/drawing/2014/main" id="{4E6227D7-1EF3-543D-E3F9-3977EB3A3C18}"/>
                  </a:ext>
                </a:extLst>
              </p:cNvPr>
              <p:cNvSpPr/>
              <p:nvPr/>
            </p:nvSpPr>
            <p:spPr>
              <a:xfrm>
                <a:off x="453600" y="3764880"/>
                <a:ext cx="82080" cy="133200"/>
              </a:xfrm>
              <a:custGeom>
                <a:avLst/>
                <a:gdLst/>
                <a:ahLst/>
                <a:cxnLst/>
                <a:rect l="l" t="t" r="r" b="b"/>
                <a:pathLst>
                  <a:path w="228" h="370" extrusionOk="0">
                    <a:moveTo>
                      <a:pt x="29" y="345"/>
                    </a:moveTo>
                    <a:cubicBezTo>
                      <a:pt x="30" y="344"/>
                      <a:pt x="31" y="342"/>
                      <a:pt x="32" y="339"/>
                    </a:cubicBezTo>
                    <a:cubicBezTo>
                      <a:pt x="33" y="336"/>
                      <a:pt x="34" y="332"/>
                      <a:pt x="35" y="330"/>
                    </a:cubicBezTo>
                    <a:lnTo>
                      <a:pt x="35" y="331"/>
                    </a:lnTo>
                    <a:cubicBezTo>
                      <a:pt x="36" y="327"/>
                      <a:pt x="37" y="323"/>
                      <a:pt x="38" y="319"/>
                    </a:cubicBezTo>
                    <a:cubicBezTo>
                      <a:pt x="39" y="314"/>
                      <a:pt x="40" y="309"/>
                      <a:pt x="42" y="304"/>
                    </a:cubicBezTo>
                    <a:cubicBezTo>
                      <a:pt x="42" y="299"/>
                      <a:pt x="43" y="294"/>
                      <a:pt x="44" y="289"/>
                    </a:cubicBezTo>
                    <a:cubicBezTo>
                      <a:pt x="45" y="283"/>
                      <a:pt x="46" y="278"/>
                      <a:pt x="46" y="274"/>
                    </a:cubicBezTo>
                    <a:cubicBezTo>
                      <a:pt x="48" y="264"/>
                      <a:pt x="49" y="255"/>
                      <a:pt x="50" y="246"/>
                    </a:cubicBezTo>
                    <a:cubicBezTo>
                      <a:pt x="52" y="229"/>
                      <a:pt x="54" y="211"/>
                      <a:pt x="56" y="194"/>
                    </a:cubicBezTo>
                    <a:cubicBezTo>
                      <a:pt x="54" y="196"/>
                      <a:pt x="52" y="198"/>
                      <a:pt x="50" y="201"/>
                    </a:cubicBezTo>
                    <a:cubicBezTo>
                      <a:pt x="46" y="207"/>
                      <a:pt x="42" y="214"/>
                      <a:pt x="38" y="221"/>
                    </a:cubicBezTo>
                    <a:cubicBezTo>
                      <a:pt x="38" y="220"/>
                      <a:pt x="39" y="220"/>
                      <a:pt x="39" y="219"/>
                    </a:cubicBezTo>
                    <a:cubicBezTo>
                      <a:pt x="35" y="226"/>
                      <a:pt x="32" y="233"/>
                      <a:pt x="29" y="240"/>
                    </a:cubicBezTo>
                    <a:lnTo>
                      <a:pt x="29" y="239"/>
                    </a:lnTo>
                    <a:cubicBezTo>
                      <a:pt x="29" y="240"/>
                      <a:pt x="29" y="240"/>
                      <a:pt x="29" y="240"/>
                    </a:cubicBezTo>
                    <a:cubicBezTo>
                      <a:pt x="26" y="247"/>
                      <a:pt x="25" y="255"/>
                      <a:pt x="23" y="263"/>
                    </a:cubicBezTo>
                    <a:cubicBezTo>
                      <a:pt x="22" y="267"/>
                      <a:pt x="21" y="272"/>
                      <a:pt x="20" y="278"/>
                    </a:cubicBezTo>
                    <a:lnTo>
                      <a:pt x="20" y="279"/>
                    </a:lnTo>
                    <a:lnTo>
                      <a:pt x="20" y="278"/>
                    </a:lnTo>
                    <a:cubicBezTo>
                      <a:pt x="19" y="288"/>
                      <a:pt x="19" y="299"/>
                      <a:pt x="20" y="309"/>
                    </a:cubicBezTo>
                    <a:cubicBezTo>
                      <a:pt x="20" y="313"/>
                      <a:pt x="21" y="318"/>
                      <a:pt x="21" y="323"/>
                    </a:cubicBezTo>
                    <a:cubicBezTo>
                      <a:pt x="22" y="327"/>
                      <a:pt x="23" y="330"/>
                      <a:pt x="24" y="334"/>
                    </a:cubicBezTo>
                    <a:cubicBezTo>
                      <a:pt x="24" y="333"/>
                      <a:pt x="24" y="333"/>
                      <a:pt x="24" y="333"/>
                    </a:cubicBezTo>
                    <a:cubicBezTo>
                      <a:pt x="24" y="334"/>
                      <a:pt x="24" y="334"/>
                      <a:pt x="24" y="334"/>
                    </a:cubicBezTo>
                    <a:cubicBezTo>
                      <a:pt x="25" y="337"/>
                      <a:pt x="26" y="340"/>
                      <a:pt x="28" y="343"/>
                    </a:cubicBezTo>
                    <a:cubicBezTo>
                      <a:pt x="28" y="344"/>
                      <a:pt x="28" y="345"/>
                      <a:pt x="29" y="345"/>
                    </a:cubicBezTo>
                    <a:moveTo>
                      <a:pt x="26" y="369"/>
                    </a:moveTo>
                    <a:cubicBezTo>
                      <a:pt x="23" y="369"/>
                      <a:pt x="21" y="367"/>
                      <a:pt x="19" y="366"/>
                    </a:cubicBezTo>
                    <a:cubicBezTo>
                      <a:pt x="17" y="364"/>
                      <a:pt x="14" y="362"/>
                      <a:pt x="13" y="359"/>
                    </a:cubicBezTo>
                    <a:cubicBezTo>
                      <a:pt x="10" y="355"/>
                      <a:pt x="7" y="349"/>
                      <a:pt x="5" y="344"/>
                    </a:cubicBezTo>
                    <a:cubicBezTo>
                      <a:pt x="3" y="337"/>
                      <a:pt x="1" y="330"/>
                      <a:pt x="1" y="323"/>
                    </a:cubicBezTo>
                    <a:cubicBezTo>
                      <a:pt x="0" y="316"/>
                      <a:pt x="0" y="309"/>
                      <a:pt x="0" y="302"/>
                    </a:cubicBezTo>
                    <a:cubicBezTo>
                      <a:pt x="0" y="295"/>
                      <a:pt x="0" y="287"/>
                      <a:pt x="0" y="279"/>
                    </a:cubicBezTo>
                    <a:cubicBezTo>
                      <a:pt x="1" y="265"/>
                      <a:pt x="5" y="251"/>
                      <a:pt x="10" y="237"/>
                    </a:cubicBezTo>
                    <a:cubicBezTo>
                      <a:pt x="15" y="224"/>
                      <a:pt x="22" y="211"/>
                      <a:pt x="29" y="199"/>
                    </a:cubicBezTo>
                    <a:cubicBezTo>
                      <a:pt x="37" y="187"/>
                      <a:pt x="46" y="177"/>
                      <a:pt x="56" y="166"/>
                    </a:cubicBezTo>
                    <a:cubicBezTo>
                      <a:pt x="57" y="165"/>
                      <a:pt x="58" y="164"/>
                      <a:pt x="58" y="163"/>
                    </a:cubicBezTo>
                    <a:cubicBezTo>
                      <a:pt x="59" y="161"/>
                      <a:pt x="59" y="158"/>
                      <a:pt x="60" y="155"/>
                    </a:cubicBezTo>
                    <a:cubicBezTo>
                      <a:pt x="61" y="144"/>
                      <a:pt x="63" y="133"/>
                      <a:pt x="65" y="121"/>
                    </a:cubicBezTo>
                    <a:cubicBezTo>
                      <a:pt x="65" y="118"/>
                      <a:pt x="65" y="115"/>
                      <a:pt x="66" y="112"/>
                    </a:cubicBezTo>
                    <a:cubicBezTo>
                      <a:pt x="61" y="115"/>
                      <a:pt x="56" y="116"/>
                      <a:pt x="51" y="117"/>
                    </a:cubicBezTo>
                    <a:cubicBezTo>
                      <a:pt x="45" y="117"/>
                      <a:pt x="39" y="117"/>
                      <a:pt x="34" y="114"/>
                    </a:cubicBezTo>
                    <a:cubicBezTo>
                      <a:pt x="29" y="111"/>
                      <a:pt x="25" y="106"/>
                      <a:pt x="23" y="100"/>
                    </a:cubicBezTo>
                    <a:cubicBezTo>
                      <a:pt x="22" y="94"/>
                      <a:pt x="22" y="88"/>
                      <a:pt x="22" y="83"/>
                    </a:cubicBezTo>
                    <a:cubicBezTo>
                      <a:pt x="23" y="79"/>
                      <a:pt x="23" y="75"/>
                      <a:pt x="24" y="71"/>
                    </a:cubicBezTo>
                    <a:cubicBezTo>
                      <a:pt x="26" y="61"/>
                      <a:pt x="28" y="51"/>
                      <a:pt x="30" y="41"/>
                    </a:cubicBezTo>
                    <a:cubicBezTo>
                      <a:pt x="31" y="36"/>
                      <a:pt x="32" y="32"/>
                      <a:pt x="33" y="28"/>
                    </a:cubicBezTo>
                    <a:cubicBezTo>
                      <a:pt x="35" y="22"/>
                      <a:pt x="42" y="18"/>
                      <a:pt x="47" y="20"/>
                    </a:cubicBezTo>
                    <a:cubicBezTo>
                      <a:pt x="53" y="22"/>
                      <a:pt x="57" y="28"/>
                      <a:pt x="55" y="34"/>
                    </a:cubicBezTo>
                    <a:lnTo>
                      <a:pt x="55" y="35"/>
                    </a:lnTo>
                    <a:cubicBezTo>
                      <a:pt x="54" y="35"/>
                      <a:pt x="54" y="35"/>
                      <a:pt x="54" y="35"/>
                    </a:cubicBezTo>
                    <a:cubicBezTo>
                      <a:pt x="52" y="44"/>
                      <a:pt x="49" y="55"/>
                      <a:pt x="47" y="64"/>
                    </a:cubicBezTo>
                    <a:cubicBezTo>
                      <a:pt x="45" y="71"/>
                      <a:pt x="44" y="77"/>
                      <a:pt x="43" y="84"/>
                    </a:cubicBezTo>
                    <a:cubicBezTo>
                      <a:pt x="43" y="86"/>
                      <a:pt x="43" y="89"/>
                      <a:pt x="43" y="92"/>
                    </a:cubicBezTo>
                    <a:cubicBezTo>
                      <a:pt x="43" y="92"/>
                      <a:pt x="43" y="93"/>
                      <a:pt x="43" y="94"/>
                    </a:cubicBezTo>
                    <a:lnTo>
                      <a:pt x="43" y="95"/>
                    </a:lnTo>
                    <a:lnTo>
                      <a:pt x="44" y="95"/>
                    </a:lnTo>
                    <a:lnTo>
                      <a:pt x="45" y="95"/>
                    </a:lnTo>
                    <a:lnTo>
                      <a:pt x="45" y="96"/>
                    </a:lnTo>
                    <a:lnTo>
                      <a:pt x="46" y="96"/>
                    </a:lnTo>
                    <a:lnTo>
                      <a:pt x="47" y="96"/>
                    </a:lnTo>
                    <a:cubicBezTo>
                      <a:pt x="48" y="96"/>
                      <a:pt x="49" y="95"/>
                      <a:pt x="51" y="95"/>
                    </a:cubicBezTo>
                    <a:cubicBezTo>
                      <a:pt x="52" y="95"/>
                      <a:pt x="52" y="95"/>
                      <a:pt x="53" y="95"/>
                    </a:cubicBezTo>
                    <a:cubicBezTo>
                      <a:pt x="54" y="94"/>
                      <a:pt x="56" y="94"/>
                      <a:pt x="58" y="93"/>
                    </a:cubicBezTo>
                    <a:cubicBezTo>
                      <a:pt x="60" y="91"/>
                      <a:pt x="63" y="90"/>
                      <a:pt x="65" y="89"/>
                    </a:cubicBezTo>
                    <a:cubicBezTo>
                      <a:pt x="67" y="87"/>
                      <a:pt x="70" y="86"/>
                      <a:pt x="71" y="84"/>
                    </a:cubicBezTo>
                    <a:cubicBezTo>
                      <a:pt x="73" y="77"/>
                      <a:pt x="75" y="71"/>
                      <a:pt x="77" y="64"/>
                    </a:cubicBezTo>
                    <a:cubicBezTo>
                      <a:pt x="80" y="51"/>
                      <a:pt x="85" y="38"/>
                      <a:pt x="90" y="26"/>
                    </a:cubicBezTo>
                    <a:cubicBezTo>
                      <a:pt x="93" y="21"/>
                      <a:pt x="96" y="15"/>
                      <a:pt x="100" y="11"/>
                    </a:cubicBezTo>
                    <a:cubicBezTo>
                      <a:pt x="102" y="8"/>
                      <a:pt x="104" y="7"/>
                      <a:pt x="106" y="6"/>
                    </a:cubicBezTo>
                    <a:cubicBezTo>
                      <a:pt x="108" y="4"/>
                      <a:pt x="110" y="3"/>
                      <a:pt x="113" y="3"/>
                    </a:cubicBezTo>
                    <a:cubicBezTo>
                      <a:pt x="113" y="3"/>
                      <a:pt x="113" y="2"/>
                      <a:pt x="114" y="2"/>
                    </a:cubicBezTo>
                    <a:cubicBezTo>
                      <a:pt x="118" y="0"/>
                      <a:pt x="124" y="2"/>
                      <a:pt x="127" y="7"/>
                    </a:cubicBezTo>
                    <a:cubicBezTo>
                      <a:pt x="128" y="9"/>
                      <a:pt x="130" y="12"/>
                      <a:pt x="130" y="15"/>
                    </a:cubicBezTo>
                    <a:cubicBezTo>
                      <a:pt x="130" y="17"/>
                      <a:pt x="130" y="20"/>
                      <a:pt x="129" y="23"/>
                    </a:cubicBezTo>
                    <a:cubicBezTo>
                      <a:pt x="128" y="27"/>
                      <a:pt x="126" y="32"/>
                      <a:pt x="125" y="36"/>
                    </a:cubicBezTo>
                    <a:cubicBezTo>
                      <a:pt x="121" y="46"/>
                      <a:pt x="117" y="57"/>
                      <a:pt x="111" y="67"/>
                    </a:cubicBezTo>
                    <a:cubicBezTo>
                      <a:pt x="106" y="78"/>
                      <a:pt x="98" y="88"/>
                      <a:pt x="89" y="97"/>
                    </a:cubicBezTo>
                    <a:cubicBezTo>
                      <a:pt x="87" y="105"/>
                      <a:pt x="86" y="112"/>
                      <a:pt x="84" y="120"/>
                    </a:cubicBezTo>
                    <a:cubicBezTo>
                      <a:pt x="83" y="126"/>
                      <a:pt x="82" y="133"/>
                      <a:pt x="81" y="139"/>
                    </a:cubicBezTo>
                    <a:cubicBezTo>
                      <a:pt x="81" y="140"/>
                      <a:pt x="81" y="141"/>
                      <a:pt x="81" y="142"/>
                    </a:cubicBezTo>
                    <a:cubicBezTo>
                      <a:pt x="83" y="140"/>
                      <a:pt x="85" y="138"/>
                      <a:pt x="86" y="137"/>
                    </a:cubicBezTo>
                    <a:cubicBezTo>
                      <a:pt x="92" y="132"/>
                      <a:pt x="97" y="127"/>
                      <a:pt x="103" y="123"/>
                    </a:cubicBezTo>
                    <a:cubicBezTo>
                      <a:pt x="105" y="121"/>
                      <a:pt x="108" y="119"/>
                      <a:pt x="111" y="116"/>
                    </a:cubicBezTo>
                    <a:cubicBezTo>
                      <a:pt x="114" y="114"/>
                      <a:pt x="116" y="111"/>
                      <a:pt x="120" y="109"/>
                    </a:cubicBezTo>
                    <a:cubicBezTo>
                      <a:pt x="124" y="106"/>
                      <a:pt x="128" y="102"/>
                      <a:pt x="132" y="99"/>
                    </a:cubicBezTo>
                    <a:cubicBezTo>
                      <a:pt x="141" y="92"/>
                      <a:pt x="149" y="85"/>
                      <a:pt x="158" y="78"/>
                    </a:cubicBezTo>
                    <a:cubicBezTo>
                      <a:pt x="177" y="63"/>
                      <a:pt x="195" y="48"/>
                      <a:pt x="213" y="33"/>
                    </a:cubicBezTo>
                    <a:cubicBezTo>
                      <a:pt x="217" y="30"/>
                      <a:pt x="222" y="31"/>
                      <a:pt x="225" y="34"/>
                    </a:cubicBezTo>
                    <a:cubicBezTo>
                      <a:pt x="227" y="38"/>
                      <a:pt x="226" y="42"/>
                      <a:pt x="223" y="45"/>
                    </a:cubicBezTo>
                    <a:cubicBezTo>
                      <a:pt x="212" y="55"/>
                      <a:pt x="201" y="63"/>
                      <a:pt x="190" y="73"/>
                    </a:cubicBezTo>
                    <a:lnTo>
                      <a:pt x="189" y="73"/>
                    </a:lnTo>
                    <a:cubicBezTo>
                      <a:pt x="179" y="81"/>
                      <a:pt x="169" y="89"/>
                      <a:pt x="159" y="98"/>
                    </a:cubicBezTo>
                    <a:cubicBezTo>
                      <a:pt x="152" y="103"/>
                      <a:pt x="146" y="109"/>
                      <a:pt x="139" y="115"/>
                    </a:cubicBezTo>
                    <a:cubicBezTo>
                      <a:pt x="136" y="117"/>
                      <a:pt x="133" y="120"/>
                      <a:pt x="130" y="122"/>
                    </a:cubicBezTo>
                    <a:cubicBezTo>
                      <a:pt x="111" y="138"/>
                      <a:pt x="93" y="153"/>
                      <a:pt x="77" y="170"/>
                    </a:cubicBezTo>
                    <a:cubicBezTo>
                      <a:pt x="75" y="180"/>
                      <a:pt x="74" y="189"/>
                      <a:pt x="73" y="199"/>
                    </a:cubicBezTo>
                    <a:cubicBezTo>
                      <a:pt x="72" y="209"/>
                      <a:pt x="71" y="219"/>
                      <a:pt x="70" y="230"/>
                    </a:cubicBezTo>
                    <a:cubicBezTo>
                      <a:pt x="68" y="241"/>
                      <a:pt x="67" y="252"/>
                      <a:pt x="66" y="263"/>
                    </a:cubicBezTo>
                    <a:cubicBezTo>
                      <a:pt x="64" y="272"/>
                      <a:pt x="63" y="282"/>
                      <a:pt x="62" y="291"/>
                    </a:cubicBezTo>
                    <a:cubicBezTo>
                      <a:pt x="61" y="297"/>
                      <a:pt x="60" y="302"/>
                      <a:pt x="59" y="308"/>
                    </a:cubicBezTo>
                    <a:cubicBezTo>
                      <a:pt x="58" y="310"/>
                      <a:pt x="58" y="313"/>
                      <a:pt x="57" y="316"/>
                    </a:cubicBezTo>
                    <a:cubicBezTo>
                      <a:pt x="57" y="318"/>
                      <a:pt x="56" y="321"/>
                      <a:pt x="56" y="324"/>
                    </a:cubicBezTo>
                    <a:cubicBezTo>
                      <a:pt x="54" y="329"/>
                      <a:pt x="53" y="334"/>
                      <a:pt x="52" y="338"/>
                    </a:cubicBezTo>
                    <a:cubicBezTo>
                      <a:pt x="51" y="341"/>
                      <a:pt x="50" y="344"/>
                      <a:pt x="49" y="347"/>
                    </a:cubicBezTo>
                    <a:cubicBezTo>
                      <a:pt x="49" y="350"/>
                      <a:pt x="47" y="353"/>
                      <a:pt x="46" y="355"/>
                    </a:cubicBezTo>
                    <a:cubicBezTo>
                      <a:pt x="45" y="359"/>
                      <a:pt x="43" y="362"/>
                      <a:pt x="41" y="363"/>
                    </a:cubicBezTo>
                    <a:cubicBezTo>
                      <a:pt x="38" y="367"/>
                      <a:pt x="33" y="369"/>
                      <a:pt x="29" y="369"/>
                    </a:cubicBezTo>
                    <a:cubicBezTo>
                      <a:pt x="28" y="369"/>
                      <a:pt x="27" y="369"/>
                      <a:pt x="26" y="36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5" name="Google Shape;3555;p40">
                <a:extLst>
                  <a:ext uri="{FF2B5EF4-FFF2-40B4-BE49-F238E27FC236}">
                    <a16:creationId xmlns:a16="http://schemas.microsoft.com/office/drawing/2014/main" id="{4A8087E8-97B6-232A-8B1A-F909450D9386}"/>
                  </a:ext>
                </a:extLst>
              </p:cNvPr>
              <p:cNvSpPr/>
              <p:nvPr/>
            </p:nvSpPr>
            <p:spPr>
              <a:xfrm>
                <a:off x="1148760" y="4785840"/>
                <a:ext cx="34200" cy="69120"/>
              </a:xfrm>
              <a:custGeom>
                <a:avLst/>
                <a:gdLst/>
                <a:ahLst/>
                <a:cxnLst/>
                <a:rect l="l" t="t" r="r" b="b"/>
                <a:pathLst>
                  <a:path w="95" h="192" extrusionOk="0">
                    <a:moveTo>
                      <a:pt x="73" y="185"/>
                    </a:moveTo>
                    <a:cubicBezTo>
                      <a:pt x="71" y="177"/>
                      <a:pt x="68" y="170"/>
                      <a:pt x="65" y="163"/>
                    </a:cubicBezTo>
                    <a:cubicBezTo>
                      <a:pt x="64" y="157"/>
                      <a:pt x="62" y="152"/>
                      <a:pt x="59" y="148"/>
                    </a:cubicBezTo>
                    <a:cubicBezTo>
                      <a:pt x="57" y="142"/>
                      <a:pt x="55" y="136"/>
                      <a:pt x="52" y="130"/>
                    </a:cubicBezTo>
                    <a:cubicBezTo>
                      <a:pt x="50" y="124"/>
                      <a:pt x="47" y="117"/>
                      <a:pt x="44" y="110"/>
                    </a:cubicBezTo>
                    <a:cubicBezTo>
                      <a:pt x="40" y="104"/>
                      <a:pt x="37" y="97"/>
                      <a:pt x="34" y="90"/>
                    </a:cubicBezTo>
                    <a:cubicBezTo>
                      <a:pt x="23" y="66"/>
                      <a:pt x="12" y="41"/>
                      <a:pt x="2" y="16"/>
                    </a:cubicBezTo>
                    <a:cubicBezTo>
                      <a:pt x="0" y="11"/>
                      <a:pt x="3" y="4"/>
                      <a:pt x="8" y="2"/>
                    </a:cubicBezTo>
                    <a:cubicBezTo>
                      <a:pt x="14" y="0"/>
                      <a:pt x="21" y="2"/>
                      <a:pt x="23" y="8"/>
                    </a:cubicBezTo>
                    <a:cubicBezTo>
                      <a:pt x="31" y="31"/>
                      <a:pt x="40" y="53"/>
                      <a:pt x="50" y="75"/>
                    </a:cubicBezTo>
                    <a:cubicBezTo>
                      <a:pt x="54" y="85"/>
                      <a:pt x="58" y="95"/>
                      <a:pt x="62" y="104"/>
                    </a:cubicBezTo>
                    <a:cubicBezTo>
                      <a:pt x="68" y="116"/>
                      <a:pt x="73" y="128"/>
                      <a:pt x="78" y="139"/>
                    </a:cubicBezTo>
                    <a:cubicBezTo>
                      <a:pt x="83" y="152"/>
                      <a:pt x="87" y="164"/>
                      <a:pt x="92" y="177"/>
                    </a:cubicBezTo>
                    <a:cubicBezTo>
                      <a:pt x="94" y="182"/>
                      <a:pt x="92" y="188"/>
                      <a:pt x="86" y="190"/>
                    </a:cubicBezTo>
                    <a:cubicBezTo>
                      <a:pt x="85" y="191"/>
                      <a:pt x="84" y="191"/>
                      <a:pt x="83" y="191"/>
                    </a:cubicBezTo>
                    <a:cubicBezTo>
                      <a:pt x="79" y="191"/>
                      <a:pt x="75" y="189"/>
                      <a:pt x="73" y="18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6" name="Google Shape;3556;p40">
                <a:extLst>
                  <a:ext uri="{FF2B5EF4-FFF2-40B4-BE49-F238E27FC236}">
                    <a16:creationId xmlns:a16="http://schemas.microsoft.com/office/drawing/2014/main" id="{A426D144-83EA-B646-162C-5188833369B6}"/>
                  </a:ext>
                </a:extLst>
              </p:cNvPr>
              <p:cNvSpPr/>
              <p:nvPr/>
            </p:nvSpPr>
            <p:spPr>
              <a:xfrm>
                <a:off x="1141920" y="4781520"/>
                <a:ext cx="64800" cy="64440"/>
              </a:xfrm>
              <a:custGeom>
                <a:avLst/>
                <a:gdLst/>
                <a:ahLst/>
                <a:cxnLst/>
                <a:rect l="l" t="t" r="r" b="b"/>
                <a:pathLst>
                  <a:path w="180" h="179" extrusionOk="0">
                    <a:moveTo>
                      <a:pt x="3" y="175"/>
                    </a:moveTo>
                    <a:cubicBezTo>
                      <a:pt x="0" y="171"/>
                      <a:pt x="0" y="165"/>
                      <a:pt x="3" y="161"/>
                    </a:cubicBezTo>
                    <a:cubicBezTo>
                      <a:pt x="10" y="155"/>
                      <a:pt x="16" y="150"/>
                      <a:pt x="23" y="144"/>
                    </a:cubicBezTo>
                    <a:cubicBezTo>
                      <a:pt x="28" y="139"/>
                      <a:pt x="33" y="134"/>
                      <a:pt x="38" y="129"/>
                    </a:cubicBezTo>
                    <a:cubicBezTo>
                      <a:pt x="44" y="123"/>
                      <a:pt x="50" y="118"/>
                      <a:pt x="55" y="113"/>
                    </a:cubicBezTo>
                    <a:cubicBezTo>
                      <a:pt x="60" y="107"/>
                      <a:pt x="66" y="101"/>
                      <a:pt x="71" y="96"/>
                    </a:cubicBezTo>
                    <a:lnTo>
                      <a:pt x="71" y="97"/>
                    </a:lnTo>
                    <a:lnTo>
                      <a:pt x="71" y="96"/>
                    </a:lnTo>
                    <a:lnTo>
                      <a:pt x="71" y="97"/>
                    </a:lnTo>
                    <a:cubicBezTo>
                      <a:pt x="78" y="89"/>
                      <a:pt x="84" y="81"/>
                      <a:pt x="91" y="74"/>
                    </a:cubicBezTo>
                    <a:lnTo>
                      <a:pt x="91" y="75"/>
                    </a:lnTo>
                    <a:cubicBezTo>
                      <a:pt x="91" y="76"/>
                      <a:pt x="91" y="76"/>
                      <a:pt x="90" y="76"/>
                    </a:cubicBezTo>
                    <a:cubicBezTo>
                      <a:pt x="91" y="75"/>
                      <a:pt x="91" y="75"/>
                      <a:pt x="91" y="75"/>
                    </a:cubicBezTo>
                    <a:cubicBezTo>
                      <a:pt x="94" y="72"/>
                      <a:pt x="97" y="68"/>
                      <a:pt x="100" y="65"/>
                    </a:cubicBezTo>
                    <a:cubicBezTo>
                      <a:pt x="103" y="61"/>
                      <a:pt x="106" y="58"/>
                      <a:pt x="109" y="54"/>
                    </a:cubicBezTo>
                    <a:cubicBezTo>
                      <a:pt x="109" y="55"/>
                      <a:pt x="109" y="55"/>
                      <a:pt x="109" y="55"/>
                    </a:cubicBezTo>
                    <a:cubicBezTo>
                      <a:pt x="116" y="47"/>
                      <a:pt x="123" y="39"/>
                      <a:pt x="131" y="31"/>
                    </a:cubicBezTo>
                    <a:cubicBezTo>
                      <a:pt x="134" y="27"/>
                      <a:pt x="138" y="24"/>
                      <a:pt x="142" y="20"/>
                    </a:cubicBezTo>
                    <a:cubicBezTo>
                      <a:pt x="147" y="15"/>
                      <a:pt x="153" y="10"/>
                      <a:pt x="158" y="5"/>
                    </a:cubicBezTo>
                    <a:cubicBezTo>
                      <a:pt x="163" y="0"/>
                      <a:pt x="170" y="0"/>
                      <a:pt x="174" y="5"/>
                    </a:cubicBezTo>
                    <a:cubicBezTo>
                      <a:pt x="178" y="9"/>
                      <a:pt x="179" y="17"/>
                      <a:pt x="174" y="21"/>
                    </a:cubicBezTo>
                    <a:cubicBezTo>
                      <a:pt x="168" y="26"/>
                      <a:pt x="162" y="31"/>
                      <a:pt x="157" y="36"/>
                    </a:cubicBezTo>
                    <a:cubicBezTo>
                      <a:pt x="153" y="40"/>
                      <a:pt x="150" y="44"/>
                      <a:pt x="146" y="47"/>
                    </a:cubicBezTo>
                    <a:cubicBezTo>
                      <a:pt x="139" y="54"/>
                      <a:pt x="132" y="62"/>
                      <a:pt x="125" y="69"/>
                    </a:cubicBezTo>
                    <a:cubicBezTo>
                      <a:pt x="124" y="69"/>
                      <a:pt x="124" y="69"/>
                      <a:pt x="124" y="70"/>
                    </a:cubicBezTo>
                    <a:cubicBezTo>
                      <a:pt x="124" y="69"/>
                      <a:pt x="124" y="69"/>
                      <a:pt x="125" y="69"/>
                    </a:cubicBezTo>
                    <a:cubicBezTo>
                      <a:pt x="118" y="76"/>
                      <a:pt x="112" y="82"/>
                      <a:pt x="106" y="89"/>
                    </a:cubicBezTo>
                    <a:cubicBezTo>
                      <a:pt x="106" y="88"/>
                      <a:pt x="106" y="88"/>
                      <a:pt x="106" y="88"/>
                    </a:cubicBezTo>
                    <a:cubicBezTo>
                      <a:pt x="99" y="96"/>
                      <a:pt x="92" y="103"/>
                      <a:pt x="85" y="111"/>
                    </a:cubicBezTo>
                    <a:cubicBezTo>
                      <a:pt x="79" y="117"/>
                      <a:pt x="72" y="124"/>
                      <a:pt x="65" y="130"/>
                    </a:cubicBezTo>
                    <a:cubicBezTo>
                      <a:pt x="49" y="146"/>
                      <a:pt x="33" y="160"/>
                      <a:pt x="16" y="175"/>
                    </a:cubicBezTo>
                    <a:cubicBezTo>
                      <a:pt x="14" y="176"/>
                      <a:pt x="12" y="178"/>
                      <a:pt x="10" y="178"/>
                    </a:cubicBezTo>
                    <a:cubicBezTo>
                      <a:pt x="7" y="178"/>
                      <a:pt x="5" y="176"/>
                      <a:pt x="3" y="17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7" name="Google Shape;3557;p40">
                <a:extLst>
                  <a:ext uri="{FF2B5EF4-FFF2-40B4-BE49-F238E27FC236}">
                    <a16:creationId xmlns:a16="http://schemas.microsoft.com/office/drawing/2014/main" id="{B43BF0A3-3CB7-52DA-A327-96066130531D}"/>
                  </a:ext>
                </a:extLst>
              </p:cNvPr>
              <p:cNvSpPr/>
              <p:nvPr/>
            </p:nvSpPr>
            <p:spPr>
              <a:xfrm>
                <a:off x="944280" y="4811400"/>
                <a:ext cx="5436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151" h="120" extrusionOk="0">
                    <a:moveTo>
                      <a:pt x="47" y="95"/>
                    </a:moveTo>
                    <a:cubicBezTo>
                      <a:pt x="48" y="95"/>
                      <a:pt x="49" y="95"/>
                      <a:pt x="50" y="95"/>
                    </a:cubicBezTo>
                    <a:cubicBezTo>
                      <a:pt x="51" y="95"/>
                      <a:pt x="52" y="94"/>
                      <a:pt x="53" y="94"/>
                    </a:cubicBezTo>
                    <a:cubicBezTo>
                      <a:pt x="54" y="93"/>
                      <a:pt x="55" y="93"/>
                      <a:pt x="55" y="93"/>
                    </a:cubicBezTo>
                    <a:cubicBezTo>
                      <a:pt x="57" y="92"/>
                      <a:pt x="58" y="92"/>
                      <a:pt x="59" y="91"/>
                    </a:cubicBezTo>
                    <a:cubicBezTo>
                      <a:pt x="61" y="90"/>
                      <a:pt x="62" y="89"/>
                      <a:pt x="64" y="88"/>
                    </a:cubicBezTo>
                    <a:cubicBezTo>
                      <a:pt x="65" y="86"/>
                      <a:pt x="67" y="85"/>
                      <a:pt x="68" y="83"/>
                    </a:cubicBezTo>
                    <a:cubicBezTo>
                      <a:pt x="71" y="80"/>
                      <a:pt x="73" y="77"/>
                      <a:pt x="76" y="74"/>
                    </a:cubicBezTo>
                    <a:cubicBezTo>
                      <a:pt x="79" y="70"/>
                      <a:pt x="82" y="65"/>
                      <a:pt x="84" y="61"/>
                    </a:cubicBezTo>
                    <a:cubicBezTo>
                      <a:pt x="86" y="57"/>
                      <a:pt x="88" y="53"/>
                      <a:pt x="90" y="48"/>
                    </a:cubicBezTo>
                    <a:cubicBezTo>
                      <a:pt x="89" y="47"/>
                      <a:pt x="89" y="46"/>
                      <a:pt x="88" y="44"/>
                    </a:cubicBezTo>
                    <a:cubicBezTo>
                      <a:pt x="87" y="42"/>
                      <a:pt x="86" y="40"/>
                      <a:pt x="84" y="37"/>
                    </a:cubicBezTo>
                    <a:cubicBezTo>
                      <a:pt x="83" y="36"/>
                      <a:pt x="82" y="34"/>
                      <a:pt x="80" y="32"/>
                    </a:cubicBezTo>
                    <a:cubicBezTo>
                      <a:pt x="79" y="31"/>
                      <a:pt x="78" y="30"/>
                      <a:pt x="77" y="29"/>
                    </a:cubicBezTo>
                    <a:cubicBezTo>
                      <a:pt x="76" y="28"/>
                      <a:pt x="75" y="26"/>
                      <a:pt x="73" y="25"/>
                    </a:cubicBezTo>
                    <a:cubicBezTo>
                      <a:pt x="72" y="25"/>
                      <a:pt x="72" y="25"/>
                      <a:pt x="71" y="24"/>
                    </a:cubicBezTo>
                    <a:cubicBezTo>
                      <a:pt x="71" y="24"/>
                      <a:pt x="69" y="24"/>
                      <a:pt x="69" y="23"/>
                    </a:cubicBezTo>
                    <a:cubicBezTo>
                      <a:pt x="68" y="23"/>
                      <a:pt x="68" y="23"/>
                      <a:pt x="67" y="22"/>
                    </a:cubicBezTo>
                    <a:cubicBezTo>
                      <a:pt x="66" y="22"/>
                      <a:pt x="66" y="22"/>
                      <a:pt x="66" y="22"/>
                    </a:cubicBezTo>
                    <a:cubicBezTo>
                      <a:pt x="65" y="22"/>
                      <a:pt x="64" y="22"/>
                      <a:pt x="63" y="22"/>
                    </a:cubicBezTo>
                    <a:cubicBezTo>
                      <a:pt x="64" y="22"/>
                      <a:pt x="64" y="22"/>
                      <a:pt x="64" y="22"/>
                    </a:cubicBezTo>
                    <a:cubicBezTo>
                      <a:pt x="64" y="22"/>
                      <a:pt x="63" y="22"/>
                      <a:pt x="62" y="22"/>
                    </a:cubicBezTo>
                    <a:cubicBezTo>
                      <a:pt x="61" y="23"/>
                      <a:pt x="61" y="23"/>
                      <a:pt x="60" y="23"/>
                    </a:cubicBezTo>
                    <a:cubicBezTo>
                      <a:pt x="59" y="24"/>
                      <a:pt x="58" y="24"/>
                      <a:pt x="58" y="24"/>
                    </a:cubicBezTo>
                    <a:cubicBezTo>
                      <a:pt x="57" y="25"/>
                      <a:pt x="56" y="25"/>
                      <a:pt x="55" y="25"/>
                    </a:cubicBezTo>
                    <a:cubicBezTo>
                      <a:pt x="54" y="26"/>
                      <a:pt x="53" y="27"/>
                      <a:pt x="52" y="28"/>
                    </a:cubicBezTo>
                    <a:cubicBezTo>
                      <a:pt x="50" y="29"/>
                      <a:pt x="49" y="31"/>
                      <a:pt x="48" y="32"/>
                    </a:cubicBezTo>
                    <a:cubicBezTo>
                      <a:pt x="46" y="33"/>
                      <a:pt x="45" y="35"/>
                      <a:pt x="44" y="37"/>
                    </a:cubicBezTo>
                    <a:cubicBezTo>
                      <a:pt x="42" y="39"/>
                      <a:pt x="40" y="42"/>
                      <a:pt x="39" y="45"/>
                    </a:cubicBezTo>
                    <a:cubicBezTo>
                      <a:pt x="37" y="49"/>
                      <a:pt x="36" y="52"/>
                      <a:pt x="34" y="56"/>
                    </a:cubicBezTo>
                    <a:cubicBezTo>
                      <a:pt x="33" y="58"/>
                      <a:pt x="32" y="61"/>
                      <a:pt x="31" y="64"/>
                    </a:cubicBezTo>
                    <a:cubicBezTo>
                      <a:pt x="31" y="67"/>
                      <a:pt x="30" y="69"/>
                      <a:pt x="30" y="71"/>
                    </a:cubicBezTo>
                    <a:cubicBezTo>
                      <a:pt x="30" y="73"/>
                      <a:pt x="30" y="75"/>
                      <a:pt x="30" y="77"/>
                    </a:cubicBezTo>
                    <a:cubicBezTo>
                      <a:pt x="30" y="78"/>
                      <a:pt x="30" y="79"/>
                      <a:pt x="30" y="80"/>
                    </a:cubicBezTo>
                    <a:cubicBezTo>
                      <a:pt x="30" y="79"/>
                      <a:pt x="30" y="79"/>
                      <a:pt x="30" y="78"/>
                    </a:cubicBezTo>
                    <a:cubicBezTo>
                      <a:pt x="30" y="80"/>
                      <a:pt x="31" y="82"/>
                      <a:pt x="31" y="83"/>
                    </a:cubicBezTo>
                    <a:cubicBezTo>
                      <a:pt x="31" y="84"/>
                      <a:pt x="32" y="85"/>
                      <a:pt x="33" y="86"/>
                    </a:cubicBezTo>
                    <a:cubicBezTo>
                      <a:pt x="33" y="86"/>
                      <a:pt x="33" y="88"/>
                      <a:pt x="34" y="88"/>
                    </a:cubicBezTo>
                    <a:lnTo>
                      <a:pt x="33" y="88"/>
                    </a:lnTo>
                    <a:cubicBezTo>
                      <a:pt x="34" y="88"/>
                      <a:pt x="34" y="89"/>
                      <a:pt x="35" y="89"/>
                    </a:cubicBezTo>
                    <a:cubicBezTo>
                      <a:pt x="36" y="90"/>
                      <a:pt x="36" y="91"/>
                      <a:pt x="36" y="91"/>
                    </a:cubicBezTo>
                    <a:cubicBezTo>
                      <a:pt x="37" y="92"/>
                      <a:pt x="37" y="92"/>
                      <a:pt x="38" y="92"/>
                    </a:cubicBezTo>
                    <a:cubicBezTo>
                      <a:pt x="38" y="93"/>
                      <a:pt x="39" y="93"/>
                      <a:pt x="40" y="93"/>
                    </a:cubicBezTo>
                    <a:cubicBezTo>
                      <a:pt x="40" y="94"/>
                      <a:pt x="41" y="94"/>
                      <a:pt x="41" y="94"/>
                    </a:cubicBezTo>
                    <a:cubicBezTo>
                      <a:pt x="42" y="95"/>
                      <a:pt x="43" y="95"/>
                      <a:pt x="43" y="95"/>
                    </a:cubicBezTo>
                    <a:cubicBezTo>
                      <a:pt x="44" y="95"/>
                      <a:pt x="45" y="95"/>
                      <a:pt x="45" y="95"/>
                    </a:cubicBezTo>
                    <a:cubicBezTo>
                      <a:pt x="46" y="95"/>
                      <a:pt x="47" y="95"/>
                      <a:pt x="47" y="95"/>
                    </a:cubicBezTo>
                    <a:moveTo>
                      <a:pt x="130" y="114"/>
                    </a:moveTo>
                    <a:cubicBezTo>
                      <a:pt x="128" y="111"/>
                      <a:pt x="125" y="109"/>
                      <a:pt x="124" y="105"/>
                    </a:cubicBezTo>
                    <a:cubicBezTo>
                      <a:pt x="122" y="102"/>
                      <a:pt x="121" y="99"/>
                      <a:pt x="120" y="95"/>
                    </a:cubicBezTo>
                    <a:cubicBezTo>
                      <a:pt x="119" y="92"/>
                      <a:pt x="118" y="89"/>
                      <a:pt x="117" y="85"/>
                    </a:cubicBezTo>
                    <a:cubicBezTo>
                      <a:pt x="115" y="88"/>
                      <a:pt x="111" y="89"/>
                      <a:pt x="108" y="88"/>
                    </a:cubicBezTo>
                    <a:cubicBezTo>
                      <a:pt x="105" y="88"/>
                      <a:pt x="102" y="86"/>
                      <a:pt x="100" y="84"/>
                    </a:cubicBezTo>
                    <a:cubicBezTo>
                      <a:pt x="99" y="82"/>
                      <a:pt x="98" y="80"/>
                      <a:pt x="98" y="78"/>
                    </a:cubicBezTo>
                    <a:cubicBezTo>
                      <a:pt x="96" y="81"/>
                      <a:pt x="94" y="83"/>
                      <a:pt x="93" y="85"/>
                    </a:cubicBezTo>
                    <a:cubicBezTo>
                      <a:pt x="85" y="98"/>
                      <a:pt x="74" y="109"/>
                      <a:pt x="61" y="113"/>
                    </a:cubicBezTo>
                    <a:cubicBezTo>
                      <a:pt x="54" y="116"/>
                      <a:pt x="48" y="116"/>
                      <a:pt x="41" y="116"/>
                    </a:cubicBezTo>
                    <a:cubicBezTo>
                      <a:pt x="34" y="115"/>
                      <a:pt x="28" y="111"/>
                      <a:pt x="23" y="107"/>
                    </a:cubicBezTo>
                    <a:cubicBezTo>
                      <a:pt x="0" y="86"/>
                      <a:pt x="10" y="50"/>
                      <a:pt x="24" y="28"/>
                    </a:cubicBezTo>
                    <a:cubicBezTo>
                      <a:pt x="31" y="16"/>
                      <a:pt x="43" y="5"/>
                      <a:pt x="57" y="2"/>
                    </a:cubicBezTo>
                    <a:cubicBezTo>
                      <a:pt x="64" y="0"/>
                      <a:pt x="70" y="1"/>
                      <a:pt x="76" y="3"/>
                    </a:cubicBezTo>
                    <a:cubicBezTo>
                      <a:pt x="83" y="5"/>
                      <a:pt x="88" y="10"/>
                      <a:pt x="93" y="15"/>
                    </a:cubicBezTo>
                    <a:cubicBezTo>
                      <a:pt x="96" y="17"/>
                      <a:pt x="97" y="19"/>
                      <a:pt x="100" y="22"/>
                    </a:cubicBezTo>
                    <a:cubicBezTo>
                      <a:pt x="101" y="17"/>
                      <a:pt x="102" y="12"/>
                      <a:pt x="104" y="7"/>
                    </a:cubicBezTo>
                    <a:cubicBezTo>
                      <a:pt x="105" y="3"/>
                      <a:pt x="110" y="1"/>
                      <a:pt x="114" y="1"/>
                    </a:cubicBezTo>
                    <a:cubicBezTo>
                      <a:pt x="118" y="1"/>
                      <a:pt x="122" y="4"/>
                      <a:pt x="124" y="8"/>
                    </a:cubicBezTo>
                    <a:cubicBezTo>
                      <a:pt x="126" y="12"/>
                      <a:pt x="126" y="18"/>
                      <a:pt x="126" y="23"/>
                    </a:cubicBezTo>
                    <a:cubicBezTo>
                      <a:pt x="127" y="27"/>
                      <a:pt x="127" y="31"/>
                      <a:pt x="128" y="35"/>
                    </a:cubicBezTo>
                    <a:cubicBezTo>
                      <a:pt x="128" y="40"/>
                      <a:pt x="129" y="46"/>
                      <a:pt x="130" y="52"/>
                    </a:cubicBezTo>
                    <a:cubicBezTo>
                      <a:pt x="131" y="57"/>
                      <a:pt x="132" y="62"/>
                      <a:pt x="133" y="67"/>
                    </a:cubicBezTo>
                    <a:cubicBezTo>
                      <a:pt x="133" y="69"/>
                      <a:pt x="134" y="71"/>
                      <a:pt x="135" y="73"/>
                    </a:cubicBezTo>
                    <a:cubicBezTo>
                      <a:pt x="135" y="75"/>
                      <a:pt x="136" y="78"/>
                      <a:pt x="137" y="80"/>
                    </a:cubicBezTo>
                    <a:cubicBezTo>
                      <a:pt x="139" y="85"/>
                      <a:pt x="140" y="91"/>
                      <a:pt x="142" y="95"/>
                    </a:cubicBezTo>
                    <a:cubicBezTo>
                      <a:pt x="143" y="96"/>
                      <a:pt x="143" y="98"/>
                      <a:pt x="144" y="99"/>
                    </a:cubicBezTo>
                    <a:cubicBezTo>
                      <a:pt x="145" y="100"/>
                      <a:pt x="146" y="101"/>
                      <a:pt x="147" y="102"/>
                    </a:cubicBezTo>
                    <a:cubicBezTo>
                      <a:pt x="150" y="107"/>
                      <a:pt x="149" y="114"/>
                      <a:pt x="145" y="117"/>
                    </a:cubicBezTo>
                    <a:cubicBezTo>
                      <a:pt x="143" y="118"/>
                      <a:pt x="140" y="119"/>
                      <a:pt x="138" y="119"/>
                    </a:cubicBezTo>
                    <a:cubicBezTo>
                      <a:pt x="135" y="119"/>
                      <a:pt x="132" y="117"/>
                      <a:pt x="130" y="1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8" name="Google Shape;3558;p40">
                <a:extLst>
                  <a:ext uri="{FF2B5EF4-FFF2-40B4-BE49-F238E27FC236}">
                    <a16:creationId xmlns:a16="http://schemas.microsoft.com/office/drawing/2014/main" id="{D0D354A7-BBAD-6011-E8DE-5C2738F0AC3A}"/>
                  </a:ext>
                </a:extLst>
              </p:cNvPr>
              <p:cNvSpPr/>
              <p:nvPr/>
            </p:nvSpPr>
            <p:spPr>
              <a:xfrm>
                <a:off x="745920" y="4140000"/>
                <a:ext cx="73440" cy="131040"/>
              </a:xfrm>
              <a:custGeom>
                <a:avLst/>
                <a:gdLst/>
                <a:ahLst/>
                <a:cxnLst/>
                <a:rect l="l" t="t" r="r" b="b"/>
                <a:pathLst>
                  <a:path w="204" h="364" extrusionOk="0">
                    <a:moveTo>
                      <a:pt x="175" y="46"/>
                    </a:moveTo>
                    <a:cubicBezTo>
                      <a:pt x="175" y="44"/>
                      <a:pt x="176" y="42"/>
                      <a:pt x="176" y="40"/>
                    </a:cubicBezTo>
                    <a:cubicBezTo>
                      <a:pt x="176" y="40"/>
                      <a:pt x="176" y="41"/>
                      <a:pt x="175" y="42"/>
                    </a:cubicBezTo>
                    <a:cubicBezTo>
                      <a:pt x="175" y="43"/>
                      <a:pt x="174" y="44"/>
                      <a:pt x="173" y="45"/>
                    </a:cubicBezTo>
                    <a:cubicBezTo>
                      <a:pt x="174" y="46"/>
                      <a:pt x="174" y="46"/>
                      <a:pt x="175" y="46"/>
                    </a:cubicBezTo>
                    <a:moveTo>
                      <a:pt x="58" y="342"/>
                    </a:moveTo>
                    <a:cubicBezTo>
                      <a:pt x="59" y="341"/>
                      <a:pt x="60" y="341"/>
                      <a:pt x="61" y="341"/>
                    </a:cubicBezTo>
                    <a:lnTo>
                      <a:pt x="62" y="341"/>
                    </a:lnTo>
                    <a:cubicBezTo>
                      <a:pt x="63" y="340"/>
                      <a:pt x="65" y="340"/>
                      <a:pt x="66" y="339"/>
                    </a:cubicBezTo>
                    <a:cubicBezTo>
                      <a:pt x="68" y="338"/>
                      <a:pt x="70" y="337"/>
                      <a:pt x="72" y="336"/>
                    </a:cubicBezTo>
                    <a:cubicBezTo>
                      <a:pt x="73" y="335"/>
                      <a:pt x="74" y="335"/>
                      <a:pt x="74" y="334"/>
                    </a:cubicBezTo>
                    <a:cubicBezTo>
                      <a:pt x="75" y="334"/>
                      <a:pt x="76" y="333"/>
                      <a:pt x="76" y="332"/>
                    </a:cubicBezTo>
                    <a:cubicBezTo>
                      <a:pt x="77" y="331"/>
                      <a:pt x="78" y="330"/>
                      <a:pt x="79" y="329"/>
                    </a:cubicBezTo>
                    <a:cubicBezTo>
                      <a:pt x="81" y="326"/>
                      <a:pt x="83" y="322"/>
                      <a:pt x="85" y="319"/>
                    </a:cubicBezTo>
                    <a:cubicBezTo>
                      <a:pt x="87" y="314"/>
                      <a:pt x="90" y="310"/>
                      <a:pt x="92" y="306"/>
                    </a:cubicBezTo>
                    <a:cubicBezTo>
                      <a:pt x="94" y="301"/>
                      <a:pt x="95" y="297"/>
                      <a:pt x="97" y="293"/>
                    </a:cubicBezTo>
                    <a:cubicBezTo>
                      <a:pt x="99" y="286"/>
                      <a:pt x="102" y="279"/>
                      <a:pt x="104" y="273"/>
                    </a:cubicBezTo>
                    <a:cubicBezTo>
                      <a:pt x="106" y="266"/>
                      <a:pt x="107" y="260"/>
                      <a:pt x="109" y="254"/>
                    </a:cubicBezTo>
                    <a:cubicBezTo>
                      <a:pt x="110" y="248"/>
                      <a:pt x="111" y="243"/>
                      <a:pt x="112" y="238"/>
                    </a:cubicBezTo>
                    <a:cubicBezTo>
                      <a:pt x="113" y="234"/>
                      <a:pt x="113" y="230"/>
                      <a:pt x="114" y="226"/>
                    </a:cubicBezTo>
                    <a:cubicBezTo>
                      <a:pt x="110" y="227"/>
                      <a:pt x="106" y="227"/>
                      <a:pt x="102" y="228"/>
                    </a:cubicBezTo>
                    <a:cubicBezTo>
                      <a:pt x="97" y="229"/>
                      <a:pt x="91" y="230"/>
                      <a:pt x="85" y="230"/>
                    </a:cubicBezTo>
                    <a:cubicBezTo>
                      <a:pt x="73" y="232"/>
                      <a:pt x="61" y="232"/>
                      <a:pt x="49" y="234"/>
                    </a:cubicBezTo>
                    <a:lnTo>
                      <a:pt x="48" y="234"/>
                    </a:lnTo>
                    <a:lnTo>
                      <a:pt x="48" y="235"/>
                    </a:lnTo>
                    <a:cubicBezTo>
                      <a:pt x="48" y="234"/>
                      <a:pt x="48" y="234"/>
                      <a:pt x="48" y="234"/>
                    </a:cubicBezTo>
                    <a:cubicBezTo>
                      <a:pt x="45" y="240"/>
                      <a:pt x="42" y="245"/>
                      <a:pt x="39" y="250"/>
                    </a:cubicBezTo>
                    <a:cubicBezTo>
                      <a:pt x="35" y="255"/>
                      <a:pt x="31" y="261"/>
                      <a:pt x="28" y="267"/>
                    </a:cubicBezTo>
                    <a:cubicBezTo>
                      <a:pt x="27" y="268"/>
                      <a:pt x="26" y="270"/>
                      <a:pt x="25" y="272"/>
                    </a:cubicBezTo>
                    <a:cubicBezTo>
                      <a:pt x="24" y="275"/>
                      <a:pt x="23" y="279"/>
                      <a:pt x="23" y="282"/>
                    </a:cubicBezTo>
                    <a:cubicBezTo>
                      <a:pt x="22" y="285"/>
                      <a:pt x="21" y="288"/>
                      <a:pt x="21" y="291"/>
                    </a:cubicBezTo>
                    <a:cubicBezTo>
                      <a:pt x="21" y="293"/>
                      <a:pt x="21" y="294"/>
                      <a:pt x="21" y="296"/>
                    </a:cubicBezTo>
                    <a:cubicBezTo>
                      <a:pt x="21" y="299"/>
                      <a:pt x="21" y="301"/>
                      <a:pt x="22" y="303"/>
                    </a:cubicBezTo>
                    <a:cubicBezTo>
                      <a:pt x="23" y="306"/>
                      <a:pt x="23" y="308"/>
                      <a:pt x="24" y="311"/>
                    </a:cubicBezTo>
                    <a:cubicBezTo>
                      <a:pt x="25" y="314"/>
                      <a:pt x="26" y="317"/>
                      <a:pt x="27" y="320"/>
                    </a:cubicBezTo>
                    <a:cubicBezTo>
                      <a:pt x="28" y="322"/>
                      <a:pt x="30" y="324"/>
                      <a:pt x="31" y="326"/>
                    </a:cubicBezTo>
                    <a:cubicBezTo>
                      <a:pt x="32" y="328"/>
                      <a:pt x="32" y="329"/>
                      <a:pt x="34" y="331"/>
                    </a:cubicBezTo>
                    <a:cubicBezTo>
                      <a:pt x="35" y="331"/>
                      <a:pt x="35" y="332"/>
                      <a:pt x="37" y="333"/>
                    </a:cubicBezTo>
                    <a:cubicBezTo>
                      <a:pt x="38" y="334"/>
                      <a:pt x="39" y="335"/>
                      <a:pt x="40" y="336"/>
                    </a:cubicBezTo>
                    <a:cubicBezTo>
                      <a:pt x="41" y="336"/>
                      <a:pt x="42" y="337"/>
                      <a:pt x="43" y="338"/>
                    </a:cubicBezTo>
                    <a:cubicBezTo>
                      <a:pt x="44" y="338"/>
                      <a:pt x="45" y="339"/>
                      <a:pt x="46" y="339"/>
                    </a:cubicBezTo>
                    <a:cubicBezTo>
                      <a:pt x="48" y="340"/>
                      <a:pt x="49" y="340"/>
                      <a:pt x="51" y="340"/>
                    </a:cubicBezTo>
                    <a:cubicBezTo>
                      <a:pt x="52" y="341"/>
                      <a:pt x="53" y="341"/>
                      <a:pt x="55" y="341"/>
                    </a:cubicBezTo>
                    <a:cubicBezTo>
                      <a:pt x="56" y="342"/>
                      <a:pt x="57" y="342"/>
                      <a:pt x="58" y="342"/>
                    </a:cubicBezTo>
                    <a:moveTo>
                      <a:pt x="53" y="362"/>
                    </a:moveTo>
                    <a:cubicBezTo>
                      <a:pt x="46" y="361"/>
                      <a:pt x="39" y="360"/>
                      <a:pt x="32" y="356"/>
                    </a:cubicBezTo>
                    <a:cubicBezTo>
                      <a:pt x="27" y="353"/>
                      <a:pt x="23" y="349"/>
                      <a:pt x="18" y="345"/>
                    </a:cubicBezTo>
                    <a:cubicBezTo>
                      <a:pt x="14" y="339"/>
                      <a:pt x="10" y="333"/>
                      <a:pt x="7" y="327"/>
                    </a:cubicBezTo>
                    <a:cubicBezTo>
                      <a:pt x="5" y="320"/>
                      <a:pt x="3" y="313"/>
                      <a:pt x="2" y="307"/>
                    </a:cubicBezTo>
                    <a:cubicBezTo>
                      <a:pt x="0" y="299"/>
                      <a:pt x="0" y="292"/>
                      <a:pt x="1" y="285"/>
                    </a:cubicBezTo>
                    <a:cubicBezTo>
                      <a:pt x="2" y="278"/>
                      <a:pt x="4" y="272"/>
                      <a:pt x="6" y="265"/>
                    </a:cubicBezTo>
                    <a:cubicBezTo>
                      <a:pt x="8" y="260"/>
                      <a:pt x="10" y="255"/>
                      <a:pt x="13" y="251"/>
                    </a:cubicBezTo>
                    <a:cubicBezTo>
                      <a:pt x="16" y="246"/>
                      <a:pt x="20" y="241"/>
                      <a:pt x="23" y="237"/>
                    </a:cubicBezTo>
                    <a:cubicBezTo>
                      <a:pt x="24" y="234"/>
                      <a:pt x="25" y="232"/>
                      <a:pt x="27" y="230"/>
                    </a:cubicBezTo>
                    <a:cubicBezTo>
                      <a:pt x="27" y="230"/>
                      <a:pt x="26" y="230"/>
                      <a:pt x="26" y="231"/>
                    </a:cubicBezTo>
                    <a:cubicBezTo>
                      <a:pt x="28" y="227"/>
                      <a:pt x="30" y="223"/>
                      <a:pt x="32" y="220"/>
                    </a:cubicBezTo>
                    <a:cubicBezTo>
                      <a:pt x="37" y="214"/>
                      <a:pt x="45" y="213"/>
                      <a:pt x="52" y="212"/>
                    </a:cubicBezTo>
                    <a:cubicBezTo>
                      <a:pt x="61" y="211"/>
                      <a:pt x="71" y="210"/>
                      <a:pt x="80" y="209"/>
                    </a:cubicBezTo>
                    <a:cubicBezTo>
                      <a:pt x="87" y="209"/>
                      <a:pt x="94" y="208"/>
                      <a:pt x="100" y="208"/>
                    </a:cubicBezTo>
                    <a:cubicBezTo>
                      <a:pt x="106" y="207"/>
                      <a:pt x="112" y="206"/>
                      <a:pt x="117" y="205"/>
                    </a:cubicBezTo>
                    <a:cubicBezTo>
                      <a:pt x="118" y="201"/>
                      <a:pt x="119" y="197"/>
                      <a:pt x="119" y="193"/>
                    </a:cubicBezTo>
                    <a:cubicBezTo>
                      <a:pt x="123" y="171"/>
                      <a:pt x="126" y="149"/>
                      <a:pt x="131" y="127"/>
                    </a:cubicBezTo>
                    <a:cubicBezTo>
                      <a:pt x="133" y="116"/>
                      <a:pt x="135" y="105"/>
                      <a:pt x="138" y="94"/>
                    </a:cubicBezTo>
                    <a:cubicBezTo>
                      <a:pt x="140" y="87"/>
                      <a:pt x="141" y="80"/>
                      <a:pt x="143" y="72"/>
                    </a:cubicBezTo>
                    <a:cubicBezTo>
                      <a:pt x="145" y="62"/>
                      <a:pt x="149" y="51"/>
                      <a:pt x="153" y="41"/>
                    </a:cubicBezTo>
                    <a:cubicBezTo>
                      <a:pt x="156" y="34"/>
                      <a:pt x="159" y="28"/>
                      <a:pt x="163" y="22"/>
                    </a:cubicBezTo>
                    <a:cubicBezTo>
                      <a:pt x="166" y="16"/>
                      <a:pt x="171" y="10"/>
                      <a:pt x="176" y="5"/>
                    </a:cubicBezTo>
                    <a:cubicBezTo>
                      <a:pt x="180" y="2"/>
                      <a:pt x="186" y="0"/>
                      <a:pt x="191" y="1"/>
                    </a:cubicBezTo>
                    <a:cubicBezTo>
                      <a:pt x="197" y="1"/>
                      <a:pt x="201" y="6"/>
                      <a:pt x="203" y="12"/>
                    </a:cubicBezTo>
                    <a:cubicBezTo>
                      <a:pt x="203" y="17"/>
                      <a:pt x="203" y="22"/>
                      <a:pt x="201" y="26"/>
                    </a:cubicBezTo>
                    <a:cubicBezTo>
                      <a:pt x="201" y="29"/>
                      <a:pt x="200" y="33"/>
                      <a:pt x="199" y="36"/>
                    </a:cubicBezTo>
                    <a:cubicBezTo>
                      <a:pt x="197" y="43"/>
                      <a:pt x="195" y="50"/>
                      <a:pt x="193" y="57"/>
                    </a:cubicBezTo>
                    <a:cubicBezTo>
                      <a:pt x="190" y="63"/>
                      <a:pt x="188" y="68"/>
                      <a:pt x="185" y="74"/>
                    </a:cubicBezTo>
                    <a:cubicBezTo>
                      <a:pt x="182" y="80"/>
                      <a:pt x="178" y="86"/>
                      <a:pt x="173" y="91"/>
                    </a:cubicBezTo>
                    <a:cubicBezTo>
                      <a:pt x="171" y="93"/>
                      <a:pt x="169" y="94"/>
                      <a:pt x="166" y="95"/>
                    </a:cubicBezTo>
                    <a:cubicBezTo>
                      <a:pt x="164" y="96"/>
                      <a:pt x="162" y="96"/>
                      <a:pt x="159" y="95"/>
                    </a:cubicBezTo>
                    <a:cubicBezTo>
                      <a:pt x="158" y="95"/>
                      <a:pt x="158" y="95"/>
                      <a:pt x="158" y="95"/>
                    </a:cubicBezTo>
                    <a:cubicBezTo>
                      <a:pt x="157" y="99"/>
                      <a:pt x="155" y="103"/>
                      <a:pt x="154" y="107"/>
                    </a:cubicBezTo>
                    <a:cubicBezTo>
                      <a:pt x="152" y="119"/>
                      <a:pt x="150" y="130"/>
                      <a:pt x="147" y="141"/>
                    </a:cubicBezTo>
                    <a:cubicBezTo>
                      <a:pt x="145" y="151"/>
                      <a:pt x="143" y="162"/>
                      <a:pt x="141" y="173"/>
                    </a:cubicBezTo>
                    <a:cubicBezTo>
                      <a:pt x="140" y="182"/>
                      <a:pt x="138" y="192"/>
                      <a:pt x="137" y="201"/>
                    </a:cubicBezTo>
                    <a:cubicBezTo>
                      <a:pt x="147" y="199"/>
                      <a:pt x="157" y="197"/>
                      <a:pt x="166" y="195"/>
                    </a:cubicBezTo>
                    <a:cubicBezTo>
                      <a:pt x="172" y="194"/>
                      <a:pt x="177" y="197"/>
                      <a:pt x="179" y="202"/>
                    </a:cubicBezTo>
                    <a:cubicBezTo>
                      <a:pt x="180" y="207"/>
                      <a:pt x="176" y="212"/>
                      <a:pt x="171" y="214"/>
                    </a:cubicBezTo>
                    <a:cubicBezTo>
                      <a:pt x="159" y="217"/>
                      <a:pt x="146" y="220"/>
                      <a:pt x="133" y="223"/>
                    </a:cubicBezTo>
                    <a:cubicBezTo>
                      <a:pt x="132" y="228"/>
                      <a:pt x="131" y="234"/>
                      <a:pt x="130" y="239"/>
                    </a:cubicBezTo>
                    <a:cubicBezTo>
                      <a:pt x="129" y="250"/>
                      <a:pt x="126" y="261"/>
                      <a:pt x="123" y="272"/>
                    </a:cubicBezTo>
                    <a:cubicBezTo>
                      <a:pt x="120" y="283"/>
                      <a:pt x="117" y="293"/>
                      <a:pt x="113" y="304"/>
                    </a:cubicBezTo>
                    <a:lnTo>
                      <a:pt x="113" y="303"/>
                    </a:lnTo>
                    <a:cubicBezTo>
                      <a:pt x="109" y="314"/>
                      <a:pt x="104" y="325"/>
                      <a:pt x="98" y="335"/>
                    </a:cubicBezTo>
                    <a:cubicBezTo>
                      <a:pt x="96" y="340"/>
                      <a:pt x="92" y="345"/>
                      <a:pt x="88" y="349"/>
                    </a:cubicBezTo>
                    <a:cubicBezTo>
                      <a:pt x="83" y="354"/>
                      <a:pt x="77" y="357"/>
                      <a:pt x="71" y="360"/>
                    </a:cubicBezTo>
                    <a:cubicBezTo>
                      <a:pt x="67" y="361"/>
                      <a:pt x="62" y="363"/>
                      <a:pt x="58" y="363"/>
                    </a:cubicBezTo>
                    <a:cubicBezTo>
                      <a:pt x="56" y="363"/>
                      <a:pt x="55" y="363"/>
                      <a:pt x="53" y="3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9" name="Google Shape;3559;p40">
                <a:extLst>
                  <a:ext uri="{FF2B5EF4-FFF2-40B4-BE49-F238E27FC236}">
                    <a16:creationId xmlns:a16="http://schemas.microsoft.com/office/drawing/2014/main" id="{7F237B93-D0AE-0643-FB35-D30BAD69E47B}"/>
                  </a:ext>
                </a:extLst>
              </p:cNvPr>
              <p:cNvSpPr/>
              <p:nvPr/>
            </p:nvSpPr>
            <p:spPr>
              <a:xfrm>
                <a:off x="825480" y="4139280"/>
                <a:ext cx="42480" cy="119160"/>
              </a:xfrm>
              <a:custGeom>
                <a:avLst/>
                <a:gdLst/>
                <a:ahLst/>
                <a:cxnLst/>
                <a:rect l="l" t="t" r="r" b="b"/>
                <a:pathLst>
                  <a:path w="118" h="331" extrusionOk="0">
                    <a:moveTo>
                      <a:pt x="49" y="328"/>
                    </a:moveTo>
                    <a:cubicBezTo>
                      <a:pt x="42" y="322"/>
                      <a:pt x="36" y="316"/>
                      <a:pt x="30" y="310"/>
                    </a:cubicBezTo>
                    <a:cubicBezTo>
                      <a:pt x="20" y="301"/>
                      <a:pt x="13" y="288"/>
                      <a:pt x="9" y="275"/>
                    </a:cubicBezTo>
                    <a:cubicBezTo>
                      <a:pt x="4" y="260"/>
                      <a:pt x="1" y="245"/>
                      <a:pt x="0" y="230"/>
                    </a:cubicBezTo>
                    <a:cubicBezTo>
                      <a:pt x="0" y="222"/>
                      <a:pt x="1" y="215"/>
                      <a:pt x="1" y="208"/>
                    </a:cubicBezTo>
                    <a:cubicBezTo>
                      <a:pt x="1" y="200"/>
                      <a:pt x="3" y="191"/>
                      <a:pt x="4" y="183"/>
                    </a:cubicBezTo>
                    <a:cubicBezTo>
                      <a:pt x="7" y="167"/>
                      <a:pt x="11" y="150"/>
                      <a:pt x="15" y="134"/>
                    </a:cubicBezTo>
                    <a:cubicBezTo>
                      <a:pt x="15" y="130"/>
                      <a:pt x="17" y="126"/>
                      <a:pt x="18" y="123"/>
                    </a:cubicBezTo>
                    <a:cubicBezTo>
                      <a:pt x="20" y="116"/>
                      <a:pt x="22" y="109"/>
                      <a:pt x="25" y="102"/>
                    </a:cubicBezTo>
                    <a:cubicBezTo>
                      <a:pt x="26" y="98"/>
                      <a:pt x="28" y="94"/>
                      <a:pt x="29" y="90"/>
                    </a:cubicBezTo>
                    <a:cubicBezTo>
                      <a:pt x="31" y="84"/>
                      <a:pt x="33" y="78"/>
                      <a:pt x="36" y="72"/>
                    </a:cubicBezTo>
                    <a:cubicBezTo>
                      <a:pt x="36" y="73"/>
                      <a:pt x="35" y="73"/>
                      <a:pt x="35" y="74"/>
                    </a:cubicBezTo>
                    <a:cubicBezTo>
                      <a:pt x="38" y="65"/>
                      <a:pt x="42" y="57"/>
                      <a:pt x="46" y="49"/>
                    </a:cubicBezTo>
                    <a:cubicBezTo>
                      <a:pt x="51" y="40"/>
                      <a:pt x="57" y="31"/>
                      <a:pt x="63" y="23"/>
                    </a:cubicBezTo>
                    <a:cubicBezTo>
                      <a:pt x="65" y="19"/>
                      <a:pt x="68" y="16"/>
                      <a:pt x="71" y="12"/>
                    </a:cubicBezTo>
                    <a:cubicBezTo>
                      <a:pt x="75" y="9"/>
                      <a:pt x="79" y="6"/>
                      <a:pt x="83" y="3"/>
                    </a:cubicBezTo>
                    <a:cubicBezTo>
                      <a:pt x="87" y="1"/>
                      <a:pt x="92" y="0"/>
                      <a:pt x="96" y="0"/>
                    </a:cubicBezTo>
                    <a:cubicBezTo>
                      <a:pt x="100" y="0"/>
                      <a:pt x="105" y="2"/>
                      <a:pt x="109" y="4"/>
                    </a:cubicBezTo>
                    <a:cubicBezTo>
                      <a:pt x="114" y="6"/>
                      <a:pt x="117" y="13"/>
                      <a:pt x="114" y="19"/>
                    </a:cubicBezTo>
                    <a:cubicBezTo>
                      <a:pt x="111" y="24"/>
                      <a:pt x="105" y="26"/>
                      <a:pt x="99" y="24"/>
                    </a:cubicBezTo>
                    <a:cubicBezTo>
                      <a:pt x="99" y="24"/>
                      <a:pt x="98" y="23"/>
                      <a:pt x="97" y="23"/>
                    </a:cubicBezTo>
                    <a:cubicBezTo>
                      <a:pt x="96" y="23"/>
                      <a:pt x="96" y="23"/>
                      <a:pt x="96" y="23"/>
                    </a:cubicBezTo>
                    <a:cubicBezTo>
                      <a:pt x="95" y="23"/>
                      <a:pt x="95" y="23"/>
                      <a:pt x="95" y="23"/>
                    </a:cubicBezTo>
                    <a:lnTo>
                      <a:pt x="94" y="23"/>
                    </a:lnTo>
                    <a:lnTo>
                      <a:pt x="93" y="23"/>
                    </a:lnTo>
                    <a:cubicBezTo>
                      <a:pt x="92" y="23"/>
                      <a:pt x="91" y="23"/>
                      <a:pt x="91" y="24"/>
                    </a:cubicBezTo>
                    <a:cubicBezTo>
                      <a:pt x="91" y="23"/>
                      <a:pt x="92" y="23"/>
                      <a:pt x="92" y="23"/>
                    </a:cubicBezTo>
                    <a:cubicBezTo>
                      <a:pt x="91" y="23"/>
                      <a:pt x="91" y="24"/>
                      <a:pt x="89" y="24"/>
                    </a:cubicBezTo>
                    <a:cubicBezTo>
                      <a:pt x="89" y="25"/>
                      <a:pt x="88" y="26"/>
                      <a:pt x="87" y="26"/>
                    </a:cubicBezTo>
                    <a:cubicBezTo>
                      <a:pt x="86" y="27"/>
                      <a:pt x="86" y="27"/>
                      <a:pt x="85" y="28"/>
                    </a:cubicBezTo>
                    <a:cubicBezTo>
                      <a:pt x="82" y="31"/>
                      <a:pt x="79" y="35"/>
                      <a:pt x="77" y="38"/>
                    </a:cubicBezTo>
                    <a:cubicBezTo>
                      <a:pt x="72" y="46"/>
                      <a:pt x="67" y="53"/>
                      <a:pt x="63" y="61"/>
                    </a:cubicBezTo>
                    <a:cubicBezTo>
                      <a:pt x="58" y="70"/>
                      <a:pt x="54" y="79"/>
                      <a:pt x="50" y="88"/>
                    </a:cubicBezTo>
                    <a:cubicBezTo>
                      <a:pt x="48" y="95"/>
                      <a:pt x="46" y="101"/>
                      <a:pt x="43" y="107"/>
                    </a:cubicBezTo>
                    <a:cubicBezTo>
                      <a:pt x="40" y="117"/>
                      <a:pt x="37" y="127"/>
                      <a:pt x="33" y="137"/>
                    </a:cubicBezTo>
                    <a:cubicBezTo>
                      <a:pt x="33" y="139"/>
                      <a:pt x="33" y="140"/>
                      <a:pt x="32" y="141"/>
                    </a:cubicBezTo>
                    <a:cubicBezTo>
                      <a:pt x="32" y="145"/>
                      <a:pt x="31" y="148"/>
                      <a:pt x="30" y="152"/>
                    </a:cubicBezTo>
                    <a:cubicBezTo>
                      <a:pt x="29" y="157"/>
                      <a:pt x="27" y="162"/>
                      <a:pt x="26" y="167"/>
                    </a:cubicBezTo>
                    <a:cubicBezTo>
                      <a:pt x="23" y="181"/>
                      <a:pt x="21" y="194"/>
                      <a:pt x="19" y="207"/>
                    </a:cubicBezTo>
                    <a:cubicBezTo>
                      <a:pt x="20" y="207"/>
                      <a:pt x="20" y="207"/>
                      <a:pt x="20" y="206"/>
                    </a:cubicBezTo>
                    <a:cubicBezTo>
                      <a:pt x="19" y="214"/>
                      <a:pt x="19" y="223"/>
                      <a:pt x="19" y="231"/>
                    </a:cubicBezTo>
                    <a:cubicBezTo>
                      <a:pt x="19" y="232"/>
                      <a:pt x="19" y="232"/>
                      <a:pt x="19" y="232"/>
                    </a:cubicBezTo>
                    <a:lnTo>
                      <a:pt x="19" y="231"/>
                    </a:lnTo>
                    <a:cubicBezTo>
                      <a:pt x="19" y="236"/>
                      <a:pt x="20" y="241"/>
                      <a:pt x="21" y="246"/>
                    </a:cubicBezTo>
                    <a:cubicBezTo>
                      <a:pt x="21" y="245"/>
                      <a:pt x="21" y="245"/>
                      <a:pt x="21" y="245"/>
                    </a:cubicBezTo>
                    <a:cubicBezTo>
                      <a:pt x="22" y="253"/>
                      <a:pt x="24" y="261"/>
                      <a:pt x="27" y="268"/>
                    </a:cubicBezTo>
                    <a:cubicBezTo>
                      <a:pt x="26" y="268"/>
                      <a:pt x="26" y="268"/>
                      <a:pt x="26" y="267"/>
                    </a:cubicBezTo>
                    <a:cubicBezTo>
                      <a:pt x="28" y="271"/>
                      <a:pt x="29" y="275"/>
                      <a:pt x="31" y="279"/>
                    </a:cubicBezTo>
                    <a:cubicBezTo>
                      <a:pt x="32" y="281"/>
                      <a:pt x="33" y="282"/>
                      <a:pt x="34" y="284"/>
                    </a:cubicBezTo>
                    <a:cubicBezTo>
                      <a:pt x="36" y="287"/>
                      <a:pt x="37" y="290"/>
                      <a:pt x="40" y="293"/>
                    </a:cubicBezTo>
                    <a:cubicBezTo>
                      <a:pt x="43" y="296"/>
                      <a:pt x="47" y="300"/>
                      <a:pt x="50" y="303"/>
                    </a:cubicBezTo>
                    <a:cubicBezTo>
                      <a:pt x="50" y="303"/>
                      <a:pt x="50" y="302"/>
                      <a:pt x="49" y="302"/>
                    </a:cubicBezTo>
                    <a:cubicBezTo>
                      <a:pt x="53" y="306"/>
                      <a:pt x="57" y="309"/>
                      <a:pt x="61" y="313"/>
                    </a:cubicBezTo>
                    <a:cubicBezTo>
                      <a:pt x="65" y="316"/>
                      <a:pt x="66" y="322"/>
                      <a:pt x="63" y="326"/>
                    </a:cubicBezTo>
                    <a:cubicBezTo>
                      <a:pt x="61" y="329"/>
                      <a:pt x="58" y="330"/>
                      <a:pt x="55" y="330"/>
                    </a:cubicBezTo>
                    <a:cubicBezTo>
                      <a:pt x="53" y="330"/>
                      <a:pt x="51" y="329"/>
                      <a:pt x="49" y="3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0" name="Google Shape;3560;p40">
                <a:extLst>
                  <a:ext uri="{FF2B5EF4-FFF2-40B4-BE49-F238E27FC236}">
                    <a16:creationId xmlns:a16="http://schemas.microsoft.com/office/drawing/2014/main" id="{0A838E99-3EFF-B647-AB76-72E63A639AB5}"/>
                  </a:ext>
                </a:extLst>
              </p:cNvPr>
              <p:cNvSpPr/>
              <p:nvPr/>
            </p:nvSpPr>
            <p:spPr>
              <a:xfrm>
                <a:off x="871560" y="4129200"/>
                <a:ext cx="89280" cy="168840"/>
              </a:xfrm>
              <a:custGeom>
                <a:avLst/>
                <a:gdLst/>
                <a:ahLst/>
                <a:cxnLst/>
                <a:rect l="l" t="t" r="r" b="b"/>
                <a:pathLst>
                  <a:path w="248" h="469" extrusionOk="0">
                    <a:moveTo>
                      <a:pt x="32" y="271"/>
                    </a:moveTo>
                    <a:lnTo>
                      <a:pt x="34" y="271"/>
                    </a:lnTo>
                    <a:cubicBezTo>
                      <a:pt x="35" y="271"/>
                      <a:pt x="36" y="270"/>
                      <a:pt x="37" y="270"/>
                    </a:cubicBezTo>
                    <a:cubicBezTo>
                      <a:pt x="39" y="270"/>
                      <a:pt x="41" y="269"/>
                      <a:pt x="42" y="268"/>
                    </a:cubicBezTo>
                    <a:cubicBezTo>
                      <a:pt x="44" y="267"/>
                      <a:pt x="46" y="266"/>
                      <a:pt x="48" y="265"/>
                    </a:cubicBezTo>
                    <a:cubicBezTo>
                      <a:pt x="51" y="263"/>
                      <a:pt x="53" y="262"/>
                      <a:pt x="56" y="259"/>
                    </a:cubicBezTo>
                    <a:cubicBezTo>
                      <a:pt x="60" y="255"/>
                      <a:pt x="66" y="250"/>
                      <a:pt x="70" y="246"/>
                    </a:cubicBezTo>
                    <a:lnTo>
                      <a:pt x="70" y="245"/>
                    </a:lnTo>
                    <a:lnTo>
                      <a:pt x="71" y="245"/>
                    </a:lnTo>
                    <a:cubicBezTo>
                      <a:pt x="70" y="245"/>
                      <a:pt x="70" y="245"/>
                      <a:pt x="70" y="245"/>
                    </a:cubicBezTo>
                    <a:cubicBezTo>
                      <a:pt x="74" y="241"/>
                      <a:pt x="78" y="236"/>
                      <a:pt x="82" y="232"/>
                    </a:cubicBezTo>
                    <a:cubicBezTo>
                      <a:pt x="85" y="227"/>
                      <a:pt x="88" y="222"/>
                      <a:pt x="91" y="217"/>
                    </a:cubicBezTo>
                    <a:cubicBezTo>
                      <a:pt x="91" y="216"/>
                      <a:pt x="91" y="216"/>
                      <a:pt x="91" y="216"/>
                    </a:cubicBezTo>
                    <a:cubicBezTo>
                      <a:pt x="91" y="215"/>
                      <a:pt x="90" y="214"/>
                      <a:pt x="90" y="214"/>
                    </a:cubicBezTo>
                    <a:cubicBezTo>
                      <a:pt x="88" y="212"/>
                      <a:pt x="87" y="210"/>
                      <a:pt x="86" y="209"/>
                    </a:cubicBezTo>
                    <a:cubicBezTo>
                      <a:pt x="84" y="206"/>
                      <a:pt x="82" y="204"/>
                      <a:pt x="80" y="202"/>
                    </a:cubicBezTo>
                    <a:cubicBezTo>
                      <a:pt x="79" y="201"/>
                      <a:pt x="78" y="200"/>
                      <a:pt x="77" y="200"/>
                    </a:cubicBezTo>
                    <a:cubicBezTo>
                      <a:pt x="76" y="199"/>
                      <a:pt x="75" y="199"/>
                      <a:pt x="74" y="198"/>
                    </a:cubicBezTo>
                    <a:cubicBezTo>
                      <a:pt x="72" y="197"/>
                      <a:pt x="69" y="196"/>
                      <a:pt x="67" y="195"/>
                    </a:cubicBezTo>
                    <a:cubicBezTo>
                      <a:pt x="65" y="194"/>
                      <a:pt x="63" y="193"/>
                      <a:pt x="61" y="193"/>
                    </a:cubicBezTo>
                    <a:cubicBezTo>
                      <a:pt x="60" y="193"/>
                      <a:pt x="59" y="192"/>
                      <a:pt x="57" y="192"/>
                    </a:cubicBezTo>
                    <a:cubicBezTo>
                      <a:pt x="57" y="192"/>
                      <a:pt x="56" y="192"/>
                      <a:pt x="55" y="192"/>
                    </a:cubicBezTo>
                    <a:cubicBezTo>
                      <a:pt x="54" y="192"/>
                      <a:pt x="52" y="192"/>
                      <a:pt x="51" y="193"/>
                    </a:cubicBezTo>
                    <a:lnTo>
                      <a:pt x="50" y="193"/>
                    </a:lnTo>
                    <a:lnTo>
                      <a:pt x="49" y="193"/>
                    </a:lnTo>
                    <a:lnTo>
                      <a:pt x="50" y="193"/>
                    </a:lnTo>
                    <a:lnTo>
                      <a:pt x="49" y="193"/>
                    </a:lnTo>
                    <a:lnTo>
                      <a:pt x="50" y="193"/>
                    </a:lnTo>
                    <a:lnTo>
                      <a:pt x="51" y="193"/>
                    </a:lnTo>
                    <a:cubicBezTo>
                      <a:pt x="50" y="193"/>
                      <a:pt x="49" y="193"/>
                      <a:pt x="49" y="193"/>
                    </a:cubicBezTo>
                    <a:lnTo>
                      <a:pt x="48" y="194"/>
                    </a:lnTo>
                    <a:cubicBezTo>
                      <a:pt x="46" y="195"/>
                      <a:pt x="45" y="196"/>
                      <a:pt x="43" y="197"/>
                    </a:cubicBezTo>
                    <a:cubicBezTo>
                      <a:pt x="41" y="199"/>
                      <a:pt x="39" y="202"/>
                      <a:pt x="37" y="203"/>
                    </a:cubicBezTo>
                    <a:cubicBezTo>
                      <a:pt x="35" y="205"/>
                      <a:pt x="34" y="207"/>
                      <a:pt x="33" y="208"/>
                    </a:cubicBezTo>
                    <a:cubicBezTo>
                      <a:pt x="32" y="209"/>
                      <a:pt x="31" y="211"/>
                      <a:pt x="31" y="212"/>
                    </a:cubicBezTo>
                    <a:cubicBezTo>
                      <a:pt x="30" y="215"/>
                      <a:pt x="28" y="218"/>
                      <a:pt x="27" y="221"/>
                    </a:cubicBezTo>
                    <a:cubicBezTo>
                      <a:pt x="25" y="225"/>
                      <a:pt x="24" y="231"/>
                      <a:pt x="23" y="236"/>
                    </a:cubicBezTo>
                    <a:cubicBezTo>
                      <a:pt x="21" y="240"/>
                      <a:pt x="21" y="244"/>
                      <a:pt x="20" y="248"/>
                    </a:cubicBezTo>
                    <a:cubicBezTo>
                      <a:pt x="20" y="250"/>
                      <a:pt x="20" y="252"/>
                      <a:pt x="20" y="253"/>
                    </a:cubicBezTo>
                    <a:cubicBezTo>
                      <a:pt x="20" y="255"/>
                      <a:pt x="21" y="256"/>
                      <a:pt x="21" y="257"/>
                    </a:cubicBezTo>
                    <a:cubicBezTo>
                      <a:pt x="21" y="260"/>
                      <a:pt x="22" y="262"/>
                      <a:pt x="23" y="264"/>
                    </a:cubicBezTo>
                    <a:lnTo>
                      <a:pt x="23" y="263"/>
                    </a:lnTo>
                    <a:cubicBezTo>
                      <a:pt x="23" y="264"/>
                      <a:pt x="23" y="264"/>
                      <a:pt x="23" y="265"/>
                    </a:cubicBezTo>
                    <a:cubicBezTo>
                      <a:pt x="24" y="266"/>
                      <a:pt x="24" y="267"/>
                      <a:pt x="24" y="268"/>
                    </a:cubicBezTo>
                    <a:cubicBezTo>
                      <a:pt x="24" y="268"/>
                      <a:pt x="25" y="268"/>
                      <a:pt x="25" y="269"/>
                    </a:cubicBezTo>
                    <a:cubicBezTo>
                      <a:pt x="25" y="269"/>
                      <a:pt x="26" y="270"/>
                      <a:pt x="27" y="270"/>
                    </a:cubicBezTo>
                    <a:lnTo>
                      <a:pt x="28" y="271"/>
                    </a:lnTo>
                    <a:cubicBezTo>
                      <a:pt x="29" y="271"/>
                      <a:pt x="30" y="271"/>
                      <a:pt x="30" y="271"/>
                    </a:cubicBezTo>
                    <a:cubicBezTo>
                      <a:pt x="31" y="271"/>
                      <a:pt x="31" y="271"/>
                      <a:pt x="32" y="271"/>
                    </a:cubicBezTo>
                    <a:moveTo>
                      <a:pt x="102" y="467"/>
                    </a:moveTo>
                    <a:cubicBezTo>
                      <a:pt x="98" y="464"/>
                      <a:pt x="97" y="458"/>
                      <a:pt x="99" y="454"/>
                    </a:cubicBezTo>
                    <a:cubicBezTo>
                      <a:pt x="115" y="432"/>
                      <a:pt x="130" y="410"/>
                      <a:pt x="145" y="388"/>
                    </a:cubicBezTo>
                    <a:cubicBezTo>
                      <a:pt x="150" y="380"/>
                      <a:pt x="155" y="373"/>
                      <a:pt x="161" y="365"/>
                    </a:cubicBezTo>
                    <a:cubicBezTo>
                      <a:pt x="175" y="344"/>
                      <a:pt x="189" y="323"/>
                      <a:pt x="201" y="301"/>
                    </a:cubicBezTo>
                    <a:cubicBezTo>
                      <a:pt x="206" y="291"/>
                      <a:pt x="211" y="280"/>
                      <a:pt x="215" y="270"/>
                    </a:cubicBezTo>
                    <a:cubicBezTo>
                      <a:pt x="218" y="262"/>
                      <a:pt x="220" y="255"/>
                      <a:pt x="222" y="247"/>
                    </a:cubicBezTo>
                    <a:cubicBezTo>
                      <a:pt x="222" y="248"/>
                      <a:pt x="222" y="248"/>
                      <a:pt x="222" y="249"/>
                    </a:cubicBezTo>
                    <a:cubicBezTo>
                      <a:pt x="224" y="238"/>
                      <a:pt x="225" y="227"/>
                      <a:pt x="226" y="217"/>
                    </a:cubicBezTo>
                    <a:cubicBezTo>
                      <a:pt x="227" y="206"/>
                      <a:pt x="228" y="195"/>
                      <a:pt x="227" y="184"/>
                    </a:cubicBezTo>
                    <a:lnTo>
                      <a:pt x="227" y="183"/>
                    </a:lnTo>
                    <a:cubicBezTo>
                      <a:pt x="226" y="172"/>
                      <a:pt x="225" y="162"/>
                      <a:pt x="224" y="151"/>
                    </a:cubicBezTo>
                    <a:cubicBezTo>
                      <a:pt x="222" y="143"/>
                      <a:pt x="219" y="135"/>
                      <a:pt x="217" y="126"/>
                    </a:cubicBezTo>
                    <a:cubicBezTo>
                      <a:pt x="214" y="117"/>
                      <a:pt x="211" y="109"/>
                      <a:pt x="207" y="101"/>
                    </a:cubicBezTo>
                    <a:lnTo>
                      <a:pt x="207" y="100"/>
                    </a:lnTo>
                    <a:cubicBezTo>
                      <a:pt x="202" y="90"/>
                      <a:pt x="196" y="80"/>
                      <a:pt x="190" y="70"/>
                    </a:cubicBezTo>
                    <a:cubicBezTo>
                      <a:pt x="190" y="71"/>
                      <a:pt x="190" y="72"/>
                      <a:pt x="190" y="73"/>
                    </a:cubicBezTo>
                    <a:cubicBezTo>
                      <a:pt x="192" y="80"/>
                      <a:pt x="193" y="86"/>
                      <a:pt x="193" y="92"/>
                    </a:cubicBezTo>
                    <a:cubicBezTo>
                      <a:pt x="195" y="102"/>
                      <a:pt x="196" y="114"/>
                      <a:pt x="197" y="124"/>
                    </a:cubicBezTo>
                    <a:cubicBezTo>
                      <a:pt x="197" y="140"/>
                      <a:pt x="196" y="155"/>
                      <a:pt x="194" y="171"/>
                    </a:cubicBezTo>
                    <a:cubicBezTo>
                      <a:pt x="193" y="178"/>
                      <a:pt x="192" y="186"/>
                      <a:pt x="190" y="194"/>
                    </a:cubicBezTo>
                    <a:cubicBezTo>
                      <a:pt x="188" y="203"/>
                      <a:pt x="186" y="212"/>
                      <a:pt x="183" y="221"/>
                    </a:cubicBezTo>
                    <a:cubicBezTo>
                      <a:pt x="180" y="232"/>
                      <a:pt x="177" y="243"/>
                      <a:pt x="172" y="253"/>
                    </a:cubicBezTo>
                    <a:cubicBezTo>
                      <a:pt x="169" y="258"/>
                      <a:pt x="166" y="263"/>
                      <a:pt x="162" y="267"/>
                    </a:cubicBezTo>
                    <a:cubicBezTo>
                      <a:pt x="159" y="271"/>
                      <a:pt x="155" y="275"/>
                      <a:pt x="151" y="278"/>
                    </a:cubicBezTo>
                    <a:cubicBezTo>
                      <a:pt x="147" y="280"/>
                      <a:pt x="142" y="282"/>
                      <a:pt x="137" y="283"/>
                    </a:cubicBezTo>
                    <a:cubicBezTo>
                      <a:pt x="133" y="283"/>
                      <a:pt x="128" y="282"/>
                      <a:pt x="124" y="280"/>
                    </a:cubicBezTo>
                    <a:cubicBezTo>
                      <a:pt x="115" y="274"/>
                      <a:pt x="111" y="264"/>
                      <a:pt x="108" y="256"/>
                    </a:cubicBezTo>
                    <a:cubicBezTo>
                      <a:pt x="106" y="249"/>
                      <a:pt x="104" y="243"/>
                      <a:pt x="104" y="236"/>
                    </a:cubicBezTo>
                    <a:cubicBezTo>
                      <a:pt x="102" y="238"/>
                      <a:pt x="101" y="239"/>
                      <a:pt x="100" y="241"/>
                    </a:cubicBezTo>
                    <a:cubicBezTo>
                      <a:pt x="96" y="247"/>
                      <a:pt x="92" y="252"/>
                      <a:pt x="87" y="257"/>
                    </a:cubicBezTo>
                    <a:cubicBezTo>
                      <a:pt x="81" y="263"/>
                      <a:pt x="76" y="269"/>
                      <a:pt x="70" y="274"/>
                    </a:cubicBezTo>
                    <a:cubicBezTo>
                      <a:pt x="65" y="278"/>
                      <a:pt x="60" y="283"/>
                      <a:pt x="53" y="286"/>
                    </a:cubicBezTo>
                    <a:cubicBezTo>
                      <a:pt x="48" y="290"/>
                      <a:pt x="40" y="292"/>
                      <a:pt x="33" y="292"/>
                    </a:cubicBezTo>
                    <a:cubicBezTo>
                      <a:pt x="30" y="292"/>
                      <a:pt x="27" y="292"/>
                      <a:pt x="23" y="291"/>
                    </a:cubicBezTo>
                    <a:cubicBezTo>
                      <a:pt x="20" y="291"/>
                      <a:pt x="18" y="290"/>
                      <a:pt x="16" y="288"/>
                    </a:cubicBezTo>
                    <a:cubicBezTo>
                      <a:pt x="13" y="287"/>
                      <a:pt x="11" y="285"/>
                      <a:pt x="10" y="283"/>
                    </a:cubicBezTo>
                    <a:cubicBezTo>
                      <a:pt x="7" y="281"/>
                      <a:pt x="6" y="278"/>
                      <a:pt x="4" y="275"/>
                    </a:cubicBezTo>
                    <a:cubicBezTo>
                      <a:pt x="2" y="269"/>
                      <a:pt x="0" y="262"/>
                      <a:pt x="0" y="256"/>
                    </a:cubicBezTo>
                    <a:cubicBezTo>
                      <a:pt x="0" y="248"/>
                      <a:pt x="1" y="241"/>
                      <a:pt x="2" y="234"/>
                    </a:cubicBezTo>
                    <a:cubicBezTo>
                      <a:pt x="5" y="220"/>
                      <a:pt x="10" y="205"/>
                      <a:pt x="18" y="193"/>
                    </a:cubicBezTo>
                    <a:cubicBezTo>
                      <a:pt x="23" y="189"/>
                      <a:pt x="27" y="184"/>
                      <a:pt x="32" y="180"/>
                    </a:cubicBezTo>
                    <a:cubicBezTo>
                      <a:pt x="34" y="178"/>
                      <a:pt x="37" y="176"/>
                      <a:pt x="40" y="175"/>
                    </a:cubicBezTo>
                    <a:cubicBezTo>
                      <a:pt x="43" y="173"/>
                      <a:pt x="46" y="172"/>
                      <a:pt x="50" y="172"/>
                    </a:cubicBezTo>
                    <a:cubicBezTo>
                      <a:pt x="58" y="171"/>
                      <a:pt x="66" y="172"/>
                      <a:pt x="74" y="175"/>
                    </a:cubicBezTo>
                    <a:cubicBezTo>
                      <a:pt x="81" y="178"/>
                      <a:pt x="88" y="181"/>
                      <a:pt x="94" y="186"/>
                    </a:cubicBezTo>
                    <a:cubicBezTo>
                      <a:pt x="97" y="188"/>
                      <a:pt x="99" y="191"/>
                      <a:pt x="102" y="195"/>
                    </a:cubicBezTo>
                    <a:cubicBezTo>
                      <a:pt x="104" y="192"/>
                      <a:pt x="107" y="190"/>
                      <a:pt x="111" y="190"/>
                    </a:cubicBezTo>
                    <a:cubicBezTo>
                      <a:pt x="115" y="191"/>
                      <a:pt x="118" y="193"/>
                      <a:pt x="120" y="197"/>
                    </a:cubicBezTo>
                    <a:cubicBezTo>
                      <a:pt x="121" y="200"/>
                      <a:pt x="122" y="203"/>
                      <a:pt x="122" y="206"/>
                    </a:cubicBezTo>
                    <a:cubicBezTo>
                      <a:pt x="122" y="209"/>
                      <a:pt x="122" y="211"/>
                      <a:pt x="122" y="213"/>
                    </a:cubicBezTo>
                    <a:cubicBezTo>
                      <a:pt x="122" y="217"/>
                      <a:pt x="122" y="220"/>
                      <a:pt x="123" y="223"/>
                    </a:cubicBezTo>
                    <a:cubicBezTo>
                      <a:pt x="123" y="228"/>
                      <a:pt x="123" y="232"/>
                      <a:pt x="124" y="237"/>
                    </a:cubicBezTo>
                    <a:cubicBezTo>
                      <a:pt x="125" y="241"/>
                      <a:pt x="126" y="245"/>
                      <a:pt x="127" y="250"/>
                    </a:cubicBezTo>
                    <a:cubicBezTo>
                      <a:pt x="127" y="251"/>
                      <a:pt x="128" y="253"/>
                      <a:pt x="129" y="255"/>
                    </a:cubicBezTo>
                    <a:cubicBezTo>
                      <a:pt x="130" y="256"/>
                      <a:pt x="130" y="257"/>
                      <a:pt x="131" y="257"/>
                    </a:cubicBezTo>
                    <a:cubicBezTo>
                      <a:pt x="131" y="258"/>
                      <a:pt x="131" y="259"/>
                      <a:pt x="132" y="259"/>
                    </a:cubicBezTo>
                    <a:cubicBezTo>
                      <a:pt x="133" y="260"/>
                      <a:pt x="133" y="260"/>
                      <a:pt x="133" y="261"/>
                    </a:cubicBezTo>
                    <a:cubicBezTo>
                      <a:pt x="133" y="260"/>
                      <a:pt x="133" y="260"/>
                      <a:pt x="133" y="260"/>
                    </a:cubicBezTo>
                    <a:cubicBezTo>
                      <a:pt x="133" y="260"/>
                      <a:pt x="133" y="261"/>
                      <a:pt x="134" y="261"/>
                    </a:cubicBezTo>
                    <a:lnTo>
                      <a:pt x="134" y="262"/>
                    </a:lnTo>
                    <a:lnTo>
                      <a:pt x="135" y="262"/>
                    </a:lnTo>
                    <a:lnTo>
                      <a:pt x="136" y="262"/>
                    </a:lnTo>
                    <a:lnTo>
                      <a:pt x="137" y="262"/>
                    </a:lnTo>
                    <a:cubicBezTo>
                      <a:pt x="137" y="261"/>
                      <a:pt x="138" y="261"/>
                      <a:pt x="138" y="261"/>
                    </a:cubicBezTo>
                    <a:lnTo>
                      <a:pt x="139" y="260"/>
                    </a:lnTo>
                    <a:cubicBezTo>
                      <a:pt x="140" y="260"/>
                      <a:pt x="140" y="260"/>
                      <a:pt x="140" y="259"/>
                    </a:cubicBezTo>
                    <a:cubicBezTo>
                      <a:pt x="142" y="258"/>
                      <a:pt x="144" y="256"/>
                      <a:pt x="145" y="255"/>
                    </a:cubicBezTo>
                    <a:cubicBezTo>
                      <a:pt x="147" y="253"/>
                      <a:pt x="149" y="250"/>
                      <a:pt x="150" y="248"/>
                    </a:cubicBezTo>
                    <a:cubicBezTo>
                      <a:pt x="152" y="246"/>
                      <a:pt x="154" y="243"/>
                      <a:pt x="155" y="241"/>
                    </a:cubicBezTo>
                    <a:cubicBezTo>
                      <a:pt x="157" y="238"/>
                      <a:pt x="158" y="234"/>
                      <a:pt x="159" y="231"/>
                    </a:cubicBezTo>
                    <a:cubicBezTo>
                      <a:pt x="162" y="224"/>
                      <a:pt x="165" y="216"/>
                      <a:pt x="166" y="208"/>
                    </a:cubicBezTo>
                    <a:cubicBezTo>
                      <a:pt x="168" y="204"/>
                      <a:pt x="169" y="200"/>
                      <a:pt x="170" y="196"/>
                    </a:cubicBezTo>
                    <a:cubicBezTo>
                      <a:pt x="173" y="181"/>
                      <a:pt x="176" y="166"/>
                      <a:pt x="177" y="151"/>
                    </a:cubicBezTo>
                    <a:cubicBezTo>
                      <a:pt x="178" y="141"/>
                      <a:pt x="178" y="130"/>
                      <a:pt x="178" y="120"/>
                    </a:cubicBezTo>
                    <a:cubicBezTo>
                      <a:pt x="178" y="111"/>
                      <a:pt x="176" y="102"/>
                      <a:pt x="175" y="93"/>
                    </a:cubicBezTo>
                    <a:cubicBezTo>
                      <a:pt x="174" y="87"/>
                      <a:pt x="173" y="81"/>
                      <a:pt x="172" y="75"/>
                    </a:cubicBezTo>
                    <a:cubicBezTo>
                      <a:pt x="172" y="76"/>
                      <a:pt x="172" y="76"/>
                      <a:pt x="172" y="77"/>
                    </a:cubicBezTo>
                    <a:cubicBezTo>
                      <a:pt x="169" y="61"/>
                      <a:pt x="166" y="45"/>
                      <a:pt x="161" y="29"/>
                    </a:cubicBezTo>
                    <a:cubicBezTo>
                      <a:pt x="159" y="26"/>
                      <a:pt x="158" y="22"/>
                      <a:pt x="157" y="19"/>
                    </a:cubicBezTo>
                    <a:cubicBezTo>
                      <a:pt x="157" y="19"/>
                      <a:pt x="157" y="18"/>
                      <a:pt x="157" y="17"/>
                    </a:cubicBezTo>
                    <a:cubicBezTo>
                      <a:pt x="154" y="12"/>
                      <a:pt x="155" y="6"/>
                      <a:pt x="161" y="3"/>
                    </a:cubicBezTo>
                    <a:cubicBezTo>
                      <a:pt x="166" y="0"/>
                      <a:pt x="172" y="2"/>
                      <a:pt x="175" y="7"/>
                    </a:cubicBezTo>
                    <a:cubicBezTo>
                      <a:pt x="177" y="10"/>
                      <a:pt x="179" y="13"/>
                      <a:pt x="180" y="16"/>
                    </a:cubicBezTo>
                    <a:cubicBezTo>
                      <a:pt x="183" y="19"/>
                      <a:pt x="185" y="23"/>
                      <a:pt x="187" y="27"/>
                    </a:cubicBezTo>
                    <a:cubicBezTo>
                      <a:pt x="193" y="35"/>
                      <a:pt x="198" y="44"/>
                      <a:pt x="203" y="52"/>
                    </a:cubicBezTo>
                    <a:cubicBezTo>
                      <a:pt x="206" y="58"/>
                      <a:pt x="210" y="63"/>
                      <a:pt x="212" y="68"/>
                    </a:cubicBezTo>
                    <a:cubicBezTo>
                      <a:pt x="220" y="81"/>
                      <a:pt x="227" y="95"/>
                      <a:pt x="232" y="110"/>
                    </a:cubicBezTo>
                    <a:cubicBezTo>
                      <a:pt x="238" y="125"/>
                      <a:pt x="241" y="140"/>
                      <a:pt x="244" y="156"/>
                    </a:cubicBezTo>
                    <a:cubicBezTo>
                      <a:pt x="246" y="171"/>
                      <a:pt x="247" y="187"/>
                      <a:pt x="246" y="203"/>
                    </a:cubicBezTo>
                    <a:cubicBezTo>
                      <a:pt x="246" y="218"/>
                      <a:pt x="244" y="234"/>
                      <a:pt x="241" y="249"/>
                    </a:cubicBezTo>
                    <a:cubicBezTo>
                      <a:pt x="238" y="264"/>
                      <a:pt x="232" y="279"/>
                      <a:pt x="226" y="293"/>
                    </a:cubicBezTo>
                    <a:cubicBezTo>
                      <a:pt x="215" y="317"/>
                      <a:pt x="201" y="339"/>
                      <a:pt x="186" y="361"/>
                    </a:cubicBezTo>
                    <a:cubicBezTo>
                      <a:pt x="179" y="372"/>
                      <a:pt x="171" y="383"/>
                      <a:pt x="164" y="393"/>
                    </a:cubicBezTo>
                    <a:cubicBezTo>
                      <a:pt x="147" y="417"/>
                      <a:pt x="131" y="440"/>
                      <a:pt x="115" y="464"/>
                    </a:cubicBezTo>
                    <a:cubicBezTo>
                      <a:pt x="113" y="466"/>
                      <a:pt x="110" y="468"/>
                      <a:pt x="106" y="468"/>
                    </a:cubicBezTo>
                    <a:cubicBezTo>
                      <a:pt x="105" y="468"/>
                      <a:pt x="104" y="467"/>
                      <a:pt x="102" y="46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1" name="Google Shape;3561;p40">
                <a:extLst>
                  <a:ext uri="{FF2B5EF4-FFF2-40B4-BE49-F238E27FC236}">
                    <a16:creationId xmlns:a16="http://schemas.microsoft.com/office/drawing/2014/main" id="{2C311B4E-5ACA-7C0B-1267-180424ABCFAC}"/>
                  </a:ext>
                </a:extLst>
              </p:cNvPr>
              <p:cNvSpPr/>
              <p:nvPr/>
            </p:nvSpPr>
            <p:spPr>
              <a:xfrm>
                <a:off x="471240" y="4776480"/>
                <a:ext cx="62640" cy="80280"/>
              </a:xfrm>
              <a:custGeom>
                <a:avLst/>
                <a:gdLst/>
                <a:ahLst/>
                <a:cxnLst/>
                <a:rect l="l" t="t" r="r" b="b"/>
                <a:pathLst>
                  <a:path w="174" h="223" extrusionOk="0">
                    <a:moveTo>
                      <a:pt x="91" y="222"/>
                    </a:moveTo>
                    <a:cubicBezTo>
                      <a:pt x="85" y="222"/>
                      <a:pt x="79" y="220"/>
                      <a:pt x="74" y="217"/>
                    </a:cubicBezTo>
                    <a:cubicBezTo>
                      <a:pt x="69" y="214"/>
                      <a:pt x="65" y="210"/>
                      <a:pt x="61" y="205"/>
                    </a:cubicBezTo>
                    <a:cubicBezTo>
                      <a:pt x="53" y="196"/>
                      <a:pt x="48" y="184"/>
                      <a:pt x="44" y="172"/>
                    </a:cubicBezTo>
                    <a:cubicBezTo>
                      <a:pt x="40" y="159"/>
                      <a:pt x="39" y="145"/>
                      <a:pt x="39" y="132"/>
                    </a:cubicBezTo>
                    <a:cubicBezTo>
                      <a:pt x="39" y="118"/>
                      <a:pt x="40" y="105"/>
                      <a:pt x="43" y="91"/>
                    </a:cubicBezTo>
                    <a:cubicBezTo>
                      <a:pt x="44" y="86"/>
                      <a:pt x="46" y="79"/>
                      <a:pt x="49" y="74"/>
                    </a:cubicBezTo>
                    <a:cubicBezTo>
                      <a:pt x="51" y="70"/>
                      <a:pt x="56" y="66"/>
                      <a:pt x="62" y="66"/>
                    </a:cubicBezTo>
                    <a:cubicBezTo>
                      <a:pt x="65" y="66"/>
                      <a:pt x="69" y="69"/>
                      <a:pt x="72" y="72"/>
                    </a:cubicBezTo>
                    <a:cubicBezTo>
                      <a:pt x="74" y="74"/>
                      <a:pt x="75" y="77"/>
                      <a:pt x="75" y="81"/>
                    </a:cubicBezTo>
                    <a:cubicBezTo>
                      <a:pt x="74" y="86"/>
                      <a:pt x="70" y="90"/>
                      <a:pt x="65" y="90"/>
                    </a:cubicBezTo>
                    <a:cubicBezTo>
                      <a:pt x="64" y="94"/>
                      <a:pt x="64" y="97"/>
                      <a:pt x="62" y="101"/>
                    </a:cubicBezTo>
                    <a:cubicBezTo>
                      <a:pt x="61" y="106"/>
                      <a:pt x="61" y="112"/>
                      <a:pt x="60" y="118"/>
                    </a:cubicBezTo>
                    <a:cubicBezTo>
                      <a:pt x="60" y="125"/>
                      <a:pt x="60" y="132"/>
                      <a:pt x="60" y="139"/>
                    </a:cubicBezTo>
                    <a:cubicBezTo>
                      <a:pt x="60" y="145"/>
                      <a:pt x="61" y="151"/>
                      <a:pt x="62" y="157"/>
                    </a:cubicBezTo>
                    <a:cubicBezTo>
                      <a:pt x="62" y="162"/>
                      <a:pt x="64" y="167"/>
                      <a:pt x="65" y="172"/>
                    </a:cubicBezTo>
                    <a:cubicBezTo>
                      <a:pt x="66" y="175"/>
                      <a:pt x="67" y="178"/>
                      <a:pt x="69" y="181"/>
                    </a:cubicBezTo>
                    <a:cubicBezTo>
                      <a:pt x="69" y="183"/>
                      <a:pt x="71" y="185"/>
                      <a:pt x="72" y="188"/>
                    </a:cubicBezTo>
                    <a:cubicBezTo>
                      <a:pt x="73" y="189"/>
                      <a:pt x="74" y="190"/>
                      <a:pt x="75" y="192"/>
                    </a:cubicBezTo>
                    <a:cubicBezTo>
                      <a:pt x="76" y="193"/>
                      <a:pt x="78" y="195"/>
                      <a:pt x="79" y="196"/>
                    </a:cubicBezTo>
                    <a:cubicBezTo>
                      <a:pt x="81" y="197"/>
                      <a:pt x="82" y="198"/>
                      <a:pt x="83" y="199"/>
                    </a:cubicBezTo>
                    <a:lnTo>
                      <a:pt x="84" y="200"/>
                    </a:lnTo>
                    <a:cubicBezTo>
                      <a:pt x="85" y="200"/>
                      <a:pt x="87" y="201"/>
                      <a:pt x="88" y="201"/>
                    </a:cubicBezTo>
                    <a:cubicBezTo>
                      <a:pt x="89" y="201"/>
                      <a:pt x="89" y="201"/>
                      <a:pt x="90" y="202"/>
                    </a:cubicBezTo>
                    <a:lnTo>
                      <a:pt x="92" y="202"/>
                    </a:lnTo>
                    <a:lnTo>
                      <a:pt x="93" y="202"/>
                    </a:lnTo>
                    <a:cubicBezTo>
                      <a:pt x="95" y="202"/>
                      <a:pt x="96" y="202"/>
                      <a:pt x="97" y="202"/>
                    </a:cubicBezTo>
                    <a:cubicBezTo>
                      <a:pt x="97" y="201"/>
                      <a:pt x="98" y="201"/>
                      <a:pt x="99" y="201"/>
                    </a:cubicBezTo>
                    <a:cubicBezTo>
                      <a:pt x="100" y="201"/>
                      <a:pt x="101" y="200"/>
                      <a:pt x="102" y="200"/>
                    </a:cubicBezTo>
                    <a:cubicBezTo>
                      <a:pt x="103" y="200"/>
                      <a:pt x="104" y="199"/>
                      <a:pt x="104" y="199"/>
                    </a:cubicBezTo>
                    <a:cubicBezTo>
                      <a:pt x="106" y="197"/>
                      <a:pt x="107" y="197"/>
                      <a:pt x="108" y="196"/>
                    </a:cubicBezTo>
                    <a:cubicBezTo>
                      <a:pt x="110" y="194"/>
                      <a:pt x="112" y="192"/>
                      <a:pt x="114" y="190"/>
                    </a:cubicBezTo>
                    <a:cubicBezTo>
                      <a:pt x="116" y="188"/>
                      <a:pt x="118" y="186"/>
                      <a:pt x="120" y="183"/>
                    </a:cubicBezTo>
                    <a:lnTo>
                      <a:pt x="120" y="184"/>
                    </a:lnTo>
                    <a:cubicBezTo>
                      <a:pt x="124" y="178"/>
                      <a:pt x="127" y="172"/>
                      <a:pt x="130" y="167"/>
                    </a:cubicBezTo>
                    <a:cubicBezTo>
                      <a:pt x="131" y="166"/>
                      <a:pt x="131" y="166"/>
                      <a:pt x="131" y="165"/>
                    </a:cubicBezTo>
                    <a:cubicBezTo>
                      <a:pt x="131" y="166"/>
                      <a:pt x="131" y="166"/>
                      <a:pt x="131" y="166"/>
                    </a:cubicBezTo>
                    <a:cubicBezTo>
                      <a:pt x="135" y="158"/>
                      <a:pt x="138" y="150"/>
                      <a:pt x="142" y="141"/>
                    </a:cubicBezTo>
                    <a:cubicBezTo>
                      <a:pt x="145" y="133"/>
                      <a:pt x="148" y="124"/>
                      <a:pt x="149" y="115"/>
                    </a:cubicBezTo>
                    <a:cubicBezTo>
                      <a:pt x="151" y="109"/>
                      <a:pt x="152" y="102"/>
                      <a:pt x="153" y="96"/>
                    </a:cubicBezTo>
                    <a:cubicBezTo>
                      <a:pt x="153" y="93"/>
                      <a:pt x="153" y="90"/>
                      <a:pt x="153" y="87"/>
                    </a:cubicBezTo>
                    <a:cubicBezTo>
                      <a:pt x="153" y="83"/>
                      <a:pt x="152" y="79"/>
                      <a:pt x="152" y="76"/>
                    </a:cubicBezTo>
                    <a:cubicBezTo>
                      <a:pt x="151" y="73"/>
                      <a:pt x="150" y="70"/>
                      <a:pt x="149" y="67"/>
                    </a:cubicBezTo>
                    <a:cubicBezTo>
                      <a:pt x="149" y="64"/>
                      <a:pt x="148" y="62"/>
                      <a:pt x="146" y="59"/>
                    </a:cubicBezTo>
                    <a:cubicBezTo>
                      <a:pt x="145" y="55"/>
                      <a:pt x="143" y="52"/>
                      <a:pt x="141" y="49"/>
                    </a:cubicBezTo>
                    <a:cubicBezTo>
                      <a:pt x="139" y="46"/>
                      <a:pt x="137" y="44"/>
                      <a:pt x="135" y="41"/>
                    </a:cubicBezTo>
                    <a:cubicBezTo>
                      <a:pt x="134" y="39"/>
                      <a:pt x="131" y="37"/>
                      <a:pt x="129" y="34"/>
                    </a:cubicBezTo>
                    <a:cubicBezTo>
                      <a:pt x="127" y="33"/>
                      <a:pt x="124" y="30"/>
                      <a:pt x="122" y="28"/>
                    </a:cubicBezTo>
                    <a:cubicBezTo>
                      <a:pt x="120" y="27"/>
                      <a:pt x="118" y="27"/>
                      <a:pt x="117" y="26"/>
                    </a:cubicBezTo>
                    <a:cubicBezTo>
                      <a:pt x="114" y="24"/>
                      <a:pt x="112" y="23"/>
                      <a:pt x="110" y="23"/>
                    </a:cubicBezTo>
                    <a:cubicBezTo>
                      <a:pt x="108" y="22"/>
                      <a:pt x="106" y="21"/>
                      <a:pt x="104" y="21"/>
                    </a:cubicBezTo>
                    <a:cubicBezTo>
                      <a:pt x="103" y="20"/>
                      <a:pt x="102" y="20"/>
                      <a:pt x="100" y="20"/>
                    </a:cubicBezTo>
                    <a:cubicBezTo>
                      <a:pt x="99" y="20"/>
                      <a:pt x="97" y="20"/>
                      <a:pt x="96" y="20"/>
                    </a:cubicBezTo>
                    <a:cubicBezTo>
                      <a:pt x="95" y="20"/>
                      <a:pt x="92" y="20"/>
                      <a:pt x="90" y="21"/>
                    </a:cubicBezTo>
                    <a:cubicBezTo>
                      <a:pt x="87" y="21"/>
                      <a:pt x="84" y="23"/>
                      <a:pt x="81" y="23"/>
                    </a:cubicBezTo>
                    <a:lnTo>
                      <a:pt x="82" y="23"/>
                    </a:lnTo>
                    <a:cubicBezTo>
                      <a:pt x="74" y="26"/>
                      <a:pt x="67" y="28"/>
                      <a:pt x="60" y="31"/>
                    </a:cubicBezTo>
                    <a:cubicBezTo>
                      <a:pt x="52" y="35"/>
                      <a:pt x="44" y="40"/>
                      <a:pt x="36" y="43"/>
                    </a:cubicBezTo>
                    <a:cubicBezTo>
                      <a:pt x="29" y="47"/>
                      <a:pt x="22" y="50"/>
                      <a:pt x="15" y="54"/>
                    </a:cubicBezTo>
                    <a:cubicBezTo>
                      <a:pt x="11" y="56"/>
                      <a:pt x="5" y="55"/>
                      <a:pt x="3" y="50"/>
                    </a:cubicBezTo>
                    <a:cubicBezTo>
                      <a:pt x="0" y="45"/>
                      <a:pt x="1" y="40"/>
                      <a:pt x="6" y="37"/>
                    </a:cubicBezTo>
                    <a:cubicBezTo>
                      <a:pt x="14" y="33"/>
                      <a:pt x="21" y="29"/>
                      <a:pt x="29" y="26"/>
                    </a:cubicBezTo>
                    <a:cubicBezTo>
                      <a:pt x="39" y="21"/>
                      <a:pt x="48" y="15"/>
                      <a:pt x="59" y="11"/>
                    </a:cubicBezTo>
                    <a:cubicBezTo>
                      <a:pt x="66" y="8"/>
                      <a:pt x="73" y="6"/>
                      <a:pt x="79" y="3"/>
                    </a:cubicBezTo>
                    <a:cubicBezTo>
                      <a:pt x="87" y="2"/>
                      <a:pt x="94" y="0"/>
                      <a:pt x="102" y="1"/>
                    </a:cubicBezTo>
                    <a:cubicBezTo>
                      <a:pt x="115" y="2"/>
                      <a:pt x="128" y="9"/>
                      <a:pt x="139" y="17"/>
                    </a:cubicBezTo>
                    <a:cubicBezTo>
                      <a:pt x="149" y="27"/>
                      <a:pt x="158" y="38"/>
                      <a:pt x="164" y="51"/>
                    </a:cubicBezTo>
                    <a:cubicBezTo>
                      <a:pt x="170" y="65"/>
                      <a:pt x="173" y="79"/>
                      <a:pt x="172" y="94"/>
                    </a:cubicBezTo>
                    <a:cubicBezTo>
                      <a:pt x="172" y="101"/>
                      <a:pt x="171" y="109"/>
                      <a:pt x="169" y="116"/>
                    </a:cubicBezTo>
                    <a:cubicBezTo>
                      <a:pt x="168" y="124"/>
                      <a:pt x="166" y="132"/>
                      <a:pt x="163" y="139"/>
                    </a:cubicBezTo>
                    <a:cubicBezTo>
                      <a:pt x="159" y="154"/>
                      <a:pt x="152" y="168"/>
                      <a:pt x="145" y="181"/>
                    </a:cubicBezTo>
                    <a:cubicBezTo>
                      <a:pt x="139" y="192"/>
                      <a:pt x="132" y="201"/>
                      <a:pt x="124" y="210"/>
                    </a:cubicBezTo>
                    <a:cubicBezTo>
                      <a:pt x="119" y="213"/>
                      <a:pt x="114" y="217"/>
                      <a:pt x="108" y="219"/>
                    </a:cubicBezTo>
                    <a:cubicBezTo>
                      <a:pt x="104" y="221"/>
                      <a:pt x="98" y="222"/>
                      <a:pt x="92" y="222"/>
                    </a:cubicBezTo>
                    <a:lnTo>
                      <a:pt x="91" y="22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2" name="Google Shape;3562;p40">
                <a:extLst>
                  <a:ext uri="{FF2B5EF4-FFF2-40B4-BE49-F238E27FC236}">
                    <a16:creationId xmlns:a16="http://schemas.microsoft.com/office/drawing/2014/main" id="{E3281F63-0B51-7EB0-44C5-5695DC668340}"/>
                  </a:ext>
                </a:extLst>
              </p:cNvPr>
              <p:cNvSpPr/>
              <p:nvPr/>
            </p:nvSpPr>
            <p:spPr>
              <a:xfrm>
                <a:off x="92520" y="4823280"/>
                <a:ext cx="37800" cy="17640"/>
              </a:xfrm>
              <a:custGeom>
                <a:avLst/>
                <a:gdLst/>
                <a:ahLst/>
                <a:cxnLst/>
                <a:rect l="l" t="t" r="r" b="b"/>
                <a:pathLst>
                  <a:path w="105" h="49" extrusionOk="0">
                    <a:moveTo>
                      <a:pt x="6" y="45"/>
                    </a:moveTo>
                    <a:cubicBezTo>
                      <a:pt x="4" y="44"/>
                      <a:pt x="2" y="41"/>
                      <a:pt x="2" y="38"/>
                    </a:cubicBezTo>
                    <a:cubicBezTo>
                      <a:pt x="0" y="35"/>
                      <a:pt x="2" y="33"/>
                      <a:pt x="3" y="30"/>
                    </a:cubicBezTo>
                    <a:cubicBezTo>
                      <a:pt x="6" y="24"/>
                      <a:pt x="13" y="22"/>
                      <a:pt x="18" y="20"/>
                    </a:cubicBezTo>
                    <a:cubicBezTo>
                      <a:pt x="23" y="18"/>
                      <a:pt x="28" y="16"/>
                      <a:pt x="33" y="15"/>
                    </a:cubicBezTo>
                    <a:cubicBezTo>
                      <a:pt x="39" y="13"/>
                      <a:pt x="45" y="11"/>
                      <a:pt x="52" y="10"/>
                    </a:cubicBezTo>
                    <a:cubicBezTo>
                      <a:pt x="65" y="7"/>
                      <a:pt x="78" y="4"/>
                      <a:pt x="91" y="1"/>
                    </a:cubicBezTo>
                    <a:cubicBezTo>
                      <a:pt x="96" y="0"/>
                      <a:pt x="102" y="3"/>
                      <a:pt x="103" y="8"/>
                    </a:cubicBezTo>
                    <a:cubicBezTo>
                      <a:pt x="104" y="13"/>
                      <a:pt x="101" y="19"/>
                      <a:pt x="95" y="20"/>
                    </a:cubicBezTo>
                    <a:cubicBezTo>
                      <a:pt x="85" y="23"/>
                      <a:pt x="74" y="25"/>
                      <a:pt x="64" y="28"/>
                    </a:cubicBezTo>
                    <a:cubicBezTo>
                      <a:pt x="55" y="31"/>
                      <a:pt x="45" y="33"/>
                      <a:pt x="35" y="36"/>
                    </a:cubicBezTo>
                    <a:cubicBezTo>
                      <a:pt x="32" y="37"/>
                      <a:pt x="28" y="38"/>
                      <a:pt x="25" y="40"/>
                    </a:cubicBezTo>
                    <a:lnTo>
                      <a:pt x="24" y="40"/>
                    </a:lnTo>
                    <a:cubicBezTo>
                      <a:pt x="24" y="42"/>
                      <a:pt x="23" y="44"/>
                      <a:pt x="21" y="44"/>
                    </a:cubicBezTo>
                    <a:cubicBezTo>
                      <a:pt x="19" y="45"/>
                      <a:pt x="17" y="46"/>
                      <a:pt x="16" y="47"/>
                    </a:cubicBezTo>
                    <a:cubicBezTo>
                      <a:pt x="15" y="47"/>
                      <a:pt x="14" y="48"/>
                      <a:pt x="13" y="48"/>
                    </a:cubicBezTo>
                    <a:cubicBezTo>
                      <a:pt x="11" y="48"/>
                      <a:pt x="9" y="46"/>
                      <a:pt x="6" y="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3" name="Google Shape;3563;p40">
                <a:extLst>
                  <a:ext uri="{FF2B5EF4-FFF2-40B4-BE49-F238E27FC236}">
                    <a16:creationId xmlns:a16="http://schemas.microsoft.com/office/drawing/2014/main" id="{73181277-FD02-B36F-614C-21A4CF697297}"/>
                  </a:ext>
                </a:extLst>
              </p:cNvPr>
              <p:cNvSpPr/>
              <p:nvPr/>
            </p:nvSpPr>
            <p:spPr>
              <a:xfrm>
                <a:off x="172440" y="4765680"/>
                <a:ext cx="10152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167" extrusionOk="0">
                    <a:moveTo>
                      <a:pt x="48" y="110"/>
                    </a:moveTo>
                    <a:lnTo>
                      <a:pt x="49" y="110"/>
                    </a:lnTo>
                    <a:cubicBezTo>
                      <a:pt x="51" y="110"/>
                      <a:pt x="51" y="109"/>
                      <a:pt x="52" y="109"/>
                    </a:cubicBezTo>
                    <a:cubicBezTo>
                      <a:pt x="53" y="109"/>
                      <a:pt x="54" y="109"/>
                      <a:pt x="55" y="108"/>
                    </a:cubicBezTo>
                    <a:cubicBezTo>
                      <a:pt x="56" y="107"/>
                      <a:pt x="57" y="107"/>
                      <a:pt x="58" y="106"/>
                    </a:cubicBezTo>
                    <a:cubicBezTo>
                      <a:pt x="59" y="106"/>
                      <a:pt x="60" y="104"/>
                      <a:pt x="62" y="104"/>
                    </a:cubicBezTo>
                    <a:cubicBezTo>
                      <a:pt x="63" y="103"/>
                      <a:pt x="65" y="101"/>
                      <a:pt x="66" y="100"/>
                    </a:cubicBezTo>
                    <a:cubicBezTo>
                      <a:pt x="67" y="98"/>
                      <a:pt x="69" y="96"/>
                      <a:pt x="70" y="95"/>
                    </a:cubicBezTo>
                    <a:cubicBezTo>
                      <a:pt x="72" y="92"/>
                      <a:pt x="73" y="89"/>
                      <a:pt x="75" y="86"/>
                    </a:cubicBezTo>
                    <a:cubicBezTo>
                      <a:pt x="73" y="86"/>
                      <a:pt x="70" y="85"/>
                      <a:pt x="67" y="84"/>
                    </a:cubicBezTo>
                    <a:cubicBezTo>
                      <a:pt x="62" y="81"/>
                      <a:pt x="60" y="74"/>
                      <a:pt x="62" y="69"/>
                    </a:cubicBezTo>
                    <a:cubicBezTo>
                      <a:pt x="65" y="64"/>
                      <a:pt x="72" y="61"/>
                      <a:pt x="77" y="64"/>
                    </a:cubicBezTo>
                    <a:lnTo>
                      <a:pt x="78" y="64"/>
                    </a:lnTo>
                    <a:cubicBezTo>
                      <a:pt x="78" y="62"/>
                      <a:pt x="79" y="60"/>
                      <a:pt x="79" y="57"/>
                    </a:cubicBezTo>
                    <a:cubicBezTo>
                      <a:pt x="80" y="54"/>
                      <a:pt x="80" y="52"/>
                      <a:pt x="81" y="49"/>
                    </a:cubicBezTo>
                    <a:cubicBezTo>
                      <a:pt x="81" y="47"/>
                      <a:pt x="82" y="44"/>
                      <a:pt x="83" y="42"/>
                    </a:cubicBezTo>
                    <a:cubicBezTo>
                      <a:pt x="83" y="41"/>
                      <a:pt x="84" y="40"/>
                      <a:pt x="85" y="39"/>
                    </a:cubicBezTo>
                    <a:cubicBezTo>
                      <a:pt x="84" y="37"/>
                      <a:pt x="84" y="35"/>
                      <a:pt x="83" y="33"/>
                    </a:cubicBezTo>
                    <a:cubicBezTo>
                      <a:pt x="83" y="33"/>
                      <a:pt x="83" y="32"/>
                      <a:pt x="82" y="32"/>
                    </a:cubicBezTo>
                    <a:cubicBezTo>
                      <a:pt x="82" y="32"/>
                      <a:pt x="81" y="32"/>
                      <a:pt x="81" y="31"/>
                    </a:cubicBezTo>
                    <a:lnTo>
                      <a:pt x="81" y="30"/>
                    </a:lnTo>
                    <a:cubicBezTo>
                      <a:pt x="80" y="30"/>
                      <a:pt x="79" y="29"/>
                      <a:pt x="78" y="28"/>
                    </a:cubicBezTo>
                    <a:cubicBezTo>
                      <a:pt x="77" y="28"/>
                      <a:pt x="75" y="26"/>
                      <a:pt x="74" y="26"/>
                    </a:cubicBezTo>
                    <a:cubicBezTo>
                      <a:pt x="71" y="24"/>
                      <a:pt x="69" y="23"/>
                      <a:pt x="66" y="22"/>
                    </a:cubicBezTo>
                    <a:cubicBezTo>
                      <a:pt x="65" y="22"/>
                      <a:pt x="63" y="21"/>
                      <a:pt x="62" y="21"/>
                    </a:cubicBezTo>
                    <a:cubicBezTo>
                      <a:pt x="60" y="21"/>
                      <a:pt x="59" y="21"/>
                      <a:pt x="59" y="21"/>
                    </a:cubicBezTo>
                    <a:cubicBezTo>
                      <a:pt x="58" y="21"/>
                      <a:pt x="56" y="22"/>
                      <a:pt x="55" y="22"/>
                    </a:cubicBezTo>
                    <a:cubicBezTo>
                      <a:pt x="53" y="23"/>
                      <a:pt x="51" y="23"/>
                      <a:pt x="49" y="24"/>
                    </a:cubicBezTo>
                    <a:cubicBezTo>
                      <a:pt x="48" y="25"/>
                      <a:pt x="48" y="25"/>
                      <a:pt x="47" y="25"/>
                    </a:cubicBezTo>
                    <a:cubicBezTo>
                      <a:pt x="46" y="26"/>
                      <a:pt x="46" y="26"/>
                      <a:pt x="45" y="27"/>
                    </a:cubicBezTo>
                    <a:cubicBezTo>
                      <a:pt x="46" y="26"/>
                      <a:pt x="46" y="26"/>
                      <a:pt x="46" y="26"/>
                    </a:cubicBezTo>
                    <a:cubicBezTo>
                      <a:pt x="45" y="27"/>
                      <a:pt x="45" y="28"/>
                      <a:pt x="44" y="29"/>
                    </a:cubicBezTo>
                    <a:lnTo>
                      <a:pt x="44" y="28"/>
                    </a:lnTo>
                    <a:cubicBezTo>
                      <a:pt x="42" y="30"/>
                      <a:pt x="40" y="33"/>
                      <a:pt x="38" y="36"/>
                    </a:cubicBezTo>
                    <a:cubicBezTo>
                      <a:pt x="36" y="39"/>
                      <a:pt x="34" y="43"/>
                      <a:pt x="31" y="46"/>
                    </a:cubicBezTo>
                    <a:lnTo>
                      <a:pt x="32" y="46"/>
                    </a:lnTo>
                    <a:cubicBezTo>
                      <a:pt x="30" y="50"/>
                      <a:pt x="28" y="53"/>
                      <a:pt x="27" y="57"/>
                    </a:cubicBezTo>
                    <a:cubicBezTo>
                      <a:pt x="25" y="61"/>
                      <a:pt x="24" y="64"/>
                      <a:pt x="23" y="68"/>
                    </a:cubicBezTo>
                    <a:cubicBezTo>
                      <a:pt x="23" y="71"/>
                      <a:pt x="23" y="73"/>
                      <a:pt x="22" y="76"/>
                    </a:cubicBezTo>
                    <a:cubicBezTo>
                      <a:pt x="22" y="78"/>
                      <a:pt x="22" y="79"/>
                      <a:pt x="22" y="82"/>
                    </a:cubicBezTo>
                    <a:cubicBezTo>
                      <a:pt x="22" y="83"/>
                      <a:pt x="22" y="85"/>
                      <a:pt x="23" y="86"/>
                    </a:cubicBezTo>
                    <a:cubicBezTo>
                      <a:pt x="23" y="88"/>
                      <a:pt x="23" y="89"/>
                      <a:pt x="24" y="90"/>
                    </a:cubicBezTo>
                    <a:cubicBezTo>
                      <a:pt x="24" y="92"/>
                      <a:pt x="24" y="93"/>
                      <a:pt x="25" y="94"/>
                    </a:cubicBezTo>
                    <a:cubicBezTo>
                      <a:pt x="25" y="95"/>
                      <a:pt x="26" y="96"/>
                      <a:pt x="27" y="97"/>
                    </a:cubicBezTo>
                    <a:cubicBezTo>
                      <a:pt x="27" y="99"/>
                      <a:pt x="28" y="99"/>
                      <a:pt x="29" y="100"/>
                    </a:cubicBezTo>
                    <a:cubicBezTo>
                      <a:pt x="30" y="101"/>
                      <a:pt x="31" y="102"/>
                      <a:pt x="31" y="103"/>
                    </a:cubicBezTo>
                    <a:cubicBezTo>
                      <a:pt x="32" y="104"/>
                      <a:pt x="34" y="105"/>
                      <a:pt x="35" y="106"/>
                    </a:cubicBezTo>
                    <a:cubicBezTo>
                      <a:pt x="36" y="106"/>
                      <a:pt x="37" y="107"/>
                      <a:pt x="38" y="108"/>
                    </a:cubicBezTo>
                    <a:cubicBezTo>
                      <a:pt x="39" y="108"/>
                      <a:pt x="39" y="109"/>
                      <a:pt x="40" y="109"/>
                    </a:cubicBezTo>
                    <a:cubicBezTo>
                      <a:pt x="41" y="109"/>
                      <a:pt x="42" y="109"/>
                      <a:pt x="43" y="110"/>
                    </a:cubicBezTo>
                    <a:cubicBezTo>
                      <a:pt x="44" y="110"/>
                      <a:pt x="45" y="110"/>
                      <a:pt x="45" y="110"/>
                    </a:cubicBezTo>
                    <a:cubicBezTo>
                      <a:pt x="46" y="110"/>
                      <a:pt x="46" y="110"/>
                      <a:pt x="48" y="110"/>
                    </a:cubicBezTo>
                    <a:moveTo>
                      <a:pt x="136" y="166"/>
                    </a:moveTo>
                    <a:cubicBezTo>
                      <a:pt x="130" y="165"/>
                      <a:pt x="125" y="163"/>
                      <a:pt x="119" y="161"/>
                    </a:cubicBezTo>
                    <a:cubicBezTo>
                      <a:pt x="114" y="159"/>
                      <a:pt x="108" y="156"/>
                      <a:pt x="104" y="153"/>
                    </a:cubicBezTo>
                    <a:cubicBezTo>
                      <a:pt x="99" y="149"/>
                      <a:pt x="95" y="146"/>
                      <a:pt x="93" y="142"/>
                    </a:cubicBezTo>
                    <a:cubicBezTo>
                      <a:pt x="89" y="137"/>
                      <a:pt x="87" y="132"/>
                      <a:pt x="85" y="127"/>
                    </a:cubicBezTo>
                    <a:cubicBezTo>
                      <a:pt x="83" y="123"/>
                      <a:pt x="81" y="119"/>
                      <a:pt x="80" y="114"/>
                    </a:cubicBezTo>
                    <a:cubicBezTo>
                      <a:pt x="74" y="121"/>
                      <a:pt x="66" y="127"/>
                      <a:pt x="57" y="130"/>
                    </a:cubicBezTo>
                    <a:cubicBezTo>
                      <a:pt x="51" y="131"/>
                      <a:pt x="44" y="131"/>
                      <a:pt x="38" y="130"/>
                    </a:cubicBezTo>
                    <a:cubicBezTo>
                      <a:pt x="31" y="128"/>
                      <a:pt x="25" y="124"/>
                      <a:pt x="20" y="120"/>
                    </a:cubicBezTo>
                    <a:cubicBezTo>
                      <a:pt x="9" y="111"/>
                      <a:pt x="3" y="99"/>
                      <a:pt x="2" y="85"/>
                    </a:cubicBezTo>
                    <a:cubicBezTo>
                      <a:pt x="0" y="71"/>
                      <a:pt x="5" y="56"/>
                      <a:pt x="10" y="43"/>
                    </a:cubicBezTo>
                    <a:cubicBezTo>
                      <a:pt x="13" y="37"/>
                      <a:pt x="16" y="30"/>
                      <a:pt x="20" y="25"/>
                    </a:cubicBezTo>
                    <a:cubicBezTo>
                      <a:pt x="22" y="22"/>
                      <a:pt x="24" y="19"/>
                      <a:pt x="26" y="17"/>
                    </a:cubicBezTo>
                    <a:cubicBezTo>
                      <a:pt x="28" y="14"/>
                      <a:pt x="31" y="11"/>
                      <a:pt x="34" y="9"/>
                    </a:cubicBezTo>
                    <a:cubicBezTo>
                      <a:pt x="39" y="5"/>
                      <a:pt x="45" y="3"/>
                      <a:pt x="51" y="1"/>
                    </a:cubicBezTo>
                    <a:cubicBezTo>
                      <a:pt x="57" y="0"/>
                      <a:pt x="64" y="0"/>
                      <a:pt x="70" y="1"/>
                    </a:cubicBezTo>
                    <a:cubicBezTo>
                      <a:pt x="76" y="3"/>
                      <a:pt x="82" y="6"/>
                      <a:pt x="87" y="9"/>
                    </a:cubicBezTo>
                    <a:cubicBezTo>
                      <a:pt x="93" y="12"/>
                      <a:pt x="97" y="16"/>
                      <a:pt x="100" y="21"/>
                    </a:cubicBezTo>
                    <a:cubicBezTo>
                      <a:pt x="103" y="26"/>
                      <a:pt x="105" y="31"/>
                      <a:pt x="106" y="37"/>
                    </a:cubicBezTo>
                    <a:cubicBezTo>
                      <a:pt x="106" y="37"/>
                      <a:pt x="106" y="38"/>
                      <a:pt x="107" y="39"/>
                    </a:cubicBezTo>
                    <a:cubicBezTo>
                      <a:pt x="108" y="41"/>
                      <a:pt x="109" y="44"/>
                      <a:pt x="109" y="47"/>
                    </a:cubicBezTo>
                    <a:cubicBezTo>
                      <a:pt x="109" y="50"/>
                      <a:pt x="108" y="53"/>
                      <a:pt x="108" y="56"/>
                    </a:cubicBezTo>
                    <a:cubicBezTo>
                      <a:pt x="108" y="60"/>
                      <a:pt x="106" y="64"/>
                      <a:pt x="105" y="68"/>
                    </a:cubicBezTo>
                    <a:cubicBezTo>
                      <a:pt x="104" y="74"/>
                      <a:pt x="101" y="81"/>
                      <a:pt x="98" y="86"/>
                    </a:cubicBezTo>
                    <a:cubicBezTo>
                      <a:pt x="98" y="87"/>
                      <a:pt x="98" y="88"/>
                      <a:pt x="97" y="88"/>
                    </a:cubicBezTo>
                    <a:cubicBezTo>
                      <a:pt x="97" y="89"/>
                      <a:pt x="97" y="90"/>
                      <a:pt x="97" y="90"/>
                    </a:cubicBezTo>
                    <a:cubicBezTo>
                      <a:pt x="98" y="95"/>
                      <a:pt x="98" y="100"/>
                      <a:pt x="99" y="104"/>
                    </a:cubicBezTo>
                    <a:cubicBezTo>
                      <a:pt x="99" y="107"/>
                      <a:pt x="101" y="111"/>
                      <a:pt x="101" y="114"/>
                    </a:cubicBezTo>
                    <a:cubicBezTo>
                      <a:pt x="102" y="117"/>
                      <a:pt x="104" y="121"/>
                      <a:pt x="105" y="124"/>
                    </a:cubicBezTo>
                    <a:cubicBezTo>
                      <a:pt x="106" y="125"/>
                      <a:pt x="106" y="127"/>
                      <a:pt x="107" y="128"/>
                    </a:cubicBezTo>
                    <a:cubicBezTo>
                      <a:pt x="108" y="128"/>
                      <a:pt x="108" y="130"/>
                      <a:pt x="109" y="130"/>
                    </a:cubicBezTo>
                    <a:cubicBezTo>
                      <a:pt x="110" y="132"/>
                      <a:pt x="111" y="133"/>
                      <a:pt x="113" y="134"/>
                    </a:cubicBezTo>
                    <a:cubicBezTo>
                      <a:pt x="113" y="135"/>
                      <a:pt x="115" y="136"/>
                      <a:pt x="116" y="137"/>
                    </a:cubicBezTo>
                    <a:cubicBezTo>
                      <a:pt x="118" y="138"/>
                      <a:pt x="120" y="139"/>
                      <a:pt x="122" y="141"/>
                    </a:cubicBezTo>
                    <a:cubicBezTo>
                      <a:pt x="123" y="141"/>
                      <a:pt x="125" y="142"/>
                      <a:pt x="127" y="142"/>
                    </a:cubicBezTo>
                    <a:cubicBezTo>
                      <a:pt x="129" y="144"/>
                      <a:pt x="132" y="144"/>
                      <a:pt x="134" y="145"/>
                    </a:cubicBezTo>
                    <a:cubicBezTo>
                      <a:pt x="136" y="145"/>
                      <a:pt x="138" y="146"/>
                      <a:pt x="140" y="146"/>
                    </a:cubicBezTo>
                    <a:cubicBezTo>
                      <a:pt x="142" y="146"/>
                      <a:pt x="144" y="146"/>
                      <a:pt x="146" y="146"/>
                    </a:cubicBezTo>
                    <a:cubicBezTo>
                      <a:pt x="148" y="146"/>
                      <a:pt x="151" y="145"/>
                      <a:pt x="154" y="145"/>
                    </a:cubicBezTo>
                    <a:cubicBezTo>
                      <a:pt x="158" y="144"/>
                      <a:pt x="163" y="143"/>
                      <a:pt x="168" y="141"/>
                    </a:cubicBezTo>
                    <a:cubicBezTo>
                      <a:pt x="172" y="140"/>
                      <a:pt x="175" y="138"/>
                      <a:pt x="179" y="137"/>
                    </a:cubicBezTo>
                    <a:cubicBezTo>
                      <a:pt x="184" y="135"/>
                      <a:pt x="189" y="132"/>
                      <a:pt x="193" y="130"/>
                    </a:cubicBezTo>
                    <a:cubicBezTo>
                      <a:pt x="201" y="124"/>
                      <a:pt x="210" y="117"/>
                      <a:pt x="217" y="110"/>
                    </a:cubicBezTo>
                    <a:cubicBezTo>
                      <a:pt x="225" y="103"/>
                      <a:pt x="233" y="97"/>
                      <a:pt x="241" y="90"/>
                    </a:cubicBezTo>
                    <a:cubicBezTo>
                      <a:pt x="249" y="84"/>
                      <a:pt x="257" y="76"/>
                      <a:pt x="266" y="69"/>
                    </a:cubicBezTo>
                    <a:cubicBezTo>
                      <a:pt x="269" y="66"/>
                      <a:pt x="275" y="65"/>
                      <a:pt x="278" y="70"/>
                    </a:cubicBezTo>
                    <a:cubicBezTo>
                      <a:pt x="281" y="73"/>
                      <a:pt x="281" y="79"/>
                      <a:pt x="278" y="82"/>
                    </a:cubicBezTo>
                    <a:cubicBezTo>
                      <a:pt x="270" y="89"/>
                      <a:pt x="261" y="97"/>
                      <a:pt x="253" y="104"/>
                    </a:cubicBezTo>
                    <a:cubicBezTo>
                      <a:pt x="245" y="111"/>
                      <a:pt x="236" y="119"/>
                      <a:pt x="228" y="126"/>
                    </a:cubicBezTo>
                    <a:cubicBezTo>
                      <a:pt x="220" y="133"/>
                      <a:pt x="211" y="140"/>
                      <a:pt x="202" y="146"/>
                    </a:cubicBezTo>
                    <a:cubicBezTo>
                      <a:pt x="192" y="153"/>
                      <a:pt x="182" y="158"/>
                      <a:pt x="170" y="162"/>
                    </a:cubicBezTo>
                    <a:cubicBezTo>
                      <a:pt x="161" y="164"/>
                      <a:pt x="153" y="166"/>
                      <a:pt x="143" y="166"/>
                    </a:cubicBezTo>
                    <a:cubicBezTo>
                      <a:pt x="141" y="166"/>
                      <a:pt x="139" y="166"/>
                      <a:pt x="136" y="1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3564" name="Google Shape;3564;p40">
            <a:extLst>
              <a:ext uri="{FF2B5EF4-FFF2-40B4-BE49-F238E27FC236}">
                <a16:creationId xmlns:a16="http://schemas.microsoft.com/office/drawing/2014/main" id="{97BA0833-981C-7981-1037-0D208892F129}"/>
              </a:ext>
            </a:extLst>
          </p:cNvPr>
          <p:cNvGrpSpPr/>
          <p:nvPr/>
        </p:nvGrpSpPr>
        <p:grpSpPr>
          <a:xfrm>
            <a:off x="12" y="4126930"/>
            <a:ext cx="1517957" cy="954145"/>
            <a:chOff x="7180" y="3374638"/>
            <a:chExt cx="705600" cy="443520"/>
          </a:xfrm>
        </p:grpSpPr>
        <p:sp>
          <p:nvSpPr>
            <p:cNvPr id="3565" name="Google Shape;3565;p40">
              <a:extLst>
                <a:ext uri="{FF2B5EF4-FFF2-40B4-BE49-F238E27FC236}">
                  <a16:creationId xmlns:a16="http://schemas.microsoft.com/office/drawing/2014/main" id="{05BF40BF-7B2E-BF87-8993-A4DBF51095DB}"/>
                </a:ext>
              </a:extLst>
            </p:cNvPr>
            <p:cNvSpPr/>
            <p:nvPr/>
          </p:nvSpPr>
          <p:spPr>
            <a:xfrm>
              <a:off x="116260" y="3465357"/>
              <a:ext cx="7560" cy="349200"/>
            </a:xfrm>
            <a:custGeom>
              <a:avLst/>
              <a:gdLst/>
              <a:ahLst/>
              <a:cxnLst/>
              <a:rect l="l" t="t" r="r" b="b"/>
              <a:pathLst>
                <a:path w="21" h="970" extrusionOk="0">
                  <a:moveTo>
                    <a:pt x="9" y="969"/>
                  </a:moveTo>
                  <a:cubicBezTo>
                    <a:pt x="4" y="969"/>
                    <a:pt x="0" y="964"/>
                    <a:pt x="0" y="958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4"/>
                    <a:pt x="4" y="0"/>
                    <a:pt x="9" y="0"/>
                  </a:cubicBezTo>
                  <a:cubicBezTo>
                    <a:pt x="15" y="0"/>
                    <a:pt x="20" y="4"/>
                    <a:pt x="20" y="10"/>
                  </a:cubicBezTo>
                  <a:cubicBezTo>
                    <a:pt x="20" y="958"/>
                    <a:pt x="20" y="958"/>
                    <a:pt x="20" y="958"/>
                  </a:cubicBezTo>
                  <a:cubicBezTo>
                    <a:pt x="20" y="964"/>
                    <a:pt x="15" y="969"/>
                    <a:pt x="9" y="96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6" name="Google Shape;3566;p40">
              <a:extLst>
                <a:ext uri="{FF2B5EF4-FFF2-40B4-BE49-F238E27FC236}">
                  <a16:creationId xmlns:a16="http://schemas.microsoft.com/office/drawing/2014/main" id="{2C429FF0-FDEF-B009-5790-ACD475E2F457}"/>
                </a:ext>
              </a:extLst>
            </p:cNvPr>
            <p:cNvSpPr/>
            <p:nvPr/>
          </p:nvSpPr>
          <p:spPr>
            <a:xfrm>
              <a:off x="122740" y="3800158"/>
              <a:ext cx="502920" cy="18000"/>
            </a:xfrm>
            <a:custGeom>
              <a:avLst/>
              <a:gdLst/>
              <a:ahLst/>
              <a:cxnLst/>
              <a:rect l="l" t="t" r="r" b="b"/>
              <a:pathLst>
                <a:path w="1397" h="50" extrusionOk="0">
                  <a:moveTo>
                    <a:pt x="490" y="49"/>
                  </a:moveTo>
                  <a:cubicBezTo>
                    <a:pt x="326" y="49"/>
                    <a:pt x="167" y="44"/>
                    <a:pt x="10" y="35"/>
                  </a:cubicBezTo>
                  <a:cubicBezTo>
                    <a:pt x="4" y="35"/>
                    <a:pt x="0" y="30"/>
                    <a:pt x="0" y="25"/>
                  </a:cubicBezTo>
                  <a:cubicBezTo>
                    <a:pt x="1" y="19"/>
                    <a:pt x="5" y="15"/>
                    <a:pt x="11" y="15"/>
                  </a:cubicBezTo>
                  <a:cubicBezTo>
                    <a:pt x="396" y="36"/>
                    <a:pt x="797" y="32"/>
                    <a:pt x="1237" y="0"/>
                  </a:cubicBezTo>
                  <a:cubicBezTo>
                    <a:pt x="1386" y="0"/>
                    <a:pt x="1386" y="0"/>
                    <a:pt x="1386" y="0"/>
                  </a:cubicBezTo>
                  <a:cubicBezTo>
                    <a:pt x="1392" y="0"/>
                    <a:pt x="1396" y="4"/>
                    <a:pt x="1396" y="9"/>
                  </a:cubicBezTo>
                  <a:cubicBezTo>
                    <a:pt x="1396" y="15"/>
                    <a:pt x="1392" y="20"/>
                    <a:pt x="1386" y="20"/>
                  </a:cubicBezTo>
                  <a:cubicBezTo>
                    <a:pt x="1238" y="20"/>
                    <a:pt x="1238" y="20"/>
                    <a:pt x="1238" y="20"/>
                  </a:cubicBezTo>
                  <a:cubicBezTo>
                    <a:pt x="976" y="39"/>
                    <a:pt x="728" y="49"/>
                    <a:pt x="490" y="4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7" name="Google Shape;3567;p40">
              <a:extLst>
                <a:ext uri="{FF2B5EF4-FFF2-40B4-BE49-F238E27FC236}">
                  <a16:creationId xmlns:a16="http://schemas.microsoft.com/office/drawing/2014/main" id="{850B441D-AE95-7C80-C9BF-F8D76996C4DB}"/>
                </a:ext>
              </a:extLst>
            </p:cNvPr>
            <p:cNvSpPr/>
            <p:nvPr/>
          </p:nvSpPr>
          <p:spPr>
            <a:xfrm>
              <a:off x="123100" y="3478678"/>
              <a:ext cx="443160" cy="309600"/>
            </a:xfrm>
            <a:custGeom>
              <a:avLst/>
              <a:gdLst/>
              <a:ahLst/>
              <a:cxnLst/>
              <a:rect l="l" t="t" r="r" b="b"/>
              <a:pathLst>
                <a:path w="1231" h="860" extrusionOk="0">
                  <a:moveTo>
                    <a:pt x="11" y="859"/>
                  </a:moveTo>
                  <a:cubicBezTo>
                    <a:pt x="9" y="859"/>
                    <a:pt x="6" y="858"/>
                    <a:pt x="4" y="856"/>
                  </a:cubicBezTo>
                  <a:cubicBezTo>
                    <a:pt x="0" y="852"/>
                    <a:pt x="0" y="846"/>
                    <a:pt x="4" y="842"/>
                  </a:cubicBezTo>
                  <a:cubicBezTo>
                    <a:pt x="363" y="502"/>
                    <a:pt x="771" y="220"/>
                    <a:pt x="1214" y="3"/>
                  </a:cubicBezTo>
                  <a:cubicBezTo>
                    <a:pt x="1219" y="0"/>
                    <a:pt x="1225" y="2"/>
                    <a:pt x="1227" y="7"/>
                  </a:cubicBezTo>
                  <a:cubicBezTo>
                    <a:pt x="1230" y="12"/>
                    <a:pt x="1228" y="18"/>
                    <a:pt x="1223" y="21"/>
                  </a:cubicBezTo>
                  <a:cubicBezTo>
                    <a:pt x="781" y="237"/>
                    <a:pt x="376" y="519"/>
                    <a:pt x="18" y="856"/>
                  </a:cubicBezTo>
                  <a:cubicBezTo>
                    <a:pt x="17" y="859"/>
                    <a:pt x="14" y="859"/>
                    <a:pt x="11" y="85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" name="Google Shape;3568;p40">
              <a:extLst>
                <a:ext uri="{FF2B5EF4-FFF2-40B4-BE49-F238E27FC236}">
                  <a16:creationId xmlns:a16="http://schemas.microsoft.com/office/drawing/2014/main" id="{26E2ED1C-B0DC-5EF1-0034-044014A45AD9}"/>
                </a:ext>
              </a:extLst>
            </p:cNvPr>
            <p:cNvSpPr/>
            <p:nvPr/>
          </p:nvSpPr>
          <p:spPr>
            <a:xfrm>
              <a:off x="479140" y="3471838"/>
              <a:ext cx="106200" cy="88200"/>
            </a:xfrm>
            <a:custGeom>
              <a:avLst/>
              <a:gdLst/>
              <a:ahLst/>
              <a:cxnLst/>
              <a:rect l="l" t="t" r="r" b="b"/>
              <a:pathLst>
                <a:path w="295" h="245" extrusionOk="0">
                  <a:moveTo>
                    <a:pt x="155" y="244"/>
                  </a:moveTo>
                  <a:cubicBezTo>
                    <a:pt x="153" y="244"/>
                    <a:pt x="151" y="243"/>
                    <a:pt x="149" y="243"/>
                  </a:cubicBezTo>
                  <a:cubicBezTo>
                    <a:pt x="145" y="240"/>
                    <a:pt x="143" y="233"/>
                    <a:pt x="146" y="229"/>
                  </a:cubicBezTo>
                  <a:cubicBezTo>
                    <a:pt x="265" y="22"/>
                    <a:pt x="265" y="22"/>
                    <a:pt x="265" y="22"/>
                  </a:cubicBezTo>
                  <a:cubicBezTo>
                    <a:pt x="256" y="23"/>
                    <a:pt x="248" y="23"/>
                    <a:pt x="239" y="24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0" y="98"/>
                    <a:pt x="5" y="96"/>
                    <a:pt x="2" y="91"/>
                  </a:cubicBezTo>
                  <a:cubicBezTo>
                    <a:pt x="0" y="87"/>
                    <a:pt x="2" y="81"/>
                    <a:pt x="7" y="78"/>
                  </a:cubicBezTo>
                  <a:cubicBezTo>
                    <a:pt x="76" y="36"/>
                    <a:pt x="154" y="11"/>
                    <a:pt x="235" y="4"/>
                  </a:cubicBezTo>
                  <a:cubicBezTo>
                    <a:pt x="244" y="1"/>
                    <a:pt x="244" y="1"/>
                    <a:pt x="244" y="1"/>
                  </a:cubicBezTo>
                  <a:cubicBezTo>
                    <a:pt x="248" y="0"/>
                    <a:pt x="251" y="1"/>
                    <a:pt x="254" y="3"/>
                  </a:cubicBezTo>
                  <a:cubicBezTo>
                    <a:pt x="263" y="2"/>
                    <a:pt x="273" y="2"/>
                    <a:pt x="283" y="2"/>
                  </a:cubicBezTo>
                  <a:cubicBezTo>
                    <a:pt x="287" y="2"/>
                    <a:pt x="290" y="4"/>
                    <a:pt x="292" y="7"/>
                  </a:cubicBezTo>
                  <a:cubicBezTo>
                    <a:pt x="294" y="10"/>
                    <a:pt x="294" y="14"/>
                    <a:pt x="292" y="17"/>
                  </a:cubicBezTo>
                  <a:cubicBezTo>
                    <a:pt x="163" y="239"/>
                    <a:pt x="163" y="239"/>
                    <a:pt x="163" y="239"/>
                  </a:cubicBezTo>
                  <a:cubicBezTo>
                    <a:pt x="162" y="242"/>
                    <a:pt x="158" y="244"/>
                    <a:pt x="155" y="24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" name="Google Shape;3569;p40">
              <a:extLst>
                <a:ext uri="{FF2B5EF4-FFF2-40B4-BE49-F238E27FC236}">
                  <a16:creationId xmlns:a16="http://schemas.microsoft.com/office/drawing/2014/main" id="{950A5791-261F-BB8C-1A67-2652D7B02301}"/>
                </a:ext>
              </a:extLst>
            </p:cNvPr>
            <p:cNvSpPr/>
            <p:nvPr/>
          </p:nvSpPr>
          <p:spPr>
            <a:xfrm>
              <a:off x="222820" y="3725998"/>
              <a:ext cx="32400" cy="88560"/>
            </a:xfrm>
            <a:custGeom>
              <a:avLst/>
              <a:gdLst/>
              <a:ahLst/>
              <a:cxnLst/>
              <a:rect l="l" t="t" r="r" b="b"/>
              <a:pathLst>
                <a:path w="90" h="246" extrusionOk="0">
                  <a:moveTo>
                    <a:pt x="66" y="245"/>
                  </a:moveTo>
                  <a:lnTo>
                    <a:pt x="65" y="244"/>
                  </a:lnTo>
                  <a:cubicBezTo>
                    <a:pt x="60" y="243"/>
                    <a:pt x="56" y="238"/>
                    <a:pt x="57" y="233"/>
                  </a:cubicBezTo>
                  <a:cubicBezTo>
                    <a:pt x="68" y="157"/>
                    <a:pt x="48" y="79"/>
                    <a:pt x="3" y="17"/>
                  </a:cubicBezTo>
                  <a:cubicBezTo>
                    <a:pt x="0" y="13"/>
                    <a:pt x="1" y="6"/>
                    <a:pt x="5" y="3"/>
                  </a:cubicBezTo>
                  <a:cubicBezTo>
                    <a:pt x="10" y="0"/>
                    <a:pt x="16" y="0"/>
                    <a:pt x="19" y="5"/>
                  </a:cubicBezTo>
                  <a:cubicBezTo>
                    <a:pt x="68" y="71"/>
                    <a:pt x="89" y="155"/>
                    <a:pt x="76" y="236"/>
                  </a:cubicBezTo>
                  <a:cubicBezTo>
                    <a:pt x="76" y="241"/>
                    <a:pt x="72" y="245"/>
                    <a:pt x="66" y="24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" name="Google Shape;3570;p40">
              <a:extLst>
                <a:ext uri="{FF2B5EF4-FFF2-40B4-BE49-F238E27FC236}">
                  <a16:creationId xmlns:a16="http://schemas.microsoft.com/office/drawing/2014/main" id="{BEA54681-4FC5-FB44-297B-9D6C5958BF17}"/>
                </a:ext>
              </a:extLst>
            </p:cNvPr>
            <p:cNvSpPr/>
            <p:nvPr/>
          </p:nvSpPr>
          <p:spPr>
            <a:xfrm>
              <a:off x="298780" y="3663718"/>
              <a:ext cx="61200" cy="50040"/>
            </a:xfrm>
            <a:custGeom>
              <a:avLst/>
              <a:gdLst/>
              <a:ahLst/>
              <a:cxnLst/>
              <a:rect l="l" t="t" r="r" b="b"/>
              <a:pathLst>
                <a:path w="170" h="139" extrusionOk="0">
                  <a:moveTo>
                    <a:pt x="71" y="138"/>
                  </a:moveTo>
                  <a:cubicBezTo>
                    <a:pt x="46" y="138"/>
                    <a:pt x="21" y="128"/>
                    <a:pt x="4" y="110"/>
                  </a:cubicBezTo>
                  <a:cubicBezTo>
                    <a:pt x="0" y="106"/>
                    <a:pt x="0" y="100"/>
                    <a:pt x="4" y="96"/>
                  </a:cubicBezTo>
                  <a:cubicBezTo>
                    <a:pt x="8" y="92"/>
                    <a:pt x="15" y="92"/>
                    <a:pt x="19" y="96"/>
                  </a:cubicBezTo>
                  <a:cubicBezTo>
                    <a:pt x="40" y="119"/>
                    <a:pt x="79" y="124"/>
                    <a:pt x="106" y="109"/>
                  </a:cubicBezTo>
                  <a:cubicBezTo>
                    <a:pt x="132" y="93"/>
                    <a:pt x="146" y="59"/>
                    <a:pt x="139" y="29"/>
                  </a:cubicBezTo>
                  <a:cubicBezTo>
                    <a:pt x="121" y="20"/>
                    <a:pt x="101" y="28"/>
                    <a:pt x="89" y="38"/>
                  </a:cubicBezTo>
                  <a:cubicBezTo>
                    <a:pt x="75" y="49"/>
                    <a:pt x="62" y="68"/>
                    <a:pt x="71" y="88"/>
                  </a:cubicBezTo>
                  <a:cubicBezTo>
                    <a:pt x="73" y="94"/>
                    <a:pt x="70" y="99"/>
                    <a:pt x="65" y="101"/>
                  </a:cubicBezTo>
                  <a:cubicBezTo>
                    <a:pt x="59" y="103"/>
                    <a:pt x="54" y="101"/>
                    <a:pt x="52" y="96"/>
                  </a:cubicBezTo>
                  <a:cubicBezTo>
                    <a:pt x="42" y="71"/>
                    <a:pt x="51" y="42"/>
                    <a:pt x="76" y="22"/>
                  </a:cubicBezTo>
                  <a:cubicBezTo>
                    <a:pt x="101" y="3"/>
                    <a:pt x="131" y="0"/>
                    <a:pt x="153" y="15"/>
                  </a:cubicBezTo>
                  <a:cubicBezTo>
                    <a:pt x="155" y="16"/>
                    <a:pt x="156" y="18"/>
                    <a:pt x="157" y="20"/>
                  </a:cubicBezTo>
                  <a:cubicBezTo>
                    <a:pt x="169" y="60"/>
                    <a:pt x="151" y="105"/>
                    <a:pt x="116" y="126"/>
                  </a:cubicBezTo>
                  <a:cubicBezTo>
                    <a:pt x="102" y="134"/>
                    <a:pt x="86" y="138"/>
                    <a:pt x="71" y="13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" name="Google Shape;3571;p40">
              <a:extLst>
                <a:ext uri="{FF2B5EF4-FFF2-40B4-BE49-F238E27FC236}">
                  <a16:creationId xmlns:a16="http://schemas.microsoft.com/office/drawing/2014/main" id="{408C3E64-6DEF-730B-A92C-B469270503DC}"/>
                </a:ext>
              </a:extLst>
            </p:cNvPr>
            <p:cNvSpPr/>
            <p:nvPr/>
          </p:nvSpPr>
          <p:spPr>
            <a:xfrm>
              <a:off x="7180" y="3374638"/>
              <a:ext cx="63720" cy="186840"/>
            </a:xfrm>
            <a:custGeom>
              <a:avLst/>
              <a:gdLst/>
              <a:ahLst/>
              <a:cxnLst/>
              <a:rect l="l" t="t" r="r" b="b"/>
              <a:pathLst>
                <a:path w="177" h="519" extrusionOk="0">
                  <a:moveTo>
                    <a:pt x="128" y="518"/>
                  </a:moveTo>
                  <a:cubicBezTo>
                    <a:pt x="100" y="517"/>
                    <a:pt x="73" y="503"/>
                    <a:pt x="53" y="480"/>
                  </a:cubicBezTo>
                  <a:cubicBezTo>
                    <a:pt x="33" y="458"/>
                    <a:pt x="23" y="429"/>
                    <a:pt x="25" y="401"/>
                  </a:cubicBezTo>
                  <a:cubicBezTo>
                    <a:pt x="28" y="374"/>
                    <a:pt x="42" y="347"/>
                    <a:pt x="65" y="328"/>
                  </a:cubicBezTo>
                  <a:cubicBezTo>
                    <a:pt x="85" y="311"/>
                    <a:pt x="109" y="302"/>
                    <a:pt x="134" y="302"/>
                  </a:cubicBezTo>
                  <a:cubicBezTo>
                    <a:pt x="148" y="97"/>
                    <a:pt x="148" y="97"/>
                    <a:pt x="148" y="97"/>
                  </a:cubicBezTo>
                  <a:cubicBezTo>
                    <a:pt x="142" y="106"/>
                    <a:pt x="134" y="114"/>
                    <a:pt x="126" y="121"/>
                  </a:cubicBezTo>
                  <a:cubicBezTo>
                    <a:pt x="92" y="150"/>
                    <a:pt x="48" y="162"/>
                    <a:pt x="8" y="153"/>
                  </a:cubicBezTo>
                  <a:cubicBezTo>
                    <a:pt x="3" y="151"/>
                    <a:pt x="0" y="146"/>
                    <a:pt x="1" y="140"/>
                  </a:cubicBezTo>
                  <a:cubicBezTo>
                    <a:pt x="23" y="37"/>
                    <a:pt x="23" y="37"/>
                    <a:pt x="23" y="37"/>
                  </a:cubicBezTo>
                  <a:cubicBezTo>
                    <a:pt x="25" y="32"/>
                    <a:pt x="30" y="28"/>
                    <a:pt x="36" y="29"/>
                  </a:cubicBezTo>
                  <a:cubicBezTo>
                    <a:pt x="41" y="30"/>
                    <a:pt x="44" y="36"/>
                    <a:pt x="43" y="41"/>
                  </a:cubicBezTo>
                  <a:cubicBezTo>
                    <a:pt x="23" y="135"/>
                    <a:pt x="23" y="135"/>
                    <a:pt x="23" y="135"/>
                  </a:cubicBezTo>
                  <a:cubicBezTo>
                    <a:pt x="53" y="139"/>
                    <a:pt x="86" y="128"/>
                    <a:pt x="113" y="106"/>
                  </a:cubicBezTo>
                  <a:cubicBezTo>
                    <a:pt x="133" y="88"/>
                    <a:pt x="146" y="66"/>
                    <a:pt x="152" y="43"/>
                  </a:cubicBezTo>
                  <a:cubicBezTo>
                    <a:pt x="155" y="9"/>
                    <a:pt x="155" y="9"/>
                    <a:pt x="155" y="9"/>
                  </a:cubicBezTo>
                  <a:cubicBezTo>
                    <a:pt x="155" y="4"/>
                    <a:pt x="159" y="0"/>
                    <a:pt x="164" y="0"/>
                  </a:cubicBezTo>
                  <a:cubicBezTo>
                    <a:pt x="170" y="0"/>
                    <a:pt x="174" y="4"/>
                    <a:pt x="175" y="9"/>
                  </a:cubicBezTo>
                  <a:cubicBezTo>
                    <a:pt x="176" y="22"/>
                    <a:pt x="175" y="34"/>
                    <a:pt x="172" y="46"/>
                  </a:cubicBezTo>
                  <a:cubicBezTo>
                    <a:pt x="153" y="309"/>
                    <a:pt x="153" y="309"/>
                    <a:pt x="153" y="309"/>
                  </a:cubicBezTo>
                  <a:cubicBezTo>
                    <a:pt x="153" y="311"/>
                    <a:pt x="154" y="312"/>
                    <a:pt x="153" y="313"/>
                  </a:cubicBezTo>
                  <a:cubicBezTo>
                    <a:pt x="153" y="315"/>
                    <a:pt x="153" y="316"/>
                    <a:pt x="152" y="318"/>
                  </a:cubicBezTo>
                  <a:cubicBezTo>
                    <a:pt x="139" y="509"/>
                    <a:pt x="139" y="509"/>
                    <a:pt x="139" y="509"/>
                  </a:cubicBezTo>
                  <a:cubicBezTo>
                    <a:pt x="138" y="514"/>
                    <a:pt x="134" y="518"/>
                    <a:pt x="128" y="518"/>
                  </a:cubicBezTo>
                  <a:moveTo>
                    <a:pt x="132" y="322"/>
                  </a:moveTo>
                  <a:cubicBezTo>
                    <a:pt x="113" y="323"/>
                    <a:pt x="94" y="330"/>
                    <a:pt x="78" y="344"/>
                  </a:cubicBezTo>
                  <a:cubicBezTo>
                    <a:pt x="59" y="359"/>
                    <a:pt x="47" y="381"/>
                    <a:pt x="46" y="403"/>
                  </a:cubicBezTo>
                  <a:cubicBezTo>
                    <a:pt x="44" y="425"/>
                    <a:pt x="52" y="449"/>
                    <a:pt x="68" y="467"/>
                  </a:cubicBezTo>
                  <a:cubicBezTo>
                    <a:pt x="82" y="482"/>
                    <a:pt x="100" y="493"/>
                    <a:pt x="119" y="496"/>
                  </a:cubicBezTo>
                  <a:lnTo>
                    <a:pt x="132" y="322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" name="Google Shape;3572;p40">
              <a:extLst>
                <a:ext uri="{FF2B5EF4-FFF2-40B4-BE49-F238E27FC236}">
                  <a16:creationId xmlns:a16="http://schemas.microsoft.com/office/drawing/2014/main" id="{78EE0F05-DFB5-024E-4402-30A96604ACBF}"/>
                </a:ext>
              </a:extLst>
            </p:cNvPr>
            <p:cNvSpPr/>
            <p:nvPr/>
          </p:nvSpPr>
          <p:spPr>
            <a:xfrm>
              <a:off x="657340" y="3705838"/>
              <a:ext cx="55440" cy="34920"/>
            </a:xfrm>
            <a:custGeom>
              <a:avLst/>
              <a:gdLst/>
              <a:ahLst/>
              <a:cxnLst/>
              <a:rect l="l" t="t" r="r" b="b"/>
              <a:pathLst>
                <a:path w="154" h="97" extrusionOk="0">
                  <a:moveTo>
                    <a:pt x="142" y="96"/>
                  </a:moveTo>
                  <a:cubicBezTo>
                    <a:pt x="140" y="96"/>
                    <a:pt x="139" y="96"/>
                    <a:pt x="137" y="94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2" y="17"/>
                    <a:pt x="0" y="11"/>
                    <a:pt x="3" y="6"/>
                  </a:cubicBezTo>
                  <a:cubicBezTo>
                    <a:pt x="6" y="2"/>
                    <a:pt x="12" y="0"/>
                    <a:pt x="17" y="3"/>
                  </a:cubicBezTo>
                  <a:cubicBezTo>
                    <a:pt x="147" y="77"/>
                    <a:pt x="147" y="77"/>
                    <a:pt x="147" y="77"/>
                  </a:cubicBezTo>
                  <a:cubicBezTo>
                    <a:pt x="152" y="80"/>
                    <a:pt x="153" y="86"/>
                    <a:pt x="151" y="91"/>
                  </a:cubicBezTo>
                  <a:cubicBezTo>
                    <a:pt x="149" y="94"/>
                    <a:pt x="146" y="96"/>
                    <a:pt x="142" y="9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" name="Google Shape;3573;p40">
              <a:extLst>
                <a:ext uri="{FF2B5EF4-FFF2-40B4-BE49-F238E27FC236}">
                  <a16:creationId xmlns:a16="http://schemas.microsoft.com/office/drawing/2014/main" id="{E3EF294D-C356-2B07-893B-4EAADE9C6E2C}"/>
                </a:ext>
              </a:extLst>
            </p:cNvPr>
            <p:cNvSpPr/>
            <p:nvPr/>
          </p:nvSpPr>
          <p:spPr>
            <a:xfrm>
              <a:off x="657340" y="3681357"/>
              <a:ext cx="48960" cy="79200"/>
            </a:xfrm>
            <a:custGeom>
              <a:avLst/>
              <a:gdLst/>
              <a:ahLst/>
              <a:cxnLst/>
              <a:rect l="l" t="t" r="r" b="b"/>
              <a:pathLst>
                <a:path w="136" h="220" extrusionOk="0">
                  <a:moveTo>
                    <a:pt x="12" y="219"/>
                  </a:moveTo>
                  <a:cubicBezTo>
                    <a:pt x="10" y="219"/>
                    <a:pt x="8" y="219"/>
                    <a:pt x="7" y="218"/>
                  </a:cubicBezTo>
                  <a:cubicBezTo>
                    <a:pt x="2" y="215"/>
                    <a:pt x="0" y="210"/>
                    <a:pt x="3" y="205"/>
                  </a:cubicBezTo>
                  <a:cubicBezTo>
                    <a:pt x="96" y="40"/>
                    <a:pt x="96" y="40"/>
                    <a:pt x="96" y="40"/>
                  </a:cubicBezTo>
                  <a:cubicBezTo>
                    <a:pt x="17" y="88"/>
                    <a:pt x="17" y="88"/>
                    <a:pt x="17" y="88"/>
                  </a:cubicBezTo>
                  <a:cubicBezTo>
                    <a:pt x="12" y="91"/>
                    <a:pt x="6" y="90"/>
                    <a:pt x="3" y="85"/>
                  </a:cubicBezTo>
                  <a:cubicBezTo>
                    <a:pt x="0" y="80"/>
                    <a:pt x="2" y="74"/>
                    <a:pt x="6" y="71"/>
                  </a:cubicBezTo>
                  <a:cubicBezTo>
                    <a:pt x="119" y="3"/>
                    <a:pt x="119" y="3"/>
                    <a:pt x="119" y="3"/>
                  </a:cubicBezTo>
                  <a:cubicBezTo>
                    <a:pt x="122" y="0"/>
                    <a:pt x="128" y="0"/>
                    <a:pt x="131" y="4"/>
                  </a:cubicBezTo>
                  <a:cubicBezTo>
                    <a:pt x="134" y="7"/>
                    <a:pt x="135" y="12"/>
                    <a:pt x="133" y="16"/>
                  </a:cubicBezTo>
                  <a:cubicBezTo>
                    <a:pt x="20" y="215"/>
                    <a:pt x="20" y="215"/>
                    <a:pt x="20" y="215"/>
                  </a:cubicBezTo>
                  <a:cubicBezTo>
                    <a:pt x="19" y="218"/>
                    <a:pt x="15" y="219"/>
                    <a:pt x="12" y="21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014022750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816">
          <a:extLst>
            <a:ext uri="{FF2B5EF4-FFF2-40B4-BE49-F238E27FC236}">
              <a16:creationId xmlns:a16="http://schemas.microsoft.com/office/drawing/2014/main" id="{99AF3046-EA77-A97F-83CD-C88E5357FAF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19" name="Google Shape;3819;p46">
            <a:extLst>
              <a:ext uri="{FF2B5EF4-FFF2-40B4-BE49-F238E27FC236}">
                <a16:creationId xmlns:a16="http://schemas.microsoft.com/office/drawing/2014/main" id="{2E8EE121-80BA-C278-A50C-74258E254109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989024"/>
            <a:ext cx="7704000" cy="1007198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Tests Used</a:t>
            </a:r>
            <a:endParaRPr dirty="0"/>
          </a:p>
        </p:txBody>
      </p:sp>
      <p:sp>
        <p:nvSpPr>
          <p:cNvPr id="3820" name="Google Shape;3820;p46">
            <a:extLst>
              <a:ext uri="{FF2B5EF4-FFF2-40B4-BE49-F238E27FC236}">
                <a16:creationId xmlns:a16="http://schemas.microsoft.com/office/drawing/2014/main" id="{34F9BD08-B6EE-D49A-55C7-145FBF92750E}"/>
              </a:ext>
            </a:extLst>
          </p:cNvPr>
          <p:cNvSpPr txBox="1">
            <a:spLocks noGrp="1"/>
          </p:cNvSpPr>
          <p:nvPr>
            <p:ph type="subTitle" idx="1"/>
          </p:nvPr>
        </p:nvSpPr>
        <p:spPr>
          <a:xfrm>
            <a:off x="3261074" y="2720078"/>
            <a:ext cx="2490525" cy="814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 dirty="0"/>
              <a:t>Compares the means of two independent groups without assuming equal variances.</a:t>
            </a:r>
            <a:endParaRPr sz="1100" dirty="0"/>
          </a:p>
        </p:txBody>
      </p:sp>
      <p:sp>
        <p:nvSpPr>
          <p:cNvPr id="3824" name="Google Shape;3824;p46">
            <a:extLst>
              <a:ext uri="{FF2B5EF4-FFF2-40B4-BE49-F238E27FC236}">
                <a16:creationId xmlns:a16="http://schemas.microsoft.com/office/drawing/2014/main" id="{3B437AFA-3139-2507-E23C-A199219C4DF6}"/>
              </a:ext>
            </a:extLst>
          </p:cNvPr>
          <p:cNvSpPr txBox="1">
            <a:spLocks noGrp="1"/>
          </p:cNvSpPr>
          <p:nvPr>
            <p:ph type="subTitle" idx="7"/>
          </p:nvPr>
        </p:nvSpPr>
        <p:spPr>
          <a:xfrm>
            <a:off x="3261075" y="2337025"/>
            <a:ext cx="2490524" cy="469449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/>
            <a:r>
              <a:rPr lang="en-US" sz="1400" dirty="0"/>
              <a:t>Welch's Two-Sample t-Test</a:t>
            </a:r>
            <a:endParaRPr sz="1400" dirty="0"/>
          </a:p>
        </p:txBody>
      </p:sp>
    </p:spTree>
    <p:extLst>
      <p:ext uri="{BB962C8B-B14F-4D97-AF65-F5344CB8AC3E}">
        <p14:creationId xmlns:p14="http://schemas.microsoft.com/office/powerpoint/2010/main" val="2011476913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270">
          <a:extLst>
            <a:ext uri="{FF2B5EF4-FFF2-40B4-BE49-F238E27FC236}">
              <a16:creationId xmlns:a16="http://schemas.microsoft.com/office/drawing/2014/main" id="{BC345835-6DA4-C26F-C7A9-01C6E2D8F9A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72" name="Google Shape;4272;p50">
            <a:extLst>
              <a:ext uri="{FF2B5EF4-FFF2-40B4-BE49-F238E27FC236}">
                <a16:creationId xmlns:a16="http://schemas.microsoft.com/office/drawing/2014/main" id="{1BDA21DC-DACE-3E06-9D84-CD0D63AAD13B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13225" y="1261109"/>
            <a:ext cx="3858775" cy="548641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lvl="0"/>
            <a:r>
              <a:rPr lang="en-US" sz="2000" dirty="0"/>
              <a:t>Hourly Electricity Consumption: Weekdays vs. Weekends</a:t>
            </a:r>
            <a:endParaRPr sz="2000" dirty="0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E44E0A4A-038A-0939-5D20-2CB61C0D5BFF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659630" y="1609723"/>
            <a:ext cx="4235936" cy="2346962"/>
          </a:xfrm>
          <a:prstGeom prst="rect">
            <a:avLst/>
          </a:prstGeom>
          <a:ln>
            <a:solidFill>
              <a:schemeClr val="accent1">
                <a:lumMod val="50000"/>
              </a:schemeClr>
            </a:solidFill>
          </a:ln>
        </p:spPr>
      </p:pic>
      <p:grpSp>
        <p:nvGrpSpPr>
          <p:cNvPr id="4274" name="Google Shape;4274;p50">
            <a:extLst>
              <a:ext uri="{FF2B5EF4-FFF2-40B4-BE49-F238E27FC236}">
                <a16:creationId xmlns:a16="http://schemas.microsoft.com/office/drawing/2014/main" id="{D31B07BE-EB68-CAAA-90E4-80C31250271C}"/>
              </a:ext>
            </a:extLst>
          </p:cNvPr>
          <p:cNvGrpSpPr/>
          <p:nvPr/>
        </p:nvGrpSpPr>
        <p:grpSpPr>
          <a:xfrm>
            <a:off x="4836908" y="-395287"/>
            <a:ext cx="6589891" cy="5633946"/>
            <a:chOff x="4836908" y="-395287"/>
            <a:chExt cx="6589891" cy="5633946"/>
          </a:xfrm>
        </p:grpSpPr>
        <p:grpSp>
          <p:nvGrpSpPr>
            <p:cNvPr id="4275" name="Google Shape;4275;p50">
              <a:extLst>
                <a:ext uri="{FF2B5EF4-FFF2-40B4-BE49-F238E27FC236}">
                  <a16:creationId xmlns:a16="http://schemas.microsoft.com/office/drawing/2014/main" id="{E26DFA9C-7672-4098-2F3D-0DFD3833A39D}"/>
                </a:ext>
              </a:extLst>
            </p:cNvPr>
            <p:cNvGrpSpPr/>
            <p:nvPr/>
          </p:nvGrpSpPr>
          <p:grpSpPr>
            <a:xfrm>
              <a:off x="5062997" y="3699791"/>
              <a:ext cx="1669753" cy="1538868"/>
              <a:chOff x="1321200" y="687960"/>
              <a:chExt cx="776160" cy="715320"/>
            </a:xfrm>
          </p:grpSpPr>
          <p:sp>
            <p:nvSpPr>
              <p:cNvPr id="4276" name="Google Shape;4276;p50">
                <a:extLst>
                  <a:ext uri="{FF2B5EF4-FFF2-40B4-BE49-F238E27FC236}">
                    <a16:creationId xmlns:a16="http://schemas.microsoft.com/office/drawing/2014/main" id="{78B6D83D-DB3C-8204-E57B-85B9845271AF}"/>
                  </a:ext>
                </a:extLst>
              </p:cNvPr>
              <p:cNvSpPr/>
              <p:nvPr/>
            </p:nvSpPr>
            <p:spPr>
              <a:xfrm>
                <a:off x="1462680" y="687960"/>
                <a:ext cx="15840" cy="715320"/>
              </a:xfrm>
              <a:custGeom>
                <a:avLst/>
                <a:gdLst/>
                <a:ahLst/>
                <a:cxnLst/>
                <a:rect l="l" t="t" r="r" b="b"/>
                <a:pathLst>
                  <a:path w="44" h="1987" extrusionOk="0">
                    <a:moveTo>
                      <a:pt x="18" y="1973"/>
                    </a:moveTo>
                    <a:cubicBezTo>
                      <a:pt x="17" y="1935"/>
                      <a:pt x="18" y="1898"/>
                      <a:pt x="18" y="1861"/>
                    </a:cubicBezTo>
                    <a:cubicBezTo>
                      <a:pt x="18" y="1819"/>
                      <a:pt x="17" y="1777"/>
                      <a:pt x="17" y="1736"/>
                    </a:cubicBezTo>
                    <a:cubicBezTo>
                      <a:pt x="17" y="1694"/>
                      <a:pt x="16" y="1652"/>
                      <a:pt x="16" y="1610"/>
                    </a:cubicBezTo>
                    <a:cubicBezTo>
                      <a:pt x="15" y="1568"/>
                      <a:pt x="15" y="1526"/>
                      <a:pt x="15" y="1484"/>
                    </a:cubicBezTo>
                    <a:cubicBezTo>
                      <a:pt x="14" y="1400"/>
                      <a:pt x="14" y="1315"/>
                      <a:pt x="13" y="1231"/>
                    </a:cubicBezTo>
                    <a:cubicBezTo>
                      <a:pt x="12" y="1147"/>
                      <a:pt x="11" y="1064"/>
                      <a:pt x="10" y="980"/>
                    </a:cubicBezTo>
                    <a:cubicBezTo>
                      <a:pt x="10" y="895"/>
                      <a:pt x="9" y="810"/>
                      <a:pt x="8" y="725"/>
                    </a:cubicBezTo>
                    <a:cubicBezTo>
                      <a:pt x="7" y="644"/>
                      <a:pt x="6" y="562"/>
                      <a:pt x="6" y="480"/>
                    </a:cubicBezTo>
                    <a:cubicBezTo>
                      <a:pt x="6" y="439"/>
                      <a:pt x="5" y="398"/>
                      <a:pt x="4" y="357"/>
                    </a:cubicBezTo>
                    <a:cubicBezTo>
                      <a:pt x="4" y="316"/>
                      <a:pt x="4" y="275"/>
                      <a:pt x="3" y="234"/>
                    </a:cubicBezTo>
                    <a:cubicBezTo>
                      <a:pt x="3" y="197"/>
                      <a:pt x="3" y="160"/>
                      <a:pt x="2" y="123"/>
                    </a:cubicBezTo>
                    <a:cubicBezTo>
                      <a:pt x="2" y="105"/>
                      <a:pt x="2" y="88"/>
                      <a:pt x="1" y="70"/>
                    </a:cubicBezTo>
                    <a:cubicBezTo>
                      <a:pt x="1" y="51"/>
                      <a:pt x="1" y="32"/>
                      <a:pt x="1" y="13"/>
                    </a:cubicBezTo>
                    <a:cubicBezTo>
                      <a:pt x="0" y="6"/>
                      <a:pt x="6" y="0"/>
                      <a:pt x="13" y="0"/>
                    </a:cubicBezTo>
                    <a:cubicBezTo>
                      <a:pt x="20" y="0"/>
                      <a:pt x="26" y="6"/>
                      <a:pt x="26" y="13"/>
                    </a:cubicBezTo>
                    <a:cubicBezTo>
                      <a:pt x="26" y="32"/>
                      <a:pt x="26" y="53"/>
                      <a:pt x="26" y="73"/>
                    </a:cubicBezTo>
                    <a:cubicBezTo>
                      <a:pt x="26" y="92"/>
                      <a:pt x="26" y="112"/>
                      <a:pt x="26" y="131"/>
                    </a:cubicBezTo>
                    <a:cubicBezTo>
                      <a:pt x="27" y="171"/>
                      <a:pt x="27" y="211"/>
                      <a:pt x="27" y="251"/>
                    </a:cubicBezTo>
                    <a:cubicBezTo>
                      <a:pt x="28" y="292"/>
                      <a:pt x="28" y="332"/>
                      <a:pt x="28" y="374"/>
                    </a:cubicBezTo>
                    <a:cubicBezTo>
                      <a:pt x="29" y="415"/>
                      <a:pt x="29" y="455"/>
                      <a:pt x="29" y="497"/>
                    </a:cubicBezTo>
                    <a:cubicBezTo>
                      <a:pt x="29" y="537"/>
                      <a:pt x="30" y="578"/>
                      <a:pt x="30" y="618"/>
                    </a:cubicBezTo>
                    <a:cubicBezTo>
                      <a:pt x="31" y="660"/>
                      <a:pt x="31" y="702"/>
                      <a:pt x="31" y="743"/>
                    </a:cubicBezTo>
                    <a:cubicBezTo>
                      <a:pt x="31" y="785"/>
                      <a:pt x="32" y="827"/>
                      <a:pt x="32" y="869"/>
                    </a:cubicBezTo>
                    <a:cubicBezTo>
                      <a:pt x="33" y="912"/>
                      <a:pt x="33" y="954"/>
                      <a:pt x="33" y="997"/>
                    </a:cubicBezTo>
                    <a:cubicBezTo>
                      <a:pt x="35" y="1080"/>
                      <a:pt x="35" y="1164"/>
                      <a:pt x="35" y="1247"/>
                    </a:cubicBezTo>
                    <a:cubicBezTo>
                      <a:pt x="36" y="1332"/>
                      <a:pt x="37" y="1417"/>
                      <a:pt x="38" y="1502"/>
                    </a:cubicBezTo>
                    <a:cubicBezTo>
                      <a:pt x="38" y="1544"/>
                      <a:pt x="39" y="1586"/>
                      <a:pt x="39" y="1628"/>
                    </a:cubicBezTo>
                    <a:cubicBezTo>
                      <a:pt x="39" y="1668"/>
                      <a:pt x="40" y="1710"/>
                      <a:pt x="40" y="1751"/>
                    </a:cubicBezTo>
                    <a:cubicBezTo>
                      <a:pt x="40" y="1791"/>
                      <a:pt x="41" y="1830"/>
                      <a:pt x="42" y="1869"/>
                    </a:cubicBezTo>
                    <a:cubicBezTo>
                      <a:pt x="42" y="1904"/>
                      <a:pt x="43" y="1938"/>
                      <a:pt x="43" y="1973"/>
                    </a:cubicBezTo>
                    <a:cubicBezTo>
                      <a:pt x="43" y="1980"/>
                      <a:pt x="38" y="1986"/>
                      <a:pt x="31" y="1986"/>
                    </a:cubicBezTo>
                    <a:cubicBezTo>
                      <a:pt x="24" y="1986"/>
                      <a:pt x="18" y="1980"/>
                      <a:pt x="18" y="19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7" name="Google Shape;4277;p50">
                <a:extLst>
                  <a:ext uri="{FF2B5EF4-FFF2-40B4-BE49-F238E27FC236}">
                    <a16:creationId xmlns:a16="http://schemas.microsoft.com/office/drawing/2014/main" id="{35C78887-284B-BAC6-90D6-B17C12B099CD}"/>
                  </a:ext>
                </a:extLst>
              </p:cNvPr>
              <p:cNvSpPr/>
              <p:nvPr/>
            </p:nvSpPr>
            <p:spPr>
              <a:xfrm>
                <a:off x="1321200" y="1259280"/>
                <a:ext cx="753480" cy="17280"/>
              </a:xfrm>
              <a:custGeom>
                <a:avLst/>
                <a:gdLst/>
                <a:ahLst/>
                <a:cxnLst/>
                <a:rect l="l" t="t" r="r" b="b"/>
                <a:pathLst>
                  <a:path w="2093" h="48" extrusionOk="0">
                    <a:moveTo>
                      <a:pt x="76" y="47"/>
                    </a:moveTo>
                    <a:cubicBezTo>
                      <a:pt x="68" y="46"/>
                      <a:pt x="59" y="45"/>
                      <a:pt x="51" y="44"/>
                    </a:cubicBezTo>
                    <a:cubicBezTo>
                      <a:pt x="45" y="43"/>
                      <a:pt x="40" y="42"/>
                      <a:pt x="35" y="42"/>
                    </a:cubicBezTo>
                    <a:cubicBezTo>
                      <a:pt x="33" y="42"/>
                      <a:pt x="30" y="42"/>
                      <a:pt x="28" y="42"/>
                    </a:cubicBezTo>
                    <a:cubicBezTo>
                      <a:pt x="23" y="42"/>
                      <a:pt x="17" y="42"/>
                      <a:pt x="12" y="41"/>
                    </a:cubicBezTo>
                    <a:cubicBezTo>
                      <a:pt x="4" y="40"/>
                      <a:pt x="0" y="32"/>
                      <a:pt x="2" y="25"/>
                    </a:cubicBezTo>
                    <a:cubicBezTo>
                      <a:pt x="2" y="21"/>
                      <a:pt x="7" y="17"/>
                      <a:pt x="12" y="16"/>
                    </a:cubicBezTo>
                    <a:cubicBezTo>
                      <a:pt x="17" y="16"/>
                      <a:pt x="22" y="16"/>
                      <a:pt x="27" y="17"/>
                    </a:cubicBezTo>
                    <a:cubicBezTo>
                      <a:pt x="29" y="17"/>
                      <a:pt x="31" y="17"/>
                      <a:pt x="33" y="18"/>
                    </a:cubicBezTo>
                    <a:cubicBezTo>
                      <a:pt x="39" y="18"/>
                      <a:pt x="45" y="18"/>
                      <a:pt x="51" y="18"/>
                    </a:cubicBezTo>
                    <a:cubicBezTo>
                      <a:pt x="62" y="18"/>
                      <a:pt x="73" y="18"/>
                      <a:pt x="85" y="18"/>
                    </a:cubicBezTo>
                    <a:cubicBezTo>
                      <a:pt x="107" y="18"/>
                      <a:pt x="129" y="18"/>
                      <a:pt x="150" y="18"/>
                    </a:cubicBezTo>
                    <a:cubicBezTo>
                      <a:pt x="195" y="18"/>
                      <a:pt x="239" y="18"/>
                      <a:pt x="283" y="17"/>
                    </a:cubicBezTo>
                    <a:cubicBezTo>
                      <a:pt x="372" y="17"/>
                      <a:pt x="460" y="16"/>
                      <a:pt x="550" y="16"/>
                    </a:cubicBezTo>
                    <a:cubicBezTo>
                      <a:pt x="594" y="15"/>
                      <a:pt x="640" y="14"/>
                      <a:pt x="685" y="14"/>
                    </a:cubicBezTo>
                    <a:cubicBezTo>
                      <a:pt x="727" y="14"/>
                      <a:pt x="770" y="14"/>
                      <a:pt x="813" y="13"/>
                    </a:cubicBezTo>
                    <a:cubicBezTo>
                      <a:pt x="903" y="13"/>
                      <a:pt x="992" y="13"/>
                      <a:pt x="1081" y="11"/>
                    </a:cubicBezTo>
                    <a:cubicBezTo>
                      <a:pt x="1172" y="11"/>
                      <a:pt x="1262" y="10"/>
                      <a:pt x="1353" y="10"/>
                    </a:cubicBezTo>
                    <a:cubicBezTo>
                      <a:pt x="1442" y="9"/>
                      <a:pt x="1530" y="8"/>
                      <a:pt x="1618" y="7"/>
                    </a:cubicBezTo>
                    <a:cubicBezTo>
                      <a:pt x="1663" y="6"/>
                      <a:pt x="1708" y="6"/>
                      <a:pt x="1753" y="5"/>
                    </a:cubicBezTo>
                    <a:cubicBezTo>
                      <a:pt x="1798" y="4"/>
                      <a:pt x="1843" y="4"/>
                      <a:pt x="1887" y="4"/>
                    </a:cubicBezTo>
                    <a:cubicBezTo>
                      <a:pt x="1921" y="3"/>
                      <a:pt x="1953" y="3"/>
                      <a:pt x="1986" y="2"/>
                    </a:cubicBezTo>
                    <a:cubicBezTo>
                      <a:pt x="2002" y="2"/>
                      <a:pt x="2017" y="2"/>
                      <a:pt x="2032" y="2"/>
                    </a:cubicBezTo>
                    <a:cubicBezTo>
                      <a:pt x="2048" y="1"/>
                      <a:pt x="2063" y="1"/>
                      <a:pt x="2079" y="0"/>
                    </a:cubicBezTo>
                    <a:cubicBezTo>
                      <a:pt x="2086" y="0"/>
                      <a:pt x="2092" y="6"/>
                      <a:pt x="2092" y="13"/>
                    </a:cubicBezTo>
                    <a:cubicBezTo>
                      <a:pt x="2092" y="20"/>
                      <a:pt x="2086" y="26"/>
                      <a:pt x="2079" y="26"/>
                    </a:cubicBezTo>
                    <a:cubicBezTo>
                      <a:pt x="2058" y="26"/>
                      <a:pt x="2037" y="26"/>
                      <a:pt x="2016" y="26"/>
                    </a:cubicBezTo>
                    <a:cubicBezTo>
                      <a:pt x="1995" y="26"/>
                      <a:pt x="1973" y="26"/>
                      <a:pt x="1951" y="26"/>
                    </a:cubicBezTo>
                    <a:cubicBezTo>
                      <a:pt x="1907" y="26"/>
                      <a:pt x="1861" y="26"/>
                      <a:pt x="1816" y="27"/>
                    </a:cubicBezTo>
                    <a:cubicBezTo>
                      <a:pt x="1728" y="27"/>
                      <a:pt x="1640" y="28"/>
                      <a:pt x="1552" y="28"/>
                    </a:cubicBezTo>
                    <a:cubicBezTo>
                      <a:pt x="1462" y="28"/>
                      <a:pt x="1371" y="30"/>
                      <a:pt x="1281" y="30"/>
                    </a:cubicBezTo>
                    <a:cubicBezTo>
                      <a:pt x="1190" y="31"/>
                      <a:pt x="1101" y="32"/>
                      <a:pt x="1010" y="32"/>
                    </a:cubicBezTo>
                    <a:cubicBezTo>
                      <a:pt x="924" y="33"/>
                      <a:pt x="836" y="34"/>
                      <a:pt x="749" y="35"/>
                    </a:cubicBezTo>
                    <a:cubicBezTo>
                      <a:pt x="704" y="36"/>
                      <a:pt x="659" y="36"/>
                      <a:pt x="614" y="37"/>
                    </a:cubicBezTo>
                    <a:cubicBezTo>
                      <a:pt x="569" y="37"/>
                      <a:pt x="526" y="37"/>
                      <a:pt x="481" y="38"/>
                    </a:cubicBezTo>
                    <a:cubicBezTo>
                      <a:pt x="392" y="38"/>
                      <a:pt x="302" y="39"/>
                      <a:pt x="213" y="40"/>
                    </a:cubicBezTo>
                    <a:cubicBezTo>
                      <a:pt x="180" y="41"/>
                      <a:pt x="146" y="41"/>
                      <a:pt x="113" y="41"/>
                    </a:cubicBezTo>
                    <a:cubicBezTo>
                      <a:pt x="104" y="41"/>
                      <a:pt x="96" y="41"/>
                      <a:pt x="87" y="42"/>
                    </a:cubicBezTo>
                    <a:cubicBezTo>
                      <a:pt x="85" y="45"/>
                      <a:pt x="81" y="47"/>
                      <a:pt x="77" y="47"/>
                    </a:cubicBezTo>
                    <a:lnTo>
                      <a:pt x="76" y="4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8" name="Google Shape;4278;p50">
                <a:extLst>
                  <a:ext uri="{FF2B5EF4-FFF2-40B4-BE49-F238E27FC236}">
                    <a16:creationId xmlns:a16="http://schemas.microsoft.com/office/drawing/2014/main" id="{39ACAC9C-4B05-EDAB-BEC4-B0FDF29A3E54}"/>
                  </a:ext>
                </a:extLst>
              </p:cNvPr>
              <p:cNvSpPr/>
              <p:nvPr/>
            </p:nvSpPr>
            <p:spPr>
              <a:xfrm>
                <a:off x="2006280" y="1254600"/>
                <a:ext cx="79560" cy="25200"/>
              </a:xfrm>
              <a:custGeom>
                <a:avLst/>
                <a:gdLst/>
                <a:ahLst/>
                <a:cxnLst/>
                <a:rect l="l" t="t" r="r" b="b"/>
                <a:pathLst>
                  <a:path w="221" h="70" extrusionOk="0">
                    <a:moveTo>
                      <a:pt x="73" y="60"/>
                    </a:moveTo>
                    <a:cubicBezTo>
                      <a:pt x="72" y="54"/>
                      <a:pt x="76" y="47"/>
                      <a:pt x="82" y="45"/>
                    </a:cubicBezTo>
                    <a:cubicBezTo>
                      <a:pt x="102" y="40"/>
                      <a:pt x="122" y="36"/>
                      <a:pt x="142" y="32"/>
                    </a:cubicBezTo>
                    <a:cubicBezTo>
                      <a:pt x="123" y="29"/>
                      <a:pt x="104" y="27"/>
                      <a:pt x="84" y="26"/>
                    </a:cubicBezTo>
                    <a:cubicBezTo>
                      <a:pt x="72" y="25"/>
                      <a:pt x="60" y="25"/>
                      <a:pt x="48" y="25"/>
                    </a:cubicBezTo>
                    <a:cubicBezTo>
                      <a:pt x="37" y="25"/>
                      <a:pt x="26" y="26"/>
                      <a:pt x="14" y="26"/>
                    </a:cubicBezTo>
                    <a:cubicBezTo>
                      <a:pt x="14" y="26"/>
                      <a:pt x="13" y="26"/>
                      <a:pt x="12" y="26"/>
                    </a:cubicBezTo>
                    <a:cubicBezTo>
                      <a:pt x="6" y="26"/>
                      <a:pt x="0" y="21"/>
                      <a:pt x="0" y="14"/>
                    </a:cubicBezTo>
                    <a:cubicBezTo>
                      <a:pt x="0" y="7"/>
                      <a:pt x="6" y="1"/>
                      <a:pt x="12" y="1"/>
                    </a:cubicBezTo>
                    <a:cubicBezTo>
                      <a:pt x="17" y="2"/>
                      <a:pt x="22" y="1"/>
                      <a:pt x="27" y="1"/>
                    </a:cubicBezTo>
                    <a:cubicBezTo>
                      <a:pt x="34" y="1"/>
                      <a:pt x="40" y="1"/>
                      <a:pt x="46" y="1"/>
                    </a:cubicBezTo>
                    <a:cubicBezTo>
                      <a:pt x="60" y="0"/>
                      <a:pt x="73" y="1"/>
                      <a:pt x="87" y="2"/>
                    </a:cubicBezTo>
                    <a:cubicBezTo>
                      <a:pt x="113" y="4"/>
                      <a:pt x="139" y="8"/>
                      <a:pt x="165" y="10"/>
                    </a:cubicBezTo>
                    <a:cubicBezTo>
                      <a:pt x="175" y="11"/>
                      <a:pt x="184" y="12"/>
                      <a:pt x="193" y="13"/>
                    </a:cubicBezTo>
                    <a:cubicBezTo>
                      <a:pt x="196" y="13"/>
                      <a:pt x="198" y="13"/>
                      <a:pt x="201" y="14"/>
                    </a:cubicBezTo>
                    <a:cubicBezTo>
                      <a:pt x="204" y="14"/>
                      <a:pt x="208" y="14"/>
                      <a:pt x="213" y="15"/>
                    </a:cubicBezTo>
                    <a:cubicBezTo>
                      <a:pt x="217" y="17"/>
                      <a:pt x="220" y="22"/>
                      <a:pt x="220" y="26"/>
                    </a:cubicBezTo>
                    <a:cubicBezTo>
                      <a:pt x="220" y="31"/>
                      <a:pt x="217" y="36"/>
                      <a:pt x="213" y="38"/>
                    </a:cubicBezTo>
                    <a:cubicBezTo>
                      <a:pt x="207" y="40"/>
                      <a:pt x="202" y="41"/>
                      <a:pt x="197" y="42"/>
                    </a:cubicBezTo>
                    <a:cubicBezTo>
                      <a:pt x="192" y="44"/>
                      <a:pt x="186" y="45"/>
                      <a:pt x="181" y="46"/>
                    </a:cubicBezTo>
                    <a:cubicBezTo>
                      <a:pt x="172" y="49"/>
                      <a:pt x="162" y="51"/>
                      <a:pt x="152" y="53"/>
                    </a:cubicBezTo>
                    <a:cubicBezTo>
                      <a:pt x="131" y="58"/>
                      <a:pt x="110" y="64"/>
                      <a:pt x="88" y="69"/>
                    </a:cubicBezTo>
                    <a:cubicBezTo>
                      <a:pt x="88" y="69"/>
                      <a:pt x="87" y="69"/>
                      <a:pt x="86" y="69"/>
                    </a:cubicBezTo>
                    <a:cubicBezTo>
                      <a:pt x="80" y="69"/>
                      <a:pt x="75" y="66"/>
                      <a:pt x="73" y="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9" name="Google Shape;4279;p50">
                <a:extLst>
                  <a:ext uri="{FF2B5EF4-FFF2-40B4-BE49-F238E27FC236}">
                    <a16:creationId xmlns:a16="http://schemas.microsoft.com/office/drawing/2014/main" id="{CFD1DA5F-757D-5757-08D8-FF8A172D32EE}"/>
                  </a:ext>
                </a:extLst>
              </p:cNvPr>
              <p:cNvSpPr/>
              <p:nvPr/>
            </p:nvSpPr>
            <p:spPr>
              <a:xfrm>
                <a:off x="1449720" y="689040"/>
                <a:ext cx="36360" cy="79200"/>
              </a:xfrm>
              <a:custGeom>
                <a:avLst/>
                <a:gdLst/>
                <a:ahLst/>
                <a:cxnLst/>
                <a:rect l="l" t="t" r="r" b="b"/>
                <a:pathLst>
                  <a:path w="101" h="220" extrusionOk="0">
                    <a:moveTo>
                      <a:pt x="74" y="208"/>
                    </a:moveTo>
                    <a:cubicBezTo>
                      <a:pt x="72" y="184"/>
                      <a:pt x="68" y="160"/>
                      <a:pt x="65" y="137"/>
                    </a:cubicBezTo>
                    <a:cubicBezTo>
                      <a:pt x="64" y="128"/>
                      <a:pt x="62" y="119"/>
                      <a:pt x="61" y="110"/>
                    </a:cubicBezTo>
                    <a:cubicBezTo>
                      <a:pt x="60" y="116"/>
                      <a:pt x="57" y="122"/>
                      <a:pt x="55" y="127"/>
                    </a:cubicBezTo>
                    <a:cubicBezTo>
                      <a:pt x="50" y="140"/>
                      <a:pt x="46" y="152"/>
                      <a:pt x="41" y="165"/>
                    </a:cubicBezTo>
                    <a:cubicBezTo>
                      <a:pt x="38" y="171"/>
                      <a:pt x="36" y="177"/>
                      <a:pt x="33" y="184"/>
                    </a:cubicBezTo>
                    <a:cubicBezTo>
                      <a:pt x="30" y="191"/>
                      <a:pt x="27" y="198"/>
                      <a:pt x="23" y="205"/>
                    </a:cubicBezTo>
                    <a:cubicBezTo>
                      <a:pt x="21" y="209"/>
                      <a:pt x="15" y="211"/>
                      <a:pt x="11" y="211"/>
                    </a:cubicBezTo>
                    <a:cubicBezTo>
                      <a:pt x="5" y="210"/>
                      <a:pt x="1" y="205"/>
                      <a:pt x="0" y="200"/>
                    </a:cubicBezTo>
                    <a:cubicBezTo>
                      <a:pt x="0" y="198"/>
                      <a:pt x="0" y="196"/>
                      <a:pt x="1" y="194"/>
                    </a:cubicBezTo>
                    <a:lnTo>
                      <a:pt x="1" y="195"/>
                    </a:lnTo>
                    <a:cubicBezTo>
                      <a:pt x="1" y="193"/>
                      <a:pt x="2" y="190"/>
                      <a:pt x="4" y="188"/>
                    </a:cubicBezTo>
                    <a:cubicBezTo>
                      <a:pt x="4" y="187"/>
                      <a:pt x="5" y="186"/>
                      <a:pt x="5" y="186"/>
                    </a:cubicBezTo>
                    <a:cubicBezTo>
                      <a:pt x="19" y="158"/>
                      <a:pt x="30" y="130"/>
                      <a:pt x="40" y="101"/>
                    </a:cubicBezTo>
                    <a:cubicBezTo>
                      <a:pt x="44" y="90"/>
                      <a:pt x="47" y="79"/>
                      <a:pt x="50" y="68"/>
                    </a:cubicBezTo>
                    <a:cubicBezTo>
                      <a:pt x="50" y="69"/>
                      <a:pt x="50" y="69"/>
                      <a:pt x="50" y="69"/>
                    </a:cubicBezTo>
                    <a:cubicBezTo>
                      <a:pt x="52" y="59"/>
                      <a:pt x="54" y="49"/>
                      <a:pt x="55" y="38"/>
                    </a:cubicBezTo>
                    <a:cubicBezTo>
                      <a:pt x="55" y="36"/>
                      <a:pt x="55" y="33"/>
                      <a:pt x="55" y="31"/>
                    </a:cubicBezTo>
                    <a:cubicBezTo>
                      <a:pt x="55" y="24"/>
                      <a:pt x="54" y="16"/>
                      <a:pt x="57" y="9"/>
                    </a:cubicBezTo>
                    <a:cubicBezTo>
                      <a:pt x="59" y="4"/>
                      <a:pt x="65" y="0"/>
                      <a:pt x="71" y="1"/>
                    </a:cubicBezTo>
                    <a:cubicBezTo>
                      <a:pt x="76" y="2"/>
                      <a:pt x="80" y="5"/>
                      <a:pt x="82" y="11"/>
                    </a:cubicBezTo>
                    <a:cubicBezTo>
                      <a:pt x="83" y="15"/>
                      <a:pt x="82" y="19"/>
                      <a:pt x="82" y="24"/>
                    </a:cubicBezTo>
                    <a:cubicBezTo>
                      <a:pt x="82" y="27"/>
                      <a:pt x="81" y="30"/>
                      <a:pt x="81" y="33"/>
                    </a:cubicBezTo>
                    <a:cubicBezTo>
                      <a:pt x="81" y="36"/>
                      <a:pt x="80" y="38"/>
                      <a:pt x="79" y="40"/>
                    </a:cubicBezTo>
                    <a:cubicBezTo>
                      <a:pt x="79" y="45"/>
                      <a:pt x="80" y="50"/>
                      <a:pt x="80" y="54"/>
                    </a:cubicBezTo>
                    <a:cubicBezTo>
                      <a:pt x="81" y="63"/>
                      <a:pt x="81" y="71"/>
                      <a:pt x="81" y="80"/>
                    </a:cubicBezTo>
                    <a:cubicBezTo>
                      <a:pt x="85" y="122"/>
                      <a:pt x="92" y="163"/>
                      <a:pt x="99" y="205"/>
                    </a:cubicBezTo>
                    <a:cubicBezTo>
                      <a:pt x="100" y="212"/>
                      <a:pt x="95" y="218"/>
                      <a:pt x="88" y="219"/>
                    </a:cubicBezTo>
                    <a:cubicBezTo>
                      <a:pt x="88" y="219"/>
                      <a:pt x="87" y="219"/>
                      <a:pt x="86" y="219"/>
                    </a:cubicBezTo>
                    <a:cubicBezTo>
                      <a:pt x="81" y="219"/>
                      <a:pt x="75" y="215"/>
                      <a:pt x="74" y="2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0" name="Google Shape;4280;p50">
                <a:extLst>
                  <a:ext uri="{FF2B5EF4-FFF2-40B4-BE49-F238E27FC236}">
                    <a16:creationId xmlns:a16="http://schemas.microsoft.com/office/drawing/2014/main" id="{3C24D6BA-894C-69A3-BD1A-836A8F64420E}"/>
                  </a:ext>
                </a:extLst>
              </p:cNvPr>
              <p:cNvSpPr/>
              <p:nvPr/>
            </p:nvSpPr>
            <p:spPr>
              <a:xfrm>
                <a:off x="2042640" y="1306440"/>
                <a:ext cx="40680" cy="2808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78" extrusionOk="0">
                    <a:moveTo>
                      <a:pt x="13" y="77"/>
                    </a:moveTo>
                    <a:cubicBezTo>
                      <a:pt x="6" y="76"/>
                      <a:pt x="1" y="70"/>
                      <a:pt x="2" y="63"/>
                    </a:cubicBezTo>
                    <a:cubicBezTo>
                      <a:pt x="3" y="58"/>
                      <a:pt x="3" y="54"/>
                      <a:pt x="4" y="48"/>
                    </a:cubicBezTo>
                    <a:cubicBezTo>
                      <a:pt x="4" y="46"/>
                      <a:pt x="4" y="43"/>
                      <a:pt x="4" y="40"/>
                    </a:cubicBezTo>
                    <a:cubicBezTo>
                      <a:pt x="3" y="36"/>
                      <a:pt x="3" y="32"/>
                      <a:pt x="2" y="28"/>
                    </a:cubicBezTo>
                    <a:cubicBezTo>
                      <a:pt x="1" y="21"/>
                      <a:pt x="0" y="13"/>
                      <a:pt x="4" y="7"/>
                    </a:cubicBezTo>
                    <a:cubicBezTo>
                      <a:pt x="7" y="4"/>
                      <a:pt x="13" y="1"/>
                      <a:pt x="17" y="0"/>
                    </a:cubicBezTo>
                    <a:cubicBezTo>
                      <a:pt x="20" y="0"/>
                      <a:pt x="23" y="0"/>
                      <a:pt x="26" y="1"/>
                    </a:cubicBezTo>
                    <a:cubicBezTo>
                      <a:pt x="29" y="2"/>
                      <a:pt x="33" y="3"/>
                      <a:pt x="36" y="4"/>
                    </a:cubicBezTo>
                    <a:cubicBezTo>
                      <a:pt x="43" y="7"/>
                      <a:pt x="49" y="10"/>
                      <a:pt x="56" y="14"/>
                    </a:cubicBezTo>
                    <a:cubicBezTo>
                      <a:pt x="64" y="19"/>
                      <a:pt x="73" y="24"/>
                      <a:pt x="81" y="30"/>
                    </a:cubicBezTo>
                    <a:cubicBezTo>
                      <a:pt x="89" y="35"/>
                      <a:pt x="98" y="42"/>
                      <a:pt x="106" y="49"/>
                    </a:cubicBezTo>
                    <a:cubicBezTo>
                      <a:pt x="111" y="54"/>
                      <a:pt x="112" y="61"/>
                      <a:pt x="108" y="66"/>
                    </a:cubicBezTo>
                    <a:cubicBezTo>
                      <a:pt x="104" y="71"/>
                      <a:pt x="96" y="73"/>
                      <a:pt x="91" y="68"/>
                    </a:cubicBezTo>
                    <a:cubicBezTo>
                      <a:pt x="86" y="64"/>
                      <a:pt x="81" y="59"/>
                      <a:pt x="75" y="55"/>
                    </a:cubicBezTo>
                    <a:cubicBezTo>
                      <a:pt x="71" y="51"/>
                      <a:pt x="66" y="48"/>
                      <a:pt x="61" y="44"/>
                    </a:cubicBezTo>
                    <a:cubicBezTo>
                      <a:pt x="52" y="39"/>
                      <a:pt x="43" y="34"/>
                      <a:pt x="34" y="30"/>
                    </a:cubicBezTo>
                    <a:cubicBezTo>
                      <a:pt x="31" y="28"/>
                      <a:pt x="29" y="27"/>
                      <a:pt x="26" y="26"/>
                    </a:cubicBezTo>
                    <a:cubicBezTo>
                      <a:pt x="27" y="33"/>
                      <a:pt x="28" y="38"/>
                      <a:pt x="28" y="45"/>
                    </a:cubicBezTo>
                    <a:cubicBezTo>
                      <a:pt x="28" y="52"/>
                      <a:pt x="27" y="59"/>
                      <a:pt x="26" y="67"/>
                    </a:cubicBezTo>
                    <a:cubicBezTo>
                      <a:pt x="26" y="73"/>
                      <a:pt x="20" y="77"/>
                      <a:pt x="14" y="77"/>
                    </a:cubicBezTo>
                    <a:cubicBezTo>
                      <a:pt x="13" y="77"/>
                      <a:pt x="13" y="77"/>
                      <a:pt x="13" y="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1" name="Google Shape;4281;p50">
                <a:extLst>
                  <a:ext uri="{FF2B5EF4-FFF2-40B4-BE49-F238E27FC236}">
                    <a16:creationId xmlns:a16="http://schemas.microsoft.com/office/drawing/2014/main" id="{3DCD7F9B-0E2B-D5B3-AD7D-3FB710F20782}"/>
                  </a:ext>
                </a:extLst>
              </p:cNvPr>
              <p:cNvSpPr/>
              <p:nvPr/>
            </p:nvSpPr>
            <p:spPr>
              <a:xfrm>
                <a:off x="2038680" y="1298520"/>
                <a:ext cx="58680" cy="70920"/>
              </a:xfrm>
              <a:custGeom>
                <a:avLst/>
                <a:gdLst/>
                <a:ahLst/>
                <a:cxnLst/>
                <a:rect l="l" t="t" r="r" b="b"/>
                <a:pathLst>
                  <a:path w="163" h="197" extrusionOk="0">
                    <a:moveTo>
                      <a:pt x="8" y="195"/>
                    </a:moveTo>
                    <a:cubicBezTo>
                      <a:pt x="3" y="193"/>
                      <a:pt x="0" y="186"/>
                      <a:pt x="2" y="180"/>
                    </a:cubicBezTo>
                    <a:cubicBezTo>
                      <a:pt x="5" y="173"/>
                      <a:pt x="9" y="165"/>
                      <a:pt x="12" y="158"/>
                    </a:cubicBezTo>
                    <a:cubicBezTo>
                      <a:pt x="12" y="159"/>
                      <a:pt x="12" y="159"/>
                      <a:pt x="12" y="159"/>
                    </a:cubicBezTo>
                    <a:cubicBezTo>
                      <a:pt x="18" y="148"/>
                      <a:pt x="24" y="137"/>
                      <a:pt x="30" y="126"/>
                    </a:cubicBezTo>
                    <a:cubicBezTo>
                      <a:pt x="36" y="115"/>
                      <a:pt x="43" y="104"/>
                      <a:pt x="50" y="94"/>
                    </a:cubicBezTo>
                    <a:cubicBezTo>
                      <a:pt x="57" y="83"/>
                      <a:pt x="64" y="72"/>
                      <a:pt x="72" y="62"/>
                    </a:cubicBezTo>
                    <a:cubicBezTo>
                      <a:pt x="77" y="57"/>
                      <a:pt x="81" y="51"/>
                      <a:pt x="85" y="46"/>
                    </a:cubicBezTo>
                    <a:cubicBezTo>
                      <a:pt x="90" y="41"/>
                      <a:pt x="95" y="35"/>
                      <a:pt x="100" y="30"/>
                    </a:cubicBezTo>
                    <a:cubicBezTo>
                      <a:pt x="107" y="22"/>
                      <a:pt x="116" y="15"/>
                      <a:pt x="124" y="10"/>
                    </a:cubicBezTo>
                    <a:cubicBezTo>
                      <a:pt x="132" y="4"/>
                      <a:pt x="140" y="1"/>
                      <a:pt x="149" y="0"/>
                    </a:cubicBezTo>
                    <a:cubicBezTo>
                      <a:pt x="156" y="0"/>
                      <a:pt x="162" y="6"/>
                      <a:pt x="162" y="13"/>
                    </a:cubicBezTo>
                    <a:cubicBezTo>
                      <a:pt x="162" y="20"/>
                      <a:pt x="156" y="26"/>
                      <a:pt x="149" y="25"/>
                    </a:cubicBezTo>
                    <a:lnTo>
                      <a:pt x="148" y="25"/>
                    </a:lnTo>
                    <a:lnTo>
                      <a:pt x="149" y="25"/>
                    </a:lnTo>
                    <a:cubicBezTo>
                      <a:pt x="148" y="25"/>
                      <a:pt x="148" y="25"/>
                      <a:pt x="146" y="25"/>
                    </a:cubicBezTo>
                    <a:cubicBezTo>
                      <a:pt x="146" y="26"/>
                      <a:pt x="146" y="26"/>
                      <a:pt x="145" y="26"/>
                    </a:cubicBezTo>
                    <a:cubicBezTo>
                      <a:pt x="144" y="27"/>
                      <a:pt x="143" y="27"/>
                      <a:pt x="142" y="28"/>
                    </a:cubicBezTo>
                    <a:cubicBezTo>
                      <a:pt x="139" y="29"/>
                      <a:pt x="137" y="30"/>
                      <a:pt x="134" y="32"/>
                    </a:cubicBezTo>
                    <a:cubicBezTo>
                      <a:pt x="131" y="34"/>
                      <a:pt x="128" y="36"/>
                      <a:pt x="125" y="39"/>
                    </a:cubicBezTo>
                    <a:cubicBezTo>
                      <a:pt x="117" y="46"/>
                      <a:pt x="109" y="55"/>
                      <a:pt x="102" y="63"/>
                    </a:cubicBezTo>
                    <a:cubicBezTo>
                      <a:pt x="95" y="70"/>
                      <a:pt x="89" y="77"/>
                      <a:pt x="84" y="85"/>
                    </a:cubicBezTo>
                    <a:cubicBezTo>
                      <a:pt x="81" y="88"/>
                      <a:pt x="78" y="92"/>
                      <a:pt x="75" y="95"/>
                    </a:cubicBezTo>
                    <a:cubicBezTo>
                      <a:pt x="72" y="100"/>
                      <a:pt x="70" y="105"/>
                      <a:pt x="66" y="109"/>
                    </a:cubicBezTo>
                    <a:cubicBezTo>
                      <a:pt x="61" y="116"/>
                      <a:pt x="57" y="124"/>
                      <a:pt x="53" y="131"/>
                    </a:cubicBezTo>
                    <a:cubicBezTo>
                      <a:pt x="47" y="140"/>
                      <a:pt x="43" y="150"/>
                      <a:pt x="37" y="158"/>
                    </a:cubicBezTo>
                    <a:cubicBezTo>
                      <a:pt x="33" y="169"/>
                      <a:pt x="28" y="179"/>
                      <a:pt x="24" y="189"/>
                    </a:cubicBezTo>
                    <a:cubicBezTo>
                      <a:pt x="22" y="193"/>
                      <a:pt x="17" y="196"/>
                      <a:pt x="12" y="196"/>
                    </a:cubicBezTo>
                    <a:cubicBezTo>
                      <a:pt x="11" y="196"/>
                      <a:pt x="10" y="196"/>
                      <a:pt x="8" y="19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2" name="Google Shape;4282;p50">
                <a:extLst>
                  <a:ext uri="{FF2B5EF4-FFF2-40B4-BE49-F238E27FC236}">
                    <a16:creationId xmlns:a16="http://schemas.microsoft.com/office/drawing/2014/main" id="{3468743D-83A0-8FDC-FA3C-6EE6F90C15B2}"/>
                  </a:ext>
                </a:extLst>
              </p:cNvPr>
              <p:cNvSpPr/>
              <p:nvPr/>
            </p:nvSpPr>
            <p:spPr>
              <a:xfrm>
                <a:off x="1386360" y="691920"/>
                <a:ext cx="46080" cy="129960"/>
              </a:xfrm>
              <a:custGeom>
                <a:avLst/>
                <a:gdLst/>
                <a:ahLst/>
                <a:cxnLst/>
                <a:rect l="l" t="t" r="r" b="b"/>
                <a:pathLst>
                  <a:path w="128" h="361" extrusionOk="0">
                    <a:moveTo>
                      <a:pt x="54" y="336"/>
                    </a:moveTo>
                    <a:lnTo>
                      <a:pt x="54" y="335"/>
                    </a:lnTo>
                    <a:cubicBezTo>
                      <a:pt x="55" y="333"/>
                      <a:pt x="56" y="331"/>
                      <a:pt x="56" y="328"/>
                    </a:cubicBezTo>
                    <a:cubicBezTo>
                      <a:pt x="58" y="320"/>
                      <a:pt x="59" y="310"/>
                      <a:pt x="60" y="301"/>
                    </a:cubicBezTo>
                    <a:cubicBezTo>
                      <a:pt x="61" y="278"/>
                      <a:pt x="61" y="254"/>
                      <a:pt x="63" y="232"/>
                    </a:cubicBezTo>
                    <a:cubicBezTo>
                      <a:pt x="63" y="223"/>
                      <a:pt x="63" y="215"/>
                      <a:pt x="63" y="207"/>
                    </a:cubicBezTo>
                    <a:cubicBezTo>
                      <a:pt x="57" y="217"/>
                      <a:pt x="52" y="227"/>
                      <a:pt x="46" y="238"/>
                    </a:cubicBezTo>
                    <a:cubicBezTo>
                      <a:pt x="47" y="238"/>
                      <a:pt x="47" y="237"/>
                      <a:pt x="47" y="237"/>
                    </a:cubicBezTo>
                    <a:cubicBezTo>
                      <a:pt x="43" y="243"/>
                      <a:pt x="41" y="249"/>
                      <a:pt x="39" y="256"/>
                    </a:cubicBezTo>
                    <a:cubicBezTo>
                      <a:pt x="37" y="258"/>
                      <a:pt x="37" y="260"/>
                      <a:pt x="36" y="262"/>
                    </a:cubicBezTo>
                    <a:cubicBezTo>
                      <a:pt x="36" y="267"/>
                      <a:pt x="35" y="273"/>
                      <a:pt x="35" y="278"/>
                    </a:cubicBezTo>
                    <a:cubicBezTo>
                      <a:pt x="34" y="282"/>
                      <a:pt x="34" y="287"/>
                      <a:pt x="35" y="291"/>
                    </a:cubicBezTo>
                    <a:cubicBezTo>
                      <a:pt x="35" y="294"/>
                      <a:pt x="35" y="298"/>
                      <a:pt x="36" y="300"/>
                    </a:cubicBezTo>
                    <a:cubicBezTo>
                      <a:pt x="36" y="300"/>
                      <a:pt x="36" y="299"/>
                      <a:pt x="35" y="299"/>
                    </a:cubicBezTo>
                    <a:cubicBezTo>
                      <a:pt x="36" y="303"/>
                      <a:pt x="37" y="306"/>
                      <a:pt x="39" y="310"/>
                    </a:cubicBezTo>
                    <a:cubicBezTo>
                      <a:pt x="38" y="310"/>
                      <a:pt x="38" y="310"/>
                      <a:pt x="38" y="310"/>
                    </a:cubicBezTo>
                    <a:cubicBezTo>
                      <a:pt x="40" y="314"/>
                      <a:pt x="42" y="318"/>
                      <a:pt x="43" y="322"/>
                    </a:cubicBezTo>
                    <a:cubicBezTo>
                      <a:pt x="45" y="325"/>
                      <a:pt x="46" y="327"/>
                      <a:pt x="48" y="330"/>
                    </a:cubicBezTo>
                    <a:cubicBezTo>
                      <a:pt x="49" y="331"/>
                      <a:pt x="50" y="333"/>
                      <a:pt x="51" y="334"/>
                    </a:cubicBezTo>
                    <a:lnTo>
                      <a:pt x="52" y="335"/>
                    </a:lnTo>
                    <a:cubicBezTo>
                      <a:pt x="53" y="335"/>
                      <a:pt x="53" y="335"/>
                      <a:pt x="53" y="335"/>
                    </a:cubicBezTo>
                    <a:lnTo>
                      <a:pt x="54" y="336"/>
                    </a:lnTo>
                    <a:moveTo>
                      <a:pt x="53" y="360"/>
                    </a:moveTo>
                    <a:cubicBezTo>
                      <a:pt x="50" y="360"/>
                      <a:pt x="47" y="359"/>
                      <a:pt x="44" y="358"/>
                    </a:cubicBezTo>
                    <a:cubicBezTo>
                      <a:pt x="37" y="354"/>
                      <a:pt x="33" y="349"/>
                      <a:pt x="29" y="342"/>
                    </a:cubicBezTo>
                    <a:cubicBezTo>
                      <a:pt x="25" y="336"/>
                      <a:pt x="21" y="330"/>
                      <a:pt x="19" y="323"/>
                    </a:cubicBezTo>
                    <a:cubicBezTo>
                      <a:pt x="16" y="315"/>
                      <a:pt x="14" y="307"/>
                      <a:pt x="13" y="299"/>
                    </a:cubicBezTo>
                    <a:cubicBezTo>
                      <a:pt x="12" y="292"/>
                      <a:pt x="12" y="284"/>
                      <a:pt x="13" y="277"/>
                    </a:cubicBezTo>
                    <a:cubicBezTo>
                      <a:pt x="14" y="268"/>
                      <a:pt x="15" y="259"/>
                      <a:pt x="18" y="251"/>
                    </a:cubicBezTo>
                    <a:cubicBezTo>
                      <a:pt x="21" y="244"/>
                      <a:pt x="23" y="237"/>
                      <a:pt x="27" y="230"/>
                    </a:cubicBezTo>
                    <a:cubicBezTo>
                      <a:pt x="31" y="222"/>
                      <a:pt x="36" y="214"/>
                      <a:pt x="40" y="206"/>
                    </a:cubicBezTo>
                    <a:cubicBezTo>
                      <a:pt x="47" y="193"/>
                      <a:pt x="56" y="180"/>
                      <a:pt x="63" y="167"/>
                    </a:cubicBezTo>
                    <a:cubicBezTo>
                      <a:pt x="64" y="166"/>
                      <a:pt x="65" y="164"/>
                      <a:pt x="66" y="162"/>
                    </a:cubicBezTo>
                    <a:cubicBezTo>
                      <a:pt x="66" y="159"/>
                      <a:pt x="66" y="156"/>
                      <a:pt x="67" y="153"/>
                    </a:cubicBezTo>
                    <a:cubicBezTo>
                      <a:pt x="67" y="144"/>
                      <a:pt x="68" y="136"/>
                      <a:pt x="70" y="127"/>
                    </a:cubicBezTo>
                    <a:cubicBezTo>
                      <a:pt x="68" y="129"/>
                      <a:pt x="66" y="130"/>
                      <a:pt x="64" y="132"/>
                    </a:cubicBezTo>
                    <a:cubicBezTo>
                      <a:pt x="59" y="136"/>
                      <a:pt x="54" y="139"/>
                      <a:pt x="48" y="141"/>
                    </a:cubicBezTo>
                    <a:cubicBezTo>
                      <a:pt x="43" y="143"/>
                      <a:pt x="37" y="145"/>
                      <a:pt x="32" y="144"/>
                    </a:cubicBezTo>
                    <a:cubicBezTo>
                      <a:pt x="26" y="143"/>
                      <a:pt x="21" y="141"/>
                      <a:pt x="17" y="137"/>
                    </a:cubicBezTo>
                    <a:cubicBezTo>
                      <a:pt x="12" y="134"/>
                      <a:pt x="9" y="129"/>
                      <a:pt x="8" y="123"/>
                    </a:cubicBezTo>
                    <a:cubicBezTo>
                      <a:pt x="3" y="111"/>
                      <a:pt x="1" y="98"/>
                      <a:pt x="1" y="85"/>
                    </a:cubicBezTo>
                    <a:cubicBezTo>
                      <a:pt x="0" y="78"/>
                      <a:pt x="0" y="71"/>
                      <a:pt x="1" y="65"/>
                    </a:cubicBezTo>
                    <a:cubicBezTo>
                      <a:pt x="1" y="59"/>
                      <a:pt x="1" y="53"/>
                      <a:pt x="3" y="48"/>
                    </a:cubicBezTo>
                    <a:cubicBezTo>
                      <a:pt x="4" y="43"/>
                      <a:pt x="8" y="39"/>
                      <a:pt x="12" y="38"/>
                    </a:cubicBezTo>
                    <a:cubicBezTo>
                      <a:pt x="16" y="37"/>
                      <a:pt x="21" y="38"/>
                      <a:pt x="24" y="41"/>
                    </a:cubicBezTo>
                    <a:cubicBezTo>
                      <a:pt x="30" y="44"/>
                      <a:pt x="30" y="53"/>
                      <a:pt x="26" y="58"/>
                    </a:cubicBezTo>
                    <a:cubicBezTo>
                      <a:pt x="26" y="59"/>
                      <a:pt x="26" y="59"/>
                      <a:pt x="26" y="59"/>
                    </a:cubicBezTo>
                    <a:cubicBezTo>
                      <a:pt x="25" y="63"/>
                      <a:pt x="25" y="67"/>
                      <a:pt x="24" y="71"/>
                    </a:cubicBezTo>
                    <a:cubicBezTo>
                      <a:pt x="24" y="76"/>
                      <a:pt x="24" y="81"/>
                      <a:pt x="24" y="87"/>
                    </a:cubicBezTo>
                    <a:cubicBezTo>
                      <a:pt x="25" y="92"/>
                      <a:pt x="25" y="97"/>
                      <a:pt x="26" y="102"/>
                    </a:cubicBezTo>
                    <a:cubicBezTo>
                      <a:pt x="27" y="106"/>
                      <a:pt x="28" y="109"/>
                      <a:pt x="29" y="113"/>
                    </a:cubicBezTo>
                    <a:lnTo>
                      <a:pt x="29" y="112"/>
                    </a:lnTo>
                    <a:cubicBezTo>
                      <a:pt x="29" y="113"/>
                      <a:pt x="29" y="113"/>
                      <a:pt x="29" y="113"/>
                    </a:cubicBezTo>
                    <a:cubicBezTo>
                      <a:pt x="30" y="115"/>
                      <a:pt x="30" y="116"/>
                      <a:pt x="30" y="117"/>
                    </a:cubicBezTo>
                    <a:cubicBezTo>
                      <a:pt x="31" y="118"/>
                      <a:pt x="31" y="118"/>
                      <a:pt x="31" y="118"/>
                    </a:cubicBezTo>
                    <a:cubicBezTo>
                      <a:pt x="32" y="118"/>
                      <a:pt x="32" y="119"/>
                      <a:pt x="32" y="119"/>
                    </a:cubicBezTo>
                    <a:cubicBezTo>
                      <a:pt x="33" y="120"/>
                      <a:pt x="33" y="120"/>
                      <a:pt x="33" y="120"/>
                    </a:cubicBezTo>
                    <a:lnTo>
                      <a:pt x="34" y="120"/>
                    </a:lnTo>
                    <a:lnTo>
                      <a:pt x="35" y="120"/>
                    </a:lnTo>
                    <a:lnTo>
                      <a:pt x="36" y="120"/>
                    </a:lnTo>
                    <a:cubicBezTo>
                      <a:pt x="36" y="120"/>
                      <a:pt x="37" y="120"/>
                      <a:pt x="38" y="120"/>
                    </a:cubicBezTo>
                    <a:cubicBezTo>
                      <a:pt x="40" y="119"/>
                      <a:pt x="42" y="119"/>
                      <a:pt x="43" y="118"/>
                    </a:cubicBezTo>
                    <a:cubicBezTo>
                      <a:pt x="44" y="117"/>
                      <a:pt x="46" y="116"/>
                      <a:pt x="47" y="115"/>
                    </a:cubicBezTo>
                    <a:cubicBezTo>
                      <a:pt x="49" y="114"/>
                      <a:pt x="51" y="112"/>
                      <a:pt x="53" y="111"/>
                    </a:cubicBezTo>
                    <a:cubicBezTo>
                      <a:pt x="55" y="109"/>
                      <a:pt x="57" y="107"/>
                      <a:pt x="59" y="105"/>
                    </a:cubicBezTo>
                    <a:cubicBezTo>
                      <a:pt x="61" y="102"/>
                      <a:pt x="63" y="99"/>
                      <a:pt x="65" y="97"/>
                    </a:cubicBezTo>
                    <a:cubicBezTo>
                      <a:pt x="70" y="90"/>
                      <a:pt x="74" y="83"/>
                      <a:pt x="78" y="76"/>
                    </a:cubicBezTo>
                    <a:cubicBezTo>
                      <a:pt x="80" y="63"/>
                      <a:pt x="83" y="50"/>
                      <a:pt x="87" y="37"/>
                    </a:cubicBezTo>
                    <a:cubicBezTo>
                      <a:pt x="89" y="30"/>
                      <a:pt x="92" y="23"/>
                      <a:pt x="95" y="17"/>
                    </a:cubicBezTo>
                    <a:cubicBezTo>
                      <a:pt x="98" y="11"/>
                      <a:pt x="102" y="4"/>
                      <a:pt x="109" y="2"/>
                    </a:cubicBezTo>
                    <a:cubicBezTo>
                      <a:pt x="114" y="0"/>
                      <a:pt x="121" y="3"/>
                      <a:pt x="124" y="9"/>
                    </a:cubicBezTo>
                    <a:cubicBezTo>
                      <a:pt x="127" y="14"/>
                      <a:pt x="125" y="23"/>
                      <a:pt x="123" y="28"/>
                    </a:cubicBezTo>
                    <a:cubicBezTo>
                      <a:pt x="120" y="35"/>
                      <a:pt x="117" y="42"/>
                      <a:pt x="114" y="49"/>
                    </a:cubicBezTo>
                    <a:cubicBezTo>
                      <a:pt x="112" y="55"/>
                      <a:pt x="109" y="60"/>
                      <a:pt x="107" y="66"/>
                    </a:cubicBezTo>
                    <a:cubicBezTo>
                      <a:pt x="104" y="72"/>
                      <a:pt x="102" y="78"/>
                      <a:pt x="99" y="84"/>
                    </a:cubicBezTo>
                    <a:cubicBezTo>
                      <a:pt x="98" y="85"/>
                      <a:pt x="98" y="87"/>
                      <a:pt x="97" y="89"/>
                    </a:cubicBezTo>
                    <a:lnTo>
                      <a:pt x="97" y="88"/>
                    </a:lnTo>
                    <a:cubicBezTo>
                      <a:pt x="97" y="89"/>
                      <a:pt x="97" y="89"/>
                      <a:pt x="97" y="90"/>
                    </a:cubicBezTo>
                    <a:cubicBezTo>
                      <a:pt x="96" y="99"/>
                      <a:pt x="94" y="108"/>
                      <a:pt x="92" y="118"/>
                    </a:cubicBezTo>
                    <a:cubicBezTo>
                      <a:pt x="93" y="116"/>
                      <a:pt x="94" y="115"/>
                      <a:pt x="95" y="113"/>
                    </a:cubicBezTo>
                    <a:cubicBezTo>
                      <a:pt x="97" y="109"/>
                      <a:pt x="104" y="107"/>
                      <a:pt x="109" y="110"/>
                    </a:cubicBezTo>
                    <a:cubicBezTo>
                      <a:pt x="113" y="112"/>
                      <a:pt x="114" y="119"/>
                      <a:pt x="112" y="123"/>
                    </a:cubicBezTo>
                    <a:cubicBezTo>
                      <a:pt x="103" y="137"/>
                      <a:pt x="95" y="152"/>
                      <a:pt x="86" y="166"/>
                    </a:cubicBezTo>
                    <a:cubicBezTo>
                      <a:pt x="86" y="171"/>
                      <a:pt x="86" y="174"/>
                      <a:pt x="85" y="178"/>
                    </a:cubicBezTo>
                    <a:cubicBezTo>
                      <a:pt x="84" y="203"/>
                      <a:pt x="83" y="227"/>
                      <a:pt x="82" y="252"/>
                    </a:cubicBezTo>
                    <a:cubicBezTo>
                      <a:pt x="82" y="264"/>
                      <a:pt x="82" y="276"/>
                      <a:pt x="82" y="288"/>
                    </a:cubicBezTo>
                    <a:cubicBezTo>
                      <a:pt x="82" y="300"/>
                      <a:pt x="81" y="313"/>
                      <a:pt x="79" y="326"/>
                    </a:cubicBezTo>
                    <a:cubicBezTo>
                      <a:pt x="79" y="331"/>
                      <a:pt x="78" y="338"/>
                      <a:pt x="76" y="343"/>
                    </a:cubicBezTo>
                    <a:cubicBezTo>
                      <a:pt x="74" y="349"/>
                      <a:pt x="70" y="356"/>
                      <a:pt x="63" y="359"/>
                    </a:cubicBezTo>
                    <a:cubicBezTo>
                      <a:pt x="60" y="359"/>
                      <a:pt x="58" y="360"/>
                      <a:pt x="55" y="360"/>
                    </a:cubicBezTo>
                    <a:cubicBezTo>
                      <a:pt x="54" y="360"/>
                      <a:pt x="54" y="360"/>
                      <a:pt x="53" y="3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3" name="Google Shape;4283;p50">
                <a:extLst>
                  <a:ext uri="{FF2B5EF4-FFF2-40B4-BE49-F238E27FC236}">
                    <a16:creationId xmlns:a16="http://schemas.microsoft.com/office/drawing/2014/main" id="{08F2102B-162B-7EDD-F053-F2B4369DF226}"/>
                  </a:ext>
                </a:extLst>
              </p:cNvPr>
              <p:cNvSpPr/>
              <p:nvPr/>
            </p:nvSpPr>
            <p:spPr>
              <a:xfrm>
                <a:off x="1354680" y="883080"/>
                <a:ext cx="497160" cy="492480"/>
              </a:xfrm>
              <a:custGeom>
                <a:avLst/>
                <a:gdLst/>
                <a:ahLst/>
                <a:cxnLst/>
                <a:rect l="l" t="t" r="r" b="b"/>
                <a:pathLst>
                  <a:path w="1381" h="1368" extrusionOk="0">
                    <a:moveTo>
                      <a:pt x="1356" y="1363"/>
                    </a:moveTo>
                    <a:cubicBezTo>
                      <a:pt x="1347" y="1354"/>
                      <a:pt x="1338" y="1344"/>
                      <a:pt x="1329" y="1336"/>
                    </a:cubicBezTo>
                    <a:cubicBezTo>
                      <a:pt x="1320" y="1326"/>
                      <a:pt x="1310" y="1316"/>
                      <a:pt x="1300" y="1306"/>
                    </a:cubicBezTo>
                    <a:cubicBezTo>
                      <a:pt x="1280" y="1284"/>
                      <a:pt x="1258" y="1264"/>
                      <a:pt x="1237" y="1243"/>
                    </a:cubicBezTo>
                    <a:cubicBezTo>
                      <a:pt x="1217" y="1223"/>
                      <a:pt x="1196" y="1202"/>
                      <a:pt x="1175" y="1182"/>
                    </a:cubicBezTo>
                    <a:cubicBezTo>
                      <a:pt x="1154" y="1161"/>
                      <a:pt x="1134" y="1140"/>
                      <a:pt x="1113" y="1119"/>
                    </a:cubicBezTo>
                    <a:cubicBezTo>
                      <a:pt x="1072" y="1079"/>
                      <a:pt x="1031" y="1038"/>
                      <a:pt x="991" y="998"/>
                    </a:cubicBezTo>
                    <a:cubicBezTo>
                      <a:pt x="949" y="956"/>
                      <a:pt x="907" y="914"/>
                      <a:pt x="865" y="873"/>
                    </a:cubicBezTo>
                    <a:cubicBezTo>
                      <a:pt x="823" y="831"/>
                      <a:pt x="781" y="789"/>
                      <a:pt x="739" y="748"/>
                    </a:cubicBezTo>
                    <a:cubicBezTo>
                      <a:pt x="697" y="706"/>
                      <a:pt x="656" y="665"/>
                      <a:pt x="614" y="624"/>
                    </a:cubicBezTo>
                    <a:cubicBezTo>
                      <a:pt x="572" y="582"/>
                      <a:pt x="530" y="540"/>
                      <a:pt x="488" y="498"/>
                    </a:cubicBezTo>
                    <a:cubicBezTo>
                      <a:pt x="447" y="458"/>
                      <a:pt x="406" y="417"/>
                      <a:pt x="365" y="377"/>
                    </a:cubicBezTo>
                    <a:cubicBezTo>
                      <a:pt x="322" y="333"/>
                      <a:pt x="278" y="290"/>
                      <a:pt x="234" y="247"/>
                    </a:cubicBezTo>
                    <a:cubicBezTo>
                      <a:pt x="193" y="206"/>
                      <a:pt x="152" y="165"/>
                      <a:pt x="110" y="125"/>
                    </a:cubicBezTo>
                    <a:cubicBezTo>
                      <a:pt x="93" y="108"/>
                      <a:pt x="76" y="90"/>
                      <a:pt x="59" y="74"/>
                    </a:cubicBezTo>
                    <a:cubicBezTo>
                      <a:pt x="49" y="65"/>
                      <a:pt x="39" y="56"/>
                      <a:pt x="30" y="46"/>
                    </a:cubicBezTo>
                    <a:cubicBezTo>
                      <a:pt x="26" y="42"/>
                      <a:pt x="21" y="37"/>
                      <a:pt x="17" y="33"/>
                    </a:cubicBezTo>
                    <a:cubicBezTo>
                      <a:pt x="12" y="29"/>
                      <a:pt x="8" y="26"/>
                      <a:pt x="4" y="22"/>
                    </a:cubicBezTo>
                    <a:cubicBezTo>
                      <a:pt x="0" y="17"/>
                      <a:pt x="0" y="9"/>
                      <a:pt x="4" y="4"/>
                    </a:cubicBezTo>
                    <a:cubicBezTo>
                      <a:pt x="10" y="0"/>
                      <a:pt x="17" y="0"/>
                      <a:pt x="22" y="4"/>
                    </a:cubicBezTo>
                    <a:cubicBezTo>
                      <a:pt x="26" y="8"/>
                      <a:pt x="31" y="13"/>
                      <a:pt x="35" y="18"/>
                    </a:cubicBezTo>
                    <a:cubicBezTo>
                      <a:pt x="41" y="23"/>
                      <a:pt x="47" y="29"/>
                      <a:pt x="53" y="36"/>
                    </a:cubicBezTo>
                    <a:cubicBezTo>
                      <a:pt x="63" y="45"/>
                      <a:pt x="72" y="55"/>
                      <a:pt x="82" y="65"/>
                    </a:cubicBezTo>
                    <a:cubicBezTo>
                      <a:pt x="103" y="87"/>
                      <a:pt x="125" y="109"/>
                      <a:pt x="146" y="130"/>
                    </a:cubicBezTo>
                    <a:cubicBezTo>
                      <a:pt x="187" y="171"/>
                      <a:pt x="228" y="211"/>
                      <a:pt x="269" y="252"/>
                    </a:cubicBezTo>
                    <a:cubicBezTo>
                      <a:pt x="312" y="295"/>
                      <a:pt x="356" y="338"/>
                      <a:pt x="399" y="381"/>
                    </a:cubicBezTo>
                    <a:cubicBezTo>
                      <a:pt x="440" y="421"/>
                      <a:pt x="481" y="462"/>
                      <a:pt x="522" y="502"/>
                    </a:cubicBezTo>
                    <a:cubicBezTo>
                      <a:pt x="564" y="544"/>
                      <a:pt x="606" y="585"/>
                      <a:pt x="648" y="627"/>
                    </a:cubicBezTo>
                    <a:cubicBezTo>
                      <a:pt x="689" y="668"/>
                      <a:pt x="731" y="709"/>
                      <a:pt x="773" y="751"/>
                    </a:cubicBezTo>
                    <a:cubicBezTo>
                      <a:pt x="815" y="792"/>
                      <a:pt x="856" y="833"/>
                      <a:pt x="898" y="875"/>
                    </a:cubicBezTo>
                    <a:cubicBezTo>
                      <a:pt x="940" y="916"/>
                      <a:pt x="981" y="957"/>
                      <a:pt x="1023" y="999"/>
                    </a:cubicBezTo>
                    <a:cubicBezTo>
                      <a:pt x="1065" y="1040"/>
                      <a:pt x="1107" y="1081"/>
                      <a:pt x="1149" y="1122"/>
                    </a:cubicBezTo>
                    <a:cubicBezTo>
                      <a:pt x="1190" y="1163"/>
                      <a:pt x="1231" y="1204"/>
                      <a:pt x="1272" y="1245"/>
                    </a:cubicBezTo>
                    <a:cubicBezTo>
                      <a:pt x="1290" y="1263"/>
                      <a:pt x="1308" y="1280"/>
                      <a:pt x="1326" y="1298"/>
                    </a:cubicBezTo>
                    <a:cubicBezTo>
                      <a:pt x="1334" y="1306"/>
                      <a:pt x="1343" y="1313"/>
                      <a:pt x="1351" y="1321"/>
                    </a:cubicBezTo>
                    <a:cubicBezTo>
                      <a:pt x="1359" y="1329"/>
                      <a:pt x="1367" y="1336"/>
                      <a:pt x="1375" y="1344"/>
                    </a:cubicBezTo>
                    <a:cubicBezTo>
                      <a:pt x="1380" y="1349"/>
                      <a:pt x="1380" y="1358"/>
                      <a:pt x="1375" y="1363"/>
                    </a:cubicBezTo>
                    <a:cubicBezTo>
                      <a:pt x="1372" y="1365"/>
                      <a:pt x="1369" y="1367"/>
                      <a:pt x="1365" y="1367"/>
                    </a:cubicBezTo>
                    <a:cubicBezTo>
                      <a:pt x="1362" y="1367"/>
                      <a:pt x="1358" y="1365"/>
                      <a:pt x="1356" y="13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4" name="Google Shape;4284;p50">
                <a:extLst>
                  <a:ext uri="{FF2B5EF4-FFF2-40B4-BE49-F238E27FC236}">
                    <a16:creationId xmlns:a16="http://schemas.microsoft.com/office/drawing/2014/main" id="{F04B1E4D-CAE6-D65D-F8E5-634986A99D86}"/>
                  </a:ext>
                </a:extLst>
              </p:cNvPr>
              <p:cNvSpPr/>
              <p:nvPr/>
            </p:nvSpPr>
            <p:spPr>
              <a:xfrm>
                <a:off x="1398960" y="994680"/>
                <a:ext cx="36000" cy="65520"/>
              </a:xfrm>
              <a:custGeom>
                <a:avLst/>
                <a:gdLst/>
                <a:ahLst/>
                <a:cxnLst/>
                <a:rect l="l" t="t" r="r" b="b"/>
                <a:pathLst>
                  <a:path w="100" h="182" extrusionOk="0">
                    <a:moveTo>
                      <a:pt x="44" y="181"/>
                    </a:moveTo>
                    <a:cubicBezTo>
                      <a:pt x="37" y="180"/>
                      <a:pt x="32" y="173"/>
                      <a:pt x="33" y="167"/>
                    </a:cubicBezTo>
                    <a:cubicBezTo>
                      <a:pt x="36" y="154"/>
                      <a:pt x="39" y="141"/>
                      <a:pt x="41" y="128"/>
                    </a:cubicBezTo>
                    <a:cubicBezTo>
                      <a:pt x="44" y="116"/>
                      <a:pt x="46" y="104"/>
                      <a:pt x="49" y="92"/>
                    </a:cubicBezTo>
                    <a:cubicBezTo>
                      <a:pt x="51" y="84"/>
                      <a:pt x="54" y="75"/>
                      <a:pt x="56" y="67"/>
                    </a:cubicBezTo>
                    <a:cubicBezTo>
                      <a:pt x="53" y="71"/>
                      <a:pt x="49" y="75"/>
                      <a:pt x="46" y="78"/>
                    </a:cubicBezTo>
                    <a:cubicBezTo>
                      <a:pt x="41" y="83"/>
                      <a:pt x="36" y="88"/>
                      <a:pt x="32" y="93"/>
                    </a:cubicBezTo>
                    <a:cubicBezTo>
                      <a:pt x="30" y="95"/>
                      <a:pt x="28" y="97"/>
                      <a:pt x="26" y="99"/>
                    </a:cubicBezTo>
                    <a:cubicBezTo>
                      <a:pt x="25" y="100"/>
                      <a:pt x="23" y="102"/>
                      <a:pt x="22" y="103"/>
                    </a:cubicBezTo>
                    <a:cubicBezTo>
                      <a:pt x="19" y="105"/>
                      <a:pt x="15" y="106"/>
                      <a:pt x="12" y="106"/>
                    </a:cubicBezTo>
                    <a:cubicBezTo>
                      <a:pt x="8" y="105"/>
                      <a:pt x="4" y="102"/>
                      <a:pt x="2" y="98"/>
                    </a:cubicBezTo>
                    <a:cubicBezTo>
                      <a:pt x="0" y="92"/>
                      <a:pt x="2" y="86"/>
                      <a:pt x="8" y="82"/>
                    </a:cubicBezTo>
                    <a:cubicBezTo>
                      <a:pt x="8" y="82"/>
                      <a:pt x="9" y="82"/>
                      <a:pt x="9" y="81"/>
                    </a:cubicBezTo>
                    <a:cubicBezTo>
                      <a:pt x="24" y="67"/>
                      <a:pt x="38" y="53"/>
                      <a:pt x="51" y="38"/>
                    </a:cubicBezTo>
                    <a:cubicBezTo>
                      <a:pt x="58" y="30"/>
                      <a:pt x="64" y="23"/>
                      <a:pt x="69" y="15"/>
                    </a:cubicBezTo>
                    <a:cubicBezTo>
                      <a:pt x="72" y="11"/>
                      <a:pt x="75" y="6"/>
                      <a:pt x="78" y="4"/>
                    </a:cubicBezTo>
                    <a:cubicBezTo>
                      <a:pt x="83" y="1"/>
                      <a:pt x="88" y="0"/>
                      <a:pt x="92" y="2"/>
                    </a:cubicBezTo>
                    <a:cubicBezTo>
                      <a:pt x="96" y="5"/>
                      <a:pt x="99" y="10"/>
                      <a:pt x="98" y="15"/>
                    </a:cubicBezTo>
                    <a:cubicBezTo>
                      <a:pt x="97" y="20"/>
                      <a:pt x="95" y="25"/>
                      <a:pt x="93" y="30"/>
                    </a:cubicBezTo>
                    <a:cubicBezTo>
                      <a:pt x="91" y="35"/>
                      <a:pt x="89" y="39"/>
                      <a:pt x="88" y="44"/>
                    </a:cubicBezTo>
                    <a:cubicBezTo>
                      <a:pt x="79" y="70"/>
                      <a:pt x="71" y="96"/>
                      <a:pt x="65" y="123"/>
                    </a:cubicBezTo>
                    <a:cubicBezTo>
                      <a:pt x="62" y="139"/>
                      <a:pt x="60" y="155"/>
                      <a:pt x="58" y="170"/>
                    </a:cubicBezTo>
                    <a:cubicBezTo>
                      <a:pt x="57" y="176"/>
                      <a:pt x="51" y="181"/>
                      <a:pt x="46" y="181"/>
                    </a:cubicBezTo>
                    <a:cubicBezTo>
                      <a:pt x="45" y="181"/>
                      <a:pt x="44" y="181"/>
                      <a:pt x="44" y="1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5" name="Google Shape;4285;p50">
                <a:extLst>
                  <a:ext uri="{FF2B5EF4-FFF2-40B4-BE49-F238E27FC236}">
                    <a16:creationId xmlns:a16="http://schemas.microsoft.com/office/drawing/2014/main" id="{05783764-7B9E-EAF9-C598-9760342913B6}"/>
                  </a:ext>
                </a:extLst>
              </p:cNvPr>
              <p:cNvSpPr/>
              <p:nvPr/>
            </p:nvSpPr>
            <p:spPr>
              <a:xfrm>
                <a:off x="1705680" y="1290240"/>
                <a:ext cx="30600" cy="57600"/>
              </a:xfrm>
              <a:custGeom>
                <a:avLst/>
                <a:gdLst/>
                <a:ahLst/>
                <a:cxnLst/>
                <a:rect l="l" t="t" r="r" b="b"/>
                <a:pathLst>
                  <a:path w="85" h="160" extrusionOk="0">
                    <a:moveTo>
                      <a:pt x="26" y="159"/>
                    </a:moveTo>
                    <a:cubicBezTo>
                      <a:pt x="19" y="157"/>
                      <a:pt x="15" y="149"/>
                      <a:pt x="18" y="142"/>
                    </a:cubicBezTo>
                    <a:cubicBezTo>
                      <a:pt x="21" y="133"/>
                      <a:pt x="24" y="124"/>
                      <a:pt x="28" y="114"/>
                    </a:cubicBezTo>
                    <a:cubicBezTo>
                      <a:pt x="33" y="98"/>
                      <a:pt x="39" y="82"/>
                      <a:pt x="44" y="66"/>
                    </a:cubicBezTo>
                    <a:cubicBezTo>
                      <a:pt x="45" y="65"/>
                      <a:pt x="45" y="63"/>
                      <a:pt x="45" y="62"/>
                    </a:cubicBezTo>
                    <a:cubicBezTo>
                      <a:pt x="44" y="63"/>
                      <a:pt x="44" y="64"/>
                      <a:pt x="42" y="65"/>
                    </a:cubicBezTo>
                    <a:cubicBezTo>
                      <a:pt x="36" y="72"/>
                      <a:pt x="29" y="80"/>
                      <a:pt x="23" y="87"/>
                    </a:cubicBezTo>
                    <a:cubicBezTo>
                      <a:pt x="17" y="92"/>
                      <a:pt x="9" y="92"/>
                      <a:pt x="5" y="87"/>
                    </a:cubicBezTo>
                    <a:cubicBezTo>
                      <a:pt x="0" y="82"/>
                      <a:pt x="0" y="74"/>
                      <a:pt x="5" y="69"/>
                    </a:cubicBezTo>
                    <a:cubicBezTo>
                      <a:pt x="18" y="56"/>
                      <a:pt x="31" y="43"/>
                      <a:pt x="44" y="29"/>
                    </a:cubicBezTo>
                    <a:cubicBezTo>
                      <a:pt x="47" y="25"/>
                      <a:pt x="49" y="22"/>
                      <a:pt x="52" y="19"/>
                    </a:cubicBezTo>
                    <a:cubicBezTo>
                      <a:pt x="54" y="16"/>
                      <a:pt x="55" y="15"/>
                      <a:pt x="57" y="12"/>
                    </a:cubicBezTo>
                    <a:cubicBezTo>
                      <a:pt x="58" y="11"/>
                      <a:pt x="59" y="9"/>
                      <a:pt x="61" y="8"/>
                    </a:cubicBezTo>
                    <a:cubicBezTo>
                      <a:pt x="62" y="6"/>
                      <a:pt x="65" y="5"/>
                      <a:pt x="67" y="4"/>
                    </a:cubicBezTo>
                    <a:cubicBezTo>
                      <a:pt x="74" y="0"/>
                      <a:pt x="83" y="6"/>
                      <a:pt x="84" y="13"/>
                    </a:cubicBezTo>
                    <a:cubicBezTo>
                      <a:pt x="84" y="16"/>
                      <a:pt x="84" y="19"/>
                      <a:pt x="83" y="22"/>
                    </a:cubicBezTo>
                    <a:cubicBezTo>
                      <a:pt x="83" y="23"/>
                      <a:pt x="82" y="25"/>
                      <a:pt x="82" y="27"/>
                    </a:cubicBezTo>
                    <a:cubicBezTo>
                      <a:pt x="80" y="30"/>
                      <a:pt x="80" y="32"/>
                      <a:pt x="79" y="35"/>
                    </a:cubicBezTo>
                    <a:cubicBezTo>
                      <a:pt x="79" y="34"/>
                      <a:pt x="79" y="34"/>
                      <a:pt x="79" y="34"/>
                    </a:cubicBezTo>
                    <a:lnTo>
                      <a:pt x="79" y="35"/>
                    </a:lnTo>
                    <a:cubicBezTo>
                      <a:pt x="79" y="36"/>
                      <a:pt x="79" y="36"/>
                      <a:pt x="78" y="36"/>
                    </a:cubicBezTo>
                    <a:cubicBezTo>
                      <a:pt x="79" y="36"/>
                      <a:pt x="79" y="36"/>
                      <a:pt x="79" y="36"/>
                    </a:cubicBezTo>
                    <a:lnTo>
                      <a:pt x="79" y="35"/>
                    </a:lnTo>
                    <a:cubicBezTo>
                      <a:pt x="79" y="36"/>
                      <a:pt x="79" y="36"/>
                      <a:pt x="79" y="36"/>
                    </a:cubicBezTo>
                    <a:cubicBezTo>
                      <a:pt x="79" y="35"/>
                      <a:pt x="79" y="35"/>
                      <a:pt x="79" y="35"/>
                    </a:cubicBezTo>
                    <a:lnTo>
                      <a:pt x="79" y="36"/>
                    </a:lnTo>
                    <a:cubicBezTo>
                      <a:pt x="78" y="36"/>
                      <a:pt x="78" y="36"/>
                      <a:pt x="78" y="36"/>
                    </a:cubicBezTo>
                    <a:cubicBezTo>
                      <a:pt x="72" y="55"/>
                      <a:pt x="65" y="74"/>
                      <a:pt x="59" y="93"/>
                    </a:cubicBezTo>
                    <a:cubicBezTo>
                      <a:pt x="52" y="112"/>
                      <a:pt x="47" y="131"/>
                      <a:pt x="41" y="150"/>
                    </a:cubicBezTo>
                    <a:cubicBezTo>
                      <a:pt x="39" y="156"/>
                      <a:pt x="34" y="159"/>
                      <a:pt x="29" y="159"/>
                    </a:cubicBezTo>
                    <a:cubicBezTo>
                      <a:pt x="28" y="159"/>
                      <a:pt x="27" y="159"/>
                      <a:pt x="26" y="15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6" name="Google Shape;4286;p50">
                <a:extLst>
                  <a:ext uri="{FF2B5EF4-FFF2-40B4-BE49-F238E27FC236}">
                    <a16:creationId xmlns:a16="http://schemas.microsoft.com/office/drawing/2014/main" id="{1EF88DE8-912E-A8E1-1402-B70DDEB5566B}"/>
                  </a:ext>
                </a:extLst>
              </p:cNvPr>
              <p:cNvSpPr/>
              <p:nvPr/>
            </p:nvSpPr>
            <p:spPr>
              <a:xfrm>
                <a:off x="1400040" y="1305000"/>
                <a:ext cx="4140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120" extrusionOk="0">
                    <a:moveTo>
                      <a:pt x="62" y="96"/>
                    </a:moveTo>
                    <a:cubicBezTo>
                      <a:pt x="63" y="96"/>
                      <a:pt x="64" y="96"/>
                      <a:pt x="65" y="96"/>
                    </a:cubicBezTo>
                    <a:cubicBezTo>
                      <a:pt x="66" y="95"/>
                      <a:pt x="66" y="95"/>
                      <a:pt x="67" y="95"/>
                    </a:cubicBezTo>
                    <a:cubicBezTo>
                      <a:pt x="68" y="94"/>
                      <a:pt x="68" y="94"/>
                      <a:pt x="69" y="94"/>
                    </a:cubicBezTo>
                    <a:cubicBezTo>
                      <a:pt x="69" y="94"/>
                      <a:pt x="70" y="93"/>
                      <a:pt x="71" y="93"/>
                    </a:cubicBezTo>
                    <a:cubicBezTo>
                      <a:pt x="73" y="91"/>
                      <a:pt x="75" y="90"/>
                      <a:pt x="76" y="89"/>
                    </a:cubicBezTo>
                    <a:cubicBezTo>
                      <a:pt x="78" y="87"/>
                      <a:pt x="79" y="86"/>
                      <a:pt x="80" y="84"/>
                    </a:cubicBezTo>
                    <a:cubicBezTo>
                      <a:pt x="82" y="82"/>
                      <a:pt x="84" y="80"/>
                      <a:pt x="86" y="77"/>
                    </a:cubicBezTo>
                    <a:cubicBezTo>
                      <a:pt x="87" y="76"/>
                      <a:pt x="87" y="75"/>
                      <a:pt x="88" y="74"/>
                    </a:cubicBezTo>
                    <a:cubicBezTo>
                      <a:pt x="89" y="73"/>
                      <a:pt x="89" y="71"/>
                      <a:pt x="90" y="70"/>
                    </a:cubicBezTo>
                    <a:cubicBezTo>
                      <a:pt x="90" y="68"/>
                      <a:pt x="90" y="67"/>
                      <a:pt x="91" y="66"/>
                    </a:cubicBezTo>
                    <a:cubicBezTo>
                      <a:pt x="91" y="65"/>
                      <a:pt x="91" y="64"/>
                      <a:pt x="91" y="62"/>
                    </a:cubicBezTo>
                    <a:cubicBezTo>
                      <a:pt x="91" y="63"/>
                      <a:pt x="91" y="64"/>
                      <a:pt x="91" y="64"/>
                    </a:cubicBezTo>
                    <a:cubicBezTo>
                      <a:pt x="91" y="63"/>
                      <a:pt x="91" y="62"/>
                      <a:pt x="91" y="61"/>
                    </a:cubicBezTo>
                    <a:cubicBezTo>
                      <a:pt x="91" y="59"/>
                      <a:pt x="90" y="57"/>
                      <a:pt x="90" y="55"/>
                    </a:cubicBezTo>
                    <a:cubicBezTo>
                      <a:pt x="90" y="54"/>
                      <a:pt x="90" y="53"/>
                      <a:pt x="89" y="52"/>
                    </a:cubicBezTo>
                    <a:cubicBezTo>
                      <a:pt x="89" y="50"/>
                      <a:pt x="87" y="48"/>
                      <a:pt x="87" y="45"/>
                    </a:cubicBezTo>
                    <a:cubicBezTo>
                      <a:pt x="86" y="44"/>
                      <a:pt x="85" y="43"/>
                      <a:pt x="84" y="41"/>
                    </a:cubicBezTo>
                    <a:lnTo>
                      <a:pt x="83" y="40"/>
                    </a:lnTo>
                    <a:cubicBezTo>
                      <a:pt x="82" y="38"/>
                      <a:pt x="80" y="37"/>
                      <a:pt x="78" y="36"/>
                    </a:cubicBezTo>
                    <a:cubicBezTo>
                      <a:pt x="79" y="36"/>
                      <a:pt x="79" y="36"/>
                      <a:pt x="79" y="37"/>
                    </a:cubicBezTo>
                    <a:cubicBezTo>
                      <a:pt x="79" y="36"/>
                      <a:pt x="78" y="35"/>
                      <a:pt x="76" y="34"/>
                    </a:cubicBezTo>
                    <a:lnTo>
                      <a:pt x="75" y="33"/>
                    </a:lnTo>
                    <a:lnTo>
                      <a:pt x="74" y="33"/>
                    </a:lnTo>
                    <a:lnTo>
                      <a:pt x="75" y="33"/>
                    </a:lnTo>
                    <a:cubicBezTo>
                      <a:pt x="74" y="33"/>
                      <a:pt x="73" y="32"/>
                      <a:pt x="72" y="32"/>
                    </a:cubicBezTo>
                    <a:cubicBezTo>
                      <a:pt x="71" y="31"/>
                      <a:pt x="69" y="31"/>
                      <a:pt x="68" y="31"/>
                    </a:cubicBezTo>
                    <a:cubicBezTo>
                      <a:pt x="66" y="30"/>
                      <a:pt x="65" y="30"/>
                      <a:pt x="64" y="30"/>
                    </a:cubicBezTo>
                    <a:cubicBezTo>
                      <a:pt x="61" y="30"/>
                      <a:pt x="58" y="30"/>
                      <a:pt x="55" y="30"/>
                    </a:cubicBezTo>
                    <a:cubicBezTo>
                      <a:pt x="49" y="31"/>
                      <a:pt x="43" y="31"/>
                      <a:pt x="37" y="33"/>
                    </a:cubicBezTo>
                    <a:cubicBezTo>
                      <a:pt x="37" y="33"/>
                      <a:pt x="38" y="32"/>
                      <a:pt x="39" y="32"/>
                    </a:cubicBezTo>
                    <a:cubicBezTo>
                      <a:pt x="38" y="33"/>
                      <a:pt x="37" y="33"/>
                      <a:pt x="36" y="33"/>
                    </a:cubicBezTo>
                    <a:cubicBezTo>
                      <a:pt x="36" y="34"/>
                      <a:pt x="35" y="36"/>
                      <a:pt x="34" y="37"/>
                    </a:cubicBezTo>
                    <a:cubicBezTo>
                      <a:pt x="32" y="41"/>
                      <a:pt x="30" y="46"/>
                      <a:pt x="28" y="51"/>
                    </a:cubicBezTo>
                    <a:cubicBezTo>
                      <a:pt x="27" y="54"/>
                      <a:pt x="26" y="57"/>
                      <a:pt x="26" y="60"/>
                    </a:cubicBezTo>
                    <a:cubicBezTo>
                      <a:pt x="25" y="62"/>
                      <a:pt x="25" y="64"/>
                      <a:pt x="25" y="65"/>
                    </a:cubicBezTo>
                    <a:cubicBezTo>
                      <a:pt x="25" y="66"/>
                      <a:pt x="25" y="66"/>
                      <a:pt x="25" y="68"/>
                    </a:cubicBezTo>
                    <a:cubicBezTo>
                      <a:pt x="25" y="69"/>
                      <a:pt x="25" y="70"/>
                      <a:pt x="25" y="72"/>
                    </a:cubicBezTo>
                    <a:cubicBezTo>
                      <a:pt x="26" y="72"/>
                      <a:pt x="26" y="73"/>
                      <a:pt x="26" y="74"/>
                    </a:cubicBezTo>
                    <a:cubicBezTo>
                      <a:pt x="27" y="76"/>
                      <a:pt x="27" y="77"/>
                      <a:pt x="28" y="78"/>
                    </a:cubicBezTo>
                    <a:cubicBezTo>
                      <a:pt x="29" y="80"/>
                      <a:pt x="29" y="81"/>
                      <a:pt x="30" y="82"/>
                    </a:cubicBezTo>
                    <a:cubicBezTo>
                      <a:pt x="31" y="84"/>
                      <a:pt x="32" y="85"/>
                      <a:pt x="33" y="86"/>
                    </a:cubicBezTo>
                    <a:cubicBezTo>
                      <a:pt x="34" y="87"/>
                      <a:pt x="35" y="88"/>
                      <a:pt x="36" y="89"/>
                    </a:cubicBezTo>
                    <a:cubicBezTo>
                      <a:pt x="36" y="89"/>
                      <a:pt x="37" y="89"/>
                      <a:pt x="37" y="90"/>
                    </a:cubicBezTo>
                    <a:cubicBezTo>
                      <a:pt x="37" y="90"/>
                      <a:pt x="38" y="90"/>
                      <a:pt x="39" y="91"/>
                    </a:cubicBezTo>
                    <a:cubicBezTo>
                      <a:pt x="40" y="91"/>
                      <a:pt x="42" y="92"/>
                      <a:pt x="44" y="93"/>
                    </a:cubicBezTo>
                    <a:cubicBezTo>
                      <a:pt x="45" y="93"/>
                      <a:pt x="47" y="94"/>
                      <a:pt x="48" y="94"/>
                    </a:cubicBezTo>
                    <a:cubicBezTo>
                      <a:pt x="52" y="95"/>
                      <a:pt x="56" y="96"/>
                      <a:pt x="59" y="96"/>
                    </a:cubicBezTo>
                    <a:cubicBezTo>
                      <a:pt x="61" y="96"/>
                      <a:pt x="61" y="96"/>
                      <a:pt x="62" y="96"/>
                    </a:cubicBezTo>
                    <a:moveTo>
                      <a:pt x="50" y="118"/>
                    </a:moveTo>
                    <a:cubicBezTo>
                      <a:pt x="46" y="118"/>
                      <a:pt x="42" y="117"/>
                      <a:pt x="39" y="116"/>
                    </a:cubicBezTo>
                    <a:cubicBezTo>
                      <a:pt x="30" y="114"/>
                      <a:pt x="23" y="110"/>
                      <a:pt x="18" y="104"/>
                    </a:cubicBezTo>
                    <a:cubicBezTo>
                      <a:pt x="6" y="94"/>
                      <a:pt x="0" y="77"/>
                      <a:pt x="1" y="62"/>
                    </a:cubicBezTo>
                    <a:cubicBezTo>
                      <a:pt x="2" y="54"/>
                      <a:pt x="5" y="47"/>
                      <a:pt x="7" y="38"/>
                    </a:cubicBezTo>
                    <a:cubicBezTo>
                      <a:pt x="9" y="35"/>
                      <a:pt x="10" y="31"/>
                      <a:pt x="12" y="27"/>
                    </a:cubicBezTo>
                    <a:cubicBezTo>
                      <a:pt x="10" y="21"/>
                      <a:pt x="13" y="15"/>
                      <a:pt x="20" y="13"/>
                    </a:cubicBezTo>
                    <a:cubicBezTo>
                      <a:pt x="23" y="10"/>
                      <a:pt x="25" y="7"/>
                      <a:pt x="27" y="5"/>
                    </a:cubicBezTo>
                    <a:cubicBezTo>
                      <a:pt x="33" y="1"/>
                      <a:pt x="40" y="0"/>
                      <a:pt x="45" y="5"/>
                    </a:cubicBezTo>
                    <a:cubicBezTo>
                      <a:pt x="46" y="6"/>
                      <a:pt x="47" y="6"/>
                      <a:pt x="47" y="8"/>
                    </a:cubicBezTo>
                    <a:cubicBezTo>
                      <a:pt x="61" y="6"/>
                      <a:pt x="77" y="7"/>
                      <a:pt x="89" y="15"/>
                    </a:cubicBezTo>
                    <a:cubicBezTo>
                      <a:pt x="101" y="23"/>
                      <a:pt x="110" y="37"/>
                      <a:pt x="113" y="51"/>
                    </a:cubicBezTo>
                    <a:cubicBezTo>
                      <a:pt x="114" y="59"/>
                      <a:pt x="114" y="67"/>
                      <a:pt x="113" y="75"/>
                    </a:cubicBezTo>
                    <a:cubicBezTo>
                      <a:pt x="110" y="83"/>
                      <a:pt x="105" y="91"/>
                      <a:pt x="100" y="97"/>
                    </a:cubicBezTo>
                    <a:cubicBezTo>
                      <a:pt x="95" y="103"/>
                      <a:pt x="90" y="108"/>
                      <a:pt x="83" y="112"/>
                    </a:cubicBezTo>
                    <a:cubicBezTo>
                      <a:pt x="80" y="114"/>
                      <a:pt x="78" y="116"/>
                      <a:pt x="74" y="117"/>
                    </a:cubicBezTo>
                    <a:cubicBezTo>
                      <a:pt x="70" y="118"/>
                      <a:pt x="66" y="119"/>
                      <a:pt x="61" y="119"/>
                    </a:cubicBezTo>
                    <a:cubicBezTo>
                      <a:pt x="61" y="119"/>
                      <a:pt x="60" y="119"/>
                      <a:pt x="59" y="119"/>
                    </a:cubicBezTo>
                    <a:cubicBezTo>
                      <a:pt x="57" y="119"/>
                      <a:pt x="53" y="119"/>
                      <a:pt x="50" y="11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7" name="Google Shape;4287;p50">
                <a:extLst>
                  <a:ext uri="{FF2B5EF4-FFF2-40B4-BE49-F238E27FC236}">
                    <a16:creationId xmlns:a16="http://schemas.microsoft.com/office/drawing/2014/main" id="{A78B62D3-8D28-D7D1-A69B-C57238B6F626}"/>
                  </a:ext>
                </a:extLst>
              </p:cNvPr>
              <p:cNvSpPr/>
              <p:nvPr/>
            </p:nvSpPr>
            <p:spPr>
              <a:xfrm>
                <a:off x="1547640" y="993600"/>
                <a:ext cx="10800" cy="40320"/>
              </a:xfrm>
              <a:custGeom>
                <a:avLst/>
                <a:gdLst/>
                <a:ahLst/>
                <a:cxnLst/>
                <a:rect l="l" t="t" r="r" b="b"/>
                <a:pathLst>
                  <a:path w="30" h="112" extrusionOk="0">
                    <a:moveTo>
                      <a:pt x="4" y="99"/>
                    </a:moveTo>
                    <a:cubicBezTo>
                      <a:pt x="4" y="85"/>
                      <a:pt x="3" y="71"/>
                      <a:pt x="3" y="57"/>
                    </a:cubicBezTo>
                    <a:cubicBezTo>
                      <a:pt x="3" y="50"/>
                      <a:pt x="3" y="43"/>
                      <a:pt x="3" y="36"/>
                    </a:cubicBezTo>
                    <a:cubicBezTo>
                      <a:pt x="3" y="31"/>
                      <a:pt x="3" y="25"/>
                      <a:pt x="3" y="19"/>
                    </a:cubicBezTo>
                    <a:cubicBezTo>
                      <a:pt x="0" y="12"/>
                      <a:pt x="4" y="4"/>
                      <a:pt x="11" y="2"/>
                    </a:cubicBezTo>
                    <a:cubicBezTo>
                      <a:pt x="17" y="0"/>
                      <a:pt x="23" y="3"/>
                      <a:pt x="26" y="8"/>
                    </a:cubicBezTo>
                    <a:cubicBezTo>
                      <a:pt x="29" y="12"/>
                      <a:pt x="28" y="19"/>
                      <a:pt x="28" y="24"/>
                    </a:cubicBezTo>
                    <a:cubicBezTo>
                      <a:pt x="27" y="31"/>
                      <a:pt x="27" y="38"/>
                      <a:pt x="26" y="45"/>
                    </a:cubicBezTo>
                    <a:cubicBezTo>
                      <a:pt x="26" y="58"/>
                      <a:pt x="26" y="72"/>
                      <a:pt x="28" y="86"/>
                    </a:cubicBezTo>
                    <a:cubicBezTo>
                      <a:pt x="27" y="85"/>
                      <a:pt x="27" y="85"/>
                      <a:pt x="27" y="85"/>
                    </a:cubicBezTo>
                    <a:cubicBezTo>
                      <a:pt x="28" y="89"/>
                      <a:pt x="28" y="93"/>
                      <a:pt x="28" y="98"/>
                    </a:cubicBezTo>
                    <a:cubicBezTo>
                      <a:pt x="29" y="104"/>
                      <a:pt x="25" y="110"/>
                      <a:pt x="18" y="111"/>
                    </a:cubicBezTo>
                    <a:cubicBezTo>
                      <a:pt x="17" y="111"/>
                      <a:pt x="17" y="111"/>
                      <a:pt x="17" y="111"/>
                    </a:cubicBezTo>
                    <a:cubicBezTo>
                      <a:pt x="10" y="111"/>
                      <a:pt x="5" y="106"/>
                      <a:pt x="4" y="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8" name="Google Shape;4288;p50">
                <a:extLst>
                  <a:ext uri="{FF2B5EF4-FFF2-40B4-BE49-F238E27FC236}">
                    <a16:creationId xmlns:a16="http://schemas.microsoft.com/office/drawing/2014/main" id="{944CF1F5-62F6-2C4F-6013-BFFB0C44BF4C}"/>
                  </a:ext>
                </a:extLst>
              </p:cNvPr>
              <p:cNvSpPr/>
              <p:nvPr/>
            </p:nvSpPr>
            <p:spPr>
              <a:xfrm>
                <a:off x="1523160" y="1015200"/>
                <a:ext cx="69120" cy="15480"/>
              </a:xfrm>
              <a:custGeom>
                <a:avLst/>
                <a:gdLst/>
                <a:ahLst/>
                <a:cxnLst/>
                <a:rect l="l" t="t" r="r" b="b"/>
                <a:pathLst>
                  <a:path w="192" h="43" extrusionOk="0">
                    <a:moveTo>
                      <a:pt x="1" y="32"/>
                    </a:moveTo>
                    <a:cubicBezTo>
                      <a:pt x="0" y="25"/>
                      <a:pt x="5" y="19"/>
                      <a:pt x="12" y="18"/>
                    </a:cubicBezTo>
                    <a:cubicBezTo>
                      <a:pt x="26" y="17"/>
                      <a:pt x="40" y="16"/>
                      <a:pt x="54" y="14"/>
                    </a:cubicBezTo>
                    <a:cubicBezTo>
                      <a:pt x="68" y="13"/>
                      <a:pt x="82" y="11"/>
                      <a:pt x="96" y="10"/>
                    </a:cubicBezTo>
                    <a:cubicBezTo>
                      <a:pt x="108" y="8"/>
                      <a:pt x="121" y="6"/>
                      <a:pt x="135" y="5"/>
                    </a:cubicBezTo>
                    <a:cubicBezTo>
                      <a:pt x="149" y="3"/>
                      <a:pt x="166" y="0"/>
                      <a:pt x="180" y="4"/>
                    </a:cubicBezTo>
                    <a:cubicBezTo>
                      <a:pt x="181" y="4"/>
                      <a:pt x="181" y="4"/>
                      <a:pt x="181" y="4"/>
                    </a:cubicBezTo>
                    <a:cubicBezTo>
                      <a:pt x="187" y="5"/>
                      <a:pt x="191" y="12"/>
                      <a:pt x="189" y="19"/>
                    </a:cubicBezTo>
                    <a:cubicBezTo>
                      <a:pt x="188" y="26"/>
                      <a:pt x="181" y="31"/>
                      <a:pt x="174" y="28"/>
                    </a:cubicBezTo>
                    <a:cubicBezTo>
                      <a:pt x="173" y="28"/>
                      <a:pt x="172" y="28"/>
                      <a:pt x="171" y="27"/>
                    </a:cubicBezTo>
                    <a:cubicBezTo>
                      <a:pt x="168" y="27"/>
                      <a:pt x="166" y="26"/>
                      <a:pt x="164" y="26"/>
                    </a:cubicBezTo>
                    <a:cubicBezTo>
                      <a:pt x="160" y="26"/>
                      <a:pt x="156" y="26"/>
                      <a:pt x="153" y="26"/>
                    </a:cubicBezTo>
                    <a:cubicBezTo>
                      <a:pt x="130" y="29"/>
                      <a:pt x="107" y="32"/>
                      <a:pt x="85" y="34"/>
                    </a:cubicBezTo>
                    <a:cubicBezTo>
                      <a:pt x="61" y="37"/>
                      <a:pt x="38" y="39"/>
                      <a:pt x="15" y="42"/>
                    </a:cubicBezTo>
                    <a:cubicBezTo>
                      <a:pt x="14" y="42"/>
                      <a:pt x="13" y="42"/>
                      <a:pt x="13" y="42"/>
                    </a:cubicBezTo>
                    <a:cubicBezTo>
                      <a:pt x="7" y="42"/>
                      <a:pt x="2" y="38"/>
                      <a:pt x="1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9" name="Google Shape;4289;p50">
                <a:extLst>
                  <a:ext uri="{FF2B5EF4-FFF2-40B4-BE49-F238E27FC236}">
                    <a16:creationId xmlns:a16="http://schemas.microsoft.com/office/drawing/2014/main" id="{88FC9836-42E2-68C7-FFB8-CF0EE335441D}"/>
                  </a:ext>
                </a:extLst>
              </p:cNvPr>
              <p:cNvSpPr/>
              <p:nvPr/>
            </p:nvSpPr>
            <p:spPr>
              <a:xfrm>
                <a:off x="1568880" y="1037160"/>
                <a:ext cx="34920" cy="29520"/>
              </a:xfrm>
              <a:custGeom>
                <a:avLst/>
                <a:gdLst/>
                <a:ahLst/>
                <a:cxnLst/>
                <a:rect l="l" t="t" r="r" b="b"/>
                <a:pathLst>
                  <a:path w="97" h="82" extrusionOk="0">
                    <a:moveTo>
                      <a:pt x="77" y="79"/>
                    </a:moveTo>
                    <a:cubicBezTo>
                      <a:pt x="62" y="70"/>
                      <a:pt x="47" y="60"/>
                      <a:pt x="33" y="50"/>
                    </a:cubicBezTo>
                    <a:cubicBezTo>
                      <a:pt x="27" y="45"/>
                      <a:pt x="21" y="41"/>
                      <a:pt x="15" y="36"/>
                    </a:cubicBezTo>
                    <a:cubicBezTo>
                      <a:pt x="11" y="32"/>
                      <a:pt x="7" y="29"/>
                      <a:pt x="3" y="25"/>
                    </a:cubicBezTo>
                    <a:cubicBezTo>
                      <a:pt x="2" y="23"/>
                      <a:pt x="1" y="21"/>
                      <a:pt x="0" y="19"/>
                    </a:cubicBezTo>
                    <a:cubicBezTo>
                      <a:pt x="0" y="17"/>
                      <a:pt x="0" y="16"/>
                      <a:pt x="0" y="14"/>
                    </a:cubicBezTo>
                    <a:cubicBezTo>
                      <a:pt x="0" y="10"/>
                      <a:pt x="2" y="7"/>
                      <a:pt x="5" y="5"/>
                    </a:cubicBezTo>
                    <a:cubicBezTo>
                      <a:pt x="11" y="0"/>
                      <a:pt x="20" y="3"/>
                      <a:pt x="23" y="9"/>
                    </a:cubicBezTo>
                    <a:cubicBezTo>
                      <a:pt x="24" y="10"/>
                      <a:pt x="24" y="10"/>
                      <a:pt x="25" y="11"/>
                    </a:cubicBezTo>
                    <a:cubicBezTo>
                      <a:pt x="30" y="16"/>
                      <a:pt x="36" y="21"/>
                      <a:pt x="41" y="26"/>
                    </a:cubicBezTo>
                    <a:cubicBezTo>
                      <a:pt x="50" y="34"/>
                      <a:pt x="60" y="41"/>
                      <a:pt x="70" y="47"/>
                    </a:cubicBezTo>
                    <a:cubicBezTo>
                      <a:pt x="69" y="46"/>
                      <a:pt x="69" y="46"/>
                      <a:pt x="69" y="46"/>
                    </a:cubicBezTo>
                    <a:cubicBezTo>
                      <a:pt x="75" y="51"/>
                      <a:pt x="82" y="55"/>
                      <a:pt x="89" y="59"/>
                    </a:cubicBezTo>
                    <a:cubicBezTo>
                      <a:pt x="94" y="62"/>
                      <a:pt x="96" y="69"/>
                      <a:pt x="93" y="74"/>
                    </a:cubicBezTo>
                    <a:cubicBezTo>
                      <a:pt x="91" y="78"/>
                      <a:pt x="87" y="81"/>
                      <a:pt x="83" y="81"/>
                    </a:cubicBezTo>
                    <a:cubicBezTo>
                      <a:pt x="81" y="81"/>
                      <a:pt x="79" y="80"/>
                      <a:pt x="77" y="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0" name="Google Shape;4290;p50">
                <a:extLst>
                  <a:ext uri="{FF2B5EF4-FFF2-40B4-BE49-F238E27FC236}">
                    <a16:creationId xmlns:a16="http://schemas.microsoft.com/office/drawing/2014/main" id="{5B190149-EF04-7AF6-0C26-86838CB757BB}"/>
                  </a:ext>
                </a:extLst>
              </p:cNvPr>
              <p:cNvSpPr/>
              <p:nvPr/>
            </p:nvSpPr>
            <p:spPr>
              <a:xfrm>
                <a:off x="1577880" y="1047240"/>
                <a:ext cx="33120" cy="16920"/>
              </a:xfrm>
              <a:custGeom>
                <a:avLst/>
                <a:gdLst/>
                <a:ahLst/>
                <a:cxnLst/>
                <a:rect l="l" t="t" r="r" b="b"/>
                <a:pathLst>
                  <a:path w="92" h="47" extrusionOk="0">
                    <a:moveTo>
                      <a:pt x="4" y="42"/>
                    </a:moveTo>
                    <a:cubicBezTo>
                      <a:pt x="0" y="37"/>
                      <a:pt x="1" y="28"/>
                      <a:pt x="6" y="25"/>
                    </a:cubicBezTo>
                    <a:cubicBezTo>
                      <a:pt x="16" y="18"/>
                      <a:pt x="27" y="13"/>
                      <a:pt x="38" y="9"/>
                    </a:cubicBezTo>
                    <a:cubicBezTo>
                      <a:pt x="40" y="8"/>
                      <a:pt x="42" y="7"/>
                      <a:pt x="45" y="6"/>
                    </a:cubicBezTo>
                    <a:cubicBezTo>
                      <a:pt x="50" y="4"/>
                      <a:pt x="56" y="3"/>
                      <a:pt x="62" y="2"/>
                    </a:cubicBezTo>
                    <a:cubicBezTo>
                      <a:pt x="67" y="0"/>
                      <a:pt x="71" y="0"/>
                      <a:pt x="76" y="0"/>
                    </a:cubicBezTo>
                    <a:cubicBezTo>
                      <a:pt x="81" y="1"/>
                      <a:pt x="84" y="4"/>
                      <a:pt x="87" y="7"/>
                    </a:cubicBezTo>
                    <a:cubicBezTo>
                      <a:pt x="91" y="13"/>
                      <a:pt x="89" y="22"/>
                      <a:pt x="83" y="26"/>
                    </a:cubicBezTo>
                    <a:cubicBezTo>
                      <a:pt x="79" y="28"/>
                      <a:pt x="74" y="28"/>
                      <a:pt x="70" y="25"/>
                    </a:cubicBezTo>
                    <a:cubicBezTo>
                      <a:pt x="67" y="25"/>
                      <a:pt x="64" y="26"/>
                      <a:pt x="61" y="27"/>
                    </a:cubicBezTo>
                    <a:cubicBezTo>
                      <a:pt x="59" y="27"/>
                      <a:pt x="56" y="28"/>
                      <a:pt x="54" y="28"/>
                    </a:cubicBezTo>
                    <a:cubicBezTo>
                      <a:pt x="46" y="31"/>
                      <a:pt x="38" y="35"/>
                      <a:pt x="30" y="39"/>
                    </a:cubicBezTo>
                    <a:cubicBezTo>
                      <a:pt x="27" y="40"/>
                      <a:pt x="24" y="42"/>
                      <a:pt x="22" y="43"/>
                    </a:cubicBezTo>
                    <a:cubicBezTo>
                      <a:pt x="21" y="43"/>
                      <a:pt x="21" y="43"/>
                      <a:pt x="21" y="44"/>
                    </a:cubicBezTo>
                    <a:cubicBezTo>
                      <a:pt x="19" y="45"/>
                      <a:pt x="16" y="46"/>
                      <a:pt x="13" y="46"/>
                    </a:cubicBezTo>
                    <a:cubicBezTo>
                      <a:pt x="10" y="46"/>
                      <a:pt x="7" y="45"/>
                      <a:pt x="4" y="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1" name="Google Shape;4291;p50">
                <a:extLst>
                  <a:ext uri="{FF2B5EF4-FFF2-40B4-BE49-F238E27FC236}">
                    <a16:creationId xmlns:a16="http://schemas.microsoft.com/office/drawing/2014/main" id="{7214EA01-0928-8F0C-DBA4-39CCA82AF599}"/>
                  </a:ext>
                </a:extLst>
              </p:cNvPr>
              <p:cNvSpPr/>
              <p:nvPr/>
            </p:nvSpPr>
            <p:spPr>
              <a:xfrm>
                <a:off x="1584720" y="1066680"/>
                <a:ext cx="66240" cy="54360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51" extrusionOk="0">
                    <a:moveTo>
                      <a:pt x="34" y="126"/>
                    </a:moveTo>
                    <a:cubicBezTo>
                      <a:pt x="34" y="126"/>
                      <a:pt x="33" y="126"/>
                      <a:pt x="32" y="127"/>
                    </a:cubicBezTo>
                    <a:cubicBezTo>
                      <a:pt x="34" y="126"/>
                      <a:pt x="37" y="125"/>
                      <a:pt x="38" y="125"/>
                    </a:cubicBezTo>
                    <a:lnTo>
                      <a:pt x="37" y="125"/>
                    </a:lnTo>
                    <a:cubicBezTo>
                      <a:pt x="40" y="125"/>
                      <a:pt x="44" y="124"/>
                      <a:pt x="47" y="123"/>
                    </a:cubicBezTo>
                    <a:cubicBezTo>
                      <a:pt x="54" y="120"/>
                      <a:pt x="61" y="117"/>
                      <a:pt x="68" y="114"/>
                    </a:cubicBezTo>
                    <a:cubicBezTo>
                      <a:pt x="66" y="114"/>
                      <a:pt x="64" y="113"/>
                      <a:pt x="62" y="113"/>
                    </a:cubicBezTo>
                    <a:cubicBezTo>
                      <a:pt x="63" y="113"/>
                      <a:pt x="63" y="113"/>
                      <a:pt x="63" y="113"/>
                    </a:cubicBezTo>
                    <a:cubicBezTo>
                      <a:pt x="55" y="113"/>
                      <a:pt x="47" y="113"/>
                      <a:pt x="39" y="113"/>
                    </a:cubicBezTo>
                    <a:cubicBezTo>
                      <a:pt x="36" y="113"/>
                      <a:pt x="33" y="113"/>
                      <a:pt x="30" y="114"/>
                    </a:cubicBezTo>
                    <a:cubicBezTo>
                      <a:pt x="29" y="114"/>
                      <a:pt x="28" y="114"/>
                      <a:pt x="27" y="115"/>
                    </a:cubicBezTo>
                    <a:cubicBezTo>
                      <a:pt x="26" y="115"/>
                      <a:pt x="25" y="115"/>
                      <a:pt x="25" y="116"/>
                    </a:cubicBezTo>
                    <a:lnTo>
                      <a:pt x="24" y="117"/>
                    </a:lnTo>
                    <a:cubicBezTo>
                      <a:pt x="24" y="118"/>
                      <a:pt x="24" y="119"/>
                      <a:pt x="24" y="120"/>
                    </a:cubicBezTo>
                    <a:cubicBezTo>
                      <a:pt x="24" y="120"/>
                      <a:pt x="25" y="120"/>
                      <a:pt x="25" y="121"/>
                    </a:cubicBezTo>
                    <a:lnTo>
                      <a:pt x="25" y="122"/>
                    </a:lnTo>
                    <a:lnTo>
                      <a:pt x="25" y="123"/>
                    </a:lnTo>
                    <a:cubicBezTo>
                      <a:pt x="26" y="123"/>
                      <a:pt x="26" y="123"/>
                      <a:pt x="26" y="124"/>
                    </a:cubicBezTo>
                    <a:cubicBezTo>
                      <a:pt x="27" y="124"/>
                      <a:pt x="27" y="124"/>
                      <a:pt x="28" y="125"/>
                    </a:cubicBezTo>
                    <a:cubicBezTo>
                      <a:pt x="28" y="124"/>
                      <a:pt x="27" y="124"/>
                      <a:pt x="27" y="124"/>
                    </a:cubicBezTo>
                    <a:cubicBezTo>
                      <a:pt x="27" y="124"/>
                      <a:pt x="28" y="124"/>
                      <a:pt x="28" y="125"/>
                    </a:cubicBezTo>
                    <a:cubicBezTo>
                      <a:pt x="29" y="125"/>
                      <a:pt x="29" y="125"/>
                      <a:pt x="30" y="125"/>
                    </a:cubicBezTo>
                    <a:cubicBezTo>
                      <a:pt x="30" y="126"/>
                      <a:pt x="30" y="126"/>
                      <a:pt x="31" y="126"/>
                    </a:cubicBezTo>
                    <a:cubicBezTo>
                      <a:pt x="31" y="126"/>
                      <a:pt x="32" y="126"/>
                      <a:pt x="32" y="127"/>
                    </a:cubicBezTo>
                    <a:cubicBezTo>
                      <a:pt x="32" y="126"/>
                      <a:pt x="32" y="126"/>
                      <a:pt x="31" y="126"/>
                    </a:cubicBezTo>
                    <a:lnTo>
                      <a:pt x="32" y="127"/>
                    </a:lnTo>
                    <a:cubicBezTo>
                      <a:pt x="31" y="127"/>
                      <a:pt x="31" y="126"/>
                      <a:pt x="31" y="126"/>
                    </a:cubicBezTo>
                    <a:lnTo>
                      <a:pt x="31" y="127"/>
                    </a:lnTo>
                    <a:cubicBezTo>
                      <a:pt x="31" y="126"/>
                      <a:pt x="31" y="126"/>
                      <a:pt x="31" y="126"/>
                    </a:cubicBezTo>
                    <a:cubicBezTo>
                      <a:pt x="32" y="127"/>
                      <a:pt x="33" y="127"/>
                      <a:pt x="34" y="126"/>
                    </a:cubicBezTo>
                    <a:moveTo>
                      <a:pt x="24" y="149"/>
                    </a:moveTo>
                    <a:cubicBezTo>
                      <a:pt x="20" y="149"/>
                      <a:pt x="18" y="147"/>
                      <a:pt x="15" y="145"/>
                    </a:cubicBezTo>
                    <a:cubicBezTo>
                      <a:pt x="12" y="143"/>
                      <a:pt x="9" y="141"/>
                      <a:pt x="7" y="138"/>
                    </a:cubicBezTo>
                    <a:cubicBezTo>
                      <a:pt x="3" y="133"/>
                      <a:pt x="0" y="127"/>
                      <a:pt x="0" y="121"/>
                    </a:cubicBezTo>
                    <a:cubicBezTo>
                      <a:pt x="0" y="114"/>
                      <a:pt x="1" y="107"/>
                      <a:pt x="4" y="102"/>
                    </a:cubicBezTo>
                    <a:cubicBezTo>
                      <a:pt x="7" y="97"/>
                      <a:pt x="14" y="93"/>
                      <a:pt x="19" y="92"/>
                    </a:cubicBezTo>
                    <a:cubicBezTo>
                      <a:pt x="27" y="90"/>
                      <a:pt x="34" y="89"/>
                      <a:pt x="41" y="89"/>
                    </a:cubicBezTo>
                    <a:cubicBezTo>
                      <a:pt x="51" y="89"/>
                      <a:pt x="62" y="91"/>
                      <a:pt x="71" y="92"/>
                    </a:cubicBezTo>
                    <a:cubicBezTo>
                      <a:pt x="77" y="93"/>
                      <a:pt x="82" y="99"/>
                      <a:pt x="81" y="104"/>
                    </a:cubicBezTo>
                    <a:cubicBezTo>
                      <a:pt x="81" y="106"/>
                      <a:pt x="80" y="107"/>
                      <a:pt x="80" y="107"/>
                    </a:cubicBezTo>
                    <a:cubicBezTo>
                      <a:pt x="84" y="106"/>
                      <a:pt x="88" y="103"/>
                      <a:pt x="92" y="102"/>
                    </a:cubicBezTo>
                    <a:cubicBezTo>
                      <a:pt x="91" y="102"/>
                      <a:pt x="91" y="102"/>
                      <a:pt x="91" y="102"/>
                    </a:cubicBezTo>
                    <a:lnTo>
                      <a:pt x="92" y="102"/>
                    </a:lnTo>
                    <a:lnTo>
                      <a:pt x="92" y="101"/>
                    </a:lnTo>
                    <a:cubicBezTo>
                      <a:pt x="94" y="100"/>
                      <a:pt x="97" y="99"/>
                      <a:pt x="98" y="98"/>
                    </a:cubicBezTo>
                    <a:cubicBezTo>
                      <a:pt x="98" y="99"/>
                      <a:pt x="98" y="99"/>
                      <a:pt x="98" y="99"/>
                    </a:cubicBezTo>
                    <a:cubicBezTo>
                      <a:pt x="106" y="95"/>
                      <a:pt x="113" y="91"/>
                      <a:pt x="122" y="87"/>
                    </a:cubicBezTo>
                    <a:cubicBezTo>
                      <a:pt x="118" y="86"/>
                      <a:pt x="114" y="85"/>
                      <a:pt x="110" y="84"/>
                    </a:cubicBezTo>
                    <a:cubicBezTo>
                      <a:pt x="97" y="81"/>
                      <a:pt x="85" y="74"/>
                      <a:pt x="77" y="64"/>
                    </a:cubicBezTo>
                    <a:cubicBezTo>
                      <a:pt x="73" y="60"/>
                      <a:pt x="70" y="55"/>
                      <a:pt x="68" y="49"/>
                    </a:cubicBezTo>
                    <a:cubicBezTo>
                      <a:pt x="67" y="47"/>
                      <a:pt x="67" y="43"/>
                      <a:pt x="67" y="41"/>
                    </a:cubicBezTo>
                    <a:cubicBezTo>
                      <a:pt x="67" y="37"/>
                      <a:pt x="68" y="35"/>
                      <a:pt x="69" y="32"/>
                    </a:cubicBezTo>
                    <a:cubicBezTo>
                      <a:pt x="72" y="27"/>
                      <a:pt x="77" y="23"/>
                      <a:pt x="82" y="19"/>
                    </a:cubicBezTo>
                    <a:cubicBezTo>
                      <a:pt x="87" y="15"/>
                      <a:pt x="94" y="12"/>
                      <a:pt x="100" y="10"/>
                    </a:cubicBezTo>
                    <a:cubicBezTo>
                      <a:pt x="108" y="7"/>
                      <a:pt x="117" y="4"/>
                      <a:pt x="126" y="2"/>
                    </a:cubicBezTo>
                    <a:cubicBezTo>
                      <a:pt x="132" y="1"/>
                      <a:pt x="139" y="0"/>
                      <a:pt x="145" y="1"/>
                    </a:cubicBezTo>
                    <a:cubicBezTo>
                      <a:pt x="148" y="2"/>
                      <a:pt x="151" y="2"/>
                      <a:pt x="152" y="4"/>
                    </a:cubicBezTo>
                    <a:cubicBezTo>
                      <a:pt x="154" y="5"/>
                      <a:pt x="155" y="7"/>
                      <a:pt x="156" y="8"/>
                    </a:cubicBezTo>
                    <a:lnTo>
                      <a:pt x="155" y="7"/>
                    </a:lnTo>
                    <a:lnTo>
                      <a:pt x="154" y="7"/>
                    </a:lnTo>
                    <a:cubicBezTo>
                      <a:pt x="157" y="9"/>
                      <a:pt x="159" y="12"/>
                      <a:pt x="159" y="16"/>
                    </a:cubicBezTo>
                    <a:cubicBezTo>
                      <a:pt x="159" y="21"/>
                      <a:pt x="157" y="25"/>
                      <a:pt x="152" y="27"/>
                    </a:cubicBezTo>
                    <a:cubicBezTo>
                      <a:pt x="149" y="29"/>
                      <a:pt x="145" y="29"/>
                      <a:pt x="141" y="28"/>
                    </a:cubicBezTo>
                    <a:cubicBezTo>
                      <a:pt x="140" y="27"/>
                      <a:pt x="138" y="26"/>
                      <a:pt x="138" y="25"/>
                    </a:cubicBezTo>
                    <a:cubicBezTo>
                      <a:pt x="137" y="25"/>
                      <a:pt x="137" y="25"/>
                      <a:pt x="136" y="25"/>
                    </a:cubicBezTo>
                    <a:cubicBezTo>
                      <a:pt x="134" y="25"/>
                      <a:pt x="133" y="26"/>
                      <a:pt x="131" y="26"/>
                    </a:cubicBezTo>
                    <a:cubicBezTo>
                      <a:pt x="123" y="28"/>
                      <a:pt x="116" y="30"/>
                      <a:pt x="109" y="32"/>
                    </a:cubicBezTo>
                    <a:cubicBezTo>
                      <a:pt x="106" y="33"/>
                      <a:pt x="103" y="35"/>
                      <a:pt x="99" y="36"/>
                    </a:cubicBezTo>
                    <a:cubicBezTo>
                      <a:pt x="99" y="36"/>
                      <a:pt x="98" y="37"/>
                      <a:pt x="97" y="37"/>
                    </a:cubicBezTo>
                    <a:cubicBezTo>
                      <a:pt x="96" y="39"/>
                      <a:pt x="95" y="39"/>
                      <a:pt x="93" y="40"/>
                    </a:cubicBezTo>
                    <a:cubicBezTo>
                      <a:pt x="93" y="41"/>
                      <a:pt x="92" y="42"/>
                      <a:pt x="92" y="42"/>
                    </a:cubicBezTo>
                    <a:lnTo>
                      <a:pt x="91" y="43"/>
                    </a:lnTo>
                    <a:cubicBezTo>
                      <a:pt x="91" y="44"/>
                      <a:pt x="92" y="44"/>
                      <a:pt x="92" y="44"/>
                    </a:cubicBezTo>
                    <a:cubicBezTo>
                      <a:pt x="92" y="44"/>
                      <a:pt x="92" y="45"/>
                      <a:pt x="92" y="46"/>
                    </a:cubicBezTo>
                    <a:cubicBezTo>
                      <a:pt x="94" y="47"/>
                      <a:pt x="94" y="48"/>
                      <a:pt x="95" y="49"/>
                    </a:cubicBezTo>
                    <a:cubicBezTo>
                      <a:pt x="97" y="50"/>
                      <a:pt x="98" y="52"/>
                      <a:pt x="99" y="53"/>
                    </a:cubicBezTo>
                    <a:cubicBezTo>
                      <a:pt x="101" y="54"/>
                      <a:pt x="102" y="56"/>
                      <a:pt x="104" y="56"/>
                    </a:cubicBezTo>
                    <a:cubicBezTo>
                      <a:pt x="105" y="57"/>
                      <a:pt x="107" y="58"/>
                      <a:pt x="109" y="59"/>
                    </a:cubicBezTo>
                    <a:cubicBezTo>
                      <a:pt x="112" y="60"/>
                      <a:pt x="114" y="61"/>
                      <a:pt x="117" y="62"/>
                    </a:cubicBezTo>
                    <a:cubicBezTo>
                      <a:pt x="124" y="64"/>
                      <a:pt x="130" y="66"/>
                      <a:pt x="137" y="67"/>
                    </a:cubicBezTo>
                    <a:cubicBezTo>
                      <a:pt x="143" y="68"/>
                      <a:pt x="148" y="69"/>
                      <a:pt x="154" y="69"/>
                    </a:cubicBezTo>
                    <a:cubicBezTo>
                      <a:pt x="155" y="69"/>
                      <a:pt x="157" y="69"/>
                      <a:pt x="158" y="69"/>
                    </a:cubicBezTo>
                    <a:lnTo>
                      <a:pt x="159" y="69"/>
                    </a:lnTo>
                    <a:cubicBezTo>
                      <a:pt x="159" y="69"/>
                      <a:pt x="160" y="69"/>
                      <a:pt x="161" y="69"/>
                    </a:cubicBezTo>
                    <a:cubicBezTo>
                      <a:pt x="162" y="70"/>
                      <a:pt x="165" y="70"/>
                      <a:pt x="166" y="70"/>
                    </a:cubicBezTo>
                    <a:cubicBezTo>
                      <a:pt x="169" y="70"/>
                      <a:pt x="171" y="69"/>
                      <a:pt x="173" y="70"/>
                    </a:cubicBezTo>
                    <a:cubicBezTo>
                      <a:pt x="179" y="71"/>
                      <a:pt x="183" y="76"/>
                      <a:pt x="183" y="82"/>
                    </a:cubicBezTo>
                    <a:cubicBezTo>
                      <a:pt x="183" y="88"/>
                      <a:pt x="179" y="93"/>
                      <a:pt x="173" y="94"/>
                    </a:cubicBezTo>
                    <a:cubicBezTo>
                      <a:pt x="172" y="94"/>
                      <a:pt x="171" y="94"/>
                      <a:pt x="171" y="94"/>
                    </a:cubicBezTo>
                    <a:cubicBezTo>
                      <a:pt x="165" y="95"/>
                      <a:pt x="159" y="97"/>
                      <a:pt x="154" y="99"/>
                    </a:cubicBezTo>
                    <a:cubicBezTo>
                      <a:pt x="147" y="101"/>
                      <a:pt x="140" y="104"/>
                      <a:pt x="133" y="107"/>
                    </a:cubicBezTo>
                    <a:cubicBezTo>
                      <a:pt x="127" y="110"/>
                      <a:pt x="121" y="113"/>
                      <a:pt x="115" y="116"/>
                    </a:cubicBezTo>
                    <a:cubicBezTo>
                      <a:pt x="114" y="116"/>
                      <a:pt x="113" y="116"/>
                      <a:pt x="113" y="117"/>
                    </a:cubicBezTo>
                    <a:cubicBezTo>
                      <a:pt x="113" y="116"/>
                      <a:pt x="113" y="116"/>
                      <a:pt x="114" y="116"/>
                    </a:cubicBezTo>
                    <a:cubicBezTo>
                      <a:pt x="104" y="121"/>
                      <a:pt x="94" y="126"/>
                      <a:pt x="85" y="131"/>
                    </a:cubicBezTo>
                    <a:cubicBezTo>
                      <a:pt x="71" y="138"/>
                      <a:pt x="57" y="146"/>
                      <a:pt x="43" y="149"/>
                    </a:cubicBezTo>
                    <a:cubicBezTo>
                      <a:pt x="40" y="150"/>
                      <a:pt x="37" y="150"/>
                      <a:pt x="34" y="150"/>
                    </a:cubicBezTo>
                    <a:cubicBezTo>
                      <a:pt x="34" y="150"/>
                      <a:pt x="33" y="150"/>
                      <a:pt x="32" y="150"/>
                    </a:cubicBezTo>
                    <a:cubicBezTo>
                      <a:pt x="29" y="150"/>
                      <a:pt x="27" y="150"/>
                      <a:pt x="24" y="1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2" name="Google Shape;4292;p50">
                <a:extLst>
                  <a:ext uri="{FF2B5EF4-FFF2-40B4-BE49-F238E27FC236}">
                    <a16:creationId xmlns:a16="http://schemas.microsoft.com/office/drawing/2014/main" id="{B02E0093-48A0-5120-46A6-A5931C6EBAF4}"/>
                  </a:ext>
                </a:extLst>
              </p:cNvPr>
              <p:cNvSpPr/>
              <p:nvPr/>
            </p:nvSpPr>
            <p:spPr>
              <a:xfrm>
                <a:off x="1651320" y="1120320"/>
                <a:ext cx="16200" cy="14040"/>
              </a:xfrm>
              <a:custGeom>
                <a:avLst/>
                <a:gdLst/>
                <a:ahLst/>
                <a:cxnLst/>
                <a:rect l="l" t="t" r="r" b="b"/>
                <a:pathLst>
                  <a:path w="45" h="39" extrusionOk="0">
                    <a:moveTo>
                      <a:pt x="24" y="36"/>
                    </a:moveTo>
                    <a:cubicBezTo>
                      <a:pt x="23" y="36"/>
                      <a:pt x="22" y="35"/>
                      <a:pt x="22" y="35"/>
                    </a:cubicBezTo>
                    <a:cubicBezTo>
                      <a:pt x="21" y="34"/>
                      <a:pt x="19" y="33"/>
                      <a:pt x="18" y="33"/>
                    </a:cubicBezTo>
                    <a:cubicBezTo>
                      <a:pt x="13" y="34"/>
                      <a:pt x="7" y="33"/>
                      <a:pt x="4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3" y="26"/>
                      <a:pt x="2" y="25"/>
                      <a:pt x="1" y="24"/>
                    </a:cubicBezTo>
                    <a:cubicBezTo>
                      <a:pt x="0" y="19"/>
                      <a:pt x="1" y="14"/>
                      <a:pt x="4" y="11"/>
                    </a:cubicBezTo>
                    <a:cubicBezTo>
                      <a:pt x="14" y="0"/>
                      <a:pt x="29" y="10"/>
                      <a:pt x="38" y="16"/>
                    </a:cubicBezTo>
                    <a:cubicBezTo>
                      <a:pt x="43" y="20"/>
                      <a:pt x="44" y="28"/>
                      <a:pt x="40" y="33"/>
                    </a:cubicBezTo>
                    <a:cubicBezTo>
                      <a:pt x="38" y="36"/>
                      <a:pt x="35" y="38"/>
                      <a:pt x="31" y="38"/>
                    </a:cubicBezTo>
                    <a:cubicBezTo>
                      <a:pt x="28" y="38"/>
                      <a:pt x="26" y="37"/>
                      <a:pt x="24" y="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3" name="Google Shape;4293;p50">
                <a:extLst>
                  <a:ext uri="{FF2B5EF4-FFF2-40B4-BE49-F238E27FC236}">
                    <a16:creationId xmlns:a16="http://schemas.microsoft.com/office/drawing/2014/main" id="{253A5AF6-EA0C-64D9-C2B7-F9CC3393CC3B}"/>
                  </a:ext>
                </a:extLst>
              </p:cNvPr>
              <p:cNvSpPr/>
              <p:nvPr/>
            </p:nvSpPr>
            <p:spPr>
              <a:xfrm>
                <a:off x="1635480" y="1124640"/>
                <a:ext cx="25560" cy="19800"/>
              </a:xfrm>
              <a:custGeom>
                <a:avLst/>
                <a:gdLst/>
                <a:ahLst/>
                <a:cxnLst/>
                <a:rect l="l" t="t" r="r" b="b"/>
                <a:pathLst>
                  <a:path w="71" h="55" extrusionOk="0">
                    <a:moveTo>
                      <a:pt x="52" y="52"/>
                    </a:moveTo>
                    <a:cubicBezTo>
                      <a:pt x="42" y="46"/>
                      <a:pt x="32" y="41"/>
                      <a:pt x="22" y="35"/>
                    </a:cubicBezTo>
                    <a:cubicBezTo>
                      <a:pt x="20" y="33"/>
                      <a:pt x="17" y="31"/>
                      <a:pt x="15" y="30"/>
                    </a:cubicBezTo>
                    <a:cubicBezTo>
                      <a:pt x="12" y="28"/>
                      <a:pt x="9" y="25"/>
                      <a:pt x="6" y="22"/>
                    </a:cubicBezTo>
                    <a:cubicBezTo>
                      <a:pt x="0" y="15"/>
                      <a:pt x="4" y="4"/>
                      <a:pt x="13" y="1"/>
                    </a:cubicBezTo>
                    <a:cubicBezTo>
                      <a:pt x="19" y="0"/>
                      <a:pt x="25" y="3"/>
                      <a:pt x="28" y="9"/>
                    </a:cubicBezTo>
                    <a:cubicBezTo>
                      <a:pt x="32" y="13"/>
                      <a:pt x="37" y="15"/>
                      <a:pt x="42" y="18"/>
                    </a:cubicBezTo>
                    <a:cubicBezTo>
                      <a:pt x="47" y="22"/>
                      <a:pt x="53" y="26"/>
                      <a:pt x="59" y="29"/>
                    </a:cubicBezTo>
                    <a:cubicBezTo>
                      <a:pt x="59" y="30"/>
                      <a:pt x="60" y="30"/>
                      <a:pt x="60" y="31"/>
                    </a:cubicBezTo>
                    <a:cubicBezTo>
                      <a:pt x="61" y="31"/>
                      <a:pt x="62" y="32"/>
                      <a:pt x="63" y="32"/>
                    </a:cubicBezTo>
                    <a:cubicBezTo>
                      <a:pt x="68" y="36"/>
                      <a:pt x="70" y="42"/>
                      <a:pt x="67" y="48"/>
                    </a:cubicBezTo>
                    <a:cubicBezTo>
                      <a:pt x="65" y="52"/>
                      <a:pt x="61" y="54"/>
                      <a:pt x="57" y="54"/>
                    </a:cubicBezTo>
                    <a:cubicBezTo>
                      <a:pt x="55" y="54"/>
                      <a:pt x="53" y="53"/>
                      <a:pt x="52" y="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4" name="Google Shape;4294;p50">
                <a:extLst>
                  <a:ext uri="{FF2B5EF4-FFF2-40B4-BE49-F238E27FC236}">
                    <a16:creationId xmlns:a16="http://schemas.microsoft.com/office/drawing/2014/main" id="{417B3CE4-5142-FA43-5614-87E03FB9D4DF}"/>
                  </a:ext>
                </a:extLst>
              </p:cNvPr>
              <p:cNvSpPr/>
              <p:nvPr/>
            </p:nvSpPr>
            <p:spPr>
              <a:xfrm>
                <a:off x="1663920" y="1139400"/>
                <a:ext cx="74160" cy="38520"/>
              </a:xfrm>
              <a:custGeom>
                <a:avLst/>
                <a:gdLst/>
                <a:ahLst/>
                <a:cxnLst/>
                <a:rect l="l" t="t" r="r" b="b"/>
                <a:pathLst>
                  <a:path w="206" h="107" extrusionOk="0">
                    <a:moveTo>
                      <a:pt x="4" y="100"/>
                    </a:moveTo>
                    <a:cubicBezTo>
                      <a:pt x="0" y="95"/>
                      <a:pt x="2" y="86"/>
                      <a:pt x="8" y="83"/>
                    </a:cubicBezTo>
                    <a:cubicBezTo>
                      <a:pt x="31" y="71"/>
                      <a:pt x="54" y="59"/>
                      <a:pt x="77" y="46"/>
                    </a:cubicBezTo>
                    <a:cubicBezTo>
                      <a:pt x="73" y="46"/>
                      <a:pt x="70" y="46"/>
                      <a:pt x="66" y="46"/>
                    </a:cubicBezTo>
                    <a:cubicBezTo>
                      <a:pt x="61" y="46"/>
                      <a:pt x="55" y="46"/>
                      <a:pt x="50" y="46"/>
                    </a:cubicBezTo>
                    <a:cubicBezTo>
                      <a:pt x="48" y="46"/>
                      <a:pt x="48" y="46"/>
                      <a:pt x="47" y="46"/>
                    </a:cubicBezTo>
                    <a:lnTo>
                      <a:pt x="46" y="46"/>
                    </a:lnTo>
                    <a:cubicBezTo>
                      <a:pt x="40" y="47"/>
                      <a:pt x="34" y="44"/>
                      <a:pt x="32" y="39"/>
                    </a:cubicBezTo>
                    <a:cubicBezTo>
                      <a:pt x="29" y="33"/>
                      <a:pt x="32" y="26"/>
                      <a:pt x="37" y="23"/>
                    </a:cubicBezTo>
                    <a:cubicBezTo>
                      <a:pt x="38" y="22"/>
                      <a:pt x="39" y="22"/>
                      <a:pt x="40" y="22"/>
                    </a:cubicBezTo>
                    <a:cubicBezTo>
                      <a:pt x="46" y="21"/>
                      <a:pt x="51" y="21"/>
                      <a:pt x="57" y="22"/>
                    </a:cubicBezTo>
                    <a:cubicBezTo>
                      <a:pt x="62" y="22"/>
                      <a:pt x="68" y="22"/>
                      <a:pt x="73" y="22"/>
                    </a:cubicBezTo>
                    <a:cubicBezTo>
                      <a:pt x="83" y="23"/>
                      <a:pt x="92" y="23"/>
                      <a:pt x="102" y="22"/>
                    </a:cubicBezTo>
                    <a:cubicBezTo>
                      <a:pt x="107" y="22"/>
                      <a:pt x="112" y="22"/>
                      <a:pt x="118" y="21"/>
                    </a:cubicBezTo>
                    <a:cubicBezTo>
                      <a:pt x="122" y="21"/>
                      <a:pt x="126" y="20"/>
                      <a:pt x="130" y="19"/>
                    </a:cubicBezTo>
                    <a:cubicBezTo>
                      <a:pt x="135" y="17"/>
                      <a:pt x="140" y="15"/>
                      <a:pt x="146" y="13"/>
                    </a:cubicBezTo>
                    <a:cubicBezTo>
                      <a:pt x="151" y="11"/>
                      <a:pt x="156" y="9"/>
                      <a:pt x="161" y="7"/>
                    </a:cubicBezTo>
                    <a:cubicBezTo>
                      <a:pt x="167" y="5"/>
                      <a:pt x="172" y="3"/>
                      <a:pt x="178" y="1"/>
                    </a:cubicBezTo>
                    <a:cubicBezTo>
                      <a:pt x="181" y="1"/>
                      <a:pt x="184" y="0"/>
                      <a:pt x="186" y="0"/>
                    </a:cubicBezTo>
                    <a:cubicBezTo>
                      <a:pt x="189" y="0"/>
                      <a:pt x="192" y="1"/>
                      <a:pt x="195" y="1"/>
                    </a:cubicBezTo>
                    <a:cubicBezTo>
                      <a:pt x="200" y="3"/>
                      <a:pt x="205" y="9"/>
                      <a:pt x="204" y="15"/>
                    </a:cubicBezTo>
                    <a:cubicBezTo>
                      <a:pt x="203" y="18"/>
                      <a:pt x="203" y="21"/>
                      <a:pt x="200" y="23"/>
                    </a:cubicBezTo>
                    <a:cubicBezTo>
                      <a:pt x="198" y="25"/>
                      <a:pt x="195" y="27"/>
                      <a:pt x="192" y="28"/>
                    </a:cubicBezTo>
                    <a:cubicBezTo>
                      <a:pt x="189" y="30"/>
                      <a:pt x="185" y="30"/>
                      <a:pt x="181" y="32"/>
                    </a:cubicBezTo>
                    <a:cubicBezTo>
                      <a:pt x="175" y="33"/>
                      <a:pt x="169" y="34"/>
                      <a:pt x="163" y="36"/>
                    </a:cubicBezTo>
                    <a:cubicBezTo>
                      <a:pt x="154" y="38"/>
                      <a:pt x="145" y="40"/>
                      <a:pt x="136" y="41"/>
                    </a:cubicBezTo>
                    <a:cubicBezTo>
                      <a:pt x="129" y="44"/>
                      <a:pt x="123" y="47"/>
                      <a:pt x="117" y="51"/>
                    </a:cubicBezTo>
                    <a:cubicBezTo>
                      <a:pt x="117" y="51"/>
                      <a:pt x="117" y="50"/>
                      <a:pt x="118" y="50"/>
                    </a:cubicBezTo>
                    <a:cubicBezTo>
                      <a:pt x="84" y="67"/>
                      <a:pt x="52" y="85"/>
                      <a:pt x="20" y="104"/>
                    </a:cubicBezTo>
                    <a:cubicBezTo>
                      <a:pt x="19" y="106"/>
                      <a:pt x="16" y="106"/>
                      <a:pt x="15" y="106"/>
                    </a:cubicBezTo>
                    <a:cubicBezTo>
                      <a:pt x="10" y="106"/>
                      <a:pt x="6" y="104"/>
                      <a:pt x="4" y="10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5" name="Google Shape;4295;p50">
                <a:extLst>
                  <a:ext uri="{FF2B5EF4-FFF2-40B4-BE49-F238E27FC236}">
                    <a16:creationId xmlns:a16="http://schemas.microsoft.com/office/drawing/2014/main" id="{4D197E9D-3816-E46E-98F0-F0CFEF81E87B}"/>
                  </a:ext>
                </a:extLst>
              </p:cNvPr>
              <p:cNvSpPr/>
              <p:nvPr/>
            </p:nvSpPr>
            <p:spPr>
              <a:xfrm>
                <a:off x="1465560" y="1028880"/>
                <a:ext cx="254880" cy="244440"/>
              </a:xfrm>
              <a:custGeom>
                <a:avLst/>
                <a:gdLst/>
                <a:ahLst/>
                <a:cxnLst/>
                <a:rect l="l" t="t" r="r" b="b"/>
                <a:pathLst>
                  <a:path w="708" h="679" extrusionOk="0">
                    <a:moveTo>
                      <a:pt x="276" y="677"/>
                    </a:moveTo>
                    <a:cubicBezTo>
                      <a:pt x="269" y="677"/>
                      <a:pt x="263" y="670"/>
                      <a:pt x="263" y="663"/>
                    </a:cubicBezTo>
                    <a:cubicBezTo>
                      <a:pt x="263" y="656"/>
                      <a:pt x="266" y="649"/>
                      <a:pt x="267" y="642"/>
                    </a:cubicBezTo>
                    <a:cubicBezTo>
                      <a:pt x="269" y="637"/>
                      <a:pt x="271" y="631"/>
                      <a:pt x="273" y="626"/>
                    </a:cubicBezTo>
                    <a:cubicBezTo>
                      <a:pt x="276" y="614"/>
                      <a:pt x="279" y="602"/>
                      <a:pt x="283" y="591"/>
                    </a:cubicBezTo>
                    <a:cubicBezTo>
                      <a:pt x="286" y="584"/>
                      <a:pt x="288" y="577"/>
                      <a:pt x="292" y="570"/>
                    </a:cubicBezTo>
                    <a:lnTo>
                      <a:pt x="291" y="571"/>
                    </a:lnTo>
                    <a:cubicBezTo>
                      <a:pt x="300" y="554"/>
                      <a:pt x="308" y="537"/>
                      <a:pt x="317" y="521"/>
                    </a:cubicBezTo>
                    <a:cubicBezTo>
                      <a:pt x="327" y="503"/>
                      <a:pt x="337" y="487"/>
                      <a:pt x="348" y="470"/>
                    </a:cubicBezTo>
                    <a:cubicBezTo>
                      <a:pt x="348" y="469"/>
                      <a:pt x="350" y="467"/>
                      <a:pt x="350" y="466"/>
                    </a:cubicBezTo>
                    <a:cubicBezTo>
                      <a:pt x="351" y="466"/>
                      <a:pt x="351" y="465"/>
                      <a:pt x="351" y="465"/>
                    </a:cubicBezTo>
                    <a:cubicBezTo>
                      <a:pt x="360" y="450"/>
                      <a:pt x="370" y="436"/>
                      <a:pt x="379" y="421"/>
                    </a:cubicBezTo>
                    <a:cubicBezTo>
                      <a:pt x="379" y="422"/>
                      <a:pt x="379" y="422"/>
                      <a:pt x="379" y="423"/>
                    </a:cubicBezTo>
                    <a:cubicBezTo>
                      <a:pt x="385" y="413"/>
                      <a:pt x="392" y="402"/>
                      <a:pt x="398" y="392"/>
                    </a:cubicBezTo>
                    <a:cubicBezTo>
                      <a:pt x="404" y="383"/>
                      <a:pt x="409" y="373"/>
                      <a:pt x="414" y="363"/>
                    </a:cubicBezTo>
                    <a:cubicBezTo>
                      <a:pt x="418" y="355"/>
                      <a:pt x="421" y="347"/>
                      <a:pt x="424" y="338"/>
                    </a:cubicBezTo>
                    <a:cubicBezTo>
                      <a:pt x="425" y="335"/>
                      <a:pt x="426" y="332"/>
                      <a:pt x="427" y="329"/>
                    </a:cubicBezTo>
                    <a:cubicBezTo>
                      <a:pt x="427" y="327"/>
                      <a:pt x="427" y="325"/>
                      <a:pt x="427" y="323"/>
                    </a:cubicBezTo>
                    <a:lnTo>
                      <a:pt x="427" y="322"/>
                    </a:lnTo>
                    <a:cubicBezTo>
                      <a:pt x="427" y="321"/>
                      <a:pt x="427" y="321"/>
                      <a:pt x="427" y="320"/>
                    </a:cubicBezTo>
                    <a:cubicBezTo>
                      <a:pt x="427" y="319"/>
                      <a:pt x="427" y="319"/>
                      <a:pt x="427" y="319"/>
                    </a:cubicBezTo>
                    <a:lnTo>
                      <a:pt x="426" y="319"/>
                    </a:lnTo>
                    <a:cubicBezTo>
                      <a:pt x="425" y="319"/>
                      <a:pt x="424" y="320"/>
                      <a:pt x="422" y="321"/>
                    </a:cubicBezTo>
                    <a:cubicBezTo>
                      <a:pt x="420" y="321"/>
                      <a:pt x="418" y="322"/>
                      <a:pt x="417" y="323"/>
                    </a:cubicBezTo>
                    <a:cubicBezTo>
                      <a:pt x="414" y="324"/>
                      <a:pt x="411" y="326"/>
                      <a:pt x="408" y="328"/>
                    </a:cubicBezTo>
                    <a:cubicBezTo>
                      <a:pt x="400" y="333"/>
                      <a:pt x="393" y="339"/>
                      <a:pt x="386" y="346"/>
                    </a:cubicBezTo>
                    <a:cubicBezTo>
                      <a:pt x="381" y="350"/>
                      <a:pt x="377" y="354"/>
                      <a:pt x="372" y="359"/>
                    </a:cubicBezTo>
                    <a:cubicBezTo>
                      <a:pt x="368" y="363"/>
                      <a:pt x="365" y="368"/>
                      <a:pt x="361" y="372"/>
                    </a:cubicBezTo>
                    <a:cubicBezTo>
                      <a:pt x="346" y="390"/>
                      <a:pt x="332" y="409"/>
                      <a:pt x="319" y="428"/>
                    </a:cubicBezTo>
                    <a:cubicBezTo>
                      <a:pt x="305" y="449"/>
                      <a:pt x="290" y="470"/>
                      <a:pt x="276" y="490"/>
                    </a:cubicBezTo>
                    <a:cubicBezTo>
                      <a:pt x="262" y="510"/>
                      <a:pt x="246" y="530"/>
                      <a:pt x="231" y="550"/>
                    </a:cubicBezTo>
                    <a:cubicBezTo>
                      <a:pt x="216" y="569"/>
                      <a:pt x="200" y="589"/>
                      <a:pt x="184" y="607"/>
                    </a:cubicBezTo>
                    <a:cubicBezTo>
                      <a:pt x="177" y="617"/>
                      <a:pt x="168" y="625"/>
                      <a:pt x="160" y="634"/>
                    </a:cubicBezTo>
                    <a:cubicBezTo>
                      <a:pt x="156" y="638"/>
                      <a:pt x="152" y="642"/>
                      <a:pt x="147" y="646"/>
                    </a:cubicBezTo>
                    <a:cubicBezTo>
                      <a:pt x="145" y="649"/>
                      <a:pt x="143" y="651"/>
                      <a:pt x="140" y="653"/>
                    </a:cubicBezTo>
                    <a:cubicBezTo>
                      <a:pt x="137" y="655"/>
                      <a:pt x="135" y="657"/>
                      <a:pt x="131" y="658"/>
                    </a:cubicBezTo>
                    <a:cubicBezTo>
                      <a:pt x="125" y="660"/>
                      <a:pt x="117" y="658"/>
                      <a:pt x="114" y="652"/>
                    </a:cubicBezTo>
                    <a:cubicBezTo>
                      <a:pt x="111" y="647"/>
                      <a:pt x="111" y="642"/>
                      <a:pt x="112" y="637"/>
                    </a:cubicBezTo>
                    <a:cubicBezTo>
                      <a:pt x="114" y="633"/>
                      <a:pt x="114" y="630"/>
                      <a:pt x="115" y="627"/>
                    </a:cubicBezTo>
                    <a:cubicBezTo>
                      <a:pt x="117" y="622"/>
                      <a:pt x="119" y="617"/>
                      <a:pt x="122" y="611"/>
                    </a:cubicBezTo>
                    <a:cubicBezTo>
                      <a:pt x="126" y="600"/>
                      <a:pt x="131" y="590"/>
                      <a:pt x="135" y="579"/>
                    </a:cubicBezTo>
                    <a:cubicBezTo>
                      <a:pt x="140" y="568"/>
                      <a:pt x="146" y="558"/>
                      <a:pt x="152" y="547"/>
                    </a:cubicBezTo>
                    <a:cubicBezTo>
                      <a:pt x="157" y="536"/>
                      <a:pt x="164" y="525"/>
                      <a:pt x="170" y="514"/>
                    </a:cubicBezTo>
                    <a:cubicBezTo>
                      <a:pt x="182" y="494"/>
                      <a:pt x="195" y="474"/>
                      <a:pt x="208" y="454"/>
                    </a:cubicBezTo>
                    <a:cubicBezTo>
                      <a:pt x="216" y="442"/>
                      <a:pt x="224" y="431"/>
                      <a:pt x="231" y="419"/>
                    </a:cubicBezTo>
                    <a:cubicBezTo>
                      <a:pt x="240" y="406"/>
                      <a:pt x="248" y="394"/>
                      <a:pt x="256" y="381"/>
                    </a:cubicBezTo>
                    <a:cubicBezTo>
                      <a:pt x="256" y="382"/>
                      <a:pt x="256" y="382"/>
                      <a:pt x="256" y="383"/>
                    </a:cubicBezTo>
                    <a:cubicBezTo>
                      <a:pt x="260" y="375"/>
                      <a:pt x="266" y="367"/>
                      <a:pt x="271" y="358"/>
                    </a:cubicBezTo>
                    <a:cubicBezTo>
                      <a:pt x="277" y="349"/>
                      <a:pt x="283" y="339"/>
                      <a:pt x="288" y="329"/>
                    </a:cubicBezTo>
                    <a:cubicBezTo>
                      <a:pt x="298" y="312"/>
                      <a:pt x="308" y="294"/>
                      <a:pt x="316" y="277"/>
                    </a:cubicBezTo>
                    <a:cubicBezTo>
                      <a:pt x="319" y="272"/>
                      <a:pt x="321" y="267"/>
                      <a:pt x="323" y="263"/>
                    </a:cubicBezTo>
                    <a:cubicBezTo>
                      <a:pt x="325" y="258"/>
                      <a:pt x="327" y="252"/>
                      <a:pt x="329" y="247"/>
                    </a:cubicBezTo>
                    <a:cubicBezTo>
                      <a:pt x="329" y="246"/>
                      <a:pt x="329" y="245"/>
                      <a:pt x="329" y="245"/>
                    </a:cubicBezTo>
                    <a:cubicBezTo>
                      <a:pt x="327" y="246"/>
                      <a:pt x="326" y="247"/>
                      <a:pt x="324" y="248"/>
                    </a:cubicBezTo>
                    <a:cubicBezTo>
                      <a:pt x="324" y="248"/>
                      <a:pt x="325" y="248"/>
                      <a:pt x="325" y="247"/>
                    </a:cubicBezTo>
                    <a:cubicBezTo>
                      <a:pt x="318" y="252"/>
                      <a:pt x="311" y="258"/>
                      <a:pt x="304" y="264"/>
                    </a:cubicBezTo>
                    <a:cubicBezTo>
                      <a:pt x="290" y="277"/>
                      <a:pt x="276" y="292"/>
                      <a:pt x="263" y="307"/>
                    </a:cubicBezTo>
                    <a:cubicBezTo>
                      <a:pt x="248" y="325"/>
                      <a:pt x="234" y="344"/>
                      <a:pt x="219" y="362"/>
                    </a:cubicBezTo>
                    <a:cubicBezTo>
                      <a:pt x="205" y="382"/>
                      <a:pt x="190" y="400"/>
                      <a:pt x="175" y="420"/>
                    </a:cubicBezTo>
                    <a:cubicBezTo>
                      <a:pt x="163" y="437"/>
                      <a:pt x="150" y="454"/>
                      <a:pt x="138" y="471"/>
                    </a:cubicBezTo>
                    <a:cubicBezTo>
                      <a:pt x="127" y="488"/>
                      <a:pt x="117" y="504"/>
                      <a:pt x="105" y="520"/>
                    </a:cubicBezTo>
                    <a:cubicBezTo>
                      <a:pt x="99" y="530"/>
                      <a:pt x="93" y="540"/>
                      <a:pt x="86" y="550"/>
                    </a:cubicBezTo>
                    <a:cubicBezTo>
                      <a:pt x="79" y="560"/>
                      <a:pt x="72" y="570"/>
                      <a:pt x="65" y="580"/>
                    </a:cubicBezTo>
                    <a:cubicBezTo>
                      <a:pt x="62" y="586"/>
                      <a:pt x="58" y="591"/>
                      <a:pt x="54" y="597"/>
                    </a:cubicBezTo>
                    <a:cubicBezTo>
                      <a:pt x="51" y="600"/>
                      <a:pt x="48" y="604"/>
                      <a:pt x="44" y="607"/>
                    </a:cubicBezTo>
                    <a:cubicBezTo>
                      <a:pt x="38" y="611"/>
                      <a:pt x="30" y="611"/>
                      <a:pt x="26" y="607"/>
                    </a:cubicBezTo>
                    <a:cubicBezTo>
                      <a:pt x="19" y="600"/>
                      <a:pt x="22" y="590"/>
                      <a:pt x="23" y="583"/>
                    </a:cubicBezTo>
                    <a:cubicBezTo>
                      <a:pt x="24" y="577"/>
                      <a:pt x="27" y="571"/>
                      <a:pt x="29" y="565"/>
                    </a:cubicBezTo>
                    <a:cubicBezTo>
                      <a:pt x="36" y="544"/>
                      <a:pt x="45" y="522"/>
                      <a:pt x="54" y="501"/>
                    </a:cubicBezTo>
                    <a:cubicBezTo>
                      <a:pt x="64" y="478"/>
                      <a:pt x="75" y="456"/>
                      <a:pt x="87" y="435"/>
                    </a:cubicBezTo>
                    <a:cubicBezTo>
                      <a:pt x="111" y="393"/>
                      <a:pt x="135" y="351"/>
                      <a:pt x="158" y="310"/>
                    </a:cubicBezTo>
                    <a:cubicBezTo>
                      <a:pt x="178" y="276"/>
                      <a:pt x="196" y="242"/>
                      <a:pt x="213" y="208"/>
                    </a:cubicBezTo>
                    <a:cubicBezTo>
                      <a:pt x="213" y="209"/>
                      <a:pt x="213" y="209"/>
                      <a:pt x="213" y="210"/>
                    </a:cubicBezTo>
                    <a:cubicBezTo>
                      <a:pt x="215" y="204"/>
                      <a:pt x="218" y="198"/>
                      <a:pt x="220" y="192"/>
                    </a:cubicBezTo>
                    <a:cubicBezTo>
                      <a:pt x="219" y="192"/>
                      <a:pt x="219" y="193"/>
                      <a:pt x="218" y="194"/>
                    </a:cubicBezTo>
                    <a:cubicBezTo>
                      <a:pt x="209" y="200"/>
                      <a:pt x="200" y="207"/>
                      <a:pt x="192" y="214"/>
                    </a:cubicBezTo>
                    <a:cubicBezTo>
                      <a:pt x="193" y="214"/>
                      <a:pt x="193" y="213"/>
                      <a:pt x="193" y="213"/>
                    </a:cubicBezTo>
                    <a:cubicBezTo>
                      <a:pt x="165" y="238"/>
                      <a:pt x="139" y="267"/>
                      <a:pt x="115" y="296"/>
                    </a:cubicBezTo>
                    <a:lnTo>
                      <a:pt x="115" y="295"/>
                    </a:lnTo>
                    <a:cubicBezTo>
                      <a:pt x="100" y="314"/>
                      <a:pt x="84" y="333"/>
                      <a:pt x="68" y="351"/>
                    </a:cubicBezTo>
                    <a:cubicBezTo>
                      <a:pt x="64" y="355"/>
                      <a:pt x="60" y="359"/>
                      <a:pt x="56" y="363"/>
                    </a:cubicBezTo>
                    <a:cubicBezTo>
                      <a:pt x="51" y="368"/>
                      <a:pt x="46" y="372"/>
                      <a:pt x="41" y="375"/>
                    </a:cubicBezTo>
                    <a:cubicBezTo>
                      <a:pt x="35" y="379"/>
                      <a:pt x="28" y="379"/>
                      <a:pt x="22" y="376"/>
                    </a:cubicBezTo>
                    <a:cubicBezTo>
                      <a:pt x="16" y="374"/>
                      <a:pt x="14" y="367"/>
                      <a:pt x="14" y="362"/>
                    </a:cubicBezTo>
                    <a:cubicBezTo>
                      <a:pt x="14" y="358"/>
                      <a:pt x="15" y="354"/>
                      <a:pt x="16" y="350"/>
                    </a:cubicBezTo>
                    <a:cubicBezTo>
                      <a:pt x="17" y="345"/>
                      <a:pt x="19" y="339"/>
                      <a:pt x="20" y="334"/>
                    </a:cubicBezTo>
                    <a:cubicBezTo>
                      <a:pt x="36" y="287"/>
                      <a:pt x="60" y="244"/>
                      <a:pt x="82" y="201"/>
                    </a:cubicBezTo>
                    <a:cubicBezTo>
                      <a:pt x="90" y="185"/>
                      <a:pt x="98" y="170"/>
                      <a:pt x="107" y="155"/>
                    </a:cubicBezTo>
                    <a:cubicBezTo>
                      <a:pt x="112" y="145"/>
                      <a:pt x="119" y="134"/>
                      <a:pt x="124" y="123"/>
                    </a:cubicBezTo>
                    <a:cubicBezTo>
                      <a:pt x="100" y="148"/>
                      <a:pt x="78" y="174"/>
                      <a:pt x="54" y="199"/>
                    </a:cubicBezTo>
                    <a:cubicBezTo>
                      <a:pt x="52" y="202"/>
                      <a:pt x="50" y="204"/>
                      <a:pt x="47" y="207"/>
                    </a:cubicBezTo>
                    <a:cubicBezTo>
                      <a:pt x="45" y="209"/>
                      <a:pt x="43" y="210"/>
                      <a:pt x="41" y="213"/>
                    </a:cubicBezTo>
                    <a:cubicBezTo>
                      <a:pt x="40" y="214"/>
                      <a:pt x="38" y="216"/>
                      <a:pt x="36" y="216"/>
                    </a:cubicBezTo>
                    <a:cubicBezTo>
                      <a:pt x="34" y="218"/>
                      <a:pt x="31" y="219"/>
                      <a:pt x="29" y="219"/>
                    </a:cubicBezTo>
                    <a:cubicBezTo>
                      <a:pt x="26" y="220"/>
                      <a:pt x="22" y="219"/>
                      <a:pt x="20" y="217"/>
                    </a:cubicBezTo>
                    <a:cubicBezTo>
                      <a:pt x="17" y="215"/>
                      <a:pt x="15" y="211"/>
                      <a:pt x="15" y="208"/>
                    </a:cubicBezTo>
                    <a:cubicBezTo>
                      <a:pt x="15" y="204"/>
                      <a:pt x="15" y="201"/>
                      <a:pt x="16" y="198"/>
                    </a:cubicBezTo>
                    <a:cubicBezTo>
                      <a:pt x="17" y="196"/>
                      <a:pt x="17" y="195"/>
                      <a:pt x="18" y="194"/>
                    </a:cubicBezTo>
                    <a:cubicBezTo>
                      <a:pt x="19" y="191"/>
                      <a:pt x="20" y="188"/>
                      <a:pt x="22" y="185"/>
                    </a:cubicBezTo>
                    <a:cubicBezTo>
                      <a:pt x="24" y="181"/>
                      <a:pt x="26" y="176"/>
                      <a:pt x="28" y="171"/>
                    </a:cubicBezTo>
                    <a:cubicBezTo>
                      <a:pt x="33" y="159"/>
                      <a:pt x="38" y="148"/>
                      <a:pt x="43" y="136"/>
                    </a:cubicBezTo>
                    <a:cubicBezTo>
                      <a:pt x="52" y="114"/>
                      <a:pt x="62" y="93"/>
                      <a:pt x="73" y="71"/>
                    </a:cubicBezTo>
                    <a:cubicBezTo>
                      <a:pt x="78" y="61"/>
                      <a:pt x="83" y="51"/>
                      <a:pt x="88" y="41"/>
                    </a:cubicBezTo>
                    <a:cubicBezTo>
                      <a:pt x="89" y="40"/>
                      <a:pt x="89" y="39"/>
                      <a:pt x="90" y="38"/>
                    </a:cubicBezTo>
                    <a:cubicBezTo>
                      <a:pt x="86" y="41"/>
                      <a:pt x="82" y="43"/>
                      <a:pt x="79" y="46"/>
                    </a:cubicBezTo>
                    <a:cubicBezTo>
                      <a:pt x="72" y="52"/>
                      <a:pt x="65" y="57"/>
                      <a:pt x="59" y="63"/>
                    </a:cubicBezTo>
                    <a:lnTo>
                      <a:pt x="59" y="62"/>
                    </a:lnTo>
                    <a:cubicBezTo>
                      <a:pt x="56" y="66"/>
                      <a:pt x="52" y="69"/>
                      <a:pt x="49" y="72"/>
                    </a:cubicBezTo>
                    <a:cubicBezTo>
                      <a:pt x="45" y="76"/>
                      <a:pt x="41" y="81"/>
                      <a:pt x="37" y="85"/>
                    </a:cubicBezTo>
                    <a:cubicBezTo>
                      <a:pt x="34" y="89"/>
                      <a:pt x="31" y="93"/>
                      <a:pt x="27" y="97"/>
                    </a:cubicBezTo>
                    <a:cubicBezTo>
                      <a:pt x="27" y="98"/>
                      <a:pt x="26" y="100"/>
                      <a:pt x="25" y="101"/>
                    </a:cubicBezTo>
                    <a:lnTo>
                      <a:pt x="24" y="101"/>
                    </a:lnTo>
                    <a:cubicBezTo>
                      <a:pt x="24" y="103"/>
                      <a:pt x="23" y="105"/>
                      <a:pt x="22" y="107"/>
                    </a:cubicBezTo>
                    <a:cubicBezTo>
                      <a:pt x="21" y="107"/>
                      <a:pt x="20" y="108"/>
                      <a:pt x="19" y="108"/>
                    </a:cubicBezTo>
                    <a:cubicBezTo>
                      <a:pt x="15" y="111"/>
                      <a:pt x="8" y="111"/>
                      <a:pt x="4" y="107"/>
                    </a:cubicBezTo>
                    <a:cubicBezTo>
                      <a:pt x="1" y="104"/>
                      <a:pt x="0" y="100"/>
                      <a:pt x="1" y="96"/>
                    </a:cubicBezTo>
                    <a:cubicBezTo>
                      <a:pt x="1" y="96"/>
                      <a:pt x="1" y="95"/>
                      <a:pt x="1" y="94"/>
                    </a:cubicBezTo>
                    <a:cubicBezTo>
                      <a:pt x="1" y="93"/>
                      <a:pt x="2" y="93"/>
                      <a:pt x="2" y="92"/>
                    </a:cubicBezTo>
                    <a:lnTo>
                      <a:pt x="2" y="91"/>
                    </a:lnTo>
                    <a:cubicBezTo>
                      <a:pt x="5" y="86"/>
                      <a:pt x="9" y="82"/>
                      <a:pt x="13" y="77"/>
                    </a:cubicBezTo>
                    <a:cubicBezTo>
                      <a:pt x="17" y="72"/>
                      <a:pt x="22" y="67"/>
                      <a:pt x="26" y="62"/>
                    </a:cubicBezTo>
                    <a:cubicBezTo>
                      <a:pt x="34" y="53"/>
                      <a:pt x="44" y="46"/>
                      <a:pt x="53" y="37"/>
                    </a:cubicBezTo>
                    <a:cubicBezTo>
                      <a:pt x="62" y="30"/>
                      <a:pt x="72" y="23"/>
                      <a:pt x="81" y="15"/>
                    </a:cubicBezTo>
                    <a:cubicBezTo>
                      <a:pt x="86" y="12"/>
                      <a:pt x="90" y="8"/>
                      <a:pt x="95" y="5"/>
                    </a:cubicBezTo>
                    <a:cubicBezTo>
                      <a:pt x="100" y="2"/>
                      <a:pt x="105" y="0"/>
                      <a:pt x="111" y="0"/>
                    </a:cubicBezTo>
                    <a:cubicBezTo>
                      <a:pt x="118" y="1"/>
                      <a:pt x="122" y="7"/>
                      <a:pt x="123" y="14"/>
                    </a:cubicBezTo>
                    <a:cubicBezTo>
                      <a:pt x="124" y="20"/>
                      <a:pt x="121" y="27"/>
                      <a:pt x="118" y="33"/>
                    </a:cubicBezTo>
                    <a:cubicBezTo>
                      <a:pt x="117" y="37"/>
                      <a:pt x="115" y="40"/>
                      <a:pt x="114" y="43"/>
                    </a:cubicBezTo>
                    <a:cubicBezTo>
                      <a:pt x="110" y="50"/>
                      <a:pt x="107" y="57"/>
                      <a:pt x="103" y="64"/>
                    </a:cubicBezTo>
                    <a:cubicBezTo>
                      <a:pt x="96" y="79"/>
                      <a:pt x="88" y="93"/>
                      <a:pt x="81" y="108"/>
                    </a:cubicBezTo>
                    <a:cubicBezTo>
                      <a:pt x="73" y="124"/>
                      <a:pt x="66" y="141"/>
                      <a:pt x="59" y="157"/>
                    </a:cubicBezTo>
                    <a:cubicBezTo>
                      <a:pt x="58" y="159"/>
                      <a:pt x="57" y="162"/>
                      <a:pt x="56" y="164"/>
                    </a:cubicBezTo>
                    <a:cubicBezTo>
                      <a:pt x="63" y="156"/>
                      <a:pt x="70" y="149"/>
                      <a:pt x="76" y="142"/>
                    </a:cubicBezTo>
                    <a:cubicBezTo>
                      <a:pt x="93" y="124"/>
                      <a:pt x="110" y="107"/>
                      <a:pt x="125" y="89"/>
                    </a:cubicBezTo>
                    <a:cubicBezTo>
                      <a:pt x="129" y="85"/>
                      <a:pt x="133" y="80"/>
                      <a:pt x="138" y="76"/>
                    </a:cubicBezTo>
                    <a:cubicBezTo>
                      <a:pt x="140" y="73"/>
                      <a:pt x="145" y="70"/>
                      <a:pt x="149" y="69"/>
                    </a:cubicBezTo>
                    <a:cubicBezTo>
                      <a:pt x="156" y="67"/>
                      <a:pt x="162" y="71"/>
                      <a:pt x="165" y="77"/>
                    </a:cubicBezTo>
                    <a:cubicBezTo>
                      <a:pt x="167" y="82"/>
                      <a:pt x="165" y="89"/>
                      <a:pt x="164" y="94"/>
                    </a:cubicBezTo>
                    <a:cubicBezTo>
                      <a:pt x="163" y="98"/>
                      <a:pt x="161" y="101"/>
                      <a:pt x="159" y="105"/>
                    </a:cubicBezTo>
                    <a:cubicBezTo>
                      <a:pt x="157" y="111"/>
                      <a:pt x="154" y="116"/>
                      <a:pt x="151" y="121"/>
                    </a:cubicBezTo>
                    <a:cubicBezTo>
                      <a:pt x="140" y="143"/>
                      <a:pt x="128" y="165"/>
                      <a:pt x="115" y="186"/>
                    </a:cubicBezTo>
                    <a:cubicBezTo>
                      <a:pt x="107" y="201"/>
                      <a:pt x="99" y="216"/>
                      <a:pt x="91" y="232"/>
                    </a:cubicBezTo>
                    <a:cubicBezTo>
                      <a:pt x="83" y="248"/>
                      <a:pt x="75" y="263"/>
                      <a:pt x="67" y="280"/>
                    </a:cubicBezTo>
                    <a:cubicBezTo>
                      <a:pt x="67" y="279"/>
                      <a:pt x="67" y="279"/>
                      <a:pt x="67" y="279"/>
                    </a:cubicBezTo>
                    <a:cubicBezTo>
                      <a:pt x="58" y="298"/>
                      <a:pt x="50" y="317"/>
                      <a:pt x="44" y="336"/>
                    </a:cubicBezTo>
                    <a:cubicBezTo>
                      <a:pt x="43" y="339"/>
                      <a:pt x="43" y="341"/>
                      <a:pt x="42" y="344"/>
                    </a:cubicBezTo>
                    <a:cubicBezTo>
                      <a:pt x="43" y="343"/>
                      <a:pt x="45" y="342"/>
                      <a:pt x="46" y="340"/>
                    </a:cubicBezTo>
                    <a:cubicBezTo>
                      <a:pt x="54" y="333"/>
                      <a:pt x="61" y="325"/>
                      <a:pt x="68" y="317"/>
                    </a:cubicBezTo>
                    <a:cubicBezTo>
                      <a:pt x="68" y="316"/>
                      <a:pt x="69" y="316"/>
                      <a:pt x="69" y="316"/>
                    </a:cubicBezTo>
                    <a:cubicBezTo>
                      <a:pt x="84" y="298"/>
                      <a:pt x="100" y="280"/>
                      <a:pt x="115" y="262"/>
                    </a:cubicBezTo>
                    <a:cubicBezTo>
                      <a:pt x="131" y="244"/>
                      <a:pt x="147" y="226"/>
                      <a:pt x="164" y="210"/>
                    </a:cubicBezTo>
                    <a:cubicBezTo>
                      <a:pt x="172" y="201"/>
                      <a:pt x="181" y="192"/>
                      <a:pt x="191" y="184"/>
                    </a:cubicBezTo>
                    <a:cubicBezTo>
                      <a:pt x="199" y="177"/>
                      <a:pt x="208" y="170"/>
                      <a:pt x="218" y="164"/>
                    </a:cubicBezTo>
                    <a:cubicBezTo>
                      <a:pt x="221" y="163"/>
                      <a:pt x="223" y="162"/>
                      <a:pt x="226" y="161"/>
                    </a:cubicBezTo>
                    <a:cubicBezTo>
                      <a:pt x="232" y="158"/>
                      <a:pt x="239" y="158"/>
                      <a:pt x="245" y="163"/>
                    </a:cubicBezTo>
                    <a:cubicBezTo>
                      <a:pt x="249" y="168"/>
                      <a:pt x="249" y="174"/>
                      <a:pt x="249" y="180"/>
                    </a:cubicBezTo>
                    <a:cubicBezTo>
                      <a:pt x="248" y="184"/>
                      <a:pt x="247" y="188"/>
                      <a:pt x="245" y="192"/>
                    </a:cubicBezTo>
                    <a:cubicBezTo>
                      <a:pt x="241" y="205"/>
                      <a:pt x="235" y="216"/>
                      <a:pt x="230" y="227"/>
                    </a:cubicBezTo>
                    <a:cubicBezTo>
                      <a:pt x="219" y="248"/>
                      <a:pt x="207" y="269"/>
                      <a:pt x="195" y="289"/>
                    </a:cubicBezTo>
                    <a:cubicBezTo>
                      <a:pt x="184" y="310"/>
                      <a:pt x="171" y="331"/>
                      <a:pt x="158" y="352"/>
                    </a:cubicBezTo>
                    <a:cubicBezTo>
                      <a:pt x="146" y="373"/>
                      <a:pt x="134" y="395"/>
                      <a:pt x="122" y="415"/>
                    </a:cubicBezTo>
                    <a:cubicBezTo>
                      <a:pt x="110" y="437"/>
                      <a:pt x="98" y="458"/>
                      <a:pt x="88" y="480"/>
                    </a:cubicBezTo>
                    <a:cubicBezTo>
                      <a:pt x="87" y="481"/>
                      <a:pt x="87" y="481"/>
                      <a:pt x="87" y="481"/>
                    </a:cubicBezTo>
                    <a:cubicBezTo>
                      <a:pt x="80" y="495"/>
                      <a:pt x="74" y="510"/>
                      <a:pt x="68" y="525"/>
                    </a:cubicBezTo>
                    <a:cubicBezTo>
                      <a:pt x="65" y="534"/>
                      <a:pt x="62" y="543"/>
                      <a:pt x="58" y="551"/>
                    </a:cubicBezTo>
                    <a:cubicBezTo>
                      <a:pt x="65" y="542"/>
                      <a:pt x="72" y="533"/>
                      <a:pt x="78" y="523"/>
                    </a:cubicBezTo>
                    <a:cubicBezTo>
                      <a:pt x="92" y="503"/>
                      <a:pt x="106" y="483"/>
                      <a:pt x="120" y="463"/>
                    </a:cubicBezTo>
                    <a:cubicBezTo>
                      <a:pt x="134" y="443"/>
                      <a:pt x="149" y="424"/>
                      <a:pt x="163" y="404"/>
                    </a:cubicBezTo>
                    <a:cubicBezTo>
                      <a:pt x="177" y="385"/>
                      <a:pt x="191" y="367"/>
                      <a:pt x="205" y="347"/>
                    </a:cubicBezTo>
                    <a:cubicBezTo>
                      <a:pt x="212" y="338"/>
                      <a:pt x="220" y="328"/>
                      <a:pt x="227" y="319"/>
                    </a:cubicBezTo>
                    <a:cubicBezTo>
                      <a:pt x="234" y="309"/>
                      <a:pt x="241" y="300"/>
                      <a:pt x="248" y="290"/>
                    </a:cubicBezTo>
                    <a:cubicBezTo>
                      <a:pt x="264" y="272"/>
                      <a:pt x="281" y="253"/>
                      <a:pt x="300" y="237"/>
                    </a:cubicBezTo>
                    <a:cubicBezTo>
                      <a:pt x="309" y="229"/>
                      <a:pt x="318" y="221"/>
                      <a:pt x="329" y="217"/>
                    </a:cubicBezTo>
                    <a:cubicBezTo>
                      <a:pt x="333" y="216"/>
                      <a:pt x="337" y="214"/>
                      <a:pt x="341" y="215"/>
                    </a:cubicBezTo>
                    <a:cubicBezTo>
                      <a:pt x="344" y="215"/>
                      <a:pt x="347" y="216"/>
                      <a:pt x="350" y="217"/>
                    </a:cubicBezTo>
                    <a:cubicBezTo>
                      <a:pt x="353" y="220"/>
                      <a:pt x="354" y="223"/>
                      <a:pt x="355" y="227"/>
                    </a:cubicBezTo>
                    <a:cubicBezTo>
                      <a:pt x="357" y="234"/>
                      <a:pt x="355" y="241"/>
                      <a:pt x="354" y="248"/>
                    </a:cubicBezTo>
                    <a:cubicBezTo>
                      <a:pt x="353" y="252"/>
                      <a:pt x="351" y="257"/>
                      <a:pt x="349" y="262"/>
                    </a:cubicBezTo>
                    <a:cubicBezTo>
                      <a:pt x="345" y="273"/>
                      <a:pt x="339" y="284"/>
                      <a:pt x="334" y="295"/>
                    </a:cubicBezTo>
                    <a:cubicBezTo>
                      <a:pt x="328" y="306"/>
                      <a:pt x="322" y="316"/>
                      <a:pt x="316" y="327"/>
                    </a:cubicBezTo>
                    <a:cubicBezTo>
                      <a:pt x="292" y="369"/>
                      <a:pt x="263" y="410"/>
                      <a:pt x="236" y="450"/>
                    </a:cubicBezTo>
                    <a:cubicBezTo>
                      <a:pt x="232" y="456"/>
                      <a:pt x="229" y="461"/>
                      <a:pt x="226" y="467"/>
                    </a:cubicBezTo>
                    <a:cubicBezTo>
                      <a:pt x="226" y="466"/>
                      <a:pt x="226" y="466"/>
                      <a:pt x="226" y="466"/>
                    </a:cubicBezTo>
                    <a:cubicBezTo>
                      <a:pt x="226" y="467"/>
                      <a:pt x="226" y="467"/>
                      <a:pt x="225" y="467"/>
                    </a:cubicBezTo>
                    <a:cubicBezTo>
                      <a:pt x="204" y="500"/>
                      <a:pt x="184" y="533"/>
                      <a:pt x="167" y="568"/>
                    </a:cubicBezTo>
                    <a:lnTo>
                      <a:pt x="167" y="567"/>
                    </a:lnTo>
                    <a:cubicBezTo>
                      <a:pt x="160" y="583"/>
                      <a:pt x="153" y="598"/>
                      <a:pt x="146" y="614"/>
                    </a:cubicBezTo>
                    <a:cubicBezTo>
                      <a:pt x="149" y="612"/>
                      <a:pt x="152" y="609"/>
                      <a:pt x="154" y="607"/>
                    </a:cubicBezTo>
                    <a:cubicBezTo>
                      <a:pt x="162" y="598"/>
                      <a:pt x="171" y="589"/>
                      <a:pt x="179" y="580"/>
                    </a:cubicBezTo>
                    <a:cubicBezTo>
                      <a:pt x="186" y="570"/>
                      <a:pt x="195" y="561"/>
                      <a:pt x="202" y="551"/>
                    </a:cubicBezTo>
                    <a:cubicBezTo>
                      <a:pt x="210" y="542"/>
                      <a:pt x="217" y="533"/>
                      <a:pt x="224" y="524"/>
                    </a:cubicBezTo>
                    <a:cubicBezTo>
                      <a:pt x="232" y="513"/>
                      <a:pt x="240" y="503"/>
                      <a:pt x="248" y="493"/>
                    </a:cubicBezTo>
                    <a:cubicBezTo>
                      <a:pt x="254" y="484"/>
                      <a:pt x="260" y="475"/>
                      <a:pt x="267" y="466"/>
                    </a:cubicBezTo>
                    <a:cubicBezTo>
                      <a:pt x="281" y="445"/>
                      <a:pt x="296" y="424"/>
                      <a:pt x="310" y="403"/>
                    </a:cubicBezTo>
                    <a:cubicBezTo>
                      <a:pt x="317" y="393"/>
                      <a:pt x="325" y="383"/>
                      <a:pt x="332" y="373"/>
                    </a:cubicBezTo>
                    <a:cubicBezTo>
                      <a:pt x="339" y="364"/>
                      <a:pt x="346" y="355"/>
                      <a:pt x="354" y="346"/>
                    </a:cubicBezTo>
                    <a:cubicBezTo>
                      <a:pt x="362" y="337"/>
                      <a:pt x="371" y="328"/>
                      <a:pt x="380" y="320"/>
                    </a:cubicBezTo>
                    <a:cubicBezTo>
                      <a:pt x="385" y="316"/>
                      <a:pt x="390" y="312"/>
                      <a:pt x="395" y="308"/>
                    </a:cubicBezTo>
                    <a:cubicBezTo>
                      <a:pt x="400" y="305"/>
                      <a:pt x="404" y="301"/>
                      <a:pt x="410" y="299"/>
                    </a:cubicBezTo>
                    <a:cubicBezTo>
                      <a:pt x="414" y="297"/>
                      <a:pt x="420" y="295"/>
                      <a:pt x="424" y="294"/>
                    </a:cubicBezTo>
                    <a:cubicBezTo>
                      <a:pt x="431" y="293"/>
                      <a:pt x="438" y="295"/>
                      <a:pt x="443" y="300"/>
                    </a:cubicBezTo>
                    <a:cubicBezTo>
                      <a:pt x="445" y="302"/>
                      <a:pt x="447" y="305"/>
                      <a:pt x="449" y="308"/>
                    </a:cubicBezTo>
                    <a:cubicBezTo>
                      <a:pt x="450" y="311"/>
                      <a:pt x="450" y="314"/>
                      <a:pt x="451" y="318"/>
                    </a:cubicBezTo>
                    <a:cubicBezTo>
                      <a:pt x="452" y="325"/>
                      <a:pt x="450" y="333"/>
                      <a:pt x="448" y="341"/>
                    </a:cubicBezTo>
                    <a:cubicBezTo>
                      <a:pt x="446" y="348"/>
                      <a:pt x="443" y="355"/>
                      <a:pt x="440" y="362"/>
                    </a:cubicBezTo>
                    <a:cubicBezTo>
                      <a:pt x="437" y="369"/>
                      <a:pt x="435" y="375"/>
                      <a:pt x="431" y="381"/>
                    </a:cubicBezTo>
                    <a:cubicBezTo>
                      <a:pt x="422" y="397"/>
                      <a:pt x="412" y="413"/>
                      <a:pt x="402" y="429"/>
                    </a:cubicBezTo>
                    <a:cubicBezTo>
                      <a:pt x="392" y="445"/>
                      <a:pt x="381" y="460"/>
                      <a:pt x="371" y="476"/>
                    </a:cubicBezTo>
                    <a:lnTo>
                      <a:pt x="371" y="475"/>
                    </a:lnTo>
                    <a:cubicBezTo>
                      <a:pt x="351" y="506"/>
                      <a:pt x="333" y="538"/>
                      <a:pt x="317" y="572"/>
                    </a:cubicBezTo>
                    <a:cubicBezTo>
                      <a:pt x="317" y="571"/>
                      <a:pt x="318" y="570"/>
                      <a:pt x="318" y="570"/>
                    </a:cubicBezTo>
                    <a:cubicBezTo>
                      <a:pt x="315" y="576"/>
                      <a:pt x="312" y="582"/>
                      <a:pt x="310" y="587"/>
                    </a:cubicBezTo>
                    <a:cubicBezTo>
                      <a:pt x="308" y="593"/>
                      <a:pt x="306" y="599"/>
                      <a:pt x="304" y="604"/>
                    </a:cubicBezTo>
                    <a:cubicBezTo>
                      <a:pt x="303" y="607"/>
                      <a:pt x="302" y="610"/>
                      <a:pt x="301" y="612"/>
                    </a:cubicBezTo>
                    <a:cubicBezTo>
                      <a:pt x="299" y="621"/>
                      <a:pt x="297" y="628"/>
                      <a:pt x="294" y="636"/>
                    </a:cubicBezTo>
                    <a:cubicBezTo>
                      <a:pt x="299" y="632"/>
                      <a:pt x="304" y="626"/>
                      <a:pt x="308" y="621"/>
                    </a:cubicBezTo>
                    <a:cubicBezTo>
                      <a:pt x="316" y="611"/>
                      <a:pt x="325" y="601"/>
                      <a:pt x="332" y="591"/>
                    </a:cubicBezTo>
                    <a:cubicBezTo>
                      <a:pt x="339" y="582"/>
                      <a:pt x="346" y="573"/>
                      <a:pt x="353" y="564"/>
                    </a:cubicBezTo>
                    <a:cubicBezTo>
                      <a:pt x="368" y="544"/>
                      <a:pt x="383" y="524"/>
                      <a:pt x="399" y="505"/>
                    </a:cubicBezTo>
                    <a:cubicBezTo>
                      <a:pt x="407" y="495"/>
                      <a:pt x="415" y="486"/>
                      <a:pt x="424" y="477"/>
                    </a:cubicBezTo>
                    <a:cubicBezTo>
                      <a:pt x="432" y="467"/>
                      <a:pt x="441" y="457"/>
                      <a:pt x="449" y="448"/>
                    </a:cubicBezTo>
                    <a:cubicBezTo>
                      <a:pt x="457" y="440"/>
                      <a:pt x="465" y="431"/>
                      <a:pt x="474" y="424"/>
                    </a:cubicBezTo>
                    <a:cubicBezTo>
                      <a:pt x="476" y="422"/>
                      <a:pt x="478" y="420"/>
                      <a:pt x="481" y="418"/>
                    </a:cubicBezTo>
                    <a:cubicBezTo>
                      <a:pt x="485" y="414"/>
                      <a:pt x="489" y="411"/>
                      <a:pt x="495" y="411"/>
                    </a:cubicBezTo>
                    <a:cubicBezTo>
                      <a:pt x="501" y="411"/>
                      <a:pt x="508" y="415"/>
                      <a:pt x="509" y="422"/>
                    </a:cubicBezTo>
                    <a:cubicBezTo>
                      <a:pt x="511" y="428"/>
                      <a:pt x="510" y="435"/>
                      <a:pt x="508" y="442"/>
                    </a:cubicBezTo>
                    <a:cubicBezTo>
                      <a:pt x="506" y="453"/>
                      <a:pt x="502" y="463"/>
                      <a:pt x="498" y="473"/>
                    </a:cubicBezTo>
                    <a:cubicBezTo>
                      <a:pt x="494" y="482"/>
                      <a:pt x="490" y="491"/>
                      <a:pt x="486" y="499"/>
                    </a:cubicBezTo>
                    <a:cubicBezTo>
                      <a:pt x="478" y="517"/>
                      <a:pt x="469" y="536"/>
                      <a:pt x="460" y="554"/>
                    </a:cubicBezTo>
                    <a:lnTo>
                      <a:pt x="460" y="555"/>
                    </a:lnTo>
                    <a:cubicBezTo>
                      <a:pt x="459" y="556"/>
                      <a:pt x="458" y="558"/>
                      <a:pt x="457" y="560"/>
                    </a:cubicBezTo>
                    <a:cubicBezTo>
                      <a:pt x="457" y="559"/>
                      <a:pt x="457" y="559"/>
                      <a:pt x="458" y="559"/>
                    </a:cubicBezTo>
                    <a:cubicBezTo>
                      <a:pt x="457" y="560"/>
                      <a:pt x="457" y="561"/>
                      <a:pt x="456" y="562"/>
                    </a:cubicBezTo>
                    <a:lnTo>
                      <a:pt x="457" y="561"/>
                    </a:lnTo>
                    <a:cubicBezTo>
                      <a:pt x="456" y="562"/>
                      <a:pt x="456" y="563"/>
                      <a:pt x="455" y="564"/>
                    </a:cubicBezTo>
                    <a:cubicBezTo>
                      <a:pt x="456" y="564"/>
                      <a:pt x="456" y="563"/>
                      <a:pt x="456" y="563"/>
                    </a:cubicBezTo>
                    <a:cubicBezTo>
                      <a:pt x="455" y="564"/>
                      <a:pt x="455" y="565"/>
                      <a:pt x="454" y="566"/>
                    </a:cubicBezTo>
                    <a:cubicBezTo>
                      <a:pt x="449" y="578"/>
                      <a:pt x="443" y="590"/>
                      <a:pt x="438" y="603"/>
                    </a:cubicBezTo>
                    <a:cubicBezTo>
                      <a:pt x="444" y="597"/>
                      <a:pt x="450" y="591"/>
                      <a:pt x="456" y="585"/>
                    </a:cubicBezTo>
                    <a:cubicBezTo>
                      <a:pt x="466" y="576"/>
                      <a:pt x="475" y="566"/>
                      <a:pt x="484" y="557"/>
                    </a:cubicBezTo>
                    <a:cubicBezTo>
                      <a:pt x="501" y="540"/>
                      <a:pt x="517" y="524"/>
                      <a:pt x="534" y="508"/>
                    </a:cubicBezTo>
                    <a:cubicBezTo>
                      <a:pt x="540" y="501"/>
                      <a:pt x="546" y="495"/>
                      <a:pt x="552" y="489"/>
                    </a:cubicBezTo>
                    <a:cubicBezTo>
                      <a:pt x="558" y="483"/>
                      <a:pt x="564" y="477"/>
                      <a:pt x="570" y="472"/>
                    </a:cubicBezTo>
                    <a:cubicBezTo>
                      <a:pt x="575" y="467"/>
                      <a:pt x="580" y="463"/>
                      <a:pt x="588" y="463"/>
                    </a:cubicBezTo>
                    <a:cubicBezTo>
                      <a:pt x="592" y="464"/>
                      <a:pt x="596" y="467"/>
                      <a:pt x="599" y="470"/>
                    </a:cubicBezTo>
                    <a:cubicBezTo>
                      <a:pt x="601" y="473"/>
                      <a:pt x="602" y="478"/>
                      <a:pt x="603" y="482"/>
                    </a:cubicBezTo>
                    <a:cubicBezTo>
                      <a:pt x="604" y="493"/>
                      <a:pt x="601" y="503"/>
                      <a:pt x="598" y="512"/>
                    </a:cubicBezTo>
                    <a:cubicBezTo>
                      <a:pt x="597" y="517"/>
                      <a:pt x="596" y="522"/>
                      <a:pt x="594" y="526"/>
                    </a:cubicBezTo>
                    <a:cubicBezTo>
                      <a:pt x="594" y="526"/>
                      <a:pt x="594" y="525"/>
                      <a:pt x="595" y="525"/>
                    </a:cubicBezTo>
                    <a:cubicBezTo>
                      <a:pt x="592" y="534"/>
                      <a:pt x="588" y="543"/>
                      <a:pt x="584" y="552"/>
                    </a:cubicBezTo>
                    <a:cubicBezTo>
                      <a:pt x="580" y="561"/>
                      <a:pt x="576" y="571"/>
                      <a:pt x="572" y="581"/>
                    </a:cubicBezTo>
                    <a:cubicBezTo>
                      <a:pt x="569" y="589"/>
                      <a:pt x="565" y="597"/>
                      <a:pt x="562" y="605"/>
                    </a:cubicBezTo>
                    <a:cubicBezTo>
                      <a:pt x="564" y="604"/>
                      <a:pt x="566" y="602"/>
                      <a:pt x="568" y="600"/>
                    </a:cubicBezTo>
                    <a:cubicBezTo>
                      <a:pt x="576" y="592"/>
                      <a:pt x="584" y="584"/>
                      <a:pt x="593" y="576"/>
                    </a:cubicBezTo>
                    <a:cubicBezTo>
                      <a:pt x="597" y="572"/>
                      <a:pt x="602" y="568"/>
                      <a:pt x="607" y="563"/>
                    </a:cubicBezTo>
                    <a:cubicBezTo>
                      <a:pt x="611" y="559"/>
                      <a:pt x="615" y="556"/>
                      <a:pt x="620" y="552"/>
                    </a:cubicBezTo>
                    <a:cubicBezTo>
                      <a:pt x="623" y="549"/>
                      <a:pt x="628" y="546"/>
                      <a:pt x="632" y="545"/>
                    </a:cubicBezTo>
                    <a:cubicBezTo>
                      <a:pt x="638" y="543"/>
                      <a:pt x="646" y="545"/>
                      <a:pt x="648" y="551"/>
                    </a:cubicBezTo>
                    <a:cubicBezTo>
                      <a:pt x="650" y="554"/>
                      <a:pt x="651" y="556"/>
                      <a:pt x="651" y="559"/>
                    </a:cubicBezTo>
                    <a:cubicBezTo>
                      <a:pt x="651" y="563"/>
                      <a:pt x="650" y="566"/>
                      <a:pt x="650" y="569"/>
                    </a:cubicBezTo>
                    <a:cubicBezTo>
                      <a:pt x="649" y="572"/>
                      <a:pt x="648" y="575"/>
                      <a:pt x="647" y="578"/>
                    </a:cubicBezTo>
                    <a:cubicBezTo>
                      <a:pt x="644" y="592"/>
                      <a:pt x="640" y="605"/>
                      <a:pt x="637" y="619"/>
                    </a:cubicBezTo>
                    <a:cubicBezTo>
                      <a:pt x="638" y="619"/>
                      <a:pt x="639" y="618"/>
                      <a:pt x="640" y="618"/>
                    </a:cubicBezTo>
                    <a:cubicBezTo>
                      <a:pt x="653" y="609"/>
                      <a:pt x="665" y="600"/>
                      <a:pt x="677" y="590"/>
                    </a:cubicBezTo>
                    <a:cubicBezTo>
                      <a:pt x="681" y="588"/>
                      <a:pt x="684" y="586"/>
                      <a:pt x="688" y="586"/>
                    </a:cubicBezTo>
                    <a:cubicBezTo>
                      <a:pt x="692" y="585"/>
                      <a:pt x="697" y="587"/>
                      <a:pt x="700" y="590"/>
                    </a:cubicBezTo>
                    <a:cubicBezTo>
                      <a:pt x="706" y="596"/>
                      <a:pt x="706" y="604"/>
                      <a:pt x="706" y="611"/>
                    </a:cubicBezTo>
                    <a:cubicBezTo>
                      <a:pt x="705" y="619"/>
                      <a:pt x="704" y="626"/>
                      <a:pt x="703" y="634"/>
                    </a:cubicBezTo>
                    <a:cubicBezTo>
                      <a:pt x="703" y="635"/>
                      <a:pt x="703" y="635"/>
                      <a:pt x="703" y="636"/>
                    </a:cubicBezTo>
                    <a:cubicBezTo>
                      <a:pt x="703" y="635"/>
                      <a:pt x="703" y="635"/>
                      <a:pt x="703" y="635"/>
                    </a:cubicBezTo>
                    <a:cubicBezTo>
                      <a:pt x="703" y="636"/>
                      <a:pt x="703" y="637"/>
                      <a:pt x="703" y="639"/>
                    </a:cubicBezTo>
                    <a:cubicBezTo>
                      <a:pt x="707" y="642"/>
                      <a:pt x="707" y="647"/>
                      <a:pt x="706" y="652"/>
                    </a:cubicBezTo>
                    <a:cubicBezTo>
                      <a:pt x="703" y="658"/>
                      <a:pt x="696" y="661"/>
                      <a:pt x="690" y="659"/>
                    </a:cubicBezTo>
                    <a:cubicBezTo>
                      <a:pt x="689" y="658"/>
                      <a:pt x="688" y="658"/>
                      <a:pt x="686" y="657"/>
                    </a:cubicBezTo>
                    <a:cubicBezTo>
                      <a:pt x="685" y="656"/>
                      <a:pt x="683" y="655"/>
                      <a:pt x="682" y="653"/>
                    </a:cubicBezTo>
                    <a:cubicBezTo>
                      <a:pt x="679" y="650"/>
                      <a:pt x="679" y="647"/>
                      <a:pt x="678" y="643"/>
                    </a:cubicBezTo>
                    <a:cubicBezTo>
                      <a:pt x="678" y="639"/>
                      <a:pt x="678" y="633"/>
                      <a:pt x="679" y="629"/>
                    </a:cubicBezTo>
                    <a:cubicBezTo>
                      <a:pt x="679" y="625"/>
                      <a:pt x="680" y="622"/>
                      <a:pt x="681" y="618"/>
                    </a:cubicBezTo>
                    <a:cubicBezTo>
                      <a:pt x="671" y="625"/>
                      <a:pt x="662" y="632"/>
                      <a:pt x="653" y="638"/>
                    </a:cubicBezTo>
                    <a:cubicBezTo>
                      <a:pt x="653" y="637"/>
                      <a:pt x="654" y="637"/>
                      <a:pt x="654" y="637"/>
                    </a:cubicBezTo>
                    <a:cubicBezTo>
                      <a:pt x="653" y="638"/>
                      <a:pt x="651" y="639"/>
                      <a:pt x="649" y="640"/>
                    </a:cubicBezTo>
                    <a:cubicBezTo>
                      <a:pt x="644" y="643"/>
                      <a:pt x="640" y="646"/>
                      <a:pt x="636" y="648"/>
                    </a:cubicBezTo>
                    <a:cubicBezTo>
                      <a:pt x="632" y="650"/>
                      <a:pt x="626" y="651"/>
                      <a:pt x="621" y="650"/>
                    </a:cubicBezTo>
                    <a:cubicBezTo>
                      <a:pt x="617" y="649"/>
                      <a:pt x="613" y="646"/>
                      <a:pt x="611" y="643"/>
                    </a:cubicBezTo>
                    <a:cubicBezTo>
                      <a:pt x="608" y="636"/>
                      <a:pt x="609" y="630"/>
                      <a:pt x="611" y="623"/>
                    </a:cubicBezTo>
                    <a:cubicBezTo>
                      <a:pt x="611" y="619"/>
                      <a:pt x="612" y="616"/>
                      <a:pt x="614" y="612"/>
                    </a:cubicBezTo>
                    <a:cubicBezTo>
                      <a:pt x="615" y="604"/>
                      <a:pt x="618" y="596"/>
                      <a:pt x="620" y="587"/>
                    </a:cubicBezTo>
                    <a:cubicBezTo>
                      <a:pt x="621" y="585"/>
                      <a:pt x="621" y="583"/>
                      <a:pt x="621" y="582"/>
                    </a:cubicBezTo>
                    <a:cubicBezTo>
                      <a:pt x="617" y="585"/>
                      <a:pt x="612" y="589"/>
                      <a:pt x="608" y="593"/>
                    </a:cubicBezTo>
                    <a:cubicBezTo>
                      <a:pt x="608" y="592"/>
                      <a:pt x="609" y="592"/>
                      <a:pt x="609" y="592"/>
                    </a:cubicBezTo>
                    <a:cubicBezTo>
                      <a:pt x="591" y="608"/>
                      <a:pt x="575" y="626"/>
                      <a:pt x="558" y="643"/>
                    </a:cubicBezTo>
                    <a:cubicBezTo>
                      <a:pt x="556" y="646"/>
                      <a:pt x="553" y="648"/>
                      <a:pt x="550" y="650"/>
                    </a:cubicBezTo>
                    <a:cubicBezTo>
                      <a:pt x="548" y="653"/>
                      <a:pt x="545" y="654"/>
                      <a:pt x="542" y="656"/>
                    </a:cubicBezTo>
                    <a:cubicBezTo>
                      <a:pt x="535" y="657"/>
                      <a:pt x="528" y="654"/>
                      <a:pt x="525" y="648"/>
                    </a:cubicBezTo>
                    <a:cubicBezTo>
                      <a:pt x="522" y="640"/>
                      <a:pt x="526" y="632"/>
                      <a:pt x="529" y="624"/>
                    </a:cubicBezTo>
                    <a:cubicBezTo>
                      <a:pt x="533" y="613"/>
                      <a:pt x="538" y="602"/>
                      <a:pt x="543" y="590"/>
                    </a:cubicBezTo>
                    <a:cubicBezTo>
                      <a:pt x="548" y="578"/>
                      <a:pt x="553" y="566"/>
                      <a:pt x="558" y="554"/>
                    </a:cubicBezTo>
                    <a:cubicBezTo>
                      <a:pt x="563" y="542"/>
                      <a:pt x="568" y="530"/>
                      <a:pt x="572" y="518"/>
                    </a:cubicBezTo>
                    <a:cubicBezTo>
                      <a:pt x="574" y="512"/>
                      <a:pt x="576" y="505"/>
                      <a:pt x="577" y="498"/>
                    </a:cubicBezTo>
                    <a:cubicBezTo>
                      <a:pt x="575" y="501"/>
                      <a:pt x="572" y="502"/>
                      <a:pt x="570" y="505"/>
                    </a:cubicBezTo>
                    <a:lnTo>
                      <a:pt x="570" y="504"/>
                    </a:lnTo>
                    <a:cubicBezTo>
                      <a:pt x="534" y="537"/>
                      <a:pt x="501" y="573"/>
                      <a:pt x="466" y="608"/>
                    </a:cubicBezTo>
                    <a:cubicBezTo>
                      <a:pt x="457" y="617"/>
                      <a:pt x="449" y="625"/>
                      <a:pt x="439" y="634"/>
                    </a:cubicBezTo>
                    <a:cubicBezTo>
                      <a:pt x="436" y="637"/>
                      <a:pt x="432" y="640"/>
                      <a:pt x="428" y="644"/>
                    </a:cubicBezTo>
                    <a:cubicBezTo>
                      <a:pt x="422" y="648"/>
                      <a:pt x="415" y="651"/>
                      <a:pt x="409" y="649"/>
                    </a:cubicBezTo>
                    <a:cubicBezTo>
                      <a:pt x="403" y="646"/>
                      <a:pt x="400" y="640"/>
                      <a:pt x="400" y="635"/>
                    </a:cubicBezTo>
                    <a:cubicBezTo>
                      <a:pt x="400" y="630"/>
                      <a:pt x="403" y="625"/>
                      <a:pt x="404" y="621"/>
                    </a:cubicBezTo>
                    <a:cubicBezTo>
                      <a:pt x="409" y="610"/>
                      <a:pt x="414" y="599"/>
                      <a:pt x="418" y="589"/>
                    </a:cubicBezTo>
                    <a:cubicBezTo>
                      <a:pt x="424" y="577"/>
                      <a:pt x="428" y="566"/>
                      <a:pt x="434" y="556"/>
                    </a:cubicBezTo>
                    <a:cubicBezTo>
                      <a:pt x="440" y="543"/>
                      <a:pt x="446" y="530"/>
                      <a:pt x="452" y="516"/>
                    </a:cubicBezTo>
                    <a:lnTo>
                      <a:pt x="452" y="517"/>
                    </a:lnTo>
                    <a:cubicBezTo>
                      <a:pt x="452" y="516"/>
                      <a:pt x="453" y="516"/>
                      <a:pt x="453" y="516"/>
                    </a:cubicBezTo>
                    <a:cubicBezTo>
                      <a:pt x="454" y="511"/>
                      <a:pt x="457" y="506"/>
                      <a:pt x="459" y="502"/>
                    </a:cubicBezTo>
                    <a:lnTo>
                      <a:pt x="459" y="503"/>
                    </a:lnTo>
                    <a:cubicBezTo>
                      <a:pt x="463" y="494"/>
                      <a:pt x="467" y="485"/>
                      <a:pt x="471" y="475"/>
                    </a:cubicBezTo>
                    <a:cubicBezTo>
                      <a:pt x="473" y="470"/>
                      <a:pt x="475" y="465"/>
                      <a:pt x="477" y="459"/>
                    </a:cubicBezTo>
                    <a:cubicBezTo>
                      <a:pt x="478" y="457"/>
                      <a:pt x="479" y="454"/>
                      <a:pt x="480" y="451"/>
                    </a:cubicBezTo>
                    <a:cubicBezTo>
                      <a:pt x="461" y="469"/>
                      <a:pt x="444" y="488"/>
                      <a:pt x="427" y="507"/>
                    </a:cubicBezTo>
                    <a:cubicBezTo>
                      <a:pt x="427" y="506"/>
                      <a:pt x="428" y="506"/>
                      <a:pt x="428" y="506"/>
                    </a:cubicBezTo>
                    <a:cubicBezTo>
                      <a:pt x="420" y="515"/>
                      <a:pt x="413" y="524"/>
                      <a:pt x="405" y="533"/>
                    </a:cubicBezTo>
                    <a:cubicBezTo>
                      <a:pt x="397" y="543"/>
                      <a:pt x="389" y="554"/>
                      <a:pt x="380" y="564"/>
                    </a:cubicBezTo>
                    <a:cubicBezTo>
                      <a:pt x="367" y="583"/>
                      <a:pt x="353" y="602"/>
                      <a:pt x="338" y="621"/>
                    </a:cubicBezTo>
                    <a:cubicBezTo>
                      <a:pt x="334" y="625"/>
                      <a:pt x="330" y="630"/>
                      <a:pt x="326" y="636"/>
                    </a:cubicBezTo>
                    <a:cubicBezTo>
                      <a:pt x="322" y="640"/>
                      <a:pt x="318" y="646"/>
                      <a:pt x="313" y="650"/>
                    </a:cubicBezTo>
                    <a:cubicBezTo>
                      <a:pt x="307" y="657"/>
                      <a:pt x="301" y="665"/>
                      <a:pt x="294" y="671"/>
                    </a:cubicBezTo>
                    <a:cubicBezTo>
                      <a:pt x="289" y="674"/>
                      <a:pt x="283" y="678"/>
                      <a:pt x="277" y="678"/>
                    </a:cubicBezTo>
                    <a:cubicBezTo>
                      <a:pt x="277" y="678"/>
                      <a:pt x="276" y="678"/>
                      <a:pt x="276" y="6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6" name="Google Shape;4296;p50">
                <a:extLst>
                  <a:ext uri="{FF2B5EF4-FFF2-40B4-BE49-F238E27FC236}">
                    <a16:creationId xmlns:a16="http://schemas.microsoft.com/office/drawing/2014/main" id="{41528894-E162-DE42-A3B8-736DD6133FF1}"/>
                  </a:ext>
                </a:extLst>
              </p:cNvPr>
              <p:cNvSpPr/>
              <p:nvPr/>
            </p:nvSpPr>
            <p:spPr>
              <a:xfrm>
                <a:off x="1349280" y="874080"/>
                <a:ext cx="512280" cy="509400"/>
              </a:xfrm>
              <a:custGeom>
                <a:avLst/>
                <a:gdLst/>
                <a:ahLst/>
                <a:cxnLst/>
                <a:rect l="l" t="t" r="r" b="b"/>
                <a:pathLst>
                  <a:path w="1423" h="1415" extrusionOk="0">
                    <a:moveTo>
                      <a:pt x="1387" y="1412"/>
                    </a:moveTo>
                    <a:cubicBezTo>
                      <a:pt x="1369" y="1401"/>
                      <a:pt x="1353" y="1388"/>
                      <a:pt x="1337" y="1374"/>
                    </a:cubicBezTo>
                    <a:cubicBezTo>
                      <a:pt x="1320" y="1360"/>
                      <a:pt x="1303" y="1346"/>
                      <a:pt x="1287" y="1331"/>
                    </a:cubicBezTo>
                    <a:cubicBezTo>
                      <a:pt x="1271" y="1316"/>
                      <a:pt x="1256" y="1302"/>
                      <a:pt x="1241" y="1287"/>
                    </a:cubicBezTo>
                    <a:cubicBezTo>
                      <a:pt x="1224" y="1271"/>
                      <a:pt x="1209" y="1255"/>
                      <a:pt x="1194" y="1238"/>
                    </a:cubicBezTo>
                    <a:cubicBezTo>
                      <a:pt x="1185" y="1229"/>
                      <a:pt x="1176" y="1220"/>
                      <a:pt x="1168" y="1210"/>
                    </a:cubicBezTo>
                    <a:cubicBezTo>
                      <a:pt x="1138" y="1179"/>
                      <a:pt x="1105" y="1153"/>
                      <a:pt x="1073" y="1125"/>
                    </a:cubicBezTo>
                    <a:cubicBezTo>
                      <a:pt x="1056" y="1111"/>
                      <a:pt x="1040" y="1097"/>
                      <a:pt x="1024" y="1083"/>
                    </a:cubicBezTo>
                    <a:cubicBezTo>
                      <a:pt x="1009" y="1067"/>
                      <a:pt x="993" y="1052"/>
                      <a:pt x="977" y="1036"/>
                    </a:cubicBezTo>
                    <a:cubicBezTo>
                      <a:pt x="947" y="1006"/>
                      <a:pt x="916" y="976"/>
                      <a:pt x="885" y="947"/>
                    </a:cubicBezTo>
                    <a:cubicBezTo>
                      <a:pt x="856" y="919"/>
                      <a:pt x="826" y="893"/>
                      <a:pt x="798" y="864"/>
                    </a:cubicBezTo>
                    <a:lnTo>
                      <a:pt x="797" y="864"/>
                    </a:lnTo>
                    <a:lnTo>
                      <a:pt x="798" y="864"/>
                    </a:lnTo>
                    <a:cubicBezTo>
                      <a:pt x="781" y="847"/>
                      <a:pt x="765" y="829"/>
                      <a:pt x="749" y="812"/>
                    </a:cubicBezTo>
                    <a:lnTo>
                      <a:pt x="750" y="813"/>
                    </a:lnTo>
                    <a:cubicBezTo>
                      <a:pt x="720" y="782"/>
                      <a:pt x="689" y="752"/>
                      <a:pt x="660" y="721"/>
                    </a:cubicBezTo>
                    <a:cubicBezTo>
                      <a:pt x="646" y="705"/>
                      <a:pt x="632" y="689"/>
                      <a:pt x="619" y="673"/>
                    </a:cubicBezTo>
                    <a:cubicBezTo>
                      <a:pt x="607" y="658"/>
                      <a:pt x="595" y="642"/>
                      <a:pt x="582" y="627"/>
                    </a:cubicBezTo>
                    <a:cubicBezTo>
                      <a:pt x="573" y="616"/>
                      <a:pt x="563" y="606"/>
                      <a:pt x="554" y="596"/>
                    </a:cubicBezTo>
                    <a:lnTo>
                      <a:pt x="555" y="597"/>
                    </a:lnTo>
                    <a:cubicBezTo>
                      <a:pt x="554" y="596"/>
                      <a:pt x="554" y="596"/>
                      <a:pt x="554" y="596"/>
                    </a:cubicBezTo>
                    <a:cubicBezTo>
                      <a:pt x="554" y="596"/>
                      <a:pt x="553" y="595"/>
                      <a:pt x="552" y="594"/>
                    </a:cubicBezTo>
                    <a:cubicBezTo>
                      <a:pt x="553" y="595"/>
                      <a:pt x="553" y="595"/>
                      <a:pt x="554" y="596"/>
                    </a:cubicBezTo>
                    <a:cubicBezTo>
                      <a:pt x="524" y="565"/>
                      <a:pt x="492" y="536"/>
                      <a:pt x="462" y="506"/>
                    </a:cubicBezTo>
                    <a:cubicBezTo>
                      <a:pt x="446" y="491"/>
                      <a:pt x="430" y="474"/>
                      <a:pt x="415" y="457"/>
                    </a:cubicBezTo>
                    <a:cubicBezTo>
                      <a:pt x="401" y="441"/>
                      <a:pt x="389" y="424"/>
                      <a:pt x="375" y="408"/>
                    </a:cubicBezTo>
                    <a:cubicBezTo>
                      <a:pt x="365" y="396"/>
                      <a:pt x="354" y="385"/>
                      <a:pt x="344" y="374"/>
                    </a:cubicBezTo>
                    <a:cubicBezTo>
                      <a:pt x="293" y="321"/>
                      <a:pt x="238" y="272"/>
                      <a:pt x="187" y="219"/>
                    </a:cubicBezTo>
                    <a:cubicBezTo>
                      <a:pt x="157" y="187"/>
                      <a:pt x="122" y="160"/>
                      <a:pt x="91" y="130"/>
                    </a:cubicBezTo>
                    <a:cubicBezTo>
                      <a:pt x="76" y="115"/>
                      <a:pt x="62" y="100"/>
                      <a:pt x="48" y="84"/>
                    </a:cubicBezTo>
                    <a:cubicBezTo>
                      <a:pt x="35" y="69"/>
                      <a:pt x="22" y="54"/>
                      <a:pt x="9" y="39"/>
                    </a:cubicBezTo>
                    <a:cubicBezTo>
                      <a:pt x="0" y="30"/>
                      <a:pt x="0" y="16"/>
                      <a:pt x="9" y="8"/>
                    </a:cubicBezTo>
                    <a:cubicBezTo>
                      <a:pt x="19" y="0"/>
                      <a:pt x="34" y="2"/>
                      <a:pt x="40" y="13"/>
                    </a:cubicBezTo>
                    <a:cubicBezTo>
                      <a:pt x="41" y="13"/>
                      <a:pt x="41" y="13"/>
                      <a:pt x="41" y="13"/>
                    </a:cubicBezTo>
                    <a:cubicBezTo>
                      <a:pt x="41" y="14"/>
                      <a:pt x="41" y="14"/>
                      <a:pt x="41" y="15"/>
                    </a:cubicBezTo>
                    <a:cubicBezTo>
                      <a:pt x="42" y="15"/>
                      <a:pt x="42" y="15"/>
                      <a:pt x="42" y="15"/>
                    </a:cubicBezTo>
                    <a:lnTo>
                      <a:pt x="41" y="15"/>
                    </a:lnTo>
                    <a:cubicBezTo>
                      <a:pt x="42" y="15"/>
                      <a:pt x="43" y="16"/>
                      <a:pt x="43" y="17"/>
                    </a:cubicBezTo>
                    <a:cubicBezTo>
                      <a:pt x="52" y="28"/>
                      <a:pt x="62" y="39"/>
                      <a:pt x="71" y="50"/>
                    </a:cubicBezTo>
                    <a:cubicBezTo>
                      <a:pt x="81" y="60"/>
                      <a:pt x="90" y="71"/>
                      <a:pt x="100" y="81"/>
                    </a:cubicBezTo>
                    <a:cubicBezTo>
                      <a:pt x="130" y="112"/>
                      <a:pt x="163" y="140"/>
                      <a:pt x="195" y="169"/>
                    </a:cubicBezTo>
                    <a:cubicBezTo>
                      <a:pt x="211" y="183"/>
                      <a:pt x="225" y="199"/>
                      <a:pt x="240" y="214"/>
                    </a:cubicBezTo>
                    <a:cubicBezTo>
                      <a:pt x="255" y="230"/>
                      <a:pt x="271" y="245"/>
                      <a:pt x="287" y="261"/>
                    </a:cubicBezTo>
                    <a:cubicBezTo>
                      <a:pt x="319" y="292"/>
                      <a:pt x="352" y="322"/>
                      <a:pt x="382" y="355"/>
                    </a:cubicBezTo>
                    <a:cubicBezTo>
                      <a:pt x="397" y="371"/>
                      <a:pt x="411" y="387"/>
                      <a:pt x="425" y="404"/>
                    </a:cubicBezTo>
                    <a:cubicBezTo>
                      <a:pt x="438" y="421"/>
                      <a:pt x="452" y="437"/>
                      <a:pt x="466" y="452"/>
                    </a:cubicBezTo>
                    <a:cubicBezTo>
                      <a:pt x="505" y="491"/>
                      <a:pt x="545" y="527"/>
                      <a:pt x="583" y="566"/>
                    </a:cubicBezTo>
                    <a:cubicBezTo>
                      <a:pt x="585" y="568"/>
                      <a:pt x="586" y="569"/>
                      <a:pt x="588" y="571"/>
                    </a:cubicBezTo>
                    <a:lnTo>
                      <a:pt x="587" y="571"/>
                    </a:lnTo>
                    <a:cubicBezTo>
                      <a:pt x="588" y="571"/>
                      <a:pt x="588" y="571"/>
                      <a:pt x="589" y="571"/>
                    </a:cubicBezTo>
                    <a:cubicBezTo>
                      <a:pt x="589" y="572"/>
                      <a:pt x="589" y="572"/>
                      <a:pt x="590" y="572"/>
                    </a:cubicBezTo>
                    <a:cubicBezTo>
                      <a:pt x="589" y="572"/>
                      <a:pt x="589" y="572"/>
                      <a:pt x="589" y="572"/>
                    </a:cubicBezTo>
                    <a:cubicBezTo>
                      <a:pt x="599" y="582"/>
                      <a:pt x="608" y="593"/>
                      <a:pt x="618" y="603"/>
                    </a:cubicBezTo>
                    <a:cubicBezTo>
                      <a:pt x="627" y="615"/>
                      <a:pt x="636" y="626"/>
                      <a:pt x="644" y="638"/>
                    </a:cubicBezTo>
                    <a:cubicBezTo>
                      <a:pt x="664" y="662"/>
                      <a:pt x="684" y="685"/>
                      <a:pt x="704" y="707"/>
                    </a:cubicBezTo>
                    <a:cubicBezTo>
                      <a:pt x="721" y="724"/>
                      <a:pt x="738" y="741"/>
                      <a:pt x="755" y="758"/>
                    </a:cubicBezTo>
                    <a:cubicBezTo>
                      <a:pt x="772" y="774"/>
                      <a:pt x="788" y="792"/>
                      <a:pt x="805" y="809"/>
                    </a:cubicBezTo>
                    <a:cubicBezTo>
                      <a:pt x="804" y="809"/>
                      <a:pt x="804" y="808"/>
                      <a:pt x="802" y="807"/>
                    </a:cubicBezTo>
                    <a:cubicBezTo>
                      <a:pt x="805" y="809"/>
                      <a:pt x="807" y="812"/>
                      <a:pt x="809" y="813"/>
                    </a:cubicBezTo>
                    <a:cubicBezTo>
                      <a:pt x="808" y="813"/>
                      <a:pt x="808" y="812"/>
                      <a:pt x="807" y="812"/>
                    </a:cubicBezTo>
                    <a:cubicBezTo>
                      <a:pt x="809" y="813"/>
                      <a:pt x="811" y="816"/>
                      <a:pt x="812" y="818"/>
                    </a:cubicBezTo>
                    <a:cubicBezTo>
                      <a:pt x="812" y="817"/>
                      <a:pt x="811" y="816"/>
                      <a:pt x="811" y="816"/>
                    </a:cubicBezTo>
                    <a:cubicBezTo>
                      <a:pt x="812" y="817"/>
                      <a:pt x="813" y="818"/>
                      <a:pt x="814" y="819"/>
                    </a:cubicBezTo>
                    <a:lnTo>
                      <a:pt x="813" y="819"/>
                    </a:lnTo>
                    <a:cubicBezTo>
                      <a:pt x="821" y="827"/>
                      <a:pt x="829" y="834"/>
                      <a:pt x="837" y="843"/>
                    </a:cubicBezTo>
                    <a:cubicBezTo>
                      <a:pt x="836" y="843"/>
                      <a:pt x="836" y="842"/>
                      <a:pt x="836" y="842"/>
                    </a:cubicBezTo>
                    <a:cubicBezTo>
                      <a:pt x="836" y="843"/>
                      <a:pt x="837" y="843"/>
                      <a:pt x="837" y="843"/>
                    </a:cubicBezTo>
                    <a:cubicBezTo>
                      <a:pt x="837" y="843"/>
                      <a:pt x="837" y="844"/>
                      <a:pt x="838" y="844"/>
                    </a:cubicBezTo>
                    <a:cubicBezTo>
                      <a:pt x="837" y="844"/>
                      <a:pt x="837" y="844"/>
                      <a:pt x="837" y="843"/>
                    </a:cubicBezTo>
                    <a:cubicBezTo>
                      <a:pt x="851" y="857"/>
                      <a:pt x="865" y="871"/>
                      <a:pt x="879" y="883"/>
                    </a:cubicBezTo>
                    <a:cubicBezTo>
                      <a:pt x="894" y="898"/>
                      <a:pt x="910" y="912"/>
                      <a:pt x="925" y="926"/>
                    </a:cubicBezTo>
                    <a:cubicBezTo>
                      <a:pt x="957" y="955"/>
                      <a:pt x="987" y="986"/>
                      <a:pt x="1017" y="1017"/>
                    </a:cubicBezTo>
                    <a:cubicBezTo>
                      <a:pt x="1032" y="1032"/>
                      <a:pt x="1048" y="1047"/>
                      <a:pt x="1065" y="1062"/>
                    </a:cubicBezTo>
                    <a:cubicBezTo>
                      <a:pt x="1080" y="1076"/>
                      <a:pt x="1097" y="1090"/>
                      <a:pt x="1113" y="1104"/>
                    </a:cubicBezTo>
                    <a:cubicBezTo>
                      <a:pt x="1129" y="1117"/>
                      <a:pt x="1145" y="1130"/>
                      <a:pt x="1160" y="1144"/>
                    </a:cubicBezTo>
                    <a:cubicBezTo>
                      <a:pt x="1169" y="1151"/>
                      <a:pt x="1177" y="1159"/>
                      <a:pt x="1185" y="1167"/>
                    </a:cubicBezTo>
                    <a:cubicBezTo>
                      <a:pt x="1193" y="1175"/>
                      <a:pt x="1201" y="1183"/>
                      <a:pt x="1209" y="1192"/>
                    </a:cubicBezTo>
                    <a:cubicBezTo>
                      <a:pt x="1225" y="1208"/>
                      <a:pt x="1241" y="1226"/>
                      <a:pt x="1256" y="1243"/>
                    </a:cubicBezTo>
                    <a:lnTo>
                      <a:pt x="1256" y="1242"/>
                    </a:lnTo>
                    <a:cubicBezTo>
                      <a:pt x="1273" y="1259"/>
                      <a:pt x="1290" y="1275"/>
                      <a:pt x="1308" y="1292"/>
                    </a:cubicBezTo>
                    <a:cubicBezTo>
                      <a:pt x="1326" y="1308"/>
                      <a:pt x="1343" y="1324"/>
                      <a:pt x="1362" y="1339"/>
                    </a:cubicBezTo>
                    <a:cubicBezTo>
                      <a:pt x="1361" y="1338"/>
                      <a:pt x="1361" y="1338"/>
                      <a:pt x="1359" y="1337"/>
                    </a:cubicBezTo>
                    <a:cubicBezTo>
                      <a:pt x="1376" y="1350"/>
                      <a:pt x="1393" y="1362"/>
                      <a:pt x="1410" y="1375"/>
                    </a:cubicBezTo>
                    <a:cubicBezTo>
                      <a:pt x="1418" y="1382"/>
                      <a:pt x="1422" y="1393"/>
                      <a:pt x="1416" y="1403"/>
                    </a:cubicBezTo>
                    <a:cubicBezTo>
                      <a:pt x="1413" y="1410"/>
                      <a:pt x="1405" y="1414"/>
                      <a:pt x="1397" y="1414"/>
                    </a:cubicBezTo>
                    <a:cubicBezTo>
                      <a:pt x="1394" y="1414"/>
                      <a:pt x="1390" y="1414"/>
                      <a:pt x="1387" y="14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97" name="Google Shape;4297;p50">
              <a:extLst>
                <a:ext uri="{FF2B5EF4-FFF2-40B4-BE49-F238E27FC236}">
                  <a16:creationId xmlns:a16="http://schemas.microsoft.com/office/drawing/2014/main" id="{E1387977-15AC-6964-DFC6-426618CB7B93}"/>
                </a:ext>
              </a:extLst>
            </p:cNvPr>
            <p:cNvGrpSpPr/>
            <p:nvPr/>
          </p:nvGrpSpPr>
          <p:grpSpPr>
            <a:xfrm>
              <a:off x="7634229" y="-395287"/>
              <a:ext cx="3792570" cy="2175481"/>
              <a:chOff x="-1039340" y="3405957"/>
              <a:chExt cx="1762920" cy="1011240"/>
            </a:xfrm>
          </p:grpSpPr>
          <p:sp>
            <p:nvSpPr>
              <p:cNvPr id="4298" name="Google Shape;4298;p50">
                <a:extLst>
                  <a:ext uri="{FF2B5EF4-FFF2-40B4-BE49-F238E27FC236}">
                    <a16:creationId xmlns:a16="http://schemas.microsoft.com/office/drawing/2014/main" id="{53ED5E5F-B79C-5178-23F0-0C9D8E3EECB0}"/>
                  </a:ext>
                </a:extLst>
              </p:cNvPr>
              <p:cNvSpPr/>
              <p:nvPr/>
            </p:nvSpPr>
            <p:spPr>
              <a:xfrm>
                <a:off x="180340" y="3999597"/>
                <a:ext cx="51840" cy="84240"/>
              </a:xfrm>
              <a:custGeom>
                <a:avLst/>
                <a:gdLst/>
                <a:ahLst/>
                <a:cxnLst/>
                <a:rect l="l" t="t" r="r" b="b"/>
                <a:pathLst>
                  <a:path w="144" h="234" extrusionOk="0">
                    <a:moveTo>
                      <a:pt x="16" y="232"/>
                    </a:moveTo>
                    <a:cubicBezTo>
                      <a:pt x="8" y="229"/>
                      <a:pt x="3" y="221"/>
                      <a:pt x="1" y="213"/>
                    </a:cubicBezTo>
                    <a:cubicBezTo>
                      <a:pt x="0" y="209"/>
                      <a:pt x="1" y="205"/>
                      <a:pt x="2" y="201"/>
                    </a:cubicBezTo>
                    <a:cubicBezTo>
                      <a:pt x="4" y="195"/>
                      <a:pt x="5" y="191"/>
                      <a:pt x="8" y="186"/>
                    </a:cubicBezTo>
                    <a:cubicBezTo>
                      <a:pt x="10" y="180"/>
                      <a:pt x="13" y="175"/>
                      <a:pt x="16" y="169"/>
                    </a:cubicBezTo>
                    <a:cubicBezTo>
                      <a:pt x="19" y="165"/>
                      <a:pt x="24" y="162"/>
                      <a:pt x="30" y="165"/>
                    </a:cubicBezTo>
                    <a:cubicBezTo>
                      <a:pt x="35" y="167"/>
                      <a:pt x="37" y="173"/>
                      <a:pt x="34" y="178"/>
                    </a:cubicBezTo>
                    <a:cubicBezTo>
                      <a:pt x="31" y="184"/>
                      <a:pt x="28" y="191"/>
                      <a:pt x="26" y="197"/>
                    </a:cubicBezTo>
                    <a:cubicBezTo>
                      <a:pt x="24" y="200"/>
                      <a:pt x="23" y="202"/>
                      <a:pt x="23" y="205"/>
                    </a:cubicBezTo>
                    <a:cubicBezTo>
                      <a:pt x="23" y="206"/>
                      <a:pt x="23" y="207"/>
                      <a:pt x="22" y="208"/>
                    </a:cubicBezTo>
                    <a:lnTo>
                      <a:pt x="22" y="209"/>
                    </a:lnTo>
                    <a:cubicBezTo>
                      <a:pt x="23" y="209"/>
                      <a:pt x="23" y="210"/>
                      <a:pt x="23" y="210"/>
                    </a:cubicBezTo>
                    <a:lnTo>
                      <a:pt x="23" y="211"/>
                    </a:lnTo>
                    <a:lnTo>
                      <a:pt x="24" y="211"/>
                    </a:lnTo>
                    <a:cubicBezTo>
                      <a:pt x="25" y="210"/>
                      <a:pt x="26" y="210"/>
                      <a:pt x="27" y="210"/>
                    </a:cubicBezTo>
                    <a:cubicBezTo>
                      <a:pt x="29" y="209"/>
                      <a:pt x="30" y="209"/>
                      <a:pt x="31" y="209"/>
                    </a:cubicBezTo>
                    <a:cubicBezTo>
                      <a:pt x="33" y="208"/>
                      <a:pt x="35" y="208"/>
                      <a:pt x="37" y="207"/>
                    </a:cubicBezTo>
                    <a:cubicBezTo>
                      <a:pt x="40" y="206"/>
                      <a:pt x="43" y="204"/>
                      <a:pt x="46" y="202"/>
                    </a:cubicBezTo>
                    <a:cubicBezTo>
                      <a:pt x="48" y="201"/>
                      <a:pt x="51" y="199"/>
                      <a:pt x="54" y="197"/>
                    </a:cubicBezTo>
                    <a:cubicBezTo>
                      <a:pt x="57" y="195"/>
                      <a:pt x="58" y="193"/>
                      <a:pt x="60" y="191"/>
                    </a:cubicBezTo>
                    <a:cubicBezTo>
                      <a:pt x="62" y="190"/>
                      <a:pt x="63" y="188"/>
                      <a:pt x="64" y="187"/>
                    </a:cubicBezTo>
                    <a:cubicBezTo>
                      <a:pt x="66" y="184"/>
                      <a:pt x="68" y="181"/>
                      <a:pt x="70" y="178"/>
                    </a:cubicBezTo>
                    <a:cubicBezTo>
                      <a:pt x="72" y="173"/>
                      <a:pt x="74" y="169"/>
                      <a:pt x="76" y="164"/>
                    </a:cubicBezTo>
                    <a:cubicBezTo>
                      <a:pt x="78" y="159"/>
                      <a:pt x="80" y="155"/>
                      <a:pt x="82" y="149"/>
                    </a:cubicBezTo>
                    <a:cubicBezTo>
                      <a:pt x="83" y="144"/>
                      <a:pt x="85" y="138"/>
                      <a:pt x="87" y="131"/>
                    </a:cubicBezTo>
                    <a:cubicBezTo>
                      <a:pt x="90" y="121"/>
                      <a:pt x="93" y="110"/>
                      <a:pt x="97" y="100"/>
                    </a:cubicBezTo>
                    <a:cubicBezTo>
                      <a:pt x="97" y="97"/>
                      <a:pt x="98" y="93"/>
                      <a:pt x="99" y="91"/>
                    </a:cubicBezTo>
                    <a:cubicBezTo>
                      <a:pt x="98" y="93"/>
                      <a:pt x="96" y="95"/>
                      <a:pt x="94" y="98"/>
                    </a:cubicBezTo>
                    <a:cubicBezTo>
                      <a:pt x="89" y="105"/>
                      <a:pt x="83" y="112"/>
                      <a:pt x="78" y="120"/>
                    </a:cubicBezTo>
                    <a:cubicBezTo>
                      <a:pt x="78" y="120"/>
                      <a:pt x="79" y="119"/>
                      <a:pt x="79" y="118"/>
                    </a:cubicBezTo>
                    <a:cubicBezTo>
                      <a:pt x="75" y="124"/>
                      <a:pt x="69" y="130"/>
                      <a:pt x="65" y="135"/>
                    </a:cubicBezTo>
                    <a:cubicBezTo>
                      <a:pt x="59" y="141"/>
                      <a:pt x="54" y="146"/>
                      <a:pt x="47" y="151"/>
                    </a:cubicBezTo>
                    <a:cubicBezTo>
                      <a:pt x="42" y="155"/>
                      <a:pt x="36" y="158"/>
                      <a:pt x="29" y="159"/>
                    </a:cubicBezTo>
                    <a:cubicBezTo>
                      <a:pt x="26" y="159"/>
                      <a:pt x="23" y="159"/>
                      <a:pt x="20" y="159"/>
                    </a:cubicBezTo>
                    <a:cubicBezTo>
                      <a:pt x="17" y="158"/>
                      <a:pt x="13" y="156"/>
                      <a:pt x="10" y="153"/>
                    </a:cubicBezTo>
                    <a:cubicBezTo>
                      <a:pt x="6" y="149"/>
                      <a:pt x="5" y="143"/>
                      <a:pt x="4" y="138"/>
                    </a:cubicBezTo>
                    <a:cubicBezTo>
                      <a:pt x="4" y="132"/>
                      <a:pt x="4" y="128"/>
                      <a:pt x="4" y="123"/>
                    </a:cubicBezTo>
                    <a:cubicBezTo>
                      <a:pt x="5" y="117"/>
                      <a:pt x="5" y="111"/>
                      <a:pt x="6" y="106"/>
                    </a:cubicBezTo>
                    <a:cubicBezTo>
                      <a:pt x="7" y="100"/>
                      <a:pt x="8" y="94"/>
                      <a:pt x="9" y="88"/>
                    </a:cubicBezTo>
                    <a:cubicBezTo>
                      <a:pt x="10" y="82"/>
                      <a:pt x="12" y="77"/>
                      <a:pt x="13" y="71"/>
                    </a:cubicBezTo>
                    <a:cubicBezTo>
                      <a:pt x="15" y="60"/>
                      <a:pt x="19" y="49"/>
                      <a:pt x="22" y="37"/>
                    </a:cubicBezTo>
                    <a:cubicBezTo>
                      <a:pt x="25" y="28"/>
                      <a:pt x="28" y="18"/>
                      <a:pt x="31" y="8"/>
                    </a:cubicBezTo>
                    <a:cubicBezTo>
                      <a:pt x="33" y="3"/>
                      <a:pt x="39" y="0"/>
                      <a:pt x="45" y="1"/>
                    </a:cubicBezTo>
                    <a:cubicBezTo>
                      <a:pt x="51" y="3"/>
                      <a:pt x="54" y="10"/>
                      <a:pt x="52" y="15"/>
                    </a:cubicBezTo>
                    <a:cubicBezTo>
                      <a:pt x="49" y="25"/>
                      <a:pt x="45" y="34"/>
                      <a:pt x="43" y="44"/>
                    </a:cubicBezTo>
                    <a:cubicBezTo>
                      <a:pt x="41" y="49"/>
                      <a:pt x="39" y="55"/>
                      <a:pt x="37" y="60"/>
                    </a:cubicBezTo>
                    <a:cubicBezTo>
                      <a:pt x="36" y="65"/>
                      <a:pt x="34" y="70"/>
                      <a:pt x="33" y="75"/>
                    </a:cubicBezTo>
                    <a:cubicBezTo>
                      <a:pt x="32" y="81"/>
                      <a:pt x="30" y="86"/>
                      <a:pt x="29" y="92"/>
                    </a:cubicBezTo>
                    <a:cubicBezTo>
                      <a:pt x="28" y="99"/>
                      <a:pt x="27" y="105"/>
                      <a:pt x="26" y="111"/>
                    </a:cubicBezTo>
                    <a:cubicBezTo>
                      <a:pt x="26" y="118"/>
                      <a:pt x="25" y="125"/>
                      <a:pt x="25" y="132"/>
                    </a:cubicBezTo>
                    <a:cubicBezTo>
                      <a:pt x="25" y="134"/>
                      <a:pt x="25" y="135"/>
                      <a:pt x="26" y="137"/>
                    </a:cubicBezTo>
                    <a:lnTo>
                      <a:pt x="26" y="138"/>
                    </a:lnTo>
                    <a:lnTo>
                      <a:pt x="27" y="138"/>
                    </a:lnTo>
                    <a:cubicBezTo>
                      <a:pt x="27" y="138"/>
                      <a:pt x="27" y="137"/>
                      <a:pt x="28" y="137"/>
                    </a:cubicBezTo>
                    <a:cubicBezTo>
                      <a:pt x="29" y="137"/>
                      <a:pt x="30" y="137"/>
                      <a:pt x="31" y="137"/>
                    </a:cubicBezTo>
                    <a:cubicBezTo>
                      <a:pt x="31" y="136"/>
                      <a:pt x="32" y="135"/>
                      <a:pt x="33" y="135"/>
                    </a:cubicBezTo>
                    <a:cubicBezTo>
                      <a:pt x="35" y="134"/>
                      <a:pt x="37" y="132"/>
                      <a:pt x="40" y="130"/>
                    </a:cubicBezTo>
                    <a:cubicBezTo>
                      <a:pt x="39" y="131"/>
                      <a:pt x="39" y="131"/>
                      <a:pt x="38" y="131"/>
                    </a:cubicBezTo>
                    <a:cubicBezTo>
                      <a:pt x="43" y="128"/>
                      <a:pt x="47" y="124"/>
                      <a:pt x="51" y="120"/>
                    </a:cubicBezTo>
                    <a:cubicBezTo>
                      <a:pt x="59" y="110"/>
                      <a:pt x="67" y="100"/>
                      <a:pt x="75" y="91"/>
                    </a:cubicBezTo>
                    <a:cubicBezTo>
                      <a:pt x="87" y="74"/>
                      <a:pt x="99" y="56"/>
                      <a:pt x="109" y="38"/>
                    </a:cubicBezTo>
                    <a:cubicBezTo>
                      <a:pt x="111" y="36"/>
                      <a:pt x="112" y="33"/>
                      <a:pt x="114" y="31"/>
                    </a:cubicBezTo>
                    <a:cubicBezTo>
                      <a:pt x="113" y="31"/>
                      <a:pt x="113" y="31"/>
                      <a:pt x="112" y="32"/>
                    </a:cubicBezTo>
                    <a:cubicBezTo>
                      <a:pt x="113" y="31"/>
                      <a:pt x="113" y="31"/>
                      <a:pt x="113" y="31"/>
                    </a:cubicBezTo>
                    <a:cubicBezTo>
                      <a:pt x="114" y="31"/>
                      <a:pt x="114" y="30"/>
                      <a:pt x="114" y="30"/>
                    </a:cubicBezTo>
                    <a:lnTo>
                      <a:pt x="114" y="31"/>
                    </a:lnTo>
                    <a:cubicBezTo>
                      <a:pt x="117" y="25"/>
                      <a:pt x="119" y="19"/>
                      <a:pt x="122" y="13"/>
                    </a:cubicBezTo>
                    <a:cubicBezTo>
                      <a:pt x="125" y="9"/>
                      <a:pt x="131" y="7"/>
                      <a:pt x="135" y="9"/>
                    </a:cubicBezTo>
                    <a:cubicBezTo>
                      <a:pt x="140" y="10"/>
                      <a:pt x="143" y="15"/>
                      <a:pt x="142" y="21"/>
                    </a:cubicBezTo>
                    <a:cubicBezTo>
                      <a:pt x="142" y="25"/>
                      <a:pt x="140" y="29"/>
                      <a:pt x="139" y="33"/>
                    </a:cubicBezTo>
                    <a:cubicBezTo>
                      <a:pt x="137" y="36"/>
                      <a:pt x="136" y="40"/>
                      <a:pt x="135" y="44"/>
                    </a:cubicBezTo>
                    <a:cubicBezTo>
                      <a:pt x="133" y="49"/>
                      <a:pt x="132" y="54"/>
                      <a:pt x="131" y="60"/>
                    </a:cubicBezTo>
                    <a:cubicBezTo>
                      <a:pt x="127" y="70"/>
                      <a:pt x="124" y="81"/>
                      <a:pt x="121" y="91"/>
                    </a:cubicBezTo>
                    <a:cubicBezTo>
                      <a:pt x="114" y="114"/>
                      <a:pt x="107" y="137"/>
                      <a:pt x="100" y="159"/>
                    </a:cubicBezTo>
                    <a:cubicBezTo>
                      <a:pt x="99" y="163"/>
                      <a:pt x="98" y="166"/>
                      <a:pt x="97" y="170"/>
                    </a:cubicBezTo>
                    <a:cubicBezTo>
                      <a:pt x="94" y="177"/>
                      <a:pt x="90" y="184"/>
                      <a:pt x="86" y="192"/>
                    </a:cubicBezTo>
                    <a:cubicBezTo>
                      <a:pt x="81" y="201"/>
                      <a:pt x="74" y="208"/>
                      <a:pt x="66" y="215"/>
                    </a:cubicBezTo>
                    <a:cubicBezTo>
                      <a:pt x="58" y="220"/>
                      <a:pt x="50" y="225"/>
                      <a:pt x="41" y="229"/>
                    </a:cubicBezTo>
                    <a:cubicBezTo>
                      <a:pt x="37" y="230"/>
                      <a:pt x="33" y="232"/>
                      <a:pt x="29" y="232"/>
                    </a:cubicBezTo>
                    <a:cubicBezTo>
                      <a:pt x="27" y="232"/>
                      <a:pt x="24" y="233"/>
                      <a:pt x="23" y="233"/>
                    </a:cubicBezTo>
                    <a:cubicBezTo>
                      <a:pt x="20" y="233"/>
                      <a:pt x="18" y="232"/>
                      <a:pt x="16" y="2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9" name="Google Shape;4299;p50">
                <a:extLst>
                  <a:ext uri="{FF2B5EF4-FFF2-40B4-BE49-F238E27FC236}">
                    <a16:creationId xmlns:a16="http://schemas.microsoft.com/office/drawing/2014/main" id="{1713B46B-0166-07C2-347D-5846EC927EDE}"/>
                  </a:ext>
                </a:extLst>
              </p:cNvPr>
              <p:cNvSpPr/>
              <p:nvPr/>
            </p:nvSpPr>
            <p:spPr>
              <a:xfrm>
                <a:off x="244780" y="3988438"/>
                <a:ext cx="24840" cy="29520"/>
              </a:xfrm>
              <a:custGeom>
                <a:avLst/>
                <a:gdLst/>
                <a:ahLst/>
                <a:cxnLst/>
                <a:rect l="l" t="t" r="r" b="b"/>
                <a:pathLst>
                  <a:path w="69" h="82" extrusionOk="0">
                    <a:moveTo>
                      <a:pt x="26" y="81"/>
                    </a:moveTo>
                    <a:cubicBezTo>
                      <a:pt x="22" y="81"/>
                      <a:pt x="18" y="80"/>
                      <a:pt x="15" y="77"/>
                    </a:cubicBezTo>
                    <a:cubicBezTo>
                      <a:pt x="14" y="75"/>
                      <a:pt x="12" y="74"/>
                      <a:pt x="11" y="73"/>
                    </a:cubicBezTo>
                    <a:cubicBezTo>
                      <a:pt x="10" y="71"/>
                      <a:pt x="10" y="69"/>
                      <a:pt x="10" y="67"/>
                    </a:cubicBezTo>
                    <a:cubicBezTo>
                      <a:pt x="9" y="61"/>
                      <a:pt x="14" y="56"/>
                      <a:pt x="17" y="50"/>
                    </a:cubicBezTo>
                    <a:cubicBezTo>
                      <a:pt x="17" y="50"/>
                      <a:pt x="17" y="49"/>
                      <a:pt x="18" y="48"/>
                    </a:cubicBezTo>
                    <a:cubicBezTo>
                      <a:pt x="17" y="48"/>
                      <a:pt x="17" y="48"/>
                      <a:pt x="17" y="48"/>
                    </a:cubicBezTo>
                    <a:cubicBezTo>
                      <a:pt x="11" y="49"/>
                      <a:pt x="5" y="46"/>
                      <a:pt x="3" y="40"/>
                    </a:cubicBezTo>
                    <a:cubicBezTo>
                      <a:pt x="0" y="32"/>
                      <a:pt x="2" y="25"/>
                      <a:pt x="4" y="18"/>
                    </a:cubicBezTo>
                    <a:cubicBezTo>
                      <a:pt x="7" y="12"/>
                      <a:pt x="12" y="6"/>
                      <a:pt x="19" y="3"/>
                    </a:cubicBezTo>
                    <a:cubicBezTo>
                      <a:pt x="22" y="1"/>
                      <a:pt x="25" y="0"/>
                      <a:pt x="29" y="0"/>
                    </a:cubicBezTo>
                    <a:cubicBezTo>
                      <a:pt x="32" y="0"/>
                      <a:pt x="36" y="2"/>
                      <a:pt x="39" y="4"/>
                    </a:cubicBezTo>
                    <a:cubicBezTo>
                      <a:pt x="41" y="6"/>
                      <a:pt x="43" y="10"/>
                      <a:pt x="45" y="13"/>
                    </a:cubicBezTo>
                    <a:cubicBezTo>
                      <a:pt x="46" y="17"/>
                      <a:pt x="46" y="20"/>
                      <a:pt x="46" y="24"/>
                    </a:cubicBezTo>
                    <a:cubicBezTo>
                      <a:pt x="46" y="31"/>
                      <a:pt x="44" y="39"/>
                      <a:pt x="42" y="45"/>
                    </a:cubicBezTo>
                    <a:cubicBezTo>
                      <a:pt x="40" y="49"/>
                      <a:pt x="40" y="52"/>
                      <a:pt x="38" y="56"/>
                    </a:cubicBezTo>
                    <a:cubicBezTo>
                      <a:pt x="38" y="56"/>
                      <a:pt x="38" y="57"/>
                      <a:pt x="37" y="58"/>
                    </a:cubicBezTo>
                    <a:cubicBezTo>
                      <a:pt x="43" y="57"/>
                      <a:pt x="49" y="56"/>
                      <a:pt x="56" y="56"/>
                    </a:cubicBezTo>
                    <a:cubicBezTo>
                      <a:pt x="61" y="55"/>
                      <a:pt x="66" y="59"/>
                      <a:pt x="67" y="63"/>
                    </a:cubicBezTo>
                    <a:cubicBezTo>
                      <a:pt x="68" y="69"/>
                      <a:pt x="64" y="75"/>
                      <a:pt x="59" y="76"/>
                    </a:cubicBezTo>
                    <a:cubicBezTo>
                      <a:pt x="54" y="77"/>
                      <a:pt x="49" y="78"/>
                      <a:pt x="44" y="78"/>
                    </a:cubicBezTo>
                    <a:cubicBezTo>
                      <a:pt x="38" y="80"/>
                      <a:pt x="32" y="81"/>
                      <a:pt x="26" y="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0" name="Google Shape;4300;p50">
                <a:extLst>
                  <a:ext uri="{FF2B5EF4-FFF2-40B4-BE49-F238E27FC236}">
                    <a16:creationId xmlns:a16="http://schemas.microsoft.com/office/drawing/2014/main" id="{0BAA3B41-6E9D-464B-538A-D982A2043CA7}"/>
                  </a:ext>
                </a:extLst>
              </p:cNvPr>
              <p:cNvSpPr/>
              <p:nvPr/>
            </p:nvSpPr>
            <p:spPr>
              <a:xfrm>
                <a:off x="267460" y="4026958"/>
                <a:ext cx="29520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82" h="30" extrusionOk="0">
                    <a:moveTo>
                      <a:pt x="21" y="28"/>
                    </a:moveTo>
                    <a:cubicBezTo>
                      <a:pt x="15" y="28"/>
                      <a:pt x="10" y="27"/>
                      <a:pt x="6" y="24"/>
                    </a:cubicBezTo>
                    <a:cubicBezTo>
                      <a:pt x="3" y="21"/>
                      <a:pt x="0" y="17"/>
                      <a:pt x="1" y="13"/>
                    </a:cubicBezTo>
                    <a:cubicBezTo>
                      <a:pt x="2" y="10"/>
                      <a:pt x="4" y="7"/>
                      <a:pt x="7" y="5"/>
                    </a:cubicBezTo>
                    <a:cubicBezTo>
                      <a:pt x="11" y="2"/>
                      <a:pt x="17" y="3"/>
                      <a:pt x="21" y="6"/>
                    </a:cubicBezTo>
                    <a:lnTo>
                      <a:pt x="22" y="7"/>
                    </a:lnTo>
                    <a:cubicBezTo>
                      <a:pt x="25" y="7"/>
                      <a:pt x="28" y="7"/>
                      <a:pt x="30" y="7"/>
                    </a:cubicBezTo>
                    <a:lnTo>
                      <a:pt x="29" y="7"/>
                    </a:lnTo>
                    <a:cubicBezTo>
                      <a:pt x="30" y="7"/>
                      <a:pt x="30" y="7"/>
                      <a:pt x="30" y="7"/>
                    </a:cubicBezTo>
                    <a:cubicBezTo>
                      <a:pt x="36" y="7"/>
                      <a:pt x="42" y="6"/>
                      <a:pt x="47" y="5"/>
                    </a:cubicBezTo>
                    <a:cubicBezTo>
                      <a:pt x="54" y="4"/>
                      <a:pt x="60" y="3"/>
                      <a:pt x="66" y="2"/>
                    </a:cubicBezTo>
                    <a:cubicBezTo>
                      <a:pt x="72" y="0"/>
                      <a:pt x="78" y="4"/>
                      <a:pt x="79" y="10"/>
                    </a:cubicBezTo>
                    <a:cubicBezTo>
                      <a:pt x="81" y="16"/>
                      <a:pt x="77" y="21"/>
                      <a:pt x="71" y="23"/>
                    </a:cubicBezTo>
                    <a:cubicBezTo>
                      <a:pt x="60" y="25"/>
                      <a:pt x="49" y="27"/>
                      <a:pt x="37" y="28"/>
                    </a:cubicBezTo>
                    <a:cubicBezTo>
                      <a:pt x="33" y="28"/>
                      <a:pt x="29" y="29"/>
                      <a:pt x="25" y="29"/>
                    </a:cubicBezTo>
                    <a:cubicBezTo>
                      <a:pt x="24" y="29"/>
                      <a:pt x="22" y="28"/>
                      <a:pt x="21" y="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1" name="Google Shape;4301;p50">
                <a:extLst>
                  <a:ext uri="{FF2B5EF4-FFF2-40B4-BE49-F238E27FC236}">
                    <a16:creationId xmlns:a16="http://schemas.microsoft.com/office/drawing/2014/main" id="{5CEB34F6-7DDE-9822-211D-8B87FCD053DA}"/>
                  </a:ext>
                </a:extLst>
              </p:cNvPr>
              <p:cNvSpPr/>
              <p:nvPr/>
            </p:nvSpPr>
            <p:spPr>
              <a:xfrm>
                <a:off x="262420" y="4037397"/>
                <a:ext cx="48600" cy="15840"/>
              </a:xfrm>
              <a:custGeom>
                <a:avLst/>
                <a:gdLst/>
                <a:ahLst/>
                <a:cxnLst/>
                <a:rect l="l" t="t" r="r" b="b"/>
                <a:pathLst>
                  <a:path w="135" h="44" extrusionOk="0">
                    <a:moveTo>
                      <a:pt x="8" y="41"/>
                    </a:moveTo>
                    <a:cubicBezTo>
                      <a:pt x="3" y="38"/>
                      <a:pt x="0" y="31"/>
                      <a:pt x="3" y="26"/>
                    </a:cubicBezTo>
                    <a:cubicBezTo>
                      <a:pt x="4" y="23"/>
                      <a:pt x="6" y="21"/>
                      <a:pt x="9" y="20"/>
                    </a:cubicBezTo>
                    <a:cubicBezTo>
                      <a:pt x="12" y="19"/>
                      <a:pt x="15" y="19"/>
                      <a:pt x="18" y="20"/>
                    </a:cubicBezTo>
                    <a:lnTo>
                      <a:pt x="19" y="21"/>
                    </a:lnTo>
                    <a:cubicBezTo>
                      <a:pt x="21" y="21"/>
                      <a:pt x="24" y="21"/>
                      <a:pt x="26" y="21"/>
                    </a:cubicBezTo>
                    <a:cubicBezTo>
                      <a:pt x="31" y="20"/>
                      <a:pt x="37" y="20"/>
                      <a:pt x="43" y="19"/>
                    </a:cubicBezTo>
                    <a:cubicBezTo>
                      <a:pt x="48" y="18"/>
                      <a:pt x="54" y="18"/>
                      <a:pt x="59" y="16"/>
                    </a:cubicBezTo>
                    <a:cubicBezTo>
                      <a:pt x="66" y="15"/>
                      <a:pt x="72" y="13"/>
                      <a:pt x="79" y="12"/>
                    </a:cubicBezTo>
                    <a:cubicBezTo>
                      <a:pt x="93" y="9"/>
                      <a:pt x="107" y="5"/>
                      <a:pt x="121" y="1"/>
                    </a:cubicBezTo>
                    <a:cubicBezTo>
                      <a:pt x="125" y="0"/>
                      <a:pt x="131" y="3"/>
                      <a:pt x="132" y="8"/>
                    </a:cubicBezTo>
                    <a:cubicBezTo>
                      <a:pt x="134" y="12"/>
                      <a:pt x="131" y="19"/>
                      <a:pt x="126" y="20"/>
                    </a:cubicBezTo>
                    <a:cubicBezTo>
                      <a:pt x="109" y="26"/>
                      <a:pt x="92" y="30"/>
                      <a:pt x="75" y="34"/>
                    </a:cubicBezTo>
                    <a:cubicBezTo>
                      <a:pt x="65" y="36"/>
                      <a:pt x="57" y="38"/>
                      <a:pt x="47" y="40"/>
                    </a:cubicBezTo>
                    <a:cubicBezTo>
                      <a:pt x="43" y="41"/>
                      <a:pt x="39" y="41"/>
                      <a:pt x="35" y="42"/>
                    </a:cubicBezTo>
                    <a:cubicBezTo>
                      <a:pt x="31" y="43"/>
                      <a:pt x="27" y="43"/>
                      <a:pt x="24" y="43"/>
                    </a:cubicBezTo>
                    <a:cubicBezTo>
                      <a:pt x="22" y="43"/>
                      <a:pt x="21" y="43"/>
                      <a:pt x="20" y="43"/>
                    </a:cubicBezTo>
                    <a:cubicBezTo>
                      <a:pt x="16" y="43"/>
                      <a:pt x="12" y="43"/>
                      <a:pt x="8" y="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2" name="Google Shape;4302;p50">
                <a:extLst>
                  <a:ext uri="{FF2B5EF4-FFF2-40B4-BE49-F238E27FC236}">
                    <a16:creationId xmlns:a16="http://schemas.microsoft.com/office/drawing/2014/main" id="{99F3CB0C-2841-6134-F2C4-8321931C92F9}"/>
                  </a:ext>
                </a:extLst>
              </p:cNvPr>
              <p:cNvSpPr/>
              <p:nvPr/>
            </p:nvSpPr>
            <p:spPr>
              <a:xfrm>
                <a:off x="343420" y="3990598"/>
                <a:ext cx="83520" cy="67320"/>
              </a:xfrm>
              <a:custGeom>
                <a:avLst/>
                <a:gdLst/>
                <a:ahLst/>
                <a:cxnLst/>
                <a:rect l="l" t="t" r="r" b="b"/>
                <a:pathLst>
                  <a:path w="232" h="187" extrusionOk="0">
                    <a:moveTo>
                      <a:pt x="33" y="186"/>
                    </a:moveTo>
                    <a:cubicBezTo>
                      <a:pt x="26" y="185"/>
                      <a:pt x="20" y="182"/>
                      <a:pt x="15" y="178"/>
                    </a:cubicBezTo>
                    <a:cubicBezTo>
                      <a:pt x="10" y="174"/>
                      <a:pt x="7" y="167"/>
                      <a:pt x="5" y="161"/>
                    </a:cubicBezTo>
                    <a:cubicBezTo>
                      <a:pt x="0" y="146"/>
                      <a:pt x="0" y="129"/>
                      <a:pt x="3" y="114"/>
                    </a:cubicBezTo>
                    <a:cubicBezTo>
                      <a:pt x="4" y="109"/>
                      <a:pt x="5" y="104"/>
                      <a:pt x="7" y="99"/>
                    </a:cubicBezTo>
                    <a:cubicBezTo>
                      <a:pt x="9" y="92"/>
                      <a:pt x="11" y="86"/>
                      <a:pt x="14" y="79"/>
                    </a:cubicBezTo>
                    <a:cubicBezTo>
                      <a:pt x="16" y="69"/>
                      <a:pt x="21" y="61"/>
                      <a:pt x="26" y="52"/>
                    </a:cubicBezTo>
                    <a:cubicBezTo>
                      <a:pt x="31" y="43"/>
                      <a:pt x="37" y="34"/>
                      <a:pt x="43" y="27"/>
                    </a:cubicBezTo>
                    <a:cubicBezTo>
                      <a:pt x="49" y="20"/>
                      <a:pt x="57" y="14"/>
                      <a:pt x="64" y="10"/>
                    </a:cubicBezTo>
                    <a:cubicBezTo>
                      <a:pt x="73" y="6"/>
                      <a:pt x="82" y="5"/>
                      <a:pt x="92" y="8"/>
                    </a:cubicBezTo>
                    <a:cubicBezTo>
                      <a:pt x="95" y="9"/>
                      <a:pt x="98" y="11"/>
                      <a:pt x="100" y="13"/>
                    </a:cubicBezTo>
                    <a:cubicBezTo>
                      <a:pt x="101" y="12"/>
                      <a:pt x="101" y="11"/>
                      <a:pt x="102" y="9"/>
                    </a:cubicBezTo>
                    <a:cubicBezTo>
                      <a:pt x="104" y="4"/>
                      <a:pt x="110" y="0"/>
                      <a:pt x="116" y="2"/>
                    </a:cubicBezTo>
                    <a:cubicBezTo>
                      <a:pt x="122" y="4"/>
                      <a:pt x="125" y="11"/>
                      <a:pt x="123" y="16"/>
                    </a:cubicBezTo>
                    <a:cubicBezTo>
                      <a:pt x="121" y="22"/>
                      <a:pt x="119" y="28"/>
                      <a:pt x="117" y="34"/>
                    </a:cubicBezTo>
                    <a:cubicBezTo>
                      <a:pt x="117" y="37"/>
                      <a:pt x="115" y="40"/>
                      <a:pt x="115" y="43"/>
                    </a:cubicBezTo>
                    <a:cubicBezTo>
                      <a:pt x="114" y="44"/>
                      <a:pt x="114" y="46"/>
                      <a:pt x="113" y="48"/>
                    </a:cubicBezTo>
                    <a:cubicBezTo>
                      <a:pt x="112" y="51"/>
                      <a:pt x="110" y="53"/>
                      <a:pt x="107" y="54"/>
                    </a:cubicBezTo>
                    <a:cubicBezTo>
                      <a:pt x="104" y="56"/>
                      <a:pt x="100" y="56"/>
                      <a:pt x="96" y="54"/>
                    </a:cubicBezTo>
                    <a:cubicBezTo>
                      <a:pt x="93" y="52"/>
                      <a:pt x="91" y="48"/>
                      <a:pt x="91" y="44"/>
                    </a:cubicBezTo>
                    <a:cubicBezTo>
                      <a:pt x="91" y="43"/>
                      <a:pt x="91" y="42"/>
                      <a:pt x="91" y="41"/>
                    </a:cubicBezTo>
                    <a:lnTo>
                      <a:pt x="91" y="40"/>
                    </a:lnTo>
                    <a:cubicBezTo>
                      <a:pt x="91" y="41"/>
                      <a:pt x="91" y="41"/>
                      <a:pt x="91" y="41"/>
                    </a:cubicBezTo>
                    <a:lnTo>
                      <a:pt x="91" y="40"/>
                    </a:lnTo>
                    <a:cubicBezTo>
                      <a:pt x="91" y="39"/>
                      <a:pt x="90" y="38"/>
                      <a:pt x="90" y="37"/>
                    </a:cubicBezTo>
                    <a:cubicBezTo>
                      <a:pt x="90" y="36"/>
                      <a:pt x="90" y="36"/>
                      <a:pt x="89" y="34"/>
                    </a:cubicBezTo>
                    <a:cubicBezTo>
                      <a:pt x="89" y="33"/>
                      <a:pt x="89" y="33"/>
                      <a:pt x="88" y="32"/>
                    </a:cubicBezTo>
                    <a:lnTo>
                      <a:pt x="88" y="31"/>
                    </a:lnTo>
                    <a:cubicBezTo>
                      <a:pt x="87" y="30"/>
                      <a:pt x="86" y="30"/>
                      <a:pt x="86" y="30"/>
                    </a:cubicBezTo>
                    <a:cubicBezTo>
                      <a:pt x="86" y="29"/>
                      <a:pt x="85" y="29"/>
                      <a:pt x="85" y="29"/>
                    </a:cubicBezTo>
                    <a:lnTo>
                      <a:pt x="84" y="28"/>
                    </a:lnTo>
                    <a:cubicBezTo>
                      <a:pt x="83" y="28"/>
                      <a:pt x="83" y="28"/>
                      <a:pt x="83" y="28"/>
                    </a:cubicBezTo>
                    <a:cubicBezTo>
                      <a:pt x="82" y="27"/>
                      <a:pt x="82" y="27"/>
                      <a:pt x="82" y="27"/>
                    </a:cubicBezTo>
                    <a:cubicBezTo>
                      <a:pt x="81" y="27"/>
                      <a:pt x="81" y="27"/>
                      <a:pt x="81" y="27"/>
                    </a:cubicBezTo>
                    <a:cubicBezTo>
                      <a:pt x="80" y="27"/>
                      <a:pt x="79" y="27"/>
                      <a:pt x="79" y="28"/>
                    </a:cubicBezTo>
                    <a:cubicBezTo>
                      <a:pt x="77" y="28"/>
                      <a:pt x="76" y="28"/>
                      <a:pt x="75" y="29"/>
                    </a:cubicBezTo>
                    <a:cubicBezTo>
                      <a:pt x="75" y="29"/>
                      <a:pt x="76" y="29"/>
                      <a:pt x="76" y="28"/>
                    </a:cubicBezTo>
                    <a:cubicBezTo>
                      <a:pt x="75" y="29"/>
                      <a:pt x="75" y="29"/>
                      <a:pt x="74" y="29"/>
                    </a:cubicBezTo>
                    <a:cubicBezTo>
                      <a:pt x="72" y="30"/>
                      <a:pt x="71" y="30"/>
                      <a:pt x="70" y="31"/>
                    </a:cubicBezTo>
                    <a:cubicBezTo>
                      <a:pt x="69" y="32"/>
                      <a:pt x="67" y="33"/>
                      <a:pt x="66" y="34"/>
                    </a:cubicBezTo>
                    <a:cubicBezTo>
                      <a:pt x="64" y="36"/>
                      <a:pt x="62" y="37"/>
                      <a:pt x="60" y="39"/>
                    </a:cubicBezTo>
                    <a:cubicBezTo>
                      <a:pt x="58" y="41"/>
                      <a:pt x="55" y="44"/>
                      <a:pt x="54" y="47"/>
                    </a:cubicBezTo>
                    <a:lnTo>
                      <a:pt x="54" y="46"/>
                    </a:lnTo>
                    <a:cubicBezTo>
                      <a:pt x="50" y="52"/>
                      <a:pt x="46" y="59"/>
                      <a:pt x="41" y="66"/>
                    </a:cubicBezTo>
                    <a:cubicBezTo>
                      <a:pt x="38" y="72"/>
                      <a:pt x="36" y="78"/>
                      <a:pt x="33" y="84"/>
                    </a:cubicBezTo>
                    <a:cubicBezTo>
                      <a:pt x="29" y="94"/>
                      <a:pt x="26" y="104"/>
                      <a:pt x="24" y="113"/>
                    </a:cubicBezTo>
                    <a:cubicBezTo>
                      <a:pt x="23" y="118"/>
                      <a:pt x="22" y="122"/>
                      <a:pt x="22" y="126"/>
                    </a:cubicBezTo>
                    <a:cubicBezTo>
                      <a:pt x="22" y="129"/>
                      <a:pt x="22" y="132"/>
                      <a:pt x="22" y="136"/>
                    </a:cubicBezTo>
                    <a:cubicBezTo>
                      <a:pt x="22" y="139"/>
                      <a:pt x="22" y="142"/>
                      <a:pt x="22" y="146"/>
                    </a:cubicBezTo>
                    <a:cubicBezTo>
                      <a:pt x="23" y="146"/>
                      <a:pt x="23" y="146"/>
                      <a:pt x="23" y="147"/>
                    </a:cubicBezTo>
                    <a:cubicBezTo>
                      <a:pt x="23" y="146"/>
                      <a:pt x="23" y="146"/>
                      <a:pt x="22" y="146"/>
                    </a:cubicBezTo>
                    <a:cubicBezTo>
                      <a:pt x="23" y="149"/>
                      <a:pt x="23" y="151"/>
                      <a:pt x="25" y="154"/>
                    </a:cubicBezTo>
                    <a:cubicBezTo>
                      <a:pt x="25" y="155"/>
                      <a:pt x="25" y="156"/>
                      <a:pt x="26" y="157"/>
                    </a:cubicBezTo>
                    <a:cubicBezTo>
                      <a:pt x="26" y="158"/>
                      <a:pt x="26" y="159"/>
                      <a:pt x="27" y="160"/>
                    </a:cubicBezTo>
                    <a:cubicBezTo>
                      <a:pt x="27" y="160"/>
                      <a:pt x="26" y="159"/>
                      <a:pt x="26" y="158"/>
                    </a:cubicBezTo>
                    <a:cubicBezTo>
                      <a:pt x="27" y="160"/>
                      <a:pt x="27" y="160"/>
                      <a:pt x="27" y="161"/>
                    </a:cubicBezTo>
                    <a:cubicBezTo>
                      <a:pt x="28" y="161"/>
                      <a:pt x="29" y="162"/>
                      <a:pt x="29" y="163"/>
                    </a:cubicBezTo>
                    <a:lnTo>
                      <a:pt x="29" y="162"/>
                    </a:lnTo>
                    <a:cubicBezTo>
                      <a:pt x="29" y="163"/>
                      <a:pt x="29" y="163"/>
                      <a:pt x="30" y="163"/>
                    </a:cubicBezTo>
                    <a:lnTo>
                      <a:pt x="30" y="164"/>
                    </a:lnTo>
                    <a:cubicBezTo>
                      <a:pt x="31" y="164"/>
                      <a:pt x="31" y="164"/>
                      <a:pt x="31" y="164"/>
                    </a:cubicBezTo>
                    <a:cubicBezTo>
                      <a:pt x="32" y="164"/>
                      <a:pt x="32" y="164"/>
                      <a:pt x="33" y="164"/>
                    </a:cubicBezTo>
                    <a:lnTo>
                      <a:pt x="34" y="164"/>
                    </a:lnTo>
                    <a:lnTo>
                      <a:pt x="36" y="164"/>
                    </a:lnTo>
                    <a:lnTo>
                      <a:pt x="37" y="164"/>
                    </a:lnTo>
                    <a:cubicBezTo>
                      <a:pt x="39" y="164"/>
                      <a:pt x="40" y="164"/>
                      <a:pt x="41" y="164"/>
                    </a:cubicBezTo>
                    <a:cubicBezTo>
                      <a:pt x="43" y="163"/>
                      <a:pt x="46" y="162"/>
                      <a:pt x="48" y="161"/>
                    </a:cubicBezTo>
                    <a:cubicBezTo>
                      <a:pt x="50" y="160"/>
                      <a:pt x="53" y="158"/>
                      <a:pt x="55" y="157"/>
                    </a:cubicBezTo>
                    <a:cubicBezTo>
                      <a:pt x="57" y="156"/>
                      <a:pt x="60" y="154"/>
                      <a:pt x="61" y="153"/>
                    </a:cubicBezTo>
                    <a:cubicBezTo>
                      <a:pt x="67" y="149"/>
                      <a:pt x="71" y="144"/>
                      <a:pt x="75" y="140"/>
                    </a:cubicBezTo>
                    <a:cubicBezTo>
                      <a:pt x="79" y="137"/>
                      <a:pt x="82" y="133"/>
                      <a:pt x="85" y="130"/>
                    </a:cubicBezTo>
                    <a:cubicBezTo>
                      <a:pt x="88" y="126"/>
                      <a:pt x="92" y="122"/>
                      <a:pt x="95" y="117"/>
                    </a:cubicBezTo>
                    <a:cubicBezTo>
                      <a:pt x="95" y="118"/>
                      <a:pt x="94" y="118"/>
                      <a:pt x="94" y="118"/>
                    </a:cubicBezTo>
                    <a:cubicBezTo>
                      <a:pt x="97" y="115"/>
                      <a:pt x="99" y="111"/>
                      <a:pt x="101" y="107"/>
                    </a:cubicBezTo>
                    <a:cubicBezTo>
                      <a:pt x="105" y="101"/>
                      <a:pt x="108" y="94"/>
                      <a:pt x="111" y="87"/>
                    </a:cubicBezTo>
                    <a:cubicBezTo>
                      <a:pt x="111" y="86"/>
                      <a:pt x="112" y="85"/>
                      <a:pt x="112" y="84"/>
                    </a:cubicBezTo>
                    <a:cubicBezTo>
                      <a:pt x="113" y="83"/>
                      <a:pt x="113" y="82"/>
                      <a:pt x="113" y="82"/>
                    </a:cubicBezTo>
                    <a:cubicBezTo>
                      <a:pt x="115" y="76"/>
                      <a:pt x="121" y="73"/>
                      <a:pt x="127" y="75"/>
                    </a:cubicBezTo>
                    <a:cubicBezTo>
                      <a:pt x="132" y="76"/>
                      <a:pt x="136" y="83"/>
                      <a:pt x="134" y="89"/>
                    </a:cubicBezTo>
                    <a:lnTo>
                      <a:pt x="134" y="90"/>
                    </a:lnTo>
                    <a:cubicBezTo>
                      <a:pt x="133" y="91"/>
                      <a:pt x="132" y="93"/>
                      <a:pt x="132" y="94"/>
                    </a:cubicBezTo>
                    <a:cubicBezTo>
                      <a:pt x="131" y="97"/>
                      <a:pt x="131" y="100"/>
                      <a:pt x="131" y="103"/>
                    </a:cubicBezTo>
                    <a:cubicBezTo>
                      <a:pt x="131" y="105"/>
                      <a:pt x="130" y="108"/>
                      <a:pt x="130" y="110"/>
                    </a:cubicBezTo>
                    <a:cubicBezTo>
                      <a:pt x="130" y="112"/>
                      <a:pt x="131" y="115"/>
                      <a:pt x="131" y="117"/>
                    </a:cubicBezTo>
                    <a:cubicBezTo>
                      <a:pt x="131" y="118"/>
                      <a:pt x="131" y="119"/>
                      <a:pt x="132" y="121"/>
                    </a:cubicBezTo>
                    <a:cubicBezTo>
                      <a:pt x="132" y="121"/>
                      <a:pt x="132" y="122"/>
                      <a:pt x="132" y="123"/>
                    </a:cubicBezTo>
                    <a:cubicBezTo>
                      <a:pt x="133" y="124"/>
                      <a:pt x="134" y="125"/>
                      <a:pt x="134" y="125"/>
                    </a:cubicBezTo>
                    <a:cubicBezTo>
                      <a:pt x="134" y="126"/>
                      <a:pt x="135" y="126"/>
                      <a:pt x="135" y="126"/>
                    </a:cubicBezTo>
                    <a:cubicBezTo>
                      <a:pt x="135" y="127"/>
                      <a:pt x="136" y="128"/>
                      <a:pt x="136" y="128"/>
                    </a:cubicBezTo>
                    <a:lnTo>
                      <a:pt x="137" y="129"/>
                    </a:lnTo>
                    <a:lnTo>
                      <a:pt x="138" y="129"/>
                    </a:lnTo>
                    <a:lnTo>
                      <a:pt x="137" y="129"/>
                    </a:lnTo>
                    <a:lnTo>
                      <a:pt x="136" y="129"/>
                    </a:lnTo>
                    <a:lnTo>
                      <a:pt x="136" y="128"/>
                    </a:lnTo>
                    <a:lnTo>
                      <a:pt x="136" y="129"/>
                    </a:lnTo>
                    <a:lnTo>
                      <a:pt x="137" y="129"/>
                    </a:lnTo>
                    <a:lnTo>
                      <a:pt x="138" y="129"/>
                    </a:lnTo>
                    <a:cubicBezTo>
                      <a:pt x="139" y="130"/>
                      <a:pt x="139" y="130"/>
                      <a:pt x="139" y="130"/>
                    </a:cubicBezTo>
                    <a:cubicBezTo>
                      <a:pt x="140" y="130"/>
                      <a:pt x="141" y="130"/>
                      <a:pt x="141" y="130"/>
                    </a:cubicBezTo>
                    <a:cubicBezTo>
                      <a:pt x="141" y="130"/>
                      <a:pt x="142" y="130"/>
                      <a:pt x="142" y="131"/>
                    </a:cubicBezTo>
                    <a:cubicBezTo>
                      <a:pt x="142" y="130"/>
                      <a:pt x="143" y="130"/>
                      <a:pt x="143" y="130"/>
                    </a:cubicBezTo>
                    <a:cubicBezTo>
                      <a:pt x="145" y="130"/>
                      <a:pt x="146" y="129"/>
                      <a:pt x="147" y="129"/>
                    </a:cubicBezTo>
                    <a:cubicBezTo>
                      <a:pt x="149" y="129"/>
                      <a:pt x="150" y="128"/>
                      <a:pt x="152" y="128"/>
                    </a:cubicBezTo>
                    <a:cubicBezTo>
                      <a:pt x="153" y="127"/>
                      <a:pt x="154" y="126"/>
                      <a:pt x="156" y="126"/>
                    </a:cubicBezTo>
                    <a:cubicBezTo>
                      <a:pt x="157" y="125"/>
                      <a:pt x="159" y="124"/>
                      <a:pt x="161" y="122"/>
                    </a:cubicBezTo>
                    <a:cubicBezTo>
                      <a:pt x="164" y="119"/>
                      <a:pt x="167" y="117"/>
                      <a:pt x="170" y="114"/>
                    </a:cubicBezTo>
                    <a:cubicBezTo>
                      <a:pt x="174" y="109"/>
                      <a:pt x="178" y="104"/>
                      <a:pt x="182" y="99"/>
                    </a:cubicBezTo>
                    <a:cubicBezTo>
                      <a:pt x="189" y="89"/>
                      <a:pt x="196" y="79"/>
                      <a:pt x="202" y="68"/>
                    </a:cubicBezTo>
                    <a:cubicBezTo>
                      <a:pt x="204" y="65"/>
                      <a:pt x="205" y="62"/>
                      <a:pt x="206" y="59"/>
                    </a:cubicBezTo>
                    <a:cubicBezTo>
                      <a:pt x="207" y="58"/>
                      <a:pt x="208" y="56"/>
                      <a:pt x="208" y="54"/>
                    </a:cubicBezTo>
                    <a:cubicBezTo>
                      <a:pt x="208" y="53"/>
                      <a:pt x="209" y="51"/>
                      <a:pt x="209" y="50"/>
                    </a:cubicBezTo>
                    <a:cubicBezTo>
                      <a:pt x="209" y="49"/>
                      <a:pt x="209" y="48"/>
                      <a:pt x="209" y="47"/>
                    </a:cubicBezTo>
                    <a:cubicBezTo>
                      <a:pt x="209" y="48"/>
                      <a:pt x="209" y="48"/>
                      <a:pt x="209" y="49"/>
                    </a:cubicBezTo>
                    <a:cubicBezTo>
                      <a:pt x="209" y="48"/>
                      <a:pt x="209" y="47"/>
                      <a:pt x="209" y="45"/>
                    </a:cubicBezTo>
                    <a:cubicBezTo>
                      <a:pt x="209" y="45"/>
                      <a:pt x="209" y="44"/>
                      <a:pt x="208" y="43"/>
                    </a:cubicBezTo>
                    <a:cubicBezTo>
                      <a:pt x="208" y="41"/>
                      <a:pt x="207" y="40"/>
                      <a:pt x="206" y="38"/>
                    </a:cubicBezTo>
                    <a:lnTo>
                      <a:pt x="206" y="37"/>
                    </a:lnTo>
                    <a:lnTo>
                      <a:pt x="206" y="36"/>
                    </a:lnTo>
                    <a:cubicBezTo>
                      <a:pt x="205" y="36"/>
                      <a:pt x="204" y="35"/>
                      <a:pt x="203" y="34"/>
                    </a:cubicBezTo>
                    <a:lnTo>
                      <a:pt x="202" y="33"/>
                    </a:lnTo>
                    <a:lnTo>
                      <a:pt x="201" y="32"/>
                    </a:lnTo>
                    <a:cubicBezTo>
                      <a:pt x="200" y="32"/>
                      <a:pt x="199" y="32"/>
                      <a:pt x="199" y="31"/>
                    </a:cubicBezTo>
                    <a:cubicBezTo>
                      <a:pt x="198" y="30"/>
                      <a:pt x="196" y="30"/>
                      <a:pt x="195" y="30"/>
                    </a:cubicBezTo>
                    <a:cubicBezTo>
                      <a:pt x="194" y="30"/>
                      <a:pt x="193" y="29"/>
                      <a:pt x="192" y="29"/>
                    </a:cubicBezTo>
                    <a:cubicBezTo>
                      <a:pt x="191" y="29"/>
                      <a:pt x="189" y="29"/>
                      <a:pt x="188" y="29"/>
                    </a:cubicBezTo>
                    <a:cubicBezTo>
                      <a:pt x="187" y="29"/>
                      <a:pt x="186" y="29"/>
                      <a:pt x="185" y="29"/>
                    </a:cubicBezTo>
                    <a:cubicBezTo>
                      <a:pt x="184" y="30"/>
                      <a:pt x="182" y="30"/>
                      <a:pt x="181" y="30"/>
                    </a:cubicBezTo>
                    <a:cubicBezTo>
                      <a:pt x="180" y="31"/>
                      <a:pt x="178" y="32"/>
                      <a:pt x="177" y="32"/>
                    </a:cubicBezTo>
                    <a:cubicBezTo>
                      <a:pt x="174" y="33"/>
                      <a:pt x="172" y="34"/>
                      <a:pt x="170" y="36"/>
                    </a:cubicBezTo>
                    <a:cubicBezTo>
                      <a:pt x="167" y="37"/>
                      <a:pt x="165" y="39"/>
                      <a:pt x="163" y="41"/>
                    </a:cubicBezTo>
                    <a:cubicBezTo>
                      <a:pt x="162" y="41"/>
                      <a:pt x="161" y="42"/>
                      <a:pt x="160" y="43"/>
                    </a:cubicBezTo>
                    <a:cubicBezTo>
                      <a:pt x="159" y="44"/>
                      <a:pt x="158" y="45"/>
                      <a:pt x="157" y="46"/>
                    </a:cubicBezTo>
                    <a:cubicBezTo>
                      <a:pt x="153" y="51"/>
                      <a:pt x="147" y="51"/>
                      <a:pt x="142" y="47"/>
                    </a:cubicBezTo>
                    <a:cubicBezTo>
                      <a:pt x="138" y="44"/>
                      <a:pt x="138" y="37"/>
                      <a:pt x="141" y="33"/>
                    </a:cubicBezTo>
                    <a:cubicBezTo>
                      <a:pt x="143" y="30"/>
                      <a:pt x="145" y="28"/>
                      <a:pt x="148" y="26"/>
                    </a:cubicBezTo>
                    <a:cubicBezTo>
                      <a:pt x="150" y="23"/>
                      <a:pt x="153" y="22"/>
                      <a:pt x="156" y="19"/>
                    </a:cubicBezTo>
                    <a:cubicBezTo>
                      <a:pt x="162" y="15"/>
                      <a:pt x="169" y="12"/>
                      <a:pt x="175" y="9"/>
                    </a:cubicBezTo>
                    <a:cubicBezTo>
                      <a:pt x="188" y="6"/>
                      <a:pt x="204" y="7"/>
                      <a:pt x="215" y="16"/>
                    </a:cubicBezTo>
                    <a:cubicBezTo>
                      <a:pt x="220" y="19"/>
                      <a:pt x="224" y="25"/>
                      <a:pt x="227" y="30"/>
                    </a:cubicBezTo>
                    <a:cubicBezTo>
                      <a:pt x="230" y="37"/>
                      <a:pt x="231" y="44"/>
                      <a:pt x="230" y="52"/>
                    </a:cubicBezTo>
                    <a:cubicBezTo>
                      <a:pt x="229" y="63"/>
                      <a:pt x="223" y="74"/>
                      <a:pt x="217" y="84"/>
                    </a:cubicBezTo>
                    <a:cubicBezTo>
                      <a:pt x="215" y="89"/>
                      <a:pt x="212" y="93"/>
                      <a:pt x="209" y="98"/>
                    </a:cubicBezTo>
                    <a:cubicBezTo>
                      <a:pt x="202" y="108"/>
                      <a:pt x="195" y="118"/>
                      <a:pt x="187" y="126"/>
                    </a:cubicBezTo>
                    <a:cubicBezTo>
                      <a:pt x="182" y="132"/>
                      <a:pt x="177" y="137"/>
                      <a:pt x="170" y="142"/>
                    </a:cubicBezTo>
                    <a:cubicBezTo>
                      <a:pt x="164" y="146"/>
                      <a:pt x="157" y="149"/>
                      <a:pt x="149" y="151"/>
                    </a:cubicBezTo>
                    <a:cubicBezTo>
                      <a:pt x="143" y="153"/>
                      <a:pt x="136" y="152"/>
                      <a:pt x="130" y="150"/>
                    </a:cubicBezTo>
                    <a:cubicBezTo>
                      <a:pt x="124" y="147"/>
                      <a:pt x="118" y="142"/>
                      <a:pt x="114" y="136"/>
                    </a:cubicBezTo>
                    <a:cubicBezTo>
                      <a:pt x="113" y="133"/>
                      <a:pt x="113" y="131"/>
                      <a:pt x="111" y="129"/>
                    </a:cubicBezTo>
                    <a:cubicBezTo>
                      <a:pt x="107" y="135"/>
                      <a:pt x="101" y="142"/>
                      <a:pt x="96" y="147"/>
                    </a:cubicBezTo>
                    <a:cubicBezTo>
                      <a:pt x="89" y="156"/>
                      <a:pt x="81" y="164"/>
                      <a:pt x="72" y="170"/>
                    </a:cubicBezTo>
                    <a:cubicBezTo>
                      <a:pt x="67" y="175"/>
                      <a:pt x="61" y="178"/>
                      <a:pt x="55" y="181"/>
                    </a:cubicBezTo>
                    <a:cubicBezTo>
                      <a:pt x="48" y="184"/>
                      <a:pt x="41" y="186"/>
                      <a:pt x="34" y="186"/>
                    </a:cubicBezTo>
                    <a:lnTo>
                      <a:pt x="33" y="18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3" name="Google Shape;4303;p50">
                <a:extLst>
                  <a:ext uri="{FF2B5EF4-FFF2-40B4-BE49-F238E27FC236}">
                    <a16:creationId xmlns:a16="http://schemas.microsoft.com/office/drawing/2014/main" id="{61D0096B-4918-FDCF-5DE9-E2398F71F8F8}"/>
                  </a:ext>
                </a:extLst>
              </p:cNvPr>
              <p:cNvSpPr/>
              <p:nvPr/>
            </p:nvSpPr>
            <p:spPr>
              <a:xfrm>
                <a:off x="421540" y="3990958"/>
                <a:ext cx="39960" cy="61560"/>
              </a:xfrm>
              <a:custGeom>
                <a:avLst/>
                <a:gdLst/>
                <a:ahLst/>
                <a:cxnLst/>
                <a:rect l="l" t="t" r="r" b="b"/>
                <a:pathLst>
                  <a:path w="111" h="171" extrusionOk="0">
                    <a:moveTo>
                      <a:pt x="1" y="160"/>
                    </a:moveTo>
                    <a:cubicBezTo>
                      <a:pt x="0" y="155"/>
                      <a:pt x="5" y="149"/>
                      <a:pt x="10" y="148"/>
                    </a:cubicBezTo>
                    <a:cubicBezTo>
                      <a:pt x="17" y="148"/>
                      <a:pt x="24" y="148"/>
                      <a:pt x="31" y="147"/>
                    </a:cubicBezTo>
                    <a:cubicBezTo>
                      <a:pt x="38" y="145"/>
                      <a:pt x="44" y="144"/>
                      <a:pt x="50" y="143"/>
                    </a:cubicBezTo>
                    <a:cubicBezTo>
                      <a:pt x="52" y="142"/>
                      <a:pt x="55" y="141"/>
                      <a:pt x="57" y="140"/>
                    </a:cubicBezTo>
                    <a:cubicBezTo>
                      <a:pt x="58" y="140"/>
                      <a:pt x="58" y="140"/>
                      <a:pt x="59" y="140"/>
                    </a:cubicBezTo>
                    <a:cubicBezTo>
                      <a:pt x="59" y="139"/>
                      <a:pt x="60" y="139"/>
                      <a:pt x="60" y="138"/>
                    </a:cubicBezTo>
                    <a:cubicBezTo>
                      <a:pt x="60" y="138"/>
                      <a:pt x="59" y="138"/>
                      <a:pt x="59" y="137"/>
                    </a:cubicBezTo>
                    <a:cubicBezTo>
                      <a:pt x="59" y="138"/>
                      <a:pt x="60" y="138"/>
                      <a:pt x="60" y="138"/>
                    </a:cubicBezTo>
                    <a:cubicBezTo>
                      <a:pt x="56" y="134"/>
                      <a:pt x="51" y="130"/>
                      <a:pt x="47" y="126"/>
                    </a:cubicBezTo>
                    <a:cubicBezTo>
                      <a:pt x="47" y="126"/>
                      <a:pt x="48" y="126"/>
                      <a:pt x="48" y="127"/>
                    </a:cubicBezTo>
                    <a:cubicBezTo>
                      <a:pt x="41" y="120"/>
                      <a:pt x="34" y="113"/>
                      <a:pt x="28" y="106"/>
                    </a:cubicBezTo>
                    <a:cubicBezTo>
                      <a:pt x="24" y="102"/>
                      <a:pt x="21" y="97"/>
                      <a:pt x="18" y="92"/>
                    </a:cubicBezTo>
                    <a:cubicBezTo>
                      <a:pt x="16" y="88"/>
                      <a:pt x="13" y="83"/>
                      <a:pt x="12" y="78"/>
                    </a:cubicBezTo>
                    <a:cubicBezTo>
                      <a:pt x="9" y="67"/>
                      <a:pt x="10" y="56"/>
                      <a:pt x="14" y="45"/>
                    </a:cubicBezTo>
                    <a:cubicBezTo>
                      <a:pt x="17" y="35"/>
                      <a:pt x="24" y="27"/>
                      <a:pt x="32" y="20"/>
                    </a:cubicBezTo>
                    <a:cubicBezTo>
                      <a:pt x="40" y="13"/>
                      <a:pt x="51" y="8"/>
                      <a:pt x="61" y="4"/>
                    </a:cubicBezTo>
                    <a:cubicBezTo>
                      <a:pt x="66" y="3"/>
                      <a:pt x="72" y="2"/>
                      <a:pt x="76" y="2"/>
                    </a:cubicBezTo>
                    <a:cubicBezTo>
                      <a:pt x="83" y="0"/>
                      <a:pt x="88" y="2"/>
                      <a:pt x="94" y="3"/>
                    </a:cubicBezTo>
                    <a:cubicBezTo>
                      <a:pt x="102" y="6"/>
                      <a:pt x="109" y="12"/>
                      <a:pt x="110" y="20"/>
                    </a:cubicBezTo>
                    <a:cubicBezTo>
                      <a:pt x="110" y="22"/>
                      <a:pt x="110" y="24"/>
                      <a:pt x="109" y="25"/>
                    </a:cubicBezTo>
                    <a:cubicBezTo>
                      <a:pt x="109" y="27"/>
                      <a:pt x="108" y="29"/>
                      <a:pt x="106" y="30"/>
                    </a:cubicBezTo>
                    <a:cubicBezTo>
                      <a:pt x="104" y="33"/>
                      <a:pt x="100" y="34"/>
                      <a:pt x="95" y="32"/>
                    </a:cubicBezTo>
                    <a:cubicBezTo>
                      <a:pt x="92" y="31"/>
                      <a:pt x="89" y="28"/>
                      <a:pt x="88" y="25"/>
                    </a:cubicBezTo>
                    <a:cubicBezTo>
                      <a:pt x="88" y="25"/>
                      <a:pt x="88" y="24"/>
                      <a:pt x="87" y="24"/>
                    </a:cubicBezTo>
                    <a:lnTo>
                      <a:pt x="86" y="24"/>
                    </a:lnTo>
                    <a:cubicBezTo>
                      <a:pt x="85" y="24"/>
                      <a:pt x="83" y="24"/>
                      <a:pt x="82" y="23"/>
                    </a:cubicBezTo>
                    <a:cubicBezTo>
                      <a:pt x="81" y="23"/>
                      <a:pt x="80" y="23"/>
                      <a:pt x="79" y="23"/>
                    </a:cubicBezTo>
                    <a:lnTo>
                      <a:pt x="80" y="23"/>
                    </a:lnTo>
                    <a:cubicBezTo>
                      <a:pt x="79" y="23"/>
                      <a:pt x="77" y="24"/>
                      <a:pt x="76" y="24"/>
                    </a:cubicBezTo>
                    <a:cubicBezTo>
                      <a:pt x="73" y="24"/>
                      <a:pt x="70" y="25"/>
                      <a:pt x="68" y="25"/>
                    </a:cubicBezTo>
                    <a:cubicBezTo>
                      <a:pt x="65" y="27"/>
                      <a:pt x="60" y="28"/>
                      <a:pt x="58" y="30"/>
                    </a:cubicBezTo>
                    <a:cubicBezTo>
                      <a:pt x="55" y="30"/>
                      <a:pt x="53" y="31"/>
                      <a:pt x="51" y="32"/>
                    </a:cubicBezTo>
                    <a:cubicBezTo>
                      <a:pt x="50" y="34"/>
                      <a:pt x="48" y="35"/>
                      <a:pt x="46" y="36"/>
                    </a:cubicBezTo>
                    <a:cubicBezTo>
                      <a:pt x="45" y="37"/>
                      <a:pt x="44" y="38"/>
                      <a:pt x="43" y="39"/>
                    </a:cubicBezTo>
                    <a:cubicBezTo>
                      <a:pt x="42" y="41"/>
                      <a:pt x="41" y="42"/>
                      <a:pt x="39" y="43"/>
                    </a:cubicBezTo>
                    <a:cubicBezTo>
                      <a:pt x="38" y="45"/>
                      <a:pt x="37" y="47"/>
                      <a:pt x="36" y="48"/>
                    </a:cubicBezTo>
                    <a:cubicBezTo>
                      <a:pt x="35" y="49"/>
                      <a:pt x="35" y="51"/>
                      <a:pt x="34" y="52"/>
                    </a:cubicBezTo>
                    <a:cubicBezTo>
                      <a:pt x="34" y="53"/>
                      <a:pt x="33" y="55"/>
                      <a:pt x="33" y="56"/>
                    </a:cubicBezTo>
                    <a:cubicBezTo>
                      <a:pt x="32" y="57"/>
                      <a:pt x="32" y="59"/>
                      <a:pt x="32" y="60"/>
                    </a:cubicBezTo>
                    <a:cubicBezTo>
                      <a:pt x="32" y="61"/>
                      <a:pt x="32" y="62"/>
                      <a:pt x="32" y="64"/>
                    </a:cubicBezTo>
                    <a:cubicBezTo>
                      <a:pt x="32" y="66"/>
                      <a:pt x="32" y="67"/>
                      <a:pt x="32" y="70"/>
                    </a:cubicBezTo>
                    <a:cubicBezTo>
                      <a:pt x="33" y="71"/>
                      <a:pt x="33" y="73"/>
                      <a:pt x="34" y="74"/>
                    </a:cubicBezTo>
                    <a:cubicBezTo>
                      <a:pt x="34" y="75"/>
                      <a:pt x="35" y="77"/>
                      <a:pt x="35" y="78"/>
                    </a:cubicBezTo>
                    <a:cubicBezTo>
                      <a:pt x="36" y="80"/>
                      <a:pt x="37" y="81"/>
                      <a:pt x="37" y="82"/>
                    </a:cubicBezTo>
                    <a:cubicBezTo>
                      <a:pt x="38" y="84"/>
                      <a:pt x="40" y="87"/>
                      <a:pt x="42" y="89"/>
                    </a:cubicBezTo>
                    <a:cubicBezTo>
                      <a:pt x="48" y="96"/>
                      <a:pt x="55" y="103"/>
                      <a:pt x="62" y="110"/>
                    </a:cubicBezTo>
                    <a:cubicBezTo>
                      <a:pt x="66" y="113"/>
                      <a:pt x="69" y="116"/>
                      <a:pt x="72" y="119"/>
                    </a:cubicBezTo>
                    <a:cubicBezTo>
                      <a:pt x="75" y="122"/>
                      <a:pt x="79" y="124"/>
                      <a:pt x="80" y="129"/>
                    </a:cubicBezTo>
                    <a:cubicBezTo>
                      <a:pt x="81" y="131"/>
                      <a:pt x="83" y="133"/>
                      <a:pt x="83" y="135"/>
                    </a:cubicBezTo>
                    <a:cubicBezTo>
                      <a:pt x="83" y="138"/>
                      <a:pt x="83" y="141"/>
                      <a:pt x="82" y="145"/>
                    </a:cubicBezTo>
                    <a:cubicBezTo>
                      <a:pt x="80" y="150"/>
                      <a:pt x="76" y="154"/>
                      <a:pt x="72" y="157"/>
                    </a:cubicBezTo>
                    <a:cubicBezTo>
                      <a:pt x="67" y="160"/>
                      <a:pt x="62" y="162"/>
                      <a:pt x="56" y="163"/>
                    </a:cubicBezTo>
                    <a:cubicBezTo>
                      <a:pt x="49" y="165"/>
                      <a:pt x="42" y="166"/>
                      <a:pt x="34" y="168"/>
                    </a:cubicBezTo>
                    <a:cubicBezTo>
                      <a:pt x="35" y="168"/>
                      <a:pt x="35" y="168"/>
                      <a:pt x="35" y="168"/>
                    </a:cubicBezTo>
                    <a:cubicBezTo>
                      <a:pt x="28" y="169"/>
                      <a:pt x="20" y="169"/>
                      <a:pt x="13" y="170"/>
                    </a:cubicBezTo>
                    <a:cubicBezTo>
                      <a:pt x="12" y="170"/>
                      <a:pt x="12" y="170"/>
                      <a:pt x="12" y="170"/>
                    </a:cubicBezTo>
                    <a:cubicBezTo>
                      <a:pt x="6" y="170"/>
                      <a:pt x="2" y="166"/>
                      <a:pt x="1" y="1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4" name="Google Shape;4304;p50">
                <a:extLst>
                  <a:ext uri="{FF2B5EF4-FFF2-40B4-BE49-F238E27FC236}">
                    <a16:creationId xmlns:a16="http://schemas.microsoft.com/office/drawing/2014/main" id="{3F6808A8-5971-881B-6197-0B1E07D29DCC}"/>
                  </a:ext>
                </a:extLst>
              </p:cNvPr>
              <p:cNvSpPr/>
              <p:nvPr/>
            </p:nvSpPr>
            <p:spPr>
              <a:xfrm>
                <a:off x="468700" y="3988438"/>
                <a:ext cx="52920" cy="6840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190" extrusionOk="0">
                    <a:moveTo>
                      <a:pt x="23" y="162"/>
                    </a:moveTo>
                    <a:cubicBezTo>
                      <a:pt x="24" y="161"/>
                      <a:pt x="25" y="160"/>
                      <a:pt x="26" y="159"/>
                    </a:cubicBezTo>
                    <a:cubicBezTo>
                      <a:pt x="30" y="155"/>
                      <a:pt x="34" y="150"/>
                      <a:pt x="38" y="146"/>
                    </a:cubicBezTo>
                    <a:cubicBezTo>
                      <a:pt x="37" y="146"/>
                      <a:pt x="37" y="146"/>
                      <a:pt x="36" y="147"/>
                    </a:cubicBezTo>
                    <a:cubicBezTo>
                      <a:pt x="35" y="147"/>
                      <a:pt x="33" y="148"/>
                      <a:pt x="32" y="148"/>
                    </a:cubicBezTo>
                    <a:cubicBezTo>
                      <a:pt x="32" y="149"/>
                      <a:pt x="31" y="149"/>
                      <a:pt x="30" y="149"/>
                    </a:cubicBezTo>
                    <a:cubicBezTo>
                      <a:pt x="29" y="151"/>
                      <a:pt x="29" y="151"/>
                      <a:pt x="28" y="152"/>
                    </a:cubicBezTo>
                    <a:cubicBezTo>
                      <a:pt x="27" y="154"/>
                      <a:pt x="26" y="155"/>
                      <a:pt x="25" y="156"/>
                    </a:cubicBezTo>
                    <a:cubicBezTo>
                      <a:pt x="25" y="157"/>
                      <a:pt x="25" y="158"/>
                      <a:pt x="24" y="159"/>
                    </a:cubicBezTo>
                    <a:cubicBezTo>
                      <a:pt x="23" y="160"/>
                      <a:pt x="23" y="161"/>
                      <a:pt x="23" y="161"/>
                    </a:cubicBezTo>
                    <a:cubicBezTo>
                      <a:pt x="23" y="162"/>
                      <a:pt x="23" y="162"/>
                      <a:pt x="23" y="162"/>
                    </a:cubicBezTo>
                    <a:moveTo>
                      <a:pt x="12" y="187"/>
                    </a:moveTo>
                    <a:cubicBezTo>
                      <a:pt x="7" y="185"/>
                      <a:pt x="3" y="180"/>
                      <a:pt x="1" y="175"/>
                    </a:cubicBezTo>
                    <a:cubicBezTo>
                      <a:pt x="0" y="168"/>
                      <a:pt x="1" y="161"/>
                      <a:pt x="3" y="154"/>
                    </a:cubicBezTo>
                    <a:cubicBezTo>
                      <a:pt x="5" y="148"/>
                      <a:pt x="8" y="141"/>
                      <a:pt x="13" y="137"/>
                    </a:cubicBezTo>
                    <a:cubicBezTo>
                      <a:pt x="18" y="131"/>
                      <a:pt x="25" y="128"/>
                      <a:pt x="32" y="126"/>
                    </a:cubicBezTo>
                    <a:cubicBezTo>
                      <a:pt x="39" y="123"/>
                      <a:pt x="46" y="122"/>
                      <a:pt x="53" y="122"/>
                    </a:cubicBezTo>
                    <a:cubicBezTo>
                      <a:pt x="54" y="122"/>
                      <a:pt x="54" y="122"/>
                      <a:pt x="55" y="122"/>
                    </a:cubicBezTo>
                    <a:cubicBezTo>
                      <a:pt x="55" y="122"/>
                      <a:pt x="55" y="121"/>
                      <a:pt x="55" y="120"/>
                    </a:cubicBezTo>
                    <a:cubicBezTo>
                      <a:pt x="59" y="115"/>
                      <a:pt x="62" y="110"/>
                      <a:pt x="65" y="105"/>
                    </a:cubicBezTo>
                    <a:cubicBezTo>
                      <a:pt x="68" y="99"/>
                      <a:pt x="71" y="93"/>
                      <a:pt x="74" y="87"/>
                    </a:cubicBezTo>
                    <a:cubicBezTo>
                      <a:pt x="75" y="84"/>
                      <a:pt x="76" y="81"/>
                      <a:pt x="78" y="78"/>
                    </a:cubicBezTo>
                    <a:cubicBezTo>
                      <a:pt x="78" y="78"/>
                      <a:pt x="78" y="77"/>
                      <a:pt x="79" y="76"/>
                    </a:cubicBezTo>
                    <a:cubicBezTo>
                      <a:pt x="77" y="76"/>
                      <a:pt x="76" y="77"/>
                      <a:pt x="74" y="76"/>
                    </a:cubicBezTo>
                    <a:cubicBezTo>
                      <a:pt x="68" y="75"/>
                      <a:pt x="64" y="70"/>
                      <a:pt x="64" y="64"/>
                    </a:cubicBezTo>
                    <a:cubicBezTo>
                      <a:pt x="65" y="57"/>
                      <a:pt x="67" y="50"/>
                      <a:pt x="69" y="44"/>
                    </a:cubicBezTo>
                    <a:cubicBezTo>
                      <a:pt x="71" y="41"/>
                      <a:pt x="72" y="39"/>
                      <a:pt x="73" y="36"/>
                    </a:cubicBezTo>
                    <a:cubicBezTo>
                      <a:pt x="75" y="31"/>
                      <a:pt x="78" y="26"/>
                      <a:pt x="81" y="21"/>
                    </a:cubicBezTo>
                    <a:cubicBezTo>
                      <a:pt x="83" y="16"/>
                      <a:pt x="85" y="12"/>
                      <a:pt x="88" y="8"/>
                    </a:cubicBezTo>
                    <a:cubicBezTo>
                      <a:pt x="90" y="6"/>
                      <a:pt x="92" y="3"/>
                      <a:pt x="94" y="2"/>
                    </a:cubicBezTo>
                    <a:cubicBezTo>
                      <a:pt x="97" y="1"/>
                      <a:pt x="100" y="0"/>
                      <a:pt x="103" y="1"/>
                    </a:cubicBezTo>
                    <a:cubicBezTo>
                      <a:pt x="109" y="2"/>
                      <a:pt x="113" y="7"/>
                      <a:pt x="114" y="12"/>
                    </a:cubicBezTo>
                    <a:cubicBezTo>
                      <a:pt x="116" y="20"/>
                      <a:pt x="114" y="27"/>
                      <a:pt x="113" y="34"/>
                    </a:cubicBezTo>
                    <a:cubicBezTo>
                      <a:pt x="112" y="42"/>
                      <a:pt x="110" y="49"/>
                      <a:pt x="108" y="56"/>
                    </a:cubicBezTo>
                    <a:cubicBezTo>
                      <a:pt x="106" y="63"/>
                      <a:pt x="103" y="70"/>
                      <a:pt x="100" y="77"/>
                    </a:cubicBezTo>
                    <a:cubicBezTo>
                      <a:pt x="97" y="84"/>
                      <a:pt x="95" y="89"/>
                      <a:pt x="92" y="95"/>
                    </a:cubicBezTo>
                    <a:cubicBezTo>
                      <a:pt x="90" y="101"/>
                      <a:pt x="87" y="106"/>
                      <a:pt x="84" y="112"/>
                    </a:cubicBezTo>
                    <a:cubicBezTo>
                      <a:pt x="82" y="116"/>
                      <a:pt x="80" y="120"/>
                      <a:pt x="77" y="124"/>
                    </a:cubicBezTo>
                    <a:cubicBezTo>
                      <a:pt x="89" y="127"/>
                      <a:pt x="100" y="133"/>
                      <a:pt x="110" y="138"/>
                    </a:cubicBezTo>
                    <a:cubicBezTo>
                      <a:pt x="118" y="143"/>
                      <a:pt x="125" y="147"/>
                      <a:pt x="134" y="152"/>
                    </a:cubicBezTo>
                    <a:cubicBezTo>
                      <a:pt x="135" y="152"/>
                      <a:pt x="137" y="154"/>
                      <a:pt x="139" y="154"/>
                    </a:cubicBezTo>
                    <a:cubicBezTo>
                      <a:pt x="144" y="156"/>
                      <a:pt x="146" y="163"/>
                      <a:pt x="143" y="169"/>
                    </a:cubicBezTo>
                    <a:cubicBezTo>
                      <a:pt x="141" y="174"/>
                      <a:pt x="135" y="176"/>
                      <a:pt x="129" y="174"/>
                    </a:cubicBezTo>
                    <a:cubicBezTo>
                      <a:pt x="118" y="169"/>
                      <a:pt x="109" y="162"/>
                      <a:pt x="98" y="156"/>
                    </a:cubicBezTo>
                    <a:cubicBezTo>
                      <a:pt x="92" y="153"/>
                      <a:pt x="86" y="150"/>
                      <a:pt x="80" y="147"/>
                    </a:cubicBezTo>
                    <a:cubicBezTo>
                      <a:pt x="80" y="147"/>
                      <a:pt x="81" y="147"/>
                      <a:pt x="81" y="148"/>
                    </a:cubicBezTo>
                    <a:cubicBezTo>
                      <a:pt x="81" y="147"/>
                      <a:pt x="80" y="147"/>
                      <a:pt x="80" y="147"/>
                    </a:cubicBezTo>
                    <a:lnTo>
                      <a:pt x="79" y="147"/>
                    </a:lnTo>
                    <a:lnTo>
                      <a:pt x="80" y="147"/>
                    </a:lnTo>
                    <a:cubicBezTo>
                      <a:pt x="76" y="146"/>
                      <a:pt x="74" y="145"/>
                      <a:pt x="70" y="144"/>
                    </a:cubicBezTo>
                    <a:cubicBezTo>
                      <a:pt x="69" y="144"/>
                      <a:pt x="67" y="144"/>
                      <a:pt x="65" y="143"/>
                    </a:cubicBezTo>
                    <a:cubicBezTo>
                      <a:pt x="59" y="152"/>
                      <a:pt x="52" y="162"/>
                      <a:pt x="45" y="170"/>
                    </a:cubicBezTo>
                    <a:cubicBezTo>
                      <a:pt x="40" y="176"/>
                      <a:pt x="36" y="181"/>
                      <a:pt x="30" y="184"/>
                    </a:cubicBezTo>
                    <a:cubicBezTo>
                      <a:pt x="26" y="187"/>
                      <a:pt x="22" y="189"/>
                      <a:pt x="18" y="189"/>
                    </a:cubicBezTo>
                    <a:cubicBezTo>
                      <a:pt x="16" y="189"/>
                      <a:pt x="14" y="189"/>
                      <a:pt x="12" y="1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5" name="Google Shape;4305;p50">
                <a:extLst>
                  <a:ext uri="{FF2B5EF4-FFF2-40B4-BE49-F238E27FC236}">
                    <a16:creationId xmlns:a16="http://schemas.microsoft.com/office/drawing/2014/main" id="{243B43EE-71ED-2A8F-AD34-63DC30315A4B}"/>
                  </a:ext>
                </a:extLst>
              </p:cNvPr>
              <p:cNvSpPr/>
              <p:nvPr/>
            </p:nvSpPr>
            <p:spPr>
              <a:xfrm>
                <a:off x="536740" y="4004638"/>
                <a:ext cx="18000" cy="32760"/>
              </a:xfrm>
              <a:custGeom>
                <a:avLst/>
                <a:gdLst/>
                <a:ahLst/>
                <a:cxnLst/>
                <a:rect l="l" t="t" r="r" b="b"/>
                <a:pathLst>
                  <a:path w="50" h="91" extrusionOk="0">
                    <a:moveTo>
                      <a:pt x="25" y="82"/>
                    </a:moveTo>
                    <a:cubicBezTo>
                      <a:pt x="21" y="70"/>
                      <a:pt x="15" y="58"/>
                      <a:pt x="10" y="46"/>
                    </a:cubicBezTo>
                    <a:cubicBezTo>
                      <a:pt x="6" y="37"/>
                      <a:pt x="3" y="28"/>
                      <a:pt x="1" y="18"/>
                    </a:cubicBezTo>
                    <a:cubicBezTo>
                      <a:pt x="0" y="15"/>
                      <a:pt x="0" y="12"/>
                      <a:pt x="1" y="10"/>
                    </a:cubicBezTo>
                    <a:cubicBezTo>
                      <a:pt x="2" y="7"/>
                      <a:pt x="4" y="4"/>
                      <a:pt x="6" y="3"/>
                    </a:cubicBezTo>
                    <a:cubicBezTo>
                      <a:pt x="9" y="1"/>
                      <a:pt x="13" y="0"/>
                      <a:pt x="16" y="1"/>
                    </a:cubicBezTo>
                    <a:cubicBezTo>
                      <a:pt x="17" y="1"/>
                      <a:pt x="18" y="1"/>
                      <a:pt x="20" y="2"/>
                    </a:cubicBezTo>
                    <a:cubicBezTo>
                      <a:pt x="26" y="4"/>
                      <a:pt x="29" y="10"/>
                      <a:pt x="27" y="16"/>
                    </a:cubicBezTo>
                    <a:cubicBezTo>
                      <a:pt x="27" y="18"/>
                      <a:pt x="26" y="19"/>
                      <a:pt x="24" y="21"/>
                    </a:cubicBezTo>
                    <a:cubicBezTo>
                      <a:pt x="27" y="30"/>
                      <a:pt x="31" y="40"/>
                      <a:pt x="35" y="49"/>
                    </a:cubicBezTo>
                    <a:cubicBezTo>
                      <a:pt x="39" y="57"/>
                      <a:pt x="42" y="66"/>
                      <a:pt x="46" y="75"/>
                    </a:cubicBezTo>
                    <a:cubicBezTo>
                      <a:pt x="49" y="81"/>
                      <a:pt x="45" y="87"/>
                      <a:pt x="39" y="89"/>
                    </a:cubicBezTo>
                    <a:cubicBezTo>
                      <a:pt x="38" y="89"/>
                      <a:pt x="37" y="90"/>
                      <a:pt x="36" y="90"/>
                    </a:cubicBezTo>
                    <a:cubicBezTo>
                      <a:pt x="31" y="89"/>
                      <a:pt x="27" y="87"/>
                      <a:pt x="25" y="8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6" name="Google Shape;4306;p50">
                <a:extLst>
                  <a:ext uri="{FF2B5EF4-FFF2-40B4-BE49-F238E27FC236}">
                    <a16:creationId xmlns:a16="http://schemas.microsoft.com/office/drawing/2014/main" id="{6A2B92A4-6FB6-48B6-AFD2-71D10E109487}"/>
                  </a:ext>
                </a:extLst>
              </p:cNvPr>
              <p:cNvSpPr/>
              <p:nvPr/>
            </p:nvSpPr>
            <p:spPr>
              <a:xfrm>
                <a:off x="527020" y="4007158"/>
                <a:ext cx="45360" cy="4392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122" extrusionOk="0">
                    <a:moveTo>
                      <a:pt x="5" y="118"/>
                    </a:moveTo>
                    <a:cubicBezTo>
                      <a:pt x="1" y="115"/>
                      <a:pt x="0" y="108"/>
                      <a:pt x="4" y="103"/>
                    </a:cubicBezTo>
                    <a:cubicBezTo>
                      <a:pt x="17" y="88"/>
                      <a:pt x="31" y="72"/>
                      <a:pt x="45" y="56"/>
                    </a:cubicBezTo>
                    <a:cubicBezTo>
                      <a:pt x="52" y="48"/>
                      <a:pt x="59" y="39"/>
                      <a:pt x="67" y="31"/>
                    </a:cubicBezTo>
                    <a:cubicBezTo>
                      <a:pt x="75" y="22"/>
                      <a:pt x="84" y="13"/>
                      <a:pt x="94" y="5"/>
                    </a:cubicBezTo>
                    <a:cubicBezTo>
                      <a:pt x="98" y="3"/>
                      <a:pt x="104" y="0"/>
                      <a:pt x="109" y="0"/>
                    </a:cubicBezTo>
                    <a:cubicBezTo>
                      <a:pt x="114" y="0"/>
                      <a:pt x="118" y="1"/>
                      <a:pt x="122" y="5"/>
                    </a:cubicBezTo>
                    <a:cubicBezTo>
                      <a:pt x="125" y="10"/>
                      <a:pt x="125" y="16"/>
                      <a:pt x="121" y="21"/>
                    </a:cubicBezTo>
                    <a:cubicBezTo>
                      <a:pt x="117" y="24"/>
                      <a:pt x="112" y="25"/>
                      <a:pt x="108" y="22"/>
                    </a:cubicBezTo>
                    <a:lnTo>
                      <a:pt x="108" y="23"/>
                    </a:lnTo>
                    <a:cubicBezTo>
                      <a:pt x="107" y="24"/>
                      <a:pt x="105" y="25"/>
                      <a:pt x="103" y="26"/>
                    </a:cubicBezTo>
                    <a:cubicBezTo>
                      <a:pt x="98" y="30"/>
                      <a:pt x="93" y="35"/>
                      <a:pt x="88" y="39"/>
                    </a:cubicBezTo>
                    <a:cubicBezTo>
                      <a:pt x="89" y="39"/>
                      <a:pt x="89" y="39"/>
                      <a:pt x="89" y="39"/>
                    </a:cubicBezTo>
                    <a:cubicBezTo>
                      <a:pt x="77" y="51"/>
                      <a:pt x="65" y="65"/>
                      <a:pt x="54" y="78"/>
                    </a:cubicBezTo>
                    <a:cubicBezTo>
                      <a:pt x="42" y="91"/>
                      <a:pt x="31" y="104"/>
                      <a:pt x="21" y="117"/>
                    </a:cubicBezTo>
                    <a:cubicBezTo>
                      <a:pt x="19" y="120"/>
                      <a:pt x="16" y="121"/>
                      <a:pt x="12" y="121"/>
                    </a:cubicBezTo>
                    <a:cubicBezTo>
                      <a:pt x="10" y="121"/>
                      <a:pt x="8" y="120"/>
                      <a:pt x="5" y="11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7" name="Google Shape;4307;p50">
                <a:extLst>
                  <a:ext uri="{FF2B5EF4-FFF2-40B4-BE49-F238E27FC236}">
                    <a16:creationId xmlns:a16="http://schemas.microsoft.com/office/drawing/2014/main" id="{4CE06ED0-8463-2A6A-8B5E-1C3532BB65B0}"/>
                  </a:ext>
                </a:extLst>
              </p:cNvPr>
              <p:cNvSpPr/>
              <p:nvPr/>
            </p:nvSpPr>
            <p:spPr>
              <a:xfrm>
                <a:off x="576340" y="3984838"/>
                <a:ext cx="64800" cy="40320"/>
              </a:xfrm>
              <a:custGeom>
                <a:avLst/>
                <a:gdLst/>
                <a:ahLst/>
                <a:cxnLst/>
                <a:rect l="l" t="t" r="r" b="b"/>
                <a:pathLst>
                  <a:path w="180" h="112" extrusionOk="0">
                    <a:moveTo>
                      <a:pt x="30" y="23"/>
                    </a:moveTo>
                    <a:lnTo>
                      <a:pt x="29" y="23"/>
                    </a:lnTo>
                    <a:lnTo>
                      <a:pt x="28" y="23"/>
                    </a:lnTo>
                    <a:lnTo>
                      <a:pt x="27" y="23"/>
                    </a:lnTo>
                    <a:cubicBezTo>
                      <a:pt x="28" y="23"/>
                      <a:pt x="28" y="23"/>
                      <a:pt x="30" y="23"/>
                    </a:cubicBezTo>
                    <a:moveTo>
                      <a:pt x="37" y="110"/>
                    </a:moveTo>
                    <a:cubicBezTo>
                      <a:pt x="36" y="109"/>
                      <a:pt x="35" y="109"/>
                      <a:pt x="34" y="109"/>
                    </a:cubicBezTo>
                    <a:cubicBezTo>
                      <a:pt x="32" y="108"/>
                      <a:pt x="32" y="107"/>
                      <a:pt x="31" y="106"/>
                    </a:cubicBezTo>
                    <a:cubicBezTo>
                      <a:pt x="28" y="105"/>
                      <a:pt x="27" y="102"/>
                      <a:pt x="26" y="99"/>
                    </a:cubicBezTo>
                    <a:cubicBezTo>
                      <a:pt x="24" y="94"/>
                      <a:pt x="26" y="89"/>
                      <a:pt x="27" y="84"/>
                    </a:cubicBezTo>
                    <a:cubicBezTo>
                      <a:pt x="30" y="75"/>
                      <a:pt x="31" y="66"/>
                      <a:pt x="32" y="56"/>
                    </a:cubicBezTo>
                    <a:cubicBezTo>
                      <a:pt x="32" y="53"/>
                      <a:pt x="32" y="49"/>
                      <a:pt x="32" y="46"/>
                    </a:cubicBezTo>
                    <a:cubicBezTo>
                      <a:pt x="30" y="47"/>
                      <a:pt x="28" y="46"/>
                      <a:pt x="25" y="45"/>
                    </a:cubicBezTo>
                    <a:lnTo>
                      <a:pt x="24" y="45"/>
                    </a:lnTo>
                    <a:cubicBezTo>
                      <a:pt x="19" y="44"/>
                      <a:pt x="13" y="44"/>
                      <a:pt x="9" y="40"/>
                    </a:cubicBezTo>
                    <a:cubicBezTo>
                      <a:pt x="2" y="34"/>
                      <a:pt x="0" y="24"/>
                      <a:pt x="4" y="16"/>
                    </a:cubicBezTo>
                    <a:cubicBezTo>
                      <a:pt x="6" y="12"/>
                      <a:pt x="9" y="7"/>
                      <a:pt x="13" y="5"/>
                    </a:cubicBezTo>
                    <a:cubicBezTo>
                      <a:pt x="17" y="2"/>
                      <a:pt x="21" y="0"/>
                      <a:pt x="27" y="0"/>
                    </a:cubicBezTo>
                    <a:cubicBezTo>
                      <a:pt x="36" y="0"/>
                      <a:pt x="45" y="5"/>
                      <a:pt x="49" y="13"/>
                    </a:cubicBezTo>
                    <a:cubicBezTo>
                      <a:pt x="55" y="23"/>
                      <a:pt x="55" y="35"/>
                      <a:pt x="55" y="46"/>
                    </a:cubicBezTo>
                    <a:cubicBezTo>
                      <a:pt x="54" y="53"/>
                      <a:pt x="53" y="60"/>
                      <a:pt x="52" y="68"/>
                    </a:cubicBezTo>
                    <a:cubicBezTo>
                      <a:pt x="52" y="72"/>
                      <a:pt x="51" y="76"/>
                      <a:pt x="51" y="80"/>
                    </a:cubicBezTo>
                    <a:cubicBezTo>
                      <a:pt x="50" y="82"/>
                      <a:pt x="49" y="85"/>
                      <a:pt x="49" y="88"/>
                    </a:cubicBezTo>
                    <a:cubicBezTo>
                      <a:pt x="52" y="87"/>
                      <a:pt x="55" y="87"/>
                      <a:pt x="58" y="85"/>
                    </a:cubicBezTo>
                    <a:cubicBezTo>
                      <a:pt x="71" y="82"/>
                      <a:pt x="83" y="77"/>
                      <a:pt x="95" y="72"/>
                    </a:cubicBezTo>
                    <a:cubicBezTo>
                      <a:pt x="102" y="69"/>
                      <a:pt x="108" y="66"/>
                      <a:pt x="115" y="63"/>
                    </a:cubicBezTo>
                    <a:cubicBezTo>
                      <a:pt x="132" y="56"/>
                      <a:pt x="148" y="50"/>
                      <a:pt x="164" y="43"/>
                    </a:cubicBezTo>
                    <a:cubicBezTo>
                      <a:pt x="169" y="41"/>
                      <a:pt x="175" y="44"/>
                      <a:pt x="176" y="49"/>
                    </a:cubicBezTo>
                    <a:cubicBezTo>
                      <a:pt x="179" y="54"/>
                      <a:pt x="176" y="59"/>
                      <a:pt x="171" y="62"/>
                    </a:cubicBezTo>
                    <a:cubicBezTo>
                      <a:pt x="152" y="70"/>
                      <a:pt x="133" y="78"/>
                      <a:pt x="114" y="85"/>
                    </a:cubicBezTo>
                    <a:cubicBezTo>
                      <a:pt x="101" y="91"/>
                      <a:pt x="87" y="97"/>
                      <a:pt x="74" y="102"/>
                    </a:cubicBezTo>
                    <a:cubicBezTo>
                      <a:pt x="68" y="105"/>
                      <a:pt x="62" y="107"/>
                      <a:pt x="55" y="109"/>
                    </a:cubicBezTo>
                    <a:cubicBezTo>
                      <a:pt x="52" y="109"/>
                      <a:pt x="49" y="110"/>
                      <a:pt x="46" y="111"/>
                    </a:cubicBezTo>
                    <a:cubicBezTo>
                      <a:pt x="45" y="111"/>
                      <a:pt x="44" y="111"/>
                      <a:pt x="42" y="111"/>
                    </a:cubicBezTo>
                    <a:cubicBezTo>
                      <a:pt x="40" y="111"/>
                      <a:pt x="38" y="110"/>
                      <a:pt x="37" y="1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8" name="Google Shape;4308;p50">
                <a:extLst>
                  <a:ext uri="{FF2B5EF4-FFF2-40B4-BE49-F238E27FC236}">
                    <a16:creationId xmlns:a16="http://schemas.microsoft.com/office/drawing/2014/main" id="{37BF889D-E6BB-6F97-C28A-27767AA00652}"/>
                  </a:ext>
                </a:extLst>
              </p:cNvPr>
              <p:cNvSpPr/>
              <p:nvPr/>
            </p:nvSpPr>
            <p:spPr>
              <a:xfrm>
                <a:off x="-115580" y="4234318"/>
                <a:ext cx="70200" cy="128520"/>
              </a:xfrm>
              <a:custGeom>
                <a:avLst/>
                <a:gdLst/>
                <a:ahLst/>
                <a:cxnLst/>
                <a:rect l="l" t="t" r="r" b="b"/>
                <a:pathLst>
                  <a:path w="195" h="357" extrusionOk="0">
                    <a:moveTo>
                      <a:pt x="32" y="354"/>
                    </a:moveTo>
                    <a:cubicBezTo>
                      <a:pt x="28" y="353"/>
                      <a:pt x="24" y="350"/>
                      <a:pt x="21" y="347"/>
                    </a:cubicBezTo>
                    <a:cubicBezTo>
                      <a:pt x="6" y="332"/>
                      <a:pt x="0" y="310"/>
                      <a:pt x="0" y="289"/>
                    </a:cubicBezTo>
                    <a:cubicBezTo>
                      <a:pt x="1" y="279"/>
                      <a:pt x="4" y="268"/>
                      <a:pt x="8" y="259"/>
                    </a:cubicBezTo>
                    <a:cubicBezTo>
                      <a:pt x="13" y="249"/>
                      <a:pt x="18" y="240"/>
                      <a:pt x="25" y="231"/>
                    </a:cubicBezTo>
                    <a:cubicBezTo>
                      <a:pt x="32" y="223"/>
                      <a:pt x="39" y="215"/>
                      <a:pt x="47" y="206"/>
                    </a:cubicBezTo>
                    <a:cubicBezTo>
                      <a:pt x="51" y="202"/>
                      <a:pt x="57" y="202"/>
                      <a:pt x="61" y="205"/>
                    </a:cubicBezTo>
                    <a:cubicBezTo>
                      <a:pt x="65" y="209"/>
                      <a:pt x="66" y="215"/>
                      <a:pt x="62" y="219"/>
                    </a:cubicBezTo>
                    <a:cubicBezTo>
                      <a:pt x="55" y="227"/>
                      <a:pt x="47" y="236"/>
                      <a:pt x="40" y="245"/>
                    </a:cubicBezTo>
                    <a:cubicBezTo>
                      <a:pt x="37" y="250"/>
                      <a:pt x="34" y="254"/>
                      <a:pt x="31" y="259"/>
                    </a:cubicBezTo>
                    <a:cubicBezTo>
                      <a:pt x="29" y="262"/>
                      <a:pt x="28" y="265"/>
                      <a:pt x="27" y="269"/>
                    </a:cubicBezTo>
                    <a:cubicBezTo>
                      <a:pt x="25" y="272"/>
                      <a:pt x="24" y="276"/>
                      <a:pt x="23" y="279"/>
                    </a:cubicBezTo>
                    <a:cubicBezTo>
                      <a:pt x="22" y="282"/>
                      <a:pt x="22" y="284"/>
                      <a:pt x="22" y="287"/>
                    </a:cubicBezTo>
                    <a:cubicBezTo>
                      <a:pt x="22" y="289"/>
                      <a:pt x="21" y="291"/>
                      <a:pt x="21" y="293"/>
                    </a:cubicBezTo>
                    <a:cubicBezTo>
                      <a:pt x="22" y="297"/>
                      <a:pt x="22" y="300"/>
                      <a:pt x="22" y="303"/>
                    </a:cubicBezTo>
                    <a:cubicBezTo>
                      <a:pt x="23" y="306"/>
                      <a:pt x="24" y="309"/>
                      <a:pt x="24" y="312"/>
                    </a:cubicBezTo>
                    <a:cubicBezTo>
                      <a:pt x="25" y="314"/>
                      <a:pt x="26" y="316"/>
                      <a:pt x="27" y="318"/>
                    </a:cubicBezTo>
                    <a:cubicBezTo>
                      <a:pt x="28" y="320"/>
                      <a:pt x="28" y="322"/>
                      <a:pt x="29" y="324"/>
                    </a:cubicBezTo>
                    <a:cubicBezTo>
                      <a:pt x="31" y="325"/>
                      <a:pt x="31" y="326"/>
                      <a:pt x="32" y="328"/>
                    </a:cubicBezTo>
                    <a:cubicBezTo>
                      <a:pt x="34" y="329"/>
                      <a:pt x="34" y="330"/>
                      <a:pt x="35" y="331"/>
                    </a:cubicBezTo>
                    <a:cubicBezTo>
                      <a:pt x="36" y="332"/>
                      <a:pt x="36" y="332"/>
                      <a:pt x="38" y="333"/>
                    </a:cubicBezTo>
                    <a:cubicBezTo>
                      <a:pt x="39" y="334"/>
                      <a:pt x="39" y="334"/>
                      <a:pt x="40" y="335"/>
                    </a:cubicBezTo>
                    <a:lnTo>
                      <a:pt x="41" y="335"/>
                    </a:lnTo>
                    <a:lnTo>
                      <a:pt x="42" y="335"/>
                    </a:lnTo>
                    <a:cubicBezTo>
                      <a:pt x="43" y="335"/>
                      <a:pt x="43" y="335"/>
                      <a:pt x="43" y="335"/>
                    </a:cubicBezTo>
                    <a:cubicBezTo>
                      <a:pt x="45" y="335"/>
                      <a:pt x="46" y="334"/>
                      <a:pt x="48" y="334"/>
                    </a:cubicBezTo>
                    <a:cubicBezTo>
                      <a:pt x="49" y="333"/>
                      <a:pt x="49" y="333"/>
                      <a:pt x="50" y="333"/>
                    </a:cubicBezTo>
                    <a:cubicBezTo>
                      <a:pt x="52" y="332"/>
                      <a:pt x="52" y="332"/>
                      <a:pt x="53" y="331"/>
                    </a:cubicBezTo>
                    <a:cubicBezTo>
                      <a:pt x="54" y="331"/>
                      <a:pt x="55" y="331"/>
                      <a:pt x="55" y="331"/>
                    </a:cubicBezTo>
                    <a:cubicBezTo>
                      <a:pt x="56" y="330"/>
                      <a:pt x="56" y="329"/>
                      <a:pt x="56" y="329"/>
                    </a:cubicBezTo>
                    <a:cubicBezTo>
                      <a:pt x="59" y="327"/>
                      <a:pt x="60" y="325"/>
                      <a:pt x="62" y="322"/>
                    </a:cubicBezTo>
                    <a:lnTo>
                      <a:pt x="62" y="323"/>
                    </a:lnTo>
                    <a:cubicBezTo>
                      <a:pt x="62" y="322"/>
                      <a:pt x="62" y="322"/>
                      <a:pt x="62" y="322"/>
                    </a:cubicBezTo>
                    <a:lnTo>
                      <a:pt x="63" y="322"/>
                    </a:lnTo>
                    <a:lnTo>
                      <a:pt x="62" y="322"/>
                    </a:lnTo>
                    <a:cubicBezTo>
                      <a:pt x="66" y="318"/>
                      <a:pt x="68" y="313"/>
                      <a:pt x="71" y="308"/>
                    </a:cubicBezTo>
                    <a:cubicBezTo>
                      <a:pt x="75" y="301"/>
                      <a:pt x="78" y="294"/>
                      <a:pt x="81" y="287"/>
                    </a:cubicBezTo>
                    <a:lnTo>
                      <a:pt x="81" y="288"/>
                    </a:lnTo>
                    <a:cubicBezTo>
                      <a:pt x="83" y="283"/>
                      <a:pt x="85" y="277"/>
                      <a:pt x="87" y="273"/>
                    </a:cubicBezTo>
                    <a:cubicBezTo>
                      <a:pt x="89" y="268"/>
                      <a:pt x="91" y="262"/>
                      <a:pt x="92" y="257"/>
                    </a:cubicBezTo>
                    <a:cubicBezTo>
                      <a:pt x="96" y="246"/>
                      <a:pt x="99" y="235"/>
                      <a:pt x="102" y="224"/>
                    </a:cubicBezTo>
                    <a:cubicBezTo>
                      <a:pt x="109" y="202"/>
                      <a:pt x="116" y="180"/>
                      <a:pt x="123" y="158"/>
                    </a:cubicBezTo>
                    <a:cubicBezTo>
                      <a:pt x="129" y="137"/>
                      <a:pt x="136" y="116"/>
                      <a:pt x="143" y="95"/>
                    </a:cubicBezTo>
                    <a:cubicBezTo>
                      <a:pt x="144" y="92"/>
                      <a:pt x="145" y="89"/>
                      <a:pt x="146" y="86"/>
                    </a:cubicBezTo>
                    <a:cubicBezTo>
                      <a:pt x="145" y="88"/>
                      <a:pt x="143" y="90"/>
                      <a:pt x="141" y="92"/>
                    </a:cubicBezTo>
                    <a:cubicBezTo>
                      <a:pt x="139" y="94"/>
                      <a:pt x="137" y="96"/>
                      <a:pt x="135" y="99"/>
                    </a:cubicBezTo>
                    <a:cubicBezTo>
                      <a:pt x="130" y="104"/>
                      <a:pt x="125" y="109"/>
                      <a:pt x="120" y="113"/>
                    </a:cubicBezTo>
                    <a:cubicBezTo>
                      <a:pt x="115" y="119"/>
                      <a:pt x="109" y="124"/>
                      <a:pt x="102" y="129"/>
                    </a:cubicBezTo>
                    <a:cubicBezTo>
                      <a:pt x="92" y="137"/>
                      <a:pt x="78" y="145"/>
                      <a:pt x="65" y="142"/>
                    </a:cubicBezTo>
                    <a:cubicBezTo>
                      <a:pt x="59" y="141"/>
                      <a:pt x="54" y="136"/>
                      <a:pt x="50" y="131"/>
                    </a:cubicBezTo>
                    <a:cubicBezTo>
                      <a:pt x="46" y="125"/>
                      <a:pt x="46" y="118"/>
                      <a:pt x="46" y="111"/>
                    </a:cubicBezTo>
                    <a:cubicBezTo>
                      <a:pt x="47" y="94"/>
                      <a:pt x="50" y="77"/>
                      <a:pt x="54" y="59"/>
                    </a:cubicBezTo>
                    <a:cubicBezTo>
                      <a:pt x="55" y="50"/>
                      <a:pt x="57" y="42"/>
                      <a:pt x="60" y="33"/>
                    </a:cubicBezTo>
                    <a:cubicBezTo>
                      <a:pt x="62" y="26"/>
                      <a:pt x="64" y="18"/>
                      <a:pt x="66" y="11"/>
                    </a:cubicBezTo>
                    <a:cubicBezTo>
                      <a:pt x="66" y="10"/>
                      <a:pt x="66" y="10"/>
                      <a:pt x="67" y="9"/>
                    </a:cubicBezTo>
                    <a:cubicBezTo>
                      <a:pt x="66" y="9"/>
                      <a:pt x="66" y="10"/>
                      <a:pt x="66" y="10"/>
                    </a:cubicBezTo>
                    <a:cubicBezTo>
                      <a:pt x="67" y="9"/>
                      <a:pt x="67" y="9"/>
                      <a:pt x="67" y="9"/>
                    </a:cubicBezTo>
                    <a:cubicBezTo>
                      <a:pt x="68" y="3"/>
                      <a:pt x="74" y="0"/>
                      <a:pt x="81" y="1"/>
                    </a:cubicBezTo>
                    <a:cubicBezTo>
                      <a:pt x="86" y="3"/>
                      <a:pt x="90" y="10"/>
                      <a:pt x="88" y="15"/>
                    </a:cubicBezTo>
                    <a:cubicBezTo>
                      <a:pt x="88" y="16"/>
                      <a:pt x="88" y="16"/>
                      <a:pt x="88" y="17"/>
                    </a:cubicBezTo>
                    <a:cubicBezTo>
                      <a:pt x="88" y="16"/>
                      <a:pt x="88" y="16"/>
                      <a:pt x="88" y="16"/>
                    </a:cubicBezTo>
                    <a:cubicBezTo>
                      <a:pt x="87" y="17"/>
                      <a:pt x="87" y="17"/>
                      <a:pt x="87" y="17"/>
                    </a:cubicBezTo>
                    <a:cubicBezTo>
                      <a:pt x="84" y="28"/>
                      <a:pt x="80" y="37"/>
                      <a:pt x="78" y="48"/>
                    </a:cubicBezTo>
                    <a:cubicBezTo>
                      <a:pt x="78" y="47"/>
                      <a:pt x="78" y="47"/>
                      <a:pt x="78" y="47"/>
                    </a:cubicBezTo>
                    <a:lnTo>
                      <a:pt x="78" y="48"/>
                    </a:lnTo>
                    <a:cubicBezTo>
                      <a:pt x="77" y="48"/>
                      <a:pt x="77" y="48"/>
                      <a:pt x="77" y="48"/>
                    </a:cubicBezTo>
                    <a:lnTo>
                      <a:pt x="78" y="48"/>
                    </a:lnTo>
                    <a:cubicBezTo>
                      <a:pt x="77" y="53"/>
                      <a:pt x="75" y="57"/>
                      <a:pt x="74" y="61"/>
                    </a:cubicBezTo>
                    <a:cubicBezTo>
                      <a:pt x="73" y="66"/>
                      <a:pt x="73" y="71"/>
                      <a:pt x="71" y="75"/>
                    </a:cubicBezTo>
                    <a:cubicBezTo>
                      <a:pt x="70" y="83"/>
                      <a:pt x="69" y="91"/>
                      <a:pt x="68" y="100"/>
                    </a:cubicBezTo>
                    <a:cubicBezTo>
                      <a:pt x="68" y="104"/>
                      <a:pt x="67" y="109"/>
                      <a:pt x="67" y="114"/>
                    </a:cubicBezTo>
                    <a:cubicBezTo>
                      <a:pt x="67" y="116"/>
                      <a:pt x="68" y="117"/>
                      <a:pt x="68" y="118"/>
                    </a:cubicBezTo>
                    <a:lnTo>
                      <a:pt x="68" y="119"/>
                    </a:lnTo>
                    <a:lnTo>
                      <a:pt x="68" y="120"/>
                    </a:lnTo>
                    <a:lnTo>
                      <a:pt x="69" y="120"/>
                    </a:lnTo>
                    <a:cubicBezTo>
                      <a:pt x="69" y="120"/>
                      <a:pt x="69" y="121"/>
                      <a:pt x="70" y="121"/>
                    </a:cubicBezTo>
                    <a:lnTo>
                      <a:pt x="71" y="121"/>
                    </a:lnTo>
                    <a:cubicBezTo>
                      <a:pt x="72" y="121"/>
                      <a:pt x="73" y="121"/>
                      <a:pt x="74" y="120"/>
                    </a:cubicBezTo>
                    <a:cubicBezTo>
                      <a:pt x="75" y="120"/>
                      <a:pt x="77" y="120"/>
                      <a:pt x="78" y="119"/>
                    </a:cubicBezTo>
                    <a:cubicBezTo>
                      <a:pt x="80" y="118"/>
                      <a:pt x="82" y="117"/>
                      <a:pt x="83" y="116"/>
                    </a:cubicBezTo>
                    <a:cubicBezTo>
                      <a:pt x="88" y="114"/>
                      <a:pt x="92" y="111"/>
                      <a:pt x="95" y="108"/>
                    </a:cubicBezTo>
                    <a:cubicBezTo>
                      <a:pt x="104" y="101"/>
                      <a:pt x="112" y="93"/>
                      <a:pt x="120" y="85"/>
                    </a:cubicBezTo>
                    <a:cubicBezTo>
                      <a:pt x="120" y="85"/>
                      <a:pt x="120" y="86"/>
                      <a:pt x="119" y="86"/>
                    </a:cubicBezTo>
                    <a:cubicBezTo>
                      <a:pt x="123" y="82"/>
                      <a:pt x="127" y="78"/>
                      <a:pt x="131" y="74"/>
                    </a:cubicBezTo>
                    <a:cubicBezTo>
                      <a:pt x="133" y="72"/>
                      <a:pt x="134" y="70"/>
                      <a:pt x="136" y="68"/>
                    </a:cubicBezTo>
                    <a:cubicBezTo>
                      <a:pt x="137" y="65"/>
                      <a:pt x="139" y="63"/>
                      <a:pt x="141" y="61"/>
                    </a:cubicBezTo>
                    <a:cubicBezTo>
                      <a:pt x="146" y="54"/>
                      <a:pt x="151" y="47"/>
                      <a:pt x="156" y="39"/>
                    </a:cubicBezTo>
                    <a:cubicBezTo>
                      <a:pt x="159" y="36"/>
                      <a:pt x="161" y="33"/>
                      <a:pt x="163" y="29"/>
                    </a:cubicBezTo>
                    <a:cubicBezTo>
                      <a:pt x="164" y="27"/>
                      <a:pt x="165" y="25"/>
                      <a:pt x="167" y="23"/>
                    </a:cubicBezTo>
                    <a:cubicBezTo>
                      <a:pt x="167" y="22"/>
                      <a:pt x="169" y="21"/>
                      <a:pt x="169" y="19"/>
                    </a:cubicBezTo>
                    <a:cubicBezTo>
                      <a:pt x="171" y="17"/>
                      <a:pt x="173" y="14"/>
                      <a:pt x="175" y="12"/>
                    </a:cubicBezTo>
                    <a:cubicBezTo>
                      <a:pt x="178" y="8"/>
                      <a:pt x="184" y="8"/>
                      <a:pt x="188" y="11"/>
                    </a:cubicBezTo>
                    <a:cubicBezTo>
                      <a:pt x="192" y="14"/>
                      <a:pt x="194" y="19"/>
                      <a:pt x="192" y="23"/>
                    </a:cubicBezTo>
                    <a:cubicBezTo>
                      <a:pt x="190" y="31"/>
                      <a:pt x="186" y="39"/>
                      <a:pt x="183" y="47"/>
                    </a:cubicBezTo>
                    <a:cubicBezTo>
                      <a:pt x="180" y="54"/>
                      <a:pt x="176" y="63"/>
                      <a:pt x="173" y="70"/>
                    </a:cubicBezTo>
                    <a:cubicBezTo>
                      <a:pt x="173" y="70"/>
                      <a:pt x="174" y="70"/>
                      <a:pt x="174" y="69"/>
                    </a:cubicBezTo>
                    <a:cubicBezTo>
                      <a:pt x="170" y="79"/>
                      <a:pt x="166" y="89"/>
                      <a:pt x="163" y="99"/>
                    </a:cubicBezTo>
                    <a:cubicBezTo>
                      <a:pt x="159" y="109"/>
                      <a:pt x="155" y="120"/>
                      <a:pt x="151" y="131"/>
                    </a:cubicBezTo>
                    <a:cubicBezTo>
                      <a:pt x="145" y="152"/>
                      <a:pt x="137" y="173"/>
                      <a:pt x="131" y="194"/>
                    </a:cubicBezTo>
                    <a:cubicBezTo>
                      <a:pt x="124" y="217"/>
                      <a:pt x="117" y="239"/>
                      <a:pt x="110" y="262"/>
                    </a:cubicBezTo>
                    <a:cubicBezTo>
                      <a:pt x="109" y="267"/>
                      <a:pt x="108" y="272"/>
                      <a:pt x="106" y="278"/>
                    </a:cubicBezTo>
                    <a:cubicBezTo>
                      <a:pt x="104" y="283"/>
                      <a:pt x="102" y="288"/>
                      <a:pt x="100" y="293"/>
                    </a:cubicBezTo>
                    <a:cubicBezTo>
                      <a:pt x="98" y="298"/>
                      <a:pt x="96" y="304"/>
                      <a:pt x="93" y="309"/>
                    </a:cubicBezTo>
                    <a:cubicBezTo>
                      <a:pt x="91" y="315"/>
                      <a:pt x="88" y="321"/>
                      <a:pt x="84" y="326"/>
                    </a:cubicBezTo>
                    <a:cubicBezTo>
                      <a:pt x="80" y="333"/>
                      <a:pt x="76" y="339"/>
                      <a:pt x="71" y="344"/>
                    </a:cubicBezTo>
                    <a:cubicBezTo>
                      <a:pt x="64" y="351"/>
                      <a:pt x="56" y="354"/>
                      <a:pt x="47" y="356"/>
                    </a:cubicBezTo>
                    <a:cubicBezTo>
                      <a:pt x="45" y="356"/>
                      <a:pt x="43" y="356"/>
                      <a:pt x="42" y="356"/>
                    </a:cubicBezTo>
                    <a:cubicBezTo>
                      <a:pt x="39" y="356"/>
                      <a:pt x="36" y="356"/>
                      <a:pt x="32" y="3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9" name="Google Shape;4309;p50">
                <a:extLst>
                  <a:ext uri="{FF2B5EF4-FFF2-40B4-BE49-F238E27FC236}">
                    <a16:creationId xmlns:a16="http://schemas.microsoft.com/office/drawing/2014/main" id="{0BC85B5F-61AB-5EA3-3AD0-9D5AADF24710}"/>
                  </a:ext>
                </a:extLst>
              </p:cNvPr>
              <p:cNvSpPr/>
              <p:nvPr/>
            </p:nvSpPr>
            <p:spPr>
              <a:xfrm>
                <a:off x="-3620" y="4251238"/>
                <a:ext cx="27720" cy="9360"/>
              </a:xfrm>
              <a:custGeom>
                <a:avLst/>
                <a:gdLst/>
                <a:ahLst/>
                <a:cxnLst/>
                <a:rect l="l" t="t" r="r" b="b"/>
                <a:pathLst>
                  <a:path w="77" h="26" extrusionOk="0">
                    <a:moveTo>
                      <a:pt x="15" y="25"/>
                    </a:moveTo>
                    <a:cubicBezTo>
                      <a:pt x="13" y="25"/>
                      <a:pt x="11" y="24"/>
                      <a:pt x="10" y="24"/>
                    </a:cubicBezTo>
                    <a:cubicBezTo>
                      <a:pt x="4" y="23"/>
                      <a:pt x="0" y="18"/>
                      <a:pt x="0" y="13"/>
                    </a:cubicBezTo>
                    <a:cubicBezTo>
                      <a:pt x="0" y="7"/>
                      <a:pt x="6" y="2"/>
                      <a:pt x="11" y="2"/>
                    </a:cubicBezTo>
                    <a:cubicBezTo>
                      <a:pt x="14" y="2"/>
                      <a:pt x="16" y="2"/>
                      <a:pt x="17" y="2"/>
                    </a:cubicBezTo>
                    <a:cubicBezTo>
                      <a:pt x="32" y="2"/>
                      <a:pt x="48" y="0"/>
                      <a:pt x="63" y="0"/>
                    </a:cubicBezTo>
                    <a:cubicBezTo>
                      <a:pt x="69" y="0"/>
                      <a:pt x="74" y="3"/>
                      <a:pt x="75" y="10"/>
                    </a:cubicBezTo>
                    <a:cubicBezTo>
                      <a:pt x="76" y="15"/>
                      <a:pt x="71" y="21"/>
                      <a:pt x="65" y="21"/>
                    </a:cubicBezTo>
                    <a:cubicBezTo>
                      <a:pt x="56" y="21"/>
                      <a:pt x="46" y="22"/>
                      <a:pt x="37" y="23"/>
                    </a:cubicBezTo>
                    <a:cubicBezTo>
                      <a:pt x="32" y="23"/>
                      <a:pt x="27" y="23"/>
                      <a:pt x="23" y="24"/>
                    </a:cubicBezTo>
                    <a:cubicBezTo>
                      <a:pt x="21" y="25"/>
                      <a:pt x="19" y="25"/>
                      <a:pt x="17" y="25"/>
                    </a:cubicBezTo>
                    <a:cubicBezTo>
                      <a:pt x="16" y="25"/>
                      <a:pt x="16" y="25"/>
                      <a:pt x="15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0" name="Google Shape;4310;p50">
                <a:extLst>
                  <a:ext uri="{FF2B5EF4-FFF2-40B4-BE49-F238E27FC236}">
                    <a16:creationId xmlns:a16="http://schemas.microsoft.com/office/drawing/2014/main" id="{2313B119-F104-4548-7C2C-16DA61EAAFC1}"/>
                  </a:ext>
                </a:extLst>
              </p:cNvPr>
              <p:cNvSpPr/>
              <p:nvPr/>
            </p:nvSpPr>
            <p:spPr>
              <a:xfrm>
                <a:off x="-17660" y="4264918"/>
                <a:ext cx="52560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146" h="40" extrusionOk="0">
                    <a:moveTo>
                      <a:pt x="9" y="39"/>
                    </a:moveTo>
                    <a:cubicBezTo>
                      <a:pt x="4" y="38"/>
                      <a:pt x="0" y="33"/>
                      <a:pt x="0" y="28"/>
                    </a:cubicBezTo>
                    <a:cubicBezTo>
                      <a:pt x="0" y="26"/>
                      <a:pt x="0" y="26"/>
                      <a:pt x="0" y="25"/>
                    </a:cubicBezTo>
                    <a:lnTo>
                      <a:pt x="0" y="26"/>
                    </a:lnTo>
                    <a:cubicBezTo>
                      <a:pt x="0" y="25"/>
                      <a:pt x="0" y="25"/>
                      <a:pt x="0" y="24"/>
                    </a:cubicBezTo>
                    <a:cubicBezTo>
                      <a:pt x="2" y="18"/>
                      <a:pt x="9" y="15"/>
                      <a:pt x="15" y="17"/>
                    </a:cubicBezTo>
                    <a:lnTo>
                      <a:pt x="16" y="17"/>
                    </a:lnTo>
                    <a:cubicBezTo>
                      <a:pt x="27" y="16"/>
                      <a:pt x="38" y="14"/>
                      <a:pt x="49" y="13"/>
                    </a:cubicBezTo>
                    <a:cubicBezTo>
                      <a:pt x="58" y="11"/>
                      <a:pt x="67" y="10"/>
                      <a:pt x="76" y="8"/>
                    </a:cubicBezTo>
                    <a:cubicBezTo>
                      <a:pt x="95" y="6"/>
                      <a:pt x="115" y="3"/>
                      <a:pt x="134" y="0"/>
                    </a:cubicBezTo>
                    <a:cubicBezTo>
                      <a:pt x="138" y="0"/>
                      <a:pt x="143" y="3"/>
                      <a:pt x="144" y="8"/>
                    </a:cubicBezTo>
                    <a:cubicBezTo>
                      <a:pt x="145" y="13"/>
                      <a:pt x="142" y="18"/>
                      <a:pt x="137" y="19"/>
                    </a:cubicBezTo>
                    <a:cubicBezTo>
                      <a:pt x="116" y="22"/>
                      <a:pt x="97" y="26"/>
                      <a:pt x="77" y="29"/>
                    </a:cubicBezTo>
                    <a:cubicBezTo>
                      <a:pt x="69" y="31"/>
                      <a:pt x="60" y="32"/>
                      <a:pt x="52" y="33"/>
                    </a:cubicBezTo>
                    <a:cubicBezTo>
                      <a:pt x="47" y="34"/>
                      <a:pt x="41" y="35"/>
                      <a:pt x="36" y="36"/>
                    </a:cubicBezTo>
                    <a:cubicBezTo>
                      <a:pt x="33" y="36"/>
                      <a:pt x="30" y="37"/>
                      <a:pt x="28" y="38"/>
                    </a:cubicBezTo>
                    <a:cubicBezTo>
                      <a:pt x="25" y="38"/>
                      <a:pt x="22" y="39"/>
                      <a:pt x="19" y="39"/>
                    </a:cubicBezTo>
                    <a:cubicBezTo>
                      <a:pt x="17" y="39"/>
                      <a:pt x="15" y="39"/>
                      <a:pt x="13" y="39"/>
                    </a:cubicBezTo>
                    <a:cubicBezTo>
                      <a:pt x="11" y="39"/>
                      <a:pt x="10" y="39"/>
                      <a:pt x="9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1" name="Google Shape;4311;p50">
                <a:extLst>
                  <a:ext uri="{FF2B5EF4-FFF2-40B4-BE49-F238E27FC236}">
                    <a16:creationId xmlns:a16="http://schemas.microsoft.com/office/drawing/2014/main" id="{DCFD0E1A-A491-58DD-B54F-3416C16EDC08}"/>
                  </a:ext>
                </a:extLst>
              </p:cNvPr>
              <p:cNvSpPr/>
              <p:nvPr/>
            </p:nvSpPr>
            <p:spPr>
              <a:xfrm>
                <a:off x="38860" y="4218118"/>
                <a:ext cx="57600" cy="87480"/>
              </a:xfrm>
              <a:custGeom>
                <a:avLst/>
                <a:gdLst/>
                <a:ahLst/>
                <a:cxnLst/>
                <a:rect l="l" t="t" r="r" b="b"/>
                <a:pathLst>
                  <a:path w="160" h="243" extrusionOk="0">
                    <a:moveTo>
                      <a:pt x="25" y="211"/>
                    </a:moveTo>
                    <a:cubicBezTo>
                      <a:pt x="30" y="207"/>
                      <a:pt x="35" y="203"/>
                      <a:pt x="39" y="198"/>
                    </a:cubicBezTo>
                    <a:lnTo>
                      <a:pt x="38" y="198"/>
                    </a:lnTo>
                    <a:cubicBezTo>
                      <a:pt x="47" y="189"/>
                      <a:pt x="56" y="179"/>
                      <a:pt x="64" y="169"/>
                    </a:cubicBezTo>
                    <a:cubicBezTo>
                      <a:pt x="66" y="168"/>
                      <a:pt x="66" y="167"/>
                      <a:pt x="67" y="166"/>
                    </a:cubicBezTo>
                    <a:lnTo>
                      <a:pt x="66" y="166"/>
                    </a:lnTo>
                    <a:cubicBezTo>
                      <a:pt x="65" y="166"/>
                      <a:pt x="64" y="166"/>
                      <a:pt x="64" y="165"/>
                    </a:cubicBezTo>
                    <a:cubicBezTo>
                      <a:pt x="63" y="165"/>
                      <a:pt x="63" y="165"/>
                      <a:pt x="63" y="165"/>
                    </a:cubicBezTo>
                    <a:cubicBezTo>
                      <a:pt x="61" y="165"/>
                      <a:pt x="61" y="165"/>
                      <a:pt x="60" y="166"/>
                    </a:cubicBezTo>
                    <a:cubicBezTo>
                      <a:pt x="60" y="166"/>
                      <a:pt x="59" y="166"/>
                      <a:pt x="58" y="166"/>
                    </a:cubicBezTo>
                    <a:lnTo>
                      <a:pt x="59" y="166"/>
                    </a:lnTo>
                    <a:lnTo>
                      <a:pt x="58" y="166"/>
                    </a:lnTo>
                    <a:lnTo>
                      <a:pt x="57" y="166"/>
                    </a:lnTo>
                    <a:lnTo>
                      <a:pt x="58" y="166"/>
                    </a:lnTo>
                    <a:cubicBezTo>
                      <a:pt x="57" y="166"/>
                      <a:pt x="56" y="167"/>
                      <a:pt x="56" y="168"/>
                    </a:cubicBezTo>
                    <a:cubicBezTo>
                      <a:pt x="54" y="168"/>
                      <a:pt x="53" y="169"/>
                      <a:pt x="53" y="169"/>
                    </a:cubicBezTo>
                    <a:cubicBezTo>
                      <a:pt x="52" y="170"/>
                      <a:pt x="50" y="171"/>
                      <a:pt x="49" y="172"/>
                    </a:cubicBezTo>
                    <a:cubicBezTo>
                      <a:pt x="47" y="175"/>
                      <a:pt x="45" y="177"/>
                      <a:pt x="43" y="180"/>
                    </a:cubicBezTo>
                    <a:cubicBezTo>
                      <a:pt x="43" y="180"/>
                      <a:pt x="42" y="180"/>
                      <a:pt x="42" y="181"/>
                    </a:cubicBezTo>
                    <a:lnTo>
                      <a:pt x="43" y="180"/>
                    </a:lnTo>
                    <a:cubicBezTo>
                      <a:pt x="39" y="186"/>
                      <a:pt x="35" y="191"/>
                      <a:pt x="32" y="197"/>
                    </a:cubicBezTo>
                    <a:cubicBezTo>
                      <a:pt x="30" y="200"/>
                      <a:pt x="28" y="204"/>
                      <a:pt x="27" y="208"/>
                    </a:cubicBezTo>
                    <a:cubicBezTo>
                      <a:pt x="26" y="210"/>
                      <a:pt x="26" y="211"/>
                      <a:pt x="25" y="211"/>
                    </a:cubicBezTo>
                    <a:moveTo>
                      <a:pt x="11" y="241"/>
                    </a:moveTo>
                    <a:cubicBezTo>
                      <a:pt x="9" y="240"/>
                      <a:pt x="8" y="239"/>
                      <a:pt x="6" y="238"/>
                    </a:cubicBezTo>
                    <a:cubicBezTo>
                      <a:pt x="3" y="235"/>
                      <a:pt x="1" y="231"/>
                      <a:pt x="1" y="227"/>
                    </a:cubicBezTo>
                    <a:cubicBezTo>
                      <a:pt x="0" y="223"/>
                      <a:pt x="1" y="218"/>
                      <a:pt x="3" y="214"/>
                    </a:cubicBezTo>
                    <a:cubicBezTo>
                      <a:pt x="4" y="208"/>
                      <a:pt x="6" y="204"/>
                      <a:pt x="8" y="198"/>
                    </a:cubicBezTo>
                    <a:cubicBezTo>
                      <a:pt x="11" y="189"/>
                      <a:pt x="17" y="180"/>
                      <a:pt x="22" y="173"/>
                    </a:cubicBezTo>
                    <a:cubicBezTo>
                      <a:pt x="28" y="165"/>
                      <a:pt x="33" y="157"/>
                      <a:pt x="41" y="151"/>
                    </a:cubicBezTo>
                    <a:cubicBezTo>
                      <a:pt x="49" y="146"/>
                      <a:pt x="58" y="143"/>
                      <a:pt x="67" y="144"/>
                    </a:cubicBezTo>
                    <a:cubicBezTo>
                      <a:pt x="72" y="145"/>
                      <a:pt x="77" y="147"/>
                      <a:pt x="81" y="149"/>
                    </a:cubicBezTo>
                    <a:cubicBezTo>
                      <a:pt x="84" y="144"/>
                      <a:pt x="88" y="140"/>
                      <a:pt x="91" y="136"/>
                    </a:cubicBezTo>
                    <a:lnTo>
                      <a:pt x="90" y="137"/>
                    </a:lnTo>
                    <a:cubicBezTo>
                      <a:pt x="94" y="131"/>
                      <a:pt x="98" y="126"/>
                      <a:pt x="101" y="120"/>
                    </a:cubicBezTo>
                    <a:cubicBezTo>
                      <a:pt x="107" y="112"/>
                      <a:pt x="113" y="103"/>
                      <a:pt x="118" y="94"/>
                    </a:cubicBezTo>
                    <a:cubicBezTo>
                      <a:pt x="122" y="86"/>
                      <a:pt x="126" y="78"/>
                      <a:pt x="129" y="70"/>
                    </a:cubicBezTo>
                    <a:lnTo>
                      <a:pt x="129" y="71"/>
                    </a:lnTo>
                    <a:cubicBezTo>
                      <a:pt x="131" y="64"/>
                      <a:pt x="134" y="57"/>
                      <a:pt x="135" y="50"/>
                    </a:cubicBezTo>
                    <a:cubicBezTo>
                      <a:pt x="135" y="49"/>
                      <a:pt x="135" y="49"/>
                      <a:pt x="136" y="49"/>
                    </a:cubicBezTo>
                    <a:cubicBezTo>
                      <a:pt x="135" y="49"/>
                      <a:pt x="135" y="49"/>
                      <a:pt x="135" y="49"/>
                    </a:cubicBezTo>
                    <a:cubicBezTo>
                      <a:pt x="137" y="46"/>
                      <a:pt x="137" y="42"/>
                      <a:pt x="138" y="38"/>
                    </a:cubicBezTo>
                    <a:cubicBezTo>
                      <a:pt x="138" y="34"/>
                      <a:pt x="138" y="31"/>
                      <a:pt x="138" y="27"/>
                    </a:cubicBezTo>
                    <a:cubicBezTo>
                      <a:pt x="138" y="27"/>
                      <a:pt x="138" y="26"/>
                      <a:pt x="138" y="25"/>
                    </a:cubicBezTo>
                    <a:lnTo>
                      <a:pt x="138" y="24"/>
                    </a:lnTo>
                    <a:cubicBezTo>
                      <a:pt x="137" y="24"/>
                      <a:pt x="137" y="24"/>
                      <a:pt x="137" y="23"/>
                    </a:cubicBezTo>
                    <a:cubicBezTo>
                      <a:pt x="137" y="24"/>
                      <a:pt x="137" y="24"/>
                      <a:pt x="137" y="24"/>
                    </a:cubicBezTo>
                    <a:cubicBezTo>
                      <a:pt x="135" y="25"/>
                      <a:pt x="135" y="25"/>
                      <a:pt x="134" y="27"/>
                    </a:cubicBezTo>
                    <a:cubicBezTo>
                      <a:pt x="130" y="31"/>
                      <a:pt x="127" y="35"/>
                      <a:pt x="123" y="39"/>
                    </a:cubicBezTo>
                    <a:cubicBezTo>
                      <a:pt x="121" y="42"/>
                      <a:pt x="119" y="46"/>
                      <a:pt x="117" y="49"/>
                    </a:cubicBezTo>
                    <a:cubicBezTo>
                      <a:pt x="115" y="53"/>
                      <a:pt x="113" y="56"/>
                      <a:pt x="112" y="60"/>
                    </a:cubicBezTo>
                    <a:cubicBezTo>
                      <a:pt x="111" y="62"/>
                      <a:pt x="110" y="64"/>
                      <a:pt x="110" y="66"/>
                    </a:cubicBezTo>
                    <a:cubicBezTo>
                      <a:pt x="113" y="69"/>
                      <a:pt x="116" y="74"/>
                      <a:pt x="114" y="78"/>
                    </a:cubicBezTo>
                    <a:cubicBezTo>
                      <a:pt x="112" y="84"/>
                      <a:pt x="106" y="88"/>
                      <a:pt x="100" y="86"/>
                    </a:cubicBezTo>
                    <a:cubicBezTo>
                      <a:pt x="96" y="84"/>
                      <a:pt x="92" y="82"/>
                      <a:pt x="89" y="78"/>
                    </a:cubicBezTo>
                    <a:cubicBezTo>
                      <a:pt x="87" y="72"/>
                      <a:pt x="87" y="65"/>
                      <a:pt x="89" y="59"/>
                    </a:cubicBezTo>
                    <a:cubicBezTo>
                      <a:pt x="91" y="52"/>
                      <a:pt x="94" y="45"/>
                      <a:pt x="98" y="39"/>
                    </a:cubicBezTo>
                    <a:cubicBezTo>
                      <a:pt x="101" y="34"/>
                      <a:pt x="105" y="29"/>
                      <a:pt x="108" y="24"/>
                    </a:cubicBezTo>
                    <a:cubicBezTo>
                      <a:pt x="110" y="22"/>
                      <a:pt x="112" y="20"/>
                      <a:pt x="113" y="17"/>
                    </a:cubicBezTo>
                    <a:cubicBezTo>
                      <a:pt x="114" y="16"/>
                      <a:pt x="115" y="15"/>
                      <a:pt x="116" y="14"/>
                    </a:cubicBezTo>
                    <a:cubicBezTo>
                      <a:pt x="119" y="11"/>
                      <a:pt x="121" y="7"/>
                      <a:pt x="124" y="6"/>
                    </a:cubicBezTo>
                    <a:cubicBezTo>
                      <a:pt x="126" y="4"/>
                      <a:pt x="127" y="4"/>
                      <a:pt x="129" y="3"/>
                    </a:cubicBezTo>
                    <a:cubicBezTo>
                      <a:pt x="130" y="2"/>
                      <a:pt x="132" y="1"/>
                      <a:pt x="134" y="1"/>
                    </a:cubicBezTo>
                    <a:cubicBezTo>
                      <a:pt x="136" y="0"/>
                      <a:pt x="140" y="1"/>
                      <a:pt x="142" y="1"/>
                    </a:cubicBezTo>
                    <a:cubicBezTo>
                      <a:pt x="148" y="3"/>
                      <a:pt x="154" y="7"/>
                      <a:pt x="156" y="13"/>
                    </a:cubicBezTo>
                    <a:cubicBezTo>
                      <a:pt x="158" y="15"/>
                      <a:pt x="158" y="18"/>
                      <a:pt x="159" y="21"/>
                    </a:cubicBezTo>
                    <a:cubicBezTo>
                      <a:pt x="159" y="25"/>
                      <a:pt x="159" y="28"/>
                      <a:pt x="159" y="31"/>
                    </a:cubicBezTo>
                    <a:cubicBezTo>
                      <a:pt x="159" y="39"/>
                      <a:pt x="158" y="47"/>
                      <a:pt x="155" y="55"/>
                    </a:cubicBezTo>
                    <a:cubicBezTo>
                      <a:pt x="152" y="70"/>
                      <a:pt x="145" y="84"/>
                      <a:pt x="138" y="98"/>
                    </a:cubicBezTo>
                    <a:cubicBezTo>
                      <a:pt x="133" y="108"/>
                      <a:pt x="127" y="118"/>
                      <a:pt x="121" y="127"/>
                    </a:cubicBezTo>
                    <a:cubicBezTo>
                      <a:pt x="116" y="133"/>
                      <a:pt x="112" y="140"/>
                      <a:pt x="107" y="145"/>
                    </a:cubicBezTo>
                    <a:cubicBezTo>
                      <a:pt x="104" y="151"/>
                      <a:pt x="100" y="156"/>
                      <a:pt x="96" y="161"/>
                    </a:cubicBezTo>
                    <a:cubicBezTo>
                      <a:pt x="99" y="165"/>
                      <a:pt x="103" y="169"/>
                      <a:pt x="106" y="173"/>
                    </a:cubicBezTo>
                    <a:cubicBezTo>
                      <a:pt x="110" y="177"/>
                      <a:pt x="110" y="184"/>
                      <a:pt x="105" y="188"/>
                    </a:cubicBezTo>
                    <a:cubicBezTo>
                      <a:pt x="101" y="191"/>
                      <a:pt x="94" y="191"/>
                      <a:pt x="90" y="187"/>
                    </a:cubicBezTo>
                    <a:cubicBezTo>
                      <a:pt x="88" y="184"/>
                      <a:pt x="85" y="181"/>
                      <a:pt x="82" y="178"/>
                    </a:cubicBezTo>
                    <a:cubicBezTo>
                      <a:pt x="80" y="181"/>
                      <a:pt x="78" y="184"/>
                      <a:pt x="75" y="187"/>
                    </a:cubicBezTo>
                    <a:cubicBezTo>
                      <a:pt x="69" y="194"/>
                      <a:pt x="63" y="201"/>
                      <a:pt x="57" y="208"/>
                    </a:cubicBezTo>
                    <a:cubicBezTo>
                      <a:pt x="51" y="215"/>
                      <a:pt x="45" y="221"/>
                      <a:pt x="39" y="228"/>
                    </a:cubicBezTo>
                    <a:cubicBezTo>
                      <a:pt x="39" y="228"/>
                      <a:pt x="39" y="227"/>
                      <a:pt x="40" y="227"/>
                    </a:cubicBezTo>
                    <a:cubicBezTo>
                      <a:pt x="39" y="228"/>
                      <a:pt x="38" y="229"/>
                      <a:pt x="37" y="229"/>
                    </a:cubicBezTo>
                    <a:cubicBezTo>
                      <a:pt x="38" y="229"/>
                      <a:pt x="38" y="229"/>
                      <a:pt x="38" y="229"/>
                    </a:cubicBezTo>
                    <a:cubicBezTo>
                      <a:pt x="38" y="229"/>
                      <a:pt x="36" y="230"/>
                      <a:pt x="36" y="231"/>
                    </a:cubicBezTo>
                    <a:lnTo>
                      <a:pt x="35" y="231"/>
                    </a:lnTo>
                    <a:cubicBezTo>
                      <a:pt x="35" y="232"/>
                      <a:pt x="35" y="232"/>
                      <a:pt x="35" y="232"/>
                    </a:cubicBezTo>
                    <a:cubicBezTo>
                      <a:pt x="30" y="237"/>
                      <a:pt x="24" y="242"/>
                      <a:pt x="17" y="242"/>
                    </a:cubicBezTo>
                    <a:lnTo>
                      <a:pt x="16" y="242"/>
                    </a:lnTo>
                    <a:cubicBezTo>
                      <a:pt x="14" y="242"/>
                      <a:pt x="13" y="241"/>
                      <a:pt x="11" y="2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2" name="Google Shape;4312;p50">
                <a:extLst>
                  <a:ext uri="{FF2B5EF4-FFF2-40B4-BE49-F238E27FC236}">
                    <a16:creationId xmlns:a16="http://schemas.microsoft.com/office/drawing/2014/main" id="{B7ED1398-3D06-C91D-9E95-C460AE5786E1}"/>
                  </a:ext>
                </a:extLst>
              </p:cNvPr>
              <p:cNvSpPr/>
              <p:nvPr/>
            </p:nvSpPr>
            <p:spPr>
              <a:xfrm>
                <a:off x="116980" y="4236838"/>
                <a:ext cx="74160" cy="50040"/>
              </a:xfrm>
              <a:custGeom>
                <a:avLst/>
                <a:gdLst/>
                <a:ahLst/>
                <a:cxnLst/>
                <a:rect l="l" t="t" r="r" b="b"/>
                <a:pathLst>
                  <a:path w="206" h="139" extrusionOk="0">
                    <a:moveTo>
                      <a:pt x="30" y="137"/>
                    </a:moveTo>
                    <a:cubicBezTo>
                      <a:pt x="23" y="137"/>
                      <a:pt x="15" y="135"/>
                      <a:pt x="10" y="131"/>
                    </a:cubicBezTo>
                    <a:cubicBezTo>
                      <a:pt x="7" y="129"/>
                      <a:pt x="5" y="127"/>
                      <a:pt x="4" y="124"/>
                    </a:cubicBezTo>
                    <a:cubicBezTo>
                      <a:pt x="3" y="121"/>
                      <a:pt x="2" y="118"/>
                      <a:pt x="1" y="115"/>
                    </a:cubicBezTo>
                    <a:cubicBezTo>
                      <a:pt x="0" y="111"/>
                      <a:pt x="0" y="108"/>
                      <a:pt x="0" y="104"/>
                    </a:cubicBezTo>
                    <a:cubicBezTo>
                      <a:pt x="0" y="100"/>
                      <a:pt x="0" y="96"/>
                      <a:pt x="0" y="91"/>
                    </a:cubicBezTo>
                    <a:cubicBezTo>
                      <a:pt x="2" y="75"/>
                      <a:pt x="8" y="60"/>
                      <a:pt x="16" y="47"/>
                    </a:cubicBezTo>
                    <a:cubicBezTo>
                      <a:pt x="20" y="40"/>
                      <a:pt x="24" y="35"/>
                      <a:pt x="28" y="29"/>
                    </a:cubicBezTo>
                    <a:cubicBezTo>
                      <a:pt x="33" y="22"/>
                      <a:pt x="39" y="17"/>
                      <a:pt x="45" y="12"/>
                    </a:cubicBezTo>
                    <a:cubicBezTo>
                      <a:pt x="49" y="9"/>
                      <a:pt x="55" y="7"/>
                      <a:pt x="60" y="5"/>
                    </a:cubicBezTo>
                    <a:cubicBezTo>
                      <a:pt x="66" y="4"/>
                      <a:pt x="72" y="5"/>
                      <a:pt x="77" y="7"/>
                    </a:cubicBezTo>
                    <a:cubicBezTo>
                      <a:pt x="83" y="8"/>
                      <a:pt x="88" y="12"/>
                      <a:pt x="92" y="18"/>
                    </a:cubicBezTo>
                    <a:cubicBezTo>
                      <a:pt x="95" y="21"/>
                      <a:pt x="97" y="26"/>
                      <a:pt x="95" y="31"/>
                    </a:cubicBezTo>
                    <a:cubicBezTo>
                      <a:pt x="95" y="32"/>
                      <a:pt x="94" y="34"/>
                      <a:pt x="93" y="35"/>
                    </a:cubicBezTo>
                    <a:cubicBezTo>
                      <a:pt x="87" y="42"/>
                      <a:pt x="76" y="39"/>
                      <a:pt x="73" y="30"/>
                    </a:cubicBezTo>
                    <a:lnTo>
                      <a:pt x="73" y="29"/>
                    </a:lnTo>
                    <a:cubicBezTo>
                      <a:pt x="73" y="29"/>
                      <a:pt x="72" y="29"/>
                      <a:pt x="72" y="28"/>
                    </a:cubicBezTo>
                    <a:cubicBezTo>
                      <a:pt x="72" y="29"/>
                      <a:pt x="72" y="29"/>
                      <a:pt x="73" y="29"/>
                    </a:cubicBezTo>
                    <a:cubicBezTo>
                      <a:pt x="72" y="28"/>
                      <a:pt x="72" y="28"/>
                      <a:pt x="71" y="28"/>
                    </a:cubicBezTo>
                    <a:cubicBezTo>
                      <a:pt x="70" y="28"/>
                      <a:pt x="69" y="27"/>
                      <a:pt x="68" y="27"/>
                    </a:cubicBezTo>
                    <a:cubicBezTo>
                      <a:pt x="67" y="27"/>
                      <a:pt x="67" y="27"/>
                      <a:pt x="66" y="26"/>
                    </a:cubicBezTo>
                    <a:cubicBezTo>
                      <a:pt x="67" y="26"/>
                      <a:pt x="67" y="26"/>
                      <a:pt x="67" y="27"/>
                    </a:cubicBezTo>
                    <a:lnTo>
                      <a:pt x="68" y="27"/>
                    </a:lnTo>
                    <a:cubicBezTo>
                      <a:pt x="67" y="27"/>
                      <a:pt x="67" y="27"/>
                      <a:pt x="67" y="26"/>
                    </a:cubicBezTo>
                    <a:lnTo>
                      <a:pt x="66" y="26"/>
                    </a:lnTo>
                    <a:cubicBezTo>
                      <a:pt x="67" y="26"/>
                      <a:pt x="67" y="26"/>
                      <a:pt x="67" y="26"/>
                    </a:cubicBezTo>
                    <a:cubicBezTo>
                      <a:pt x="66" y="26"/>
                      <a:pt x="66" y="26"/>
                      <a:pt x="66" y="26"/>
                    </a:cubicBezTo>
                    <a:cubicBezTo>
                      <a:pt x="65" y="26"/>
                      <a:pt x="64" y="27"/>
                      <a:pt x="63" y="27"/>
                    </a:cubicBezTo>
                    <a:lnTo>
                      <a:pt x="62" y="27"/>
                    </a:lnTo>
                    <a:cubicBezTo>
                      <a:pt x="63" y="27"/>
                      <a:pt x="63" y="27"/>
                      <a:pt x="63" y="27"/>
                    </a:cubicBezTo>
                    <a:cubicBezTo>
                      <a:pt x="62" y="27"/>
                      <a:pt x="62" y="28"/>
                      <a:pt x="60" y="28"/>
                    </a:cubicBezTo>
                    <a:cubicBezTo>
                      <a:pt x="60" y="28"/>
                      <a:pt x="59" y="28"/>
                      <a:pt x="59" y="29"/>
                    </a:cubicBezTo>
                    <a:cubicBezTo>
                      <a:pt x="57" y="29"/>
                      <a:pt x="56" y="30"/>
                      <a:pt x="55" y="32"/>
                    </a:cubicBezTo>
                    <a:cubicBezTo>
                      <a:pt x="53" y="33"/>
                      <a:pt x="52" y="34"/>
                      <a:pt x="51" y="36"/>
                    </a:cubicBezTo>
                    <a:cubicBezTo>
                      <a:pt x="51" y="35"/>
                      <a:pt x="51" y="35"/>
                      <a:pt x="51" y="35"/>
                    </a:cubicBezTo>
                    <a:cubicBezTo>
                      <a:pt x="51" y="35"/>
                      <a:pt x="51" y="36"/>
                      <a:pt x="50" y="36"/>
                    </a:cubicBezTo>
                    <a:cubicBezTo>
                      <a:pt x="47" y="39"/>
                      <a:pt x="45" y="42"/>
                      <a:pt x="42" y="46"/>
                    </a:cubicBezTo>
                    <a:lnTo>
                      <a:pt x="42" y="45"/>
                    </a:lnTo>
                    <a:cubicBezTo>
                      <a:pt x="38" y="50"/>
                      <a:pt x="35" y="56"/>
                      <a:pt x="32" y="61"/>
                    </a:cubicBezTo>
                    <a:cubicBezTo>
                      <a:pt x="30" y="65"/>
                      <a:pt x="28" y="69"/>
                      <a:pt x="27" y="73"/>
                    </a:cubicBezTo>
                    <a:cubicBezTo>
                      <a:pt x="25" y="77"/>
                      <a:pt x="24" y="80"/>
                      <a:pt x="23" y="84"/>
                    </a:cubicBezTo>
                    <a:cubicBezTo>
                      <a:pt x="23" y="87"/>
                      <a:pt x="22" y="91"/>
                      <a:pt x="21" y="94"/>
                    </a:cubicBezTo>
                    <a:cubicBezTo>
                      <a:pt x="21" y="96"/>
                      <a:pt x="21" y="99"/>
                      <a:pt x="21" y="101"/>
                    </a:cubicBezTo>
                    <a:cubicBezTo>
                      <a:pt x="21" y="104"/>
                      <a:pt x="21" y="107"/>
                      <a:pt x="22" y="111"/>
                    </a:cubicBezTo>
                    <a:cubicBezTo>
                      <a:pt x="23" y="112"/>
                      <a:pt x="23" y="113"/>
                      <a:pt x="23" y="113"/>
                    </a:cubicBezTo>
                    <a:cubicBezTo>
                      <a:pt x="23" y="114"/>
                      <a:pt x="23" y="114"/>
                      <a:pt x="23" y="114"/>
                    </a:cubicBezTo>
                    <a:lnTo>
                      <a:pt x="24" y="114"/>
                    </a:lnTo>
                    <a:lnTo>
                      <a:pt x="23" y="114"/>
                    </a:lnTo>
                    <a:cubicBezTo>
                      <a:pt x="24" y="114"/>
                      <a:pt x="24" y="114"/>
                      <a:pt x="24" y="114"/>
                    </a:cubicBezTo>
                    <a:lnTo>
                      <a:pt x="24" y="115"/>
                    </a:lnTo>
                    <a:cubicBezTo>
                      <a:pt x="25" y="115"/>
                      <a:pt x="25" y="115"/>
                      <a:pt x="26" y="115"/>
                    </a:cubicBezTo>
                    <a:cubicBezTo>
                      <a:pt x="26" y="115"/>
                      <a:pt x="26" y="116"/>
                      <a:pt x="27" y="116"/>
                    </a:cubicBezTo>
                    <a:lnTo>
                      <a:pt x="28" y="116"/>
                    </a:lnTo>
                    <a:cubicBezTo>
                      <a:pt x="30" y="116"/>
                      <a:pt x="31" y="116"/>
                      <a:pt x="33" y="116"/>
                    </a:cubicBezTo>
                    <a:cubicBezTo>
                      <a:pt x="32" y="116"/>
                      <a:pt x="31" y="116"/>
                      <a:pt x="31" y="116"/>
                    </a:cubicBezTo>
                    <a:cubicBezTo>
                      <a:pt x="32" y="116"/>
                      <a:pt x="34" y="116"/>
                      <a:pt x="35" y="116"/>
                    </a:cubicBezTo>
                    <a:cubicBezTo>
                      <a:pt x="36" y="115"/>
                      <a:pt x="37" y="115"/>
                      <a:pt x="38" y="114"/>
                    </a:cubicBezTo>
                    <a:cubicBezTo>
                      <a:pt x="41" y="114"/>
                      <a:pt x="44" y="113"/>
                      <a:pt x="46" y="112"/>
                    </a:cubicBezTo>
                    <a:cubicBezTo>
                      <a:pt x="51" y="110"/>
                      <a:pt x="56" y="107"/>
                      <a:pt x="61" y="104"/>
                    </a:cubicBezTo>
                    <a:cubicBezTo>
                      <a:pt x="68" y="100"/>
                      <a:pt x="74" y="95"/>
                      <a:pt x="81" y="91"/>
                    </a:cubicBezTo>
                    <a:cubicBezTo>
                      <a:pt x="84" y="88"/>
                      <a:pt x="87" y="85"/>
                      <a:pt x="90" y="82"/>
                    </a:cubicBezTo>
                    <a:cubicBezTo>
                      <a:pt x="91" y="81"/>
                      <a:pt x="91" y="80"/>
                      <a:pt x="92" y="79"/>
                    </a:cubicBezTo>
                    <a:cubicBezTo>
                      <a:pt x="94" y="74"/>
                      <a:pt x="97" y="70"/>
                      <a:pt x="102" y="68"/>
                    </a:cubicBezTo>
                    <a:cubicBezTo>
                      <a:pt x="107" y="66"/>
                      <a:pt x="112" y="68"/>
                      <a:pt x="115" y="72"/>
                    </a:cubicBezTo>
                    <a:cubicBezTo>
                      <a:pt x="121" y="80"/>
                      <a:pt x="114" y="89"/>
                      <a:pt x="108" y="95"/>
                    </a:cubicBezTo>
                    <a:lnTo>
                      <a:pt x="108" y="96"/>
                    </a:lnTo>
                    <a:cubicBezTo>
                      <a:pt x="107" y="97"/>
                      <a:pt x="107" y="99"/>
                      <a:pt x="106" y="101"/>
                    </a:cubicBezTo>
                    <a:cubicBezTo>
                      <a:pt x="106" y="102"/>
                      <a:pt x="106" y="103"/>
                      <a:pt x="105" y="104"/>
                    </a:cubicBezTo>
                    <a:cubicBezTo>
                      <a:pt x="105" y="106"/>
                      <a:pt x="105" y="107"/>
                      <a:pt x="105" y="109"/>
                    </a:cubicBezTo>
                    <a:lnTo>
                      <a:pt x="105" y="110"/>
                    </a:lnTo>
                    <a:lnTo>
                      <a:pt x="105" y="109"/>
                    </a:lnTo>
                    <a:cubicBezTo>
                      <a:pt x="105" y="110"/>
                      <a:pt x="106" y="111"/>
                      <a:pt x="106" y="111"/>
                    </a:cubicBezTo>
                    <a:cubicBezTo>
                      <a:pt x="107" y="112"/>
                      <a:pt x="107" y="113"/>
                      <a:pt x="107" y="113"/>
                    </a:cubicBezTo>
                    <a:cubicBezTo>
                      <a:pt x="107" y="114"/>
                      <a:pt x="108" y="114"/>
                      <a:pt x="108" y="114"/>
                    </a:cubicBezTo>
                    <a:lnTo>
                      <a:pt x="108" y="115"/>
                    </a:lnTo>
                    <a:cubicBezTo>
                      <a:pt x="109" y="115"/>
                      <a:pt x="110" y="115"/>
                      <a:pt x="111" y="115"/>
                    </a:cubicBezTo>
                    <a:lnTo>
                      <a:pt x="110" y="115"/>
                    </a:lnTo>
                    <a:cubicBezTo>
                      <a:pt x="111" y="115"/>
                      <a:pt x="111" y="115"/>
                      <a:pt x="112" y="115"/>
                    </a:cubicBezTo>
                    <a:cubicBezTo>
                      <a:pt x="113" y="114"/>
                      <a:pt x="114" y="114"/>
                      <a:pt x="115" y="114"/>
                    </a:cubicBezTo>
                    <a:cubicBezTo>
                      <a:pt x="116" y="114"/>
                      <a:pt x="116" y="113"/>
                      <a:pt x="118" y="113"/>
                    </a:cubicBezTo>
                    <a:cubicBezTo>
                      <a:pt x="119" y="112"/>
                      <a:pt x="121" y="111"/>
                      <a:pt x="123" y="110"/>
                    </a:cubicBezTo>
                    <a:cubicBezTo>
                      <a:pt x="126" y="108"/>
                      <a:pt x="129" y="106"/>
                      <a:pt x="132" y="104"/>
                    </a:cubicBezTo>
                    <a:cubicBezTo>
                      <a:pt x="136" y="100"/>
                      <a:pt x="141" y="96"/>
                      <a:pt x="145" y="92"/>
                    </a:cubicBezTo>
                    <a:cubicBezTo>
                      <a:pt x="152" y="85"/>
                      <a:pt x="159" y="77"/>
                      <a:pt x="165" y="69"/>
                    </a:cubicBezTo>
                    <a:cubicBezTo>
                      <a:pt x="167" y="66"/>
                      <a:pt x="169" y="63"/>
                      <a:pt x="171" y="60"/>
                    </a:cubicBezTo>
                    <a:cubicBezTo>
                      <a:pt x="174" y="57"/>
                      <a:pt x="176" y="53"/>
                      <a:pt x="178" y="49"/>
                    </a:cubicBezTo>
                    <a:cubicBezTo>
                      <a:pt x="179" y="47"/>
                      <a:pt x="181" y="44"/>
                      <a:pt x="182" y="42"/>
                    </a:cubicBezTo>
                    <a:cubicBezTo>
                      <a:pt x="182" y="41"/>
                      <a:pt x="182" y="41"/>
                      <a:pt x="182" y="40"/>
                    </a:cubicBezTo>
                    <a:lnTo>
                      <a:pt x="182" y="41"/>
                    </a:lnTo>
                    <a:cubicBezTo>
                      <a:pt x="182" y="40"/>
                      <a:pt x="182" y="40"/>
                      <a:pt x="182" y="39"/>
                    </a:cubicBezTo>
                    <a:lnTo>
                      <a:pt x="182" y="38"/>
                    </a:lnTo>
                    <a:cubicBezTo>
                      <a:pt x="182" y="37"/>
                      <a:pt x="182" y="37"/>
                      <a:pt x="182" y="37"/>
                    </a:cubicBezTo>
                    <a:cubicBezTo>
                      <a:pt x="182" y="36"/>
                      <a:pt x="182" y="36"/>
                      <a:pt x="182" y="36"/>
                    </a:cubicBezTo>
                    <a:cubicBezTo>
                      <a:pt x="182" y="35"/>
                      <a:pt x="182" y="35"/>
                      <a:pt x="182" y="35"/>
                    </a:cubicBezTo>
                    <a:cubicBezTo>
                      <a:pt x="182" y="35"/>
                      <a:pt x="181" y="34"/>
                      <a:pt x="181" y="33"/>
                    </a:cubicBezTo>
                    <a:cubicBezTo>
                      <a:pt x="179" y="32"/>
                      <a:pt x="178" y="30"/>
                      <a:pt x="177" y="29"/>
                    </a:cubicBezTo>
                    <a:cubicBezTo>
                      <a:pt x="176" y="28"/>
                      <a:pt x="175" y="27"/>
                      <a:pt x="174" y="26"/>
                    </a:cubicBezTo>
                    <a:cubicBezTo>
                      <a:pt x="173" y="26"/>
                      <a:pt x="172" y="25"/>
                      <a:pt x="171" y="25"/>
                    </a:cubicBezTo>
                    <a:cubicBezTo>
                      <a:pt x="170" y="24"/>
                      <a:pt x="169" y="24"/>
                      <a:pt x="169" y="23"/>
                    </a:cubicBezTo>
                    <a:cubicBezTo>
                      <a:pt x="168" y="23"/>
                      <a:pt x="168" y="23"/>
                      <a:pt x="167" y="23"/>
                    </a:cubicBezTo>
                    <a:cubicBezTo>
                      <a:pt x="166" y="23"/>
                      <a:pt x="164" y="22"/>
                      <a:pt x="163" y="22"/>
                    </a:cubicBezTo>
                    <a:cubicBezTo>
                      <a:pt x="162" y="22"/>
                      <a:pt x="161" y="22"/>
                      <a:pt x="160" y="22"/>
                    </a:cubicBezTo>
                    <a:cubicBezTo>
                      <a:pt x="159" y="22"/>
                      <a:pt x="158" y="22"/>
                      <a:pt x="157" y="22"/>
                    </a:cubicBezTo>
                    <a:cubicBezTo>
                      <a:pt x="154" y="23"/>
                      <a:pt x="151" y="23"/>
                      <a:pt x="148" y="24"/>
                    </a:cubicBezTo>
                    <a:cubicBezTo>
                      <a:pt x="146" y="25"/>
                      <a:pt x="144" y="26"/>
                      <a:pt x="141" y="27"/>
                    </a:cubicBezTo>
                    <a:cubicBezTo>
                      <a:pt x="142" y="27"/>
                      <a:pt x="142" y="27"/>
                      <a:pt x="142" y="26"/>
                    </a:cubicBezTo>
                    <a:cubicBezTo>
                      <a:pt x="140" y="28"/>
                      <a:pt x="139" y="28"/>
                      <a:pt x="137" y="29"/>
                    </a:cubicBezTo>
                    <a:cubicBezTo>
                      <a:pt x="136" y="30"/>
                      <a:pt x="134" y="31"/>
                      <a:pt x="133" y="32"/>
                    </a:cubicBezTo>
                    <a:cubicBezTo>
                      <a:pt x="132" y="33"/>
                      <a:pt x="130" y="35"/>
                      <a:pt x="128" y="37"/>
                    </a:cubicBezTo>
                    <a:cubicBezTo>
                      <a:pt x="126" y="39"/>
                      <a:pt x="123" y="42"/>
                      <a:pt x="121" y="45"/>
                    </a:cubicBezTo>
                    <a:cubicBezTo>
                      <a:pt x="118" y="50"/>
                      <a:pt x="114" y="56"/>
                      <a:pt x="111" y="61"/>
                    </a:cubicBezTo>
                    <a:cubicBezTo>
                      <a:pt x="108" y="66"/>
                      <a:pt x="101" y="67"/>
                      <a:pt x="96" y="64"/>
                    </a:cubicBezTo>
                    <a:cubicBezTo>
                      <a:pt x="91" y="61"/>
                      <a:pt x="90" y="55"/>
                      <a:pt x="93" y="50"/>
                    </a:cubicBezTo>
                    <a:cubicBezTo>
                      <a:pt x="99" y="40"/>
                      <a:pt x="106" y="29"/>
                      <a:pt x="114" y="21"/>
                    </a:cubicBezTo>
                    <a:cubicBezTo>
                      <a:pt x="119" y="15"/>
                      <a:pt x="125" y="11"/>
                      <a:pt x="132" y="8"/>
                    </a:cubicBezTo>
                    <a:cubicBezTo>
                      <a:pt x="139" y="4"/>
                      <a:pt x="147" y="2"/>
                      <a:pt x="155" y="1"/>
                    </a:cubicBezTo>
                    <a:cubicBezTo>
                      <a:pt x="162" y="0"/>
                      <a:pt x="171" y="1"/>
                      <a:pt x="177" y="4"/>
                    </a:cubicBezTo>
                    <a:cubicBezTo>
                      <a:pt x="185" y="7"/>
                      <a:pt x="190" y="11"/>
                      <a:pt x="196" y="17"/>
                    </a:cubicBezTo>
                    <a:cubicBezTo>
                      <a:pt x="200" y="22"/>
                      <a:pt x="203" y="28"/>
                      <a:pt x="204" y="35"/>
                    </a:cubicBezTo>
                    <a:cubicBezTo>
                      <a:pt x="205" y="42"/>
                      <a:pt x="203" y="49"/>
                      <a:pt x="199" y="55"/>
                    </a:cubicBezTo>
                    <a:cubicBezTo>
                      <a:pt x="197" y="59"/>
                      <a:pt x="194" y="63"/>
                      <a:pt x="192" y="67"/>
                    </a:cubicBezTo>
                    <a:cubicBezTo>
                      <a:pt x="189" y="72"/>
                      <a:pt x="185" y="78"/>
                      <a:pt x="181" y="82"/>
                    </a:cubicBezTo>
                    <a:cubicBezTo>
                      <a:pt x="172" y="93"/>
                      <a:pt x="163" y="104"/>
                      <a:pt x="153" y="113"/>
                    </a:cubicBezTo>
                    <a:cubicBezTo>
                      <a:pt x="143" y="123"/>
                      <a:pt x="133" y="131"/>
                      <a:pt x="120" y="135"/>
                    </a:cubicBezTo>
                    <a:cubicBezTo>
                      <a:pt x="115" y="137"/>
                      <a:pt x="108" y="138"/>
                      <a:pt x="102" y="136"/>
                    </a:cubicBezTo>
                    <a:cubicBezTo>
                      <a:pt x="96" y="134"/>
                      <a:pt x="91" y="130"/>
                      <a:pt x="88" y="125"/>
                    </a:cubicBezTo>
                    <a:cubicBezTo>
                      <a:pt x="86" y="121"/>
                      <a:pt x="84" y="118"/>
                      <a:pt x="84" y="114"/>
                    </a:cubicBezTo>
                    <a:cubicBezTo>
                      <a:pt x="83" y="115"/>
                      <a:pt x="83" y="116"/>
                      <a:pt x="81" y="116"/>
                    </a:cubicBezTo>
                    <a:cubicBezTo>
                      <a:pt x="72" y="122"/>
                      <a:pt x="62" y="128"/>
                      <a:pt x="51" y="133"/>
                    </a:cubicBezTo>
                    <a:cubicBezTo>
                      <a:pt x="45" y="135"/>
                      <a:pt x="37" y="138"/>
                      <a:pt x="30" y="1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3" name="Google Shape;4313;p50">
                <a:extLst>
                  <a:ext uri="{FF2B5EF4-FFF2-40B4-BE49-F238E27FC236}">
                    <a16:creationId xmlns:a16="http://schemas.microsoft.com/office/drawing/2014/main" id="{03CAEC78-EA22-4B23-5C5D-951F2C6BBA8C}"/>
                  </a:ext>
                </a:extLst>
              </p:cNvPr>
              <p:cNvSpPr/>
              <p:nvPr/>
            </p:nvSpPr>
            <p:spPr>
              <a:xfrm>
                <a:off x="187540" y="4232878"/>
                <a:ext cx="31320" cy="57960"/>
              </a:xfrm>
              <a:custGeom>
                <a:avLst/>
                <a:gdLst/>
                <a:ahLst/>
                <a:cxnLst/>
                <a:rect l="l" t="t" r="r" b="b"/>
                <a:pathLst>
                  <a:path w="87" h="161" extrusionOk="0">
                    <a:moveTo>
                      <a:pt x="14" y="152"/>
                    </a:moveTo>
                    <a:cubicBezTo>
                      <a:pt x="13" y="146"/>
                      <a:pt x="16" y="139"/>
                      <a:pt x="22" y="138"/>
                    </a:cubicBezTo>
                    <a:cubicBezTo>
                      <a:pt x="30" y="136"/>
                      <a:pt x="37" y="135"/>
                      <a:pt x="44" y="132"/>
                    </a:cubicBezTo>
                    <a:lnTo>
                      <a:pt x="45" y="132"/>
                    </a:lnTo>
                    <a:lnTo>
                      <a:pt x="44" y="132"/>
                    </a:lnTo>
                    <a:cubicBezTo>
                      <a:pt x="48" y="131"/>
                      <a:pt x="52" y="130"/>
                      <a:pt x="55" y="128"/>
                    </a:cubicBezTo>
                    <a:cubicBezTo>
                      <a:pt x="57" y="128"/>
                      <a:pt x="59" y="127"/>
                      <a:pt x="60" y="126"/>
                    </a:cubicBezTo>
                    <a:cubicBezTo>
                      <a:pt x="60" y="125"/>
                      <a:pt x="61" y="125"/>
                      <a:pt x="62" y="125"/>
                    </a:cubicBezTo>
                    <a:cubicBezTo>
                      <a:pt x="62" y="125"/>
                      <a:pt x="61" y="125"/>
                      <a:pt x="60" y="125"/>
                    </a:cubicBezTo>
                    <a:cubicBezTo>
                      <a:pt x="62" y="125"/>
                      <a:pt x="62" y="124"/>
                      <a:pt x="63" y="124"/>
                    </a:cubicBezTo>
                    <a:lnTo>
                      <a:pt x="63" y="123"/>
                    </a:lnTo>
                    <a:lnTo>
                      <a:pt x="64" y="122"/>
                    </a:lnTo>
                    <a:cubicBezTo>
                      <a:pt x="63" y="122"/>
                      <a:pt x="63" y="122"/>
                      <a:pt x="63" y="122"/>
                    </a:cubicBezTo>
                    <a:lnTo>
                      <a:pt x="64" y="122"/>
                    </a:lnTo>
                    <a:cubicBezTo>
                      <a:pt x="63" y="122"/>
                      <a:pt x="63" y="122"/>
                      <a:pt x="63" y="122"/>
                    </a:cubicBezTo>
                    <a:lnTo>
                      <a:pt x="63" y="121"/>
                    </a:lnTo>
                    <a:cubicBezTo>
                      <a:pt x="63" y="122"/>
                      <a:pt x="63" y="122"/>
                      <a:pt x="63" y="122"/>
                    </a:cubicBezTo>
                    <a:cubicBezTo>
                      <a:pt x="63" y="122"/>
                      <a:pt x="63" y="121"/>
                      <a:pt x="62" y="121"/>
                    </a:cubicBezTo>
                    <a:cubicBezTo>
                      <a:pt x="58" y="117"/>
                      <a:pt x="53" y="113"/>
                      <a:pt x="49" y="110"/>
                    </a:cubicBezTo>
                    <a:lnTo>
                      <a:pt x="50" y="111"/>
                    </a:lnTo>
                    <a:cubicBezTo>
                      <a:pt x="42" y="104"/>
                      <a:pt x="33" y="98"/>
                      <a:pt x="25" y="92"/>
                    </a:cubicBezTo>
                    <a:cubicBezTo>
                      <a:pt x="17" y="85"/>
                      <a:pt x="9" y="76"/>
                      <a:pt x="4" y="66"/>
                    </a:cubicBezTo>
                    <a:cubicBezTo>
                      <a:pt x="0" y="55"/>
                      <a:pt x="1" y="42"/>
                      <a:pt x="6" y="31"/>
                    </a:cubicBezTo>
                    <a:cubicBezTo>
                      <a:pt x="7" y="26"/>
                      <a:pt x="11" y="21"/>
                      <a:pt x="15" y="18"/>
                    </a:cubicBezTo>
                    <a:cubicBezTo>
                      <a:pt x="19" y="14"/>
                      <a:pt x="24" y="11"/>
                      <a:pt x="28" y="8"/>
                    </a:cubicBezTo>
                    <a:cubicBezTo>
                      <a:pt x="39" y="1"/>
                      <a:pt x="52" y="0"/>
                      <a:pt x="63" y="2"/>
                    </a:cubicBezTo>
                    <a:cubicBezTo>
                      <a:pt x="69" y="2"/>
                      <a:pt x="73" y="5"/>
                      <a:pt x="77" y="8"/>
                    </a:cubicBezTo>
                    <a:cubicBezTo>
                      <a:pt x="78" y="10"/>
                      <a:pt x="80" y="12"/>
                      <a:pt x="80" y="14"/>
                    </a:cubicBezTo>
                    <a:cubicBezTo>
                      <a:pt x="81" y="16"/>
                      <a:pt x="81" y="19"/>
                      <a:pt x="81" y="21"/>
                    </a:cubicBezTo>
                    <a:cubicBezTo>
                      <a:pt x="81" y="23"/>
                      <a:pt x="80" y="26"/>
                      <a:pt x="80" y="29"/>
                    </a:cubicBezTo>
                    <a:cubicBezTo>
                      <a:pt x="79" y="31"/>
                      <a:pt x="78" y="33"/>
                      <a:pt x="78" y="34"/>
                    </a:cubicBezTo>
                    <a:cubicBezTo>
                      <a:pt x="78" y="35"/>
                      <a:pt x="78" y="36"/>
                      <a:pt x="78" y="36"/>
                    </a:cubicBezTo>
                    <a:cubicBezTo>
                      <a:pt x="77" y="43"/>
                      <a:pt x="71" y="47"/>
                      <a:pt x="64" y="46"/>
                    </a:cubicBezTo>
                    <a:cubicBezTo>
                      <a:pt x="58" y="45"/>
                      <a:pt x="54" y="39"/>
                      <a:pt x="56" y="32"/>
                    </a:cubicBezTo>
                    <a:cubicBezTo>
                      <a:pt x="56" y="31"/>
                      <a:pt x="56" y="29"/>
                      <a:pt x="56" y="28"/>
                    </a:cubicBezTo>
                    <a:cubicBezTo>
                      <a:pt x="57" y="26"/>
                      <a:pt x="58" y="25"/>
                      <a:pt x="58" y="23"/>
                    </a:cubicBezTo>
                    <a:cubicBezTo>
                      <a:pt x="57" y="23"/>
                      <a:pt x="56" y="23"/>
                      <a:pt x="56" y="23"/>
                    </a:cubicBezTo>
                    <a:cubicBezTo>
                      <a:pt x="54" y="23"/>
                      <a:pt x="53" y="23"/>
                      <a:pt x="51" y="23"/>
                    </a:cubicBezTo>
                    <a:lnTo>
                      <a:pt x="49" y="23"/>
                    </a:lnTo>
                    <a:cubicBezTo>
                      <a:pt x="48" y="23"/>
                      <a:pt x="46" y="24"/>
                      <a:pt x="45" y="24"/>
                    </a:cubicBezTo>
                    <a:cubicBezTo>
                      <a:pt x="44" y="25"/>
                      <a:pt x="43" y="25"/>
                      <a:pt x="42" y="25"/>
                    </a:cubicBezTo>
                    <a:cubicBezTo>
                      <a:pt x="41" y="26"/>
                      <a:pt x="39" y="27"/>
                      <a:pt x="38" y="28"/>
                    </a:cubicBezTo>
                    <a:cubicBezTo>
                      <a:pt x="36" y="29"/>
                      <a:pt x="35" y="29"/>
                      <a:pt x="34" y="30"/>
                    </a:cubicBezTo>
                    <a:cubicBezTo>
                      <a:pt x="32" y="32"/>
                      <a:pt x="31" y="33"/>
                      <a:pt x="29" y="34"/>
                    </a:cubicBezTo>
                    <a:cubicBezTo>
                      <a:pt x="29" y="35"/>
                      <a:pt x="28" y="36"/>
                      <a:pt x="28" y="36"/>
                    </a:cubicBezTo>
                    <a:cubicBezTo>
                      <a:pt x="27" y="37"/>
                      <a:pt x="26" y="38"/>
                      <a:pt x="25" y="39"/>
                    </a:cubicBezTo>
                    <a:cubicBezTo>
                      <a:pt x="25" y="40"/>
                      <a:pt x="25" y="40"/>
                      <a:pt x="25" y="41"/>
                    </a:cubicBezTo>
                    <a:cubicBezTo>
                      <a:pt x="25" y="41"/>
                      <a:pt x="24" y="42"/>
                      <a:pt x="24" y="43"/>
                    </a:cubicBezTo>
                    <a:cubicBezTo>
                      <a:pt x="24" y="44"/>
                      <a:pt x="24" y="46"/>
                      <a:pt x="24" y="47"/>
                    </a:cubicBezTo>
                    <a:cubicBezTo>
                      <a:pt x="24" y="48"/>
                      <a:pt x="24" y="48"/>
                      <a:pt x="24" y="50"/>
                    </a:cubicBezTo>
                    <a:cubicBezTo>
                      <a:pt x="24" y="52"/>
                      <a:pt x="24" y="54"/>
                      <a:pt x="24" y="56"/>
                    </a:cubicBezTo>
                    <a:cubicBezTo>
                      <a:pt x="24" y="55"/>
                      <a:pt x="24" y="55"/>
                      <a:pt x="24" y="55"/>
                    </a:cubicBezTo>
                    <a:lnTo>
                      <a:pt x="24" y="57"/>
                    </a:lnTo>
                    <a:cubicBezTo>
                      <a:pt x="25" y="58"/>
                      <a:pt x="25" y="60"/>
                      <a:pt x="25" y="61"/>
                    </a:cubicBezTo>
                    <a:cubicBezTo>
                      <a:pt x="25" y="60"/>
                      <a:pt x="25" y="60"/>
                      <a:pt x="25" y="60"/>
                    </a:cubicBezTo>
                    <a:cubicBezTo>
                      <a:pt x="25" y="60"/>
                      <a:pt x="26" y="61"/>
                      <a:pt x="27" y="62"/>
                    </a:cubicBezTo>
                    <a:cubicBezTo>
                      <a:pt x="27" y="63"/>
                      <a:pt x="28" y="64"/>
                      <a:pt x="28" y="65"/>
                    </a:cubicBezTo>
                    <a:cubicBezTo>
                      <a:pt x="28" y="64"/>
                      <a:pt x="28" y="64"/>
                      <a:pt x="28" y="64"/>
                    </a:cubicBezTo>
                    <a:cubicBezTo>
                      <a:pt x="30" y="66"/>
                      <a:pt x="31" y="68"/>
                      <a:pt x="32" y="69"/>
                    </a:cubicBezTo>
                    <a:cubicBezTo>
                      <a:pt x="38" y="75"/>
                      <a:pt x="45" y="79"/>
                      <a:pt x="51" y="85"/>
                    </a:cubicBezTo>
                    <a:cubicBezTo>
                      <a:pt x="56" y="88"/>
                      <a:pt x="60" y="92"/>
                      <a:pt x="65" y="95"/>
                    </a:cubicBezTo>
                    <a:lnTo>
                      <a:pt x="64" y="95"/>
                    </a:lnTo>
                    <a:cubicBezTo>
                      <a:pt x="66" y="95"/>
                      <a:pt x="66" y="96"/>
                      <a:pt x="67" y="97"/>
                    </a:cubicBezTo>
                    <a:lnTo>
                      <a:pt x="67" y="96"/>
                    </a:lnTo>
                    <a:cubicBezTo>
                      <a:pt x="72" y="100"/>
                      <a:pt x="77" y="104"/>
                      <a:pt x="81" y="108"/>
                    </a:cubicBezTo>
                    <a:cubicBezTo>
                      <a:pt x="85" y="113"/>
                      <a:pt x="86" y="118"/>
                      <a:pt x="86" y="124"/>
                    </a:cubicBezTo>
                    <a:cubicBezTo>
                      <a:pt x="86" y="130"/>
                      <a:pt x="82" y="136"/>
                      <a:pt x="78" y="140"/>
                    </a:cubicBezTo>
                    <a:cubicBezTo>
                      <a:pt x="74" y="144"/>
                      <a:pt x="69" y="146"/>
                      <a:pt x="63" y="149"/>
                    </a:cubicBezTo>
                    <a:cubicBezTo>
                      <a:pt x="58" y="151"/>
                      <a:pt x="53" y="152"/>
                      <a:pt x="48" y="154"/>
                    </a:cubicBezTo>
                    <a:cubicBezTo>
                      <a:pt x="41" y="156"/>
                      <a:pt x="34" y="158"/>
                      <a:pt x="27" y="160"/>
                    </a:cubicBezTo>
                    <a:cubicBezTo>
                      <a:pt x="26" y="160"/>
                      <a:pt x="25" y="160"/>
                      <a:pt x="24" y="160"/>
                    </a:cubicBezTo>
                    <a:cubicBezTo>
                      <a:pt x="20" y="160"/>
                      <a:pt x="15" y="156"/>
                      <a:pt x="14" y="1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4" name="Google Shape;4314;p50">
                <a:extLst>
                  <a:ext uri="{FF2B5EF4-FFF2-40B4-BE49-F238E27FC236}">
                    <a16:creationId xmlns:a16="http://schemas.microsoft.com/office/drawing/2014/main" id="{46EDEF55-9D3C-EF43-41D9-EB2C2A2168DB}"/>
                  </a:ext>
                </a:extLst>
              </p:cNvPr>
              <p:cNvSpPr/>
              <p:nvPr/>
            </p:nvSpPr>
            <p:spPr>
              <a:xfrm>
                <a:off x="236140" y="4200118"/>
                <a:ext cx="40320" cy="10584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294" extrusionOk="0">
                    <a:moveTo>
                      <a:pt x="30" y="290"/>
                    </a:moveTo>
                    <a:cubicBezTo>
                      <a:pt x="25" y="286"/>
                      <a:pt x="21" y="281"/>
                      <a:pt x="17" y="276"/>
                    </a:cubicBezTo>
                    <a:cubicBezTo>
                      <a:pt x="12" y="271"/>
                      <a:pt x="9" y="264"/>
                      <a:pt x="6" y="257"/>
                    </a:cubicBezTo>
                    <a:cubicBezTo>
                      <a:pt x="0" y="244"/>
                      <a:pt x="0" y="228"/>
                      <a:pt x="2" y="213"/>
                    </a:cubicBezTo>
                    <a:cubicBezTo>
                      <a:pt x="2" y="201"/>
                      <a:pt x="4" y="190"/>
                      <a:pt x="6" y="177"/>
                    </a:cubicBezTo>
                    <a:cubicBezTo>
                      <a:pt x="7" y="172"/>
                      <a:pt x="7" y="166"/>
                      <a:pt x="9" y="160"/>
                    </a:cubicBezTo>
                    <a:cubicBezTo>
                      <a:pt x="10" y="154"/>
                      <a:pt x="12" y="147"/>
                      <a:pt x="13" y="141"/>
                    </a:cubicBezTo>
                    <a:cubicBezTo>
                      <a:pt x="16" y="130"/>
                      <a:pt x="19" y="119"/>
                      <a:pt x="22" y="107"/>
                    </a:cubicBezTo>
                    <a:cubicBezTo>
                      <a:pt x="23" y="104"/>
                      <a:pt x="24" y="100"/>
                      <a:pt x="25" y="96"/>
                    </a:cubicBezTo>
                    <a:cubicBezTo>
                      <a:pt x="27" y="92"/>
                      <a:pt x="28" y="88"/>
                      <a:pt x="30" y="84"/>
                    </a:cubicBezTo>
                    <a:cubicBezTo>
                      <a:pt x="29" y="84"/>
                      <a:pt x="29" y="84"/>
                      <a:pt x="29" y="85"/>
                    </a:cubicBezTo>
                    <a:cubicBezTo>
                      <a:pt x="30" y="83"/>
                      <a:pt x="31" y="81"/>
                      <a:pt x="32" y="79"/>
                    </a:cubicBezTo>
                    <a:cubicBezTo>
                      <a:pt x="31" y="79"/>
                      <a:pt x="31" y="80"/>
                      <a:pt x="31" y="81"/>
                    </a:cubicBezTo>
                    <a:cubicBezTo>
                      <a:pt x="32" y="79"/>
                      <a:pt x="32" y="78"/>
                      <a:pt x="32" y="77"/>
                    </a:cubicBezTo>
                    <a:lnTo>
                      <a:pt x="32" y="78"/>
                    </a:lnTo>
                    <a:cubicBezTo>
                      <a:pt x="32" y="77"/>
                      <a:pt x="33" y="75"/>
                      <a:pt x="34" y="75"/>
                    </a:cubicBezTo>
                    <a:cubicBezTo>
                      <a:pt x="33" y="75"/>
                      <a:pt x="33" y="75"/>
                      <a:pt x="33" y="76"/>
                    </a:cubicBezTo>
                    <a:cubicBezTo>
                      <a:pt x="33" y="75"/>
                      <a:pt x="34" y="74"/>
                      <a:pt x="34" y="73"/>
                    </a:cubicBezTo>
                    <a:cubicBezTo>
                      <a:pt x="34" y="72"/>
                      <a:pt x="35" y="71"/>
                      <a:pt x="35" y="70"/>
                    </a:cubicBezTo>
                    <a:cubicBezTo>
                      <a:pt x="35" y="71"/>
                      <a:pt x="35" y="71"/>
                      <a:pt x="35" y="71"/>
                    </a:cubicBezTo>
                    <a:cubicBezTo>
                      <a:pt x="36" y="68"/>
                      <a:pt x="37" y="66"/>
                      <a:pt x="38" y="63"/>
                    </a:cubicBezTo>
                    <a:cubicBezTo>
                      <a:pt x="39" y="61"/>
                      <a:pt x="41" y="58"/>
                      <a:pt x="42" y="56"/>
                    </a:cubicBezTo>
                    <a:cubicBezTo>
                      <a:pt x="45" y="48"/>
                      <a:pt x="49" y="41"/>
                      <a:pt x="53" y="34"/>
                    </a:cubicBezTo>
                    <a:cubicBezTo>
                      <a:pt x="56" y="28"/>
                      <a:pt x="61" y="21"/>
                      <a:pt x="66" y="16"/>
                    </a:cubicBezTo>
                    <a:cubicBezTo>
                      <a:pt x="70" y="11"/>
                      <a:pt x="76" y="7"/>
                      <a:pt x="82" y="4"/>
                    </a:cubicBezTo>
                    <a:cubicBezTo>
                      <a:pt x="87" y="1"/>
                      <a:pt x="95" y="0"/>
                      <a:pt x="100" y="3"/>
                    </a:cubicBezTo>
                    <a:cubicBezTo>
                      <a:pt x="102" y="3"/>
                      <a:pt x="103" y="4"/>
                      <a:pt x="104" y="5"/>
                    </a:cubicBezTo>
                    <a:cubicBezTo>
                      <a:pt x="105" y="6"/>
                      <a:pt x="106" y="8"/>
                      <a:pt x="108" y="9"/>
                    </a:cubicBezTo>
                    <a:cubicBezTo>
                      <a:pt x="109" y="11"/>
                      <a:pt x="110" y="12"/>
                      <a:pt x="110" y="15"/>
                    </a:cubicBezTo>
                    <a:cubicBezTo>
                      <a:pt x="111" y="21"/>
                      <a:pt x="108" y="26"/>
                      <a:pt x="102" y="28"/>
                    </a:cubicBezTo>
                    <a:cubicBezTo>
                      <a:pt x="98" y="29"/>
                      <a:pt x="93" y="27"/>
                      <a:pt x="91" y="24"/>
                    </a:cubicBezTo>
                    <a:cubicBezTo>
                      <a:pt x="90" y="24"/>
                      <a:pt x="90" y="24"/>
                      <a:pt x="90" y="24"/>
                    </a:cubicBezTo>
                    <a:cubicBezTo>
                      <a:pt x="89" y="25"/>
                      <a:pt x="88" y="25"/>
                      <a:pt x="87" y="26"/>
                    </a:cubicBezTo>
                    <a:cubicBezTo>
                      <a:pt x="85" y="26"/>
                      <a:pt x="84" y="27"/>
                      <a:pt x="84" y="28"/>
                    </a:cubicBezTo>
                    <a:cubicBezTo>
                      <a:pt x="83" y="29"/>
                      <a:pt x="82" y="29"/>
                      <a:pt x="81" y="30"/>
                    </a:cubicBezTo>
                    <a:cubicBezTo>
                      <a:pt x="80" y="32"/>
                      <a:pt x="78" y="33"/>
                      <a:pt x="77" y="35"/>
                    </a:cubicBezTo>
                    <a:cubicBezTo>
                      <a:pt x="78" y="34"/>
                      <a:pt x="78" y="34"/>
                      <a:pt x="78" y="33"/>
                    </a:cubicBezTo>
                    <a:cubicBezTo>
                      <a:pt x="74" y="39"/>
                      <a:pt x="70" y="45"/>
                      <a:pt x="67" y="51"/>
                    </a:cubicBezTo>
                    <a:cubicBezTo>
                      <a:pt x="65" y="54"/>
                      <a:pt x="63" y="58"/>
                      <a:pt x="61" y="62"/>
                    </a:cubicBezTo>
                    <a:cubicBezTo>
                      <a:pt x="59" y="65"/>
                      <a:pt x="58" y="68"/>
                      <a:pt x="56" y="72"/>
                    </a:cubicBezTo>
                    <a:cubicBezTo>
                      <a:pt x="53" y="78"/>
                      <a:pt x="50" y="85"/>
                      <a:pt x="48" y="92"/>
                    </a:cubicBezTo>
                    <a:cubicBezTo>
                      <a:pt x="46" y="96"/>
                      <a:pt x="45" y="100"/>
                      <a:pt x="43" y="104"/>
                    </a:cubicBezTo>
                    <a:cubicBezTo>
                      <a:pt x="42" y="107"/>
                      <a:pt x="41" y="110"/>
                      <a:pt x="41" y="113"/>
                    </a:cubicBezTo>
                    <a:cubicBezTo>
                      <a:pt x="38" y="121"/>
                      <a:pt x="36" y="130"/>
                      <a:pt x="34" y="138"/>
                    </a:cubicBezTo>
                    <a:cubicBezTo>
                      <a:pt x="31" y="149"/>
                      <a:pt x="28" y="160"/>
                      <a:pt x="27" y="171"/>
                    </a:cubicBezTo>
                    <a:cubicBezTo>
                      <a:pt x="25" y="175"/>
                      <a:pt x="25" y="179"/>
                      <a:pt x="24" y="183"/>
                    </a:cubicBezTo>
                    <a:cubicBezTo>
                      <a:pt x="24" y="185"/>
                      <a:pt x="24" y="187"/>
                      <a:pt x="23" y="189"/>
                    </a:cubicBezTo>
                    <a:cubicBezTo>
                      <a:pt x="23" y="196"/>
                      <a:pt x="22" y="203"/>
                      <a:pt x="21" y="209"/>
                    </a:cubicBezTo>
                    <a:lnTo>
                      <a:pt x="21" y="208"/>
                    </a:lnTo>
                    <a:cubicBezTo>
                      <a:pt x="21" y="216"/>
                      <a:pt x="20" y="223"/>
                      <a:pt x="21" y="231"/>
                    </a:cubicBezTo>
                    <a:cubicBezTo>
                      <a:pt x="21" y="230"/>
                      <a:pt x="21" y="230"/>
                      <a:pt x="21" y="230"/>
                    </a:cubicBezTo>
                    <a:cubicBezTo>
                      <a:pt x="21" y="232"/>
                      <a:pt x="21" y="235"/>
                      <a:pt x="21" y="238"/>
                    </a:cubicBezTo>
                    <a:cubicBezTo>
                      <a:pt x="21" y="240"/>
                      <a:pt x="22" y="242"/>
                      <a:pt x="23" y="244"/>
                    </a:cubicBezTo>
                    <a:cubicBezTo>
                      <a:pt x="24" y="247"/>
                      <a:pt x="24" y="249"/>
                      <a:pt x="25" y="251"/>
                    </a:cubicBezTo>
                    <a:cubicBezTo>
                      <a:pt x="27" y="254"/>
                      <a:pt x="28" y="256"/>
                      <a:pt x="29" y="258"/>
                    </a:cubicBezTo>
                    <a:cubicBezTo>
                      <a:pt x="31" y="261"/>
                      <a:pt x="32" y="263"/>
                      <a:pt x="34" y="265"/>
                    </a:cubicBezTo>
                    <a:cubicBezTo>
                      <a:pt x="36" y="268"/>
                      <a:pt x="38" y="270"/>
                      <a:pt x="40" y="272"/>
                    </a:cubicBezTo>
                    <a:cubicBezTo>
                      <a:pt x="41" y="273"/>
                      <a:pt x="42" y="274"/>
                      <a:pt x="43" y="275"/>
                    </a:cubicBezTo>
                    <a:cubicBezTo>
                      <a:pt x="48" y="279"/>
                      <a:pt x="48" y="285"/>
                      <a:pt x="45" y="289"/>
                    </a:cubicBezTo>
                    <a:cubicBezTo>
                      <a:pt x="43" y="291"/>
                      <a:pt x="39" y="293"/>
                      <a:pt x="36" y="293"/>
                    </a:cubicBezTo>
                    <a:cubicBezTo>
                      <a:pt x="34" y="293"/>
                      <a:pt x="32" y="292"/>
                      <a:pt x="30" y="2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5" name="Google Shape;4315;p50">
                <a:extLst>
                  <a:ext uri="{FF2B5EF4-FFF2-40B4-BE49-F238E27FC236}">
                    <a16:creationId xmlns:a16="http://schemas.microsoft.com/office/drawing/2014/main" id="{BB8D34B5-866A-563E-2AC5-FCE5C388A134}"/>
                  </a:ext>
                </a:extLst>
              </p:cNvPr>
              <p:cNvSpPr/>
              <p:nvPr/>
            </p:nvSpPr>
            <p:spPr>
              <a:xfrm>
                <a:off x="263140" y="4225318"/>
                <a:ext cx="38880" cy="65160"/>
              </a:xfrm>
              <a:custGeom>
                <a:avLst/>
                <a:gdLst/>
                <a:ahLst/>
                <a:cxnLst/>
                <a:rect l="l" t="t" r="r" b="b"/>
                <a:pathLst>
                  <a:path w="108" h="181" extrusionOk="0">
                    <a:moveTo>
                      <a:pt x="80" y="62"/>
                    </a:moveTo>
                    <a:cubicBezTo>
                      <a:pt x="81" y="60"/>
                      <a:pt x="82" y="57"/>
                      <a:pt x="82" y="55"/>
                    </a:cubicBezTo>
                    <a:cubicBezTo>
                      <a:pt x="83" y="51"/>
                      <a:pt x="84" y="46"/>
                      <a:pt x="84" y="42"/>
                    </a:cubicBezTo>
                    <a:cubicBezTo>
                      <a:pt x="85" y="37"/>
                      <a:pt x="85" y="32"/>
                      <a:pt x="85" y="27"/>
                    </a:cubicBezTo>
                    <a:cubicBezTo>
                      <a:pt x="84" y="28"/>
                      <a:pt x="84" y="29"/>
                      <a:pt x="84" y="30"/>
                    </a:cubicBezTo>
                    <a:cubicBezTo>
                      <a:pt x="83" y="32"/>
                      <a:pt x="83" y="35"/>
                      <a:pt x="82" y="36"/>
                    </a:cubicBezTo>
                    <a:cubicBezTo>
                      <a:pt x="81" y="40"/>
                      <a:pt x="80" y="43"/>
                      <a:pt x="80" y="46"/>
                    </a:cubicBezTo>
                    <a:cubicBezTo>
                      <a:pt x="80" y="50"/>
                      <a:pt x="80" y="53"/>
                      <a:pt x="80" y="55"/>
                    </a:cubicBezTo>
                    <a:cubicBezTo>
                      <a:pt x="80" y="58"/>
                      <a:pt x="80" y="60"/>
                      <a:pt x="80" y="62"/>
                    </a:cubicBezTo>
                    <a:moveTo>
                      <a:pt x="23" y="157"/>
                    </a:moveTo>
                    <a:lnTo>
                      <a:pt x="24" y="157"/>
                    </a:lnTo>
                    <a:cubicBezTo>
                      <a:pt x="24" y="156"/>
                      <a:pt x="24" y="156"/>
                      <a:pt x="24" y="156"/>
                    </a:cubicBezTo>
                    <a:cubicBezTo>
                      <a:pt x="25" y="156"/>
                      <a:pt x="26" y="156"/>
                      <a:pt x="26" y="155"/>
                    </a:cubicBezTo>
                    <a:cubicBezTo>
                      <a:pt x="27" y="154"/>
                      <a:pt x="29" y="152"/>
                      <a:pt x="30" y="151"/>
                    </a:cubicBezTo>
                    <a:cubicBezTo>
                      <a:pt x="31" y="150"/>
                      <a:pt x="33" y="149"/>
                      <a:pt x="33" y="148"/>
                    </a:cubicBezTo>
                    <a:cubicBezTo>
                      <a:pt x="33" y="148"/>
                      <a:pt x="32" y="148"/>
                      <a:pt x="31" y="148"/>
                    </a:cubicBezTo>
                    <a:lnTo>
                      <a:pt x="30" y="148"/>
                    </a:lnTo>
                    <a:lnTo>
                      <a:pt x="29" y="148"/>
                    </a:lnTo>
                    <a:lnTo>
                      <a:pt x="28" y="148"/>
                    </a:lnTo>
                    <a:cubicBezTo>
                      <a:pt x="28" y="149"/>
                      <a:pt x="27" y="149"/>
                      <a:pt x="27" y="149"/>
                    </a:cubicBezTo>
                    <a:cubicBezTo>
                      <a:pt x="27" y="149"/>
                      <a:pt x="26" y="149"/>
                      <a:pt x="26" y="150"/>
                    </a:cubicBezTo>
                    <a:lnTo>
                      <a:pt x="25" y="150"/>
                    </a:lnTo>
                    <a:lnTo>
                      <a:pt x="24" y="151"/>
                    </a:lnTo>
                    <a:cubicBezTo>
                      <a:pt x="24" y="152"/>
                      <a:pt x="24" y="152"/>
                      <a:pt x="24" y="152"/>
                    </a:cubicBezTo>
                    <a:lnTo>
                      <a:pt x="24" y="153"/>
                    </a:lnTo>
                    <a:lnTo>
                      <a:pt x="23" y="153"/>
                    </a:lnTo>
                    <a:lnTo>
                      <a:pt x="23" y="154"/>
                    </a:lnTo>
                    <a:cubicBezTo>
                      <a:pt x="23" y="155"/>
                      <a:pt x="23" y="155"/>
                      <a:pt x="23" y="156"/>
                    </a:cubicBezTo>
                    <a:lnTo>
                      <a:pt x="23" y="157"/>
                    </a:lnTo>
                    <a:moveTo>
                      <a:pt x="17" y="178"/>
                    </a:moveTo>
                    <a:cubicBezTo>
                      <a:pt x="12" y="177"/>
                      <a:pt x="8" y="174"/>
                      <a:pt x="5" y="170"/>
                    </a:cubicBezTo>
                    <a:cubicBezTo>
                      <a:pt x="0" y="162"/>
                      <a:pt x="0" y="150"/>
                      <a:pt x="5" y="142"/>
                    </a:cubicBezTo>
                    <a:cubicBezTo>
                      <a:pt x="10" y="132"/>
                      <a:pt x="20" y="126"/>
                      <a:pt x="31" y="126"/>
                    </a:cubicBezTo>
                    <a:cubicBezTo>
                      <a:pt x="36" y="125"/>
                      <a:pt x="42" y="127"/>
                      <a:pt x="47" y="128"/>
                    </a:cubicBezTo>
                    <a:lnTo>
                      <a:pt x="48" y="128"/>
                    </a:lnTo>
                    <a:cubicBezTo>
                      <a:pt x="51" y="122"/>
                      <a:pt x="55" y="116"/>
                      <a:pt x="59" y="109"/>
                    </a:cubicBezTo>
                    <a:cubicBezTo>
                      <a:pt x="59" y="110"/>
                      <a:pt x="58" y="110"/>
                      <a:pt x="58" y="110"/>
                    </a:cubicBezTo>
                    <a:cubicBezTo>
                      <a:pt x="64" y="100"/>
                      <a:pt x="69" y="89"/>
                      <a:pt x="74" y="78"/>
                    </a:cubicBezTo>
                    <a:cubicBezTo>
                      <a:pt x="73" y="78"/>
                      <a:pt x="72" y="79"/>
                      <a:pt x="70" y="79"/>
                    </a:cubicBezTo>
                    <a:cubicBezTo>
                      <a:pt x="63" y="79"/>
                      <a:pt x="58" y="74"/>
                      <a:pt x="58" y="67"/>
                    </a:cubicBezTo>
                    <a:cubicBezTo>
                      <a:pt x="58" y="62"/>
                      <a:pt x="58" y="55"/>
                      <a:pt x="58" y="50"/>
                    </a:cubicBezTo>
                    <a:cubicBezTo>
                      <a:pt x="59" y="44"/>
                      <a:pt x="59" y="38"/>
                      <a:pt x="61" y="32"/>
                    </a:cubicBezTo>
                    <a:cubicBezTo>
                      <a:pt x="62" y="28"/>
                      <a:pt x="63" y="25"/>
                      <a:pt x="64" y="21"/>
                    </a:cubicBezTo>
                    <a:cubicBezTo>
                      <a:pt x="66" y="15"/>
                      <a:pt x="70" y="8"/>
                      <a:pt x="75" y="4"/>
                    </a:cubicBezTo>
                    <a:cubicBezTo>
                      <a:pt x="78" y="2"/>
                      <a:pt x="80" y="1"/>
                      <a:pt x="84" y="1"/>
                    </a:cubicBezTo>
                    <a:cubicBezTo>
                      <a:pt x="87" y="0"/>
                      <a:pt x="90" y="1"/>
                      <a:pt x="94" y="2"/>
                    </a:cubicBezTo>
                    <a:cubicBezTo>
                      <a:pt x="100" y="4"/>
                      <a:pt x="104" y="8"/>
                      <a:pt x="105" y="14"/>
                    </a:cubicBezTo>
                    <a:cubicBezTo>
                      <a:pt x="107" y="21"/>
                      <a:pt x="107" y="28"/>
                      <a:pt x="107" y="35"/>
                    </a:cubicBezTo>
                    <a:cubicBezTo>
                      <a:pt x="106" y="42"/>
                      <a:pt x="105" y="50"/>
                      <a:pt x="102" y="58"/>
                    </a:cubicBezTo>
                    <a:cubicBezTo>
                      <a:pt x="100" y="70"/>
                      <a:pt x="96" y="81"/>
                      <a:pt x="90" y="92"/>
                    </a:cubicBezTo>
                    <a:cubicBezTo>
                      <a:pt x="88" y="97"/>
                      <a:pt x="85" y="103"/>
                      <a:pt x="83" y="108"/>
                    </a:cubicBezTo>
                    <a:cubicBezTo>
                      <a:pt x="80" y="114"/>
                      <a:pt x="77" y="119"/>
                      <a:pt x="73" y="125"/>
                    </a:cubicBezTo>
                    <a:cubicBezTo>
                      <a:pt x="71" y="129"/>
                      <a:pt x="69" y="134"/>
                      <a:pt x="66" y="138"/>
                    </a:cubicBezTo>
                    <a:cubicBezTo>
                      <a:pt x="68" y="139"/>
                      <a:pt x="70" y="141"/>
                      <a:pt x="73" y="143"/>
                    </a:cubicBezTo>
                    <a:cubicBezTo>
                      <a:pt x="82" y="148"/>
                      <a:pt x="91" y="153"/>
                      <a:pt x="100" y="158"/>
                    </a:cubicBezTo>
                    <a:cubicBezTo>
                      <a:pt x="104" y="161"/>
                      <a:pt x="105" y="169"/>
                      <a:pt x="102" y="173"/>
                    </a:cubicBezTo>
                    <a:cubicBezTo>
                      <a:pt x="101" y="175"/>
                      <a:pt x="99" y="177"/>
                      <a:pt x="96" y="177"/>
                    </a:cubicBezTo>
                    <a:cubicBezTo>
                      <a:pt x="93" y="178"/>
                      <a:pt x="90" y="177"/>
                      <a:pt x="88" y="176"/>
                    </a:cubicBezTo>
                    <a:cubicBezTo>
                      <a:pt x="81" y="172"/>
                      <a:pt x="74" y="169"/>
                      <a:pt x="68" y="164"/>
                    </a:cubicBezTo>
                    <a:cubicBezTo>
                      <a:pt x="65" y="163"/>
                      <a:pt x="61" y="161"/>
                      <a:pt x="58" y="159"/>
                    </a:cubicBezTo>
                    <a:cubicBezTo>
                      <a:pt x="57" y="158"/>
                      <a:pt x="55" y="157"/>
                      <a:pt x="54" y="156"/>
                    </a:cubicBezTo>
                    <a:cubicBezTo>
                      <a:pt x="54" y="157"/>
                      <a:pt x="53" y="157"/>
                      <a:pt x="52" y="158"/>
                    </a:cubicBezTo>
                    <a:cubicBezTo>
                      <a:pt x="52" y="159"/>
                      <a:pt x="52" y="159"/>
                      <a:pt x="51" y="160"/>
                    </a:cubicBezTo>
                    <a:cubicBezTo>
                      <a:pt x="51" y="159"/>
                      <a:pt x="51" y="159"/>
                      <a:pt x="52" y="159"/>
                    </a:cubicBezTo>
                    <a:cubicBezTo>
                      <a:pt x="51" y="160"/>
                      <a:pt x="51" y="160"/>
                      <a:pt x="50" y="161"/>
                    </a:cubicBezTo>
                    <a:lnTo>
                      <a:pt x="51" y="160"/>
                    </a:lnTo>
                    <a:cubicBezTo>
                      <a:pt x="48" y="164"/>
                      <a:pt x="45" y="167"/>
                      <a:pt x="42" y="170"/>
                    </a:cubicBezTo>
                    <a:cubicBezTo>
                      <a:pt x="38" y="174"/>
                      <a:pt x="35" y="176"/>
                      <a:pt x="30" y="178"/>
                    </a:cubicBezTo>
                    <a:cubicBezTo>
                      <a:pt x="28" y="179"/>
                      <a:pt x="25" y="180"/>
                      <a:pt x="22" y="180"/>
                    </a:cubicBezTo>
                    <a:cubicBezTo>
                      <a:pt x="20" y="180"/>
                      <a:pt x="19" y="179"/>
                      <a:pt x="17" y="1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6" name="Google Shape;4316;p50">
                <a:extLst>
                  <a:ext uri="{FF2B5EF4-FFF2-40B4-BE49-F238E27FC236}">
                    <a16:creationId xmlns:a16="http://schemas.microsoft.com/office/drawing/2014/main" id="{BE0E08F7-EF88-8E90-01EE-8921106ECEB0}"/>
                  </a:ext>
                </a:extLst>
              </p:cNvPr>
              <p:cNvSpPr/>
              <p:nvPr/>
            </p:nvSpPr>
            <p:spPr>
              <a:xfrm>
                <a:off x="338740" y="4238278"/>
                <a:ext cx="25920" cy="49320"/>
              </a:xfrm>
              <a:custGeom>
                <a:avLst/>
                <a:gdLst/>
                <a:ahLst/>
                <a:cxnLst/>
                <a:rect l="l" t="t" r="r" b="b"/>
                <a:pathLst>
                  <a:path w="72" h="137" extrusionOk="0">
                    <a:moveTo>
                      <a:pt x="49" y="130"/>
                    </a:moveTo>
                    <a:cubicBezTo>
                      <a:pt x="39" y="113"/>
                      <a:pt x="29" y="96"/>
                      <a:pt x="20" y="78"/>
                    </a:cubicBezTo>
                    <a:cubicBezTo>
                      <a:pt x="15" y="69"/>
                      <a:pt x="12" y="60"/>
                      <a:pt x="8" y="50"/>
                    </a:cubicBezTo>
                    <a:cubicBezTo>
                      <a:pt x="6" y="46"/>
                      <a:pt x="5" y="40"/>
                      <a:pt x="3" y="36"/>
                    </a:cubicBezTo>
                    <a:cubicBezTo>
                      <a:pt x="2" y="30"/>
                      <a:pt x="0" y="24"/>
                      <a:pt x="0" y="18"/>
                    </a:cubicBezTo>
                    <a:cubicBezTo>
                      <a:pt x="0" y="16"/>
                      <a:pt x="0" y="13"/>
                      <a:pt x="1" y="11"/>
                    </a:cubicBezTo>
                    <a:cubicBezTo>
                      <a:pt x="1" y="8"/>
                      <a:pt x="2" y="6"/>
                      <a:pt x="4" y="4"/>
                    </a:cubicBezTo>
                    <a:cubicBezTo>
                      <a:pt x="7" y="1"/>
                      <a:pt x="11" y="0"/>
                      <a:pt x="15" y="1"/>
                    </a:cubicBezTo>
                    <a:lnTo>
                      <a:pt x="16" y="1"/>
                    </a:lnTo>
                    <a:lnTo>
                      <a:pt x="15" y="1"/>
                    </a:lnTo>
                    <a:cubicBezTo>
                      <a:pt x="21" y="2"/>
                      <a:pt x="25" y="7"/>
                      <a:pt x="24" y="14"/>
                    </a:cubicBezTo>
                    <a:cubicBezTo>
                      <a:pt x="24" y="15"/>
                      <a:pt x="23" y="17"/>
                      <a:pt x="22" y="18"/>
                    </a:cubicBezTo>
                    <a:cubicBezTo>
                      <a:pt x="22" y="19"/>
                      <a:pt x="22" y="21"/>
                      <a:pt x="22" y="23"/>
                    </a:cubicBezTo>
                    <a:cubicBezTo>
                      <a:pt x="24" y="26"/>
                      <a:pt x="24" y="31"/>
                      <a:pt x="25" y="35"/>
                    </a:cubicBezTo>
                    <a:cubicBezTo>
                      <a:pt x="28" y="42"/>
                      <a:pt x="31" y="49"/>
                      <a:pt x="34" y="56"/>
                    </a:cubicBezTo>
                    <a:cubicBezTo>
                      <a:pt x="33" y="56"/>
                      <a:pt x="33" y="55"/>
                      <a:pt x="33" y="54"/>
                    </a:cubicBezTo>
                    <a:cubicBezTo>
                      <a:pt x="35" y="60"/>
                      <a:pt x="37" y="64"/>
                      <a:pt x="39" y="69"/>
                    </a:cubicBezTo>
                    <a:cubicBezTo>
                      <a:pt x="42" y="75"/>
                      <a:pt x="45" y="81"/>
                      <a:pt x="49" y="87"/>
                    </a:cubicBezTo>
                    <a:cubicBezTo>
                      <a:pt x="54" y="98"/>
                      <a:pt x="61" y="109"/>
                      <a:pt x="68" y="120"/>
                    </a:cubicBezTo>
                    <a:cubicBezTo>
                      <a:pt x="71" y="126"/>
                      <a:pt x="68" y="133"/>
                      <a:pt x="63" y="135"/>
                    </a:cubicBezTo>
                    <a:cubicBezTo>
                      <a:pt x="61" y="135"/>
                      <a:pt x="60" y="136"/>
                      <a:pt x="59" y="136"/>
                    </a:cubicBezTo>
                    <a:cubicBezTo>
                      <a:pt x="54" y="136"/>
                      <a:pt x="51" y="134"/>
                      <a:pt x="49" y="1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7" name="Google Shape;4317;p50">
                <a:extLst>
                  <a:ext uri="{FF2B5EF4-FFF2-40B4-BE49-F238E27FC236}">
                    <a16:creationId xmlns:a16="http://schemas.microsoft.com/office/drawing/2014/main" id="{CBE7C95F-CCF0-0301-C3B8-770308CB7BDD}"/>
                  </a:ext>
                </a:extLst>
              </p:cNvPr>
              <p:cNvSpPr/>
              <p:nvPr/>
            </p:nvSpPr>
            <p:spPr>
              <a:xfrm>
                <a:off x="335140" y="4245838"/>
                <a:ext cx="44640" cy="5904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164" extrusionOk="0">
                    <a:moveTo>
                      <a:pt x="6" y="162"/>
                    </a:moveTo>
                    <a:cubicBezTo>
                      <a:pt x="2" y="160"/>
                      <a:pt x="0" y="154"/>
                      <a:pt x="2" y="149"/>
                    </a:cubicBezTo>
                    <a:cubicBezTo>
                      <a:pt x="7" y="137"/>
                      <a:pt x="12" y="126"/>
                      <a:pt x="17" y="114"/>
                    </a:cubicBezTo>
                    <a:cubicBezTo>
                      <a:pt x="22" y="103"/>
                      <a:pt x="28" y="94"/>
                      <a:pt x="34" y="85"/>
                    </a:cubicBezTo>
                    <a:cubicBezTo>
                      <a:pt x="39" y="75"/>
                      <a:pt x="46" y="66"/>
                      <a:pt x="52" y="56"/>
                    </a:cubicBezTo>
                    <a:cubicBezTo>
                      <a:pt x="56" y="51"/>
                      <a:pt x="60" y="45"/>
                      <a:pt x="64" y="40"/>
                    </a:cubicBezTo>
                    <a:cubicBezTo>
                      <a:pt x="67" y="35"/>
                      <a:pt x="71" y="30"/>
                      <a:pt x="76" y="25"/>
                    </a:cubicBezTo>
                    <a:cubicBezTo>
                      <a:pt x="77" y="22"/>
                      <a:pt x="80" y="21"/>
                      <a:pt x="81" y="18"/>
                    </a:cubicBezTo>
                    <a:cubicBezTo>
                      <a:pt x="85" y="14"/>
                      <a:pt x="89" y="10"/>
                      <a:pt x="93" y="7"/>
                    </a:cubicBezTo>
                    <a:cubicBezTo>
                      <a:pt x="97" y="4"/>
                      <a:pt x="101" y="1"/>
                      <a:pt x="105" y="0"/>
                    </a:cubicBezTo>
                    <a:cubicBezTo>
                      <a:pt x="108" y="0"/>
                      <a:pt x="111" y="0"/>
                      <a:pt x="114" y="1"/>
                    </a:cubicBezTo>
                    <a:cubicBezTo>
                      <a:pt x="120" y="2"/>
                      <a:pt x="123" y="9"/>
                      <a:pt x="122" y="15"/>
                    </a:cubicBezTo>
                    <a:cubicBezTo>
                      <a:pt x="120" y="20"/>
                      <a:pt x="115" y="24"/>
                      <a:pt x="109" y="22"/>
                    </a:cubicBezTo>
                    <a:cubicBezTo>
                      <a:pt x="108" y="24"/>
                      <a:pt x="107" y="24"/>
                      <a:pt x="106" y="25"/>
                    </a:cubicBezTo>
                    <a:cubicBezTo>
                      <a:pt x="102" y="28"/>
                      <a:pt x="99" y="31"/>
                      <a:pt x="96" y="34"/>
                    </a:cubicBezTo>
                    <a:cubicBezTo>
                      <a:pt x="91" y="40"/>
                      <a:pt x="85" y="46"/>
                      <a:pt x="81" y="52"/>
                    </a:cubicBezTo>
                    <a:lnTo>
                      <a:pt x="81" y="51"/>
                    </a:lnTo>
                    <a:cubicBezTo>
                      <a:pt x="77" y="56"/>
                      <a:pt x="73" y="62"/>
                      <a:pt x="69" y="67"/>
                    </a:cubicBezTo>
                    <a:cubicBezTo>
                      <a:pt x="66" y="72"/>
                      <a:pt x="63" y="77"/>
                      <a:pt x="59" y="82"/>
                    </a:cubicBezTo>
                    <a:cubicBezTo>
                      <a:pt x="53" y="91"/>
                      <a:pt x="47" y="100"/>
                      <a:pt x="42" y="110"/>
                    </a:cubicBezTo>
                    <a:cubicBezTo>
                      <a:pt x="39" y="114"/>
                      <a:pt x="38" y="117"/>
                      <a:pt x="36" y="121"/>
                    </a:cubicBezTo>
                    <a:cubicBezTo>
                      <a:pt x="34" y="125"/>
                      <a:pt x="32" y="128"/>
                      <a:pt x="31" y="133"/>
                    </a:cubicBezTo>
                    <a:cubicBezTo>
                      <a:pt x="27" y="141"/>
                      <a:pt x="23" y="149"/>
                      <a:pt x="20" y="158"/>
                    </a:cubicBezTo>
                    <a:cubicBezTo>
                      <a:pt x="18" y="161"/>
                      <a:pt x="14" y="163"/>
                      <a:pt x="10" y="163"/>
                    </a:cubicBezTo>
                    <a:cubicBezTo>
                      <a:pt x="9" y="163"/>
                      <a:pt x="7" y="163"/>
                      <a:pt x="6" y="1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8" name="Google Shape;4318;p50">
                <a:extLst>
                  <a:ext uri="{FF2B5EF4-FFF2-40B4-BE49-F238E27FC236}">
                    <a16:creationId xmlns:a16="http://schemas.microsoft.com/office/drawing/2014/main" id="{BA9C5DF1-F746-1D4E-15D7-042F819C89B8}"/>
                  </a:ext>
                </a:extLst>
              </p:cNvPr>
              <p:cNvSpPr/>
              <p:nvPr/>
            </p:nvSpPr>
            <p:spPr>
              <a:xfrm>
                <a:off x="389140" y="4265638"/>
                <a:ext cx="58320" cy="15120"/>
              </a:xfrm>
              <a:custGeom>
                <a:avLst/>
                <a:gdLst/>
                <a:ahLst/>
                <a:cxnLst/>
                <a:rect l="l" t="t" r="r" b="b"/>
                <a:pathLst>
                  <a:path w="162" h="42" extrusionOk="0">
                    <a:moveTo>
                      <a:pt x="7" y="40"/>
                    </a:moveTo>
                    <a:cubicBezTo>
                      <a:pt x="4" y="38"/>
                      <a:pt x="1" y="35"/>
                      <a:pt x="1" y="31"/>
                    </a:cubicBezTo>
                    <a:cubicBezTo>
                      <a:pt x="0" y="27"/>
                      <a:pt x="2" y="22"/>
                      <a:pt x="7" y="19"/>
                    </a:cubicBezTo>
                    <a:cubicBezTo>
                      <a:pt x="12" y="17"/>
                      <a:pt x="18" y="15"/>
                      <a:pt x="24" y="14"/>
                    </a:cubicBezTo>
                    <a:cubicBezTo>
                      <a:pt x="27" y="13"/>
                      <a:pt x="30" y="13"/>
                      <a:pt x="33" y="12"/>
                    </a:cubicBezTo>
                    <a:cubicBezTo>
                      <a:pt x="39" y="12"/>
                      <a:pt x="44" y="11"/>
                      <a:pt x="49" y="10"/>
                    </a:cubicBezTo>
                    <a:cubicBezTo>
                      <a:pt x="60" y="8"/>
                      <a:pt x="71" y="7"/>
                      <a:pt x="82" y="6"/>
                    </a:cubicBezTo>
                    <a:cubicBezTo>
                      <a:pt x="105" y="4"/>
                      <a:pt x="127" y="2"/>
                      <a:pt x="149" y="0"/>
                    </a:cubicBezTo>
                    <a:cubicBezTo>
                      <a:pt x="155" y="0"/>
                      <a:pt x="160" y="4"/>
                      <a:pt x="161" y="9"/>
                    </a:cubicBezTo>
                    <a:cubicBezTo>
                      <a:pt x="161" y="14"/>
                      <a:pt x="157" y="19"/>
                      <a:pt x="152" y="20"/>
                    </a:cubicBezTo>
                    <a:cubicBezTo>
                      <a:pt x="137" y="21"/>
                      <a:pt x="121" y="22"/>
                      <a:pt x="106" y="24"/>
                    </a:cubicBezTo>
                    <a:cubicBezTo>
                      <a:pt x="99" y="24"/>
                      <a:pt x="91" y="26"/>
                      <a:pt x="84" y="26"/>
                    </a:cubicBezTo>
                    <a:cubicBezTo>
                      <a:pt x="77" y="27"/>
                      <a:pt x="70" y="28"/>
                      <a:pt x="63" y="29"/>
                    </a:cubicBezTo>
                    <a:cubicBezTo>
                      <a:pt x="49" y="31"/>
                      <a:pt x="36" y="33"/>
                      <a:pt x="22" y="37"/>
                    </a:cubicBezTo>
                    <a:cubicBezTo>
                      <a:pt x="21" y="37"/>
                      <a:pt x="20" y="38"/>
                      <a:pt x="18" y="38"/>
                    </a:cubicBezTo>
                    <a:cubicBezTo>
                      <a:pt x="16" y="40"/>
                      <a:pt x="14" y="41"/>
                      <a:pt x="11" y="40"/>
                    </a:cubicBezTo>
                    <a:cubicBezTo>
                      <a:pt x="10" y="40"/>
                      <a:pt x="8" y="40"/>
                      <a:pt x="7" y="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9" name="Google Shape;4319;p50">
                <a:extLst>
                  <a:ext uri="{FF2B5EF4-FFF2-40B4-BE49-F238E27FC236}">
                    <a16:creationId xmlns:a16="http://schemas.microsoft.com/office/drawing/2014/main" id="{A4CED10E-FF4F-69B0-B5D4-CC2D59B1B2FC}"/>
                  </a:ext>
                </a:extLst>
              </p:cNvPr>
              <p:cNvSpPr/>
              <p:nvPr/>
            </p:nvSpPr>
            <p:spPr>
              <a:xfrm>
                <a:off x="457540" y="4225678"/>
                <a:ext cx="29520" cy="78480"/>
              </a:xfrm>
              <a:custGeom>
                <a:avLst/>
                <a:gdLst/>
                <a:ahLst/>
                <a:cxnLst/>
                <a:rect l="l" t="t" r="r" b="b"/>
                <a:pathLst>
                  <a:path w="82" h="218" extrusionOk="0">
                    <a:moveTo>
                      <a:pt x="9" y="217"/>
                    </a:moveTo>
                    <a:cubicBezTo>
                      <a:pt x="4" y="215"/>
                      <a:pt x="0" y="209"/>
                      <a:pt x="2" y="203"/>
                    </a:cubicBezTo>
                    <a:cubicBezTo>
                      <a:pt x="9" y="180"/>
                      <a:pt x="16" y="158"/>
                      <a:pt x="23" y="135"/>
                    </a:cubicBezTo>
                    <a:cubicBezTo>
                      <a:pt x="29" y="113"/>
                      <a:pt x="35" y="91"/>
                      <a:pt x="41" y="69"/>
                    </a:cubicBezTo>
                    <a:cubicBezTo>
                      <a:pt x="43" y="59"/>
                      <a:pt x="46" y="48"/>
                      <a:pt x="49" y="38"/>
                    </a:cubicBezTo>
                    <a:cubicBezTo>
                      <a:pt x="52" y="28"/>
                      <a:pt x="54" y="20"/>
                      <a:pt x="57" y="10"/>
                    </a:cubicBezTo>
                    <a:cubicBezTo>
                      <a:pt x="58" y="4"/>
                      <a:pt x="65" y="0"/>
                      <a:pt x="72" y="1"/>
                    </a:cubicBezTo>
                    <a:cubicBezTo>
                      <a:pt x="78" y="4"/>
                      <a:pt x="81" y="11"/>
                      <a:pt x="78" y="17"/>
                    </a:cubicBezTo>
                    <a:cubicBezTo>
                      <a:pt x="71" y="38"/>
                      <a:pt x="65" y="60"/>
                      <a:pt x="59" y="81"/>
                    </a:cubicBezTo>
                    <a:cubicBezTo>
                      <a:pt x="53" y="104"/>
                      <a:pt x="47" y="126"/>
                      <a:pt x="40" y="148"/>
                    </a:cubicBezTo>
                    <a:cubicBezTo>
                      <a:pt x="34" y="169"/>
                      <a:pt x="29" y="189"/>
                      <a:pt x="23" y="209"/>
                    </a:cubicBezTo>
                    <a:cubicBezTo>
                      <a:pt x="22" y="214"/>
                      <a:pt x="17" y="217"/>
                      <a:pt x="12" y="217"/>
                    </a:cubicBezTo>
                    <a:cubicBezTo>
                      <a:pt x="11" y="217"/>
                      <a:pt x="10" y="217"/>
                      <a:pt x="9" y="2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0" name="Google Shape;4320;p50">
                <a:extLst>
                  <a:ext uri="{FF2B5EF4-FFF2-40B4-BE49-F238E27FC236}">
                    <a16:creationId xmlns:a16="http://schemas.microsoft.com/office/drawing/2014/main" id="{87257E61-982F-E94C-CF70-B71E21803A6F}"/>
                  </a:ext>
                </a:extLst>
              </p:cNvPr>
              <p:cNvSpPr/>
              <p:nvPr/>
            </p:nvSpPr>
            <p:spPr>
              <a:xfrm>
                <a:off x="476260" y="4240798"/>
                <a:ext cx="21960" cy="55800"/>
              </a:xfrm>
              <a:custGeom>
                <a:avLst/>
                <a:gdLst/>
                <a:ahLst/>
                <a:cxnLst/>
                <a:rect l="l" t="t" r="r" b="b"/>
                <a:pathLst>
                  <a:path w="61" h="155" extrusionOk="0">
                    <a:moveTo>
                      <a:pt x="9" y="154"/>
                    </a:moveTo>
                    <a:cubicBezTo>
                      <a:pt x="7" y="153"/>
                      <a:pt x="4" y="152"/>
                      <a:pt x="2" y="149"/>
                    </a:cubicBezTo>
                    <a:cubicBezTo>
                      <a:pt x="1" y="147"/>
                      <a:pt x="0" y="144"/>
                      <a:pt x="1" y="140"/>
                    </a:cubicBezTo>
                    <a:cubicBezTo>
                      <a:pt x="1" y="139"/>
                      <a:pt x="2" y="138"/>
                      <a:pt x="2" y="137"/>
                    </a:cubicBezTo>
                    <a:cubicBezTo>
                      <a:pt x="2" y="137"/>
                      <a:pt x="2" y="136"/>
                      <a:pt x="2" y="135"/>
                    </a:cubicBezTo>
                    <a:cubicBezTo>
                      <a:pt x="7" y="116"/>
                      <a:pt x="11" y="96"/>
                      <a:pt x="16" y="77"/>
                    </a:cubicBezTo>
                    <a:cubicBezTo>
                      <a:pt x="18" y="67"/>
                      <a:pt x="20" y="59"/>
                      <a:pt x="22" y="50"/>
                    </a:cubicBezTo>
                    <a:cubicBezTo>
                      <a:pt x="23" y="42"/>
                      <a:pt x="26" y="35"/>
                      <a:pt x="27" y="28"/>
                    </a:cubicBezTo>
                    <a:cubicBezTo>
                      <a:pt x="30" y="22"/>
                      <a:pt x="32" y="17"/>
                      <a:pt x="35" y="11"/>
                    </a:cubicBezTo>
                    <a:cubicBezTo>
                      <a:pt x="37" y="8"/>
                      <a:pt x="39" y="5"/>
                      <a:pt x="43" y="3"/>
                    </a:cubicBezTo>
                    <a:lnTo>
                      <a:pt x="44" y="3"/>
                    </a:lnTo>
                    <a:cubicBezTo>
                      <a:pt x="50" y="0"/>
                      <a:pt x="57" y="4"/>
                      <a:pt x="59" y="11"/>
                    </a:cubicBezTo>
                    <a:cubicBezTo>
                      <a:pt x="60" y="15"/>
                      <a:pt x="58" y="20"/>
                      <a:pt x="54" y="22"/>
                    </a:cubicBezTo>
                    <a:cubicBezTo>
                      <a:pt x="53" y="24"/>
                      <a:pt x="53" y="24"/>
                      <a:pt x="52" y="25"/>
                    </a:cubicBezTo>
                    <a:cubicBezTo>
                      <a:pt x="51" y="28"/>
                      <a:pt x="50" y="29"/>
                      <a:pt x="50" y="32"/>
                    </a:cubicBezTo>
                    <a:cubicBezTo>
                      <a:pt x="46" y="41"/>
                      <a:pt x="43" y="51"/>
                      <a:pt x="41" y="61"/>
                    </a:cubicBezTo>
                    <a:cubicBezTo>
                      <a:pt x="34" y="89"/>
                      <a:pt x="28" y="117"/>
                      <a:pt x="22" y="145"/>
                    </a:cubicBezTo>
                    <a:cubicBezTo>
                      <a:pt x="21" y="151"/>
                      <a:pt x="16" y="154"/>
                      <a:pt x="11" y="154"/>
                    </a:cubicBezTo>
                    <a:cubicBezTo>
                      <a:pt x="11" y="154"/>
                      <a:pt x="10" y="154"/>
                      <a:pt x="9" y="1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1" name="Google Shape;4321;p50">
                <a:extLst>
                  <a:ext uri="{FF2B5EF4-FFF2-40B4-BE49-F238E27FC236}">
                    <a16:creationId xmlns:a16="http://schemas.microsoft.com/office/drawing/2014/main" id="{3EDE7DCB-D5CD-3E92-0FD3-F1978AA6E93A}"/>
                  </a:ext>
                </a:extLst>
              </p:cNvPr>
              <p:cNvSpPr/>
              <p:nvPr/>
            </p:nvSpPr>
            <p:spPr>
              <a:xfrm>
                <a:off x="446020" y="4217758"/>
                <a:ext cx="97200" cy="27360"/>
              </a:xfrm>
              <a:custGeom>
                <a:avLst/>
                <a:gdLst/>
                <a:ahLst/>
                <a:cxnLst/>
                <a:rect l="l" t="t" r="r" b="b"/>
                <a:pathLst>
                  <a:path w="270" h="76" extrusionOk="0">
                    <a:moveTo>
                      <a:pt x="11" y="74"/>
                    </a:moveTo>
                    <a:cubicBezTo>
                      <a:pt x="7" y="72"/>
                      <a:pt x="4" y="68"/>
                      <a:pt x="2" y="64"/>
                    </a:cubicBezTo>
                    <a:cubicBezTo>
                      <a:pt x="0" y="58"/>
                      <a:pt x="2" y="52"/>
                      <a:pt x="6" y="47"/>
                    </a:cubicBezTo>
                    <a:cubicBezTo>
                      <a:pt x="15" y="36"/>
                      <a:pt x="28" y="30"/>
                      <a:pt x="41" y="26"/>
                    </a:cubicBezTo>
                    <a:cubicBezTo>
                      <a:pt x="51" y="22"/>
                      <a:pt x="62" y="19"/>
                      <a:pt x="73" y="18"/>
                    </a:cubicBezTo>
                    <a:cubicBezTo>
                      <a:pt x="80" y="16"/>
                      <a:pt x="88" y="15"/>
                      <a:pt x="96" y="13"/>
                    </a:cubicBezTo>
                    <a:cubicBezTo>
                      <a:pt x="100" y="12"/>
                      <a:pt x="104" y="12"/>
                      <a:pt x="109" y="11"/>
                    </a:cubicBezTo>
                    <a:cubicBezTo>
                      <a:pt x="113" y="11"/>
                      <a:pt x="117" y="10"/>
                      <a:pt x="121" y="9"/>
                    </a:cubicBezTo>
                    <a:cubicBezTo>
                      <a:pt x="122" y="9"/>
                      <a:pt x="124" y="9"/>
                      <a:pt x="126" y="9"/>
                    </a:cubicBezTo>
                    <a:cubicBezTo>
                      <a:pt x="132" y="8"/>
                      <a:pt x="139" y="8"/>
                      <a:pt x="145" y="7"/>
                    </a:cubicBezTo>
                    <a:cubicBezTo>
                      <a:pt x="150" y="7"/>
                      <a:pt x="155" y="6"/>
                      <a:pt x="160" y="6"/>
                    </a:cubicBezTo>
                    <a:cubicBezTo>
                      <a:pt x="193" y="4"/>
                      <a:pt x="225" y="2"/>
                      <a:pt x="258" y="1"/>
                    </a:cubicBezTo>
                    <a:cubicBezTo>
                      <a:pt x="263" y="0"/>
                      <a:pt x="267" y="4"/>
                      <a:pt x="268" y="9"/>
                    </a:cubicBezTo>
                    <a:cubicBezTo>
                      <a:pt x="269" y="14"/>
                      <a:pt x="265" y="19"/>
                      <a:pt x="259" y="19"/>
                    </a:cubicBezTo>
                    <a:cubicBezTo>
                      <a:pt x="234" y="21"/>
                      <a:pt x="209" y="22"/>
                      <a:pt x="184" y="24"/>
                    </a:cubicBezTo>
                    <a:cubicBezTo>
                      <a:pt x="173" y="25"/>
                      <a:pt x="162" y="25"/>
                      <a:pt x="151" y="26"/>
                    </a:cubicBezTo>
                    <a:cubicBezTo>
                      <a:pt x="143" y="27"/>
                      <a:pt x="136" y="28"/>
                      <a:pt x="129" y="29"/>
                    </a:cubicBezTo>
                    <a:cubicBezTo>
                      <a:pt x="124" y="29"/>
                      <a:pt x="119" y="30"/>
                      <a:pt x="114" y="30"/>
                    </a:cubicBezTo>
                    <a:cubicBezTo>
                      <a:pt x="110" y="32"/>
                      <a:pt x="106" y="32"/>
                      <a:pt x="102" y="33"/>
                    </a:cubicBezTo>
                    <a:cubicBezTo>
                      <a:pt x="96" y="34"/>
                      <a:pt x="90" y="35"/>
                      <a:pt x="85" y="36"/>
                    </a:cubicBezTo>
                    <a:cubicBezTo>
                      <a:pt x="82" y="37"/>
                      <a:pt x="78" y="37"/>
                      <a:pt x="75" y="38"/>
                    </a:cubicBezTo>
                    <a:cubicBezTo>
                      <a:pt x="69" y="39"/>
                      <a:pt x="64" y="41"/>
                      <a:pt x="58" y="42"/>
                    </a:cubicBezTo>
                    <a:cubicBezTo>
                      <a:pt x="59" y="42"/>
                      <a:pt x="59" y="42"/>
                      <a:pt x="59" y="42"/>
                    </a:cubicBezTo>
                    <a:cubicBezTo>
                      <a:pt x="52" y="44"/>
                      <a:pt x="46" y="46"/>
                      <a:pt x="40" y="49"/>
                    </a:cubicBezTo>
                    <a:cubicBezTo>
                      <a:pt x="36" y="50"/>
                      <a:pt x="33" y="52"/>
                      <a:pt x="30" y="54"/>
                    </a:cubicBezTo>
                    <a:cubicBezTo>
                      <a:pt x="29" y="54"/>
                      <a:pt x="29" y="55"/>
                      <a:pt x="27" y="56"/>
                    </a:cubicBezTo>
                    <a:cubicBezTo>
                      <a:pt x="27" y="57"/>
                      <a:pt x="26" y="57"/>
                      <a:pt x="25" y="58"/>
                    </a:cubicBezTo>
                    <a:cubicBezTo>
                      <a:pt x="27" y="60"/>
                      <a:pt x="27" y="64"/>
                      <a:pt x="26" y="67"/>
                    </a:cubicBezTo>
                    <a:cubicBezTo>
                      <a:pt x="25" y="72"/>
                      <a:pt x="20" y="75"/>
                      <a:pt x="16" y="75"/>
                    </a:cubicBezTo>
                    <a:cubicBezTo>
                      <a:pt x="14" y="75"/>
                      <a:pt x="12" y="74"/>
                      <a:pt x="11" y="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2" name="Google Shape;4322;p50">
                <a:extLst>
                  <a:ext uri="{FF2B5EF4-FFF2-40B4-BE49-F238E27FC236}">
                    <a16:creationId xmlns:a16="http://schemas.microsoft.com/office/drawing/2014/main" id="{19C44D8F-14B8-FC52-DD93-EF0144569A27}"/>
                  </a:ext>
                </a:extLst>
              </p:cNvPr>
              <p:cNvSpPr/>
              <p:nvPr/>
            </p:nvSpPr>
            <p:spPr>
              <a:xfrm>
                <a:off x="504700" y="4214518"/>
                <a:ext cx="56160" cy="11988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333" extrusionOk="0">
                    <a:moveTo>
                      <a:pt x="9" y="331"/>
                    </a:moveTo>
                    <a:cubicBezTo>
                      <a:pt x="3" y="330"/>
                      <a:pt x="0" y="323"/>
                      <a:pt x="3" y="317"/>
                    </a:cubicBezTo>
                    <a:cubicBezTo>
                      <a:pt x="12" y="295"/>
                      <a:pt x="22" y="272"/>
                      <a:pt x="31" y="250"/>
                    </a:cubicBezTo>
                    <a:cubicBezTo>
                      <a:pt x="39" y="231"/>
                      <a:pt x="47" y="212"/>
                      <a:pt x="56" y="193"/>
                    </a:cubicBezTo>
                    <a:cubicBezTo>
                      <a:pt x="74" y="150"/>
                      <a:pt x="92" y="107"/>
                      <a:pt x="110" y="64"/>
                    </a:cubicBezTo>
                    <a:cubicBezTo>
                      <a:pt x="116" y="51"/>
                      <a:pt x="121" y="37"/>
                      <a:pt x="127" y="23"/>
                    </a:cubicBezTo>
                    <a:lnTo>
                      <a:pt x="127" y="24"/>
                    </a:lnTo>
                    <a:cubicBezTo>
                      <a:pt x="128" y="20"/>
                      <a:pt x="130" y="14"/>
                      <a:pt x="132" y="10"/>
                    </a:cubicBezTo>
                    <a:cubicBezTo>
                      <a:pt x="134" y="4"/>
                      <a:pt x="140" y="0"/>
                      <a:pt x="146" y="3"/>
                    </a:cubicBezTo>
                    <a:cubicBezTo>
                      <a:pt x="151" y="5"/>
                      <a:pt x="155" y="11"/>
                      <a:pt x="153" y="17"/>
                    </a:cubicBezTo>
                    <a:cubicBezTo>
                      <a:pt x="149" y="27"/>
                      <a:pt x="145" y="37"/>
                      <a:pt x="140" y="48"/>
                    </a:cubicBezTo>
                    <a:cubicBezTo>
                      <a:pt x="136" y="58"/>
                      <a:pt x="131" y="67"/>
                      <a:pt x="127" y="77"/>
                    </a:cubicBezTo>
                    <a:cubicBezTo>
                      <a:pt x="117" y="98"/>
                      <a:pt x="109" y="118"/>
                      <a:pt x="99" y="139"/>
                    </a:cubicBezTo>
                    <a:cubicBezTo>
                      <a:pt x="81" y="180"/>
                      <a:pt x="63" y="221"/>
                      <a:pt x="46" y="263"/>
                    </a:cubicBezTo>
                    <a:cubicBezTo>
                      <a:pt x="42" y="272"/>
                      <a:pt x="39" y="282"/>
                      <a:pt x="35" y="292"/>
                    </a:cubicBezTo>
                    <a:cubicBezTo>
                      <a:pt x="35" y="291"/>
                      <a:pt x="35" y="291"/>
                      <a:pt x="35" y="291"/>
                    </a:cubicBezTo>
                    <a:cubicBezTo>
                      <a:pt x="31" y="302"/>
                      <a:pt x="26" y="313"/>
                      <a:pt x="22" y="324"/>
                    </a:cubicBezTo>
                    <a:cubicBezTo>
                      <a:pt x="21" y="329"/>
                      <a:pt x="17" y="332"/>
                      <a:pt x="12" y="332"/>
                    </a:cubicBezTo>
                    <a:cubicBezTo>
                      <a:pt x="11" y="332"/>
                      <a:pt x="10" y="332"/>
                      <a:pt x="9" y="3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3" name="Google Shape;4323;p50">
                <a:extLst>
                  <a:ext uri="{FF2B5EF4-FFF2-40B4-BE49-F238E27FC236}">
                    <a16:creationId xmlns:a16="http://schemas.microsoft.com/office/drawing/2014/main" id="{03469FF7-6E65-D1A5-EEA3-EA3A9BAFB629}"/>
                  </a:ext>
                </a:extLst>
              </p:cNvPr>
              <p:cNvSpPr/>
              <p:nvPr/>
            </p:nvSpPr>
            <p:spPr>
              <a:xfrm>
                <a:off x="539620" y="4246918"/>
                <a:ext cx="3384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94" h="167" extrusionOk="0">
                    <a:moveTo>
                      <a:pt x="27" y="160"/>
                    </a:moveTo>
                    <a:cubicBezTo>
                      <a:pt x="24" y="155"/>
                      <a:pt x="26" y="148"/>
                      <a:pt x="31" y="145"/>
                    </a:cubicBezTo>
                    <a:cubicBezTo>
                      <a:pt x="32" y="145"/>
                      <a:pt x="33" y="144"/>
                      <a:pt x="34" y="143"/>
                    </a:cubicBezTo>
                    <a:cubicBezTo>
                      <a:pt x="39" y="140"/>
                      <a:pt x="44" y="136"/>
                      <a:pt x="49" y="132"/>
                    </a:cubicBezTo>
                    <a:cubicBezTo>
                      <a:pt x="52" y="131"/>
                      <a:pt x="53" y="129"/>
                      <a:pt x="56" y="127"/>
                    </a:cubicBezTo>
                    <a:cubicBezTo>
                      <a:pt x="58" y="125"/>
                      <a:pt x="60" y="123"/>
                      <a:pt x="62" y="120"/>
                    </a:cubicBezTo>
                    <a:cubicBezTo>
                      <a:pt x="63" y="118"/>
                      <a:pt x="64" y="116"/>
                      <a:pt x="65" y="114"/>
                    </a:cubicBezTo>
                    <a:cubicBezTo>
                      <a:pt x="66" y="113"/>
                      <a:pt x="67" y="111"/>
                      <a:pt x="67" y="110"/>
                    </a:cubicBezTo>
                    <a:cubicBezTo>
                      <a:pt x="67" y="109"/>
                      <a:pt x="68" y="109"/>
                      <a:pt x="68" y="108"/>
                    </a:cubicBezTo>
                    <a:cubicBezTo>
                      <a:pt x="68" y="107"/>
                      <a:pt x="69" y="106"/>
                      <a:pt x="69" y="104"/>
                    </a:cubicBezTo>
                    <a:lnTo>
                      <a:pt x="69" y="103"/>
                    </a:lnTo>
                    <a:lnTo>
                      <a:pt x="69" y="104"/>
                    </a:lnTo>
                    <a:lnTo>
                      <a:pt x="69" y="103"/>
                    </a:lnTo>
                    <a:lnTo>
                      <a:pt x="69" y="104"/>
                    </a:lnTo>
                    <a:cubicBezTo>
                      <a:pt x="69" y="103"/>
                      <a:pt x="69" y="102"/>
                      <a:pt x="69" y="101"/>
                    </a:cubicBezTo>
                    <a:cubicBezTo>
                      <a:pt x="69" y="100"/>
                      <a:pt x="68" y="100"/>
                      <a:pt x="68" y="99"/>
                    </a:cubicBezTo>
                    <a:lnTo>
                      <a:pt x="67" y="98"/>
                    </a:lnTo>
                    <a:cubicBezTo>
                      <a:pt x="67" y="97"/>
                      <a:pt x="67" y="97"/>
                      <a:pt x="67" y="97"/>
                    </a:cubicBezTo>
                    <a:cubicBezTo>
                      <a:pt x="66" y="96"/>
                      <a:pt x="66" y="96"/>
                      <a:pt x="66" y="95"/>
                    </a:cubicBezTo>
                    <a:cubicBezTo>
                      <a:pt x="65" y="95"/>
                      <a:pt x="65" y="94"/>
                      <a:pt x="64" y="93"/>
                    </a:cubicBezTo>
                    <a:cubicBezTo>
                      <a:pt x="65" y="93"/>
                      <a:pt x="65" y="93"/>
                      <a:pt x="65" y="94"/>
                    </a:cubicBezTo>
                    <a:cubicBezTo>
                      <a:pt x="65" y="93"/>
                      <a:pt x="65" y="93"/>
                      <a:pt x="64" y="93"/>
                    </a:cubicBezTo>
                    <a:lnTo>
                      <a:pt x="63" y="93"/>
                    </a:lnTo>
                    <a:cubicBezTo>
                      <a:pt x="64" y="93"/>
                      <a:pt x="64" y="93"/>
                      <a:pt x="64" y="93"/>
                    </a:cubicBezTo>
                    <a:cubicBezTo>
                      <a:pt x="64" y="93"/>
                      <a:pt x="63" y="93"/>
                      <a:pt x="63" y="92"/>
                    </a:cubicBezTo>
                    <a:cubicBezTo>
                      <a:pt x="62" y="92"/>
                      <a:pt x="61" y="91"/>
                      <a:pt x="60" y="90"/>
                    </a:cubicBezTo>
                    <a:cubicBezTo>
                      <a:pt x="59" y="90"/>
                      <a:pt x="58" y="89"/>
                      <a:pt x="57" y="89"/>
                    </a:cubicBezTo>
                    <a:cubicBezTo>
                      <a:pt x="56" y="89"/>
                      <a:pt x="54" y="88"/>
                      <a:pt x="53" y="88"/>
                    </a:cubicBezTo>
                    <a:cubicBezTo>
                      <a:pt x="51" y="88"/>
                      <a:pt x="49" y="87"/>
                      <a:pt x="48" y="87"/>
                    </a:cubicBezTo>
                    <a:cubicBezTo>
                      <a:pt x="45" y="87"/>
                      <a:pt x="41" y="87"/>
                      <a:pt x="37" y="86"/>
                    </a:cubicBezTo>
                    <a:cubicBezTo>
                      <a:pt x="32" y="84"/>
                      <a:pt x="28" y="79"/>
                      <a:pt x="28" y="74"/>
                    </a:cubicBezTo>
                    <a:cubicBezTo>
                      <a:pt x="28" y="69"/>
                      <a:pt x="31" y="65"/>
                      <a:pt x="34" y="62"/>
                    </a:cubicBezTo>
                    <a:cubicBezTo>
                      <a:pt x="35" y="60"/>
                      <a:pt x="37" y="58"/>
                      <a:pt x="38" y="56"/>
                    </a:cubicBezTo>
                    <a:cubicBezTo>
                      <a:pt x="40" y="52"/>
                      <a:pt x="42" y="48"/>
                      <a:pt x="44" y="44"/>
                    </a:cubicBezTo>
                    <a:cubicBezTo>
                      <a:pt x="44" y="43"/>
                      <a:pt x="45" y="42"/>
                      <a:pt x="45" y="40"/>
                    </a:cubicBezTo>
                    <a:cubicBezTo>
                      <a:pt x="45" y="39"/>
                      <a:pt x="45" y="37"/>
                      <a:pt x="45" y="36"/>
                    </a:cubicBezTo>
                    <a:cubicBezTo>
                      <a:pt x="46" y="35"/>
                      <a:pt x="46" y="33"/>
                      <a:pt x="46" y="32"/>
                    </a:cubicBezTo>
                    <a:cubicBezTo>
                      <a:pt x="46" y="31"/>
                      <a:pt x="46" y="30"/>
                      <a:pt x="45" y="30"/>
                    </a:cubicBezTo>
                    <a:cubicBezTo>
                      <a:pt x="45" y="29"/>
                      <a:pt x="45" y="29"/>
                      <a:pt x="45" y="29"/>
                    </a:cubicBezTo>
                    <a:cubicBezTo>
                      <a:pt x="45" y="28"/>
                      <a:pt x="45" y="28"/>
                      <a:pt x="45" y="28"/>
                    </a:cubicBezTo>
                    <a:cubicBezTo>
                      <a:pt x="45" y="29"/>
                      <a:pt x="45" y="29"/>
                      <a:pt x="45" y="29"/>
                    </a:cubicBezTo>
                    <a:lnTo>
                      <a:pt x="45" y="28"/>
                    </a:lnTo>
                    <a:cubicBezTo>
                      <a:pt x="45" y="28"/>
                      <a:pt x="45" y="27"/>
                      <a:pt x="44" y="27"/>
                    </a:cubicBezTo>
                    <a:cubicBezTo>
                      <a:pt x="44" y="26"/>
                      <a:pt x="44" y="25"/>
                      <a:pt x="42" y="25"/>
                    </a:cubicBezTo>
                    <a:cubicBezTo>
                      <a:pt x="43" y="25"/>
                      <a:pt x="44" y="25"/>
                      <a:pt x="44" y="26"/>
                    </a:cubicBezTo>
                    <a:cubicBezTo>
                      <a:pt x="43" y="25"/>
                      <a:pt x="42" y="25"/>
                      <a:pt x="42" y="24"/>
                    </a:cubicBezTo>
                    <a:cubicBezTo>
                      <a:pt x="42" y="23"/>
                      <a:pt x="42" y="23"/>
                      <a:pt x="41" y="23"/>
                    </a:cubicBezTo>
                    <a:lnTo>
                      <a:pt x="40" y="23"/>
                    </a:lnTo>
                    <a:lnTo>
                      <a:pt x="39" y="23"/>
                    </a:lnTo>
                    <a:lnTo>
                      <a:pt x="38" y="23"/>
                    </a:lnTo>
                    <a:cubicBezTo>
                      <a:pt x="37" y="23"/>
                      <a:pt x="36" y="24"/>
                      <a:pt x="35" y="25"/>
                    </a:cubicBezTo>
                    <a:cubicBezTo>
                      <a:pt x="34" y="25"/>
                      <a:pt x="33" y="26"/>
                      <a:pt x="32" y="26"/>
                    </a:cubicBezTo>
                    <a:cubicBezTo>
                      <a:pt x="31" y="26"/>
                      <a:pt x="31" y="27"/>
                      <a:pt x="30" y="28"/>
                    </a:cubicBezTo>
                    <a:cubicBezTo>
                      <a:pt x="29" y="28"/>
                      <a:pt x="28" y="29"/>
                      <a:pt x="27" y="30"/>
                    </a:cubicBezTo>
                    <a:cubicBezTo>
                      <a:pt x="27" y="30"/>
                      <a:pt x="27" y="31"/>
                      <a:pt x="26" y="31"/>
                    </a:cubicBezTo>
                    <a:cubicBezTo>
                      <a:pt x="26" y="32"/>
                      <a:pt x="25" y="32"/>
                      <a:pt x="25" y="32"/>
                    </a:cubicBezTo>
                    <a:cubicBezTo>
                      <a:pt x="25" y="33"/>
                      <a:pt x="25" y="33"/>
                      <a:pt x="25" y="33"/>
                    </a:cubicBezTo>
                    <a:cubicBezTo>
                      <a:pt x="25" y="34"/>
                      <a:pt x="25" y="35"/>
                      <a:pt x="24" y="35"/>
                    </a:cubicBezTo>
                    <a:cubicBezTo>
                      <a:pt x="25" y="35"/>
                      <a:pt x="25" y="34"/>
                      <a:pt x="25" y="34"/>
                    </a:cubicBezTo>
                    <a:cubicBezTo>
                      <a:pt x="25" y="35"/>
                      <a:pt x="24" y="35"/>
                      <a:pt x="24" y="36"/>
                    </a:cubicBezTo>
                    <a:cubicBezTo>
                      <a:pt x="23" y="42"/>
                      <a:pt x="16" y="45"/>
                      <a:pt x="10" y="43"/>
                    </a:cubicBezTo>
                    <a:cubicBezTo>
                      <a:pt x="5" y="41"/>
                      <a:pt x="0" y="35"/>
                      <a:pt x="3" y="29"/>
                    </a:cubicBezTo>
                    <a:lnTo>
                      <a:pt x="3" y="28"/>
                    </a:lnTo>
                    <a:cubicBezTo>
                      <a:pt x="4" y="26"/>
                      <a:pt x="5" y="25"/>
                      <a:pt x="6" y="23"/>
                    </a:cubicBezTo>
                    <a:cubicBezTo>
                      <a:pt x="7" y="19"/>
                      <a:pt x="9" y="16"/>
                      <a:pt x="12" y="14"/>
                    </a:cubicBezTo>
                    <a:cubicBezTo>
                      <a:pt x="17" y="9"/>
                      <a:pt x="23" y="5"/>
                      <a:pt x="30" y="2"/>
                    </a:cubicBezTo>
                    <a:cubicBezTo>
                      <a:pt x="37" y="0"/>
                      <a:pt x="44" y="0"/>
                      <a:pt x="51" y="4"/>
                    </a:cubicBezTo>
                    <a:cubicBezTo>
                      <a:pt x="58" y="7"/>
                      <a:pt x="63" y="13"/>
                      <a:pt x="65" y="20"/>
                    </a:cubicBezTo>
                    <a:cubicBezTo>
                      <a:pt x="68" y="28"/>
                      <a:pt x="67" y="35"/>
                      <a:pt x="66" y="43"/>
                    </a:cubicBezTo>
                    <a:cubicBezTo>
                      <a:pt x="65" y="49"/>
                      <a:pt x="62" y="55"/>
                      <a:pt x="60" y="61"/>
                    </a:cubicBezTo>
                    <a:cubicBezTo>
                      <a:pt x="59" y="63"/>
                      <a:pt x="58" y="65"/>
                      <a:pt x="57" y="67"/>
                    </a:cubicBezTo>
                    <a:cubicBezTo>
                      <a:pt x="58" y="67"/>
                      <a:pt x="58" y="67"/>
                      <a:pt x="59" y="67"/>
                    </a:cubicBezTo>
                    <a:cubicBezTo>
                      <a:pt x="66" y="69"/>
                      <a:pt x="73" y="72"/>
                      <a:pt x="79" y="78"/>
                    </a:cubicBezTo>
                    <a:cubicBezTo>
                      <a:pt x="90" y="88"/>
                      <a:pt x="93" y="104"/>
                      <a:pt x="87" y="119"/>
                    </a:cubicBezTo>
                    <a:cubicBezTo>
                      <a:pt x="84" y="126"/>
                      <a:pt x="79" y="133"/>
                      <a:pt x="74" y="139"/>
                    </a:cubicBezTo>
                    <a:cubicBezTo>
                      <a:pt x="70" y="143"/>
                      <a:pt x="65" y="148"/>
                      <a:pt x="60" y="152"/>
                    </a:cubicBezTo>
                    <a:cubicBezTo>
                      <a:pt x="54" y="157"/>
                      <a:pt x="48" y="161"/>
                      <a:pt x="41" y="165"/>
                    </a:cubicBezTo>
                    <a:cubicBezTo>
                      <a:pt x="40" y="166"/>
                      <a:pt x="38" y="166"/>
                      <a:pt x="37" y="166"/>
                    </a:cubicBezTo>
                    <a:cubicBezTo>
                      <a:pt x="32" y="166"/>
                      <a:pt x="28" y="164"/>
                      <a:pt x="27" y="1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4" name="Google Shape;4324;p50">
                <a:extLst>
                  <a:ext uri="{FF2B5EF4-FFF2-40B4-BE49-F238E27FC236}">
                    <a16:creationId xmlns:a16="http://schemas.microsoft.com/office/drawing/2014/main" id="{F6C584D6-7582-E73B-0299-7355B7678C70}"/>
                  </a:ext>
                </a:extLst>
              </p:cNvPr>
              <p:cNvSpPr/>
              <p:nvPr/>
            </p:nvSpPr>
            <p:spPr>
              <a:xfrm>
                <a:off x="583540" y="4196877"/>
                <a:ext cx="27360" cy="149040"/>
              </a:xfrm>
              <a:custGeom>
                <a:avLst/>
                <a:gdLst/>
                <a:ahLst/>
                <a:cxnLst/>
                <a:rect l="l" t="t" r="r" b="b"/>
                <a:pathLst>
                  <a:path w="76" h="414" extrusionOk="0">
                    <a:moveTo>
                      <a:pt x="5" y="410"/>
                    </a:moveTo>
                    <a:cubicBezTo>
                      <a:pt x="1" y="407"/>
                      <a:pt x="0" y="400"/>
                      <a:pt x="4" y="395"/>
                    </a:cubicBezTo>
                    <a:cubicBezTo>
                      <a:pt x="5" y="394"/>
                      <a:pt x="6" y="392"/>
                      <a:pt x="7" y="391"/>
                    </a:cubicBezTo>
                    <a:cubicBezTo>
                      <a:pt x="8" y="390"/>
                      <a:pt x="8" y="389"/>
                      <a:pt x="9" y="388"/>
                    </a:cubicBezTo>
                    <a:lnTo>
                      <a:pt x="10" y="388"/>
                    </a:lnTo>
                    <a:lnTo>
                      <a:pt x="10" y="387"/>
                    </a:lnTo>
                    <a:lnTo>
                      <a:pt x="11" y="387"/>
                    </a:lnTo>
                    <a:cubicBezTo>
                      <a:pt x="10" y="387"/>
                      <a:pt x="10" y="387"/>
                      <a:pt x="10" y="387"/>
                    </a:cubicBezTo>
                    <a:cubicBezTo>
                      <a:pt x="11" y="387"/>
                      <a:pt x="11" y="387"/>
                      <a:pt x="11" y="387"/>
                    </a:cubicBezTo>
                    <a:cubicBezTo>
                      <a:pt x="11" y="386"/>
                      <a:pt x="11" y="386"/>
                      <a:pt x="11" y="386"/>
                    </a:cubicBezTo>
                    <a:cubicBezTo>
                      <a:pt x="17" y="378"/>
                      <a:pt x="21" y="370"/>
                      <a:pt x="25" y="362"/>
                    </a:cubicBezTo>
                    <a:cubicBezTo>
                      <a:pt x="29" y="356"/>
                      <a:pt x="32" y="350"/>
                      <a:pt x="35" y="344"/>
                    </a:cubicBezTo>
                    <a:cubicBezTo>
                      <a:pt x="37" y="337"/>
                      <a:pt x="39" y="330"/>
                      <a:pt x="41" y="323"/>
                    </a:cubicBezTo>
                    <a:cubicBezTo>
                      <a:pt x="42" y="316"/>
                      <a:pt x="44" y="310"/>
                      <a:pt x="45" y="303"/>
                    </a:cubicBezTo>
                    <a:cubicBezTo>
                      <a:pt x="47" y="298"/>
                      <a:pt x="47" y="292"/>
                      <a:pt x="49" y="287"/>
                    </a:cubicBezTo>
                    <a:cubicBezTo>
                      <a:pt x="49" y="282"/>
                      <a:pt x="50" y="277"/>
                      <a:pt x="50" y="272"/>
                    </a:cubicBezTo>
                    <a:cubicBezTo>
                      <a:pt x="51" y="266"/>
                      <a:pt x="52" y="259"/>
                      <a:pt x="53" y="253"/>
                    </a:cubicBezTo>
                    <a:cubicBezTo>
                      <a:pt x="53" y="248"/>
                      <a:pt x="53" y="243"/>
                      <a:pt x="54" y="239"/>
                    </a:cubicBezTo>
                    <a:cubicBezTo>
                      <a:pt x="54" y="234"/>
                      <a:pt x="54" y="229"/>
                      <a:pt x="54" y="225"/>
                    </a:cubicBezTo>
                    <a:cubicBezTo>
                      <a:pt x="55" y="214"/>
                      <a:pt x="55" y="204"/>
                      <a:pt x="55" y="194"/>
                    </a:cubicBezTo>
                    <a:cubicBezTo>
                      <a:pt x="55" y="188"/>
                      <a:pt x="54" y="182"/>
                      <a:pt x="54" y="177"/>
                    </a:cubicBezTo>
                    <a:cubicBezTo>
                      <a:pt x="54" y="172"/>
                      <a:pt x="54" y="168"/>
                      <a:pt x="54" y="163"/>
                    </a:cubicBezTo>
                    <a:cubicBezTo>
                      <a:pt x="53" y="151"/>
                      <a:pt x="52" y="140"/>
                      <a:pt x="51" y="129"/>
                    </a:cubicBezTo>
                    <a:cubicBezTo>
                      <a:pt x="48" y="105"/>
                      <a:pt x="45" y="81"/>
                      <a:pt x="43" y="57"/>
                    </a:cubicBezTo>
                    <a:cubicBezTo>
                      <a:pt x="42" y="52"/>
                      <a:pt x="42" y="47"/>
                      <a:pt x="41" y="41"/>
                    </a:cubicBezTo>
                    <a:cubicBezTo>
                      <a:pt x="41" y="34"/>
                      <a:pt x="40" y="27"/>
                      <a:pt x="41" y="20"/>
                    </a:cubicBezTo>
                    <a:cubicBezTo>
                      <a:pt x="42" y="16"/>
                      <a:pt x="43" y="10"/>
                      <a:pt x="46" y="6"/>
                    </a:cubicBezTo>
                    <a:cubicBezTo>
                      <a:pt x="49" y="2"/>
                      <a:pt x="53" y="0"/>
                      <a:pt x="58" y="0"/>
                    </a:cubicBezTo>
                    <a:cubicBezTo>
                      <a:pt x="64" y="0"/>
                      <a:pt x="70" y="4"/>
                      <a:pt x="71" y="10"/>
                    </a:cubicBezTo>
                    <a:cubicBezTo>
                      <a:pt x="71" y="16"/>
                      <a:pt x="68" y="20"/>
                      <a:pt x="63" y="22"/>
                    </a:cubicBezTo>
                    <a:cubicBezTo>
                      <a:pt x="63" y="23"/>
                      <a:pt x="63" y="24"/>
                      <a:pt x="63" y="24"/>
                    </a:cubicBezTo>
                    <a:cubicBezTo>
                      <a:pt x="63" y="29"/>
                      <a:pt x="63" y="34"/>
                      <a:pt x="63" y="38"/>
                    </a:cubicBezTo>
                    <a:cubicBezTo>
                      <a:pt x="63" y="52"/>
                      <a:pt x="64" y="66"/>
                      <a:pt x="66" y="80"/>
                    </a:cubicBezTo>
                    <a:cubicBezTo>
                      <a:pt x="67" y="92"/>
                      <a:pt x="68" y="104"/>
                      <a:pt x="70" y="116"/>
                    </a:cubicBezTo>
                    <a:cubicBezTo>
                      <a:pt x="71" y="128"/>
                      <a:pt x="72" y="140"/>
                      <a:pt x="73" y="153"/>
                    </a:cubicBezTo>
                    <a:cubicBezTo>
                      <a:pt x="74" y="165"/>
                      <a:pt x="74" y="176"/>
                      <a:pt x="74" y="189"/>
                    </a:cubicBezTo>
                    <a:cubicBezTo>
                      <a:pt x="75" y="200"/>
                      <a:pt x="74" y="213"/>
                      <a:pt x="74" y="224"/>
                    </a:cubicBezTo>
                    <a:cubicBezTo>
                      <a:pt x="74" y="229"/>
                      <a:pt x="74" y="234"/>
                      <a:pt x="73" y="239"/>
                    </a:cubicBezTo>
                    <a:cubicBezTo>
                      <a:pt x="73" y="244"/>
                      <a:pt x="72" y="250"/>
                      <a:pt x="72" y="256"/>
                    </a:cubicBezTo>
                    <a:cubicBezTo>
                      <a:pt x="71" y="267"/>
                      <a:pt x="70" y="278"/>
                      <a:pt x="68" y="289"/>
                    </a:cubicBezTo>
                    <a:cubicBezTo>
                      <a:pt x="67" y="295"/>
                      <a:pt x="66" y="301"/>
                      <a:pt x="65" y="306"/>
                    </a:cubicBezTo>
                    <a:cubicBezTo>
                      <a:pt x="63" y="313"/>
                      <a:pt x="62" y="320"/>
                      <a:pt x="60" y="326"/>
                    </a:cubicBezTo>
                    <a:cubicBezTo>
                      <a:pt x="59" y="331"/>
                      <a:pt x="58" y="336"/>
                      <a:pt x="56" y="341"/>
                    </a:cubicBezTo>
                    <a:cubicBezTo>
                      <a:pt x="54" y="348"/>
                      <a:pt x="51" y="354"/>
                      <a:pt x="49" y="361"/>
                    </a:cubicBezTo>
                    <a:cubicBezTo>
                      <a:pt x="46" y="368"/>
                      <a:pt x="42" y="374"/>
                      <a:pt x="38" y="381"/>
                    </a:cubicBezTo>
                    <a:cubicBezTo>
                      <a:pt x="33" y="391"/>
                      <a:pt x="27" y="400"/>
                      <a:pt x="21" y="409"/>
                    </a:cubicBezTo>
                    <a:cubicBezTo>
                      <a:pt x="18" y="412"/>
                      <a:pt x="15" y="413"/>
                      <a:pt x="12" y="413"/>
                    </a:cubicBezTo>
                    <a:cubicBezTo>
                      <a:pt x="10" y="413"/>
                      <a:pt x="7" y="412"/>
                      <a:pt x="5" y="4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5" name="Google Shape;4325;p50">
                <a:extLst>
                  <a:ext uri="{FF2B5EF4-FFF2-40B4-BE49-F238E27FC236}">
                    <a16:creationId xmlns:a16="http://schemas.microsoft.com/office/drawing/2014/main" id="{8C85B01D-E56A-AAF4-BF6E-1E9EAB1369A9}"/>
                  </a:ext>
                </a:extLst>
              </p:cNvPr>
              <p:cNvSpPr/>
              <p:nvPr/>
            </p:nvSpPr>
            <p:spPr>
              <a:xfrm>
                <a:off x="637540" y="4265278"/>
                <a:ext cx="31680" cy="11520"/>
              </a:xfrm>
              <a:custGeom>
                <a:avLst/>
                <a:gdLst/>
                <a:ahLst/>
                <a:cxnLst/>
                <a:rect l="l" t="t" r="r" b="b"/>
                <a:pathLst>
                  <a:path w="88" h="32" extrusionOk="0">
                    <a:moveTo>
                      <a:pt x="20" y="30"/>
                    </a:moveTo>
                    <a:cubicBezTo>
                      <a:pt x="13" y="29"/>
                      <a:pt x="5" y="27"/>
                      <a:pt x="2" y="20"/>
                    </a:cubicBezTo>
                    <a:cubicBezTo>
                      <a:pt x="0" y="14"/>
                      <a:pt x="3" y="7"/>
                      <a:pt x="9" y="5"/>
                    </a:cubicBezTo>
                    <a:cubicBezTo>
                      <a:pt x="10" y="5"/>
                      <a:pt x="12" y="4"/>
                      <a:pt x="14" y="4"/>
                    </a:cubicBezTo>
                    <a:cubicBezTo>
                      <a:pt x="17" y="5"/>
                      <a:pt x="20" y="6"/>
                      <a:pt x="22" y="8"/>
                    </a:cubicBezTo>
                    <a:cubicBezTo>
                      <a:pt x="25" y="9"/>
                      <a:pt x="28" y="9"/>
                      <a:pt x="31" y="9"/>
                    </a:cubicBezTo>
                    <a:cubicBezTo>
                      <a:pt x="32" y="9"/>
                      <a:pt x="32" y="9"/>
                      <a:pt x="32" y="9"/>
                    </a:cubicBezTo>
                    <a:cubicBezTo>
                      <a:pt x="34" y="9"/>
                      <a:pt x="36" y="10"/>
                      <a:pt x="38" y="10"/>
                    </a:cubicBezTo>
                    <a:cubicBezTo>
                      <a:pt x="40" y="9"/>
                      <a:pt x="43" y="9"/>
                      <a:pt x="45" y="9"/>
                    </a:cubicBezTo>
                    <a:cubicBezTo>
                      <a:pt x="50" y="8"/>
                      <a:pt x="55" y="7"/>
                      <a:pt x="59" y="6"/>
                    </a:cubicBezTo>
                    <a:cubicBezTo>
                      <a:pt x="63" y="5"/>
                      <a:pt x="68" y="3"/>
                      <a:pt x="72" y="2"/>
                    </a:cubicBezTo>
                    <a:cubicBezTo>
                      <a:pt x="77" y="0"/>
                      <a:pt x="83" y="2"/>
                      <a:pt x="85" y="8"/>
                    </a:cubicBezTo>
                    <a:cubicBezTo>
                      <a:pt x="87" y="13"/>
                      <a:pt x="84" y="20"/>
                      <a:pt x="79" y="21"/>
                    </a:cubicBezTo>
                    <a:cubicBezTo>
                      <a:pt x="69" y="25"/>
                      <a:pt x="58" y="29"/>
                      <a:pt x="48" y="30"/>
                    </a:cubicBezTo>
                    <a:cubicBezTo>
                      <a:pt x="44" y="31"/>
                      <a:pt x="40" y="31"/>
                      <a:pt x="36" y="31"/>
                    </a:cubicBezTo>
                    <a:cubicBezTo>
                      <a:pt x="30" y="31"/>
                      <a:pt x="25" y="31"/>
                      <a:pt x="20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6" name="Google Shape;4326;p50">
                <a:extLst>
                  <a:ext uri="{FF2B5EF4-FFF2-40B4-BE49-F238E27FC236}">
                    <a16:creationId xmlns:a16="http://schemas.microsoft.com/office/drawing/2014/main" id="{AB63A9BA-1071-0CCF-B30A-F6147E70AEFD}"/>
                  </a:ext>
                </a:extLst>
              </p:cNvPr>
              <p:cNvSpPr/>
              <p:nvPr/>
            </p:nvSpPr>
            <p:spPr>
              <a:xfrm>
                <a:off x="650500" y="4239718"/>
                <a:ext cx="14040" cy="52920"/>
              </a:xfrm>
              <a:custGeom>
                <a:avLst/>
                <a:gdLst/>
                <a:ahLst/>
                <a:cxnLst/>
                <a:rect l="l" t="t" r="r" b="b"/>
                <a:pathLst>
                  <a:path w="39" h="147" extrusionOk="0">
                    <a:moveTo>
                      <a:pt x="9" y="146"/>
                    </a:moveTo>
                    <a:cubicBezTo>
                      <a:pt x="4" y="145"/>
                      <a:pt x="0" y="141"/>
                      <a:pt x="0" y="135"/>
                    </a:cubicBezTo>
                    <a:cubicBezTo>
                      <a:pt x="0" y="124"/>
                      <a:pt x="0" y="113"/>
                      <a:pt x="0" y="102"/>
                    </a:cubicBezTo>
                    <a:cubicBezTo>
                      <a:pt x="0" y="91"/>
                      <a:pt x="1" y="81"/>
                      <a:pt x="2" y="70"/>
                    </a:cubicBezTo>
                    <a:cubicBezTo>
                      <a:pt x="4" y="50"/>
                      <a:pt x="7" y="29"/>
                      <a:pt x="14" y="9"/>
                    </a:cubicBezTo>
                    <a:cubicBezTo>
                      <a:pt x="16" y="3"/>
                      <a:pt x="22" y="0"/>
                      <a:pt x="29" y="2"/>
                    </a:cubicBezTo>
                    <a:cubicBezTo>
                      <a:pt x="35" y="4"/>
                      <a:pt x="38" y="11"/>
                      <a:pt x="35" y="17"/>
                    </a:cubicBezTo>
                    <a:cubicBezTo>
                      <a:pt x="35" y="18"/>
                      <a:pt x="34" y="19"/>
                      <a:pt x="34" y="20"/>
                    </a:cubicBezTo>
                    <a:cubicBezTo>
                      <a:pt x="33" y="24"/>
                      <a:pt x="31" y="28"/>
                      <a:pt x="30" y="33"/>
                    </a:cubicBezTo>
                    <a:cubicBezTo>
                      <a:pt x="29" y="36"/>
                      <a:pt x="28" y="39"/>
                      <a:pt x="27" y="43"/>
                    </a:cubicBezTo>
                    <a:cubicBezTo>
                      <a:pt x="27" y="46"/>
                      <a:pt x="26" y="50"/>
                      <a:pt x="26" y="54"/>
                    </a:cubicBezTo>
                    <a:cubicBezTo>
                      <a:pt x="25" y="60"/>
                      <a:pt x="23" y="67"/>
                      <a:pt x="23" y="74"/>
                    </a:cubicBezTo>
                    <a:cubicBezTo>
                      <a:pt x="22" y="83"/>
                      <a:pt x="21" y="93"/>
                      <a:pt x="21" y="102"/>
                    </a:cubicBezTo>
                    <a:cubicBezTo>
                      <a:pt x="20" y="113"/>
                      <a:pt x="20" y="124"/>
                      <a:pt x="20" y="136"/>
                    </a:cubicBezTo>
                    <a:cubicBezTo>
                      <a:pt x="20" y="141"/>
                      <a:pt x="15" y="146"/>
                      <a:pt x="10" y="146"/>
                    </a:cubicBezTo>
                    <a:lnTo>
                      <a:pt x="9" y="14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7" name="Google Shape;4327;p50">
                <a:extLst>
                  <a:ext uri="{FF2B5EF4-FFF2-40B4-BE49-F238E27FC236}">
                    <a16:creationId xmlns:a16="http://schemas.microsoft.com/office/drawing/2014/main" id="{4F0B9658-3274-3D8C-2BCD-5946FB4EA4CF}"/>
                  </a:ext>
                </a:extLst>
              </p:cNvPr>
              <p:cNvSpPr/>
              <p:nvPr/>
            </p:nvSpPr>
            <p:spPr>
              <a:xfrm>
                <a:off x="687940" y="4213797"/>
                <a:ext cx="35640" cy="91440"/>
              </a:xfrm>
              <a:custGeom>
                <a:avLst/>
                <a:gdLst/>
                <a:ahLst/>
                <a:cxnLst/>
                <a:rect l="l" t="t" r="r" b="b"/>
                <a:pathLst>
                  <a:path w="99" h="254" extrusionOk="0">
                    <a:moveTo>
                      <a:pt x="24" y="253"/>
                    </a:moveTo>
                    <a:cubicBezTo>
                      <a:pt x="21" y="253"/>
                      <a:pt x="18" y="252"/>
                      <a:pt x="16" y="250"/>
                    </a:cubicBezTo>
                    <a:cubicBezTo>
                      <a:pt x="13" y="247"/>
                      <a:pt x="13" y="244"/>
                      <a:pt x="13" y="241"/>
                    </a:cubicBezTo>
                    <a:cubicBezTo>
                      <a:pt x="15" y="223"/>
                      <a:pt x="17" y="206"/>
                      <a:pt x="20" y="188"/>
                    </a:cubicBezTo>
                    <a:cubicBezTo>
                      <a:pt x="22" y="180"/>
                      <a:pt x="24" y="171"/>
                      <a:pt x="25" y="162"/>
                    </a:cubicBezTo>
                    <a:cubicBezTo>
                      <a:pt x="27" y="155"/>
                      <a:pt x="28" y="147"/>
                      <a:pt x="30" y="139"/>
                    </a:cubicBezTo>
                    <a:cubicBezTo>
                      <a:pt x="30" y="140"/>
                      <a:pt x="30" y="140"/>
                      <a:pt x="30" y="141"/>
                    </a:cubicBezTo>
                    <a:cubicBezTo>
                      <a:pt x="30" y="139"/>
                      <a:pt x="30" y="139"/>
                      <a:pt x="30" y="138"/>
                    </a:cubicBezTo>
                    <a:cubicBezTo>
                      <a:pt x="31" y="138"/>
                      <a:pt x="31" y="137"/>
                      <a:pt x="31" y="136"/>
                    </a:cubicBezTo>
                    <a:lnTo>
                      <a:pt x="31" y="135"/>
                    </a:lnTo>
                    <a:lnTo>
                      <a:pt x="31" y="136"/>
                    </a:lnTo>
                    <a:cubicBezTo>
                      <a:pt x="31" y="134"/>
                      <a:pt x="32" y="131"/>
                      <a:pt x="32" y="129"/>
                    </a:cubicBezTo>
                    <a:lnTo>
                      <a:pt x="32" y="130"/>
                    </a:lnTo>
                    <a:cubicBezTo>
                      <a:pt x="32" y="129"/>
                      <a:pt x="32" y="129"/>
                      <a:pt x="32" y="129"/>
                    </a:cubicBezTo>
                    <a:cubicBezTo>
                      <a:pt x="32" y="130"/>
                      <a:pt x="31" y="132"/>
                      <a:pt x="30" y="133"/>
                    </a:cubicBezTo>
                    <a:cubicBezTo>
                      <a:pt x="29" y="135"/>
                      <a:pt x="28" y="136"/>
                      <a:pt x="27" y="138"/>
                    </a:cubicBezTo>
                    <a:cubicBezTo>
                      <a:pt x="27" y="139"/>
                      <a:pt x="26" y="139"/>
                      <a:pt x="26" y="139"/>
                    </a:cubicBezTo>
                    <a:lnTo>
                      <a:pt x="27" y="139"/>
                    </a:lnTo>
                    <a:cubicBezTo>
                      <a:pt x="25" y="140"/>
                      <a:pt x="25" y="141"/>
                      <a:pt x="24" y="143"/>
                    </a:cubicBezTo>
                    <a:cubicBezTo>
                      <a:pt x="24" y="142"/>
                      <a:pt x="25" y="142"/>
                      <a:pt x="25" y="141"/>
                    </a:cubicBezTo>
                    <a:cubicBezTo>
                      <a:pt x="24" y="142"/>
                      <a:pt x="24" y="143"/>
                      <a:pt x="23" y="145"/>
                    </a:cubicBezTo>
                    <a:cubicBezTo>
                      <a:pt x="21" y="150"/>
                      <a:pt x="14" y="152"/>
                      <a:pt x="9" y="150"/>
                    </a:cubicBezTo>
                    <a:cubicBezTo>
                      <a:pt x="3" y="148"/>
                      <a:pt x="0" y="141"/>
                      <a:pt x="3" y="135"/>
                    </a:cubicBezTo>
                    <a:cubicBezTo>
                      <a:pt x="7" y="127"/>
                      <a:pt x="12" y="120"/>
                      <a:pt x="17" y="114"/>
                    </a:cubicBezTo>
                    <a:cubicBezTo>
                      <a:pt x="18" y="111"/>
                      <a:pt x="21" y="108"/>
                      <a:pt x="23" y="106"/>
                    </a:cubicBezTo>
                    <a:lnTo>
                      <a:pt x="22" y="107"/>
                    </a:lnTo>
                    <a:cubicBezTo>
                      <a:pt x="32" y="93"/>
                      <a:pt x="42" y="79"/>
                      <a:pt x="51" y="64"/>
                    </a:cubicBezTo>
                    <a:cubicBezTo>
                      <a:pt x="54" y="56"/>
                      <a:pt x="56" y="48"/>
                      <a:pt x="59" y="41"/>
                    </a:cubicBezTo>
                    <a:cubicBezTo>
                      <a:pt x="61" y="37"/>
                      <a:pt x="63" y="32"/>
                      <a:pt x="64" y="28"/>
                    </a:cubicBezTo>
                    <a:cubicBezTo>
                      <a:pt x="66" y="25"/>
                      <a:pt x="67" y="22"/>
                      <a:pt x="68" y="19"/>
                    </a:cubicBezTo>
                    <a:cubicBezTo>
                      <a:pt x="69" y="16"/>
                      <a:pt x="71" y="14"/>
                      <a:pt x="72" y="11"/>
                    </a:cubicBezTo>
                    <a:cubicBezTo>
                      <a:pt x="73" y="9"/>
                      <a:pt x="75" y="7"/>
                      <a:pt x="77" y="5"/>
                    </a:cubicBezTo>
                    <a:cubicBezTo>
                      <a:pt x="80" y="1"/>
                      <a:pt x="86" y="0"/>
                      <a:pt x="90" y="2"/>
                    </a:cubicBezTo>
                    <a:cubicBezTo>
                      <a:pt x="92" y="4"/>
                      <a:pt x="95" y="5"/>
                      <a:pt x="96" y="7"/>
                    </a:cubicBezTo>
                    <a:cubicBezTo>
                      <a:pt x="98" y="9"/>
                      <a:pt x="98" y="12"/>
                      <a:pt x="98" y="15"/>
                    </a:cubicBezTo>
                    <a:cubicBezTo>
                      <a:pt x="98" y="19"/>
                      <a:pt x="97" y="22"/>
                      <a:pt x="95" y="25"/>
                    </a:cubicBezTo>
                    <a:cubicBezTo>
                      <a:pt x="95" y="26"/>
                      <a:pt x="94" y="27"/>
                      <a:pt x="94" y="29"/>
                    </a:cubicBezTo>
                    <a:cubicBezTo>
                      <a:pt x="91" y="34"/>
                      <a:pt x="88" y="39"/>
                      <a:pt x="86" y="44"/>
                    </a:cubicBezTo>
                    <a:cubicBezTo>
                      <a:pt x="81" y="54"/>
                      <a:pt x="76" y="64"/>
                      <a:pt x="70" y="74"/>
                    </a:cubicBezTo>
                    <a:cubicBezTo>
                      <a:pt x="69" y="75"/>
                      <a:pt x="69" y="76"/>
                      <a:pt x="69" y="77"/>
                    </a:cubicBezTo>
                    <a:cubicBezTo>
                      <a:pt x="67" y="82"/>
                      <a:pt x="65" y="87"/>
                      <a:pt x="63" y="93"/>
                    </a:cubicBezTo>
                    <a:cubicBezTo>
                      <a:pt x="62" y="97"/>
                      <a:pt x="61" y="101"/>
                      <a:pt x="60" y="106"/>
                    </a:cubicBezTo>
                    <a:cubicBezTo>
                      <a:pt x="58" y="111"/>
                      <a:pt x="56" y="117"/>
                      <a:pt x="55" y="122"/>
                    </a:cubicBezTo>
                    <a:lnTo>
                      <a:pt x="55" y="123"/>
                    </a:lnTo>
                    <a:cubicBezTo>
                      <a:pt x="55" y="122"/>
                      <a:pt x="55" y="122"/>
                      <a:pt x="55" y="122"/>
                    </a:cubicBezTo>
                    <a:cubicBezTo>
                      <a:pt x="53" y="128"/>
                      <a:pt x="52" y="134"/>
                      <a:pt x="51" y="141"/>
                    </a:cubicBezTo>
                    <a:cubicBezTo>
                      <a:pt x="51" y="140"/>
                      <a:pt x="51" y="140"/>
                      <a:pt x="51" y="139"/>
                    </a:cubicBezTo>
                    <a:cubicBezTo>
                      <a:pt x="51" y="141"/>
                      <a:pt x="50" y="142"/>
                      <a:pt x="50" y="143"/>
                    </a:cubicBezTo>
                    <a:lnTo>
                      <a:pt x="50" y="144"/>
                    </a:lnTo>
                    <a:lnTo>
                      <a:pt x="50" y="145"/>
                    </a:lnTo>
                    <a:lnTo>
                      <a:pt x="49" y="145"/>
                    </a:lnTo>
                    <a:lnTo>
                      <a:pt x="49" y="146"/>
                    </a:lnTo>
                    <a:lnTo>
                      <a:pt x="49" y="145"/>
                    </a:lnTo>
                    <a:cubicBezTo>
                      <a:pt x="50" y="145"/>
                      <a:pt x="50" y="145"/>
                      <a:pt x="50" y="145"/>
                    </a:cubicBezTo>
                    <a:cubicBezTo>
                      <a:pt x="46" y="158"/>
                      <a:pt x="44" y="172"/>
                      <a:pt x="42" y="186"/>
                    </a:cubicBezTo>
                    <a:cubicBezTo>
                      <a:pt x="39" y="201"/>
                      <a:pt x="38" y="216"/>
                      <a:pt x="37" y="230"/>
                    </a:cubicBezTo>
                    <a:lnTo>
                      <a:pt x="37" y="231"/>
                    </a:lnTo>
                    <a:lnTo>
                      <a:pt x="36" y="231"/>
                    </a:lnTo>
                    <a:lnTo>
                      <a:pt x="37" y="231"/>
                    </a:lnTo>
                    <a:cubicBezTo>
                      <a:pt x="36" y="235"/>
                      <a:pt x="35" y="239"/>
                      <a:pt x="35" y="242"/>
                    </a:cubicBezTo>
                    <a:cubicBezTo>
                      <a:pt x="35" y="249"/>
                      <a:pt x="30" y="253"/>
                      <a:pt x="24" y="25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8" name="Google Shape;4328;p50">
                <a:extLst>
                  <a:ext uri="{FF2B5EF4-FFF2-40B4-BE49-F238E27FC236}">
                    <a16:creationId xmlns:a16="http://schemas.microsoft.com/office/drawing/2014/main" id="{5AEE9DB8-A37A-A006-424C-8ED0D2E49399}"/>
                  </a:ext>
                </a:extLst>
              </p:cNvPr>
              <p:cNvSpPr/>
              <p:nvPr/>
            </p:nvSpPr>
            <p:spPr>
              <a:xfrm>
                <a:off x="-969140" y="3740398"/>
                <a:ext cx="892800" cy="488880"/>
              </a:xfrm>
              <a:custGeom>
                <a:avLst/>
                <a:gdLst/>
                <a:ahLst/>
                <a:cxnLst/>
                <a:rect l="l" t="t" r="r" b="b"/>
                <a:pathLst>
                  <a:path w="2480" h="1358" extrusionOk="0">
                    <a:moveTo>
                      <a:pt x="123" y="1356"/>
                    </a:moveTo>
                    <a:cubicBezTo>
                      <a:pt x="107" y="1355"/>
                      <a:pt x="90" y="1354"/>
                      <a:pt x="73" y="1354"/>
                    </a:cubicBezTo>
                    <a:cubicBezTo>
                      <a:pt x="54" y="1353"/>
                      <a:pt x="36" y="1353"/>
                      <a:pt x="17" y="1352"/>
                    </a:cubicBezTo>
                    <a:cubicBezTo>
                      <a:pt x="8" y="1352"/>
                      <a:pt x="0" y="1345"/>
                      <a:pt x="0" y="1335"/>
                    </a:cubicBezTo>
                    <a:cubicBezTo>
                      <a:pt x="0" y="1326"/>
                      <a:pt x="8" y="1317"/>
                      <a:pt x="17" y="1318"/>
                    </a:cubicBezTo>
                    <a:cubicBezTo>
                      <a:pt x="40" y="1319"/>
                      <a:pt x="62" y="1320"/>
                      <a:pt x="84" y="1321"/>
                    </a:cubicBezTo>
                    <a:cubicBezTo>
                      <a:pt x="107" y="1322"/>
                      <a:pt x="129" y="1323"/>
                      <a:pt x="151" y="1323"/>
                    </a:cubicBezTo>
                    <a:cubicBezTo>
                      <a:pt x="175" y="1323"/>
                      <a:pt x="199" y="1323"/>
                      <a:pt x="223" y="1322"/>
                    </a:cubicBezTo>
                    <a:cubicBezTo>
                      <a:pt x="243" y="1322"/>
                      <a:pt x="263" y="1322"/>
                      <a:pt x="284" y="1320"/>
                    </a:cubicBezTo>
                    <a:cubicBezTo>
                      <a:pt x="323" y="1317"/>
                      <a:pt x="361" y="1313"/>
                      <a:pt x="399" y="1305"/>
                    </a:cubicBezTo>
                    <a:cubicBezTo>
                      <a:pt x="421" y="1301"/>
                      <a:pt x="442" y="1295"/>
                      <a:pt x="463" y="1290"/>
                    </a:cubicBezTo>
                    <a:cubicBezTo>
                      <a:pt x="488" y="1283"/>
                      <a:pt x="513" y="1276"/>
                      <a:pt x="537" y="1267"/>
                    </a:cubicBezTo>
                    <a:cubicBezTo>
                      <a:pt x="563" y="1259"/>
                      <a:pt x="588" y="1248"/>
                      <a:pt x="614" y="1235"/>
                    </a:cubicBezTo>
                    <a:cubicBezTo>
                      <a:pt x="641" y="1223"/>
                      <a:pt x="667" y="1210"/>
                      <a:pt x="694" y="1196"/>
                    </a:cubicBezTo>
                    <a:cubicBezTo>
                      <a:pt x="693" y="1197"/>
                      <a:pt x="693" y="1197"/>
                      <a:pt x="692" y="1197"/>
                    </a:cubicBezTo>
                    <a:cubicBezTo>
                      <a:pt x="714" y="1186"/>
                      <a:pt x="736" y="1175"/>
                      <a:pt x="757" y="1164"/>
                    </a:cubicBezTo>
                    <a:cubicBezTo>
                      <a:pt x="779" y="1152"/>
                      <a:pt x="800" y="1140"/>
                      <a:pt x="821" y="1128"/>
                    </a:cubicBezTo>
                    <a:cubicBezTo>
                      <a:pt x="863" y="1104"/>
                      <a:pt x="905" y="1079"/>
                      <a:pt x="946" y="1053"/>
                    </a:cubicBezTo>
                    <a:cubicBezTo>
                      <a:pt x="957" y="1046"/>
                      <a:pt x="968" y="1038"/>
                      <a:pt x="979" y="1031"/>
                    </a:cubicBezTo>
                    <a:cubicBezTo>
                      <a:pt x="997" y="1019"/>
                      <a:pt x="1016" y="1006"/>
                      <a:pt x="1034" y="992"/>
                    </a:cubicBezTo>
                    <a:cubicBezTo>
                      <a:pt x="1052" y="979"/>
                      <a:pt x="1069" y="966"/>
                      <a:pt x="1086" y="951"/>
                    </a:cubicBezTo>
                    <a:cubicBezTo>
                      <a:pt x="1095" y="943"/>
                      <a:pt x="1104" y="934"/>
                      <a:pt x="1113" y="925"/>
                    </a:cubicBezTo>
                    <a:cubicBezTo>
                      <a:pt x="1118" y="918"/>
                      <a:pt x="1123" y="912"/>
                      <a:pt x="1128" y="904"/>
                    </a:cubicBezTo>
                    <a:cubicBezTo>
                      <a:pt x="1135" y="894"/>
                      <a:pt x="1142" y="884"/>
                      <a:pt x="1148" y="873"/>
                    </a:cubicBezTo>
                    <a:cubicBezTo>
                      <a:pt x="1157" y="859"/>
                      <a:pt x="1165" y="846"/>
                      <a:pt x="1173" y="832"/>
                    </a:cubicBezTo>
                    <a:cubicBezTo>
                      <a:pt x="1179" y="819"/>
                      <a:pt x="1184" y="806"/>
                      <a:pt x="1189" y="793"/>
                    </a:cubicBezTo>
                    <a:cubicBezTo>
                      <a:pt x="1194" y="780"/>
                      <a:pt x="1198" y="766"/>
                      <a:pt x="1203" y="752"/>
                    </a:cubicBezTo>
                    <a:cubicBezTo>
                      <a:pt x="1203" y="753"/>
                      <a:pt x="1203" y="753"/>
                      <a:pt x="1202" y="755"/>
                    </a:cubicBezTo>
                    <a:cubicBezTo>
                      <a:pt x="1203" y="753"/>
                      <a:pt x="1203" y="751"/>
                      <a:pt x="1204" y="749"/>
                    </a:cubicBezTo>
                    <a:cubicBezTo>
                      <a:pt x="1204" y="750"/>
                      <a:pt x="1204" y="751"/>
                      <a:pt x="1203" y="752"/>
                    </a:cubicBezTo>
                    <a:cubicBezTo>
                      <a:pt x="1214" y="721"/>
                      <a:pt x="1224" y="690"/>
                      <a:pt x="1232" y="659"/>
                    </a:cubicBezTo>
                    <a:cubicBezTo>
                      <a:pt x="1239" y="630"/>
                      <a:pt x="1247" y="601"/>
                      <a:pt x="1257" y="573"/>
                    </a:cubicBezTo>
                    <a:lnTo>
                      <a:pt x="1257" y="572"/>
                    </a:lnTo>
                    <a:cubicBezTo>
                      <a:pt x="1265" y="548"/>
                      <a:pt x="1275" y="525"/>
                      <a:pt x="1285" y="502"/>
                    </a:cubicBezTo>
                    <a:cubicBezTo>
                      <a:pt x="1295" y="483"/>
                      <a:pt x="1305" y="464"/>
                      <a:pt x="1317" y="445"/>
                    </a:cubicBezTo>
                    <a:cubicBezTo>
                      <a:pt x="1342" y="402"/>
                      <a:pt x="1374" y="363"/>
                      <a:pt x="1409" y="328"/>
                    </a:cubicBezTo>
                    <a:cubicBezTo>
                      <a:pt x="1418" y="320"/>
                      <a:pt x="1426" y="312"/>
                      <a:pt x="1435" y="304"/>
                    </a:cubicBezTo>
                    <a:cubicBezTo>
                      <a:pt x="1434" y="304"/>
                      <a:pt x="1434" y="305"/>
                      <a:pt x="1434" y="305"/>
                    </a:cubicBezTo>
                    <a:cubicBezTo>
                      <a:pt x="1436" y="304"/>
                      <a:pt x="1437" y="302"/>
                      <a:pt x="1438" y="302"/>
                    </a:cubicBezTo>
                    <a:cubicBezTo>
                      <a:pt x="1437" y="302"/>
                      <a:pt x="1437" y="302"/>
                      <a:pt x="1437" y="302"/>
                    </a:cubicBezTo>
                    <a:cubicBezTo>
                      <a:pt x="1454" y="287"/>
                      <a:pt x="1472" y="273"/>
                      <a:pt x="1490" y="259"/>
                    </a:cubicBezTo>
                    <a:cubicBezTo>
                      <a:pt x="1509" y="245"/>
                      <a:pt x="1529" y="231"/>
                      <a:pt x="1550" y="219"/>
                    </a:cubicBezTo>
                    <a:cubicBezTo>
                      <a:pt x="1572" y="206"/>
                      <a:pt x="1595" y="192"/>
                      <a:pt x="1619" y="181"/>
                    </a:cubicBezTo>
                    <a:cubicBezTo>
                      <a:pt x="1641" y="170"/>
                      <a:pt x="1663" y="160"/>
                      <a:pt x="1686" y="151"/>
                    </a:cubicBezTo>
                    <a:cubicBezTo>
                      <a:pt x="1709" y="142"/>
                      <a:pt x="1732" y="134"/>
                      <a:pt x="1756" y="126"/>
                    </a:cubicBezTo>
                    <a:cubicBezTo>
                      <a:pt x="1780" y="118"/>
                      <a:pt x="1804" y="110"/>
                      <a:pt x="1829" y="102"/>
                    </a:cubicBezTo>
                    <a:cubicBezTo>
                      <a:pt x="1854" y="94"/>
                      <a:pt x="1880" y="87"/>
                      <a:pt x="1905" y="81"/>
                    </a:cubicBezTo>
                    <a:cubicBezTo>
                      <a:pt x="1929" y="75"/>
                      <a:pt x="1954" y="69"/>
                      <a:pt x="1977" y="64"/>
                    </a:cubicBezTo>
                    <a:cubicBezTo>
                      <a:pt x="2028" y="52"/>
                      <a:pt x="2079" y="43"/>
                      <a:pt x="2131" y="34"/>
                    </a:cubicBezTo>
                    <a:cubicBezTo>
                      <a:pt x="2181" y="26"/>
                      <a:pt x="2230" y="19"/>
                      <a:pt x="2280" y="13"/>
                    </a:cubicBezTo>
                    <a:cubicBezTo>
                      <a:pt x="2319" y="9"/>
                      <a:pt x="2357" y="7"/>
                      <a:pt x="2395" y="4"/>
                    </a:cubicBezTo>
                    <a:lnTo>
                      <a:pt x="2394" y="4"/>
                    </a:lnTo>
                    <a:cubicBezTo>
                      <a:pt x="2396" y="4"/>
                      <a:pt x="2398" y="4"/>
                      <a:pt x="2399" y="4"/>
                    </a:cubicBezTo>
                    <a:cubicBezTo>
                      <a:pt x="2398" y="4"/>
                      <a:pt x="2398" y="4"/>
                      <a:pt x="2397" y="4"/>
                    </a:cubicBezTo>
                    <a:cubicBezTo>
                      <a:pt x="2403" y="4"/>
                      <a:pt x="2409" y="4"/>
                      <a:pt x="2415" y="3"/>
                    </a:cubicBezTo>
                    <a:cubicBezTo>
                      <a:pt x="2421" y="2"/>
                      <a:pt x="2427" y="2"/>
                      <a:pt x="2434" y="2"/>
                    </a:cubicBezTo>
                    <a:cubicBezTo>
                      <a:pt x="2441" y="1"/>
                      <a:pt x="2448" y="1"/>
                      <a:pt x="2455" y="1"/>
                    </a:cubicBezTo>
                    <a:lnTo>
                      <a:pt x="2456" y="1"/>
                    </a:lnTo>
                    <a:cubicBezTo>
                      <a:pt x="2460" y="0"/>
                      <a:pt x="2466" y="0"/>
                      <a:pt x="2470" y="1"/>
                    </a:cubicBezTo>
                    <a:cubicBezTo>
                      <a:pt x="2471" y="2"/>
                      <a:pt x="2473" y="3"/>
                      <a:pt x="2474" y="4"/>
                    </a:cubicBezTo>
                    <a:cubicBezTo>
                      <a:pt x="2477" y="8"/>
                      <a:pt x="2479" y="12"/>
                      <a:pt x="2479" y="16"/>
                    </a:cubicBezTo>
                    <a:lnTo>
                      <a:pt x="2479" y="17"/>
                    </a:lnTo>
                    <a:lnTo>
                      <a:pt x="2479" y="18"/>
                    </a:lnTo>
                    <a:cubicBezTo>
                      <a:pt x="2479" y="20"/>
                      <a:pt x="2477" y="22"/>
                      <a:pt x="2476" y="25"/>
                    </a:cubicBezTo>
                    <a:cubicBezTo>
                      <a:pt x="2475" y="27"/>
                      <a:pt x="2473" y="29"/>
                      <a:pt x="2470" y="30"/>
                    </a:cubicBezTo>
                    <a:cubicBezTo>
                      <a:pt x="2467" y="33"/>
                      <a:pt x="2463" y="33"/>
                      <a:pt x="2460" y="33"/>
                    </a:cubicBezTo>
                    <a:cubicBezTo>
                      <a:pt x="2453" y="32"/>
                      <a:pt x="2447" y="33"/>
                      <a:pt x="2441" y="33"/>
                    </a:cubicBezTo>
                    <a:cubicBezTo>
                      <a:pt x="2430" y="33"/>
                      <a:pt x="2419" y="33"/>
                      <a:pt x="2409" y="34"/>
                    </a:cubicBezTo>
                    <a:cubicBezTo>
                      <a:pt x="2385" y="36"/>
                      <a:pt x="2361" y="38"/>
                      <a:pt x="2337" y="40"/>
                    </a:cubicBezTo>
                    <a:cubicBezTo>
                      <a:pt x="2312" y="43"/>
                      <a:pt x="2287" y="44"/>
                      <a:pt x="2262" y="47"/>
                    </a:cubicBezTo>
                    <a:cubicBezTo>
                      <a:pt x="2212" y="52"/>
                      <a:pt x="2162" y="60"/>
                      <a:pt x="2113" y="68"/>
                    </a:cubicBezTo>
                    <a:cubicBezTo>
                      <a:pt x="2087" y="72"/>
                      <a:pt x="2062" y="77"/>
                      <a:pt x="2037" y="82"/>
                    </a:cubicBezTo>
                    <a:cubicBezTo>
                      <a:pt x="2036" y="82"/>
                      <a:pt x="2036" y="82"/>
                      <a:pt x="2035" y="83"/>
                    </a:cubicBezTo>
                    <a:cubicBezTo>
                      <a:pt x="2036" y="83"/>
                      <a:pt x="2036" y="83"/>
                      <a:pt x="2036" y="82"/>
                    </a:cubicBezTo>
                    <a:cubicBezTo>
                      <a:pt x="1995" y="91"/>
                      <a:pt x="1955" y="100"/>
                      <a:pt x="1915" y="110"/>
                    </a:cubicBezTo>
                    <a:cubicBezTo>
                      <a:pt x="1875" y="121"/>
                      <a:pt x="1836" y="132"/>
                      <a:pt x="1797" y="146"/>
                    </a:cubicBezTo>
                    <a:cubicBezTo>
                      <a:pt x="1769" y="156"/>
                      <a:pt x="1741" y="166"/>
                      <a:pt x="1713" y="176"/>
                    </a:cubicBezTo>
                    <a:cubicBezTo>
                      <a:pt x="1685" y="187"/>
                      <a:pt x="1658" y="198"/>
                      <a:pt x="1631" y="212"/>
                    </a:cubicBezTo>
                    <a:cubicBezTo>
                      <a:pt x="1630" y="212"/>
                      <a:pt x="1629" y="212"/>
                      <a:pt x="1628" y="213"/>
                    </a:cubicBezTo>
                    <a:lnTo>
                      <a:pt x="1627" y="213"/>
                    </a:lnTo>
                    <a:cubicBezTo>
                      <a:pt x="1627" y="213"/>
                      <a:pt x="1626" y="214"/>
                      <a:pt x="1624" y="215"/>
                    </a:cubicBezTo>
                    <a:cubicBezTo>
                      <a:pt x="1625" y="215"/>
                      <a:pt x="1626" y="214"/>
                      <a:pt x="1626" y="214"/>
                    </a:cubicBezTo>
                    <a:cubicBezTo>
                      <a:pt x="1595" y="230"/>
                      <a:pt x="1566" y="247"/>
                      <a:pt x="1536" y="266"/>
                    </a:cubicBezTo>
                    <a:cubicBezTo>
                      <a:pt x="1510" y="284"/>
                      <a:pt x="1485" y="304"/>
                      <a:pt x="1461" y="325"/>
                    </a:cubicBezTo>
                    <a:cubicBezTo>
                      <a:pt x="1441" y="343"/>
                      <a:pt x="1422" y="363"/>
                      <a:pt x="1404" y="383"/>
                    </a:cubicBezTo>
                    <a:cubicBezTo>
                      <a:pt x="1388" y="401"/>
                      <a:pt x="1374" y="420"/>
                      <a:pt x="1360" y="439"/>
                    </a:cubicBezTo>
                    <a:cubicBezTo>
                      <a:pt x="1360" y="439"/>
                      <a:pt x="1361" y="439"/>
                      <a:pt x="1361" y="438"/>
                    </a:cubicBezTo>
                    <a:cubicBezTo>
                      <a:pt x="1361" y="439"/>
                      <a:pt x="1360" y="439"/>
                      <a:pt x="1360" y="439"/>
                    </a:cubicBezTo>
                    <a:cubicBezTo>
                      <a:pt x="1360" y="440"/>
                      <a:pt x="1360" y="440"/>
                      <a:pt x="1360" y="440"/>
                    </a:cubicBezTo>
                    <a:lnTo>
                      <a:pt x="1360" y="439"/>
                    </a:lnTo>
                    <a:cubicBezTo>
                      <a:pt x="1346" y="461"/>
                      <a:pt x="1334" y="482"/>
                      <a:pt x="1322" y="505"/>
                    </a:cubicBezTo>
                    <a:cubicBezTo>
                      <a:pt x="1316" y="517"/>
                      <a:pt x="1310" y="530"/>
                      <a:pt x="1304" y="543"/>
                    </a:cubicBezTo>
                    <a:cubicBezTo>
                      <a:pt x="1299" y="555"/>
                      <a:pt x="1295" y="569"/>
                      <a:pt x="1290" y="582"/>
                    </a:cubicBezTo>
                    <a:cubicBezTo>
                      <a:pt x="1282" y="604"/>
                      <a:pt x="1276" y="626"/>
                      <a:pt x="1270" y="649"/>
                    </a:cubicBezTo>
                    <a:cubicBezTo>
                      <a:pt x="1264" y="672"/>
                      <a:pt x="1257" y="695"/>
                      <a:pt x="1250" y="718"/>
                    </a:cubicBezTo>
                    <a:cubicBezTo>
                      <a:pt x="1243" y="741"/>
                      <a:pt x="1236" y="764"/>
                      <a:pt x="1228" y="787"/>
                    </a:cubicBezTo>
                    <a:cubicBezTo>
                      <a:pt x="1225" y="797"/>
                      <a:pt x="1221" y="806"/>
                      <a:pt x="1217" y="816"/>
                    </a:cubicBezTo>
                    <a:cubicBezTo>
                      <a:pt x="1213" y="826"/>
                      <a:pt x="1208" y="836"/>
                      <a:pt x="1203" y="846"/>
                    </a:cubicBezTo>
                    <a:cubicBezTo>
                      <a:pt x="1191" y="870"/>
                      <a:pt x="1178" y="893"/>
                      <a:pt x="1163" y="915"/>
                    </a:cubicBezTo>
                    <a:cubicBezTo>
                      <a:pt x="1158" y="923"/>
                      <a:pt x="1152" y="931"/>
                      <a:pt x="1146" y="938"/>
                    </a:cubicBezTo>
                    <a:cubicBezTo>
                      <a:pt x="1138" y="947"/>
                      <a:pt x="1130" y="955"/>
                      <a:pt x="1121" y="963"/>
                    </a:cubicBezTo>
                    <a:cubicBezTo>
                      <a:pt x="1104" y="979"/>
                      <a:pt x="1085" y="995"/>
                      <a:pt x="1067" y="1009"/>
                    </a:cubicBezTo>
                    <a:cubicBezTo>
                      <a:pt x="1048" y="1023"/>
                      <a:pt x="1029" y="1037"/>
                      <a:pt x="1010" y="1050"/>
                    </a:cubicBezTo>
                    <a:cubicBezTo>
                      <a:pt x="989" y="1064"/>
                      <a:pt x="968" y="1078"/>
                      <a:pt x="946" y="1091"/>
                    </a:cubicBezTo>
                    <a:cubicBezTo>
                      <a:pt x="926" y="1104"/>
                      <a:pt x="906" y="1117"/>
                      <a:pt x="886" y="1129"/>
                    </a:cubicBezTo>
                    <a:cubicBezTo>
                      <a:pt x="864" y="1143"/>
                      <a:pt x="842" y="1155"/>
                      <a:pt x="820" y="1167"/>
                    </a:cubicBezTo>
                    <a:cubicBezTo>
                      <a:pt x="777" y="1190"/>
                      <a:pt x="734" y="1213"/>
                      <a:pt x="690" y="1235"/>
                    </a:cubicBezTo>
                    <a:cubicBezTo>
                      <a:pt x="669" y="1246"/>
                      <a:pt x="647" y="1257"/>
                      <a:pt x="625" y="1267"/>
                    </a:cubicBezTo>
                    <a:cubicBezTo>
                      <a:pt x="603" y="1277"/>
                      <a:pt x="580" y="1287"/>
                      <a:pt x="558" y="1295"/>
                    </a:cubicBezTo>
                    <a:cubicBezTo>
                      <a:pt x="533" y="1304"/>
                      <a:pt x="508" y="1311"/>
                      <a:pt x="483" y="1319"/>
                    </a:cubicBezTo>
                    <a:cubicBezTo>
                      <a:pt x="460" y="1325"/>
                      <a:pt x="438" y="1331"/>
                      <a:pt x="415" y="1337"/>
                    </a:cubicBezTo>
                    <a:cubicBezTo>
                      <a:pt x="391" y="1341"/>
                      <a:pt x="368" y="1345"/>
                      <a:pt x="344" y="1348"/>
                    </a:cubicBezTo>
                    <a:cubicBezTo>
                      <a:pt x="320" y="1351"/>
                      <a:pt x="295" y="1353"/>
                      <a:pt x="270" y="1354"/>
                    </a:cubicBezTo>
                    <a:cubicBezTo>
                      <a:pt x="248" y="1355"/>
                      <a:pt x="225" y="1356"/>
                      <a:pt x="202" y="1357"/>
                    </a:cubicBezTo>
                    <a:cubicBezTo>
                      <a:pt x="196" y="1357"/>
                      <a:pt x="190" y="1357"/>
                      <a:pt x="184" y="1357"/>
                    </a:cubicBezTo>
                    <a:cubicBezTo>
                      <a:pt x="164" y="1357"/>
                      <a:pt x="143" y="1356"/>
                      <a:pt x="123" y="135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9" name="Google Shape;4329;p50">
                <a:extLst>
                  <a:ext uri="{FF2B5EF4-FFF2-40B4-BE49-F238E27FC236}">
                    <a16:creationId xmlns:a16="http://schemas.microsoft.com/office/drawing/2014/main" id="{0A5D8A02-D11C-6A89-1A66-39B9D0E2B05B}"/>
                  </a:ext>
                </a:extLst>
              </p:cNvPr>
              <p:cNvSpPr/>
              <p:nvPr/>
            </p:nvSpPr>
            <p:spPr>
              <a:xfrm>
                <a:off x="-530660" y="3427918"/>
                <a:ext cx="11880" cy="989280"/>
              </a:xfrm>
              <a:custGeom>
                <a:avLst/>
                <a:gdLst/>
                <a:ahLst/>
                <a:cxnLst/>
                <a:rect l="l" t="t" r="r" b="b"/>
                <a:pathLst>
                  <a:path w="33" h="2748" extrusionOk="0">
                    <a:moveTo>
                      <a:pt x="12" y="2737"/>
                    </a:moveTo>
                    <a:cubicBezTo>
                      <a:pt x="12" y="2731"/>
                      <a:pt x="12" y="2726"/>
                      <a:pt x="12" y="2720"/>
                    </a:cubicBezTo>
                    <a:cubicBezTo>
                      <a:pt x="12" y="2713"/>
                      <a:pt x="12" y="2705"/>
                      <a:pt x="12" y="2698"/>
                    </a:cubicBezTo>
                    <a:cubicBezTo>
                      <a:pt x="12" y="2684"/>
                      <a:pt x="12" y="2670"/>
                      <a:pt x="12" y="2656"/>
                    </a:cubicBezTo>
                    <a:cubicBezTo>
                      <a:pt x="12" y="2628"/>
                      <a:pt x="12" y="2599"/>
                      <a:pt x="12" y="2571"/>
                    </a:cubicBezTo>
                    <a:cubicBezTo>
                      <a:pt x="12" y="2513"/>
                      <a:pt x="11" y="2455"/>
                      <a:pt x="11" y="2397"/>
                    </a:cubicBezTo>
                    <a:cubicBezTo>
                      <a:pt x="11" y="2283"/>
                      <a:pt x="10" y="2169"/>
                      <a:pt x="10" y="2054"/>
                    </a:cubicBezTo>
                    <a:cubicBezTo>
                      <a:pt x="10" y="1942"/>
                      <a:pt x="8" y="1829"/>
                      <a:pt x="8" y="1716"/>
                    </a:cubicBezTo>
                    <a:cubicBezTo>
                      <a:pt x="7" y="1603"/>
                      <a:pt x="7" y="1490"/>
                      <a:pt x="7" y="1377"/>
                    </a:cubicBezTo>
                    <a:cubicBezTo>
                      <a:pt x="6" y="1263"/>
                      <a:pt x="6" y="1148"/>
                      <a:pt x="6" y="1034"/>
                    </a:cubicBezTo>
                    <a:cubicBezTo>
                      <a:pt x="5" y="917"/>
                      <a:pt x="4" y="801"/>
                      <a:pt x="4" y="685"/>
                    </a:cubicBezTo>
                    <a:cubicBezTo>
                      <a:pt x="3" y="572"/>
                      <a:pt x="3" y="457"/>
                      <a:pt x="2" y="344"/>
                    </a:cubicBezTo>
                    <a:cubicBezTo>
                      <a:pt x="1" y="234"/>
                      <a:pt x="1" y="124"/>
                      <a:pt x="0" y="15"/>
                    </a:cubicBezTo>
                    <a:cubicBezTo>
                      <a:pt x="0" y="13"/>
                      <a:pt x="0" y="12"/>
                      <a:pt x="0" y="10"/>
                    </a:cubicBezTo>
                    <a:cubicBezTo>
                      <a:pt x="0" y="5"/>
                      <a:pt x="4" y="0"/>
                      <a:pt x="10" y="0"/>
                    </a:cubicBezTo>
                    <a:cubicBezTo>
                      <a:pt x="15" y="0"/>
                      <a:pt x="20" y="5"/>
                      <a:pt x="20" y="10"/>
                    </a:cubicBezTo>
                    <a:cubicBezTo>
                      <a:pt x="20" y="38"/>
                      <a:pt x="19" y="65"/>
                      <a:pt x="20" y="93"/>
                    </a:cubicBezTo>
                    <a:cubicBezTo>
                      <a:pt x="20" y="121"/>
                      <a:pt x="20" y="149"/>
                      <a:pt x="20" y="177"/>
                    </a:cubicBezTo>
                    <a:cubicBezTo>
                      <a:pt x="20" y="232"/>
                      <a:pt x="21" y="287"/>
                      <a:pt x="21" y="342"/>
                    </a:cubicBezTo>
                    <a:cubicBezTo>
                      <a:pt x="21" y="399"/>
                      <a:pt x="21" y="456"/>
                      <a:pt x="21" y="513"/>
                    </a:cubicBezTo>
                    <a:cubicBezTo>
                      <a:pt x="21" y="570"/>
                      <a:pt x="22" y="627"/>
                      <a:pt x="22" y="684"/>
                    </a:cubicBezTo>
                    <a:cubicBezTo>
                      <a:pt x="22" y="799"/>
                      <a:pt x="23" y="915"/>
                      <a:pt x="24" y="1031"/>
                    </a:cubicBezTo>
                    <a:cubicBezTo>
                      <a:pt x="24" y="1088"/>
                      <a:pt x="24" y="1145"/>
                      <a:pt x="24" y="1203"/>
                    </a:cubicBezTo>
                    <a:cubicBezTo>
                      <a:pt x="25" y="1260"/>
                      <a:pt x="25" y="1317"/>
                      <a:pt x="25" y="1375"/>
                    </a:cubicBezTo>
                    <a:cubicBezTo>
                      <a:pt x="26" y="1488"/>
                      <a:pt x="26" y="1602"/>
                      <a:pt x="27" y="1715"/>
                    </a:cubicBezTo>
                    <a:cubicBezTo>
                      <a:pt x="27" y="1828"/>
                      <a:pt x="28" y="1941"/>
                      <a:pt x="28" y="2054"/>
                    </a:cubicBezTo>
                    <a:cubicBezTo>
                      <a:pt x="29" y="2167"/>
                      <a:pt x="29" y="2281"/>
                      <a:pt x="29" y="2395"/>
                    </a:cubicBezTo>
                    <a:cubicBezTo>
                      <a:pt x="30" y="2452"/>
                      <a:pt x="30" y="2510"/>
                      <a:pt x="31" y="2568"/>
                    </a:cubicBezTo>
                    <a:cubicBezTo>
                      <a:pt x="31" y="2597"/>
                      <a:pt x="31" y="2625"/>
                      <a:pt x="31" y="2654"/>
                    </a:cubicBezTo>
                    <a:cubicBezTo>
                      <a:pt x="31" y="2668"/>
                      <a:pt x="31" y="2683"/>
                      <a:pt x="31" y="2697"/>
                    </a:cubicBezTo>
                    <a:cubicBezTo>
                      <a:pt x="31" y="2710"/>
                      <a:pt x="32" y="2723"/>
                      <a:pt x="32" y="2736"/>
                    </a:cubicBezTo>
                    <a:cubicBezTo>
                      <a:pt x="32" y="2737"/>
                      <a:pt x="32" y="2737"/>
                      <a:pt x="32" y="2737"/>
                    </a:cubicBezTo>
                    <a:cubicBezTo>
                      <a:pt x="32" y="2742"/>
                      <a:pt x="28" y="2747"/>
                      <a:pt x="22" y="2747"/>
                    </a:cubicBezTo>
                    <a:cubicBezTo>
                      <a:pt x="17" y="2747"/>
                      <a:pt x="12" y="2742"/>
                      <a:pt x="12" y="27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0" name="Google Shape;4330;p50">
                <a:extLst>
                  <a:ext uri="{FF2B5EF4-FFF2-40B4-BE49-F238E27FC236}">
                    <a16:creationId xmlns:a16="http://schemas.microsoft.com/office/drawing/2014/main" id="{48357E5E-633B-BB44-643D-B54EC1844506}"/>
                  </a:ext>
                </a:extLst>
              </p:cNvPr>
              <p:cNvSpPr/>
              <p:nvPr/>
            </p:nvSpPr>
            <p:spPr>
              <a:xfrm>
                <a:off x="-1039340" y="3976198"/>
                <a:ext cx="1027080" cy="13680"/>
              </a:xfrm>
              <a:custGeom>
                <a:avLst/>
                <a:gdLst/>
                <a:ahLst/>
                <a:cxnLst/>
                <a:rect l="l" t="t" r="r" b="b"/>
                <a:pathLst>
                  <a:path w="2853" h="38" extrusionOk="0">
                    <a:moveTo>
                      <a:pt x="0" y="27"/>
                    </a:moveTo>
                    <a:cubicBezTo>
                      <a:pt x="0" y="22"/>
                      <a:pt x="4" y="17"/>
                      <a:pt x="10" y="17"/>
                    </a:cubicBezTo>
                    <a:cubicBezTo>
                      <a:pt x="14" y="17"/>
                      <a:pt x="18" y="17"/>
                      <a:pt x="23" y="17"/>
                    </a:cubicBezTo>
                    <a:cubicBezTo>
                      <a:pt x="30" y="17"/>
                      <a:pt x="36" y="17"/>
                      <a:pt x="43" y="17"/>
                    </a:cubicBezTo>
                    <a:cubicBezTo>
                      <a:pt x="59" y="17"/>
                      <a:pt x="73" y="17"/>
                      <a:pt x="88" y="17"/>
                    </a:cubicBezTo>
                    <a:cubicBezTo>
                      <a:pt x="117" y="17"/>
                      <a:pt x="147" y="17"/>
                      <a:pt x="176" y="17"/>
                    </a:cubicBezTo>
                    <a:cubicBezTo>
                      <a:pt x="237" y="17"/>
                      <a:pt x="298" y="17"/>
                      <a:pt x="359" y="16"/>
                    </a:cubicBezTo>
                    <a:cubicBezTo>
                      <a:pt x="478" y="15"/>
                      <a:pt x="596" y="15"/>
                      <a:pt x="714" y="14"/>
                    </a:cubicBezTo>
                    <a:cubicBezTo>
                      <a:pt x="836" y="13"/>
                      <a:pt x="959" y="13"/>
                      <a:pt x="1081" y="12"/>
                    </a:cubicBezTo>
                    <a:cubicBezTo>
                      <a:pt x="1203" y="12"/>
                      <a:pt x="1326" y="11"/>
                      <a:pt x="1449" y="10"/>
                    </a:cubicBezTo>
                    <a:cubicBezTo>
                      <a:pt x="1572" y="9"/>
                      <a:pt x="1695" y="9"/>
                      <a:pt x="1818" y="8"/>
                    </a:cubicBezTo>
                    <a:cubicBezTo>
                      <a:pt x="1939" y="7"/>
                      <a:pt x="2061" y="6"/>
                      <a:pt x="2182" y="5"/>
                    </a:cubicBezTo>
                    <a:cubicBezTo>
                      <a:pt x="2303" y="5"/>
                      <a:pt x="2424" y="3"/>
                      <a:pt x="2545" y="3"/>
                    </a:cubicBezTo>
                    <a:cubicBezTo>
                      <a:pt x="2595" y="3"/>
                      <a:pt x="2645" y="2"/>
                      <a:pt x="2695" y="2"/>
                    </a:cubicBezTo>
                    <a:cubicBezTo>
                      <a:pt x="2720" y="2"/>
                      <a:pt x="2745" y="2"/>
                      <a:pt x="2770" y="1"/>
                    </a:cubicBezTo>
                    <a:cubicBezTo>
                      <a:pt x="2794" y="1"/>
                      <a:pt x="2818" y="0"/>
                      <a:pt x="2842" y="0"/>
                    </a:cubicBezTo>
                    <a:cubicBezTo>
                      <a:pt x="2848" y="0"/>
                      <a:pt x="2852" y="5"/>
                      <a:pt x="2852" y="10"/>
                    </a:cubicBezTo>
                    <a:cubicBezTo>
                      <a:pt x="2852" y="16"/>
                      <a:pt x="2848" y="20"/>
                      <a:pt x="2842" y="20"/>
                    </a:cubicBezTo>
                    <a:cubicBezTo>
                      <a:pt x="2814" y="20"/>
                      <a:pt x="2785" y="20"/>
                      <a:pt x="2757" y="20"/>
                    </a:cubicBezTo>
                    <a:cubicBezTo>
                      <a:pt x="2727" y="20"/>
                      <a:pt x="2697" y="20"/>
                      <a:pt x="2668" y="20"/>
                    </a:cubicBezTo>
                    <a:cubicBezTo>
                      <a:pt x="2607" y="20"/>
                      <a:pt x="2547" y="21"/>
                      <a:pt x="2486" y="22"/>
                    </a:cubicBezTo>
                    <a:cubicBezTo>
                      <a:pt x="2427" y="22"/>
                      <a:pt x="2368" y="22"/>
                      <a:pt x="2309" y="22"/>
                    </a:cubicBezTo>
                    <a:cubicBezTo>
                      <a:pt x="2248" y="23"/>
                      <a:pt x="2188" y="23"/>
                      <a:pt x="2128" y="23"/>
                    </a:cubicBezTo>
                    <a:cubicBezTo>
                      <a:pt x="2067" y="23"/>
                      <a:pt x="2006" y="23"/>
                      <a:pt x="1946" y="24"/>
                    </a:cubicBezTo>
                    <a:cubicBezTo>
                      <a:pt x="1885" y="24"/>
                      <a:pt x="1823" y="24"/>
                      <a:pt x="1762" y="25"/>
                    </a:cubicBezTo>
                    <a:cubicBezTo>
                      <a:pt x="1638" y="26"/>
                      <a:pt x="1515" y="26"/>
                      <a:pt x="1391" y="27"/>
                    </a:cubicBezTo>
                    <a:cubicBezTo>
                      <a:pt x="1269" y="28"/>
                      <a:pt x="1146" y="29"/>
                      <a:pt x="1024" y="29"/>
                    </a:cubicBezTo>
                    <a:cubicBezTo>
                      <a:pt x="903" y="30"/>
                      <a:pt x="783" y="31"/>
                      <a:pt x="662" y="32"/>
                    </a:cubicBezTo>
                    <a:cubicBezTo>
                      <a:pt x="541" y="33"/>
                      <a:pt x="421" y="33"/>
                      <a:pt x="300" y="34"/>
                    </a:cubicBezTo>
                    <a:cubicBezTo>
                      <a:pt x="249" y="34"/>
                      <a:pt x="198" y="34"/>
                      <a:pt x="147" y="35"/>
                    </a:cubicBezTo>
                    <a:cubicBezTo>
                      <a:pt x="123" y="35"/>
                      <a:pt x="98" y="36"/>
                      <a:pt x="74" y="36"/>
                    </a:cubicBezTo>
                    <a:cubicBezTo>
                      <a:pt x="63" y="36"/>
                      <a:pt x="50" y="36"/>
                      <a:pt x="39" y="36"/>
                    </a:cubicBezTo>
                    <a:cubicBezTo>
                      <a:pt x="32" y="36"/>
                      <a:pt x="27" y="37"/>
                      <a:pt x="20" y="37"/>
                    </a:cubicBezTo>
                    <a:cubicBezTo>
                      <a:pt x="17" y="37"/>
                      <a:pt x="13" y="37"/>
                      <a:pt x="10" y="37"/>
                    </a:cubicBezTo>
                    <a:cubicBezTo>
                      <a:pt x="4" y="37"/>
                      <a:pt x="0" y="32"/>
                      <a:pt x="0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1" name="Google Shape;4331;p50">
                <a:extLst>
                  <a:ext uri="{FF2B5EF4-FFF2-40B4-BE49-F238E27FC236}">
                    <a16:creationId xmlns:a16="http://schemas.microsoft.com/office/drawing/2014/main" id="{F915C8E4-44F2-8EB3-77F4-11D3F9827B18}"/>
                  </a:ext>
                </a:extLst>
              </p:cNvPr>
              <p:cNvSpPr/>
              <p:nvPr/>
            </p:nvSpPr>
            <p:spPr>
              <a:xfrm>
                <a:off x="-68060" y="3962877"/>
                <a:ext cx="60480" cy="33840"/>
              </a:xfrm>
              <a:custGeom>
                <a:avLst/>
                <a:gdLst/>
                <a:ahLst/>
                <a:cxnLst/>
                <a:rect l="l" t="t" r="r" b="b"/>
                <a:pathLst>
                  <a:path w="168" h="94" extrusionOk="0">
                    <a:moveTo>
                      <a:pt x="83" y="88"/>
                    </a:moveTo>
                    <a:cubicBezTo>
                      <a:pt x="80" y="83"/>
                      <a:pt x="83" y="77"/>
                      <a:pt x="87" y="74"/>
                    </a:cubicBezTo>
                    <a:cubicBezTo>
                      <a:pt x="97" y="68"/>
                      <a:pt x="107" y="62"/>
                      <a:pt x="116" y="56"/>
                    </a:cubicBezTo>
                    <a:cubicBezTo>
                      <a:pt x="122" y="52"/>
                      <a:pt x="129" y="47"/>
                      <a:pt x="135" y="43"/>
                    </a:cubicBezTo>
                    <a:cubicBezTo>
                      <a:pt x="132" y="43"/>
                      <a:pt x="128" y="42"/>
                      <a:pt x="125" y="42"/>
                    </a:cubicBezTo>
                    <a:cubicBezTo>
                      <a:pt x="115" y="40"/>
                      <a:pt x="105" y="39"/>
                      <a:pt x="96" y="38"/>
                    </a:cubicBezTo>
                    <a:cubicBezTo>
                      <a:pt x="75" y="34"/>
                      <a:pt x="54" y="31"/>
                      <a:pt x="33" y="27"/>
                    </a:cubicBezTo>
                    <a:cubicBezTo>
                      <a:pt x="34" y="27"/>
                      <a:pt x="34" y="27"/>
                      <a:pt x="34" y="27"/>
                    </a:cubicBezTo>
                    <a:cubicBezTo>
                      <a:pt x="30" y="26"/>
                      <a:pt x="26" y="25"/>
                      <a:pt x="21" y="24"/>
                    </a:cubicBezTo>
                    <a:cubicBezTo>
                      <a:pt x="19" y="23"/>
                      <a:pt x="17" y="22"/>
                      <a:pt x="15" y="22"/>
                    </a:cubicBezTo>
                    <a:cubicBezTo>
                      <a:pt x="13" y="21"/>
                      <a:pt x="12" y="21"/>
                      <a:pt x="10" y="20"/>
                    </a:cubicBezTo>
                    <a:cubicBezTo>
                      <a:pt x="4" y="19"/>
                      <a:pt x="0" y="11"/>
                      <a:pt x="4" y="6"/>
                    </a:cubicBezTo>
                    <a:cubicBezTo>
                      <a:pt x="6" y="0"/>
                      <a:pt x="13" y="0"/>
                      <a:pt x="18" y="3"/>
                    </a:cubicBezTo>
                    <a:cubicBezTo>
                      <a:pt x="19" y="3"/>
                      <a:pt x="20" y="3"/>
                      <a:pt x="21" y="4"/>
                    </a:cubicBezTo>
                    <a:cubicBezTo>
                      <a:pt x="29" y="6"/>
                      <a:pt x="35" y="8"/>
                      <a:pt x="43" y="9"/>
                    </a:cubicBezTo>
                    <a:cubicBezTo>
                      <a:pt x="64" y="13"/>
                      <a:pt x="84" y="16"/>
                      <a:pt x="105" y="19"/>
                    </a:cubicBezTo>
                    <a:cubicBezTo>
                      <a:pt x="115" y="20"/>
                      <a:pt x="124" y="22"/>
                      <a:pt x="134" y="23"/>
                    </a:cubicBezTo>
                    <a:cubicBezTo>
                      <a:pt x="138" y="24"/>
                      <a:pt x="143" y="24"/>
                      <a:pt x="147" y="25"/>
                    </a:cubicBezTo>
                    <a:cubicBezTo>
                      <a:pt x="154" y="27"/>
                      <a:pt x="164" y="27"/>
                      <a:pt x="166" y="35"/>
                    </a:cubicBezTo>
                    <a:cubicBezTo>
                      <a:pt x="167" y="37"/>
                      <a:pt x="167" y="39"/>
                      <a:pt x="166" y="40"/>
                    </a:cubicBezTo>
                    <a:cubicBezTo>
                      <a:pt x="166" y="43"/>
                      <a:pt x="165" y="45"/>
                      <a:pt x="163" y="46"/>
                    </a:cubicBezTo>
                    <a:cubicBezTo>
                      <a:pt x="161" y="49"/>
                      <a:pt x="158" y="51"/>
                      <a:pt x="155" y="53"/>
                    </a:cubicBezTo>
                    <a:cubicBezTo>
                      <a:pt x="151" y="56"/>
                      <a:pt x="148" y="57"/>
                      <a:pt x="145" y="60"/>
                    </a:cubicBezTo>
                    <a:cubicBezTo>
                      <a:pt x="138" y="64"/>
                      <a:pt x="131" y="69"/>
                      <a:pt x="124" y="74"/>
                    </a:cubicBezTo>
                    <a:cubicBezTo>
                      <a:pt x="124" y="73"/>
                      <a:pt x="125" y="73"/>
                      <a:pt x="125" y="73"/>
                    </a:cubicBezTo>
                    <a:cubicBezTo>
                      <a:pt x="116" y="79"/>
                      <a:pt x="107" y="85"/>
                      <a:pt x="97" y="92"/>
                    </a:cubicBezTo>
                    <a:cubicBezTo>
                      <a:pt x="96" y="93"/>
                      <a:pt x="94" y="93"/>
                      <a:pt x="92" y="93"/>
                    </a:cubicBezTo>
                    <a:cubicBezTo>
                      <a:pt x="89" y="93"/>
                      <a:pt x="85" y="91"/>
                      <a:pt x="83" y="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2" name="Google Shape;4332;p50">
                <a:extLst>
                  <a:ext uri="{FF2B5EF4-FFF2-40B4-BE49-F238E27FC236}">
                    <a16:creationId xmlns:a16="http://schemas.microsoft.com/office/drawing/2014/main" id="{CBBDCF1B-D41C-A5BF-5EF0-71941603C3C7}"/>
                  </a:ext>
                </a:extLst>
              </p:cNvPr>
              <p:cNvSpPr/>
              <p:nvPr/>
            </p:nvSpPr>
            <p:spPr>
              <a:xfrm>
                <a:off x="-542540" y="3428278"/>
                <a:ext cx="3204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89" h="167" extrusionOk="0">
                    <a:moveTo>
                      <a:pt x="4" y="164"/>
                    </a:moveTo>
                    <a:cubicBezTo>
                      <a:pt x="1" y="162"/>
                      <a:pt x="0" y="159"/>
                      <a:pt x="1" y="156"/>
                    </a:cubicBezTo>
                    <a:cubicBezTo>
                      <a:pt x="1" y="149"/>
                      <a:pt x="3" y="143"/>
                      <a:pt x="5" y="137"/>
                    </a:cubicBezTo>
                    <a:cubicBezTo>
                      <a:pt x="5" y="135"/>
                      <a:pt x="6" y="134"/>
                      <a:pt x="6" y="132"/>
                    </a:cubicBezTo>
                    <a:cubicBezTo>
                      <a:pt x="12" y="99"/>
                      <a:pt x="18" y="66"/>
                      <a:pt x="21" y="33"/>
                    </a:cubicBezTo>
                    <a:cubicBezTo>
                      <a:pt x="21" y="26"/>
                      <a:pt x="21" y="19"/>
                      <a:pt x="21" y="13"/>
                    </a:cubicBezTo>
                    <a:cubicBezTo>
                      <a:pt x="19" y="7"/>
                      <a:pt x="24" y="0"/>
                      <a:pt x="31" y="0"/>
                    </a:cubicBezTo>
                    <a:cubicBezTo>
                      <a:pt x="38" y="0"/>
                      <a:pt x="42" y="7"/>
                      <a:pt x="40" y="13"/>
                    </a:cubicBezTo>
                    <a:cubicBezTo>
                      <a:pt x="40" y="16"/>
                      <a:pt x="40" y="18"/>
                      <a:pt x="40" y="21"/>
                    </a:cubicBezTo>
                    <a:cubicBezTo>
                      <a:pt x="42" y="21"/>
                      <a:pt x="43" y="22"/>
                      <a:pt x="44" y="23"/>
                    </a:cubicBezTo>
                    <a:cubicBezTo>
                      <a:pt x="49" y="26"/>
                      <a:pt x="51" y="32"/>
                      <a:pt x="53" y="37"/>
                    </a:cubicBezTo>
                    <a:cubicBezTo>
                      <a:pt x="55" y="42"/>
                      <a:pt x="57" y="47"/>
                      <a:pt x="59" y="51"/>
                    </a:cubicBezTo>
                    <a:cubicBezTo>
                      <a:pt x="63" y="61"/>
                      <a:pt x="65" y="72"/>
                      <a:pt x="68" y="82"/>
                    </a:cubicBezTo>
                    <a:cubicBezTo>
                      <a:pt x="71" y="93"/>
                      <a:pt x="74" y="104"/>
                      <a:pt x="77" y="116"/>
                    </a:cubicBezTo>
                    <a:cubicBezTo>
                      <a:pt x="80" y="127"/>
                      <a:pt x="84" y="139"/>
                      <a:pt x="86" y="151"/>
                    </a:cubicBezTo>
                    <a:cubicBezTo>
                      <a:pt x="88" y="156"/>
                      <a:pt x="85" y="162"/>
                      <a:pt x="79" y="163"/>
                    </a:cubicBezTo>
                    <a:cubicBezTo>
                      <a:pt x="74" y="164"/>
                      <a:pt x="69" y="162"/>
                      <a:pt x="67" y="156"/>
                    </a:cubicBezTo>
                    <a:cubicBezTo>
                      <a:pt x="63" y="140"/>
                      <a:pt x="59" y="123"/>
                      <a:pt x="55" y="107"/>
                    </a:cubicBezTo>
                    <a:cubicBezTo>
                      <a:pt x="53" y="99"/>
                      <a:pt x="51" y="90"/>
                      <a:pt x="49" y="82"/>
                    </a:cubicBezTo>
                    <a:cubicBezTo>
                      <a:pt x="46" y="74"/>
                      <a:pt x="44" y="67"/>
                      <a:pt x="42" y="59"/>
                    </a:cubicBezTo>
                    <a:cubicBezTo>
                      <a:pt x="41" y="61"/>
                      <a:pt x="41" y="64"/>
                      <a:pt x="40" y="66"/>
                    </a:cubicBezTo>
                    <a:cubicBezTo>
                      <a:pt x="39" y="76"/>
                      <a:pt x="36" y="86"/>
                      <a:pt x="34" y="96"/>
                    </a:cubicBezTo>
                    <a:cubicBezTo>
                      <a:pt x="32" y="104"/>
                      <a:pt x="30" y="113"/>
                      <a:pt x="28" y="121"/>
                    </a:cubicBezTo>
                    <a:cubicBezTo>
                      <a:pt x="27" y="125"/>
                      <a:pt x="26" y="128"/>
                      <a:pt x="26" y="132"/>
                    </a:cubicBezTo>
                    <a:cubicBezTo>
                      <a:pt x="25" y="137"/>
                      <a:pt x="25" y="142"/>
                      <a:pt x="24" y="147"/>
                    </a:cubicBezTo>
                    <a:cubicBezTo>
                      <a:pt x="23" y="150"/>
                      <a:pt x="22" y="153"/>
                      <a:pt x="21" y="156"/>
                    </a:cubicBezTo>
                    <a:cubicBezTo>
                      <a:pt x="21" y="158"/>
                      <a:pt x="19" y="160"/>
                      <a:pt x="18" y="162"/>
                    </a:cubicBezTo>
                    <a:cubicBezTo>
                      <a:pt x="17" y="164"/>
                      <a:pt x="15" y="165"/>
                      <a:pt x="12" y="166"/>
                    </a:cubicBezTo>
                    <a:cubicBezTo>
                      <a:pt x="12" y="166"/>
                      <a:pt x="11" y="166"/>
                      <a:pt x="10" y="166"/>
                    </a:cubicBezTo>
                    <a:cubicBezTo>
                      <a:pt x="8" y="166"/>
                      <a:pt x="6" y="166"/>
                      <a:pt x="4" y="16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3" name="Google Shape;4333;p50">
                <a:extLst>
                  <a:ext uri="{FF2B5EF4-FFF2-40B4-BE49-F238E27FC236}">
                    <a16:creationId xmlns:a16="http://schemas.microsoft.com/office/drawing/2014/main" id="{6FB8E4FC-BCF8-5646-3EE7-53D029CB3AD5}"/>
                  </a:ext>
                </a:extLst>
              </p:cNvPr>
              <p:cNvSpPr/>
              <p:nvPr/>
            </p:nvSpPr>
            <p:spPr>
              <a:xfrm>
                <a:off x="-542180" y="3745438"/>
                <a:ext cx="62640" cy="8280"/>
              </a:xfrm>
              <a:custGeom>
                <a:avLst/>
                <a:gdLst/>
                <a:ahLst/>
                <a:cxnLst/>
                <a:rect l="l" t="t" r="r" b="b"/>
                <a:pathLst>
                  <a:path w="174" h="23" extrusionOk="0">
                    <a:moveTo>
                      <a:pt x="164" y="20"/>
                    </a:moveTo>
                    <a:cubicBezTo>
                      <a:pt x="121" y="20"/>
                      <a:pt x="78" y="20"/>
                      <a:pt x="36" y="19"/>
                    </a:cubicBezTo>
                    <a:cubicBezTo>
                      <a:pt x="28" y="19"/>
                      <a:pt x="21" y="19"/>
                      <a:pt x="14" y="20"/>
                    </a:cubicBezTo>
                    <a:cubicBezTo>
                      <a:pt x="6" y="22"/>
                      <a:pt x="0" y="14"/>
                      <a:pt x="2" y="8"/>
                    </a:cubicBezTo>
                    <a:cubicBezTo>
                      <a:pt x="3" y="4"/>
                      <a:pt x="6" y="1"/>
                      <a:pt x="9" y="1"/>
                    </a:cubicBezTo>
                    <a:cubicBezTo>
                      <a:pt x="10" y="0"/>
                      <a:pt x="12" y="0"/>
                      <a:pt x="14" y="0"/>
                    </a:cubicBezTo>
                    <a:cubicBezTo>
                      <a:pt x="18" y="1"/>
                      <a:pt x="23" y="1"/>
                      <a:pt x="27" y="1"/>
                    </a:cubicBezTo>
                    <a:cubicBezTo>
                      <a:pt x="32" y="1"/>
                      <a:pt x="37" y="1"/>
                      <a:pt x="42" y="1"/>
                    </a:cubicBezTo>
                    <a:cubicBezTo>
                      <a:pt x="52" y="1"/>
                      <a:pt x="63" y="1"/>
                      <a:pt x="74" y="1"/>
                    </a:cubicBezTo>
                    <a:cubicBezTo>
                      <a:pt x="95" y="1"/>
                      <a:pt x="115" y="1"/>
                      <a:pt x="136" y="1"/>
                    </a:cubicBezTo>
                    <a:cubicBezTo>
                      <a:pt x="145" y="1"/>
                      <a:pt x="155" y="1"/>
                      <a:pt x="164" y="2"/>
                    </a:cubicBezTo>
                    <a:cubicBezTo>
                      <a:pt x="169" y="2"/>
                      <a:pt x="173" y="6"/>
                      <a:pt x="173" y="11"/>
                    </a:cubicBezTo>
                    <a:cubicBezTo>
                      <a:pt x="173" y="16"/>
                      <a:pt x="169" y="20"/>
                      <a:pt x="164" y="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4" name="Google Shape;4334;p50">
                <a:extLst>
                  <a:ext uri="{FF2B5EF4-FFF2-40B4-BE49-F238E27FC236}">
                    <a16:creationId xmlns:a16="http://schemas.microsoft.com/office/drawing/2014/main" id="{C4A5B9DA-EA6C-F758-0744-C1DF0EADAA77}"/>
                  </a:ext>
                </a:extLst>
              </p:cNvPr>
              <p:cNvSpPr/>
              <p:nvPr/>
            </p:nvSpPr>
            <p:spPr>
              <a:xfrm>
                <a:off x="-439940" y="3740398"/>
                <a:ext cx="60840" cy="756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21" extrusionOk="0">
                    <a:moveTo>
                      <a:pt x="0" y="11"/>
                    </a:moveTo>
                    <a:cubicBezTo>
                      <a:pt x="0" y="4"/>
                      <a:pt x="5" y="0"/>
                      <a:pt x="11" y="1"/>
                    </a:cubicBezTo>
                    <a:cubicBezTo>
                      <a:pt x="12" y="1"/>
                      <a:pt x="13" y="1"/>
                      <a:pt x="13" y="1"/>
                    </a:cubicBezTo>
                    <a:lnTo>
                      <a:pt x="12" y="1"/>
                    </a:lnTo>
                    <a:cubicBezTo>
                      <a:pt x="22" y="1"/>
                      <a:pt x="31" y="1"/>
                      <a:pt x="41" y="1"/>
                    </a:cubicBezTo>
                    <a:cubicBezTo>
                      <a:pt x="51" y="1"/>
                      <a:pt x="61" y="1"/>
                      <a:pt x="71" y="1"/>
                    </a:cubicBezTo>
                    <a:cubicBezTo>
                      <a:pt x="91" y="1"/>
                      <a:pt x="112" y="1"/>
                      <a:pt x="132" y="1"/>
                    </a:cubicBezTo>
                    <a:cubicBezTo>
                      <a:pt x="141" y="1"/>
                      <a:pt x="150" y="1"/>
                      <a:pt x="159" y="1"/>
                    </a:cubicBezTo>
                    <a:cubicBezTo>
                      <a:pt x="164" y="1"/>
                      <a:pt x="168" y="5"/>
                      <a:pt x="168" y="9"/>
                    </a:cubicBezTo>
                    <a:cubicBezTo>
                      <a:pt x="168" y="15"/>
                      <a:pt x="164" y="19"/>
                      <a:pt x="159" y="19"/>
                    </a:cubicBezTo>
                    <a:cubicBezTo>
                      <a:pt x="117" y="19"/>
                      <a:pt x="75" y="19"/>
                      <a:pt x="33" y="20"/>
                    </a:cubicBezTo>
                    <a:cubicBezTo>
                      <a:pt x="26" y="20"/>
                      <a:pt x="19" y="20"/>
                      <a:pt x="12" y="20"/>
                    </a:cubicBezTo>
                    <a:lnTo>
                      <a:pt x="13" y="20"/>
                    </a:lnTo>
                    <a:cubicBezTo>
                      <a:pt x="13" y="20"/>
                      <a:pt x="12" y="20"/>
                      <a:pt x="11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5" y="20"/>
                      <a:pt x="0" y="16"/>
                      <a:pt x="0" y="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5" name="Google Shape;4335;p50">
                <a:extLst>
                  <a:ext uri="{FF2B5EF4-FFF2-40B4-BE49-F238E27FC236}">
                    <a16:creationId xmlns:a16="http://schemas.microsoft.com/office/drawing/2014/main" id="{462AC175-FBF9-81E1-0C39-AF828364A232}"/>
                  </a:ext>
                </a:extLst>
              </p:cNvPr>
              <p:cNvSpPr/>
              <p:nvPr/>
            </p:nvSpPr>
            <p:spPr>
              <a:xfrm>
                <a:off x="-343100" y="3741838"/>
                <a:ext cx="72000" cy="7560"/>
              </a:xfrm>
              <a:custGeom>
                <a:avLst/>
                <a:gdLst/>
                <a:ahLst/>
                <a:cxnLst/>
                <a:rect l="l" t="t" r="r" b="b"/>
                <a:pathLst>
                  <a:path w="200" h="21" extrusionOk="0">
                    <a:moveTo>
                      <a:pt x="7" y="19"/>
                    </a:moveTo>
                    <a:cubicBezTo>
                      <a:pt x="2" y="17"/>
                      <a:pt x="0" y="12"/>
                      <a:pt x="1" y="8"/>
                    </a:cubicBezTo>
                    <a:cubicBezTo>
                      <a:pt x="1" y="5"/>
                      <a:pt x="4" y="2"/>
                      <a:pt x="7" y="1"/>
                    </a:cubicBezTo>
                    <a:cubicBezTo>
                      <a:pt x="9" y="0"/>
                      <a:pt x="11" y="0"/>
                      <a:pt x="13" y="0"/>
                    </a:cubicBezTo>
                    <a:cubicBezTo>
                      <a:pt x="17" y="0"/>
                      <a:pt x="21" y="0"/>
                      <a:pt x="25" y="0"/>
                    </a:cubicBezTo>
                    <a:cubicBezTo>
                      <a:pt x="30" y="0"/>
                      <a:pt x="34" y="0"/>
                      <a:pt x="39" y="0"/>
                    </a:cubicBezTo>
                    <a:cubicBezTo>
                      <a:pt x="50" y="0"/>
                      <a:pt x="61" y="0"/>
                      <a:pt x="71" y="0"/>
                    </a:cubicBezTo>
                    <a:cubicBezTo>
                      <a:pt x="91" y="0"/>
                      <a:pt x="110" y="0"/>
                      <a:pt x="130" y="0"/>
                    </a:cubicBezTo>
                    <a:cubicBezTo>
                      <a:pt x="150" y="0"/>
                      <a:pt x="170" y="0"/>
                      <a:pt x="190" y="0"/>
                    </a:cubicBezTo>
                    <a:cubicBezTo>
                      <a:pt x="195" y="0"/>
                      <a:pt x="199" y="4"/>
                      <a:pt x="199" y="9"/>
                    </a:cubicBezTo>
                    <a:cubicBezTo>
                      <a:pt x="199" y="14"/>
                      <a:pt x="195" y="18"/>
                      <a:pt x="190" y="18"/>
                    </a:cubicBezTo>
                    <a:cubicBezTo>
                      <a:pt x="148" y="18"/>
                      <a:pt x="107" y="17"/>
                      <a:pt x="65" y="18"/>
                    </a:cubicBezTo>
                    <a:cubicBezTo>
                      <a:pt x="49" y="18"/>
                      <a:pt x="33" y="18"/>
                      <a:pt x="17" y="19"/>
                    </a:cubicBezTo>
                    <a:cubicBezTo>
                      <a:pt x="16" y="19"/>
                      <a:pt x="15" y="19"/>
                      <a:pt x="15" y="19"/>
                    </a:cubicBezTo>
                    <a:cubicBezTo>
                      <a:pt x="14" y="19"/>
                      <a:pt x="12" y="20"/>
                      <a:pt x="11" y="20"/>
                    </a:cubicBezTo>
                    <a:cubicBezTo>
                      <a:pt x="9" y="20"/>
                      <a:pt x="8" y="19"/>
                      <a:pt x="7" y="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6" name="Google Shape;4336;p50">
                <a:extLst>
                  <a:ext uri="{FF2B5EF4-FFF2-40B4-BE49-F238E27FC236}">
                    <a16:creationId xmlns:a16="http://schemas.microsoft.com/office/drawing/2014/main" id="{71399E53-DBF3-32F5-7E18-9DF1AC4984BA}"/>
                  </a:ext>
                </a:extLst>
              </p:cNvPr>
              <p:cNvSpPr/>
              <p:nvPr/>
            </p:nvSpPr>
            <p:spPr>
              <a:xfrm>
                <a:off x="-243380" y="3743638"/>
                <a:ext cx="5472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24" extrusionOk="0">
                    <a:moveTo>
                      <a:pt x="5" y="20"/>
                    </a:moveTo>
                    <a:cubicBezTo>
                      <a:pt x="0" y="16"/>
                      <a:pt x="2" y="7"/>
                      <a:pt x="8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9" y="3"/>
                      <a:pt x="12" y="3"/>
                      <a:pt x="14" y="3"/>
                    </a:cubicBezTo>
                    <a:cubicBezTo>
                      <a:pt x="17" y="3"/>
                      <a:pt x="19" y="3"/>
                      <a:pt x="21" y="3"/>
                    </a:cubicBezTo>
                    <a:cubicBezTo>
                      <a:pt x="27" y="3"/>
                      <a:pt x="32" y="2"/>
                      <a:pt x="37" y="2"/>
                    </a:cubicBezTo>
                    <a:cubicBezTo>
                      <a:pt x="48" y="2"/>
                      <a:pt x="58" y="2"/>
                      <a:pt x="68" y="1"/>
                    </a:cubicBezTo>
                    <a:cubicBezTo>
                      <a:pt x="88" y="1"/>
                      <a:pt x="109" y="0"/>
                      <a:pt x="129" y="0"/>
                    </a:cubicBezTo>
                    <a:cubicBezTo>
                      <a:pt x="133" y="0"/>
                      <a:pt x="138" y="0"/>
                      <a:pt x="143" y="0"/>
                    </a:cubicBezTo>
                    <a:cubicBezTo>
                      <a:pt x="147" y="0"/>
                      <a:pt x="151" y="4"/>
                      <a:pt x="151" y="9"/>
                    </a:cubicBezTo>
                    <a:cubicBezTo>
                      <a:pt x="151" y="14"/>
                      <a:pt x="147" y="17"/>
                      <a:pt x="143" y="18"/>
                    </a:cubicBezTo>
                    <a:cubicBezTo>
                      <a:pt x="123" y="18"/>
                      <a:pt x="104" y="18"/>
                      <a:pt x="85" y="19"/>
                    </a:cubicBezTo>
                    <a:cubicBezTo>
                      <a:pt x="67" y="20"/>
                      <a:pt x="49" y="20"/>
                      <a:pt x="31" y="21"/>
                    </a:cubicBezTo>
                    <a:cubicBezTo>
                      <a:pt x="30" y="21"/>
                      <a:pt x="28" y="21"/>
                      <a:pt x="27" y="21"/>
                    </a:cubicBezTo>
                    <a:cubicBezTo>
                      <a:pt x="24" y="22"/>
                      <a:pt x="20" y="22"/>
                      <a:pt x="16" y="23"/>
                    </a:cubicBezTo>
                    <a:cubicBezTo>
                      <a:pt x="15" y="23"/>
                      <a:pt x="15" y="23"/>
                      <a:pt x="14" y="23"/>
                    </a:cubicBezTo>
                    <a:cubicBezTo>
                      <a:pt x="14" y="23"/>
                      <a:pt x="13" y="23"/>
                      <a:pt x="12" y="23"/>
                    </a:cubicBezTo>
                    <a:cubicBezTo>
                      <a:pt x="9" y="23"/>
                      <a:pt x="7" y="23"/>
                      <a:pt x="5" y="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7" name="Google Shape;4337;p50">
                <a:extLst>
                  <a:ext uri="{FF2B5EF4-FFF2-40B4-BE49-F238E27FC236}">
                    <a16:creationId xmlns:a16="http://schemas.microsoft.com/office/drawing/2014/main" id="{AF63DA7A-DCD4-0DD0-C76E-19C2FA02525B}"/>
                  </a:ext>
                </a:extLst>
              </p:cNvPr>
              <p:cNvSpPr/>
              <p:nvPr/>
            </p:nvSpPr>
            <p:spPr>
              <a:xfrm>
                <a:off x="-198020" y="3744357"/>
                <a:ext cx="9360" cy="26640"/>
              </a:xfrm>
              <a:custGeom>
                <a:avLst/>
                <a:gdLst/>
                <a:ahLst/>
                <a:cxnLst/>
                <a:rect l="l" t="t" r="r" b="b"/>
                <a:pathLst>
                  <a:path w="26" h="74" extrusionOk="0">
                    <a:moveTo>
                      <a:pt x="6" y="65"/>
                    </a:moveTo>
                    <a:cubicBezTo>
                      <a:pt x="6" y="56"/>
                      <a:pt x="5" y="47"/>
                      <a:pt x="4" y="37"/>
                    </a:cubicBezTo>
                    <a:cubicBezTo>
                      <a:pt x="4" y="30"/>
                      <a:pt x="3" y="22"/>
                      <a:pt x="2" y="14"/>
                    </a:cubicBezTo>
                    <a:cubicBezTo>
                      <a:pt x="0" y="8"/>
                      <a:pt x="4" y="2"/>
                      <a:pt x="10" y="1"/>
                    </a:cubicBezTo>
                    <a:cubicBezTo>
                      <a:pt x="13" y="0"/>
                      <a:pt x="17" y="1"/>
                      <a:pt x="18" y="4"/>
                    </a:cubicBezTo>
                    <a:cubicBezTo>
                      <a:pt x="21" y="6"/>
                      <a:pt x="22" y="9"/>
                      <a:pt x="21" y="12"/>
                    </a:cubicBezTo>
                    <a:cubicBezTo>
                      <a:pt x="22" y="10"/>
                      <a:pt x="21" y="12"/>
                      <a:pt x="21" y="12"/>
                    </a:cubicBezTo>
                    <a:cubicBezTo>
                      <a:pt x="22" y="12"/>
                      <a:pt x="22" y="14"/>
                      <a:pt x="22" y="14"/>
                    </a:cubicBezTo>
                    <a:cubicBezTo>
                      <a:pt x="22" y="15"/>
                      <a:pt x="22" y="16"/>
                      <a:pt x="22" y="17"/>
                    </a:cubicBezTo>
                    <a:cubicBezTo>
                      <a:pt x="22" y="18"/>
                      <a:pt x="22" y="18"/>
                      <a:pt x="22" y="19"/>
                    </a:cubicBezTo>
                    <a:cubicBezTo>
                      <a:pt x="22" y="19"/>
                      <a:pt x="22" y="20"/>
                      <a:pt x="22" y="21"/>
                    </a:cubicBezTo>
                    <a:cubicBezTo>
                      <a:pt x="22" y="27"/>
                      <a:pt x="23" y="33"/>
                      <a:pt x="24" y="39"/>
                    </a:cubicBezTo>
                    <a:cubicBezTo>
                      <a:pt x="24" y="47"/>
                      <a:pt x="25" y="56"/>
                      <a:pt x="25" y="64"/>
                    </a:cubicBezTo>
                    <a:cubicBezTo>
                      <a:pt x="25" y="68"/>
                      <a:pt x="21" y="72"/>
                      <a:pt x="17" y="72"/>
                    </a:cubicBezTo>
                    <a:cubicBezTo>
                      <a:pt x="17" y="73"/>
                      <a:pt x="16" y="73"/>
                      <a:pt x="16" y="73"/>
                    </a:cubicBezTo>
                    <a:cubicBezTo>
                      <a:pt x="11" y="73"/>
                      <a:pt x="7" y="70"/>
                      <a:pt x="6" y="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8" name="Google Shape;4338;p50">
                <a:extLst>
                  <a:ext uri="{FF2B5EF4-FFF2-40B4-BE49-F238E27FC236}">
                    <a16:creationId xmlns:a16="http://schemas.microsoft.com/office/drawing/2014/main" id="{0A0D64E0-FA0D-D6C7-DC72-88988AEDAA07}"/>
                  </a:ext>
                </a:extLst>
              </p:cNvPr>
              <p:cNvSpPr/>
              <p:nvPr/>
            </p:nvSpPr>
            <p:spPr>
              <a:xfrm>
                <a:off x="-194420" y="3822118"/>
                <a:ext cx="7200" cy="48240"/>
              </a:xfrm>
              <a:custGeom>
                <a:avLst/>
                <a:gdLst/>
                <a:ahLst/>
                <a:cxnLst/>
                <a:rect l="l" t="t" r="r" b="b"/>
                <a:pathLst>
                  <a:path w="20" h="134" extrusionOk="0">
                    <a:moveTo>
                      <a:pt x="0" y="123"/>
                    </a:moveTo>
                    <a:cubicBezTo>
                      <a:pt x="0" y="104"/>
                      <a:pt x="0" y="84"/>
                      <a:pt x="0" y="64"/>
                    </a:cubicBezTo>
                    <a:cubicBezTo>
                      <a:pt x="0" y="56"/>
                      <a:pt x="0" y="47"/>
                      <a:pt x="0" y="38"/>
                    </a:cubicBezTo>
                    <a:cubicBezTo>
                      <a:pt x="0" y="32"/>
                      <a:pt x="0" y="25"/>
                      <a:pt x="0" y="19"/>
                    </a:cubicBezTo>
                    <a:cubicBezTo>
                      <a:pt x="0" y="18"/>
                      <a:pt x="0" y="17"/>
                      <a:pt x="0" y="15"/>
                    </a:cubicBezTo>
                    <a:cubicBezTo>
                      <a:pt x="0" y="14"/>
                      <a:pt x="0" y="12"/>
                      <a:pt x="0" y="11"/>
                    </a:cubicBezTo>
                    <a:cubicBezTo>
                      <a:pt x="0" y="10"/>
                      <a:pt x="0" y="10"/>
                      <a:pt x="0" y="9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4"/>
                      <a:pt x="3" y="2"/>
                      <a:pt x="7" y="1"/>
                    </a:cubicBezTo>
                    <a:cubicBezTo>
                      <a:pt x="11" y="0"/>
                      <a:pt x="17" y="2"/>
                      <a:pt x="18" y="7"/>
                    </a:cubicBezTo>
                    <a:cubicBezTo>
                      <a:pt x="19" y="8"/>
                      <a:pt x="19" y="11"/>
                      <a:pt x="19" y="13"/>
                    </a:cubicBezTo>
                    <a:cubicBezTo>
                      <a:pt x="19" y="14"/>
                      <a:pt x="19" y="14"/>
                      <a:pt x="19" y="15"/>
                    </a:cubicBezTo>
                    <a:cubicBezTo>
                      <a:pt x="19" y="17"/>
                      <a:pt x="19" y="18"/>
                      <a:pt x="19" y="20"/>
                    </a:cubicBezTo>
                    <a:cubicBezTo>
                      <a:pt x="18" y="35"/>
                      <a:pt x="18" y="50"/>
                      <a:pt x="18" y="65"/>
                    </a:cubicBezTo>
                    <a:cubicBezTo>
                      <a:pt x="18" y="85"/>
                      <a:pt x="18" y="104"/>
                      <a:pt x="18" y="123"/>
                    </a:cubicBezTo>
                    <a:cubicBezTo>
                      <a:pt x="18" y="129"/>
                      <a:pt x="14" y="133"/>
                      <a:pt x="9" y="133"/>
                    </a:cubicBezTo>
                    <a:cubicBezTo>
                      <a:pt x="4" y="133"/>
                      <a:pt x="0" y="129"/>
                      <a:pt x="0" y="1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9" name="Google Shape;4339;p50">
                <a:extLst>
                  <a:ext uri="{FF2B5EF4-FFF2-40B4-BE49-F238E27FC236}">
                    <a16:creationId xmlns:a16="http://schemas.microsoft.com/office/drawing/2014/main" id="{405FD301-BC54-F604-C0B1-B3C29F1B8C09}"/>
                  </a:ext>
                </a:extLst>
              </p:cNvPr>
              <p:cNvSpPr/>
              <p:nvPr/>
            </p:nvSpPr>
            <p:spPr>
              <a:xfrm>
                <a:off x="-195860" y="3900598"/>
                <a:ext cx="9360" cy="52200"/>
              </a:xfrm>
              <a:custGeom>
                <a:avLst/>
                <a:gdLst/>
                <a:ahLst/>
                <a:cxnLst/>
                <a:rect l="l" t="t" r="r" b="b"/>
                <a:pathLst>
                  <a:path w="26" h="145" extrusionOk="0">
                    <a:moveTo>
                      <a:pt x="6" y="135"/>
                    </a:moveTo>
                    <a:cubicBezTo>
                      <a:pt x="5" y="114"/>
                      <a:pt x="4" y="94"/>
                      <a:pt x="4" y="74"/>
                    </a:cubicBezTo>
                    <a:cubicBezTo>
                      <a:pt x="2" y="54"/>
                      <a:pt x="2" y="34"/>
                      <a:pt x="1" y="14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4"/>
                      <a:pt x="1" y="13"/>
                    </a:cubicBezTo>
                    <a:cubicBezTo>
                      <a:pt x="0" y="7"/>
                      <a:pt x="4" y="0"/>
                      <a:pt x="11" y="0"/>
                    </a:cubicBezTo>
                    <a:cubicBezTo>
                      <a:pt x="18" y="0"/>
                      <a:pt x="22" y="7"/>
                      <a:pt x="21" y="12"/>
                    </a:cubicBezTo>
                    <a:cubicBezTo>
                      <a:pt x="21" y="32"/>
                      <a:pt x="21" y="52"/>
                      <a:pt x="22" y="71"/>
                    </a:cubicBezTo>
                    <a:cubicBezTo>
                      <a:pt x="22" y="92"/>
                      <a:pt x="23" y="114"/>
                      <a:pt x="24" y="135"/>
                    </a:cubicBezTo>
                    <a:cubicBezTo>
                      <a:pt x="25" y="140"/>
                      <a:pt x="20" y="144"/>
                      <a:pt x="15" y="144"/>
                    </a:cubicBezTo>
                    <a:cubicBezTo>
                      <a:pt x="10" y="144"/>
                      <a:pt x="6" y="140"/>
                      <a:pt x="6" y="1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0" name="Google Shape;4340;p50">
                <a:extLst>
                  <a:ext uri="{FF2B5EF4-FFF2-40B4-BE49-F238E27FC236}">
                    <a16:creationId xmlns:a16="http://schemas.microsoft.com/office/drawing/2014/main" id="{032F8683-EF84-3C7C-C53D-0148AB79055F}"/>
                  </a:ext>
                </a:extLst>
              </p:cNvPr>
              <p:cNvSpPr/>
              <p:nvPr/>
            </p:nvSpPr>
            <p:spPr>
              <a:xfrm>
                <a:off x="-194060" y="3963958"/>
                <a:ext cx="7920" cy="32400"/>
              </a:xfrm>
              <a:custGeom>
                <a:avLst/>
                <a:gdLst/>
                <a:ahLst/>
                <a:cxnLst/>
                <a:rect l="l" t="t" r="r" b="b"/>
                <a:pathLst>
                  <a:path w="22" h="90" extrusionOk="0">
                    <a:moveTo>
                      <a:pt x="0" y="81"/>
                    </a:moveTo>
                    <a:cubicBezTo>
                      <a:pt x="1" y="68"/>
                      <a:pt x="2" y="57"/>
                      <a:pt x="2" y="44"/>
                    </a:cubicBezTo>
                    <a:cubicBezTo>
                      <a:pt x="2" y="34"/>
                      <a:pt x="2" y="23"/>
                      <a:pt x="2" y="12"/>
                    </a:cubicBezTo>
                    <a:cubicBezTo>
                      <a:pt x="1" y="11"/>
                      <a:pt x="1" y="10"/>
                      <a:pt x="2" y="8"/>
                    </a:cubicBezTo>
                    <a:cubicBezTo>
                      <a:pt x="2" y="8"/>
                      <a:pt x="2" y="7"/>
                      <a:pt x="2" y="6"/>
                    </a:cubicBezTo>
                    <a:cubicBezTo>
                      <a:pt x="2" y="5"/>
                      <a:pt x="3" y="4"/>
                      <a:pt x="3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6" y="2"/>
                      <a:pt x="7" y="1"/>
                      <a:pt x="9" y="0"/>
                    </a:cubicBezTo>
                    <a:cubicBezTo>
                      <a:pt x="10" y="0"/>
                      <a:pt x="10" y="0"/>
                      <a:pt x="11" y="0"/>
                    </a:cubicBezTo>
                    <a:cubicBezTo>
                      <a:pt x="12" y="0"/>
                      <a:pt x="13" y="0"/>
                      <a:pt x="14" y="0"/>
                    </a:cubicBezTo>
                    <a:cubicBezTo>
                      <a:pt x="16" y="1"/>
                      <a:pt x="17" y="1"/>
                      <a:pt x="18" y="3"/>
                    </a:cubicBezTo>
                    <a:cubicBezTo>
                      <a:pt x="18" y="3"/>
                      <a:pt x="19" y="3"/>
                      <a:pt x="19" y="4"/>
                    </a:cubicBezTo>
                    <a:cubicBezTo>
                      <a:pt x="20" y="4"/>
                      <a:pt x="20" y="5"/>
                      <a:pt x="21" y="6"/>
                    </a:cubicBezTo>
                    <a:cubicBezTo>
                      <a:pt x="21" y="7"/>
                      <a:pt x="21" y="7"/>
                      <a:pt x="21" y="8"/>
                    </a:cubicBezTo>
                    <a:cubicBezTo>
                      <a:pt x="21" y="10"/>
                      <a:pt x="21" y="11"/>
                      <a:pt x="21" y="12"/>
                    </a:cubicBezTo>
                    <a:cubicBezTo>
                      <a:pt x="20" y="35"/>
                      <a:pt x="20" y="58"/>
                      <a:pt x="18" y="81"/>
                    </a:cubicBezTo>
                    <a:cubicBezTo>
                      <a:pt x="18" y="85"/>
                      <a:pt x="14" y="89"/>
                      <a:pt x="10" y="89"/>
                    </a:cubicBezTo>
                    <a:cubicBezTo>
                      <a:pt x="4" y="89"/>
                      <a:pt x="0" y="85"/>
                      <a:pt x="0" y="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1" name="Google Shape;4341;p50">
                <a:extLst>
                  <a:ext uri="{FF2B5EF4-FFF2-40B4-BE49-F238E27FC236}">
                    <a16:creationId xmlns:a16="http://schemas.microsoft.com/office/drawing/2014/main" id="{748E4CBC-E5E1-86B6-08B2-066C1F1A296F}"/>
                  </a:ext>
                </a:extLst>
              </p:cNvPr>
              <p:cNvSpPr/>
              <p:nvPr/>
            </p:nvSpPr>
            <p:spPr>
              <a:xfrm>
                <a:off x="29500" y="3956398"/>
                <a:ext cx="13680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38" h="185" extrusionOk="0">
                    <a:moveTo>
                      <a:pt x="17" y="176"/>
                    </a:moveTo>
                    <a:cubicBezTo>
                      <a:pt x="16" y="154"/>
                      <a:pt x="14" y="132"/>
                      <a:pt x="12" y="111"/>
                    </a:cubicBezTo>
                    <a:cubicBezTo>
                      <a:pt x="10" y="91"/>
                      <a:pt x="7" y="71"/>
                      <a:pt x="4" y="51"/>
                    </a:cubicBezTo>
                    <a:cubicBezTo>
                      <a:pt x="3" y="45"/>
                      <a:pt x="2" y="38"/>
                      <a:pt x="2" y="31"/>
                    </a:cubicBezTo>
                    <a:cubicBezTo>
                      <a:pt x="1" y="25"/>
                      <a:pt x="0" y="18"/>
                      <a:pt x="0" y="11"/>
                    </a:cubicBezTo>
                    <a:cubicBezTo>
                      <a:pt x="1" y="5"/>
                      <a:pt x="6" y="0"/>
                      <a:pt x="12" y="1"/>
                    </a:cubicBezTo>
                    <a:cubicBezTo>
                      <a:pt x="17" y="2"/>
                      <a:pt x="22" y="8"/>
                      <a:pt x="20" y="14"/>
                    </a:cubicBezTo>
                    <a:cubicBezTo>
                      <a:pt x="20" y="15"/>
                      <a:pt x="20" y="16"/>
                      <a:pt x="20" y="17"/>
                    </a:cubicBezTo>
                    <a:cubicBezTo>
                      <a:pt x="20" y="21"/>
                      <a:pt x="20" y="24"/>
                      <a:pt x="20" y="28"/>
                    </a:cubicBezTo>
                    <a:cubicBezTo>
                      <a:pt x="20" y="27"/>
                      <a:pt x="20" y="26"/>
                      <a:pt x="20" y="26"/>
                    </a:cubicBezTo>
                    <a:cubicBezTo>
                      <a:pt x="20" y="28"/>
                      <a:pt x="20" y="28"/>
                      <a:pt x="20" y="29"/>
                    </a:cubicBezTo>
                    <a:cubicBezTo>
                      <a:pt x="20" y="30"/>
                      <a:pt x="20" y="31"/>
                      <a:pt x="20" y="31"/>
                    </a:cubicBezTo>
                    <a:cubicBezTo>
                      <a:pt x="20" y="32"/>
                      <a:pt x="20" y="33"/>
                      <a:pt x="20" y="34"/>
                    </a:cubicBezTo>
                    <a:cubicBezTo>
                      <a:pt x="23" y="54"/>
                      <a:pt x="26" y="74"/>
                      <a:pt x="28" y="93"/>
                    </a:cubicBezTo>
                    <a:cubicBezTo>
                      <a:pt x="30" y="114"/>
                      <a:pt x="33" y="135"/>
                      <a:pt x="35" y="155"/>
                    </a:cubicBezTo>
                    <a:cubicBezTo>
                      <a:pt x="35" y="161"/>
                      <a:pt x="36" y="167"/>
                      <a:pt x="37" y="173"/>
                    </a:cubicBezTo>
                    <a:cubicBezTo>
                      <a:pt x="37" y="178"/>
                      <a:pt x="34" y="183"/>
                      <a:pt x="28" y="184"/>
                    </a:cubicBezTo>
                    <a:lnTo>
                      <a:pt x="27" y="184"/>
                    </a:lnTo>
                    <a:cubicBezTo>
                      <a:pt x="23" y="184"/>
                      <a:pt x="18" y="181"/>
                      <a:pt x="17" y="1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2" name="Google Shape;4342;p50">
                <a:extLst>
                  <a:ext uri="{FF2B5EF4-FFF2-40B4-BE49-F238E27FC236}">
                    <a16:creationId xmlns:a16="http://schemas.microsoft.com/office/drawing/2014/main" id="{E51F7575-8457-FFF1-7821-FDF5E68F5465}"/>
                  </a:ext>
                </a:extLst>
              </p:cNvPr>
              <p:cNvSpPr/>
              <p:nvPr/>
            </p:nvSpPr>
            <p:spPr>
              <a:xfrm>
                <a:off x="13660" y="3975478"/>
                <a:ext cx="5112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142" h="167" extrusionOk="0">
                    <a:moveTo>
                      <a:pt x="4" y="164"/>
                    </a:moveTo>
                    <a:cubicBezTo>
                      <a:pt x="0" y="161"/>
                      <a:pt x="0" y="155"/>
                      <a:pt x="3" y="151"/>
                    </a:cubicBezTo>
                    <a:cubicBezTo>
                      <a:pt x="27" y="117"/>
                      <a:pt x="52" y="84"/>
                      <a:pt x="78" y="51"/>
                    </a:cubicBezTo>
                    <a:cubicBezTo>
                      <a:pt x="85" y="43"/>
                      <a:pt x="91" y="35"/>
                      <a:pt x="98" y="28"/>
                    </a:cubicBezTo>
                    <a:cubicBezTo>
                      <a:pt x="101" y="24"/>
                      <a:pt x="104" y="20"/>
                      <a:pt x="107" y="17"/>
                    </a:cubicBezTo>
                    <a:cubicBezTo>
                      <a:pt x="110" y="14"/>
                      <a:pt x="113" y="12"/>
                      <a:pt x="115" y="10"/>
                    </a:cubicBezTo>
                    <a:cubicBezTo>
                      <a:pt x="117" y="8"/>
                      <a:pt x="120" y="5"/>
                      <a:pt x="122" y="4"/>
                    </a:cubicBezTo>
                    <a:cubicBezTo>
                      <a:pt x="125" y="2"/>
                      <a:pt x="130" y="0"/>
                      <a:pt x="134" y="2"/>
                    </a:cubicBezTo>
                    <a:cubicBezTo>
                      <a:pt x="137" y="3"/>
                      <a:pt x="139" y="7"/>
                      <a:pt x="140" y="10"/>
                    </a:cubicBezTo>
                    <a:cubicBezTo>
                      <a:pt x="141" y="14"/>
                      <a:pt x="138" y="19"/>
                      <a:pt x="134" y="21"/>
                    </a:cubicBezTo>
                    <a:cubicBezTo>
                      <a:pt x="133" y="21"/>
                      <a:pt x="132" y="21"/>
                      <a:pt x="131" y="21"/>
                    </a:cubicBezTo>
                    <a:lnTo>
                      <a:pt x="131" y="22"/>
                    </a:lnTo>
                    <a:cubicBezTo>
                      <a:pt x="128" y="23"/>
                      <a:pt x="127" y="25"/>
                      <a:pt x="124" y="26"/>
                    </a:cubicBezTo>
                    <a:cubicBezTo>
                      <a:pt x="120" y="31"/>
                      <a:pt x="116" y="34"/>
                      <a:pt x="113" y="38"/>
                    </a:cubicBezTo>
                    <a:cubicBezTo>
                      <a:pt x="109" y="42"/>
                      <a:pt x="106" y="46"/>
                      <a:pt x="103" y="49"/>
                    </a:cubicBezTo>
                    <a:cubicBezTo>
                      <a:pt x="77" y="79"/>
                      <a:pt x="53" y="112"/>
                      <a:pt x="29" y="145"/>
                    </a:cubicBezTo>
                    <a:cubicBezTo>
                      <a:pt x="25" y="151"/>
                      <a:pt x="21" y="156"/>
                      <a:pt x="17" y="162"/>
                    </a:cubicBezTo>
                    <a:cubicBezTo>
                      <a:pt x="15" y="165"/>
                      <a:pt x="12" y="166"/>
                      <a:pt x="10" y="166"/>
                    </a:cubicBezTo>
                    <a:cubicBezTo>
                      <a:pt x="8" y="166"/>
                      <a:pt x="5" y="165"/>
                      <a:pt x="4" y="16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3" name="Google Shape;4343;p50">
                <a:extLst>
                  <a:ext uri="{FF2B5EF4-FFF2-40B4-BE49-F238E27FC236}">
                    <a16:creationId xmlns:a16="http://schemas.microsoft.com/office/drawing/2014/main" id="{4909D6A0-9312-5B07-8BE8-BA1222272597}"/>
                  </a:ext>
                </a:extLst>
              </p:cNvPr>
              <p:cNvSpPr/>
              <p:nvPr/>
            </p:nvSpPr>
            <p:spPr>
              <a:xfrm>
                <a:off x="-632180" y="3405957"/>
                <a:ext cx="53640" cy="115920"/>
              </a:xfrm>
              <a:custGeom>
                <a:avLst/>
                <a:gdLst/>
                <a:ahLst/>
                <a:cxnLst/>
                <a:rect l="l" t="t" r="r" b="b"/>
                <a:pathLst>
                  <a:path w="149" h="322" extrusionOk="0">
                    <a:moveTo>
                      <a:pt x="29" y="299"/>
                    </a:moveTo>
                    <a:cubicBezTo>
                      <a:pt x="29" y="296"/>
                      <a:pt x="31" y="293"/>
                      <a:pt x="32" y="291"/>
                    </a:cubicBezTo>
                    <a:cubicBezTo>
                      <a:pt x="33" y="286"/>
                      <a:pt x="35" y="281"/>
                      <a:pt x="36" y="275"/>
                    </a:cubicBezTo>
                    <a:cubicBezTo>
                      <a:pt x="36" y="271"/>
                      <a:pt x="38" y="268"/>
                      <a:pt x="38" y="264"/>
                    </a:cubicBezTo>
                    <a:cubicBezTo>
                      <a:pt x="40" y="256"/>
                      <a:pt x="42" y="247"/>
                      <a:pt x="43" y="239"/>
                    </a:cubicBezTo>
                    <a:cubicBezTo>
                      <a:pt x="45" y="235"/>
                      <a:pt x="46" y="229"/>
                      <a:pt x="47" y="225"/>
                    </a:cubicBezTo>
                    <a:lnTo>
                      <a:pt x="46" y="225"/>
                    </a:lnTo>
                    <a:cubicBezTo>
                      <a:pt x="48" y="219"/>
                      <a:pt x="49" y="212"/>
                      <a:pt x="50" y="207"/>
                    </a:cubicBezTo>
                    <a:lnTo>
                      <a:pt x="50" y="208"/>
                    </a:lnTo>
                    <a:cubicBezTo>
                      <a:pt x="51" y="203"/>
                      <a:pt x="52" y="198"/>
                      <a:pt x="53" y="193"/>
                    </a:cubicBezTo>
                    <a:cubicBezTo>
                      <a:pt x="48" y="201"/>
                      <a:pt x="43" y="208"/>
                      <a:pt x="39" y="217"/>
                    </a:cubicBezTo>
                    <a:cubicBezTo>
                      <a:pt x="40" y="216"/>
                      <a:pt x="40" y="216"/>
                      <a:pt x="40" y="215"/>
                    </a:cubicBezTo>
                    <a:cubicBezTo>
                      <a:pt x="38" y="219"/>
                      <a:pt x="36" y="223"/>
                      <a:pt x="35" y="227"/>
                    </a:cubicBezTo>
                    <a:cubicBezTo>
                      <a:pt x="32" y="236"/>
                      <a:pt x="29" y="245"/>
                      <a:pt x="28" y="254"/>
                    </a:cubicBezTo>
                    <a:lnTo>
                      <a:pt x="28" y="253"/>
                    </a:lnTo>
                    <a:cubicBezTo>
                      <a:pt x="26" y="260"/>
                      <a:pt x="25" y="266"/>
                      <a:pt x="25" y="272"/>
                    </a:cubicBezTo>
                    <a:cubicBezTo>
                      <a:pt x="25" y="275"/>
                      <a:pt x="25" y="279"/>
                      <a:pt x="25" y="282"/>
                    </a:cubicBezTo>
                    <a:cubicBezTo>
                      <a:pt x="25" y="285"/>
                      <a:pt x="25" y="288"/>
                      <a:pt x="26" y="291"/>
                    </a:cubicBezTo>
                    <a:cubicBezTo>
                      <a:pt x="26" y="293"/>
                      <a:pt x="27" y="295"/>
                      <a:pt x="28" y="296"/>
                    </a:cubicBezTo>
                    <a:cubicBezTo>
                      <a:pt x="28" y="298"/>
                      <a:pt x="28" y="298"/>
                      <a:pt x="29" y="299"/>
                    </a:cubicBezTo>
                    <a:moveTo>
                      <a:pt x="19" y="317"/>
                    </a:moveTo>
                    <a:cubicBezTo>
                      <a:pt x="15" y="313"/>
                      <a:pt x="12" y="307"/>
                      <a:pt x="11" y="302"/>
                    </a:cubicBezTo>
                    <a:cubicBezTo>
                      <a:pt x="9" y="296"/>
                      <a:pt x="8" y="291"/>
                      <a:pt x="8" y="285"/>
                    </a:cubicBezTo>
                    <a:cubicBezTo>
                      <a:pt x="7" y="278"/>
                      <a:pt x="8" y="271"/>
                      <a:pt x="9" y="264"/>
                    </a:cubicBezTo>
                    <a:cubicBezTo>
                      <a:pt x="11" y="251"/>
                      <a:pt x="14" y="238"/>
                      <a:pt x="18" y="225"/>
                    </a:cubicBezTo>
                    <a:cubicBezTo>
                      <a:pt x="22" y="212"/>
                      <a:pt x="29" y="201"/>
                      <a:pt x="36" y="190"/>
                    </a:cubicBezTo>
                    <a:cubicBezTo>
                      <a:pt x="43" y="178"/>
                      <a:pt x="52" y="166"/>
                      <a:pt x="59" y="155"/>
                    </a:cubicBezTo>
                    <a:cubicBezTo>
                      <a:pt x="60" y="154"/>
                      <a:pt x="60" y="154"/>
                      <a:pt x="60" y="153"/>
                    </a:cubicBezTo>
                    <a:cubicBezTo>
                      <a:pt x="64" y="134"/>
                      <a:pt x="67" y="114"/>
                      <a:pt x="71" y="94"/>
                    </a:cubicBezTo>
                    <a:cubicBezTo>
                      <a:pt x="73" y="89"/>
                      <a:pt x="74" y="83"/>
                      <a:pt x="75" y="77"/>
                    </a:cubicBezTo>
                    <a:cubicBezTo>
                      <a:pt x="66" y="85"/>
                      <a:pt x="55" y="93"/>
                      <a:pt x="42" y="96"/>
                    </a:cubicBezTo>
                    <a:cubicBezTo>
                      <a:pt x="31" y="98"/>
                      <a:pt x="19" y="95"/>
                      <a:pt x="11" y="86"/>
                    </a:cubicBezTo>
                    <a:cubicBezTo>
                      <a:pt x="4" y="77"/>
                      <a:pt x="1" y="65"/>
                      <a:pt x="0" y="53"/>
                    </a:cubicBezTo>
                    <a:cubicBezTo>
                      <a:pt x="0" y="44"/>
                      <a:pt x="0" y="34"/>
                      <a:pt x="0" y="24"/>
                    </a:cubicBezTo>
                    <a:cubicBezTo>
                      <a:pt x="0" y="21"/>
                      <a:pt x="0" y="17"/>
                      <a:pt x="0" y="13"/>
                    </a:cubicBezTo>
                    <a:cubicBezTo>
                      <a:pt x="0" y="13"/>
                      <a:pt x="0" y="12"/>
                      <a:pt x="0" y="11"/>
                    </a:cubicBezTo>
                    <a:lnTo>
                      <a:pt x="0" y="10"/>
                    </a:lnTo>
                    <a:lnTo>
                      <a:pt x="0" y="9"/>
                    </a:lnTo>
                    <a:cubicBezTo>
                      <a:pt x="0" y="5"/>
                      <a:pt x="4" y="1"/>
                      <a:pt x="8" y="0"/>
                    </a:cubicBezTo>
                    <a:cubicBezTo>
                      <a:pt x="14" y="0"/>
                      <a:pt x="19" y="3"/>
                      <a:pt x="19" y="9"/>
                    </a:cubicBezTo>
                    <a:cubicBezTo>
                      <a:pt x="19" y="10"/>
                      <a:pt x="19" y="10"/>
                      <a:pt x="20" y="11"/>
                    </a:cubicBezTo>
                    <a:cubicBezTo>
                      <a:pt x="20" y="13"/>
                      <a:pt x="19" y="14"/>
                      <a:pt x="19" y="15"/>
                    </a:cubicBezTo>
                    <a:cubicBezTo>
                      <a:pt x="18" y="19"/>
                      <a:pt x="18" y="23"/>
                      <a:pt x="18" y="26"/>
                    </a:cubicBezTo>
                    <a:cubicBezTo>
                      <a:pt x="18" y="32"/>
                      <a:pt x="18" y="39"/>
                      <a:pt x="18" y="46"/>
                    </a:cubicBezTo>
                    <a:cubicBezTo>
                      <a:pt x="18" y="51"/>
                      <a:pt x="19" y="55"/>
                      <a:pt x="19" y="59"/>
                    </a:cubicBezTo>
                    <a:cubicBezTo>
                      <a:pt x="20" y="62"/>
                      <a:pt x="21" y="64"/>
                      <a:pt x="21" y="66"/>
                    </a:cubicBezTo>
                    <a:cubicBezTo>
                      <a:pt x="22" y="67"/>
                      <a:pt x="22" y="69"/>
                      <a:pt x="23" y="70"/>
                    </a:cubicBezTo>
                    <a:cubicBezTo>
                      <a:pt x="24" y="71"/>
                      <a:pt x="24" y="71"/>
                      <a:pt x="25" y="73"/>
                    </a:cubicBezTo>
                    <a:cubicBezTo>
                      <a:pt x="25" y="73"/>
                      <a:pt x="25" y="74"/>
                      <a:pt x="26" y="74"/>
                    </a:cubicBezTo>
                    <a:cubicBezTo>
                      <a:pt x="26" y="74"/>
                      <a:pt x="26" y="75"/>
                      <a:pt x="27" y="75"/>
                    </a:cubicBezTo>
                    <a:cubicBezTo>
                      <a:pt x="27" y="76"/>
                      <a:pt x="28" y="76"/>
                      <a:pt x="28" y="76"/>
                    </a:cubicBezTo>
                    <a:cubicBezTo>
                      <a:pt x="29" y="77"/>
                      <a:pt x="29" y="77"/>
                      <a:pt x="29" y="77"/>
                    </a:cubicBezTo>
                    <a:cubicBezTo>
                      <a:pt x="30" y="77"/>
                      <a:pt x="31" y="77"/>
                      <a:pt x="31" y="78"/>
                    </a:cubicBezTo>
                    <a:lnTo>
                      <a:pt x="32" y="78"/>
                    </a:lnTo>
                    <a:cubicBezTo>
                      <a:pt x="33" y="78"/>
                      <a:pt x="34" y="78"/>
                      <a:pt x="35" y="78"/>
                    </a:cubicBezTo>
                    <a:lnTo>
                      <a:pt x="36" y="78"/>
                    </a:lnTo>
                    <a:cubicBezTo>
                      <a:pt x="37" y="78"/>
                      <a:pt x="38" y="78"/>
                      <a:pt x="39" y="78"/>
                    </a:cubicBezTo>
                    <a:cubicBezTo>
                      <a:pt x="40" y="77"/>
                      <a:pt x="42" y="77"/>
                      <a:pt x="43" y="77"/>
                    </a:cubicBezTo>
                    <a:cubicBezTo>
                      <a:pt x="45" y="76"/>
                      <a:pt x="47" y="75"/>
                      <a:pt x="49" y="74"/>
                    </a:cubicBezTo>
                    <a:lnTo>
                      <a:pt x="48" y="74"/>
                    </a:lnTo>
                    <a:cubicBezTo>
                      <a:pt x="50" y="73"/>
                      <a:pt x="52" y="72"/>
                      <a:pt x="54" y="71"/>
                    </a:cubicBezTo>
                    <a:cubicBezTo>
                      <a:pt x="59" y="68"/>
                      <a:pt x="63" y="64"/>
                      <a:pt x="66" y="62"/>
                    </a:cubicBezTo>
                    <a:cubicBezTo>
                      <a:pt x="72" y="56"/>
                      <a:pt x="78" y="51"/>
                      <a:pt x="82" y="45"/>
                    </a:cubicBezTo>
                    <a:cubicBezTo>
                      <a:pt x="84" y="44"/>
                      <a:pt x="84" y="43"/>
                      <a:pt x="85" y="42"/>
                    </a:cubicBezTo>
                    <a:cubicBezTo>
                      <a:pt x="86" y="39"/>
                      <a:pt x="87" y="37"/>
                      <a:pt x="88" y="34"/>
                    </a:cubicBezTo>
                    <a:cubicBezTo>
                      <a:pt x="90" y="31"/>
                      <a:pt x="92" y="28"/>
                      <a:pt x="96" y="28"/>
                    </a:cubicBezTo>
                    <a:cubicBezTo>
                      <a:pt x="99" y="28"/>
                      <a:pt x="102" y="29"/>
                      <a:pt x="105" y="32"/>
                    </a:cubicBezTo>
                    <a:cubicBezTo>
                      <a:pt x="106" y="34"/>
                      <a:pt x="107" y="36"/>
                      <a:pt x="107" y="38"/>
                    </a:cubicBezTo>
                    <a:cubicBezTo>
                      <a:pt x="107" y="39"/>
                      <a:pt x="107" y="41"/>
                      <a:pt x="106" y="42"/>
                    </a:cubicBezTo>
                    <a:cubicBezTo>
                      <a:pt x="106" y="43"/>
                      <a:pt x="106" y="44"/>
                      <a:pt x="105" y="45"/>
                    </a:cubicBezTo>
                    <a:cubicBezTo>
                      <a:pt x="104" y="49"/>
                      <a:pt x="102" y="52"/>
                      <a:pt x="99" y="55"/>
                    </a:cubicBezTo>
                    <a:cubicBezTo>
                      <a:pt x="93" y="76"/>
                      <a:pt x="88" y="97"/>
                      <a:pt x="83" y="119"/>
                    </a:cubicBezTo>
                    <a:cubicBezTo>
                      <a:pt x="88" y="111"/>
                      <a:pt x="93" y="103"/>
                      <a:pt x="98" y="95"/>
                    </a:cubicBezTo>
                    <a:cubicBezTo>
                      <a:pt x="102" y="90"/>
                      <a:pt x="106" y="85"/>
                      <a:pt x="109" y="79"/>
                    </a:cubicBezTo>
                    <a:cubicBezTo>
                      <a:pt x="109" y="80"/>
                      <a:pt x="109" y="80"/>
                      <a:pt x="109" y="80"/>
                    </a:cubicBezTo>
                    <a:cubicBezTo>
                      <a:pt x="112" y="76"/>
                      <a:pt x="115" y="71"/>
                      <a:pt x="118" y="66"/>
                    </a:cubicBezTo>
                    <a:cubicBezTo>
                      <a:pt x="118" y="67"/>
                      <a:pt x="117" y="67"/>
                      <a:pt x="117" y="67"/>
                    </a:cubicBezTo>
                    <a:cubicBezTo>
                      <a:pt x="123" y="59"/>
                      <a:pt x="128" y="52"/>
                      <a:pt x="133" y="45"/>
                    </a:cubicBezTo>
                    <a:cubicBezTo>
                      <a:pt x="135" y="41"/>
                      <a:pt x="141" y="41"/>
                      <a:pt x="144" y="43"/>
                    </a:cubicBezTo>
                    <a:cubicBezTo>
                      <a:pt x="147" y="46"/>
                      <a:pt x="148" y="51"/>
                      <a:pt x="145" y="54"/>
                    </a:cubicBezTo>
                    <a:cubicBezTo>
                      <a:pt x="140" y="61"/>
                      <a:pt x="135" y="68"/>
                      <a:pt x="130" y="76"/>
                    </a:cubicBezTo>
                    <a:cubicBezTo>
                      <a:pt x="127" y="80"/>
                      <a:pt x="125" y="84"/>
                      <a:pt x="122" y="88"/>
                    </a:cubicBezTo>
                    <a:lnTo>
                      <a:pt x="121" y="88"/>
                    </a:lnTo>
                    <a:lnTo>
                      <a:pt x="121" y="89"/>
                    </a:lnTo>
                    <a:cubicBezTo>
                      <a:pt x="121" y="88"/>
                      <a:pt x="121" y="88"/>
                      <a:pt x="121" y="88"/>
                    </a:cubicBezTo>
                    <a:cubicBezTo>
                      <a:pt x="118" y="94"/>
                      <a:pt x="114" y="99"/>
                      <a:pt x="110" y="105"/>
                    </a:cubicBezTo>
                    <a:lnTo>
                      <a:pt x="111" y="104"/>
                    </a:lnTo>
                    <a:cubicBezTo>
                      <a:pt x="107" y="111"/>
                      <a:pt x="103" y="116"/>
                      <a:pt x="99" y="123"/>
                    </a:cubicBezTo>
                    <a:cubicBezTo>
                      <a:pt x="94" y="130"/>
                      <a:pt x="89" y="137"/>
                      <a:pt x="85" y="144"/>
                    </a:cubicBezTo>
                    <a:cubicBezTo>
                      <a:pt x="81" y="149"/>
                      <a:pt x="78" y="154"/>
                      <a:pt x="75" y="159"/>
                    </a:cubicBezTo>
                    <a:cubicBezTo>
                      <a:pt x="70" y="188"/>
                      <a:pt x="65" y="218"/>
                      <a:pt x="60" y="247"/>
                    </a:cubicBezTo>
                    <a:cubicBezTo>
                      <a:pt x="58" y="257"/>
                      <a:pt x="56" y="267"/>
                      <a:pt x="54" y="277"/>
                    </a:cubicBezTo>
                    <a:cubicBezTo>
                      <a:pt x="53" y="282"/>
                      <a:pt x="53" y="287"/>
                      <a:pt x="51" y="292"/>
                    </a:cubicBezTo>
                    <a:cubicBezTo>
                      <a:pt x="50" y="298"/>
                      <a:pt x="47" y="303"/>
                      <a:pt x="45" y="309"/>
                    </a:cubicBezTo>
                    <a:cubicBezTo>
                      <a:pt x="42" y="313"/>
                      <a:pt x="38" y="319"/>
                      <a:pt x="33" y="320"/>
                    </a:cubicBezTo>
                    <a:cubicBezTo>
                      <a:pt x="32" y="320"/>
                      <a:pt x="30" y="321"/>
                      <a:pt x="29" y="321"/>
                    </a:cubicBezTo>
                    <a:cubicBezTo>
                      <a:pt x="25" y="321"/>
                      <a:pt x="22" y="319"/>
                      <a:pt x="19" y="3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4" name="Google Shape;4344;p50">
                <a:extLst>
                  <a:ext uri="{FF2B5EF4-FFF2-40B4-BE49-F238E27FC236}">
                    <a16:creationId xmlns:a16="http://schemas.microsoft.com/office/drawing/2014/main" id="{BCA022E9-0B65-04CC-1C07-BD280DC7A1DF}"/>
                  </a:ext>
                </a:extLst>
              </p:cNvPr>
              <p:cNvSpPr/>
              <p:nvPr/>
            </p:nvSpPr>
            <p:spPr>
              <a:xfrm>
                <a:off x="-489260" y="4141078"/>
                <a:ext cx="58680" cy="124200"/>
              </a:xfrm>
              <a:custGeom>
                <a:avLst/>
                <a:gdLst/>
                <a:ahLst/>
                <a:cxnLst/>
                <a:rect l="l" t="t" r="r" b="b"/>
                <a:pathLst>
                  <a:path w="163" h="345" extrusionOk="0">
                    <a:moveTo>
                      <a:pt x="24" y="344"/>
                    </a:moveTo>
                    <a:cubicBezTo>
                      <a:pt x="18" y="343"/>
                      <a:pt x="11" y="340"/>
                      <a:pt x="5" y="336"/>
                    </a:cubicBezTo>
                    <a:cubicBezTo>
                      <a:pt x="1" y="332"/>
                      <a:pt x="0" y="326"/>
                      <a:pt x="4" y="322"/>
                    </a:cubicBezTo>
                    <a:cubicBezTo>
                      <a:pt x="7" y="317"/>
                      <a:pt x="13" y="316"/>
                      <a:pt x="18" y="320"/>
                    </a:cubicBezTo>
                    <a:cubicBezTo>
                      <a:pt x="18" y="320"/>
                      <a:pt x="19" y="321"/>
                      <a:pt x="20" y="322"/>
                    </a:cubicBezTo>
                    <a:cubicBezTo>
                      <a:pt x="22" y="323"/>
                      <a:pt x="22" y="323"/>
                      <a:pt x="23" y="323"/>
                    </a:cubicBezTo>
                    <a:cubicBezTo>
                      <a:pt x="25" y="324"/>
                      <a:pt x="26" y="324"/>
                      <a:pt x="27" y="324"/>
                    </a:cubicBezTo>
                    <a:cubicBezTo>
                      <a:pt x="29" y="325"/>
                      <a:pt x="32" y="325"/>
                      <a:pt x="33" y="326"/>
                    </a:cubicBezTo>
                    <a:cubicBezTo>
                      <a:pt x="34" y="326"/>
                      <a:pt x="36" y="326"/>
                      <a:pt x="37" y="326"/>
                    </a:cubicBezTo>
                    <a:cubicBezTo>
                      <a:pt x="37" y="326"/>
                      <a:pt x="38" y="325"/>
                      <a:pt x="39" y="325"/>
                    </a:cubicBezTo>
                    <a:lnTo>
                      <a:pt x="38" y="325"/>
                    </a:lnTo>
                    <a:cubicBezTo>
                      <a:pt x="39" y="325"/>
                      <a:pt x="39" y="325"/>
                      <a:pt x="39" y="325"/>
                    </a:cubicBezTo>
                    <a:lnTo>
                      <a:pt x="38" y="325"/>
                    </a:lnTo>
                    <a:lnTo>
                      <a:pt x="39" y="325"/>
                    </a:lnTo>
                    <a:lnTo>
                      <a:pt x="40" y="324"/>
                    </a:lnTo>
                    <a:lnTo>
                      <a:pt x="41" y="324"/>
                    </a:lnTo>
                    <a:cubicBezTo>
                      <a:pt x="41" y="323"/>
                      <a:pt x="42" y="323"/>
                      <a:pt x="43" y="323"/>
                    </a:cubicBezTo>
                    <a:cubicBezTo>
                      <a:pt x="43" y="322"/>
                      <a:pt x="43" y="322"/>
                      <a:pt x="44" y="322"/>
                    </a:cubicBezTo>
                    <a:cubicBezTo>
                      <a:pt x="44" y="321"/>
                      <a:pt x="45" y="320"/>
                      <a:pt x="45" y="319"/>
                    </a:cubicBezTo>
                    <a:cubicBezTo>
                      <a:pt x="46" y="318"/>
                      <a:pt x="47" y="317"/>
                      <a:pt x="48" y="315"/>
                    </a:cubicBezTo>
                    <a:cubicBezTo>
                      <a:pt x="48" y="313"/>
                      <a:pt x="50" y="311"/>
                      <a:pt x="50" y="309"/>
                    </a:cubicBezTo>
                    <a:cubicBezTo>
                      <a:pt x="56" y="292"/>
                      <a:pt x="60" y="276"/>
                      <a:pt x="64" y="258"/>
                    </a:cubicBezTo>
                    <a:cubicBezTo>
                      <a:pt x="68" y="238"/>
                      <a:pt x="71" y="217"/>
                      <a:pt x="75" y="197"/>
                    </a:cubicBezTo>
                    <a:cubicBezTo>
                      <a:pt x="78" y="176"/>
                      <a:pt x="82" y="156"/>
                      <a:pt x="85" y="136"/>
                    </a:cubicBezTo>
                    <a:cubicBezTo>
                      <a:pt x="86" y="135"/>
                      <a:pt x="86" y="133"/>
                      <a:pt x="86" y="132"/>
                    </a:cubicBezTo>
                    <a:cubicBezTo>
                      <a:pt x="86" y="133"/>
                      <a:pt x="86" y="133"/>
                      <a:pt x="86" y="133"/>
                    </a:cubicBezTo>
                    <a:cubicBezTo>
                      <a:pt x="87" y="124"/>
                      <a:pt x="89" y="115"/>
                      <a:pt x="92" y="105"/>
                    </a:cubicBezTo>
                    <a:cubicBezTo>
                      <a:pt x="93" y="100"/>
                      <a:pt x="94" y="94"/>
                      <a:pt x="95" y="88"/>
                    </a:cubicBezTo>
                    <a:cubicBezTo>
                      <a:pt x="96" y="83"/>
                      <a:pt x="98" y="78"/>
                      <a:pt x="99" y="73"/>
                    </a:cubicBezTo>
                    <a:cubicBezTo>
                      <a:pt x="101" y="64"/>
                      <a:pt x="104" y="55"/>
                      <a:pt x="108" y="47"/>
                    </a:cubicBezTo>
                    <a:cubicBezTo>
                      <a:pt x="112" y="34"/>
                      <a:pt x="118" y="21"/>
                      <a:pt x="128" y="12"/>
                    </a:cubicBezTo>
                    <a:cubicBezTo>
                      <a:pt x="129" y="9"/>
                      <a:pt x="132" y="7"/>
                      <a:pt x="134" y="6"/>
                    </a:cubicBezTo>
                    <a:cubicBezTo>
                      <a:pt x="136" y="5"/>
                      <a:pt x="138" y="3"/>
                      <a:pt x="140" y="2"/>
                    </a:cubicBezTo>
                    <a:cubicBezTo>
                      <a:pt x="142" y="2"/>
                      <a:pt x="144" y="2"/>
                      <a:pt x="146" y="2"/>
                    </a:cubicBezTo>
                    <a:cubicBezTo>
                      <a:pt x="148" y="0"/>
                      <a:pt x="150" y="0"/>
                      <a:pt x="153" y="0"/>
                    </a:cubicBezTo>
                    <a:cubicBezTo>
                      <a:pt x="156" y="0"/>
                      <a:pt x="158" y="2"/>
                      <a:pt x="159" y="4"/>
                    </a:cubicBezTo>
                    <a:cubicBezTo>
                      <a:pt x="161" y="6"/>
                      <a:pt x="162" y="10"/>
                      <a:pt x="161" y="13"/>
                    </a:cubicBezTo>
                    <a:lnTo>
                      <a:pt x="161" y="14"/>
                    </a:lnTo>
                    <a:cubicBezTo>
                      <a:pt x="161" y="16"/>
                      <a:pt x="161" y="17"/>
                      <a:pt x="161" y="19"/>
                    </a:cubicBezTo>
                    <a:cubicBezTo>
                      <a:pt x="161" y="21"/>
                      <a:pt x="161" y="23"/>
                      <a:pt x="160" y="25"/>
                    </a:cubicBezTo>
                    <a:cubicBezTo>
                      <a:pt x="160" y="27"/>
                      <a:pt x="159" y="30"/>
                      <a:pt x="158" y="31"/>
                    </a:cubicBezTo>
                    <a:cubicBezTo>
                      <a:pt x="157" y="34"/>
                      <a:pt x="156" y="35"/>
                      <a:pt x="153" y="37"/>
                    </a:cubicBezTo>
                    <a:cubicBezTo>
                      <a:pt x="150" y="38"/>
                      <a:pt x="147" y="38"/>
                      <a:pt x="144" y="36"/>
                    </a:cubicBezTo>
                    <a:cubicBezTo>
                      <a:pt x="143" y="35"/>
                      <a:pt x="141" y="34"/>
                      <a:pt x="140" y="32"/>
                    </a:cubicBezTo>
                    <a:cubicBezTo>
                      <a:pt x="139" y="30"/>
                      <a:pt x="139" y="28"/>
                      <a:pt x="139" y="26"/>
                    </a:cubicBezTo>
                    <a:cubicBezTo>
                      <a:pt x="138" y="27"/>
                      <a:pt x="136" y="29"/>
                      <a:pt x="135" y="31"/>
                    </a:cubicBezTo>
                    <a:cubicBezTo>
                      <a:pt x="133" y="34"/>
                      <a:pt x="131" y="38"/>
                      <a:pt x="129" y="41"/>
                    </a:cubicBezTo>
                    <a:lnTo>
                      <a:pt x="129" y="42"/>
                    </a:lnTo>
                    <a:cubicBezTo>
                      <a:pt x="126" y="48"/>
                      <a:pt x="124" y="55"/>
                      <a:pt x="121" y="61"/>
                    </a:cubicBezTo>
                    <a:cubicBezTo>
                      <a:pt x="121" y="62"/>
                      <a:pt x="121" y="62"/>
                      <a:pt x="121" y="62"/>
                    </a:cubicBezTo>
                    <a:cubicBezTo>
                      <a:pt x="117" y="72"/>
                      <a:pt x="115" y="82"/>
                      <a:pt x="112" y="93"/>
                    </a:cubicBezTo>
                    <a:cubicBezTo>
                      <a:pt x="111" y="96"/>
                      <a:pt x="110" y="100"/>
                      <a:pt x="110" y="103"/>
                    </a:cubicBezTo>
                    <a:cubicBezTo>
                      <a:pt x="108" y="107"/>
                      <a:pt x="108" y="110"/>
                      <a:pt x="107" y="114"/>
                    </a:cubicBezTo>
                    <a:lnTo>
                      <a:pt x="107" y="115"/>
                    </a:lnTo>
                    <a:cubicBezTo>
                      <a:pt x="107" y="114"/>
                      <a:pt x="107" y="114"/>
                      <a:pt x="107" y="114"/>
                    </a:cubicBezTo>
                    <a:cubicBezTo>
                      <a:pt x="106" y="122"/>
                      <a:pt x="104" y="129"/>
                      <a:pt x="103" y="137"/>
                    </a:cubicBezTo>
                    <a:cubicBezTo>
                      <a:pt x="99" y="155"/>
                      <a:pt x="96" y="175"/>
                      <a:pt x="93" y="194"/>
                    </a:cubicBezTo>
                    <a:cubicBezTo>
                      <a:pt x="89" y="214"/>
                      <a:pt x="86" y="235"/>
                      <a:pt x="82" y="256"/>
                    </a:cubicBezTo>
                    <a:cubicBezTo>
                      <a:pt x="79" y="271"/>
                      <a:pt x="76" y="287"/>
                      <a:pt x="72" y="302"/>
                    </a:cubicBezTo>
                    <a:cubicBezTo>
                      <a:pt x="70" y="309"/>
                      <a:pt x="68" y="316"/>
                      <a:pt x="65" y="323"/>
                    </a:cubicBezTo>
                    <a:cubicBezTo>
                      <a:pt x="64" y="327"/>
                      <a:pt x="61" y="330"/>
                      <a:pt x="59" y="334"/>
                    </a:cubicBezTo>
                    <a:cubicBezTo>
                      <a:pt x="55" y="337"/>
                      <a:pt x="52" y="340"/>
                      <a:pt x="47" y="342"/>
                    </a:cubicBezTo>
                    <a:cubicBezTo>
                      <a:pt x="44" y="344"/>
                      <a:pt x="40" y="344"/>
                      <a:pt x="36" y="344"/>
                    </a:cubicBezTo>
                    <a:cubicBezTo>
                      <a:pt x="32" y="344"/>
                      <a:pt x="28" y="344"/>
                      <a:pt x="24" y="3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5" name="Google Shape;4345;p50">
                <a:extLst>
                  <a:ext uri="{FF2B5EF4-FFF2-40B4-BE49-F238E27FC236}">
                    <a16:creationId xmlns:a16="http://schemas.microsoft.com/office/drawing/2014/main" id="{4D86D48C-693E-D27E-7854-D9E4F3E08676}"/>
                  </a:ext>
                </a:extLst>
              </p:cNvPr>
              <p:cNvSpPr/>
              <p:nvPr/>
            </p:nvSpPr>
            <p:spPr>
              <a:xfrm>
                <a:off x="-479180" y="4201918"/>
                <a:ext cx="1260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35" h="25" extrusionOk="0">
                    <a:moveTo>
                      <a:pt x="5" y="21"/>
                    </a:moveTo>
                    <a:cubicBezTo>
                      <a:pt x="3" y="20"/>
                      <a:pt x="2" y="17"/>
                      <a:pt x="1" y="14"/>
                    </a:cubicBezTo>
                    <a:cubicBezTo>
                      <a:pt x="0" y="10"/>
                      <a:pt x="3" y="6"/>
                      <a:pt x="7" y="4"/>
                    </a:cubicBezTo>
                    <a:cubicBezTo>
                      <a:pt x="9" y="3"/>
                      <a:pt x="12" y="2"/>
                      <a:pt x="15" y="2"/>
                    </a:cubicBezTo>
                    <a:cubicBezTo>
                      <a:pt x="15" y="2"/>
                      <a:pt x="14" y="2"/>
                      <a:pt x="13" y="2"/>
                    </a:cubicBezTo>
                    <a:cubicBezTo>
                      <a:pt x="16" y="2"/>
                      <a:pt x="19" y="1"/>
                      <a:pt x="22" y="0"/>
                    </a:cubicBezTo>
                    <a:cubicBezTo>
                      <a:pt x="27" y="0"/>
                      <a:pt x="31" y="3"/>
                      <a:pt x="33" y="7"/>
                    </a:cubicBezTo>
                    <a:cubicBezTo>
                      <a:pt x="34" y="12"/>
                      <a:pt x="31" y="18"/>
                      <a:pt x="26" y="19"/>
                    </a:cubicBezTo>
                    <a:cubicBezTo>
                      <a:pt x="23" y="20"/>
                      <a:pt x="20" y="20"/>
                      <a:pt x="18" y="21"/>
                    </a:cubicBezTo>
                    <a:cubicBezTo>
                      <a:pt x="16" y="23"/>
                      <a:pt x="14" y="24"/>
                      <a:pt x="11" y="24"/>
                    </a:cubicBezTo>
                    <a:cubicBezTo>
                      <a:pt x="9" y="24"/>
                      <a:pt x="7" y="23"/>
                      <a:pt x="5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6" name="Google Shape;4346;p50">
                <a:extLst>
                  <a:ext uri="{FF2B5EF4-FFF2-40B4-BE49-F238E27FC236}">
                    <a16:creationId xmlns:a16="http://schemas.microsoft.com/office/drawing/2014/main" id="{2C3DE1E6-D549-6CF6-5095-3ABBCF2300F1}"/>
                  </a:ext>
                </a:extLst>
              </p:cNvPr>
              <p:cNvSpPr/>
              <p:nvPr/>
            </p:nvSpPr>
            <p:spPr>
              <a:xfrm>
                <a:off x="-474860" y="4200838"/>
                <a:ext cx="4536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25" extrusionOk="0">
                    <a:moveTo>
                      <a:pt x="116" y="24"/>
                    </a:moveTo>
                    <a:cubicBezTo>
                      <a:pt x="98" y="23"/>
                      <a:pt x="80" y="22"/>
                      <a:pt x="62" y="21"/>
                    </a:cubicBezTo>
                    <a:cubicBezTo>
                      <a:pt x="58" y="20"/>
                      <a:pt x="54" y="20"/>
                      <a:pt x="50" y="20"/>
                    </a:cubicBezTo>
                    <a:cubicBezTo>
                      <a:pt x="46" y="20"/>
                      <a:pt x="42" y="20"/>
                      <a:pt x="39" y="20"/>
                    </a:cubicBezTo>
                    <a:cubicBezTo>
                      <a:pt x="29" y="20"/>
                      <a:pt x="19" y="20"/>
                      <a:pt x="10" y="20"/>
                    </a:cubicBezTo>
                    <a:cubicBezTo>
                      <a:pt x="5" y="20"/>
                      <a:pt x="0" y="16"/>
                      <a:pt x="0" y="10"/>
                    </a:cubicBezTo>
                    <a:cubicBezTo>
                      <a:pt x="0" y="5"/>
                      <a:pt x="5" y="0"/>
                      <a:pt x="10" y="0"/>
                    </a:cubicBezTo>
                    <a:cubicBezTo>
                      <a:pt x="19" y="0"/>
                      <a:pt x="29" y="0"/>
                      <a:pt x="39" y="0"/>
                    </a:cubicBezTo>
                    <a:cubicBezTo>
                      <a:pt x="42" y="0"/>
                      <a:pt x="46" y="0"/>
                      <a:pt x="50" y="0"/>
                    </a:cubicBezTo>
                    <a:cubicBezTo>
                      <a:pt x="54" y="1"/>
                      <a:pt x="59" y="1"/>
                      <a:pt x="64" y="1"/>
                    </a:cubicBezTo>
                    <a:cubicBezTo>
                      <a:pt x="82" y="3"/>
                      <a:pt x="99" y="5"/>
                      <a:pt x="117" y="6"/>
                    </a:cubicBezTo>
                    <a:cubicBezTo>
                      <a:pt x="121" y="6"/>
                      <a:pt x="125" y="11"/>
                      <a:pt x="125" y="15"/>
                    </a:cubicBezTo>
                    <a:cubicBezTo>
                      <a:pt x="125" y="20"/>
                      <a:pt x="121" y="24"/>
                      <a:pt x="116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7" name="Google Shape;4347;p50">
                <a:extLst>
                  <a:ext uri="{FF2B5EF4-FFF2-40B4-BE49-F238E27FC236}">
                    <a16:creationId xmlns:a16="http://schemas.microsoft.com/office/drawing/2014/main" id="{36C59288-3F4C-935C-213A-739561AB3971}"/>
                  </a:ext>
                </a:extLst>
              </p:cNvPr>
              <p:cNvSpPr/>
              <p:nvPr/>
            </p:nvSpPr>
            <p:spPr>
              <a:xfrm>
                <a:off x="-430580" y="4144677"/>
                <a:ext cx="34200" cy="109440"/>
              </a:xfrm>
              <a:custGeom>
                <a:avLst/>
                <a:gdLst/>
                <a:ahLst/>
                <a:cxnLst/>
                <a:rect l="l" t="t" r="r" b="b"/>
                <a:pathLst>
                  <a:path w="95" h="304" extrusionOk="0">
                    <a:moveTo>
                      <a:pt x="39" y="300"/>
                    </a:moveTo>
                    <a:cubicBezTo>
                      <a:pt x="27" y="286"/>
                      <a:pt x="16" y="271"/>
                      <a:pt x="10" y="253"/>
                    </a:cubicBezTo>
                    <a:cubicBezTo>
                      <a:pt x="5" y="242"/>
                      <a:pt x="3" y="229"/>
                      <a:pt x="1" y="217"/>
                    </a:cubicBezTo>
                    <a:cubicBezTo>
                      <a:pt x="0" y="206"/>
                      <a:pt x="0" y="194"/>
                      <a:pt x="1" y="183"/>
                    </a:cubicBezTo>
                    <a:lnTo>
                      <a:pt x="1" y="182"/>
                    </a:lnTo>
                    <a:cubicBezTo>
                      <a:pt x="1" y="181"/>
                      <a:pt x="1" y="180"/>
                      <a:pt x="1" y="179"/>
                    </a:cubicBezTo>
                    <a:cubicBezTo>
                      <a:pt x="1" y="180"/>
                      <a:pt x="1" y="180"/>
                      <a:pt x="1" y="180"/>
                    </a:cubicBezTo>
                    <a:cubicBezTo>
                      <a:pt x="1" y="180"/>
                      <a:pt x="1" y="179"/>
                      <a:pt x="1" y="178"/>
                    </a:cubicBezTo>
                    <a:cubicBezTo>
                      <a:pt x="1" y="179"/>
                      <a:pt x="1" y="179"/>
                      <a:pt x="1" y="179"/>
                    </a:cubicBezTo>
                    <a:cubicBezTo>
                      <a:pt x="1" y="178"/>
                      <a:pt x="1" y="175"/>
                      <a:pt x="1" y="173"/>
                    </a:cubicBezTo>
                    <a:lnTo>
                      <a:pt x="1" y="172"/>
                    </a:lnTo>
                    <a:cubicBezTo>
                      <a:pt x="1" y="171"/>
                      <a:pt x="1" y="169"/>
                      <a:pt x="2" y="168"/>
                    </a:cubicBezTo>
                    <a:cubicBezTo>
                      <a:pt x="2" y="166"/>
                      <a:pt x="2" y="166"/>
                      <a:pt x="2" y="165"/>
                    </a:cubicBezTo>
                    <a:lnTo>
                      <a:pt x="2" y="166"/>
                    </a:lnTo>
                    <a:cubicBezTo>
                      <a:pt x="2" y="165"/>
                      <a:pt x="2" y="164"/>
                      <a:pt x="2" y="162"/>
                    </a:cubicBezTo>
                    <a:cubicBezTo>
                      <a:pt x="2" y="161"/>
                      <a:pt x="2" y="161"/>
                      <a:pt x="2" y="159"/>
                    </a:cubicBezTo>
                    <a:lnTo>
                      <a:pt x="3" y="159"/>
                    </a:lnTo>
                    <a:cubicBezTo>
                      <a:pt x="3" y="158"/>
                      <a:pt x="3" y="158"/>
                      <a:pt x="3" y="157"/>
                    </a:cubicBezTo>
                    <a:cubicBezTo>
                      <a:pt x="3" y="153"/>
                      <a:pt x="3" y="149"/>
                      <a:pt x="4" y="145"/>
                    </a:cubicBezTo>
                    <a:cubicBezTo>
                      <a:pt x="4" y="139"/>
                      <a:pt x="5" y="133"/>
                      <a:pt x="7" y="127"/>
                    </a:cubicBezTo>
                    <a:cubicBezTo>
                      <a:pt x="9" y="116"/>
                      <a:pt x="12" y="106"/>
                      <a:pt x="15" y="95"/>
                    </a:cubicBezTo>
                    <a:cubicBezTo>
                      <a:pt x="19" y="85"/>
                      <a:pt x="23" y="75"/>
                      <a:pt x="28" y="65"/>
                    </a:cubicBezTo>
                    <a:cubicBezTo>
                      <a:pt x="29" y="60"/>
                      <a:pt x="32" y="56"/>
                      <a:pt x="34" y="52"/>
                    </a:cubicBezTo>
                    <a:cubicBezTo>
                      <a:pt x="37" y="46"/>
                      <a:pt x="42" y="39"/>
                      <a:pt x="46" y="34"/>
                    </a:cubicBezTo>
                    <a:cubicBezTo>
                      <a:pt x="50" y="28"/>
                      <a:pt x="54" y="22"/>
                      <a:pt x="59" y="17"/>
                    </a:cubicBezTo>
                    <a:cubicBezTo>
                      <a:pt x="62" y="13"/>
                      <a:pt x="65" y="10"/>
                      <a:pt x="70" y="6"/>
                    </a:cubicBezTo>
                    <a:cubicBezTo>
                      <a:pt x="72" y="4"/>
                      <a:pt x="76" y="2"/>
                      <a:pt x="80" y="1"/>
                    </a:cubicBezTo>
                    <a:cubicBezTo>
                      <a:pt x="85" y="0"/>
                      <a:pt x="91" y="3"/>
                      <a:pt x="92" y="9"/>
                    </a:cubicBezTo>
                    <a:cubicBezTo>
                      <a:pt x="94" y="14"/>
                      <a:pt x="90" y="20"/>
                      <a:pt x="84" y="21"/>
                    </a:cubicBezTo>
                    <a:cubicBezTo>
                      <a:pt x="83" y="21"/>
                      <a:pt x="82" y="22"/>
                      <a:pt x="82" y="22"/>
                    </a:cubicBezTo>
                    <a:cubicBezTo>
                      <a:pt x="80" y="23"/>
                      <a:pt x="79" y="24"/>
                      <a:pt x="78" y="25"/>
                    </a:cubicBezTo>
                    <a:cubicBezTo>
                      <a:pt x="75" y="28"/>
                      <a:pt x="73" y="30"/>
                      <a:pt x="71" y="32"/>
                    </a:cubicBezTo>
                    <a:cubicBezTo>
                      <a:pt x="67" y="38"/>
                      <a:pt x="63" y="43"/>
                      <a:pt x="58" y="48"/>
                    </a:cubicBezTo>
                    <a:cubicBezTo>
                      <a:pt x="57" y="52"/>
                      <a:pt x="54" y="55"/>
                      <a:pt x="52" y="59"/>
                    </a:cubicBezTo>
                    <a:cubicBezTo>
                      <a:pt x="49" y="63"/>
                      <a:pt x="47" y="69"/>
                      <a:pt x="44" y="73"/>
                    </a:cubicBezTo>
                    <a:cubicBezTo>
                      <a:pt x="40" y="82"/>
                      <a:pt x="36" y="91"/>
                      <a:pt x="33" y="101"/>
                    </a:cubicBezTo>
                    <a:cubicBezTo>
                      <a:pt x="29" y="111"/>
                      <a:pt x="27" y="120"/>
                      <a:pt x="25" y="130"/>
                    </a:cubicBezTo>
                    <a:lnTo>
                      <a:pt x="25" y="131"/>
                    </a:lnTo>
                    <a:cubicBezTo>
                      <a:pt x="22" y="140"/>
                      <a:pt x="21" y="150"/>
                      <a:pt x="20" y="159"/>
                    </a:cubicBezTo>
                    <a:cubicBezTo>
                      <a:pt x="19" y="168"/>
                      <a:pt x="19" y="176"/>
                      <a:pt x="18" y="185"/>
                    </a:cubicBezTo>
                    <a:lnTo>
                      <a:pt x="18" y="184"/>
                    </a:lnTo>
                    <a:cubicBezTo>
                      <a:pt x="18" y="193"/>
                      <a:pt x="18" y="201"/>
                      <a:pt x="18" y="210"/>
                    </a:cubicBezTo>
                    <a:cubicBezTo>
                      <a:pt x="19" y="217"/>
                      <a:pt x="19" y="223"/>
                      <a:pt x="21" y="229"/>
                    </a:cubicBezTo>
                    <a:lnTo>
                      <a:pt x="21" y="230"/>
                    </a:lnTo>
                    <a:cubicBezTo>
                      <a:pt x="22" y="235"/>
                      <a:pt x="23" y="239"/>
                      <a:pt x="25" y="244"/>
                    </a:cubicBezTo>
                    <a:cubicBezTo>
                      <a:pt x="26" y="248"/>
                      <a:pt x="28" y="252"/>
                      <a:pt x="30" y="256"/>
                    </a:cubicBezTo>
                    <a:cubicBezTo>
                      <a:pt x="32" y="260"/>
                      <a:pt x="35" y="264"/>
                      <a:pt x="37" y="269"/>
                    </a:cubicBezTo>
                    <a:cubicBezTo>
                      <a:pt x="42" y="274"/>
                      <a:pt x="46" y="280"/>
                      <a:pt x="50" y="285"/>
                    </a:cubicBezTo>
                    <a:lnTo>
                      <a:pt x="49" y="284"/>
                    </a:lnTo>
                    <a:cubicBezTo>
                      <a:pt x="50" y="285"/>
                      <a:pt x="51" y="286"/>
                      <a:pt x="52" y="288"/>
                    </a:cubicBezTo>
                    <a:cubicBezTo>
                      <a:pt x="56" y="291"/>
                      <a:pt x="56" y="296"/>
                      <a:pt x="52" y="300"/>
                    </a:cubicBezTo>
                    <a:cubicBezTo>
                      <a:pt x="50" y="302"/>
                      <a:pt x="48" y="303"/>
                      <a:pt x="46" y="303"/>
                    </a:cubicBezTo>
                    <a:cubicBezTo>
                      <a:pt x="43" y="303"/>
                      <a:pt x="41" y="302"/>
                      <a:pt x="39" y="30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8" name="Google Shape;4348;p50">
                <a:extLst>
                  <a:ext uri="{FF2B5EF4-FFF2-40B4-BE49-F238E27FC236}">
                    <a16:creationId xmlns:a16="http://schemas.microsoft.com/office/drawing/2014/main" id="{50F5AA4E-EADE-31CC-4E99-E13D2FAD17D8}"/>
                  </a:ext>
                </a:extLst>
              </p:cNvPr>
              <p:cNvSpPr/>
              <p:nvPr/>
            </p:nvSpPr>
            <p:spPr>
              <a:xfrm>
                <a:off x="-388820" y="4190038"/>
                <a:ext cx="32040" cy="12240"/>
              </a:xfrm>
              <a:custGeom>
                <a:avLst/>
                <a:gdLst/>
                <a:ahLst/>
                <a:cxnLst/>
                <a:rect l="l" t="t" r="r" b="b"/>
                <a:pathLst>
                  <a:path w="89" h="34" extrusionOk="0">
                    <a:moveTo>
                      <a:pt x="79" y="33"/>
                    </a:moveTo>
                    <a:cubicBezTo>
                      <a:pt x="68" y="33"/>
                      <a:pt x="57" y="32"/>
                      <a:pt x="45" y="32"/>
                    </a:cubicBezTo>
                    <a:cubicBezTo>
                      <a:pt x="40" y="31"/>
                      <a:pt x="35" y="31"/>
                      <a:pt x="30" y="30"/>
                    </a:cubicBezTo>
                    <a:cubicBezTo>
                      <a:pt x="23" y="29"/>
                      <a:pt x="17" y="28"/>
                      <a:pt x="11" y="26"/>
                    </a:cubicBezTo>
                    <a:cubicBezTo>
                      <a:pt x="7" y="25"/>
                      <a:pt x="1" y="21"/>
                      <a:pt x="1" y="16"/>
                    </a:cubicBezTo>
                    <a:cubicBezTo>
                      <a:pt x="0" y="14"/>
                      <a:pt x="0" y="12"/>
                      <a:pt x="1" y="10"/>
                    </a:cubicBezTo>
                    <a:cubicBezTo>
                      <a:pt x="1" y="9"/>
                      <a:pt x="1" y="8"/>
                      <a:pt x="2" y="7"/>
                    </a:cubicBezTo>
                    <a:cubicBezTo>
                      <a:pt x="4" y="3"/>
                      <a:pt x="10" y="0"/>
                      <a:pt x="15" y="2"/>
                    </a:cubicBezTo>
                    <a:cubicBezTo>
                      <a:pt x="18" y="3"/>
                      <a:pt x="20" y="6"/>
                      <a:pt x="21" y="8"/>
                    </a:cubicBezTo>
                    <a:cubicBezTo>
                      <a:pt x="22" y="9"/>
                      <a:pt x="23" y="10"/>
                      <a:pt x="25" y="10"/>
                    </a:cubicBezTo>
                    <a:cubicBezTo>
                      <a:pt x="36" y="12"/>
                      <a:pt x="47" y="12"/>
                      <a:pt x="58" y="14"/>
                    </a:cubicBezTo>
                    <a:cubicBezTo>
                      <a:pt x="65" y="14"/>
                      <a:pt x="72" y="14"/>
                      <a:pt x="79" y="15"/>
                    </a:cubicBezTo>
                    <a:cubicBezTo>
                      <a:pt x="84" y="15"/>
                      <a:pt x="88" y="19"/>
                      <a:pt x="88" y="24"/>
                    </a:cubicBezTo>
                    <a:cubicBezTo>
                      <a:pt x="88" y="29"/>
                      <a:pt x="84" y="33"/>
                      <a:pt x="79" y="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9" name="Google Shape;4349;p50">
                <a:extLst>
                  <a:ext uri="{FF2B5EF4-FFF2-40B4-BE49-F238E27FC236}">
                    <a16:creationId xmlns:a16="http://schemas.microsoft.com/office/drawing/2014/main" id="{595F75FA-283D-5F36-47A3-18DCA3A28FC1}"/>
                  </a:ext>
                </a:extLst>
              </p:cNvPr>
              <p:cNvSpPr/>
              <p:nvPr/>
            </p:nvSpPr>
            <p:spPr>
              <a:xfrm>
                <a:off x="-344900" y="4174918"/>
                <a:ext cx="5940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165" h="135" extrusionOk="0">
                    <a:moveTo>
                      <a:pt x="27" y="115"/>
                    </a:moveTo>
                    <a:lnTo>
                      <a:pt x="28" y="115"/>
                    </a:lnTo>
                    <a:cubicBezTo>
                      <a:pt x="27" y="115"/>
                      <a:pt x="27" y="115"/>
                      <a:pt x="27" y="115"/>
                    </a:cubicBezTo>
                    <a:cubicBezTo>
                      <a:pt x="28" y="115"/>
                      <a:pt x="28" y="114"/>
                      <a:pt x="30" y="114"/>
                    </a:cubicBezTo>
                    <a:cubicBezTo>
                      <a:pt x="30" y="114"/>
                      <a:pt x="30" y="113"/>
                      <a:pt x="31" y="113"/>
                    </a:cubicBezTo>
                    <a:cubicBezTo>
                      <a:pt x="33" y="112"/>
                      <a:pt x="34" y="112"/>
                      <a:pt x="35" y="110"/>
                    </a:cubicBezTo>
                    <a:cubicBezTo>
                      <a:pt x="37" y="110"/>
                      <a:pt x="38" y="109"/>
                      <a:pt x="39" y="108"/>
                    </a:cubicBezTo>
                    <a:cubicBezTo>
                      <a:pt x="42" y="105"/>
                      <a:pt x="45" y="102"/>
                      <a:pt x="47" y="99"/>
                    </a:cubicBezTo>
                    <a:cubicBezTo>
                      <a:pt x="51" y="95"/>
                      <a:pt x="54" y="91"/>
                      <a:pt x="58" y="86"/>
                    </a:cubicBezTo>
                    <a:cubicBezTo>
                      <a:pt x="62" y="79"/>
                      <a:pt x="67" y="71"/>
                      <a:pt x="71" y="63"/>
                    </a:cubicBezTo>
                    <a:cubicBezTo>
                      <a:pt x="73" y="58"/>
                      <a:pt x="76" y="53"/>
                      <a:pt x="78" y="48"/>
                    </a:cubicBezTo>
                    <a:cubicBezTo>
                      <a:pt x="79" y="46"/>
                      <a:pt x="79" y="43"/>
                      <a:pt x="79" y="41"/>
                    </a:cubicBezTo>
                    <a:cubicBezTo>
                      <a:pt x="80" y="36"/>
                      <a:pt x="81" y="32"/>
                      <a:pt x="83" y="28"/>
                    </a:cubicBezTo>
                    <a:cubicBezTo>
                      <a:pt x="83" y="26"/>
                      <a:pt x="84" y="24"/>
                      <a:pt x="85" y="22"/>
                    </a:cubicBezTo>
                    <a:cubicBezTo>
                      <a:pt x="86" y="21"/>
                      <a:pt x="86" y="21"/>
                      <a:pt x="87" y="20"/>
                    </a:cubicBezTo>
                    <a:cubicBezTo>
                      <a:pt x="86" y="20"/>
                      <a:pt x="86" y="20"/>
                      <a:pt x="84" y="20"/>
                    </a:cubicBezTo>
                    <a:cubicBezTo>
                      <a:pt x="83" y="20"/>
                      <a:pt x="81" y="20"/>
                      <a:pt x="80" y="20"/>
                    </a:cubicBezTo>
                    <a:cubicBezTo>
                      <a:pt x="78" y="20"/>
                      <a:pt x="76" y="20"/>
                      <a:pt x="74" y="20"/>
                    </a:cubicBezTo>
                    <a:cubicBezTo>
                      <a:pt x="73" y="21"/>
                      <a:pt x="72" y="21"/>
                      <a:pt x="70" y="21"/>
                    </a:cubicBezTo>
                    <a:cubicBezTo>
                      <a:pt x="67" y="22"/>
                      <a:pt x="66" y="23"/>
                      <a:pt x="63" y="24"/>
                    </a:cubicBezTo>
                    <a:cubicBezTo>
                      <a:pt x="62" y="25"/>
                      <a:pt x="59" y="27"/>
                      <a:pt x="58" y="28"/>
                    </a:cubicBezTo>
                    <a:cubicBezTo>
                      <a:pt x="55" y="29"/>
                      <a:pt x="53" y="31"/>
                      <a:pt x="51" y="33"/>
                    </a:cubicBezTo>
                    <a:cubicBezTo>
                      <a:pt x="49" y="35"/>
                      <a:pt x="47" y="37"/>
                      <a:pt x="45" y="39"/>
                    </a:cubicBezTo>
                    <a:cubicBezTo>
                      <a:pt x="42" y="42"/>
                      <a:pt x="39" y="46"/>
                      <a:pt x="37" y="50"/>
                    </a:cubicBezTo>
                    <a:cubicBezTo>
                      <a:pt x="34" y="54"/>
                      <a:pt x="32" y="58"/>
                      <a:pt x="30" y="61"/>
                    </a:cubicBezTo>
                    <a:cubicBezTo>
                      <a:pt x="28" y="66"/>
                      <a:pt x="26" y="70"/>
                      <a:pt x="24" y="74"/>
                    </a:cubicBezTo>
                    <a:cubicBezTo>
                      <a:pt x="23" y="80"/>
                      <a:pt x="21" y="85"/>
                      <a:pt x="20" y="91"/>
                    </a:cubicBezTo>
                    <a:cubicBezTo>
                      <a:pt x="20" y="94"/>
                      <a:pt x="19" y="96"/>
                      <a:pt x="19" y="99"/>
                    </a:cubicBezTo>
                    <a:cubicBezTo>
                      <a:pt x="19" y="101"/>
                      <a:pt x="19" y="102"/>
                      <a:pt x="19" y="104"/>
                    </a:cubicBezTo>
                    <a:cubicBezTo>
                      <a:pt x="19" y="105"/>
                      <a:pt x="19" y="106"/>
                      <a:pt x="19" y="108"/>
                    </a:cubicBezTo>
                    <a:lnTo>
                      <a:pt x="19" y="107"/>
                    </a:lnTo>
                    <a:cubicBezTo>
                      <a:pt x="19" y="108"/>
                      <a:pt x="20" y="109"/>
                      <a:pt x="20" y="109"/>
                    </a:cubicBezTo>
                    <a:cubicBezTo>
                      <a:pt x="20" y="110"/>
                      <a:pt x="20" y="110"/>
                      <a:pt x="20" y="111"/>
                    </a:cubicBezTo>
                    <a:cubicBezTo>
                      <a:pt x="21" y="112"/>
                      <a:pt x="21" y="112"/>
                      <a:pt x="21" y="112"/>
                    </a:cubicBezTo>
                    <a:cubicBezTo>
                      <a:pt x="21" y="113"/>
                      <a:pt x="21" y="113"/>
                      <a:pt x="21" y="113"/>
                    </a:cubicBezTo>
                    <a:lnTo>
                      <a:pt x="22" y="113"/>
                    </a:lnTo>
                    <a:cubicBezTo>
                      <a:pt x="22" y="113"/>
                      <a:pt x="23" y="113"/>
                      <a:pt x="23" y="114"/>
                    </a:cubicBezTo>
                    <a:lnTo>
                      <a:pt x="24" y="115"/>
                    </a:lnTo>
                    <a:cubicBezTo>
                      <a:pt x="23" y="115"/>
                      <a:pt x="23" y="114"/>
                      <a:pt x="23" y="114"/>
                    </a:cubicBezTo>
                    <a:lnTo>
                      <a:pt x="24" y="115"/>
                    </a:lnTo>
                    <a:lnTo>
                      <a:pt x="25" y="115"/>
                    </a:lnTo>
                    <a:cubicBezTo>
                      <a:pt x="26" y="115"/>
                      <a:pt x="26" y="115"/>
                      <a:pt x="26" y="115"/>
                    </a:cubicBezTo>
                    <a:cubicBezTo>
                      <a:pt x="27" y="115"/>
                      <a:pt x="27" y="115"/>
                      <a:pt x="28" y="115"/>
                    </a:cubicBezTo>
                    <a:cubicBezTo>
                      <a:pt x="27" y="115"/>
                      <a:pt x="27" y="115"/>
                      <a:pt x="27" y="115"/>
                    </a:cubicBezTo>
                    <a:moveTo>
                      <a:pt x="20" y="133"/>
                    </a:moveTo>
                    <a:cubicBezTo>
                      <a:pt x="15" y="132"/>
                      <a:pt x="10" y="128"/>
                      <a:pt x="7" y="124"/>
                    </a:cubicBezTo>
                    <a:cubicBezTo>
                      <a:pt x="5" y="122"/>
                      <a:pt x="4" y="120"/>
                      <a:pt x="3" y="117"/>
                    </a:cubicBezTo>
                    <a:cubicBezTo>
                      <a:pt x="2" y="114"/>
                      <a:pt x="1" y="111"/>
                      <a:pt x="0" y="108"/>
                    </a:cubicBezTo>
                    <a:cubicBezTo>
                      <a:pt x="0" y="101"/>
                      <a:pt x="0" y="94"/>
                      <a:pt x="2" y="88"/>
                    </a:cubicBezTo>
                    <a:cubicBezTo>
                      <a:pt x="3" y="81"/>
                      <a:pt x="5" y="73"/>
                      <a:pt x="7" y="67"/>
                    </a:cubicBezTo>
                    <a:cubicBezTo>
                      <a:pt x="13" y="53"/>
                      <a:pt x="20" y="40"/>
                      <a:pt x="29" y="28"/>
                    </a:cubicBezTo>
                    <a:cubicBezTo>
                      <a:pt x="38" y="17"/>
                      <a:pt x="51" y="7"/>
                      <a:pt x="65" y="3"/>
                    </a:cubicBezTo>
                    <a:cubicBezTo>
                      <a:pt x="72" y="1"/>
                      <a:pt x="79" y="0"/>
                      <a:pt x="86" y="0"/>
                    </a:cubicBezTo>
                    <a:cubicBezTo>
                      <a:pt x="93" y="0"/>
                      <a:pt x="100" y="2"/>
                      <a:pt x="105" y="6"/>
                    </a:cubicBezTo>
                    <a:cubicBezTo>
                      <a:pt x="111" y="9"/>
                      <a:pt x="116" y="15"/>
                      <a:pt x="118" y="21"/>
                    </a:cubicBezTo>
                    <a:cubicBezTo>
                      <a:pt x="119" y="25"/>
                      <a:pt x="120" y="28"/>
                      <a:pt x="120" y="32"/>
                    </a:cubicBezTo>
                    <a:cubicBezTo>
                      <a:pt x="120" y="32"/>
                      <a:pt x="120" y="33"/>
                      <a:pt x="120" y="34"/>
                    </a:cubicBezTo>
                    <a:cubicBezTo>
                      <a:pt x="122" y="37"/>
                      <a:pt x="123" y="41"/>
                      <a:pt x="120" y="44"/>
                    </a:cubicBezTo>
                    <a:cubicBezTo>
                      <a:pt x="119" y="48"/>
                      <a:pt x="115" y="50"/>
                      <a:pt x="111" y="50"/>
                    </a:cubicBezTo>
                    <a:cubicBezTo>
                      <a:pt x="107" y="50"/>
                      <a:pt x="104" y="48"/>
                      <a:pt x="102" y="44"/>
                    </a:cubicBezTo>
                    <a:cubicBezTo>
                      <a:pt x="102" y="43"/>
                      <a:pt x="101" y="42"/>
                      <a:pt x="101" y="41"/>
                    </a:cubicBezTo>
                    <a:cubicBezTo>
                      <a:pt x="101" y="42"/>
                      <a:pt x="101" y="43"/>
                      <a:pt x="100" y="43"/>
                    </a:cubicBezTo>
                    <a:cubicBezTo>
                      <a:pt x="99" y="46"/>
                      <a:pt x="98" y="49"/>
                      <a:pt x="97" y="51"/>
                    </a:cubicBezTo>
                    <a:cubicBezTo>
                      <a:pt x="97" y="55"/>
                      <a:pt x="96" y="59"/>
                      <a:pt x="95" y="63"/>
                    </a:cubicBezTo>
                    <a:cubicBezTo>
                      <a:pt x="95" y="68"/>
                      <a:pt x="95" y="73"/>
                      <a:pt x="95" y="78"/>
                    </a:cubicBezTo>
                    <a:cubicBezTo>
                      <a:pt x="96" y="81"/>
                      <a:pt x="97" y="84"/>
                      <a:pt x="97" y="88"/>
                    </a:cubicBezTo>
                    <a:cubicBezTo>
                      <a:pt x="98" y="91"/>
                      <a:pt x="98" y="93"/>
                      <a:pt x="99" y="95"/>
                    </a:cubicBezTo>
                    <a:cubicBezTo>
                      <a:pt x="100" y="98"/>
                      <a:pt x="101" y="99"/>
                      <a:pt x="101" y="101"/>
                    </a:cubicBezTo>
                    <a:cubicBezTo>
                      <a:pt x="102" y="102"/>
                      <a:pt x="102" y="103"/>
                      <a:pt x="104" y="105"/>
                    </a:cubicBezTo>
                    <a:cubicBezTo>
                      <a:pt x="104" y="105"/>
                      <a:pt x="105" y="106"/>
                      <a:pt x="105" y="107"/>
                    </a:cubicBezTo>
                    <a:cubicBezTo>
                      <a:pt x="106" y="108"/>
                      <a:pt x="106" y="108"/>
                      <a:pt x="107" y="108"/>
                    </a:cubicBezTo>
                    <a:cubicBezTo>
                      <a:pt x="107" y="109"/>
                      <a:pt x="108" y="109"/>
                      <a:pt x="108" y="109"/>
                    </a:cubicBezTo>
                    <a:lnTo>
                      <a:pt x="109" y="109"/>
                    </a:lnTo>
                    <a:cubicBezTo>
                      <a:pt x="109" y="110"/>
                      <a:pt x="109" y="110"/>
                      <a:pt x="109" y="110"/>
                    </a:cubicBezTo>
                    <a:cubicBezTo>
                      <a:pt x="109" y="110"/>
                      <a:pt x="110" y="110"/>
                      <a:pt x="111" y="110"/>
                    </a:cubicBezTo>
                    <a:lnTo>
                      <a:pt x="112" y="110"/>
                    </a:lnTo>
                    <a:lnTo>
                      <a:pt x="113" y="110"/>
                    </a:lnTo>
                    <a:cubicBezTo>
                      <a:pt x="115" y="110"/>
                      <a:pt x="116" y="110"/>
                      <a:pt x="117" y="110"/>
                    </a:cubicBezTo>
                    <a:cubicBezTo>
                      <a:pt x="116" y="110"/>
                      <a:pt x="116" y="110"/>
                      <a:pt x="115" y="110"/>
                    </a:cubicBezTo>
                    <a:cubicBezTo>
                      <a:pt x="116" y="110"/>
                      <a:pt x="118" y="110"/>
                      <a:pt x="118" y="109"/>
                    </a:cubicBezTo>
                    <a:cubicBezTo>
                      <a:pt x="119" y="109"/>
                      <a:pt x="120" y="109"/>
                      <a:pt x="122" y="108"/>
                    </a:cubicBezTo>
                    <a:cubicBezTo>
                      <a:pt x="124" y="107"/>
                      <a:pt x="126" y="106"/>
                      <a:pt x="128" y="104"/>
                    </a:cubicBezTo>
                    <a:cubicBezTo>
                      <a:pt x="134" y="100"/>
                      <a:pt x="139" y="96"/>
                      <a:pt x="144" y="91"/>
                    </a:cubicBezTo>
                    <a:cubicBezTo>
                      <a:pt x="145" y="91"/>
                      <a:pt x="146" y="89"/>
                      <a:pt x="147" y="89"/>
                    </a:cubicBezTo>
                    <a:cubicBezTo>
                      <a:pt x="151" y="85"/>
                      <a:pt x="156" y="85"/>
                      <a:pt x="160" y="89"/>
                    </a:cubicBezTo>
                    <a:cubicBezTo>
                      <a:pt x="164" y="92"/>
                      <a:pt x="164" y="98"/>
                      <a:pt x="160" y="102"/>
                    </a:cubicBezTo>
                    <a:cubicBezTo>
                      <a:pt x="151" y="110"/>
                      <a:pt x="141" y="119"/>
                      <a:pt x="131" y="125"/>
                    </a:cubicBezTo>
                    <a:cubicBezTo>
                      <a:pt x="123" y="128"/>
                      <a:pt x="115" y="130"/>
                      <a:pt x="107" y="129"/>
                    </a:cubicBezTo>
                    <a:cubicBezTo>
                      <a:pt x="100" y="128"/>
                      <a:pt x="94" y="123"/>
                      <a:pt x="89" y="117"/>
                    </a:cubicBezTo>
                    <a:cubicBezTo>
                      <a:pt x="84" y="110"/>
                      <a:pt x="81" y="102"/>
                      <a:pt x="79" y="94"/>
                    </a:cubicBezTo>
                    <a:cubicBezTo>
                      <a:pt x="79" y="92"/>
                      <a:pt x="78" y="91"/>
                      <a:pt x="78" y="88"/>
                    </a:cubicBezTo>
                    <a:cubicBezTo>
                      <a:pt x="71" y="99"/>
                      <a:pt x="63" y="110"/>
                      <a:pt x="54" y="120"/>
                    </a:cubicBezTo>
                    <a:cubicBezTo>
                      <a:pt x="46" y="127"/>
                      <a:pt x="37" y="134"/>
                      <a:pt x="26" y="134"/>
                    </a:cubicBezTo>
                    <a:cubicBezTo>
                      <a:pt x="24" y="134"/>
                      <a:pt x="22" y="134"/>
                      <a:pt x="20" y="1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0" name="Google Shape;4350;p50">
                <a:extLst>
                  <a:ext uri="{FF2B5EF4-FFF2-40B4-BE49-F238E27FC236}">
                    <a16:creationId xmlns:a16="http://schemas.microsoft.com/office/drawing/2014/main" id="{D60F5EF9-7D1E-CFEE-12A9-F8CBADAD3596}"/>
                  </a:ext>
                </a:extLst>
              </p:cNvPr>
              <p:cNvSpPr/>
              <p:nvPr/>
            </p:nvSpPr>
            <p:spPr>
              <a:xfrm>
                <a:off x="-294500" y="4147198"/>
                <a:ext cx="32760" cy="121680"/>
              </a:xfrm>
              <a:custGeom>
                <a:avLst/>
                <a:gdLst/>
                <a:ahLst/>
                <a:cxnLst/>
                <a:rect l="l" t="t" r="r" b="b"/>
                <a:pathLst>
                  <a:path w="91" h="338" extrusionOk="0">
                    <a:moveTo>
                      <a:pt x="3" y="333"/>
                    </a:moveTo>
                    <a:cubicBezTo>
                      <a:pt x="0" y="329"/>
                      <a:pt x="1" y="323"/>
                      <a:pt x="5" y="320"/>
                    </a:cubicBezTo>
                    <a:cubicBezTo>
                      <a:pt x="11" y="316"/>
                      <a:pt x="17" y="312"/>
                      <a:pt x="22" y="307"/>
                    </a:cubicBezTo>
                    <a:cubicBezTo>
                      <a:pt x="27" y="303"/>
                      <a:pt x="31" y="299"/>
                      <a:pt x="35" y="294"/>
                    </a:cubicBezTo>
                    <a:cubicBezTo>
                      <a:pt x="35" y="295"/>
                      <a:pt x="34" y="295"/>
                      <a:pt x="34" y="295"/>
                    </a:cubicBezTo>
                    <a:cubicBezTo>
                      <a:pt x="40" y="288"/>
                      <a:pt x="45" y="282"/>
                      <a:pt x="50" y="274"/>
                    </a:cubicBezTo>
                    <a:cubicBezTo>
                      <a:pt x="50" y="275"/>
                      <a:pt x="50" y="275"/>
                      <a:pt x="50" y="275"/>
                    </a:cubicBezTo>
                    <a:lnTo>
                      <a:pt x="50" y="274"/>
                    </a:lnTo>
                    <a:cubicBezTo>
                      <a:pt x="54" y="268"/>
                      <a:pt x="57" y="263"/>
                      <a:pt x="60" y="257"/>
                    </a:cubicBezTo>
                    <a:cubicBezTo>
                      <a:pt x="63" y="253"/>
                      <a:pt x="64" y="247"/>
                      <a:pt x="66" y="243"/>
                    </a:cubicBezTo>
                    <a:cubicBezTo>
                      <a:pt x="68" y="239"/>
                      <a:pt x="69" y="234"/>
                      <a:pt x="70" y="230"/>
                    </a:cubicBezTo>
                    <a:cubicBezTo>
                      <a:pt x="71" y="225"/>
                      <a:pt x="71" y="219"/>
                      <a:pt x="72" y="215"/>
                    </a:cubicBezTo>
                    <a:cubicBezTo>
                      <a:pt x="73" y="205"/>
                      <a:pt x="73" y="195"/>
                      <a:pt x="71" y="185"/>
                    </a:cubicBezTo>
                    <a:cubicBezTo>
                      <a:pt x="71" y="173"/>
                      <a:pt x="69" y="161"/>
                      <a:pt x="67" y="150"/>
                    </a:cubicBezTo>
                    <a:lnTo>
                      <a:pt x="67" y="149"/>
                    </a:lnTo>
                    <a:cubicBezTo>
                      <a:pt x="64" y="138"/>
                      <a:pt x="61" y="127"/>
                      <a:pt x="59" y="117"/>
                    </a:cubicBezTo>
                    <a:cubicBezTo>
                      <a:pt x="57" y="113"/>
                      <a:pt x="56" y="110"/>
                      <a:pt x="55" y="106"/>
                    </a:cubicBezTo>
                    <a:cubicBezTo>
                      <a:pt x="54" y="103"/>
                      <a:pt x="53" y="99"/>
                      <a:pt x="51" y="95"/>
                    </a:cubicBezTo>
                    <a:cubicBezTo>
                      <a:pt x="49" y="90"/>
                      <a:pt x="47" y="84"/>
                      <a:pt x="45" y="79"/>
                    </a:cubicBezTo>
                    <a:cubicBezTo>
                      <a:pt x="43" y="74"/>
                      <a:pt x="41" y="69"/>
                      <a:pt x="39" y="64"/>
                    </a:cubicBezTo>
                    <a:cubicBezTo>
                      <a:pt x="36" y="56"/>
                      <a:pt x="31" y="46"/>
                      <a:pt x="27" y="38"/>
                    </a:cubicBezTo>
                    <a:cubicBezTo>
                      <a:pt x="27" y="37"/>
                      <a:pt x="26" y="36"/>
                      <a:pt x="25" y="35"/>
                    </a:cubicBezTo>
                    <a:cubicBezTo>
                      <a:pt x="24" y="34"/>
                      <a:pt x="23" y="33"/>
                      <a:pt x="22" y="32"/>
                    </a:cubicBezTo>
                    <a:cubicBezTo>
                      <a:pt x="21" y="29"/>
                      <a:pt x="19" y="27"/>
                      <a:pt x="18" y="24"/>
                    </a:cubicBezTo>
                    <a:cubicBezTo>
                      <a:pt x="16" y="21"/>
                      <a:pt x="14" y="17"/>
                      <a:pt x="13" y="14"/>
                    </a:cubicBezTo>
                    <a:cubicBezTo>
                      <a:pt x="11" y="10"/>
                      <a:pt x="14" y="5"/>
                      <a:pt x="17" y="3"/>
                    </a:cubicBezTo>
                    <a:cubicBezTo>
                      <a:pt x="21" y="0"/>
                      <a:pt x="26" y="1"/>
                      <a:pt x="29" y="4"/>
                    </a:cubicBezTo>
                    <a:cubicBezTo>
                      <a:pt x="34" y="9"/>
                      <a:pt x="37" y="15"/>
                      <a:pt x="40" y="20"/>
                    </a:cubicBezTo>
                    <a:cubicBezTo>
                      <a:pt x="42" y="24"/>
                      <a:pt x="44" y="28"/>
                      <a:pt x="46" y="32"/>
                    </a:cubicBezTo>
                    <a:cubicBezTo>
                      <a:pt x="48" y="37"/>
                      <a:pt x="50" y="42"/>
                      <a:pt x="52" y="47"/>
                    </a:cubicBezTo>
                    <a:cubicBezTo>
                      <a:pt x="56" y="56"/>
                      <a:pt x="60" y="66"/>
                      <a:pt x="63" y="75"/>
                    </a:cubicBezTo>
                    <a:cubicBezTo>
                      <a:pt x="71" y="97"/>
                      <a:pt x="78" y="119"/>
                      <a:pt x="84" y="142"/>
                    </a:cubicBezTo>
                    <a:cubicBezTo>
                      <a:pt x="88" y="161"/>
                      <a:pt x="90" y="181"/>
                      <a:pt x="90" y="201"/>
                    </a:cubicBezTo>
                    <a:cubicBezTo>
                      <a:pt x="90" y="211"/>
                      <a:pt x="89" y="221"/>
                      <a:pt x="88" y="230"/>
                    </a:cubicBezTo>
                    <a:cubicBezTo>
                      <a:pt x="87" y="240"/>
                      <a:pt x="83" y="249"/>
                      <a:pt x="80" y="259"/>
                    </a:cubicBezTo>
                    <a:cubicBezTo>
                      <a:pt x="71" y="277"/>
                      <a:pt x="60" y="293"/>
                      <a:pt x="46" y="308"/>
                    </a:cubicBezTo>
                    <a:cubicBezTo>
                      <a:pt x="41" y="314"/>
                      <a:pt x="35" y="320"/>
                      <a:pt x="29" y="326"/>
                    </a:cubicBezTo>
                    <a:cubicBezTo>
                      <a:pt x="24" y="328"/>
                      <a:pt x="20" y="331"/>
                      <a:pt x="16" y="335"/>
                    </a:cubicBezTo>
                    <a:cubicBezTo>
                      <a:pt x="14" y="336"/>
                      <a:pt x="13" y="337"/>
                      <a:pt x="10" y="337"/>
                    </a:cubicBezTo>
                    <a:cubicBezTo>
                      <a:pt x="8" y="337"/>
                      <a:pt x="5" y="335"/>
                      <a:pt x="3" y="3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1" name="Google Shape;4351;p50">
                <a:extLst>
                  <a:ext uri="{FF2B5EF4-FFF2-40B4-BE49-F238E27FC236}">
                    <a16:creationId xmlns:a16="http://schemas.microsoft.com/office/drawing/2014/main" id="{4F2AF401-B55D-CD05-8FDF-E2E5EF06D0BF}"/>
                  </a:ext>
                </a:extLst>
              </p:cNvPr>
              <p:cNvSpPr/>
              <p:nvPr/>
            </p:nvSpPr>
            <p:spPr>
              <a:xfrm>
                <a:off x="-217100" y="3996718"/>
                <a:ext cx="6768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188" h="120" extrusionOk="0">
                    <a:moveTo>
                      <a:pt x="27" y="100"/>
                    </a:moveTo>
                    <a:cubicBezTo>
                      <a:pt x="27" y="100"/>
                      <a:pt x="28" y="100"/>
                      <a:pt x="28" y="99"/>
                    </a:cubicBezTo>
                    <a:cubicBezTo>
                      <a:pt x="29" y="99"/>
                      <a:pt x="29" y="99"/>
                      <a:pt x="29" y="99"/>
                    </a:cubicBezTo>
                    <a:cubicBezTo>
                      <a:pt x="30" y="99"/>
                      <a:pt x="31" y="99"/>
                      <a:pt x="32" y="98"/>
                    </a:cubicBezTo>
                    <a:lnTo>
                      <a:pt x="34" y="97"/>
                    </a:lnTo>
                    <a:cubicBezTo>
                      <a:pt x="35" y="96"/>
                      <a:pt x="36" y="95"/>
                      <a:pt x="38" y="94"/>
                    </a:cubicBezTo>
                    <a:cubicBezTo>
                      <a:pt x="40" y="92"/>
                      <a:pt x="42" y="90"/>
                      <a:pt x="44" y="88"/>
                    </a:cubicBezTo>
                    <a:cubicBezTo>
                      <a:pt x="47" y="85"/>
                      <a:pt x="49" y="81"/>
                      <a:pt x="52" y="77"/>
                    </a:cubicBezTo>
                    <a:cubicBezTo>
                      <a:pt x="56" y="71"/>
                      <a:pt x="60" y="64"/>
                      <a:pt x="64" y="57"/>
                    </a:cubicBezTo>
                    <a:cubicBezTo>
                      <a:pt x="65" y="54"/>
                      <a:pt x="67" y="50"/>
                      <a:pt x="68" y="47"/>
                    </a:cubicBezTo>
                    <a:cubicBezTo>
                      <a:pt x="67" y="46"/>
                      <a:pt x="66" y="45"/>
                      <a:pt x="64" y="43"/>
                    </a:cubicBezTo>
                    <a:cubicBezTo>
                      <a:pt x="64" y="41"/>
                      <a:pt x="64" y="39"/>
                      <a:pt x="64" y="37"/>
                    </a:cubicBezTo>
                    <a:cubicBezTo>
                      <a:pt x="63" y="35"/>
                      <a:pt x="63" y="33"/>
                      <a:pt x="63" y="31"/>
                    </a:cubicBezTo>
                    <a:cubicBezTo>
                      <a:pt x="63" y="30"/>
                      <a:pt x="62" y="29"/>
                      <a:pt x="62" y="27"/>
                    </a:cubicBezTo>
                    <a:cubicBezTo>
                      <a:pt x="61" y="27"/>
                      <a:pt x="61" y="27"/>
                      <a:pt x="61" y="27"/>
                    </a:cubicBezTo>
                    <a:lnTo>
                      <a:pt x="62" y="27"/>
                    </a:lnTo>
                    <a:cubicBezTo>
                      <a:pt x="61" y="26"/>
                      <a:pt x="61" y="26"/>
                      <a:pt x="61" y="25"/>
                    </a:cubicBezTo>
                    <a:cubicBezTo>
                      <a:pt x="60" y="25"/>
                      <a:pt x="60" y="24"/>
                      <a:pt x="59" y="23"/>
                    </a:cubicBezTo>
                    <a:lnTo>
                      <a:pt x="60" y="24"/>
                    </a:lnTo>
                    <a:cubicBezTo>
                      <a:pt x="59" y="23"/>
                      <a:pt x="59" y="23"/>
                      <a:pt x="59" y="23"/>
                    </a:cubicBezTo>
                    <a:cubicBezTo>
                      <a:pt x="58" y="22"/>
                      <a:pt x="58" y="22"/>
                      <a:pt x="57" y="22"/>
                    </a:cubicBezTo>
                    <a:lnTo>
                      <a:pt x="56" y="21"/>
                    </a:lnTo>
                    <a:cubicBezTo>
                      <a:pt x="56" y="21"/>
                      <a:pt x="55" y="21"/>
                      <a:pt x="54" y="20"/>
                    </a:cubicBezTo>
                    <a:cubicBezTo>
                      <a:pt x="55" y="20"/>
                      <a:pt x="55" y="20"/>
                      <a:pt x="55" y="20"/>
                    </a:cubicBezTo>
                    <a:lnTo>
                      <a:pt x="54" y="20"/>
                    </a:lnTo>
                    <a:lnTo>
                      <a:pt x="53" y="20"/>
                    </a:lnTo>
                    <a:lnTo>
                      <a:pt x="52" y="20"/>
                    </a:lnTo>
                    <a:cubicBezTo>
                      <a:pt x="52" y="20"/>
                      <a:pt x="51" y="20"/>
                      <a:pt x="50" y="20"/>
                    </a:cubicBezTo>
                    <a:lnTo>
                      <a:pt x="49" y="21"/>
                    </a:lnTo>
                    <a:cubicBezTo>
                      <a:pt x="48" y="21"/>
                      <a:pt x="48" y="22"/>
                      <a:pt x="47" y="22"/>
                    </a:cubicBezTo>
                    <a:cubicBezTo>
                      <a:pt x="46" y="22"/>
                      <a:pt x="46" y="22"/>
                      <a:pt x="45" y="23"/>
                    </a:cubicBezTo>
                    <a:cubicBezTo>
                      <a:pt x="44" y="24"/>
                      <a:pt x="42" y="25"/>
                      <a:pt x="41" y="26"/>
                    </a:cubicBezTo>
                    <a:cubicBezTo>
                      <a:pt x="40" y="27"/>
                      <a:pt x="39" y="28"/>
                      <a:pt x="38" y="29"/>
                    </a:cubicBezTo>
                    <a:cubicBezTo>
                      <a:pt x="36" y="31"/>
                      <a:pt x="35" y="33"/>
                      <a:pt x="33" y="36"/>
                    </a:cubicBezTo>
                    <a:cubicBezTo>
                      <a:pt x="32" y="38"/>
                      <a:pt x="30" y="40"/>
                      <a:pt x="29" y="43"/>
                    </a:cubicBezTo>
                    <a:cubicBezTo>
                      <a:pt x="27" y="46"/>
                      <a:pt x="26" y="50"/>
                      <a:pt x="25" y="52"/>
                    </a:cubicBezTo>
                    <a:cubicBezTo>
                      <a:pt x="23" y="57"/>
                      <a:pt x="22" y="62"/>
                      <a:pt x="21" y="66"/>
                    </a:cubicBezTo>
                    <a:lnTo>
                      <a:pt x="21" y="65"/>
                    </a:lnTo>
                    <a:cubicBezTo>
                      <a:pt x="20" y="71"/>
                      <a:pt x="20" y="76"/>
                      <a:pt x="19" y="82"/>
                    </a:cubicBezTo>
                    <a:cubicBezTo>
                      <a:pt x="19" y="84"/>
                      <a:pt x="19" y="86"/>
                      <a:pt x="19" y="89"/>
                    </a:cubicBezTo>
                    <a:cubicBezTo>
                      <a:pt x="20" y="90"/>
                      <a:pt x="20" y="92"/>
                      <a:pt x="20" y="93"/>
                    </a:cubicBezTo>
                    <a:lnTo>
                      <a:pt x="20" y="94"/>
                    </a:lnTo>
                    <a:cubicBezTo>
                      <a:pt x="20" y="95"/>
                      <a:pt x="21" y="96"/>
                      <a:pt x="21" y="96"/>
                    </a:cubicBezTo>
                    <a:lnTo>
                      <a:pt x="21" y="97"/>
                    </a:lnTo>
                    <a:cubicBezTo>
                      <a:pt x="21" y="97"/>
                      <a:pt x="22" y="97"/>
                      <a:pt x="22" y="98"/>
                    </a:cubicBezTo>
                    <a:cubicBezTo>
                      <a:pt x="22" y="99"/>
                      <a:pt x="23" y="99"/>
                      <a:pt x="23" y="99"/>
                    </a:cubicBezTo>
                    <a:lnTo>
                      <a:pt x="24" y="99"/>
                    </a:lnTo>
                    <a:cubicBezTo>
                      <a:pt x="25" y="99"/>
                      <a:pt x="25" y="99"/>
                      <a:pt x="25" y="100"/>
                    </a:cubicBezTo>
                    <a:lnTo>
                      <a:pt x="26" y="100"/>
                    </a:lnTo>
                    <a:cubicBezTo>
                      <a:pt x="27" y="100"/>
                      <a:pt x="27" y="100"/>
                      <a:pt x="27" y="100"/>
                    </a:cubicBezTo>
                    <a:cubicBezTo>
                      <a:pt x="26" y="100"/>
                      <a:pt x="26" y="100"/>
                      <a:pt x="26" y="100"/>
                    </a:cubicBezTo>
                    <a:lnTo>
                      <a:pt x="27" y="100"/>
                    </a:lnTo>
                    <a:cubicBezTo>
                      <a:pt x="26" y="100"/>
                      <a:pt x="26" y="100"/>
                      <a:pt x="26" y="100"/>
                    </a:cubicBezTo>
                    <a:lnTo>
                      <a:pt x="27" y="100"/>
                    </a:lnTo>
                    <a:moveTo>
                      <a:pt x="4" y="105"/>
                    </a:moveTo>
                    <a:cubicBezTo>
                      <a:pt x="1" y="100"/>
                      <a:pt x="0" y="94"/>
                      <a:pt x="0" y="88"/>
                    </a:cubicBezTo>
                    <a:cubicBezTo>
                      <a:pt x="0" y="80"/>
                      <a:pt x="1" y="72"/>
                      <a:pt x="2" y="64"/>
                    </a:cubicBezTo>
                    <a:cubicBezTo>
                      <a:pt x="5" y="51"/>
                      <a:pt x="10" y="37"/>
                      <a:pt x="17" y="25"/>
                    </a:cubicBezTo>
                    <a:cubicBezTo>
                      <a:pt x="24" y="15"/>
                      <a:pt x="33" y="5"/>
                      <a:pt x="45" y="2"/>
                    </a:cubicBezTo>
                    <a:cubicBezTo>
                      <a:pt x="53" y="0"/>
                      <a:pt x="60" y="1"/>
                      <a:pt x="67" y="5"/>
                    </a:cubicBezTo>
                    <a:cubicBezTo>
                      <a:pt x="69" y="2"/>
                      <a:pt x="72" y="0"/>
                      <a:pt x="76" y="0"/>
                    </a:cubicBezTo>
                    <a:cubicBezTo>
                      <a:pt x="81" y="0"/>
                      <a:pt x="86" y="4"/>
                      <a:pt x="86" y="9"/>
                    </a:cubicBezTo>
                    <a:cubicBezTo>
                      <a:pt x="86" y="11"/>
                      <a:pt x="86" y="13"/>
                      <a:pt x="86" y="15"/>
                    </a:cubicBezTo>
                    <a:cubicBezTo>
                      <a:pt x="85" y="20"/>
                      <a:pt x="85" y="25"/>
                      <a:pt x="84" y="30"/>
                    </a:cubicBezTo>
                    <a:cubicBezTo>
                      <a:pt x="88" y="32"/>
                      <a:pt x="91" y="36"/>
                      <a:pt x="91" y="40"/>
                    </a:cubicBezTo>
                    <a:cubicBezTo>
                      <a:pt x="92" y="46"/>
                      <a:pt x="91" y="52"/>
                      <a:pt x="92" y="58"/>
                    </a:cubicBezTo>
                    <a:cubicBezTo>
                      <a:pt x="92" y="60"/>
                      <a:pt x="92" y="62"/>
                      <a:pt x="92" y="64"/>
                    </a:cubicBezTo>
                    <a:lnTo>
                      <a:pt x="92" y="63"/>
                    </a:lnTo>
                    <a:cubicBezTo>
                      <a:pt x="92" y="64"/>
                      <a:pt x="92" y="65"/>
                      <a:pt x="93" y="66"/>
                    </a:cubicBezTo>
                    <a:cubicBezTo>
                      <a:pt x="93" y="67"/>
                      <a:pt x="94" y="68"/>
                      <a:pt x="94" y="69"/>
                    </a:cubicBezTo>
                    <a:cubicBezTo>
                      <a:pt x="95" y="70"/>
                      <a:pt x="95" y="71"/>
                      <a:pt x="96" y="72"/>
                    </a:cubicBezTo>
                    <a:cubicBezTo>
                      <a:pt x="96" y="72"/>
                      <a:pt x="96" y="73"/>
                      <a:pt x="97" y="73"/>
                    </a:cubicBezTo>
                    <a:lnTo>
                      <a:pt x="98" y="74"/>
                    </a:lnTo>
                    <a:cubicBezTo>
                      <a:pt x="98" y="74"/>
                      <a:pt x="97" y="74"/>
                      <a:pt x="97" y="73"/>
                    </a:cubicBezTo>
                    <a:cubicBezTo>
                      <a:pt x="98" y="74"/>
                      <a:pt x="98" y="75"/>
                      <a:pt x="99" y="75"/>
                    </a:cubicBezTo>
                    <a:cubicBezTo>
                      <a:pt x="99" y="76"/>
                      <a:pt x="100" y="76"/>
                      <a:pt x="101" y="77"/>
                    </a:cubicBezTo>
                    <a:cubicBezTo>
                      <a:pt x="102" y="78"/>
                      <a:pt x="103" y="78"/>
                      <a:pt x="103" y="79"/>
                    </a:cubicBezTo>
                    <a:cubicBezTo>
                      <a:pt x="105" y="79"/>
                      <a:pt x="106" y="80"/>
                      <a:pt x="108" y="80"/>
                    </a:cubicBezTo>
                    <a:cubicBezTo>
                      <a:pt x="110" y="81"/>
                      <a:pt x="112" y="82"/>
                      <a:pt x="114" y="82"/>
                    </a:cubicBezTo>
                    <a:cubicBezTo>
                      <a:pt x="116" y="82"/>
                      <a:pt x="117" y="82"/>
                      <a:pt x="119" y="83"/>
                    </a:cubicBezTo>
                    <a:cubicBezTo>
                      <a:pt x="120" y="83"/>
                      <a:pt x="122" y="83"/>
                      <a:pt x="124" y="83"/>
                    </a:cubicBezTo>
                    <a:cubicBezTo>
                      <a:pt x="126" y="82"/>
                      <a:pt x="128" y="82"/>
                      <a:pt x="130" y="82"/>
                    </a:cubicBezTo>
                    <a:cubicBezTo>
                      <a:pt x="133" y="81"/>
                      <a:pt x="135" y="80"/>
                      <a:pt x="137" y="80"/>
                    </a:cubicBezTo>
                    <a:cubicBezTo>
                      <a:pt x="140" y="79"/>
                      <a:pt x="144" y="77"/>
                      <a:pt x="147" y="76"/>
                    </a:cubicBezTo>
                    <a:cubicBezTo>
                      <a:pt x="152" y="73"/>
                      <a:pt x="157" y="70"/>
                      <a:pt x="162" y="67"/>
                    </a:cubicBezTo>
                    <a:cubicBezTo>
                      <a:pt x="165" y="65"/>
                      <a:pt x="168" y="62"/>
                      <a:pt x="171" y="60"/>
                    </a:cubicBezTo>
                    <a:cubicBezTo>
                      <a:pt x="175" y="57"/>
                      <a:pt x="181" y="58"/>
                      <a:pt x="184" y="62"/>
                    </a:cubicBezTo>
                    <a:cubicBezTo>
                      <a:pt x="187" y="66"/>
                      <a:pt x="187" y="72"/>
                      <a:pt x="183" y="75"/>
                    </a:cubicBezTo>
                    <a:cubicBezTo>
                      <a:pt x="162" y="92"/>
                      <a:pt x="137" y="106"/>
                      <a:pt x="109" y="101"/>
                    </a:cubicBezTo>
                    <a:cubicBezTo>
                      <a:pt x="102" y="99"/>
                      <a:pt x="95" y="97"/>
                      <a:pt x="89" y="93"/>
                    </a:cubicBezTo>
                    <a:cubicBezTo>
                      <a:pt x="83" y="88"/>
                      <a:pt x="78" y="82"/>
                      <a:pt x="75" y="75"/>
                    </a:cubicBezTo>
                    <a:cubicBezTo>
                      <a:pt x="74" y="77"/>
                      <a:pt x="73" y="79"/>
                      <a:pt x="72" y="81"/>
                    </a:cubicBezTo>
                    <a:cubicBezTo>
                      <a:pt x="69" y="86"/>
                      <a:pt x="66" y="91"/>
                      <a:pt x="63" y="95"/>
                    </a:cubicBezTo>
                    <a:cubicBezTo>
                      <a:pt x="55" y="106"/>
                      <a:pt x="45" y="115"/>
                      <a:pt x="33" y="118"/>
                    </a:cubicBezTo>
                    <a:cubicBezTo>
                      <a:pt x="31" y="119"/>
                      <a:pt x="29" y="119"/>
                      <a:pt x="27" y="119"/>
                    </a:cubicBezTo>
                    <a:cubicBezTo>
                      <a:pt x="17" y="119"/>
                      <a:pt x="8" y="114"/>
                      <a:pt x="4" y="1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2" name="Google Shape;4352;p50">
                <a:extLst>
                  <a:ext uri="{FF2B5EF4-FFF2-40B4-BE49-F238E27FC236}">
                    <a16:creationId xmlns:a16="http://schemas.microsoft.com/office/drawing/2014/main" id="{DCC00C29-8183-F186-2D7C-459266608EDD}"/>
                  </a:ext>
                </a:extLst>
              </p:cNvPr>
              <p:cNvSpPr/>
              <p:nvPr/>
            </p:nvSpPr>
            <p:spPr>
              <a:xfrm>
                <a:off x="-612380" y="3865318"/>
                <a:ext cx="59400" cy="76680"/>
              </a:xfrm>
              <a:custGeom>
                <a:avLst/>
                <a:gdLst/>
                <a:ahLst/>
                <a:cxnLst/>
                <a:rect l="l" t="t" r="r" b="b"/>
                <a:pathLst>
                  <a:path w="165" h="213" extrusionOk="0">
                    <a:moveTo>
                      <a:pt x="51" y="193"/>
                    </a:moveTo>
                    <a:cubicBezTo>
                      <a:pt x="52" y="193"/>
                      <a:pt x="53" y="193"/>
                      <a:pt x="55" y="193"/>
                    </a:cubicBezTo>
                    <a:cubicBezTo>
                      <a:pt x="57" y="192"/>
                      <a:pt x="58" y="191"/>
                      <a:pt x="60" y="191"/>
                    </a:cubicBezTo>
                    <a:cubicBezTo>
                      <a:pt x="63" y="190"/>
                      <a:pt x="65" y="189"/>
                      <a:pt x="68" y="188"/>
                    </a:cubicBezTo>
                    <a:cubicBezTo>
                      <a:pt x="70" y="187"/>
                      <a:pt x="73" y="185"/>
                      <a:pt x="75" y="183"/>
                    </a:cubicBezTo>
                    <a:cubicBezTo>
                      <a:pt x="80" y="180"/>
                      <a:pt x="85" y="176"/>
                      <a:pt x="89" y="173"/>
                    </a:cubicBezTo>
                    <a:cubicBezTo>
                      <a:pt x="95" y="168"/>
                      <a:pt x="100" y="162"/>
                      <a:pt x="105" y="157"/>
                    </a:cubicBezTo>
                    <a:cubicBezTo>
                      <a:pt x="111" y="150"/>
                      <a:pt x="116" y="144"/>
                      <a:pt x="120" y="137"/>
                    </a:cubicBezTo>
                    <a:cubicBezTo>
                      <a:pt x="120" y="137"/>
                      <a:pt x="121" y="137"/>
                      <a:pt x="121" y="136"/>
                    </a:cubicBezTo>
                    <a:cubicBezTo>
                      <a:pt x="121" y="137"/>
                      <a:pt x="121" y="137"/>
                      <a:pt x="120" y="137"/>
                    </a:cubicBezTo>
                    <a:cubicBezTo>
                      <a:pt x="125" y="130"/>
                      <a:pt x="129" y="123"/>
                      <a:pt x="132" y="116"/>
                    </a:cubicBezTo>
                    <a:cubicBezTo>
                      <a:pt x="135" y="111"/>
                      <a:pt x="138" y="105"/>
                      <a:pt x="139" y="100"/>
                    </a:cubicBezTo>
                    <a:lnTo>
                      <a:pt x="139" y="99"/>
                    </a:lnTo>
                    <a:lnTo>
                      <a:pt x="140" y="99"/>
                    </a:lnTo>
                    <a:cubicBezTo>
                      <a:pt x="139" y="99"/>
                      <a:pt x="139" y="99"/>
                      <a:pt x="139" y="99"/>
                    </a:cubicBezTo>
                    <a:cubicBezTo>
                      <a:pt x="141" y="94"/>
                      <a:pt x="143" y="89"/>
                      <a:pt x="144" y="83"/>
                    </a:cubicBezTo>
                    <a:cubicBezTo>
                      <a:pt x="144" y="84"/>
                      <a:pt x="144" y="84"/>
                      <a:pt x="144" y="84"/>
                    </a:cubicBezTo>
                    <a:cubicBezTo>
                      <a:pt x="145" y="80"/>
                      <a:pt x="145" y="76"/>
                      <a:pt x="145" y="71"/>
                    </a:cubicBezTo>
                    <a:cubicBezTo>
                      <a:pt x="146" y="67"/>
                      <a:pt x="146" y="63"/>
                      <a:pt x="145" y="59"/>
                    </a:cubicBezTo>
                    <a:cubicBezTo>
                      <a:pt x="145" y="55"/>
                      <a:pt x="145" y="52"/>
                      <a:pt x="144" y="49"/>
                    </a:cubicBezTo>
                    <a:cubicBezTo>
                      <a:pt x="144" y="45"/>
                      <a:pt x="143" y="42"/>
                      <a:pt x="142" y="39"/>
                    </a:cubicBezTo>
                    <a:cubicBezTo>
                      <a:pt x="141" y="38"/>
                      <a:pt x="141" y="38"/>
                      <a:pt x="141" y="37"/>
                    </a:cubicBezTo>
                    <a:cubicBezTo>
                      <a:pt x="140" y="36"/>
                      <a:pt x="139" y="34"/>
                      <a:pt x="138" y="33"/>
                    </a:cubicBezTo>
                    <a:cubicBezTo>
                      <a:pt x="137" y="32"/>
                      <a:pt x="137" y="31"/>
                      <a:pt x="135" y="29"/>
                    </a:cubicBezTo>
                    <a:cubicBezTo>
                      <a:pt x="134" y="28"/>
                      <a:pt x="132" y="27"/>
                      <a:pt x="131" y="25"/>
                    </a:cubicBezTo>
                    <a:cubicBezTo>
                      <a:pt x="130" y="24"/>
                      <a:pt x="128" y="22"/>
                      <a:pt x="126" y="21"/>
                    </a:cubicBezTo>
                    <a:cubicBezTo>
                      <a:pt x="127" y="21"/>
                      <a:pt x="127" y="21"/>
                      <a:pt x="127" y="22"/>
                    </a:cubicBezTo>
                    <a:cubicBezTo>
                      <a:pt x="127" y="21"/>
                      <a:pt x="126" y="21"/>
                      <a:pt x="125" y="20"/>
                    </a:cubicBezTo>
                    <a:cubicBezTo>
                      <a:pt x="124" y="20"/>
                      <a:pt x="123" y="20"/>
                      <a:pt x="123" y="20"/>
                    </a:cubicBezTo>
                    <a:cubicBezTo>
                      <a:pt x="122" y="19"/>
                      <a:pt x="121" y="19"/>
                      <a:pt x="120" y="18"/>
                    </a:cubicBezTo>
                    <a:cubicBezTo>
                      <a:pt x="119" y="18"/>
                      <a:pt x="118" y="18"/>
                      <a:pt x="117" y="18"/>
                    </a:cubicBezTo>
                    <a:cubicBezTo>
                      <a:pt x="116" y="18"/>
                      <a:pt x="115" y="18"/>
                      <a:pt x="114" y="18"/>
                    </a:cubicBezTo>
                    <a:cubicBezTo>
                      <a:pt x="113" y="18"/>
                      <a:pt x="111" y="18"/>
                      <a:pt x="110" y="19"/>
                    </a:cubicBezTo>
                    <a:cubicBezTo>
                      <a:pt x="108" y="20"/>
                      <a:pt x="106" y="20"/>
                      <a:pt x="104" y="21"/>
                    </a:cubicBezTo>
                    <a:cubicBezTo>
                      <a:pt x="102" y="21"/>
                      <a:pt x="101" y="22"/>
                      <a:pt x="99" y="22"/>
                    </a:cubicBezTo>
                    <a:cubicBezTo>
                      <a:pt x="97" y="24"/>
                      <a:pt x="95" y="25"/>
                      <a:pt x="92" y="27"/>
                    </a:cubicBezTo>
                    <a:cubicBezTo>
                      <a:pt x="89" y="29"/>
                      <a:pt x="85" y="32"/>
                      <a:pt x="81" y="35"/>
                    </a:cubicBezTo>
                    <a:lnTo>
                      <a:pt x="82" y="35"/>
                    </a:lnTo>
                    <a:cubicBezTo>
                      <a:pt x="79" y="38"/>
                      <a:pt x="76" y="41"/>
                      <a:pt x="73" y="44"/>
                    </a:cubicBezTo>
                    <a:cubicBezTo>
                      <a:pt x="73" y="45"/>
                      <a:pt x="73" y="45"/>
                      <a:pt x="73" y="46"/>
                    </a:cubicBezTo>
                    <a:cubicBezTo>
                      <a:pt x="73" y="52"/>
                      <a:pt x="68" y="56"/>
                      <a:pt x="63" y="56"/>
                    </a:cubicBezTo>
                    <a:lnTo>
                      <a:pt x="62" y="56"/>
                    </a:lnTo>
                    <a:cubicBezTo>
                      <a:pt x="58" y="61"/>
                      <a:pt x="54" y="66"/>
                      <a:pt x="51" y="71"/>
                    </a:cubicBezTo>
                    <a:cubicBezTo>
                      <a:pt x="44" y="80"/>
                      <a:pt x="39" y="90"/>
                      <a:pt x="33" y="100"/>
                    </a:cubicBezTo>
                    <a:cubicBezTo>
                      <a:pt x="31" y="103"/>
                      <a:pt x="29" y="106"/>
                      <a:pt x="27" y="110"/>
                    </a:cubicBezTo>
                    <a:cubicBezTo>
                      <a:pt x="26" y="113"/>
                      <a:pt x="26" y="116"/>
                      <a:pt x="25" y="119"/>
                    </a:cubicBezTo>
                    <a:cubicBezTo>
                      <a:pt x="25" y="118"/>
                      <a:pt x="25" y="117"/>
                      <a:pt x="25" y="117"/>
                    </a:cubicBezTo>
                    <a:cubicBezTo>
                      <a:pt x="24" y="122"/>
                      <a:pt x="23" y="127"/>
                      <a:pt x="23" y="131"/>
                    </a:cubicBezTo>
                    <a:cubicBezTo>
                      <a:pt x="22" y="137"/>
                      <a:pt x="22" y="143"/>
                      <a:pt x="21" y="148"/>
                    </a:cubicBezTo>
                    <a:cubicBezTo>
                      <a:pt x="21" y="152"/>
                      <a:pt x="21" y="157"/>
                      <a:pt x="21" y="162"/>
                    </a:cubicBezTo>
                    <a:cubicBezTo>
                      <a:pt x="21" y="164"/>
                      <a:pt x="22" y="167"/>
                      <a:pt x="22" y="169"/>
                    </a:cubicBezTo>
                    <a:cubicBezTo>
                      <a:pt x="22" y="171"/>
                      <a:pt x="23" y="173"/>
                      <a:pt x="23" y="175"/>
                    </a:cubicBezTo>
                    <a:cubicBezTo>
                      <a:pt x="24" y="176"/>
                      <a:pt x="25" y="178"/>
                      <a:pt x="25" y="179"/>
                    </a:cubicBezTo>
                    <a:cubicBezTo>
                      <a:pt x="26" y="180"/>
                      <a:pt x="26" y="182"/>
                      <a:pt x="28" y="183"/>
                    </a:cubicBezTo>
                    <a:lnTo>
                      <a:pt x="29" y="184"/>
                    </a:lnTo>
                    <a:cubicBezTo>
                      <a:pt x="29" y="185"/>
                      <a:pt x="30" y="186"/>
                      <a:pt x="31" y="187"/>
                    </a:cubicBezTo>
                    <a:cubicBezTo>
                      <a:pt x="32" y="187"/>
                      <a:pt x="33" y="188"/>
                      <a:pt x="34" y="189"/>
                    </a:cubicBezTo>
                    <a:cubicBezTo>
                      <a:pt x="35" y="189"/>
                      <a:pt x="36" y="190"/>
                      <a:pt x="37" y="191"/>
                    </a:cubicBezTo>
                    <a:cubicBezTo>
                      <a:pt x="38" y="191"/>
                      <a:pt x="39" y="191"/>
                      <a:pt x="39" y="191"/>
                    </a:cubicBezTo>
                    <a:cubicBezTo>
                      <a:pt x="40" y="192"/>
                      <a:pt x="42" y="192"/>
                      <a:pt x="43" y="193"/>
                    </a:cubicBezTo>
                    <a:cubicBezTo>
                      <a:pt x="44" y="193"/>
                      <a:pt x="46" y="193"/>
                      <a:pt x="47" y="193"/>
                    </a:cubicBezTo>
                    <a:cubicBezTo>
                      <a:pt x="48" y="193"/>
                      <a:pt x="49" y="193"/>
                      <a:pt x="51" y="193"/>
                    </a:cubicBezTo>
                    <a:moveTo>
                      <a:pt x="37" y="211"/>
                    </a:moveTo>
                    <a:cubicBezTo>
                      <a:pt x="31" y="209"/>
                      <a:pt x="25" y="206"/>
                      <a:pt x="21" y="202"/>
                    </a:cubicBezTo>
                    <a:cubicBezTo>
                      <a:pt x="15" y="198"/>
                      <a:pt x="11" y="193"/>
                      <a:pt x="9" y="187"/>
                    </a:cubicBezTo>
                    <a:cubicBezTo>
                      <a:pt x="0" y="168"/>
                      <a:pt x="3" y="145"/>
                      <a:pt x="5" y="125"/>
                    </a:cubicBezTo>
                    <a:cubicBezTo>
                      <a:pt x="5" y="124"/>
                      <a:pt x="5" y="124"/>
                      <a:pt x="5" y="124"/>
                    </a:cubicBezTo>
                    <a:cubicBezTo>
                      <a:pt x="3" y="121"/>
                      <a:pt x="3" y="117"/>
                      <a:pt x="4" y="114"/>
                    </a:cubicBezTo>
                    <a:cubicBezTo>
                      <a:pt x="6" y="111"/>
                      <a:pt x="7" y="109"/>
                      <a:pt x="8" y="106"/>
                    </a:cubicBezTo>
                    <a:cubicBezTo>
                      <a:pt x="10" y="102"/>
                      <a:pt x="11" y="98"/>
                      <a:pt x="12" y="94"/>
                    </a:cubicBezTo>
                    <a:cubicBezTo>
                      <a:pt x="16" y="80"/>
                      <a:pt x="21" y="67"/>
                      <a:pt x="28" y="55"/>
                    </a:cubicBezTo>
                    <a:cubicBezTo>
                      <a:pt x="30" y="49"/>
                      <a:pt x="34" y="44"/>
                      <a:pt x="38" y="39"/>
                    </a:cubicBezTo>
                    <a:cubicBezTo>
                      <a:pt x="42" y="35"/>
                      <a:pt x="47" y="31"/>
                      <a:pt x="53" y="29"/>
                    </a:cubicBezTo>
                    <a:cubicBezTo>
                      <a:pt x="55" y="28"/>
                      <a:pt x="58" y="28"/>
                      <a:pt x="60" y="29"/>
                    </a:cubicBezTo>
                    <a:cubicBezTo>
                      <a:pt x="61" y="29"/>
                      <a:pt x="61" y="29"/>
                      <a:pt x="61" y="29"/>
                    </a:cubicBezTo>
                    <a:cubicBezTo>
                      <a:pt x="63" y="28"/>
                      <a:pt x="63" y="27"/>
                      <a:pt x="64" y="26"/>
                    </a:cubicBezTo>
                    <a:cubicBezTo>
                      <a:pt x="69" y="21"/>
                      <a:pt x="74" y="17"/>
                      <a:pt x="79" y="13"/>
                    </a:cubicBezTo>
                    <a:cubicBezTo>
                      <a:pt x="85" y="9"/>
                      <a:pt x="90" y="6"/>
                      <a:pt x="97" y="3"/>
                    </a:cubicBezTo>
                    <a:cubicBezTo>
                      <a:pt x="103" y="2"/>
                      <a:pt x="109" y="0"/>
                      <a:pt x="115" y="0"/>
                    </a:cubicBezTo>
                    <a:cubicBezTo>
                      <a:pt x="121" y="0"/>
                      <a:pt x="127" y="1"/>
                      <a:pt x="133" y="4"/>
                    </a:cubicBezTo>
                    <a:cubicBezTo>
                      <a:pt x="138" y="6"/>
                      <a:pt x="142" y="10"/>
                      <a:pt x="146" y="14"/>
                    </a:cubicBezTo>
                    <a:cubicBezTo>
                      <a:pt x="151" y="18"/>
                      <a:pt x="155" y="24"/>
                      <a:pt x="158" y="30"/>
                    </a:cubicBezTo>
                    <a:cubicBezTo>
                      <a:pt x="160" y="35"/>
                      <a:pt x="162" y="42"/>
                      <a:pt x="162" y="48"/>
                    </a:cubicBezTo>
                    <a:cubicBezTo>
                      <a:pt x="164" y="55"/>
                      <a:pt x="164" y="63"/>
                      <a:pt x="164" y="70"/>
                    </a:cubicBezTo>
                    <a:cubicBezTo>
                      <a:pt x="162" y="98"/>
                      <a:pt x="151" y="125"/>
                      <a:pt x="135" y="148"/>
                    </a:cubicBezTo>
                    <a:cubicBezTo>
                      <a:pt x="127" y="159"/>
                      <a:pt x="118" y="170"/>
                      <a:pt x="108" y="180"/>
                    </a:cubicBezTo>
                    <a:cubicBezTo>
                      <a:pt x="99" y="190"/>
                      <a:pt x="88" y="198"/>
                      <a:pt x="76" y="205"/>
                    </a:cubicBezTo>
                    <a:cubicBezTo>
                      <a:pt x="70" y="208"/>
                      <a:pt x="64" y="210"/>
                      <a:pt x="57" y="211"/>
                    </a:cubicBezTo>
                    <a:cubicBezTo>
                      <a:pt x="55" y="212"/>
                      <a:pt x="52" y="212"/>
                      <a:pt x="49" y="212"/>
                    </a:cubicBezTo>
                    <a:cubicBezTo>
                      <a:pt x="45" y="212"/>
                      <a:pt x="41" y="211"/>
                      <a:pt x="37" y="2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3" name="Google Shape;4353;p50">
                <a:extLst>
                  <a:ext uri="{FF2B5EF4-FFF2-40B4-BE49-F238E27FC236}">
                    <a16:creationId xmlns:a16="http://schemas.microsoft.com/office/drawing/2014/main" id="{5BF41708-53B0-044E-4CC2-57BDC8DC995B}"/>
                  </a:ext>
                </a:extLst>
              </p:cNvPr>
              <p:cNvSpPr/>
              <p:nvPr/>
            </p:nvSpPr>
            <p:spPr>
              <a:xfrm>
                <a:off x="-749900" y="3653278"/>
                <a:ext cx="69480" cy="129960"/>
              </a:xfrm>
              <a:custGeom>
                <a:avLst/>
                <a:gdLst/>
                <a:ahLst/>
                <a:cxnLst/>
                <a:rect l="l" t="t" r="r" b="b"/>
                <a:pathLst>
                  <a:path w="193" h="361" extrusionOk="0">
                    <a:moveTo>
                      <a:pt x="9" y="344"/>
                    </a:moveTo>
                    <a:cubicBezTo>
                      <a:pt x="7" y="342"/>
                      <a:pt x="6" y="339"/>
                      <a:pt x="5" y="336"/>
                    </a:cubicBezTo>
                    <a:cubicBezTo>
                      <a:pt x="4" y="332"/>
                      <a:pt x="3" y="329"/>
                      <a:pt x="2" y="326"/>
                    </a:cubicBezTo>
                    <a:cubicBezTo>
                      <a:pt x="1" y="319"/>
                      <a:pt x="0" y="312"/>
                      <a:pt x="0" y="305"/>
                    </a:cubicBezTo>
                    <a:cubicBezTo>
                      <a:pt x="0" y="295"/>
                      <a:pt x="3" y="284"/>
                      <a:pt x="6" y="274"/>
                    </a:cubicBezTo>
                    <a:cubicBezTo>
                      <a:pt x="8" y="265"/>
                      <a:pt x="12" y="257"/>
                      <a:pt x="16" y="249"/>
                    </a:cubicBezTo>
                    <a:cubicBezTo>
                      <a:pt x="21" y="240"/>
                      <a:pt x="26" y="232"/>
                      <a:pt x="31" y="223"/>
                    </a:cubicBezTo>
                    <a:cubicBezTo>
                      <a:pt x="33" y="219"/>
                      <a:pt x="39" y="218"/>
                      <a:pt x="43" y="221"/>
                    </a:cubicBezTo>
                    <a:cubicBezTo>
                      <a:pt x="47" y="223"/>
                      <a:pt x="48" y="228"/>
                      <a:pt x="46" y="232"/>
                    </a:cubicBezTo>
                    <a:cubicBezTo>
                      <a:pt x="41" y="241"/>
                      <a:pt x="37" y="250"/>
                      <a:pt x="31" y="259"/>
                    </a:cubicBezTo>
                    <a:cubicBezTo>
                      <a:pt x="32" y="258"/>
                      <a:pt x="32" y="258"/>
                      <a:pt x="32" y="258"/>
                    </a:cubicBezTo>
                    <a:cubicBezTo>
                      <a:pt x="29" y="263"/>
                      <a:pt x="27" y="269"/>
                      <a:pt x="24" y="275"/>
                    </a:cubicBezTo>
                    <a:cubicBezTo>
                      <a:pt x="23" y="279"/>
                      <a:pt x="22" y="284"/>
                      <a:pt x="21" y="289"/>
                    </a:cubicBezTo>
                    <a:lnTo>
                      <a:pt x="21" y="288"/>
                    </a:lnTo>
                    <a:cubicBezTo>
                      <a:pt x="20" y="292"/>
                      <a:pt x="20" y="296"/>
                      <a:pt x="19" y="300"/>
                    </a:cubicBezTo>
                    <a:cubicBezTo>
                      <a:pt x="19" y="304"/>
                      <a:pt x="19" y="307"/>
                      <a:pt x="19" y="310"/>
                    </a:cubicBezTo>
                    <a:cubicBezTo>
                      <a:pt x="19" y="314"/>
                      <a:pt x="20" y="318"/>
                      <a:pt x="21" y="323"/>
                    </a:cubicBezTo>
                    <a:cubicBezTo>
                      <a:pt x="21" y="322"/>
                      <a:pt x="21" y="321"/>
                      <a:pt x="20" y="321"/>
                    </a:cubicBezTo>
                    <a:cubicBezTo>
                      <a:pt x="21" y="323"/>
                      <a:pt x="21" y="325"/>
                      <a:pt x="22" y="328"/>
                    </a:cubicBezTo>
                    <a:cubicBezTo>
                      <a:pt x="23" y="329"/>
                      <a:pt x="24" y="331"/>
                      <a:pt x="24" y="332"/>
                    </a:cubicBezTo>
                    <a:cubicBezTo>
                      <a:pt x="25" y="334"/>
                      <a:pt x="25" y="334"/>
                      <a:pt x="25" y="335"/>
                    </a:cubicBezTo>
                    <a:cubicBezTo>
                      <a:pt x="26" y="335"/>
                      <a:pt x="26" y="335"/>
                      <a:pt x="26" y="335"/>
                    </a:cubicBezTo>
                    <a:cubicBezTo>
                      <a:pt x="27" y="336"/>
                      <a:pt x="27" y="336"/>
                      <a:pt x="27" y="336"/>
                    </a:cubicBezTo>
                    <a:cubicBezTo>
                      <a:pt x="28" y="337"/>
                      <a:pt x="29" y="338"/>
                      <a:pt x="31" y="339"/>
                    </a:cubicBezTo>
                    <a:lnTo>
                      <a:pt x="32" y="340"/>
                    </a:lnTo>
                    <a:lnTo>
                      <a:pt x="33" y="341"/>
                    </a:lnTo>
                    <a:cubicBezTo>
                      <a:pt x="34" y="341"/>
                      <a:pt x="34" y="341"/>
                      <a:pt x="35" y="341"/>
                    </a:cubicBezTo>
                    <a:lnTo>
                      <a:pt x="36" y="341"/>
                    </a:lnTo>
                    <a:cubicBezTo>
                      <a:pt x="38" y="340"/>
                      <a:pt x="39" y="339"/>
                      <a:pt x="41" y="339"/>
                    </a:cubicBezTo>
                    <a:cubicBezTo>
                      <a:pt x="43" y="338"/>
                      <a:pt x="45" y="336"/>
                      <a:pt x="46" y="335"/>
                    </a:cubicBezTo>
                    <a:cubicBezTo>
                      <a:pt x="48" y="334"/>
                      <a:pt x="49" y="334"/>
                      <a:pt x="51" y="332"/>
                    </a:cubicBezTo>
                    <a:cubicBezTo>
                      <a:pt x="53" y="330"/>
                      <a:pt x="55" y="328"/>
                      <a:pt x="57" y="326"/>
                    </a:cubicBezTo>
                    <a:cubicBezTo>
                      <a:pt x="59" y="324"/>
                      <a:pt x="61" y="321"/>
                      <a:pt x="63" y="318"/>
                    </a:cubicBezTo>
                    <a:cubicBezTo>
                      <a:pt x="66" y="314"/>
                      <a:pt x="68" y="310"/>
                      <a:pt x="70" y="306"/>
                    </a:cubicBezTo>
                    <a:cubicBezTo>
                      <a:pt x="73" y="300"/>
                      <a:pt x="75" y="295"/>
                      <a:pt x="77" y="289"/>
                    </a:cubicBezTo>
                    <a:lnTo>
                      <a:pt x="77" y="290"/>
                    </a:lnTo>
                    <a:cubicBezTo>
                      <a:pt x="79" y="283"/>
                      <a:pt x="81" y="275"/>
                      <a:pt x="83" y="268"/>
                    </a:cubicBezTo>
                    <a:lnTo>
                      <a:pt x="83" y="269"/>
                    </a:lnTo>
                    <a:cubicBezTo>
                      <a:pt x="87" y="249"/>
                      <a:pt x="89" y="229"/>
                      <a:pt x="91" y="209"/>
                    </a:cubicBezTo>
                    <a:cubicBezTo>
                      <a:pt x="94" y="188"/>
                      <a:pt x="95" y="169"/>
                      <a:pt x="98" y="148"/>
                    </a:cubicBezTo>
                    <a:cubicBezTo>
                      <a:pt x="101" y="120"/>
                      <a:pt x="105" y="91"/>
                      <a:pt x="114" y="64"/>
                    </a:cubicBezTo>
                    <a:cubicBezTo>
                      <a:pt x="118" y="50"/>
                      <a:pt x="123" y="38"/>
                      <a:pt x="131" y="27"/>
                    </a:cubicBezTo>
                    <a:cubicBezTo>
                      <a:pt x="134" y="21"/>
                      <a:pt x="139" y="16"/>
                      <a:pt x="143" y="12"/>
                    </a:cubicBezTo>
                    <a:cubicBezTo>
                      <a:pt x="147" y="7"/>
                      <a:pt x="153" y="4"/>
                      <a:pt x="159" y="2"/>
                    </a:cubicBezTo>
                    <a:cubicBezTo>
                      <a:pt x="164" y="0"/>
                      <a:pt x="171" y="1"/>
                      <a:pt x="176" y="3"/>
                    </a:cubicBezTo>
                    <a:cubicBezTo>
                      <a:pt x="181" y="4"/>
                      <a:pt x="185" y="9"/>
                      <a:pt x="188" y="14"/>
                    </a:cubicBezTo>
                    <a:cubicBezTo>
                      <a:pt x="191" y="18"/>
                      <a:pt x="192" y="24"/>
                      <a:pt x="192" y="29"/>
                    </a:cubicBezTo>
                    <a:cubicBezTo>
                      <a:pt x="192" y="36"/>
                      <a:pt x="190" y="42"/>
                      <a:pt x="189" y="48"/>
                    </a:cubicBezTo>
                    <a:cubicBezTo>
                      <a:pt x="187" y="54"/>
                      <a:pt x="184" y="59"/>
                      <a:pt x="180" y="64"/>
                    </a:cubicBezTo>
                    <a:cubicBezTo>
                      <a:pt x="177" y="70"/>
                      <a:pt x="173" y="74"/>
                      <a:pt x="168" y="77"/>
                    </a:cubicBezTo>
                    <a:cubicBezTo>
                      <a:pt x="163" y="79"/>
                      <a:pt x="158" y="77"/>
                      <a:pt x="154" y="74"/>
                    </a:cubicBezTo>
                    <a:cubicBezTo>
                      <a:pt x="151" y="72"/>
                      <a:pt x="149" y="69"/>
                      <a:pt x="148" y="64"/>
                    </a:cubicBezTo>
                    <a:cubicBezTo>
                      <a:pt x="148" y="62"/>
                      <a:pt x="148" y="59"/>
                      <a:pt x="149" y="57"/>
                    </a:cubicBezTo>
                    <a:cubicBezTo>
                      <a:pt x="151" y="54"/>
                      <a:pt x="154" y="52"/>
                      <a:pt x="157" y="52"/>
                    </a:cubicBezTo>
                    <a:cubicBezTo>
                      <a:pt x="159" y="52"/>
                      <a:pt x="162" y="52"/>
                      <a:pt x="164" y="54"/>
                    </a:cubicBezTo>
                    <a:cubicBezTo>
                      <a:pt x="165" y="52"/>
                      <a:pt x="167" y="49"/>
                      <a:pt x="168" y="46"/>
                    </a:cubicBezTo>
                    <a:cubicBezTo>
                      <a:pt x="169" y="45"/>
                      <a:pt x="169" y="43"/>
                      <a:pt x="170" y="42"/>
                    </a:cubicBezTo>
                    <a:cubicBezTo>
                      <a:pt x="171" y="41"/>
                      <a:pt x="171" y="38"/>
                      <a:pt x="172" y="36"/>
                    </a:cubicBezTo>
                    <a:cubicBezTo>
                      <a:pt x="172" y="35"/>
                      <a:pt x="172" y="33"/>
                      <a:pt x="172" y="31"/>
                    </a:cubicBezTo>
                    <a:cubicBezTo>
                      <a:pt x="172" y="31"/>
                      <a:pt x="172" y="29"/>
                      <a:pt x="172" y="28"/>
                    </a:cubicBezTo>
                    <a:cubicBezTo>
                      <a:pt x="172" y="28"/>
                      <a:pt x="172" y="27"/>
                      <a:pt x="172" y="26"/>
                    </a:cubicBezTo>
                    <a:cubicBezTo>
                      <a:pt x="172" y="25"/>
                      <a:pt x="172" y="25"/>
                      <a:pt x="172" y="24"/>
                    </a:cubicBezTo>
                    <a:cubicBezTo>
                      <a:pt x="171" y="24"/>
                      <a:pt x="171" y="24"/>
                      <a:pt x="171" y="23"/>
                    </a:cubicBezTo>
                    <a:cubicBezTo>
                      <a:pt x="171" y="22"/>
                      <a:pt x="171" y="22"/>
                      <a:pt x="171" y="22"/>
                    </a:cubicBezTo>
                    <a:lnTo>
                      <a:pt x="170" y="22"/>
                    </a:lnTo>
                    <a:cubicBezTo>
                      <a:pt x="170" y="22"/>
                      <a:pt x="169" y="22"/>
                      <a:pt x="169" y="21"/>
                    </a:cubicBezTo>
                    <a:lnTo>
                      <a:pt x="168" y="21"/>
                    </a:lnTo>
                    <a:lnTo>
                      <a:pt x="167" y="21"/>
                    </a:lnTo>
                    <a:lnTo>
                      <a:pt x="166" y="21"/>
                    </a:lnTo>
                    <a:lnTo>
                      <a:pt x="165" y="21"/>
                    </a:lnTo>
                    <a:lnTo>
                      <a:pt x="164" y="21"/>
                    </a:lnTo>
                    <a:cubicBezTo>
                      <a:pt x="163" y="22"/>
                      <a:pt x="162" y="22"/>
                      <a:pt x="162" y="22"/>
                    </a:cubicBezTo>
                    <a:cubicBezTo>
                      <a:pt x="161" y="23"/>
                      <a:pt x="160" y="23"/>
                      <a:pt x="159" y="24"/>
                    </a:cubicBezTo>
                    <a:cubicBezTo>
                      <a:pt x="158" y="25"/>
                      <a:pt x="157" y="25"/>
                      <a:pt x="157" y="26"/>
                    </a:cubicBezTo>
                    <a:cubicBezTo>
                      <a:pt x="155" y="27"/>
                      <a:pt x="154" y="28"/>
                      <a:pt x="152" y="30"/>
                    </a:cubicBezTo>
                    <a:cubicBezTo>
                      <a:pt x="151" y="32"/>
                      <a:pt x="148" y="35"/>
                      <a:pt x="147" y="38"/>
                    </a:cubicBezTo>
                    <a:cubicBezTo>
                      <a:pt x="144" y="42"/>
                      <a:pt x="141" y="46"/>
                      <a:pt x="139" y="50"/>
                    </a:cubicBezTo>
                    <a:cubicBezTo>
                      <a:pt x="140" y="50"/>
                      <a:pt x="140" y="50"/>
                      <a:pt x="140" y="49"/>
                    </a:cubicBezTo>
                    <a:cubicBezTo>
                      <a:pt x="137" y="55"/>
                      <a:pt x="134" y="62"/>
                      <a:pt x="132" y="67"/>
                    </a:cubicBezTo>
                    <a:cubicBezTo>
                      <a:pt x="128" y="80"/>
                      <a:pt x="125" y="93"/>
                      <a:pt x="122" y="106"/>
                    </a:cubicBezTo>
                    <a:lnTo>
                      <a:pt x="122" y="105"/>
                    </a:lnTo>
                    <a:cubicBezTo>
                      <a:pt x="120" y="115"/>
                      <a:pt x="119" y="126"/>
                      <a:pt x="117" y="136"/>
                    </a:cubicBezTo>
                    <a:cubicBezTo>
                      <a:pt x="116" y="140"/>
                      <a:pt x="116" y="145"/>
                      <a:pt x="115" y="149"/>
                    </a:cubicBezTo>
                    <a:cubicBezTo>
                      <a:pt x="115" y="155"/>
                      <a:pt x="114" y="161"/>
                      <a:pt x="113" y="166"/>
                    </a:cubicBezTo>
                    <a:cubicBezTo>
                      <a:pt x="112" y="176"/>
                      <a:pt x="111" y="186"/>
                      <a:pt x="110" y="197"/>
                    </a:cubicBezTo>
                    <a:cubicBezTo>
                      <a:pt x="109" y="206"/>
                      <a:pt x="108" y="216"/>
                      <a:pt x="106" y="226"/>
                    </a:cubicBezTo>
                    <a:cubicBezTo>
                      <a:pt x="106" y="231"/>
                      <a:pt x="105" y="236"/>
                      <a:pt x="104" y="241"/>
                    </a:cubicBezTo>
                    <a:cubicBezTo>
                      <a:pt x="104" y="245"/>
                      <a:pt x="104" y="249"/>
                      <a:pt x="102" y="253"/>
                    </a:cubicBezTo>
                    <a:cubicBezTo>
                      <a:pt x="102" y="259"/>
                      <a:pt x="101" y="265"/>
                      <a:pt x="99" y="271"/>
                    </a:cubicBezTo>
                    <a:cubicBezTo>
                      <a:pt x="98" y="276"/>
                      <a:pt x="97" y="282"/>
                      <a:pt x="95" y="287"/>
                    </a:cubicBezTo>
                    <a:cubicBezTo>
                      <a:pt x="94" y="293"/>
                      <a:pt x="91" y="300"/>
                      <a:pt x="89" y="306"/>
                    </a:cubicBezTo>
                    <a:cubicBezTo>
                      <a:pt x="84" y="318"/>
                      <a:pt x="77" y="330"/>
                      <a:pt x="69" y="340"/>
                    </a:cubicBezTo>
                    <a:cubicBezTo>
                      <a:pt x="65" y="345"/>
                      <a:pt x="60" y="349"/>
                      <a:pt x="55" y="352"/>
                    </a:cubicBezTo>
                    <a:cubicBezTo>
                      <a:pt x="53" y="353"/>
                      <a:pt x="50" y="355"/>
                      <a:pt x="48" y="356"/>
                    </a:cubicBezTo>
                    <a:cubicBezTo>
                      <a:pt x="45" y="358"/>
                      <a:pt x="41" y="359"/>
                      <a:pt x="38" y="360"/>
                    </a:cubicBezTo>
                    <a:cubicBezTo>
                      <a:pt x="37" y="360"/>
                      <a:pt x="36" y="360"/>
                      <a:pt x="35" y="360"/>
                    </a:cubicBezTo>
                    <a:cubicBezTo>
                      <a:pt x="24" y="360"/>
                      <a:pt x="14" y="353"/>
                      <a:pt x="9" y="3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4" name="Google Shape;4354;p50">
                <a:extLst>
                  <a:ext uri="{FF2B5EF4-FFF2-40B4-BE49-F238E27FC236}">
                    <a16:creationId xmlns:a16="http://schemas.microsoft.com/office/drawing/2014/main" id="{91C34C70-F27B-DC96-3D50-CE6B1C81C28F}"/>
                  </a:ext>
                </a:extLst>
              </p:cNvPr>
              <p:cNvSpPr/>
              <p:nvPr/>
            </p:nvSpPr>
            <p:spPr>
              <a:xfrm>
                <a:off x="-733700" y="3704038"/>
                <a:ext cx="53640" cy="16920"/>
              </a:xfrm>
              <a:custGeom>
                <a:avLst/>
                <a:gdLst/>
                <a:ahLst/>
                <a:cxnLst/>
                <a:rect l="l" t="t" r="r" b="b"/>
                <a:pathLst>
                  <a:path w="149" h="47" extrusionOk="0">
                    <a:moveTo>
                      <a:pt x="24" y="46"/>
                    </a:moveTo>
                    <a:cubicBezTo>
                      <a:pt x="21" y="46"/>
                      <a:pt x="18" y="45"/>
                      <a:pt x="15" y="45"/>
                    </a:cubicBezTo>
                    <a:cubicBezTo>
                      <a:pt x="14" y="45"/>
                      <a:pt x="13" y="45"/>
                      <a:pt x="12" y="45"/>
                    </a:cubicBezTo>
                    <a:cubicBezTo>
                      <a:pt x="10" y="45"/>
                      <a:pt x="8" y="44"/>
                      <a:pt x="7" y="43"/>
                    </a:cubicBezTo>
                    <a:cubicBezTo>
                      <a:pt x="5" y="42"/>
                      <a:pt x="4" y="41"/>
                      <a:pt x="3" y="39"/>
                    </a:cubicBezTo>
                    <a:cubicBezTo>
                      <a:pt x="0" y="35"/>
                      <a:pt x="0" y="29"/>
                      <a:pt x="5" y="25"/>
                    </a:cubicBezTo>
                    <a:cubicBezTo>
                      <a:pt x="7" y="24"/>
                      <a:pt x="8" y="22"/>
                      <a:pt x="11" y="21"/>
                    </a:cubicBezTo>
                    <a:cubicBezTo>
                      <a:pt x="14" y="20"/>
                      <a:pt x="17" y="19"/>
                      <a:pt x="20" y="18"/>
                    </a:cubicBezTo>
                    <a:cubicBezTo>
                      <a:pt x="25" y="16"/>
                      <a:pt x="30" y="14"/>
                      <a:pt x="35" y="13"/>
                    </a:cubicBezTo>
                    <a:cubicBezTo>
                      <a:pt x="40" y="13"/>
                      <a:pt x="44" y="11"/>
                      <a:pt x="49" y="10"/>
                    </a:cubicBezTo>
                    <a:cubicBezTo>
                      <a:pt x="53" y="10"/>
                      <a:pt x="59" y="9"/>
                      <a:pt x="63" y="8"/>
                    </a:cubicBezTo>
                    <a:cubicBezTo>
                      <a:pt x="68" y="7"/>
                      <a:pt x="72" y="7"/>
                      <a:pt x="76" y="6"/>
                    </a:cubicBezTo>
                    <a:cubicBezTo>
                      <a:pt x="96" y="4"/>
                      <a:pt x="117" y="2"/>
                      <a:pt x="137" y="0"/>
                    </a:cubicBezTo>
                    <a:cubicBezTo>
                      <a:pt x="142" y="0"/>
                      <a:pt x="146" y="3"/>
                      <a:pt x="147" y="7"/>
                    </a:cubicBezTo>
                    <a:cubicBezTo>
                      <a:pt x="148" y="12"/>
                      <a:pt x="144" y="17"/>
                      <a:pt x="140" y="17"/>
                    </a:cubicBezTo>
                    <a:cubicBezTo>
                      <a:pt x="131" y="18"/>
                      <a:pt x="123" y="20"/>
                      <a:pt x="114" y="20"/>
                    </a:cubicBezTo>
                    <a:cubicBezTo>
                      <a:pt x="107" y="21"/>
                      <a:pt x="99" y="22"/>
                      <a:pt x="92" y="23"/>
                    </a:cubicBezTo>
                    <a:cubicBezTo>
                      <a:pt x="84" y="24"/>
                      <a:pt x="76" y="25"/>
                      <a:pt x="68" y="26"/>
                    </a:cubicBezTo>
                    <a:cubicBezTo>
                      <a:pt x="63" y="27"/>
                      <a:pt x="57" y="28"/>
                      <a:pt x="52" y="29"/>
                    </a:cubicBezTo>
                    <a:cubicBezTo>
                      <a:pt x="46" y="31"/>
                      <a:pt x="40" y="32"/>
                      <a:pt x="34" y="34"/>
                    </a:cubicBezTo>
                    <a:cubicBezTo>
                      <a:pt x="35" y="35"/>
                      <a:pt x="35" y="35"/>
                      <a:pt x="35" y="35"/>
                    </a:cubicBezTo>
                    <a:cubicBezTo>
                      <a:pt x="35" y="41"/>
                      <a:pt x="30" y="46"/>
                      <a:pt x="25" y="46"/>
                    </a:cubicBezTo>
                    <a:cubicBezTo>
                      <a:pt x="24" y="46"/>
                      <a:pt x="24" y="46"/>
                      <a:pt x="24" y="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5" name="Google Shape;4355;p50">
                <a:extLst>
                  <a:ext uri="{FF2B5EF4-FFF2-40B4-BE49-F238E27FC236}">
                    <a16:creationId xmlns:a16="http://schemas.microsoft.com/office/drawing/2014/main" id="{BD4EEC4C-49DD-C604-E9DC-97745B9DE769}"/>
                  </a:ext>
                </a:extLst>
              </p:cNvPr>
              <p:cNvSpPr/>
              <p:nvPr/>
            </p:nvSpPr>
            <p:spPr>
              <a:xfrm>
                <a:off x="-672860" y="3660477"/>
                <a:ext cx="33840" cy="91440"/>
              </a:xfrm>
              <a:custGeom>
                <a:avLst/>
                <a:gdLst/>
                <a:ahLst/>
                <a:cxnLst/>
                <a:rect l="l" t="t" r="r" b="b"/>
                <a:pathLst>
                  <a:path w="94" h="254" extrusionOk="0">
                    <a:moveTo>
                      <a:pt x="11" y="248"/>
                    </a:moveTo>
                    <a:cubicBezTo>
                      <a:pt x="7" y="235"/>
                      <a:pt x="3" y="224"/>
                      <a:pt x="1" y="212"/>
                    </a:cubicBezTo>
                    <a:cubicBezTo>
                      <a:pt x="0" y="200"/>
                      <a:pt x="0" y="188"/>
                      <a:pt x="0" y="176"/>
                    </a:cubicBezTo>
                    <a:cubicBezTo>
                      <a:pt x="0" y="170"/>
                      <a:pt x="1" y="163"/>
                      <a:pt x="2" y="156"/>
                    </a:cubicBezTo>
                    <a:cubicBezTo>
                      <a:pt x="3" y="149"/>
                      <a:pt x="4" y="143"/>
                      <a:pt x="5" y="136"/>
                    </a:cubicBezTo>
                    <a:cubicBezTo>
                      <a:pt x="5" y="136"/>
                      <a:pt x="6" y="135"/>
                      <a:pt x="6" y="134"/>
                    </a:cubicBezTo>
                    <a:cubicBezTo>
                      <a:pt x="6" y="134"/>
                      <a:pt x="6" y="133"/>
                      <a:pt x="6" y="132"/>
                    </a:cubicBezTo>
                    <a:lnTo>
                      <a:pt x="6" y="133"/>
                    </a:lnTo>
                    <a:cubicBezTo>
                      <a:pt x="7" y="131"/>
                      <a:pt x="7" y="129"/>
                      <a:pt x="7" y="127"/>
                    </a:cubicBezTo>
                    <a:cubicBezTo>
                      <a:pt x="8" y="125"/>
                      <a:pt x="8" y="124"/>
                      <a:pt x="8" y="122"/>
                    </a:cubicBezTo>
                    <a:lnTo>
                      <a:pt x="8" y="123"/>
                    </a:lnTo>
                    <a:cubicBezTo>
                      <a:pt x="9" y="118"/>
                      <a:pt x="11" y="114"/>
                      <a:pt x="12" y="110"/>
                    </a:cubicBezTo>
                    <a:cubicBezTo>
                      <a:pt x="13" y="106"/>
                      <a:pt x="14" y="101"/>
                      <a:pt x="15" y="97"/>
                    </a:cubicBezTo>
                    <a:lnTo>
                      <a:pt x="15" y="96"/>
                    </a:lnTo>
                    <a:lnTo>
                      <a:pt x="16" y="95"/>
                    </a:lnTo>
                    <a:cubicBezTo>
                      <a:pt x="16" y="95"/>
                      <a:pt x="15" y="95"/>
                      <a:pt x="15" y="96"/>
                    </a:cubicBezTo>
                    <a:cubicBezTo>
                      <a:pt x="16" y="95"/>
                      <a:pt x="16" y="95"/>
                      <a:pt x="16" y="95"/>
                    </a:cubicBezTo>
                    <a:cubicBezTo>
                      <a:pt x="17" y="93"/>
                      <a:pt x="17" y="92"/>
                      <a:pt x="17" y="90"/>
                    </a:cubicBezTo>
                    <a:cubicBezTo>
                      <a:pt x="17" y="91"/>
                      <a:pt x="17" y="91"/>
                      <a:pt x="17" y="92"/>
                    </a:cubicBezTo>
                    <a:cubicBezTo>
                      <a:pt x="17" y="90"/>
                      <a:pt x="18" y="90"/>
                      <a:pt x="18" y="89"/>
                    </a:cubicBezTo>
                    <a:lnTo>
                      <a:pt x="18" y="90"/>
                    </a:lnTo>
                    <a:cubicBezTo>
                      <a:pt x="18" y="89"/>
                      <a:pt x="19" y="87"/>
                      <a:pt x="19" y="85"/>
                    </a:cubicBezTo>
                    <a:cubicBezTo>
                      <a:pt x="19" y="86"/>
                      <a:pt x="19" y="86"/>
                      <a:pt x="19" y="86"/>
                    </a:cubicBezTo>
                    <a:cubicBezTo>
                      <a:pt x="19" y="86"/>
                      <a:pt x="19" y="85"/>
                      <a:pt x="19" y="83"/>
                    </a:cubicBezTo>
                    <a:cubicBezTo>
                      <a:pt x="19" y="84"/>
                      <a:pt x="19" y="85"/>
                      <a:pt x="19" y="85"/>
                    </a:cubicBezTo>
                    <a:cubicBezTo>
                      <a:pt x="20" y="83"/>
                      <a:pt x="20" y="82"/>
                      <a:pt x="21" y="81"/>
                    </a:cubicBezTo>
                    <a:cubicBezTo>
                      <a:pt x="21" y="81"/>
                      <a:pt x="21" y="82"/>
                      <a:pt x="20" y="82"/>
                    </a:cubicBezTo>
                    <a:cubicBezTo>
                      <a:pt x="21" y="81"/>
                      <a:pt x="21" y="81"/>
                      <a:pt x="21" y="79"/>
                    </a:cubicBezTo>
                    <a:cubicBezTo>
                      <a:pt x="22" y="78"/>
                      <a:pt x="22" y="77"/>
                      <a:pt x="22" y="76"/>
                    </a:cubicBezTo>
                    <a:lnTo>
                      <a:pt x="23" y="75"/>
                    </a:lnTo>
                    <a:cubicBezTo>
                      <a:pt x="23" y="74"/>
                      <a:pt x="23" y="74"/>
                      <a:pt x="24" y="73"/>
                    </a:cubicBezTo>
                    <a:cubicBezTo>
                      <a:pt x="24" y="74"/>
                      <a:pt x="23" y="74"/>
                      <a:pt x="23" y="74"/>
                    </a:cubicBezTo>
                    <a:cubicBezTo>
                      <a:pt x="26" y="66"/>
                      <a:pt x="29" y="58"/>
                      <a:pt x="33" y="51"/>
                    </a:cubicBezTo>
                    <a:cubicBezTo>
                      <a:pt x="37" y="42"/>
                      <a:pt x="42" y="33"/>
                      <a:pt x="47" y="25"/>
                    </a:cubicBezTo>
                    <a:cubicBezTo>
                      <a:pt x="52" y="18"/>
                      <a:pt x="58" y="11"/>
                      <a:pt x="66" y="5"/>
                    </a:cubicBezTo>
                    <a:cubicBezTo>
                      <a:pt x="69" y="4"/>
                      <a:pt x="72" y="2"/>
                      <a:pt x="75" y="1"/>
                    </a:cubicBezTo>
                    <a:cubicBezTo>
                      <a:pt x="78" y="0"/>
                      <a:pt x="81" y="0"/>
                      <a:pt x="83" y="0"/>
                    </a:cubicBezTo>
                    <a:cubicBezTo>
                      <a:pt x="89" y="0"/>
                      <a:pt x="93" y="5"/>
                      <a:pt x="93" y="10"/>
                    </a:cubicBezTo>
                    <a:cubicBezTo>
                      <a:pt x="93" y="15"/>
                      <a:pt x="89" y="21"/>
                      <a:pt x="83" y="20"/>
                    </a:cubicBezTo>
                    <a:cubicBezTo>
                      <a:pt x="82" y="20"/>
                      <a:pt x="81" y="20"/>
                      <a:pt x="79" y="20"/>
                    </a:cubicBezTo>
                    <a:cubicBezTo>
                      <a:pt x="79" y="21"/>
                      <a:pt x="79" y="21"/>
                      <a:pt x="79" y="21"/>
                    </a:cubicBezTo>
                    <a:cubicBezTo>
                      <a:pt x="78" y="21"/>
                      <a:pt x="77" y="22"/>
                      <a:pt x="77" y="22"/>
                    </a:cubicBezTo>
                    <a:cubicBezTo>
                      <a:pt x="75" y="23"/>
                      <a:pt x="74" y="25"/>
                      <a:pt x="72" y="26"/>
                    </a:cubicBezTo>
                    <a:cubicBezTo>
                      <a:pt x="70" y="27"/>
                      <a:pt x="68" y="29"/>
                      <a:pt x="67" y="30"/>
                    </a:cubicBezTo>
                    <a:cubicBezTo>
                      <a:pt x="65" y="33"/>
                      <a:pt x="63" y="35"/>
                      <a:pt x="61" y="38"/>
                    </a:cubicBezTo>
                    <a:cubicBezTo>
                      <a:pt x="57" y="44"/>
                      <a:pt x="54" y="50"/>
                      <a:pt x="51" y="57"/>
                    </a:cubicBezTo>
                    <a:lnTo>
                      <a:pt x="51" y="56"/>
                    </a:lnTo>
                    <a:cubicBezTo>
                      <a:pt x="46" y="65"/>
                      <a:pt x="42" y="75"/>
                      <a:pt x="39" y="85"/>
                    </a:cubicBezTo>
                    <a:cubicBezTo>
                      <a:pt x="36" y="91"/>
                      <a:pt x="35" y="97"/>
                      <a:pt x="32" y="103"/>
                    </a:cubicBezTo>
                    <a:cubicBezTo>
                      <a:pt x="31" y="110"/>
                      <a:pt x="28" y="117"/>
                      <a:pt x="26" y="125"/>
                    </a:cubicBezTo>
                    <a:cubicBezTo>
                      <a:pt x="25" y="128"/>
                      <a:pt x="25" y="130"/>
                      <a:pt x="25" y="133"/>
                    </a:cubicBezTo>
                    <a:cubicBezTo>
                      <a:pt x="24" y="136"/>
                      <a:pt x="23" y="140"/>
                      <a:pt x="22" y="143"/>
                    </a:cubicBezTo>
                    <a:cubicBezTo>
                      <a:pt x="21" y="149"/>
                      <a:pt x="20" y="154"/>
                      <a:pt x="19" y="159"/>
                    </a:cubicBezTo>
                    <a:cubicBezTo>
                      <a:pt x="19" y="165"/>
                      <a:pt x="18" y="171"/>
                      <a:pt x="18" y="177"/>
                    </a:cubicBezTo>
                    <a:cubicBezTo>
                      <a:pt x="18" y="185"/>
                      <a:pt x="18" y="193"/>
                      <a:pt x="18" y="201"/>
                    </a:cubicBezTo>
                    <a:lnTo>
                      <a:pt x="18" y="200"/>
                    </a:lnTo>
                    <a:cubicBezTo>
                      <a:pt x="18" y="206"/>
                      <a:pt x="19" y="212"/>
                      <a:pt x="20" y="217"/>
                    </a:cubicBezTo>
                    <a:cubicBezTo>
                      <a:pt x="22" y="224"/>
                      <a:pt x="24" y="230"/>
                      <a:pt x="26" y="236"/>
                    </a:cubicBezTo>
                    <a:cubicBezTo>
                      <a:pt x="25" y="235"/>
                      <a:pt x="25" y="235"/>
                      <a:pt x="25" y="235"/>
                    </a:cubicBezTo>
                    <a:cubicBezTo>
                      <a:pt x="26" y="237"/>
                      <a:pt x="26" y="238"/>
                      <a:pt x="27" y="240"/>
                    </a:cubicBezTo>
                    <a:cubicBezTo>
                      <a:pt x="29" y="245"/>
                      <a:pt x="27" y="250"/>
                      <a:pt x="22" y="252"/>
                    </a:cubicBezTo>
                    <a:cubicBezTo>
                      <a:pt x="21" y="253"/>
                      <a:pt x="20" y="253"/>
                      <a:pt x="19" y="253"/>
                    </a:cubicBezTo>
                    <a:cubicBezTo>
                      <a:pt x="15" y="253"/>
                      <a:pt x="12" y="251"/>
                      <a:pt x="11" y="24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6" name="Google Shape;4356;p50">
                <a:extLst>
                  <a:ext uri="{FF2B5EF4-FFF2-40B4-BE49-F238E27FC236}">
                    <a16:creationId xmlns:a16="http://schemas.microsoft.com/office/drawing/2014/main" id="{19388077-5EE2-BB41-B093-A62C9A83B3F7}"/>
                  </a:ext>
                </a:extLst>
              </p:cNvPr>
              <p:cNvSpPr/>
              <p:nvPr/>
            </p:nvSpPr>
            <p:spPr>
              <a:xfrm>
                <a:off x="-627500" y="3693598"/>
                <a:ext cx="54720" cy="3888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108" extrusionOk="0">
                    <a:moveTo>
                      <a:pt x="22" y="88"/>
                    </a:moveTo>
                    <a:cubicBezTo>
                      <a:pt x="22" y="88"/>
                      <a:pt x="22" y="87"/>
                      <a:pt x="21" y="87"/>
                    </a:cubicBezTo>
                    <a:cubicBezTo>
                      <a:pt x="22" y="87"/>
                      <a:pt x="22" y="87"/>
                      <a:pt x="22" y="87"/>
                    </a:cubicBezTo>
                    <a:lnTo>
                      <a:pt x="23" y="88"/>
                    </a:lnTo>
                    <a:lnTo>
                      <a:pt x="24" y="88"/>
                    </a:lnTo>
                    <a:cubicBezTo>
                      <a:pt x="25" y="88"/>
                      <a:pt x="25" y="88"/>
                      <a:pt x="25" y="88"/>
                    </a:cubicBezTo>
                    <a:cubicBezTo>
                      <a:pt x="26" y="87"/>
                      <a:pt x="27" y="87"/>
                      <a:pt x="28" y="86"/>
                    </a:cubicBezTo>
                    <a:cubicBezTo>
                      <a:pt x="28" y="86"/>
                      <a:pt x="28" y="87"/>
                      <a:pt x="27" y="87"/>
                    </a:cubicBezTo>
                    <a:cubicBezTo>
                      <a:pt x="28" y="86"/>
                      <a:pt x="29" y="86"/>
                      <a:pt x="30" y="86"/>
                    </a:cubicBezTo>
                    <a:cubicBezTo>
                      <a:pt x="31" y="85"/>
                      <a:pt x="32" y="85"/>
                      <a:pt x="33" y="83"/>
                    </a:cubicBezTo>
                    <a:cubicBezTo>
                      <a:pt x="35" y="82"/>
                      <a:pt x="38" y="81"/>
                      <a:pt x="39" y="79"/>
                    </a:cubicBezTo>
                    <a:cubicBezTo>
                      <a:pt x="41" y="78"/>
                      <a:pt x="43" y="75"/>
                      <a:pt x="45" y="74"/>
                    </a:cubicBezTo>
                    <a:cubicBezTo>
                      <a:pt x="48" y="70"/>
                      <a:pt x="50" y="67"/>
                      <a:pt x="53" y="63"/>
                    </a:cubicBezTo>
                    <a:cubicBezTo>
                      <a:pt x="56" y="59"/>
                      <a:pt x="58" y="55"/>
                      <a:pt x="60" y="51"/>
                    </a:cubicBezTo>
                    <a:lnTo>
                      <a:pt x="60" y="52"/>
                    </a:lnTo>
                    <a:cubicBezTo>
                      <a:pt x="62" y="47"/>
                      <a:pt x="64" y="42"/>
                      <a:pt x="67" y="37"/>
                    </a:cubicBezTo>
                    <a:cubicBezTo>
                      <a:pt x="67" y="36"/>
                      <a:pt x="67" y="35"/>
                      <a:pt x="67" y="33"/>
                    </a:cubicBezTo>
                    <a:cubicBezTo>
                      <a:pt x="68" y="32"/>
                      <a:pt x="68" y="31"/>
                      <a:pt x="68" y="30"/>
                    </a:cubicBezTo>
                    <a:cubicBezTo>
                      <a:pt x="69" y="28"/>
                      <a:pt x="70" y="27"/>
                      <a:pt x="71" y="26"/>
                    </a:cubicBezTo>
                    <a:cubicBezTo>
                      <a:pt x="72" y="24"/>
                      <a:pt x="74" y="23"/>
                      <a:pt x="77" y="22"/>
                    </a:cubicBezTo>
                    <a:cubicBezTo>
                      <a:pt x="76" y="22"/>
                      <a:pt x="75" y="22"/>
                      <a:pt x="75" y="22"/>
                    </a:cubicBezTo>
                    <a:cubicBezTo>
                      <a:pt x="74" y="21"/>
                      <a:pt x="72" y="21"/>
                      <a:pt x="71" y="21"/>
                    </a:cubicBezTo>
                    <a:cubicBezTo>
                      <a:pt x="70" y="21"/>
                      <a:pt x="69" y="21"/>
                      <a:pt x="68" y="20"/>
                    </a:cubicBezTo>
                    <a:cubicBezTo>
                      <a:pt x="67" y="20"/>
                      <a:pt x="65" y="20"/>
                      <a:pt x="64" y="20"/>
                    </a:cubicBezTo>
                    <a:cubicBezTo>
                      <a:pt x="63" y="21"/>
                      <a:pt x="63" y="21"/>
                      <a:pt x="62" y="21"/>
                    </a:cubicBezTo>
                    <a:cubicBezTo>
                      <a:pt x="60" y="21"/>
                      <a:pt x="59" y="21"/>
                      <a:pt x="58" y="22"/>
                    </a:cubicBezTo>
                    <a:cubicBezTo>
                      <a:pt x="56" y="22"/>
                      <a:pt x="55" y="23"/>
                      <a:pt x="54" y="24"/>
                    </a:cubicBezTo>
                    <a:cubicBezTo>
                      <a:pt x="53" y="24"/>
                      <a:pt x="53" y="24"/>
                      <a:pt x="53" y="24"/>
                    </a:cubicBezTo>
                    <a:cubicBezTo>
                      <a:pt x="50" y="26"/>
                      <a:pt x="47" y="28"/>
                      <a:pt x="46" y="30"/>
                    </a:cubicBezTo>
                    <a:cubicBezTo>
                      <a:pt x="43" y="32"/>
                      <a:pt x="40" y="35"/>
                      <a:pt x="38" y="38"/>
                    </a:cubicBezTo>
                    <a:cubicBezTo>
                      <a:pt x="36" y="40"/>
                      <a:pt x="35" y="42"/>
                      <a:pt x="33" y="43"/>
                    </a:cubicBezTo>
                    <a:cubicBezTo>
                      <a:pt x="31" y="47"/>
                      <a:pt x="29" y="50"/>
                      <a:pt x="27" y="53"/>
                    </a:cubicBezTo>
                    <a:cubicBezTo>
                      <a:pt x="26" y="56"/>
                      <a:pt x="25" y="59"/>
                      <a:pt x="24" y="63"/>
                    </a:cubicBezTo>
                    <a:cubicBezTo>
                      <a:pt x="22" y="66"/>
                      <a:pt x="21" y="69"/>
                      <a:pt x="21" y="72"/>
                    </a:cubicBezTo>
                    <a:cubicBezTo>
                      <a:pt x="20" y="75"/>
                      <a:pt x="20" y="76"/>
                      <a:pt x="19" y="79"/>
                    </a:cubicBezTo>
                    <a:cubicBezTo>
                      <a:pt x="19" y="80"/>
                      <a:pt x="19" y="82"/>
                      <a:pt x="19" y="83"/>
                    </a:cubicBezTo>
                    <a:lnTo>
                      <a:pt x="20" y="83"/>
                    </a:lnTo>
                    <a:cubicBezTo>
                      <a:pt x="20" y="84"/>
                      <a:pt x="20" y="85"/>
                      <a:pt x="20" y="85"/>
                    </a:cubicBezTo>
                    <a:lnTo>
                      <a:pt x="21" y="85"/>
                    </a:lnTo>
                    <a:cubicBezTo>
                      <a:pt x="21" y="86"/>
                      <a:pt x="21" y="86"/>
                      <a:pt x="21" y="86"/>
                    </a:cubicBezTo>
                    <a:cubicBezTo>
                      <a:pt x="22" y="87"/>
                      <a:pt x="22" y="87"/>
                      <a:pt x="22" y="88"/>
                    </a:cubicBezTo>
                    <a:moveTo>
                      <a:pt x="14" y="105"/>
                    </a:moveTo>
                    <a:cubicBezTo>
                      <a:pt x="10" y="103"/>
                      <a:pt x="5" y="99"/>
                      <a:pt x="3" y="94"/>
                    </a:cubicBezTo>
                    <a:cubicBezTo>
                      <a:pt x="2" y="91"/>
                      <a:pt x="1" y="89"/>
                      <a:pt x="1" y="86"/>
                    </a:cubicBezTo>
                    <a:cubicBezTo>
                      <a:pt x="0" y="82"/>
                      <a:pt x="1" y="78"/>
                      <a:pt x="1" y="75"/>
                    </a:cubicBezTo>
                    <a:cubicBezTo>
                      <a:pt x="2" y="68"/>
                      <a:pt x="4" y="62"/>
                      <a:pt x="6" y="56"/>
                    </a:cubicBezTo>
                    <a:cubicBezTo>
                      <a:pt x="8" y="48"/>
                      <a:pt x="12" y="42"/>
                      <a:pt x="16" y="35"/>
                    </a:cubicBezTo>
                    <a:cubicBezTo>
                      <a:pt x="19" y="29"/>
                      <a:pt x="24" y="24"/>
                      <a:pt x="29" y="19"/>
                    </a:cubicBezTo>
                    <a:cubicBezTo>
                      <a:pt x="33" y="14"/>
                      <a:pt x="39" y="10"/>
                      <a:pt x="45" y="7"/>
                    </a:cubicBezTo>
                    <a:cubicBezTo>
                      <a:pt x="50" y="3"/>
                      <a:pt x="57" y="1"/>
                      <a:pt x="64" y="1"/>
                    </a:cubicBezTo>
                    <a:cubicBezTo>
                      <a:pt x="70" y="0"/>
                      <a:pt x="77" y="1"/>
                      <a:pt x="83" y="4"/>
                    </a:cubicBezTo>
                    <a:cubicBezTo>
                      <a:pt x="89" y="5"/>
                      <a:pt x="93" y="10"/>
                      <a:pt x="96" y="15"/>
                    </a:cubicBezTo>
                    <a:cubicBezTo>
                      <a:pt x="99" y="19"/>
                      <a:pt x="100" y="25"/>
                      <a:pt x="99" y="31"/>
                    </a:cubicBezTo>
                    <a:cubicBezTo>
                      <a:pt x="98" y="34"/>
                      <a:pt x="96" y="36"/>
                      <a:pt x="92" y="38"/>
                    </a:cubicBezTo>
                    <a:cubicBezTo>
                      <a:pt x="93" y="39"/>
                      <a:pt x="93" y="42"/>
                      <a:pt x="94" y="44"/>
                    </a:cubicBezTo>
                    <a:cubicBezTo>
                      <a:pt x="95" y="48"/>
                      <a:pt x="96" y="52"/>
                      <a:pt x="98" y="56"/>
                    </a:cubicBezTo>
                    <a:cubicBezTo>
                      <a:pt x="99" y="62"/>
                      <a:pt x="100" y="67"/>
                      <a:pt x="102" y="73"/>
                    </a:cubicBezTo>
                    <a:cubicBezTo>
                      <a:pt x="103" y="75"/>
                      <a:pt x="104" y="78"/>
                      <a:pt x="105" y="79"/>
                    </a:cubicBezTo>
                    <a:cubicBezTo>
                      <a:pt x="106" y="81"/>
                      <a:pt x="106" y="82"/>
                      <a:pt x="107" y="83"/>
                    </a:cubicBezTo>
                    <a:cubicBezTo>
                      <a:pt x="107" y="83"/>
                      <a:pt x="108" y="84"/>
                      <a:pt x="109" y="85"/>
                    </a:cubicBezTo>
                    <a:cubicBezTo>
                      <a:pt x="109" y="85"/>
                      <a:pt x="110" y="85"/>
                      <a:pt x="110" y="86"/>
                    </a:cubicBezTo>
                    <a:cubicBezTo>
                      <a:pt x="111" y="86"/>
                      <a:pt x="111" y="85"/>
                      <a:pt x="111" y="85"/>
                    </a:cubicBezTo>
                    <a:cubicBezTo>
                      <a:pt x="112" y="85"/>
                      <a:pt x="112" y="85"/>
                      <a:pt x="112" y="85"/>
                    </a:cubicBezTo>
                    <a:cubicBezTo>
                      <a:pt x="113" y="85"/>
                      <a:pt x="114" y="85"/>
                      <a:pt x="115" y="84"/>
                    </a:cubicBezTo>
                    <a:lnTo>
                      <a:pt x="116" y="83"/>
                    </a:lnTo>
                    <a:cubicBezTo>
                      <a:pt x="118" y="82"/>
                      <a:pt x="120" y="81"/>
                      <a:pt x="121" y="79"/>
                    </a:cubicBezTo>
                    <a:cubicBezTo>
                      <a:pt x="123" y="77"/>
                      <a:pt x="126" y="75"/>
                      <a:pt x="128" y="72"/>
                    </a:cubicBezTo>
                    <a:cubicBezTo>
                      <a:pt x="129" y="71"/>
                      <a:pt x="131" y="68"/>
                      <a:pt x="132" y="67"/>
                    </a:cubicBezTo>
                    <a:cubicBezTo>
                      <a:pt x="135" y="63"/>
                      <a:pt x="142" y="62"/>
                      <a:pt x="146" y="65"/>
                    </a:cubicBezTo>
                    <a:cubicBezTo>
                      <a:pt x="150" y="68"/>
                      <a:pt x="151" y="74"/>
                      <a:pt x="147" y="78"/>
                    </a:cubicBezTo>
                    <a:cubicBezTo>
                      <a:pt x="139" y="89"/>
                      <a:pt x="130" y="100"/>
                      <a:pt x="116" y="104"/>
                    </a:cubicBezTo>
                    <a:cubicBezTo>
                      <a:pt x="110" y="106"/>
                      <a:pt x="103" y="105"/>
                      <a:pt x="98" y="101"/>
                    </a:cubicBezTo>
                    <a:cubicBezTo>
                      <a:pt x="92" y="97"/>
                      <a:pt x="89" y="91"/>
                      <a:pt x="86" y="85"/>
                    </a:cubicBezTo>
                    <a:cubicBezTo>
                      <a:pt x="84" y="78"/>
                      <a:pt x="82" y="71"/>
                      <a:pt x="79" y="64"/>
                    </a:cubicBezTo>
                    <a:cubicBezTo>
                      <a:pt x="79" y="62"/>
                      <a:pt x="78" y="60"/>
                      <a:pt x="78" y="58"/>
                    </a:cubicBezTo>
                    <a:cubicBezTo>
                      <a:pt x="76" y="61"/>
                      <a:pt x="74" y="64"/>
                      <a:pt x="72" y="68"/>
                    </a:cubicBezTo>
                    <a:cubicBezTo>
                      <a:pt x="66" y="78"/>
                      <a:pt x="58" y="88"/>
                      <a:pt x="49" y="96"/>
                    </a:cubicBezTo>
                    <a:cubicBezTo>
                      <a:pt x="43" y="100"/>
                      <a:pt x="38" y="103"/>
                      <a:pt x="32" y="106"/>
                    </a:cubicBezTo>
                    <a:cubicBezTo>
                      <a:pt x="29" y="106"/>
                      <a:pt x="27" y="107"/>
                      <a:pt x="24" y="107"/>
                    </a:cubicBezTo>
                    <a:cubicBezTo>
                      <a:pt x="21" y="107"/>
                      <a:pt x="18" y="106"/>
                      <a:pt x="14" y="1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7" name="Google Shape;4357;p50">
                <a:extLst>
                  <a:ext uri="{FF2B5EF4-FFF2-40B4-BE49-F238E27FC236}">
                    <a16:creationId xmlns:a16="http://schemas.microsoft.com/office/drawing/2014/main" id="{281D9567-7FA6-A03E-DE57-1068105B18EA}"/>
                  </a:ext>
                </a:extLst>
              </p:cNvPr>
              <p:cNvSpPr/>
              <p:nvPr/>
            </p:nvSpPr>
            <p:spPr>
              <a:xfrm>
                <a:off x="-594020" y="3656878"/>
                <a:ext cx="42840" cy="13680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380" extrusionOk="0">
                    <a:moveTo>
                      <a:pt x="4" y="377"/>
                    </a:moveTo>
                    <a:cubicBezTo>
                      <a:pt x="0" y="374"/>
                      <a:pt x="0" y="368"/>
                      <a:pt x="4" y="364"/>
                    </a:cubicBezTo>
                    <a:cubicBezTo>
                      <a:pt x="10" y="359"/>
                      <a:pt x="16" y="352"/>
                      <a:pt x="22" y="346"/>
                    </a:cubicBezTo>
                    <a:cubicBezTo>
                      <a:pt x="31" y="338"/>
                      <a:pt x="39" y="329"/>
                      <a:pt x="47" y="320"/>
                    </a:cubicBezTo>
                    <a:cubicBezTo>
                      <a:pt x="52" y="314"/>
                      <a:pt x="57" y="308"/>
                      <a:pt x="61" y="301"/>
                    </a:cubicBezTo>
                    <a:lnTo>
                      <a:pt x="61" y="302"/>
                    </a:lnTo>
                    <a:cubicBezTo>
                      <a:pt x="68" y="292"/>
                      <a:pt x="75" y="280"/>
                      <a:pt x="81" y="269"/>
                    </a:cubicBezTo>
                    <a:lnTo>
                      <a:pt x="80" y="269"/>
                    </a:lnTo>
                    <a:cubicBezTo>
                      <a:pt x="84" y="261"/>
                      <a:pt x="88" y="253"/>
                      <a:pt x="91" y="244"/>
                    </a:cubicBezTo>
                    <a:cubicBezTo>
                      <a:pt x="94" y="236"/>
                      <a:pt x="96" y="229"/>
                      <a:pt x="98" y="220"/>
                    </a:cubicBezTo>
                    <a:cubicBezTo>
                      <a:pt x="99" y="215"/>
                      <a:pt x="99" y="211"/>
                      <a:pt x="100" y="205"/>
                    </a:cubicBezTo>
                    <a:cubicBezTo>
                      <a:pt x="100" y="198"/>
                      <a:pt x="100" y="191"/>
                      <a:pt x="100" y="184"/>
                    </a:cubicBezTo>
                    <a:cubicBezTo>
                      <a:pt x="100" y="177"/>
                      <a:pt x="99" y="169"/>
                      <a:pt x="99" y="162"/>
                    </a:cubicBezTo>
                    <a:cubicBezTo>
                      <a:pt x="98" y="150"/>
                      <a:pt x="96" y="138"/>
                      <a:pt x="95" y="127"/>
                    </a:cubicBezTo>
                    <a:lnTo>
                      <a:pt x="94" y="127"/>
                    </a:lnTo>
                    <a:lnTo>
                      <a:pt x="94" y="126"/>
                    </a:lnTo>
                    <a:cubicBezTo>
                      <a:pt x="92" y="113"/>
                      <a:pt x="88" y="101"/>
                      <a:pt x="84" y="88"/>
                    </a:cubicBezTo>
                    <a:cubicBezTo>
                      <a:pt x="84" y="89"/>
                      <a:pt x="84" y="89"/>
                      <a:pt x="84" y="89"/>
                    </a:cubicBezTo>
                    <a:cubicBezTo>
                      <a:pt x="80" y="78"/>
                      <a:pt x="75" y="67"/>
                      <a:pt x="70" y="56"/>
                    </a:cubicBezTo>
                    <a:cubicBezTo>
                      <a:pt x="70" y="55"/>
                      <a:pt x="70" y="55"/>
                      <a:pt x="70" y="54"/>
                    </a:cubicBezTo>
                    <a:cubicBezTo>
                      <a:pt x="70" y="55"/>
                      <a:pt x="70" y="55"/>
                      <a:pt x="70" y="55"/>
                    </a:cubicBezTo>
                    <a:cubicBezTo>
                      <a:pt x="67" y="49"/>
                      <a:pt x="63" y="43"/>
                      <a:pt x="60" y="37"/>
                    </a:cubicBezTo>
                    <a:cubicBezTo>
                      <a:pt x="59" y="36"/>
                      <a:pt x="58" y="35"/>
                      <a:pt x="57" y="34"/>
                    </a:cubicBezTo>
                    <a:cubicBezTo>
                      <a:pt x="56" y="33"/>
                      <a:pt x="56" y="32"/>
                      <a:pt x="55" y="31"/>
                    </a:cubicBezTo>
                    <a:cubicBezTo>
                      <a:pt x="55" y="32"/>
                      <a:pt x="55" y="32"/>
                      <a:pt x="56" y="32"/>
                    </a:cubicBezTo>
                    <a:cubicBezTo>
                      <a:pt x="55" y="31"/>
                      <a:pt x="55" y="31"/>
                      <a:pt x="54" y="31"/>
                    </a:cubicBezTo>
                    <a:cubicBezTo>
                      <a:pt x="53" y="28"/>
                      <a:pt x="51" y="25"/>
                      <a:pt x="49" y="22"/>
                    </a:cubicBezTo>
                    <a:cubicBezTo>
                      <a:pt x="46" y="21"/>
                      <a:pt x="44" y="18"/>
                      <a:pt x="42" y="16"/>
                    </a:cubicBezTo>
                    <a:cubicBezTo>
                      <a:pt x="39" y="12"/>
                      <a:pt x="41" y="5"/>
                      <a:pt x="45" y="3"/>
                    </a:cubicBezTo>
                    <a:cubicBezTo>
                      <a:pt x="49" y="0"/>
                      <a:pt x="54" y="0"/>
                      <a:pt x="58" y="4"/>
                    </a:cubicBezTo>
                    <a:cubicBezTo>
                      <a:pt x="60" y="5"/>
                      <a:pt x="62" y="8"/>
                      <a:pt x="64" y="10"/>
                    </a:cubicBezTo>
                    <a:cubicBezTo>
                      <a:pt x="64" y="11"/>
                      <a:pt x="66" y="12"/>
                      <a:pt x="67" y="13"/>
                    </a:cubicBezTo>
                    <a:cubicBezTo>
                      <a:pt x="69" y="17"/>
                      <a:pt x="71" y="19"/>
                      <a:pt x="74" y="23"/>
                    </a:cubicBezTo>
                    <a:cubicBezTo>
                      <a:pt x="74" y="24"/>
                      <a:pt x="74" y="25"/>
                      <a:pt x="75" y="25"/>
                    </a:cubicBezTo>
                    <a:cubicBezTo>
                      <a:pt x="84" y="38"/>
                      <a:pt x="90" y="53"/>
                      <a:pt x="96" y="68"/>
                    </a:cubicBezTo>
                    <a:cubicBezTo>
                      <a:pt x="106" y="95"/>
                      <a:pt x="114" y="124"/>
                      <a:pt x="116" y="153"/>
                    </a:cubicBezTo>
                    <a:cubicBezTo>
                      <a:pt x="117" y="162"/>
                      <a:pt x="117" y="171"/>
                      <a:pt x="117" y="180"/>
                    </a:cubicBezTo>
                    <a:cubicBezTo>
                      <a:pt x="118" y="186"/>
                      <a:pt x="118" y="192"/>
                      <a:pt x="118" y="199"/>
                    </a:cubicBezTo>
                    <a:cubicBezTo>
                      <a:pt x="117" y="227"/>
                      <a:pt x="108" y="254"/>
                      <a:pt x="95" y="279"/>
                    </a:cubicBezTo>
                    <a:cubicBezTo>
                      <a:pt x="88" y="293"/>
                      <a:pt x="78" y="307"/>
                      <a:pt x="69" y="320"/>
                    </a:cubicBezTo>
                    <a:cubicBezTo>
                      <a:pt x="62" y="330"/>
                      <a:pt x="54" y="339"/>
                      <a:pt x="45" y="347"/>
                    </a:cubicBezTo>
                    <a:cubicBezTo>
                      <a:pt x="35" y="357"/>
                      <a:pt x="25" y="367"/>
                      <a:pt x="15" y="377"/>
                    </a:cubicBezTo>
                    <a:cubicBezTo>
                      <a:pt x="14" y="378"/>
                      <a:pt x="12" y="379"/>
                      <a:pt x="10" y="379"/>
                    </a:cubicBezTo>
                    <a:cubicBezTo>
                      <a:pt x="7" y="379"/>
                      <a:pt x="5" y="378"/>
                      <a:pt x="4" y="3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8" name="Google Shape;4358;p50">
                <a:extLst>
                  <a:ext uri="{FF2B5EF4-FFF2-40B4-BE49-F238E27FC236}">
                    <a16:creationId xmlns:a16="http://schemas.microsoft.com/office/drawing/2014/main" id="{8958DF91-64ED-D157-6E5B-1F3C66C9066F}"/>
                  </a:ext>
                </a:extLst>
              </p:cNvPr>
              <p:cNvSpPr/>
              <p:nvPr/>
            </p:nvSpPr>
            <p:spPr>
              <a:xfrm>
                <a:off x="-924500" y="3906718"/>
                <a:ext cx="7056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196" h="33" extrusionOk="0">
                    <a:moveTo>
                      <a:pt x="0" y="22"/>
                    </a:moveTo>
                    <a:cubicBezTo>
                      <a:pt x="0" y="16"/>
                      <a:pt x="5" y="11"/>
                      <a:pt x="10" y="11"/>
                    </a:cubicBezTo>
                    <a:cubicBezTo>
                      <a:pt x="26" y="11"/>
                      <a:pt x="41" y="12"/>
                      <a:pt x="57" y="12"/>
                    </a:cubicBezTo>
                    <a:cubicBezTo>
                      <a:pt x="65" y="12"/>
                      <a:pt x="72" y="12"/>
                      <a:pt x="80" y="12"/>
                    </a:cubicBezTo>
                    <a:cubicBezTo>
                      <a:pt x="88" y="12"/>
                      <a:pt x="96" y="11"/>
                      <a:pt x="103" y="11"/>
                    </a:cubicBezTo>
                    <a:cubicBezTo>
                      <a:pt x="110" y="10"/>
                      <a:pt x="117" y="9"/>
                      <a:pt x="123" y="9"/>
                    </a:cubicBezTo>
                    <a:cubicBezTo>
                      <a:pt x="128" y="8"/>
                      <a:pt x="133" y="8"/>
                      <a:pt x="138" y="7"/>
                    </a:cubicBezTo>
                    <a:cubicBezTo>
                      <a:pt x="153" y="5"/>
                      <a:pt x="168" y="3"/>
                      <a:pt x="184" y="1"/>
                    </a:cubicBezTo>
                    <a:cubicBezTo>
                      <a:pt x="189" y="0"/>
                      <a:pt x="193" y="4"/>
                      <a:pt x="194" y="8"/>
                    </a:cubicBezTo>
                    <a:cubicBezTo>
                      <a:pt x="195" y="13"/>
                      <a:pt x="191" y="18"/>
                      <a:pt x="186" y="18"/>
                    </a:cubicBezTo>
                    <a:cubicBezTo>
                      <a:pt x="164" y="22"/>
                      <a:pt x="142" y="25"/>
                      <a:pt x="120" y="28"/>
                    </a:cubicBezTo>
                    <a:cubicBezTo>
                      <a:pt x="115" y="28"/>
                      <a:pt x="110" y="29"/>
                      <a:pt x="104" y="29"/>
                    </a:cubicBezTo>
                    <a:cubicBezTo>
                      <a:pt x="103" y="29"/>
                      <a:pt x="100" y="29"/>
                      <a:pt x="99" y="29"/>
                    </a:cubicBezTo>
                    <a:cubicBezTo>
                      <a:pt x="94" y="30"/>
                      <a:pt x="91" y="30"/>
                      <a:pt x="87" y="30"/>
                    </a:cubicBezTo>
                    <a:cubicBezTo>
                      <a:pt x="78" y="30"/>
                      <a:pt x="69" y="30"/>
                      <a:pt x="59" y="30"/>
                    </a:cubicBezTo>
                    <a:cubicBezTo>
                      <a:pt x="43" y="31"/>
                      <a:pt x="26" y="32"/>
                      <a:pt x="10" y="32"/>
                    </a:cubicBezTo>
                    <a:cubicBezTo>
                      <a:pt x="5" y="32"/>
                      <a:pt x="0" y="27"/>
                      <a:pt x="0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9" name="Google Shape;4359;p50">
                <a:extLst>
                  <a:ext uri="{FF2B5EF4-FFF2-40B4-BE49-F238E27FC236}">
                    <a16:creationId xmlns:a16="http://schemas.microsoft.com/office/drawing/2014/main" id="{FC084303-51C2-D960-8B2C-1193CB73ECC2}"/>
                  </a:ext>
                </a:extLst>
              </p:cNvPr>
              <p:cNvSpPr/>
              <p:nvPr/>
            </p:nvSpPr>
            <p:spPr>
              <a:xfrm>
                <a:off x="-851420" y="3893038"/>
                <a:ext cx="54720" cy="4248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118" extrusionOk="0">
                    <a:moveTo>
                      <a:pt x="30" y="95"/>
                    </a:moveTo>
                    <a:cubicBezTo>
                      <a:pt x="31" y="95"/>
                      <a:pt x="32" y="95"/>
                      <a:pt x="33" y="95"/>
                    </a:cubicBezTo>
                    <a:cubicBezTo>
                      <a:pt x="35" y="94"/>
                      <a:pt x="37" y="93"/>
                      <a:pt x="38" y="93"/>
                    </a:cubicBezTo>
                    <a:cubicBezTo>
                      <a:pt x="40" y="92"/>
                      <a:pt x="42" y="92"/>
                      <a:pt x="44" y="91"/>
                    </a:cubicBezTo>
                    <a:cubicBezTo>
                      <a:pt x="46" y="89"/>
                      <a:pt x="49" y="88"/>
                      <a:pt x="52" y="86"/>
                    </a:cubicBezTo>
                    <a:cubicBezTo>
                      <a:pt x="55" y="83"/>
                      <a:pt x="59" y="81"/>
                      <a:pt x="62" y="78"/>
                    </a:cubicBezTo>
                    <a:cubicBezTo>
                      <a:pt x="66" y="74"/>
                      <a:pt x="70" y="70"/>
                      <a:pt x="74" y="66"/>
                    </a:cubicBezTo>
                    <a:cubicBezTo>
                      <a:pt x="77" y="62"/>
                      <a:pt x="81" y="57"/>
                      <a:pt x="84" y="52"/>
                    </a:cubicBezTo>
                    <a:cubicBezTo>
                      <a:pt x="82" y="46"/>
                      <a:pt x="82" y="39"/>
                      <a:pt x="81" y="33"/>
                    </a:cubicBezTo>
                    <a:cubicBezTo>
                      <a:pt x="81" y="31"/>
                      <a:pt x="81" y="29"/>
                      <a:pt x="81" y="28"/>
                    </a:cubicBezTo>
                    <a:cubicBezTo>
                      <a:pt x="81" y="27"/>
                      <a:pt x="81" y="26"/>
                      <a:pt x="81" y="26"/>
                    </a:cubicBezTo>
                    <a:cubicBezTo>
                      <a:pt x="80" y="25"/>
                      <a:pt x="80" y="25"/>
                      <a:pt x="80" y="24"/>
                    </a:cubicBezTo>
                    <a:cubicBezTo>
                      <a:pt x="79" y="23"/>
                      <a:pt x="79" y="23"/>
                      <a:pt x="79" y="23"/>
                    </a:cubicBezTo>
                    <a:cubicBezTo>
                      <a:pt x="78" y="22"/>
                      <a:pt x="78" y="22"/>
                      <a:pt x="78" y="22"/>
                    </a:cubicBezTo>
                    <a:cubicBezTo>
                      <a:pt x="77" y="22"/>
                      <a:pt x="77" y="21"/>
                      <a:pt x="77" y="21"/>
                    </a:cubicBezTo>
                    <a:cubicBezTo>
                      <a:pt x="78" y="22"/>
                      <a:pt x="78" y="22"/>
                      <a:pt x="78" y="22"/>
                    </a:cubicBezTo>
                    <a:lnTo>
                      <a:pt x="77" y="21"/>
                    </a:lnTo>
                    <a:cubicBezTo>
                      <a:pt x="78" y="22"/>
                      <a:pt x="78" y="22"/>
                      <a:pt x="78" y="22"/>
                    </a:cubicBezTo>
                    <a:lnTo>
                      <a:pt x="77" y="21"/>
                    </a:lnTo>
                    <a:lnTo>
                      <a:pt x="76" y="21"/>
                    </a:lnTo>
                    <a:lnTo>
                      <a:pt x="75" y="20"/>
                    </a:lnTo>
                    <a:lnTo>
                      <a:pt x="74" y="20"/>
                    </a:lnTo>
                    <a:lnTo>
                      <a:pt x="74" y="19"/>
                    </a:lnTo>
                    <a:lnTo>
                      <a:pt x="74" y="20"/>
                    </a:lnTo>
                    <a:cubicBezTo>
                      <a:pt x="74" y="19"/>
                      <a:pt x="73" y="19"/>
                      <a:pt x="73" y="19"/>
                    </a:cubicBezTo>
                    <a:cubicBezTo>
                      <a:pt x="72" y="19"/>
                      <a:pt x="71" y="19"/>
                      <a:pt x="71" y="19"/>
                    </a:cubicBezTo>
                    <a:cubicBezTo>
                      <a:pt x="70" y="19"/>
                      <a:pt x="70" y="19"/>
                      <a:pt x="69" y="19"/>
                    </a:cubicBezTo>
                    <a:cubicBezTo>
                      <a:pt x="68" y="19"/>
                      <a:pt x="67" y="19"/>
                      <a:pt x="67" y="19"/>
                    </a:cubicBezTo>
                    <a:cubicBezTo>
                      <a:pt x="65" y="20"/>
                      <a:pt x="64" y="20"/>
                      <a:pt x="62" y="21"/>
                    </a:cubicBezTo>
                    <a:cubicBezTo>
                      <a:pt x="61" y="21"/>
                      <a:pt x="60" y="22"/>
                      <a:pt x="58" y="22"/>
                    </a:cubicBezTo>
                    <a:cubicBezTo>
                      <a:pt x="56" y="24"/>
                      <a:pt x="55" y="25"/>
                      <a:pt x="53" y="26"/>
                    </a:cubicBezTo>
                    <a:cubicBezTo>
                      <a:pt x="51" y="27"/>
                      <a:pt x="49" y="28"/>
                      <a:pt x="47" y="30"/>
                    </a:cubicBezTo>
                    <a:cubicBezTo>
                      <a:pt x="45" y="32"/>
                      <a:pt x="42" y="35"/>
                      <a:pt x="40" y="38"/>
                    </a:cubicBezTo>
                    <a:cubicBezTo>
                      <a:pt x="40" y="37"/>
                      <a:pt x="40" y="37"/>
                      <a:pt x="40" y="37"/>
                    </a:cubicBezTo>
                    <a:cubicBezTo>
                      <a:pt x="38" y="40"/>
                      <a:pt x="35" y="43"/>
                      <a:pt x="33" y="46"/>
                    </a:cubicBezTo>
                    <a:lnTo>
                      <a:pt x="32" y="47"/>
                    </a:lnTo>
                    <a:lnTo>
                      <a:pt x="33" y="46"/>
                    </a:lnTo>
                    <a:cubicBezTo>
                      <a:pt x="31" y="50"/>
                      <a:pt x="29" y="53"/>
                      <a:pt x="27" y="56"/>
                    </a:cubicBezTo>
                    <a:cubicBezTo>
                      <a:pt x="25" y="60"/>
                      <a:pt x="24" y="64"/>
                      <a:pt x="23" y="67"/>
                    </a:cubicBezTo>
                    <a:cubicBezTo>
                      <a:pt x="21" y="71"/>
                      <a:pt x="20" y="74"/>
                      <a:pt x="20" y="78"/>
                    </a:cubicBezTo>
                    <a:cubicBezTo>
                      <a:pt x="19" y="80"/>
                      <a:pt x="19" y="81"/>
                      <a:pt x="19" y="83"/>
                    </a:cubicBezTo>
                    <a:cubicBezTo>
                      <a:pt x="19" y="84"/>
                      <a:pt x="19" y="85"/>
                      <a:pt x="19" y="86"/>
                    </a:cubicBezTo>
                    <a:cubicBezTo>
                      <a:pt x="19" y="87"/>
                      <a:pt x="19" y="88"/>
                      <a:pt x="19" y="89"/>
                    </a:cubicBezTo>
                    <a:lnTo>
                      <a:pt x="20" y="89"/>
                    </a:lnTo>
                    <a:cubicBezTo>
                      <a:pt x="20" y="90"/>
                      <a:pt x="20" y="90"/>
                      <a:pt x="20" y="91"/>
                    </a:cubicBezTo>
                    <a:lnTo>
                      <a:pt x="21" y="92"/>
                    </a:lnTo>
                    <a:cubicBezTo>
                      <a:pt x="21" y="93"/>
                      <a:pt x="22" y="93"/>
                      <a:pt x="22" y="93"/>
                    </a:cubicBezTo>
                    <a:cubicBezTo>
                      <a:pt x="23" y="93"/>
                      <a:pt x="23" y="93"/>
                      <a:pt x="23" y="93"/>
                    </a:cubicBezTo>
                    <a:cubicBezTo>
                      <a:pt x="24" y="94"/>
                      <a:pt x="24" y="94"/>
                      <a:pt x="25" y="94"/>
                    </a:cubicBezTo>
                    <a:cubicBezTo>
                      <a:pt x="25" y="95"/>
                      <a:pt x="25" y="95"/>
                      <a:pt x="26" y="95"/>
                    </a:cubicBezTo>
                    <a:cubicBezTo>
                      <a:pt x="27" y="95"/>
                      <a:pt x="27" y="95"/>
                      <a:pt x="28" y="95"/>
                    </a:cubicBezTo>
                    <a:cubicBezTo>
                      <a:pt x="28" y="95"/>
                      <a:pt x="29" y="95"/>
                      <a:pt x="30" y="95"/>
                    </a:cubicBezTo>
                    <a:moveTo>
                      <a:pt x="115" y="116"/>
                    </a:moveTo>
                    <a:cubicBezTo>
                      <a:pt x="109" y="115"/>
                      <a:pt x="104" y="113"/>
                      <a:pt x="100" y="109"/>
                    </a:cubicBezTo>
                    <a:cubicBezTo>
                      <a:pt x="95" y="105"/>
                      <a:pt x="92" y="100"/>
                      <a:pt x="90" y="95"/>
                    </a:cubicBezTo>
                    <a:cubicBezTo>
                      <a:pt x="88" y="91"/>
                      <a:pt x="86" y="85"/>
                      <a:pt x="85" y="81"/>
                    </a:cubicBezTo>
                    <a:cubicBezTo>
                      <a:pt x="81" y="86"/>
                      <a:pt x="75" y="91"/>
                      <a:pt x="70" y="96"/>
                    </a:cubicBezTo>
                    <a:cubicBezTo>
                      <a:pt x="59" y="105"/>
                      <a:pt x="47" y="112"/>
                      <a:pt x="33" y="114"/>
                    </a:cubicBezTo>
                    <a:cubicBezTo>
                      <a:pt x="27" y="114"/>
                      <a:pt x="21" y="113"/>
                      <a:pt x="16" y="112"/>
                    </a:cubicBezTo>
                    <a:cubicBezTo>
                      <a:pt x="10" y="109"/>
                      <a:pt x="6" y="105"/>
                      <a:pt x="3" y="99"/>
                    </a:cubicBezTo>
                    <a:cubicBezTo>
                      <a:pt x="0" y="95"/>
                      <a:pt x="0" y="88"/>
                      <a:pt x="0" y="83"/>
                    </a:cubicBezTo>
                    <a:cubicBezTo>
                      <a:pt x="0" y="75"/>
                      <a:pt x="2" y="68"/>
                      <a:pt x="4" y="62"/>
                    </a:cubicBezTo>
                    <a:cubicBezTo>
                      <a:pt x="9" y="49"/>
                      <a:pt x="16" y="36"/>
                      <a:pt x="25" y="26"/>
                    </a:cubicBezTo>
                    <a:cubicBezTo>
                      <a:pt x="34" y="15"/>
                      <a:pt x="44" y="7"/>
                      <a:pt x="56" y="3"/>
                    </a:cubicBezTo>
                    <a:cubicBezTo>
                      <a:pt x="60" y="1"/>
                      <a:pt x="63" y="0"/>
                      <a:pt x="67" y="0"/>
                    </a:cubicBezTo>
                    <a:cubicBezTo>
                      <a:pt x="71" y="0"/>
                      <a:pt x="75" y="0"/>
                      <a:pt x="78" y="1"/>
                    </a:cubicBezTo>
                    <a:cubicBezTo>
                      <a:pt x="85" y="2"/>
                      <a:pt x="92" y="7"/>
                      <a:pt x="96" y="13"/>
                    </a:cubicBezTo>
                    <a:cubicBezTo>
                      <a:pt x="98" y="17"/>
                      <a:pt x="100" y="21"/>
                      <a:pt x="101" y="26"/>
                    </a:cubicBezTo>
                    <a:cubicBezTo>
                      <a:pt x="102" y="25"/>
                      <a:pt x="105" y="26"/>
                      <a:pt x="106" y="26"/>
                    </a:cubicBezTo>
                    <a:cubicBezTo>
                      <a:pt x="110" y="28"/>
                      <a:pt x="112" y="32"/>
                      <a:pt x="113" y="35"/>
                    </a:cubicBezTo>
                    <a:cubicBezTo>
                      <a:pt x="113" y="40"/>
                      <a:pt x="111" y="44"/>
                      <a:pt x="109" y="48"/>
                    </a:cubicBezTo>
                    <a:cubicBezTo>
                      <a:pt x="108" y="49"/>
                      <a:pt x="107" y="50"/>
                      <a:pt x="106" y="52"/>
                    </a:cubicBezTo>
                    <a:cubicBezTo>
                      <a:pt x="106" y="53"/>
                      <a:pt x="105" y="55"/>
                      <a:pt x="105" y="57"/>
                    </a:cubicBezTo>
                    <a:cubicBezTo>
                      <a:pt x="105" y="60"/>
                      <a:pt x="104" y="63"/>
                      <a:pt x="104" y="66"/>
                    </a:cubicBezTo>
                    <a:cubicBezTo>
                      <a:pt x="104" y="68"/>
                      <a:pt x="104" y="71"/>
                      <a:pt x="104" y="73"/>
                    </a:cubicBezTo>
                    <a:cubicBezTo>
                      <a:pt x="104" y="75"/>
                      <a:pt x="104" y="77"/>
                      <a:pt x="104" y="78"/>
                    </a:cubicBezTo>
                    <a:cubicBezTo>
                      <a:pt x="105" y="80"/>
                      <a:pt x="105" y="82"/>
                      <a:pt x="106" y="84"/>
                    </a:cubicBezTo>
                    <a:cubicBezTo>
                      <a:pt x="106" y="85"/>
                      <a:pt x="107" y="87"/>
                      <a:pt x="108" y="88"/>
                    </a:cubicBezTo>
                    <a:cubicBezTo>
                      <a:pt x="108" y="89"/>
                      <a:pt x="109" y="90"/>
                      <a:pt x="109" y="91"/>
                    </a:cubicBezTo>
                    <a:cubicBezTo>
                      <a:pt x="110" y="92"/>
                      <a:pt x="110" y="92"/>
                      <a:pt x="111" y="93"/>
                    </a:cubicBezTo>
                    <a:cubicBezTo>
                      <a:pt x="111" y="93"/>
                      <a:pt x="112" y="93"/>
                      <a:pt x="112" y="94"/>
                    </a:cubicBezTo>
                    <a:cubicBezTo>
                      <a:pt x="112" y="95"/>
                      <a:pt x="113" y="95"/>
                      <a:pt x="113" y="95"/>
                    </a:cubicBezTo>
                    <a:cubicBezTo>
                      <a:pt x="114" y="96"/>
                      <a:pt x="115" y="96"/>
                      <a:pt x="115" y="96"/>
                    </a:cubicBezTo>
                    <a:cubicBezTo>
                      <a:pt x="116" y="96"/>
                      <a:pt x="116" y="96"/>
                      <a:pt x="117" y="97"/>
                    </a:cubicBezTo>
                    <a:cubicBezTo>
                      <a:pt x="118" y="97"/>
                      <a:pt x="118" y="97"/>
                      <a:pt x="119" y="98"/>
                    </a:cubicBezTo>
                    <a:lnTo>
                      <a:pt x="120" y="98"/>
                    </a:lnTo>
                    <a:cubicBezTo>
                      <a:pt x="121" y="98"/>
                      <a:pt x="122" y="98"/>
                      <a:pt x="123" y="98"/>
                    </a:cubicBezTo>
                    <a:lnTo>
                      <a:pt x="124" y="98"/>
                    </a:lnTo>
                    <a:cubicBezTo>
                      <a:pt x="125" y="97"/>
                      <a:pt x="126" y="97"/>
                      <a:pt x="127" y="96"/>
                    </a:cubicBezTo>
                    <a:cubicBezTo>
                      <a:pt x="128" y="96"/>
                      <a:pt x="129" y="96"/>
                      <a:pt x="130" y="95"/>
                    </a:cubicBezTo>
                    <a:cubicBezTo>
                      <a:pt x="132" y="94"/>
                      <a:pt x="134" y="93"/>
                      <a:pt x="136" y="92"/>
                    </a:cubicBezTo>
                    <a:cubicBezTo>
                      <a:pt x="140" y="89"/>
                      <a:pt x="146" y="91"/>
                      <a:pt x="149" y="95"/>
                    </a:cubicBezTo>
                    <a:cubicBezTo>
                      <a:pt x="151" y="100"/>
                      <a:pt x="150" y="106"/>
                      <a:pt x="145" y="108"/>
                    </a:cubicBezTo>
                    <a:cubicBezTo>
                      <a:pt x="140" y="111"/>
                      <a:pt x="136" y="114"/>
                      <a:pt x="130" y="116"/>
                    </a:cubicBezTo>
                    <a:cubicBezTo>
                      <a:pt x="127" y="117"/>
                      <a:pt x="125" y="117"/>
                      <a:pt x="122" y="117"/>
                    </a:cubicBezTo>
                    <a:cubicBezTo>
                      <a:pt x="119" y="117"/>
                      <a:pt x="116" y="117"/>
                      <a:pt x="115" y="11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0" name="Google Shape;4360;p50">
                <a:extLst>
                  <a:ext uri="{FF2B5EF4-FFF2-40B4-BE49-F238E27FC236}">
                    <a16:creationId xmlns:a16="http://schemas.microsoft.com/office/drawing/2014/main" id="{EA66B59B-F5B7-7BAC-5172-F115620BB291}"/>
                  </a:ext>
                </a:extLst>
              </p:cNvPr>
              <p:cNvSpPr/>
              <p:nvPr/>
            </p:nvSpPr>
            <p:spPr>
              <a:xfrm>
                <a:off x="-866180" y="3984118"/>
                <a:ext cx="9000" cy="52560"/>
              </a:xfrm>
              <a:custGeom>
                <a:avLst/>
                <a:gdLst/>
                <a:ahLst/>
                <a:cxnLst/>
                <a:rect l="l" t="t" r="r" b="b"/>
                <a:pathLst>
                  <a:path w="25" h="146" extrusionOk="0">
                    <a:moveTo>
                      <a:pt x="5" y="136"/>
                    </a:moveTo>
                    <a:cubicBezTo>
                      <a:pt x="4" y="115"/>
                      <a:pt x="3" y="94"/>
                      <a:pt x="2" y="72"/>
                    </a:cubicBezTo>
                    <a:cubicBezTo>
                      <a:pt x="2" y="62"/>
                      <a:pt x="2" y="51"/>
                      <a:pt x="1" y="40"/>
                    </a:cubicBezTo>
                    <a:cubicBezTo>
                      <a:pt x="1" y="35"/>
                      <a:pt x="1" y="29"/>
                      <a:pt x="1" y="23"/>
                    </a:cubicBezTo>
                    <a:cubicBezTo>
                      <a:pt x="0" y="19"/>
                      <a:pt x="0" y="15"/>
                      <a:pt x="0" y="10"/>
                    </a:cubicBezTo>
                    <a:cubicBezTo>
                      <a:pt x="0" y="5"/>
                      <a:pt x="5" y="0"/>
                      <a:pt x="10" y="0"/>
                    </a:cubicBezTo>
                    <a:cubicBezTo>
                      <a:pt x="16" y="0"/>
                      <a:pt x="20" y="5"/>
                      <a:pt x="20" y="10"/>
                    </a:cubicBezTo>
                    <a:cubicBezTo>
                      <a:pt x="20" y="20"/>
                      <a:pt x="20" y="29"/>
                      <a:pt x="20" y="39"/>
                    </a:cubicBezTo>
                    <a:cubicBezTo>
                      <a:pt x="21" y="50"/>
                      <a:pt x="21" y="61"/>
                      <a:pt x="22" y="72"/>
                    </a:cubicBezTo>
                    <a:cubicBezTo>
                      <a:pt x="22" y="93"/>
                      <a:pt x="23" y="115"/>
                      <a:pt x="24" y="136"/>
                    </a:cubicBezTo>
                    <a:cubicBezTo>
                      <a:pt x="24" y="141"/>
                      <a:pt x="19" y="145"/>
                      <a:pt x="15" y="145"/>
                    </a:cubicBezTo>
                    <a:cubicBezTo>
                      <a:pt x="9" y="145"/>
                      <a:pt x="6" y="141"/>
                      <a:pt x="5" y="1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1" name="Google Shape;4361;p50">
                <a:extLst>
                  <a:ext uri="{FF2B5EF4-FFF2-40B4-BE49-F238E27FC236}">
                    <a16:creationId xmlns:a16="http://schemas.microsoft.com/office/drawing/2014/main" id="{68C4E9CE-82EB-E35B-4B8D-79F5C35C798D}"/>
                  </a:ext>
                </a:extLst>
              </p:cNvPr>
              <p:cNvSpPr/>
              <p:nvPr/>
            </p:nvSpPr>
            <p:spPr>
              <a:xfrm>
                <a:off x="-865460" y="4063318"/>
                <a:ext cx="10080" cy="39240"/>
              </a:xfrm>
              <a:custGeom>
                <a:avLst/>
                <a:gdLst/>
                <a:ahLst/>
                <a:cxnLst/>
                <a:rect l="l" t="t" r="r" b="b"/>
                <a:pathLst>
                  <a:path w="28" h="109" extrusionOk="0">
                    <a:moveTo>
                      <a:pt x="7" y="100"/>
                    </a:moveTo>
                    <a:cubicBezTo>
                      <a:pt x="6" y="92"/>
                      <a:pt x="4" y="84"/>
                      <a:pt x="3" y="76"/>
                    </a:cubicBezTo>
                    <a:cubicBezTo>
                      <a:pt x="2" y="68"/>
                      <a:pt x="2" y="60"/>
                      <a:pt x="1" y="53"/>
                    </a:cubicBezTo>
                    <a:cubicBezTo>
                      <a:pt x="0" y="46"/>
                      <a:pt x="0" y="38"/>
                      <a:pt x="0" y="31"/>
                    </a:cubicBezTo>
                    <a:cubicBezTo>
                      <a:pt x="0" y="27"/>
                      <a:pt x="0" y="23"/>
                      <a:pt x="0" y="19"/>
                    </a:cubicBezTo>
                    <a:cubicBezTo>
                      <a:pt x="0" y="16"/>
                      <a:pt x="0" y="13"/>
                      <a:pt x="0" y="1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8"/>
                      <a:pt x="1" y="6"/>
                      <a:pt x="3" y="4"/>
                    </a:cubicBezTo>
                    <a:cubicBezTo>
                      <a:pt x="4" y="1"/>
                      <a:pt x="7" y="0"/>
                      <a:pt x="10" y="0"/>
                    </a:cubicBezTo>
                    <a:cubicBezTo>
                      <a:pt x="13" y="0"/>
                      <a:pt x="16" y="1"/>
                      <a:pt x="17" y="3"/>
                    </a:cubicBezTo>
                    <a:cubicBezTo>
                      <a:pt x="20" y="6"/>
                      <a:pt x="20" y="8"/>
                      <a:pt x="20" y="11"/>
                    </a:cubicBezTo>
                    <a:lnTo>
                      <a:pt x="20" y="10"/>
                    </a:lnTo>
                    <a:cubicBezTo>
                      <a:pt x="20" y="24"/>
                      <a:pt x="19" y="37"/>
                      <a:pt x="20" y="51"/>
                    </a:cubicBezTo>
                    <a:cubicBezTo>
                      <a:pt x="20" y="58"/>
                      <a:pt x="21" y="66"/>
                      <a:pt x="22" y="73"/>
                    </a:cubicBezTo>
                    <a:cubicBezTo>
                      <a:pt x="23" y="81"/>
                      <a:pt x="25" y="89"/>
                      <a:pt x="26" y="98"/>
                    </a:cubicBezTo>
                    <a:cubicBezTo>
                      <a:pt x="27" y="103"/>
                      <a:pt x="23" y="108"/>
                      <a:pt x="18" y="108"/>
                    </a:cubicBezTo>
                    <a:cubicBezTo>
                      <a:pt x="17" y="108"/>
                      <a:pt x="17" y="108"/>
                      <a:pt x="17" y="108"/>
                    </a:cubicBezTo>
                    <a:cubicBezTo>
                      <a:pt x="12" y="108"/>
                      <a:pt x="8" y="105"/>
                      <a:pt x="7" y="10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2" name="Google Shape;4362;p50">
                <a:extLst>
                  <a:ext uri="{FF2B5EF4-FFF2-40B4-BE49-F238E27FC236}">
                    <a16:creationId xmlns:a16="http://schemas.microsoft.com/office/drawing/2014/main" id="{495D977C-45B4-D866-FBCA-98D84DD67316}"/>
                  </a:ext>
                </a:extLst>
              </p:cNvPr>
              <p:cNvSpPr/>
              <p:nvPr/>
            </p:nvSpPr>
            <p:spPr>
              <a:xfrm>
                <a:off x="-862580" y="4122358"/>
                <a:ext cx="756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21" h="120" extrusionOk="0">
                    <a:moveTo>
                      <a:pt x="5" y="117"/>
                    </a:moveTo>
                    <a:cubicBezTo>
                      <a:pt x="2" y="115"/>
                      <a:pt x="1" y="113"/>
                      <a:pt x="1" y="110"/>
                    </a:cubicBezTo>
                    <a:cubicBezTo>
                      <a:pt x="1" y="109"/>
                      <a:pt x="1" y="109"/>
                      <a:pt x="1" y="108"/>
                    </a:cubicBezTo>
                    <a:cubicBezTo>
                      <a:pt x="0" y="92"/>
                      <a:pt x="0" y="75"/>
                      <a:pt x="0" y="59"/>
                    </a:cubicBezTo>
                    <a:cubicBezTo>
                      <a:pt x="0" y="43"/>
                      <a:pt x="0" y="26"/>
                      <a:pt x="0" y="10"/>
                    </a:cubicBezTo>
                    <a:cubicBezTo>
                      <a:pt x="1" y="5"/>
                      <a:pt x="5" y="0"/>
                      <a:pt x="10" y="0"/>
                    </a:cubicBezTo>
                    <a:cubicBezTo>
                      <a:pt x="16" y="0"/>
                      <a:pt x="20" y="5"/>
                      <a:pt x="20" y="10"/>
                    </a:cubicBezTo>
                    <a:cubicBezTo>
                      <a:pt x="20" y="26"/>
                      <a:pt x="19" y="41"/>
                      <a:pt x="19" y="58"/>
                    </a:cubicBezTo>
                    <a:cubicBezTo>
                      <a:pt x="19" y="73"/>
                      <a:pt x="19" y="90"/>
                      <a:pt x="20" y="106"/>
                    </a:cubicBezTo>
                    <a:lnTo>
                      <a:pt x="20" y="105"/>
                    </a:lnTo>
                    <a:cubicBezTo>
                      <a:pt x="20" y="106"/>
                      <a:pt x="20" y="107"/>
                      <a:pt x="20" y="108"/>
                    </a:cubicBezTo>
                    <a:cubicBezTo>
                      <a:pt x="20" y="111"/>
                      <a:pt x="20" y="113"/>
                      <a:pt x="18" y="115"/>
                    </a:cubicBezTo>
                    <a:cubicBezTo>
                      <a:pt x="17" y="117"/>
                      <a:pt x="14" y="118"/>
                      <a:pt x="12" y="119"/>
                    </a:cubicBezTo>
                    <a:cubicBezTo>
                      <a:pt x="12" y="119"/>
                      <a:pt x="11" y="119"/>
                      <a:pt x="10" y="119"/>
                    </a:cubicBezTo>
                    <a:cubicBezTo>
                      <a:pt x="9" y="119"/>
                      <a:pt x="6" y="118"/>
                      <a:pt x="5" y="1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3" name="Google Shape;4363;p50">
                <a:extLst>
                  <a:ext uri="{FF2B5EF4-FFF2-40B4-BE49-F238E27FC236}">
                    <a16:creationId xmlns:a16="http://schemas.microsoft.com/office/drawing/2014/main" id="{9464C26D-007D-89C1-382A-E44AEA123EA0}"/>
                  </a:ext>
                </a:extLst>
              </p:cNvPr>
              <p:cNvSpPr/>
              <p:nvPr/>
            </p:nvSpPr>
            <p:spPr>
              <a:xfrm>
                <a:off x="-863300" y="4187518"/>
                <a:ext cx="11160" cy="33120"/>
              </a:xfrm>
              <a:custGeom>
                <a:avLst/>
                <a:gdLst/>
                <a:ahLst/>
                <a:cxnLst/>
                <a:rect l="l" t="t" r="r" b="b"/>
                <a:pathLst>
                  <a:path w="31" h="92" extrusionOk="0">
                    <a:moveTo>
                      <a:pt x="11" y="86"/>
                    </a:moveTo>
                    <a:cubicBezTo>
                      <a:pt x="7" y="79"/>
                      <a:pt x="4" y="71"/>
                      <a:pt x="3" y="64"/>
                    </a:cubicBezTo>
                    <a:cubicBezTo>
                      <a:pt x="0" y="56"/>
                      <a:pt x="0" y="47"/>
                      <a:pt x="0" y="40"/>
                    </a:cubicBezTo>
                    <a:cubicBezTo>
                      <a:pt x="0" y="33"/>
                      <a:pt x="1" y="26"/>
                      <a:pt x="1" y="20"/>
                    </a:cubicBezTo>
                    <a:lnTo>
                      <a:pt x="1" y="21"/>
                    </a:lnTo>
                    <a:cubicBezTo>
                      <a:pt x="2" y="18"/>
                      <a:pt x="2" y="14"/>
                      <a:pt x="3" y="11"/>
                    </a:cubicBezTo>
                    <a:lnTo>
                      <a:pt x="3" y="10"/>
                    </a:lnTo>
                    <a:cubicBezTo>
                      <a:pt x="3" y="4"/>
                      <a:pt x="8" y="0"/>
                      <a:pt x="14" y="0"/>
                    </a:cubicBezTo>
                    <a:cubicBezTo>
                      <a:pt x="16" y="0"/>
                      <a:pt x="19" y="1"/>
                      <a:pt x="21" y="4"/>
                    </a:cubicBezTo>
                    <a:cubicBezTo>
                      <a:pt x="22" y="6"/>
                      <a:pt x="23" y="9"/>
                      <a:pt x="23" y="13"/>
                    </a:cubicBezTo>
                    <a:cubicBezTo>
                      <a:pt x="22" y="16"/>
                      <a:pt x="22" y="20"/>
                      <a:pt x="21" y="24"/>
                    </a:cubicBezTo>
                    <a:cubicBezTo>
                      <a:pt x="20" y="30"/>
                      <a:pt x="19" y="36"/>
                      <a:pt x="19" y="43"/>
                    </a:cubicBezTo>
                    <a:cubicBezTo>
                      <a:pt x="19" y="47"/>
                      <a:pt x="20" y="51"/>
                      <a:pt x="20" y="55"/>
                    </a:cubicBezTo>
                    <a:cubicBezTo>
                      <a:pt x="21" y="57"/>
                      <a:pt x="21" y="59"/>
                      <a:pt x="22" y="61"/>
                    </a:cubicBezTo>
                    <a:cubicBezTo>
                      <a:pt x="23" y="65"/>
                      <a:pt x="24" y="69"/>
                      <a:pt x="26" y="73"/>
                    </a:cubicBezTo>
                    <a:cubicBezTo>
                      <a:pt x="26" y="74"/>
                      <a:pt x="27" y="76"/>
                      <a:pt x="28" y="78"/>
                    </a:cubicBezTo>
                    <a:cubicBezTo>
                      <a:pt x="30" y="82"/>
                      <a:pt x="28" y="88"/>
                      <a:pt x="23" y="91"/>
                    </a:cubicBezTo>
                    <a:cubicBezTo>
                      <a:pt x="22" y="91"/>
                      <a:pt x="21" y="91"/>
                      <a:pt x="19" y="91"/>
                    </a:cubicBezTo>
                    <a:cubicBezTo>
                      <a:pt x="16" y="91"/>
                      <a:pt x="12" y="89"/>
                      <a:pt x="11" y="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4" name="Google Shape;4364;p50">
                <a:extLst>
                  <a:ext uri="{FF2B5EF4-FFF2-40B4-BE49-F238E27FC236}">
                    <a16:creationId xmlns:a16="http://schemas.microsoft.com/office/drawing/2014/main" id="{23A6252C-64EA-AEBB-55A6-27F1F15E0B5F}"/>
                  </a:ext>
                </a:extLst>
              </p:cNvPr>
              <p:cNvSpPr/>
              <p:nvPr/>
            </p:nvSpPr>
            <p:spPr>
              <a:xfrm>
                <a:off x="-831260" y="4214518"/>
                <a:ext cx="8028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223" h="28" extrusionOk="0">
                    <a:moveTo>
                      <a:pt x="212" y="27"/>
                    </a:moveTo>
                    <a:cubicBezTo>
                      <a:pt x="191" y="25"/>
                      <a:pt x="169" y="24"/>
                      <a:pt x="148" y="24"/>
                    </a:cubicBezTo>
                    <a:cubicBezTo>
                      <a:pt x="141" y="24"/>
                      <a:pt x="134" y="24"/>
                      <a:pt x="128" y="24"/>
                    </a:cubicBezTo>
                    <a:cubicBezTo>
                      <a:pt x="112" y="24"/>
                      <a:pt x="97" y="25"/>
                      <a:pt x="82" y="25"/>
                    </a:cubicBezTo>
                    <a:cubicBezTo>
                      <a:pt x="73" y="26"/>
                      <a:pt x="64" y="26"/>
                      <a:pt x="55" y="26"/>
                    </a:cubicBezTo>
                    <a:cubicBezTo>
                      <a:pt x="52" y="26"/>
                      <a:pt x="48" y="26"/>
                      <a:pt x="45" y="25"/>
                    </a:cubicBezTo>
                    <a:cubicBezTo>
                      <a:pt x="40" y="25"/>
                      <a:pt x="36" y="25"/>
                      <a:pt x="31" y="25"/>
                    </a:cubicBezTo>
                    <a:cubicBezTo>
                      <a:pt x="31" y="25"/>
                      <a:pt x="30" y="25"/>
                      <a:pt x="29" y="24"/>
                    </a:cubicBezTo>
                    <a:cubicBezTo>
                      <a:pt x="30" y="25"/>
                      <a:pt x="30" y="25"/>
                      <a:pt x="31" y="25"/>
                    </a:cubicBezTo>
                    <a:cubicBezTo>
                      <a:pt x="29" y="24"/>
                      <a:pt x="28" y="24"/>
                      <a:pt x="27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5" y="24"/>
                      <a:pt x="24" y="24"/>
                      <a:pt x="23" y="24"/>
                    </a:cubicBezTo>
                    <a:lnTo>
                      <a:pt x="24" y="24"/>
                    </a:lnTo>
                    <a:cubicBezTo>
                      <a:pt x="21" y="24"/>
                      <a:pt x="18" y="23"/>
                      <a:pt x="16" y="23"/>
                    </a:cubicBezTo>
                    <a:cubicBezTo>
                      <a:pt x="13" y="22"/>
                      <a:pt x="9" y="21"/>
                      <a:pt x="6" y="18"/>
                    </a:cubicBezTo>
                    <a:cubicBezTo>
                      <a:pt x="0" y="13"/>
                      <a:pt x="3" y="3"/>
                      <a:pt x="10" y="1"/>
                    </a:cubicBezTo>
                    <a:cubicBezTo>
                      <a:pt x="14" y="0"/>
                      <a:pt x="18" y="2"/>
                      <a:pt x="22" y="2"/>
                    </a:cubicBezTo>
                    <a:cubicBezTo>
                      <a:pt x="24" y="2"/>
                      <a:pt x="26" y="3"/>
                      <a:pt x="27" y="5"/>
                    </a:cubicBezTo>
                    <a:cubicBezTo>
                      <a:pt x="29" y="5"/>
                      <a:pt x="32" y="6"/>
                      <a:pt x="35" y="6"/>
                    </a:cubicBezTo>
                    <a:cubicBezTo>
                      <a:pt x="39" y="6"/>
                      <a:pt x="44" y="7"/>
                      <a:pt x="49" y="7"/>
                    </a:cubicBezTo>
                    <a:cubicBezTo>
                      <a:pt x="55" y="7"/>
                      <a:pt x="61" y="7"/>
                      <a:pt x="67" y="7"/>
                    </a:cubicBezTo>
                    <a:cubicBezTo>
                      <a:pt x="66" y="7"/>
                      <a:pt x="66" y="7"/>
                      <a:pt x="66" y="7"/>
                    </a:cubicBezTo>
                    <a:cubicBezTo>
                      <a:pt x="76" y="7"/>
                      <a:pt x="87" y="7"/>
                      <a:pt x="98" y="7"/>
                    </a:cubicBezTo>
                    <a:cubicBezTo>
                      <a:pt x="108" y="6"/>
                      <a:pt x="118" y="6"/>
                      <a:pt x="128" y="6"/>
                    </a:cubicBezTo>
                    <a:lnTo>
                      <a:pt x="127" y="6"/>
                    </a:lnTo>
                    <a:cubicBezTo>
                      <a:pt x="129" y="6"/>
                      <a:pt x="129" y="6"/>
                      <a:pt x="130" y="6"/>
                    </a:cubicBezTo>
                    <a:lnTo>
                      <a:pt x="129" y="6"/>
                    </a:lnTo>
                    <a:cubicBezTo>
                      <a:pt x="134" y="6"/>
                      <a:pt x="140" y="6"/>
                      <a:pt x="146" y="6"/>
                    </a:cubicBezTo>
                    <a:lnTo>
                      <a:pt x="147" y="6"/>
                    </a:lnTo>
                    <a:cubicBezTo>
                      <a:pt x="169" y="6"/>
                      <a:pt x="191" y="7"/>
                      <a:pt x="213" y="9"/>
                    </a:cubicBezTo>
                    <a:cubicBezTo>
                      <a:pt x="218" y="10"/>
                      <a:pt x="222" y="14"/>
                      <a:pt x="221" y="19"/>
                    </a:cubicBezTo>
                    <a:cubicBezTo>
                      <a:pt x="221" y="23"/>
                      <a:pt x="217" y="27"/>
                      <a:pt x="212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5" name="Google Shape;4365;p50">
                <a:extLst>
                  <a:ext uri="{FF2B5EF4-FFF2-40B4-BE49-F238E27FC236}">
                    <a16:creationId xmlns:a16="http://schemas.microsoft.com/office/drawing/2014/main" id="{58A97A14-D072-AEAF-F5DA-0BF5B696648F}"/>
                  </a:ext>
                </a:extLst>
              </p:cNvPr>
              <p:cNvSpPr/>
              <p:nvPr/>
            </p:nvSpPr>
            <p:spPr>
              <a:xfrm>
                <a:off x="-725420" y="4213798"/>
                <a:ext cx="6444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179" h="25" extrusionOk="0">
                    <a:moveTo>
                      <a:pt x="5" y="8"/>
                    </a:moveTo>
                    <a:cubicBezTo>
                      <a:pt x="6" y="7"/>
                      <a:pt x="6" y="7"/>
                      <a:pt x="7" y="7"/>
                    </a:cubicBezTo>
                    <a:cubicBezTo>
                      <a:pt x="9" y="4"/>
                      <a:pt x="12" y="4"/>
                      <a:pt x="15" y="4"/>
                    </a:cubicBezTo>
                    <a:cubicBezTo>
                      <a:pt x="24" y="4"/>
                      <a:pt x="33" y="3"/>
                      <a:pt x="41" y="3"/>
                    </a:cubicBezTo>
                    <a:cubicBezTo>
                      <a:pt x="52" y="2"/>
                      <a:pt x="62" y="1"/>
                      <a:pt x="72" y="1"/>
                    </a:cubicBezTo>
                    <a:cubicBezTo>
                      <a:pt x="78" y="1"/>
                      <a:pt x="84" y="1"/>
                      <a:pt x="90" y="1"/>
                    </a:cubicBezTo>
                    <a:cubicBezTo>
                      <a:pt x="95" y="0"/>
                      <a:pt x="100" y="0"/>
                      <a:pt x="105" y="0"/>
                    </a:cubicBezTo>
                    <a:cubicBezTo>
                      <a:pt x="115" y="0"/>
                      <a:pt x="125" y="0"/>
                      <a:pt x="134" y="1"/>
                    </a:cubicBezTo>
                    <a:cubicBezTo>
                      <a:pt x="146" y="1"/>
                      <a:pt x="158" y="1"/>
                      <a:pt x="170" y="2"/>
                    </a:cubicBezTo>
                    <a:cubicBezTo>
                      <a:pt x="174" y="2"/>
                      <a:pt x="178" y="7"/>
                      <a:pt x="178" y="12"/>
                    </a:cubicBezTo>
                    <a:cubicBezTo>
                      <a:pt x="178" y="16"/>
                      <a:pt x="174" y="20"/>
                      <a:pt x="169" y="20"/>
                    </a:cubicBezTo>
                    <a:cubicBezTo>
                      <a:pt x="158" y="19"/>
                      <a:pt x="149" y="19"/>
                      <a:pt x="138" y="19"/>
                    </a:cubicBezTo>
                    <a:cubicBezTo>
                      <a:pt x="129" y="19"/>
                      <a:pt x="119" y="19"/>
                      <a:pt x="110" y="18"/>
                    </a:cubicBezTo>
                    <a:cubicBezTo>
                      <a:pt x="102" y="19"/>
                      <a:pt x="95" y="19"/>
                      <a:pt x="87" y="19"/>
                    </a:cubicBezTo>
                    <a:cubicBezTo>
                      <a:pt x="79" y="20"/>
                      <a:pt x="69" y="20"/>
                      <a:pt x="60" y="21"/>
                    </a:cubicBezTo>
                    <a:cubicBezTo>
                      <a:pt x="45" y="22"/>
                      <a:pt x="29" y="23"/>
                      <a:pt x="14" y="24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5" y="24"/>
                      <a:pt x="0" y="14"/>
                      <a:pt x="5" y="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6" name="Google Shape;4366;p50">
                <a:extLst>
                  <a:ext uri="{FF2B5EF4-FFF2-40B4-BE49-F238E27FC236}">
                    <a16:creationId xmlns:a16="http://schemas.microsoft.com/office/drawing/2014/main" id="{AFAE1D9B-2A31-68E4-232A-4B8F85D5CF68}"/>
                  </a:ext>
                </a:extLst>
              </p:cNvPr>
              <p:cNvSpPr/>
              <p:nvPr/>
            </p:nvSpPr>
            <p:spPr>
              <a:xfrm>
                <a:off x="-633260" y="4214518"/>
                <a:ext cx="4356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27" extrusionOk="0">
                    <a:moveTo>
                      <a:pt x="1" y="18"/>
                    </a:moveTo>
                    <a:cubicBezTo>
                      <a:pt x="0" y="16"/>
                      <a:pt x="1" y="13"/>
                      <a:pt x="3" y="11"/>
                    </a:cubicBezTo>
                    <a:cubicBezTo>
                      <a:pt x="5" y="8"/>
                      <a:pt x="7" y="7"/>
                      <a:pt x="10" y="6"/>
                    </a:cubicBezTo>
                    <a:cubicBezTo>
                      <a:pt x="26" y="5"/>
                      <a:pt x="42" y="3"/>
                      <a:pt x="58" y="3"/>
                    </a:cubicBezTo>
                    <a:cubicBezTo>
                      <a:pt x="75" y="2"/>
                      <a:pt x="92" y="2"/>
                      <a:pt x="109" y="1"/>
                    </a:cubicBezTo>
                    <a:cubicBezTo>
                      <a:pt x="115" y="0"/>
                      <a:pt x="119" y="5"/>
                      <a:pt x="119" y="10"/>
                    </a:cubicBezTo>
                    <a:cubicBezTo>
                      <a:pt x="120" y="14"/>
                      <a:pt x="116" y="19"/>
                      <a:pt x="111" y="20"/>
                    </a:cubicBezTo>
                    <a:cubicBezTo>
                      <a:pt x="97" y="20"/>
                      <a:pt x="83" y="21"/>
                      <a:pt x="69" y="21"/>
                    </a:cubicBezTo>
                    <a:cubicBezTo>
                      <a:pt x="56" y="21"/>
                      <a:pt x="42" y="23"/>
                      <a:pt x="28" y="24"/>
                    </a:cubicBezTo>
                    <a:cubicBezTo>
                      <a:pt x="26" y="24"/>
                      <a:pt x="23" y="25"/>
                      <a:pt x="21" y="25"/>
                    </a:cubicBezTo>
                    <a:cubicBezTo>
                      <a:pt x="19" y="25"/>
                      <a:pt x="16" y="25"/>
                      <a:pt x="13" y="26"/>
                    </a:cubicBezTo>
                    <a:lnTo>
                      <a:pt x="12" y="26"/>
                    </a:lnTo>
                    <a:cubicBezTo>
                      <a:pt x="6" y="26"/>
                      <a:pt x="2" y="23"/>
                      <a:pt x="1" y="1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7" name="Google Shape;4367;p50">
                <a:extLst>
                  <a:ext uri="{FF2B5EF4-FFF2-40B4-BE49-F238E27FC236}">
                    <a16:creationId xmlns:a16="http://schemas.microsoft.com/office/drawing/2014/main" id="{9D9EDF3A-5DD8-48F7-1798-39D1BEFF21CD}"/>
                  </a:ext>
                </a:extLst>
              </p:cNvPr>
              <p:cNvSpPr/>
              <p:nvPr/>
            </p:nvSpPr>
            <p:spPr>
              <a:xfrm>
                <a:off x="-553340" y="4211278"/>
                <a:ext cx="2664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74" h="27" extrusionOk="0">
                    <a:moveTo>
                      <a:pt x="62" y="26"/>
                    </a:moveTo>
                    <a:cubicBezTo>
                      <a:pt x="53" y="25"/>
                      <a:pt x="44" y="25"/>
                      <a:pt x="35" y="25"/>
                    </a:cubicBezTo>
                    <a:cubicBezTo>
                      <a:pt x="31" y="24"/>
                      <a:pt x="28" y="24"/>
                      <a:pt x="24" y="24"/>
                    </a:cubicBezTo>
                    <a:cubicBezTo>
                      <a:pt x="22" y="23"/>
                      <a:pt x="19" y="23"/>
                      <a:pt x="16" y="23"/>
                    </a:cubicBezTo>
                    <a:cubicBezTo>
                      <a:pt x="12" y="22"/>
                      <a:pt x="7" y="22"/>
                      <a:pt x="4" y="19"/>
                    </a:cubicBezTo>
                    <a:cubicBezTo>
                      <a:pt x="0" y="15"/>
                      <a:pt x="0" y="9"/>
                      <a:pt x="3" y="5"/>
                    </a:cubicBezTo>
                    <a:cubicBezTo>
                      <a:pt x="6" y="1"/>
                      <a:pt x="12" y="0"/>
                      <a:pt x="16" y="2"/>
                    </a:cubicBezTo>
                    <a:lnTo>
                      <a:pt x="17" y="2"/>
                    </a:lnTo>
                    <a:cubicBezTo>
                      <a:pt x="18" y="3"/>
                      <a:pt x="20" y="4"/>
                      <a:pt x="22" y="4"/>
                    </a:cubicBezTo>
                    <a:cubicBezTo>
                      <a:pt x="36" y="5"/>
                      <a:pt x="50" y="5"/>
                      <a:pt x="63" y="7"/>
                    </a:cubicBezTo>
                    <a:cubicBezTo>
                      <a:pt x="69" y="7"/>
                      <a:pt x="73" y="11"/>
                      <a:pt x="73" y="16"/>
                    </a:cubicBezTo>
                    <a:cubicBezTo>
                      <a:pt x="72" y="22"/>
                      <a:pt x="68" y="26"/>
                      <a:pt x="63" y="26"/>
                    </a:cubicBezTo>
                    <a:lnTo>
                      <a:pt x="62" y="2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68" name="Google Shape;4368;p50">
              <a:extLst>
                <a:ext uri="{FF2B5EF4-FFF2-40B4-BE49-F238E27FC236}">
                  <a16:creationId xmlns:a16="http://schemas.microsoft.com/office/drawing/2014/main" id="{AFCB1327-E9B0-C011-70EA-D73F4CEC2DE7}"/>
                </a:ext>
              </a:extLst>
            </p:cNvPr>
            <p:cNvGrpSpPr/>
            <p:nvPr/>
          </p:nvGrpSpPr>
          <p:grpSpPr>
            <a:xfrm>
              <a:off x="4836908" y="352465"/>
              <a:ext cx="1169447" cy="374068"/>
              <a:chOff x="1605960" y="528480"/>
              <a:chExt cx="543600" cy="173880"/>
            </a:xfrm>
          </p:grpSpPr>
          <p:sp>
            <p:nvSpPr>
              <p:cNvPr id="4369" name="Google Shape;4369;p50">
                <a:extLst>
                  <a:ext uri="{FF2B5EF4-FFF2-40B4-BE49-F238E27FC236}">
                    <a16:creationId xmlns:a16="http://schemas.microsoft.com/office/drawing/2014/main" id="{8BE63A3C-0585-5C75-635E-F52B4A80DD4B}"/>
                  </a:ext>
                </a:extLst>
              </p:cNvPr>
              <p:cNvSpPr/>
              <p:nvPr/>
            </p:nvSpPr>
            <p:spPr>
              <a:xfrm>
                <a:off x="1732680" y="531720"/>
                <a:ext cx="416880" cy="128880"/>
              </a:xfrm>
              <a:custGeom>
                <a:avLst/>
                <a:gdLst/>
                <a:ahLst/>
                <a:cxnLst/>
                <a:rect l="l" t="t" r="r" b="b"/>
                <a:pathLst>
                  <a:path w="1158" h="358" extrusionOk="0">
                    <a:moveTo>
                      <a:pt x="124" y="357"/>
                    </a:moveTo>
                    <a:cubicBezTo>
                      <a:pt x="119" y="357"/>
                      <a:pt x="115" y="353"/>
                      <a:pt x="114" y="349"/>
                    </a:cubicBezTo>
                    <a:cubicBezTo>
                      <a:pt x="106" y="268"/>
                      <a:pt x="65" y="192"/>
                      <a:pt x="4" y="140"/>
                    </a:cubicBezTo>
                    <a:cubicBezTo>
                      <a:pt x="0" y="135"/>
                      <a:pt x="0" y="129"/>
                      <a:pt x="4" y="125"/>
                    </a:cubicBezTo>
                    <a:cubicBezTo>
                      <a:pt x="7" y="121"/>
                      <a:pt x="14" y="120"/>
                      <a:pt x="18" y="124"/>
                    </a:cubicBezTo>
                    <a:cubicBezTo>
                      <a:pt x="64" y="164"/>
                      <a:pt x="99" y="218"/>
                      <a:pt x="119" y="276"/>
                    </a:cubicBezTo>
                    <a:cubicBezTo>
                      <a:pt x="136" y="23"/>
                      <a:pt x="136" y="23"/>
                      <a:pt x="136" y="23"/>
                    </a:cubicBezTo>
                    <a:cubicBezTo>
                      <a:pt x="136" y="18"/>
                      <a:pt x="141" y="14"/>
                      <a:pt x="146" y="14"/>
                    </a:cubicBezTo>
                    <a:cubicBezTo>
                      <a:pt x="1145" y="0"/>
                      <a:pt x="1145" y="0"/>
                      <a:pt x="1145" y="0"/>
                    </a:cubicBezTo>
                    <a:cubicBezTo>
                      <a:pt x="1148" y="0"/>
                      <a:pt x="1150" y="1"/>
                      <a:pt x="1152" y="3"/>
                    </a:cubicBezTo>
                    <a:cubicBezTo>
                      <a:pt x="1154" y="5"/>
                      <a:pt x="1155" y="7"/>
                      <a:pt x="1156" y="10"/>
                    </a:cubicBezTo>
                    <a:cubicBezTo>
                      <a:pt x="1157" y="167"/>
                      <a:pt x="1157" y="167"/>
                      <a:pt x="1157" y="167"/>
                    </a:cubicBezTo>
                    <a:cubicBezTo>
                      <a:pt x="1157" y="173"/>
                      <a:pt x="1152" y="178"/>
                      <a:pt x="1146" y="178"/>
                    </a:cubicBezTo>
                    <a:cubicBezTo>
                      <a:pt x="1141" y="178"/>
                      <a:pt x="1136" y="173"/>
                      <a:pt x="1136" y="167"/>
                    </a:cubicBezTo>
                    <a:cubicBezTo>
                      <a:pt x="1135" y="20"/>
                      <a:pt x="1135" y="20"/>
                      <a:pt x="1135" y="20"/>
                    </a:cubicBezTo>
                    <a:cubicBezTo>
                      <a:pt x="155" y="33"/>
                      <a:pt x="155" y="33"/>
                      <a:pt x="155" y="33"/>
                    </a:cubicBezTo>
                    <a:cubicBezTo>
                      <a:pt x="134" y="348"/>
                      <a:pt x="134" y="348"/>
                      <a:pt x="134" y="348"/>
                    </a:cubicBezTo>
                    <a:cubicBezTo>
                      <a:pt x="134" y="353"/>
                      <a:pt x="129" y="357"/>
                      <a:pt x="124" y="3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0" name="Google Shape;4370;p50">
                <a:extLst>
                  <a:ext uri="{FF2B5EF4-FFF2-40B4-BE49-F238E27FC236}">
                    <a16:creationId xmlns:a16="http://schemas.microsoft.com/office/drawing/2014/main" id="{4DE7B121-8562-E2FE-639C-6CA1EF740C82}"/>
                  </a:ext>
                </a:extLst>
              </p:cNvPr>
              <p:cNvSpPr/>
              <p:nvPr/>
            </p:nvSpPr>
            <p:spPr>
              <a:xfrm>
                <a:off x="1605960" y="528480"/>
                <a:ext cx="128160" cy="121680"/>
              </a:xfrm>
              <a:custGeom>
                <a:avLst/>
                <a:gdLst/>
                <a:ahLst/>
                <a:cxnLst/>
                <a:rect l="l" t="t" r="r" b="b"/>
                <a:pathLst>
                  <a:path w="356" h="338" extrusionOk="0">
                    <a:moveTo>
                      <a:pt x="53" y="337"/>
                    </a:moveTo>
                    <a:cubicBezTo>
                      <a:pt x="49" y="337"/>
                      <a:pt x="46" y="334"/>
                      <a:pt x="44" y="331"/>
                    </a:cubicBezTo>
                    <a:cubicBezTo>
                      <a:pt x="42" y="327"/>
                      <a:pt x="44" y="323"/>
                      <a:pt x="46" y="320"/>
                    </a:cubicBezTo>
                    <a:cubicBezTo>
                      <a:pt x="118" y="241"/>
                      <a:pt x="148" y="128"/>
                      <a:pt x="128" y="23"/>
                    </a:cubicBezTo>
                    <a:cubicBezTo>
                      <a:pt x="84" y="38"/>
                      <a:pt x="45" y="69"/>
                      <a:pt x="21" y="109"/>
                    </a:cubicBezTo>
                    <a:cubicBezTo>
                      <a:pt x="18" y="114"/>
                      <a:pt x="11" y="115"/>
                      <a:pt x="7" y="112"/>
                    </a:cubicBezTo>
                    <a:cubicBezTo>
                      <a:pt x="2" y="109"/>
                      <a:pt x="0" y="103"/>
                      <a:pt x="3" y="98"/>
                    </a:cubicBezTo>
                    <a:cubicBezTo>
                      <a:pt x="32" y="51"/>
                      <a:pt x="80" y="16"/>
                      <a:pt x="133" y="1"/>
                    </a:cubicBezTo>
                    <a:cubicBezTo>
                      <a:pt x="135" y="0"/>
                      <a:pt x="138" y="1"/>
                      <a:pt x="140" y="2"/>
                    </a:cubicBezTo>
                    <a:cubicBezTo>
                      <a:pt x="143" y="3"/>
                      <a:pt x="144" y="5"/>
                      <a:pt x="145" y="8"/>
                    </a:cubicBezTo>
                    <a:cubicBezTo>
                      <a:pt x="170" y="115"/>
                      <a:pt x="143" y="231"/>
                      <a:pt x="76" y="316"/>
                    </a:cubicBezTo>
                    <a:cubicBezTo>
                      <a:pt x="345" y="315"/>
                      <a:pt x="345" y="315"/>
                      <a:pt x="345" y="315"/>
                    </a:cubicBezTo>
                    <a:cubicBezTo>
                      <a:pt x="350" y="315"/>
                      <a:pt x="355" y="320"/>
                      <a:pt x="355" y="326"/>
                    </a:cubicBezTo>
                    <a:cubicBezTo>
                      <a:pt x="355" y="331"/>
                      <a:pt x="350" y="336"/>
                      <a:pt x="345" y="336"/>
                    </a:cubicBezTo>
                    <a:cubicBezTo>
                      <a:pt x="53" y="337"/>
                      <a:pt x="53" y="337"/>
                      <a:pt x="53" y="3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1" name="Google Shape;4371;p50">
                <a:extLst>
                  <a:ext uri="{FF2B5EF4-FFF2-40B4-BE49-F238E27FC236}">
                    <a16:creationId xmlns:a16="http://schemas.microsoft.com/office/drawing/2014/main" id="{3DDEA58E-6492-7DDD-F048-D445406CD1D4}"/>
                  </a:ext>
                </a:extLst>
              </p:cNvPr>
              <p:cNvSpPr/>
              <p:nvPr/>
            </p:nvSpPr>
            <p:spPr>
              <a:xfrm>
                <a:off x="1826640" y="581400"/>
                <a:ext cx="48600" cy="120960"/>
              </a:xfrm>
              <a:custGeom>
                <a:avLst/>
                <a:gdLst/>
                <a:ahLst/>
                <a:cxnLst/>
                <a:rect l="l" t="t" r="r" b="b"/>
                <a:pathLst>
                  <a:path w="135" h="336" extrusionOk="0">
                    <a:moveTo>
                      <a:pt x="99" y="335"/>
                    </a:moveTo>
                    <a:cubicBezTo>
                      <a:pt x="98" y="335"/>
                      <a:pt x="98" y="335"/>
                      <a:pt x="98" y="335"/>
                    </a:cubicBezTo>
                    <a:cubicBezTo>
                      <a:pt x="71" y="335"/>
                      <a:pt x="45" y="317"/>
                      <a:pt x="31" y="288"/>
                    </a:cubicBezTo>
                    <a:cubicBezTo>
                      <a:pt x="18" y="259"/>
                      <a:pt x="20" y="228"/>
                      <a:pt x="37" y="207"/>
                    </a:cubicBezTo>
                    <a:cubicBezTo>
                      <a:pt x="41" y="202"/>
                      <a:pt x="47" y="201"/>
                      <a:pt x="51" y="205"/>
                    </a:cubicBezTo>
                    <a:cubicBezTo>
                      <a:pt x="56" y="208"/>
                      <a:pt x="57" y="215"/>
                      <a:pt x="53" y="219"/>
                    </a:cubicBezTo>
                    <a:cubicBezTo>
                      <a:pt x="38" y="237"/>
                      <a:pt x="42" y="263"/>
                      <a:pt x="50" y="279"/>
                    </a:cubicBezTo>
                    <a:cubicBezTo>
                      <a:pt x="57" y="294"/>
                      <a:pt x="70" y="310"/>
                      <a:pt x="89" y="314"/>
                    </a:cubicBezTo>
                    <a:cubicBezTo>
                      <a:pt x="102" y="141"/>
                      <a:pt x="102" y="141"/>
                      <a:pt x="102" y="141"/>
                    </a:cubicBezTo>
                    <a:cubicBezTo>
                      <a:pt x="101" y="141"/>
                      <a:pt x="100" y="142"/>
                      <a:pt x="100" y="143"/>
                    </a:cubicBezTo>
                    <a:cubicBezTo>
                      <a:pt x="73" y="168"/>
                      <a:pt x="37" y="177"/>
                      <a:pt x="7" y="166"/>
                    </a:cubicBezTo>
                    <a:cubicBezTo>
                      <a:pt x="2" y="165"/>
                      <a:pt x="0" y="160"/>
                      <a:pt x="0" y="155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4"/>
                      <a:pt x="19" y="0"/>
                      <a:pt x="25" y="0"/>
                    </a:cubicBezTo>
                    <a:cubicBezTo>
                      <a:pt x="30" y="1"/>
                      <a:pt x="35" y="6"/>
                      <a:pt x="34" y="11"/>
                    </a:cubicBezTo>
                    <a:cubicBezTo>
                      <a:pt x="21" y="150"/>
                      <a:pt x="21" y="150"/>
                      <a:pt x="21" y="150"/>
                    </a:cubicBezTo>
                    <a:cubicBezTo>
                      <a:pt x="46" y="155"/>
                      <a:pt x="71" y="143"/>
                      <a:pt x="86" y="128"/>
                    </a:cubicBezTo>
                    <a:cubicBezTo>
                      <a:pt x="93" y="121"/>
                      <a:pt x="99" y="113"/>
                      <a:pt x="104" y="103"/>
                    </a:cubicBezTo>
                    <a:cubicBezTo>
                      <a:pt x="108" y="53"/>
                      <a:pt x="108" y="53"/>
                      <a:pt x="108" y="53"/>
                    </a:cubicBezTo>
                    <a:cubicBezTo>
                      <a:pt x="108" y="48"/>
                      <a:pt x="112" y="44"/>
                      <a:pt x="117" y="43"/>
                    </a:cubicBezTo>
                    <a:cubicBezTo>
                      <a:pt x="121" y="43"/>
                      <a:pt x="126" y="46"/>
                      <a:pt x="127" y="50"/>
                    </a:cubicBezTo>
                    <a:cubicBezTo>
                      <a:pt x="134" y="69"/>
                      <a:pt x="132" y="89"/>
                      <a:pt x="124" y="108"/>
                    </a:cubicBezTo>
                    <a:cubicBezTo>
                      <a:pt x="109" y="326"/>
                      <a:pt x="109" y="326"/>
                      <a:pt x="109" y="326"/>
                    </a:cubicBezTo>
                    <a:cubicBezTo>
                      <a:pt x="108" y="331"/>
                      <a:pt x="104" y="335"/>
                      <a:pt x="99" y="3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2" name="Google Shape;4372;p50">
                <a:extLst>
                  <a:ext uri="{FF2B5EF4-FFF2-40B4-BE49-F238E27FC236}">
                    <a16:creationId xmlns:a16="http://schemas.microsoft.com/office/drawing/2014/main" id="{5730822E-445E-6AC3-DFE3-F2ABFDB02022}"/>
                  </a:ext>
                </a:extLst>
              </p:cNvPr>
              <p:cNvSpPr/>
              <p:nvPr/>
            </p:nvSpPr>
            <p:spPr>
              <a:xfrm>
                <a:off x="1889280" y="572040"/>
                <a:ext cx="46440" cy="44280"/>
              </a:xfrm>
              <a:custGeom>
                <a:avLst/>
                <a:gdLst/>
                <a:ahLst/>
                <a:cxnLst/>
                <a:rect l="l" t="t" r="r" b="b"/>
                <a:pathLst>
                  <a:path w="129" h="123" extrusionOk="0">
                    <a:moveTo>
                      <a:pt x="37" y="122"/>
                    </a:moveTo>
                    <a:cubicBezTo>
                      <a:pt x="27" y="122"/>
                      <a:pt x="17" y="121"/>
                      <a:pt x="8" y="118"/>
                    </a:cubicBezTo>
                    <a:cubicBezTo>
                      <a:pt x="3" y="117"/>
                      <a:pt x="0" y="113"/>
                      <a:pt x="0" y="108"/>
                    </a:cubicBezTo>
                    <a:cubicBezTo>
                      <a:pt x="1" y="103"/>
                      <a:pt x="4" y="99"/>
                      <a:pt x="9" y="99"/>
                    </a:cubicBezTo>
                    <a:cubicBezTo>
                      <a:pt x="42" y="92"/>
                      <a:pt x="68" y="62"/>
                      <a:pt x="70" y="29"/>
                    </a:cubicBezTo>
                    <a:cubicBezTo>
                      <a:pt x="56" y="24"/>
                      <a:pt x="38" y="29"/>
                      <a:pt x="29" y="41"/>
                    </a:cubicBezTo>
                    <a:cubicBezTo>
                      <a:pt x="26" y="46"/>
                      <a:pt x="20" y="46"/>
                      <a:pt x="15" y="43"/>
                    </a:cubicBezTo>
                    <a:cubicBezTo>
                      <a:pt x="10" y="40"/>
                      <a:pt x="10" y="33"/>
                      <a:pt x="13" y="29"/>
                    </a:cubicBezTo>
                    <a:cubicBezTo>
                      <a:pt x="29" y="7"/>
                      <a:pt x="61" y="0"/>
                      <a:pt x="85" y="14"/>
                    </a:cubicBezTo>
                    <a:cubicBezTo>
                      <a:pt x="88" y="15"/>
                      <a:pt x="90" y="18"/>
                      <a:pt x="90" y="22"/>
                    </a:cubicBezTo>
                    <a:cubicBezTo>
                      <a:pt x="91" y="52"/>
                      <a:pt x="76" y="82"/>
                      <a:pt x="52" y="100"/>
                    </a:cubicBezTo>
                    <a:cubicBezTo>
                      <a:pt x="74" y="97"/>
                      <a:pt x="95" y="85"/>
                      <a:pt x="109" y="68"/>
                    </a:cubicBezTo>
                    <a:cubicBezTo>
                      <a:pt x="113" y="64"/>
                      <a:pt x="119" y="63"/>
                      <a:pt x="123" y="67"/>
                    </a:cubicBezTo>
                    <a:cubicBezTo>
                      <a:pt x="127" y="71"/>
                      <a:pt x="128" y="77"/>
                      <a:pt x="124" y="81"/>
                    </a:cubicBezTo>
                    <a:cubicBezTo>
                      <a:pt x="103" y="107"/>
                      <a:pt x="70" y="122"/>
                      <a:pt x="37" y="1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3" name="Google Shape;4373;p50">
                <a:extLst>
                  <a:ext uri="{FF2B5EF4-FFF2-40B4-BE49-F238E27FC236}">
                    <a16:creationId xmlns:a16="http://schemas.microsoft.com/office/drawing/2014/main" id="{8D6EFE39-9CEA-8E5B-87F1-D37A7E0B1D13}"/>
                  </a:ext>
                </a:extLst>
              </p:cNvPr>
              <p:cNvSpPr/>
              <p:nvPr/>
            </p:nvSpPr>
            <p:spPr>
              <a:xfrm>
                <a:off x="1947240" y="627480"/>
                <a:ext cx="48240" cy="1476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41" extrusionOk="0">
                    <a:moveTo>
                      <a:pt x="11" y="40"/>
                    </a:moveTo>
                    <a:cubicBezTo>
                      <a:pt x="6" y="40"/>
                      <a:pt x="2" y="37"/>
                      <a:pt x="1" y="31"/>
                    </a:cubicBezTo>
                    <a:cubicBezTo>
                      <a:pt x="0" y="26"/>
                      <a:pt x="4" y="21"/>
                      <a:pt x="9" y="20"/>
                    </a:cubicBezTo>
                    <a:cubicBezTo>
                      <a:pt x="121" y="1"/>
                      <a:pt x="121" y="1"/>
                      <a:pt x="121" y="1"/>
                    </a:cubicBezTo>
                    <a:cubicBezTo>
                      <a:pt x="126" y="0"/>
                      <a:pt x="131" y="3"/>
                      <a:pt x="132" y="9"/>
                    </a:cubicBezTo>
                    <a:cubicBezTo>
                      <a:pt x="133" y="15"/>
                      <a:pt x="130" y="20"/>
                      <a:pt x="124" y="20"/>
                    </a:cubicBezTo>
                    <a:cubicBezTo>
                      <a:pt x="12" y="40"/>
                      <a:pt x="12" y="40"/>
                      <a:pt x="12" y="40"/>
                    </a:cubicBezTo>
                    <a:lnTo>
                      <a:pt x="11" y="4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4" name="Google Shape;4374;p50">
                <a:extLst>
                  <a:ext uri="{FF2B5EF4-FFF2-40B4-BE49-F238E27FC236}">
                    <a16:creationId xmlns:a16="http://schemas.microsoft.com/office/drawing/2014/main" id="{209C34AE-D3C8-1AD6-13A4-9BBC0BD7833A}"/>
                  </a:ext>
                </a:extLst>
              </p:cNvPr>
              <p:cNvSpPr/>
              <p:nvPr/>
            </p:nvSpPr>
            <p:spPr>
              <a:xfrm>
                <a:off x="1995480" y="606960"/>
                <a:ext cx="73800" cy="43560"/>
              </a:xfrm>
              <a:custGeom>
                <a:avLst/>
                <a:gdLst/>
                <a:ahLst/>
                <a:cxnLst/>
                <a:rect l="l" t="t" r="r" b="b"/>
                <a:pathLst>
                  <a:path w="205" h="121" extrusionOk="0">
                    <a:moveTo>
                      <a:pt x="193" y="120"/>
                    </a:moveTo>
                    <a:lnTo>
                      <a:pt x="192" y="120"/>
                    </a:lnTo>
                    <a:cubicBezTo>
                      <a:pt x="118" y="116"/>
                      <a:pt x="47" y="78"/>
                      <a:pt x="2" y="18"/>
                    </a:cubicBezTo>
                    <a:cubicBezTo>
                      <a:pt x="0" y="13"/>
                      <a:pt x="0" y="7"/>
                      <a:pt x="5" y="4"/>
                    </a:cubicBezTo>
                    <a:cubicBezTo>
                      <a:pt x="9" y="0"/>
                      <a:pt x="16" y="2"/>
                      <a:pt x="19" y="6"/>
                    </a:cubicBezTo>
                    <a:cubicBezTo>
                      <a:pt x="60" y="62"/>
                      <a:pt x="125" y="97"/>
                      <a:pt x="194" y="101"/>
                    </a:cubicBezTo>
                    <a:cubicBezTo>
                      <a:pt x="199" y="101"/>
                      <a:pt x="204" y="105"/>
                      <a:pt x="203" y="111"/>
                    </a:cubicBezTo>
                    <a:cubicBezTo>
                      <a:pt x="203" y="116"/>
                      <a:pt x="198" y="120"/>
                      <a:pt x="193" y="1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5" name="Google Shape;4375;p50">
                <a:extLst>
                  <a:ext uri="{FF2B5EF4-FFF2-40B4-BE49-F238E27FC236}">
                    <a16:creationId xmlns:a16="http://schemas.microsoft.com/office/drawing/2014/main" id="{AF40559B-A008-BADD-C412-D6982D49D068}"/>
                  </a:ext>
                </a:extLst>
              </p:cNvPr>
              <p:cNvSpPr/>
              <p:nvPr/>
            </p:nvSpPr>
            <p:spPr>
              <a:xfrm>
                <a:off x="1994040" y="603000"/>
                <a:ext cx="49320" cy="65160"/>
              </a:xfrm>
              <a:custGeom>
                <a:avLst/>
                <a:gdLst/>
                <a:ahLst/>
                <a:cxnLst/>
                <a:rect l="l" t="t" r="r" b="b"/>
                <a:pathLst>
                  <a:path w="137" h="181" extrusionOk="0">
                    <a:moveTo>
                      <a:pt x="24" y="180"/>
                    </a:moveTo>
                    <a:cubicBezTo>
                      <a:pt x="22" y="180"/>
                      <a:pt x="20" y="180"/>
                      <a:pt x="19" y="179"/>
                    </a:cubicBezTo>
                    <a:cubicBezTo>
                      <a:pt x="14" y="176"/>
                      <a:pt x="12" y="170"/>
                      <a:pt x="15" y="165"/>
                    </a:cubicBezTo>
                    <a:cubicBezTo>
                      <a:pt x="106" y="23"/>
                      <a:pt x="106" y="23"/>
                      <a:pt x="106" y="23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6" y="34"/>
                      <a:pt x="1" y="29"/>
                      <a:pt x="1" y="24"/>
                    </a:cubicBezTo>
                    <a:cubicBezTo>
                      <a:pt x="0" y="18"/>
                      <a:pt x="4" y="13"/>
                      <a:pt x="10" y="13"/>
                    </a:cubicBezTo>
                    <a:cubicBezTo>
                      <a:pt x="124" y="1"/>
                      <a:pt x="124" y="1"/>
                      <a:pt x="124" y="1"/>
                    </a:cubicBezTo>
                    <a:cubicBezTo>
                      <a:pt x="128" y="0"/>
                      <a:pt x="132" y="3"/>
                      <a:pt x="134" y="6"/>
                    </a:cubicBezTo>
                    <a:cubicBezTo>
                      <a:pt x="136" y="9"/>
                      <a:pt x="136" y="13"/>
                      <a:pt x="134" y="17"/>
                    </a:cubicBezTo>
                    <a:cubicBezTo>
                      <a:pt x="33" y="176"/>
                      <a:pt x="33" y="176"/>
                      <a:pt x="33" y="176"/>
                    </a:cubicBezTo>
                    <a:cubicBezTo>
                      <a:pt x="30" y="179"/>
                      <a:pt x="27" y="180"/>
                      <a:pt x="24" y="1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6" name="Google Shape;4376;p50">
                <a:extLst>
                  <a:ext uri="{FF2B5EF4-FFF2-40B4-BE49-F238E27FC236}">
                    <a16:creationId xmlns:a16="http://schemas.microsoft.com/office/drawing/2014/main" id="{5D630C65-83F6-B9CE-F8D8-4F328D75B426}"/>
                  </a:ext>
                </a:extLst>
              </p:cNvPr>
              <p:cNvSpPr/>
              <p:nvPr/>
            </p:nvSpPr>
            <p:spPr>
              <a:xfrm>
                <a:off x="2088360" y="596880"/>
                <a:ext cx="24840" cy="40680"/>
              </a:xfrm>
              <a:custGeom>
                <a:avLst/>
                <a:gdLst/>
                <a:ahLst/>
                <a:cxnLst/>
                <a:rect l="l" t="t" r="r" b="b"/>
                <a:pathLst>
                  <a:path w="69" h="113" extrusionOk="0">
                    <a:moveTo>
                      <a:pt x="11" y="112"/>
                    </a:moveTo>
                    <a:cubicBezTo>
                      <a:pt x="7" y="112"/>
                      <a:pt x="3" y="109"/>
                      <a:pt x="2" y="105"/>
                    </a:cubicBezTo>
                    <a:cubicBezTo>
                      <a:pt x="0" y="101"/>
                      <a:pt x="2" y="94"/>
                      <a:pt x="7" y="93"/>
                    </a:cubicBezTo>
                    <a:cubicBezTo>
                      <a:pt x="46" y="76"/>
                      <a:pt x="46" y="76"/>
                      <a:pt x="46" y="76"/>
                    </a:cubicBezTo>
                    <a:cubicBezTo>
                      <a:pt x="34" y="25"/>
                      <a:pt x="34" y="25"/>
                      <a:pt x="34" y="25"/>
                    </a:cubicBezTo>
                    <a:cubicBezTo>
                      <a:pt x="33" y="27"/>
                      <a:pt x="32" y="28"/>
                      <a:pt x="31" y="29"/>
                    </a:cubicBezTo>
                    <a:cubicBezTo>
                      <a:pt x="31" y="31"/>
                      <a:pt x="29" y="37"/>
                      <a:pt x="32" y="39"/>
                    </a:cubicBezTo>
                    <a:cubicBezTo>
                      <a:pt x="37" y="41"/>
                      <a:pt x="39" y="47"/>
                      <a:pt x="37" y="52"/>
                    </a:cubicBezTo>
                    <a:cubicBezTo>
                      <a:pt x="35" y="57"/>
                      <a:pt x="28" y="59"/>
                      <a:pt x="24" y="57"/>
                    </a:cubicBezTo>
                    <a:cubicBezTo>
                      <a:pt x="11" y="51"/>
                      <a:pt x="7" y="36"/>
                      <a:pt x="13" y="21"/>
                    </a:cubicBezTo>
                    <a:cubicBezTo>
                      <a:pt x="18" y="7"/>
                      <a:pt x="32" y="0"/>
                      <a:pt x="45" y="4"/>
                    </a:cubicBezTo>
                    <a:cubicBezTo>
                      <a:pt x="48" y="5"/>
                      <a:pt x="51" y="8"/>
                      <a:pt x="52" y="12"/>
                    </a:cubicBezTo>
                    <a:cubicBezTo>
                      <a:pt x="67" y="79"/>
                      <a:pt x="67" y="79"/>
                      <a:pt x="67" y="79"/>
                    </a:cubicBezTo>
                    <a:cubicBezTo>
                      <a:pt x="68" y="84"/>
                      <a:pt x="66" y="88"/>
                      <a:pt x="61" y="91"/>
                    </a:cubicBezTo>
                    <a:cubicBezTo>
                      <a:pt x="15" y="111"/>
                      <a:pt x="15" y="111"/>
                      <a:pt x="15" y="111"/>
                    </a:cubicBezTo>
                    <a:cubicBezTo>
                      <a:pt x="14" y="111"/>
                      <a:pt x="13" y="112"/>
                      <a:pt x="11" y="1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4" name="Google Shape;4273;p50">
            <a:extLst>
              <a:ext uri="{FF2B5EF4-FFF2-40B4-BE49-F238E27FC236}">
                <a16:creationId xmlns:a16="http://schemas.microsoft.com/office/drawing/2014/main" id="{C0BDA0ED-2359-C6CF-0C8B-D459D652E7B7}"/>
              </a:ext>
            </a:extLst>
          </p:cNvPr>
          <p:cNvSpPr txBox="1">
            <a:spLocks noGrp="1"/>
          </p:cNvSpPr>
          <p:nvPr>
            <p:ph type="subTitle" idx="1"/>
          </p:nvPr>
        </p:nvSpPr>
        <p:spPr>
          <a:xfrm>
            <a:off x="713225" y="1908883"/>
            <a:ext cx="3691891" cy="2177342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285750" lvl="0" indent="-285750">
              <a:buFont typeface="Arial" panose="020B0604020202020204" pitchFamily="34" charset="0"/>
              <a:buChar char="•"/>
            </a:pPr>
            <a:r>
              <a:rPr lang="en-US" sz="1200" dirty="0"/>
              <a:t>Weekdays show a sharp morning peak around 7–8 AM, followed by a midday dip and a smaller evening rise.</a:t>
            </a:r>
          </a:p>
          <a:p>
            <a:pPr marL="285750" lvl="0" indent="-285750">
              <a:buFont typeface="Arial" panose="020B0604020202020204" pitchFamily="34" charset="0"/>
              <a:buChar char="•"/>
            </a:pPr>
            <a:r>
              <a:rPr lang="en-US" sz="1200" dirty="0"/>
              <a:t>Weekends have a smoother profile with higher daytime and evening consumption, peaking around 7–9 PM.</a:t>
            </a:r>
          </a:p>
          <a:p>
            <a:pPr marL="285750" lvl="0" indent="-285750">
              <a:buFont typeface="Arial" panose="020B0604020202020204" pitchFamily="34" charset="0"/>
              <a:buChar char="•"/>
            </a:pPr>
            <a:r>
              <a:rPr lang="en-US" sz="1200" dirty="0"/>
              <a:t>Overall, weekend usage is consistently higher than weekday usage during the day and evening, reflecting different household routines.</a:t>
            </a:r>
            <a:endParaRPr sz="1200" dirty="0"/>
          </a:p>
        </p:txBody>
      </p:sp>
    </p:spTree>
    <p:extLst>
      <p:ext uri="{BB962C8B-B14F-4D97-AF65-F5344CB8AC3E}">
        <p14:creationId xmlns:p14="http://schemas.microsoft.com/office/powerpoint/2010/main" val="406313103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270">
          <a:extLst>
            <a:ext uri="{FF2B5EF4-FFF2-40B4-BE49-F238E27FC236}">
              <a16:creationId xmlns:a16="http://schemas.microsoft.com/office/drawing/2014/main" id="{8800EBF8-F76C-ADE7-F87A-46C18D5F4C7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72" name="Google Shape;4272;p50">
            <a:extLst>
              <a:ext uri="{FF2B5EF4-FFF2-40B4-BE49-F238E27FC236}">
                <a16:creationId xmlns:a16="http://schemas.microsoft.com/office/drawing/2014/main" id="{B52CC308-6173-31DA-600E-66A23DC0E65B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2875400" y="633207"/>
            <a:ext cx="3858775" cy="548641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lvl="0" algn="ctr"/>
            <a:r>
              <a:rPr lang="en-US" sz="2000" dirty="0"/>
              <a:t>Weekday vs Weekend  </a:t>
            </a:r>
            <a:endParaRPr sz="2000" dirty="0"/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844A6B6E-26D0-DED8-3E7B-436CC39B5A57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7954" r="50000"/>
          <a:stretch>
            <a:fillRect/>
          </a:stretch>
        </p:blipFill>
        <p:spPr>
          <a:xfrm>
            <a:off x="2541270" y="1424193"/>
            <a:ext cx="4061460" cy="2662032"/>
          </a:xfrm>
          <a:prstGeom prst="rect">
            <a:avLst/>
          </a:prstGeom>
        </p:spPr>
      </p:pic>
      <p:sp>
        <p:nvSpPr>
          <p:cNvPr id="4" name="Google Shape;4273;p50">
            <a:extLst>
              <a:ext uri="{FF2B5EF4-FFF2-40B4-BE49-F238E27FC236}">
                <a16:creationId xmlns:a16="http://schemas.microsoft.com/office/drawing/2014/main" id="{AD0D265A-3A38-EB91-C28D-651C258C3853}"/>
              </a:ext>
            </a:extLst>
          </p:cNvPr>
          <p:cNvSpPr txBox="1">
            <a:spLocks noGrp="1"/>
          </p:cNvSpPr>
          <p:nvPr>
            <p:ph type="subTitle" idx="1"/>
          </p:nvPr>
        </p:nvSpPr>
        <p:spPr>
          <a:xfrm>
            <a:off x="2726055" y="4177991"/>
            <a:ext cx="3691891" cy="664603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/>
            <a:r>
              <a:rPr lang="en-US" sz="1200" dirty="0"/>
              <a:t>The </a:t>
            </a:r>
            <a:r>
              <a:rPr lang="en-US" sz="1200" b="1" dirty="0"/>
              <a:t>median Global Active Power is higher</a:t>
            </a:r>
            <a:r>
              <a:rPr lang="en-US" sz="1200" dirty="0"/>
              <a:t> during the weekends than the weekdays</a:t>
            </a:r>
            <a:r>
              <a:rPr lang="en-US" sz="1200" b="1" dirty="0"/>
              <a:t>.</a:t>
            </a:r>
            <a:endParaRPr sz="1200" dirty="0"/>
          </a:p>
        </p:txBody>
      </p:sp>
    </p:spTree>
    <p:extLst>
      <p:ext uri="{BB962C8B-B14F-4D97-AF65-F5344CB8AC3E}">
        <p14:creationId xmlns:p14="http://schemas.microsoft.com/office/powerpoint/2010/main" val="2227874110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936">
          <a:extLst>
            <a:ext uri="{FF2B5EF4-FFF2-40B4-BE49-F238E27FC236}">
              <a16:creationId xmlns:a16="http://schemas.microsoft.com/office/drawing/2014/main" id="{2A2AA980-22ED-7994-DEE5-8ECFC002B5E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37" name="Google Shape;4937;p59">
            <a:extLst>
              <a:ext uri="{FF2B5EF4-FFF2-40B4-BE49-F238E27FC236}">
                <a16:creationId xmlns:a16="http://schemas.microsoft.com/office/drawing/2014/main" id="{621BD9B1-DF33-29D4-E531-1648A109DFE5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Analysis Results</a:t>
            </a:r>
            <a:endParaRPr dirty="0"/>
          </a:p>
        </p:txBody>
      </p:sp>
      <p:graphicFrame>
        <p:nvGraphicFramePr>
          <p:cNvPr id="4938" name="Google Shape;4938;p59">
            <a:extLst>
              <a:ext uri="{FF2B5EF4-FFF2-40B4-BE49-F238E27FC236}">
                <a16:creationId xmlns:a16="http://schemas.microsoft.com/office/drawing/2014/main" id="{39CE9965-B6C2-AA1A-9655-A0B812F570C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436026031"/>
              </p:ext>
            </p:extLst>
          </p:nvPr>
        </p:nvGraphicFramePr>
        <p:xfrm>
          <a:off x="1729450" y="1480574"/>
          <a:ext cx="5685101" cy="1508678"/>
        </p:xfrm>
        <a:graphic>
          <a:graphicData uri="http://schemas.openxmlformats.org/drawingml/2006/table">
            <a:tbl>
              <a:tblPr>
                <a:noFill/>
                <a:tableStyleId>{E2D02BA3-008A-4ABB-81AF-41F26B3A8A3A}</a:tableStyleId>
              </a:tblPr>
              <a:tblGrid>
                <a:gridCol w="1739485">
                  <a:extLst>
                    <a:ext uri="{9D8B030D-6E8A-4147-A177-3AD203B41FA5}">
                      <a16:colId xmlns:a16="http://schemas.microsoft.com/office/drawing/2014/main" val="107269124"/>
                    </a:ext>
                  </a:extLst>
                </a:gridCol>
                <a:gridCol w="17394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0613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97250">
                <a:tc>
                  <a:txBody>
                    <a:bodyPr/>
                    <a:lstStyle/>
                    <a:p>
                      <a:pPr marL="0" lvl="0" indent="0" algn="ctr" rtl="0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2000" dirty="0">
                          <a:solidFill>
                            <a:schemeClr val="lt2"/>
                          </a:solidFill>
                          <a:latin typeface="Asap SemiBold"/>
                          <a:ea typeface="Asap SemiBold"/>
                          <a:cs typeface="Asap SemiBold"/>
                          <a:sym typeface="Asap SemiBold"/>
                        </a:rPr>
                        <a:t>Statistic</a:t>
                      </a:r>
                      <a:endParaRPr sz="2000" dirty="0">
                        <a:solidFill>
                          <a:schemeClr val="lt2"/>
                        </a:solidFill>
                        <a:latin typeface="Asap SemiBold"/>
                        <a:ea typeface="Asap SemiBold"/>
                        <a:cs typeface="Asap SemiBold"/>
                        <a:sym typeface="Asap SemiBold"/>
                      </a:endParaRPr>
                    </a:p>
                  </a:txBody>
                  <a:tcPr marL="91425" marR="91425" marT="91425" marB="91425" anchor="ctr">
                    <a:lnL w="19050" cap="flat" cmpd="sng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2000" dirty="0">
                          <a:solidFill>
                            <a:schemeClr val="lt2"/>
                          </a:solidFill>
                          <a:latin typeface="Asap SemiBold"/>
                          <a:ea typeface="Asap SemiBold"/>
                          <a:cs typeface="Asap SemiBold"/>
                          <a:sym typeface="Asap SemiBold"/>
                        </a:rPr>
                        <a:t>Weekday</a:t>
                      </a:r>
                      <a:endParaRPr sz="2000" dirty="0">
                        <a:solidFill>
                          <a:schemeClr val="lt2"/>
                        </a:solidFill>
                        <a:latin typeface="Asap SemiBold"/>
                        <a:ea typeface="Asap SemiBold"/>
                        <a:cs typeface="Asap SemiBold"/>
                        <a:sym typeface="Asap SemiBold"/>
                      </a:endParaRPr>
                    </a:p>
                  </a:txBody>
                  <a:tcPr marL="91425" marR="91425" marT="91425" marB="91425" anchor="ctr">
                    <a:lnL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2000" dirty="0">
                          <a:solidFill>
                            <a:schemeClr val="lt2"/>
                          </a:solidFill>
                          <a:latin typeface="Asap SemiBold"/>
                          <a:ea typeface="Asap SemiBold"/>
                          <a:cs typeface="Asap SemiBold"/>
                          <a:sym typeface="Asap SemiBold"/>
                        </a:rPr>
                        <a:t>Weekend</a:t>
                      </a:r>
                      <a:endParaRPr sz="2000" dirty="0">
                        <a:solidFill>
                          <a:schemeClr val="lt2"/>
                        </a:solidFill>
                        <a:latin typeface="Asap SemiBold"/>
                        <a:ea typeface="Asap SemiBold"/>
                        <a:cs typeface="Asap SemiBold"/>
                        <a:sym typeface="Asap SemiBold"/>
                      </a:endParaRPr>
                    </a:p>
                  </a:txBody>
                  <a:tcPr marL="91425" marR="91425" marT="91425" marB="91425" anchor="ctr">
                    <a:lnL w="19050" cap="flat" cmpd="sng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03275">
                <a:tc>
                  <a:txBody>
                    <a:bodyPr/>
                    <a:lstStyle/>
                    <a:p>
                      <a:pPr marL="0" marR="0" algn="l" rtl="0">
                        <a:lnSpc>
                          <a:spcPct val="115000"/>
                        </a:lnSpc>
                        <a:spcAft>
                          <a:spcPts val="800"/>
                        </a:spcAft>
                        <a:buNone/>
                      </a:pPr>
                      <a:r>
                        <a:rPr lang="en-US" sz="1200" b="1">
                          <a:solidFill>
                            <a:srgbClr val="000000"/>
                          </a:solidFill>
                          <a:effectLst/>
                          <a:latin typeface="Aptos" panose="020B0004020202020204" pitchFamily="34" charset="0"/>
                          <a:ea typeface="Aptos" panose="020B0004020202020204" pitchFamily="34" charset="0"/>
                          <a:cs typeface="Arial" panose="020B0604020202020204" pitchFamily="34" charset="0"/>
                        </a:rPr>
                        <a:t>Count (n)</a:t>
                      </a:r>
                      <a:endParaRPr lang="en-US" sz="12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123825" marR="123825" marT="57150" marB="57150" anchor="ctr">
                    <a:lnL w="19050" cap="flat" cmpd="sng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l" rtl="0">
                        <a:lnSpc>
                          <a:spcPct val="115000"/>
                        </a:lnSpc>
                        <a:spcAft>
                          <a:spcPts val="800"/>
                        </a:spcAft>
                        <a:buNone/>
                      </a:pPr>
                      <a:r>
                        <a:rPr lang="en-US" sz="1200">
                          <a:solidFill>
                            <a:srgbClr val="000000"/>
                          </a:solidFill>
                          <a:effectLst/>
                          <a:latin typeface="Aptos" panose="020B0004020202020204" pitchFamily="34" charset="0"/>
                          <a:ea typeface="Aptos" panose="020B0004020202020204" pitchFamily="34" charset="0"/>
                          <a:cs typeface="Arial" panose="020B0604020202020204" pitchFamily="34" charset="0"/>
                        </a:rPr>
                        <a:t>1,470,428</a:t>
                      </a:r>
                      <a:endParaRPr lang="en-US" sz="12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123825" marR="123825" marT="57150" marB="57150" anchor="ctr">
                    <a:lnL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l" rtl="0">
                        <a:lnSpc>
                          <a:spcPct val="115000"/>
                        </a:lnSpc>
                        <a:spcAft>
                          <a:spcPts val="800"/>
                        </a:spcAft>
                        <a:buNone/>
                      </a:pPr>
                      <a:r>
                        <a:rPr lang="en-US" sz="1200">
                          <a:solidFill>
                            <a:srgbClr val="000000"/>
                          </a:solidFill>
                          <a:effectLst/>
                          <a:latin typeface="Aptos" panose="020B0004020202020204" pitchFamily="34" charset="0"/>
                          <a:ea typeface="Aptos" panose="020B0004020202020204" pitchFamily="34" charset="0"/>
                          <a:cs typeface="Arial" panose="020B0604020202020204" pitchFamily="34" charset="0"/>
                        </a:rPr>
                        <a:t>578,852</a:t>
                      </a:r>
                      <a:endParaRPr lang="en-US" sz="12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123825" marR="123825" marT="57150" marB="57150" anchor="ctr">
                    <a:lnL w="19050" cap="flat" cmpd="sng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03275">
                <a:tc>
                  <a:txBody>
                    <a:bodyPr/>
                    <a:lstStyle/>
                    <a:p>
                      <a:pPr marL="0" marR="0" algn="l" rtl="0">
                        <a:lnSpc>
                          <a:spcPct val="115000"/>
                        </a:lnSpc>
                        <a:spcAft>
                          <a:spcPts val="800"/>
                        </a:spcAft>
                        <a:buNone/>
                      </a:pPr>
                      <a:r>
                        <a:rPr lang="en-US" sz="1200" b="1">
                          <a:solidFill>
                            <a:srgbClr val="000000"/>
                          </a:solidFill>
                          <a:effectLst/>
                          <a:latin typeface="Aptos" panose="020B0004020202020204" pitchFamily="34" charset="0"/>
                          <a:ea typeface="Aptos" panose="020B0004020202020204" pitchFamily="34" charset="0"/>
                          <a:cs typeface="Arial" panose="020B0604020202020204" pitchFamily="34" charset="0"/>
                        </a:rPr>
                        <a:t>Mean</a:t>
                      </a:r>
                      <a:endParaRPr lang="en-US" sz="12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123825" marR="123825" marT="57150" marB="57150" anchor="ctr">
                    <a:lnL w="19050" cap="flat" cmpd="sng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l" rtl="0">
                        <a:lnSpc>
                          <a:spcPct val="115000"/>
                        </a:lnSpc>
                        <a:spcAft>
                          <a:spcPts val="800"/>
                        </a:spcAft>
                        <a:buNone/>
                      </a:pPr>
                      <a:r>
                        <a:rPr lang="en-US" sz="1200" dirty="0">
                          <a:solidFill>
                            <a:srgbClr val="000000"/>
                          </a:solidFill>
                          <a:effectLst/>
                          <a:latin typeface="Aptos" panose="020B0004020202020204" pitchFamily="34" charset="0"/>
                          <a:ea typeface="Aptos" panose="020B0004020202020204" pitchFamily="34" charset="0"/>
                          <a:cs typeface="Arial" panose="020B0604020202020204" pitchFamily="34" charset="0"/>
                        </a:rPr>
                        <a:t>1.0355 kW</a:t>
                      </a:r>
                      <a:endParaRPr lang="en-US" sz="1200" dirty="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123825" marR="123825" marT="57150" marB="57150" anchor="ctr">
                    <a:lnL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l" rtl="0">
                        <a:lnSpc>
                          <a:spcPct val="115000"/>
                        </a:lnSpc>
                        <a:spcAft>
                          <a:spcPts val="800"/>
                        </a:spcAft>
                        <a:buNone/>
                      </a:pPr>
                      <a:r>
                        <a:rPr lang="en-US" sz="1200" dirty="0">
                          <a:solidFill>
                            <a:srgbClr val="000000"/>
                          </a:solidFill>
                          <a:effectLst/>
                          <a:latin typeface="Aptos" panose="020B0004020202020204" pitchFamily="34" charset="0"/>
                          <a:ea typeface="Aptos" panose="020B0004020202020204" pitchFamily="34" charset="0"/>
                          <a:cs typeface="Arial" panose="020B0604020202020204" pitchFamily="34" charset="0"/>
                        </a:rPr>
                        <a:t>1.2342 kW</a:t>
                      </a:r>
                      <a:endParaRPr lang="en-US" sz="1200" dirty="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123825" marR="123825" marT="57150" marB="57150" anchor="ctr">
                    <a:lnL w="19050" cap="flat" cmpd="sng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F830D03F-5290-062E-565B-F0C3AE2B59E3}"/>
              </a:ext>
            </a:extLst>
          </p:cNvPr>
          <p:cNvSpPr txBox="1"/>
          <p:nvPr/>
        </p:nvSpPr>
        <p:spPr>
          <a:xfrm>
            <a:off x="1385872" y="3329940"/>
            <a:ext cx="6372257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 algn="ctr"/>
            <a:r>
              <a:rPr lang="en-US" b="1" dirty="0"/>
              <a:t>t-statistic:</a:t>
            </a:r>
            <a:r>
              <a:rPr lang="en-US" dirty="0"/>
              <a:t> 111.5779</a:t>
            </a:r>
          </a:p>
          <a:p>
            <a:pPr lvl="0" algn="ctr"/>
            <a:r>
              <a:rPr lang="en-US" b="1" dirty="0"/>
              <a:t>p-value:</a:t>
            </a:r>
            <a:r>
              <a:rPr lang="en-US" dirty="0"/>
              <a:t> &lt; 0.000001 (effectively zero)</a:t>
            </a:r>
          </a:p>
          <a:p>
            <a:pPr lvl="0" algn="ctr"/>
            <a:r>
              <a:rPr lang="en-US" dirty="0"/>
              <a:t>The difference is highly statistically significant and not due to random chance.</a:t>
            </a:r>
          </a:p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31418658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464">
          <a:extLst>
            <a:ext uri="{FF2B5EF4-FFF2-40B4-BE49-F238E27FC236}">
              <a16:creationId xmlns:a16="http://schemas.microsoft.com/office/drawing/2014/main" id="{7DF52627-6792-1ACD-A1C2-FA736499A77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65" name="Google Shape;3465;p40">
            <a:extLst>
              <a:ext uri="{FF2B5EF4-FFF2-40B4-BE49-F238E27FC236}">
                <a16:creationId xmlns:a16="http://schemas.microsoft.com/office/drawing/2014/main" id="{A1706FF4-B1AF-7C47-48D6-80B1B5165BC9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413025" y="2374825"/>
            <a:ext cx="6318000" cy="9159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lvl="0"/>
            <a:r>
              <a:rPr lang="en-US" dirty="0"/>
              <a:t>Seasonal Effects</a:t>
            </a:r>
            <a:endParaRPr dirty="0"/>
          </a:p>
        </p:txBody>
      </p:sp>
      <p:sp>
        <p:nvSpPr>
          <p:cNvPr id="3466" name="Google Shape;3466;p40">
            <a:extLst>
              <a:ext uri="{FF2B5EF4-FFF2-40B4-BE49-F238E27FC236}">
                <a16:creationId xmlns:a16="http://schemas.microsoft.com/office/drawing/2014/main" id="{471A0EFD-E6EB-A5D0-E028-72DECB65909C}"/>
              </a:ext>
            </a:extLst>
          </p:cNvPr>
          <p:cNvSpPr txBox="1">
            <a:spLocks noGrp="1"/>
          </p:cNvSpPr>
          <p:nvPr>
            <p:ph type="title" idx="2"/>
          </p:nvPr>
        </p:nvSpPr>
        <p:spPr>
          <a:xfrm>
            <a:off x="3745950" y="1479436"/>
            <a:ext cx="1652100" cy="915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03</a:t>
            </a:r>
            <a:endParaRPr dirty="0"/>
          </a:p>
        </p:txBody>
      </p:sp>
      <p:sp>
        <p:nvSpPr>
          <p:cNvPr id="3467" name="Google Shape;3467;p40">
            <a:extLst>
              <a:ext uri="{FF2B5EF4-FFF2-40B4-BE49-F238E27FC236}">
                <a16:creationId xmlns:a16="http://schemas.microsoft.com/office/drawing/2014/main" id="{6251F35A-6E7B-FC4F-E81B-B3251BFABF09}"/>
              </a:ext>
            </a:extLst>
          </p:cNvPr>
          <p:cNvSpPr txBox="1">
            <a:spLocks noGrp="1"/>
          </p:cNvSpPr>
          <p:nvPr>
            <p:ph type="subTitle" idx="1"/>
          </p:nvPr>
        </p:nvSpPr>
        <p:spPr>
          <a:xfrm>
            <a:off x="1413025" y="3289075"/>
            <a:ext cx="6318000" cy="706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lvl="0"/>
            <a:r>
              <a:rPr lang="en-US" dirty="0"/>
              <a:t>Do seasonal variations significantly affect consumption patterns?</a:t>
            </a:r>
          </a:p>
        </p:txBody>
      </p:sp>
      <p:grpSp>
        <p:nvGrpSpPr>
          <p:cNvPr id="3468" name="Google Shape;3468;p40">
            <a:extLst>
              <a:ext uri="{FF2B5EF4-FFF2-40B4-BE49-F238E27FC236}">
                <a16:creationId xmlns:a16="http://schemas.microsoft.com/office/drawing/2014/main" id="{0434C4AC-64CE-D118-E9A1-6341EEB490A6}"/>
              </a:ext>
            </a:extLst>
          </p:cNvPr>
          <p:cNvGrpSpPr/>
          <p:nvPr/>
        </p:nvGrpSpPr>
        <p:grpSpPr>
          <a:xfrm>
            <a:off x="7003755" y="223512"/>
            <a:ext cx="3654904" cy="5589048"/>
            <a:chOff x="7003755" y="223512"/>
            <a:chExt cx="3654904" cy="5589048"/>
          </a:xfrm>
        </p:grpSpPr>
        <p:grpSp>
          <p:nvGrpSpPr>
            <p:cNvPr id="3469" name="Google Shape;3469;p40">
              <a:extLst>
                <a:ext uri="{FF2B5EF4-FFF2-40B4-BE49-F238E27FC236}">
                  <a16:creationId xmlns:a16="http://schemas.microsoft.com/office/drawing/2014/main" id="{E31D148E-19BE-1883-9D8E-9AB28AABD709}"/>
                </a:ext>
              </a:extLst>
            </p:cNvPr>
            <p:cNvGrpSpPr/>
            <p:nvPr/>
          </p:nvGrpSpPr>
          <p:grpSpPr>
            <a:xfrm>
              <a:off x="7003755" y="223512"/>
              <a:ext cx="2501532" cy="631966"/>
              <a:chOff x="720" y="669960"/>
              <a:chExt cx="1162800" cy="293760"/>
            </a:xfrm>
          </p:grpSpPr>
          <p:sp>
            <p:nvSpPr>
              <p:cNvPr id="3470" name="Google Shape;3470;p40">
                <a:extLst>
                  <a:ext uri="{FF2B5EF4-FFF2-40B4-BE49-F238E27FC236}">
                    <a16:creationId xmlns:a16="http://schemas.microsoft.com/office/drawing/2014/main" id="{D67D8CBC-5D86-1E8D-C8C4-B0DDF942EC21}"/>
                  </a:ext>
                </a:extLst>
              </p:cNvPr>
              <p:cNvSpPr/>
              <p:nvPr/>
            </p:nvSpPr>
            <p:spPr>
              <a:xfrm>
                <a:off x="720" y="703080"/>
                <a:ext cx="84960" cy="101520"/>
              </a:xfrm>
              <a:custGeom>
                <a:avLst/>
                <a:gdLst/>
                <a:ahLst/>
                <a:cxnLst/>
                <a:rect l="l" t="t" r="r" b="b"/>
                <a:pathLst>
                  <a:path w="236" h="282" extrusionOk="0">
                    <a:moveTo>
                      <a:pt x="109" y="276"/>
                    </a:moveTo>
                    <a:cubicBezTo>
                      <a:pt x="106" y="273"/>
                      <a:pt x="105" y="270"/>
                      <a:pt x="104" y="266"/>
                    </a:cubicBezTo>
                    <a:cubicBezTo>
                      <a:pt x="104" y="263"/>
                      <a:pt x="103" y="260"/>
                      <a:pt x="103" y="258"/>
                    </a:cubicBezTo>
                    <a:cubicBezTo>
                      <a:pt x="102" y="254"/>
                      <a:pt x="102" y="251"/>
                      <a:pt x="101" y="247"/>
                    </a:cubicBezTo>
                    <a:cubicBezTo>
                      <a:pt x="99" y="237"/>
                      <a:pt x="97" y="228"/>
                      <a:pt x="95" y="218"/>
                    </a:cubicBezTo>
                    <a:cubicBezTo>
                      <a:pt x="94" y="214"/>
                      <a:pt x="92" y="209"/>
                      <a:pt x="91" y="204"/>
                    </a:cubicBezTo>
                    <a:cubicBezTo>
                      <a:pt x="89" y="198"/>
                      <a:pt x="88" y="193"/>
                      <a:pt x="86" y="187"/>
                    </a:cubicBezTo>
                    <a:cubicBezTo>
                      <a:pt x="84" y="181"/>
                      <a:pt x="82" y="176"/>
                      <a:pt x="80" y="170"/>
                    </a:cubicBezTo>
                    <a:cubicBezTo>
                      <a:pt x="78" y="165"/>
                      <a:pt x="76" y="160"/>
                      <a:pt x="74" y="155"/>
                    </a:cubicBezTo>
                    <a:cubicBezTo>
                      <a:pt x="73" y="151"/>
                      <a:pt x="71" y="146"/>
                      <a:pt x="68" y="141"/>
                    </a:cubicBezTo>
                    <a:cubicBezTo>
                      <a:pt x="66" y="135"/>
                      <a:pt x="63" y="130"/>
                      <a:pt x="60" y="124"/>
                    </a:cubicBezTo>
                    <a:cubicBezTo>
                      <a:pt x="56" y="116"/>
                      <a:pt x="52" y="108"/>
                      <a:pt x="47" y="100"/>
                    </a:cubicBezTo>
                    <a:cubicBezTo>
                      <a:pt x="42" y="91"/>
                      <a:pt x="37" y="81"/>
                      <a:pt x="32" y="73"/>
                    </a:cubicBezTo>
                    <a:cubicBezTo>
                      <a:pt x="26" y="64"/>
                      <a:pt x="22" y="57"/>
                      <a:pt x="17" y="49"/>
                    </a:cubicBezTo>
                    <a:cubicBezTo>
                      <a:pt x="13" y="39"/>
                      <a:pt x="7" y="29"/>
                      <a:pt x="3" y="20"/>
                    </a:cubicBezTo>
                    <a:cubicBezTo>
                      <a:pt x="0" y="13"/>
                      <a:pt x="4" y="6"/>
                      <a:pt x="10" y="3"/>
                    </a:cubicBezTo>
                    <a:cubicBezTo>
                      <a:pt x="16" y="0"/>
                      <a:pt x="23" y="4"/>
                      <a:pt x="26" y="10"/>
                    </a:cubicBezTo>
                    <a:cubicBezTo>
                      <a:pt x="28" y="15"/>
                      <a:pt x="30" y="21"/>
                      <a:pt x="32" y="25"/>
                    </a:cubicBezTo>
                    <a:cubicBezTo>
                      <a:pt x="35" y="31"/>
                      <a:pt x="38" y="35"/>
                      <a:pt x="40" y="40"/>
                    </a:cubicBezTo>
                    <a:cubicBezTo>
                      <a:pt x="43" y="46"/>
                      <a:pt x="46" y="52"/>
                      <a:pt x="49" y="57"/>
                    </a:cubicBezTo>
                    <a:cubicBezTo>
                      <a:pt x="56" y="68"/>
                      <a:pt x="62" y="80"/>
                      <a:pt x="68" y="91"/>
                    </a:cubicBezTo>
                    <a:cubicBezTo>
                      <a:pt x="72" y="98"/>
                      <a:pt x="75" y="104"/>
                      <a:pt x="78" y="110"/>
                    </a:cubicBezTo>
                    <a:cubicBezTo>
                      <a:pt x="81" y="115"/>
                      <a:pt x="83" y="120"/>
                      <a:pt x="85" y="126"/>
                    </a:cubicBezTo>
                    <a:cubicBezTo>
                      <a:pt x="88" y="131"/>
                      <a:pt x="90" y="136"/>
                      <a:pt x="92" y="141"/>
                    </a:cubicBezTo>
                    <a:cubicBezTo>
                      <a:pt x="95" y="147"/>
                      <a:pt x="97" y="153"/>
                      <a:pt x="99" y="159"/>
                    </a:cubicBezTo>
                    <a:cubicBezTo>
                      <a:pt x="102" y="168"/>
                      <a:pt x="105" y="176"/>
                      <a:pt x="107" y="184"/>
                    </a:cubicBezTo>
                    <a:cubicBezTo>
                      <a:pt x="110" y="193"/>
                      <a:pt x="113" y="202"/>
                      <a:pt x="116" y="211"/>
                    </a:cubicBezTo>
                    <a:cubicBezTo>
                      <a:pt x="117" y="216"/>
                      <a:pt x="119" y="222"/>
                      <a:pt x="120" y="227"/>
                    </a:cubicBezTo>
                    <a:cubicBezTo>
                      <a:pt x="123" y="213"/>
                      <a:pt x="127" y="199"/>
                      <a:pt x="131" y="185"/>
                    </a:cubicBezTo>
                    <a:cubicBezTo>
                      <a:pt x="134" y="177"/>
                      <a:pt x="136" y="170"/>
                      <a:pt x="139" y="163"/>
                    </a:cubicBezTo>
                    <a:cubicBezTo>
                      <a:pt x="141" y="157"/>
                      <a:pt x="143" y="151"/>
                      <a:pt x="145" y="145"/>
                    </a:cubicBezTo>
                    <a:cubicBezTo>
                      <a:pt x="147" y="141"/>
                      <a:pt x="149" y="135"/>
                      <a:pt x="151" y="131"/>
                    </a:cubicBezTo>
                    <a:cubicBezTo>
                      <a:pt x="154" y="124"/>
                      <a:pt x="158" y="117"/>
                      <a:pt x="161" y="110"/>
                    </a:cubicBezTo>
                    <a:cubicBezTo>
                      <a:pt x="162" y="108"/>
                      <a:pt x="163" y="105"/>
                      <a:pt x="164" y="102"/>
                    </a:cubicBezTo>
                    <a:cubicBezTo>
                      <a:pt x="166" y="98"/>
                      <a:pt x="168" y="95"/>
                      <a:pt x="170" y="91"/>
                    </a:cubicBezTo>
                    <a:cubicBezTo>
                      <a:pt x="173" y="84"/>
                      <a:pt x="177" y="78"/>
                      <a:pt x="181" y="72"/>
                    </a:cubicBezTo>
                    <a:cubicBezTo>
                      <a:pt x="184" y="67"/>
                      <a:pt x="188" y="61"/>
                      <a:pt x="191" y="56"/>
                    </a:cubicBezTo>
                    <a:cubicBezTo>
                      <a:pt x="195" y="50"/>
                      <a:pt x="200" y="43"/>
                      <a:pt x="204" y="37"/>
                    </a:cubicBezTo>
                    <a:cubicBezTo>
                      <a:pt x="204" y="37"/>
                      <a:pt x="204" y="36"/>
                      <a:pt x="205" y="36"/>
                    </a:cubicBezTo>
                    <a:lnTo>
                      <a:pt x="205" y="35"/>
                    </a:lnTo>
                    <a:cubicBezTo>
                      <a:pt x="208" y="32"/>
                      <a:pt x="211" y="28"/>
                      <a:pt x="213" y="25"/>
                    </a:cubicBezTo>
                    <a:cubicBezTo>
                      <a:pt x="217" y="20"/>
                      <a:pt x="225" y="19"/>
                      <a:pt x="229" y="23"/>
                    </a:cubicBezTo>
                    <a:cubicBezTo>
                      <a:pt x="235" y="27"/>
                      <a:pt x="235" y="35"/>
                      <a:pt x="231" y="39"/>
                    </a:cubicBezTo>
                    <a:cubicBezTo>
                      <a:pt x="223" y="49"/>
                      <a:pt x="215" y="60"/>
                      <a:pt x="207" y="71"/>
                    </a:cubicBezTo>
                    <a:cubicBezTo>
                      <a:pt x="208" y="70"/>
                      <a:pt x="208" y="70"/>
                      <a:pt x="208" y="70"/>
                    </a:cubicBezTo>
                    <a:cubicBezTo>
                      <a:pt x="205" y="74"/>
                      <a:pt x="202" y="78"/>
                      <a:pt x="199" y="84"/>
                    </a:cubicBezTo>
                    <a:cubicBezTo>
                      <a:pt x="196" y="89"/>
                      <a:pt x="193" y="94"/>
                      <a:pt x="189" y="100"/>
                    </a:cubicBezTo>
                    <a:cubicBezTo>
                      <a:pt x="186" y="106"/>
                      <a:pt x="183" y="111"/>
                      <a:pt x="180" y="117"/>
                    </a:cubicBezTo>
                    <a:cubicBezTo>
                      <a:pt x="177" y="123"/>
                      <a:pt x="175" y="129"/>
                      <a:pt x="172" y="135"/>
                    </a:cubicBezTo>
                    <a:cubicBezTo>
                      <a:pt x="168" y="146"/>
                      <a:pt x="163" y="158"/>
                      <a:pt x="159" y="169"/>
                    </a:cubicBezTo>
                    <a:cubicBezTo>
                      <a:pt x="157" y="177"/>
                      <a:pt x="154" y="186"/>
                      <a:pt x="151" y="195"/>
                    </a:cubicBezTo>
                    <a:cubicBezTo>
                      <a:pt x="149" y="203"/>
                      <a:pt x="147" y="212"/>
                      <a:pt x="145" y="220"/>
                    </a:cubicBezTo>
                    <a:cubicBezTo>
                      <a:pt x="142" y="228"/>
                      <a:pt x="141" y="236"/>
                      <a:pt x="139" y="244"/>
                    </a:cubicBezTo>
                    <a:cubicBezTo>
                      <a:pt x="138" y="248"/>
                      <a:pt x="137" y="252"/>
                      <a:pt x="136" y="255"/>
                    </a:cubicBezTo>
                    <a:cubicBezTo>
                      <a:pt x="135" y="257"/>
                      <a:pt x="135" y="259"/>
                      <a:pt x="135" y="261"/>
                    </a:cubicBezTo>
                    <a:cubicBezTo>
                      <a:pt x="134" y="263"/>
                      <a:pt x="134" y="266"/>
                      <a:pt x="133" y="268"/>
                    </a:cubicBezTo>
                    <a:cubicBezTo>
                      <a:pt x="131" y="271"/>
                      <a:pt x="130" y="273"/>
                      <a:pt x="128" y="275"/>
                    </a:cubicBezTo>
                    <a:cubicBezTo>
                      <a:pt x="127" y="278"/>
                      <a:pt x="124" y="280"/>
                      <a:pt x="120" y="281"/>
                    </a:cubicBezTo>
                    <a:cubicBezTo>
                      <a:pt x="119" y="281"/>
                      <a:pt x="119" y="281"/>
                      <a:pt x="119" y="281"/>
                    </a:cubicBezTo>
                    <a:cubicBezTo>
                      <a:pt x="114" y="281"/>
                      <a:pt x="111" y="279"/>
                      <a:pt x="109" y="2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1" name="Google Shape;3471;p40">
                <a:extLst>
                  <a:ext uri="{FF2B5EF4-FFF2-40B4-BE49-F238E27FC236}">
                    <a16:creationId xmlns:a16="http://schemas.microsoft.com/office/drawing/2014/main" id="{6EBE797C-69B0-A500-C1B6-66DEB10CEC00}"/>
                  </a:ext>
                </a:extLst>
              </p:cNvPr>
              <p:cNvSpPr/>
              <p:nvPr/>
            </p:nvSpPr>
            <p:spPr>
              <a:xfrm>
                <a:off x="104400" y="728280"/>
                <a:ext cx="1008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28" h="28" extrusionOk="0">
                    <a:moveTo>
                      <a:pt x="0" y="13"/>
                    </a:moveTo>
                    <a:cubicBezTo>
                      <a:pt x="0" y="5"/>
                      <a:pt x="6" y="0"/>
                      <a:pt x="14" y="0"/>
                    </a:cubicBezTo>
                    <a:cubicBezTo>
                      <a:pt x="21" y="0"/>
                      <a:pt x="27" y="6"/>
                      <a:pt x="27" y="14"/>
                    </a:cubicBezTo>
                    <a:cubicBezTo>
                      <a:pt x="27" y="21"/>
                      <a:pt x="21" y="27"/>
                      <a:pt x="13" y="27"/>
                    </a:cubicBezTo>
                    <a:cubicBezTo>
                      <a:pt x="5" y="27"/>
                      <a:pt x="0" y="21"/>
                      <a:pt x="0" y="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2" name="Google Shape;3472;p40">
                <a:extLst>
                  <a:ext uri="{FF2B5EF4-FFF2-40B4-BE49-F238E27FC236}">
                    <a16:creationId xmlns:a16="http://schemas.microsoft.com/office/drawing/2014/main" id="{BF4024F4-8F26-EBD1-3531-32C2A69936AB}"/>
                  </a:ext>
                </a:extLst>
              </p:cNvPr>
              <p:cNvSpPr/>
              <p:nvPr/>
            </p:nvSpPr>
            <p:spPr>
              <a:xfrm>
                <a:off x="101880" y="763200"/>
                <a:ext cx="1008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28" h="28" extrusionOk="0">
                    <a:moveTo>
                      <a:pt x="0" y="13"/>
                    </a:moveTo>
                    <a:cubicBezTo>
                      <a:pt x="0" y="6"/>
                      <a:pt x="6" y="0"/>
                      <a:pt x="14" y="0"/>
                    </a:cubicBezTo>
                    <a:cubicBezTo>
                      <a:pt x="21" y="0"/>
                      <a:pt x="27" y="6"/>
                      <a:pt x="27" y="13"/>
                    </a:cubicBezTo>
                    <a:cubicBezTo>
                      <a:pt x="27" y="21"/>
                      <a:pt x="21" y="27"/>
                      <a:pt x="13" y="27"/>
                    </a:cubicBezTo>
                    <a:cubicBezTo>
                      <a:pt x="6" y="27"/>
                      <a:pt x="0" y="21"/>
                      <a:pt x="0" y="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3" name="Google Shape;3473;p40">
                <a:extLst>
                  <a:ext uri="{FF2B5EF4-FFF2-40B4-BE49-F238E27FC236}">
                    <a16:creationId xmlns:a16="http://schemas.microsoft.com/office/drawing/2014/main" id="{6F6817EB-566A-E1FD-9535-DEF1B5D5DB98}"/>
                  </a:ext>
                </a:extLst>
              </p:cNvPr>
              <p:cNvSpPr/>
              <p:nvPr/>
            </p:nvSpPr>
            <p:spPr>
              <a:xfrm>
                <a:off x="187200" y="725040"/>
                <a:ext cx="57600" cy="70920"/>
              </a:xfrm>
              <a:custGeom>
                <a:avLst/>
                <a:gdLst/>
                <a:ahLst/>
                <a:cxnLst/>
                <a:rect l="l" t="t" r="r" b="b"/>
                <a:pathLst>
                  <a:path w="160" h="197" extrusionOk="0">
                    <a:moveTo>
                      <a:pt x="22" y="196"/>
                    </a:moveTo>
                    <a:cubicBezTo>
                      <a:pt x="15" y="195"/>
                      <a:pt x="7" y="192"/>
                      <a:pt x="3" y="185"/>
                    </a:cubicBezTo>
                    <a:cubicBezTo>
                      <a:pt x="1" y="183"/>
                      <a:pt x="0" y="181"/>
                      <a:pt x="0" y="178"/>
                    </a:cubicBezTo>
                    <a:cubicBezTo>
                      <a:pt x="0" y="174"/>
                      <a:pt x="1" y="171"/>
                      <a:pt x="2" y="168"/>
                    </a:cubicBezTo>
                    <a:cubicBezTo>
                      <a:pt x="3" y="165"/>
                      <a:pt x="5" y="162"/>
                      <a:pt x="7" y="160"/>
                    </a:cubicBezTo>
                    <a:cubicBezTo>
                      <a:pt x="8" y="159"/>
                      <a:pt x="10" y="158"/>
                      <a:pt x="11" y="156"/>
                    </a:cubicBezTo>
                    <a:cubicBezTo>
                      <a:pt x="20" y="147"/>
                      <a:pt x="29" y="139"/>
                      <a:pt x="38" y="130"/>
                    </a:cubicBezTo>
                    <a:cubicBezTo>
                      <a:pt x="47" y="120"/>
                      <a:pt x="57" y="112"/>
                      <a:pt x="67" y="102"/>
                    </a:cubicBezTo>
                    <a:cubicBezTo>
                      <a:pt x="79" y="91"/>
                      <a:pt x="91" y="80"/>
                      <a:pt x="102" y="67"/>
                    </a:cubicBezTo>
                    <a:cubicBezTo>
                      <a:pt x="102" y="67"/>
                      <a:pt x="102" y="68"/>
                      <a:pt x="102" y="69"/>
                    </a:cubicBezTo>
                    <a:cubicBezTo>
                      <a:pt x="106" y="63"/>
                      <a:pt x="111" y="58"/>
                      <a:pt x="115" y="52"/>
                    </a:cubicBezTo>
                    <a:cubicBezTo>
                      <a:pt x="117" y="49"/>
                      <a:pt x="119" y="47"/>
                      <a:pt x="120" y="44"/>
                    </a:cubicBezTo>
                    <a:cubicBezTo>
                      <a:pt x="121" y="42"/>
                      <a:pt x="121" y="41"/>
                      <a:pt x="122" y="40"/>
                    </a:cubicBezTo>
                    <a:cubicBezTo>
                      <a:pt x="122" y="39"/>
                      <a:pt x="123" y="38"/>
                      <a:pt x="123" y="37"/>
                    </a:cubicBezTo>
                    <a:lnTo>
                      <a:pt x="123" y="36"/>
                    </a:lnTo>
                    <a:cubicBezTo>
                      <a:pt x="123" y="35"/>
                      <a:pt x="123" y="35"/>
                      <a:pt x="123" y="35"/>
                    </a:cubicBezTo>
                    <a:cubicBezTo>
                      <a:pt x="123" y="34"/>
                      <a:pt x="123" y="34"/>
                      <a:pt x="123" y="34"/>
                    </a:cubicBezTo>
                    <a:lnTo>
                      <a:pt x="123" y="33"/>
                    </a:lnTo>
                    <a:lnTo>
                      <a:pt x="122" y="33"/>
                    </a:lnTo>
                    <a:lnTo>
                      <a:pt x="121" y="33"/>
                    </a:lnTo>
                    <a:cubicBezTo>
                      <a:pt x="121" y="32"/>
                      <a:pt x="120" y="31"/>
                      <a:pt x="120" y="31"/>
                    </a:cubicBezTo>
                    <a:lnTo>
                      <a:pt x="121" y="31"/>
                    </a:lnTo>
                    <a:cubicBezTo>
                      <a:pt x="120" y="31"/>
                      <a:pt x="120" y="31"/>
                      <a:pt x="119" y="31"/>
                    </a:cubicBezTo>
                    <a:cubicBezTo>
                      <a:pt x="117" y="30"/>
                      <a:pt x="116" y="30"/>
                      <a:pt x="114" y="30"/>
                    </a:cubicBezTo>
                    <a:cubicBezTo>
                      <a:pt x="100" y="27"/>
                      <a:pt x="86" y="26"/>
                      <a:pt x="73" y="24"/>
                    </a:cubicBezTo>
                    <a:cubicBezTo>
                      <a:pt x="65" y="24"/>
                      <a:pt x="57" y="24"/>
                      <a:pt x="50" y="24"/>
                    </a:cubicBezTo>
                    <a:cubicBezTo>
                      <a:pt x="47" y="29"/>
                      <a:pt x="41" y="33"/>
                      <a:pt x="35" y="30"/>
                    </a:cubicBezTo>
                    <a:cubicBezTo>
                      <a:pt x="32" y="29"/>
                      <a:pt x="28" y="28"/>
                      <a:pt x="24" y="26"/>
                    </a:cubicBezTo>
                    <a:cubicBezTo>
                      <a:pt x="19" y="23"/>
                      <a:pt x="17" y="16"/>
                      <a:pt x="19" y="10"/>
                    </a:cubicBezTo>
                    <a:cubicBezTo>
                      <a:pt x="22" y="4"/>
                      <a:pt x="28" y="2"/>
                      <a:pt x="34" y="1"/>
                    </a:cubicBezTo>
                    <a:cubicBezTo>
                      <a:pt x="40" y="0"/>
                      <a:pt x="47" y="0"/>
                      <a:pt x="53" y="0"/>
                    </a:cubicBezTo>
                    <a:cubicBezTo>
                      <a:pt x="67" y="0"/>
                      <a:pt x="81" y="1"/>
                      <a:pt x="94" y="3"/>
                    </a:cubicBezTo>
                    <a:cubicBezTo>
                      <a:pt x="100" y="3"/>
                      <a:pt x="107" y="5"/>
                      <a:pt x="113" y="5"/>
                    </a:cubicBezTo>
                    <a:cubicBezTo>
                      <a:pt x="120" y="6"/>
                      <a:pt x="126" y="7"/>
                      <a:pt x="132" y="10"/>
                    </a:cubicBezTo>
                    <a:cubicBezTo>
                      <a:pt x="135" y="12"/>
                      <a:pt x="138" y="14"/>
                      <a:pt x="140" y="17"/>
                    </a:cubicBezTo>
                    <a:cubicBezTo>
                      <a:pt x="143" y="20"/>
                      <a:pt x="145" y="24"/>
                      <a:pt x="146" y="27"/>
                    </a:cubicBezTo>
                    <a:cubicBezTo>
                      <a:pt x="148" y="34"/>
                      <a:pt x="146" y="42"/>
                      <a:pt x="144" y="49"/>
                    </a:cubicBezTo>
                    <a:cubicBezTo>
                      <a:pt x="141" y="56"/>
                      <a:pt x="136" y="64"/>
                      <a:pt x="130" y="70"/>
                    </a:cubicBezTo>
                    <a:cubicBezTo>
                      <a:pt x="123" y="80"/>
                      <a:pt x="114" y="88"/>
                      <a:pt x="105" y="97"/>
                    </a:cubicBezTo>
                    <a:cubicBezTo>
                      <a:pt x="84" y="118"/>
                      <a:pt x="60" y="139"/>
                      <a:pt x="39" y="161"/>
                    </a:cubicBezTo>
                    <a:cubicBezTo>
                      <a:pt x="40" y="161"/>
                      <a:pt x="40" y="160"/>
                      <a:pt x="40" y="160"/>
                    </a:cubicBezTo>
                    <a:cubicBezTo>
                      <a:pt x="37" y="164"/>
                      <a:pt x="33" y="168"/>
                      <a:pt x="30" y="172"/>
                    </a:cubicBezTo>
                    <a:cubicBezTo>
                      <a:pt x="36" y="172"/>
                      <a:pt x="43" y="172"/>
                      <a:pt x="49" y="172"/>
                    </a:cubicBezTo>
                    <a:cubicBezTo>
                      <a:pt x="65" y="171"/>
                      <a:pt x="81" y="169"/>
                      <a:pt x="96" y="168"/>
                    </a:cubicBezTo>
                    <a:cubicBezTo>
                      <a:pt x="113" y="167"/>
                      <a:pt x="130" y="164"/>
                      <a:pt x="147" y="164"/>
                    </a:cubicBezTo>
                    <a:cubicBezTo>
                      <a:pt x="153" y="165"/>
                      <a:pt x="159" y="170"/>
                      <a:pt x="159" y="177"/>
                    </a:cubicBezTo>
                    <a:cubicBezTo>
                      <a:pt x="159" y="183"/>
                      <a:pt x="153" y="189"/>
                      <a:pt x="147" y="189"/>
                    </a:cubicBezTo>
                    <a:cubicBezTo>
                      <a:pt x="139" y="189"/>
                      <a:pt x="131" y="189"/>
                      <a:pt x="124" y="189"/>
                    </a:cubicBezTo>
                    <a:cubicBezTo>
                      <a:pt x="123" y="189"/>
                      <a:pt x="123" y="189"/>
                      <a:pt x="122" y="189"/>
                    </a:cubicBezTo>
                    <a:cubicBezTo>
                      <a:pt x="121" y="189"/>
                      <a:pt x="121" y="189"/>
                      <a:pt x="120" y="189"/>
                    </a:cubicBezTo>
                    <a:cubicBezTo>
                      <a:pt x="119" y="189"/>
                      <a:pt x="117" y="189"/>
                      <a:pt x="116" y="189"/>
                    </a:cubicBezTo>
                    <a:lnTo>
                      <a:pt x="117" y="189"/>
                    </a:lnTo>
                    <a:cubicBezTo>
                      <a:pt x="105" y="190"/>
                      <a:pt x="92" y="192"/>
                      <a:pt x="79" y="193"/>
                    </a:cubicBezTo>
                    <a:cubicBezTo>
                      <a:pt x="66" y="194"/>
                      <a:pt x="52" y="195"/>
                      <a:pt x="38" y="196"/>
                    </a:cubicBezTo>
                    <a:cubicBezTo>
                      <a:pt x="36" y="196"/>
                      <a:pt x="34" y="196"/>
                      <a:pt x="32" y="196"/>
                    </a:cubicBezTo>
                    <a:cubicBezTo>
                      <a:pt x="28" y="196"/>
                      <a:pt x="25" y="196"/>
                      <a:pt x="22" y="1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4" name="Google Shape;3474;p40">
                <a:extLst>
                  <a:ext uri="{FF2B5EF4-FFF2-40B4-BE49-F238E27FC236}">
                    <a16:creationId xmlns:a16="http://schemas.microsoft.com/office/drawing/2014/main" id="{238F6DFA-0B49-83BD-7BE5-2D508C696D2A}"/>
                  </a:ext>
                </a:extLst>
              </p:cNvPr>
              <p:cNvSpPr/>
              <p:nvPr/>
            </p:nvSpPr>
            <p:spPr>
              <a:xfrm>
                <a:off x="191880" y="747360"/>
                <a:ext cx="60120" cy="1548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43" extrusionOk="0">
                    <a:moveTo>
                      <a:pt x="1" y="36"/>
                    </a:moveTo>
                    <a:cubicBezTo>
                      <a:pt x="0" y="32"/>
                      <a:pt x="0" y="26"/>
                      <a:pt x="1" y="22"/>
                    </a:cubicBezTo>
                    <a:cubicBezTo>
                      <a:pt x="5" y="17"/>
                      <a:pt x="11" y="15"/>
                      <a:pt x="17" y="14"/>
                    </a:cubicBezTo>
                    <a:cubicBezTo>
                      <a:pt x="26" y="12"/>
                      <a:pt x="36" y="11"/>
                      <a:pt x="46" y="10"/>
                    </a:cubicBezTo>
                    <a:cubicBezTo>
                      <a:pt x="57" y="8"/>
                      <a:pt x="69" y="7"/>
                      <a:pt x="81" y="6"/>
                    </a:cubicBezTo>
                    <a:cubicBezTo>
                      <a:pt x="105" y="4"/>
                      <a:pt x="129" y="3"/>
                      <a:pt x="153" y="1"/>
                    </a:cubicBezTo>
                    <a:cubicBezTo>
                      <a:pt x="159" y="0"/>
                      <a:pt x="165" y="4"/>
                      <a:pt x="165" y="10"/>
                    </a:cubicBezTo>
                    <a:cubicBezTo>
                      <a:pt x="166" y="15"/>
                      <a:pt x="162" y="21"/>
                      <a:pt x="156" y="22"/>
                    </a:cubicBezTo>
                    <a:cubicBezTo>
                      <a:pt x="135" y="24"/>
                      <a:pt x="114" y="26"/>
                      <a:pt x="94" y="28"/>
                    </a:cubicBezTo>
                    <a:cubicBezTo>
                      <a:pt x="73" y="30"/>
                      <a:pt x="52" y="32"/>
                      <a:pt x="32" y="36"/>
                    </a:cubicBezTo>
                    <a:cubicBezTo>
                      <a:pt x="31" y="36"/>
                      <a:pt x="31" y="36"/>
                      <a:pt x="31" y="36"/>
                    </a:cubicBezTo>
                    <a:cubicBezTo>
                      <a:pt x="28" y="36"/>
                      <a:pt x="25" y="37"/>
                      <a:pt x="22" y="38"/>
                    </a:cubicBezTo>
                    <a:cubicBezTo>
                      <a:pt x="21" y="39"/>
                      <a:pt x="21" y="39"/>
                      <a:pt x="20" y="40"/>
                    </a:cubicBezTo>
                    <a:cubicBezTo>
                      <a:pt x="18" y="42"/>
                      <a:pt x="15" y="42"/>
                      <a:pt x="12" y="42"/>
                    </a:cubicBezTo>
                    <a:cubicBezTo>
                      <a:pt x="8" y="42"/>
                      <a:pt x="4" y="40"/>
                      <a:pt x="1" y="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5" name="Google Shape;3475;p40">
                <a:extLst>
                  <a:ext uri="{FF2B5EF4-FFF2-40B4-BE49-F238E27FC236}">
                    <a16:creationId xmlns:a16="http://schemas.microsoft.com/office/drawing/2014/main" id="{A516B9BE-C8AC-E10A-61CC-2D64E5C88288}"/>
                  </a:ext>
                </a:extLst>
              </p:cNvPr>
              <p:cNvSpPr/>
              <p:nvPr/>
            </p:nvSpPr>
            <p:spPr>
              <a:xfrm>
                <a:off x="271800" y="745200"/>
                <a:ext cx="29880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83" h="40" extrusionOk="0">
                    <a:moveTo>
                      <a:pt x="66" y="39"/>
                    </a:moveTo>
                    <a:cubicBezTo>
                      <a:pt x="56" y="37"/>
                      <a:pt x="45" y="34"/>
                      <a:pt x="35" y="31"/>
                    </a:cubicBezTo>
                    <a:cubicBezTo>
                      <a:pt x="30" y="30"/>
                      <a:pt x="26" y="29"/>
                      <a:pt x="20" y="28"/>
                    </a:cubicBezTo>
                    <a:cubicBezTo>
                      <a:pt x="18" y="27"/>
                      <a:pt x="16" y="26"/>
                      <a:pt x="13" y="25"/>
                    </a:cubicBezTo>
                    <a:cubicBezTo>
                      <a:pt x="10" y="24"/>
                      <a:pt x="6" y="23"/>
                      <a:pt x="5" y="19"/>
                    </a:cubicBezTo>
                    <a:cubicBezTo>
                      <a:pt x="0" y="12"/>
                      <a:pt x="5" y="3"/>
                      <a:pt x="12" y="1"/>
                    </a:cubicBezTo>
                    <a:cubicBezTo>
                      <a:pt x="16" y="0"/>
                      <a:pt x="19" y="0"/>
                      <a:pt x="22" y="2"/>
                    </a:cubicBezTo>
                    <a:lnTo>
                      <a:pt x="23" y="3"/>
                    </a:lnTo>
                    <a:cubicBezTo>
                      <a:pt x="40" y="9"/>
                      <a:pt x="56" y="13"/>
                      <a:pt x="73" y="17"/>
                    </a:cubicBezTo>
                    <a:cubicBezTo>
                      <a:pt x="79" y="18"/>
                      <a:pt x="82" y="25"/>
                      <a:pt x="81" y="31"/>
                    </a:cubicBezTo>
                    <a:cubicBezTo>
                      <a:pt x="80" y="34"/>
                      <a:pt x="78" y="37"/>
                      <a:pt x="75" y="38"/>
                    </a:cubicBezTo>
                    <a:cubicBezTo>
                      <a:pt x="73" y="39"/>
                      <a:pt x="72" y="39"/>
                      <a:pt x="70" y="39"/>
                    </a:cubicBezTo>
                    <a:cubicBezTo>
                      <a:pt x="69" y="39"/>
                      <a:pt x="68" y="39"/>
                      <a:pt x="66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6" name="Google Shape;3476;p40">
                <a:extLst>
                  <a:ext uri="{FF2B5EF4-FFF2-40B4-BE49-F238E27FC236}">
                    <a16:creationId xmlns:a16="http://schemas.microsoft.com/office/drawing/2014/main" id="{7F7AA4C4-340F-532B-892C-5B1018045454}"/>
                  </a:ext>
                </a:extLst>
              </p:cNvPr>
              <p:cNvSpPr/>
              <p:nvPr/>
            </p:nvSpPr>
            <p:spPr>
              <a:xfrm>
                <a:off x="274680" y="758880"/>
                <a:ext cx="44640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40" extrusionOk="0">
                    <a:moveTo>
                      <a:pt x="12" y="39"/>
                    </a:moveTo>
                    <a:cubicBezTo>
                      <a:pt x="5" y="38"/>
                      <a:pt x="0" y="32"/>
                      <a:pt x="1" y="24"/>
                    </a:cubicBezTo>
                    <a:cubicBezTo>
                      <a:pt x="2" y="17"/>
                      <a:pt x="10" y="12"/>
                      <a:pt x="17" y="14"/>
                    </a:cubicBezTo>
                    <a:cubicBezTo>
                      <a:pt x="17" y="14"/>
                      <a:pt x="18" y="14"/>
                      <a:pt x="19" y="15"/>
                    </a:cubicBezTo>
                    <a:cubicBezTo>
                      <a:pt x="20" y="15"/>
                      <a:pt x="21" y="15"/>
                      <a:pt x="22" y="15"/>
                    </a:cubicBezTo>
                    <a:cubicBezTo>
                      <a:pt x="39" y="14"/>
                      <a:pt x="55" y="11"/>
                      <a:pt x="71" y="8"/>
                    </a:cubicBezTo>
                    <a:cubicBezTo>
                      <a:pt x="84" y="6"/>
                      <a:pt x="98" y="3"/>
                      <a:pt x="110" y="1"/>
                    </a:cubicBezTo>
                    <a:cubicBezTo>
                      <a:pt x="116" y="0"/>
                      <a:pt x="121" y="4"/>
                      <a:pt x="122" y="9"/>
                    </a:cubicBezTo>
                    <a:cubicBezTo>
                      <a:pt x="123" y="14"/>
                      <a:pt x="120" y="20"/>
                      <a:pt x="114" y="22"/>
                    </a:cubicBezTo>
                    <a:cubicBezTo>
                      <a:pt x="100" y="25"/>
                      <a:pt x="85" y="28"/>
                      <a:pt x="70" y="31"/>
                    </a:cubicBezTo>
                    <a:cubicBezTo>
                      <a:pt x="60" y="33"/>
                      <a:pt x="49" y="35"/>
                      <a:pt x="39" y="37"/>
                    </a:cubicBezTo>
                    <a:cubicBezTo>
                      <a:pt x="32" y="38"/>
                      <a:pt x="25" y="39"/>
                      <a:pt x="18" y="39"/>
                    </a:cubicBezTo>
                    <a:cubicBezTo>
                      <a:pt x="17" y="39"/>
                      <a:pt x="15" y="39"/>
                      <a:pt x="12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7" name="Google Shape;3477;p40">
                <a:extLst>
                  <a:ext uri="{FF2B5EF4-FFF2-40B4-BE49-F238E27FC236}">
                    <a16:creationId xmlns:a16="http://schemas.microsoft.com/office/drawing/2014/main" id="{7EF56CE3-3022-35E0-BE56-B50E31899A93}"/>
                  </a:ext>
                </a:extLst>
              </p:cNvPr>
              <p:cNvSpPr/>
              <p:nvPr/>
            </p:nvSpPr>
            <p:spPr>
              <a:xfrm>
                <a:off x="342720" y="707760"/>
                <a:ext cx="34920" cy="81720"/>
              </a:xfrm>
              <a:custGeom>
                <a:avLst/>
                <a:gdLst/>
                <a:ahLst/>
                <a:cxnLst/>
                <a:rect l="l" t="t" r="r" b="b"/>
                <a:pathLst>
                  <a:path w="97" h="227" extrusionOk="0">
                    <a:moveTo>
                      <a:pt x="38" y="226"/>
                    </a:moveTo>
                    <a:cubicBezTo>
                      <a:pt x="32" y="226"/>
                      <a:pt x="27" y="220"/>
                      <a:pt x="26" y="214"/>
                    </a:cubicBezTo>
                    <a:cubicBezTo>
                      <a:pt x="26" y="206"/>
                      <a:pt x="29" y="198"/>
                      <a:pt x="31" y="191"/>
                    </a:cubicBezTo>
                    <a:cubicBezTo>
                      <a:pt x="32" y="185"/>
                      <a:pt x="33" y="180"/>
                      <a:pt x="34" y="174"/>
                    </a:cubicBezTo>
                    <a:cubicBezTo>
                      <a:pt x="38" y="158"/>
                      <a:pt x="41" y="142"/>
                      <a:pt x="44" y="127"/>
                    </a:cubicBezTo>
                    <a:cubicBezTo>
                      <a:pt x="46" y="114"/>
                      <a:pt x="48" y="100"/>
                      <a:pt x="51" y="87"/>
                    </a:cubicBezTo>
                    <a:cubicBezTo>
                      <a:pt x="48" y="92"/>
                      <a:pt x="45" y="96"/>
                      <a:pt x="42" y="101"/>
                    </a:cubicBezTo>
                    <a:cubicBezTo>
                      <a:pt x="39" y="104"/>
                      <a:pt x="36" y="108"/>
                      <a:pt x="33" y="112"/>
                    </a:cubicBezTo>
                    <a:cubicBezTo>
                      <a:pt x="29" y="117"/>
                      <a:pt x="25" y="122"/>
                      <a:pt x="20" y="125"/>
                    </a:cubicBezTo>
                    <a:cubicBezTo>
                      <a:pt x="16" y="129"/>
                      <a:pt x="10" y="129"/>
                      <a:pt x="6" y="126"/>
                    </a:cubicBezTo>
                    <a:cubicBezTo>
                      <a:pt x="2" y="124"/>
                      <a:pt x="0" y="120"/>
                      <a:pt x="1" y="115"/>
                    </a:cubicBezTo>
                    <a:cubicBezTo>
                      <a:pt x="1" y="111"/>
                      <a:pt x="3" y="107"/>
                      <a:pt x="7" y="104"/>
                    </a:cubicBezTo>
                    <a:cubicBezTo>
                      <a:pt x="9" y="103"/>
                      <a:pt x="10" y="101"/>
                      <a:pt x="12" y="99"/>
                    </a:cubicBezTo>
                    <a:cubicBezTo>
                      <a:pt x="15" y="96"/>
                      <a:pt x="17" y="93"/>
                      <a:pt x="20" y="90"/>
                    </a:cubicBezTo>
                    <a:cubicBezTo>
                      <a:pt x="23" y="86"/>
                      <a:pt x="26" y="82"/>
                      <a:pt x="29" y="79"/>
                    </a:cubicBezTo>
                    <a:cubicBezTo>
                      <a:pt x="35" y="70"/>
                      <a:pt x="41" y="61"/>
                      <a:pt x="47" y="52"/>
                    </a:cubicBezTo>
                    <a:cubicBezTo>
                      <a:pt x="52" y="43"/>
                      <a:pt x="57" y="34"/>
                      <a:pt x="62" y="25"/>
                    </a:cubicBezTo>
                    <a:cubicBezTo>
                      <a:pt x="64" y="22"/>
                      <a:pt x="65" y="19"/>
                      <a:pt x="67" y="15"/>
                    </a:cubicBezTo>
                    <a:cubicBezTo>
                      <a:pt x="68" y="13"/>
                      <a:pt x="69" y="11"/>
                      <a:pt x="70" y="9"/>
                    </a:cubicBezTo>
                    <a:cubicBezTo>
                      <a:pt x="72" y="5"/>
                      <a:pt x="75" y="3"/>
                      <a:pt x="79" y="2"/>
                    </a:cubicBezTo>
                    <a:cubicBezTo>
                      <a:pt x="87" y="0"/>
                      <a:pt x="96" y="8"/>
                      <a:pt x="93" y="17"/>
                    </a:cubicBezTo>
                    <a:cubicBezTo>
                      <a:pt x="89" y="28"/>
                      <a:pt x="86" y="39"/>
                      <a:pt x="83" y="50"/>
                    </a:cubicBezTo>
                    <a:cubicBezTo>
                      <a:pt x="80" y="61"/>
                      <a:pt x="77" y="73"/>
                      <a:pt x="75" y="84"/>
                    </a:cubicBezTo>
                    <a:cubicBezTo>
                      <a:pt x="70" y="106"/>
                      <a:pt x="66" y="127"/>
                      <a:pt x="62" y="149"/>
                    </a:cubicBezTo>
                    <a:cubicBezTo>
                      <a:pt x="60" y="159"/>
                      <a:pt x="58" y="168"/>
                      <a:pt x="57" y="178"/>
                    </a:cubicBezTo>
                    <a:cubicBezTo>
                      <a:pt x="55" y="184"/>
                      <a:pt x="54" y="189"/>
                      <a:pt x="54" y="195"/>
                    </a:cubicBezTo>
                    <a:cubicBezTo>
                      <a:pt x="52" y="201"/>
                      <a:pt x="51" y="206"/>
                      <a:pt x="51" y="212"/>
                    </a:cubicBezTo>
                    <a:cubicBezTo>
                      <a:pt x="51" y="212"/>
                      <a:pt x="51" y="213"/>
                      <a:pt x="51" y="214"/>
                    </a:cubicBezTo>
                    <a:cubicBezTo>
                      <a:pt x="51" y="221"/>
                      <a:pt x="45" y="226"/>
                      <a:pt x="38" y="2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8" name="Google Shape;3478;p40">
                <a:extLst>
                  <a:ext uri="{FF2B5EF4-FFF2-40B4-BE49-F238E27FC236}">
                    <a16:creationId xmlns:a16="http://schemas.microsoft.com/office/drawing/2014/main" id="{8EACCD28-FC5A-48B5-25CC-91F08719F5F7}"/>
                  </a:ext>
                </a:extLst>
              </p:cNvPr>
              <p:cNvSpPr/>
              <p:nvPr/>
            </p:nvSpPr>
            <p:spPr>
              <a:xfrm>
                <a:off x="386280" y="703800"/>
                <a:ext cx="55080" cy="7560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210" extrusionOk="0">
                    <a:moveTo>
                      <a:pt x="23" y="154"/>
                    </a:moveTo>
                    <a:cubicBezTo>
                      <a:pt x="23" y="156"/>
                      <a:pt x="23" y="158"/>
                      <a:pt x="23" y="160"/>
                    </a:cubicBezTo>
                    <a:cubicBezTo>
                      <a:pt x="24" y="150"/>
                      <a:pt x="25" y="141"/>
                      <a:pt x="26" y="132"/>
                    </a:cubicBezTo>
                    <a:cubicBezTo>
                      <a:pt x="28" y="126"/>
                      <a:pt x="28" y="121"/>
                      <a:pt x="29" y="115"/>
                    </a:cubicBezTo>
                    <a:cubicBezTo>
                      <a:pt x="28" y="117"/>
                      <a:pt x="28" y="119"/>
                      <a:pt x="27" y="121"/>
                    </a:cubicBezTo>
                    <a:cubicBezTo>
                      <a:pt x="25" y="129"/>
                      <a:pt x="25" y="136"/>
                      <a:pt x="23" y="143"/>
                    </a:cubicBezTo>
                    <a:cubicBezTo>
                      <a:pt x="23" y="147"/>
                      <a:pt x="23" y="150"/>
                      <a:pt x="23" y="154"/>
                    </a:cubicBezTo>
                    <a:moveTo>
                      <a:pt x="49" y="125"/>
                    </a:moveTo>
                    <a:cubicBezTo>
                      <a:pt x="49" y="131"/>
                      <a:pt x="47" y="138"/>
                      <a:pt x="47" y="145"/>
                    </a:cubicBezTo>
                    <a:cubicBezTo>
                      <a:pt x="45" y="157"/>
                      <a:pt x="44" y="169"/>
                      <a:pt x="42" y="182"/>
                    </a:cubicBezTo>
                    <a:cubicBezTo>
                      <a:pt x="42" y="182"/>
                      <a:pt x="42" y="183"/>
                      <a:pt x="42" y="184"/>
                    </a:cubicBezTo>
                    <a:cubicBezTo>
                      <a:pt x="42" y="184"/>
                      <a:pt x="43" y="184"/>
                      <a:pt x="44" y="183"/>
                    </a:cubicBezTo>
                    <a:cubicBezTo>
                      <a:pt x="46" y="182"/>
                      <a:pt x="47" y="182"/>
                      <a:pt x="49" y="181"/>
                    </a:cubicBezTo>
                    <a:cubicBezTo>
                      <a:pt x="51" y="179"/>
                      <a:pt x="53" y="177"/>
                      <a:pt x="56" y="175"/>
                    </a:cubicBezTo>
                    <a:cubicBezTo>
                      <a:pt x="61" y="171"/>
                      <a:pt x="65" y="166"/>
                      <a:pt x="71" y="161"/>
                    </a:cubicBezTo>
                    <a:cubicBezTo>
                      <a:pt x="78" y="152"/>
                      <a:pt x="85" y="143"/>
                      <a:pt x="92" y="134"/>
                    </a:cubicBezTo>
                    <a:cubicBezTo>
                      <a:pt x="96" y="128"/>
                      <a:pt x="100" y="122"/>
                      <a:pt x="104" y="117"/>
                    </a:cubicBezTo>
                    <a:cubicBezTo>
                      <a:pt x="106" y="114"/>
                      <a:pt x="107" y="111"/>
                      <a:pt x="109" y="108"/>
                    </a:cubicBezTo>
                    <a:cubicBezTo>
                      <a:pt x="111" y="104"/>
                      <a:pt x="113" y="101"/>
                      <a:pt x="114" y="98"/>
                    </a:cubicBezTo>
                    <a:cubicBezTo>
                      <a:pt x="118" y="90"/>
                      <a:pt x="122" y="83"/>
                      <a:pt x="125" y="75"/>
                    </a:cubicBezTo>
                    <a:cubicBezTo>
                      <a:pt x="126" y="71"/>
                      <a:pt x="127" y="68"/>
                      <a:pt x="128" y="64"/>
                    </a:cubicBezTo>
                    <a:cubicBezTo>
                      <a:pt x="128" y="61"/>
                      <a:pt x="129" y="58"/>
                      <a:pt x="129" y="55"/>
                    </a:cubicBezTo>
                    <a:cubicBezTo>
                      <a:pt x="129" y="53"/>
                      <a:pt x="130" y="51"/>
                      <a:pt x="129" y="49"/>
                    </a:cubicBezTo>
                    <a:cubicBezTo>
                      <a:pt x="129" y="47"/>
                      <a:pt x="129" y="45"/>
                      <a:pt x="128" y="44"/>
                    </a:cubicBezTo>
                    <a:cubicBezTo>
                      <a:pt x="128" y="43"/>
                      <a:pt x="128" y="43"/>
                      <a:pt x="128" y="41"/>
                    </a:cubicBezTo>
                    <a:cubicBezTo>
                      <a:pt x="127" y="40"/>
                      <a:pt x="127" y="38"/>
                      <a:pt x="126" y="37"/>
                    </a:cubicBezTo>
                    <a:cubicBezTo>
                      <a:pt x="125" y="36"/>
                      <a:pt x="125" y="34"/>
                      <a:pt x="124" y="33"/>
                    </a:cubicBezTo>
                    <a:cubicBezTo>
                      <a:pt x="123" y="32"/>
                      <a:pt x="123" y="31"/>
                      <a:pt x="122" y="30"/>
                    </a:cubicBezTo>
                    <a:cubicBezTo>
                      <a:pt x="122" y="30"/>
                      <a:pt x="121" y="30"/>
                      <a:pt x="121" y="29"/>
                    </a:cubicBezTo>
                    <a:cubicBezTo>
                      <a:pt x="121" y="29"/>
                      <a:pt x="120" y="29"/>
                      <a:pt x="120" y="28"/>
                    </a:cubicBezTo>
                    <a:cubicBezTo>
                      <a:pt x="119" y="27"/>
                      <a:pt x="118" y="27"/>
                      <a:pt x="118" y="27"/>
                    </a:cubicBezTo>
                    <a:cubicBezTo>
                      <a:pt x="117" y="27"/>
                      <a:pt x="117" y="27"/>
                      <a:pt x="117" y="26"/>
                    </a:cubicBezTo>
                    <a:lnTo>
                      <a:pt x="117" y="27"/>
                    </a:lnTo>
                    <a:lnTo>
                      <a:pt x="118" y="27"/>
                    </a:lnTo>
                    <a:lnTo>
                      <a:pt x="117" y="27"/>
                    </a:lnTo>
                    <a:cubicBezTo>
                      <a:pt x="117" y="26"/>
                      <a:pt x="117" y="26"/>
                      <a:pt x="117" y="26"/>
                    </a:cubicBezTo>
                    <a:lnTo>
                      <a:pt x="117" y="27"/>
                    </a:lnTo>
                    <a:cubicBezTo>
                      <a:pt x="117" y="26"/>
                      <a:pt x="116" y="26"/>
                      <a:pt x="116" y="26"/>
                    </a:cubicBezTo>
                    <a:cubicBezTo>
                      <a:pt x="114" y="26"/>
                      <a:pt x="114" y="26"/>
                      <a:pt x="113" y="26"/>
                    </a:cubicBezTo>
                    <a:cubicBezTo>
                      <a:pt x="112" y="26"/>
                      <a:pt x="111" y="26"/>
                      <a:pt x="110" y="26"/>
                    </a:cubicBezTo>
                    <a:cubicBezTo>
                      <a:pt x="109" y="26"/>
                      <a:pt x="108" y="26"/>
                      <a:pt x="107" y="26"/>
                    </a:cubicBezTo>
                    <a:cubicBezTo>
                      <a:pt x="106" y="26"/>
                      <a:pt x="104" y="27"/>
                      <a:pt x="103" y="27"/>
                    </a:cubicBezTo>
                    <a:cubicBezTo>
                      <a:pt x="101" y="28"/>
                      <a:pt x="99" y="29"/>
                      <a:pt x="96" y="30"/>
                    </a:cubicBezTo>
                    <a:cubicBezTo>
                      <a:pt x="94" y="31"/>
                      <a:pt x="92" y="32"/>
                      <a:pt x="90" y="33"/>
                    </a:cubicBezTo>
                    <a:cubicBezTo>
                      <a:pt x="87" y="36"/>
                      <a:pt x="84" y="37"/>
                      <a:pt x="81" y="40"/>
                    </a:cubicBezTo>
                    <a:cubicBezTo>
                      <a:pt x="79" y="41"/>
                      <a:pt x="77" y="43"/>
                      <a:pt x="75" y="45"/>
                    </a:cubicBezTo>
                    <a:cubicBezTo>
                      <a:pt x="72" y="49"/>
                      <a:pt x="68" y="54"/>
                      <a:pt x="65" y="58"/>
                    </a:cubicBezTo>
                    <a:cubicBezTo>
                      <a:pt x="64" y="59"/>
                      <a:pt x="63" y="61"/>
                      <a:pt x="62" y="63"/>
                    </a:cubicBezTo>
                    <a:cubicBezTo>
                      <a:pt x="61" y="65"/>
                      <a:pt x="60" y="67"/>
                      <a:pt x="60" y="69"/>
                    </a:cubicBezTo>
                    <a:cubicBezTo>
                      <a:pt x="57" y="76"/>
                      <a:pt x="56" y="83"/>
                      <a:pt x="54" y="89"/>
                    </a:cubicBezTo>
                    <a:lnTo>
                      <a:pt x="54" y="88"/>
                    </a:lnTo>
                    <a:cubicBezTo>
                      <a:pt x="52" y="100"/>
                      <a:pt x="51" y="112"/>
                      <a:pt x="49" y="125"/>
                    </a:cubicBezTo>
                    <a:moveTo>
                      <a:pt x="18" y="206"/>
                    </a:moveTo>
                    <a:cubicBezTo>
                      <a:pt x="4" y="199"/>
                      <a:pt x="1" y="182"/>
                      <a:pt x="0" y="168"/>
                    </a:cubicBezTo>
                    <a:cubicBezTo>
                      <a:pt x="0" y="161"/>
                      <a:pt x="0" y="154"/>
                      <a:pt x="0" y="147"/>
                    </a:cubicBezTo>
                    <a:cubicBezTo>
                      <a:pt x="1" y="135"/>
                      <a:pt x="3" y="123"/>
                      <a:pt x="5" y="111"/>
                    </a:cubicBezTo>
                    <a:cubicBezTo>
                      <a:pt x="8" y="100"/>
                      <a:pt x="12" y="89"/>
                      <a:pt x="18" y="78"/>
                    </a:cubicBezTo>
                    <a:cubicBezTo>
                      <a:pt x="23" y="68"/>
                      <a:pt x="30" y="58"/>
                      <a:pt x="39" y="51"/>
                    </a:cubicBezTo>
                    <a:cubicBezTo>
                      <a:pt x="41" y="49"/>
                      <a:pt x="43" y="48"/>
                      <a:pt x="46" y="47"/>
                    </a:cubicBezTo>
                    <a:cubicBezTo>
                      <a:pt x="47" y="45"/>
                      <a:pt x="49" y="43"/>
                      <a:pt x="50" y="41"/>
                    </a:cubicBezTo>
                    <a:cubicBezTo>
                      <a:pt x="53" y="37"/>
                      <a:pt x="56" y="34"/>
                      <a:pt x="58" y="31"/>
                    </a:cubicBezTo>
                    <a:cubicBezTo>
                      <a:pt x="64" y="25"/>
                      <a:pt x="70" y="19"/>
                      <a:pt x="77" y="15"/>
                    </a:cubicBezTo>
                    <a:cubicBezTo>
                      <a:pt x="89" y="6"/>
                      <a:pt x="105" y="0"/>
                      <a:pt x="120" y="4"/>
                    </a:cubicBezTo>
                    <a:cubicBezTo>
                      <a:pt x="128" y="5"/>
                      <a:pt x="134" y="9"/>
                      <a:pt x="139" y="15"/>
                    </a:cubicBezTo>
                    <a:cubicBezTo>
                      <a:pt x="144" y="20"/>
                      <a:pt x="148" y="28"/>
                      <a:pt x="150" y="35"/>
                    </a:cubicBezTo>
                    <a:cubicBezTo>
                      <a:pt x="152" y="42"/>
                      <a:pt x="152" y="50"/>
                      <a:pt x="151" y="57"/>
                    </a:cubicBezTo>
                    <a:cubicBezTo>
                      <a:pt x="151" y="66"/>
                      <a:pt x="148" y="75"/>
                      <a:pt x="145" y="83"/>
                    </a:cubicBezTo>
                    <a:cubicBezTo>
                      <a:pt x="141" y="94"/>
                      <a:pt x="135" y="105"/>
                      <a:pt x="130" y="115"/>
                    </a:cubicBezTo>
                    <a:cubicBezTo>
                      <a:pt x="127" y="121"/>
                      <a:pt x="124" y="126"/>
                      <a:pt x="121" y="131"/>
                    </a:cubicBezTo>
                    <a:cubicBezTo>
                      <a:pt x="117" y="137"/>
                      <a:pt x="113" y="143"/>
                      <a:pt x="109" y="148"/>
                    </a:cubicBezTo>
                    <a:cubicBezTo>
                      <a:pt x="105" y="154"/>
                      <a:pt x="100" y="160"/>
                      <a:pt x="96" y="165"/>
                    </a:cubicBezTo>
                    <a:cubicBezTo>
                      <a:pt x="92" y="171"/>
                      <a:pt x="86" y="177"/>
                      <a:pt x="81" y="182"/>
                    </a:cubicBezTo>
                    <a:cubicBezTo>
                      <a:pt x="75" y="189"/>
                      <a:pt x="68" y="195"/>
                      <a:pt x="61" y="199"/>
                    </a:cubicBezTo>
                    <a:cubicBezTo>
                      <a:pt x="54" y="205"/>
                      <a:pt x="43" y="209"/>
                      <a:pt x="33" y="209"/>
                    </a:cubicBezTo>
                    <a:cubicBezTo>
                      <a:pt x="28" y="209"/>
                      <a:pt x="23" y="209"/>
                      <a:pt x="18" y="20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9" name="Google Shape;3479;p40">
                <a:extLst>
                  <a:ext uri="{FF2B5EF4-FFF2-40B4-BE49-F238E27FC236}">
                    <a16:creationId xmlns:a16="http://schemas.microsoft.com/office/drawing/2014/main" id="{12E91B66-7CA0-17C0-2C61-D7F835B54111}"/>
                  </a:ext>
                </a:extLst>
              </p:cNvPr>
              <p:cNvSpPr/>
              <p:nvPr/>
            </p:nvSpPr>
            <p:spPr>
              <a:xfrm>
                <a:off x="461520" y="687600"/>
                <a:ext cx="39960" cy="115560"/>
              </a:xfrm>
              <a:custGeom>
                <a:avLst/>
                <a:gdLst/>
                <a:ahLst/>
                <a:cxnLst/>
                <a:rect l="l" t="t" r="r" b="b"/>
                <a:pathLst>
                  <a:path w="111" h="321" extrusionOk="0">
                    <a:moveTo>
                      <a:pt x="32" y="314"/>
                    </a:moveTo>
                    <a:cubicBezTo>
                      <a:pt x="28" y="307"/>
                      <a:pt x="24" y="301"/>
                      <a:pt x="21" y="294"/>
                    </a:cubicBezTo>
                    <a:cubicBezTo>
                      <a:pt x="17" y="286"/>
                      <a:pt x="13" y="277"/>
                      <a:pt x="10" y="269"/>
                    </a:cubicBezTo>
                    <a:cubicBezTo>
                      <a:pt x="4" y="252"/>
                      <a:pt x="2" y="235"/>
                      <a:pt x="1" y="218"/>
                    </a:cubicBezTo>
                    <a:cubicBezTo>
                      <a:pt x="0" y="200"/>
                      <a:pt x="0" y="181"/>
                      <a:pt x="3" y="164"/>
                    </a:cubicBezTo>
                    <a:cubicBezTo>
                      <a:pt x="5" y="146"/>
                      <a:pt x="10" y="129"/>
                      <a:pt x="16" y="112"/>
                    </a:cubicBezTo>
                    <a:cubicBezTo>
                      <a:pt x="22" y="96"/>
                      <a:pt x="30" y="80"/>
                      <a:pt x="38" y="65"/>
                    </a:cubicBezTo>
                    <a:cubicBezTo>
                      <a:pt x="48" y="49"/>
                      <a:pt x="59" y="33"/>
                      <a:pt x="72" y="19"/>
                    </a:cubicBezTo>
                    <a:cubicBezTo>
                      <a:pt x="77" y="14"/>
                      <a:pt x="82" y="9"/>
                      <a:pt x="87" y="4"/>
                    </a:cubicBezTo>
                    <a:cubicBezTo>
                      <a:pt x="92" y="0"/>
                      <a:pt x="100" y="0"/>
                      <a:pt x="105" y="4"/>
                    </a:cubicBezTo>
                    <a:cubicBezTo>
                      <a:pt x="110" y="10"/>
                      <a:pt x="109" y="19"/>
                      <a:pt x="103" y="23"/>
                    </a:cubicBezTo>
                    <a:cubicBezTo>
                      <a:pt x="102" y="24"/>
                      <a:pt x="101" y="25"/>
                      <a:pt x="99" y="26"/>
                    </a:cubicBezTo>
                    <a:cubicBezTo>
                      <a:pt x="93" y="32"/>
                      <a:pt x="87" y="38"/>
                      <a:pt x="81" y="44"/>
                    </a:cubicBezTo>
                    <a:lnTo>
                      <a:pt x="82" y="44"/>
                    </a:lnTo>
                    <a:cubicBezTo>
                      <a:pt x="77" y="50"/>
                      <a:pt x="72" y="56"/>
                      <a:pt x="67" y="62"/>
                    </a:cubicBezTo>
                    <a:cubicBezTo>
                      <a:pt x="60" y="72"/>
                      <a:pt x="54" y="83"/>
                      <a:pt x="48" y="95"/>
                    </a:cubicBezTo>
                    <a:cubicBezTo>
                      <a:pt x="43" y="105"/>
                      <a:pt x="38" y="116"/>
                      <a:pt x="34" y="127"/>
                    </a:cubicBezTo>
                    <a:cubicBezTo>
                      <a:pt x="31" y="136"/>
                      <a:pt x="28" y="145"/>
                      <a:pt x="26" y="155"/>
                    </a:cubicBezTo>
                    <a:cubicBezTo>
                      <a:pt x="24" y="164"/>
                      <a:pt x="23" y="173"/>
                      <a:pt x="22" y="182"/>
                    </a:cubicBezTo>
                    <a:cubicBezTo>
                      <a:pt x="21" y="192"/>
                      <a:pt x="21" y="203"/>
                      <a:pt x="22" y="213"/>
                    </a:cubicBezTo>
                    <a:cubicBezTo>
                      <a:pt x="22" y="214"/>
                      <a:pt x="22" y="214"/>
                      <a:pt x="22" y="215"/>
                    </a:cubicBezTo>
                    <a:lnTo>
                      <a:pt x="22" y="214"/>
                    </a:lnTo>
                    <a:cubicBezTo>
                      <a:pt x="23" y="224"/>
                      <a:pt x="24" y="233"/>
                      <a:pt x="25" y="243"/>
                    </a:cubicBezTo>
                    <a:cubicBezTo>
                      <a:pt x="26" y="248"/>
                      <a:pt x="27" y="252"/>
                      <a:pt x="29" y="257"/>
                    </a:cubicBezTo>
                    <a:cubicBezTo>
                      <a:pt x="32" y="266"/>
                      <a:pt x="36" y="275"/>
                      <a:pt x="41" y="284"/>
                    </a:cubicBezTo>
                    <a:cubicBezTo>
                      <a:pt x="40" y="283"/>
                      <a:pt x="40" y="283"/>
                      <a:pt x="40" y="283"/>
                    </a:cubicBezTo>
                    <a:cubicBezTo>
                      <a:pt x="43" y="290"/>
                      <a:pt x="47" y="297"/>
                      <a:pt x="51" y="304"/>
                    </a:cubicBezTo>
                    <a:cubicBezTo>
                      <a:pt x="54" y="309"/>
                      <a:pt x="52" y="315"/>
                      <a:pt x="46" y="318"/>
                    </a:cubicBezTo>
                    <a:cubicBezTo>
                      <a:pt x="45" y="319"/>
                      <a:pt x="43" y="320"/>
                      <a:pt x="41" y="320"/>
                    </a:cubicBezTo>
                    <a:cubicBezTo>
                      <a:pt x="38" y="320"/>
                      <a:pt x="34" y="318"/>
                      <a:pt x="32" y="3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0" name="Google Shape;3480;p40">
                <a:extLst>
                  <a:ext uri="{FF2B5EF4-FFF2-40B4-BE49-F238E27FC236}">
                    <a16:creationId xmlns:a16="http://schemas.microsoft.com/office/drawing/2014/main" id="{8129196C-8DCA-7E59-8F5C-AE8CC9084D13}"/>
                  </a:ext>
                </a:extLst>
              </p:cNvPr>
              <p:cNvSpPr/>
              <p:nvPr/>
            </p:nvSpPr>
            <p:spPr>
              <a:xfrm>
                <a:off x="502920" y="718560"/>
                <a:ext cx="29520" cy="51840"/>
              </a:xfrm>
              <a:custGeom>
                <a:avLst/>
                <a:gdLst/>
                <a:ahLst/>
                <a:cxnLst/>
                <a:rect l="l" t="t" r="r" b="b"/>
                <a:pathLst>
                  <a:path w="82" h="144" extrusionOk="0">
                    <a:moveTo>
                      <a:pt x="60" y="140"/>
                    </a:moveTo>
                    <a:cubicBezTo>
                      <a:pt x="53" y="132"/>
                      <a:pt x="46" y="123"/>
                      <a:pt x="39" y="114"/>
                    </a:cubicBezTo>
                    <a:cubicBezTo>
                      <a:pt x="34" y="106"/>
                      <a:pt x="29" y="98"/>
                      <a:pt x="24" y="90"/>
                    </a:cubicBezTo>
                    <a:cubicBezTo>
                      <a:pt x="19" y="83"/>
                      <a:pt x="15" y="75"/>
                      <a:pt x="11" y="67"/>
                    </a:cubicBezTo>
                    <a:cubicBezTo>
                      <a:pt x="5" y="56"/>
                      <a:pt x="1" y="45"/>
                      <a:pt x="0" y="32"/>
                    </a:cubicBezTo>
                    <a:cubicBezTo>
                      <a:pt x="0" y="27"/>
                      <a:pt x="0" y="21"/>
                      <a:pt x="2" y="16"/>
                    </a:cubicBezTo>
                    <a:cubicBezTo>
                      <a:pt x="3" y="13"/>
                      <a:pt x="4" y="10"/>
                      <a:pt x="6" y="8"/>
                    </a:cubicBezTo>
                    <a:cubicBezTo>
                      <a:pt x="9" y="2"/>
                      <a:pt x="17" y="0"/>
                      <a:pt x="23" y="3"/>
                    </a:cubicBezTo>
                    <a:cubicBezTo>
                      <a:pt x="29" y="7"/>
                      <a:pt x="31" y="15"/>
                      <a:pt x="27" y="21"/>
                    </a:cubicBezTo>
                    <a:cubicBezTo>
                      <a:pt x="26" y="22"/>
                      <a:pt x="26" y="23"/>
                      <a:pt x="25" y="25"/>
                    </a:cubicBezTo>
                    <a:lnTo>
                      <a:pt x="25" y="26"/>
                    </a:lnTo>
                    <a:cubicBezTo>
                      <a:pt x="25" y="28"/>
                      <a:pt x="25" y="30"/>
                      <a:pt x="25" y="32"/>
                    </a:cubicBezTo>
                    <a:cubicBezTo>
                      <a:pt x="25" y="34"/>
                      <a:pt x="25" y="36"/>
                      <a:pt x="25" y="38"/>
                    </a:cubicBezTo>
                    <a:cubicBezTo>
                      <a:pt x="26" y="41"/>
                      <a:pt x="26" y="44"/>
                      <a:pt x="27" y="46"/>
                    </a:cubicBezTo>
                    <a:cubicBezTo>
                      <a:pt x="29" y="50"/>
                      <a:pt x="30" y="53"/>
                      <a:pt x="32" y="56"/>
                    </a:cubicBezTo>
                    <a:cubicBezTo>
                      <a:pt x="35" y="63"/>
                      <a:pt x="39" y="70"/>
                      <a:pt x="42" y="76"/>
                    </a:cubicBezTo>
                    <a:cubicBezTo>
                      <a:pt x="46" y="82"/>
                      <a:pt x="49" y="88"/>
                      <a:pt x="53" y="94"/>
                    </a:cubicBezTo>
                    <a:cubicBezTo>
                      <a:pt x="57" y="100"/>
                      <a:pt x="61" y="106"/>
                      <a:pt x="67" y="112"/>
                    </a:cubicBezTo>
                    <a:cubicBezTo>
                      <a:pt x="70" y="116"/>
                      <a:pt x="73" y="120"/>
                      <a:pt x="76" y="123"/>
                    </a:cubicBezTo>
                    <a:cubicBezTo>
                      <a:pt x="81" y="128"/>
                      <a:pt x="81" y="136"/>
                      <a:pt x="76" y="140"/>
                    </a:cubicBezTo>
                    <a:cubicBezTo>
                      <a:pt x="74" y="142"/>
                      <a:pt x="71" y="143"/>
                      <a:pt x="68" y="143"/>
                    </a:cubicBezTo>
                    <a:cubicBezTo>
                      <a:pt x="65" y="143"/>
                      <a:pt x="62" y="142"/>
                      <a:pt x="60" y="1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1" name="Google Shape;3481;p40">
                <a:extLst>
                  <a:ext uri="{FF2B5EF4-FFF2-40B4-BE49-F238E27FC236}">
                    <a16:creationId xmlns:a16="http://schemas.microsoft.com/office/drawing/2014/main" id="{18A06E3F-94E7-4480-2C4D-E41C0CAF004A}"/>
                  </a:ext>
                </a:extLst>
              </p:cNvPr>
              <p:cNvSpPr/>
              <p:nvPr/>
            </p:nvSpPr>
            <p:spPr>
              <a:xfrm>
                <a:off x="501840" y="724680"/>
                <a:ext cx="57600" cy="55440"/>
              </a:xfrm>
              <a:custGeom>
                <a:avLst/>
                <a:gdLst/>
                <a:ahLst/>
                <a:cxnLst/>
                <a:rect l="l" t="t" r="r" b="b"/>
                <a:pathLst>
                  <a:path w="160" h="154" extrusionOk="0">
                    <a:moveTo>
                      <a:pt x="8" y="151"/>
                    </a:moveTo>
                    <a:cubicBezTo>
                      <a:pt x="2" y="148"/>
                      <a:pt x="0" y="140"/>
                      <a:pt x="4" y="135"/>
                    </a:cubicBezTo>
                    <a:cubicBezTo>
                      <a:pt x="11" y="124"/>
                      <a:pt x="18" y="113"/>
                      <a:pt x="26" y="103"/>
                    </a:cubicBezTo>
                    <a:cubicBezTo>
                      <a:pt x="33" y="93"/>
                      <a:pt x="40" y="83"/>
                      <a:pt x="47" y="74"/>
                    </a:cubicBezTo>
                    <a:cubicBezTo>
                      <a:pt x="55" y="64"/>
                      <a:pt x="63" y="54"/>
                      <a:pt x="71" y="44"/>
                    </a:cubicBezTo>
                    <a:cubicBezTo>
                      <a:pt x="82" y="32"/>
                      <a:pt x="93" y="21"/>
                      <a:pt x="106" y="12"/>
                    </a:cubicBezTo>
                    <a:cubicBezTo>
                      <a:pt x="113" y="8"/>
                      <a:pt x="119" y="4"/>
                      <a:pt x="126" y="3"/>
                    </a:cubicBezTo>
                    <a:cubicBezTo>
                      <a:pt x="133" y="1"/>
                      <a:pt x="140" y="0"/>
                      <a:pt x="147" y="1"/>
                    </a:cubicBezTo>
                    <a:cubicBezTo>
                      <a:pt x="154" y="2"/>
                      <a:pt x="159" y="8"/>
                      <a:pt x="158" y="15"/>
                    </a:cubicBezTo>
                    <a:cubicBezTo>
                      <a:pt x="157" y="22"/>
                      <a:pt x="151" y="27"/>
                      <a:pt x="144" y="26"/>
                    </a:cubicBezTo>
                    <a:cubicBezTo>
                      <a:pt x="142" y="26"/>
                      <a:pt x="141" y="25"/>
                      <a:pt x="139" y="25"/>
                    </a:cubicBezTo>
                    <a:cubicBezTo>
                      <a:pt x="138" y="25"/>
                      <a:pt x="138" y="25"/>
                      <a:pt x="137" y="25"/>
                    </a:cubicBezTo>
                    <a:cubicBezTo>
                      <a:pt x="135" y="25"/>
                      <a:pt x="133" y="26"/>
                      <a:pt x="131" y="26"/>
                    </a:cubicBezTo>
                    <a:lnTo>
                      <a:pt x="130" y="27"/>
                    </a:lnTo>
                    <a:cubicBezTo>
                      <a:pt x="128" y="27"/>
                      <a:pt x="127" y="27"/>
                      <a:pt x="126" y="28"/>
                    </a:cubicBezTo>
                    <a:cubicBezTo>
                      <a:pt x="125" y="28"/>
                      <a:pt x="124" y="29"/>
                      <a:pt x="122" y="30"/>
                    </a:cubicBezTo>
                    <a:cubicBezTo>
                      <a:pt x="117" y="34"/>
                      <a:pt x="113" y="37"/>
                      <a:pt x="108" y="41"/>
                    </a:cubicBezTo>
                    <a:cubicBezTo>
                      <a:pt x="101" y="47"/>
                      <a:pt x="94" y="53"/>
                      <a:pt x="88" y="60"/>
                    </a:cubicBezTo>
                    <a:cubicBezTo>
                      <a:pt x="81" y="68"/>
                      <a:pt x="74" y="75"/>
                      <a:pt x="68" y="83"/>
                    </a:cubicBezTo>
                    <a:cubicBezTo>
                      <a:pt x="61" y="92"/>
                      <a:pt x="55" y="101"/>
                      <a:pt x="49" y="109"/>
                    </a:cubicBezTo>
                    <a:cubicBezTo>
                      <a:pt x="40" y="121"/>
                      <a:pt x="32" y="134"/>
                      <a:pt x="24" y="147"/>
                    </a:cubicBezTo>
                    <a:cubicBezTo>
                      <a:pt x="22" y="151"/>
                      <a:pt x="18" y="153"/>
                      <a:pt x="14" y="153"/>
                    </a:cubicBezTo>
                    <a:cubicBezTo>
                      <a:pt x="11" y="153"/>
                      <a:pt x="10" y="152"/>
                      <a:pt x="8" y="1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2" name="Google Shape;3482;p40">
                <a:extLst>
                  <a:ext uri="{FF2B5EF4-FFF2-40B4-BE49-F238E27FC236}">
                    <a16:creationId xmlns:a16="http://schemas.microsoft.com/office/drawing/2014/main" id="{1848BECC-D765-C38E-975F-EB77CC6194A8}"/>
                  </a:ext>
                </a:extLst>
              </p:cNvPr>
              <p:cNvSpPr/>
              <p:nvPr/>
            </p:nvSpPr>
            <p:spPr>
              <a:xfrm>
                <a:off x="563400" y="737640"/>
                <a:ext cx="43560" cy="1476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41" extrusionOk="0">
                    <a:moveTo>
                      <a:pt x="105" y="40"/>
                    </a:moveTo>
                    <a:cubicBezTo>
                      <a:pt x="89" y="38"/>
                      <a:pt x="73" y="37"/>
                      <a:pt x="56" y="34"/>
                    </a:cubicBezTo>
                    <a:cubicBezTo>
                      <a:pt x="49" y="33"/>
                      <a:pt x="42" y="32"/>
                      <a:pt x="34" y="31"/>
                    </a:cubicBezTo>
                    <a:cubicBezTo>
                      <a:pt x="27" y="29"/>
                      <a:pt x="19" y="28"/>
                      <a:pt x="12" y="27"/>
                    </a:cubicBezTo>
                    <a:cubicBezTo>
                      <a:pt x="5" y="25"/>
                      <a:pt x="0" y="20"/>
                      <a:pt x="0" y="14"/>
                    </a:cubicBezTo>
                    <a:cubicBezTo>
                      <a:pt x="0" y="7"/>
                      <a:pt x="7" y="0"/>
                      <a:pt x="15" y="2"/>
                    </a:cubicBezTo>
                    <a:cubicBezTo>
                      <a:pt x="21" y="3"/>
                      <a:pt x="27" y="4"/>
                      <a:pt x="33" y="6"/>
                    </a:cubicBezTo>
                    <a:cubicBezTo>
                      <a:pt x="58" y="10"/>
                      <a:pt x="83" y="14"/>
                      <a:pt x="109" y="16"/>
                    </a:cubicBezTo>
                    <a:cubicBezTo>
                      <a:pt x="115" y="17"/>
                      <a:pt x="120" y="24"/>
                      <a:pt x="119" y="30"/>
                    </a:cubicBezTo>
                    <a:cubicBezTo>
                      <a:pt x="118" y="36"/>
                      <a:pt x="112" y="40"/>
                      <a:pt x="107" y="40"/>
                    </a:cubicBezTo>
                    <a:cubicBezTo>
                      <a:pt x="106" y="40"/>
                      <a:pt x="106" y="40"/>
                      <a:pt x="105" y="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3" name="Google Shape;3483;p40">
                <a:extLst>
                  <a:ext uri="{FF2B5EF4-FFF2-40B4-BE49-F238E27FC236}">
                    <a16:creationId xmlns:a16="http://schemas.microsoft.com/office/drawing/2014/main" id="{8E8CCA3C-45A9-C0A9-0D35-CF92335FA8EF}"/>
                  </a:ext>
                </a:extLst>
              </p:cNvPr>
              <p:cNvSpPr/>
              <p:nvPr/>
            </p:nvSpPr>
            <p:spPr>
              <a:xfrm>
                <a:off x="583560" y="721080"/>
                <a:ext cx="19080" cy="39240"/>
              </a:xfrm>
              <a:custGeom>
                <a:avLst/>
                <a:gdLst/>
                <a:ahLst/>
                <a:cxnLst/>
                <a:rect l="l" t="t" r="r" b="b"/>
                <a:pathLst>
                  <a:path w="53" h="109" extrusionOk="0">
                    <a:moveTo>
                      <a:pt x="12" y="108"/>
                    </a:moveTo>
                    <a:cubicBezTo>
                      <a:pt x="6" y="108"/>
                      <a:pt x="0" y="103"/>
                      <a:pt x="1" y="97"/>
                    </a:cubicBezTo>
                    <a:cubicBezTo>
                      <a:pt x="2" y="81"/>
                      <a:pt x="3" y="66"/>
                      <a:pt x="6" y="51"/>
                    </a:cubicBezTo>
                    <a:cubicBezTo>
                      <a:pt x="8" y="39"/>
                      <a:pt x="13" y="27"/>
                      <a:pt x="18" y="17"/>
                    </a:cubicBezTo>
                    <a:cubicBezTo>
                      <a:pt x="23" y="9"/>
                      <a:pt x="30" y="0"/>
                      <a:pt x="39" y="2"/>
                    </a:cubicBezTo>
                    <a:cubicBezTo>
                      <a:pt x="47" y="3"/>
                      <a:pt x="52" y="11"/>
                      <a:pt x="50" y="18"/>
                    </a:cubicBezTo>
                    <a:cubicBezTo>
                      <a:pt x="49" y="23"/>
                      <a:pt x="45" y="25"/>
                      <a:pt x="41" y="27"/>
                    </a:cubicBezTo>
                    <a:cubicBezTo>
                      <a:pt x="41" y="27"/>
                      <a:pt x="40" y="28"/>
                      <a:pt x="39" y="29"/>
                    </a:cubicBezTo>
                    <a:cubicBezTo>
                      <a:pt x="40" y="28"/>
                      <a:pt x="40" y="28"/>
                      <a:pt x="41" y="27"/>
                    </a:cubicBezTo>
                    <a:cubicBezTo>
                      <a:pt x="39" y="30"/>
                      <a:pt x="38" y="31"/>
                      <a:pt x="37" y="33"/>
                    </a:cubicBezTo>
                    <a:cubicBezTo>
                      <a:pt x="35" y="37"/>
                      <a:pt x="34" y="41"/>
                      <a:pt x="32" y="44"/>
                    </a:cubicBezTo>
                    <a:cubicBezTo>
                      <a:pt x="31" y="49"/>
                      <a:pt x="30" y="53"/>
                      <a:pt x="28" y="58"/>
                    </a:cubicBezTo>
                    <a:cubicBezTo>
                      <a:pt x="26" y="69"/>
                      <a:pt x="25" y="80"/>
                      <a:pt x="24" y="91"/>
                    </a:cubicBezTo>
                    <a:lnTo>
                      <a:pt x="24" y="90"/>
                    </a:lnTo>
                    <a:cubicBezTo>
                      <a:pt x="24" y="92"/>
                      <a:pt x="24" y="95"/>
                      <a:pt x="24" y="97"/>
                    </a:cubicBezTo>
                    <a:cubicBezTo>
                      <a:pt x="23" y="103"/>
                      <a:pt x="19" y="108"/>
                      <a:pt x="12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4" name="Google Shape;3484;p40">
                <a:extLst>
                  <a:ext uri="{FF2B5EF4-FFF2-40B4-BE49-F238E27FC236}">
                    <a16:creationId xmlns:a16="http://schemas.microsoft.com/office/drawing/2014/main" id="{B0E0D8B7-4920-F914-6EA2-111520A1E4B8}"/>
                  </a:ext>
                </a:extLst>
              </p:cNvPr>
              <p:cNvSpPr/>
              <p:nvPr/>
            </p:nvSpPr>
            <p:spPr>
              <a:xfrm>
                <a:off x="636120" y="708480"/>
                <a:ext cx="38160" cy="76320"/>
              </a:xfrm>
              <a:custGeom>
                <a:avLst/>
                <a:gdLst/>
                <a:ahLst/>
                <a:cxnLst/>
                <a:rect l="l" t="t" r="r" b="b"/>
                <a:pathLst>
                  <a:path w="106" h="212" extrusionOk="0">
                    <a:moveTo>
                      <a:pt x="16" y="202"/>
                    </a:moveTo>
                    <a:cubicBezTo>
                      <a:pt x="14" y="195"/>
                      <a:pt x="18" y="188"/>
                      <a:pt x="25" y="186"/>
                    </a:cubicBezTo>
                    <a:cubicBezTo>
                      <a:pt x="26" y="186"/>
                      <a:pt x="27" y="186"/>
                      <a:pt x="28" y="186"/>
                    </a:cubicBezTo>
                    <a:cubicBezTo>
                      <a:pt x="29" y="185"/>
                      <a:pt x="30" y="185"/>
                      <a:pt x="31" y="185"/>
                    </a:cubicBezTo>
                    <a:cubicBezTo>
                      <a:pt x="34" y="183"/>
                      <a:pt x="37" y="182"/>
                      <a:pt x="40" y="181"/>
                    </a:cubicBezTo>
                    <a:cubicBezTo>
                      <a:pt x="46" y="178"/>
                      <a:pt x="51" y="175"/>
                      <a:pt x="57" y="172"/>
                    </a:cubicBezTo>
                    <a:cubicBezTo>
                      <a:pt x="60" y="170"/>
                      <a:pt x="61" y="169"/>
                      <a:pt x="63" y="168"/>
                    </a:cubicBezTo>
                    <a:cubicBezTo>
                      <a:pt x="64" y="166"/>
                      <a:pt x="65" y="165"/>
                      <a:pt x="67" y="164"/>
                    </a:cubicBezTo>
                    <a:cubicBezTo>
                      <a:pt x="68" y="163"/>
                      <a:pt x="69" y="161"/>
                      <a:pt x="70" y="160"/>
                    </a:cubicBezTo>
                    <a:cubicBezTo>
                      <a:pt x="72" y="157"/>
                      <a:pt x="74" y="153"/>
                      <a:pt x="76" y="150"/>
                    </a:cubicBezTo>
                    <a:cubicBezTo>
                      <a:pt x="77" y="148"/>
                      <a:pt x="78" y="146"/>
                      <a:pt x="79" y="144"/>
                    </a:cubicBezTo>
                    <a:cubicBezTo>
                      <a:pt x="79" y="142"/>
                      <a:pt x="80" y="140"/>
                      <a:pt x="81" y="139"/>
                    </a:cubicBezTo>
                    <a:cubicBezTo>
                      <a:pt x="81" y="137"/>
                      <a:pt x="81" y="136"/>
                      <a:pt x="81" y="134"/>
                    </a:cubicBezTo>
                    <a:cubicBezTo>
                      <a:pt x="81" y="133"/>
                      <a:pt x="81" y="132"/>
                      <a:pt x="81" y="130"/>
                    </a:cubicBezTo>
                    <a:cubicBezTo>
                      <a:pt x="81" y="130"/>
                      <a:pt x="81" y="131"/>
                      <a:pt x="81" y="132"/>
                    </a:cubicBezTo>
                    <a:cubicBezTo>
                      <a:pt x="81" y="127"/>
                      <a:pt x="80" y="122"/>
                      <a:pt x="79" y="118"/>
                    </a:cubicBezTo>
                    <a:cubicBezTo>
                      <a:pt x="79" y="115"/>
                      <a:pt x="78" y="112"/>
                      <a:pt x="77" y="109"/>
                    </a:cubicBezTo>
                    <a:cubicBezTo>
                      <a:pt x="76" y="108"/>
                      <a:pt x="76" y="106"/>
                      <a:pt x="75" y="105"/>
                    </a:cubicBezTo>
                    <a:cubicBezTo>
                      <a:pt x="75" y="104"/>
                      <a:pt x="74" y="102"/>
                      <a:pt x="73" y="101"/>
                    </a:cubicBezTo>
                    <a:cubicBezTo>
                      <a:pt x="73" y="100"/>
                      <a:pt x="72" y="99"/>
                      <a:pt x="72" y="99"/>
                    </a:cubicBezTo>
                    <a:cubicBezTo>
                      <a:pt x="71" y="98"/>
                      <a:pt x="71" y="98"/>
                      <a:pt x="70" y="97"/>
                    </a:cubicBezTo>
                    <a:cubicBezTo>
                      <a:pt x="70" y="97"/>
                      <a:pt x="69" y="97"/>
                      <a:pt x="69" y="96"/>
                    </a:cubicBezTo>
                    <a:cubicBezTo>
                      <a:pt x="69" y="97"/>
                      <a:pt x="69" y="97"/>
                      <a:pt x="69" y="97"/>
                    </a:cubicBezTo>
                    <a:lnTo>
                      <a:pt x="70" y="97"/>
                    </a:lnTo>
                    <a:lnTo>
                      <a:pt x="69" y="97"/>
                    </a:lnTo>
                    <a:cubicBezTo>
                      <a:pt x="70" y="97"/>
                      <a:pt x="70" y="97"/>
                      <a:pt x="71" y="97"/>
                    </a:cubicBezTo>
                    <a:cubicBezTo>
                      <a:pt x="70" y="97"/>
                      <a:pt x="70" y="97"/>
                      <a:pt x="69" y="97"/>
                    </a:cubicBezTo>
                    <a:cubicBezTo>
                      <a:pt x="69" y="96"/>
                      <a:pt x="68" y="95"/>
                      <a:pt x="68" y="95"/>
                    </a:cubicBezTo>
                    <a:cubicBezTo>
                      <a:pt x="66" y="94"/>
                      <a:pt x="64" y="94"/>
                      <a:pt x="63" y="93"/>
                    </a:cubicBezTo>
                    <a:cubicBezTo>
                      <a:pt x="61" y="93"/>
                      <a:pt x="60" y="92"/>
                      <a:pt x="58" y="92"/>
                    </a:cubicBezTo>
                    <a:cubicBezTo>
                      <a:pt x="56" y="91"/>
                      <a:pt x="54" y="91"/>
                      <a:pt x="52" y="91"/>
                    </a:cubicBezTo>
                    <a:cubicBezTo>
                      <a:pt x="51" y="91"/>
                      <a:pt x="50" y="91"/>
                      <a:pt x="49" y="91"/>
                    </a:cubicBezTo>
                    <a:cubicBezTo>
                      <a:pt x="48" y="91"/>
                      <a:pt x="47" y="91"/>
                      <a:pt x="46" y="91"/>
                    </a:cubicBezTo>
                    <a:cubicBezTo>
                      <a:pt x="45" y="91"/>
                      <a:pt x="44" y="91"/>
                      <a:pt x="44" y="92"/>
                    </a:cubicBezTo>
                    <a:cubicBezTo>
                      <a:pt x="43" y="92"/>
                      <a:pt x="43" y="92"/>
                      <a:pt x="43" y="92"/>
                    </a:cubicBezTo>
                    <a:cubicBezTo>
                      <a:pt x="41" y="94"/>
                      <a:pt x="40" y="95"/>
                      <a:pt x="39" y="97"/>
                    </a:cubicBezTo>
                    <a:cubicBezTo>
                      <a:pt x="36" y="99"/>
                      <a:pt x="34" y="102"/>
                      <a:pt x="30" y="105"/>
                    </a:cubicBezTo>
                    <a:cubicBezTo>
                      <a:pt x="26" y="108"/>
                      <a:pt x="20" y="109"/>
                      <a:pt x="15" y="106"/>
                    </a:cubicBezTo>
                    <a:cubicBezTo>
                      <a:pt x="9" y="103"/>
                      <a:pt x="7" y="96"/>
                      <a:pt x="9" y="90"/>
                    </a:cubicBezTo>
                    <a:cubicBezTo>
                      <a:pt x="11" y="84"/>
                      <a:pt x="15" y="81"/>
                      <a:pt x="19" y="77"/>
                    </a:cubicBezTo>
                    <a:cubicBezTo>
                      <a:pt x="21" y="76"/>
                      <a:pt x="24" y="74"/>
                      <a:pt x="27" y="73"/>
                    </a:cubicBezTo>
                    <a:cubicBezTo>
                      <a:pt x="31" y="69"/>
                      <a:pt x="34" y="64"/>
                      <a:pt x="37" y="59"/>
                    </a:cubicBezTo>
                    <a:lnTo>
                      <a:pt x="37" y="60"/>
                    </a:lnTo>
                    <a:cubicBezTo>
                      <a:pt x="38" y="58"/>
                      <a:pt x="39" y="56"/>
                      <a:pt x="40" y="54"/>
                    </a:cubicBezTo>
                    <a:cubicBezTo>
                      <a:pt x="44" y="48"/>
                      <a:pt x="47" y="42"/>
                      <a:pt x="49" y="35"/>
                    </a:cubicBezTo>
                    <a:cubicBezTo>
                      <a:pt x="50" y="34"/>
                      <a:pt x="50" y="31"/>
                      <a:pt x="51" y="30"/>
                    </a:cubicBezTo>
                    <a:cubicBezTo>
                      <a:pt x="51" y="29"/>
                      <a:pt x="51" y="28"/>
                      <a:pt x="51" y="27"/>
                    </a:cubicBezTo>
                    <a:cubicBezTo>
                      <a:pt x="47" y="30"/>
                      <a:pt x="43" y="34"/>
                      <a:pt x="40" y="38"/>
                    </a:cubicBezTo>
                    <a:cubicBezTo>
                      <a:pt x="36" y="42"/>
                      <a:pt x="32" y="47"/>
                      <a:pt x="29" y="52"/>
                    </a:cubicBezTo>
                    <a:cubicBezTo>
                      <a:pt x="27" y="53"/>
                      <a:pt x="27" y="55"/>
                      <a:pt x="26" y="57"/>
                    </a:cubicBezTo>
                    <a:cubicBezTo>
                      <a:pt x="26" y="56"/>
                      <a:pt x="26" y="56"/>
                      <a:pt x="26" y="55"/>
                    </a:cubicBezTo>
                    <a:cubicBezTo>
                      <a:pt x="26" y="56"/>
                      <a:pt x="26" y="57"/>
                      <a:pt x="25" y="58"/>
                    </a:cubicBezTo>
                    <a:cubicBezTo>
                      <a:pt x="26" y="64"/>
                      <a:pt x="20" y="70"/>
                      <a:pt x="14" y="70"/>
                    </a:cubicBezTo>
                    <a:cubicBezTo>
                      <a:pt x="14" y="70"/>
                      <a:pt x="13" y="70"/>
                      <a:pt x="12" y="70"/>
                    </a:cubicBezTo>
                    <a:cubicBezTo>
                      <a:pt x="8" y="70"/>
                      <a:pt x="4" y="69"/>
                      <a:pt x="2" y="64"/>
                    </a:cubicBezTo>
                    <a:cubicBezTo>
                      <a:pt x="0" y="60"/>
                      <a:pt x="0" y="56"/>
                      <a:pt x="1" y="52"/>
                    </a:cubicBezTo>
                    <a:cubicBezTo>
                      <a:pt x="2" y="47"/>
                      <a:pt x="7" y="42"/>
                      <a:pt x="9" y="37"/>
                    </a:cubicBezTo>
                    <a:cubicBezTo>
                      <a:pt x="12" y="34"/>
                      <a:pt x="16" y="30"/>
                      <a:pt x="19" y="26"/>
                    </a:cubicBezTo>
                    <a:cubicBezTo>
                      <a:pt x="22" y="22"/>
                      <a:pt x="26" y="18"/>
                      <a:pt x="29" y="14"/>
                    </a:cubicBezTo>
                    <a:cubicBezTo>
                      <a:pt x="32" y="12"/>
                      <a:pt x="34" y="9"/>
                      <a:pt x="37" y="6"/>
                    </a:cubicBezTo>
                    <a:cubicBezTo>
                      <a:pt x="40" y="5"/>
                      <a:pt x="42" y="3"/>
                      <a:pt x="44" y="2"/>
                    </a:cubicBezTo>
                    <a:cubicBezTo>
                      <a:pt x="46" y="2"/>
                      <a:pt x="47" y="1"/>
                      <a:pt x="48" y="1"/>
                    </a:cubicBezTo>
                    <a:cubicBezTo>
                      <a:pt x="50" y="0"/>
                      <a:pt x="51" y="0"/>
                      <a:pt x="53" y="0"/>
                    </a:cubicBezTo>
                    <a:cubicBezTo>
                      <a:pt x="58" y="0"/>
                      <a:pt x="64" y="3"/>
                      <a:pt x="68" y="7"/>
                    </a:cubicBezTo>
                    <a:cubicBezTo>
                      <a:pt x="69" y="9"/>
                      <a:pt x="71" y="11"/>
                      <a:pt x="72" y="14"/>
                    </a:cubicBezTo>
                    <a:cubicBezTo>
                      <a:pt x="74" y="17"/>
                      <a:pt x="74" y="19"/>
                      <a:pt x="75" y="23"/>
                    </a:cubicBezTo>
                    <a:cubicBezTo>
                      <a:pt x="76" y="28"/>
                      <a:pt x="74" y="35"/>
                      <a:pt x="72" y="41"/>
                    </a:cubicBezTo>
                    <a:cubicBezTo>
                      <a:pt x="70" y="46"/>
                      <a:pt x="68" y="52"/>
                      <a:pt x="65" y="57"/>
                    </a:cubicBezTo>
                    <a:cubicBezTo>
                      <a:pt x="63" y="60"/>
                      <a:pt x="61" y="65"/>
                      <a:pt x="60" y="68"/>
                    </a:cubicBezTo>
                    <a:cubicBezTo>
                      <a:pt x="65" y="69"/>
                      <a:pt x="71" y="71"/>
                      <a:pt x="76" y="73"/>
                    </a:cubicBezTo>
                    <a:cubicBezTo>
                      <a:pt x="81" y="76"/>
                      <a:pt x="86" y="80"/>
                      <a:pt x="90" y="84"/>
                    </a:cubicBezTo>
                    <a:cubicBezTo>
                      <a:pt x="94" y="90"/>
                      <a:pt x="97" y="95"/>
                      <a:pt x="99" y="101"/>
                    </a:cubicBezTo>
                    <a:cubicBezTo>
                      <a:pt x="101" y="107"/>
                      <a:pt x="102" y="113"/>
                      <a:pt x="103" y="120"/>
                    </a:cubicBezTo>
                    <a:cubicBezTo>
                      <a:pt x="104" y="127"/>
                      <a:pt x="105" y="135"/>
                      <a:pt x="104" y="143"/>
                    </a:cubicBezTo>
                    <a:cubicBezTo>
                      <a:pt x="101" y="155"/>
                      <a:pt x="94" y="166"/>
                      <a:pt x="87" y="177"/>
                    </a:cubicBezTo>
                    <a:cubicBezTo>
                      <a:pt x="81" y="186"/>
                      <a:pt x="72" y="191"/>
                      <a:pt x="63" y="196"/>
                    </a:cubicBezTo>
                    <a:cubicBezTo>
                      <a:pt x="53" y="203"/>
                      <a:pt x="42" y="208"/>
                      <a:pt x="31" y="211"/>
                    </a:cubicBezTo>
                    <a:cubicBezTo>
                      <a:pt x="30" y="211"/>
                      <a:pt x="29" y="211"/>
                      <a:pt x="28" y="211"/>
                    </a:cubicBezTo>
                    <a:cubicBezTo>
                      <a:pt x="22" y="211"/>
                      <a:pt x="17" y="207"/>
                      <a:pt x="16" y="20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5" name="Google Shape;3485;p40">
                <a:extLst>
                  <a:ext uri="{FF2B5EF4-FFF2-40B4-BE49-F238E27FC236}">
                    <a16:creationId xmlns:a16="http://schemas.microsoft.com/office/drawing/2014/main" id="{8115B1F3-9FC1-56FF-A5EB-13FB3E568347}"/>
                  </a:ext>
                </a:extLst>
              </p:cNvPr>
              <p:cNvSpPr/>
              <p:nvPr/>
            </p:nvSpPr>
            <p:spPr>
              <a:xfrm>
                <a:off x="694440" y="717480"/>
                <a:ext cx="54720" cy="12348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343" extrusionOk="0">
                    <a:moveTo>
                      <a:pt x="52" y="319"/>
                    </a:moveTo>
                    <a:cubicBezTo>
                      <a:pt x="53" y="319"/>
                      <a:pt x="53" y="319"/>
                      <a:pt x="54" y="319"/>
                    </a:cubicBezTo>
                    <a:cubicBezTo>
                      <a:pt x="54" y="318"/>
                      <a:pt x="55" y="318"/>
                      <a:pt x="55" y="318"/>
                    </a:cubicBezTo>
                    <a:cubicBezTo>
                      <a:pt x="55" y="317"/>
                      <a:pt x="56" y="317"/>
                      <a:pt x="57" y="317"/>
                    </a:cubicBezTo>
                    <a:cubicBezTo>
                      <a:pt x="57" y="317"/>
                      <a:pt x="58" y="317"/>
                      <a:pt x="58" y="316"/>
                    </a:cubicBezTo>
                    <a:cubicBezTo>
                      <a:pt x="59" y="316"/>
                      <a:pt x="60" y="316"/>
                      <a:pt x="60" y="315"/>
                    </a:cubicBezTo>
                    <a:cubicBezTo>
                      <a:pt x="61" y="314"/>
                      <a:pt x="61" y="314"/>
                      <a:pt x="62" y="313"/>
                    </a:cubicBezTo>
                    <a:cubicBezTo>
                      <a:pt x="62" y="313"/>
                      <a:pt x="63" y="312"/>
                      <a:pt x="64" y="312"/>
                    </a:cubicBezTo>
                    <a:cubicBezTo>
                      <a:pt x="64" y="310"/>
                      <a:pt x="65" y="309"/>
                      <a:pt x="66" y="308"/>
                    </a:cubicBezTo>
                    <a:cubicBezTo>
                      <a:pt x="67" y="306"/>
                      <a:pt x="68" y="303"/>
                      <a:pt x="68" y="302"/>
                    </a:cubicBezTo>
                    <a:cubicBezTo>
                      <a:pt x="72" y="292"/>
                      <a:pt x="74" y="282"/>
                      <a:pt x="77" y="272"/>
                    </a:cubicBezTo>
                    <a:cubicBezTo>
                      <a:pt x="79" y="260"/>
                      <a:pt x="81" y="249"/>
                      <a:pt x="82" y="237"/>
                    </a:cubicBezTo>
                    <a:cubicBezTo>
                      <a:pt x="84" y="223"/>
                      <a:pt x="86" y="209"/>
                      <a:pt x="87" y="195"/>
                    </a:cubicBezTo>
                    <a:cubicBezTo>
                      <a:pt x="88" y="183"/>
                      <a:pt x="89" y="170"/>
                      <a:pt x="90" y="158"/>
                    </a:cubicBezTo>
                    <a:cubicBezTo>
                      <a:pt x="83" y="165"/>
                      <a:pt x="77" y="172"/>
                      <a:pt x="71" y="181"/>
                    </a:cubicBezTo>
                    <a:cubicBezTo>
                      <a:pt x="67" y="184"/>
                      <a:pt x="64" y="188"/>
                      <a:pt x="61" y="192"/>
                    </a:cubicBezTo>
                    <a:cubicBezTo>
                      <a:pt x="57" y="198"/>
                      <a:pt x="53" y="203"/>
                      <a:pt x="49" y="209"/>
                    </a:cubicBezTo>
                    <a:cubicBezTo>
                      <a:pt x="49" y="208"/>
                      <a:pt x="50" y="208"/>
                      <a:pt x="50" y="207"/>
                    </a:cubicBezTo>
                    <a:cubicBezTo>
                      <a:pt x="46" y="213"/>
                      <a:pt x="43" y="218"/>
                      <a:pt x="40" y="224"/>
                    </a:cubicBezTo>
                    <a:cubicBezTo>
                      <a:pt x="36" y="231"/>
                      <a:pt x="33" y="238"/>
                      <a:pt x="31" y="245"/>
                    </a:cubicBezTo>
                    <a:cubicBezTo>
                      <a:pt x="29" y="251"/>
                      <a:pt x="27" y="257"/>
                      <a:pt x="26" y="264"/>
                    </a:cubicBezTo>
                    <a:cubicBezTo>
                      <a:pt x="25" y="267"/>
                      <a:pt x="24" y="271"/>
                      <a:pt x="24" y="274"/>
                    </a:cubicBezTo>
                    <a:cubicBezTo>
                      <a:pt x="24" y="277"/>
                      <a:pt x="24" y="279"/>
                      <a:pt x="24" y="281"/>
                    </a:cubicBezTo>
                    <a:cubicBezTo>
                      <a:pt x="24" y="284"/>
                      <a:pt x="25" y="287"/>
                      <a:pt x="25" y="289"/>
                    </a:cubicBezTo>
                    <a:cubicBezTo>
                      <a:pt x="25" y="292"/>
                      <a:pt x="26" y="294"/>
                      <a:pt x="26" y="295"/>
                    </a:cubicBezTo>
                    <a:cubicBezTo>
                      <a:pt x="27" y="298"/>
                      <a:pt x="27" y="299"/>
                      <a:pt x="29" y="301"/>
                    </a:cubicBezTo>
                    <a:cubicBezTo>
                      <a:pt x="29" y="302"/>
                      <a:pt x="30" y="303"/>
                      <a:pt x="30" y="305"/>
                    </a:cubicBezTo>
                    <a:cubicBezTo>
                      <a:pt x="32" y="306"/>
                      <a:pt x="32" y="308"/>
                      <a:pt x="33" y="309"/>
                    </a:cubicBezTo>
                    <a:cubicBezTo>
                      <a:pt x="34" y="310"/>
                      <a:pt x="35" y="310"/>
                      <a:pt x="36" y="312"/>
                    </a:cubicBezTo>
                    <a:cubicBezTo>
                      <a:pt x="37" y="312"/>
                      <a:pt x="38" y="313"/>
                      <a:pt x="39" y="314"/>
                    </a:cubicBezTo>
                    <a:cubicBezTo>
                      <a:pt x="40" y="314"/>
                      <a:pt x="41" y="315"/>
                      <a:pt x="41" y="316"/>
                    </a:cubicBezTo>
                    <a:cubicBezTo>
                      <a:pt x="43" y="316"/>
                      <a:pt x="44" y="317"/>
                      <a:pt x="45" y="317"/>
                    </a:cubicBezTo>
                    <a:cubicBezTo>
                      <a:pt x="46" y="317"/>
                      <a:pt x="47" y="318"/>
                      <a:pt x="48" y="318"/>
                    </a:cubicBezTo>
                    <a:cubicBezTo>
                      <a:pt x="49" y="318"/>
                      <a:pt x="50" y="319"/>
                      <a:pt x="50" y="319"/>
                    </a:cubicBezTo>
                    <a:cubicBezTo>
                      <a:pt x="51" y="319"/>
                      <a:pt x="51" y="319"/>
                      <a:pt x="52" y="319"/>
                    </a:cubicBezTo>
                    <a:moveTo>
                      <a:pt x="34" y="338"/>
                    </a:moveTo>
                    <a:cubicBezTo>
                      <a:pt x="27" y="335"/>
                      <a:pt x="20" y="330"/>
                      <a:pt x="16" y="324"/>
                    </a:cubicBezTo>
                    <a:cubicBezTo>
                      <a:pt x="5" y="312"/>
                      <a:pt x="1" y="297"/>
                      <a:pt x="1" y="281"/>
                    </a:cubicBezTo>
                    <a:cubicBezTo>
                      <a:pt x="0" y="274"/>
                      <a:pt x="1" y="266"/>
                      <a:pt x="3" y="258"/>
                    </a:cubicBezTo>
                    <a:cubicBezTo>
                      <a:pt x="5" y="249"/>
                      <a:pt x="8" y="240"/>
                      <a:pt x="11" y="232"/>
                    </a:cubicBezTo>
                    <a:cubicBezTo>
                      <a:pt x="17" y="218"/>
                      <a:pt x="24" y="206"/>
                      <a:pt x="33" y="194"/>
                    </a:cubicBezTo>
                    <a:cubicBezTo>
                      <a:pt x="36" y="189"/>
                      <a:pt x="40" y="183"/>
                      <a:pt x="44" y="178"/>
                    </a:cubicBezTo>
                    <a:cubicBezTo>
                      <a:pt x="45" y="176"/>
                      <a:pt x="46" y="175"/>
                      <a:pt x="47" y="174"/>
                    </a:cubicBezTo>
                    <a:cubicBezTo>
                      <a:pt x="50" y="171"/>
                      <a:pt x="53" y="168"/>
                      <a:pt x="55" y="165"/>
                    </a:cubicBezTo>
                    <a:cubicBezTo>
                      <a:pt x="59" y="160"/>
                      <a:pt x="63" y="155"/>
                      <a:pt x="67" y="151"/>
                    </a:cubicBezTo>
                    <a:cubicBezTo>
                      <a:pt x="67" y="152"/>
                      <a:pt x="65" y="153"/>
                      <a:pt x="64" y="153"/>
                    </a:cubicBezTo>
                    <a:cubicBezTo>
                      <a:pt x="58" y="157"/>
                      <a:pt x="53" y="160"/>
                      <a:pt x="45" y="161"/>
                    </a:cubicBezTo>
                    <a:cubicBezTo>
                      <a:pt x="37" y="161"/>
                      <a:pt x="31" y="158"/>
                      <a:pt x="26" y="153"/>
                    </a:cubicBezTo>
                    <a:cubicBezTo>
                      <a:pt x="23" y="150"/>
                      <a:pt x="22" y="147"/>
                      <a:pt x="20" y="144"/>
                    </a:cubicBezTo>
                    <a:cubicBezTo>
                      <a:pt x="19" y="140"/>
                      <a:pt x="19" y="137"/>
                      <a:pt x="19" y="133"/>
                    </a:cubicBezTo>
                    <a:cubicBezTo>
                      <a:pt x="18" y="128"/>
                      <a:pt x="18" y="122"/>
                      <a:pt x="19" y="116"/>
                    </a:cubicBezTo>
                    <a:cubicBezTo>
                      <a:pt x="19" y="109"/>
                      <a:pt x="20" y="101"/>
                      <a:pt x="20" y="94"/>
                    </a:cubicBezTo>
                    <a:cubicBezTo>
                      <a:pt x="21" y="88"/>
                      <a:pt x="22" y="82"/>
                      <a:pt x="23" y="76"/>
                    </a:cubicBezTo>
                    <a:cubicBezTo>
                      <a:pt x="23" y="72"/>
                      <a:pt x="24" y="69"/>
                      <a:pt x="25" y="65"/>
                    </a:cubicBezTo>
                    <a:cubicBezTo>
                      <a:pt x="26" y="59"/>
                      <a:pt x="27" y="53"/>
                      <a:pt x="28" y="47"/>
                    </a:cubicBezTo>
                    <a:cubicBezTo>
                      <a:pt x="31" y="36"/>
                      <a:pt x="34" y="25"/>
                      <a:pt x="40" y="15"/>
                    </a:cubicBezTo>
                    <a:cubicBezTo>
                      <a:pt x="42" y="10"/>
                      <a:pt x="45" y="7"/>
                      <a:pt x="48" y="3"/>
                    </a:cubicBezTo>
                    <a:cubicBezTo>
                      <a:pt x="52" y="1"/>
                      <a:pt x="56" y="0"/>
                      <a:pt x="60" y="0"/>
                    </a:cubicBezTo>
                    <a:cubicBezTo>
                      <a:pt x="67" y="0"/>
                      <a:pt x="73" y="6"/>
                      <a:pt x="73" y="13"/>
                    </a:cubicBezTo>
                    <a:cubicBezTo>
                      <a:pt x="73" y="20"/>
                      <a:pt x="68" y="24"/>
                      <a:pt x="62" y="26"/>
                    </a:cubicBezTo>
                    <a:cubicBezTo>
                      <a:pt x="61" y="26"/>
                      <a:pt x="61" y="27"/>
                      <a:pt x="60" y="28"/>
                    </a:cubicBezTo>
                    <a:cubicBezTo>
                      <a:pt x="58" y="33"/>
                      <a:pt x="56" y="37"/>
                      <a:pt x="54" y="41"/>
                    </a:cubicBezTo>
                    <a:cubicBezTo>
                      <a:pt x="55" y="41"/>
                      <a:pt x="55" y="40"/>
                      <a:pt x="55" y="40"/>
                    </a:cubicBezTo>
                    <a:cubicBezTo>
                      <a:pt x="53" y="46"/>
                      <a:pt x="51" y="52"/>
                      <a:pt x="50" y="59"/>
                    </a:cubicBezTo>
                    <a:cubicBezTo>
                      <a:pt x="48" y="66"/>
                      <a:pt x="46" y="74"/>
                      <a:pt x="45" y="83"/>
                    </a:cubicBezTo>
                    <a:cubicBezTo>
                      <a:pt x="44" y="87"/>
                      <a:pt x="44" y="91"/>
                      <a:pt x="43" y="95"/>
                    </a:cubicBezTo>
                    <a:cubicBezTo>
                      <a:pt x="43" y="100"/>
                      <a:pt x="43" y="104"/>
                      <a:pt x="42" y="109"/>
                    </a:cubicBezTo>
                    <a:cubicBezTo>
                      <a:pt x="42" y="108"/>
                      <a:pt x="42" y="108"/>
                      <a:pt x="42" y="108"/>
                    </a:cubicBezTo>
                    <a:cubicBezTo>
                      <a:pt x="42" y="114"/>
                      <a:pt x="41" y="121"/>
                      <a:pt x="41" y="128"/>
                    </a:cubicBezTo>
                    <a:cubicBezTo>
                      <a:pt x="41" y="129"/>
                      <a:pt x="42" y="132"/>
                      <a:pt x="42" y="133"/>
                    </a:cubicBezTo>
                    <a:cubicBezTo>
                      <a:pt x="43" y="135"/>
                      <a:pt x="43" y="135"/>
                      <a:pt x="43" y="136"/>
                    </a:cubicBezTo>
                    <a:lnTo>
                      <a:pt x="43" y="135"/>
                    </a:lnTo>
                    <a:cubicBezTo>
                      <a:pt x="43" y="136"/>
                      <a:pt x="43" y="136"/>
                      <a:pt x="43" y="136"/>
                    </a:cubicBezTo>
                    <a:cubicBezTo>
                      <a:pt x="43" y="137"/>
                      <a:pt x="43" y="137"/>
                      <a:pt x="43" y="137"/>
                    </a:cubicBezTo>
                    <a:lnTo>
                      <a:pt x="44" y="137"/>
                    </a:lnTo>
                    <a:cubicBezTo>
                      <a:pt x="45" y="137"/>
                      <a:pt x="46" y="136"/>
                      <a:pt x="46" y="136"/>
                    </a:cubicBezTo>
                    <a:lnTo>
                      <a:pt x="46" y="137"/>
                    </a:lnTo>
                    <a:cubicBezTo>
                      <a:pt x="45" y="137"/>
                      <a:pt x="45" y="137"/>
                      <a:pt x="45" y="137"/>
                    </a:cubicBezTo>
                    <a:lnTo>
                      <a:pt x="46" y="137"/>
                    </a:lnTo>
                    <a:cubicBezTo>
                      <a:pt x="45" y="137"/>
                      <a:pt x="45" y="137"/>
                      <a:pt x="45" y="137"/>
                    </a:cubicBezTo>
                    <a:lnTo>
                      <a:pt x="46" y="137"/>
                    </a:lnTo>
                    <a:lnTo>
                      <a:pt x="46" y="136"/>
                    </a:lnTo>
                    <a:lnTo>
                      <a:pt x="46" y="137"/>
                    </a:lnTo>
                    <a:cubicBezTo>
                      <a:pt x="46" y="136"/>
                      <a:pt x="47" y="136"/>
                      <a:pt x="47" y="136"/>
                    </a:cubicBezTo>
                    <a:cubicBezTo>
                      <a:pt x="48" y="135"/>
                      <a:pt x="50" y="135"/>
                      <a:pt x="51" y="134"/>
                    </a:cubicBezTo>
                    <a:cubicBezTo>
                      <a:pt x="53" y="132"/>
                      <a:pt x="55" y="130"/>
                      <a:pt x="58" y="129"/>
                    </a:cubicBezTo>
                    <a:cubicBezTo>
                      <a:pt x="61" y="126"/>
                      <a:pt x="65" y="122"/>
                      <a:pt x="68" y="119"/>
                    </a:cubicBezTo>
                    <a:cubicBezTo>
                      <a:pt x="74" y="112"/>
                      <a:pt x="80" y="104"/>
                      <a:pt x="86" y="97"/>
                    </a:cubicBezTo>
                    <a:cubicBezTo>
                      <a:pt x="89" y="92"/>
                      <a:pt x="92" y="87"/>
                      <a:pt x="95" y="82"/>
                    </a:cubicBezTo>
                    <a:cubicBezTo>
                      <a:pt x="99" y="76"/>
                      <a:pt x="102" y="70"/>
                      <a:pt x="105" y="65"/>
                    </a:cubicBezTo>
                    <a:cubicBezTo>
                      <a:pt x="106" y="64"/>
                      <a:pt x="106" y="63"/>
                      <a:pt x="107" y="62"/>
                    </a:cubicBezTo>
                    <a:cubicBezTo>
                      <a:pt x="108" y="58"/>
                      <a:pt x="110" y="53"/>
                      <a:pt x="113" y="48"/>
                    </a:cubicBezTo>
                    <a:cubicBezTo>
                      <a:pt x="115" y="43"/>
                      <a:pt x="122" y="41"/>
                      <a:pt x="127" y="44"/>
                    </a:cubicBezTo>
                    <a:cubicBezTo>
                      <a:pt x="133" y="46"/>
                      <a:pt x="136" y="52"/>
                      <a:pt x="134" y="58"/>
                    </a:cubicBezTo>
                    <a:cubicBezTo>
                      <a:pt x="133" y="62"/>
                      <a:pt x="131" y="66"/>
                      <a:pt x="128" y="70"/>
                    </a:cubicBezTo>
                    <a:lnTo>
                      <a:pt x="128" y="71"/>
                    </a:lnTo>
                    <a:cubicBezTo>
                      <a:pt x="126" y="77"/>
                      <a:pt x="124" y="83"/>
                      <a:pt x="122" y="90"/>
                    </a:cubicBezTo>
                    <a:cubicBezTo>
                      <a:pt x="125" y="86"/>
                      <a:pt x="128" y="83"/>
                      <a:pt x="131" y="80"/>
                    </a:cubicBezTo>
                    <a:cubicBezTo>
                      <a:pt x="135" y="76"/>
                      <a:pt x="141" y="74"/>
                      <a:pt x="146" y="79"/>
                    </a:cubicBezTo>
                    <a:cubicBezTo>
                      <a:pt x="150" y="81"/>
                      <a:pt x="151" y="88"/>
                      <a:pt x="148" y="93"/>
                    </a:cubicBezTo>
                    <a:cubicBezTo>
                      <a:pt x="136" y="105"/>
                      <a:pt x="126" y="117"/>
                      <a:pt x="115" y="129"/>
                    </a:cubicBezTo>
                    <a:cubicBezTo>
                      <a:pt x="115" y="132"/>
                      <a:pt x="114" y="136"/>
                      <a:pt x="114" y="139"/>
                    </a:cubicBezTo>
                    <a:cubicBezTo>
                      <a:pt x="113" y="151"/>
                      <a:pt x="111" y="164"/>
                      <a:pt x="110" y="176"/>
                    </a:cubicBezTo>
                    <a:cubicBezTo>
                      <a:pt x="108" y="202"/>
                      <a:pt x="106" y="228"/>
                      <a:pt x="102" y="253"/>
                    </a:cubicBezTo>
                    <a:cubicBezTo>
                      <a:pt x="101" y="260"/>
                      <a:pt x="100" y="266"/>
                      <a:pt x="99" y="273"/>
                    </a:cubicBezTo>
                    <a:cubicBezTo>
                      <a:pt x="98" y="278"/>
                      <a:pt x="96" y="284"/>
                      <a:pt x="95" y="290"/>
                    </a:cubicBezTo>
                    <a:cubicBezTo>
                      <a:pt x="94" y="293"/>
                      <a:pt x="93" y="296"/>
                      <a:pt x="93" y="299"/>
                    </a:cubicBezTo>
                    <a:cubicBezTo>
                      <a:pt x="91" y="306"/>
                      <a:pt x="89" y="312"/>
                      <a:pt x="87" y="317"/>
                    </a:cubicBezTo>
                    <a:cubicBezTo>
                      <a:pt x="81" y="331"/>
                      <a:pt x="69" y="341"/>
                      <a:pt x="55" y="342"/>
                    </a:cubicBezTo>
                    <a:cubicBezTo>
                      <a:pt x="54" y="342"/>
                      <a:pt x="53" y="342"/>
                      <a:pt x="51" y="342"/>
                    </a:cubicBezTo>
                    <a:cubicBezTo>
                      <a:pt x="46" y="342"/>
                      <a:pt x="40" y="341"/>
                      <a:pt x="34" y="3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6" name="Google Shape;3486;p40">
                <a:extLst>
                  <a:ext uri="{FF2B5EF4-FFF2-40B4-BE49-F238E27FC236}">
                    <a16:creationId xmlns:a16="http://schemas.microsoft.com/office/drawing/2014/main" id="{7E1F0FEA-2E61-3DCC-FFA9-DDF230D66108}"/>
                  </a:ext>
                </a:extLst>
              </p:cNvPr>
              <p:cNvSpPr/>
              <p:nvPr/>
            </p:nvSpPr>
            <p:spPr>
              <a:xfrm>
                <a:off x="749880" y="669960"/>
                <a:ext cx="2628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73" h="350" extrusionOk="0">
                    <a:moveTo>
                      <a:pt x="23" y="347"/>
                    </a:moveTo>
                    <a:cubicBezTo>
                      <a:pt x="17" y="343"/>
                      <a:pt x="16" y="335"/>
                      <a:pt x="20" y="329"/>
                    </a:cubicBezTo>
                    <a:cubicBezTo>
                      <a:pt x="21" y="328"/>
                      <a:pt x="23" y="327"/>
                      <a:pt x="24" y="325"/>
                    </a:cubicBezTo>
                    <a:cubicBezTo>
                      <a:pt x="27" y="320"/>
                      <a:pt x="31" y="314"/>
                      <a:pt x="34" y="308"/>
                    </a:cubicBezTo>
                    <a:lnTo>
                      <a:pt x="34" y="309"/>
                    </a:lnTo>
                    <a:lnTo>
                      <a:pt x="34" y="308"/>
                    </a:lnTo>
                    <a:cubicBezTo>
                      <a:pt x="35" y="305"/>
                      <a:pt x="37" y="301"/>
                      <a:pt x="38" y="298"/>
                    </a:cubicBezTo>
                    <a:cubicBezTo>
                      <a:pt x="41" y="289"/>
                      <a:pt x="44" y="279"/>
                      <a:pt x="45" y="270"/>
                    </a:cubicBezTo>
                    <a:cubicBezTo>
                      <a:pt x="47" y="263"/>
                      <a:pt x="48" y="255"/>
                      <a:pt x="49" y="248"/>
                    </a:cubicBezTo>
                    <a:cubicBezTo>
                      <a:pt x="50" y="230"/>
                      <a:pt x="50" y="213"/>
                      <a:pt x="49" y="195"/>
                    </a:cubicBezTo>
                    <a:cubicBezTo>
                      <a:pt x="49" y="183"/>
                      <a:pt x="47" y="170"/>
                      <a:pt x="45" y="158"/>
                    </a:cubicBezTo>
                    <a:cubicBezTo>
                      <a:pt x="43" y="149"/>
                      <a:pt x="41" y="139"/>
                      <a:pt x="39" y="130"/>
                    </a:cubicBezTo>
                    <a:cubicBezTo>
                      <a:pt x="38" y="125"/>
                      <a:pt x="37" y="120"/>
                      <a:pt x="35" y="116"/>
                    </a:cubicBezTo>
                    <a:cubicBezTo>
                      <a:pt x="34" y="111"/>
                      <a:pt x="33" y="106"/>
                      <a:pt x="31" y="101"/>
                    </a:cubicBezTo>
                    <a:cubicBezTo>
                      <a:pt x="27" y="90"/>
                      <a:pt x="24" y="78"/>
                      <a:pt x="19" y="67"/>
                    </a:cubicBezTo>
                    <a:cubicBezTo>
                      <a:pt x="17" y="61"/>
                      <a:pt x="15" y="56"/>
                      <a:pt x="13" y="50"/>
                    </a:cubicBezTo>
                    <a:cubicBezTo>
                      <a:pt x="9" y="41"/>
                      <a:pt x="5" y="32"/>
                      <a:pt x="2" y="22"/>
                    </a:cubicBezTo>
                    <a:cubicBezTo>
                      <a:pt x="2" y="23"/>
                      <a:pt x="2" y="23"/>
                      <a:pt x="2" y="24"/>
                    </a:cubicBezTo>
                    <a:cubicBezTo>
                      <a:pt x="1" y="19"/>
                      <a:pt x="0" y="15"/>
                      <a:pt x="1" y="10"/>
                    </a:cubicBezTo>
                    <a:cubicBezTo>
                      <a:pt x="2" y="5"/>
                      <a:pt x="6" y="3"/>
                      <a:pt x="10" y="1"/>
                    </a:cubicBezTo>
                    <a:cubicBezTo>
                      <a:pt x="15" y="0"/>
                      <a:pt x="19" y="1"/>
                      <a:pt x="23" y="4"/>
                    </a:cubicBezTo>
                    <a:cubicBezTo>
                      <a:pt x="25" y="5"/>
                      <a:pt x="27" y="8"/>
                      <a:pt x="28" y="10"/>
                    </a:cubicBezTo>
                    <a:cubicBezTo>
                      <a:pt x="30" y="11"/>
                      <a:pt x="31" y="12"/>
                      <a:pt x="32" y="14"/>
                    </a:cubicBezTo>
                    <a:cubicBezTo>
                      <a:pt x="37" y="19"/>
                      <a:pt x="37" y="27"/>
                      <a:pt x="31" y="32"/>
                    </a:cubicBezTo>
                    <a:cubicBezTo>
                      <a:pt x="35" y="42"/>
                      <a:pt x="38" y="53"/>
                      <a:pt x="42" y="63"/>
                    </a:cubicBezTo>
                    <a:cubicBezTo>
                      <a:pt x="44" y="68"/>
                      <a:pt x="45" y="73"/>
                      <a:pt x="47" y="78"/>
                    </a:cubicBezTo>
                    <a:cubicBezTo>
                      <a:pt x="49" y="84"/>
                      <a:pt x="51" y="90"/>
                      <a:pt x="53" y="96"/>
                    </a:cubicBezTo>
                    <a:cubicBezTo>
                      <a:pt x="56" y="108"/>
                      <a:pt x="59" y="120"/>
                      <a:pt x="62" y="132"/>
                    </a:cubicBezTo>
                    <a:cubicBezTo>
                      <a:pt x="63" y="139"/>
                      <a:pt x="65" y="146"/>
                      <a:pt x="66" y="153"/>
                    </a:cubicBezTo>
                    <a:cubicBezTo>
                      <a:pt x="68" y="162"/>
                      <a:pt x="69" y="170"/>
                      <a:pt x="69" y="178"/>
                    </a:cubicBezTo>
                    <a:cubicBezTo>
                      <a:pt x="70" y="187"/>
                      <a:pt x="71" y="197"/>
                      <a:pt x="71" y="205"/>
                    </a:cubicBezTo>
                    <a:cubicBezTo>
                      <a:pt x="72" y="216"/>
                      <a:pt x="71" y="226"/>
                      <a:pt x="71" y="236"/>
                    </a:cubicBezTo>
                    <a:cubicBezTo>
                      <a:pt x="70" y="250"/>
                      <a:pt x="69" y="264"/>
                      <a:pt x="66" y="278"/>
                    </a:cubicBezTo>
                    <a:cubicBezTo>
                      <a:pt x="63" y="291"/>
                      <a:pt x="61" y="304"/>
                      <a:pt x="55" y="316"/>
                    </a:cubicBezTo>
                    <a:cubicBezTo>
                      <a:pt x="51" y="325"/>
                      <a:pt x="45" y="335"/>
                      <a:pt x="40" y="343"/>
                    </a:cubicBezTo>
                    <a:cubicBezTo>
                      <a:pt x="37" y="347"/>
                      <a:pt x="34" y="349"/>
                      <a:pt x="30" y="349"/>
                    </a:cubicBezTo>
                    <a:cubicBezTo>
                      <a:pt x="27" y="349"/>
                      <a:pt x="26" y="348"/>
                      <a:pt x="23" y="34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7" name="Google Shape;3487;p40">
                <a:extLst>
                  <a:ext uri="{FF2B5EF4-FFF2-40B4-BE49-F238E27FC236}">
                    <a16:creationId xmlns:a16="http://schemas.microsoft.com/office/drawing/2014/main" id="{03912D00-B8DA-32D8-0357-61F7CA1559C7}"/>
                  </a:ext>
                </a:extLst>
              </p:cNvPr>
              <p:cNvSpPr/>
              <p:nvPr/>
            </p:nvSpPr>
            <p:spPr>
              <a:xfrm>
                <a:off x="783720" y="761760"/>
                <a:ext cx="18000" cy="4824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4" extrusionOk="0">
                    <a:moveTo>
                      <a:pt x="10" y="133"/>
                    </a:moveTo>
                    <a:cubicBezTo>
                      <a:pt x="4" y="131"/>
                      <a:pt x="0" y="125"/>
                      <a:pt x="2" y="119"/>
                    </a:cubicBezTo>
                    <a:cubicBezTo>
                      <a:pt x="5" y="102"/>
                      <a:pt x="10" y="86"/>
                      <a:pt x="13" y="70"/>
                    </a:cubicBezTo>
                    <a:cubicBezTo>
                      <a:pt x="15" y="60"/>
                      <a:pt x="17" y="51"/>
                      <a:pt x="18" y="42"/>
                    </a:cubicBezTo>
                    <a:cubicBezTo>
                      <a:pt x="19" y="36"/>
                      <a:pt x="21" y="31"/>
                      <a:pt x="21" y="25"/>
                    </a:cubicBezTo>
                    <a:cubicBezTo>
                      <a:pt x="22" y="23"/>
                      <a:pt x="22" y="20"/>
                      <a:pt x="22" y="17"/>
                    </a:cubicBezTo>
                    <a:cubicBezTo>
                      <a:pt x="22" y="15"/>
                      <a:pt x="22" y="13"/>
                      <a:pt x="23" y="10"/>
                    </a:cubicBezTo>
                    <a:cubicBezTo>
                      <a:pt x="25" y="4"/>
                      <a:pt x="32" y="0"/>
                      <a:pt x="39" y="2"/>
                    </a:cubicBezTo>
                    <a:cubicBezTo>
                      <a:pt x="46" y="4"/>
                      <a:pt x="49" y="11"/>
                      <a:pt x="47" y="17"/>
                    </a:cubicBezTo>
                    <a:lnTo>
                      <a:pt x="47" y="18"/>
                    </a:lnTo>
                    <a:cubicBezTo>
                      <a:pt x="46" y="26"/>
                      <a:pt x="45" y="34"/>
                      <a:pt x="43" y="42"/>
                    </a:cubicBezTo>
                    <a:cubicBezTo>
                      <a:pt x="42" y="51"/>
                      <a:pt x="39" y="59"/>
                      <a:pt x="38" y="68"/>
                    </a:cubicBezTo>
                    <a:cubicBezTo>
                      <a:pt x="33" y="87"/>
                      <a:pt x="29" y="106"/>
                      <a:pt x="24" y="125"/>
                    </a:cubicBezTo>
                    <a:cubicBezTo>
                      <a:pt x="23" y="130"/>
                      <a:pt x="18" y="133"/>
                      <a:pt x="13" y="133"/>
                    </a:cubicBezTo>
                    <a:cubicBezTo>
                      <a:pt x="12" y="133"/>
                      <a:pt x="11" y="133"/>
                      <a:pt x="10" y="1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8" name="Google Shape;3488;p40">
                <a:extLst>
                  <a:ext uri="{FF2B5EF4-FFF2-40B4-BE49-F238E27FC236}">
                    <a16:creationId xmlns:a16="http://schemas.microsoft.com/office/drawing/2014/main" id="{A3ED8A15-FA2C-7673-81CD-7B69C49B5504}"/>
                  </a:ext>
                </a:extLst>
              </p:cNvPr>
              <p:cNvSpPr/>
              <p:nvPr/>
            </p:nvSpPr>
            <p:spPr>
              <a:xfrm>
                <a:off x="840960" y="730080"/>
                <a:ext cx="33120" cy="39240"/>
              </a:xfrm>
              <a:custGeom>
                <a:avLst/>
                <a:gdLst/>
                <a:ahLst/>
                <a:cxnLst/>
                <a:rect l="l" t="t" r="r" b="b"/>
                <a:pathLst>
                  <a:path w="92" h="109" extrusionOk="0">
                    <a:moveTo>
                      <a:pt x="67" y="102"/>
                    </a:moveTo>
                    <a:cubicBezTo>
                      <a:pt x="62" y="91"/>
                      <a:pt x="55" y="80"/>
                      <a:pt x="49" y="70"/>
                    </a:cubicBezTo>
                    <a:cubicBezTo>
                      <a:pt x="46" y="66"/>
                      <a:pt x="43" y="61"/>
                      <a:pt x="40" y="57"/>
                    </a:cubicBezTo>
                    <a:cubicBezTo>
                      <a:pt x="36" y="52"/>
                      <a:pt x="33" y="48"/>
                      <a:pt x="29" y="43"/>
                    </a:cubicBezTo>
                    <a:cubicBezTo>
                      <a:pt x="26" y="40"/>
                      <a:pt x="23" y="37"/>
                      <a:pt x="20" y="33"/>
                    </a:cubicBezTo>
                    <a:cubicBezTo>
                      <a:pt x="19" y="33"/>
                      <a:pt x="18" y="32"/>
                      <a:pt x="17" y="31"/>
                    </a:cubicBezTo>
                    <a:cubicBezTo>
                      <a:pt x="16" y="32"/>
                      <a:pt x="15" y="32"/>
                      <a:pt x="13" y="31"/>
                    </a:cubicBezTo>
                    <a:cubicBezTo>
                      <a:pt x="9" y="31"/>
                      <a:pt x="6" y="28"/>
                      <a:pt x="4" y="25"/>
                    </a:cubicBezTo>
                    <a:cubicBezTo>
                      <a:pt x="4" y="25"/>
                      <a:pt x="4" y="24"/>
                      <a:pt x="3" y="24"/>
                    </a:cubicBezTo>
                    <a:cubicBezTo>
                      <a:pt x="3" y="23"/>
                      <a:pt x="1" y="21"/>
                      <a:pt x="1" y="20"/>
                    </a:cubicBezTo>
                    <a:cubicBezTo>
                      <a:pt x="0" y="17"/>
                      <a:pt x="0" y="14"/>
                      <a:pt x="1" y="11"/>
                    </a:cubicBezTo>
                    <a:cubicBezTo>
                      <a:pt x="3" y="4"/>
                      <a:pt x="10" y="0"/>
                      <a:pt x="17" y="2"/>
                    </a:cubicBezTo>
                    <a:cubicBezTo>
                      <a:pt x="18" y="3"/>
                      <a:pt x="20" y="3"/>
                      <a:pt x="21" y="4"/>
                    </a:cubicBezTo>
                    <a:cubicBezTo>
                      <a:pt x="24" y="5"/>
                      <a:pt x="25" y="6"/>
                      <a:pt x="27" y="7"/>
                    </a:cubicBezTo>
                    <a:cubicBezTo>
                      <a:pt x="29" y="10"/>
                      <a:pt x="32" y="12"/>
                      <a:pt x="34" y="14"/>
                    </a:cubicBezTo>
                    <a:cubicBezTo>
                      <a:pt x="37" y="17"/>
                      <a:pt x="40" y="20"/>
                      <a:pt x="42" y="23"/>
                    </a:cubicBezTo>
                    <a:cubicBezTo>
                      <a:pt x="49" y="30"/>
                      <a:pt x="54" y="37"/>
                      <a:pt x="59" y="44"/>
                    </a:cubicBezTo>
                    <a:cubicBezTo>
                      <a:pt x="70" y="59"/>
                      <a:pt x="79" y="74"/>
                      <a:pt x="88" y="90"/>
                    </a:cubicBezTo>
                    <a:cubicBezTo>
                      <a:pt x="91" y="95"/>
                      <a:pt x="89" y="103"/>
                      <a:pt x="83" y="106"/>
                    </a:cubicBezTo>
                    <a:cubicBezTo>
                      <a:pt x="81" y="107"/>
                      <a:pt x="80" y="108"/>
                      <a:pt x="77" y="108"/>
                    </a:cubicBezTo>
                    <a:cubicBezTo>
                      <a:pt x="73" y="108"/>
                      <a:pt x="69" y="105"/>
                      <a:pt x="67" y="10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9" name="Google Shape;3489;p40">
                <a:extLst>
                  <a:ext uri="{FF2B5EF4-FFF2-40B4-BE49-F238E27FC236}">
                    <a16:creationId xmlns:a16="http://schemas.microsoft.com/office/drawing/2014/main" id="{806C7FE0-9098-758E-710E-DE48F838F7A1}"/>
                  </a:ext>
                </a:extLst>
              </p:cNvPr>
              <p:cNvSpPr/>
              <p:nvPr/>
            </p:nvSpPr>
            <p:spPr>
              <a:xfrm>
                <a:off x="850680" y="720360"/>
                <a:ext cx="47160" cy="47880"/>
              </a:xfrm>
              <a:custGeom>
                <a:avLst/>
                <a:gdLst/>
                <a:ahLst/>
                <a:cxnLst/>
                <a:rect l="l" t="t" r="r" b="b"/>
                <a:pathLst>
                  <a:path w="131" h="133" extrusionOk="0">
                    <a:moveTo>
                      <a:pt x="6" y="129"/>
                    </a:moveTo>
                    <a:cubicBezTo>
                      <a:pt x="1" y="125"/>
                      <a:pt x="0" y="117"/>
                      <a:pt x="4" y="113"/>
                    </a:cubicBezTo>
                    <a:cubicBezTo>
                      <a:pt x="18" y="94"/>
                      <a:pt x="33" y="78"/>
                      <a:pt x="48" y="60"/>
                    </a:cubicBezTo>
                    <a:cubicBezTo>
                      <a:pt x="54" y="53"/>
                      <a:pt x="61" y="45"/>
                      <a:pt x="68" y="37"/>
                    </a:cubicBezTo>
                    <a:cubicBezTo>
                      <a:pt x="75" y="30"/>
                      <a:pt x="81" y="24"/>
                      <a:pt x="88" y="18"/>
                    </a:cubicBezTo>
                    <a:cubicBezTo>
                      <a:pt x="95" y="12"/>
                      <a:pt x="102" y="8"/>
                      <a:pt x="110" y="4"/>
                    </a:cubicBezTo>
                    <a:cubicBezTo>
                      <a:pt x="116" y="0"/>
                      <a:pt x="123" y="2"/>
                      <a:pt x="127" y="8"/>
                    </a:cubicBezTo>
                    <a:cubicBezTo>
                      <a:pt x="130" y="14"/>
                      <a:pt x="128" y="22"/>
                      <a:pt x="122" y="26"/>
                    </a:cubicBezTo>
                    <a:cubicBezTo>
                      <a:pt x="117" y="28"/>
                      <a:pt x="113" y="30"/>
                      <a:pt x="109" y="33"/>
                    </a:cubicBezTo>
                    <a:lnTo>
                      <a:pt x="110" y="32"/>
                    </a:lnTo>
                    <a:cubicBezTo>
                      <a:pt x="107" y="34"/>
                      <a:pt x="104" y="37"/>
                      <a:pt x="101" y="39"/>
                    </a:cubicBezTo>
                    <a:cubicBezTo>
                      <a:pt x="94" y="46"/>
                      <a:pt x="87" y="53"/>
                      <a:pt x="80" y="60"/>
                    </a:cubicBezTo>
                    <a:lnTo>
                      <a:pt x="81" y="59"/>
                    </a:lnTo>
                    <a:cubicBezTo>
                      <a:pt x="61" y="81"/>
                      <a:pt x="41" y="103"/>
                      <a:pt x="23" y="127"/>
                    </a:cubicBezTo>
                    <a:cubicBezTo>
                      <a:pt x="21" y="130"/>
                      <a:pt x="17" y="132"/>
                      <a:pt x="14" y="132"/>
                    </a:cubicBezTo>
                    <a:cubicBezTo>
                      <a:pt x="11" y="132"/>
                      <a:pt x="8" y="131"/>
                      <a:pt x="6" y="1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0" name="Google Shape;3490;p40">
                <a:extLst>
                  <a:ext uri="{FF2B5EF4-FFF2-40B4-BE49-F238E27FC236}">
                    <a16:creationId xmlns:a16="http://schemas.microsoft.com/office/drawing/2014/main" id="{9700A2DA-A389-5015-653B-D9C46DBB17E1}"/>
                  </a:ext>
                </a:extLst>
              </p:cNvPr>
              <p:cNvSpPr/>
              <p:nvPr/>
            </p:nvSpPr>
            <p:spPr>
              <a:xfrm>
                <a:off x="920520" y="738720"/>
                <a:ext cx="26280" cy="14040"/>
              </a:xfrm>
              <a:custGeom>
                <a:avLst/>
                <a:gdLst/>
                <a:ahLst/>
                <a:cxnLst/>
                <a:rect l="l" t="t" r="r" b="b"/>
                <a:pathLst>
                  <a:path w="73" h="39" extrusionOk="0">
                    <a:moveTo>
                      <a:pt x="12" y="37"/>
                    </a:moveTo>
                    <a:cubicBezTo>
                      <a:pt x="4" y="35"/>
                      <a:pt x="0" y="24"/>
                      <a:pt x="5" y="17"/>
                    </a:cubicBezTo>
                    <a:cubicBezTo>
                      <a:pt x="7" y="16"/>
                      <a:pt x="7" y="15"/>
                      <a:pt x="8" y="14"/>
                    </a:cubicBezTo>
                    <a:cubicBezTo>
                      <a:pt x="11" y="12"/>
                      <a:pt x="15" y="10"/>
                      <a:pt x="18" y="9"/>
                    </a:cubicBezTo>
                    <a:cubicBezTo>
                      <a:pt x="22" y="7"/>
                      <a:pt x="27" y="6"/>
                      <a:pt x="32" y="6"/>
                    </a:cubicBezTo>
                    <a:cubicBezTo>
                      <a:pt x="40" y="4"/>
                      <a:pt x="49" y="3"/>
                      <a:pt x="58" y="1"/>
                    </a:cubicBezTo>
                    <a:cubicBezTo>
                      <a:pt x="64" y="0"/>
                      <a:pt x="71" y="5"/>
                      <a:pt x="71" y="11"/>
                    </a:cubicBezTo>
                    <a:cubicBezTo>
                      <a:pt x="72" y="18"/>
                      <a:pt x="67" y="24"/>
                      <a:pt x="61" y="25"/>
                    </a:cubicBezTo>
                    <a:cubicBezTo>
                      <a:pt x="55" y="26"/>
                      <a:pt x="49" y="27"/>
                      <a:pt x="43" y="28"/>
                    </a:cubicBezTo>
                    <a:cubicBezTo>
                      <a:pt x="37" y="29"/>
                      <a:pt x="33" y="30"/>
                      <a:pt x="28" y="32"/>
                    </a:cubicBezTo>
                    <a:cubicBezTo>
                      <a:pt x="27" y="32"/>
                      <a:pt x="26" y="32"/>
                      <a:pt x="26" y="32"/>
                    </a:cubicBezTo>
                    <a:cubicBezTo>
                      <a:pt x="23" y="36"/>
                      <a:pt x="20" y="38"/>
                      <a:pt x="16" y="38"/>
                    </a:cubicBezTo>
                    <a:cubicBezTo>
                      <a:pt x="15" y="38"/>
                      <a:pt x="14" y="38"/>
                      <a:pt x="12" y="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1" name="Google Shape;3491;p40">
                <a:extLst>
                  <a:ext uri="{FF2B5EF4-FFF2-40B4-BE49-F238E27FC236}">
                    <a16:creationId xmlns:a16="http://schemas.microsoft.com/office/drawing/2014/main" id="{ECC59B47-4E21-B3C3-D14D-8B5502BBC6E4}"/>
                  </a:ext>
                </a:extLst>
              </p:cNvPr>
              <p:cNvSpPr/>
              <p:nvPr/>
            </p:nvSpPr>
            <p:spPr>
              <a:xfrm>
                <a:off x="927360" y="716400"/>
                <a:ext cx="18720" cy="42480"/>
              </a:xfrm>
              <a:custGeom>
                <a:avLst/>
                <a:gdLst/>
                <a:ahLst/>
                <a:cxnLst/>
                <a:rect l="l" t="t" r="r" b="b"/>
                <a:pathLst>
                  <a:path w="52" h="118" extrusionOk="0">
                    <a:moveTo>
                      <a:pt x="12" y="117"/>
                    </a:moveTo>
                    <a:cubicBezTo>
                      <a:pt x="6" y="117"/>
                      <a:pt x="0" y="112"/>
                      <a:pt x="0" y="105"/>
                    </a:cubicBezTo>
                    <a:cubicBezTo>
                      <a:pt x="1" y="97"/>
                      <a:pt x="2" y="88"/>
                      <a:pt x="3" y="79"/>
                    </a:cubicBezTo>
                    <a:cubicBezTo>
                      <a:pt x="5" y="71"/>
                      <a:pt x="6" y="63"/>
                      <a:pt x="9" y="55"/>
                    </a:cubicBezTo>
                    <a:cubicBezTo>
                      <a:pt x="11" y="47"/>
                      <a:pt x="13" y="40"/>
                      <a:pt x="16" y="31"/>
                    </a:cubicBezTo>
                    <a:cubicBezTo>
                      <a:pt x="17" y="28"/>
                      <a:pt x="18" y="24"/>
                      <a:pt x="20" y="20"/>
                    </a:cubicBezTo>
                    <a:cubicBezTo>
                      <a:pt x="22" y="14"/>
                      <a:pt x="25" y="7"/>
                      <a:pt x="31" y="3"/>
                    </a:cubicBezTo>
                    <a:cubicBezTo>
                      <a:pt x="38" y="0"/>
                      <a:pt x="46" y="3"/>
                      <a:pt x="49" y="10"/>
                    </a:cubicBezTo>
                    <a:cubicBezTo>
                      <a:pt x="51" y="15"/>
                      <a:pt x="49" y="22"/>
                      <a:pt x="45" y="24"/>
                    </a:cubicBezTo>
                    <a:cubicBezTo>
                      <a:pt x="45" y="25"/>
                      <a:pt x="45" y="26"/>
                      <a:pt x="44" y="26"/>
                    </a:cubicBezTo>
                    <a:cubicBezTo>
                      <a:pt x="42" y="30"/>
                      <a:pt x="41" y="34"/>
                      <a:pt x="38" y="39"/>
                    </a:cubicBezTo>
                    <a:cubicBezTo>
                      <a:pt x="37" y="44"/>
                      <a:pt x="35" y="50"/>
                      <a:pt x="34" y="55"/>
                    </a:cubicBezTo>
                    <a:cubicBezTo>
                      <a:pt x="32" y="61"/>
                      <a:pt x="30" y="67"/>
                      <a:pt x="28" y="73"/>
                    </a:cubicBezTo>
                    <a:cubicBezTo>
                      <a:pt x="27" y="84"/>
                      <a:pt x="25" y="96"/>
                      <a:pt x="24" y="107"/>
                    </a:cubicBezTo>
                    <a:cubicBezTo>
                      <a:pt x="23" y="113"/>
                      <a:pt x="18" y="117"/>
                      <a:pt x="12" y="1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2" name="Google Shape;3492;p40">
                <a:extLst>
                  <a:ext uri="{FF2B5EF4-FFF2-40B4-BE49-F238E27FC236}">
                    <a16:creationId xmlns:a16="http://schemas.microsoft.com/office/drawing/2014/main" id="{3D0888AE-7633-E467-9778-5B9FACF38907}"/>
                  </a:ext>
                </a:extLst>
              </p:cNvPr>
              <p:cNvSpPr/>
              <p:nvPr/>
            </p:nvSpPr>
            <p:spPr>
              <a:xfrm>
                <a:off x="975600" y="707760"/>
                <a:ext cx="61920" cy="119880"/>
              </a:xfrm>
              <a:custGeom>
                <a:avLst/>
                <a:gdLst/>
                <a:ahLst/>
                <a:cxnLst/>
                <a:rect l="l" t="t" r="r" b="b"/>
                <a:pathLst>
                  <a:path w="172" h="333" extrusionOk="0">
                    <a:moveTo>
                      <a:pt x="66" y="306"/>
                    </a:moveTo>
                    <a:cubicBezTo>
                      <a:pt x="66" y="305"/>
                      <a:pt x="66" y="305"/>
                      <a:pt x="66" y="305"/>
                    </a:cubicBezTo>
                    <a:cubicBezTo>
                      <a:pt x="70" y="295"/>
                      <a:pt x="71" y="285"/>
                      <a:pt x="74" y="275"/>
                    </a:cubicBezTo>
                    <a:lnTo>
                      <a:pt x="74" y="276"/>
                    </a:lnTo>
                    <a:cubicBezTo>
                      <a:pt x="76" y="263"/>
                      <a:pt x="78" y="251"/>
                      <a:pt x="81" y="239"/>
                    </a:cubicBezTo>
                    <a:cubicBezTo>
                      <a:pt x="83" y="226"/>
                      <a:pt x="85" y="214"/>
                      <a:pt x="87" y="202"/>
                    </a:cubicBezTo>
                    <a:cubicBezTo>
                      <a:pt x="88" y="195"/>
                      <a:pt x="89" y="188"/>
                      <a:pt x="90" y="181"/>
                    </a:cubicBezTo>
                    <a:cubicBezTo>
                      <a:pt x="84" y="187"/>
                      <a:pt x="78" y="193"/>
                      <a:pt x="73" y="199"/>
                    </a:cubicBezTo>
                    <a:cubicBezTo>
                      <a:pt x="67" y="205"/>
                      <a:pt x="63" y="210"/>
                      <a:pt x="59" y="216"/>
                    </a:cubicBezTo>
                    <a:cubicBezTo>
                      <a:pt x="56" y="220"/>
                      <a:pt x="53" y="225"/>
                      <a:pt x="51" y="230"/>
                    </a:cubicBezTo>
                    <a:lnTo>
                      <a:pt x="51" y="229"/>
                    </a:lnTo>
                    <a:cubicBezTo>
                      <a:pt x="50" y="231"/>
                      <a:pt x="49" y="233"/>
                      <a:pt x="48" y="236"/>
                    </a:cubicBezTo>
                    <a:cubicBezTo>
                      <a:pt x="47" y="238"/>
                      <a:pt x="46" y="241"/>
                      <a:pt x="45" y="244"/>
                    </a:cubicBezTo>
                    <a:cubicBezTo>
                      <a:pt x="45" y="248"/>
                      <a:pt x="44" y="252"/>
                      <a:pt x="44" y="255"/>
                    </a:cubicBezTo>
                    <a:cubicBezTo>
                      <a:pt x="44" y="258"/>
                      <a:pt x="44" y="261"/>
                      <a:pt x="44" y="264"/>
                    </a:cubicBezTo>
                    <a:cubicBezTo>
                      <a:pt x="44" y="266"/>
                      <a:pt x="44" y="269"/>
                      <a:pt x="45" y="271"/>
                    </a:cubicBezTo>
                    <a:cubicBezTo>
                      <a:pt x="45" y="273"/>
                      <a:pt x="45" y="275"/>
                      <a:pt x="46" y="277"/>
                    </a:cubicBezTo>
                    <a:cubicBezTo>
                      <a:pt x="47" y="280"/>
                      <a:pt x="48" y="283"/>
                      <a:pt x="49" y="286"/>
                    </a:cubicBezTo>
                    <a:cubicBezTo>
                      <a:pt x="51" y="288"/>
                      <a:pt x="52" y="290"/>
                      <a:pt x="53" y="293"/>
                    </a:cubicBezTo>
                    <a:cubicBezTo>
                      <a:pt x="55" y="294"/>
                      <a:pt x="56" y="297"/>
                      <a:pt x="58" y="298"/>
                    </a:cubicBezTo>
                    <a:cubicBezTo>
                      <a:pt x="59" y="300"/>
                      <a:pt x="60" y="301"/>
                      <a:pt x="62" y="303"/>
                    </a:cubicBezTo>
                    <a:cubicBezTo>
                      <a:pt x="63" y="304"/>
                      <a:pt x="63" y="304"/>
                      <a:pt x="64" y="304"/>
                    </a:cubicBezTo>
                    <a:cubicBezTo>
                      <a:pt x="64" y="305"/>
                      <a:pt x="65" y="305"/>
                      <a:pt x="66" y="306"/>
                    </a:cubicBezTo>
                    <a:moveTo>
                      <a:pt x="70" y="332"/>
                    </a:moveTo>
                    <a:cubicBezTo>
                      <a:pt x="62" y="332"/>
                      <a:pt x="55" y="328"/>
                      <a:pt x="49" y="323"/>
                    </a:cubicBezTo>
                    <a:cubicBezTo>
                      <a:pt x="43" y="319"/>
                      <a:pt x="38" y="312"/>
                      <a:pt x="34" y="307"/>
                    </a:cubicBezTo>
                    <a:cubicBezTo>
                      <a:pt x="30" y="300"/>
                      <a:pt x="26" y="293"/>
                      <a:pt x="24" y="285"/>
                    </a:cubicBezTo>
                    <a:cubicBezTo>
                      <a:pt x="18" y="269"/>
                      <a:pt x="20" y="252"/>
                      <a:pt x="24" y="237"/>
                    </a:cubicBezTo>
                    <a:cubicBezTo>
                      <a:pt x="28" y="220"/>
                      <a:pt x="38" y="207"/>
                      <a:pt x="48" y="194"/>
                    </a:cubicBezTo>
                    <a:cubicBezTo>
                      <a:pt x="56" y="184"/>
                      <a:pt x="67" y="174"/>
                      <a:pt x="77" y="164"/>
                    </a:cubicBezTo>
                    <a:cubicBezTo>
                      <a:pt x="83" y="159"/>
                      <a:pt x="88" y="154"/>
                      <a:pt x="94" y="149"/>
                    </a:cubicBezTo>
                    <a:cubicBezTo>
                      <a:pt x="95" y="148"/>
                      <a:pt x="96" y="147"/>
                      <a:pt x="97" y="146"/>
                    </a:cubicBezTo>
                    <a:cubicBezTo>
                      <a:pt x="98" y="141"/>
                      <a:pt x="99" y="134"/>
                      <a:pt x="101" y="128"/>
                    </a:cubicBezTo>
                    <a:cubicBezTo>
                      <a:pt x="102" y="125"/>
                      <a:pt x="103" y="121"/>
                      <a:pt x="104" y="117"/>
                    </a:cubicBezTo>
                    <a:cubicBezTo>
                      <a:pt x="105" y="113"/>
                      <a:pt x="106" y="108"/>
                      <a:pt x="108" y="104"/>
                    </a:cubicBezTo>
                    <a:cubicBezTo>
                      <a:pt x="101" y="113"/>
                      <a:pt x="93" y="121"/>
                      <a:pt x="84" y="128"/>
                    </a:cubicBezTo>
                    <a:cubicBezTo>
                      <a:pt x="78" y="134"/>
                      <a:pt x="73" y="139"/>
                      <a:pt x="66" y="143"/>
                    </a:cubicBezTo>
                    <a:cubicBezTo>
                      <a:pt x="59" y="147"/>
                      <a:pt x="52" y="149"/>
                      <a:pt x="44" y="149"/>
                    </a:cubicBezTo>
                    <a:cubicBezTo>
                      <a:pt x="38" y="150"/>
                      <a:pt x="31" y="149"/>
                      <a:pt x="25" y="146"/>
                    </a:cubicBezTo>
                    <a:cubicBezTo>
                      <a:pt x="18" y="142"/>
                      <a:pt x="14" y="135"/>
                      <a:pt x="11" y="128"/>
                    </a:cubicBezTo>
                    <a:cubicBezTo>
                      <a:pt x="7" y="122"/>
                      <a:pt x="5" y="114"/>
                      <a:pt x="4" y="107"/>
                    </a:cubicBezTo>
                    <a:cubicBezTo>
                      <a:pt x="3" y="101"/>
                      <a:pt x="2" y="96"/>
                      <a:pt x="2" y="90"/>
                    </a:cubicBezTo>
                    <a:cubicBezTo>
                      <a:pt x="1" y="86"/>
                      <a:pt x="1" y="83"/>
                      <a:pt x="0" y="79"/>
                    </a:cubicBezTo>
                    <a:cubicBezTo>
                      <a:pt x="0" y="76"/>
                      <a:pt x="0" y="72"/>
                      <a:pt x="0" y="69"/>
                    </a:cubicBezTo>
                    <a:cubicBezTo>
                      <a:pt x="0" y="56"/>
                      <a:pt x="0" y="43"/>
                      <a:pt x="3" y="30"/>
                    </a:cubicBezTo>
                    <a:cubicBezTo>
                      <a:pt x="4" y="23"/>
                      <a:pt x="7" y="15"/>
                      <a:pt x="10" y="8"/>
                    </a:cubicBezTo>
                    <a:cubicBezTo>
                      <a:pt x="12" y="6"/>
                      <a:pt x="14" y="4"/>
                      <a:pt x="16" y="3"/>
                    </a:cubicBezTo>
                    <a:cubicBezTo>
                      <a:pt x="18" y="2"/>
                      <a:pt x="20" y="1"/>
                      <a:pt x="23" y="1"/>
                    </a:cubicBezTo>
                    <a:cubicBezTo>
                      <a:pt x="22" y="1"/>
                      <a:pt x="22" y="1"/>
                      <a:pt x="21" y="1"/>
                    </a:cubicBezTo>
                    <a:cubicBezTo>
                      <a:pt x="30" y="0"/>
                      <a:pt x="37" y="9"/>
                      <a:pt x="35" y="17"/>
                    </a:cubicBezTo>
                    <a:cubicBezTo>
                      <a:pt x="34" y="20"/>
                      <a:pt x="32" y="22"/>
                      <a:pt x="30" y="24"/>
                    </a:cubicBezTo>
                    <a:lnTo>
                      <a:pt x="30" y="25"/>
                    </a:lnTo>
                    <a:cubicBezTo>
                      <a:pt x="30" y="25"/>
                      <a:pt x="29" y="26"/>
                      <a:pt x="28" y="27"/>
                    </a:cubicBezTo>
                    <a:cubicBezTo>
                      <a:pt x="28" y="30"/>
                      <a:pt x="27" y="33"/>
                      <a:pt x="26" y="35"/>
                    </a:cubicBezTo>
                    <a:cubicBezTo>
                      <a:pt x="27" y="35"/>
                      <a:pt x="27" y="34"/>
                      <a:pt x="27" y="34"/>
                    </a:cubicBezTo>
                    <a:cubicBezTo>
                      <a:pt x="25" y="41"/>
                      <a:pt x="24" y="48"/>
                      <a:pt x="24" y="55"/>
                    </a:cubicBezTo>
                    <a:cubicBezTo>
                      <a:pt x="23" y="62"/>
                      <a:pt x="23" y="70"/>
                      <a:pt x="23" y="77"/>
                    </a:cubicBezTo>
                    <a:cubicBezTo>
                      <a:pt x="24" y="85"/>
                      <a:pt x="24" y="93"/>
                      <a:pt x="26" y="100"/>
                    </a:cubicBezTo>
                    <a:cubicBezTo>
                      <a:pt x="27" y="104"/>
                      <a:pt x="28" y="107"/>
                      <a:pt x="28" y="111"/>
                    </a:cubicBezTo>
                    <a:cubicBezTo>
                      <a:pt x="30" y="113"/>
                      <a:pt x="30" y="114"/>
                      <a:pt x="31" y="116"/>
                    </a:cubicBezTo>
                    <a:cubicBezTo>
                      <a:pt x="31" y="118"/>
                      <a:pt x="32" y="119"/>
                      <a:pt x="33" y="120"/>
                    </a:cubicBezTo>
                    <a:cubicBezTo>
                      <a:pt x="34" y="122"/>
                      <a:pt x="35" y="123"/>
                      <a:pt x="36" y="124"/>
                    </a:cubicBezTo>
                    <a:cubicBezTo>
                      <a:pt x="36" y="125"/>
                      <a:pt x="37" y="125"/>
                      <a:pt x="37" y="125"/>
                    </a:cubicBezTo>
                    <a:lnTo>
                      <a:pt x="38" y="125"/>
                    </a:lnTo>
                    <a:cubicBezTo>
                      <a:pt x="37" y="125"/>
                      <a:pt x="37" y="125"/>
                      <a:pt x="37" y="125"/>
                    </a:cubicBezTo>
                    <a:cubicBezTo>
                      <a:pt x="38" y="125"/>
                      <a:pt x="38" y="125"/>
                      <a:pt x="38" y="126"/>
                    </a:cubicBezTo>
                    <a:cubicBezTo>
                      <a:pt x="38" y="125"/>
                      <a:pt x="38" y="125"/>
                      <a:pt x="38" y="125"/>
                    </a:cubicBezTo>
                    <a:lnTo>
                      <a:pt x="39" y="126"/>
                    </a:lnTo>
                    <a:lnTo>
                      <a:pt x="40" y="126"/>
                    </a:lnTo>
                    <a:cubicBezTo>
                      <a:pt x="41" y="126"/>
                      <a:pt x="42" y="126"/>
                      <a:pt x="42" y="126"/>
                    </a:cubicBezTo>
                    <a:cubicBezTo>
                      <a:pt x="45" y="126"/>
                      <a:pt x="46" y="125"/>
                      <a:pt x="48" y="125"/>
                    </a:cubicBezTo>
                    <a:cubicBezTo>
                      <a:pt x="49" y="125"/>
                      <a:pt x="50" y="125"/>
                      <a:pt x="51" y="125"/>
                    </a:cubicBezTo>
                    <a:cubicBezTo>
                      <a:pt x="51" y="124"/>
                      <a:pt x="52" y="124"/>
                      <a:pt x="52" y="124"/>
                    </a:cubicBezTo>
                    <a:cubicBezTo>
                      <a:pt x="54" y="123"/>
                      <a:pt x="56" y="122"/>
                      <a:pt x="58" y="121"/>
                    </a:cubicBezTo>
                    <a:cubicBezTo>
                      <a:pt x="61" y="119"/>
                      <a:pt x="64" y="117"/>
                      <a:pt x="67" y="114"/>
                    </a:cubicBezTo>
                    <a:cubicBezTo>
                      <a:pt x="73" y="109"/>
                      <a:pt x="78" y="104"/>
                      <a:pt x="83" y="99"/>
                    </a:cubicBezTo>
                    <a:cubicBezTo>
                      <a:pt x="88" y="92"/>
                      <a:pt x="94" y="86"/>
                      <a:pt x="99" y="79"/>
                    </a:cubicBezTo>
                    <a:cubicBezTo>
                      <a:pt x="105" y="72"/>
                      <a:pt x="110" y="64"/>
                      <a:pt x="116" y="57"/>
                    </a:cubicBezTo>
                    <a:cubicBezTo>
                      <a:pt x="122" y="47"/>
                      <a:pt x="129" y="37"/>
                      <a:pt x="134" y="27"/>
                    </a:cubicBezTo>
                    <a:cubicBezTo>
                      <a:pt x="134" y="26"/>
                      <a:pt x="135" y="26"/>
                      <a:pt x="135" y="25"/>
                    </a:cubicBezTo>
                    <a:cubicBezTo>
                      <a:pt x="138" y="19"/>
                      <a:pt x="144" y="16"/>
                      <a:pt x="151" y="19"/>
                    </a:cubicBezTo>
                    <a:cubicBezTo>
                      <a:pt x="154" y="20"/>
                      <a:pt x="156" y="23"/>
                      <a:pt x="157" y="25"/>
                    </a:cubicBezTo>
                    <a:cubicBezTo>
                      <a:pt x="158" y="29"/>
                      <a:pt x="158" y="33"/>
                      <a:pt x="156" y="36"/>
                    </a:cubicBezTo>
                    <a:cubicBezTo>
                      <a:pt x="152" y="44"/>
                      <a:pt x="149" y="52"/>
                      <a:pt x="146" y="60"/>
                    </a:cubicBezTo>
                    <a:cubicBezTo>
                      <a:pt x="141" y="74"/>
                      <a:pt x="136" y="89"/>
                      <a:pt x="131" y="103"/>
                    </a:cubicBezTo>
                    <a:cubicBezTo>
                      <a:pt x="129" y="108"/>
                      <a:pt x="127" y="114"/>
                      <a:pt x="126" y="120"/>
                    </a:cubicBezTo>
                    <a:cubicBezTo>
                      <a:pt x="134" y="112"/>
                      <a:pt x="143" y="104"/>
                      <a:pt x="152" y="96"/>
                    </a:cubicBezTo>
                    <a:cubicBezTo>
                      <a:pt x="157" y="93"/>
                      <a:pt x="163" y="93"/>
                      <a:pt x="167" y="97"/>
                    </a:cubicBezTo>
                    <a:cubicBezTo>
                      <a:pt x="171" y="101"/>
                      <a:pt x="171" y="107"/>
                      <a:pt x="166" y="111"/>
                    </a:cubicBezTo>
                    <a:cubicBezTo>
                      <a:pt x="151" y="125"/>
                      <a:pt x="136" y="139"/>
                      <a:pt x="120" y="154"/>
                    </a:cubicBezTo>
                    <a:cubicBezTo>
                      <a:pt x="119" y="155"/>
                      <a:pt x="118" y="156"/>
                      <a:pt x="117" y="157"/>
                    </a:cubicBezTo>
                    <a:cubicBezTo>
                      <a:pt x="116" y="161"/>
                      <a:pt x="115" y="165"/>
                      <a:pt x="114" y="169"/>
                    </a:cubicBezTo>
                    <a:lnTo>
                      <a:pt x="114" y="168"/>
                    </a:lnTo>
                    <a:cubicBezTo>
                      <a:pt x="109" y="192"/>
                      <a:pt x="106" y="216"/>
                      <a:pt x="102" y="240"/>
                    </a:cubicBezTo>
                    <a:cubicBezTo>
                      <a:pt x="100" y="253"/>
                      <a:pt x="98" y="266"/>
                      <a:pt x="96" y="279"/>
                    </a:cubicBezTo>
                    <a:cubicBezTo>
                      <a:pt x="95" y="284"/>
                      <a:pt x="94" y="290"/>
                      <a:pt x="93" y="296"/>
                    </a:cubicBezTo>
                    <a:cubicBezTo>
                      <a:pt x="91" y="305"/>
                      <a:pt x="90" y="315"/>
                      <a:pt x="85" y="323"/>
                    </a:cubicBezTo>
                    <a:cubicBezTo>
                      <a:pt x="82" y="328"/>
                      <a:pt x="76" y="332"/>
                      <a:pt x="70" y="3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3" name="Google Shape;3493;p40">
                <a:extLst>
                  <a:ext uri="{FF2B5EF4-FFF2-40B4-BE49-F238E27FC236}">
                    <a16:creationId xmlns:a16="http://schemas.microsoft.com/office/drawing/2014/main" id="{768B6FF1-FB0A-03C8-DAC3-270793ABB8CC}"/>
                  </a:ext>
                </a:extLst>
              </p:cNvPr>
              <p:cNvSpPr/>
              <p:nvPr/>
            </p:nvSpPr>
            <p:spPr>
              <a:xfrm>
                <a:off x="1067040" y="726840"/>
                <a:ext cx="1548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43" h="28" extrusionOk="0">
                    <a:moveTo>
                      <a:pt x="13" y="26"/>
                    </a:moveTo>
                    <a:lnTo>
                      <a:pt x="12" y="26"/>
                    </a:lnTo>
                    <a:cubicBezTo>
                      <a:pt x="10" y="26"/>
                      <a:pt x="9" y="26"/>
                      <a:pt x="9" y="25"/>
                    </a:cubicBezTo>
                    <a:cubicBezTo>
                      <a:pt x="3" y="23"/>
                      <a:pt x="0" y="17"/>
                      <a:pt x="1" y="12"/>
                    </a:cubicBezTo>
                    <a:cubicBezTo>
                      <a:pt x="2" y="7"/>
                      <a:pt x="6" y="2"/>
                      <a:pt x="10" y="1"/>
                    </a:cubicBezTo>
                    <a:cubicBezTo>
                      <a:pt x="12" y="1"/>
                      <a:pt x="13" y="1"/>
                      <a:pt x="14" y="1"/>
                    </a:cubicBezTo>
                    <a:cubicBezTo>
                      <a:pt x="20" y="0"/>
                      <a:pt x="25" y="0"/>
                      <a:pt x="30" y="0"/>
                    </a:cubicBezTo>
                    <a:cubicBezTo>
                      <a:pt x="37" y="0"/>
                      <a:pt x="42" y="6"/>
                      <a:pt x="42" y="12"/>
                    </a:cubicBezTo>
                    <a:cubicBezTo>
                      <a:pt x="42" y="19"/>
                      <a:pt x="36" y="25"/>
                      <a:pt x="30" y="25"/>
                    </a:cubicBezTo>
                    <a:cubicBezTo>
                      <a:pt x="27" y="25"/>
                      <a:pt x="26" y="25"/>
                      <a:pt x="24" y="25"/>
                    </a:cubicBezTo>
                    <a:lnTo>
                      <a:pt x="25" y="25"/>
                    </a:lnTo>
                    <a:cubicBezTo>
                      <a:pt x="24" y="25"/>
                      <a:pt x="24" y="25"/>
                      <a:pt x="24" y="25"/>
                    </a:cubicBezTo>
                    <a:cubicBezTo>
                      <a:pt x="21" y="26"/>
                      <a:pt x="19" y="27"/>
                      <a:pt x="17" y="27"/>
                    </a:cubicBezTo>
                    <a:cubicBezTo>
                      <a:pt x="16" y="27"/>
                      <a:pt x="14" y="27"/>
                      <a:pt x="13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4" name="Google Shape;3494;p40">
                <a:extLst>
                  <a:ext uri="{FF2B5EF4-FFF2-40B4-BE49-F238E27FC236}">
                    <a16:creationId xmlns:a16="http://schemas.microsoft.com/office/drawing/2014/main" id="{0A301699-F7CB-BBAD-0EF9-B8353D2DE390}"/>
                  </a:ext>
                </a:extLst>
              </p:cNvPr>
              <p:cNvSpPr/>
              <p:nvPr/>
            </p:nvSpPr>
            <p:spPr>
              <a:xfrm>
                <a:off x="1059120" y="739080"/>
                <a:ext cx="13320" cy="12240"/>
              </a:xfrm>
              <a:custGeom>
                <a:avLst/>
                <a:gdLst/>
                <a:ahLst/>
                <a:cxnLst/>
                <a:rect l="l" t="t" r="r" b="b"/>
                <a:pathLst>
                  <a:path w="37" h="34" extrusionOk="0">
                    <a:moveTo>
                      <a:pt x="21" y="33"/>
                    </a:moveTo>
                    <a:cubicBezTo>
                      <a:pt x="17" y="33"/>
                      <a:pt x="12" y="32"/>
                      <a:pt x="8" y="30"/>
                    </a:cubicBezTo>
                    <a:cubicBezTo>
                      <a:pt x="4" y="27"/>
                      <a:pt x="1" y="24"/>
                      <a:pt x="1" y="19"/>
                    </a:cubicBezTo>
                    <a:cubicBezTo>
                      <a:pt x="0" y="14"/>
                      <a:pt x="2" y="10"/>
                      <a:pt x="6" y="7"/>
                    </a:cubicBezTo>
                    <a:cubicBezTo>
                      <a:pt x="7" y="5"/>
                      <a:pt x="9" y="4"/>
                      <a:pt x="11" y="3"/>
                    </a:cubicBezTo>
                    <a:cubicBezTo>
                      <a:pt x="14" y="1"/>
                      <a:pt x="17" y="0"/>
                      <a:pt x="21" y="1"/>
                    </a:cubicBezTo>
                    <a:cubicBezTo>
                      <a:pt x="24" y="1"/>
                      <a:pt x="27" y="3"/>
                      <a:pt x="29" y="5"/>
                    </a:cubicBezTo>
                    <a:cubicBezTo>
                      <a:pt x="30" y="8"/>
                      <a:pt x="31" y="10"/>
                      <a:pt x="31" y="12"/>
                    </a:cubicBezTo>
                    <a:cubicBezTo>
                      <a:pt x="34" y="14"/>
                      <a:pt x="36" y="19"/>
                      <a:pt x="35" y="23"/>
                    </a:cubicBezTo>
                    <a:cubicBezTo>
                      <a:pt x="34" y="29"/>
                      <a:pt x="29" y="33"/>
                      <a:pt x="22" y="33"/>
                    </a:cubicBezTo>
                    <a:lnTo>
                      <a:pt x="21" y="3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5" name="Google Shape;3495;p40">
                <a:extLst>
                  <a:ext uri="{FF2B5EF4-FFF2-40B4-BE49-F238E27FC236}">
                    <a16:creationId xmlns:a16="http://schemas.microsoft.com/office/drawing/2014/main" id="{FA0CC3E1-8BB4-2180-6D28-2CB8DCA16A71}"/>
                  </a:ext>
                </a:extLst>
              </p:cNvPr>
              <p:cNvSpPr/>
              <p:nvPr/>
            </p:nvSpPr>
            <p:spPr>
              <a:xfrm>
                <a:off x="1120680" y="684720"/>
                <a:ext cx="42840" cy="9900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275" extrusionOk="0">
                    <a:moveTo>
                      <a:pt x="39" y="274"/>
                    </a:moveTo>
                    <a:cubicBezTo>
                      <a:pt x="33" y="273"/>
                      <a:pt x="28" y="267"/>
                      <a:pt x="29" y="260"/>
                    </a:cubicBezTo>
                    <a:cubicBezTo>
                      <a:pt x="31" y="246"/>
                      <a:pt x="33" y="233"/>
                      <a:pt x="36" y="220"/>
                    </a:cubicBezTo>
                    <a:cubicBezTo>
                      <a:pt x="38" y="207"/>
                      <a:pt x="40" y="193"/>
                      <a:pt x="43" y="181"/>
                    </a:cubicBezTo>
                    <a:cubicBezTo>
                      <a:pt x="46" y="164"/>
                      <a:pt x="50" y="148"/>
                      <a:pt x="54" y="132"/>
                    </a:cubicBezTo>
                    <a:cubicBezTo>
                      <a:pt x="50" y="137"/>
                      <a:pt x="46" y="142"/>
                      <a:pt x="43" y="147"/>
                    </a:cubicBezTo>
                    <a:cubicBezTo>
                      <a:pt x="39" y="152"/>
                      <a:pt x="36" y="157"/>
                      <a:pt x="32" y="162"/>
                    </a:cubicBezTo>
                    <a:cubicBezTo>
                      <a:pt x="32" y="161"/>
                      <a:pt x="32" y="161"/>
                      <a:pt x="33" y="161"/>
                    </a:cubicBezTo>
                    <a:cubicBezTo>
                      <a:pt x="32" y="161"/>
                      <a:pt x="32" y="163"/>
                      <a:pt x="31" y="164"/>
                    </a:cubicBezTo>
                    <a:cubicBezTo>
                      <a:pt x="31" y="163"/>
                      <a:pt x="31" y="163"/>
                      <a:pt x="31" y="163"/>
                    </a:cubicBezTo>
                    <a:cubicBezTo>
                      <a:pt x="30" y="164"/>
                      <a:pt x="30" y="164"/>
                      <a:pt x="30" y="164"/>
                    </a:cubicBezTo>
                    <a:lnTo>
                      <a:pt x="31" y="164"/>
                    </a:lnTo>
                    <a:cubicBezTo>
                      <a:pt x="29" y="167"/>
                      <a:pt x="26" y="171"/>
                      <a:pt x="23" y="174"/>
                    </a:cubicBezTo>
                    <a:cubicBezTo>
                      <a:pt x="20" y="179"/>
                      <a:pt x="11" y="180"/>
                      <a:pt x="6" y="176"/>
                    </a:cubicBezTo>
                    <a:cubicBezTo>
                      <a:pt x="1" y="171"/>
                      <a:pt x="0" y="164"/>
                      <a:pt x="4" y="158"/>
                    </a:cubicBezTo>
                    <a:cubicBezTo>
                      <a:pt x="12" y="148"/>
                      <a:pt x="20" y="138"/>
                      <a:pt x="28" y="128"/>
                    </a:cubicBezTo>
                    <a:cubicBezTo>
                      <a:pt x="36" y="117"/>
                      <a:pt x="44" y="107"/>
                      <a:pt x="52" y="96"/>
                    </a:cubicBezTo>
                    <a:cubicBezTo>
                      <a:pt x="51" y="97"/>
                      <a:pt x="51" y="97"/>
                      <a:pt x="51" y="97"/>
                    </a:cubicBezTo>
                    <a:cubicBezTo>
                      <a:pt x="55" y="91"/>
                      <a:pt x="60" y="85"/>
                      <a:pt x="64" y="78"/>
                    </a:cubicBezTo>
                    <a:cubicBezTo>
                      <a:pt x="67" y="72"/>
                      <a:pt x="70" y="66"/>
                      <a:pt x="74" y="61"/>
                    </a:cubicBezTo>
                    <a:cubicBezTo>
                      <a:pt x="74" y="59"/>
                      <a:pt x="74" y="59"/>
                      <a:pt x="74" y="58"/>
                    </a:cubicBezTo>
                    <a:cubicBezTo>
                      <a:pt x="76" y="51"/>
                      <a:pt x="79" y="43"/>
                      <a:pt x="82" y="35"/>
                    </a:cubicBezTo>
                    <a:cubicBezTo>
                      <a:pt x="83" y="31"/>
                      <a:pt x="85" y="27"/>
                      <a:pt x="86" y="24"/>
                    </a:cubicBezTo>
                    <a:cubicBezTo>
                      <a:pt x="89" y="17"/>
                      <a:pt x="91" y="11"/>
                      <a:pt x="95" y="5"/>
                    </a:cubicBezTo>
                    <a:cubicBezTo>
                      <a:pt x="99" y="1"/>
                      <a:pt x="104" y="0"/>
                      <a:pt x="110" y="2"/>
                    </a:cubicBezTo>
                    <a:cubicBezTo>
                      <a:pt x="114" y="4"/>
                      <a:pt x="117" y="8"/>
                      <a:pt x="117" y="12"/>
                    </a:cubicBezTo>
                    <a:cubicBezTo>
                      <a:pt x="118" y="20"/>
                      <a:pt x="114" y="28"/>
                      <a:pt x="111" y="35"/>
                    </a:cubicBezTo>
                    <a:cubicBezTo>
                      <a:pt x="109" y="40"/>
                      <a:pt x="106" y="45"/>
                      <a:pt x="104" y="51"/>
                    </a:cubicBezTo>
                    <a:cubicBezTo>
                      <a:pt x="100" y="58"/>
                      <a:pt x="97" y="65"/>
                      <a:pt x="93" y="72"/>
                    </a:cubicBezTo>
                    <a:cubicBezTo>
                      <a:pt x="92" y="76"/>
                      <a:pt x="90" y="81"/>
                      <a:pt x="89" y="85"/>
                    </a:cubicBezTo>
                    <a:cubicBezTo>
                      <a:pt x="86" y="93"/>
                      <a:pt x="84" y="101"/>
                      <a:pt x="82" y="109"/>
                    </a:cubicBezTo>
                    <a:cubicBezTo>
                      <a:pt x="79" y="118"/>
                      <a:pt x="77" y="126"/>
                      <a:pt x="75" y="135"/>
                    </a:cubicBezTo>
                    <a:cubicBezTo>
                      <a:pt x="73" y="143"/>
                      <a:pt x="71" y="152"/>
                      <a:pt x="69" y="160"/>
                    </a:cubicBezTo>
                    <a:cubicBezTo>
                      <a:pt x="66" y="177"/>
                      <a:pt x="62" y="193"/>
                      <a:pt x="60" y="210"/>
                    </a:cubicBezTo>
                    <a:cubicBezTo>
                      <a:pt x="57" y="228"/>
                      <a:pt x="55" y="246"/>
                      <a:pt x="53" y="264"/>
                    </a:cubicBezTo>
                    <a:cubicBezTo>
                      <a:pt x="53" y="270"/>
                      <a:pt x="47" y="274"/>
                      <a:pt x="41" y="274"/>
                    </a:cubicBezTo>
                    <a:cubicBezTo>
                      <a:pt x="40" y="274"/>
                      <a:pt x="40" y="274"/>
                      <a:pt x="39" y="2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6" name="Google Shape;3496;p40">
                <a:extLst>
                  <a:ext uri="{FF2B5EF4-FFF2-40B4-BE49-F238E27FC236}">
                    <a16:creationId xmlns:a16="http://schemas.microsoft.com/office/drawing/2014/main" id="{E2E8D1E3-1B51-5E18-6715-64D439710243}"/>
                  </a:ext>
                </a:extLst>
              </p:cNvPr>
              <p:cNvSpPr/>
              <p:nvPr/>
            </p:nvSpPr>
            <p:spPr>
              <a:xfrm>
                <a:off x="1058040" y="743040"/>
                <a:ext cx="32040" cy="14760"/>
              </a:xfrm>
              <a:custGeom>
                <a:avLst/>
                <a:gdLst/>
                <a:ahLst/>
                <a:cxnLst/>
                <a:rect l="l" t="t" r="r" b="b"/>
                <a:pathLst>
                  <a:path w="89" h="41" extrusionOk="0">
                    <a:moveTo>
                      <a:pt x="9" y="38"/>
                    </a:moveTo>
                    <a:cubicBezTo>
                      <a:pt x="6" y="36"/>
                      <a:pt x="4" y="33"/>
                      <a:pt x="3" y="30"/>
                    </a:cubicBezTo>
                    <a:cubicBezTo>
                      <a:pt x="1" y="28"/>
                      <a:pt x="0" y="25"/>
                      <a:pt x="0" y="22"/>
                    </a:cubicBezTo>
                    <a:cubicBezTo>
                      <a:pt x="0" y="19"/>
                      <a:pt x="2" y="16"/>
                      <a:pt x="4" y="13"/>
                    </a:cubicBezTo>
                    <a:cubicBezTo>
                      <a:pt x="9" y="8"/>
                      <a:pt x="16" y="8"/>
                      <a:pt x="22" y="7"/>
                    </a:cubicBezTo>
                    <a:cubicBezTo>
                      <a:pt x="25" y="6"/>
                      <a:pt x="28" y="6"/>
                      <a:pt x="31" y="6"/>
                    </a:cubicBezTo>
                    <a:cubicBezTo>
                      <a:pt x="45" y="5"/>
                      <a:pt x="60" y="3"/>
                      <a:pt x="74" y="1"/>
                    </a:cubicBezTo>
                    <a:cubicBezTo>
                      <a:pt x="81" y="0"/>
                      <a:pt x="87" y="5"/>
                      <a:pt x="88" y="11"/>
                    </a:cubicBezTo>
                    <a:cubicBezTo>
                      <a:pt x="88" y="17"/>
                      <a:pt x="84" y="23"/>
                      <a:pt x="77" y="24"/>
                    </a:cubicBezTo>
                    <a:cubicBezTo>
                      <a:pt x="67" y="26"/>
                      <a:pt x="57" y="27"/>
                      <a:pt x="48" y="28"/>
                    </a:cubicBezTo>
                    <a:cubicBezTo>
                      <a:pt x="41" y="29"/>
                      <a:pt x="34" y="30"/>
                      <a:pt x="27" y="31"/>
                    </a:cubicBezTo>
                    <a:cubicBezTo>
                      <a:pt x="25" y="36"/>
                      <a:pt x="20" y="40"/>
                      <a:pt x="15" y="40"/>
                    </a:cubicBezTo>
                    <a:cubicBezTo>
                      <a:pt x="13" y="40"/>
                      <a:pt x="10" y="39"/>
                      <a:pt x="9" y="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7" name="Google Shape;3497;p40">
                <a:extLst>
                  <a:ext uri="{FF2B5EF4-FFF2-40B4-BE49-F238E27FC236}">
                    <a16:creationId xmlns:a16="http://schemas.microsoft.com/office/drawing/2014/main" id="{38AB500A-788F-8FFC-3E3B-20D0CBD7513F}"/>
                  </a:ext>
                </a:extLst>
              </p:cNvPr>
              <p:cNvSpPr/>
              <p:nvPr/>
            </p:nvSpPr>
            <p:spPr>
              <a:xfrm>
                <a:off x="1062720" y="727560"/>
                <a:ext cx="2196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61" h="27" extrusionOk="0">
                    <a:moveTo>
                      <a:pt x="10" y="24"/>
                    </a:moveTo>
                    <a:cubicBezTo>
                      <a:pt x="0" y="21"/>
                      <a:pt x="0" y="6"/>
                      <a:pt x="8" y="2"/>
                    </a:cubicBezTo>
                    <a:cubicBezTo>
                      <a:pt x="11" y="1"/>
                      <a:pt x="14" y="0"/>
                      <a:pt x="17" y="0"/>
                    </a:cubicBezTo>
                    <a:cubicBezTo>
                      <a:pt x="18" y="0"/>
                      <a:pt x="19" y="1"/>
                      <a:pt x="20" y="2"/>
                    </a:cubicBezTo>
                    <a:cubicBezTo>
                      <a:pt x="21" y="2"/>
                      <a:pt x="21" y="2"/>
                      <a:pt x="22" y="2"/>
                    </a:cubicBezTo>
                    <a:lnTo>
                      <a:pt x="21" y="2"/>
                    </a:lnTo>
                    <a:cubicBezTo>
                      <a:pt x="30" y="2"/>
                      <a:pt x="39" y="2"/>
                      <a:pt x="48" y="1"/>
                    </a:cubicBezTo>
                    <a:cubicBezTo>
                      <a:pt x="54" y="0"/>
                      <a:pt x="59" y="6"/>
                      <a:pt x="60" y="12"/>
                    </a:cubicBezTo>
                    <a:cubicBezTo>
                      <a:pt x="60" y="18"/>
                      <a:pt x="56" y="24"/>
                      <a:pt x="49" y="25"/>
                    </a:cubicBezTo>
                    <a:cubicBezTo>
                      <a:pt x="43" y="25"/>
                      <a:pt x="36" y="26"/>
                      <a:pt x="30" y="26"/>
                    </a:cubicBezTo>
                    <a:cubicBezTo>
                      <a:pt x="28" y="26"/>
                      <a:pt x="25" y="26"/>
                      <a:pt x="22" y="26"/>
                    </a:cubicBezTo>
                    <a:cubicBezTo>
                      <a:pt x="18" y="26"/>
                      <a:pt x="13" y="26"/>
                      <a:pt x="10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8" name="Google Shape;3498;p40">
                <a:extLst>
                  <a:ext uri="{FF2B5EF4-FFF2-40B4-BE49-F238E27FC236}">
                    <a16:creationId xmlns:a16="http://schemas.microsoft.com/office/drawing/2014/main" id="{AC5B3938-E520-D156-AD3D-1983A546150A}"/>
                  </a:ext>
                </a:extLst>
              </p:cNvPr>
              <p:cNvSpPr/>
              <p:nvPr/>
            </p:nvSpPr>
            <p:spPr>
              <a:xfrm>
                <a:off x="174600" y="844200"/>
                <a:ext cx="60480" cy="67680"/>
              </a:xfrm>
              <a:custGeom>
                <a:avLst/>
                <a:gdLst/>
                <a:ahLst/>
                <a:cxnLst/>
                <a:rect l="l" t="t" r="r" b="b"/>
                <a:pathLst>
                  <a:path w="168" h="188" extrusionOk="0">
                    <a:moveTo>
                      <a:pt x="145" y="183"/>
                    </a:moveTo>
                    <a:cubicBezTo>
                      <a:pt x="140" y="175"/>
                      <a:pt x="135" y="168"/>
                      <a:pt x="130" y="160"/>
                    </a:cubicBezTo>
                    <a:cubicBezTo>
                      <a:pt x="127" y="157"/>
                      <a:pt x="124" y="153"/>
                      <a:pt x="122" y="150"/>
                    </a:cubicBezTo>
                    <a:cubicBezTo>
                      <a:pt x="119" y="147"/>
                      <a:pt x="117" y="144"/>
                      <a:pt x="114" y="141"/>
                    </a:cubicBezTo>
                    <a:cubicBezTo>
                      <a:pt x="106" y="131"/>
                      <a:pt x="98" y="122"/>
                      <a:pt x="89" y="114"/>
                    </a:cubicBezTo>
                    <a:cubicBezTo>
                      <a:pt x="80" y="103"/>
                      <a:pt x="69" y="94"/>
                      <a:pt x="59" y="83"/>
                    </a:cubicBezTo>
                    <a:cubicBezTo>
                      <a:pt x="54" y="80"/>
                      <a:pt x="51" y="76"/>
                      <a:pt x="47" y="71"/>
                    </a:cubicBezTo>
                    <a:cubicBezTo>
                      <a:pt x="42" y="67"/>
                      <a:pt x="38" y="63"/>
                      <a:pt x="34" y="58"/>
                    </a:cubicBezTo>
                    <a:cubicBezTo>
                      <a:pt x="29" y="53"/>
                      <a:pt x="25" y="48"/>
                      <a:pt x="20" y="43"/>
                    </a:cubicBezTo>
                    <a:cubicBezTo>
                      <a:pt x="15" y="36"/>
                      <a:pt x="10" y="30"/>
                      <a:pt x="6" y="24"/>
                    </a:cubicBezTo>
                    <a:cubicBezTo>
                      <a:pt x="5" y="23"/>
                      <a:pt x="4" y="23"/>
                      <a:pt x="4" y="23"/>
                    </a:cubicBezTo>
                    <a:cubicBezTo>
                      <a:pt x="0" y="17"/>
                      <a:pt x="1" y="9"/>
                      <a:pt x="7" y="4"/>
                    </a:cubicBezTo>
                    <a:cubicBezTo>
                      <a:pt x="13" y="0"/>
                      <a:pt x="21" y="2"/>
                      <a:pt x="25" y="7"/>
                    </a:cubicBezTo>
                    <a:cubicBezTo>
                      <a:pt x="30" y="14"/>
                      <a:pt x="35" y="21"/>
                      <a:pt x="40" y="28"/>
                    </a:cubicBezTo>
                    <a:cubicBezTo>
                      <a:pt x="45" y="34"/>
                      <a:pt x="49" y="38"/>
                      <a:pt x="53" y="43"/>
                    </a:cubicBezTo>
                    <a:cubicBezTo>
                      <a:pt x="58" y="48"/>
                      <a:pt x="63" y="53"/>
                      <a:pt x="67" y="58"/>
                    </a:cubicBezTo>
                    <a:cubicBezTo>
                      <a:pt x="75" y="66"/>
                      <a:pt x="84" y="74"/>
                      <a:pt x="92" y="83"/>
                    </a:cubicBezTo>
                    <a:cubicBezTo>
                      <a:pt x="110" y="102"/>
                      <a:pt x="128" y="122"/>
                      <a:pt x="145" y="143"/>
                    </a:cubicBezTo>
                    <a:cubicBezTo>
                      <a:pt x="151" y="152"/>
                      <a:pt x="158" y="161"/>
                      <a:pt x="163" y="169"/>
                    </a:cubicBezTo>
                    <a:cubicBezTo>
                      <a:pt x="167" y="175"/>
                      <a:pt x="166" y="182"/>
                      <a:pt x="161" y="186"/>
                    </a:cubicBezTo>
                    <a:cubicBezTo>
                      <a:pt x="159" y="187"/>
                      <a:pt x="157" y="187"/>
                      <a:pt x="154" y="187"/>
                    </a:cubicBezTo>
                    <a:cubicBezTo>
                      <a:pt x="151" y="187"/>
                      <a:pt x="147" y="186"/>
                      <a:pt x="145" y="18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9" name="Google Shape;3499;p40">
                <a:extLst>
                  <a:ext uri="{FF2B5EF4-FFF2-40B4-BE49-F238E27FC236}">
                    <a16:creationId xmlns:a16="http://schemas.microsoft.com/office/drawing/2014/main" id="{509F6428-78A1-FF8B-4B1B-BE76A68E8650}"/>
                  </a:ext>
                </a:extLst>
              </p:cNvPr>
              <p:cNvSpPr/>
              <p:nvPr/>
            </p:nvSpPr>
            <p:spPr>
              <a:xfrm>
                <a:off x="180000" y="840600"/>
                <a:ext cx="60480" cy="72720"/>
              </a:xfrm>
              <a:custGeom>
                <a:avLst/>
                <a:gdLst/>
                <a:ahLst/>
                <a:cxnLst/>
                <a:rect l="l" t="t" r="r" b="b"/>
                <a:pathLst>
                  <a:path w="168" h="202" extrusionOk="0">
                    <a:moveTo>
                      <a:pt x="6" y="199"/>
                    </a:moveTo>
                    <a:cubicBezTo>
                      <a:pt x="1" y="194"/>
                      <a:pt x="0" y="187"/>
                      <a:pt x="4" y="182"/>
                    </a:cubicBezTo>
                    <a:cubicBezTo>
                      <a:pt x="19" y="165"/>
                      <a:pt x="34" y="147"/>
                      <a:pt x="49" y="129"/>
                    </a:cubicBezTo>
                    <a:cubicBezTo>
                      <a:pt x="62" y="113"/>
                      <a:pt x="75" y="96"/>
                      <a:pt x="87" y="79"/>
                    </a:cubicBezTo>
                    <a:cubicBezTo>
                      <a:pt x="88" y="78"/>
                      <a:pt x="88" y="78"/>
                      <a:pt x="88" y="78"/>
                    </a:cubicBezTo>
                    <a:cubicBezTo>
                      <a:pt x="97" y="65"/>
                      <a:pt x="105" y="52"/>
                      <a:pt x="115" y="40"/>
                    </a:cubicBezTo>
                    <a:cubicBezTo>
                      <a:pt x="123" y="27"/>
                      <a:pt x="133" y="14"/>
                      <a:pt x="144" y="5"/>
                    </a:cubicBezTo>
                    <a:cubicBezTo>
                      <a:pt x="150" y="0"/>
                      <a:pt x="158" y="0"/>
                      <a:pt x="162" y="5"/>
                    </a:cubicBezTo>
                    <a:cubicBezTo>
                      <a:pt x="167" y="9"/>
                      <a:pt x="167" y="18"/>
                      <a:pt x="162" y="23"/>
                    </a:cubicBezTo>
                    <a:cubicBezTo>
                      <a:pt x="157" y="27"/>
                      <a:pt x="151" y="32"/>
                      <a:pt x="146" y="37"/>
                    </a:cubicBezTo>
                    <a:cubicBezTo>
                      <a:pt x="130" y="56"/>
                      <a:pt x="117" y="77"/>
                      <a:pt x="102" y="97"/>
                    </a:cubicBezTo>
                    <a:cubicBezTo>
                      <a:pt x="87" y="117"/>
                      <a:pt x="71" y="137"/>
                      <a:pt x="55" y="157"/>
                    </a:cubicBezTo>
                    <a:cubicBezTo>
                      <a:pt x="44" y="170"/>
                      <a:pt x="32" y="183"/>
                      <a:pt x="21" y="197"/>
                    </a:cubicBezTo>
                    <a:cubicBezTo>
                      <a:pt x="19" y="200"/>
                      <a:pt x="16" y="201"/>
                      <a:pt x="13" y="201"/>
                    </a:cubicBezTo>
                    <a:cubicBezTo>
                      <a:pt x="10" y="201"/>
                      <a:pt x="7" y="200"/>
                      <a:pt x="6" y="1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0" name="Google Shape;3500;p40">
                <a:extLst>
                  <a:ext uri="{FF2B5EF4-FFF2-40B4-BE49-F238E27FC236}">
                    <a16:creationId xmlns:a16="http://schemas.microsoft.com/office/drawing/2014/main" id="{3F79EF79-268F-5B42-738B-7E72E48704A7}"/>
                  </a:ext>
                </a:extLst>
              </p:cNvPr>
              <p:cNvSpPr/>
              <p:nvPr/>
            </p:nvSpPr>
            <p:spPr>
              <a:xfrm>
                <a:off x="261360" y="866880"/>
                <a:ext cx="3348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93" h="35" extrusionOk="0">
                    <a:moveTo>
                      <a:pt x="80" y="34"/>
                    </a:moveTo>
                    <a:cubicBezTo>
                      <a:pt x="69" y="32"/>
                      <a:pt x="57" y="31"/>
                      <a:pt x="45" y="30"/>
                    </a:cubicBezTo>
                    <a:cubicBezTo>
                      <a:pt x="40" y="29"/>
                      <a:pt x="35" y="29"/>
                      <a:pt x="31" y="28"/>
                    </a:cubicBezTo>
                    <a:cubicBezTo>
                      <a:pt x="24" y="28"/>
                      <a:pt x="17" y="28"/>
                      <a:pt x="10" y="25"/>
                    </a:cubicBezTo>
                    <a:cubicBezTo>
                      <a:pt x="6" y="24"/>
                      <a:pt x="2" y="20"/>
                      <a:pt x="1" y="15"/>
                    </a:cubicBezTo>
                    <a:cubicBezTo>
                      <a:pt x="0" y="10"/>
                      <a:pt x="4" y="4"/>
                      <a:pt x="9" y="2"/>
                    </a:cubicBezTo>
                    <a:cubicBezTo>
                      <a:pt x="12" y="1"/>
                      <a:pt x="14" y="1"/>
                      <a:pt x="17" y="1"/>
                    </a:cubicBezTo>
                    <a:cubicBezTo>
                      <a:pt x="19" y="1"/>
                      <a:pt x="20" y="1"/>
                      <a:pt x="22" y="1"/>
                    </a:cubicBezTo>
                    <a:cubicBezTo>
                      <a:pt x="25" y="1"/>
                      <a:pt x="28" y="0"/>
                      <a:pt x="32" y="0"/>
                    </a:cubicBezTo>
                    <a:cubicBezTo>
                      <a:pt x="36" y="0"/>
                      <a:pt x="40" y="3"/>
                      <a:pt x="42" y="6"/>
                    </a:cubicBezTo>
                    <a:cubicBezTo>
                      <a:pt x="44" y="6"/>
                      <a:pt x="46" y="6"/>
                      <a:pt x="48" y="7"/>
                    </a:cubicBezTo>
                    <a:cubicBezTo>
                      <a:pt x="57" y="7"/>
                      <a:pt x="66" y="8"/>
                      <a:pt x="76" y="10"/>
                    </a:cubicBezTo>
                    <a:cubicBezTo>
                      <a:pt x="77" y="10"/>
                      <a:pt x="79" y="10"/>
                      <a:pt x="80" y="10"/>
                    </a:cubicBezTo>
                    <a:cubicBezTo>
                      <a:pt x="87" y="10"/>
                      <a:pt x="92" y="15"/>
                      <a:pt x="92" y="22"/>
                    </a:cubicBezTo>
                    <a:cubicBezTo>
                      <a:pt x="92" y="28"/>
                      <a:pt x="87" y="34"/>
                      <a:pt x="81" y="34"/>
                    </a:cubicBezTo>
                    <a:cubicBezTo>
                      <a:pt x="80" y="34"/>
                      <a:pt x="80" y="34"/>
                      <a:pt x="80" y="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1" name="Google Shape;3501;p40">
                <a:extLst>
                  <a:ext uri="{FF2B5EF4-FFF2-40B4-BE49-F238E27FC236}">
                    <a16:creationId xmlns:a16="http://schemas.microsoft.com/office/drawing/2014/main" id="{079DB3A5-D559-BB51-2929-2C81D42B3D14}"/>
                  </a:ext>
                </a:extLst>
              </p:cNvPr>
              <p:cNvSpPr/>
              <p:nvPr/>
            </p:nvSpPr>
            <p:spPr>
              <a:xfrm>
                <a:off x="260640" y="876960"/>
                <a:ext cx="52560" cy="18000"/>
              </a:xfrm>
              <a:custGeom>
                <a:avLst/>
                <a:gdLst/>
                <a:ahLst/>
                <a:cxnLst/>
                <a:rect l="l" t="t" r="r" b="b"/>
                <a:pathLst>
                  <a:path w="146" h="50" extrusionOk="0">
                    <a:moveTo>
                      <a:pt x="16" y="49"/>
                    </a:moveTo>
                    <a:cubicBezTo>
                      <a:pt x="12" y="48"/>
                      <a:pt x="8" y="46"/>
                      <a:pt x="4" y="43"/>
                    </a:cubicBezTo>
                    <a:cubicBezTo>
                      <a:pt x="1" y="40"/>
                      <a:pt x="0" y="35"/>
                      <a:pt x="1" y="31"/>
                    </a:cubicBezTo>
                    <a:cubicBezTo>
                      <a:pt x="2" y="29"/>
                      <a:pt x="2" y="27"/>
                      <a:pt x="4" y="25"/>
                    </a:cubicBezTo>
                    <a:cubicBezTo>
                      <a:pt x="5" y="24"/>
                      <a:pt x="7" y="22"/>
                      <a:pt x="8" y="21"/>
                    </a:cubicBezTo>
                    <a:cubicBezTo>
                      <a:pt x="14" y="17"/>
                      <a:pt x="21" y="19"/>
                      <a:pt x="25" y="24"/>
                    </a:cubicBezTo>
                    <a:lnTo>
                      <a:pt x="26" y="25"/>
                    </a:lnTo>
                    <a:cubicBezTo>
                      <a:pt x="27" y="25"/>
                      <a:pt x="28" y="24"/>
                      <a:pt x="29" y="24"/>
                    </a:cubicBezTo>
                    <a:cubicBezTo>
                      <a:pt x="29" y="24"/>
                      <a:pt x="28" y="24"/>
                      <a:pt x="28" y="25"/>
                    </a:cubicBezTo>
                    <a:cubicBezTo>
                      <a:pt x="38" y="24"/>
                      <a:pt x="49" y="22"/>
                      <a:pt x="60" y="20"/>
                    </a:cubicBezTo>
                    <a:cubicBezTo>
                      <a:pt x="65" y="19"/>
                      <a:pt x="71" y="18"/>
                      <a:pt x="76" y="17"/>
                    </a:cubicBezTo>
                    <a:cubicBezTo>
                      <a:pt x="82" y="15"/>
                      <a:pt x="88" y="13"/>
                      <a:pt x="93" y="12"/>
                    </a:cubicBezTo>
                    <a:cubicBezTo>
                      <a:pt x="106" y="8"/>
                      <a:pt x="117" y="5"/>
                      <a:pt x="130" y="1"/>
                    </a:cubicBezTo>
                    <a:cubicBezTo>
                      <a:pt x="135" y="0"/>
                      <a:pt x="141" y="4"/>
                      <a:pt x="143" y="10"/>
                    </a:cubicBezTo>
                    <a:cubicBezTo>
                      <a:pt x="145" y="15"/>
                      <a:pt x="141" y="21"/>
                      <a:pt x="135" y="23"/>
                    </a:cubicBezTo>
                    <a:cubicBezTo>
                      <a:pt x="125" y="26"/>
                      <a:pt x="114" y="29"/>
                      <a:pt x="104" y="32"/>
                    </a:cubicBezTo>
                    <a:cubicBezTo>
                      <a:pt x="97" y="35"/>
                      <a:pt x="89" y="37"/>
                      <a:pt x="82" y="39"/>
                    </a:cubicBezTo>
                    <a:cubicBezTo>
                      <a:pt x="72" y="41"/>
                      <a:pt x="63" y="43"/>
                      <a:pt x="54" y="45"/>
                    </a:cubicBezTo>
                    <a:cubicBezTo>
                      <a:pt x="47" y="46"/>
                      <a:pt x="40" y="47"/>
                      <a:pt x="33" y="48"/>
                    </a:cubicBezTo>
                    <a:cubicBezTo>
                      <a:pt x="29" y="49"/>
                      <a:pt x="26" y="49"/>
                      <a:pt x="23" y="49"/>
                    </a:cubicBezTo>
                    <a:cubicBezTo>
                      <a:pt x="21" y="49"/>
                      <a:pt x="19" y="49"/>
                      <a:pt x="16" y="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2" name="Google Shape;3502;p40">
                <a:extLst>
                  <a:ext uri="{FF2B5EF4-FFF2-40B4-BE49-F238E27FC236}">
                    <a16:creationId xmlns:a16="http://schemas.microsoft.com/office/drawing/2014/main" id="{60B2C337-E8E5-F776-0AA2-85A4CA6BC8E7}"/>
                  </a:ext>
                </a:extLst>
              </p:cNvPr>
              <p:cNvSpPr/>
              <p:nvPr/>
            </p:nvSpPr>
            <p:spPr>
              <a:xfrm>
                <a:off x="330480" y="833760"/>
                <a:ext cx="70200" cy="68400"/>
              </a:xfrm>
              <a:custGeom>
                <a:avLst/>
                <a:gdLst/>
                <a:ahLst/>
                <a:cxnLst/>
                <a:rect l="l" t="t" r="r" b="b"/>
                <a:pathLst>
                  <a:path w="195" h="190" extrusionOk="0">
                    <a:moveTo>
                      <a:pt x="53" y="166"/>
                    </a:moveTo>
                    <a:cubicBezTo>
                      <a:pt x="55" y="166"/>
                      <a:pt x="56" y="166"/>
                      <a:pt x="58" y="165"/>
                    </a:cubicBezTo>
                    <a:cubicBezTo>
                      <a:pt x="60" y="165"/>
                      <a:pt x="62" y="165"/>
                      <a:pt x="64" y="163"/>
                    </a:cubicBezTo>
                    <a:cubicBezTo>
                      <a:pt x="67" y="163"/>
                      <a:pt x="70" y="162"/>
                      <a:pt x="72" y="160"/>
                    </a:cubicBezTo>
                    <a:cubicBezTo>
                      <a:pt x="71" y="161"/>
                      <a:pt x="71" y="161"/>
                      <a:pt x="70" y="161"/>
                    </a:cubicBezTo>
                    <a:cubicBezTo>
                      <a:pt x="75" y="159"/>
                      <a:pt x="79" y="157"/>
                      <a:pt x="83" y="155"/>
                    </a:cubicBezTo>
                    <a:cubicBezTo>
                      <a:pt x="89" y="150"/>
                      <a:pt x="96" y="145"/>
                      <a:pt x="102" y="140"/>
                    </a:cubicBezTo>
                    <a:cubicBezTo>
                      <a:pt x="111" y="132"/>
                      <a:pt x="121" y="123"/>
                      <a:pt x="130" y="114"/>
                    </a:cubicBezTo>
                    <a:lnTo>
                      <a:pt x="129" y="114"/>
                    </a:lnTo>
                    <a:cubicBezTo>
                      <a:pt x="138" y="105"/>
                      <a:pt x="145" y="95"/>
                      <a:pt x="152" y="85"/>
                    </a:cubicBezTo>
                    <a:cubicBezTo>
                      <a:pt x="156" y="78"/>
                      <a:pt x="161" y="71"/>
                      <a:pt x="165" y="64"/>
                    </a:cubicBezTo>
                    <a:cubicBezTo>
                      <a:pt x="166" y="60"/>
                      <a:pt x="168" y="57"/>
                      <a:pt x="169" y="54"/>
                    </a:cubicBezTo>
                    <a:cubicBezTo>
                      <a:pt x="170" y="52"/>
                      <a:pt x="170" y="51"/>
                      <a:pt x="170" y="49"/>
                    </a:cubicBezTo>
                    <a:cubicBezTo>
                      <a:pt x="171" y="48"/>
                      <a:pt x="171" y="46"/>
                      <a:pt x="171" y="45"/>
                    </a:cubicBezTo>
                    <a:cubicBezTo>
                      <a:pt x="171" y="44"/>
                      <a:pt x="171" y="43"/>
                      <a:pt x="171" y="43"/>
                    </a:cubicBezTo>
                    <a:cubicBezTo>
                      <a:pt x="171" y="42"/>
                      <a:pt x="171" y="42"/>
                      <a:pt x="171" y="40"/>
                    </a:cubicBezTo>
                    <a:lnTo>
                      <a:pt x="171" y="41"/>
                    </a:lnTo>
                    <a:lnTo>
                      <a:pt x="171" y="40"/>
                    </a:lnTo>
                    <a:cubicBezTo>
                      <a:pt x="171" y="40"/>
                      <a:pt x="170" y="40"/>
                      <a:pt x="170" y="39"/>
                    </a:cubicBezTo>
                    <a:cubicBezTo>
                      <a:pt x="170" y="40"/>
                      <a:pt x="171" y="40"/>
                      <a:pt x="171" y="40"/>
                    </a:cubicBezTo>
                    <a:cubicBezTo>
                      <a:pt x="171" y="41"/>
                      <a:pt x="171" y="41"/>
                      <a:pt x="171" y="42"/>
                    </a:cubicBezTo>
                    <a:cubicBezTo>
                      <a:pt x="171" y="40"/>
                      <a:pt x="170" y="40"/>
                      <a:pt x="170" y="39"/>
                    </a:cubicBezTo>
                    <a:lnTo>
                      <a:pt x="170" y="38"/>
                    </a:lnTo>
                    <a:cubicBezTo>
                      <a:pt x="169" y="37"/>
                      <a:pt x="169" y="36"/>
                      <a:pt x="169" y="36"/>
                    </a:cubicBezTo>
                    <a:cubicBezTo>
                      <a:pt x="169" y="35"/>
                      <a:pt x="168" y="35"/>
                      <a:pt x="168" y="35"/>
                    </a:cubicBezTo>
                    <a:cubicBezTo>
                      <a:pt x="167" y="34"/>
                      <a:pt x="167" y="33"/>
                      <a:pt x="166" y="33"/>
                    </a:cubicBezTo>
                    <a:cubicBezTo>
                      <a:pt x="165" y="31"/>
                      <a:pt x="163" y="30"/>
                      <a:pt x="161" y="29"/>
                    </a:cubicBezTo>
                    <a:cubicBezTo>
                      <a:pt x="160" y="28"/>
                      <a:pt x="159" y="27"/>
                      <a:pt x="158" y="26"/>
                    </a:cubicBezTo>
                    <a:cubicBezTo>
                      <a:pt x="155" y="25"/>
                      <a:pt x="153" y="25"/>
                      <a:pt x="151" y="24"/>
                    </a:cubicBezTo>
                    <a:cubicBezTo>
                      <a:pt x="151" y="24"/>
                      <a:pt x="149" y="23"/>
                      <a:pt x="148" y="23"/>
                    </a:cubicBezTo>
                    <a:cubicBezTo>
                      <a:pt x="148" y="23"/>
                      <a:pt x="147" y="22"/>
                      <a:pt x="146" y="22"/>
                    </a:cubicBezTo>
                    <a:cubicBezTo>
                      <a:pt x="145" y="22"/>
                      <a:pt x="144" y="22"/>
                      <a:pt x="142" y="22"/>
                    </a:cubicBezTo>
                    <a:cubicBezTo>
                      <a:pt x="139" y="23"/>
                      <a:pt x="136" y="23"/>
                      <a:pt x="133" y="24"/>
                    </a:cubicBezTo>
                    <a:cubicBezTo>
                      <a:pt x="131" y="24"/>
                      <a:pt x="128" y="25"/>
                      <a:pt x="126" y="25"/>
                    </a:cubicBezTo>
                    <a:cubicBezTo>
                      <a:pt x="123" y="26"/>
                      <a:pt x="120" y="28"/>
                      <a:pt x="117" y="29"/>
                    </a:cubicBezTo>
                    <a:cubicBezTo>
                      <a:pt x="113" y="31"/>
                      <a:pt x="109" y="33"/>
                      <a:pt x="105" y="36"/>
                    </a:cubicBezTo>
                    <a:cubicBezTo>
                      <a:pt x="102" y="38"/>
                      <a:pt x="98" y="40"/>
                      <a:pt x="95" y="43"/>
                    </a:cubicBezTo>
                    <a:cubicBezTo>
                      <a:pt x="93" y="45"/>
                      <a:pt x="91" y="47"/>
                      <a:pt x="89" y="49"/>
                    </a:cubicBezTo>
                    <a:cubicBezTo>
                      <a:pt x="86" y="52"/>
                      <a:pt x="84" y="54"/>
                      <a:pt x="82" y="58"/>
                    </a:cubicBezTo>
                    <a:cubicBezTo>
                      <a:pt x="80" y="60"/>
                      <a:pt x="78" y="63"/>
                      <a:pt x="77" y="67"/>
                    </a:cubicBezTo>
                    <a:cubicBezTo>
                      <a:pt x="70" y="78"/>
                      <a:pt x="65" y="91"/>
                      <a:pt x="61" y="104"/>
                    </a:cubicBezTo>
                    <a:cubicBezTo>
                      <a:pt x="60" y="105"/>
                      <a:pt x="60" y="106"/>
                      <a:pt x="60" y="108"/>
                    </a:cubicBezTo>
                    <a:cubicBezTo>
                      <a:pt x="57" y="113"/>
                      <a:pt x="50" y="116"/>
                      <a:pt x="45" y="113"/>
                    </a:cubicBezTo>
                    <a:cubicBezTo>
                      <a:pt x="42" y="112"/>
                      <a:pt x="40" y="110"/>
                      <a:pt x="39" y="107"/>
                    </a:cubicBezTo>
                    <a:cubicBezTo>
                      <a:pt x="38" y="105"/>
                      <a:pt x="38" y="102"/>
                      <a:pt x="39" y="99"/>
                    </a:cubicBezTo>
                    <a:cubicBezTo>
                      <a:pt x="39" y="99"/>
                      <a:pt x="39" y="98"/>
                      <a:pt x="40" y="98"/>
                    </a:cubicBezTo>
                    <a:cubicBezTo>
                      <a:pt x="43" y="88"/>
                      <a:pt x="47" y="78"/>
                      <a:pt x="51" y="68"/>
                    </a:cubicBezTo>
                    <a:cubicBezTo>
                      <a:pt x="54" y="61"/>
                      <a:pt x="57" y="55"/>
                      <a:pt x="61" y="49"/>
                    </a:cubicBezTo>
                    <a:lnTo>
                      <a:pt x="60" y="49"/>
                    </a:lnTo>
                    <a:cubicBezTo>
                      <a:pt x="58" y="51"/>
                      <a:pt x="56" y="53"/>
                      <a:pt x="54" y="54"/>
                    </a:cubicBezTo>
                    <a:cubicBezTo>
                      <a:pt x="54" y="54"/>
                      <a:pt x="55" y="54"/>
                      <a:pt x="56" y="54"/>
                    </a:cubicBezTo>
                    <a:cubicBezTo>
                      <a:pt x="53" y="56"/>
                      <a:pt x="51" y="57"/>
                      <a:pt x="49" y="60"/>
                    </a:cubicBezTo>
                    <a:cubicBezTo>
                      <a:pt x="46" y="63"/>
                      <a:pt x="43" y="67"/>
                      <a:pt x="40" y="70"/>
                    </a:cubicBezTo>
                    <a:cubicBezTo>
                      <a:pt x="38" y="74"/>
                      <a:pt x="36" y="77"/>
                      <a:pt x="34" y="81"/>
                    </a:cubicBezTo>
                    <a:cubicBezTo>
                      <a:pt x="32" y="85"/>
                      <a:pt x="30" y="89"/>
                      <a:pt x="28" y="94"/>
                    </a:cubicBezTo>
                    <a:cubicBezTo>
                      <a:pt x="27" y="97"/>
                      <a:pt x="26" y="100"/>
                      <a:pt x="26" y="103"/>
                    </a:cubicBezTo>
                    <a:cubicBezTo>
                      <a:pt x="25" y="107"/>
                      <a:pt x="24" y="112"/>
                      <a:pt x="24" y="117"/>
                    </a:cubicBezTo>
                    <a:cubicBezTo>
                      <a:pt x="24" y="122"/>
                      <a:pt x="24" y="127"/>
                      <a:pt x="24" y="132"/>
                    </a:cubicBezTo>
                    <a:cubicBezTo>
                      <a:pt x="24" y="134"/>
                      <a:pt x="24" y="136"/>
                      <a:pt x="24" y="138"/>
                    </a:cubicBezTo>
                    <a:cubicBezTo>
                      <a:pt x="25" y="139"/>
                      <a:pt x="25" y="141"/>
                      <a:pt x="25" y="142"/>
                    </a:cubicBezTo>
                    <a:lnTo>
                      <a:pt x="26" y="143"/>
                    </a:lnTo>
                    <a:cubicBezTo>
                      <a:pt x="26" y="143"/>
                      <a:pt x="26" y="142"/>
                      <a:pt x="25" y="142"/>
                    </a:cubicBezTo>
                    <a:cubicBezTo>
                      <a:pt x="26" y="144"/>
                      <a:pt x="27" y="146"/>
                      <a:pt x="28" y="148"/>
                    </a:cubicBezTo>
                    <a:cubicBezTo>
                      <a:pt x="28" y="149"/>
                      <a:pt x="29" y="150"/>
                      <a:pt x="30" y="152"/>
                    </a:cubicBezTo>
                    <a:cubicBezTo>
                      <a:pt x="30" y="153"/>
                      <a:pt x="32" y="154"/>
                      <a:pt x="32" y="155"/>
                    </a:cubicBezTo>
                    <a:cubicBezTo>
                      <a:pt x="33" y="156"/>
                      <a:pt x="34" y="157"/>
                      <a:pt x="35" y="158"/>
                    </a:cubicBezTo>
                    <a:cubicBezTo>
                      <a:pt x="36" y="159"/>
                      <a:pt x="37" y="159"/>
                      <a:pt x="38" y="160"/>
                    </a:cubicBezTo>
                    <a:cubicBezTo>
                      <a:pt x="40" y="162"/>
                      <a:pt x="42" y="163"/>
                      <a:pt x="44" y="164"/>
                    </a:cubicBezTo>
                    <a:cubicBezTo>
                      <a:pt x="44" y="164"/>
                      <a:pt x="45" y="164"/>
                      <a:pt x="45" y="165"/>
                    </a:cubicBezTo>
                    <a:cubicBezTo>
                      <a:pt x="47" y="165"/>
                      <a:pt x="48" y="165"/>
                      <a:pt x="50" y="166"/>
                    </a:cubicBezTo>
                    <a:lnTo>
                      <a:pt x="51" y="166"/>
                    </a:lnTo>
                    <a:cubicBezTo>
                      <a:pt x="52" y="166"/>
                      <a:pt x="53" y="166"/>
                      <a:pt x="53" y="166"/>
                    </a:cubicBezTo>
                    <a:moveTo>
                      <a:pt x="37" y="186"/>
                    </a:moveTo>
                    <a:cubicBezTo>
                      <a:pt x="30" y="184"/>
                      <a:pt x="25" y="180"/>
                      <a:pt x="19" y="175"/>
                    </a:cubicBezTo>
                    <a:cubicBezTo>
                      <a:pt x="10" y="167"/>
                      <a:pt x="5" y="155"/>
                      <a:pt x="2" y="143"/>
                    </a:cubicBezTo>
                    <a:cubicBezTo>
                      <a:pt x="1" y="137"/>
                      <a:pt x="1" y="130"/>
                      <a:pt x="0" y="123"/>
                    </a:cubicBezTo>
                    <a:cubicBezTo>
                      <a:pt x="0" y="116"/>
                      <a:pt x="1" y="108"/>
                      <a:pt x="3" y="101"/>
                    </a:cubicBezTo>
                    <a:cubicBezTo>
                      <a:pt x="5" y="87"/>
                      <a:pt x="10" y="74"/>
                      <a:pt x="17" y="62"/>
                    </a:cubicBezTo>
                    <a:cubicBezTo>
                      <a:pt x="21" y="56"/>
                      <a:pt x="25" y="50"/>
                      <a:pt x="30" y="44"/>
                    </a:cubicBezTo>
                    <a:cubicBezTo>
                      <a:pt x="35" y="38"/>
                      <a:pt x="40" y="34"/>
                      <a:pt x="46" y="29"/>
                    </a:cubicBezTo>
                    <a:cubicBezTo>
                      <a:pt x="51" y="25"/>
                      <a:pt x="59" y="26"/>
                      <a:pt x="63" y="32"/>
                    </a:cubicBezTo>
                    <a:cubicBezTo>
                      <a:pt x="65" y="35"/>
                      <a:pt x="66" y="40"/>
                      <a:pt x="65" y="43"/>
                    </a:cubicBezTo>
                    <a:cubicBezTo>
                      <a:pt x="69" y="38"/>
                      <a:pt x="73" y="33"/>
                      <a:pt x="78" y="28"/>
                    </a:cubicBezTo>
                    <a:cubicBezTo>
                      <a:pt x="84" y="23"/>
                      <a:pt x="90" y="19"/>
                      <a:pt x="96" y="15"/>
                    </a:cubicBezTo>
                    <a:cubicBezTo>
                      <a:pt x="104" y="10"/>
                      <a:pt x="111" y="6"/>
                      <a:pt x="120" y="4"/>
                    </a:cubicBezTo>
                    <a:cubicBezTo>
                      <a:pt x="127" y="1"/>
                      <a:pt x="135" y="0"/>
                      <a:pt x="143" y="0"/>
                    </a:cubicBezTo>
                    <a:cubicBezTo>
                      <a:pt x="147" y="0"/>
                      <a:pt x="151" y="0"/>
                      <a:pt x="154" y="1"/>
                    </a:cubicBezTo>
                    <a:cubicBezTo>
                      <a:pt x="159" y="2"/>
                      <a:pt x="163" y="4"/>
                      <a:pt x="167" y="6"/>
                    </a:cubicBezTo>
                    <a:cubicBezTo>
                      <a:pt x="174" y="9"/>
                      <a:pt x="180" y="14"/>
                      <a:pt x="184" y="19"/>
                    </a:cubicBezTo>
                    <a:cubicBezTo>
                      <a:pt x="190" y="25"/>
                      <a:pt x="192" y="32"/>
                      <a:pt x="193" y="39"/>
                    </a:cubicBezTo>
                    <a:cubicBezTo>
                      <a:pt x="194" y="42"/>
                      <a:pt x="194" y="46"/>
                      <a:pt x="193" y="49"/>
                    </a:cubicBezTo>
                    <a:cubicBezTo>
                      <a:pt x="192" y="53"/>
                      <a:pt x="191" y="57"/>
                      <a:pt x="190" y="60"/>
                    </a:cubicBezTo>
                    <a:cubicBezTo>
                      <a:pt x="187" y="67"/>
                      <a:pt x="184" y="75"/>
                      <a:pt x="180" y="82"/>
                    </a:cubicBezTo>
                    <a:cubicBezTo>
                      <a:pt x="176" y="87"/>
                      <a:pt x="173" y="92"/>
                      <a:pt x="169" y="98"/>
                    </a:cubicBezTo>
                    <a:cubicBezTo>
                      <a:pt x="165" y="103"/>
                      <a:pt x="161" y="109"/>
                      <a:pt x="157" y="115"/>
                    </a:cubicBezTo>
                    <a:cubicBezTo>
                      <a:pt x="148" y="127"/>
                      <a:pt x="138" y="138"/>
                      <a:pt x="127" y="148"/>
                    </a:cubicBezTo>
                    <a:cubicBezTo>
                      <a:pt x="117" y="158"/>
                      <a:pt x="105" y="167"/>
                      <a:pt x="93" y="175"/>
                    </a:cubicBezTo>
                    <a:cubicBezTo>
                      <a:pt x="82" y="183"/>
                      <a:pt x="68" y="189"/>
                      <a:pt x="54" y="189"/>
                    </a:cubicBezTo>
                    <a:lnTo>
                      <a:pt x="53" y="189"/>
                    </a:lnTo>
                    <a:cubicBezTo>
                      <a:pt x="47" y="189"/>
                      <a:pt x="42" y="188"/>
                      <a:pt x="37" y="1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3" name="Google Shape;3503;p40">
                <a:extLst>
                  <a:ext uri="{FF2B5EF4-FFF2-40B4-BE49-F238E27FC236}">
                    <a16:creationId xmlns:a16="http://schemas.microsoft.com/office/drawing/2014/main" id="{C0062579-EF54-9AE8-7F19-9FD23A852177}"/>
                  </a:ext>
                </a:extLst>
              </p:cNvPr>
              <p:cNvSpPr/>
              <p:nvPr/>
            </p:nvSpPr>
            <p:spPr>
              <a:xfrm>
                <a:off x="387000" y="889560"/>
                <a:ext cx="21240" cy="44640"/>
              </a:xfrm>
              <a:custGeom>
                <a:avLst/>
                <a:gdLst/>
                <a:ahLst/>
                <a:cxnLst/>
                <a:rect l="l" t="t" r="r" b="b"/>
                <a:pathLst>
                  <a:path w="59" h="124" extrusionOk="0">
                    <a:moveTo>
                      <a:pt x="8" y="121"/>
                    </a:moveTo>
                    <a:cubicBezTo>
                      <a:pt x="2" y="119"/>
                      <a:pt x="0" y="111"/>
                      <a:pt x="3" y="106"/>
                    </a:cubicBezTo>
                    <a:cubicBezTo>
                      <a:pt x="7" y="100"/>
                      <a:pt x="10" y="94"/>
                      <a:pt x="13" y="88"/>
                    </a:cubicBezTo>
                    <a:cubicBezTo>
                      <a:pt x="16" y="82"/>
                      <a:pt x="19" y="75"/>
                      <a:pt x="21" y="69"/>
                    </a:cubicBezTo>
                    <a:cubicBezTo>
                      <a:pt x="24" y="64"/>
                      <a:pt x="25" y="58"/>
                      <a:pt x="26" y="53"/>
                    </a:cubicBezTo>
                    <a:cubicBezTo>
                      <a:pt x="28" y="42"/>
                      <a:pt x="31" y="30"/>
                      <a:pt x="32" y="18"/>
                    </a:cubicBezTo>
                    <a:cubicBezTo>
                      <a:pt x="33" y="16"/>
                      <a:pt x="33" y="14"/>
                      <a:pt x="33" y="12"/>
                    </a:cubicBezTo>
                    <a:cubicBezTo>
                      <a:pt x="33" y="6"/>
                      <a:pt x="38" y="0"/>
                      <a:pt x="45" y="0"/>
                    </a:cubicBezTo>
                    <a:cubicBezTo>
                      <a:pt x="52" y="0"/>
                      <a:pt x="58" y="6"/>
                      <a:pt x="58" y="13"/>
                    </a:cubicBezTo>
                    <a:cubicBezTo>
                      <a:pt x="57" y="21"/>
                      <a:pt x="56" y="28"/>
                      <a:pt x="54" y="35"/>
                    </a:cubicBezTo>
                    <a:cubicBezTo>
                      <a:pt x="53" y="43"/>
                      <a:pt x="51" y="51"/>
                      <a:pt x="49" y="58"/>
                    </a:cubicBezTo>
                    <a:cubicBezTo>
                      <a:pt x="44" y="80"/>
                      <a:pt x="35" y="99"/>
                      <a:pt x="23" y="117"/>
                    </a:cubicBezTo>
                    <a:cubicBezTo>
                      <a:pt x="21" y="121"/>
                      <a:pt x="17" y="123"/>
                      <a:pt x="13" y="123"/>
                    </a:cubicBezTo>
                    <a:cubicBezTo>
                      <a:pt x="11" y="123"/>
                      <a:pt x="9" y="123"/>
                      <a:pt x="8" y="1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4" name="Google Shape;3504;p40">
                <a:extLst>
                  <a:ext uri="{FF2B5EF4-FFF2-40B4-BE49-F238E27FC236}">
                    <a16:creationId xmlns:a16="http://schemas.microsoft.com/office/drawing/2014/main" id="{B801AE69-31C3-67A7-1851-92B49A4B18E2}"/>
                  </a:ext>
                </a:extLst>
              </p:cNvPr>
              <p:cNvSpPr/>
              <p:nvPr/>
            </p:nvSpPr>
            <p:spPr>
              <a:xfrm>
                <a:off x="461520" y="828000"/>
                <a:ext cx="58680" cy="135720"/>
              </a:xfrm>
              <a:custGeom>
                <a:avLst/>
                <a:gdLst/>
                <a:ahLst/>
                <a:cxnLst/>
                <a:rect l="l" t="t" r="r" b="b"/>
                <a:pathLst>
                  <a:path w="163" h="377" extrusionOk="0">
                    <a:moveTo>
                      <a:pt x="59" y="352"/>
                    </a:moveTo>
                    <a:lnTo>
                      <a:pt x="60" y="352"/>
                    </a:lnTo>
                    <a:cubicBezTo>
                      <a:pt x="60" y="351"/>
                      <a:pt x="61" y="351"/>
                      <a:pt x="61" y="351"/>
                    </a:cubicBezTo>
                    <a:lnTo>
                      <a:pt x="60" y="351"/>
                    </a:lnTo>
                    <a:lnTo>
                      <a:pt x="61" y="351"/>
                    </a:lnTo>
                    <a:cubicBezTo>
                      <a:pt x="61" y="351"/>
                      <a:pt x="62" y="350"/>
                      <a:pt x="63" y="349"/>
                    </a:cubicBezTo>
                    <a:cubicBezTo>
                      <a:pt x="62" y="350"/>
                      <a:pt x="62" y="350"/>
                      <a:pt x="61" y="350"/>
                    </a:cubicBezTo>
                    <a:lnTo>
                      <a:pt x="62" y="350"/>
                    </a:lnTo>
                    <a:cubicBezTo>
                      <a:pt x="62" y="350"/>
                      <a:pt x="63" y="349"/>
                      <a:pt x="63" y="348"/>
                    </a:cubicBezTo>
                    <a:cubicBezTo>
                      <a:pt x="64" y="345"/>
                      <a:pt x="66" y="342"/>
                      <a:pt x="67" y="338"/>
                    </a:cubicBezTo>
                    <a:cubicBezTo>
                      <a:pt x="72" y="322"/>
                      <a:pt x="76" y="305"/>
                      <a:pt x="80" y="289"/>
                    </a:cubicBezTo>
                    <a:cubicBezTo>
                      <a:pt x="82" y="277"/>
                      <a:pt x="85" y="266"/>
                      <a:pt x="87" y="255"/>
                    </a:cubicBezTo>
                    <a:cubicBezTo>
                      <a:pt x="87" y="248"/>
                      <a:pt x="88" y="241"/>
                      <a:pt x="89" y="233"/>
                    </a:cubicBezTo>
                    <a:cubicBezTo>
                      <a:pt x="84" y="237"/>
                      <a:pt x="80" y="241"/>
                      <a:pt x="75" y="245"/>
                    </a:cubicBezTo>
                    <a:cubicBezTo>
                      <a:pt x="66" y="252"/>
                      <a:pt x="58" y="259"/>
                      <a:pt x="50" y="267"/>
                    </a:cubicBezTo>
                    <a:cubicBezTo>
                      <a:pt x="47" y="270"/>
                      <a:pt x="44" y="274"/>
                      <a:pt x="41" y="278"/>
                    </a:cubicBezTo>
                    <a:cubicBezTo>
                      <a:pt x="38" y="283"/>
                      <a:pt x="35" y="288"/>
                      <a:pt x="32" y="294"/>
                    </a:cubicBezTo>
                    <a:cubicBezTo>
                      <a:pt x="31" y="296"/>
                      <a:pt x="29" y="299"/>
                      <a:pt x="28" y="303"/>
                    </a:cubicBezTo>
                    <a:cubicBezTo>
                      <a:pt x="27" y="304"/>
                      <a:pt x="27" y="306"/>
                      <a:pt x="27" y="308"/>
                    </a:cubicBezTo>
                    <a:cubicBezTo>
                      <a:pt x="26" y="310"/>
                      <a:pt x="26" y="312"/>
                      <a:pt x="25" y="314"/>
                    </a:cubicBezTo>
                    <a:cubicBezTo>
                      <a:pt x="25" y="316"/>
                      <a:pt x="25" y="318"/>
                      <a:pt x="25" y="320"/>
                    </a:cubicBezTo>
                    <a:cubicBezTo>
                      <a:pt x="25" y="322"/>
                      <a:pt x="25" y="323"/>
                      <a:pt x="26" y="324"/>
                    </a:cubicBezTo>
                    <a:cubicBezTo>
                      <a:pt x="26" y="327"/>
                      <a:pt x="27" y="329"/>
                      <a:pt x="27" y="330"/>
                    </a:cubicBezTo>
                    <a:cubicBezTo>
                      <a:pt x="28" y="331"/>
                      <a:pt x="28" y="332"/>
                      <a:pt x="28" y="333"/>
                    </a:cubicBezTo>
                    <a:cubicBezTo>
                      <a:pt x="29" y="334"/>
                      <a:pt x="30" y="336"/>
                      <a:pt x="30" y="337"/>
                    </a:cubicBezTo>
                    <a:cubicBezTo>
                      <a:pt x="31" y="337"/>
                      <a:pt x="32" y="338"/>
                      <a:pt x="32" y="340"/>
                    </a:cubicBezTo>
                    <a:cubicBezTo>
                      <a:pt x="34" y="341"/>
                      <a:pt x="34" y="341"/>
                      <a:pt x="35" y="343"/>
                    </a:cubicBezTo>
                    <a:cubicBezTo>
                      <a:pt x="36" y="343"/>
                      <a:pt x="38" y="344"/>
                      <a:pt x="39" y="345"/>
                    </a:cubicBezTo>
                    <a:cubicBezTo>
                      <a:pt x="40" y="346"/>
                      <a:pt x="41" y="347"/>
                      <a:pt x="43" y="348"/>
                    </a:cubicBezTo>
                    <a:cubicBezTo>
                      <a:pt x="45" y="348"/>
                      <a:pt x="46" y="350"/>
                      <a:pt x="48" y="350"/>
                    </a:cubicBezTo>
                    <a:cubicBezTo>
                      <a:pt x="50" y="351"/>
                      <a:pt x="52" y="351"/>
                      <a:pt x="53" y="351"/>
                    </a:cubicBezTo>
                    <a:cubicBezTo>
                      <a:pt x="55" y="352"/>
                      <a:pt x="56" y="352"/>
                      <a:pt x="57" y="352"/>
                    </a:cubicBezTo>
                    <a:cubicBezTo>
                      <a:pt x="57" y="352"/>
                      <a:pt x="58" y="352"/>
                      <a:pt x="59" y="352"/>
                    </a:cubicBezTo>
                    <a:moveTo>
                      <a:pt x="36" y="371"/>
                    </a:moveTo>
                    <a:cubicBezTo>
                      <a:pt x="22" y="365"/>
                      <a:pt x="10" y="353"/>
                      <a:pt x="5" y="338"/>
                    </a:cubicBezTo>
                    <a:cubicBezTo>
                      <a:pt x="0" y="324"/>
                      <a:pt x="1" y="308"/>
                      <a:pt x="7" y="293"/>
                    </a:cubicBezTo>
                    <a:cubicBezTo>
                      <a:pt x="10" y="285"/>
                      <a:pt x="14" y="279"/>
                      <a:pt x="18" y="273"/>
                    </a:cubicBezTo>
                    <a:cubicBezTo>
                      <a:pt x="22" y="266"/>
                      <a:pt x="27" y="259"/>
                      <a:pt x="33" y="253"/>
                    </a:cubicBezTo>
                    <a:cubicBezTo>
                      <a:pt x="39" y="247"/>
                      <a:pt x="45" y="241"/>
                      <a:pt x="51" y="236"/>
                    </a:cubicBezTo>
                    <a:cubicBezTo>
                      <a:pt x="55" y="233"/>
                      <a:pt x="59" y="229"/>
                      <a:pt x="63" y="227"/>
                    </a:cubicBezTo>
                    <a:cubicBezTo>
                      <a:pt x="73" y="218"/>
                      <a:pt x="82" y="211"/>
                      <a:pt x="92" y="203"/>
                    </a:cubicBezTo>
                    <a:cubicBezTo>
                      <a:pt x="94" y="195"/>
                      <a:pt x="94" y="188"/>
                      <a:pt x="95" y="181"/>
                    </a:cubicBezTo>
                    <a:cubicBezTo>
                      <a:pt x="96" y="175"/>
                      <a:pt x="96" y="169"/>
                      <a:pt x="98" y="163"/>
                    </a:cubicBezTo>
                    <a:cubicBezTo>
                      <a:pt x="99" y="155"/>
                      <a:pt x="100" y="148"/>
                      <a:pt x="101" y="142"/>
                    </a:cubicBezTo>
                    <a:cubicBezTo>
                      <a:pt x="102" y="136"/>
                      <a:pt x="102" y="131"/>
                      <a:pt x="104" y="126"/>
                    </a:cubicBezTo>
                    <a:cubicBezTo>
                      <a:pt x="105" y="121"/>
                      <a:pt x="106" y="115"/>
                      <a:pt x="108" y="110"/>
                    </a:cubicBezTo>
                    <a:cubicBezTo>
                      <a:pt x="108" y="108"/>
                      <a:pt x="108" y="107"/>
                      <a:pt x="108" y="105"/>
                    </a:cubicBezTo>
                    <a:cubicBezTo>
                      <a:pt x="105" y="110"/>
                      <a:pt x="102" y="115"/>
                      <a:pt x="98" y="120"/>
                    </a:cubicBezTo>
                    <a:cubicBezTo>
                      <a:pt x="90" y="132"/>
                      <a:pt x="80" y="143"/>
                      <a:pt x="68" y="153"/>
                    </a:cubicBezTo>
                    <a:cubicBezTo>
                      <a:pt x="63" y="158"/>
                      <a:pt x="57" y="162"/>
                      <a:pt x="50" y="165"/>
                    </a:cubicBezTo>
                    <a:cubicBezTo>
                      <a:pt x="43" y="168"/>
                      <a:pt x="35" y="168"/>
                      <a:pt x="28" y="165"/>
                    </a:cubicBezTo>
                    <a:cubicBezTo>
                      <a:pt x="24" y="164"/>
                      <a:pt x="20" y="162"/>
                      <a:pt x="17" y="159"/>
                    </a:cubicBezTo>
                    <a:cubicBezTo>
                      <a:pt x="14" y="155"/>
                      <a:pt x="13" y="151"/>
                      <a:pt x="11" y="146"/>
                    </a:cubicBezTo>
                    <a:cubicBezTo>
                      <a:pt x="10" y="135"/>
                      <a:pt x="11" y="124"/>
                      <a:pt x="12" y="113"/>
                    </a:cubicBezTo>
                    <a:cubicBezTo>
                      <a:pt x="13" y="102"/>
                      <a:pt x="16" y="92"/>
                      <a:pt x="18" y="81"/>
                    </a:cubicBezTo>
                    <a:cubicBezTo>
                      <a:pt x="20" y="74"/>
                      <a:pt x="23" y="66"/>
                      <a:pt x="25" y="58"/>
                    </a:cubicBezTo>
                    <a:cubicBezTo>
                      <a:pt x="27" y="51"/>
                      <a:pt x="30" y="43"/>
                      <a:pt x="32" y="35"/>
                    </a:cubicBezTo>
                    <a:lnTo>
                      <a:pt x="32" y="34"/>
                    </a:lnTo>
                    <a:cubicBezTo>
                      <a:pt x="34" y="27"/>
                      <a:pt x="41" y="23"/>
                      <a:pt x="48" y="25"/>
                    </a:cubicBezTo>
                    <a:cubicBezTo>
                      <a:pt x="55" y="27"/>
                      <a:pt x="57" y="34"/>
                      <a:pt x="56" y="41"/>
                    </a:cubicBezTo>
                    <a:cubicBezTo>
                      <a:pt x="56" y="42"/>
                      <a:pt x="56" y="42"/>
                      <a:pt x="55" y="43"/>
                    </a:cubicBezTo>
                    <a:cubicBezTo>
                      <a:pt x="49" y="61"/>
                      <a:pt x="43" y="79"/>
                      <a:pt x="38" y="97"/>
                    </a:cubicBezTo>
                    <a:cubicBezTo>
                      <a:pt x="38" y="100"/>
                      <a:pt x="37" y="102"/>
                      <a:pt x="36" y="106"/>
                    </a:cubicBezTo>
                    <a:cubicBezTo>
                      <a:pt x="35" y="111"/>
                      <a:pt x="35" y="117"/>
                      <a:pt x="34" y="122"/>
                    </a:cubicBezTo>
                    <a:cubicBezTo>
                      <a:pt x="34" y="127"/>
                      <a:pt x="34" y="131"/>
                      <a:pt x="34" y="135"/>
                    </a:cubicBezTo>
                    <a:cubicBezTo>
                      <a:pt x="34" y="137"/>
                      <a:pt x="34" y="139"/>
                      <a:pt x="35" y="141"/>
                    </a:cubicBezTo>
                    <a:lnTo>
                      <a:pt x="35" y="142"/>
                    </a:lnTo>
                    <a:lnTo>
                      <a:pt x="35" y="143"/>
                    </a:lnTo>
                    <a:cubicBezTo>
                      <a:pt x="36" y="143"/>
                      <a:pt x="36" y="143"/>
                      <a:pt x="36" y="143"/>
                    </a:cubicBezTo>
                    <a:cubicBezTo>
                      <a:pt x="37" y="143"/>
                      <a:pt x="37" y="143"/>
                      <a:pt x="38" y="143"/>
                    </a:cubicBezTo>
                    <a:cubicBezTo>
                      <a:pt x="38" y="143"/>
                      <a:pt x="39" y="143"/>
                      <a:pt x="40" y="143"/>
                    </a:cubicBezTo>
                    <a:cubicBezTo>
                      <a:pt x="41" y="143"/>
                      <a:pt x="41" y="143"/>
                      <a:pt x="42" y="143"/>
                    </a:cubicBezTo>
                    <a:cubicBezTo>
                      <a:pt x="43" y="142"/>
                      <a:pt x="43" y="142"/>
                      <a:pt x="44" y="142"/>
                    </a:cubicBezTo>
                    <a:cubicBezTo>
                      <a:pt x="45" y="142"/>
                      <a:pt x="45" y="141"/>
                      <a:pt x="46" y="140"/>
                    </a:cubicBezTo>
                    <a:cubicBezTo>
                      <a:pt x="49" y="139"/>
                      <a:pt x="52" y="137"/>
                      <a:pt x="55" y="135"/>
                    </a:cubicBezTo>
                    <a:cubicBezTo>
                      <a:pt x="54" y="135"/>
                      <a:pt x="54" y="135"/>
                      <a:pt x="54" y="135"/>
                    </a:cubicBezTo>
                    <a:lnTo>
                      <a:pt x="55" y="135"/>
                    </a:lnTo>
                    <a:cubicBezTo>
                      <a:pt x="55" y="134"/>
                      <a:pt x="55" y="134"/>
                      <a:pt x="55" y="134"/>
                    </a:cubicBezTo>
                    <a:cubicBezTo>
                      <a:pt x="60" y="130"/>
                      <a:pt x="64" y="125"/>
                      <a:pt x="69" y="120"/>
                    </a:cubicBezTo>
                    <a:cubicBezTo>
                      <a:pt x="78" y="111"/>
                      <a:pt x="85" y="100"/>
                      <a:pt x="92" y="89"/>
                    </a:cubicBezTo>
                    <a:cubicBezTo>
                      <a:pt x="98" y="81"/>
                      <a:pt x="103" y="72"/>
                      <a:pt x="109" y="63"/>
                    </a:cubicBezTo>
                    <a:cubicBezTo>
                      <a:pt x="115" y="54"/>
                      <a:pt x="120" y="43"/>
                      <a:pt x="126" y="33"/>
                    </a:cubicBezTo>
                    <a:cubicBezTo>
                      <a:pt x="126" y="33"/>
                      <a:pt x="126" y="34"/>
                      <a:pt x="125" y="34"/>
                    </a:cubicBezTo>
                    <a:cubicBezTo>
                      <a:pt x="126" y="34"/>
                      <a:pt x="126" y="33"/>
                      <a:pt x="126" y="33"/>
                    </a:cubicBezTo>
                    <a:cubicBezTo>
                      <a:pt x="127" y="30"/>
                      <a:pt x="129" y="27"/>
                      <a:pt x="130" y="24"/>
                    </a:cubicBezTo>
                    <a:cubicBezTo>
                      <a:pt x="130" y="24"/>
                      <a:pt x="131" y="24"/>
                      <a:pt x="131" y="23"/>
                    </a:cubicBezTo>
                    <a:lnTo>
                      <a:pt x="131" y="22"/>
                    </a:lnTo>
                    <a:cubicBezTo>
                      <a:pt x="133" y="19"/>
                      <a:pt x="134" y="16"/>
                      <a:pt x="135" y="14"/>
                    </a:cubicBezTo>
                    <a:cubicBezTo>
                      <a:pt x="136" y="12"/>
                      <a:pt x="137" y="10"/>
                      <a:pt x="138" y="9"/>
                    </a:cubicBezTo>
                    <a:cubicBezTo>
                      <a:pt x="140" y="6"/>
                      <a:pt x="141" y="5"/>
                      <a:pt x="144" y="3"/>
                    </a:cubicBezTo>
                    <a:cubicBezTo>
                      <a:pt x="152" y="0"/>
                      <a:pt x="162" y="9"/>
                      <a:pt x="159" y="17"/>
                    </a:cubicBezTo>
                    <a:cubicBezTo>
                      <a:pt x="156" y="27"/>
                      <a:pt x="153" y="36"/>
                      <a:pt x="149" y="45"/>
                    </a:cubicBezTo>
                    <a:cubicBezTo>
                      <a:pt x="147" y="52"/>
                      <a:pt x="144" y="60"/>
                      <a:pt x="142" y="68"/>
                    </a:cubicBezTo>
                    <a:cubicBezTo>
                      <a:pt x="139" y="75"/>
                      <a:pt x="137" y="82"/>
                      <a:pt x="135" y="90"/>
                    </a:cubicBezTo>
                    <a:cubicBezTo>
                      <a:pt x="131" y="103"/>
                      <a:pt x="128" y="117"/>
                      <a:pt x="124" y="131"/>
                    </a:cubicBezTo>
                    <a:cubicBezTo>
                      <a:pt x="123" y="137"/>
                      <a:pt x="123" y="143"/>
                      <a:pt x="122" y="148"/>
                    </a:cubicBezTo>
                    <a:cubicBezTo>
                      <a:pt x="120" y="154"/>
                      <a:pt x="119" y="160"/>
                      <a:pt x="118" y="166"/>
                    </a:cubicBezTo>
                    <a:cubicBezTo>
                      <a:pt x="117" y="172"/>
                      <a:pt x="116" y="179"/>
                      <a:pt x="116" y="185"/>
                    </a:cubicBezTo>
                    <a:cubicBezTo>
                      <a:pt x="118" y="183"/>
                      <a:pt x="120" y="182"/>
                      <a:pt x="122" y="180"/>
                    </a:cubicBezTo>
                    <a:cubicBezTo>
                      <a:pt x="127" y="176"/>
                      <a:pt x="133" y="178"/>
                      <a:pt x="137" y="182"/>
                    </a:cubicBezTo>
                    <a:cubicBezTo>
                      <a:pt x="140" y="187"/>
                      <a:pt x="139" y="193"/>
                      <a:pt x="134" y="197"/>
                    </a:cubicBezTo>
                    <a:cubicBezTo>
                      <a:pt x="127" y="203"/>
                      <a:pt x="119" y="209"/>
                      <a:pt x="112" y="215"/>
                    </a:cubicBezTo>
                    <a:cubicBezTo>
                      <a:pt x="111" y="223"/>
                      <a:pt x="110" y="231"/>
                      <a:pt x="109" y="239"/>
                    </a:cubicBezTo>
                    <a:cubicBezTo>
                      <a:pt x="108" y="252"/>
                      <a:pt x="106" y="264"/>
                      <a:pt x="103" y="277"/>
                    </a:cubicBezTo>
                    <a:cubicBezTo>
                      <a:pt x="102" y="287"/>
                      <a:pt x="99" y="298"/>
                      <a:pt x="97" y="308"/>
                    </a:cubicBezTo>
                    <a:cubicBezTo>
                      <a:pt x="95" y="319"/>
                      <a:pt x="92" y="331"/>
                      <a:pt x="89" y="343"/>
                    </a:cubicBezTo>
                    <a:cubicBezTo>
                      <a:pt x="88" y="345"/>
                      <a:pt x="87" y="348"/>
                      <a:pt x="87" y="351"/>
                    </a:cubicBezTo>
                    <a:cubicBezTo>
                      <a:pt x="86" y="354"/>
                      <a:pt x="85" y="357"/>
                      <a:pt x="84" y="359"/>
                    </a:cubicBezTo>
                    <a:cubicBezTo>
                      <a:pt x="82" y="363"/>
                      <a:pt x="80" y="366"/>
                      <a:pt x="76" y="369"/>
                    </a:cubicBezTo>
                    <a:cubicBezTo>
                      <a:pt x="71" y="374"/>
                      <a:pt x="64" y="376"/>
                      <a:pt x="58" y="376"/>
                    </a:cubicBezTo>
                    <a:cubicBezTo>
                      <a:pt x="50" y="376"/>
                      <a:pt x="42" y="374"/>
                      <a:pt x="36" y="37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5" name="Google Shape;3505;p40">
                <a:extLst>
                  <a:ext uri="{FF2B5EF4-FFF2-40B4-BE49-F238E27FC236}">
                    <a16:creationId xmlns:a16="http://schemas.microsoft.com/office/drawing/2014/main" id="{D05D4D6A-200C-7562-6F46-C95818541C9C}"/>
                  </a:ext>
                </a:extLst>
              </p:cNvPr>
              <p:cNvSpPr/>
              <p:nvPr/>
            </p:nvSpPr>
            <p:spPr>
              <a:xfrm>
                <a:off x="538920" y="858960"/>
                <a:ext cx="16920" cy="12240"/>
              </a:xfrm>
              <a:custGeom>
                <a:avLst/>
                <a:gdLst/>
                <a:ahLst/>
                <a:cxnLst/>
                <a:rect l="l" t="t" r="r" b="b"/>
                <a:pathLst>
                  <a:path w="47" h="34" extrusionOk="0">
                    <a:moveTo>
                      <a:pt x="9" y="32"/>
                    </a:moveTo>
                    <a:lnTo>
                      <a:pt x="10" y="32"/>
                    </a:lnTo>
                    <a:cubicBezTo>
                      <a:pt x="10" y="32"/>
                      <a:pt x="9" y="32"/>
                      <a:pt x="8" y="32"/>
                    </a:cubicBezTo>
                    <a:cubicBezTo>
                      <a:pt x="2" y="29"/>
                      <a:pt x="0" y="22"/>
                      <a:pt x="1" y="16"/>
                    </a:cubicBezTo>
                    <a:cubicBezTo>
                      <a:pt x="3" y="9"/>
                      <a:pt x="10" y="7"/>
                      <a:pt x="17" y="5"/>
                    </a:cubicBezTo>
                    <a:cubicBezTo>
                      <a:pt x="21" y="4"/>
                      <a:pt x="26" y="2"/>
                      <a:pt x="31" y="1"/>
                    </a:cubicBezTo>
                    <a:cubicBezTo>
                      <a:pt x="38" y="0"/>
                      <a:pt x="44" y="6"/>
                      <a:pt x="45" y="12"/>
                    </a:cubicBezTo>
                    <a:cubicBezTo>
                      <a:pt x="46" y="19"/>
                      <a:pt x="41" y="25"/>
                      <a:pt x="34" y="26"/>
                    </a:cubicBezTo>
                    <a:lnTo>
                      <a:pt x="33" y="26"/>
                    </a:lnTo>
                    <a:cubicBezTo>
                      <a:pt x="30" y="26"/>
                      <a:pt x="27" y="28"/>
                      <a:pt x="24" y="28"/>
                    </a:cubicBezTo>
                    <a:cubicBezTo>
                      <a:pt x="24" y="28"/>
                      <a:pt x="23" y="29"/>
                      <a:pt x="22" y="29"/>
                    </a:cubicBezTo>
                    <a:cubicBezTo>
                      <a:pt x="21" y="30"/>
                      <a:pt x="21" y="30"/>
                      <a:pt x="20" y="31"/>
                    </a:cubicBezTo>
                    <a:cubicBezTo>
                      <a:pt x="18" y="32"/>
                      <a:pt x="15" y="33"/>
                      <a:pt x="14" y="33"/>
                    </a:cubicBezTo>
                    <a:cubicBezTo>
                      <a:pt x="12" y="33"/>
                      <a:pt x="11" y="32"/>
                      <a:pt x="9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6" name="Google Shape;3506;p40">
                <a:extLst>
                  <a:ext uri="{FF2B5EF4-FFF2-40B4-BE49-F238E27FC236}">
                    <a16:creationId xmlns:a16="http://schemas.microsoft.com/office/drawing/2014/main" id="{7F70FBBB-2FE7-B01C-B12C-802E2A5E10F6}"/>
                  </a:ext>
                </a:extLst>
              </p:cNvPr>
              <p:cNvSpPr/>
              <p:nvPr/>
            </p:nvSpPr>
            <p:spPr>
              <a:xfrm>
                <a:off x="532080" y="874080"/>
                <a:ext cx="42840" cy="1548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43" extrusionOk="0">
                    <a:moveTo>
                      <a:pt x="10" y="40"/>
                    </a:moveTo>
                    <a:cubicBezTo>
                      <a:pt x="7" y="39"/>
                      <a:pt x="4" y="37"/>
                      <a:pt x="2" y="33"/>
                    </a:cubicBezTo>
                    <a:cubicBezTo>
                      <a:pt x="1" y="31"/>
                      <a:pt x="0" y="27"/>
                      <a:pt x="1" y="25"/>
                    </a:cubicBezTo>
                    <a:cubicBezTo>
                      <a:pt x="1" y="18"/>
                      <a:pt x="8" y="13"/>
                      <a:pt x="15" y="14"/>
                    </a:cubicBezTo>
                    <a:cubicBezTo>
                      <a:pt x="17" y="15"/>
                      <a:pt x="19" y="16"/>
                      <a:pt x="21" y="17"/>
                    </a:cubicBezTo>
                    <a:cubicBezTo>
                      <a:pt x="22" y="17"/>
                      <a:pt x="22" y="17"/>
                      <a:pt x="23" y="17"/>
                    </a:cubicBezTo>
                    <a:cubicBezTo>
                      <a:pt x="22" y="17"/>
                      <a:pt x="22" y="17"/>
                      <a:pt x="21" y="17"/>
                    </a:cubicBezTo>
                    <a:cubicBezTo>
                      <a:pt x="29" y="16"/>
                      <a:pt x="37" y="15"/>
                      <a:pt x="45" y="14"/>
                    </a:cubicBezTo>
                    <a:cubicBezTo>
                      <a:pt x="65" y="9"/>
                      <a:pt x="85" y="5"/>
                      <a:pt x="104" y="1"/>
                    </a:cubicBezTo>
                    <a:cubicBezTo>
                      <a:pt x="110" y="0"/>
                      <a:pt x="115" y="3"/>
                      <a:pt x="117" y="9"/>
                    </a:cubicBezTo>
                    <a:cubicBezTo>
                      <a:pt x="118" y="15"/>
                      <a:pt x="115" y="20"/>
                      <a:pt x="110" y="22"/>
                    </a:cubicBezTo>
                    <a:cubicBezTo>
                      <a:pt x="95" y="26"/>
                      <a:pt x="81" y="29"/>
                      <a:pt x="67" y="33"/>
                    </a:cubicBezTo>
                    <a:cubicBezTo>
                      <a:pt x="57" y="35"/>
                      <a:pt x="47" y="38"/>
                      <a:pt x="37" y="40"/>
                    </a:cubicBezTo>
                    <a:cubicBezTo>
                      <a:pt x="32" y="40"/>
                      <a:pt x="27" y="41"/>
                      <a:pt x="22" y="41"/>
                    </a:cubicBezTo>
                    <a:cubicBezTo>
                      <a:pt x="21" y="41"/>
                      <a:pt x="20" y="42"/>
                      <a:pt x="19" y="42"/>
                    </a:cubicBezTo>
                    <a:cubicBezTo>
                      <a:pt x="16" y="42"/>
                      <a:pt x="13" y="41"/>
                      <a:pt x="10" y="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7" name="Google Shape;3507;p40">
                <a:extLst>
                  <a:ext uri="{FF2B5EF4-FFF2-40B4-BE49-F238E27FC236}">
                    <a16:creationId xmlns:a16="http://schemas.microsoft.com/office/drawing/2014/main" id="{50B59022-BE8B-8B1E-A03B-ABB49FCE84AE}"/>
                  </a:ext>
                </a:extLst>
              </p:cNvPr>
              <p:cNvSpPr/>
              <p:nvPr/>
            </p:nvSpPr>
            <p:spPr>
              <a:xfrm>
                <a:off x="607320" y="825840"/>
                <a:ext cx="55440" cy="72720"/>
              </a:xfrm>
              <a:custGeom>
                <a:avLst/>
                <a:gdLst/>
                <a:ahLst/>
                <a:cxnLst/>
                <a:rect l="l" t="t" r="r" b="b"/>
                <a:pathLst>
                  <a:path w="154" h="202" extrusionOk="0">
                    <a:moveTo>
                      <a:pt x="25" y="178"/>
                    </a:moveTo>
                    <a:lnTo>
                      <a:pt x="26" y="177"/>
                    </a:lnTo>
                    <a:cubicBezTo>
                      <a:pt x="28" y="177"/>
                      <a:pt x="29" y="177"/>
                      <a:pt x="30" y="177"/>
                    </a:cubicBezTo>
                    <a:cubicBezTo>
                      <a:pt x="31" y="176"/>
                      <a:pt x="32" y="175"/>
                      <a:pt x="33" y="175"/>
                    </a:cubicBezTo>
                    <a:cubicBezTo>
                      <a:pt x="36" y="174"/>
                      <a:pt x="38" y="173"/>
                      <a:pt x="39" y="171"/>
                    </a:cubicBezTo>
                    <a:cubicBezTo>
                      <a:pt x="44" y="168"/>
                      <a:pt x="49" y="166"/>
                      <a:pt x="53" y="162"/>
                    </a:cubicBezTo>
                    <a:cubicBezTo>
                      <a:pt x="62" y="154"/>
                      <a:pt x="71" y="145"/>
                      <a:pt x="79" y="136"/>
                    </a:cubicBezTo>
                    <a:cubicBezTo>
                      <a:pt x="79" y="137"/>
                      <a:pt x="78" y="137"/>
                      <a:pt x="78" y="138"/>
                    </a:cubicBezTo>
                    <a:cubicBezTo>
                      <a:pt x="84" y="131"/>
                      <a:pt x="89" y="125"/>
                      <a:pt x="94" y="119"/>
                    </a:cubicBezTo>
                    <a:cubicBezTo>
                      <a:pt x="96" y="117"/>
                      <a:pt x="98" y="114"/>
                      <a:pt x="100" y="111"/>
                    </a:cubicBezTo>
                    <a:cubicBezTo>
                      <a:pt x="102" y="108"/>
                      <a:pt x="105" y="104"/>
                      <a:pt x="107" y="101"/>
                    </a:cubicBezTo>
                    <a:cubicBezTo>
                      <a:pt x="112" y="94"/>
                      <a:pt x="116" y="87"/>
                      <a:pt x="120" y="79"/>
                    </a:cubicBezTo>
                    <a:lnTo>
                      <a:pt x="120" y="80"/>
                    </a:lnTo>
                    <a:cubicBezTo>
                      <a:pt x="122" y="76"/>
                      <a:pt x="124" y="72"/>
                      <a:pt x="125" y="69"/>
                    </a:cubicBezTo>
                    <a:cubicBezTo>
                      <a:pt x="126" y="67"/>
                      <a:pt x="127" y="64"/>
                      <a:pt x="127" y="61"/>
                    </a:cubicBezTo>
                    <a:cubicBezTo>
                      <a:pt x="128" y="59"/>
                      <a:pt x="128" y="56"/>
                      <a:pt x="128" y="54"/>
                    </a:cubicBezTo>
                    <a:cubicBezTo>
                      <a:pt x="128" y="52"/>
                      <a:pt x="128" y="50"/>
                      <a:pt x="128" y="49"/>
                    </a:cubicBezTo>
                    <a:cubicBezTo>
                      <a:pt x="128" y="47"/>
                      <a:pt x="128" y="46"/>
                      <a:pt x="128" y="44"/>
                    </a:cubicBezTo>
                    <a:cubicBezTo>
                      <a:pt x="127" y="43"/>
                      <a:pt x="127" y="42"/>
                      <a:pt x="127" y="41"/>
                    </a:cubicBezTo>
                    <a:cubicBezTo>
                      <a:pt x="127" y="40"/>
                      <a:pt x="126" y="39"/>
                      <a:pt x="126" y="39"/>
                    </a:cubicBezTo>
                    <a:cubicBezTo>
                      <a:pt x="126" y="37"/>
                      <a:pt x="125" y="37"/>
                      <a:pt x="124" y="36"/>
                    </a:cubicBezTo>
                    <a:cubicBezTo>
                      <a:pt x="124" y="35"/>
                      <a:pt x="123" y="34"/>
                      <a:pt x="123" y="33"/>
                    </a:cubicBezTo>
                    <a:cubicBezTo>
                      <a:pt x="122" y="33"/>
                      <a:pt x="121" y="32"/>
                      <a:pt x="120" y="30"/>
                    </a:cubicBezTo>
                    <a:cubicBezTo>
                      <a:pt x="119" y="30"/>
                      <a:pt x="119" y="29"/>
                      <a:pt x="118" y="29"/>
                    </a:cubicBezTo>
                    <a:cubicBezTo>
                      <a:pt x="117" y="28"/>
                      <a:pt x="116" y="27"/>
                      <a:pt x="115" y="27"/>
                    </a:cubicBezTo>
                    <a:cubicBezTo>
                      <a:pt x="114" y="27"/>
                      <a:pt x="114" y="26"/>
                      <a:pt x="113" y="26"/>
                    </a:cubicBezTo>
                    <a:cubicBezTo>
                      <a:pt x="112" y="26"/>
                      <a:pt x="111" y="26"/>
                      <a:pt x="110" y="25"/>
                    </a:cubicBezTo>
                    <a:cubicBezTo>
                      <a:pt x="109" y="25"/>
                      <a:pt x="108" y="25"/>
                      <a:pt x="107" y="25"/>
                    </a:cubicBezTo>
                    <a:cubicBezTo>
                      <a:pt x="106" y="25"/>
                      <a:pt x="105" y="25"/>
                      <a:pt x="104" y="25"/>
                    </a:cubicBezTo>
                    <a:cubicBezTo>
                      <a:pt x="102" y="25"/>
                      <a:pt x="101" y="25"/>
                      <a:pt x="99" y="26"/>
                    </a:cubicBezTo>
                    <a:cubicBezTo>
                      <a:pt x="98" y="26"/>
                      <a:pt x="96" y="26"/>
                      <a:pt x="95" y="27"/>
                    </a:cubicBezTo>
                    <a:cubicBezTo>
                      <a:pt x="93" y="27"/>
                      <a:pt x="91" y="28"/>
                      <a:pt x="89" y="29"/>
                    </a:cubicBezTo>
                    <a:cubicBezTo>
                      <a:pt x="87" y="30"/>
                      <a:pt x="85" y="31"/>
                      <a:pt x="83" y="33"/>
                    </a:cubicBezTo>
                    <a:cubicBezTo>
                      <a:pt x="81" y="34"/>
                      <a:pt x="80" y="35"/>
                      <a:pt x="78" y="36"/>
                    </a:cubicBezTo>
                    <a:cubicBezTo>
                      <a:pt x="75" y="39"/>
                      <a:pt x="73" y="41"/>
                      <a:pt x="71" y="43"/>
                    </a:cubicBezTo>
                    <a:cubicBezTo>
                      <a:pt x="68" y="46"/>
                      <a:pt x="66" y="48"/>
                      <a:pt x="64" y="51"/>
                    </a:cubicBezTo>
                    <a:cubicBezTo>
                      <a:pt x="61" y="55"/>
                      <a:pt x="59" y="60"/>
                      <a:pt x="57" y="64"/>
                    </a:cubicBezTo>
                    <a:cubicBezTo>
                      <a:pt x="54" y="68"/>
                      <a:pt x="53" y="72"/>
                      <a:pt x="51" y="76"/>
                    </a:cubicBezTo>
                    <a:cubicBezTo>
                      <a:pt x="50" y="81"/>
                      <a:pt x="48" y="85"/>
                      <a:pt x="47" y="90"/>
                    </a:cubicBezTo>
                    <a:cubicBezTo>
                      <a:pt x="45" y="96"/>
                      <a:pt x="39" y="99"/>
                      <a:pt x="33" y="97"/>
                    </a:cubicBezTo>
                    <a:cubicBezTo>
                      <a:pt x="32" y="97"/>
                      <a:pt x="32" y="97"/>
                      <a:pt x="31" y="96"/>
                    </a:cubicBezTo>
                    <a:cubicBezTo>
                      <a:pt x="30" y="101"/>
                      <a:pt x="29" y="105"/>
                      <a:pt x="28" y="110"/>
                    </a:cubicBezTo>
                    <a:cubicBezTo>
                      <a:pt x="26" y="119"/>
                      <a:pt x="25" y="128"/>
                      <a:pt x="24" y="137"/>
                    </a:cubicBezTo>
                    <a:cubicBezTo>
                      <a:pt x="23" y="146"/>
                      <a:pt x="22" y="156"/>
                      <a:pt x="23" y="164"/>
                    </a:cubicBezTo>
                    <a:cubicBezTo>
                      <a:pt x="24" y="168"/>
                      <a:pt x="24" y="172"/>
                      <a:pt x="24" y="175"/>
                    </a:cubicBezTo>
                    <a:lnTo>
                      <a:pt x="24" y="176"/>
                    </a:lnTo>
                    <a:cubicBezTo>
                      <a:pt x="25" y="177"/>
                      <a:pt x="25" y="177"/>
                      <a:pt x="25" y="178"/>
                    </a:cubicBezTo>
                    <a:moveTo>
                      <a:pt x="15" y="199"/>
                    </a:moveTo>
                    <a:cubicBezTo>
                      <a:pt x="9" y="196"/>
                      <a:pt x="5" y="191"/>
                      <a:pt x="3" y="185"/>
                    </a:cubicBezTo>
                    <a:cubicBezTo>
                      <a:pt x="0" y="178"/>
                      <a:pt x="0" y="170"/>
                      <a:pt x="0" y="163"/>
                    </a:cubicBezTo>
                    <a:cubicBezTo>
                      <a:pt x="0" y="160"/>
                      <a:pt x="0" y="156"/>
                      <a:pt x="0" y="153"/>
                    </a:cubicBezTo>
                    <a:cubicBezTo>
                      <a:pt x="0" y="148"/>
                      <a:pt x="0" y="142"/>
                      <a:pt x="1" y="136"/>
                    </a:cubicBezTo>
                    <a:cubicBezTo>
                      <a:pt x="1" y="120"/>
                      <a:pt x="4" y="103"/>
                      <a:pt x="8" y="87"/>
                    </a:cubicBezTo>
                    <a:cubicBezTo>
                      <a:pt x="11" y="81"/>
                      <a:pt x="13" y="74"/>
                      <a:pt x="15" y="67"/>
                    </a:cubicBezTo>
                    <a:cubicBezTo>
                      <a:pt x="17" y="63"/>
                      <a:pt x="18" y="60"/>
                      <a:pt x="20" y="56"/>
                    </a:cubicBezTo>
                    <a:cubicBezTo>
                      <a:pt x="21" y="53"/>
                      <a:pt x="23" y="51"/>
                      <a:pt x="25" y="49"/>
                    </a:cubicBezTo>
                    <a:cubicBezTo>
                      <a:pt x="29" y="46"/>
                      <a:pt x="35" y="46"/>
                      <a:pt x="39" y="48"/>
                    </a:cubicBezTo>
                    <a:cubicBezTo>
                      <a:pt x="47" y="35"/>
                      <a:pt x="56" y="23"/>
                      <a:pt x="68" y="15"/>
                    </a:cubicBezTo>
                    <a:cubicBezTo>
                      <a:pt x="81" y="6"/>
                      <a:pt x="97" y="0"/>
                      <a:pt x="112" y="2"/>
                    </a:cubicBezTo>
                    <a:cubicBezTo>
                      <a:pt x="127" y="5"/>
                      <a:pt x="141" y="15"/>
                      <a:pt x="147" y="29"/>
                    </a:cubicBezTo>
                    <a:cubicBezTo>
                      <a:pt x="153" y="45"/>
                      <a:pt x="151" y="61"/>
                      <a:pt x="145" y="77"/>
                    </a:cubicBezTo>
                    <a:cubicBezTo>
                      <a:pt x="142" y="85"/>
                      <a:pt x="138" y="92"/>
                      <a:pt x="134" y="99"/>
                    </a:cubicBezTo>
                    <a:cubicBezTo>
                      <a:pt x="131" y="104"/>
                      <a:pt x="127" y="110"/>
                      <a:pt x="124" y="115"/>
                    </a:cubicBezTo>
                    <a:cubicBezTo>
                      <a:pt x="120" y="121"/>
                      <a:pt x="116" y="127"/>
                      <a:pt x="112" y="132"/>
                    </a:cubicBezTo>
                    <a:cubicBezTo>
                      <a:pt x="110" y="135"/>
                      <a:pt x="108" y="136"/>
                      <a:pt x="106" y="139"/>
                    </a:cubicBezTo>
                    <a:cubicBezTo>
                      <a:pt x="103" y="142"/>
                      <a:pt x="100" y="146"/>
                      <a:pt x="98" y="149"/>
                    </a:cubicBezTo>
                    <a:cubicBezTo>
                      <a:pt x="90" y="159"/>
                      <a:pt x="81" y="167"/>
                      <a:pt x="73" y="175"/>
                    </a:cubicBezTo>
                    <a:cubicBezTo>
                      <a:pt x="67" y="181"/>
                      <a:pt x="60" y="186"/>
                      <a:pt x="53" y="191"/>
                    </a:cubicBezTo>
                    <a:cubicBezTo>
                      <a:pt x="47" y="195"/>
                      <a:pt x="40" y="198"/>
                      <a:pt x="33" y="200"/>
                    </a:cubicBezTo>
                    <a:cubicBezTo>
                      <a:pt x="31" y="201"/>
                      <a:pt x="28" y="201"/>
                      <a:pt x="25" y="201"/>
                    </a:cubicBezTo>
                    <a:cubicBezTo>
                      <a:pt x="22" y="201"/>
                      <a:pt x="18" y="201"/>
                      <a:pt x="15" y="1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8" name="Google Shape;3508;p40">
                <a:extLst>
                  <a:ext uri="{FF2B5EF4-FFF2-40B4-BE49-F238E27FC236}">
                    <a16:creationId xmlns:a16="http://schemas.microsoft.com/office/drawing/2014/main" id="{D9D77059-015C-5DA2-BD38-911A6797BE2D}"/>
                  </a:ext>
                </a:extLst>
              </p:cNvPr>
              <p:cNvSpPr/>
              <p:nvPr/>
            </p:nvSpPr>
            <p:spPr>
              <a:xfrm>
                <a:off x="659160" y="885600"/>
                <a:ext cx="21960" cy="55080"/>
              </a:xfrm>
              <a:custGeom>
                <a:avLst/>
                <a:gdLst/>
                <a:ahLst/>
                <a:cxnLst/>
                <a:rect l="l" t="t" r="r" b="b"/>
                <a:pathLst>
                  <a:path w="61" h="153" extrusionOk="0">
                    <a:moveTo>
                      <a:pt x="10" y="152"/>
                    </a:moveTo>
                    <a:cubicBezTo>
                      <a:pt x="4" y="150"/>
                      <a:pt x="0" y="143"/>
                      <a:pt x="2" y="137"/>
                    </a:cubicBezTo>
                    <a:cubicBezTo>
                      <a:pt x="7" y="123"/>
                      <a:pt x="12" y="107"/>
                      <a:pt x="16" y="92"/>
                    </a:cubicBezTo>
                    <a:cubicBezTo>
                      <a:pt x="19" y="79"/>
                      <a:pt x="22" y="65"/>
                      <a:pt x="26" y="52"/>
                    </a:cubicBezTo>
                    <a:cubicBezTo>
                      <a:pt x="27" y="45"/>
                      <a:pt x="28" y="38"/>
                      <a:pt x="29" y="32"/>
                    </a:cubicBezTo>
                    <a:cubicBezTo>
                      <a:pt x="30" y="24"/>
                      <a:pt x="32" y="17"/>
                      <a:pt x="33" y="10"/>
                    </a:cubicBezTo>
                    <a:cubicBezTo>
                      <a:pt x="35" y="4"/>
                      <a:pt x="42" y="0"/>
                      <a:pt x="49" y="1"/>
                    </a:cubicBezTo>
                    <a:cubicBezTo>
                      <a:pt x="56" y="3"/>
                      <a:pt x="60" y="11"/>
                      <a:pt x="57" y="18"/>
                    </a:cubicBezTo>
                    <a:cubicBezTo>
                      <a:pt x="56" y="22"/>
                      <a:pt x="56" y="25"/>
                      <a:pt x="54" y="29"/>
                    </a:cubicBezTo>
                    <a:cubicBezTo>
                      <a:pt x="51" y="48"/>
                      <a:pt x="47" y="67"/>
                      <a:pt x="42" y="85"/>
                    </a:cubicBezTo>
                    <a:cubicBezTo>
                      <a:pt x="40" y="94"/>
                      <a:pt x="37" y="103"/>
                      <a:pt x="34" y="113"/>
                    </a:cubicBezTo>
                    <a:cubicBezTo>
                      <a:pt x="31" y="123"/>
                      <a:pt x="28" y="134"/>
                      <a:pt x="24" y="143"/>
                    </a:cubicBezTo>
                    <a:cubicBezTo>
                      <a:pt x="23" y="149"/>
                      <a:pt x="18" y="152"/>
                      <a:pt x="13" y="152"/>
                    </a:cubicBezTo>
                    <a:cubicBezTo>
                      <a:pt x="12" y="152"/>
                      <a:pt x="11" y="152"/>
                      <a:pt x="10" y="1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9" name="Google Shape;3509;p40">
                <a:extLst>
                  <a:ext uri="{FF2B5EF4-FFF2-40B4-BE49-F238E27FC236}">
                    <a16:creationId xmlns:a16="http://schemas.microsoft.com/office/drawing/2014/main" id="{C80BC9D4-145C-424D-918A-0D5B7C75A53C}"/>
                  </a:ext>
                </a:extLst>
              </p:cNvPr>
              <p:cNvSpPr/>
              <p:nvPr/>
            </p:nvSpPr>
            <p:spPr>
              <a:xfrm>
                <a:off x="738360" y="833760"/>
                <a:ext cx="46080" cy="68040"/>
              </a:xfrm>
              <a:custGeom>
                <a:avLst/>
                <a:gdLst/>
                <a:ahLst/>
                <a:cxnLst/>
                <a:rect l="l" t="t" r="r" b="b"/>
                <a:pathLst>
                  <a:path w="128" h="189" extrusionOk="0">
                    <a:moveTo>
                      <a:pt x="37" y="187"/>
                    </a:moveTo>
                    <a:cubicBezTo>
                      <a:pt x="29" y="187"/>
                      <a:pt x="21" y="184"/>
                      <a:pt x="14" y="180"/>
                    </a:cubicBezTo>
                    <a:cubicBezTo>
                      <a:pt x="9" y="176"/>
                      <a:pt x="3" y="170"/>
                      <a:pt x="2" y="163"/>
                    </a:cubicBezTo>
                    <a:cubicBezTo>
                      <a:pt x="0" y="156"/>
                      <a:pt x="1" y="149"/>
                      <a:pt x="5" y="144"/>
                    </a:cubicBezTo>
                    <a:cubicBezTo>
                      <a:pt x="6" y="140"/>
                      <a:pt x="9" y="137"/>
                      <a:pt x="11" y="134"/>
                    </a:cubicBezTo>
                    <a:cubicBezTo>
                      <a:pt x="27" y="112"/>
                      <a:pt x="45" y="93"/>
                      <a:pt x="62" y="73"/>
                    </a:cubicBezTo>
                    <a:cubicBezTo>
                      <a:pt x="66" y="68"/>
                      <a:pt x="70" y="64"/>
                      <a:pt x="74" y="59"/>
                    </a:cubicBezTo>
                    <a:cubicBezTo>
                      <a:pt x="81" y="51"/>
                      <a:pt x="88" y="43"/>
                      <a:pt x="94" y="34"/>
                    </a:cubicBezTo>
                    <a:lnTo>
                      <a:pt x="94" y="35"/>
                    </a:lnTo>
                    <a:cubicBezTo>
                      <a:pt x="94" y="35"/>
                      <a:pt x="94" y="34"/>
                      <a:pt x="95" y="33"/>
                    </a:cubicBezTo>
                    <a:cubicBezTo>
                      <a:pt x="96" y="32"/>
                      <a:pt x="97" y="30"/>
                      <a:pt x="98" y="28"/>
                    </a:cubicBezTo>
                    <a:cubicBezTo>
                      <a:pt x="97" y="28"/>
                      <a:pt x="95" y="29"/>
                      <a:pt x="93" y="29"/>
                    </a:cubicBezTo>
                    <a:lnTo>
                      <a:pt x="94" y="29"/>
                    </a:lnTo>
                    <a:cubicBezTo>
                      <a:pt x="86" y="32"/>
                      <a:pt x="77" y="35"/>
                      <a:pt x="69" y="38"/>
                    </a:cubicBezTo>
                    <a:cubicBezTo>
                      <a:pt x="62" y="40"/>
                      <a:pt x="55" y="42"/>
                      <a:pt x="49" y="45"/>
                    </a:cubicBezTo>
                    <a:cubicBezTo>
                      <a:pt x="46" y="51"/>
                      <a:pt x="39" y="54"/>
                      <a:pt x="34" y="53"/>
                    </a:cubicBezTo>
                    <a:cubicBezTo>
                      <a:pt x="32" y="52"/>
                      <a:pt x="31" y="52"/>
                      <a:pt x="30" y="52"/>
                    </a:cubicBezTo>
                    <a:cubicBezTo>
                      <a:pt x="27" y="50"/>
                      <a:pt x="24" y="48"/>
                      <a:pt x="23" y="45"/>
                    </a:cubicBezTo>
                    <a:cubicBezTo>
                      <a:pt x="20" y="41"/>
                      <a:pt x="21" y="36"/>
                      <a:pt x="23" y="32"/>
                    </a:cubicBezTo>
                    <a:cubicBezTo>
                      <a:pt x="24" y="30"/>
                      <a:pt x="27" y="28"/>
                      <a:pt x="30" y="26"/>
                    </a:cubicBezTo>
                    <a:cubicBezTo>
                      <a:pt x="32" y="25"/>
                      <a:pt x="35" y="24"/>
                      <a:pt x="38" y="22"/>
                    </a:cubicBezTo>
                    <a:cubicBezTo>
                      <a:pt x="42" y="21"/>
                      <a:pt x="45" y="20"/>
                      <a:pt x="48" y="19"/>
                    </a:cubicBezTo>
                    <a:cubicBezTo>
                      <a:pt x="54" y="17"/>
                      <a:pt x="61" y="15"/>
                      <a:pt x="67" y="12"/>
                    </a:cubicBezTo>
                    <a:cubicBezTo>
                      <a:pt x="79" y="8"/>
                      <a:pt x="91" y="4"/>
                      <a:pt x="103" y="1"/>
                    </a:cubicBezTo>
                    <a:cubicBezTo>
                      <a:pt x="109" y="0"/>
                      <a:pt x="116" y="1"/>
                      <a:pt x="120" y="4"/>
                    </a:cubicBezTo>
                    <a:cubicBezTo>
                      <a:pt x="123" y="7"/>
                      <a:pt x="125" y="9"/>
                      <a:pt x="126" y="12"/>
                    </a:cubicBezTo>
                    <a:cubicBezTo>
                      <a:pt x="127" y="15"/>
                      <a:pt x="127" y="19"/>
                      <a:pt x="126" y="24"/>
                    </a:cubicBezTo>
                    <a:cubicBezTo>
                      <a:pt x="125" y="31"/>
                      <a:pt x="121" y="38"/>
                      <a:pt x="117" y="44"/>
                    </a:cubicBezTo>
                    <a:cubicBezTo>
                      <a:pt x="113" y="50"/>
                      <a:pt x="108" y="56"/>
                      <a:pt x="103" y="61"/>
                    </a:cubicBezTo>
                    <a:cubicBezTo>
                      <a:pt x="94" y="71"/>
                      <a:pt x="86" y="82"/>
                      <a:pt x="77" y="91"/>
                    </a:cubicBezTo>
                    <a:cubicBezTo>
                      <a:pt x="69" y="99"/>
                      <a:pt x="62" y="107"/>
                      <a:pt x="55" y="116"/>
                    </a:cubicBezTo>
                    <a:cubicBezTo>
                      <a:pt x="47" y="125"/>
                      <a:pt x="40" y="134"/>
                      <a:pt x="33" y="143"/>
                    </a:cubicBezTo>
                    <a:cubicBezTo>
                      <a:pt x="30" y="146"/>
                      <a:pt x="28" y="151"/>
                      <a:pt x="26" y="155"/>
                    </a:cubicBezTo>
                    <a:cubicBezTo>
                      <a:pt x="26" y="156"/>
                      <a:pt x="26" y="156"/>
                      <a:pt x="25" y="156"/>
                    </a:cubicBezTo>
                    <a:cubicBezTo>
                      <a:pt x="26" y="156"/>
                      <a:pt x="26" y="157"/>
                      <a:pt x="26" y="157"/>
                    </a:cubicBezTo>
                    <a:lnTo>
                      <a:pt x="26" y="158"/>
                    </a:lnTo>
                    <a:cubicBezTo>
                      <a:pt x="26" y="158"/>
                      <a:pt x="27" y="158"/>
                      <a:pt x="27" y="159"/>
                    </a:cubicBezTo>
                    <a:cubicBezTo>
                      <a:pt x="27" y="159"/>
                      <a:pt x="28" y="159"/>
                      <a:pt x="28" y="160"/>
                    </a:cubicBezTo>
                    <a:cubicBezTo>
                      <a:pt x="28" y="159"/>
                      <a:pt x="27" y="159"/>
                      <a:pt x="27" y="159"/>
                    </a:cubicBezTo>
                    <a:cubicBezTo>
                      <a:pt x="28" y="159"/>
                      <a:pt x="28" y="159"/>
                      <a:pt x="28" y="160"/>
                    </a:cubicBezTo>
                    <a:cubicBezTo>
                      <a:pt x="29" y="160"/>
                      <a:pt x="30" y="160"/>
                      <a:pt x="30" y="161"/>
                    </a:cubicBezTo>
                    <a:cubicBezTo>
                      <a:pt x="31" y="161"/>
                      <a:pt x="31" y="162"/>
                      <a:pt x="32" y="162"/>
                    </a:cubicBezTo>
                    <a:cubicBezTo>
                      <a:pt x="34" y="162"/>
                      <a:pt x="35" y="163"/>
                      <a:pt x="37" y="163"/>
                    </a:cubicBezTo>
                    <a:cubicBezTo>
                      <a:pt x="38" y="163"/>
                      <a:pt x="38" y="163"/>
                      <a:pt x="39" y="163"/>
                    </a:cubicBezTo>
                    <a:cubicBezTo>
                      <a:pt x="43" y="163"/>
                      <a:pt x="46" y="163"/>
                      <a:pt x="50" y="163"/>
                    </a:cubicBezTo>
                    <a:cubicBezTo>
                      <a:pt x="56" y="163"/>
                      <a:pt x="61" y="163"/>
                      <a:pt x="66" y="162"/>
                    </a:cubicBezTo>
                    <a:cubicBezTo>
                      <a:pt x="75" y="160"/>
                      <a:pt x="83" y="158"/>
                      <a:pt x="91" y="155"/>
                    </a:cubicBezTo>
                    <a:cubicBezTo>
                      <a:pt x="92" y="155"/>
                      <a:pt x="93" y="155"/>
                      <a:pt x="93" y="155"/>
                    </a:cubicBezTo>
                    <a:lnTo>
                      <a:pt x="92" y="155"/>
                    </a:lnTo>
                    <a:cubicBezTo>
                      <a:pt x="93" y="155"/>
                      <a:pt x="95" y="154"/>
                      <a:pt x="96" y="153"/>
                    </a:cubicBezTo>
                    <a:cubicBezTo>
                      <a:pt x="102" y="151"/>
                      <a:pt x="109" y="153"/>
                      <a:pt x="112" y="160"/>
                    </a:cubicBezTo>
                    <a:cubicBezTo>
                      <a:pt x="113" y="163"/>
                      <a:pt x="113" y="166"/>
                      <a:pt x="111" y="169"/>
                    </a:cubicBezTo>
                    <a:cubicBezTo>
                      <a:pt x="110" y="173"/>
                      <a:pt x="107" y="175"/>
                      <a:pt x="104" y="176"/>
                    </a:cubicBezTo>
                    <a:cubicBezTo>
                      <a:pt x="96" y="179"/>
                      <a:pt x="89" y="180"/>
                      <a:pt x="82" y="183"/>
                    </a:cubicBezTo>
                    <a:cubicBezTo>
                      <a:pt x="76" y="184"/>
                      <a:pt x="69" y="186"/>
                      <a:pt x="63" y="186"/>
                    </a:cubicBezTo>
                    <a:cubicBezTo>
                      <a:pt x="56" y="187"/>
                      <a:pt x="51" y="188"/>
                      <a:pt x="45" y="188"/>
                    </a:cubicBezTo>
                    <a:cubicBezTo>
                      <a:pt x="42" y="188"/>
                      <a:pt x="39" y="188"/>
                      <a:pt x="37" y="1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0" name="Google Shape;3510;p40">
                <a:extLst>
                  <a:ext uri="{FF2B5EF4-FFF2-40B4-BE49-F238E27FC236}">
                    <a16:creationId xmlns:a16="http://schemas.microsoft.com/office/drawing/2014/main" id="{7708E99F-6746-1B88-D4F7-89AA2E73C429}"/>
                  </a:ext>
                </a:extLst>
              </p:cNvPr>
              <p:cNvSpPr/>
              <p:nvPr/>
            </p:nvSpPr>
            <p:spPr>
              <a:xfrm>
                <a:off x="736560" y="860040"/>
                <a:ext cx="59040" cy="19440"/>
              </a:xfrm>
              <a:custGeom>
                <a:avLst/>
                <a:gdLst/>
                <a:ahLst/>
                <a:cxnLst/>
                <a:rect l="l" t="t" r="r" b="b"/>
                <a:pathLst>
                  <a:path w="164" h="54" extrusionOk="0">
                    <a:moveTo>
                      <a:pt x="12" y="51"/>
                    </a:moveTo>
                    <a:cubicBezTo>
                      <a:pt x="5" y="48"/>
                      <a:pt x="0" y="40"/>
                      <a:pt x="3" y="33"/>
                    </a:cubicBezTo>
                    <a:cubicBezTo>
                      <a:pt x="4" y="29"/>
                      <a:pt x="7" y="25"/>
                      <a:pt x="11" y="22"/>
                    </a:cubicBezTo>
                    <a:cubicBezTo>
                      <a:pt x="16" y="19"/>
                      <a:pt x="22" y="16"/>
                      <a:pt x="28" y="15"/>
                    </a:cubicBezTo>
                    <a:cubicBezTo>
                      <a:pt x="47" y="7"/>
                      <a:pt x="68" y="4"/>
                      <a:pt x="88" y="2"/>
                    </a:cubicBezTo>
                    <a:cubicBezTo>
                      <a:pt x="110" y="0"/>
                      <a:pt x="131" y="1"/>
                      <a:pt x="152" y="1"/>
                    </a:cubicBezTo>
                    <a:cubicBezTo>
                      <a:pt x="159" y="1"/>
                      <a:pt x="163" y="6"/>
                      <a:pt x="163" y="12"/>
                    </a:cubicBezTo>
                    <a:cubicBezTo>
                      <a:pt x="163" y="18"/>
                      <a:pt x="158" y="23"/>
                      <a:pt x="152" y="23"/>
                    </a:cubicBezTo>
                    <a:cubicBezTo>
                      <a:pt x="134" y="23"/>
                      <a:pt x="116" y="23"/>
                      <a:pt x="98" y="25"/>
                    </a:cubicBezTo>
                    <a:cubicBezTo>
                      <a:pt x="88" y="26"/>
                      <a:pt x="77" y="27"/>
                      <a:pt x="67" y="29"/>
                    </a:cubicBezTo>
                    <a:lnTo>
                      <a:pt x="66" y="29"/>
                    </a:lnTo>
                    <a:lnTo>
                      <a:pt x="65" y="29"/>
                    </a:lnTo>
                    <a:lnTo>
                      <a:pt x="66" y="29"/>
                    </a:lnTo>
                    <a:cubicBezTo>
                      <a:pt x="58" y="30"/>
                      <a:pt x="50" y="32"/>
                      <a:pt x="43" y="34"/>
                    </a:cubicBezTo>
                    <a:cubicBezTo>
                      <a:pt x="39" y="36"/>
                      <a:pt x="35" y="38"/>
                      <a:pt x="30" y="40"/>
                    </a:cubicBezTo>
                    <a:cubicBezTo>
                      <a:pt x="30" y="41"/>
                      <a:pt x="30" y="42"/>
                      <a:pt x="29" y="43"/>
                    </a:cubicBezTo>
                    <a:cubicBezTo>
                      <a:pt x="28" y="49"/>
                      <a:pt x="22" y="53"/>
                      <a:pt x="17" y="53"/>
                    </a:cubicBezTo>
                    <a:cubicBezTo>
                      <a:pt x="15" y="53"/>
                      <a:pt x="14" y="52"/>
                      <a:pt x="12" y="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1" name="Google Shape;3511;p40">
                <a:extLst>
                  <a:ext uri="{FF2B5EF4-FFF2-40B4-BE49-F238E27FC236}">
                    <a16:creationId xmlns:a16="http://schemas.microsoft.com/office/drawing/2014/main" id="{E9389A6D-16B6-B54C-218E-9B3D726D01CB}"/>
                  </a:ext>
                </a:extLst>
              </p:cNvPr>
              <p:cNvSpPr/>
              <p:nvPr/>
            </p:nvSpPr>
            <p:spPr>
              <a:xfrm>
                <a:off x="815760" y="851040"/>
                <a:ext cx="2412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67" h="31" extrusionOk="0">
                    <a:moveTo>
                      <a:pt x="13" y="30"/>
                    </a:moveTo>
                    <a:cubicBezTo>
                      <a:pt x="6" y="29"/>
                      <a:pt x="0" y="24"/>
                      <a:pt x="0" y="17"/>
                    </a:cubicBezTo>
                    <a:cubicBezTo>
                      <a:pt x="1" y="10"/>
                      <a:pt x="6" y="4"/>
                      <a:pt x="13" y="4"/>
                    </a:cubicBezTo>
                    <a:cubicBezTo>
                      <a:pt x="19" y="4"/>
                      <a:pt x="24" y="3"/>
                      <a:pt x="30" y="2"/>
                    </a:cubicBezTo>
                    <a:cubicBezTo>
                      <a:pt x="37" y="2"/>
                      <a:pt x="44" y="1"/>
                      <a:pt x="52" y="1"/>
                    </a:cubicBezTo>
                    <a:cubicBezTo>
                      <a:pt x="58" y="0"/>
                      <a:pt x="64" y="4"/>
                      <a:pt x="65" y="11"/>
                    </a:cubicBezTo>
                    <a:cubicBezTo>
                      <a:pt x="66" y="17"/>
                      <a:pt x="61" y="23"/>
                      <a:pt x="55" y="24"/>
                    </a:cubicBezTo>
                    <a:cubicBezTo>
                      <a:pt x="47" y="24"/>
                      <a:pt x="39" y="26"/>
                      <a:pt x="32" y="27"/>
                    </a:cubicBezTo>
                    <a:cubicBezTo>
                      <a:pt x="29" y="27"/>
                      <a:pt x="25" y="27"/>
                      <a:pt x="23" y="28"/>
                    </a:cubicBezTo>
                    <a:cubicBezTo>
                      <a:pt x="20" y="29"/>
                      <a:pt x="17" y="30"/>
                      <a:pt x="14" y="30"/>
                    </a:cubicBezTo>
                    <a:lnTo>
                      <a:pt x="13" y="3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2" name="Google Shape;3512;p40">
                <a:extLst>
                  <a:ext uri="{FF2B5EF4-FFF2-40B4-BE49-F238E27FC236}">
                    <a16:creationId xmlns:a16="http://schemas.microsoft.com/office/drawing/2014/main" id="{3B5AFF5C-B679-590D-EB77-C11FF93E20E1}"/>
                  </a:ext>
                </a:extLst>
              </p:cNvPr>
              <p:cNvSpPr/>
              <p:nvPr/>
            </p:nvSpPr>
            <p:spPr>
              <a:xfrm>
                <a:off x="808920" y="856440"/>
                <a:ext cx="70920" cy="27000"/>
              </a:xfrm>
              <a:custGeom>
                <a:avLst/>
                <a:gdLst/>
                <a:ahLst/>
                <a:cxnLst/>
                <a:rect l="l" t="t" r="r" b="b"/>
                <a:pathLst>
                  <a:path w="197" h="75" extrusionOk="0">
                    <a:moveTo>
                      <a:pt x="2" y="64"/>
                    </a:moveTo>
                    <a:cubicBezTo>
                      <a:pt x="0" y="57"/>
                      <a:pt x="5" y="51"/>
                      <a:pt x="11" y="49"/>
                    </a:cubicBezTo>
                    <a:lnTo>
                      <a:pt x="12" y="49"/>
                    </a:lnTo>
                    <a:cubicBezTo>
                      <a:pt x="11" y="49"/>
                      <a:pt x="11" y="49"/>
                      <a:pt x="11" y="49"/>
                    </a:cubicBezTo>
                    <a:cubicBezTo>
                      <a:pt x="11" y="49"/>
                      <a:pt x="12" y="49"/>
                      <a:pt x="13" y="49"/>
                    </a:cubicBezTo>
                    <a:cubicBezTo>
                      <a:pt x="17" y="47"/>
                      <a:pt x="22" y="44"/>
                      <a:pt x="28" y="43"/>
                    </a:cubicBezTo>
                    <a:cubicBezTo>
                      <a:pt x="34" y="40"/>
                      <a:pt x="41" y="37"/>
                      <a:pt x="47" y="35"/>
                    </a:cubicBezTo>
                    <a:cubicBezTo>
                      <a:pt x="52" y="33"/>
                      <a:pt x="57" y="32"/>
                      <a:pt x="63" y="29"/>
                    </a:cubicBezTo>
                    <a:cubicBezTo>
                      <a:pt x="69" y="28"/>
                      <a:pt x="74" y="26"/>
                      <a:pt x="80" y="24"/>
                    </a:cubicBezTo>
                    <a:cubicBezTo>
                      <a:pt x="87" y="22"/>
                      <a:pt x="94" y="20"/>
                      <a:pt x="101" y="18"/>
                    </a:cubicBezTo>
                    <a:cubicBezTo>
                      <a:pt x="107" y="16"/>
                      <a:pt x="114" y="15"/>
                      <a:pt x="120" y="14"/>
                    </a:cubicBezTo>
                    <a:cubicBezTo>
                      <a:pt x="132" y="11"/>
                      <a:pt x="143" y="8"/>
                      <a:pt x="155" y="6"/>
                    </a:cubicBezTo>
                    <a:cubicBezTo>
                      <a:pt x="163" y="4"/>
                      <a:pt x="172" y="2"/>
                      <a:pt x="182" y="0"/>
                    </a:cubicBezTo>
                    <a:cubicBezTo>
                      <a:pt x="187" y="0"/>
                      <a:pt x="193" y="2"/>
                      <a:pt x="194" y="8"/>
                    </a:cubicBezTo>
                    <a:cubicBezTo>
                      <a:pt x="196" y="13"/>
                      <a:pt x="192" y="19"/>
                      <a:pt x="187" y="21"/>
                    </a:cubicBezTo>
                    <a:cubicBezTo>
                      <a:pt x="168" y="25"/>
                      <a:pt x="150" y="29"/>
                      <a:pt x="131" y="33"/>
                    </a:cubicBezTo>
                    <a:cubicBezTo>
                      <a:pt x="123" y="36"/>
                      <a:pt x="115" y="38"/>
                      <a:pt x="106" y="40"/>
                    </a:cubicBezTo>
                    <a:cubicBezTo>
                      <a:pt x="99" y="42"/>
                      <a:pt x="92" y="44"/>
                      <a:pt x="84" y="47"/>
                    </a:cubicBezTo>
                    <a:cubicBezTo>
                      <a:pt x="73" y="51"/>
                      <a:pt x="62" y="54"/>
                      <a:pt x="50" y="59"/>
                    </a:cubicBezTo>
                    <a:cubicBezTo>
                      <a:pt x="45" y="61"/>
                      <a:pt x="39" y="64"/>
                      <a:pt x="34" y="66"/>
                    </a:cubicBezTo>
                    <a:cubicBezTo>
                      <a:pt x="29" y="68"/>
                      <a:pt x="24" y="71"/>
                      <a:pt x="19" y="73"/>
                    </a:cubicBezTo>
                    <a:cubicBezTo>
                      <a:pt x="17" y="74"/>
                      <a:pt x="16" y="74"/>
                      <a:pt x="14" y="74"/>
                    </a:cubicBezTo>
                    <a:cubicBezTo>
                      <a:pt x="9" y="74"/>
                      <a:pt x="4" y="70"/>
                      <a:pt x="2" y="6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3" name="Google Shape;3513;p40">
                <a:extLst>
                  <a:ext uri="{FF2B5EF4-FFF2-40B4-BE49-F238E27FC236}">
                    <a16:creationId xmlns:a16="http://schemas.microsoft.com/office/drawing/2014/main" id="{1109C135-2CB3-6AC9-8283-1A7DEEF2A7EE}"/>
                  </a:ext>
                </a:extLst>
              </p:cNvPr>
              <p:cNvSpPr/>
              <p:nvPr/>
            </p:nvSpPr>
            <p:spPr>
              <a:xfrm>
                <a:off x="853920" y="824760"/>
                <a:ext cx="91080" cy="70560"/>
              </a:xfrm>
              <a:custGeom>
                <a:avLst/>
                <a:gdLst/>
                <a:ahLst/>
                <a:cxnLst/>
                <a:rect l="l" t="t" r="r" b="b"/>
                <a:pathLst>
                  <a:path w="253" h="196" extrusionOk="0">
                    <a:moveTo>
                      <a:pt x="108" y="172"/>
                    </a:moveTo>
                    <a:cubicBezTo>
                      <a:pt x="109" y="171"/>
                      <a:pt x="109" y="171"/>
                      <a:pt x="109" y="171"/>
                    </a:cubicBezTo>
                    <a:cubicBezTo>
                      <a:pt x="111" y="171"/>
                      <a:pt x="112" y="171"/>
                      <a:pt x="113" y="171"/>
                    </a:cubicBezTo>
                    <a:cubicBezTo>
                      <a:pt x="115" y="170"/>
                      <a:pt x="118" y="169"/>
                      <a:pt x="120" y="168"/>
                    </a:cubicBezTo>
                    <a:cubicBezTo>
                      <a:pt x="124" y="166"/>
                      <a:pt x="128" y="163"/>
                      <a:pt x="132" y="161"/>
                    </a:cubicBezTo>
                    <a:lnTo>
                      <a:pt x="132" y="162"/>
                    </a:lnTo>
                    <a:cubicBezTo>
                      <a:pt x="132" y="161"/>
                      <a:pt x="132" y="161"/>
                      <a:pt x="133" y="160"/>
                    </a:cubicBezTo>
                    <a:cubicBezTo>
                      <a:pt x="144" y="153"/>
                      <a:pt x="156" y="145"/>
                      <a:pt x="167" y="135"/>
                    </a:cubicBezTo>
                    <a:cubicBezTo>
                      <a:pt x="173" y="131"/>
                      <a:pt x="179" y="126"/>
                      <a:pt x="185" y="121"/>
                    </a:cubicBezTo>
                    <a:cubicBezTo>
                      <a:pt x="193" y="114"/>
                      <a:pt x="201" y="106"/>
                      <a:pt x="209" y="98"/>
                    </a:cubicBezTo>
                    <a:cubicBezTo>
                      <a:pt x="213" y="95"/>
                      <a:pt x="215" y="90"/>
                      <a:pt x="218" y="87"/>
                    </a:cubicBezTo>
                    <a:cubicBezTo>
                      <a:pt x="221" y="84"/>
                      <a:pt x="222" y="80"/>
                      <a:pt x="225" y="77"/>
                    </a:cubicBezTo>
                    <a:cubicBezTo>
                      <a:pt x="226" y="74"/>
                      <a:pt x="227" y="72"/>
                      <a:pt x="228" y="70"/>
                    </a:cubicBezTo>
                    <a:cubicBezTo>
                      <a:pt x="228" y="68"/>
                      <a:pt x="228" y="67"/>
                      <a:pt x="229" y="65"/>
                    </a:cubicBezTo>
                    <a:cubicBezTo>
                      <a:pt x="229" y="65"/>
                      <a:pt x="229" y="64"/>
                      <a:pt x="229" y="63"/>
                    </a:cubicBezTo>
                    <a:cubicBezTo>
                      <a:pt x="229" y="61"/>
                      <a:pt x="229" y="60"/>
                      <a:pt x="229" y="58"/>
                    </a:cubicBezTo>
                    <a:cubicBezTo>
                      <a:pt x="229" y="57"/>
                      <a:pt x="229" y="56"/>
                      <a:pt x="229" y="55"/>
                    </a:cubicBezTo>
                    <a:cubicBezTo>
                      <a:pt x="229" y="56"/>
                      <a:pt x="229" y="56"/>
                      <a:pt x="229" y="57"/>
                    </a:cubicBezTo>
                    <a:cubicBezTo>
                      <a:pt x="229" y="56"/>
                      <a:pt x="229" y="54"/>
                      <a:pt x="228" y="53"/>
                    </a:cubicBezTo>
                    <a:cubicBezTo>
                      <a:pt x="228" y="53"/>
                      <a:pt x="228" y="52"/>
                      <a:pt x="228" y="51"/>
                    </a:cubicBezTo>
                    <a:cubicBezTo>
                      <a:pt x="227" y="50"/>
                      <a:pt x="227" y="49"/>
                      <a:pt x="226" y="48"/>
                    </a:cubicBezTo>
                    <a:cubicBezTo>
                      <a:pt x="225" y="47"/>
                      <a:pt x="224" y="46"/>
                      <a:pt x="223" y="44"/>
                    </a:cubicBezTo>
                    <a:cubicBezTo>
                      <a:pt x="222" y="43"/>
                      <a:pt x="220" y="42"/>
                      <a:pt x="219" y="40"/>
                    </a:cubicBezTo>
                    <a:cubicBezTo>
                      <a:pt x="217" y="39"/>
                      <a:pt x="215" y="37"/>
                      <a:pt x="214" y="36"/>
                    </a:cubicBezTo>
                    <a:cubicBezTo>
                      <a:pt x="211" y="34"/>
                      <a:pt x="208" y="33"/>
                      <a:pt x="206" y="31"/>
                    </a:cubicBezTo>
                    <a:cubicBezTo>
                      <a:pt x="204" y="30"/>
                      <a:pt x="202" y="29"/>
                      <a:pt x="200" y="29"/>
                    </a:cubicBezTo>
                    <a:cubicBezTo>
                      <a:pt x="197" y="28"/>
                      <a:pt x="193" y="26"/>
                      <a:pt x="190" y="26"/>
                    </a:cubicBezTo>
                    <a:cubicBezTo>
                      <a:pt x="187" y="25"/>
                      <a:pt x="183" y="25"/>
                      <a:pt x="180" y="24"/>
                    </a:cubicBezTo>
                    <a:cubicBezTo>
                      <a:pt x="176" y="24"/>
                      <a:pt x="172" y="24"/>
                      <a:pt x="169" y="24"/>
                    </a:cubicBezTo>
                    <a:cubicBezTo>
                      <a:pt x="168" y="24"/>
                      <a:pt x="168" y="24"/>
                      <a:pt x="168" y="24"/>
                    </a:cubicBezTo>
                    <a:cubicBezTo>
                      <a:pt x="161" y="25"/>
                      <a:pt x="154" y="25"/>
                      <a:pt x="147" y="27"/>
                    </a:cubicBezTo>
                    <a:cubicBezTo>
                      <a:pt x="137" y="28"/>
                      <a:pt x="129" y="30"/>
                      <a:pt x="120" y="33"/>
                    </a:cubicBezTo>
                    <a:cubicBezTo>
                      <a:pt x="115" y="35"/>
                      <a:pt x="109" y="37"/>
                      <a:pt x="104" y="40"/>
                    </a:cubicBezTo>
                    <a:cubicBezTo>
                      <a:pt x="102" y="41"/>
                      <a:pt x="100" y="42"/>
                      <a:pt x="98" y="43"/>
                    </a:cubicBezTo>
                    <a:cubicBezTo>
                      <a:pt x="98" y="44"/>
                      <a:pt x="97" y="44"/>
                      <a:pt x="97" y="46"/>
                    </a:cubicBezTo>
                    <a:cubicBezTo>
                      <a:pt x="95" y="47"/>
                      <a:pt x="95" y="48"/>
                      <a:pt x="94" y="49"/>
                    </a:cubicBezTo>
                    <a:cubicBezTo>
                      <a:pt x="93" y="52"/>
                      <a:pt x="92" y="54"/>
                      <a:pt x="91" y="57"/>
                    </a:cubicBezTo>
                    <a:cubicBezTo>
                      <a:pt x="89" y="62"/>
                      <a:pt x="88" y="67"/>
                      <a:pt x="87" y="71"/>
                    </a:cubicBezTo>
                    <a:lnTo>
                      <a:pt x="87" y="70"/>
                    </a:lnTo>
                    <a:cubicBezTo>
                      <a:pt x="86" y="76"/>
                      <a:pt x="85" y="82"/>
                      <a:pt x="84" y="89"/>
                    </a:cubicBezTo>
                    <a:cubicBezTo>
                      <a:pt x="84" y="97"/>
                      <a:pt x="84" y="105"/>
                      <a:pt x="84" y="113"/>
                    </a:cubicBezTo>
                    <a:cubicBezTo>
                      <a:pt x="84" y="114"/>
                      <a:pt x="84" y="114"/>
                      <a:pt x="84" y="114"/>
                    </a:cubicBezTo>
                    <a:cubicBezTo>
                      <a:pt x="85" y="121"/>
                      <a:pt x="86" y="129"/>
                      <a:pt x="87" y="136"/>
                    </a:cubicBezTo>
                    <a:cubicBezTo>
                      <a:pt x="88" y="143"/>
                      <a:pt x="90" y="149"/>
                      <a:pt x="92" y="156"/>
                    </a:cubicBezTo>
                    <a:cubicBezTo>
                      <a:pt x="93" y="158"/>
                      <a:pt x="93" y="159"/>
                      <a:pt x="94" y="161"/>
                    </a:cubicBezTo>
                    <a:cubicBezTo>
                      <a:pt x="94" y="162"/>
                      <a:pt x="95" y="163"/>
                      <a:pt x="96" y="164"/>
                    </a:cubicBezTo>
                    <a:cubicBezTo>
                      <a:pt x="96" y="165"/>
                      <a:pt x="97" y="166"/>
                      <a:pt x="97" y="166"/>
                    </a:cubicBezTo>
                    <a:cubicBezTo>
                      <a:pt x="98" y="167"/>
                      <a:pt x="98" y="168"/>
                      <a:pt x="99" y="169"/>
                    </a:cubicBezTo>
                    <a:cubicBezTo>
                      <a:pt x="100" y="169"/>
                      <a:pt x="101" y="170"/>
                      <a:pt x="101" y="170"/>
                    </a:cubicBezTo>
                    <a:cubicBezTo>
                      <a:pt x="102" y="170"/>
                      <a:pt x="102" y="171"/>
                      <a:pt x="102" y="171"/>
                    </a:cubicBezTo>
                    <a:lnTo>
                      <a:pt x="103" y="171"/>
                    </a:lnTo>
                    <a:cubicBezTo>
                      <a:pt x="104" y="171"/>
                      <a:pt x="104" y="171"/>
                      <a:pt x="105" y="171"/>
                    </a:cubicBezTo>
                    <a:lnTo>
                      <a:pt x="106" y="172"/>
                    </a:lnTo>
                    <a:lnTo>
                      <a:pt x="108" y="172"/>
                    </a:lnTo>
                    <a:moveTo>
                      <a:pt x="98" y="194"/>
                    </a:moveTo>
                    <a:cubicBezTo>
                      <a:pt x="95" y="193"/>
                      <a:pt x="92" y="192"/>
                      <a:pt x="89" y="190"/>
                    </a:cubicBezTo>
                    <a:cubicBezTo>
                      <a:pt x="86" y="188"/>
                      <a:pt x="84" y="186"/>
                      <a:pt x="81" y="184"/>
                    </a:cubicBezTo>
                    <a:cubicBezTo>
                      <a:pt x="77" y="178"/>
                      <a:pt x="73" y="173"/>
                      <a:pt x="71" y="166"/>
                    </a:cubicBezTo>
                    <a:cubicBezTo>
                      <a:pt x="70" y="163"/>
                      <a:pt x="69" y="159"/>
                      <a:pt x="68" y="155"/>
                    </a:cubicBezTo>
                    <a:cubicBezTo>
                      <a:pt x="67" y="151"/>
                      <a:pt x="66" y="147"/>
                      <a:pt x="65" y="142"/>
                    </a:cubicBezTo>
                    <a:cubicBezTo>
                      <a:pt x="62" y="126"/>
                      <a:pt x="60" y="110"/>
                      <a:pt x="61" y="93"/>
                    </a:cubicBezTo>
                    <a:cubicBezTo>
                      <a:pt x="61" y="84"/>
                      <a:pt x="62" y="74"/>
                      <a:pt x="64" y="65"/>
                    </a:cubicBezTo>
                    <a:cubicBezTo>
                      <a:pt x="60" y="68"/>
                      <a:pt x="55" y="71"/>
                      <a:pt x="51" y="74"/>
                    </a:cubicBezTo>
                    <a:cubicBezTo>
                      <a:pt x="40" y="82"/>
                      <a:pt x="30" y="90"/>
                      <a:pt x="19" y="97"/>
                    </a:cubicBezTo>
                    <a:cubicBezTo>
                      <a:pt x="14" y="101"/>
                      <a:pt x="7" y="100"/>
                      <a:pt x="4" y="95"/>
                    </a:cubicBezTo>
                    <a:cubicBezTo>
                      <a:pt x="0" y="90"/>
                      <a:pt x="2" y="84"/>
                      <a:pt x="6" y="81"/>
                    </a:cubicBezTo>
                    <a:cubicBezTo>
                      <a:pt x="18" y="72"/>
                      <a:pt x="30" y="63"/>
                      <a:pt x="42" y="54"/>
                    </a:cubicBezTo>
                    <a:cubicBezTo>
                      <a:pt x="49" y="50"/>
                      <a:pt x="55" y="45"/>
                      <a:pt x="62" y="40"/>
                    </a:cubicBezTo>
                    <a:cubicBezTo>
                      <a:pt x="66" y="37"/>
                      <a:pt x="70" y="35"/>
                      <a:pt x="74" y="32"/>
                    </a:cubicBezTo>
                    <a:cubicBezTo>
                      <a:pt x="75" y="32"/>
                      <a:pt x="76" y="30"/>
                      <a:pt x="77" y="30"/>
                    </a:cubicBezTo>
                    <a:cubicBezTo>
                      <a:pt x="79" y="29"/>
                      <a:pt x="79" y="28"/>
                      <a:pt x="80" y="27"/>
                    </a:cubicBezTo>
                    <a:cubicBezTo>
                      <a:pt x="83" y="23"/>
                      <a:pt x="88" y="19"/>
                      <a:pt x="93" y="18"/>
                    </a:cubicBezTo>
                    <a:cubicBezTo>
                      <a:pt x="94" y="18"/>
                      <a:pt x="95" y="18"/>
                      <a:pt x="97" y="19"/>
                    </a:cubicBezTo>
                    <a:cubicBezTo>
                      <a:pt x="112" y="12"/>
                      <a:pt x="129" y="7"/>
                      <a:pt x="145" y="4"/>
                    </a:cubicBezTo>
                    <a:cubicBezTo>
                      <a:pt x="162" y="1"/>
                      <a:pt x="179" y="0"/>
                      <a:pt x="196" y="4"/>
                    </a:cubicBezTo>
                    <a:cubicBezTo>
                      <a:pt x="211" y="7"/>
                      <a:pt x="226" y="15"/>
                      <a:pt x="238" y="26"/>
                    </a:cubicBezTo>
                    <a:cubicBezTo>
                      <a:pt x="243" y="32"/>
                      <a:pt x="246" y="38"/>
                      <a:pt x="249" y="44"/>
                    </a:cubicBezTo>
                    <a:cubicBezTo>
                      <a:pt x="252" y="52"/>
                      <a:pt x="252" y="60"/>
                      <a:pt x="251" y="68"/>
                    </a:cubicBezTo>
                    <a:cubicBezTo>
                      <a:pt x="250" y="74"/>
                      <a:pt x="247" y="81"/>
                      <a:pt x="244" y="87"/>
                    </a:cubicBezTo>
                    <a:cubicBezTo>
                      <a:pt x="241" y="94"/>
                      <a:pt x="236" y="100"/>
                      <a:pt x="231" y="106"/>
                    </a:cubicBezTo>
                    <a:cubicBezTo>
                      <a:pt x="226" y="112"/>
                      <a:pt x="221" y="117"/>
                      <a:pt x="215" y="123"/>
                    </a:cubicBezTo>
                    <a:cubicBezTo>
                      <a:pt x="210" y="127"/>
                      <a:pt x="205" y="132"/>
                      <a:pt x="200" y="137"/>
                    </a:cubicBezTo>
                    <a:cubicBezTo>
                      <a:pt x="187" y="148"/>
                      <a:pt x="174" y="159"/>
                      <a:pt x="161" y="169"/>
                    </a:cubicBezTo>
                    <a:cubicBezTo>
                      <a:pt x="154" y="174"/>
                      <a:pt x="147" y="178"/>
                      <a:pt x="140" y="183"/>
                    </a:cubicBezTo>
                    <a:cubicBezTo>
                      <a:pt x="134" y="187"/>
                      <a:pt x="127" y="191"/>
                      <a:pt x="119" y="193"/>
                    </a:cubicBezTo>
                    <a:cubicBezTo>
                      <a:pt x="115" y="195"/>
                      <a:pt x="111" y="195"/>
                      <a:pt x="106" y="195"/>
                    </a:cubicBezTo>
                    <a:cubicBezTo>
                      <a:pt x="104" y="195"/>
                      <a:pt x="101" y="195"/>
                      <a:pt x="98" y="1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514" name="Google Shape;3514;p40">
              <a:extLst>
                <a:ext uri="{FF2B5EF4-FFF2-40B4-BE49-F238E27FC236}">
                  <a16:creationId xmlns:a16="http://schemas.microsoft.com/office/drawing/2014/main" id="{A170BC92-F316-E693-8E52-D8DA46C704C3}"/>
                </a:ext>
              </a:extLst>
            </p:cNvPr>
            <p:cNvGrpSpPr/>
            <p:nvPr/>
          </p:nvGrpSpPr>
          <p:grpSpPr>
            <a:xfrm>
              <a:off x="8097494" y="3395446"/>
              <a:ext cx="2561166" cy="2417115"/>
              <a:chOff x="16200" y="3746880"/>
              <a:chExt cx="1190520" cy="1123560"/>
            </a:xfrm>
          </p:grpSpPr>
          <p:sp>
            <p:nvSpPr>
              <p:cNvPr id="3515" name="Google Shape;3515;p40">
                <a:extLst>
                  <a:ext uri="{FF2B5EF4-FFF2-40B4-BE49-F238E27FC236}">
                    <a16:creationId xmlns:a16="http://schemas.microsoft.com/office/drawing/2014/main" id="{25B00548-9EBE-EB7E-D2DD-3BCB3228F907}"/>
                  </a:ext>
                </a:extLst>
              </p:cNvPr>
              <p:cNvSpPr/>
              <p:nvPr/>
            </p:nvSpPr>
            <p:spPr>
              <a:xfrm>
                <a:off x="89640" y="3895560"/>
                <a:ext cx="963360" cy="718200"/>
              </a:xfrm>
              <a:custGeom>
                <a:avLst/>
                <a:gdLst/>
                <a:ahLst/>
                <a:cxnLst/>
                <a:rect l="l" t="t" r="r" b="b"/>
                <a:pathLst>
                  <a:path w="2676" h="1995" extrusionOk="0">
                    <a:moveTo>
                      <a:pt x="1338" y="1994"/>
                    </a:moveTo>
                    <a:cubicBezTo>
                      <a:pt x="1312" y="1993"/>
                      <a:pt x="1287" y="1991"/>
                      <a:pt x="1261" y="1988"/>
                    </a:cubicBezTo>
                    <a:cubicBezTo>
                      <a:pt x="1208" y="1982"/>
                      <a:pt x="1156" y="1973"/>
                      <a:pt x="1104" y="1958"/>
                    </a:cubicBezTo>
                    <a:cubicBezTo>
                      <a:pt x="1061" y="1946"/>
                      <a:pt x="1019" y="1930"/>
                      <a:pt x="978" y="1912"/>
                    </a:cubicBezTo>
                    <a:cubicBezTo>
                      <a:pt x="948" y="1899"/>
                      <a:pt x="918" y="1884"/>
                      <a:pt x="889" y="1868"/>
                    </a:cubicBezTo>
                    <a:cubicBezTo>
                      <a:pt x="857" y="1851"/>
                      <a:pt x="827" y="1833"/>
                      <a:pt x="797" y="1813"/>
                    </a:cubicBezTo>
                    <a:lnTo>
                      <a:pt x="797" y="1814"/>
                    </a:lnTo>
                    <a:cubicBezTo>
                      <a:pt x="797" y="1813"/>
                      <a:pt x="796" y="1812"/>
                      <a:pt x="796" y="1812"/>
                    </a:cubicBezTo>
                    <a:lnTo>
                      <a:pt x="795" y="1812"/>
                    </a:lnTo>
                    <a:cubicBezTo>
                      <a:pt x="754" y="1784"/>
                      <a:pt x="714" y="1752"/>
                      <a:pt x="677" y="1717"/>
                    </a:cubicBezTo>
                    <a:cubicBezTo>
                      <a:pt x="639" y="1681"/>
                      <a:pt x="603" y="1643"/>
                      <a:pt x="567" y="1604"/>
                    </a:cubicBezTo>
                    <a:cubicBezTo>
                      <a:pt x="532" y="1565"/>
                      <a:pt x="498" y="1525"/>
                      <a:pt x="468" y="1482"/>
                    </a:cubicBezTo>
                    <a:cubicBezTo>
                      <a:pt x="436" y="1439"/>
                      <a:pt x="407" y="1394"/>
                      <a:pt x="381" y="1347"/>
                    </a:cubicBezTo>
                    <a:cubicBezTo>
                      <a:pt x="354" y="1300"/>
                      <a:pt x="329" y="1253"/>
                      <a:pt x="304" y="1204"/>
                    </a:cubicBezTo>
                    <a:cubicBezTo>
                      <a:pt x="281" y="1157"/>
                      <a:pt x="259" y="1109"/>
                      <a:pt x="238" y="1060"/>
                    </a:cubicBezTo>
                    <a:cubicBezTo>
                      <a:pt x="217" y="1011"/>
                      <a:pt x="198" y="961"/>
                      <a:pt x="179" y="912"/>
                    </a:cubicBezTo>
                    <a:cubicBezTo>
                      <a:pt x="161" y="865"/>
                      <a:pt x="143" y="819"/>
                      <a:pt x="127" y="772"/>
                    </a:cubicBezTo>
                    <a:cubicBezTo>
                      <a:pt x="110" y="724"/>
                      <a:pt x="94" y="676"/>
                      <a:pt x="81" y="627"/>
                    </a:cubicBezTo>
                    <a:cubicBezTo>
                      <a:pt x="74" y="603"/>
                      <a:pt x="69" y="580"/>
                      <a:pt x="63" y="557"/>
                    </a:cubicBezTo>
                    <a:cubicBezTo>
                      <a:pt x="56" y="532"/>
                      <a:pt x="51" y="506"/>
                      <a:pt x="46" y="481"/>
                    </a:cubicBezTo>
                    <a:cubicBezTo>
                      <a:pt x="36" y="430"/>
                      <a:pt x="28" y="379"/>
                      <a:pt x="20" y="327"/>
                    </a:cubicBezTo>
                    <a:cubicBezTo>
                      <a:pt x="17" y="301"/>
                      <a:pt x="13" y="275"/>
                      <a:pt x="10" y="249"/>
                    </a:cubicBezTo>
                    <a:cubicBezTo>
                      <a:pt x="8" y="237"/>
                      <a:pt x="8" y="225"/>
                      <a:pt x="7" y="214"/>
                    </a:cubicBezTo>
                    <a:cubicBezTo>
                      <a:pt x="6" y="202"/>
                      <a:pt x="4" y="191"/>
                      <a:pt x="4" y="179"/>
                    </a:cubicBezTo>
                    <a:cubicBezTo>
                      <a:pt x="4" y="175"/>
                      <a:pt x="4" y="171"/>
                      <a:pt x="3" y="167"/>
                    </a:cubicBezTo>
                    <a:cubicBezTo>
                      <a:pt x="2" y="151"/>
                      <a:pt x="1" y="135"/>
                      <a:pt x="1" y="119"/>
                    </a:cubicBezTo>
                    <a:cubicBezTo>
                      <a:pt x="1" y="115"/>
                      <a:pt x="1" y="110"/>
                      <a:pt x="1" y="105"/>
                    </a:cubicBezTo>
                    <a:cubicBezTo>
                      <a:pt x="1" y="101"/>
                      <a:pt x="1" y="98"/>
                      <a:pt x="1" y="94"/>
                    </a:cubicBezTo>
                    <a:cubicBezTo>
                      <a:pt x="1" y="93"/>
                      <a:pt x="1" y="92"/>
                      <a:pt x="0" y="91"/>
                    </a:cubicBezTo>
                    <a:cubicBezTo>
                      <a:pt x="0" y="81"/>
                      <a:pt x="10" y="72"/>
                      <a:pt x="19" y="72"/>
                    </a:cubicBezTo>
                    <a:cubicBezTo>
                      <a:pt x="29" y="72"/>
                      <a:pt x="38" y="81"/>
                      <a:pt x="38" y="91"/>
                    </a:cubicBezTo>
                    <a:cubicBezTo>
                      <a:pt x="38" y="92"/>
                      <a:pt x="38" y="93"/>
                      <a:pt x="38" y="94"/>
                    </a:cubicBezTo>
                    <a:cubicBezTo>
                      <a:pt x="37" y="97"/>
                      <a:pt x="38" y="101"/>
                      <a:pt x="38" y="105"/>
                    </a:cubicBezTo>
                    <a:cubicBezTo>
                      <a:pt x="37" y="109"/>
                      <a:pt x="37" y="114"/>
                      <a:pt x="38" y="118"/>
                    </a:cubicBezTo>
                    <a:cubicBezTo>
                      <a:pt x="38" y="123"/>
                      <a:pt x="38" y="130"/>
                      <a:pt x="38" y="136"/>
                    </a:cubicBezTo>
                    <a:cubicBezTo>
                      <a:pt x="38" y="144"/>
                      <a:pt x="39" y="153"/>
                      <a:pt x="39" y="161"/>
                    </a:cubicBezTo>
                    <a:lnTo>
                      <a:pt x="39" y="160"/>
                    </a:lnTo>
                    <a:lnTo>
                      <a:pt x="39" y="161"/>
                    </a:lnTo>
                    <a:lnTo>
                      <a:pt x="39" y="162"/>
                    </a:lnTo>
                    <a:lnTo>
                      <a:pt x="39" y="161"/>
                    </a:lnTo>
                    <a:cubicBezTo>
                      <a:pt x="40" y="171"/>
                      <a:pt x="41" y="181"/>
                      <a:pt x="42" y="190"/>
                    </a:cubicBezTo>
                    <a:cubicBezTo>
                      <a:pt x="42" y="202"/>
                      <a:pt x="43" y="214"/>
                      <a:pt x="45" y="226"/>
                    </a:cubicBezTo>
                    <a:cubicBezTo>
                      <a:pt x="48" y="251"/>
                      <a:pt x="50" y="275"/>
                      <a:pt x="53" y="301"/>
                    </a:cubicBezTo>
                    <a:cubicBezTo>
                      <a:pt x="61" y="352"/>
                      <a:pt x="70" y="404"/>
                      <a:pt x="79" y="455"/>
                    </a:cubicBezTo>
                    <a:cubicBezTo>
                      <a:pt x="82" y="471"/>
                      <a:pt x="85" y="486"/>
                      <a:pt x="88" y="502"/>
                    </a:cubicBezTo>
                    <a:cubicBezTo>
                      <a:pt x="88" y="501"/>
                      <a:pt x="88" y="501"/>
                      <a:pt x="88" y="501"/>
                    </a:cubicBezTo>
                    <a:cubicBezTo>
                      <a:pt x="96" y="541"/>
                      <a:pt x="106" y="580"/>
                      <a:pt x="117" y="620"/>
                    </a:cubicBezTo>
                    <a:cubicBezTo>
                      <a:pt x="129" y="661"/>
                      <a:pt x="142" y="701"/>
                      <a:pt x="156" y="742"/>
                    </a:cubicBezTo>
                    <a:cubicBezTo>
                      <a:pt x="172" y="788"/>
                      <a:pt x="189" y="834"/>
                      <a:pt x="206" y="879"/>
                    </a:cubicBezTo>
                    <a:cubicBezTo>
                      <a:pt x="225" y="928"/>
                      <a:pt x="244" y="978"/>
                      <a:pt x="265" y="1026"/>
                    </a:cubicBezTo>
                    <a:cubicBezTo>
                      <a:pt x="288" y="1082"/>
                      <a:pt x="313" y="1138"/>
                      <a:pt x="341" y="1192"/>
                    </a:cubicBezTo>
                    <a:cubicBezTo>
                      <a:pt x="342" y="1194"/>
                      <a:pt x="342" y="1197"/>
                      <a:pt x="343" y="1198"/>
                    </a:cubicBezTo>
                    <a:lnTo>
                      <a:pt x="343" y="1197"/>
                    </a:lnTo>
                    <a:cubicBezTo>
                      <a:pt x="363" y="1236"/>
                      <a:pt x="384" y="1275"/>
                      <a:pt x="406" y="1314"/>
                    </a:cubicBezTo>
                    <a:cubicBezTo>
                      <a:pt x="427" y="1352"/>
                      <a:pt x="448" y="1388"/>
                      <a:pt x="473" y="1424"/>
                    </a:cubicBezTo>
                    <a:cubicBezTo>
                      <a:pt x="504" y="1470"/>
                      <a:pt x="538" y="1515"/>
                      <a:pt x="575" y="1557"/>
                    </a:cubicBezTo>
                    <a:cubicBezTo>
                      <a:pt x="624" y="1612"/>
                      <a:pt x="676" y="1665"/>
                      <a:pt x="731" y="1715"/>
                    </a:cubicBezTo>
                    <a:cubicBezTo>
                      <a:pt x="730" y="1714"/>
                      <a:pt x="730" y="1713"/>
                      <a:pt x="729" y="1713"/>
                    </a:cubicBezTo>
                    <a:cubicBezTo>
                      <a:pt x="758" y="1738"/>
                      <a:pt x="787" y="1761"/>
                      <a:pt x="820" y="1783"/>
                    </a:cubicBezTo>
                    <a:cubicBezTo>
                      <a:pt x="819" y="1782"/>
                      <a:pt x="818" y="1782"/>
                      <a:pt x="817" y="1782"/>
                    </a:cubicBezTo>
                    <a:cubicBezTo>
                      <a:pt x="858" y="1808"/>
                      <a:pt x="901" y="1832"/>
                      <a:pt x="944" y="1854"/>
                    </a:cubicBezTo>
                    <a:cubicBezTo>
                      <a:pt x="943" y="1853"/>
                      <a:pt x="942" y="1853"/>
                      <a:pt x="941" y="1853"/>
                    </a:cubicBezTo>
                    <a:cubicBezTo>
                      <a:pt x="979" y="1871"/>
                      <a:pt x="1016" y="1888"/>
                      <a:pt x="1056" y="1902"/>
                    </a:cubicBezTo>
                    <a:cubicBezTo>
                      <a:pt x="1096" y="1916"/>
                      <a:pt x="1138" y="1928"/>
                      <a:pt x="1180" y="1937"/>
                    </a:cubicBezTo>
                    <a:cubicBezTo>
                      <a:pt x="1219" y="1944"/>
                      <a:pt x="1257" y="1949"/>
                      <a:pt x="1297" y="1952"/>
                    </a:cubicBezTo>
                    <a:cubicBezTo>
                      <a:pt x="1296" y="1952"/>
                      <a:pt x="1296" y="1952"/>
                      <a:pt x="1296" y="1952"/>
                    </a:cubicBezTo>
                    <a:cubicBezTo>
                      <a:pt x="1312" y="1953"/>
                      <a:pt x="1328" y="1954"/>
                      <a:pt x="1343" y="1955"/>
                    </a:cubicBezTo>
                    <a:cubicBezTo>
                      <a:pt x="1358" y="1955"/>
                      <a:pt x="1372" y="1956"/>
                      <a:pt x="1386" y="1955"/>
                    </a:cubicBezTo>
                    <a:cubicBezTo>
                      <a:pt x="1409" y="1953"/>
                      <a:pt x="1431" y="1949"/>
                      <a:pt x="1453" y="1945"/>
                    </a:cubicBezTo>
                    <a:cubicBezTo>
                      <a:pt x="1477" y="1939"/>
                      <a:pt x="1501" y="1934"/>
                      <a:pt x="1524" y="1928"/>
                    </a:cubicBezTo>
                    <a:cubicBezTo>
                      <a:pt x="1545" y="1922"/>
                      <a:pt x="1566" y="1917"/>
                      <a:pt x="1587" y="1910"/>
                    </a:cubicBezTo>
                    <a:cubicBezTo>
                      <a:pt x="1586" y="1910"/>
                      <a:pt x="1586" y="1910"/>
                      <a:pt x="1586" y="1910"/>
                    </a:cubicBezTo>
                    <a:cubicBezTo>
                      <a:pt x="1603" y="1904"/>
                      <a:pt x="1620" y="1897"/>
                      <a:pt x="1636" y="1890"/>
                    </a:cubicBezTo>
                    <a:cubicBezTo>
                      <a:pt x="1652" y="1883"/>
                      <a:pt x="1668" y="1877"/>
                      <a:pt x="1683" y="1869"/>
                    </a:cubicBezTo>
                    <a:cubicBezTo>
                      <a:pt x="1709" y="1856"/>
                      <a:pt x="1734" y="1840"/>
                      <a:pt x="1758" y="1824"/>
                    </a:cubicBezTo>
                    <a:lnTo>
                      <a:pt x="1757" y="1825"/>
                    </a:lnTo>
                    <a:cubicBezTo>
                      <a:pt x="1793" y="1801"/>
                      <a:pt x="1826" y="1775"/>
                      <a:pt x="1860" y="1750"/>
                    </a:cubicBezTo>
                    <a:cubicBezTo>
                      <a:pt x="1893" y="1724"/>
                      <a:pt x="1925" y="1699"/>
                      <a:pt x="1955" y="1672"/>
                    </a:cubicBezTo>
                    <a:cubicBezTo>
                      <a:pt x="1954" y="1673"/>
                      <a:pt x="1954" y="1673"/>
                      <a:pt x="1953" y="1673"/>
                    </a:cubicBezTo>
                    <a:cubicBezTo>
                      <a:pt x="1987" y="1644"/>
                      <a:pt x="2019" y="1613"/>
                      <a:pt x="2052" y="1583"/>
                    </a:cubicBezTo>
                    <a:cubicBezTo>
                      <a:pt x="2068" y="1568"/>
                      <a:pt x="2084" y="1554"/>
                      <a:pt x="2100" y="1539"/>
                    </a:cubicBezTo>
                    <a:cubicBezTo>
                      <a:pt x="2116" y="1522"/>
                      <a:pt x="2133" y="1505"/>
                      <a:pt x="2149" y="1487"/>
                    </a:cubicBezTo>
                    <a:cubicBezTo>
                      <a:pt x="2165" y="1468"/>
                      <a:pt x="2182" y="1448"/>
                      <a:pt x="2197" y="1428"/>
                    </a:cubicBezTo>
                    <a:cubicBezTo>
                      <a:pt x="2214" y="1408"/>
                      <a:pt x="2229" y="1388"/>
                      <a:pt x="2244" y="1366"/>
                    </a:cubicBezTo>
                    <a:cubicBezTo>
                      <a:pt x="2264" y="1337"/>
                      <a:pt x="2283" y="1307"/>
                      <a:pt x="2301" y="1276"/>
                    </a:cubicBezTo>
                    <a:cubicBezTo>
                      <a:pt x="2318" y="1246"/>
                      <a:pt x="2336" y="1215"/>
                      <a:pt x="2351" y="1184"/>
                    </a:cubicBezTo>
                    <a:cubicBezTo>
                      <a:pt x="2351" y="1184"/>
                      <a:pt x="2351" y="1185"/>
                      <a:pt x="2350" y="1185"/>
                    </a:cubicBezTo>
                    <a:cubicBezTo>
                      <a:pt x="2351" y="1184"/>
                      <a:pt x="2351" y="1183"/>
                      <a:pt x="2352" y="1181"/>
                    </a:cubicBezTo>
                    <a:cubicBezTo>
                      <a:pt x="2352" y="1182"/>
                      <a:pt x="2351" y="1183"/>
                      <a:pt x="2351" y="1184"/>
                    </a:cubicBezTo>
                    <a:cubicBezTo>
                      <a:pt x="2361" y="1164"/>
                      <a:pt x="2371" y="1145"/>
                      <a:pt x="2379" y="1126"/>
                    </a:cubicBezTo>
                    <a:cubicBezTo>
                      <a:pt x="2389" y="1103"/>
                      <a:pt x="2398" y="1081"/>
                      <a:pt x="2408" y="1059"/>
                    </a:cubicBezTo>
                    <a:cubicBezTo>
                      <a:pt x="2425" y="1018"/>
                      <a:pt x="2441" y="978"/>
                      <a:pt x="2456" y="936"/>
                    </a:cubicBezTo>
                    <a:cubicBezTo>
                      <a:pt x="2458" y="927"/>
                      <a:pt x="2461" y="918"/>
                      <a:pt x="2464" y="909"/>
                    </a:cubicBezTo>
                    <a:lnTo>
                      <a:pt x="2464" y="910"/>
                    </a:lnTo>
                    <a:cubicBezTo>
                      <a:pt x="2464" y="909"/>
                      <a:pt x="2465" y="909"/>
                      <a:pt x="2465" y="908"/>
                    </a:cubicBezTo>
                    <a:cubicBezTo>
                      <a:pt x="2465" y="906"/>
                      <a:pt x="2466" y="904"/>
                      <a:pt x="2467" y="902"/>
                    </a:cubicBezTo>
                    <a:cubicBezTo>
                      <a:pt x="2467" y="903"/>
                      <a:pt x="2467" y="904"/>
                      <a:pt x="2466" y="905"/>
                    </a:cubicBezTo>
                    <a:cubicBezTo>
                      <a:pt x="2474" y="882"/>
                      <a:pt x="2482" y="859"/>
                      <a:pt x="2489" y="837"/>
                    </a:cubicBezTo>
                    <a:cubicBezTo>
                      <a:pt x="2498" y="813"/>
                      <a:pt x="2506" y="790"/>
                      <a:pt x="2513" y="766"/>
                    </a:cubicBezTo>
                    <a:cubicBezTo>
                      <a:pt x="2530" y="715"/>
                      <a:pt x="2545" y="663"/>
                      <a:pt x="2559" y="612"/>
                    </a:cubicBezTo>
                    <a:cubicBezTo>
                      <a:pt x="2574" y="550"/>
                      <a:pt x="2590" y="489"/>
                      <a:pt x="2603" y="428"/>
                    </a:cubicBezTo>
                    <a:cubicBezTo>
                      <a:pt x="2620" y="341"/>
                      <a:pt x="2628" y="253"/>
                      <a:pt x="2634" y="165"/>
                    </a:cubicBezTo>
                    <a:lnTo>
                      <a:pt x="2634" y="167"/>
                    </a:lnTo>
                    <a:cubicBezTo>
                      <a:pt x="2635" y="144"/>
                      <a:pt x="2636" y="121"/>
                      <a:pt x="2637" y="98"/>
                    </a:cubicBezTo>
                    <a:cubicBezTo>
                      <a:pt x="2637" y="72"/>
                      <a:pt x="2637" y="46"/>
                      <a:pt x="2636" y="20"/>
                    </a:cubicBezTo>
                    <a:cubicBezTo>
                      <a:pt x="2636" y="9"/>
                      <a:pt x="2645" y="0"/>
                      <a:pt x="2655" y="0"/>
                    </a:cubicBezTo>
                    <a:cubicBezTo>
                      <a:pt x="2666" y="0"/>
                      <a:pt x="2674" y="9"/>
                      <a:pt x="2674" y="20"/>
                    </a:cubicBezTo>
                    <a:cubicBezTo>
                      <a:pt x="2675" y="31"/>
                      <a:pt x="2675" y="44"/>
                      <a:pt x="2675" y="55"/>
                    </a:cubicBezTo>
                    <a:cubicBezTo>
                      <a:pt x="2675" y="68"/>
                      <a:pt x="2675" y="81"/>
                      <a:pt x="2675" y="95"/>
                    </a:cubicBezTo>
                    <a:cubicBezTo>
                      <a:pt x="2675" y="117"/>
                      <a:pt x="2673" y="140"/>
                      <a:pt x="2672" y="162"/>
                    </a:cubicBezTo>
                    <a:cubicBezTo>
                      <a:pt x="2669" y="213"/>
                      <a:pt x="2664" y="263"/>
                      <a:pt x="2658" y="314"/>
                    </a:cubicBezTo>
                    <a:cubicBezTo>
                      <a:pt x="2653" y="363"/>
                      <a:pt x="2645" y="412"/>
                      <a:pt x="2634" y="460"/>
                    </a:cubicBezTo>
                    <a:cubicBezTo>
                      <a:pt x="2624" y="510"/>
                      <a:pt x="2611" y="559"/>
                      <a:pt x="2598" y="609"/>
                    </a:cubicBezTo>
                    <a:cubicBezTo>
                      <a:pt x="2583" y="661"/>
                      <a:pt x="2569" y="713"/>
                      <a:pt x="2553" y="765"/>
                    </a:cubicBezTo>
                    <a:cubicBezTo>
                      <a:pt x="2538" y="811"/>
                      <a:pt x="2522" y="858"/>
                      <a:pt x="2506" y="904"/>
                    </a:cubicBezTo>
                    <a:cubicBezTo>
                      <a:pt x="2491" y="950"/>
                      <a:pt x="2474" y="996"/>
                      <a:pt x="2456" y="1042"/>
                    </a:cubicBezTo>
                    <a:cubicBezTo>
                      <a:pt x="2446" y="1065"/>
                      <a:pt x="2436" y="1088"/>
                      <a:pt x="2426" y="1111"/>
                    </a:cubicBezTo>
                    <a:cubicBezTo>
                      <a:pt x="2416" y="1134"/>
                      <a:pt x="2406" y="1158"/>
                      <a:pt x="2394" y="1181"/>
                    </a:cubicBezTo>
                    <a:cubicBezTo>
                      <a:pt x="2384" y="1202"/>
                      <a:pt x="2373" y="1222"/>
                      <a:pt x="2362" y="1243"/>
                    </a:cubicBezTo>
                    <a:cubicBezTo>
                      <a:pt x="2351" y="1264"/>
                      <a:pt x="2339" y="1284"/>
                      <a:pt x="2327" y="1305"/>
                    </a:cubicBezTo>
                    <a:cubicBezTo>
                      <a:pt x="2315" y="1325"/>
                      <a:pt x="2302" y="1346"/>
                      <a:pt x="2289" y="1366"/>
                    </a:cubicBezTo>
                    <a:cubicBezTo>
                      <a:pt x="2282" y="1377"/>
                      <a:pt x="2275" y="1387"/>
                      <a:pt x="2268" y="1398"/>
                    </a:cubicBezTo>
                    <a:cubicBezTo>
                      <a:pt x="2260" y="1408"/>
                      <a:pt x="2253" y="1419"/>
                      <a:pt x="2246" y="1429"/>
                    </a:cubicBezTo>
                    <a:cubicBezTo>
                      <a:pt x="2230" y="1450"/>
                      <a:pt x="2213" y="1470"/>
                      <a:pt x="2195" y="1490"/>
                    </a:cubicBezTo>
                    <a:cubicBezTo>
                      <a:pt x="2180" y="1508"/>
                      <a:pt x="2164" y="1525"/>
                      <a:pt x="2148" y="1543"/>
                    </a:cubicBezTo>
                    <a:cubicBezTo>
                      <a:pt x="2132" y="1560"/>
                      <a:pt x="2114" y="1576"/>
                      <a:pt x="2097" y="1592"/>
                    </a:cubicBezTo>
                    <a:cubicBezTo>
                      <a:pt x="2081" y="1607"/>
                      <a:pt x="2065" y="1622"/>
                      <a:pt x="2049" y="1636"/>
                    </a:cubicBezTo>
                    <a:cubicBezTo>
                      <a:pt x="2015" y="1669"/>
                      <a:pt x="1981" y="1701"/>
                      <a:pt x="1945" y="1730"/>
                    </a:cubicBezTo>
                    <a:cubicBezTo>
                      <a:pt x="1907" y="1762"/>
                      <a:pt x="1868" y="1792"/>
                      <a:pt x="1828" y="1821"/>
                    </a:cubicBezTo>
                    <a:cubicBezTo>
                      <a:pt x="1787" y="1850"/>
                      <a:pt x="1747" y="1879"/>
                      <a:pt x="1703" y="1902"/>
                    </a:cubicBezTo>
                    <a:cubicBezTo>
                      <a:pt x="1692" y="1907"/>
                      <a:pt x="1682" y="1912"/>
                      <a:pt x="1671" y="1917"/>
                    </a:cubicBezTo>
                    <a:cubicBezTo>
                      <a:pt x="1659" y="1923"/>
                      <a:pt x="1646" y="1928"/>
                      <a:pt x="1633" y="1933"/>
                    </a:cubicBezTo>
                    <a:cubicBezTo>
                      <a:pt x="1610" y="1942"/>
                      <a:pt x="1586" y="1951"/>
                      <a:pt x="1562" y="1958"/>
                    </a:cubicBezTo>
                    <a:cubicBezTo>
                      <a:pt x="1538" y="1965"/>
                      <a:pt x="1513" y="1971"/>
                      <a:pt x="1488" y="1977"/>
                    </a:cubicBezTo>
                    <a:cubicBezTo>
                      <a:pt x="1462" y="1983"/>
                      <a:pt x="1435" y="1988"/>
                      <a:pt x="1408" y="1991"/>
                    </a:cubicBezTo>
                    <a:cubicBezTo>
                      <a:pt x="1391" y="1994"/>
                      <a:pt x="1375" y="1994"/>
                      <a:pt x="1358" y="1994"/>
                    </a:cubicBezTo>
                    <a:cubicBezTo>
                      <a:pt x="1351" y="1994"/>
                      <a:pt x="1344" y="1994"/>
                      <a:pt x="1338" y="19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6" name="Google Shape;3516;p40">
                <a:extLst>
                  <a:ext uri="{FF2B5EF4-FFF2-40B4-BE49-F238E27FC236}">
                    <a16:creationId xmlns:a16="http://schemas.microsoft.com/office/drawing/2014/main" id="{E4A40FC0-CE14-24C4-C2CD-B416CBEAF969}"/>
                  </a:ext>
                </a:extLst>
              </p:cNvPr>
              <p:cNvSpPr/>
              <p:nvPr/>
            </p:nvSpPr>
            <p:spPr>
              <a:xfrm>
                <a:off x="186480" y="4291200"/>
                <a:ext cx="9720" cy="6408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78" extrusionOk="0">
                    <a:moveTo>
                      <a:pt x="10" y="177"/>
                    </a:moveTo>
                    <a:cubicBezTo>
                      <a:pt x="6" y="177"/>
                      <a:pt x="0" y="172"/>
                      <a:pt x="1" y="167"/>
                    </a:cubicBezTo>
                    <a:cubicBezTo>
                      <a:pt x="2" y="149"/>
                      <a:pt x="3" y="133"/>
                      <a:pt x="4" y="115"/>
                    </a:cubicBezTo>
                    <a:cubicBezTo>
                      <a:pt x="5" y="100"/>
                      <a:pt x="5" y="85"/>
                      <a:pt x="4" y="69"/>
                    </a:cubicBezTo>
                    <a:cubicBezTo>
                      <a:pt x="3" y="61"/>
                      <a:pt x="3" y="52"/>
                      <a:pt x="3" y="43"/>
                    </a:cubicBezTo>
                    <a:cubicBezTo>
                      <a:pt x="2" y="39"/>
                      <a:pt x="2" y="35"/>
                      <a:pt x="2" y="31"/>
                    </a:cubicBezTo>
                    <a:cubicBezTo>
                      <a:pt x="2" y="27"/>
                      <a:pt x="2" y="24"/>
                      <a:pt x="1" y="21"/>
                    </a:cubicBezTo>
                    <a:cubicBezTo>
                      <a:pt x="1" y="15"/>
                      <a:pt x="1" y="10"/>
                      <a:pt x="4" y="6"/>
                    </a:cubicBezTo>
                    <a:cubicBezTo>
                      <a:pt x="6" y="3"/>
                      <a:pt x="10" y="0"/>
                      <a:pt x="13" y="1"/>
                    </a:cubicBezTo>
                    <a:cubicBezTo>
                      <a:pt x="18" y="1"/>
                      <a:pt x="21" y="4"/>
                      <a:pt x="23" y="8"/>
                    </a:cubicBezTo>
                    <a:cubicBezTo>
                      <a:pt x="24" y="9"/>
                      <a:pt x="24" y="11"/>
                      <a:pt x="25" y="13"/>
                    </a:cubicBezTo>
                    <a:cubicBezTo>
                      <a:pt x="26" y="15"/>
                      <a:pt x="25" y="19"/>
                      <a:pt x="23" y="22"/>
                    </a:cubicBezTo>
                    <a:cubicBezTo>
                      <a:pt x="23" y="23"/>
                      <a:pt x="23" y="24"/>
                      <a:pt x="23" y="25"/>
                    </a:cubicBezTo>
                    <a:lnTo>
                      <a:pt x="23" y="26"/>
                    </a:lnTo>
                    <a:lnTo>
                      <a:pt x="23" y="25"/>
                    </a:lnTo>
                    <a:cubicBezTo>
                      <a:pt x="23" y="26"/>
                      <a:pt x="23" y="27"/>
                      <a:pt x="23" y="28"/>
                    </a:cubicBezTo>
                    <a:cubicBezTo>
                      <a:pt x="23" y="31"/>
                      <a:pt x="23" y="34"/>
                      <a:pt x="23" y="36"/>
                    </a:cubicBezTo>
                    <a:cubicBezTo>
                      <a:pt x="23" y="37"/>
                      <a:pt x="23" y="37"/>
                      <a:pt x="23" y="38"/>
                    </a:cubicBezTo>
                    <a:cubicBezTo>
                      <a:pt x="23" y="37"/>
                      <a:pt x="23" y="37"/>
                      <a:pt x="23" y="37"/>
                    </a:cubicBezTo>
                    <a:cubicBezTo>
                      <a:pt x="24" y="38"/>
                      <a:pt x="24" y="39"/>
                      <a:pt x="24" y="40"/>
                    </a:cubicBezTo>
                    <a:cubicBezTo>
                      <a:pt x="24" y="39"/>
                      <a:pt x="24" y="39"/>
                      <a:pt x="24" y="39"/>
                    </a:cubicBezTo>
                    <a:lnTo>
                      <a:pt x="24" y="40"/>
                    </a:lnTo>
                    <a:lnTo>
                      <a:pt x="24" y="41"/>
                    </a:lnTo>
                    <a:lnTo>
                      <a:pt x="24" y="40"/>
                    </a:lnTo>
                    <a:cubicBezTo>
                      <a:pt x="24" y="42"/>
                      <a:pt x="24" y="44"/>
                      <a:pt x="24" y="46"/>
                    </a:cubicBezTo>
                    <a:lnTo>
                      <a:pt x="24" y="47"/>
                    </a:lnTo>
                    <a:cubicBezTo>
                      <a:pt x="24" y="48"/>
                      <a:pt x="24" y="49"/>
                      <a:pt x="24" y="50"/>
                    </a:cubicBezTo>
                    <a:lnTo>
                      <a:pt x="24" y="49"/>
                    </a:lnTo>
                    <a:cubicBezTo>
                      <a:pt x="24" y="50"/>
                      <a:pt x="24" y="50"/>
                      <a:pt x="24" y="51"/>
                    </a:cubicBezTo>
                    <a:lnTo>
                      <a:pt x="24" y="50"/>
                    </a:lnTo>
                    <a:cubicBezTo>
                      <a:pt x="24" y="60"/>
                      <a:pt x="25" y="69"/>
                      <a:pt x="25" y="78"/>
                    </a:cubicBezTo>
                    <a:cubicBezTo>
                      <a:pt x="25" y="88"/>
                      <a:pt x="24" y="98"/>
                      <a:pt x="24" y="109"/>
                    </a:cubicBezTo>
                    <a:cubicBezTo>
                      <a:pt x="24" y="129"/>
                      <a:pt x="22" y="149"/>
                      <a:pt x="20" y="169"/>
                    </a:cubicBezTo>
                    <a:cubicBezTo>
                      <a:pt x="20" y="173"/>
                      <a:pt x="16" y="177"/>
                      <a:pt x="11" y="177"/>
                    </a:cubicBezTo>
                    <a:lnTo>
                      <a:pt x="10" y="17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7" name="Google Shape;3517;p40">
                <a:extLst>
                  <a:ext uri="{FF2B5EF4-FFF2-40B4-BE49-F238E27FC236}">
                    <a16:creationId xmlns:a16="http://schemas.microsoft.com/office/drawing/2014/main" id="{797C4A53-50A3-F5B2-2D18-E05CDFAE1AAD}"/>
                  </a:ext>
                </a:extLst>
              </p:cNvPr>
              <p:cNvSpPr/>
              <p:nvPr/>
            </p:nvSpPr>
            <p:spPr>
              <a:xfrm>
                <a:off x="188280" y="4374720"/>
                <a:ext cx="9720" cy="3744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04" extrusionOk="0">
                    <a:moveTo>
                      <a:pt x="15" y="103"/>
                    </a:moveTo>
                    <a:cubicBezTo>
                      <a:pt x="9" y="103"/>
                      <a:pt x="4" y="98"/>
                      <a:pt x="4" y="92"/>
                    </a:cubicBezTo>
                    <a:cubicBezTo>
                      <a:pt x="4" y="86"/>
                      <a:pt x="4" y="81"/>
                      <a:pt x="4" y="75"/>
                    </a:cubicBezTo>
                    <a:lnTo>
                      <a:pt x="4" y="74"/>
                    </a:lnTo>
                    <a:cubicBezTo>
                      <a:pt x="4" y="64"/>
                      <a:pt x="2" y="54"/>
                      <a:pt x="2" y="44"/>
                    </a:cubicBezTo>
                    <a:cubicBezTo>
                      <a:pt x="1" y="34"/>
                      <a:pt x="1" y="24"/>
                      <a:pt x="0" y="14"/>
                    </a:cubicBezTo>
                    <a:cubicBezTo>
                      <a:pt x="0" y="15"/>
                      <a:pt x="0" y="15"/>
                      <a:pt x="0" y="15"/>
                    </a:cubicBezTo>
                    <a:lnTo>
                      <a:pt x="0" y="14"/>
                    </a:lnTo>
                    <a:cubicBezTo>
                      <a:pt x="0" y="13"/>
                      <a:pt x="0" y="12"/>
                      <a:pt x="0" y="11"/>
                    </a:cubicBezTo>
                    <a:cubicBezTo>
                      <a:pt x="0" y="4"/>
                      <a:pt x="5" y="0"/>
                      <a:pt x="11" y="0"/>
                    </a:cubicBezTo>
                    <a:cubicBezTo>
                      <a:pt x="17" y="0"/>
                      <a:pt x="22" y="5"/>
                      <a:pt x="22" y="11"/>
                    </a:cubicBezTo>
                    <a:cubicBezTo>
                      <a:pt x="22" y="17"/>
                      <a:pt x="22" y="23"/>
                      <a:pt x="22" y="29"/>
                    </a:cubicBezTo>
                    <a:cubicBezTo>
                      <a:pt x="23" y="50"/>
                      <a:pt x="26" y="71"/>
                      <a:pt x="26" y="93"/>
                    </a:cubicBezTo>
                    <a:cubicBezTo>
                      <a:pt x="26" y="99"/>
                      <a:pt x="21" y="103"/>
                      <a:pt x="15" y="10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8" name="Google Shape;3518;p40">
                <a:extLst>
                  <a:ext uri="{FF2B5EF4-FFF2-40B4-BE49-F238E27FC236}">
                    <a16:creationId xmlns:a16="http://schemas.microsoft.com/office/drawing/2014/main" id="{50ECFADE-CAF2-5F23-34FA-E484552278C3}"/>
                  </a:ext>
                </a:extLst>
              </p:cNvPr>
              <p:cNvSpPr/>
              <p:nvPr/>
            </p:nvSpPr>
            <p:spPr>
              <a:xfrm>
                <a:off x="190800" y="4452120"/>
                <a:ext cx="8640" cy="52560"/>
              </a:xfrm>
              <a:custGeom>
                <a:avLst/>
                <a:gdLst/>
                <a:ahLst/>
                <a:cxnLst/>
                <a:rect l="l" t="t" r="r" b="b"/>
                <a:pathLst>
                  <a:path w="24" h="146" extrusionOk="0">
                    <a:moveTo>
                      <a:pt x="12" y="145"/>
                    </a:moveTo>
                    <a:cubicBezTo>
                      <a:pt x="7" y="145"/>
                      <a:pt x="2" y="140"/>
                      <a:pt x="2" y="135"/>
                    </a:cubicBezTo>
                    <a:cubicBezTo>
                      <a:pt x="2" y="123"/>
                      <a:pt x="1" y="110"/>
                      <a:pt x="1" y="99"/>
                    </a:cubicBezTo>
                    <a:cubicBezTo>
                      <a:pt x="0" y="89"/>
                      <a:pt x="0" y="79"/>
                      <a:pt x="0" y="69"/>
                    </a:cubicBezTo>
                    <a:cubicBezTo>
                      <a:pt x="0" y="57"/>
                      <a:pt x="0" y="46"/>
                      <a:pt x="0" y="35"/>
                    </a:cubicBezTo>
                    <a:cubicBezTo>
                      <a:pt x="0" y="30"/>
                      <a:pt x="0" y="25"/>
                      <a:pt x="0" y="21"/>
                    </a:cubicBezTo>
                    <a:cubicBezTo>
                      <a:pt x="0" y="18"/>
                      <a:pt x="1" y="15"/>
                      <a:pt x="1" y="12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4"/>
                      <a:pt x="8" y="0"/>
                      <a:pt x="14" y="1"/>
                    </a:cubicBezTo>
                    <a:cubicBezTo>
                      <a:pt x="20" y="2"/>
                      <a:pt x="23" y="8"/>
                      <a:pt x="23" y="14"/>
                    </a:cubicBezTo>
                    <a:lnTo>
                      <a:pt x="23" y="15"/>
                    </a:lnTo>
                    <a:cubicBezTo>
                      <a:pt x="22" y="17"/>
                      <a:pt x="22" y="19"/>
                      <a:pt x="22" y="22"/>
                    </a:cubicBezTo>
                    <a:cubicBezTo>
                      <a:pt x="21" y="30"/>
                      <a:pt x="21" y="38"/>
                      <a:pt x="21" y="46"/>
                    </a:cubicBezTo>
                    <a:cubicBezTo>
                      <a:pt x="21" y="56"/>
                      <a:pt x="21" y="65"/>
                      <a:pt x="21" y="74"/>
                    </a:cubicBezTo>
                    <a:cubicBezTo>
                      <a:pt x="21" y="84"/>
                      <a:pt x="21" y="93"/>
                      <a:pt x="22" y="103"/>
                    </a:cubicBezTo>
                    <a:cubicBezTo>
                      <a:pt x="22" y="114"/>
                      <a:pt x="22" y="124"/>
                      <a:pt x="22" y="135"/>
                    </a:cubicBezTo>
                    <a:cubicBezTo>
                      <a:pt x="22" y="141"/>
                      <a:pt x="18" y="145"/>
                      <a:pt x="12" y="1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9" name="Google Shape;3519;p40">
                <a:extLst>
                  <a:ext uri="{FF2B5EF4-FFF2-40B4-BE49-F238E27FC236}">
                    <a16:creationId xmlns:a16="http://schemas.microsoft.com/office/drawing/2014/main" id="{6E993F1E-669E-9F61-E5F8-33848DCEA9D1}"/>
                  </a:ext>
                </a:extLst>
              </p:cNvPr>
              <p:cNvSpPr/>
              <p:nvPr/>
            </p:nvSpPr>
            <p:spPr>
              <a:xfrm>
                <a:off x="192240" y="4524840"/>
                <a:ext cx="9000" cy="42480"/>
              </a:xfrm>
              <a:custGeom>
                <a:avLst/>
                <a:gdLst/>
                <a:ahLst/>
                <a:cxnLst/>
                <a:rect l="l" t="t" r="r" b="b"/>
                <a:pathLst>
                  <a:path w="25" h="118" extrusionOk="0">
                    <a:moveTo>
                      <a:pt x="3" y="108"/>
                    </a:moveTo>
                    <a:cubicBezTo>
                      <a:pt x="2" y="91"/>
                      <a:pt x="1" y="74"/>
                      <a:pt x="1" y="56"/>
                    </a:cubicBezTo>
                    <a:cubicBezTo>
                      <a:pt x="1" y="49"/>
                      <a:pt x="1" y="41"/>
                      <a:pt x="1" y="33"/>
                    </a:cubicBezTo>
                    <a:cubicBezTo>
                      <a:pt x="1" y="26"/>
                      <a:pt x="0" y="18"/>
                      <a:pt x="1" y="11"/>
                    </a:cubicBezTo>
                    <a:cubicBezTo>
                      <a:pt x="1" y="5"/>
                      <a:pt x="7" y="0"/>
                      <a:pt x="14" y="2"/>
                    </a:cubicBezTo>
                    <a:cubicBezTo>
                      <a:pt x="20" y="3"/>
                      <a:pt x="24" y="9"/>
                      <a:pt x="23" y="15"/>
                    </a:cubicBezTo>
                    <a:cubicBezTo>
                      <a:pt x="22" y="15"/>
                      <a:pt x="22" y="16"/>
                      <a:pt x="22" y="17"/>
                    </a:cubicBezTo>
                    <a:cubicBezTo>
                      <a:pt x="22" y="28"/>
                      <a:pt x="22" y="39"/>
                      <a:pt x="22" y="50"/>
                    </a:cubicBezTo>
                    <a:cubicBezTo>
                      <a:pt x="22" y="60"/>
                      <a:pt x="22" y="71"/>
                      <a:pt x="22" y="82"/>
                    </a:cubicBezTo>
                    <a:cubicBezTo>
                      <a:pt x="22" y="85"/>
                      <a:pt x="23" y="89"/>
                      <a:pt x="23" y="92"/>
                    </a:cubicBezTo>
                    <a:lnTo>
                      <a:pt x="23" y="93"/>
                    </a:lnTo>
                    <a:cubicBezTo>
                      <a:pt x="23" y="97"/>
                      <a:pt x="24" y="102"/>
                      <a:pt x="24" y="106"/>
                    </a:cubicBezTo>
                    <a:cubicBezTo>
                      <a:pt x="24" y="112"/>
                      <a:pt x="21" y="117"/>
                      <a:pt x="14" y="117"/>
                    </a:cubicBezTo>
                    <a:cubicBezTo>
                      <a:pt x="8" y="117"/>
                      <a:pt x="3" y="113"/>
                      <a:pt x="3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0" name="Google Shape;3520;p40">
                <a:extLst>
                  <a:ext uri="{FF2B5EF4-FFF2-40B4-BE49-F238E27FC236}">
                    <a16:creationId xmlns:a16="http://schemas.microsoft.com/office/drawing/2014/main" id="{F8146B4E-E4CA-4021-E08D-691D47C5297A}"/>
                  </a:ext>
                </a:extLst>
              </p:cNvPr>
              <p:cNvSpPr/>
              <p:nvPr/>
            </p:nvSpPr>
            <p:spPr>
              <a:xfrm>
                <a:off x="196200" y="4606560"/>
                <a:ext cx="10080" cy="36360"/>
              </a:xfrm>
              <a:custGeom>
                <a:avLst/>
                <a:gdLst/>
                <a:ahLst/>
                <a:cxnLst/>
                <a:rect l="l" t="t" r="r" b="b"/>
                <a:pathLst>
                  <a:path w="28" h="101" extrusionOk="0">
                    <a:moveTo>
                      <a:pt x="1" y="90"/>
                    </a:moveTo>
                    <a:cubicBezTo>
                      <a:pt x="1" y="75"/>
                      <a:pt x="0" y="60"/>
                      <a:pt x="0" y="44"/>
                    </a:cubicBezTo>
                    <a:cubicBezTo>
                      <a:pt x="0" y="38"/>
                      <a:pt x="0" y="31"/>
                      <a:pt x="1" y="25"/>
                    </a:cubicBezTo>
                    <a:cubicBezTo>
                      <a:pt x="1" y="22"/>
                      <a:pt x="2" y="19"/>
                      <a:pt x="3" y="15"/>
                    </a:cubicBezTo>
                    <a:cubicBezTo>
                      <a:pt x="3" y="13"/>
                      <a:pt x="4" y="10"/>
                      <a:pt x="5" y="8"/>
                    </a:cubicBezTo>
                    <a:cubicBezTo>
                      <a:pt x="7" y="3"/>
                      <a:pt x="13" y="0"/>
                      <a:pt x="17" y="1"/>
                    </a:cubicBezTo>
                    <a:cubicBezTo>
                      <a:pt x="24" y="2"/>
                      <a:pt x="27" y="8"/>
                      <a:pt x="27" y="13"/>
                    </a:cubicBezTo>
                    <a:cubicBezTo>
                      <a:pt x="27" y="16"/>
                      <a:pt x="25" y="17"/>
                      <a:pt x="24" y="19"/>
                    </a:cubicBezTo>
                    <a:lnTo>
                      <a:pt x="24" y="20"/>
                    </a:lnTo>
                    <a:cubicBezTo>
                      <a:pt x="24" y="23"/>
                      <a:pt x="23" y="26"/>
                      <a:pt x="22" y="28"/>
                    </a:cubicBezTo>
                    <a:cubicBezTo>
                      <a:pt x="21" y="48"/>
                      <a:pt x="21" y="69"/>
                      <a:pt x="22" y="89"/>
                    </a:cubicBezTo>
                    <a:cubicBezTo>
                      <a:pt x="22" y="94"/>
                      <a:pt x="18" y="99"/>
                      <a:pt x="13" y="100"/>
                    </a:cubicBezTo>
                    <a:lnTo>
                      <a:pt x="12" y="100"/>
                    </a:lnTo>
                    <a:cubicBezTo>
                      <a:pt x="7" y="100"/>
                      <a:pt x="2" y="96"/>
                      <a:pt x="1" y="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1" name="Google Shape;3521;p40">
                <a:extLst>
                  <a:ext uri="{FF2B5EF4-FFF2-40B4-BE49-F238E27FC236}">
                    <a16:creationId xmlns:a16="http://schemas.microsoft.com/office/drawing/2014/main" id="{9BECB5D7-E314-7771-F30B-A4F16D57F3A9}"/>
                  </a:ext>
                </a:extLst>
              </p:cNvPr>
              <p:cNvSpPr/>
              <p:nvPr/>
            </p:nvSpPr>
            <p:spPr>
              <a:xfrm>
                <a:off x="196920" y="4676760"/>
                <a:ext cx="900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5" h="24" extrusionOk="0">
                    <a:moveTo>
                      <a:pt x="0" y="11"/>
                    </a:moveTo>
                    <a:cubicBezTo>
                      <a:pt x="0" y="4"/>
                      <a:pt x="6" y="0"/>
                      <a:pt x="12" y="0"/>
                    </a:cubicBezTo>
                    <a:cubicBezTo>
                      <a:pt x="19" y="0"/>
                      <a:pt x="24" y="5"/>
                      <a:pt x="23" y="11"/>
                    </a:cubicBezTo>
                    <a:cubicBezTo>
                      <a:pt x="23" y="18"/>
                      <a:pt x="18" y="23"/>
                      <a:pt x="12" y="23"/>
                    </a:cubicBezTo>
                    <a:cubicBezTo>
                      <a:pt x="5" y="23"/>
                      <a:pt x="0" y="17"/>
                      <a:pt x="0" y="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2" name="Google Shape;3522;p40">
                <a:extLst>
                  <a:ext uri="{FF2B5EF4-FFF2-40B4-BE49-F238E27FC236}">
                    <a16:creationId xmlns:a16="http://schemas.microsoft.com/office/drawing/2014/main" id="{4ED0F9D2-DCFB-AAE6-9E05-20A9F86F8D72}"/>
                  </a:ext>
                </a:extLst>
              </p:cNvPr>
              <p:cNvSpPr/>
              <p:nvPr/>
            </p:nvSpPr>
            <p:spPr>
              <a:xfrm>
                <a:off x="194040" y="4296240"/>
                <a:ext cx="7632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212" h="33" extrusionOk="0">
                    <a:moveTo>
                      <a:pt x="161" y="32"/>
                    </a:moveTo>
                    <a:cubicBezTo>
                      <a:pt x="155" y="32"/>
                      <a:pt x="148" y="32"/>
                      <a:pt x="142" y="32"/>
                    </a:cubicBezTo>
                    <a:cubicBezTo>
                      <a:pt x="135" y="31"/>
                      <a:pt x="129" y="31"/>
                      <a:pt x="122" y="31"/>
                    </a:cubicBezTo>
                    <a:lnTo>
                      <a:pt x="123" y="31"/>
                    </a:lnTo>
                    <a:cubicBezTo>
                      <a:pt x="116" y="30"/>
                      <a:pt x="109" y="29"/>
                      <a:pt x="101" y="29"/>
                    </a:cubicBezTo>
                    <a:cubicBezTo>
                      <a:pt x="95" y="28"/>
                      <a:pt x="88" y="28"/>
                      <a:pt x="82" y="27"/>
                    </a:cubicBezTo>
                    <a:cubicBezTo>
                      <a:pt x="70" y="25"/>
                      <a:pt x="59" y="24"/>
                      <a:pt x="47" y="23"/>
                    </a:cubicBezTo>
                    <a:cubicBezTo>
                      <a:pt x="43" y="22"/>
                      <a:pt x="39" y="22"/>
                      <a:pt x="34" y="22"/>
                    </a:cubicBezTo>
                    <a:cubicBezTo>
                      <a:pt x="30" y="22"/>
                      <a:pt x="25" y="22"/>
                      <a:pt x="20" y="22"/>
                    </a:cubicBezTo>
                    <a:cubicBezTo>
                      <a:pt x="19" y="22"/>
                      <a:pt x="17" y="22"/>
                      <a:pt x="16" y="22"/>
                    </a:cubicBezTo>
                    <a:cubicBezTo>
                      <a:pt x="15" y="23"/>
                      <a:pt x="14" y="23"/>
                      <a:pt x="14" y="23"/>
                    </a:cubicBezTo>
                    <a:cubicBezTo>
                      <a:pt x="7" y="24"/>
                      <a:pt x="2" y="20"/>
                      <a:pt x="2" y="13"/>
                    </a:cubicBezTo>
                    <a:cubicBezTo>
                      <a:pt x="0" y="7"/>
                      <a:pt x="5" y="3"/>
                      <a:pt x="10" y="1"/>
                    </a:cubicBezTo>
                    <a:cubicBezTo>
                      <a:pt x="15" y="0"/>
                      <a:pt x="21" y="0"/>
                      <a:pt x="27" y="0"/>
                    </a:cubicBezTo>
                    <a:cubicBezTo>
                      <a:pt x="31" y="0"/>
                      <a:pt x="35" y="0"/>
                      <a:pt x="39" y="1"/>
                    </a:cubicBezTo>
                    <a:cubicBezTo>
                      <a:pt x="48" y="1"/>
                      <a:pt x="58" y="3"/>
                      <a:pt x="67" y="4"/>
                    </a:cubicBezTo>
                    <a:cubicBezTo>
                      <a:pt x="77" y="6"/>
                      <a:pt x="88" y="7"/>
                      <a:pt x="98" y="8"/>
                    </a:cubicBezTo>
                    <a:cubicBezTo>
                      <a:pt x="107" y="9"/>
                      <a:pt x="115" y="10"/>
                      <a:pt x="123" y="11"/>
                    </a:cubicBezTo>
                    <a:cubicBezTo>
                      <a:pt x="124" y="11"/>
                      <a:pt x="125" y="11"/>
                      <a:pt x="125" y="11"/>
                    </a:cubicBezTo>
                    <a:cubicBezTo>
                      <a:pt x="125" y="11"/>
                      <a:pt x="124" y="11"/>
                      <a:pt x="123" y="11"/>
                    </a:cubicBezTo>
                    <a:cubicBezTo>
                      <a:pt x="130" y="11"/>
                      <a:pt x="136" y="11"/>
                      <a:pt x="143" y="12"/>
                    </a:cubicBezTo>
                    <a:cubicBezTo>
                      <a:pt x="149" y="13"/>
                      <a:pt x="155" y="13"/>
                      <a:pt x="162" y="13"/>
                    </a:cubicBezTo>
                    <a:cubicBezTo>
                      <a:pt x="175" y="13"/>
                      <a:pt x="188" y="13"/>
                      <a:pt x="201" y="13"/>
                    </a:cubicBezTo>
                    <a:cubicBezTo>
                      <a:pt x="206" y="13"/>
                      <a:pt x="211" y="17"/>
                      <a:pt x="211" y="22"/>
                    </a:cubicBezTo>
                    <a:cubicBezTo>
                      <a:pt x="210" y="28"/>
                      <a:pt x="206" y="32"/>
                      <a:pt x="201" y="32"/>
                    </a:cubicBezTo>
                    <a:cubicBezTo>
                      <a:pt x="192" y="32"/>
                      <a:pt x="182" y="32"/>
                      <a:pt x="172" y="32"/>
                    </a:cubicBezTo>
                    <a:cubicBezTo>
                      <a:pt x="169" y="32"/>
                      <a:pt x="165" y="32"/>
                      <a:pt x="161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3" name="Google Shape;3523;p40">
                <a:extLst>
                  <a:ext uri="{FF2B5EF4-FFF2-40B4-BE49-F238E27FC236}">
                    <a16:creationId xmlns:a16="http://schemas.microsoft.com/office/drawing/2014/main" id="{EBC97C64-75A7-AF61-525E-7CB1932CB449}"/>
                  </a:ext>
                </a:extLst>
              </p:cNvPr>
              <p:cNvSpPr/>
              <p:nvPr/>
            </p:nvSpPr>
            <p:spPr>
              <a:xfrm>
                <a:off x="300240" y="4292640"/>
                <a:ext cx="48240" cy="936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26" extrusionOk="0">
                    <a:moveTo>
                      <a:pt x="36" y="25"/>
                    </a:moveTo>
                    <a:cubicBezTo>
                      <a:pt x="27" y="25"/>
                      <a:pt x="18" y="24"/>
                      <a:pt x="9" y="23"/>
                    </a:cubicBezTo>
                    <a:lnTo>
                      <a:pt x="10" y="23"/>
                    </a:lnTo>
                    <a:cubicBezTo>
                      <a:pt x="10" y="23"/>
                      <a:pt x="9" y="23"/>
                      <a:pt x="8" y="23"/>
                    </a:cubicBezTo>
                    <a:cubicBezTo>
                      <a:pt x="3" y="21"/>
                      <a:pt x="0" y="14"/>
                      <a:pt x="1" y="9"/>
                    </a:cubicBezTo>
                    <a:cubicBezTo>
                      <a:pt x="3" y="3"/>
                      <a:pt x="8" y="0"/>
                      <a:pt x="14" y="1"/>
                    </a:cubicBezTo>
                    <a:cubicBezTo>
                      <a:pt x="14" y="1"/>
                      <a:pt x="15" y="2"/>
                      <a:pt x="17" y="2"/>
                    </a:cubicBezTo>
                    <a:cubicBezTo>
                      <a:pt x="20" y="2"/>
                      <a:pt x="23" y="3"/>
                      <a:pt x="27" y="3"/>
                    </a:cubicBezTo>
                    <a:cubicBezTo>
                      <a:pt x="42" y="4"/>
                      <a:pt x="58" y="4"/>
                      <a:pt x="74" y="4"/>
                    </a:cubicBezTo>
                    <a:cubicBezTo>
                      <a:pt x="90" y="4"/>
                      <a:pt x="106" y="4"/>
                      <a:pt x="123" y="4"/>
                    </a:cubicBezTo>
                    <a:cubicBezTo>
                      <a:pt x="128" y="4"/>
                      <a:pt x="133" y="9"/>
                      <a:pt x="133" y="14"/>
                    </a:cubicBezTo>
                    <a:cubicBezTo>
                      <a:pt x="133" y="20"/>
                      <a:pt x="128" y="24"/>
                      <a:pt x="123" y="24"/>
                    </a:cubicBezTo>
                    <a:cubicBezTo>
                      <a:pt x="102" y="25"/>
                      <a:pt x="82" y="25"/>
                      <a:pt x="62" y="25"/>
                    </a:cubicBezTo>
                    <a:cubicBezTo>
                      <a:pt x="53" y="25"/>
                      <a:pt x="45" y="25"/>
                      <a:pt x="36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4" name="Google Shape;3524;p40">
                <a:extLst>
                  <a:ext uri="{FF2B5EF4-FFF2-40B4-BE49-F238E27FC236}">
                    <a16:creationId xmlns:a16="http://schemas.microsoft.com/office/drawing/2014/main" id="{0D9FA69B-5026-020C-308A-E704485886BB}"/>
                  </a:ext>
                </a:extLst>
              </p:cNvPr>
              <p:cNvSpPr/>
              <p:nvPr/>
            </p:nvSpPr>
            <p:spPr>
              <a:xfrm>
                <a:off x="414360" y="4287240"/>
                <a:ext cx="6804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189" h="33" extrusionOk="0">
                    <a:moveTo>
                      <a:pt x="25" y="32"/>
                    </a:moveTo>
                    <a:cubicBezTo>
                      <a:pt x="19" y="31"/>
                      <a:pt x="15" y="31"/>
                      <a:pt x="10" y="30"/>
                    </a:cubicBezTo>
                    <a:cubicBezTo>
                      <a:pt x="4" y="29"/>
                      <a:pt x="0" y="24"/>
                      <a:pt x="1" y="18"/>
                    </a:cubicBezTo>
                    <a:cubicBezTo>
                      <a:pt x="2" y="12"/>
                      <a:pt x="7" y="8"/>
                      <a:pt x="13" y="8"/>
                    </a:cubicBezTo>
                    <a:cubicBezTo>
                      <a:pt x="17" y="9"/>
                      <a:pt x="21" y="10"/>
                      <a:pt x="24" y="10"/>
                    </a:cubicBezTo>
                    <a:cubicBezTo>
                      <a:pt x="30" y="10"/>
                      <a:pt x="36" y="10"/>
                      <a:pt x="42" y="10"/>
                    </a:cubicBezTo>
                    <a:cubicBezTo>
                      <a:pt x="47" y="10"/>
                      <a:pt x="52" y="10"/>
                      <a:pt x="57" y="9"/>
                    </a:cubicBezTo>
                    <a:cubicBezTo>
                      <a:pt x="76" y="8"/>
                      <a:pt x="95" y="7"/>
                      <a:pt x="114" y="6"/>
                    </a:cubicBezTo>
                    <a:cubicBezTo>
                      <a:pt x="123" y="5"/>
                      <a:pt x="132" y="5"/>
                      <a:pt x="141" y="4"/>
                    </a:cubicBezTo>
                    <a:cubicBezTo>
                      <a:pt x="153" y="3"/>
                      <a:pt x="165" y="2"/>
                      <a:pt x="177" y="1"/>
                    </a:cubicBezTo>
                    <a:cubicBezTo>
                      <a:pt x="182" y="0"/>
                      <a:pt x="187" y="4"/>
                      <a:pt x="188" y="10"/>
                    </a:cubicBezTo>
                    <a:cubicBezTo>
                      <a:pt x="188" y="15"/>
                      <a:pt x="184" y="19"/>
                      <a:pt x="179" y="20"/>
                    </a:cubicBezTo>
                    <a:cubicBezTo>
                      <a:pt x="155" y="22"/>
                      <a:pt x="131" y="25"/>
                      <a:pt x="106" y="26"/>
                    </a:cubicBezTo>
                    <a:cubicBezTo>
                      <a:pt x="84" y="28"/>
                      <a:pt x="61" y="30"/>
                      <a:pt x="39" y="31"/>
                    </a:cubicBezTo>
                    <a:cubicBezTo>
                      <a:pt x="35" y="31"/>
                      <a:pt x="31" y="32"/>
                      <a:pt x="28" y="32"/>
                    </a:cubicBezTo>
                    <a:cubicBezTo>
                      <a:pt x="26" y="32"/>
                      <a:pt x="26" y="32"/>
                      <a:pt x="25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5" name="Google Shape;3525;p40">
                <a:extLst>
                  <a:ext uri="{FF2B5EF4-FFF2-40B4-BE49-F238E27FC236}">
                    <a16:creationId xmlns:a16="http://schemas.microsoft.com/office/drawing/2014/main" id="{B72445AB-0286-211C-B1CC-B696FA9B63A7}"/>
                  </a:ext>
                </a:extLst>
              </p:cNvPr>
              <p:cNvSpPr/>
              <p:nvPr/>
            </p:nvSpPr>
            <p:spPr>
              <a:xfrm>
                <a:off x="504000" y="4290840"/>
                <a:ext cx="7992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22" h="24" extrusionOk="0">
                    <a:moveTo>
                      <a:pt x="40" y="23"/>
                    </a:moveTo>
                    <a:cubicBezTo>
                      <a:pt x="30" y="23"/>
                      <a:pt x="20" y="22"/>
                      <a:pt x="11" y="22"/>
                    </a:cubicBezTo>
                    <a:cubicBezTo>
                      <a:pt x="5" y="21"/>
                      <a:pt x="0" y="17"/>
                      <a:pt x="0" y="11"/>
                    </a:cubicBezTo>
                    <a:cubicBezTo>
                      <a:pt x="0" y="8"/>
                      <a:pt x="1" y="5"/>
                      <a:pt x="4" y="2"/>
                    </a:cubicBezTo>
                    <a:cubicBezTo>
                      <a:pt x="6" y="0"/>
                      <a:pt x="9" y="0"/>
                      <a:pt x="13" y="0"/>
                    </a:cubicBezTo>
                    <a:cubicBezTo>
                      <a:pt x="24" y="1"/>
                      <a:pt x="34" y="1"/>
                      <a:pt x="45" y="2"/>
                    </a:cubicBezTo>
                    <a:cubicBezTo>
                      <a:pt x="56" y="2"/>
                      <a:pt x="67" y="2"/>
                      <a:pt x="78" y="2"/>
                    </a:cubicBezTo>
                    <a:cubicBezTo>
                      <a:pt x="100" y="2"/>
                      <a:pt x="123" y="2"/>
                      <a:pt x="146" y="2"/>
                    </a:cubicBezTo>
                    <a:cubicBezTo>
                      <a:pt x="168" y="2"/>
                      <a:pt x="189" y="2"/>
                      <a:pt x="212" y="2"/>
                    </a:cubicBezTo>
                    <a:cubicBezTo>
                      <a:pt x="217" y="2"/>
                      <a:pt x="221" y="7"/>
                      <a:pt x="221" y="11"/>
                    </a:cubicBezTo>
                    <a:cubicBezTo>
                      <a:pt x="221" y="17"/>
                      <a:pt x="216" y="21"/>
                      <a:pt x="211" y="21"/>
                    </a:cubicBezTo>
                    <a:cubicBezTo>
                      <a:pt x="165" y="22"/>
                      <a:pt x="118" y="22"/>
                      <a:pt x="72" y="23"/>
                    </a:cubicBezTo>
                    <a:cubicBezTo>
                      <a:pt x="68" y="23"/>
                      <a:pt x="65" y="23"/>
                      <a:pt x="62" y="23"/>
                    </a:cubicBezTo>
                    <a:cubicBezTo>
                      <a:pt x="55" y="23"/>
                      <a:pt x="47" y="23"/>
                      <a:pt x="40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6" name="Google Shape;3526;p40">
                <a:extLst>
                  <a:ext uri="{FF2B5EF4-FFF2-40B4-BE49-F238E27FC236}">
                    <a16:creationId xmlns:a16="http://schemas.microsoft.com/office/drawing/2014/main" id="{C7E2E240-31D2-505E-4387-C8FBA1C9E8A1}"/>
                  </a:ext>
                </a:extLst>
              </p:cNvPr>
              <p:cNvSpPr/>
              <p:nvPr/>
            </p:nvSpPr>
            <p:spPr>
              <a:xfrm>
                <a:off x="618480" y="4293720"/>
                <a:ext cx="41760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30" extrusionOk="0">
                    <a:moveTo>
                      <a:pt x="2" y="21"/>
                    </a:moveTo>
                    <a:cubicBezTo>
                      <a:pt x="0" y="14"/>
                      <a:pt x="5" y="8"/>
                      <a:pt x="11" y="7"/>
                    </a:cubicBezTo>
                    <a:cubicBezTo>
                      <a:pt x="14" y="7"/>
                      <a:pt x="17" y="6"/>
                      <a:pt x="20" y="6"/>
                    </a:cubicBezTo>
                    <a:cubicBezTo>
                      <a:pt x="24" y="6"/>
                      <a:pt x="28" y="5"/>
                      <a:pt x="32" y="5"/>
                    </a:cubicBezTo>
                    <a:cubicBezTo>
                      <a:pt x="39" y="4"/>
                      <a:pt x="47" y="4"/>
                      <a:pt x="55" y="3"/>
                    </a:cubicBezTo>
                    <a:cubicBezTo>
                      <a:pt x="70" y="2"/>
                      <a:pt x="87" y="1"/>
                      <a:pt x="103" y="0"/>
                    </a:cubicBezTo>
                    <a:cubicBezTo>
                      <a:pt x="108" y="0"/>
                      <a:pt x="113" y="4"/>
                      <a:pt x="114" y="9"/>
                    </a:cubicBezTo>
                    <a:cubicBezTo>
                      <a:pt x="115" y="15"/>
                      <a:pt x="110" y="20"/>
                      <a:pt x="105" y="21"/>
                    </a:cubicBezTo>
                    <a:cubicBezTo>
                      <a:pt x="89" y="22"/>
                      <a:pt x="74" y="23"/>
                      <a:pt x="59" y="24"/>
                    </a:cubicBezTo>
                    <a:cubicBezTo>
                      <a:pt x="46" y="25"/>
                      <a:pt x="34" y="26"/>
                      <a:pt x="21" y="28"/>
                    </a:cubicBezTo>
                    <a:cubicBezTo>
                      <a:pt x="19" y="28"/>
                      <a:pt x="17" y="28"/>
                      <a:pt x="15" y="29"/>
                    </a:cubicBezTo>
                    <a:cubicBezTo>
                      <a:pt x="15" y="29"/>
                      <a:pt x="14" y="29"/>
                      <a:pt x="13" y="29"/>
                    </a:cubicBezTo>
                    <a:cubicBezTo>
                      <a:pt x="8" y="29"/>
                      <a:pt x="3" y="26"/>
                      <a:pt x="2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7" name="Google Shape;3527;p40">
                <a:extLst>
                  <a:ext uri="{FF2B5EF4-FFF2-40B4-BE49-F238E27FC236}">
                    <a16:creationId xmlns:a16="http://schemas.microsoft.com/office/drawing/2014/main" id="{68B50C4F-D864-97E3-299A-DF3560C266D0}"/>
                  </a:ext>
                </a:extLst>
              </p:cNvPr>
              <p:cNvSpPr/>
              <p:nvPr/>
            </p:nvSpPr>
            <p:spPr>
              <a:xfrm>
                <a:off x="720000" y="4291920"/>
                <a:ext cx="5004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139" h="27" extrusionOk="0">
                    <a:moveTo>
                      <a:pt x="68" y="26"/>
                    </a:moveTo>
                    <a:cubicBezTo>
                      <a:pt x="58" y="26"/>
                      <a:pt x="49" y="26"/>
                      <a:pt x="39" y="26"/>
                    </a:cubicBezTo>
                    <a:cubicBezTo>
                      <a:pt x="35" y="25"/>
                      <a:pt x="30" y="25"/>
                      <a:pt x="26" y="25"/>
                    </a:cubicBezTo>
                    <a:cubicBezTo>
                      <a:pt x="23" y="25"/>
                      <a:pt x="21" y="25"/>
                      <a:pt x="19" y="25"/>
                    </a:cubicBezTo>
                    <a:cubicBezTo>
                      <a:pt x="15" y="24"/>
                      <a:pt x="10" y="25"/>
                      <a:pt x="7" y="23"/>
                    </a:cubicBezTo>
                    <a:cubicBezTo>
                      <a:pt x="3" y="21"/>
                      <a:pt x="0" y="17"/>
                      <a:pt x="0" y="13"/>
                    </a:cubicBezTo>
                    <a:cubicBezTo>
                      <a:pt x="0" y="11"/>
                      <a:pt x="1" y="9"/>
                      <a:pt x="1" y="8"/>
                    </a:cubicBezTo>
                    <a:cubicBezTo>
                      <a:pt x="3" y="3"/>
                      <a:pt x="9" y="0"/>
                      <a:pt x="15" y="2"/>
                    </a:cubicBezTo>
                    <a:cubicBezTo>
                      <a:pt x="16" y="2"/>
                      <a:pt x="16" y="2"/>
                      <a:pt x="18" y="3"/>
                    </a:cubicBezTo>
                    <a:cubicBezTo>
                      <a:pt x="26" y="3"/>
                      <a:pt x="33" y="4"/>
                      <a:pt x="42" y="4"/>
                    </a:cubicBezTo>
                    <a:cubicBezTo>
                      <a:pt x="51" y="5"/>
                      <a:pt x="60" y="5"/>
                      <a:pt x="69" y="5"/>
                    </a:cubicBezTo>
                    <a:cubicBezTo>
                      <a:pt x="89" y="6"/>
                      <a:pt x="109" y="6"/>
                      <a:pt x="128" y="6"/>
                    </a:cubicBezTo>
                    <a:cubicBezTo>
                      <a:pt x="134" y="6"/>
                      <a:pt x="138" y="11"/>
                      <a:pt x="138" y="16"/>
                    </a:cubicBezTo>
                    <a:cubicBezTo>
                      <a:pt x="138" y="22"/>
                      <a:pt x="133" y="26"/>
                      <a:pt x="128" y="26"/>
                    </a:cubicBezTo>
                    <a:cubicBezTo>
                      <a:pt x="118" y="26"/>
                      <a:pt x="108" y="26"/>
                      <a:pt x="98" y="26"/>
                    </a:cubicBezTo>
                    <a:cubicBezTo>
                      <a:pt x="88" y="26"/>
                      <a:pt x="78" y="26"/>
                      <a:pt x="68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8" name="Google Shape;3528;p40">
                <a:extLst>
                  <a:ext uri="{FF2B5EF4-FFF2-40B4-BE49-F238E27FC236}">
                    <a16:creationId xmlns:a16="http://schemas.microsoft.com/office/drawing/2014/main" id="{B477731F-C77D-03F1-4DA6-B46C0305B8B5}"/>
                  </a:ext>
                </a:extLst>
              </p:cNvPr>
              <p:cNvSpPr/>
              <p:nvPr/>
            </p:nvSpPr>
            <p:spPr>
              <a:xfrm>
                <a:off x="812880" y="4290840"/>
                <a:ext cx="48960" cy="10440"/>
              </a:xfrm>
              <a:custGeom>
                <a:avLst/>
                <a:gdLst/>
                <a:ahLst/>
                <a:cxnLst/>
                <a:rect l="l" t="t" r="r" b="b"/>
                <a:pathLst>
                  <a:path w="136" h="29" extrusionOk="0">
                    <a:moveTo>
                      <a:pt x="32" y="28"/>
                    </a:moveTo>
                    <a:cubicBezTo>
                      <a:pt x="26" y="28"/>
                      <a:pt x="21" y="27"/>
                      <a:pt x="16" y="26"/>
                    </a:cubicBezTo>
                    <a:cubicBezTo>
                      <a:pt x="11" y="26"/>
                      <a:pt x="5" y="25"/>
                      <a:pt x="2" y="21"/>
                    </a:cubicBezTo>
                    <a:cubicBezTo>
                      <a:pt x="0" y="18"/>
                      <a:pt x="0" y="15"/>
                      <a:pt x="0" y="11"/>
                    </a:cubicBezTo>
                    <a:cubicBezTo>
                      <a:pt x="1" y="5"/>
                      <a:pt x="7" y="1"/>
                      <a:pt x="12" y="2"/>
                    </a:cubicBezTo>
                    <a:cubicBezTo>
                      <a:pt x="15" y="2"/>
                      <a:pt x="17" y="4"/>
                      <a:pt x="18" y="5"/>
                    </a:cubicBezTo>
                    <a:cubicBezTo>
                      <a:pt x="21" y="5"/>
                      <a:pt x="24" y="6"/>
                      <a:pt x="26" y="6"/>
                    </a:cubicBezTo>
                    <a:cubicBezTo>
                      <a:pt x="33" y="6"/>
                      <a:pt x="39" y="6"/>
                      <a:pt x="46" y="5"/>
                    </a:cubicBezTo>
                    <a:cubicBezTo>
                      <a:pt x="57" y="5"/>
                      <a:pt x="70" y="4"/>
                      <a:pt x="81" y="3"/>
                    </a:cubicBezTo>
                    <a:cubicBezTo>
                      <a:pt x="95" y="2"/>
                      <a:pt x="109" y="1"/>
                      <a:pt x="123" y="1"/>
                    </a:cubicBezTo>
                    <a:cubicBezTo>
                      <a:pt x="129" y="0"/>
                      <a:pt x="134" y="4"/>
                      <a:pt x="135" y="9"/>
                    </a:cubicBezTo>
                    <a:cubicBezTo>
                      <a:pt x="135" y="15"/>
                      <a:pt x="131" y="21"/>
                      <a:pt x="126" y="21"/>
                    </a:cubicBezTo>
                    <a:cubicBezTo>
                      <a:pt x="104" y="22"/>
                      <a:pt x="82" y="24"/>
                      <a:pt x="61" y="26"/>
                    </a:cubicBezTo>
                    <a:cubicBezTo>
                      <a:pt x="56" y="26"/>
                      <a:pt x="52" y="26"/>
                      <a:pt x="47" y="27"/>
                    </a:cubicBezTo>
                    <a:cubicBezTo>
                      <a:pt x="42" y="27"/>
                      <a:pt x="38" y="28"/>
                      <a:pt x="32" y="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9" name="Google Shape;3529;p40">
                <a:extLst>
                  <a:ext uri="{FF2B5EF4-FFF2-40B4-BE49-F238E27FC236}">
                    <a16:creationId xmlns:a16="http://schemas.microsoft.com/office/drawing/2014/main" id="{9FB4CB53-3111-2315-F6E0-17F6DAA2F033}"/>
                  </a:ext>
                </a:extLst>
              </p:cNvPr>
              <p:cNvSpPr/>
              <p:nvPr/>
            </p:nvSpPr>
            <p:spPr>
              <a:xfrm>
                <a:off x="899280" y="4290120"/>
                <a:ext cx="54360" cy="10440"/>
              </a:xfrm>
              <a:custGeom>
                <a:avLst/>
                <a:gdLst/>
                <a:ahLst/>
                <a:cxnLst/>
                <a:rect l="l" t="t" r="r" b="b"/>
                <a:pathLst>
                  <a:path w="151" h="29" extrusionOk="0">
                    <a:moveTo>
                      <a:pt x="57" y="27"/>
                    </a:moveTo>
                    <a:cubicBezTo>
                      <a:pt x="47" y="27"/>
                      <a:pt x="38" y="25"/>
                      <a:pt x="28" y="25"/>
                    </a:cubicBezTo>
                    <a:lnTo>
                      <a:pt x="29" y="25"/>
                    </a:lnTo>
                    <a:cubicBezTo>
                      <a:pt x="25" y="24"/>
                      <a:pt x="21" y="24"/>
                      <a:pt x="17" y="24"/>
                    </a:cubicBezTo>
                    <a:cubicBezTo>
                      <a:pt x="17" y="24"/>
                      <a:pt x="16" y="24"/>
                      <a:pt x="15" y="24"/>
                    </a:cubicBezTo>
                    <a:cubicBezTo>
                      <a:pt x="14" y="24"/>
                      <a:pt x="12" y="24"/>
                      <a:pt x="11" y="24"/>
                    </a:cubicBezTo>
                    <a:cubicBezTo>
                      <a:pt x="5" y="23"/>
                      <a:pt x="0" y="18"/>
                      <a:pt x="2" y="11"/>
                    </a:cubicBezTo>
                    <a:cubicBezTo>
                      <a:pt x="3" y="6"/>
                      <a:pt x="9" y="1"/>
                      <a:pt x="14" y="2"/>
                    </a:cubicBezTo>
                    <a:lnTo>
                      <a:pt x="15" y="2"/>
                    </a:lnTo>
                    <a:cubicBezTo>
                      <a:pt x="18" y="3"/>
                      <a:pt x="20" y="3"/>
                      <a:pt x="23" y="3"/>
                    </a:cubicBezTo>
                    <a:cubicBezTo>
                      <a:pt x="27" y="3"/>
                      <a:pt x="31" y="3"/>
                      <a:pt x="35" y="4"/>
                    </a:cubicBezTo>
                    <a:cubicBezTo>
                      <a:pt x="42" y="4"/>
                      <a:pt x="49" y="6"/>
                      <a:pt x="56" y="6"/>
                    </a:cubicBezTo>
                    <a:cubicBezTo>
                      <a:pt x="58" y="6"/>
                      <a:pt x="61" y="7"/>
                      <a:pt x="64" y="7"/>
                    </a:cubicBezTo>
                    <a:cubicBezTo>
                      <a:pt x="67" y="7"/>
                      <a:pt x="71" y="7"/>
                      <a:pt x="74" y="7"/>
                    </a:cubicBezTo>
                    <a:cubicBezTo>
                      <a:pt x="79" y="6"/>
                      <a:pt x="83" y="6"/>
                      <a:pt x="87" y="6"/>
                    </a:cubicBezTo>
                    <a:cubicBezTo>
                      <a:pt x="86" y="6"/>
                      <a:pt x="86" y="6"/>
                      <a:pt x="86" y="6"/>
                    </a:cubicBezTo>
                    <a:cubicBezTo>
                      <a:pt x="90" y="6"/>
                      <a:pt x="94" y="5"/>
                      <a:pt x="99" y="4"/>
                    </a:cubicBezTo>
                    <a:cubicBezTo>
                      <a:pt x="103" y="4"/>
                      <a:pt x="107" y="4"/>
                      <a:pt x="111" y="3"/>
                    </a:cubicBezTo>
                    <a:cubicBezTo>
                      <a:pt x="120" y="2"/>
                      <a:pt x="129" y="2"/>
                      <a:pt x="138" y="0"/>
                    </a:cubicBezTo>
                    <a:cubicBezTo>
                      <a:pt x="144" y="0"/>
                      <a:pt x="149" y="4"/>
                      <a:pt x="150" y="9"/>
                    </a:cubicBezTo>
                    <a:cubicBezTo>
                      <a:pt x="150" y="15"/>
                      <a:pt x="146" y="20"/>
                      <a:pt x="140" y="21"/>
                    </a:cubicBezTo>
                    <a:cubicBezTo>
                      <a:pt x="131" y="22"/>
                      <a:pt x="121" y="23"/>
                      <a:pt x="111" y="24"/>
                    </a:cubicBezTo>
                    <a:cubicBezTo>
                      <a:pt x="103" y="25"/>
                      <a:pt x="94" y="27"/>
                      <a:pt x="86" y="27"/>
                    </a:cubicBezTo>
                    <a:cubicBezTo>
                      <a:pt x="79" y="27"/>
                      <a:pt x="73" y="28"/>
                      <a:pt x="66" y="28"/>
                    </a:cubicBezTo>
                    <a:cubicBezTo>
                      <a:pt x="63" y="28"/>
                      <a:pt x="60" y="28"/>
                      <a:pt x="57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0" name="Google Shape;3530;p40">
                <a:extLst>
                  <a:ext uri="{FF2B5EF4-FFF2-40B4-BE49-F238E27FC236}">
                    <a16:creationId xmlns:a16="http://schemas.microsoft.com/office/drawing/2014/main" id="{D1032ED4-EAED-D6BE-1CEE-6C3D30DC3752}"/>
                  </a:ext>
                </a:extLst>
              </p:cNvPr>
              <p:cNvSpPr/>
              <p:nvPr/>
            </p:nvSpPr>
            <p:spPr>
              <a:xfrm>
                <a:off x="957240" y="4292640"/>
                <a:ext cx="10800" cy="56160"/>
              </a:xfrm>
              <a:custGeom>
                <a:avLst/>
                <a:gdLst/>
                <a:ahLst/>
                <a:cxnLst/>
                <a:rect l="l" t="t" r="r" b="b"/>
                <a:pathLst>
                  <a:path w="30" h="156" extrusionOk="0">
                    <a:moveTo>
                      <a:pt x="9" y="146"/>
                    </a:moveTo>
                    <a:cubicBezTo>
                      <a:pt x="8" y="132"/>
                      <a:pt x="6" y="118"/>
                      <a:pt x="5" y="104"/>
                    </a:cubicBezTo>
                    <a:cubicBezTo>
                      <a:pt x="3" y="92"/>
                      <a:pt x="3" y="80"/>
                      <a:pt x="2" y="67"/>
                    </a:cubicBezTo>
                    <a:lnTo>
                      <a:pt x="2" y="66"/>
                    </a:lnTo>
                    <a:cubicBezTo>
                      <a:pt x="2" y="66"/>
                      <a:pt x="2" y="65"/>
                      <a:pt x="2" y="64"/>
                    </a:cubicBezTo>
                    <a:lnTo>
                      <a:pt x="2" y="65"/>
                    </a:lnTo>
                    <a:cubicBezTo>
                      <a:pt x="1" y="60"/>
                      <a:pt x="1" y="56"/>
                      <a:pt x="1" y="52"/>
                    </a:cubicBezTo>
                    <a:lnTo>
                      <a:pt x="1" y="51"/>
                    </a:lnTo>
                    <a:lnTo>
                      <a:pt x="1" y="50"/>
                    </a:lnTo>
                    <a:cubicBezTo>
                      <a:pt x="1" y="51"/>
                      <a:pt x="1" y="51"/>
                      <a:pt x="1" y="51"/>
                    </a:cubicBezTo>
                    <a:cubicBezTo>
                      <a:pt x="1" y="50"/>
                      <a:pt x="1" y="50"/>
                      <a:pt x="1" y="49"/>
                    </a:cubicBezTo>
                    <a:lnTo>
                      <a:pt x="1" y="50"/>
                    </a:lnTo>
                    <a:cubicBezTo>
                      <a:pt x="1" y="49"/>
                      <a:pt x="1" y="49"/>
                      <a:pt x="1" y="49"/>
                    </a:cubicBezTo>
                    <a:lnTo>
                      <a:pt x="1" y="48"/>
                    </a:lnTo>
                    <a:lnTo>
                      <a:pt x="1" y="49"/>
                    </a:lnTo>
                    <a:cubicBezTo>
                      <a:pt x="1" y="44"/>
                      <a:pt x="1" y="38"/>
                      <a:pt x="1" y="33"/>
                    </a:cubicBezTo>
                    <a:cubicBezTo>
                      <a:pt x="0" y="27"/>
                      <a:pt x="1" y="20"/>
                      <a:pt x="1" y="13"/>
                    </a:cubicBezTo>
                    <a:cubicBezTo>
                      <a:pt x="1" y="11"/>
                      <a:pt x="2" y="10"/>
                      <a:pt x="3" y="9"/>
                    </a:cubicBezTo>
                    <a:cubicBezTo>
                      <a:pt x="4" y="4"/>
                      <a:pt x="7" y="2"/>
                      <a:pt x="12" y="1"/>
                    </a:cubicBezTo>
                    <a:cubicBezTo>
                      <a:pt x="15" y="0"/>
                      <a:pt x="20" y="2"/>
                      <a:pt x="22" y="4"/>
                    </a:cubicBezTo>
                    <a:cubicBezTo>
                      <a:pt x="27" y="6"/>
                      <a:pt x="29" y="11"/>
                      <a:pt x="29" y="17"/>
                    </a:cubicBezTo>
                    <a:cubicBezTo>
                      <a:pt x="28" y="20"/>
                      <a:pt x="26" y="23"/>
                      <a:pt x="22" y="25"/>
                    </a:cubicBezTo>
                    <a:cubicBezTo>
                      <a:pt x="22" y="39"/>
                      <a:pt x="22" y="53"/>
                      <a:pt x="23" y="66"/>
                    </a:cubicBezTo>
                    <a:lnTo>
                      <a:pt x="23" y="65"/>
                    </a:lnTo>
                    <a:lnTo>
                      <a:pt x="23" y="66"/>
                    </a:lnTo>
                    <a:cubicBezTo>
                      <a:pt x="23" y="67"/>
                      <a:pt x="23" y="67"/>
                      <a:pt x="23" y="67"/>
                    </a:cubicBezTo>
                    <a:cubicBezTo>
                      <a:pt x="23" y="68"/>
                      <a:pt x="23" y="68"/>
                      <a:pt x="23" y="69"/>
                    </a:cubicBezTo>
                    <a:cubicBezTo>
                      <a:pt x="23" y="71"/>
                      <a:pt x="23" y="73"/>
                      <a:pt x="24" y="76"/>
                    </a:cubicBezTo>
                    <a:lnTo>
                      <a:pt x="24" y="77"/>
                    </a:lnTo>
                    <a:lnTo>
                      <a:pt x="24" y="78"/>
                    </a:lnTo>
                    <a:cubicBezTo>
                      <a:pt x="24" y="79"/>
                      <a:pt x="24" y="80"/>
                      <a:pt x="24" y="81"/>
                    </a:cubicBezTo>
                    <a:cubicBezTo>
                      <a:pt x="24" y="82"/>
                      <a:pt x="24" y="82"/>
                      <a:pt x="24" y="82"/>
                    </a:cubicBezTo>
                    <a:lnTo>
                      <a:pt x="24" y="81"/>
                    </a:lnTo>
                    <a:cubicBezTo>
                      <a:pt x="24" y="82"/>
                      <a:pt x="24" y="82"/>
                      <a:pt x="24" y="83"/>
                    </a:cubicBezTo>
                    <a:cubicBezTo>
                      <a:pt x="24" y="82"/>
                      <a:pt x="24" y="82"/>
                      <a:pt x="24" y="82"/>
                    </a:cubicBezTo>
                    <a:lnTo>
                      <a:pt x="24" y="83"/>
                    </a:lnTo>
                    <a:cubicBezTo>
                      <a:pt x="25" y="103"/>
                      <a:pt x="28" y="123"/>
                      <a:pt x="29" y="144"/>
                    </a:cubicBezTo>
                    <a:cubicBezTo>
                      <a:pt x="29" y="150"/>
                      <a:pt x="26" y="155"/>
                      <a:pt x="20" y="155"/>
                    </a:cubicBezTo>
                    <a:lnTo>
                      <a:pt x="19" y="155"/>
                    </a:lnTo>
                    <a:cubicBezTo>
                      <a:pt x="14" y="155"/>
                      <a:pt x="10" y="151"/>
                      <a:pt x="9" y="1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1" name="Google Shape;3531;p40">
                <a:extLst>
                  <a:ext uri="{FF2B5EF4-FFF2-40B4-BE49-F238E27FC236}">
                    <a16:creationId xmlns:a16="http://schemas.microsoft.com/office/drawing/2014/main" id="{7C71DC09-67F7-CA8D-8612-96B2C92FD240}"/>
                  </a:ext>
                </a:extLst>
              </p:cNvPr>
              <p:cNvSpPr/>
              <p:nvPr/>
            </p:nvSpPr>
            <p:spPr>
              <a:xfrm>
                <a:off x="959400" y="4376160"/>
                <a:ext cx="10080" cy="47160"/>
              </a:xfrm>
              <a:custGeom>
                <a:avLst/>
                <a:gdLst/>
                <a:ahLst/>
                <a:cxnLst/>
                <a:rect l="l" t="t" r="r" b="b"/>
                <a:pathLst>
                  <a:path w="28" h="131" extrusionOk="0">
                    <a:moveTo>
                      <a:pt x="6" y="120"/>
                    </a:moveTo>
                    <a:cubicBezTo>
                      <a:pt x="5" y="103"/>
                      <a:pt x="3" y="86"/>
                      <a:pt x="2" y="70"/>
                    </a:cubicBezTo>
                    <a:cubicBezTo>
                      <a:pt x="2" y="60"/>
                      <a:pt x="1" y="49"/>
                      <a:pt x="1" y="38"/>
                    </a:cubicBezTo>
                    <a:cubicBezTo>
                      <a:pt x="0" y="32"/>
                      <a:pt x="0" y="26"/>
                      <a:pt x="0" y="21"/>
                    </a:cubicBezTo>
                    <a:cubicBezTo>
                      <a:pt x="0" y="17"/>
                      <a:pt x="0" y="13"/>
                      <a:pt x="1" y="9"/>
                    </a:cubicBezTo>
                    <a:cubicBezTo>
                      <a:pt x="2" y="4"/>
                      <a:pt x="6" y="0"/>
                      <a:pt x="12" y="0"/>
                    </a:cubicBezTo>
                    <a:cubicBezTo>
                      <a:pt x="17" y="0"/>
                      <a:pt x="23" y="5"/>
                      <a:pt x="23" y="11"/>
                    </a:cubicBezTo>
                    <a:cubicBezTo>
                      <a:pt x="22" y="13"/>
                      <a:pt x="22" y="15"/>
                      <a:pt x="22" y="17"/>
                    </a:cubicBezTo>
                    <a:cubicBezTo>
                      <a:pt x="22" y="22"/>
                      <a:pt x="21" y="26"/>
                      <a:pt x="22" y="32"/>
                    </a:cubicBezTo>
                    <a:cubicBezTo>
                      <a:pt x="22" y="31"/>
                      <a:pt x="22" y="31"/>
                      <a:pt x="22" y="30"/>
                    </a:cubicBezTo>
                    <a:cubicBezTo>
                      <a:pt x="22" y="31"/>
                      <a:pt x="22" y="33"/>
                      <a:pt x="22" y="34"/>
                    </a:cubicBezTo>
                    <a:lnTo>
                      <a:pt x="22" y="33"/>
                    </a:lnTo>
                    <a:cubicBezTo>
                      <a:pt x="22" y="34"/>
                      <a:pt x="22" y="34"/>
                      <a:pt x="22" y="35"/>
                    </a:cubicBezTo>
                    <a:lnTo>
                      <a:pt x="22" y="36"/>
                    </a:lnTo>
                    <a:cubicBezTo>
                      <a:pt x="22" y="37"/>
                      <a:pt x="22" y="37"/>
                      <a:pt x="22" y="38"/>
                    </a:cubicBezTo>
                    <a:lnTo>
                      <a:pt x="22" y="37"/>
                    </a:lnTo>
                    <a:cubicBezTo>
                      <a:pt x="22" y="43"/>
                      <a:pt x="23" y="50"/>
                      <a:pt x="23" y="57"/>
                    </a:cubicBezTo>
                    <a:cubicBezTo>
                      <a:pt x="23" y="61"/>
                      <a:pt x="23" y="66"/>
                      <a:pt x="23" y="70"/>
                    </a:cubicBezTo>
                    <a:cubicBezTo>
                      <a:pt x="24" y="70"/>
                      <a:pt x="24" y="70"/>
                      <a:pt x="24" y="70"/>
                    </a:cubicBezTo>
                    <a:cubicBezTo>
                      <a:pt x="24" y="74"/>
                      <a:pt x="24" y="78"/>
                      <a:pt x="24" y="82"/>
                    </a:cubicBezTo>
                    <a:cubicBezTo>
                      <a:pt x="24" y="85"/>
                      <a:pt x="24" y="89"/>
                      <a:pt x="24" y="93"/>
                    </a:cubicBezTo>
                    <a:lnTo>
                      <a:pt x="25" y="94"/>
                    </a:lnTo>
                    <a:lnTo>
                      <a:pt x="25" y="93"/>
                    </a:lnTo>
                    <a:cubicBezTo>
                      <a:pt x="25" y="102"/>
                      <a:pt x="26" y="110"/>
                      <a:pt x="26" y="118"/>
                    </a:cubicBezTo>
                    <a:cubicBezTo>
                      <a:pt x="27" y="123"/>
                      <a:pt x="23" y="128"/>
                      <a:pt x="17" y="129"/>
                    </a:cubicBezTo>
                    <a:lnTo>
                      <a:pt x="16" y="130"/>
                    </a:lnTo>
                    <a:cubicBezTo>
                      <a:pt x="11" y="130"/>
                      <a:pt x="6" y="126"/>
                      <a:pt x="6" y="1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2" name="Google Shape;3532;p40">
                <a:extLst>
                  <a:ext uri="{FF2B5EF4-FFF2-40B4-BE49-F238E27FC236}">
                    <a16:creationId xmlns:a16="http://schemas.microsoft.com/office/drawing/2014/main" id="{71B10F69-16A5-A5C8-E50D-75B66AED5940}"/>
                  </a:ext>
                </a:extLst>
              </p:cNvPr>
              <p:cNvSpPr/>
              <p:nvPr/>
            </p:nvSpPr>
            <p:spPr>
              <a:xfrm>
                <a:off x="959760" y="4482360"/>
                <a:ext cx="11160" cy="56880"/>
              </a:xfrm>
              <a:custGeom>
                <a:avLst/>
                <a:gdLst/>
                <a:ahLst/>
                <a:cxnLst/>
                <a:rect l="l" t="t" r="r" b="b"/>
                <a:pathLst>
                  <a:path w="31" h="158" extrusionOk="0">
                    <a:moveTo>
                      <a:pt x="10" y="157"/>
                    </a:moveTo>
                    <a:cubicBezTo>
                      <a:pt x="5" y="157"/>
                      <a:pt x="0" y="152"/>
                      <a:pt x="0" y="146"/>
                    </a:cubicBezTo>
                    <a:cubicBezTo>
                      <a:pt x="0" y="129"/>
                      <a:pt x="0" y="113"/>
                      <a:pt x="0" y="96"/>
                    </a:cubicBezTo>
                    <a:cubicBezTo>
                      <a:pt x="0" y="88"/>
                      <a:pt x="0" y="80"/>
                      <a:pt x="1" y="73"/>
                    </a:cubicBezTo>
                    <a:cubicBezTo>
                      <a:pt x="1" y="65"/>
                      <a:pt x="1" y="57"/>
                      <a:pt x="1" y="49"/>
                    </a:cubicBezTo>
                    <a:cubicBezTo>
                      <a:pt x="1" y="47"/>
                      <a:pt x="2" y="43"/>
                      <a:pt x="2" y="40"/>
                    </a:cubicBezTo>
                    <a:cubicBezTo>
                      <a:pt x="3" y="30"/>
                      <a:pt x="5" y="19"/>
                      <a:pt x="8" y="9"/>
                    </a:cubicBezTo>
                    <a:cubicBezTo>
                      <a:pt x="9" y="3"/>
                      <a:pt x="16" y="0"/>
                      <a:pt x="21" y="2"/>
                    </a:cubicBezTo>
                    <a:cubicBezTo>
                      <a:pt x="28" y="3"/>
                      <a:pt x="30" y="10"/>
                      <a:pt x="29" y="16"/>
                    </a:cubicBezTo>
                    <a:cubicBezTo>
                      <a:pt x="28" y="19"/>
                      <a:pt x="28" y="21"/>
                      <a:pt x="26" y="25"/>
                    </a:cubicBezTo>
                    <a:cubicBezTo>
                      <a:pt x="26" y="29"/>
                      <a:pt x="25" y="34"/>
                      <a:pt x="24" y="38"/>
                    </a:cubicBezTo>
                    <a:cubicBezTo>
                      <a:pt x="23" y="42"/>
                      <a:pt x="23" y="47"/>
                      <a:pt x="22" y="51"/>
                    </a:cubicBezTo>
                    <a:cubicBezTo>
                      <a:pt x="22" y="66"/>
                      <a:pt x="21" y="81"/>
                      <a:pt x="21" y="97"/>
                    </a:cubicBezTo>
                    <a:cubicBezTo>
                      <a:pt x="21" y="114"/>
                      <a:pt x="21" y="130"/>
                      <a:pt x="21" y="147"/>
                    </a:cubicBezTo>
                    <a:cubicBezTo>
                      <a:pt x="21" y="152"/>
                      <a:pt x="16" y="157"/>
                      <a:pt x="11" y="157"/>
                    </a:cubicBezTo>
                    <a:lnTo>
                      <a:pt x="10" y="15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3" name="Google Shape;3533;p40">
                <a:extLst>
                  <a:ext uri="{FF2B5EF4-FFF2-40B4-BE49-F238E27FC236}">
                    <a16:creationId xmlns:a16="http://schemas.microsoft.com/office/drawing/2014/main" id="{C5F7EA77-8449-7F5D-2F97-20C2F093CA58}"/>
                  </a:ext>
                </a:extLst>
              </p:cNvPr>
              <p:cNvSpPr/>
              <p:nvPr/>
            </p:nvSpPr>
            <p:spPr>
              <a:xfrm>
                <a:off x="958680" y="4581720"/>
                <a:ext cx="9720" cy="5580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55" extrusionOk="0">
                    <a:moveTo>
                      <a:pt x="12" y="154"/>
                    </a:moveTo>
                    <a:cubicBezTo>
                      <a:pt x="7" y="154"/>
                      <a:pt x="3" y="149"/>
                      <a:pt x="3" y="144"/>
                    </a:cubicBezTo>
                    <a:cubicBezTo>
                      <a:pt x="2" y="121"/>
                      <a:pt x="1" y="98"/>
                      <a:pt x="1" y="75"/>
                    </a:cubicBezTo>
                    <a:cubicBezTo>
                      <a:pt x="0" y="65"/>
                      <a:pt x="0" y="55"/>
                      <a:pt x="0" y="45"/>
                    </a:cubicBezTo>
                    <a:cubicBezTo>
                      <a:pt x="0" y="39"/>
                      <a:pt x="1" y="33"/>
                      <a:pt x="1" y="27"/>
                    </a:cubicBezTo>
                    <a:cubicBezTo>
                      <a:pt x="2" y="22"/>
                      <a:pt x="3" y="16"/>
                      <a:pt x="3" y="10"/>
                    </a:cubicBezTo>
                    <a:cubicBezTo>
                      <a:pt x="4" y="4"/>
                      <a:pt x="10" y="0"/>
                      <a:pt x="16" y="1"/>
                    </a:cubicBezTo>
                    <a:cubicBezTo>
                      <a:pt x="22" y="2"/>
                      <a:pt x="26" y="8"/>
                      <a:pt x="25" y="14"/>
                    </a:cubicBezTo>
                    <a:cubicBezTo>
                      <a:pt x="24" y="19"/>
                      <a:pt x="23" y="25"/>
                      <a:pt x="22" y="30"/>
                    </a:cubicBezTo>
                    <a:cubicBezTo>
                      <a:pt x="21" y="48"/>
                      <a:pt x="22" y="66"/>
                      <a:pt x="22" y="84"/>
                    </a:cubicBezTo>
                    <a:cubicBezTo>
                      <a:pt x="22" y="105"/>
                      <a:pt x="23" y="124"/>
                      <a:pt x="23" y="144"/>
                    </a:cubicBezTo>
                    <a:cubicBezTo>
                      <a:pt x="23" y="150"/>
                      <a:pt x="18" y="154"/>
                      <a:pt x="13" y="154"/>
                    </a:cubicBezTo>
                    <a:lnTo>
                      <a:pt x="12" y="154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4" name="Google Shape;3534;p40">
                <a:extLst>
                  <a:ext uri="{FF2B5EF4-FFF2-40B4-BE49-F238E27FC236}">
                    <a16:creationId xmlns:a16="http://schemas.microsoft.com/office/drawing/2014/main" id="{858338FE-D0FE-5A85-035C-8A98FF41C2BD}"/>
                  </a:ext>
                </a:extLst>
              </p:cNvPr>
              <p:cNvSpPr/>
              <p:nvPr/>
            </p:nvSpPr>
            <p:spPr>
              <a:xfrm>
                <a:off x="960120" y="4678560"/>
                <a:ext cx="9360" cy="21240"/>
              </a:xfrm>
              <a:custGeom>
                <a:avLst/>
                <a:gdLst/>
                <a:ahLst/>
                <a:cxnLst/>
                <a:rect l="l" t="t" r="r" b="b"/>
                <a:pathLst>
                  <a:path w="26" h="59" extrusionOk="0">
                    <a:moveTo>
                      <a:pt x="12" y="58"/>
                    </a:moveTo>
                    <a:cubicBezTo>
                      <a:pt x="6" y="58"/>
                      <a:pt x="1" y="53"/>
                      <a:pt x="1" y="48"/>
                    </a:cubicBezTo>
                    <a:cubicBezTo>
                      <a:pt x="1" y="35"/>
                      <a:pt x="0" y="23"/>
                      <a:pt x="2" y="10"/>
                    </a:cubicBezTo>
                    <a:cubicBezTo>
                      <a:pt x="3" y="4"/>
                      <a:pt x="9" y="0"/>
                      <a:pt x="15" y="1"/>
                    </a:cubicBezTo>
                    <a:cubicBezTo>
                      <a:pt x="21" y="2"/>
                      <a:pt x="25" y="7"/>
                      <a:pt x="24" y="14"/>
                    </a:cubicBezTo>
                    <a:cubicBezTo>
                      <a:pt x="24" y="16"/>
                      <a:pt x="24" y="18"/>
                      <a:pt x="23" y="20"/>
                    </a:cubicBezTo>
                    <a:cubicBezTo>
                      <a:pt x="22" y="29"/>
                      <a:pt x="22" y="38"/>
                      <a:pt x="23" y="48"/>
                    </a:cubicBezTo>
                    <a:cubicBezTo>
                      <a:pt x="23" y="53"/>
                      <a:pt x="18" y="58"/>
                      <a:pt x="12" y="5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5" name="Google Shape;3535;p40">
                <a:extLst>
                  <a:ext uri="{FF2B5EF4-FFF2-40B4-BE49-F238E27FC236}">
                    <a16:creationId xmlns:a16="http://schemas.microsoft.com/office/drawing/2014/main" id="{A65948A5-FE99-E702-75CF-8175448A34C3}"/>
                  </a:ext>
                </a:extLst>
              </p:cNvPr>
              <p:cNvSpPr/>
              <p:nvPr/>
            </p:nvSpPr>
            <p:spPr>
              <a:xfrm>
                <a:off x="556920" y="3749040"/>
                <a:ext cx="16920" cy="1121400"/>
              </a:xfrm>
              <a:custGeom>
                <a:avLst/>
                <a:gdLst/>
                <a:ahLst/>
                <a:cxnLst/>
                <a:rect l="l" t="t" r="r" b="b"/>
                <a:pathLst>
                  <a:path w="47" h="3115" extrusionOk="0">
                    <a:moveTo>
                      <a:pt x="34" y="3114"/>
                    </a:moveTo>
                    <a:cubicBezTo>
                      <a:pt x="28" y="3114"/>
                      <a:pt x="24" y="3109"/>
                      <a:pt x="24" y="3103"/>
                    </a:cubicBezTo>
                    <a:cubicBezTo>
                      <a:pt x="24" y="3088"/>
                      <a:pt x="23" y="3072"/>
                      <a:pt x="23" y="3058"/>
                    </a:cubicBezTo>
                    <a:cubicBezTo>
                      <a:pt x="23" y="3044"/>
                      <a:pt x="23" y="3030"/>
                      <a:pt x="23" y="3016"/>
                    </a:cubicBezTo>
                    <a:cubicBezTo>
                      <a:pt x="23" y="3001"/>
                      <a:pt x="23" y="2986"/>
                      <a:pt x="23" y="2971"/>
                    </a:cubicBezTo>
                    <a:cubicBezTo>
                      <a:pt x="23" y="2956"/>
                      <a:pt x="23" y="2941"/>
                      <a:pt x="23" y="2926"/>
                    </a:cubicBezTo>
                    <a:cubicBezTo>
                      <a:pt x="23" y="2863"/>
                      <a:pt x="23" y="2800"/>
                      <a:pt x="22" y="2737"/>
                    </a:cubicBezTo>
                    <a:cubicBezTo>
                      <a:pt x="21" y="2606"/>
                      <a:pt x="21" y="2475"/>
                      <a:pt x="20" y="2343"/>
                    </a:cubicBezTo>
                    <a:cubicBezTo>
                      <a:pt x="18" y="2208"/>
                      <a:pt x="18" y="2073"/>
                      <a:pt x="17" y="1939"/>
                    </a:cubicBezTo>
                    <a:cubicBezTo>
                      <a:pt x="16" y="1808"/>
                      <a:pt x="15" y="1678"/>
                      <a:pt x="14" y="1547"/>
                    </a:cubicBezTo>
                    <a:cubicBezTo>
                      <a:pt x="13" y="1415"/>
                      <a:pt x="12" y="1283"/>
                      <a:pt x="11" y="1150"/>
                    </a:cubicBezTo>
                    <a:cubicBezTo>
                      <a:pt x="10" y="1018"/>
                      <a:pt x="9" y="885"/>
                      <a:pt x="7" y="753"/>
                    </a:cubicBezTo>
                    <a:cubicBezTo>
                      <a:pt x="6" y="620"/>
                      <a:pt x="5" y="486"/>
                      <a:pt x="4" y="353"/>
                    </a:cubicBezTo>
                    <a:cubicBezTo>
                      <a:pt x="4" y="294"/>
                      <a:pt x="3" y="237"/>
                      <a:pt x="2" y="179"/>
                    </a:cubicBezTo>
                    <a:cubicBezTo>
                      <a:pt x="2" y="151"/>
                      <a:pt x="2" y="121"/>
                      <a:pt x="2" y="93"/>
                    </a:cubicBezTo>
                    <a:cubicBezTo>
                      <a:pt x="1" y="78"/>
                      <a:pt x="1" y="63"/>
                      <a:pt x="1" y="49"/>
                    </a:cubicBezTo>
                    <a:cubicBezTo>
                      <a:pt x="0" y="36"/>
                      <a:pt x="0" y="24"/>
                      <a:pt x="0" y="11"/>
                    </a:cubicBezTo>
                    <a:cubicBezTo>
                      <a:pt x="0" y="5"/>
                      <a:pt x="5" y="0"/>
                      <a:pt x="12" y="0"/>
                    </a:cubicBezTo>
                    <a:cubicBezTo>
                      <a:pt x="17" y="0"/>
                      <a:pt x="22" y="5"/>
                      <a:pt x="22" y="11"/>
                    </a:cubicBezTo>
                    <a:cubicBezTo>
                      <a:pt x="22" y="25"/>
                      <a:pt x="22" y="38"/>
                      <a:pt x="22" y="51"/>
                    </a:cubicBezTo>
                    <a:cubicBezTo>
                      <a:pt x="22" y="68"/>
                      <a:pt x="22" y="85"/>
                      <a:pt x="22" y="101"/>
                    </a:cubicBezTo>
                    <a:cubicBezTo>
                      <a:pt x="22" y="134"/>
                      <a:pt x="22" y="167"/>
                      <a:pt x="23" y="200"/>
                    </a:cubicBezTo>
                    <a:cubicBezTo>
                      <a:pt x="23" y="265"/>
                      <a:pt x="23" y="329"/>
                      <a:pt x="24" y="394"/>
                    </a:cubicBezTo>
                    <a:cubicBezTo>
                      <a:pt x="24" y="526"/>
                      <a:pt x="25" y="659"/>
                      <a:pt x="26" y="793"/>
                    </a:cubicBezTo>
                    <a:cubicBezTo>
                      <a:pt x="27" y="926"/>
                      <a:pt x="28" y="1059"/>
                      <a:pt x="29" y="1193"/>
                    </a:cubicBezTo>
                    <a:cubicBezTo>
                      <a:pt x="30" y="1323"/>
                      <a:pt x="31" y="1454"/>
                      <a:pt x="32" y="1585"/>
                    </a:cubicBezTo>
                    <a:cubicBezTo>
                      <a:pt x="33" y="1719"/>
                      <a:pt x="34" y="1852"/>
                      <a:pt x="35" y="1986"/>
                    </a:cubicBezTo>
                    <a:cubicBezTo>
                      <a:pt x="36" y="2119"/>
                      <a:pt x="37" y="2251"/>
                      <a:pt x="38" y="2383"/>
                    </a:cubicBezTo>
                    <a:cubicBezTo>
                      <a:pt x="39" y="2514"/>
                      <a:pt x="41" y="2646"/>
                      <a:pt x="42" y="2778"/>
                    </a:cubicBezTo>
                    <a:cubicBezTo>
                      <a:pt x="42" y="2834"/>
                      <a:pt x="43" y="2890"/>
                      <a:pt x="44" y="2947"/>
                    </a:cubicBezTo>
                    <a:cubicBezTo>
                      <a:pt x="44" y="2959"/>
                      <a:pt x="45" y="2971"/>
                      <a:pt x="45" y="2984"/>
                    </a:cubicBezTo>
                    <a:cubicBezTo>
                      <a:pt x="45" y="2997"/>
                      <a:pt x="45" y="3011"/>
                      <a:pt x="45" y="3024"/>
                    </a:cubicBezTo>
                    <a:cubicBezTo>
                      <a:pt x="45" y="3036"/>
                      <a:pt x="45" y="3049"/>
                      <a:pt x="45" y="3061"/>
                    </a:cubicBezTo>
                    <a:cubicBezTo>
                      <a:pt x="45" y="3075"/>
                      <a:pt x="45" y="3089"/>
                      <a:pt x="46" y="3103"/>
                    </a:cubicBezTo>
                    <a:cubicBezTo>
                      <a:pt x="46" y="3109"/>
                      <a:pt x="41" y="3114"/>
                      <a:pt x="35" y="3114"/>
                    </a:cubicBezTo>
                    <a:lnTo>
                      <a:pt x="34" y="3114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6" name="Google Shape;3536;p40">
                <a:extLst>
                  <a:ext uri="{FF2B5EF4-FFF2-40B4-BE49-F238E27FC236}">
                    <a16:creationId xmlns:a16="http://schemas.microsoft.com/office/drawing/2014/main" id="{F839A3EA-575F-0C1C-BBB5-D58E2B75CC91}"/>
                  </a:ext>
                </a:extLst>
              </p:cNvPr>
              <p:cNvSpPr/>
              <p:nvPr/>
            </p:nvSpPr>
            <p:spPr>
              <a:xfrm>
                <a:off x="542520" y="3746880"/>
                <a:ext cx="39960" cy="87120"/>
              </a:xfrm>
              <a:custGeom>
                <a:avLst/>
                <a:gdLst/>
                <a:ahLst/>
                <a:cxnLst/>
                <a:rect l="l" t="t" r="r" b="b"/>
                <a:pathLst>
                  <a:path w="111" h="242" extrusionOk="0">
                    <a:moveTo>
                      <a:pt x="12" y="241"/>
                    </a:moveTo>
                    <a:cubicBezTo>
                      <a:pt x="5" y="241"/>
                      <a:pt x="0" y="235"/>
                      <a:pt x="1" y="229"/>
                    </a:cubicBezTo>
                    <a:cubicBezTo>
                      <a:pt x="3" y="219"/>
                      <a:pt x="4" y="211"/>
                      <a:pt x="6" y="201"/>
                    </a:cubicBezTo>
                    <a:cubicBezTo>
                      <a:pt x="7" y="198"/>
                      <a:pt x="7" y="194"/>
                      <a:pt x="8" y="191"/>
                    </a:cubicBezTo>
                    <a:cubicBezTo>
                      <a:pt x="9" y="186"/>
                      <a:pt x="10" y="182"/>
                      <a:pt x="10" y="178"/>
                    </a:cubicBezTo>
                    <a:lnTo>
                      <a:pt x="10" y="179"/>
                    </a:lnTo>
                    <a:cubicBezTo>
                      <a:pt x="10" y="178"/>
                      <a:pt x="11" y="176"/>
                      <a:pt x="11" y="175"/>
                    </a:cubicBezTo>
                    <a:cubicBezTo>
                      <a:pt x="11" y="171"/>
                      <a:pt x="12" y="168"/>
                      <a:pt x="12" y="164"/>
                    </a:cubicBezTo>
                    <a:cubicBezTo>
                      <a:pt x="16" y="141"/>
                      <a:pt x="19" y="119"/>
                      <a:pt x="22" y="97"/>
                    </a:cubicBezTo>
                    <a:cubicBezTo>
                      <a:pt x="25" y="76"/>
                      <a:pt x="28" y="55"/>
                      <a:pt x="31" y="34"/>
                    </a:cubicBezTo>
                    <a:cubicBezTo>
                      <a:pt x="31" y="31"/>
                      <a:pt x="31" y="30"/>
                      <a:pt x="31" y="28"/>
                    </a:cubicBezTo>
                    <a:cubicBezTo>
                      <a:pt x="32" y="22"/>
                      <a:pt x="36" y="18"/>
                      <a:pt x="42" y="18"/>
                    </a:cubicBezTo>
                    <a:cubicBezTo>
                      <a:pt x="43" y="18"/>
                      <a:pt x="45" y="18"/>
                      <a:pt x="46" y="19"/>
                    </a:cubicBezTo>
                    <a:cubicBezTo>
                      <a:pt x="47" y="16"/>
                      <a:pt x="47" y="13"/>
                      <a:pt x="47" y="10"/>
                    </a:cubicBezTo>
                    <a:cubicBezTo>
                      <a:pt x="49" y="5"/>
                      <a:pt x="52" y="2"/>
                      <a:pt x="57" y="1"/>
                    </a:cubicBezTo>
                    <a:cubicBezTo>
                      <a:pt x="63" y="0"/>
                      <a:pt x="68" y="4"/>
                      <a:pt x="69" y="9"/>
                    </a:cubicBezTo>
                    <a:cubicBezTo>
                      <a:pt x="70" y="12"/>
                      <a:pt x="70" y="16"/>
                      <a:pt x="70" y="19"/>
                    </a:cubicBezTo>
                    <a:cubicBezTo>
                      <a:pt x="71" y="23"/>
                      <a:pt x="72" y="26"/>
                      <a:pt x="72" y="30"/>
                    </a:cubicBezTo>
                    <a:cubicBezTo>
                      <a:pt x="72" y="30"/>
                      <a:pt x="72" y="29"/>
                      <a:pt x="72" y="28"/>
                    </a:cubicBezTo>
                    <a:cubicBezTo>
                      <a:pt x="77" y="53"/>
                      <a:pt x="84" y="77"/>
                      <a:pt x="88" y="101"/>
                    </a:cubicBezTo>
                    <a:cubicBezTo>
                      <a:pt x="88" y="100"/>
                      <a:pt x="88" y="100"/>
                      <a:pt x="88" y="99"/>
                    </a:cubicBezTo>
                    <a:cubicBezTo>
                      <a:pt x="88" y="101"/>
                      <a:pt x="88" y="101"/>
                      <a:pt x="88" y="102"/>
                    </a:cubicBezTo>
                    <a:cubicBezTo>
                      <a:pt x="89" y="108"/>
                      <a:pt x="90" y="113"/>
                      <a:pt x="91" y="117"/>
                    </a:cubicBezTo>
                    <a:lnTo>
                      <a:pt x="91" y="116"/>
                    </a:lnTo>
                    <a:cubicBezTo>
                      <a:pt x="92" y="123"/>
                      <a:pt x="93" y="130"/>
                      <a:pt x="94" y="136"/>
                    </a:cubicBezTo>
                    <a:lnTo>
                      <a:pt x="94" y="137"/>
                    </a:lnTo>
                    <a:cubicBezTo>
                      <a:pt x="95" y="137"/>
                      <a:pt x="95" y="137"/>
                      <a:pt x="95" y="137"/>
                    </a:cubicBezTo>
                    <a:cubicBezTo>
                      <a:pt x="95" y="142"/>
                      <a:pt x="96" y="147"/>
                      <a:pt x="97" y="152"/>
                    </a:cubicBezTo>
                    <a:cubicBezTo>
                      <a:pt x="97" y="151"/>
                      <a:pt x="97" y="151"/>
                      <a:pt x="97" y="151"/>
                    </a:cubicBezTo>
                    <a:lnTo>
                      <a:pt x="97" y="152"/>
                    </a:lnTo>
                    <a:lnTo>
                      <a:pt x="97" y="151"/>
                    </a:lnTo>
                    <a:cubicBezTo>
                      <a:pt x="100" y="171"/>
                      <a:pt x="105" y="191"/>
                      <a:pt x="109" y="212"/>
                    </a:cubicBezTo>
                    <a:cubicBezTo>
                      <a:pt x="110" y="218"/>
                      <a:pt x="107" y="223"/>
                      <a:pt x="101" y="225"/>
                    </a:cubicBezTo>
                    <a:cubicBezTo>
                      <a:pt x="96" y="226"/>
                      <a:pt x="90" y="222"/>
                      <a:pt x="89" y="217"/>
                    </a:cubicBezTo>
                    <a:cubicBezTo>
                      <a:pt x="87" y="209"/>
                      <a:pt x="85" y="201"/>
                      <a:pt x="84" y="193"/>
                    </a:cubicBezTo>
                    <a:lnTo>
                      <a:pt x="84" y="194"/>
                    </a:lnTo>
                    <a:cubicBezTo>
                      <a:pt x="84" y="193"/>
                      <a:pt x="84" y="191"/>
                      <a:pt x="84" y="190"/>
                    </a:cubicBezTo>
                    <a:cubicBezTo>
                      <a:pt x="84" y="191"/>
                      <a:pt x="84" y="191"/>
                      <a:pt x="84" y="192"/>
                    </a:cubicBezTo>
                    <a:cubicBezTo>
                      <a:pt x="83" y="190"/>
                      <a:pt x="83" y="187"/>
                      <a:pt x="82" y="185"/>
                    </a:cubicBezTo>
                    <a:lnTo>
                      <a:pt x="82" y="186"/>
                    </a:lnTo>
                    <a:cubicBezTo>
                      <a:pt x="82" y="185"/>
                      <a:pt x="82" y="184"/>
                      <a:pt x="82" y="183"/>
                    </a:cubicBezTo>
                    <a:cubicBezTo>
                      <a:pt x="81" y="178"/>
                      <a:pt x="80" y="173"/>
                      <a:pt x="79" y="169"/>
                    </a:cubicBezTo>
                    <a:lnTo>
                      <a:pt x="80" y="170"/>
                    </a:lnTo>
                    <a:cubicBezTo>
                      <a:pt x="79" y="165"/>
                      <a:pt x="78" y="161"/>
                      <a:pt x="77" y="156"/>
                    </a:cubicBezTo>
                    <a:cubicBezTo>
                      <a:pt x="77" y="157"/>
                      <a:pt x="77" y="157"/>
                      <a:pt x="78" y="157"/>
                    </a:cubicBezTo>
                    <a:cubicBezTo>
                      <a:pt x="77" y="157"/>
                      <a:pt x="77" y="155"/>
                      <a:pt x="77" y="155"/>
                    </a:cubicBezTo>
                    <a:lnTo>
                      <a:pt x="77" y="156"/>
                    </a:lnTo>
                    <a:cubicBezTo>
                      <a:pt x="77" y="151"/>
                      <a:pt x="75" y="145"/>
                      <a:pt x="74" y="141"/>
                    </a:cubicBezTo>
                    <a:cubicBezTo>
                      <a:pt x="74" y="140"/>
                      <a:pt x="74" y="140"/>
                      <a:pt x="74" y="140"/>
                    </a:cubicBezTo>
                    <a:cubicBezTo>
                      <a:pt x="73" y="134"/>
                      <a:pt x="72" y="128"/>
                      <a:pt x="71" y="122"/>
                    </a:cubicBezTo>
                    <a:lnTo>
                      <a:pt x="71" y="123"/>
                    </a:lnTo>
                    <a:cubicBezTo>
                      <a:pt x="70" y="116"/>
                      <a:pt x="68" y="109"/>
                      <a:pt x="67" y="103"/>
                    </a:cubicBezTo>
                    <a:cubicBezTo>
                      <a:pt x="68" y="104"/>
                      <a:pt x="68" y="104"/>
                      <a:pt x="68" y="104"/>
                    </a:cubicBezTo>
                    <a:cubicBezTo>
                      <a:pt x="66" y="98"/>
                      <a:pt x="65" y="91"/>
                      <a:pt x="63" y="84"/>
                    </a:cubicBezTo>
                    <a:cubicBezTo>
                      <a:pt x="61" y="77"/>
                      <a:pt x="60" y="70"/>
                      <a:pt x="58" y="63"/>
                    </a:cubicBezTo>
                    <a:cubicBezTo>
                      <a:pt x="58" y="64"/>
                      <a:pt x="57" y="66"/>
                      <a:pt x="57" y="68"/>
                    </a:cubicBezTo>
                    <a:cubicBezTo>
                      <a:pt x="53" y="84"/>
                      <a:pt x="50" y="100"/>
                      <a:pt x="46" y="116"/>
                    </a:cubicBezTo>
                    <a:cubicBezTo>
                      <a:pt x="42" y="131"/>
                      <a:pt x="38" y="147"/>
                      <a:pt x="34" y="162"/>
                    </a:cubicBezTo>
                    <a:cubicBezTo>
                      <a:pt x="35" y="162"/>
                      <a:pt x="35" y="161"/>
                      <a:pt x="35" y="161"/>
                    </a:cubicBezTo>
                    <a:cubicBezTo>
                      <a:pt x="29" y="185"/>
                      <a:pt x="26" y="208"/>
                      <a:pt x="23" y="232"/>
                    </a:cubicBezTo>
                    <a:cubicBezTo>
                      <a:pt x="22" y="237"/>
                      <a:pt x="18" y="241"/>
                      <a:pt x="12" y="2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7" name="Google Shape;3537;p40">
                <a:extLst>
                  <a:ext uri="{FF2B5EF4-FFF2-40B4-BE49-F238E27FC236}">
                    <a16:creationId xmlns:a16="http://schemas.microsoft.com/office/drawing/2014/main" id="{D4852B47-631A-FE17-8949-9086A921BD85}"/>
                  </a:ext>
                </a:extLst>
              </p:cNvPr>
              <p:cNvSpPr/>
              <p:nvPr/>
            </p:nvSpPr>
            <p:spPr>
              <a:xfrm>
                <a:off x="16200" y="4703760"/>
                <a:ext cx="107784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2994" h="36" extrusionOk="0">
                    <a:moveTo>
                      <a:pt x="0" y="24"/>
                    </a:moveTo>
                    <a:cubicBezTo>
                      <a:pt x="1" y="18"/>
                      <a:pt x="6" y="14"/>
                      <a:pt x="12" y="14"/>
                    </a:cubicBezTo>
                    <a:cubicBezTo>
                      <a:pt x="26" y="13"/>
                      <a:pt x="41" y="14"/>
                      <a:pt x="55" y="14"/>
                    </a:cubicBezTo>
                    <a:cubicBezTo>
                      <a:pt x="71" y="14"/>
                      <a:pt x="87" y="14"/>
                      <a:pt x="103" y="14"/>
                    </a:cubicBezTo>
                    <a:cubicBezTo>
                      <a:pt x="134" y="14"/>
                      <a:pt x="165" y="14"/>
                      <a:pt x="197" y="14"/>
                    </a:cubicBezTo>
                    <a:cubicBezTo>
                      <a:pt x="259" y="13"/>
                      <a:pt x="322" y="13"/>
                      <a:pt x="384" y="13"/>
                    </a:cubicBezTo>
                    <a:cubicBezTo>
                      <a:pt x="510" y="13"/>
                      <a:pt x="635" y="11"/>
                      <a:pt x="761" y="11"/>
                    </a:cubicBezTo>
                    <a:cubicBezTo>
                      <a:pt x="887" y="11"/>
                      <a:pt x="1013" y="10"/>
                      <a:pt x="1139" y="10"/>
                    </a:cubicBezTo>
                    <a:cubicBezTo>
                      <a:pt x="1269" y="9"/>
                      <a:pt x="1398" y="8"/>
                      <a:pt x="1528" y="8"/>
                    </a:cubicBezTo>
                    <a:cubicBezTo>
                      <a:pt x="1655" y="7"/>
                      <a:pt x="1781" y="7"/>
                      <a:pt x="1907" y="6"/>
                    </a:cubicBezTo>
                    <a:cubicBezTo>
                      <a:pt x="2034" y="6"/>
                      <a:pt x="2160" y="6"/>
                      <a:pt x="2287" y="5"/>
                    </a:cubicBezTo>
                    <a:cubicBezTo>
                      <a:pt x="2415" y="4"/>
                      <a:pt x="2542" y="4"/>
                      <a:pt x="2669" y="3"/>
                    </a:cubicBezTo>
                    <a:cubicBezTo>
                      <a:pt x="2720" y="3"/>
                      <a:pt x="2771" y="3"/>
                      <a:pt x="2822" y="2"/>
                    </a:cubicBezTo>
                    <a:cubicBezTo>
                      <a:pt x="2848" y="2"/>
                      <a:pt x="2875" y="1"/>
                      <a:pt x="2901" y="1"/>
                    </a:cubicBezTo>
                    <a:cubicBezTo>
                      <a:pt x="2928" y="1"/>
                      <a:pt x="2956" y="1"/>
                      <a:pt x="2983" y="0"/>
                    </a:cubicBezTo>
                    <a:cubicBezTo>
                      <a:pt x="2989" y="0"/>
                      <a:pt x="2993" y="6"/>
                      <a:pt x="2993" y="11"/>
                    </a:cubicBezTo>
                    <a:cubicBezTo>
                      <a:pt x="2993" y="17"/>
                      <a:pt x="2988" y="22"/>
                      <a:pt x="2982" y="22"/>
                    </a:cubicBezTo>
                    <a:cubicBezTo>
                      <a:pt x="2950" y="21"/>
                      <a:pt x="2918" y="21"/>
                      <a:pt x="2885" y="21"/>
                    </a:cubicBezTo>
                    <a:cubicBezTo>
                      <a:pt x="2854" y="22"/>
                      <a:pt x="2824" y="22"/>
                      <a:pt x="2793" y="22"/>
                    </a:cubicBezTo>
                    <a:cubicBezTo>
                      <a:pt x="2730" y="22"/>
                      <a:pt x="2667" y="22"/>
                      <a:pt x="2604" y="22"/>
                    </a:cubicBezTo>
                    <a:cubicBezTo>
                      <a:pt x="2476" y="22"/>
                      <a:pt x="2348" y="24"/>
                      <a:pt x="2220" y="24"/>
                    </a:cubicBezTo>
                    <a:cubicBezTo>
                      <a:pt x="2094" y="25"/>
                      <a:pt x="1967" y="25"/>
                      <a:pt x="1842" y="26"/>
                    </a:cubicBezTo>
                    <a:cubicBezTo>
                      <a:pt x="1713" y="26"/>
                      <a:pt x="1585" y="27"/>
                      <a:pt x="1456" y="28"/>
                    </a:cubicBezTo>
                    <a:cubicBezTo>
                      <a:pt x="1394" y="28"/>
                      <a:pt x="1331" y="28"/>
                      <a:pt x="1269" y="29"/>
                    </a:cubicBezTo>
                    <a:cubicBezTo>
                      <a:pt x="1204" y="29"/>
                      <a:pt x="1139" y="29"/>
                      <a:pt x="1075" y="29"/>
                    </a:cubicBezTo>
                    <a:cubicBezTo>
                      <a:pt x="949" y="30"/>
                      <a:pt x="823" y="31"/>
                      <a:pt x="697" y="31"/>
                    </a:cubicBezTo>
                    <a:cubicBezTo>
                      <a:pt x="635" y="32"/>
                      <a:pt x="573" y="32"/>
                      <a:pt x="510" y="32"/>
                    </a:cubicBezTo>
                    <a:cubicBezTo>
                      <a:pt x="447" y="32"/>
                      <a:pt x="383" y="33"/>
                      <a:pt x="319" y="33"/>
                    </a:cubicBezTo>
                    <a:cubicBezTo>
                      <a:pt x="266" y="34"/>
                      <a:pt x="214" y="34"/>
                      <a:pt x="161" y="34"/>
                    </a:cubicBezTo>
                    <a:cubicBezTo>
                      <a:pt x="136" y="34"/>
                      <a:pt x="111" y="35"/>
                      <a:pt x="86" y="35"/>
                    </a:cubicBezTo>
                    <a:cubicBezTo>
                      <a:pt x="61" y="35"/>
                      <a:pt x="37" y="35"/>
                      <a:pt x="11" y="35"/>
                    </a:cubicBezTo>
                    <a:cubicBezTo>
                      <a:pt x="6" y="35"/>
                      <a:pt x="0" y="30"/>
                      <a:pt x="0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8" name="Google Shape;3538;p40">
                <a:extLst>
                  <a:ext uri="{FF2B5EF4-FFF2-40B4-BE49-F238E27FC236}">
                    <a16:creationId xmlns:a16="http://schemas.microsoft.com/office/drawing/2014/main" id="{02A87AC9-BE30-1C55-CB58-D1732999770C}"/>
                  </a:ext>
                </a:extLst>
              </p:cNvPr>
              <p:cNvSpPr/>
              <p:nvPr/>
            </p:nvSpPr>
            <p:spPr>
              <a:xfrm>
                <a:off x="1049040" y="4692960"/>
                <a:ext cx="71280" cy="40680"/>
              </a:xfrm>
              <a:custGeom>
                <a:avLst/>
                <a:gdLst/>
                <a:ahLst/>
                <a:cxnLst/>
                <a:rect l="l" t="t" r="r" b="b"/>
                <a:pathLst>
                  <a:path w="198" h="113" extrusionOk="0">
                    <a:moveTo>
                      <a:pt x="21" y="108"/>
                    </a:moveTo>
                    <a:cubicBezTo>
                      <a:pt x="17" y="104"/>
                      <a:pt x="17" y="97"/>
                      <a:pt x="21" y="93"/>
                    </a:cubicBezTo>
                    <a:cubicBezTo>
                      <a:pt x="29" y="86"/>
                      <a:pt x="39" y="79"/>
                      <a:pt x="49" y="74"/>
                    </a:cubicBezTo>
                    <a:cubicBezTo>
                      <a:pt x="53" y="72"/>
                      <a:pt x="58" y="69"/>
                      <a:pt x="63" y="67"/>
                    </a:cubicBezTo>
                    <a:cubicBezTo>
                      <a:pt x="67" y="65"/>
                      <a:pt x="71" y="63"/>
                      <a:pt x="76" y="61"/>
                    </a:cubicBezTo>
                    <a:cubicBezTo>
                      <a:pt x="81" y="59"/>
                      <a:pt x="85" y="58"/>
                      <a:pt x="90" y="57"/>
                    </a:cubicBezTo>
                    <a:cubicBezTo>
                      <a:pt x="100" y="53"/>
                      <a:pt x="110" y="50"/>
                      <a:pt x="120" y="47"/>
                    </a:cubicBezTo>
                    <a:cubicBezTo>
                      <a:pt x="125" y="45"/>
                      <a:pt x="130" y="43"/>
                      <a:pt x="135" y="41"/>
                    </a:cubicBezTo>
                    <a:cubicBezTo>
                      <a:pt x="133" y="41"/>
                      <a:pt x="131" y="41"/>
                      <a:pt x="130" y="41"/>
                    </a:cubicBezTo>
                    <a:cubicBezTo>
                      <a:pt x="123" y="41"/>
                      <a:pt x="117" y="40"/>
                      <a:pt x="110" y="40"/>
                    </a:cubicBezTo>
                    <a:cubicBezTo>
                      <a:pt x="99" y="38"/>
                      <a:pt x="88" y="36"/>
                      <a:pt x="77" y="34"/>
                    </a:cubicBezTo>
                    <a:cubicBezTo>
                      <a:pt x="66" y="33"/>
                      <a:pt x="54" y="30"/>
                      <a:pt x="43" y="28"/>
                    </a:cubicBezTo>
                    <a:lnTo>
                      <a:pt x="42" y="28"/>
                    </a:lnTo>
                    <a:cubicBezTo>
                      <a:pt x="43" y="28"/>
                      <a:pt x="43" y="28"/>
                      <a:pt x="43" y="28"/>
                    </a:cubicBezTo>
                    <a:cubicBezTo>
                      <a:pt x="35" y="26"/>
                      <a:pt x="28" y="24"/>
                      <a:pt x="21" y="23"/>
                    </a:cubicBezTo>
                    <a:cubicBezTo>
                      <a:pt x="18" y="24"/>
                      <a:pt x="16" y="24"/>
                      <a:pt x="14" y="23"/>
                    </a:cubicBezTo>
                    <a:cubicBezTo>
                      <a:pt x="11" y="23"/>
                      <a:pt x="8" y="22"/>
                      <a:pt x="6" y="20"/>
                    </a:cubicBezTo>
                    <a:cubicBezTo>
                      <a:pt x="3" y="18"/>
                      <a:pt x="0" y="14"/>
                      <a:pt x="2" y="9"/>
                    </a:cubicBezTo>
                    <a:cubicBezTo>
                      <a:pt x="2" y="5"/>
                      <a:pt x="6" y="1"/>
                      <a:pt x="11" y="0"/>
                    </a:cubicBezTo>
                    <a:cubicBezTo>
                      <a:pt x="15" y="0"/>
                      <a:pt x="19" y="1"/>
                      <a:pt x="23" y="2"/>
                    </a:cubicBezTo>
                    <a:cubicBezTo>
                      <a:pt x="27" y="2"/>
                      <a:pt x="29" y="3"/>
                      <a:pt x="33" y="3"/>
                    </a:cubicBezTo>
                    <a:cubicBezTo>
                      <a:pt x="38" y="5"/>
                      <a:pt x="43" y="6"/>
                      <a:pt x="48" y="7"/>
                    </a:cubicBezTo>
                    <a:cubicBezTo>
                      <a:pt x="47" y="7"/>
                      <a:pt x="46" y="7"/>
                      <a:pt x="46" y="7"/>
                    </a:cubicBezTo>
                    <a:cubicBezTo>
                      <a:pt x="52" y="8"/>
                      <a:pt x="57" y="9"/>
                      <a:pt x="63" y="10"/>
                    </a:cubicBezTo>
                    <a:cubicBezTo>
                      <a:pt x="74" y="13"/>
                      <a:pt x="84" y="15"/>
                      <a:pt x="95" y="16"/>
                    </a:cubicBezTo>
                    <a:cubicBezTo>
                      <a:pt x="104" y="18"/>
                      <a:pt x="114" y="19"/>
                      <a:pt x="124" y="20"/>
                    </a:cubicBezTo>
                    <a:cubicBezTo>
                      <a:pt x="133" y="21"/>
                      <a:pt x="142" y="21"/>
                      <a:pt x="151" y="21"/>
                    </a:cubicBezTo>
                    <a:cubicBezTo>
                      <a:pt x="161" y="22"/>
                      <a:pt x="169" y="22"/>
                      <a:pt x="178" y="22"/>
                    </a:cubicBezTo>
                    <a:cubicBezTo>
                      <a:pt x="185" y="22"/>
                      <a:pt x="193" y="23"/>
                      <a:pt x="195" y="30"/>
                    </a:cubicBezTo>
                    <a:cubicBezTo>
                      <a:pt x="197" y="34"/>
                      <a:pt x="196" y="39"/>
                      <a:pt x="193" y="43"/>
                    </a:cubicBezTo>
                    <a:cubicBezTo>
                      <a:pt x="190" y="46"/>
                      <a:pt x="186" y="48"/>
                      <a:pt x="181" y="49"/>
                    </a:cubicBezTo>
                    <a:cubicBezTo>
                      <a:pt x="172" y="52"/>
                      <a:pt x="162" y="55"/>
                      <a:pt x="153" y="58"/>
                    </a:cubicBezTo>
                    <a:cubicBezTo>
                      <a:pt x="152" y="58"/>
                      <a:pt x="152" y="58"/>
                      <a:pt x="152" y="58"/>
                    </a:cubicBezTo>
                    <a:lnTo>
                      <a:pt x="153" y="58"/>
                    </a:lnTo>
                    <a:cubicBezTo>
                      <a:pt x="152" y="58"/>
                      <a:pt x="151" y="58"/>
                      <a:pt x="151" y="59"/>
                    </a:cubicBezTo>
                    <a:lnTo>
                      <a:pt x="150" y="59"/>
                    </a:lnTo>
                    <a:lnTo>
                      <a:pt x="149" y="59"/>
                    </a:lnTo>
                    <a:lnTo>
                      <a:pt x="148" y="59"/>
                    </a:lnTo>
                    <a:lnTo>
                      <a:pt x="147" y="60"/>
                    </a:lnTo>
                    <a:lnTo>
                      <a:pt x="147" y="59"/>
                    </a:lnTo>
                    <a:cubicBezTo>
                      <a:pt x="147" y="60"/>
                      <a:pt x="147" y="60"/>
                      <a:pt x="146" y="60"/>
                    </a:cubicBezTo>
                    <a:cubicBezTo>
                      <a:pt x="145" y="61"/>
                      <a:pt x="143" y="61"/>
                      <a:pt x="142" y="62"/>
                    </a:cubicBezTo>
                    <a:cubicBezTo>
                      <a:pt x="142" y="61"/>
                      <a:pt x="142" y="61"/>
                      <a:pt x="142" y="61"/>
                    </a:cubicBezTo>
                    <a:lnTo>
                      <a:pt x="142" y="62"/>
                    </a:lnTo>
                    <a:cubicBezTo>
                      <a:pt x="141" y="62"/>
                      <a:pt x="141" y="62"/>
                      <a:pt x="141" y="62"/>
                    </a:cubicBezTo>
                    <a:lnTo>
                      <a:pt x="140" y="62"/>
                    </a:lnTo>
                    <a:cubicBezTo>
                      <a:pt x="135" y="64"/>
                      <a:pt x="131" y="65"/>
                      <a:pt x="126" y="66"/>
                    </a:cubicBezTo>
                    <a:cubicBezTo>
                      <a:pt x="127" y="66"/>
                      <a:pt x="127" y="66"/>
                      <a:pt x="127" y="66"/>
                    </a:cubicBezTo>
                    <a:cubicBezTo>
                      <a:pt x="117" y="69"/>
                      <a:pt x="107" y="72"/>
                      <a:pt x="98" y="76"/>
                    </a:cubicBezTo>
                    <a:cubicBezTo>
                      <a:pt x="94" y="77"/>
                      <a:pt x="89" y="79"/>
                      <a:pt x="85" y="80"/>
                    </a:cubicBezTo>
                    <a:cubicBezTo>
                      <a:pt x="80" y="82"/>
                      <a:pt x="76" y="84"/>
                      <a:pt x="71" y="86"/>
                    </a:cubicBezTo>
                    <a:cubicBezTo>
                      <a:pt x="64" y="90"/>
                      <a:pt x="57" y="93"/>
                      <a:pt x="50" y="97"/>
                    </a:cubicBezTo>
                    <a:cubicBezTo>
                      <a:pt x="47" y="99"/>
                      <a:pt x="44" y="101"/>
                      <a:pt x="41" y="104"/>
                    </a:cubicBezTo>
                    <a:cubicBezTo>
                      <a:pt x="39" y="105"/>
                      <a:pt x="38" y="107"/>
                      <a:pt x="36" y="109"/>
                    </a:cubicBezTo>
                    <a:cubicBezTo>
                      <a:pt x="34" y="111"/>
                      <a:pt x="31" y="112"/>
                      <a:pt x="29" y="112"/>
                    </a:cubicBezTo>
                    <a:cubicBezTo>
                      <a:pt x="26" y="112"/>
                      <a:pt x="23" y="111"/>
                      <a:pt x="21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9" name="Google Shape;3539;p40">
                <a:extLst>
                  <a:ext uri="{FF2B5EF4-FFF2-40B4-BE49-F238E27FC236}">
                    <a16:creationId xmlns:a16="http://schemas.microsoft.com/office/drawing/2014/main" id="{C534FECE-7DF6-A1C4-3AA5-0B127586206F}"/>
                  </a:ext>
                </a:extLst>
              </p:cNvPr>
              <p:cNvSpPr/>
              <p:nvPr/>
            </p:nvSpPr>
            <p:spPr>
              <a:xfrm>
                <a:off x="193680" y="4141800"/>
                <a:ext cx="56520" cy="121320"/>
              </a:xfrm>
              <a:custGeom>
                <a:avLst/>
                <a:gdLst/>
                <a:ahLst/>
                <a:cxnLst/>
                <a:rect l="l" t="t" r="r" b="b"/>
                <a:pathLst>
                  <a:path w="157" h="337" extrusionOk="0">
                    <a:moveTo>
                      <a:pt x="25" y="335"/>
                    </a:moveTo>
                    <a:cubicBezTo>
                      <a:pt x="22" y="335"/>
                      <a:pt x="20" y="334"/>
                      <a:pt x="17" y="333"/>
                    </a:cubicBezTo>
                    <a:cubicBezTo>
                      <a:pt x="15" y="332"/>
                      <a:pt x="13" y="330"/>
                      <a:pt x="11" y="328"/>
                    </a:cubicBezTo>
                    <a:cubicBezTo>
                      <a:pt x="7" y="324"/>
                      <a:pt x="4" y="319"/>
                      <a:pt x="3" y="313"/>
                    </a:cubicBezTo>
                    <a:cubicBezTo>
                      <a:pt x="1" y="307"/>
                      <a:pt x="0" y="301"/>
                      <a:pt x="0" y="294"/>
                    </a:cubicBezTo>
                    <a:cubicBezTo>
                      <a:pt x="0" y="288"/>
                      <a:pt x="3" y="283"/>
                      <a:pt x="9" y="282"/>
                    </a:cubicBezTo>
                    <a:cubicBezTo>
                      <a:pt x="14" y="282"/>
                      <a:pt x="20" y="286"/>
                      <a:pt x="21" y="292"/>
                    </a:cubicBezTo>
                    <a:cubicBezTo>
                      <a:pt x="21" y="295"/>
                      <a:pt x="21" y="297"/>
                      <a:pt x="21" y="300"/>
                    </a:cubicBezTo>
                    <a:cubicBezTo>
                      <a:pt x="22" y="302"/>
                      <a:pt x="22" y="303"/>
                      <a:pt x="23" y="305"/>
                    </a:cubicBezTo>
                    <a:cubicBezTo>
                      <a:pt x="23" y="307"/>
                      <a:pt x="24" y="308"/>
                      <a:pt x="24" y="309"/>
                    </a:cubicBezTo>
                    <a:cubicBezTo>
                      <a:pt x="25" y="310"/>
                      <a:pt x="25" y="311"/>
                      <a:pt x="26" y="312"/>
                    </a:cubicBezTo>
                    <a:cubicBezTo>
                      <a:pt x="26" y="313"/>
                      <a:pt x="27" y="313"/>
                      <a:pt x="27" y="313"/>
                    </a:cubicBezTo>
                    <a:cubicBezTo>
                      <a:pt x="28" y="314"/>
                      <a:pt x="28" y="314"/>
                      <a:pt x="29" y="314"/>
                    </a:cubicBezTo>
                    <a:lnTo>
                      <a:pt x="30" y="314"/>
                    </a:lnTo>
                    <a:cubicBezTo>
                      <a:pt x="31" y="315"/>
                      <a:pt x="31" y="315"/>
                      <a:pt x="31" y="315"/>
                    </a:cubicBezTo>
                    <a:lnTo>
                      <a:pt x="32" y="315"/>
                    </a:lnTo>
                    <a:cubicBezTo>
                      <a:pt x="32" y="314"/>
                      <a:pt x="32" y="314"/>
                      <a:pt x="32" y="314"/>
                    </a:cubicBezTo>
                    <a:lnTo>
                      <a:pt x="32" y="313"/>
                    </a:lnTo>
                    <a:cubicBezTo>
                      <a:pt x="33" y="313"/>
                      <a:pt x="34" y="312"/>
                      <a:pt x="34" y="312"/>
                    </a:cubicBezTo>
                    <a:cubicBezTo>
                      <a:pt x="36" y="309"/>
                      <a:pt x="38" y="306"/>
                      <a:pt x="39" y="303"/>
                    </a:cubicBezTo>
                    <a:cubicBezTo>
                      <a:pt x="41" y="298"/>
                      <a:pt x="43" y="294"/>
                      <a:pt x="45" y="289"/>
                    </a:cubicBezTo>
                    <a:cubicBezTo>
                      <a:pt x="47" y="284"/>
                      <a:pt x="49" y="278"/>
                      <a:pt x="50" y="273"/>
                    </a:cubicBezTo>
                    <a:cubicBezTo>
                      <a:pt x="50" y="274"/>
                      <a:pt x="49" y="274"/>
                      <a:pt x="49" y="274"/>
                    </a:cubicBezTo>
                    <a:cubicBezTo>
                      <a:pt x="54" y="252"/>
                      <a:pt x="58" y="229"/>
                      <a:pt x="61" y="207"/>
                    </a:cubicBezTo>
                    <a:cubicBezTo>
                      <a:pt x="65" y="183"/>
                      <a:pt x="68" y="161"/>
                      <a:pt x="73" y="137"/>
                    </a:cubicBezTo>
                    <a:cubicBezTo>
                      <a:pt x="74" y="127"/>
                      <a:pt x="76" y="116"/>
                      <a:pt x="78" y="106"/>
                    </a:cubicBezTo>
                    <a:cubicBezTo>
                      <a:pt x="80" y="101"/>
                      <a:pt x="81" y="95"/>
                      <a:pt x="82" y="90"/>
                    </a:cubicBezTo>
                    <a:cubicBezTo>
                      <a:pt x="83" y="84"/>
                      <a:pt x="84" y="79"/>
                      <a:pt x="86" y="73"/>
                    </a:cubicBezTo>
                    <a:cubicBezTo>
                      <a:pt x="89" y="64"/>
                      <a:pt x="92" y="55"/>
                      <a:pt x="96" y="46"/>
                    </a:cubicBezTo>
                    <a:cubicBezTo>
                      <a:pt x="100" y="39"/>
                      <a:pt x="103" y="33"/>
                      <a:pt x="108" y="26"/>
                    </a:cubicBezTo>
                    <a:cubicBezTo>
                      <a:pt x="111" y="20"/>
                      <a:pt x="115" y="14"/>
                      <a:pt x="120" y="9"/>
                    </a:cubicBezTo>
                    <a:cubicBezTo>
                      <a:pt x="122" y="7"/>
                      <a:pt x="125" y="5"/>
                      <a:pt x="127" y="4"/>
                    </a:cubicBezTo>
                    <a:cubicBezTo>
                      <a:pt x="130" y="2"/>
                      <a:pt x="133" y="1"/>
                      <a:pt x="135" y="1"/>
                    </a:cubicBezTo>
                    <a:cubicBezTo>
                      <a:pt x="141" y="0"/>
                      <a:pt x="148" y="2"/>
                      <a:pt x="152" y="7"/>
                    </a:cubicBezTo>
                    <a:cubicBezTo>
                      <a:pt x="155" y="11"/>
                      <a:pt x="156" y="17"/>
                      <a:pt x="156" y="23"/>
                    </a:cubicBezTo>
                    <a:cubicBezTo>
                      <a:pt x="156" y="30"/>
                      <a:pt x="156" y="37"/>
                      <a:pt x="154" y="44"/>
                    </a:cubicBezTo>
                    <a:cubicBezTo>
                      <a:pt x="152" y="49"/>
                      <a:pt x="151" y="53"/>
                      <a:pt x="150" y="59"/>
                    </a:cubicBezTo>
                    <a:cubicBezTo>
                      <a:pt x="149" y="62"/>
                      <a:pt x="148" y="66"/>
                      <a:pt x="147" y="70"/>
                    </a:cubicBezTo>
                    <a:cubicBezTo>
                      <a:pt x="146" y="72"/>
                      <a:pt x="145" y="73"/>
                      <a:pt x="144" y="75"/>
                    </a:cubicBezTo>
                    <a:cubicBezTo>
                      <a:pt x="144" y="76"/>
                      <a:pt x="144" y="77"/>
                      <a:pt x="142" y="79"/>
                    </a:cubicBezTo>
                    <a:cubicBezTo>
                      <a:pt x="141" y="81"/>
                      <a:pt x="139" y="83"/>
                      <a:pt x="136" y="85"/>
                    </a:cubicBezTo>
                    <a:cubicBezTo>
                      <a:pt x="129" y="87"/>
                      <a:pt x="120" y="82"/>
                      <a:pt x="121" y="74"/>
                    </a:cubicBezTo>
                    <a:cubicBezTo>
                      <a:pt x="121" y="66"/>
                      <a:pt x="123" y="58"/>
                      <a:pt x="124" y="50"/>
                    </a:cubicBezTo>
                    <a:cubicBezTo>
                      <a:pt x="125" y="45"/>
                      <a:pt x="126" y="40"/>
                      <a:pt x="127" y="35"/>
                    </a:cubicBezTo>
                    <a:cubicBezTo>
                      <a:pt x="123" y="40"/>
                      <a:pt x="120" y="46"/>
                      <a:pt x="117" y="51"/>
                    </a:cubicBezTo>
                    <a:cubicBezTo>
                      <a:pt x="114" y="57"/>
                      <a:pt x="111" y="63"/>
                      <a:pt x="109" y="69"/>
                    </a:cubicBezTo>
                    <a:cubicBezTo>
                      <a:pt x="107" y="73"/>
                      <a:pt x="105" y="78"/>
                      <a:pt x="104" y="83"/>
                    </a:cubicBezTo>
                    <a:cubicBezTo>
                      <a:pt x="102" y="88"/>
                      <a:pt x="101" y="94"/>
                      <a:pt x="99" y="100"/>
                    </a:cubicBezTo>
                    <a:cubicBezTo>
                      <a:pt x="98" y="105"/>
                      <a:pt x="97" y="111"/>
                      <a:pt x="96" y="117"/>
                    </a:cubicBezTo>
                    <a:cubicBezTo>
                      <a:pt x="95" y="122"/>
                      <a:pt x="94" y="127"/>
                      <a:pt x="92" y="133"/>
                    </a:cubicBezTo>
                    <a:cubicBezTo>
                      <a:pt x="91" y="143"/>
                      <a:pt x="89" y="153"/>
                      <a:pt x="87" y="163"/>
                    </a:cubicBezTo>
                    <a:cubicBezTo>
                      <a:pt x="84" y="186"/>
                      <a:pt x="80" y="210"/>
                      <a:pt x="76" y="234"/>
                    </a:cubicBezTo>
                    <a:cubicBezTo>
                      <a:pt x="75" y="242"/>
                      <a:pt x="74" y="250"/>
                      <a:pt x="72" y="258"/>
                    </a:cubicBezTo>
                    <a:cubicBezTo>
                      <a:pt x="71" y="263"/>
                      <a:pt x="70" y="268"/>
                      <a:pt x="69" y="274"/>
                    </a:cubicBezTo>
                    <a:cubicBezTo>
                      <a:pt x="67" y="283"/>
                      <a:pt x="64" y="293"/>
                      <a:pt x="61" y="302"/>
                    </a:cubicBezTo>
                    <a:cubicBezTo>
                      <a:pt x="60" y="306"/>
                      <a:pt x="58" y="310"/>
                      <a:pt x="56" y="315"/>
                    </a:cubicBezTo>
                    <a:cubicBezTo>
                      <a:pt x="53" y="323"/>
                      <a:pt x="48" y="331"/>
                      <a:pt x="40" y="334"/>
                    </a:cubicBezTo>
                    <a:cubicBezTo>
                      <a:pt x="37" y="335"/>
                      <a:pt x="34" y="336"/>
                      <a:pt x="31" y="336"/>
                    </a:cubicBezTo>
                    <a:cubicBezTo>
                      <a:pt x="29" y="336"/>
                      <a:pt x="27" y="336"/>
                      <a:pt x="25" y="3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0" name="Google Shape;3540;p40">
                <a:extLst>
                  <a:ext uri="{FF2B5EF4-FFF2-40B4-BE49-F238E27FC236}">
                    <a16:creationId xmlns:a16="http://schemas.microsoft.com/office/drawing/2014/main" id="{56F4765F-1355-D135-51DF-229A01B8772D}"/>
                  </a:ext>
                </a:extLst>
              </p:cNvPr>
              <p:cNvSpPr/>
              <p:nvPr/>
            </p:nvSpPr>
            <p:spPr>
              <a:xfrm>
                <a:off x="196920" y="4198680"/>
                <a:ext cx="4140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35" extrusionOk="0">
                    <a:moveTo>
                      <a:pt x="23" y="33"/>
                    </a:moveTo>
                    <a:cubicBezTo>
                      <a:pt x="19" y="32"/>
                      <a:pt x="16" y="32"/>
                      <a:pt x="13" y="31"/>
                    </a:cubicBezTo>
                    <a:cubicBezTo>
                      <a:pt x="10" y="30"/>
                      <a:pt x="7" y="28"/>
                      <a:pt x="5" y="26"/>
                    </a:cubicBezTo>
                    <a:cubicBezTo>
                      <a:pt x="2" y="25"/>
                      <a:pt x="1" y="22"/>
                      <a:pt x="1" y="19"/>
                    </a:cubicBezTo>
                    <a:cubicBezTo>
                      <a:pt x="0" y="15"/>
                      <a:pt x="2" y="12"/>
                      <a:pt x="4" y="10"/>
                    </a:cubicBezTo>
                    <a:cubicBezTo>
                      <a:pt x="5" y="8"/>
                      <a:pt x="6" y="8"/>
                      <a:pt x="8" y="7"/>
                    </a:cubicBezTo>
                    <a:cubicBezTo>
                      <a:pt x="9" y="6"/>
                      <a:pt x="10" y="5"/>
                      <a:pt x="12" y="5"/>
                    </a:cubicBezTo>
                    <a:cubicBezTo>
                      <a:pt x="15" y="4"/>
                      <a:pt x="17" y="3"/>
                      <a:pt x="20" y="2"/>
                    </a:cubicBezTo>
                    <a:cubicBezTo>
                      <a:pt x="26" y="0"/>
                      <a:pt x="32" y="3"/>
                      <a:pt x="34" y="8"/>
                    </a:cubicBezTo>
                    <a:cubicBezTo>
                      <a:pt x="34" y="10"/>
                      <a:pt x="35" y="11"/>
                      <a:pt x="35" y="12"/>
                    </a:cubicBezTo>
                    <a:cubicBezTo>
                      <a:pt x="41" y="12"/>
                      <a:pt x="48" y="12"/>
                      <a:pt x="55" y="12"/>
                    </a:cubicBezTo>
                    <a:cubicBezTo>
                      <a:pt x="62" y="11"/>
                      <a:pt x="68" y="11"/>
                      <a:pt x="75" y="11"/>
                    </a:cubicBezTo>
                    <a:cubicBezTo>
                      <a:pt x="84" y="10"/>
                      <a:pt x="93" y="9"/>
                      <a:pt x="102" y="8"/>
                    </a:cubicBezTo>
                    <a:cubicBezTo>
                      <a:pt x="108" y="7"/>
                      <a:pt x="112" y="11"/>
                      <a:pt x="113" y="17"/>
                    </a:cubicBezTo>
                    <a:cubicBezTo>
                      <a:pt x="114" y="22"/>
                      <a:pt x="110" y="27"/>
                      <a:pt x="104" y="28"/>
                    </a:cubicBezTo>
                    <a:cubicBezTo>
                      <a:pt x="93" y="29"/>
                      <a:pt x="82" y="31"/>
                      <a:pt x="71" y="32"/>
                    </a:cubicBezTo>
                    <a:cubicBezTo>
                      <a:pt x="62" y="33"/>
                      <a:pt x="54" y="33"/>
                      <a:pt x="46" y="34"/>
                    </a:cubicBezTo>
                    <a:cubicBezTo>
                      <a:pt x="44" y="34"/>
                      <a:pt x="42" y="34"/>
                      <a:pt x="40" y="34"/>
                    </a:cubicBezTo>
                    <a:cubicBezTo>
                      <a:pt x="34" y="34"/>
                      <a:pt x="29" y="33"/>
                      <a:pt x="23" y="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1" name="Google Shape;3541;p40">
                <a:extLst>
                  <a:ext uri="{FF2B5EF4-FFF2-40B4-BE49-F238E27FC236}">
                    <a16:creationId xmlns:a16="http://schemas.microsoft.com/office/drawing/2014/main" id="{0ADE0812-D852-9E18-613D-B6C3F82B42B2}"/>
                  </a:ext>
                </a:extLst>
              </p:cNvPr>
              <p:cNvSpPr/>
              <p:nvPr/>
            </p:nvSpPr>
            <p:spPr>
              <a:xfrm>
                <a:off x="276840" y="4147560"/>
                <a:ext cx="27720" cy="111240"/>
              </a:xfrm>
              <a:custGeom>
                <a:avLst/>
                <a:gdLst/>
                <a:ahLst/>
                <a:cxnLst/>
                <a:rect l="l" t="t" r="r" b="b"/>
                <a:pathLst>
                  <a:path w="77" h="309" extrusionOk="0">
                    <a:moveTo>
                      <a:pt x="16" y="301"/>
                    </a:moveTo>
                    <a:cubicBezTo>
                      <a:pt x="13" y="290"/>
                      <a:pt x="9" y="278"/>
                      <a:pt x="6" y="266"/>
                    </a:cubicBezTo>
                    <a:cubicBezTo>
                      <a:pt x="4" y="257"/>
                      <a:pt x="2" y="247"/>
                      <a:pt x="2" y="237"/>
                    </a:cubicBezTo>
                    <a:cubicBezTo>
                      <a:pt x="1" y="232"/>
                      <a:pt x="1" y="225"/>
                      <a:pt x="1" y="219"/>
                    </a:cubicBezTo>
                    <a:cubicBezTo>
                      <a:pt x="0" y="210"/>
                      <a:pt x="0" y="201"/>
                      <a:pt x="0" y="191"/>
                    </a:cubicBezTo>
                    <a:cubicBezTo>
                      <a:pt x="0" y="183"/>
                      <a:pt x="1" y="174"/>
                      <a:pt x="1" y="165"/>
                    </a:cubicBezTo>
                    <a:cubicBezTo>
                      <a:pt x="2" y="159"/>
                      <a:pt x="2" y="153"/>
                      <a:pt x="3" y="147"/>
                    </a:cubicBezTo>
                    <a:cubicBezTo>
                      <a:pt x="4" y="141"/>
                      <a:pt x="5" y="135"/>
                      <a:pt x="6" y="130"/>
                    </a:cubicBezTo>
                    <a:cubicBezTo>
                      <a:pt x="8" y="122"/>
                      <a:pt x="9" y="114"/>
                      <a:pt x="11" y="106"/>
                    </a:cubicBezTo>
                    <a:cubicBezTo>
                      <a:pt x="15" y="90"/>
                      <a:pt x="20" y="74"/>
                      <a:pt x="27" y="59"/>
                    </a:cubicBezTo>
                    <a:cubicBezTo>
                      <a:pt x="32" y="47"/>
                      <a:pt x="38" y="36"/>
                      <a:pt x="44" y="24"/>
                    </a:cubicBezTo>
                    <a:cubicBezTo>
                      <a:pt x="48" y="18"/>
                      <a:pt x="51" y="12"/>
                      <a:pt x="55" y="6"/>
                    </a:cubicBezTo>
                    <a:cubicBezTo>
                      <a:pt x="57" y="3"/>
                      <a:pt x="61" y="0"/>
                      <a:pt x="66" y="1"/>
                    </a:cubicBezTo>
                    <a:cubicBezTo>
                      <a:pt x="72" y="2"/>
                      <a:pt x="76" y="8"/>
                      <a:pt x="75" y="14"/>
                    </a:cubicBezTo>
                    <a:cubicBezTo>
                      <a:pt x="75" y="17"/>
                      <a:pt x="72" y="20"/>
                      <a:pt x="70" y="23"/>
                    </a:cubicBezTo>
                    <a:cubicBezTo>
                      <a:pt x="68" y="26"/>
                      <a:pt x="66" y="30"/>
                      <a:pt x="64" y="33"/>
                    </a:cubicBezTo>
                    <a:cubicBezTo>
                      <a:pt x="60" y="40"/>
                      <a:pt x="56" y="47"/>
                      <a:pt x="52" y="54"/>
                    </a:cubicBezTo>
                    <a:cubicBezTo>
                      <a:pt x="47" y="64"/>
                      <a:pt x="43" y="74"/>
                      <a:pt x="38" y="84"/>
                    </a:cubicBezTo>
                    <a:cubicBezTo>
                      <a:pt x="39" y="84"/>
                      <a:pt x="39" y="83"/>
                      <a:pt x="39" y="82"/>
                    </a:cubicBezTo>
                    <a:cubicBezTo>
                      <a:pt x="36" y="93"/>
                      <a:pt x="32" y="104"/>
                      <a:pt x="30" y="114"/>
                    </a:cubicBezTo>
                    <a:cubicBezTo>
                      <a:pt x="28" y="121"/>
                      <a:pt x="27" y="127"/>
                      <a:pt x="25" y="133"/>
                    </a:cubicBezTo>
                    <a:cubicBezTo>
                      <a:pt x="23" y="144"/>
                      <a:pt x="22" y="156"/>
                      <a:pt x="20" y="167"/>
                    </a:cubicBezTo>
                    <a:cubicBezTo>
                      <a:pt x="20" y="166"/>
                      <a:pt x="20" y="166"/>
                      <a:pt x="20" y="166"/>
                    </a:cubicBezTo>
                    <a:cubicBezTo>
                      <a:pt x="19" y="176"/>
                      <a:pt x="19" y="185"/>
                      <a:pt x="19" y="195"/>
                    </a:cubicBezTo>
                    <a:cubicBezTo>
                      <a:pt x="19" y="202"/>
                      <a:pt x="19" y="209"/>
                      <a:pt x="19" y="215"/>
                    </a:cubicBezTo>
                    <a:cubicBezTo>
                      <a:pt x="20" y="227"/>
                      <a:pt x="20" y="240"/>
                      <a:pt x="23" y="253"/>
                    </a:cubicBezTo>
                    <a:cubicBezTo>
                      <a:pt x="23" y="252"/>
                      <a:pt x="23" y="252"/>
                      <a:pt x="23" y="252"/>
                    </a:cubicBezTo>
                    <a:lnTo>
                      <a:pt x="23" y="253"/>
                    </a:lnTo>
                    <a:lnTo>
                      <a:pt x="23" y="254"/>
                    </a:lnTo>
                    <a:cubicBezTo>
                      <a:pt x="23" y="253"/>
                      <a:pt x="23" y="253"/>
                      <a:pt x="23" y="253"/>
                    </a:cubicBezTo>
                    <a:cubicBezTo>
                      <a:pt x="25" y="262"/>
                      <a:pt x="27" y="272"/>
                      <a:pt x="30" y="281"/>
                    </a:cubicBezTo>
                    <a:cubicBezTo>
                      <a:pt x="32" y="286"/>
                      <a:pt x="33" y="290"/>
                      <a:pt x="35" y="294"/>
                    </a:cubicBezTo>
                    <a:cubicBezTo>
                      <a:pt x="37" y="299"/>
                      <a:pt x="34" y="305"/>
                      <a:pt x="29" y="307"/>
                    </a:cubicBezTo>
                    <a:cubicBezTo>
                      <a:pt x="28" y="307"/>
                      <a:pt x="27" y="308"/>
                      <a:pt x="26" y="308"/>
                    </a:cubicBezTo>
                    <a:cubicBezTo>
                      <a:pt x="22" y="308"/>
                      <a:pt x="18" y="306"/>
                      <a:pt x="16" y="30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2" name="Google Shape;3542;p40">
                <a:extLst>
                  <a:ext uri="{FF2B5EF4-FFF2-40B4-BE49-F238E27FC236}">
                    <a16:creationId xmlns:a16="http://schemas.microsoft.com/office/drawing/2014/main" id="{D39D1B0A-4426-4993-3638-0A87D0D33176}"/>
                  </a:ext>
                </a:extLst>
              </p:cNvPr>
              <p:cNvSpPr/>
              <p:nvPr/>
            </p:nvSpPr>
            <p:spPr>
              <a:xfrm>
                <a:off x="318960" y="4198680"/>
                <a:ext cx="37440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104" h="40" extrusionOk="0">
                    <a:moveTo>
                      <a:pt x="40" y="39"/>
                    </a:moveTo>
                    <a:cubicBezTo>
                      <a:pt x="31" y="38"/>
                      <a:pt x="22" y="36"/>
                      <a:pt x="13" y="34"/>
                    </a:cubicBezTo>
                    <a:cubicBezTo>
                      <a:pt x="10" y="33"/>
                      <a:pt x="7" y="32"/>
                      <a:pt x="4" y="30"/>
                    </a:cubicBezTo>
                    <a:cubicBezTo>
                      <a:pt x="2" y="27"/>
                      <a:pt x="0" y="24"/>
                      <a:pt x="0" y="20"/>
                    </a:cubicBezTo>
                    <a:cubicBezTo>
                      <a:pt x="0" y="14"/>
                      <a:pt x="5" y="10"/>
                      <a:pt x="11" y="7"/>
                    </a:cubicBezTo>
                    <a:cubicBezTo>
                      <a:pt x="14" y="6"/>
                      <a:pt x="18" y="4"/>
                      <a:pt x="21" y="3"/>
                    </a:cubicBezTo>
                    <a:cubicBezTo>
                      <a:pt x="26" y="0"/>
                      <a:pt x="33" y="3"/>
                      <a:pt x="35" y="9"/>
                    </a:cubicBezTo>
                    <a:cubicBezTo>
                      <a:pt x="36" y="11"/>
                      <a:pt x="36" y="14"/>
                      <a:pt x="35" y="17"/>
                    </a:cubicBezTo>
                    <a:cubicBezTo>
                      <a:pt x="38" y="17"/>
                      <a:pt x="41" y="18"/>
                      <a:pt x="44" y="18"/>
                    </a:cubicBezTo>
                    <a:cubicBezTo>
                      <a:pt x="60" y="19"/>
                      <a:pt x="76" y="19"/>
                      <a:pt x="93" y="18"/>
                    </a:cubicBezTo>
                    <a:cubicBezTo>
                      <a:pt x="98" y="18"/>
                      <a:pt x="102" y="23"/>
                      <a:pt x="103" y="27"/>
                    </a:cubicBezTo>
                    <a:cubicBezTo>
                      <a:pt x="103" y="32"/>
                      <a:pt x="99" y="38"/>
                      <a:pt x="94" y="39"/>
                    </a:cubicBezTo>
                    <a:cubicBezTo>
                      <a:pt x="83" y="39"/>
                      <a:pt x="74" y="39"/>
                      <a:pt x="64" y="39"/>
                    </a:cubicBezTo>
                    <a:cubicBezTo>
                      <a:pt x="56" y="39"/>
                      <a:pt x="48" y="39"/>
                      <a:pt x="40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3" name="Google Shape;3543;p40">
                <a:extLst>
                  <a:ext uri="{FF2B5EF4-FFF2-40B4-BE49-F238E27FC236}">
                    <a16:creationId xmlns:a16="http://schemas.microsoft.com/office/drawing/2014/main" id="{35C6EF04-B0F4-BD1B-2226-AC2AC8CA3E49}"/>
                  </a:ext>
                </a:extLst>
              </p:cNvPr>
              <p:cNvSpPr/>
              <p:nvPr/>
            </p:nvSpPr>
            <p:spPr>
              <a:xfrm>
                <a:off x="366480" y="4179240"/>
                <a:ext cx="44640" cy="5976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166" extrusionOk="0">
                    <a:moveTo>
                      <a:pt x="25" y="88"/>
                    </a:moveTo>
                    <a:cubicBezTo>
                      <a:pt x="27" y="86"/>
                      <a:pt x="29" y="85"/>
                      <a:pt x="31" y="84"/>
                    </a:cubicBezTo>
                    <a:cubicBezTo>
                      <a:pt x="34" y="81"/>
                      <a:pt x="35" y="79"/>
                      <a:pt x="38" y="77"/>
                    </a:cubicBezTo>
                    <a:cubicBezTo>
                      <a:pt x="45" y="70"/>
                      <a:pt x="51" y="62"/>
                      <a:pt x="57" y="53"/>
                    </a:cubicBezTo>
                    <a:cubicBezTo>
                      <a:pt x="59" y="51"/>
                      <a:pt x="60" y="49"/>
                      <a:pt x="62" y="46"/>
                    </a:cubicBezTo>
                    <a:cubicBezTo>
                      <a:pt x="63" y="44"/>
                      <a:pt x="64" y="42"/>
                      <a:pt x="65" y="40"/>
                    </a:cubicBezTo>
                    <a:cubicBezTo>
                      <a:pt x="67" y="38"/>
                      <a:pt x="70" y="37"/>
                      <a:pt x="72" y="35"/>
                    </a:cubicBezTo>
                    <a:cubicBezTo>
                      <a:pt x="78" y="32"/>
                      <a:pt x="86" y="37"/>
                      <a:pt x="87" y="44"/>
                    </a:cubicBezTo>
                    <a:cubicBezTo>
                      <a:pt x="87" y="46"/>
                      <a:pt x="87" y="49"/>
                      <a:pt x="87" y="51"/>
                    </a:cubicBezTo>
                    <a:lnTo>
                      <a:pt x="87" y="50"/>
                    </a:lnTo>
                    <a:cubicBezTo>
                      <a:pt x="88" y="46"/>
                      <a:pt x="90" y="42"/>
                      <a:pt x="91" y="37"/>
                    </a:cubicBezTo>
                    <a:cubicBezTo>
                      <a:pt x="91" y="34"/>
                      <a:pt x="92" y="30"/>
                      <a:pt x="92" y="27"/>
                    </a:cubicBezTo>
                    <a:lnTo>
                      <a:pt x="92" y="26"/>
                    </a:lnTo>
                    <a:lnTo>
                      <a:pt x="92" y="25"/>
                    </a:lnTo>
                    <a:lnTo>
                      <a:pt x="91" y="25"/>
                    </a:lnTo>
                    <a:lnTo>
                      <a:pt x="90" y="25"/>
                    </a:lnTo>
                    <a:cubicBezTo>
                      <a:pt x="91" y="25"/>
                      <a:pt x="91" y="25"/>
                      <a:pt x="91" y="25"/>
                    </a:cubicBezTo>
                    <a:cubicBezTo>
                      <a:pt x="90" y="25"/>
                      <a:pt x="90" y="24"/>
                      <a:pt x="90" y="24"/>
                    </a:cubicBezTo>
                    <a:lnTo>
                      <a:pt x="89" y="24"/>
                    </a:lnTo>
                    <a:cubicBezTo>
                      <a:pt x="88" y="24"/>
                      <a:pt x="87" y="24"/>
                      <a:pt x="87" y="25"/>
                    </a:cubicBezTo>
                    <a:cubicBezTo>
                      <a:pt x="87" y="25"/>
                      <a:pt x="87" y="24"/>
                      <a:pt x="88" y="24"/>
                    </a:cubicBezTo>
                    <a:cubicBezTo>
                      <a:pt x="87" y="25"/>
                      <a:pt x="86" y="25"/>
                      <a:pt x="85" y="25"/>
                    </a:cubicBezTo>
                    <a:cubicBezTo>
                      <a:pt x="83" y="26"/>
                      <a:pt x="81" y="26"/>
                      <a:pt x="79" y="27"/>
                    </a:cubicBezTo>
                    <a:cubicBezTo>
                      <a:pt x="77" y="29"/>
                      <a:pt x="74" y="30"/>
                      <a:pt x="72" y="32"/>
                    </a:cubicBezTo>
                    <a:cubicBezTo>
                      <a:pt x="67" y="35"/>
                      <a:pt x="62" y="38"/>
                      <a:pt x="58" y="42"/>
                    </a:cubicBezTo>
                    <a:cubicBezTo>
                      <a:pt x="53" y="46"/>
                      <a:pt x="49" y="50"/>
                      <a:pt x="45" y="54"/>
                    </a:cubicBezTo>
                    <a:cubicBezTo>
                      <a:pt x="44" y="56"/>
                      <a:pt x="42" y="58"/>
                      <a:pt x="40" y="60"/>
                    </a:cubicBezTo>
                    <a:cubicBezTo>
                      <a:pt x="37" y="65"/>
                      <a:pt x="33" y="71"/>
                      <a:pt x="30" y="77"/>
                    </a:cubicBezTo>
                    <a:cubicBezTo>
                      <a:pt x="28" y="81"/>
                      <a:pt x="27" y="84"/>
                      <a:pt x="25" y="88"/>
                    </a:cubicBezTo>
                    <a:moveTo>
                      <a:pt x="91" y="165"/>
                    </a:moveTo>
                    <a:cubicBezTo>
                      <a:pt x="88" y="164"/>
                      <a:pt x="85" y="164"/>
                      <a:pt x="82" y="162"/>
                    </a:cubicBezTo>
                    <a:cubicBezTo>
                      <a:pt x="78" y="159"/>
                      <a:pt x="77" y="156"/>
                      <a:pt x="75" y="152"/>
                    </a:cubicBezTo>
                    <a:cubicBezTo>
                      <a:pt x="73" y="148"/>
                      <a:pt x="72" y="142"/>
                      <a:pt x="70" y="137"/>
                    </a:cubicBezTo>
                    <a:cubicBezTo>
                      <a:pt x="69" y="134"/>
                      <a:pt x="69" y="131"/>
                      <a:pt x="68" y="127"/>
                    </a:cubicBezTo>
                    <a:cubicBezTo>
                      <a:pt x="68" y="128"/>
                      <a:pt x="68" y="128"/>
                      <a:pt x="68" y="128"/>
                    </a:cubicBezTo>
                    <a:cubicBezTo>
                      <a:pt x="67" y="125"/>
                      <a:pt x="67" y="122"/>
                      <a:pt x="66" y="118"/>
                    </a:cubicBezTo>
                    <a:cubicBezTo>
                      <a:pt x="65" y="109"/>
                      <a:pt x="64" y="100"/>
                      <a:pt x="64" y="90"/>
                    </a:cubicBezTo>
                    <a:cubicBezTo>
                      <a:pt x="63" y="86"/>
                      <a:pt x="64" y="82"/>
                      <a:pt x="64" y="78"/>
                    </a:cubicBezTo>
                    <a:cubicBezTo>
                      <a:pt x="63" y="79"/>
                      <a:pt x="62" y="81"/>
                      <a:pt x="61" y="82"/>
                    </a:cubicBezTo>
                    <a:cubicBezTo>
                      <a:pt x="59" y="85"/>
                      <a:pt x="57" y="87"/>
                      <a:pt x="55" y="89"/>
                    </a:cubicBezTo>
                    <a:cubicBezTo>
                      <a:pt x="51" y="93"/>
                      <a:pt x="47" y="97"/>
                      <a:pt x="43" y="101"/>
                    </a:cubicBezTo>
                    <a:cubicBezTo>
                      <a:pt x="34" y="109"/>
                      <a:pt x="18" y="120"/>
                      <a:pt x="6" y="110"/>
                    </a:cubicBezTo>
                    <a:cubicBezTo>
                      <a:pt x="4" y="109"/>
                      <a:pt x="3" y="106"/>
                      <a:pt x="2" y="103"/>
                    </a:cubicBezTo>
                    <a:cubicBezTo>
                      <a:pt x="0" y="100"/>
                      <a:pt x="0" y="97"/>
                      <a:pt x="1" y="95"/>
                    </a:cubicBezTo>
                    <a:cubicBezTo>
                      <a:pt x="2" y="90"/>
                      <a:pt x="3" y="87"/>
                      <a:pt x="4" y="83"/>
                    </a:cubicBezTo>
                    <a:cubicBezTo>
                      <a:pt x="7" y="78"/>
                      <a:pt x="9" y="72"/>
                      <a:pt x="11" y="67"/>
                    </a:cubicBezTo>
                    <a:cubicBezTo>
                      <a:pt x="17" y="58"/>
                      <a:pt x="23" y="48"/>
                      <a:pt x="31" y="40"/>
                    </a:cubicBezTo>
                    <a:cubicBezTo>
                      <a:pt x="35" y="35"/>
                      <a:pt x="41" y="30"/>
                      <a:pt x="46" y="25"/>
                    </a:cubicBezTo>
                    <a:cubicBezTo>
                      <a:pt x="52" y="20"/>
                      <a:pt x="58" y="15"/>
                      <a:pt x="65" y="11"/>
                    </a:cubicBezTo>
                    <a:cubicBezTo>
                      <a:pt x="74" y="5"/>
                      <a:pt x="86" y="0"/>
                      <a:pt x="98" y="4"/>
                    </a:cubicBezTo>
                    <a:cubicBezTo>
                      <a:pt x="102" y="5"/>
                      <a:pt x="106" y="9"/>
                      <a:pt x="109" y="12"/>
                    </a:cubicBezTo>
                    <a:cubicBezTo>
                      <a:pt x="111" y="15"/>
                      <a:pt x="112" y="17"/>
                      <a:pt x="113" y="20"/>
                    </a:cubicBezTo>
                    <a:cubicBezTo>
                      <a:pt x="114" y="22"/>
                      <a:pt x="114" y="24"/>
                      <a:pt x="114" y="26"/>
                    </a:cubicBezTo>
                    <a:cubicBezTo>
                      <a:pt x="114" y="30"/>
                      <a:pt x="113" y="33"/>
                      <a:pt x="113" y="37"/>
                    </a:cubicBezTo>
                    <a:cubicBezTo>
                      <a:pt x="112" y="39"/>
                      <a:pt x="112" y="42"/>
                      <a:pt x="111" y="43"/>
                    </a:cubicBezTo>
                    <a:cubicBezTo>
                      <a:pt x="110" y="48"/>
                      <a:pt x="109" y="52"/>
                      <a:pt x="108" y="57"/>
                    </a:cubicBezTo>
                    <a:cubicBezTo>
                      <a:pt x="108" y="56"/>
                      <a:pt x="108" y="56"/>
                      <a:pt x="109" y="55"/>
                    </a:cubicBezTo>
                    <a:cubicBezTo>
                      <a:pt x="108" y="59"/>
                      <a:pt x="107" y="63"/>
                      <a:pt x="106" y="67"/>
                    </a:cubicBezTo>
                    <a:cubicBezTo>
                      <a:pt x="106" y="72"/>
                      <a:pt x="101" y="77"/>
                      <a:pt x="95" y="77"/>
                    </a:cubicBezTo>
                    <a:cubicBezTo>
                      <a:pt x="92" y="77"/>
                      <a:pt x="90" y="75"/>
                      <a:pt x="88" y="73"/>
                    </a:cubicBezTo>
                    <a:cubicBezTo>
                      <a:pt x="87" y="72"/>
                      <a:pt x="86" y="71"/>
                      <a:pt x="85" y="70"/>
                    </a:cubicBezTo>
                    <a:cubicBezTo>
                      <a:pt x="85" y="72"/>
                      <a:pt x="85" y="74"/>
                      <a:pt x="85" y="75"/>
                    </a:cubicBezTo>
                    <a:cubicBezTo>
                      <a:pt x="84" y="82"/>
                      <a:pt x="84" y="89"/>
                      <a:pt x="84" y="96"/>
                    </a:cubicBezTo>
                    <a:cubicBezTo>
                      <a:pt x="85" y="103"/>
                      <a:pt x="85" y="109"/>
                      <a:pt x="87" y="115"/>
                    </a:cubicBezTo>
                    <a:cubicBezTo>
                      <a:pt x="87" y="118"/>
                      <a:pt x="88" y="121"/>
                      <a:pt x="88" y="124"/>
                    </a:cubicBezTo>
                    <a:cubicBezTo>
                      <a:pt x="90" y="129"/>
                      <a:pt x="91" y="133"/>
                      <a:pt x="92" y="137"/>
                    </a:cubicBezTo>
                    <a:cubicBezTo>
                      <a:pt x="92" y="139"/>
                      <a:pt x="93" y="141"/>
                      <a:pt x="94" y="142"/>
                    </a:cubicBezTo>
                    <a:cubicBezTo>
                      <a:pt x="94" y="143"/>
                      <a:pt x="94" y="144"/>
                      <a:pt x="94" y="144"/>
                    </a:cubicBezTo>
                    <a:cubicBezTo>
                      <a:pt x="95" y="144"/>
                      <a:pt x="95" y="144"/>
                      <a:pt x="95" y="144"/>
                    </a:cubicBezTo>
                    <a:cubicBezTo>
                      <a:pt x="95" y="144"/>
                      <a:pt x="96" y="144"/>
                      <a:pt x="97" y="144"/>
                    </a:cubicBezTo>
                    <a:cubicBezTo>
                      <a:pt x="99" y="143"/>
                      <a:pt x="102" y="142"/>
                      <a:pt x="106" y="141"/>
                    </a:cubicBezTo>
                    <a:cubicBezTo>
                      <a:pt x="105" y="141"/>
                      <a:pt x="105" y="141"/>
                      <a:pt x="105" y="141"/>
                    </a:cubicBezTo>
                    <a:cubicBezTo>
                      <a:pt x="106" y="141"/>
                      <a:pt x="108" y="141"/>
                      <a:pt x="109" y="140"/>
                    </a:cubicBezTo>
                    <a:cubicBezTo>
                      <a:pt x="114" y="138"/>
                      <a:pt x="119" y="142"/>
                      <a:pt x="122" y="146"/>
                    </a:cubicBezTo>
                    <a:cubicBezTo>
                      <a:pt x="123" y="152"/>
                      <a:pt x="121" y="158"/>
                      <a:pt x="115" y="160"/>
                    </a:cubicBezTo>
                    <a:cubicBezTo>
                      <a:pt x="109" y="162"/>
                      <a:pt x="102" y="165"/>
                      <a:pt x="94" y="165"/>
                    </a:cubicBezTo>
                    <a:cubicBezTo>
                      <a:pt x="94" y="165"/>
                      <a:pt x="92" y="165"/>
                      <a:pt x="91" y="1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4" name="Google Shape;3544;p40">
                <a:extLst>
                  <a:ext uri="{FF2B5EF4-FFF2-40B4-BE49-F238E27FC236}">
                    <a16:creationId xmlns:a16="http://schemas.microsoft.com/office/drawing/2014/main" id="{214442B7-1533-3C23-B45B-85893A004534}"/>
                  </a:ext>
                </a:extLst>
              </p:cNvPr>
              <p:cNvSpPr/>
              <p:nvPr/>
            </p:nvSpPr>
            <p:spPr>
              <a:xfrm>
                <a:off x="416880" y="4151880"/>
                <a:ext cx="32040" cy="123120"/>
              </a:xfrm>
              <a:custGeom>
                <a:avLst/>
                <a:gdLst/>
                <a:ahLst/>
                <a:cxnLst/>
                <a:rect l="l" t="t" r="r" b="b"/>
                <a:pathLst>
                  <a:path w="89" h="342" extrusionOk="0">
                    <a:moveTo>
                      <a:pt x="3" y="337"/>
                    </a:moveTo>
                    <a:cubicBezTo>
                      <a:pt x="0" y="332"/>
                      <a:pt x="1" y="326"/>
                      <a:pt x="6" y="322"/>
                    </a:cubicBezTo>
                    <a:cubicBezTo>
                      <a:pt x="7" y="321"/>
                      <a:pt x="8" y="320"/>
                      <a:pt x="10" y="319"/>
                    </a:cubicBezTo>
                    <a:cubicBezTo>
                      <a:pt x="14" y="316"/>
                      <a:pt x="18" y="312"/>
                      <a:pt x="22" y="308"/>
                    </a:cubicBezTo>
                    <a:cubicBezTo>
                      <a:pt x="25" y="304"/>
                      <a:pt x="29" y="299"/>
                      <a:pt x="32" y="295"/>
                    </a:cubicBezTo>
                    <a:cubicBezTo>
                      <a:pt x="37" y="288"/>
                      <a:pt x="42" y="280"/>
                      <a:pt x="46" y="273"/>
                    </a:cubicBezTo>
                    <a:cubicBezTo>
                      <a:pt x="49" y="266"/>
                      <a:pt x="52" y="260"/>
                      <a:pt x="55" y="253"/>
                    </a:cubicBezTo>
                    <a:cubicBezTo>
                      <a:pt x="54" y="253"/>
                      <a:pt x="54" y="253"/>
                      <a:pt x="54" y="254"/>
                    </a:cubicBezTo>
                    <a:cubicBezTo>
                      <a:pt x="57" y="246"/>
                      <a:pt x="59" y="238"/>
                      <a:pt x="61" y="231"/>
                    </a:cubicBezTo>
                    <a:cubicBezTo>
                      <a:pt x="62" y="227"/>
                      <a:pt x="63" y="223"/>
                      <a:pt x="64" y="219"/>
                    </a:cubicBezTo>
                    <a:cubicBezTo>
                      <a:pt x="64" y="215"/>
                      <a:pt x="64" y="211"/>
                      <a:pt x="65" y="208"/>
                    </a:cubicBezTo>
                    <a:cubicBezTo>
                      <a:pt x="66" y="200"/>
                      <a:pt x="67" y="193"/>
                      <a:pt x="67" y="185"/>
                    </a:cubicBezTo>
                    <a:cubicBezTo>
                      <a:pt x="68" y="182"/>
                      <a:pt x="68" y="178"/>
                      <a:pt x="68" y="174"/>
                    </a:cubicBezTo>
                    <a:cubicBezTo>
                      <a:pt x="68" y="171"/>
                      <a:pt x="69" y="166"/>
                      <a:pt x="69" y="163"/>
                    </a:cubicBezTo>
                    <a:cubicBezTo>
                      <a:pt x="69" y="155"/>
                      <a:pt x="68" y="148"/>
                      <a:pt x="68" y="140"/>
                    </a:cubicBezTo>
                    <a:cubicBezTo>
                      <a:pt x="68" y="132"/>
                      <a:pt x="67" y="123"/>
                      <a:pt x="67" y="115"/>
                    </a:cubicBezTo>
                    <a:cubicBezTo>
                      <a:pt x="66" y="111"/>
                      <a:pt x="66" y="106"/>
                      <a:pt x="65" y="102"/>
                    </a:cubicBezTo>
                    <a:cubicBezTo>
                      <a:pt x="64" y="98"/>
                      <a:pt x="64" y="94"/>
                      <a:pt x="63" y="89"/>
                    </a:cubicBezTo>
                    <a:cubicBezTo>
                      <a:pt x="60" y="76"/>
                      <a:pt x="57" y="63"/>
                      <a:pt x="53" y="50"/>
                    </a:cubicBezTo>
                    <a:lnTo>
                      <a:pt x="54" y="51"/>
                    </a:lnTo>
                    <a:lnTo>
                      <a:pt x="53" y="50"/>
                    </a:lnTo>
                    <a:cubicBezTo>
                      <a:pt x="53" y="49"/>
                      <a:pt x="53" y="49"/>
                      <a:pt x="53" y="49"/>
                    </a:cubicBezTo>
                    <a:lnTo>
                      <a:pt x="53" y="50"/>
                    </a:lnTo>
                    <a:cubicBezTo>
                      <a:pt x="51" y="42"/>
                      <a:pt x="47" y="35"/>
                      <a:pt x="45" y="27"/>
                    </a:cubicBezTo>
                    <a:cubicBezTo>
                      <a:pt x="43" y="25"/>
                      <a:pt x="42" y="22"/>
                      <a:pt x="41" y="20"/>
                    </a:cubicBezTo>
                    <a:lnTo>
                      <a:pt x="42" y="21"/>
                    </a:lnTo>
                    <a:cubicBezTo>
                      <a:pt x="40" y="19"/>
                      <a:pt x="40" y="17"/>
                      <a:pt x="39" y="16"/>
                    </a:cubicBezTo>
                    <a:cubicBezTo>
                      <a:pt x="38" y="12"/>
                      <a:pt x="39" y="7"/>
                      <a:pt x="42" y="4"/>
                    </a:cubicBezTo>
                    <a:cubicBezTo>
                      <a:pt x="45" y="1"/>
                      <a:pt x="49" y="0"/>
                      <a:pt x="53" y="2"/>
                    </a:cubicBezTo>
                    <a:cubicBezTo>
                      <a:pt x="58" y="3"/>
                      <a:pt x="61" y="7"/>
                      <a:pt x="61" y="13"/>
                    </a:cubicBezTo>
                    <a:cubicBezTo>
                      <a:pt x="63" y="16"/>
                      <a:pt x="64" y="20"/>
                      <a:pt x="66" y="23"/>
                    </a:cubicBezTo>
                    <a:cubicBezTo>
                      <a:pt x="70" y="34"/>
                      <a:pt x="74" y="45"/>
                      <a:pt x="77" y="57"/>
                    </a:cubicBezTo>
                    <a:cubicBezTo>
                      <a:pt x="78" y="63"/>
                      <a:pt x="80" y="70"/>
                      <a:pt x="81" y="77"/>
                    </a:cubicBezTo>
                    <a:cubicBezTo>
                      <a:pt x="82" y="81"/>
                      <a:pt x="82" y="86"/>
                      <a:pt x="83" y="90"/>
                    </a:cubicBezTo>
                    <a:cubicBezTo>
                      <a:pt x="84" y="98"/>
                      <a:pt x="85" y="105"/>
                      <a:pt x="86" y="112"/>
                    </a:cubicBezTo>
                    <a:cubicBezTo>
                      <a:pt x="86" y="117"/>
                      <a:pt x="86" y="122"/>
                      <a:pt x="87" y="127"/>
                    </a:cubicBezTo>
                    <a:cubicBezTo>
                      <a:pt x="88" y="132"/>
                      <a:pt x="88" y="137"/>
                      <a:pt x="88" y="141"/>
                    </a:cubicBezTo>
                    <a:cubicBezTo>
                      <a:pt x="88" y="149"/>
                      <a:pt x="88" y="156"/>
                      <a:pt x="88" y="163"/>
                    </a:cubicBezTo>
                    <a:cubicBezTo>
                      <a:pt x="88" y="168"/>
                      <a:pt x="88" y="173"/>
                      <a:pt x="87" y="179"/>
                    </a:cubicBezTo>
                    <a:cubicBezTo>
                      <a:pt x="87" y="184"/>
                      <a:pt x="86" y="189"/>
                      <a:pt x="86" y="194"/>
                    </a:cubicBezTo>
                    <a:cubicBezTo>
                      <a:pt x="85" y="200"/>
                      <a:pt x="85" y="207"/>
                      <a:pt x="84" y="213"/>
                    </a:cubicBezTo>
                    <a:cubicBezTo>
                      <a:pt x="84" y="215"/>
                      <a:pt x="84" y="217"/>
                      <a:pt x="83" y="220"/>
                    </a:cubicBezTo>
                    <a:cubicBezTo>
                      <a:pt x="82" y="223"/>
                      <a:pt x="82" y="227"/>
                      <a:pt x="81" y="231"/>
                    </a:cubicBezTo>
                    <a:cubicBezTo>
                      <a:pt x="80" y="236"/>
                      <a:pt x="79" y="241"/>
                      <a:pt x="77" y="247"/>
                    </a:cubicBezTo>
                    <a:cubicBezTo>
                      <a:pt x="74" y="258"/>
                      <a:pt x="70" y="269"/>
                      <a:pt x="64" y="280"/>
                    </a:cubicBezTo>
                    <a:cubicBezTo>
                      <a:pt x="57" y="294"/>
                      <a:pt x="49" y="306"/>
                      <a:pt x="39" y="318"/>
                    </a:cubicBezTo>
                    <a:cubicBezTo>
                      <a:pt x="33" y="326"/>
                      <a:pt x="25" y="333"/>
                      <a:pt x="18" y="339"/>
                    </a:cubicBezTo>
                    <a:cubicBezTo>
                      <a:pt x="16" y="340"/>
                      <a:pt x="14" y="341"/>
                      <a:pt x="12" y="341"/>
                    </a:cubicBezTo>
                    <a:cubicBezTo>
                      <a:pt x="8" y="341"/>
                      <a:pt x="6" y="340"/>
                      <a:pt x="3" y="3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5" name="Google Shape;3545;p40">
                <a:extLst>
                  <a:ext uri="{FF2B5EF4-FFF2-40B4-BE49-F238E27FC236}">
                    <a16:creationId xmlns:a16="http://schemas.microsoft.com/office/drawing/2014/main" id="{9D1DF182-6E40-03F5-0AAA-F7D282C2A920}"/>
                  </a:ext>
                </a:extLst>
              </p:cNvPr>
              <p:cNvSpPr/>
              <p:nvPr/>
            </p:nvSpPr>
            <p:spPr>
              <a:xfrm>
                <a:off x="145800" y="3965760"/>
                <a:ext cx="46800" cy="119880"/>
              </a:xfrm>
              <a:custGeom>
                <a:avLst/>
                <a:gdLst/>
                <a:ahLst/>
                <a:cxnLst/>
                <a:rect l="l" t="t" r="r" b="b"/>
                <a:pathLst>
                  <a:path w="130" h="333" extrusionOk="0">
                    <a:moveTo>
                      <a:pt x="40" y="311"/>
                    </a:moveTo>
                    <a:lnTo>
                      <a:pt x="40" y="310"/>
                    </a:lnTo>
                    <a:cubicBezTo>
                      <a:pt x="41" y="309"/>
                      <a:pt x="41" y="309"/>
                      <a:pt x="41" y="309"/>
                    </a:cubicBezTo>
                    <a:cubicBezTo>
                      <a:pt x="42" y="307"/>
                      <a:pt x="44" y="305"/>
                      <a:pt x="45" y="302"/>
                    </a:cubicBezTo>
                    <a:cubicBezTo>
                      <a:pt x="48" y="298"/>
                      <a:pt x="50" y="294"/>
                      <a:pt x="52" y="289"/>
                    </a:cubicBezTo>
                    <a:lnTo>
                      <a:pt x="51" y="290"/>
                    </a:lnTo>
                    <a:cubicBezTo>
                      <a:pt x="51" y="290"/>
                      <a:pt x="52" y="289"/>
                      <a:pt x="52" y="288"/>
                    </a:cubicBezTo>
                    <a:cubicBezTo>
                      <a:pt x="53" y="286"/>
                      <a:pt x="54" y="282"/>
                      <a:pt x="55" y="279"/>
                    </a:cubicBezTo>
                    <a:cubicBezTo>
                      <a:pt x="59" y="267"/>
                      <a:pt x="63" y="255"/>
                      <a:pt x="66" y="243"/>
                    </a:cubicBezTo>
                    <a:cubicBezTo>
                      <a:pt x="67" y="233"/>
                      <a:pt x="70" y="222"/>
                      <a:pt x="71" y="212"/>
                    </a:cubicBezTo>
                    <a:cubicBezTo>
                      <a:pt x="72" y="205"/>
                      <a:pt x="73" y="199"/>
                      <a:pt x="73" y="194"/>
                    </a:cubicBezTo>
                    <a:cubicBezTo>
                      <a:pt x="66" y="199"/>
                      <a:pt x="59" y="204"/>
                      <a:pt x="52" y="210"/>
                    </a:cubicBezTo>
                    <a:cubicBezTo>
                      <a:pt x="47" y="214"/>
                      <a:pt x="42" y="218"/>
                      <a:pt x="38" y="223"/>
                    </a:cubicBezTo>
                    <a:cubicBezTo>
                      <a:pt x="36" y="225"/>
                      <a:pt x="34" y="227"/>
                      <a:pt x="32" y="230"/>
                    </a:cubicBezTo>
                    <a:cubicBezTo>
                      <a:pt x="30" y="233"/>
                      <a:pt x="28" y="235"/>
                      <a:pt x="27" y="238"/>
                    </a:cubicBezTo>
                    <a:cubicBezTo>
                      <a:pt x="26" y="240"/>
                      <a:pt x="25" y="242"/>
                      <a:pt x="24" y="245"/>
                    </a:cubicBezTo>
                    <a:cubicBezTo>
                      <a:pt x="24" y="246"/>
                      <a:pt x="23" y="248"/>
                      <a:pt x="23" y="249"/>
                    </a:cubicBezTo>
                    <a:cubicBezTo>
                      <a:pt x="22" y="252"/>
                      <a:pt x="22" y="255"/>
                      <a:pt x="21" y="258"/>
                    </a:cubicBezTo>
                    <a:cubicBezTo>
                      <a:pt x="21" y="257"/>
                      <a:pt x="21" y="256"/>
                      <a:pt x="21" y="256"/>
                    </a:cubicBezTo>
                    <a:cubicBezTo>
                      <a:pt x="21" y="260"/>
                      <a:pt x="21" y="264"/>
                      <a:pt x="21" y="268"/>
                    </a:cubicBezTo>
                    <a:cubicBezTo>
                      <a:pt x="21" y="270"/>
                      <a:pt x="21" y="272"/>
                      <a:pt x="22" y="274"/>
                    </a:cubicBezTo>
                    <a:cubicBezTo>
                      <a:pt x="23" y="279"/>
                      <a:pt x="24" y="283"/>
                      <a:pt x="26" y="287"/>
                    </a:cubicBezTo>
                    <a:cubicBezTo>
                      <a:pt x="26" y="287"/>
                      <a:pt x="25" y="287"/>
                      <a:pt x="25" y="286"/>
                    </a:cubicBezTo>
                    <a:cubicBezTo>
                      <a:pt x="26" y="290"/>
                      <a:pt x="28" y="294"/>
                      <a:pt x="30" y="297"/>
                    </a:cubicBezTo>
                    <a:cubicBezTo>
                      <a:pt x="30" y="299"/>
                      <a:pt x="31" y="300"/>
                      <a:pt x="32" y="302"/>
                    </a:cubicBezTo>
                    <a:cubicBezTo>
                      <a:pt x="33" y="304"/>
                      <a:pt x="34" y="305"/>
                      <a:pt x="35" y="307"/>
                    </a:cubicBezTo>
                    <a:cubicBezTo>
                      <a:pt x="36" y="307"/>
                      <a:pt x="37" y="308"/>
                      <a:pt x="38" y="309"/>
                    </a:cubicBezTo>
                    <a:cubicBezTo>
                      <a:pt x="39" y="310"/>
                      <a:pt x="39" y="310"/>
                      <a:pt x="40" y="310"/>
                    </a:cubicBezTo>
                    <a:cubicBezTo>
                      <a:pt x="40" y="311"/>
                      <a:pt x="40" y="311"/>
                      <a:pt x="40" y="311"/>
                    </a:cubicBezTo>
                    <a:moveTo>
                      <a:pt x="36" y="332"/>
                    </a:moveTo>
                    <a:cubicBezTo>
                      <a:pt x="30" y="330"/>
                      <a:pt x="24" y="326"/>
                      <a:pt x="20" y="322"/>
                    </a:cubicBezTo>
                    <a:cubicBezTo>
                      <a:pt x="15" y="316"/>
                      <a:pt x="12" y="309"/>
                      <a:pt x="9" y="302"/>
                    </a:cubicBezTo>
                    <a:cubicBezTo>
                      <a:pt x="6" y="295"/>
                      <a:pt x="4" y="289"/>
                      <a:pt x="3" y="282"/>
                    </a:cubicBezTo>
                    <a:cubicBezTo>
                      <a:pt x="1" y="274"/>
                      <a:pt x="0" y="267"/>
                      <a:pt x="1" y="259"/>
                    </a:cubicBezTo>
                    <a:cubicBezTo>
                      <a:pt x="2" y="252"/>
                      <a:pt x="2" y="245"/>
                      <a:pt x="5" y="238"/>
                    </a:cubicBezTo>
                    <a:cubicBezTo>
                      <a:pt x="7" y="231"/>
                      <a:pt x="11" y="225"/>
                      <a:pt x="15" y="219"/>
                    </a:cubicBezTo>
                    <a:cubicBezTo>
                      <a:pt x="24" y="208"/>
                      <a:pt x="35" y="198"/>
                      <a:pt x="47" y="189"/>
                    </a:cubicBezTo>
                    <a:cubicBezTo>
                      <a:pt x="55" y="182"/>
                      <a:pt x="65" y="176"/>
                      <a:pt x="74" y="169"/>
                    </a:cubicBezTo>
                    <a:cubicBezTo>
                      <a:pt x="75" y="168"/>
                      <a:pt x="76" y="168"/>
                      <a:pt x="77" y="167"/>
                    </a:cubicBezTo>
                    <a:cubicBezTo>
                      <a:pt x="78" y="159"/>
                      <a:pt x="79" y="152"/>
                      <a:pt x="80" y="143"/>
                    </a:cubicBezTo>
                    <a:cubicBezTo>
                      <a:pt x="81" y="133"/>
                      <a:pt x="82" y="122"/>
                      <a:pt x="84" y="111"/>
                    </a:cubicBezTo>
                    <a:cubicBezTo>
                      <a:pt x="84" y="110"/>
                      <a:pt x="84" y="109"/>
                      <a:pt x="85" y="108"/>
                    </a:cubicBezTo>
                    <a:cubicBezTo>
                      <a:pt x="80" y="113"/>
                      <a:pt x="76" y="118"/>
                      <a:pt x="70" y="122"/>
                    </a:cubicBezTo>
                    <a:cubicBezTo>
                      <a:pt x="66" y="125"/>
                      <a:pt x="59" y="128"/>
                      <a:pt x="53" y="128"/>
                    </a:cubicBezTo>
                    <a:cubicBezTo>
                      <a:pt x="47" y="128"/>
                      <a:pt x="41" y="126"/>
                      <a:pt x="35" y="122"/>
                    </a:cubicBezTo>
                    <a:cubicBezTo>
                      <a:pt x="31" y="118"/>
                      <a:pt x="27" y="113"/>
                      <a:pt x="24" y="108"/>
                    </a:cubicBezTo>
                    <a:cubicBezTo>
                      <a:pt x="20" y="101"/>
                      <a:pt x="18" y="94"/>
                      <a:pt x="17" y="86"/>
                    </a:cubicBezTo>
                    <a:cubicBezTo>
                      <a:pt x="13" y="72"/>
                      <a:pt x="13" y="57"/>
                      <a:pt x="16" y="42"/>
                    </a:cubicBezTo>
                    <a:cubicBezTo>
                      <a:pt x="17" y="31"/>
                      <a:pt x="21" y="20"/>
                      <a:pt x="26" y="11"/>
                    </a:cubicBezTo>
                    <a:cubicBezTo>
                      <a:pt x="28" y="7"/>
                      <a:pt x="32" y="4"/>
                      <a:pt x="36" y="1"/>
                    </a:cubicBezTo>
                    <a:cubicBezTo>
                      <a:pt x="40" y="0"/>
                      <a:pt x="42" y="0"/>
                      <a:pt x="46" y="0"/>
                    </a:cubicBezTo>
                    <a:cubicBezTo>
                      <a:pt x="52" y="1"/>
                      <a:pt x="56" y="7"/>
                      <a:pt x="55" y="13"/>
                    </a:cubicBezTo>
                    <a:cubicBezTo>
                      <a:pt x="54" y="18"/>
                      <a:pt x="50" y="22"/>
                      <a:pt x="45" y="22"/>
                    </a:cubicBezTo>
                    <a:cubicBezTo>
                      <a:pt x="44" y="23"/>
                      <a:pt x="44" y="24"/>
                      <a:pt x="43" y="25"/>
                    </a:cubicBezTo>
                    <a:cubicBezTo>
                      <a:pt x="43" y="25"/>
                      <a:pt x="44" y="25"/>
                      <a:pt x="44" y="24"/>
                    </a:cubicBezTo>
                    <a:cubicBezTo>
                      <a:pt x="42" y="27"/>
                      <a:pt x="41" y="29"/>
                      <a:pt x="40" y="32"/>
                    </a:cubicBezTo>
                    <a:cubicBezTo>
                      <a:pt x="38" y="36"/>
                      <a:pt x="37" y="41"/>
                      <a:pt x="37" y="46"/>
                    </a:cubicBezTo>
                    <a:cubicBezTo>
                      <a:pt x="35" y="48"/>
                      <a:pt x="35" y="52"/>
                      <a:pt x="35" y="55"/>
                    </a:cubicBezTo>
                    <a:cubicBezTo>
                      <a:pt x="34" y="59"/>
                      <a:pt x="34" y="63"/>
                      <a:pt x="34" y="67"/>
                    </a:cubicBezTo>
                    <a:lnTo>
                      <a:pt x="34" y="66"/>
                    </a:lnTo>
                    <a:cubicBezTo>
                      <a:pt x="34" y="67"/>
                      <a:pt x="34" y="67"/>
                      <a:pt x="34" y="67"/>
                    </a:cubicBezTo>
                    <a:cubicBezTo>
                      <a:pt x="35" y="67"/>
                      <a:pt x="35" y="67"/>
                      <a:pt x="35" y="68"/>
                    </a:cubicBezTo>
                    <a:cubicBezTo>
                      <a:pt x="35" y="67"/>
                      <a:pt x="35" y="67"/>
                      <a:pt x="35" y="67"/>
                    </a:cubicBezTo>
                    <a:cubicBezTo>
                      <a:pt x="35" y="72"/>
                      <a:pt x="35" y="76"/>
                      <a:pt x="37" y="81"/>
                    </a:cubicBezTo>
                    <a:cubicBezTo>
                      <a:pt x="36" y="80"/>
                      <a:pt x="36" y="80"/>
                      <a:pt x="36" y="80"/>
                    </a:cubicBezTo>
                    <a:cubicBezTo>
                      <a:pt x="37" y="83"/>
                      <a:pt x="38" y="86"/>
                      <a:pt x="38" y="90"/>
                    </a:cubicBezTo>
                    <a:cubicBezTo>
                      <a:pt x="39" y="92"/>
                      <a:pt x="40" y="94"/>
                      <a:pt x="41" y="96"/>
                    </a:cubicBezTo>
                    <a:cubicBezTo>
                      <a:pt x="41" y="97"/>
                      <a:pt x="42" y="98"/>
                      <a:pt x="42" y="99"/>
                    </a:cubicBezTo>
                    <a:cubicBezTo>
                      <a:pt x="44" y="101"/>
                      <a:pt x="45" y="103"/>
                      <a:pt x="47" y="104"/>
                    </a:cubicBezTo>
                    <a:cubicBezTo>
                      <a:pt x="47" y="105"/>
                      <a:pt x="47" y="105"/>
                      <a:pt x="48" y="105"/>
                    </a:cubicBezTo>
                    <a:cubicBezTo>
                      <a:pt x="48" y="106"/>
                      <a:pt x="48" y="106"/>
                      <a:pt x="48" y="106"/>
                    </a:cubicBezTo>
                    <a:cubicBezTo>
                      <a:pt x="48" y="106"/>
                      <a:pt x="49" y="106"/>
                      <a:pt x="49" y="107"/>
                    </a:cubicBezTo>
                    <a:lnTo>
                      <a:pt x="49" y="106"/>
                    </a:lnTo>
                    <a:cubicBezTo>
                      <a:pt x="49" y="107"/>
                      <a:pt x="49" y="107"/>
                      <a:pt x="49" y="107"/>
                    </a:cubicBezTo>
                    <a:cubicBezTo>
                      <a:pt x="50" y="107"/>
                      <a:pt x="50" y="107"/>
                      <a:pt x="50" y="107"/>
                    </a:cubicBezTo>
                    <a:lnTo>
                      <a:pt x="49" y="107"/>
                    </a:lnTo>
                    <a:cubicBezTo>
                      <a:pt x="50" y="107"/>
                      <a:pt x="50" y="107"/>
                      <a:pt x="50" y="107"/>
                    </a:cubicBezTo>
                    <a:lnTo>
                      <a:pt x="49" y="107"/>
                    </a:lnTo>
                    <a:lnTo>
                      <a:pt x="49" y="106"/>
                    </a:lnTo>
                    <a:cubicBezTo>
                      <a:pt x="49" y="107"/>
                      <a:pt x="50" y="107"/>
                      <a:pt x="50" y="107"/>
                    </a:cubicBezTo>
                    <a:cubicBezTo>
                      <a:pt x="51" y="107"/>
                      <a:pt x="51" y="107"/>
                      <a:pt x="52" y="107"/>
                    </a:cubicBezTo>
                    <a:lnTo>
                      <a:pt x="53" y="107"/>
                    </a:lnTo>
                    <a:cubicBezTo>
                      <a:pt x="54" y="107"/>
                      <a:pt x="54" y="107"/>
                      <a:pt x="54" y="107"/>
                    </a:cubicBezTo>
                    <a:cubicBezTo>
                      <a:pt x="55" y="107"/>
                      <a:pt x="55" y="107"/>
                      <a:pt x="56" y="106"/>
                    </a:cubicBezTo>
                    <a:cubicBezTo>
                      <a:pt x="56" y="106"/>
                      <a:pt x="57" y="106"/>
                      <a:pt x="58" y="106"/>
                    </a:cubicBezTo>
                    <a:cubicBezTo>
                      <a:pt x="58" y="105"/>
                      <a:pt x="59" y="104"/>
                      <a:pt x="61" y="103"/>
                    </a:cubicBezTo>
                    <a:cubicBezTo>
                      <a:pt x="63" y="101"/>
                      <a:pt x="65" y="100"/>
                      <a:pt x="66" y="98"/>
                    </a:cubicBezTo>
                    <a:cubicBezTo>
                      <a:pt x="69" y="94"/>
                      <a:pt x="72" y="91"/>
                      <a:pt x="74" y="87"/>
                    </a:cubicBezTo>
                    <a:cubicBezTo>
                      <a:pt x="78" y="82"/>
                      <a:pt x="81" y="76"/>
                      <a:pt x="84" y="71"/>
                    </a:cubicBezTo>
                    <a:cubicBezTo>
                      <a:pt x="88" y="64"/>
                      <a:pt x="91" y="57"/>
                      <a:pt x="95" y="49"/>
                    </a:cubicBezTo>
                    <a:cubicBezTo>
                      <a:pt x="96" y="46"/>
                      <a:pt x="97" y="43"/>
                      <a:pt x="98" y="39"/>
                    </a:cubicBezTo>
                    <a:cubicBezTo>
                      <a:pt x="98" y="38"/>
                      <a:pt x="99" y="37"/>
                      <a:pt x="99" y="36"/>
                    </a:cubicBezTo>
                    <a:cubicBezTo>
                      <a:pt x="101" y="27"/>
                      <a:pt x="104" y="17"/>
                      <a:pt x="106" y="8"/>
                    </a:cubicBezTo>
                    <a:cubicBezTo>
                      <a:pt x="108" y="3"/>
                      <a:pt x="113" y="0"/>
                      <a:pt x="119" y="0"/>
                    </a:cubicBezTo>
                    <a:cubicBezTo>
                      <a:pt x="124" y="1"/>
                      <a:pt x="129" y="7"/>
                      <a:pt x="127" y="12"/>
                    </a:cubicBezTo>
                    <a:cubicBezTo>
                      <a:pt x="126" y="19"/>
                      <a:pt x="124" y="25"/>
                      <a:pt x="122" y="31"/>
                    </a:cubicBezTo>
                    <a:cubicBezTo>
                      <a:pt x="122" y="33"/>
                      <a:pt x="121" y="34"/>
                      <a:pt x="120" y="37"/>
                    </a:cubicBezTo>
                    <a:cubicBezTo>
                      <a:pt x="118" y="46"/>
                      <a:pt x="115" y="56"/>
                      <a:pt x="113" y="66"/>
                    </a:cubicBezTo>
                    <a:cubicBezTo>
                      <a:pt x="111" y="76"/>
                      <a:pt x="109" y="86"/>
                      <a:pt x="107" y="96"/>
                    </a:cubicBezTo>
                    <a:cubicBezTo>
                      <a:pt x="105" y="108"/>
                      <a:pt x="102" y="121"/>
                      <a:pt x="100" y="133"/>
                    </a:cubicBezTo>
                    <a:cubicBezTo>
                      <a:pt x="99" y="139"/>
                      <a:pt x="98" y="146"/>
                      <a:pt x="98" y="152"/>
                    </a:cubicBezTo>
                    <a:cubicBezTo>
                      <a:pt x="100" y="150"/>
                      <a:pt x="102" y="149"/>
                      <a:pt x="105" y="147"/>
                    </a:cubicBezTo>
                    <a:cubicBezTo>
                      <a:pt x="106" y="146"/>
                      <a:pt x="107" y="145"/>
                      <a:pt x="108" y="145"/>
                    </a:cubicBezTo>
                    <a:cubicBezTo>
                      <a:pt x="112" y="142"/>
                      <a:pt x="118" y="142"/>
                      <a:pt x="121" y="147"/>
                    </a:cubicBezTo>
                    <a:cubicBezTo>
                      <a:pt x="125" y="151"/>
                      <a:pt x="123" y="157"/>
                      <a:pt x="119" y="160"/>
                    </a:cubicBezTo>
                    <a:cubicBezTo>
                      <a:pt x="111" y="166"/>
                      <a:pt x="103" y="172"/>
                      <a:pt x="94" y="178"/>
                    </a:cubicBezTo>
                    <a:cubicBezTo>
                      <a:pt x="94" y="185"/>
                      <a:pt x="93" y="192"/>
                      <a:pt x="92" y="198"/>
                    </a:cubicBezTo>
                    <a:cubicBezTo>
                      <a:pt x="91" y="209"/>
                      <a:pt x="89" y="219"/>
                      <a:pt x="87" y="230"/>
                    </a:cubicBezTo>
                    <a:cubicBezTo>
                      <a:pt x="87" y="233"/>
                      <a:pt x="86" y="237"/>
                      <a:pt x="86" y="241"/>
                    </a:cubicBezTo>
                    <a:cubicBezTo>
                      <a:pt x="85" y="243"/>
                      <a:pt x="84" y="245"/>
                      <a:pt x="84" y="248"/>
                    </a:cubicBezTo>
                    <a:cubicBezTo>
                      <a:pt x="83" y="253"/>
                      <a:pt x="81" y="260"/>
                      <a:pt x="79" y="266"/>
                    </a:cubicBezTo>
                    <a:cubicBezTo>
                      <a:pt x="78" y="272"/>
                      <a:pt x="76" y="277"/>
                      <a:pt x="74" y="282"/>
                    </a:cubicBezTo>
                    <a:cubicBezTo>
                      <a:pt x="73" y="287"/>
                      <a:pt x="72" y="292"/>
                      <a:pt x="69" y="297"/>
                    </a:cubicBezTo>
                    <a:cubicBezTo>
                      <a:pt x="67" y="302"/>
                      <a:pt x="65" y="307"/>
                      <a:pt x="62" y="312"/>
                    </a:cubicBezTo>
                    <a:cubicBezTo>
                      <a:pt x="60" y="318"/>
                      <a:pt x="57" y="323"/>
                      <a:pt x="53" y="327"/>
                    </a:cubicBezTo>
                    <a:cubicBezTo>
                      <a:pt x="49" y="330"/>
                      <a:pt x="45" y="332"/>
                      <a:pt x="40" y="332"/>
                    </a:cubicBezTo>
                    <a:cubicBezTo>
                      <a:pt x="38" y="332"/>
                      <a:pt x="37" y="332"/>
                      <a:pt x="36" y="3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6" name="Google Shape;3546;p40">
                <a:extLst>
                  <a:ext uri="{FF2B5EF4-FFF2-40B4-BE49-F238E27FC236}">
                    <a16:creationId xmlns:a16="http://schemas.microsoft.com/office/drawing/2014/main" id="{033ABBE3-AB94-B88A-BFAC-2BA7F137DB74}"/>
                  </a:ext>
                </a:extLst>
              </p:cNvPr>
              <p:cNvSpPr/>
              <p:nvPr/>
            </p:nvSpPr>
            <p:spPr>
              <a:xfrm>
                <a:off x="219240" y="3984120"/>
                <a:ext cx="26280" cy="11520"/>
              </a:xfrm>
              <a:custGeom>
                <a:avLst/>
                <a:gdLst/>
                <a:ahLst/>
                <a:cxnLst/>
                <a:rect l="l" t="t" r="r" b="b"/>
                <a:pathLst>
                  <a:path w="73" h="32" extrusionOk="0">
                    <a:moveTo>
                      <a:pt x="13" y="31"/>
                    </a:moveTo>
                    <a:cubicBezTo>
                      <a:pt x="9" y="30"/>
                      <a:pt x="7" y="29"/>
                      <a:pt x="4" y="27"/>
                    </a:cubicBezTo>
                    <a:cubicBezTo>
                      <a:pt x="0" y="23"/>
                      <a:pt x="0" y="15"/>
                      <a:pt x="5" y="11"/>
                    </a:cubicBezTo>
                    <a:cubicBezTo>
                      <a:pt x="10" y="7"/>
                      <a:pt x="17" y="6"/>
                      <a:pt x="23" y="5"/>
                    </a:cubicBezTo>
                    <a:cubicBezTo>
                      <a:pt x="27" y="4"/>
                      <a:pt x="31" y="4"/>
                      <a:pt x="35" y="3"/>
                    </a:cubicBezTo>
                    <a:cubicBezTo>
                      <a:pt x="43" y="2"/>
                      <a:pt x="52" y="1"/>
                      <a:pt x="60" y="0"/>
                    </a:cubicBezTo>
                    <a:cubicBezTo>
                      <a:pt x="66" y="0"/>
                      <a:pt x="71" y="4"/>
                      <a:pt x="71" y="10"/>
                    </a:cubicBezTo>
                    <a:cubicBezTo>
                      <a:pt x="72" y="16"/>
                      <a:pt x="68" y="21"/>
                      <a:pt x="62" y="22"/>
                    </a:cubicBezTo>
                    <a:cubicBezTo>
                      <a:pt x="52" y="23"/>
                      <a:pt x="43" y="24"/>
                      <a:pt x="33" y="25"/>
                    </a:cubicBezTo>
                    <a:cubicBezTo>
                      <a:pt x="30" y="26"/>
                      <a:pt x="26" y="27"/>
                      <a:pt x="23" y="28"/>
                    </a:cubicBezTo>
                    <a:cubicBezTo>
                      <a:pt x="20" y="29"/>
                      <a:pt x="17" y="31"/>
                      <a:pt x="14" y="31"/>
                    </a:cubicBezTo>
                    <a:lnTo>
                      <a:pt x="13" y="3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7" name="Google Shape;3547;p40">
                <a:extLst>
                  <a:ext uri="{FF2B5EF4-FFF2-40B4-BE49-F238E27FC236}">
                    <a16:creationId xmlns:a16="http://schemas.microsoft.com/office/drawing/2014/main" id="{4A1228F8-A636-D255-7471-5D9110F23649}"/>
                  </a:ext>
                </a:extLst>
              </p:cNvPr>
              <p:cNvSpPr/>
              <p:nvPr/>
            </p:nvSpPr>
            <p:spPr>
              <a:xfrm>
                <a:off x="210600" y="3980520"/>
                <a:ext cx="69840" cy="39240"/>
              </a:xfrm>
              <a:custGeom>
                <a:avLst/>
                <a:gdLst/>
                <a:ahLst/>
                <a:cxnLst/>
                <a:rect l="l" t="t" r="r" b="b"/>
                <a:pathLst>
                  <a:path w="194" h="109" extrusionOk="0">
                    <a:moveTo>
                      <a:pt x="14" y="108"/>
                    </a:moveTo>
                    <a:cubicBezTo>
                      <a:pt x="10" y="108"/>
                      <a:pt x="5" y="106"/>
                      <a:pt x="3" y="102"/>
                    </a:cubicBezTo>
                    <a:cubicBezTo>
                      <a:pt x="1" y="100"/>
                      <a:pt x="0" y="97"/>
                      <a:pt x="0" y="93"/>
                    </a:cubicBezTo>
                    <a:cubicBezTo>
                      <a:pt x="2" y="87"/>
                      <a:pt x="7" y="83"/>
                      <a:pt x="13" y="84"/>
                    </a:cubicBezTo>
                    <a:cubicBezTo>
                      <a:pt x="15" y="84"/>
                      <a:pt x="16" y="85"/>
                      <a:pt x="17" y="86"/>
                    </a:cubicBezTo>
                    <a:cubicBezTo>
                      <a:pt x="18" y="86"/>
                      <a:pt x="19" y="86"/>
                      <a:pt x="19" y="85"/>
                    </a:cubicBezTo>
                    <a:cubicBezTo>
                      <a:pt x="21" y="85"/>
                      <a:pt x="23" y="84"/>
                      <a:pt x="25" y="84"/>
                    </a:cubicBezTo>
                    <a:cubicBezTo>
                      <a:pt x="28" y="83"/>
                      <a:pt x="32" y="81"/>
                      <a:pt x="35" y="80"/>
                    </a:cubicBezTo>
                    <a:cubicBezTo>
                      <a:pt x="40" y="77"/>
                      <a:pt x="45" y="75"/>
                      <a:pt x="51" y="73"/>
                    </a:cubicBezTo>
                    <a:cubicBezTo>
                      <a:pt x="50" y="73"/>
                      <a:pt x="50" y="73"/>
                      <a:pt x="49" y="73"/>
                    </a:cubicBezTo>
                    <a:cubicBezTo>
                      <a:pt x="50" y="73"/>
                      <a:pt x="51" y="73"/>
                      <a:pt x="51" y="72"/>
                    </a:cubicBezTo>
                    <a:cubicBezTo>
                      <a:pt x="51" y="73"/>
                      <a:pt x="51" y="73"/>
                      <a:pt x="50" y="73"/>
                    </a:cubicBezTo>
                    <a:cubicBezTo>
                      <a:pt x="69" y="64"/>
                      <a:pt x="88" y="53"/>
                      <a:pt x="107" y="43"/>
                    </a:cubicBezTo>
                    <a:cubicBezTo>
                      <a:pt x="127" y="32"/>
                      <a:pt x="148" y="20"/>
                      <a:pt x="169" y="9"/>
                    </a:cubicBezTo>
                    <a:cubicBezTo>
                      <a:pt x="172" y="7"/>
                      <a:pt x="175" y="5"/>
                      <a:pt x="178" y="3"/>
                    </a:cubicBezTo>
                    <a:cubicBezTo>
                      <a:pt x="183" y="0"/>
                      <a:pt x="189" y="2"/>
                      <a:pt x="191" y="7"/>
                    </a:cubicBezTo>
                    <a:cubicBezTo>
                      <a:pt x="193" y="11"/>
                      <a:pt x="192" y="17"/>
                      <a:pt x="188" y="19"/>
                    </a:cubicBezTo>
                    <a:cubicBezTo>
                      <a:pt x="166" y="32"/>
                      <a:pt x="144" y="44"/>
                      <a:pt x="123" y="56"/>
                    </a:cubicBezTo>
                    <a:cubicBezTo>
                      <a:pt x="113" y="62"/>
                      <a:pt x="104" y="67"/>
                      <a:pt x="94" y="73"/>
                    </a:cubicBezTo>
                    <a:cubicBezTo>
                      <a:pt x="84" y="79"/>
                      <a:pt x="73" y="84"/>
                      <a:pt x="63" y="90"/>
                    </a:cubicBezTo>
                    <a:cubicBezTo>
                      <a:pt x="56" y="93"/>
                      <a:pt x="49" y="97"/>
                      <a:pt x="41" y="100"/>
                    </a:cubicBezTo>
                    <a:cubicBezTo>
                      <a:pt x="37" y="102"/>
                      <a:pt x="33" y="104"/>
                      <a:pt x="27" y="105"/>
                    </a:cubicBezTo>
                    <a:cubicBezTo>
                      <a:pt x="23" y="107"/>
                      <a:pt x="19" y="108"/>
                      <a:pt x="14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8" name="Google Shape;3548;p40">
                <a:extLst>
                  <a:ext uri="{FF2B5EF4-FFF2-40B4-BE49-F238E27FC236}">
                    <a16:creationId xmlns:a16="http://schemas.microsoft.com/office/drawing/2014/main" id="{FB080139-F8D5-0C62-C489-B28F649228C9}"/>
                  </a:ext>
                </a:extLst>
              </p:cNvPr>
              <p:cNvSpPr/>
              <p:nvPr/>
            </p:nvSpPr>
            <p:spPr>
              <a:xfrm>
                <a:off x="259200" y="3936600"/>
                <a:ext cx="75240" cy="136800"/>
              </a:xfrm>
              <a:custGeom>
                <a:avLst/>
                <a:gdLst/>
                <a:ahLst/>
                <a:cxnLst/>
                <a:rect l="l" t="t" r="r" b="b"/>
                <a:pathLst>
                  <a:path w="209" h="380" extrusionOk="0">
                    <a:moveTo>
                      <a:pt x="47" y="379"/>
                    </a:moveTo>
                    <a:cubicBezTo>
                      <a:pt x="35" y="378"/>
                      <a:pt x="23" y="373"/>
                      <a:pt x="14" y="364"/>
                    </a:cubicBezTo>
                    <a:cubicBezTo>
                      <a:pt x="5" y="354"/>
                      <a:pt x="1" y="340"/>
                      <a:pt x="0" y="327"/>
                    </a:cubicBezTo>
                    <a:cubicBezTo>
                      <a:pt x="0" y="320"/>
                      <a:pt x="2" y="313"/>
                      <a:pt x="4" y="307"/>
                    </a:cubicBezTo>
                    <a:cubicBezTo>
                      <a:pt x="6" y="299"/>
                      <a:pt x="9" y="292"/>
                      <a:pt x="12" y="285"/>
                    </a:cubicBezTo>
                    <a:cubicBezTo>
                      <a:pt x="13" y="280"/>
                      <a:pt x="20" y="277"/>
                      <a:pt x="25" y="280"/>
                    </a:cubicBezTo>
                    <a:cubicBezTo>
                      <a:pt x="30" y="282"/>
                      <a:pt x="32" y="288"/>
                      <a:pt x="30" y="293"/>
                    </a:cubicBezTo>
                    <a:cubicBezTo>
                      <a:pt x="29" y="294"/>
                      <a:pt x="29" y="296"/>
                      <a:pt x="28" y="297"/>
                    </a:cubicBezTo>
                    <a:cubicBezTo>
                      <a:pt x="29" y="296"/>
                      <a:pt x="29" y="296"/>
                      <a:pt x="29" y="296"/>
                    </a:cubicBezTo>
                    <a:cubicBezTo>
                      <a:pt x="26" y="303"/>
                      <a:pt x="23" y="309"/>
                      <a:pt x="22" y="317"/>
                    </a:cubicBezTo>
                    <a:cubicBezTo>
                      <a:pt x="22" y="319"/>
                      <a:pt x="21" y="321"/>
                      <a:pt x="21" y="322"/>
                    </a:cubicBezTo>
                    <a:cubicBezTo>
                      <a:pt x="21" y="324"/>
                      <a:pt x="21" y="326"/>
                      <a:pt x="21" y="328"/>
                    </a:cubicBezTo>
                    <a:cubicBezTo>
                      <a:pt x="21" y="330"/>
                      <a:pt x="21" y="331"/>
                      <a:pt x="22" y="332"/>
                    </a:cubicBezTo>
                    <a:cubicBezTo>
                      <a:pt x="22" y="334"/>
                      <a:pt x="22" y="335"/>
                      <a:pt x="22" y="336"/>
                    </a:cubicBezTo>
                    <a:cubicBezTo>
                      <a:pt x="23" y="338"/>
                      <a:pt x="24" y="340"/>
                      <a:pt x="25" y="341"/>
                    </a:cubicBezTo>
                    <a:cubicBezTo>
                      <a:pt x="25" y="343"/>
                      <a:pt x="26" y="344"/>
                      <a:pt x="27" y="346"/>
                    </a:cubicBezTo>
                    <a:cubicBezTo>
                      <a:pt x="27" y="346"/>
                      <a:pt x="28" y="347"/>
                      <a:pt x="29" y="348"/>
                    </a:cubicBezTo>
                    <a:cubicBezTo>
                      <a:pt x="30" y="349"/>
                      <a:pt x="30" y="350"/>
                      <a:pt x="32" y="351"/>
                    </a:cubicBezTo>
                    <a:cubicBezTo>
                      <a:pt x="32" y="351"/>
                      <a:pt x="33" y="353"/>
                      <a:pt x="34" y="353"/>
                    </a:cubicBezTo>
                    <a:cubicBezTo>
                      <a:pt x="34" y="354"/>
                      <a:pt x="36" y="354"/>
                      <a:pt x="37" y="355"/>
                    </a:cubicBezTo>
                    <a:cubicBezTo>
                      <a:pt x="38" y="355"/>
                      <a:pt x="39" y="355"/>
                      <a:pt x="40" y="356"/>
                    </a:cubicBezTo>
                    <a:cubicBezTo>
                      <a:pt x="41" y="357"/>
                      <a:pt x="42" y="357"/>
                      <a:pt x="43" y="357"/>
                    </a:cubicBezTo>
                    <a:cubicBezTo>
                      <a:pt x="45" y="357"/>
                      <a:pt x="47" y="358"/>
                      <a:pt x="48" y="358"/>
                    </a:cubicBezTo>
                    <a:cubicBezTo>
                      <a:pt x="50" y="358"/>
                      <a:pt x="51" y="358"/>
                      <a:pt x="52" y="358"/>
                    </a:cubicBezTo>
                    <a:cubicBezTo>
                      <a:pt x="53" y="358"/>
                      <a:pt x="54" y="358"/>
                      <a:pt x="54" y="358"/>
                    </a:cubicBezTo>
                    <a:cubicBezTo>
                      <a:pt x="55" y="358"/>
                      <a:pt x="55" y="358"/>
                      <a:pt x="55" y="357"/>
                    </a:cubicBezTo>
                    <a:lnTo>
                      <a:pt x="56" y="357"/>
                    </a:lnTo>
                    <a:cubicBezTo>
                      <a:pt x="58" y="356"/>
                      <a:pt x="60" y="355"/>
                      <a:pt x="61" y="354"/>
                    </a:cubicBezTo>
                    <a:cubicBezTo>
                      <a:pt x="64" y="353"/>
                      <a:pt x="66" y="351"/>
                      <a:pt x="68" y="350"/>
                    </a:cubicBezTo>
                    <a:cubicBezTo>
                      <a:pt x="70" y="347"/>
                      <a:pt x="72" y="345"/>
                      <a:pt x="75" y="343"/>
                    </a:cubicBezTo>
                    <a:cubicBezTo>
                      <a:pt x="78" y="339"/>
                      <a:pt x="82" y="334"/>
                      <a:pt x="85" y="330"/>
                    </a:cubicBezTo>
                    <a:cubicBezTo>
                      <a:pt x="85" y="330"/>
                      <a:pt x="84" y="331"/>
                      <a:pt x="84" y="332"/>
                    </a:cubicBezTo>
                    <a:cubicBezTo>
                      <a:pt x="87" y="326"/>
                      <a:pt x="91" y="321"/>
                      <a:pt x="94" y="315"/>
                    </a:cubicBezTo>
                    <a:cubicBezTo>
                      <a:pt x="97" y="310"/>
                      <a:pt x="99" y="305"/>
                      <a:pt x="101" y="300"/>
                    </a:cubicBezTo>
                    <a:cubicBezTo>
                      <a:pt x="103" y="296"/>
                      <a:pt x="104" y="291"/>
                      <a:pt x="105" y="286"/>
                    </a:cubicBezTo>
                    <a:cubicBezTo>
                      <a:pt x="107" y="275"/>
                      <a:pt x="109" y="264"/>
                      <a:pt x="111" y="254"/>
                    </a:cubicBezTo>
                    <a:cubicBezTo>
                      <a:pt x="111" y="246"/>
                      <a:pt x="113" y="238"/>
                      <a:pt x="114" y="231"/>
                    </a:cubicBezTo>
                    <a:cubicBezTo>
                      <a:pt x="115" y="215"/>
                      <a:pt x="117" y="199"/>
                      <a:pt x="118" y="182"/>
                    </a:cubicBezTo>
                    <a:lnTo>
                      <a:pt x="118" y="181"/>
                    </a:lnTo>
                    <a:lnTo>
                      <a:pt x="118" y="180"/>
                    </a:lnTo>
                    <a:cubicBezTo>
                      <a:pt x="118" y="181"/>
                      <a:pt x="118" y="181"/>
                      <a:pt x="118" y="181"/>
                    </a:cubicBezTo>
                    <a:cubicBezTo>
                      <a:pt x="118" y="179"/>
                      <a:pt x="119" y="176"/>
                      <a:pt x="119" y="173"/>
                    </a:cubicBezTo>
                    <a:cubicBezTo>
                      <a:pt x="119" y="174"/>
                      <a:pt x="119" y="174"/>
                      <a:pt x="119" y="174"/>
                    </a:cubicBezTo>
                    <a:cubicBezTo>
                      <a:pt x="119" y="173"/>
                      <a:pt x="120" y="171"/>
                      <a:pt x="120" y="170"/>
                    </a:cubicBezTo>
                    <a:cubicBezTo>
                      <a:pt x="120" y="169"/>
                      <a:pt x="120" y="168"/>
                      <a:pt x="120" y="167"/>
                    </a:cubicBezTo>
                    <a:lnTo>
                      <a:pt x="120" y="168"/>
                    </a:lnTo>
                    <a:cubicBezTo>
                      <a:pt x="120" y="167"/>
                      <a:pt x="120" y="165"/>
                      <a:pt x="120" y="164"/>
                    </a:cubicBezTo>
                    <a:lnTo>
                      <a:pt x="120" y="165"/>
                    </a:lnTo>
                    <a:cubicBezTo>
                      <a:pt x="120" y="164"/>
                      <a:pt x="120" y="163"/>
                      <a:pt x="120" y="162"/>
                    </a:cubicBezTo>
                    <a:cubicBezTo>
                      <a:pt x="120" y="161"/>
                      <a:pt x="120" y="160"/>
                      <a:pt x="120" y="159"/>
                    </a:cubicBezTo>
                    <a:lnTo>
                      <a:pt x="120" y="160"/>
                    </a:lnTo>
                    <a:cubicBezTo>
                      <a:pt x="120" y="159"/>
                      <a:pt x="121" y="157"/>
                      <a:pt x="121" y="156"/>
                    </a:cubicBezTo>
                    <a:cubicBezTo>
                      <a:pt x="121" y="157"/>
                      <a:pt x="121" y="157"/>
                      <a:pt x="121" y="157"/>
                    </a:cubicBezTo>
                    <a:cubicBezTo>
                      <a:pt x="121" y="156"/>
                      <a:pt x="121" y="154"/>
                      <a:pt x="121" y="153"/>
                    </a:cubicBezTo>
                    <a:lnTo>
                      <a:pt x="121" y="154"/>
                    </a:lnTo>
                    <a:cubicBezTo>
                      <a:pt x="121" y="152"/>
                      <a:pt x="121" y="149"/>
                      <a:pt x="121" y="147"/>
                    </a:cubicBezTo>
                    <a:lnTo>
                      <a:pt x="121" y="148"/>
                    </a:lnTo>
                    <a:cubicBezTo>
                      <a:pt x="121" y="148"/>
                      <a:pt x="121" y="147"/>
                      <a:pt x="121" y="146"/>
                    </a:cubicBezTo>
                    <a:lnTo>
                      <a:pt x="121" y="145"/>
                    </a:lnTo>
                    <a:cubicBezTo>
                      <a:pt x="121" y="146"/>
                      <a:pt x="121" y="146"/>
                      <a:pt x="121" y="146"/>
                    </a:cubicBezTo>
                    <a:cubicBezTo>
                      <a:pt x="122" y="134"/>
                      <a:pt x="124" y="123"/>
                      <a:pt x="125" y="111"/>
                    </a:cubicBezTo>
                    <a:cubicBezTo>
                      <a:pt x="126" y="107"/>
                      <a:pt x="127" y="103"/>
                      <a:pt x="128" y="98"/>
                    </a:cubicBezTo>
                    <a:cubicBezTo>
                      <a:pt x="129" y="92"/>
                      <a:pt x="129" y="86"/>
                      <a:pt x="131" y="80"/>
                    </a:cubicBezTo>
                    <a:cubicBezTo>
                      <a:pt x="132" y="74"/>
                      <a:pt x="134" y="68"/>
                      <a:pt x="135" y="61"/>
                    </a:cubicBezTo>
                    <a:cubicBezTo>
                      <a:pt x="137" y="54"/>
                      <a:pt x="139" y="46"/>
                      <a:pt x="142" y="39"/>
                    </a:cubicBezTo>
                    <a:cubicBezTo>
                      <a:pt x="145" y="33"/>
                      <a:pt x="147" y="26"/>
                      <a:pt x="151" y="20"/>
                    </a:cubicBezTo>
                    <a:cubicBezTo>
                      <a:pt x="154" y="15"/>
                      <a:pt x="160" y="10"/>
                      <a:pt x="166" y="6"/>
                    </a:cubicBezTo>
                    <a:cubicBezTo>
                      <a:pt x="171" y="2"/>
                      <a:pt x="177" y="1"/>
                      <a:pt x="183" y="1"/>
                    </a:cubicBezTo>
                    <a:cubicBezTo>
                      <a:pt x="186" y="0"/>
                      <a:pt x="189" y="2"/>
                      <a:pt x="192" y="3"/>
                    </a:cubicBezTo>
                    <a:cubicBezTo>
                      <a:pt x="195" y="5"/>
                      <a:pt x="197" y="7"/>
                      <a:pt x="199" y="9"/>
                    </a:cubicBezTo>
                    <a:cubicBezTo>
                      <a:pt x="203" y="13"/>
                      <a:pt x="206" y="18"/>
                      <a:pt x="206" y="24"/>
                    </a:cubicBezTo>
                    <a:cubicBezTo>
                      <a:pt x="208" y="30"/>
                      <a:pt x="206" y="36"/>
                      <a:pt x="205" y="41"/>
                    </a:cubicBezTo>
                    <a:cubicBezTo>
                      <a:pt x="203" y="49"/>
                      <a:pt x="200" y="57"/>
                      <a:pt x="197" y="64"/>
                    </a:cubicBezTo>
                    <a:cubicBezTo>
                      <a:pt x="196" y="67"/>
                      <a:pt x="195" y="71"/>
                      <a:pt x="193" y="74"/>
                    </a:cubicBezTo>
                    <a:cubicBezTo>
                      <a:pt x="192" y="76"/>
                      <a:pt x="191" y="78"/>
                      <a:pt x="190" y="79"/>
                    </a:cubicBezTo>
                    <a:cubicBezTo>
                      <a:pt x="188" y="82"/>
                      <a:pt x="187" y="85"/>
                      <a:pt x="185" y="88"/>
                    </a:cubicBezTo>
                    <a:cubicBezTo>
                      <a:pt x="182" y="90"/>
                      <a:pt x="180" y="92"/>
                      <a:pt x="176" y="92"/>
                    </a:cubicBezTo>
                    <a:cubicBezTo>
                      <a:pt x="172" y="92"/>
                      <a:pt x="168" y="89"/>
                      <a:pt x="167" y="86"/>
                    </a:cubicBezTo>
                    <a:cubicBezTo>
                      <a:pt x="166" y="84"/>
                      <a:pt x="165" y="82"/>
                      <a:pt x="165" y="80"/>
                    </a:cubicBezTo>
                    <a:cubicBezTo>
                      <a:pt x="165" y="79"/>
                      <a:pt x="166" y="78"/>
                      <a:pt x="166" y="76"/>
                    </a:cubicBezTo>
                    <a:cubicBezTo>
                      <a:pt x="166" y="72"/>
                      <a:pt x="168" y="69"/>
                      <a:pt x="171" y="68"/>
                    </a:cubicBezTo>
                    <a:cubicBezTo>
                      <a:pt x="172" y="67"/>
                      <a:pt x="173" y="65"/>
                      <a:pt x="174" y="64"/>
                    </a:cubicBezTo>
                    <a:cubicBezTo>
                      <a:pt x="176" y="60"/>
                      <a:pt x="178" y="54"/>
                      <a:pt x="180" y="50"/>
                    </a:cubicBezTo>
                    <a:cubicBezTo>
                      <a:pt x="181" y="48"/>
                      <a:pt x="181" y="47"/>
                      <a:pt x="182" y="45"/>
                    </a:cubicBezTo>
                    <a:cubicBezTo>
                      <a:pt x="183" y="41"/>
                      <a:pt x="184" y="38"/>
                      <a:pt x="185" y="34"/>
                    </a:cubicBezTo>
                    <a:cubicBezTo>
                      <a:pt x="185" y="33"/>
                      <a:pt x="185" y="32"/>
                      <a:pt x="185" y="30"/>
                    </a:cubicBezTo>
                    <a:lnTo>
                      <a:pt x="185" y="29"/>
                    </a:lnTo>
                    <a:cubicBezTo>
                      <a:pt x="185" y="28"/>
                      <a:pt x="185" y="27"/>
                      <a:pt x="185" y="27"/>
                    </a:cubicBezTo>
                    <a:lnTo>
                      <a:pt x="185" y="26"/>
                    </a:lnTo>
                    <a:cubicBezTo>
                      <a:pt x="185" y="25"/>
                      <a:pt x="185" y="25"/>
                      <a:pt x="184" y="25"/>
                    </a:cubicBezTo>
                    <a:lnTo>
                      <a:pt x="184" y="24"/>
                    </a:lnTo>
                    <a:cubicBezTo>
                      <a:pt x="184" y="23"/>
                      <a:pt x="183" y="23"/>
                      <a:pt x="183" y="23"/>
                    </a:cubicBezTo>
                    <a:cubicBezTo>
                      <a:pt x="182" y="23"/>
                      <a:pt x="182" y="22"/>
                      <a:pt x="182" y="22"/>
                    </a:cubicBezTo>
                    <a:lnTo>
                      <a:pt x="181" y="22"/>
                    </a:lnTo>
                    <a:cubicBezTo>
                      <a:pt x="180" y="22"/>
                      <a:pt x="179" y="23"/>
                      <a:pt x="178" y="23"/>
                    </a:cubicBezTo>
                    <a:lnTo>
                      <a:pt x="177" y="24"/>
                    </a:lnTo>
                    <a:cubicBezTo>
                      <a:pt x="175" y="25"/>
                      <a:pt x="174" y="26"/>
                      <a:pt x="173" y="27"/>
                    </a:cubicBezTo>
                    <a:cubicBezTo>
                      <a:pt x="171" y="28"/>
                      <a:pt x="171" y="29"/>
                      <a:pt x="170" y="29"/>
                    </a:cubicBezTo>
                    <a:cubicBezTo>
                      <a:pt x="170" y="29"/>
                      <a:pt x="170" y="30"/>
                      <a:pt x="169" y="30"/>
                    </a:cubicBezTo>
                    <a:cubicBezTo>
                      <a:pt x="168" y="32"/>
                      <a:pt x="167" y="34"/>
                      <a:pt x="166" y="36"/>
                    </a:cubicBezTo>
                    <a:cubicBezTo>
                      <a:pt x="164" y="40"/>
                      <a:pt x="162" y="44"/>
                      <a:pt x="160" y="48"/>
                    </a:cubicBezTo>
                    <a:cubicBezTo>
                      <a:pt x="156" y="60"/>
                      <a:pt x="153" y="71"/>
                      <a:pt x="150" y="82"/>
                    </a:cubicBezTo>
                    <a:cubicBezTo>
                      <a:pt x="150" y="88"/>
                      <a:pt x="149" y="93"/>
                      <a:pt x="148" y="98"/>
                    </a:cubicBezTo>
                    <a:cubicBezTo>
                      <a:pt x="147" y="101"/>
                      <a:pt x="146" y="106"/>
                      <a:pt x="146" y="109"/>
                    </a:cubicBezTo>
                    <a:cubicBezTo>
                      <a:pt x="145" y="111"/>
                      <a:pt x="145" y="112"/>
                      <a:pt x="145" y="114"/>
                    </a:cubicBezTo>
                    <a:cubicBezTo>
                      <a:pt x="144" y="120"/>
                      <a:pt x="143" y="125"/>
                      <a:pt x="143" y="131"/>
                    </a:cubicBezTo>
                    <a:cubicBezTo>
                      <a:pt x="142" y="136"/>
                      <a:pt x="142" y="142"/>
                      <a:pt x="141" y="148"/>
                    </a:cubicBezTo>
                    <a:cubicBezTo>
                      <a:pt x="139" y="160"/>
                      <a:pt x="138" y="172"/>
                      <a:pt x="137" y="184"/>
                    </a:cubicBezTo>
                    <a:lnTo>
                      <a:pt x="137" y="183"/>
                    </a:lnTo>
                    <a:cubicBezTo>
                      <a:pt x="135" y="206"/>
                      <a:pt x="132" y="228"/>
                      <a:pt x="129" y="251"/>
                    </a:cubicBezTo>
                    <a:cubicBezTo>
                      <a:pt x="129" y="255"/>
                      <a:pt x="128" y="260"/>
                      <a:pt x="127" y="265"/>
                    </a:cubicBezTo>
                    <a:cubicBezTo>
                      <a:pt x="126" y="273"/>
                      <a:pt x="125" y="282"/>
                      <a:pt x="123" y="290"/>
                    </a:cubicBezTo>
                    <a:cubicBezTo>
                      <a:pt x="120" y="305"/>
                      <a:pt x="114" y="319"/>
                      <a:pt x="106" y="332"/>
                    </a:cubicBezTo>
                    <a:cubicBezTo>
                      <a:pt x="99" y="344"/>
                      <a:pt x="90" y="356"/>
                      <a:pt x="80" y="365"/>
                    </a:cubicBezTo>
                    <a:cubicBezTo>
                      <a:pt x="75" y="369"/>
                      <a:pt x="70" y="373"/>
                      <a:pt x="65" y="376"/>
                    </a:cubicBezTo>
                    <a:cubicBezTo>
                      <a:pt x="61" y="378"/>
                      <a:pt x="55" y="379"/>
                      <a:pt x="51" y="379"/>
                    </a:cubicBezTo>
                    <a:cubicBezTo>
                      <a:pt x="50" y="379"/>
                      <a:pt x="48" y="379"/>
                      <a:pt x="47" y="3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9" name="Google Shape;3549;p40">
                <a:extLst>
                  <a:ext uri="{FF2B5EF4-FFF2-40B4-BE49-F238E27FC236}">
                    <a16:creationId xmlns:a16="http://schemas.microsoft.com/office/drawing/2014/main" id="{2054B46E-3EBA-C18B-9763-D8C1FA49BF95}"/>
                  </a:ext>
                </a:extLst>
              </p:cNvPr>
              <p:cNvSpPr/>
              <p:nvPr/>
            </p:nvSpPr>
            <p:spPr>
              <a:xfrm>
                <a:off x="276120" y="4002120"/>
                <a:ext cx="33120" cy="13680"/>
              </a:xfrm>
              <a:custGeom>
                <a:avLst/>
                <a:gdLst/>
                <a:ahLst/>
                <a:cxnLst/>
                <a:rect l="l" t="t" r="r" b="b"/>
                <a:pathLst>
                  <a:path w="92" h="38" extrusionOk="0">
                    <a:moveTo>
                      <a:pt x="11" y="37"/>
                    </a:moveTo>
                    <a:cubicBezTo>
                      <a:pt x="10" y="36"/>
                      <a:pt x="8" y="36"/>
                      <a:pt x="7" y="35"/>
                    </a:cubicBezTo>
                    <a:cubicBezTo>
                      <a:pt x="4" y="34"/>
                      <a:pt x="1" y="31"/>
                      <a:pt x="1" y="28"/>
                    </a:cubicBezTo>
                    <a:cubicBezTo>
                      <a:pt x="0" y="24"/>
                      <a:pt x="1" y="20"/>
                      <a:pt x="3" y="18"/>
                    </a:cubicBezTo>
                    <a:cubicBezTo>
                      <a:pt x="4" y="16"/>
                      <a:pt x="6" y="15"/>
                      <a:pt x="8" y="14"/>
                    </a:cubicBezTo>
                    <a:cubicBezTo>
                      <a:pt x="10" y="13"/>
                      <a:pt x="13" y="12"/>
                      <a:pt x="15" y="11"/>
                    </a:cubicBezTo>
                    <a:cubicBezTo>
                      <a:pt x="21" y="9"/>
                      <a:pt x="27" y="8"/>
                      <a:pt x="33" y="7"/>
                    </a:cubicBezTo>
                    <a:cubicBezTo>
                      <a:pt x="39" y="6"/>
                      <a:pt x="45" y="5"/>
                      <a:pt x="50" y="5"/>
                    </a:cubicBezTo>
                    <a:cubicBezTo>
                      <a:pt x="60" y="3"/>
                      <a:pt x="70" y="2"/>
                      <a:pt x="80" y="0"/>
                    </a:cubicBezTo>
                    <a:cubicBezTo>
                      <a:pt x="85" y="0"/>
                      <a:pt x="90" y="4"/>
                      <a:pt x="91" y="9"/>
                    </a:cubicBezTo>
                    <a:cubicBezTo>
                      <a:pt x="91" y="15"/>
                      <a:pt x="87" y="20"/>
                      <a:pt x="82" y="20"/>
                    </a:cubicBezTo>
                    <a:cubicBezTo>
                      <a:pt x="73" y="22"/>
                      <a:pt x="64" y="23"/>
                      <a:pt x="55" y="25"/>
                    </a:cubicBezTo>
                    <a:cubicBezTo>
                      <a:pt x="50" y="26"/>
                      <a:pt x="44" y="27"/>
                      <a:pt x="39" y="28"/>
                    </a:cubicBezTo>
                    <a:cubicBezTo>
                      <a:pt x="33" y="29"/>
                      <a:pt x="28" y="30"/>
                      <a:pt x="22" y="31"/>
                    </a:cubicBezTo>
                    <a:cubicBezTo>
                      <a:pt x="21" y="35"/>
                      <a:pt x="17" y="37"/>
                      <a:pt x="13" y="37"/>
                    </a:cubicBezTo>
                    <a:cubicBezTo>
                      <a:pt x="13" y="37"/>
                      <a:pt x="12" y="37"/>
                      <a:pt x="11" y="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0" name="Google Shape;3550;p40">
                <a:extLst>
                  <a:ext uri="{FF2B5EF4-FFF2-40B4-BE49-F238E27FC236}">
                    <a16:creationId xmlns:a16="http://schemas.microsoft.com/office/drawing/2014/main" id="{5E49F47E-10EE-B019-4DE9-E2E2B10FF0C7}"/>
                  </a:ext>
                </a:extLst>
              </p:cNvPr>
              <p:cNvSpPr/>
              <p:nvPr/>
            </p:nvSpPr>
            <p:spPr>
              <a:xfrm>
                <a:off x="334800" y="3932280"/>
                <a:ext cx="30240" cy="114120"/>
              </a:xfrm>
              <a:custGeom>
                <a:avLst/>
                <a:gdLst/>
                <a:ahLst/>
                <a:cxnLst/>
                <a:rect l="l" t="t" r="r" b="b"/>
                <a:pathLst>
                  <a:path w="84" h="317" extrusionOk="0">
                    <a:moveTo>
                      <a:pt x="45" y="313"/>
                    </a:moveTo>
                    <a:cubicBezTo>
                      <a:pt x="41" y="308"/>
                      <a:pt x="37" y="303"/>
                      <a:pt x="33" y="298"/>
                    </a:cubicBezTo>
                    <a:cubicBezTo>
                      <a:pt x="28" y="291"/>
                      <a:pt x="25" y="284"/>
                      <a:pt x="22" y="277"/>
                    </a:cubicBezTo>
                    <a:cubicBezTo>
                      <a:pt x="19" y="271"/>
                      <a:pt x="17" y="264"/>
                      <a:pt x="15" y="257"/>
                    </a:cubicBezTo>
                    <a:cubicBezTo>
                      <a:pt x="13" y="252"/>
                      <a:pt x="12" y="246"/>
                      <a:pt x="11" y="240"/>
                    </a:cubicBezTo>
                    <a:cubicBezTo>
                      <a:pt x="9" y="234"/>
                      <a:pt x="8" y="227"/>
                      <a:pt x="7" y="221"/>
                    </a:cubicBezTo>
                    <a:cubicBezTo>
                      <a:pt x="6" y="214"/>
                      <a:pt x="5" y="208"/>
                      <a:pt x="4" y="202"/>
                    </a:cubicBezTo>
                    <a:cubicBezTo>
                      <a:pt x="2" y="190"/>
                      <a:pt x="0" y="179"/>
                      <a:pt x="0" y="168"/>
                    </a:cubicBezTo>
                    <a:cubicBezTo>
                      <a:pt x="0" y="153"/>
                      <a:pt x="2" y="137"/>
                      <a:pt x="6" y="123"/>
                    </a:cubicBezTo>
                    <a:cubicBezTo>
                      <a:pt x="10" y="104"/>
                      <a:pt x="16" y="84"/>
                      <a:pt x="24" y="66"/>
                    </a:cubicBezTo>
                    <a:cubicBezTo>
                      <a:pt x="28" y="58"/>
                      <a:pt x="32" y="49"/>
                      <a:pt x="37" y="41"/>
                    </a:cubicBezTo>
                    <a:cubicBezTo>
                      <a:pt x="40" y="36"/>
                      <a:pt x="44" y="31"/>
                      <a:pt x="47" y="26"/>
                    </a:cubicBezTo>
                    <a:cubicBezTo>
                      <a:pt x="51" y="20"/>
                      <a:pt x="55" y="15"/>
                      <a:pt x="59" y="10"/>
                    </a:cubicBezTo>
                    <a:cubicBezTo>
                      <a:pt x="60" y="9"/>
                      <a:pt x="60" y="7"/>
                      <a:pt x="61" y="7"/>
                    </a:cubicBezTo>
                    <a:cubicBezTo>
                      <a:pt x="65" y="2"/>
                      <a:pt x="71" y="0"/>
                      <a:pt x="76" y="3"/>
                    </a:cubicBezTo>
                    <a:cubicBezTo>
                      <a:pt x="81" y="6"/>
                      <a:pt x="83" y="13"/>
                      <a:pt x="80" y="19"/>
                    </a:cubicBezTo>
                    <a:cubicBezTo>
                      <a:pt x="77" y="23"/>
                      <a:pt x="73" y="27"/>
                      <a:pt x="70" y="31"/>
                    </a:cubicBezTo>
                    <a:cubicBezTo>
                      <a:pt x="66" y="37"/>
                      <a:pt x="62" y="42"/>
                      <a:pt x="58" y="48"/>
                    </a:cubicBezTo>
                    <a:cubicBezTo>
                      <a:pt x="58" y="47"/>
                      <a:pt x="58" y="46"/>
                      <a:pt x="58" y="46"/>
                    </a:cubicBezTo>
                    <a:cubicBezTo>
                      <a:pt x="55" y="52"/>
                      <a:pt x="51" y="57"/>
                      <a:pt x="48" y="62"/>
                    </a:cubicBezTo>
                    <a:cubicBezTo>
                      <a:pt x="44" y="71"/>
                      <a:pt x="40" y="80"/>
                      <a:pt x="37" y="89"/>
                    </a:cubicBezTo>
                    <a:lnTo>
                      <a:pt x="37" y="88"/>
                    </a:lnTo>
                    <a:cubicBezTo>
                      <a:pt x="34" y="96"/>
                      <a:pt x="31" y="104"/>
                      <a:pt x="28" y="113"/>
                    </a:cubicBezTo>
                    <a:cubicBezTo>
                      <a:pt x="27" y="119"/>
                      <a:pt x="25" y="126"/>
                      <a:pt x="23" y="133"/>
                    </a:cubicBezTo>
                    <a:cubicBezTo>
                      <a:pt x="22" y="139"/>
                      <a:pt x="21" y="144"/>
                      <a:pt x="21" y="150"/>
                    </a:cubicBezTo>
                    <a:cubicBezTo>
                      <a:pt x="20" y="158"/>
                      <a:pt x="20" y="168"/>
                      <a:pt x="20" y="176"/>
                    </a:cubicBezTo>
                    <a:cubicBezTo>
                      <a:pt x="21" y="190"/>
                      <a:pt x="24" y="203"/>
                      <a:pt x="25" y="216"/>
                    </a:cubicBezTo>
                    <a:cubicBezTo>
                      <a:pt x="27" y="221"/>
                      <a:pt x="28" y="227"/>
                      <a:pt x="29" y="232"/>
                    </a:cubicBezTo>
                    <a:cubicBezTo>
                      <a:pt x="31" y="241"/>
                      <a:pt x="32" y="249"/>
                      <a:pt x="35" y="257"/>
                    </a:cubicBezTo>
                    <a:cubicBezTo>
                      <a:pt x="37" y="263"/>
                      <a:pt x="39" y="268"/>
                      <a:pt x="42" y="273"/>
                    </a:cubicBezTo>
                    <a:cubicBezTo>
                      <a:pt x="41" y="273"/>
                      <a:pt x="41" y="273"/>
                      <a:pt x="41" y="272"/>
                    </a:cubicBezTo>
                    <a:cubicBezTo>
                      <a:pt x="43" y="277"/>
                      <a:pt x="45" y="281"/>
                      <a:pt x="48" y="285"/>
                    </a:cubicBezTo>
                    <a:cubicBezTo>
                      <a:pt x="51" y="288"/>
                      <a:pt x="53" y="292"/>
                      <a:pt x="56" y="295"/>
                    </a:cubicBezTo>
                    <a:lnTo>
                      <a:pt x="55" y="295"/>
                    </a:lnTo>
                    <a:cubicBezTo>
                      <a:pt x="57" y="296"/>
                      <a:pt x="58" y="298"/>
                      <a:pt x="60" y="299"/>
                    </a:cubicBezTo>
                    <a:cubicBezTo>
                      <a:pt x="63" y="303"/>
                      <a:pt x="63" y="310"/>
                      <a:pt x="59" y="314"/>
                    </a:cubicBezTo>
                    <a:cubicBezTo>
                      <a:pt x="58" y="316"/>
                      <a:pt x="55" y="316"/>
                      <a:pt x="52" y="316"/>
                    </a:cubicBezTo>
                    <a:cubicBezTo>
                      <a:pt x="49" y="316"/>
                      <a:pt x="47" y="316"/>
                      <a:pt x="45" y="3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1" name="Google Shape;3551;p40">
                <a:extLst>
                  <a:ext uri="{FF2B5EF4-FFF2-40B4-BE49-F238E27FC236}">
                    <a16:creationId xmlns:a16="http://schemas.microsoft.com/office/drawing/2014/main" id="{0CB1C783-FF10-69D5-05CB-A882AD4C9E26}"/>
                  </a:ext>
                </a:extLst>
              </p:cNvPr>
              <p:cNvSpPr/>
              <p:nvPr/>
            </p:nvSpPr>
            <p:spPr>
              <a:xfrm>
                <a:off x="383760" y="3972960"/>
                <a:ext cx="38880" cy="54720"/>
              </a:xfrm>
              <a:custGeom>
                <a:avLst/>
                <a:gdLst/>
                <a:ahLst/>
                <a:cxnLst/>
                <a:rect l="l" t="t" r="r" b="b"/>
                <a:pathLst>
                  <a:path w="108" h="152" extrusionOk="0">
                    <a:moveTo>
                      <a:pt x="91" y="150"/>
                    </a:moveTo>
                    <a:cubicBezTo>
                      <a:pt x="86" y="146"/>
                      <a:pt x="81" y="143"/>
                      <a:pt x="77" y="139"/>
                    </a:cubicBezTo>
                    <a:cubicBezTo>
                      <a:pt x="74" y="136"/>
                      <a:pt x="71" y="133"/>
                      <a:pt x="68" y="130"/>
                    </a:cubicBezTo>
                    <a:cubicBezTo>
                      <a:pt x="64" y="127"/>
                      <a:pt x="61" y="123"/>
                      <a:pt x="58" y="120"/>
                    </a:cubicBezTo>
                    <a:cubicBezTo>
                      <a:pt x="51" y="112"/>
                      <a:pt x="44" y="105"/>
                      <a:pt x="38" y="97"/>
                    </a:cubicBezTo>
                    <a:cubicBezTo>
                      <a:pt x="29" y="85"/>
                      <a:pt x="20" y="73"/>
                      <a:pt x="13" y="59"/>
                    </a:cubicBezTo>
                    <a:cubicBezTo>
                      <a:pt x="10" y="54"/>
                      <a:pt x="8" y="48"/>
                      <a:pt x="5" y="42"/>
                    </a:cubicBezTo>
                    <a:cubicBezTo>
                      <a:pt x="3" y="35"/>
                      <a:pt x="1" y="29"/>
                      <a:pt x="1" y="23"/>
                    </a:cubicBezTo>
                    <a:cubicBezTo>
                      <a:pt x="0" y="17"/>
                      <a:pt x="1" y="12"/>
                      <a:pt x="4" y="6"/>
                    </a:cubicBezTo>
                    <a:cubicBezTo>
                      <a:pt x="6" y="3"/>
                      <a:pt x="10" y="1"/>
                      <a:pt x="15" y="0"/>
                    </a:cubicBezTo>
                    <a:cubicBezTo>
                      <a:pt x="21" y="0"/>
                      <a:pt x="25" y="6"/>
                      <a:pt x="25" y="12"/>
                    </a:cubicBezTo>
                    <a:cubicBezTo>
                      <a:pt x="25" y="15"/>
                      <a:pt x="24" y="17"/>
                      <a:pt x="22" y="20"/>
                    </a:cubicBezTo>
                    <a:lnTo>
                      <a:pt x="22" y="21"/>
                    </a:lnTo>
                    <a:cubicBezTo>
                      <a:pt x="22" y="22"/>
                      <a:pt x="22" y="24"/>
                      <a:pt x="22" y="25"/>
                    </a:cubicBezTo>
                    <a:cubicBezTo>
                      <a:pt x="23" y="27"/>
                      <a:pt x="24" y="30"/>
                      <a:pt x="24" y="31"/>
                    </a:cubicBezTo>
                    <a:lnTo>
                      <a:pt x="24" y="30"/>
                    </a:lnTo>
                    <a:cubicBezTo>
                      <a:pt x="26" y="37"/>
                      <a:pt x="29" y="44"/>
                      <a:pt x="32" y="50"/>
                    </a:cubicBezTo>
                    <a:cubicBezTo>
                      <a:pt x="34" y="55"/>
                      <a:pt x="36" y="59"/>
                      <a:pt x="39" y="63"/>
                    </a:cubicBezTo>
                    <a:lnTo>
                      <a:pt x="38" y="62"/>
                    </a:lnTo>
                    <a:cubicBezTo>
                      <a:pt x="44" y="71"/>
                      <a:pt x="50" y="80"/>
                      <a:pt x="57" y="88"/>
                    </a:cubicBezTo>
                    <a:cubicBezTo>
                      <a:pt x="62" y="94"/>
                      <a:pt x="67" y="100"/>
                      <a:pt x="72" y="105"/>
                    </a:cubicBezTo>
                    <a:cubicBezTo>
                      <a:pt x="77" y="111"/>
                      <a:pt x="82" y="116"/>
                      <a:pt x="87" y="121"/>
                    </a:cubicBezTo>
                    <a:cubicBezTo>
                      <a:pt x="90" y="123"/>
                      <a:pt x="93" y="126"/>
                      <a:pt x="96" y="129"/>
                    </a:cubicBezTo>
                    <a:cubicBezTo>
                      <a:pt x="98" y="130"/>
                      <a:pt x="100" y="131"/>
                      <a:pt x="101" y="132"/>
                    </a:cubicBezTo>
                    <a:cubicBezTo>
                      <a:pt x="106" y="135"/>
                      <a:pt x="107" y="141"/>
                      <a:pt x="104" y="146"/>
                    </a:cubicBezTo>
                    <a:cubicBezTo>
                      <a:pt x="103" y="149"/>
                      <a:pt x="99" y="151"/>
                      <a:pt x="96" y="151"/>
                    </a:cubicBezTo>
                    <a:cubicBezTo>
                      <a:pt x="94" y="151"/>
                      <a:pt x="92" y="151"/>
                      <a:pt x="91" y="1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2" name="Google Shape;3552;p40">
                <a:extLst>
                  <a:ext uri="{FF2B5EF4-FFF2-40B4-BE49-F238E27FC236}">
                    <a16:creationId xmlns:a16="http://schemas.microsoft.com/office/drawing/2014/main" id="{16869031-A0E0-4540-ECD3-E19985EE1370}"/>
                  </a:ext>
                </a:extLst>
              </p:cNvPr>
              <p:cNvSpPr/>
              <p:nvPr/>
            </p:nvSpPr>
            <p:spPr>
              <a:xfrm>
                <a:off x="385560" y="3981960"/>
                <a:ext cx="39240" cy="4284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119" extrusionOk="0">
                    <a:moveTo>
                      <a:pt x="10" y="118"/>
                    </a:moveTo>
                    <a:cubicBezTo>
                      <a:pt x="5" y="118"/>
                      <a:pt x="0" y="114"/>
                      <a:pt x="0" y="108"/>
                    </a:cubicBezTo>
                    <a:cubicBezTo>
                      <a:pt x="0" y="105"/>
                      <a:pt x="0" y="103"/>
                      <a:pt x="0" y="100"/>
                    </a:cubicBezTo>
                    <a:cubicBezTo>
                      <a:pt x="0" y="97"/>
                      <a:pt x="2" y="94"/>
                      <a:pt x="3" y="91"/>
                    </a:cubicBezTo>
                    <a:cubicBezTo>
                      <a:pt x="5" y="84"/>
                      <a:pt x="7" y="78"/>
                      <a:pt x="11" y="72"/>
                    </a:cubicBezTo>
                    <a:cubicBezTo>
                      <a:pt x="17" y="59"/>
                      <a:pt x="24" y="48"/>
                      <a:pt x="33" y="37"/>
                    </a:cubicBezTo>
                    <a:cubicBezTo>
                      <a:pt x="37" y="33"/>
                      <a:pt x="41" y="28"/>
                      <a:pt x="45" y="24"/>
                    </a:cubicBezTo>
                    <a:cubicBezTo>
                      <a:pt x="50" y="19"/>
                      <a:pt x="55" y="16"/>
                      <a:pt x="60" y="12"/>
                    </a:cubicBezTo>
                    <a:cubicBezTo>
                      <a:pt x="66" y="9"/>
                      <a:pt x="72" y="6"/>
                      <a:pt x="77" y="4"/>
                    </a:cubicBezTo>
                    <a:cubicBezTo>
                      <a:pt x="83" y="2"/>
                      <a:pt x="89" y="1"/>
                      <a:pt x="95" y="1"/>
                    </a:cubicBezTo>
                    <a:cubicBezTo>
                      <a:pt x="101" y="0"/>
                      <a:pt x="106" y="5"/>
                      <a:pt x="107" y="10"/>
                    </a:cubicBezTo>
                    <a:cubicBezTo>
                      <a:pt x="108" y="16"/>
                      <a:pt x="103" y="22"/>
                      <a:pt x="97" y="23"/>
                    </a:cubicBezTo>
                    <a:cubicBezTo>
                      <a:pt x="94" y="23"/>
                      <a:pt x="91" y="23"/>
                      <a:pt x="88" y="24"/>
                    </a:cubicBezTo>
                    <a:cubicBezTo>
                      <a:pt x="87" y="24"/>
                      <a:pt x="85" y="24"/>
                      <a:pt x="83" y="25"/>
                    </a:cubicBezTo>
                    <a:cubicBezTo>
                      <a:pt x="81" y="26"/>
                      <a:pt x="80" y="26"/>
                      <a:pt x="78" y="27"/>
                    </a:cubicBezTo>
                    <a:cubicBezTo>
                      <a:pt x="74" y="29"/>
                      <a:pt x="71" y="31"/>
                      <a:pt x="68" y="33"/>
                    </a:cubicBezTo>
                    <a:cubicBezTo>
                      <a:pt x="66" y="34"/>
                      <a:pt x="64" y="35"/>
                      <a:pt x="62" y="37"/>
                    </a:cubicBezTo>
                    <a:cubicBezTo>
                      <a:pt x="59" y="40"/>
                      <a:pt x="56" y="42"/>
                      <a:pt x="53" y="45"/>
                    </a:cubicBezTo>
                    <a:cubicBezTo>
                      <a:pt x="50" y="49"/>
                      <a:pt x="46" y="54"/>
                      <a:pt x="43" y="59"/>
                    </a:cubicBezTo>
                    <a:cubicBezTo>
                      <a:pt x="38" y="65"/>
                      <a:pt x="34" y="71"/>
                      <a:pt x="31" y="78"/>
                    </a:cubicBezTo>
                    <a:cubicBezTo>
                      <a:pt x="28" y="83"/>
                      <a:pt x="25" y="89"/>
                      <a:pt x="24" y="94"/>
                    </a:cubicBezTo>
                    <a:cubicBezTo>
                      <a:pt x="23" y="96"/>
                      <a:pt x="22" y="99"/>
                      <a:pt x="21" y="101"/>
                    </a:cubicBezTo>
                    <a:cubicBezTo>
                      <a:pt x="21" y="103"/>
                      <a:pt x="21" y="104"/>
                      <a:pt x="21" y="105"/>
                    </a:cubicBezTo>
                    <a:cubicBezTo>
                      <a:pt x="21" y="104"/>
                      <a:pt x="21" y="104"/>
                      <a:pt x="21" y="103"/>
                    </a:cubicBezTo>
                    <a:cubicBezTo>
                      <a:pt x="21" y="105"/>
                      <a:pt x="21" y="107"/>
                      <a:pt x="21" y="108"/>
                    </a:cubicBezTo>
                    <a:cubicBezTo>
                      <a:pt x="21" y="114"/>
                      <a:pt x="16" y="118"/>
                      <a:pt x="10" y="11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3" name="Google Shape;3553;p40">
                <a:extLst>
                  <a:ext uri="{FF2B5EF4-FFF2-40B4-BE49-F238E27FC236}">
                    <a16:creationId xmlns:a16="http://schemas.microsoft.com/office/drawing/2014/main" id="{78C2BF76-A7F0-91EB-3BA8-16C225187625}"/>
                  </a:ext>
                </a:extLst>
              </p:cNvPr>
              <p:cNvSpPr/>
              <p:nvPr/>
            </p:nvSpPr>
            <p:spPr>
              <a:xfrm>
                <a:off x="435600" y="3951360"/>
                <a:ext cx="28800" cy="114840"/>
              </a:xfrm>
              <a:custGeom>
                <a:avLst/>
                <a:gdLst/>
                <a:ahLst/>
                <a:cxnLst/>
                <a:rect l="l" t="t" r="r" b="b"/>
                <a:pathLst>
                  <a:path w="80" h="319" extrusionOk="0">
                    <a:moveTo>
                      <a:pt x="5" y="316"/>
                    </a:moveTo>
                    <a:cubicBezTo>
                      <a:pt x="1" y="312"/>
                      <a:pt x="0" y="306"/>
                      <a:pt x="4" y="301"/>
                    </a:cubicBezTo>
                    <a:cubicBezTo>
                      <a:pt x="9" y="295"/>
                      <a:pt x="14" y="289"/>
                      <a:pt x="19" y="282"/>
                    </a:cubicBezTo>
                    <a:cubicBezTo>
                      <a:pt x="21" y="280"/>
                      <a:pt x="23" y="277"/>
                      <a:pt x="25" y="274"/>
                    </a:cubicBezTo>
                    <a:cubicBezTo>
                      <a:pt x="27" y="271"/>
                      <a:pt x="29" y="268"/>
                      <a:pt x="30" y="265"/>
                    </a:cubicBezTo>
                    <a:cubicBezTo>
                      <a:pt x="33" y="259"/>
                      <a:pt x="36" y="253"/>
                      <a:pt x="40" y="248"/>
                    </a:cubicBezTo>
                    <a:cubicBezTo>
                      <a:pt x="42" y="243"/>
                      <a:pt x="44" y="238"/>
                      <a:pt x="47" y="232"/>
                    </a:cubicBezTo>
                    <a:cubicBezTo>
                      <a:pt x="49" y="225"/>
                      <a:pt x="51" y="218"/>
                      <a:pt x="53" y="211"/>
                    </a:cubicBezTo>
                    <a:cubicBezTo>
                      <a:pt x="55" y="199"/>
                      <a:pt x="57" y="186"/>
                      <a:pt x="58" y="174"/>
                    </a:cubicBezTo>
                    <a:lnTo>
                      <a:pt x="58" y="175"/>
                    </a:lnTo>
                    <a:cubicBezTo>
                      <a:pt x="59" y="161"/>
                      <a:pt x="60" y="148"/>
                      <a:pt x="59" y="135"/>
                    </a:cubicBezTo>
                    <a:cubicBezTo>
                      <a:pt x="58" y="127"/>
                      <a:pt x="58" y="120"/>
                      <a:pt x="57" y="112"/>
                    </a:cubicBezTo>
                    <a:cubicBezTo>
                      <a:pt x="56" y="109"/>
                      <a:pt x="55" y="105"/>
                      <a:pt x="55" y="101"/>
                    </a:cubicBezTo>
                    <a:cubicBezTo>
                      <a:pt x="54" y="95"/>
                      <a:pt x="53" y="89"/>
                      <a:pt x="51" y="83"/>
                    </a:cubicBezTo>
                    <a:lnTo>
                      <a:pt x="51" y="82"/>
                    </a:lnTo>
                    <a:cubicBezTo>
                      <a:pt x="49" y="72"/>
                      <a:pt x="47" y="61"/>
                      <a:pt x="45" y="51"/>
                    </a:cubicBezTo>
                    <a:cubicBezTo>
                      <a:pt x="44" y="45"/>
                      <a:pt x="43" y="38"/>
                      <a:pt x="41" y="33"/>
                    </a:cubicBezTo>
                    <a:cubicBezTo>
                      <a:pt x="41" y="28"/>
                      <a:pt x="40" y="24"/>
                      <a:pt x="40" y="20"/>
                    </a:cubicBezTo>
                    <a:cubicBezTo>
                      <a:pt x="40" y="18"/>
                      <a:pt x="40" y="16"/>
                      <a:pt x="40" y="14"/>
                    </a:cubicBezTo>
                    <a:cubicBezTo>
                      <a:pt x="40" y="13"/>
                      <a:pt x="40" y="12"/>
                      <a:pt x="41" y="10"/>
                    </a:cubicBezTo>
                    <a:cubicBezTo>
                      <a:pt x="41" y="7"/>
                      <a:pt x="43" y="5"/>
                      <a:pt x="46" y="3"/>
                    </a:cubicBezTo>
                    <a:cubicBezTo>
                      <a:pt x="48" y="1"/>
                      <a:pt x="53" y="0"/>
                      <a:pt x="57" y="2"/>
                    </a:cubicBezTo>
                    <a:cubicBezTo>
                      <a:pt x="58" y="3"/>
                      <a:pt x="59" y="3"/>
                      <a:pt x="60" y="5"/>
                    </a:cubicBezTo>
                    <a:cubicBezTo>
                      <a:pt x="65" y="8"/>
                      <a:pt x="66" y="16"/>
                      <a:pt x="62" y="20"/>
                    </a:cubicBezTo>
                    <a:lnTo>
                      <a:pt x="62" y="21"/>
                    </a:lnTo>
                    <a:cubicBezTo>
                      <a:pt x="62" y="26"/>
                      <a:pt x="63" y="31"/>
                      <a:pt x="64" y="35"/>
                    </a:cubicBezTo>
                    <a:cubicBezTo>
                      <a:pt x="64" y="41"/>
                      <a:pt x="65" y="47"/>
                      <a:pt x="67" y="53"/>
                    </a:cubicBezTo>
                    <a:cubicBezTo>
                      <a:pt x="67" y="52"/>
                      <a:pt x="67" y="52"/>
                      <a:pt x="67" y="52"/>
                    </a:cubicBezTo>
                    <a:lnTo>
                      <a:pt x="67" y="53"/>
                    </a:lnTo>
                    <a:cubicBezTo>
                      <a:pt x="67" y="55"/>
                      <a:pt x="67" y="57"/>
                      <a:pt x="68" y="59"/>
                    </a:cubicBezTo>
                    <a:cubicBezTo>
                      <a:pt x="68" y="59"/>
                      <a:pt x="68" y="58"/>
                      <a:pt x="67" y="58"/>
                    </a:cubicBezTo>
                    <a:cubicBezTo>
                      <a:pt x="68" y="59"/>
                      <a:pt x="68" y="60"/>
                      <a:pt x="68" y="62"/>
                    </a:cubicBezTo>
                    <a:cubicBezTo>
                      <a:pt x="68" y="62"/>
                      <a:pt x="68" y="61"/>
                      <a:pt x="68" y="60"/>
                    </a:cubicBezTo>
                    <a:cubicBezTo>
                      <a:pt x="68" y="62"/>
                      <a:pt x="68" y="63"/>
                      <a:pt x="68" y="63"/>
                    </a:cubicBezTo>
                    <a:cubicBezTo>
                      <a:pt x="69" y="65"/>
                      <a:pt x="69" y="66"/>
                      <a:pt x="69" y="67"/>
                    </a:cubicBezTo>
                    <a:cubicBezTo>
                      <a:pt x="69" y="67"/>
                      <a:pt x="69" y="68"/>
                      <a:pt x="69" y="69"/>
                    </a:cubicBezTo>
                    <a:cubicBezTo>
                      <a:pt x="69" y="70"/>
                      <a:pt x="70" y="72"/>
                      <a:pt x="70" y="73"/>
                    </a:cubicBezTo>
                    <a:lnTo>
                      <a:pt x="70" y="72"/>
                    </a:lnTo>
                    <a:cubicBezTo>
                      <a:pt x="71" y="74"/>
                      <a:pt x="71" y="76"/>
                      <a:pt x="71" y="77"/>
                    </a:cubicBezTo>
                    <a:lnTo>
                      <a:pt x="71" y="76"/>
                    </a:lnTo>
                    <a:cubicBezTo>
                      <a:pt x="71" y="77"/>
                      <a:pt x="71" y="78"/>
                      <a:pt x="71" y="79"/>
                    </a:cubicBezTo>
                    <a:lnTo>
                      <a:pt x="71" y="78"/>
                    </a:lnTo>
                    <a:cubicBezTo>
                      <a:pt x="72" y="83"/>
                      <a:pt x="72" y="88"/>
                      <a:pt x="73" y="93"/>
                    </a:cubicBezTo>
                    <a:cubicBezTo>
                      <a:pt x="75" y="101"/>
                      <a:pt x="76" y="108"/>
                      <a:pt x="77" y="116"/>
                    </a:cubicBezTo>
                    <a:cubicBezTo>
                      <a:pt x="78" y="131"/>
                      <a:pt x="79" y="146"/>
                      <a:pt x="78" y="160"/>
                    </a:cubicBezTo>
                    <a:cubicBezTo>
                      <a:pt x="77" y="175"/>
                      <a:pt x="75" y="190"/>
                      <a:pt x="73" y="206"/>
                    </a:cubicBezTo>
                    <a:cubicBezTo>
                      <a:pt x="70" y="220"/>
                      <a:pt x="67" y="233"/>
                      <a:pt x="61" y="246"/>
                    </a:cubicBezTo>
                    <a:cubicBezTo>
                      <a:pt x="58" y="253"/>
                      <a:pt x="54" y="261"/>
                      <a:pt x="50" y="268"/>
                    </a:cubicBezTo>
                    <a:cubicBezTo>
                      <a:pt x="45" y="277"/>
                      <a:pt x="40" y="286"/>
                      <a:pt x="34" y="294"/>
                    </a:cubicBezTo>
                    <a:lnTo>
                      <a:pt x="34" y="293"/>
                    </a:lnTo>
                    <a:cubicBezTo>
                      <a:pt x="32" y="296"/>
                      <a:pt x="30" y="299"/>
                      <a:pt x="28" y="302"/>
                    </a:cubicBezTo>
                    <a:cubicBezTo>
                      <a:pt x="25" y="306"/>
                      <a:pt x="22" y="310"/>
                      <a:pt x="19" y="314"/>
                    </a:cubicBezTo>
                    <a:cubicBezTo>
                      <a:pt x="17" y="317"/>
                      <a:pt x="14" y="318"/>
                      <a:pt x="11" y="318"/>
                    </a:cubicBezTo>
                    <a:cubicBezTo>
                      <a:pt x="9" y="318"/>
                      <a:pt x="7" y="317"/>
                      <a:pt x="5" y="31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4" name="Google Shape;3554;p40">
                <a:extLst>
                  <a:ext uri="{FF2B5EF4-FFF2-40B4-BE49-F238E27FC236}">
                    <a16:creationId xmlns:a16="http://schemas.microsoft.com/office/drawing/2014/main" id="{C79E106C-5844-AC71-18D7-ACF12A83FF6D}"/>
                  </a:ext>
                </a:extLst>
              </p:cNvPr>
              <p:cNvSpPr/>
              <p:nvPr/>
            </p:nvSpPr>
            <p:spPr>
              <a:xfrm>
                <a:off x="453600" y="3764880"/>
                <a:ext cx="82080" cy="133200"/>
              </a:xfrm>
              <a:custGeom>
                <a:avLst/>
                <a:gdLst/>
                <a:ahLst/>
                <a:cxnLst/>
                <a:rect l="l" t="t" r="r" b="b"/>
                <a:pathLst>
                  <a:path w="228" h="370" extrusionOk="0">
                    <a:moveTo>
                      <a:pt x="29" y="345"/>
                    </a:moveTo>
                    <a:cubicBezTo>
                      <a:pt x="30" y="344"/>
                      <a:pt x="31" y="342"/>
                      <a:pt x="32" y="339"/>
                    </a:cubicBezTo>
                    <a:cubicBezTo>
                      <a:pt x="33" y="336"/>
                      <a:pt x="34" y="332"/>
                      <a:pt x="35" y="330"/>
                    </a:cubicBezTo>
                    <a:lnTo>
                      <a:pt x="35" y="331"/>
                    </a:lnTo>
                    <a:cubicBezTo>
                      <a:pt x="36" y="327"/>
                      <a:pt x="37" y="323"/>
                      <a:pt x="38" y="319"/>
                    </a:cubicBezTo>
                    <a:cubicBezTo>
                      <a:pt x="39" y="314"/>
                      <a:pt x="40" y="309"/>
                      <a:pt x="42" y="304"/>
                    </a:cubicBezTo>
                    <a:cubicBezTo>
                      <a:pt x="42" y="299"/>
                      <a:pt x="43" y="294"/>
                      <a:pt x="44" y="289"/>
                    </a:cubicBezTo>
                    <a:cubicBezTo>
                      <a:pt x="45" y="283"/>
                      <a:pt x="46" y="278"/>
                      <a:pt x="46" y="274"/>
                    </a:cubicBezTo>
                    <a:cubicBezTo>
                      <a:pt x="48" y="264"/>
                      <a:pt x="49" y="255"/>
                      <a:pt x="50" y="246"/>
                    </a:cubicBezTo>
                    <a:cubicBezTo>
                      <a:pt x="52" y="229"/>
                      <a:pt x="54" y="211"/>
                      <a:pt x="56" y="194"/>
                    </a:cubicBezTo>
                    <a:cubicBezTo>
                      <a:pt x="54" y="196"/>
                      <a:pt x="52" y="198"/>
                      <a:pt x="50" y="201"/>
                    </a:cubicBezTo>
                    <a:cubicBezTo>
                      <a:pt x="46" y="207"/>
                      <a:pt x="42" y="214"/>
                      <a:pt x="38" y="221"/>
                    </a:cubicBezTo>
                    <a:cubicBezTo>
                      <a:pt x="38" y="220"/>
                      <a:pt x="39" y="220"/>
                      <a:pt x="39" y="219"/>
                    </a:cubicBezTo>
                    <a:cubicBezTo>
                      <a:pt x="35" y="226"/>
                      <a:pt x="32" y="233"/>
                      <a:pt x="29" y="240"/>
                    </a:cubicBezTo>
                    <a:lnTo>
                      <a:pt x="29" y="239"/>
                    </a:lnTo>
                    <a:cubicBezTo>
                      <a:pt x="29" y="240"/>
                      <a:pt x="29" y="240"/>
                      <a:pt x="29" y="240"/>
                    </a:cubicBezTo>
                    <a:cubicBezTo>
                      <a:pt x="26" y="247"/>
                      <a:pt x="25" y="255"/>
                      <a:pt x="23" y="263"/>
                    </a:cubicBezTo>
                    <a:cubicBezTo>
                      <a:pt x="22" y="267"/>
                      <a:pt x="21" y="272"/>
                      <a:pt x="20" y="278"/>
                    </a:cubicBezTo>
                    <a:lnTo>
                      <a:pt x="20" y="279"/>
                    </a:lnTo>
                    <a:lnTo>
                      <a:pt x="20" y="278"/>
                    </a:lnTo>
                    <a:cubicBezTo>
                      <a:pt x="19" y="288"/>
                      <a:pt x="19" y="299"/>
                      <a:pt x="20" y="309"/>
                    </a:cubicBezTo>
                    <a:cubicBezTo>
                      <a:pt x="20" y="313"/>
                      <a:pt x="21" y="318"/>
                      <a:pt x="21" y="323"/>
                    </a:cubicBezTo>
                    <a:cubicBezTo>
                      <a:pt x="22" y="327"/>
                      <a:pt x="23" y="330"/>
                      <a:pt x="24" y="334"/>
                    </a:cubicBezTo>
                    <a:cubicBezTo>
                      <a:pt x="24" y="333"/>
                      <a:pt x="24" y="333"/>
                      <a:pt x="24" y="333"/>
                    </a:cubicBezTo>
                    <a:cubicBezTo>
                      <a:pt x="24" y="334"/>
                      <a:pt x="24" y="334"/>
                      <a:pt x="24" y="334"/>
                    </a:cubicBezTo>
                    <a:cubicBezTo>
                      <a:pt x="25" y="337"/>
                      <a:pt x="26" y="340"/>
                      <a:pt x="28" y="343"/>
                    </a:cubicBezTo>
                    <a:cubicBezTo>
                      <a:pt x="28" y="344"/>
                      <a:pt x="28" y="345"/>
                      <a:pt x="29" y="345"/>
                    </a:cubicBezTo>
                    <a:moveTo>
                      <a:pt x="26" y="369"/>
                    </a:moveTo>
                    <a:cubicBezTo>
                      <a:pt x="23" y="369"/>
                      <a:pt x="21" y="367"/>
                      <a:pt x="19" y="366"/>
                    </a:cubicBezTo>
                    <a:cubicBezTo>
                      <a:pt x="17" y="364"/>
                      <a:pt x="14" y="362"/>
                      <a:pt x="13" y="359"/>
                    </a:cubicBezTo>
                    <a:cubicBezTo>
                      <a:pt x="10" y="355"/>
                      <a:pt x="7" y="349"/>
                      <a:pt x="5" y="344"/>
                    </a:cubicBezTo>
                    <a:cubicBezTo>
                      <a:pt x="3" y="337"/>
                      <a:pt x="1" y="330"/>
                      <a:pt x="1" y="323"/>
                    </a:cubicBezTo>
                    <a:cubicBezTo>
                      <a:pt x="0" y="316"/>
                      <a:pt x="0" y="309"/>
                      <a:pt x="0" y="302"/>
                    </a:cubicBezTo>
                    <a:cubicBezTo>
                      <a:pt x="0" y="295"/>
                      <a:pt x="0" y="287"/>
                      <a:pt x="0" y="279"/>
                    </a:cubicBezTo>
                    <a:cubicBezTo>
                      <a:pt x="1" y="265"/>
                      <a:pt x="5" y="251"/>
                      <a:pt x="10" y="237"/>
                    </a:cubicBezTo>
                    <a:cubicBezTo>
                      <a:pt x="15" y="224"/>
                      <a:pt x="22" y="211"/>
                      <a:pt x="29" y="199"/>
                    </a:cubicBezTo>
                    <a:cubicBezTo>
                      <a:pt x="37" y="187"/>
                      <a:pt x="46" y="177"/>
                      <a:pt x="56" y="166"/>
                    </a:cubicBezTo>
                    <a:cubicBezTo>
                      <a:pt x="57" y="165"/>
                      <a:pt x="58" y="164"/>
                      <a:pt x="58" y="163"/>
                    </a:cubicBezTo>
                    <a:cubicBezTo>
                      <a:pt x="59" y="161"/>
                      <a:pt x="59" y="158"/>
                      <a:pt x="60" y="155"/>
                    </a:cubicBezTo>
                    <a:cubicBezTo>
                      <a:pt x="61" y="144"/>
                      <a:pt x="63" y="133"/>
                      <a:pt x="65" y="121"/>
                    </a:cubicBezTo>
                    <a:cubicBezTo>
                      <a:pt x="65" y="118"/>
                      <a:pt x="65" y="115"/>
                      <a:pt x="66" y="112"/>
                    </a:cubicBezTo>
                    <a:cubicBezTo>
                      <a:pt x="61" y="115"/>
                      <a:pt x="56" y="116"/>
                      <a:pt x="51" y="117"/>
                    </a:cubicBezTo>
                    <a:cubicBezTo>
                      <a:pt x="45" y="117"/>
                      <a:pt x="39" y="117"/>
                      <a:pt x="34" y="114"/>
                    </a:cubicBezTo>
                    <a:cubicBezTo>
                      <a:pt x="29" y="111"/>
                      <a:pt x="25" y="106"/>
                      <a:pt x="23" y="100"/>
                    </a:cubicBezTo>
                    <a:cubicBezTo>
                      <a:pt x="22" y="94"/>
                      <a:pt x="22" y="88"/>
                      <a:pt x="22" y="83"/>
                    </a:cubicBezTo>
                    <a:cubicBezTo>
                      <a:pt x="23" y="79"/>
                      <a:pt x="23" y="75"/>
                      <a:pt x="24" y="71"/>
                    </a:cubicBezTo>
                    <a:cubicBezTo>
                      <a:pt x="26" y="61"/>
                      <a:pt x="28" y="51"/>
                      <a:pt x="30" y="41"/>
                    </a:cubicBezTo>
                    <a:cubicBezTo>
                      <a:pt x="31" y="36"/>
                      <a:pt x="32" y="32"/>
                      <a:pt x="33" y="28"/>
                    </a:cubicBezTo>
                    <a:cubicBezTo>
                      <a:pt x="35" y="22"/>
                      <a:pt x="42" y="18"/>
                      <a:pt x="47" y="20"/>
                    </a:cubicBezTo>
                    <a:cubicBezTo>
                      <a:pt x="53" y="22"/>
                      <a:pt x="57" y="28"/>
                      <a:pt x="55" y="34"/>
                    </a:cubicBezTo>
                    <a:lnTo>
                      <a:pt x="55" y="35"/>
                    </a:lnTo>
                    <a:cubicBezTo>
                      <a:pt x="54" y="35"/>
                      <a:pt x="54" y="35"/>
                      <a:pt x="54" y="35"/>
                    </a:cubicBezTo>
                    <a:cubicBezTo>
                      <a:pt x="52" y="44"/>
                      <a:pt x="49" y="55"/>
                      <a:pt x="47" y="64"/>
                    </a:cubicBezTo>
                    <a:cubicBezTo>
                      <a:pt x="45" y="71"/>
                      <a:pt x="44" y="77"/>
                      <a:pt x="43" y="84"/>
                    </a:cubicBezTo>
                    <a:cubicBezTo>
                      <a:pt x="43" y="86"/>
                      <a:pt x="43" y="89"/>
                      <a:pt x="43" y="92"/>
                    </a:cubicBezTo>
                    <a:cubicBezTo>
                      <a:pt x="43" y="92"/>
                      <a:pt x="43" y="93"/>
                      <a:pt x="43" y="94"/>
                    </a:cubicBezTo>
                    <a:lnTo>
                      <a:pt x="43" y="95"/>
                    </a:lnTo>
                    <a:lnTo>
                      <a:pt x="44" y="95"/>
                    </a:lnTo>
                    <a:lnTo>
                      <a:pt x="45" y="95"/>
                    </a:lnTo>
                    <a:lnTo>
                      <a:pt x="45" y="96"/>
                    </a:lnTo>
                    <a:lnTo>
                      <a:pt x="46" y="96"/>
                    </a:lnTo>
                    <a:lnTo>
                      <a:pt x="47" y="96"/>
                    </a:lnTo>
                    <a:cubicBezTo>
                      <a:pt x="48" y="96"/>
                      <a:pt x="49" y="95"/>
                      <a:pt x="51" y="95"/>
                    </a:cubicBezTo>
                    <a:cubicBezTo>
                      <a:pt x="52" y="95"/>
                      <a:pt x="52" y="95"/>
                      <a:pt x="53" y="95"/>
                    </a:cubicBezTo>
                    <a:cubicBezTo>
                      <a:pt x="54" y="94"/>
                      <a:pt x="56" y="94"/>
                      <a:pt x="58" y="93"/>
                    </a:cubicBezTo>
                    <a:cubicBezTo>
                      <a:pt x="60" y="91"/>
                      <a:pt x="63" y="90"/>
                      <a:pt x="65" y="89"/>
                    </a:cubicBezTo>
                    <a:cubicBezTo>
                      <a:pt x="67" y="87"/>
                      <a:pt x="70" y="86"/>
                      <a:pt x="71" y="84"/>
                    </a:cubicBezTo>
                    <a:cubicBezTo>
                      <a:pt x="73" y="77"/>
                      <a:pt x="75" y="71"/>
                      <a:pt x="77" y="64"/>
                    </a:cubicBezTo>
                    <a:cubicBezTo>
                      <a:pt x="80" y="51"/>
                      <a:pt x="85" y="38"/>
                      <a:pt x="90" y="26"/>
                    </a:cubicBezTo>
                    <a:cubicBezTo>
                      <a:pt x="93" y="21"/>
                      <a:pt x="96" y="15"/>
                      <a:pt x="100" y="11"/>
                    </a:cubicBezTo>
                    <a:cubicBezTo>
                      <a:pt x="102" y="8"/>
                      <a:pt x="104" y="7"/>
                      <a:pt x="106" y="6"/>
                    </a:cubicBezTo>
                    <a:cubicBezTo>
                      <a:pt x="108" y="4"/>
                      <a:pt x="110" y="3"/>
                      <a:pt x="113" y="3"/>
                    </a:cubicBezTo>
                    <a:cubicBezTo>
                      <a:pt x="113" y="3"/>
                      <a:pt x="113" y="2"/>
                      <a:pt x="114" y="2"/>
                    </a:cubicBezTo>
                    <a:cubicBezTo>
                      <a:pt x="118" y="0"/>
                      <a:pt x="124" y="2"/>
                      <a:pt x="127" y="7"/>
                    </a:cubicBezTo>
                    <a:cubicBezTo>
                      <a:pt x="128" y="9"/>
                      <a:pt x="130" y="12"/>
                      <a:pt x="130" y="15"/>
                    </a:cubicBezTo>
                    <a:cubicBezTo>
                      <a:pt x="130" y="17"/>
                      <a:pt x="130" y="20"/>
                      <a:pt x="129" y="23"/>
                    </a:cubicBezTo>
                    <a:cubicBezTo>
                      <a:pt x="128" y="27"/>
                      <a:pt x="126" y="32"/>
                      <a:pt x="125" y="36"/>
                    </a:cubicBezTo>
                    <a:cubicBezTo>
                      <a:pt x="121" y="46"/>
                      <a:pt x="117" y="57"/>
                      <a:pt x="111" y="67"/>
                    </a:cubicBezTo>
                    <a:cubicBezTo>
                      <a:pt x="106" y="78"/>
                      <a:pt x="98" y="88"/>
                      <a:pt x="89" y="97"/>
                    </a:cubicBezTo>
                    <a:cubicBezTo>
                      <a:pt x="87" y="105"/>
                      <a:pt x="86" y="112"/>
                      <a:pt x="84" y="120"/>
                    </a:cubicBezTo>
                    <a:cubicBezTo>
                      <a:pt x="83" y="126"/>
                      <a:pt x="82" y="133"/>
                      <a:pt x="81" y="139"/>
                    </a:cubicBezTo>
                    <a:cubicBezTo>
                      <a:pt x="81" y="140"/>
                      <a:pt x="81" y="141"/>
                      <a:pt x="81" y="142"/>
                    </a:cubicBezTo>
                    <a:cubicBezTo>
                      <a:pt x="83" y="140"/>
                      <a:pt x="85" y="138"/>
                      <a:pt x="86" y="137"/>
                    </a:cubicBezTo>
                    <a:cubicBezTo>
                      <a:pt x="92" y="132"/>
                      <a:pt x="97" y="127"/>
                      <a:pt x="103" y="123"/>
                    </a:cubicBezTo>
                    <a:cubicBezTo>
                      <a:pt x="105" y="121"/>
                      <a:pt x="108" y="119"/>
                      <a:pt x="111" y="116"/>
                    </a:cubicBezTo>
                    <a:cubicBezTo>
                      <a:pt x="114" y="114"/>
                      <a:pt x="116" y="111"/>
                      <a:pt x="120" y="109"/>
                    </a:cubicBezTo>
                    <a:cubicBezTo>
                      <a:pt x="124" y="106"/>
                      <a:pt x="128" y="102"/>
                      <a:pt x="132" y="99"/>
                    </a:cubicBezTo>
                    <a:cubicBezTo>
                      <a:pt x="141" y="92"/>
                      <a:pt x="149" y="85"/>
                      <a:pt x="158" y="78"/>
                    </a:cubicBezTo>
                    <a:cubicBezTo>
                      <a:pt x="177" y="63"/>
                      <a:pt x="195" y="48"/>
                      <a:pt x="213" y="33"/>
                    </a:cubicBezTo>
                    <a:cubicBezTo>
                      <a:pt x="217" y="30"/>
                      <a:pt x="222" y="31"/>
                      <a:pt x="225" y="34"/>
                    </a:cubicBezTo>
                    <a:cubicBezTo>
                      <a:pt x="227" y="38"/>
                      <a:pt x="226" y="42"/>
                      <a:pt x="223" y="45"/>
                    </a:cubicBezTo>
                    <a:cubicBezTo>
                      <a:pt x="212" y="55"/>
                      <a:pt x="201" y="63"/>
                      <a:pt x="190" y="73"/>
                    </a:cubicBezTo>
                    <a:lnTo>
                      <a:pt x="189" y="73"/>
                    </a:lnTo>
                    <a:cubicBezTo>
                      <a:pt x="179" y="81"/>
                      <a:pt x="169" y="89"/>
                      <a:pt x="159" y="98"/>
                    </a:cubicBezTo>
                    <a:cubicBezTo>
                      <a:pt x="152" y="103"/>
                      <a:pt x="146" y="109"/>
                      <a:pt x="139" y="115"/>
                    </a:cubicBezTo>
                    <a:cubicBezTo>
                      <a:pt x="136" y="117"/>
                      <a:pt x="133" y="120"/>
                      <a:pt x="130" y="122"/>
                    </a:cubicBezTo>
                    <a:cubicBezTo>
                      <a:pt x="111" y="138"/>
                      <a:pt x="93" y="153"/>
                      <a:pt x="77" y="170"/>
                    </a:cubicBezTo>
                    <a:cubicBezTo>
                      <a:pt x="75" y="180"/>
                      <a:pt x="74" y="189"/>
                      <a:pt x="73" y="199"/>
                    </a:cubicBezTo>
                    <a:cubicBezTo>
                      <a:pt x="72" y="209"/>
                      <a:pt x="71" y="219"/>
                      <a:pt x="70" y="230"/>
                    </a:cubicBezTo>
                    <a:cubicBezTo>
                      <a:pt x="68" y="241"/>
                      <a:pt x="67" y="252"/>
                      <a:pt x="66" y="263"/>
                    </a:cubicBezTo>
                    <a:cubicBezTo>
                      <a:pt x="64" y="272"/>
                      <a:pt x="63" y="282"/>
                      <a:pt x="62" y="291"/>
                    </a:cubicBezTo>
                    <a:cubicBezTo>
                      <a:pt x="61" y="297"/>
                      <a:pt x="60" y="302"/>
                      <a:pt x="59" y="308"/>
                    </a:cubicBezTo>
                    <a:cubicBezTo>
                      <a:pt x="58" y="310"/>
                      <a:pt x="58" y="313"/>
                      <a:pt x="57" y="316"/>
                    </a:cubicBezTo>
                    <a:cubicBezTo>
                      <a:pt x="57" y="318"/>
                      <a:pt x="56" y="321"/>
                      <a:pt x="56" y="324"/>
                    </a:cubicBezTo>
                    <a:cubicBezTo>
                      <a:pt x="54" y="329"/>
                      <a:pt x="53" y="334"/>
                      <a:pt x="52" y="338"/>
                    </a:cubicBezTo>
                    <a:cubicBezTo>
                      <a:pt x="51" y="341"/>
                      <a:pt x="50" y="344"/>
                      <a:pt x="49" y="347"/>
                    </a:cubicBezTo>
                    <a:cubicBezTo>
                      <a:pt x="49" y="350"/>
                      <a:pt x="47" y="353"/>
                      <a:pt x="46" y="355"/>
                    </a:cubicBezTo>
                    <a:cubicBezTo>
                      <a:pt x="45" y="359"/>
                      <a:pt x="43" y="362"/>
                      <a:pt x="41" y="363"/>
                    </a:cubicBezTo>
                    <a:cubicBezTo>
                      <a:pt x="38" y="367"/>
                      <a:pt x="33" y="369"/>
                      <a:pt x="29" y="369"/>
                    </a:cubicBezTo>
                    <a:cubicBezTo>
                      <a:pt x="28" y="369"/>
                      <a:pt x="27" y="369"/>
                      <a:pt x="26" y="36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5" name="Google Shape;3555;p40">
                <a:extLst>
                  <a:ext uri="{FF2B5EF4-FFF2-40B4-BE49-F238E27FC236}">
                    <a16:creationId xmlns:a16="http://schemas.microsoft.com/office/drawing/2014/main" id="{B7E055B3-1FA5-3023-DB68-30CD21CE07A7}"/>
                  </a:ext>
                </a:extLst>
              </p:cNvPr>
              <p:cNvSpPr/>
              <p:nvPr/>
            </p:nvSpPr>
            <p:spPr>
              <a:xfrm>
                <a:off x="1148760" y="4785840"/>
                <a:ext cx="34200" cy="69120"/>
              </a:xfrm>
              <a:custGeom>
                <a:avLst/>
                <a:gdLst/>
                <a:ahLst/>
                <a:cxnLst/>
                <a:rect l="l" t="t" r="r" b="b"/>
                <a:pathLst>
                  <a:path w="95" h="192" extrusionOk="0">
                    <a:moveTo>
                      <a:pt x="73" y="185"/>
                    </a:moveTo>
                    <a:cubicBezTo>
                      <a:pt x="71" y="177"/>
                      <a:pt x="68" y="170"/>
                      <a:pt x="65" y="163"/>
                    </a:cubicBezTo>
                    <a:cubicBezTo>
                      <a:pt x="64" y="157"/>
                      <a:pt x="62" y="152"/>
                      <a:pt x="59" y="148"/>
                    </a:cubicBezTo>
                    <a:cubicBezTo>
                      <a:pt x="57" y="142"/>
                      <a:pt x="55" y="136"/>
                      <a:pt x="52" y="130"/>
                    </a:cubicBezTo>
                    <a:cubicBezTo>
                      <a:pt x="50" y="124"/>
                      <a:pt x="47" y="117"/>
                      <a:pt x="44" y="110"/>
                    </a:cubicBezTo>
                    <a:cubicBezTo>
                      <a:pt x="40" y="104"/>
                      <a:pt x="37" y="97"/>
                      <a:pt x="34" y="90"/>
                    </a:cubicBezTo>
                    <a:cubicBezTo>
                      <a:pt x="23" y="66"/>
                      <a:pt x="12" y="41"/>
                      <a:pt x="2" y="16"/>
                    </a:cubicBezTo>
                    <a:cubicBezTo>
                      <a:pt x="0" y="11"/>
                      <a:pt x="3" y="4"/>
                      <a:pt x="8" y="2"/>
                    </a:cubicBezTo>
                    <a:cubicBezTo>
                      <a:pt x="14" y="0"/>
                      <a:pt x="21" y="2"/>
                      <a:pt x="23" y="8"/>
                    </a:cubicBezTo>
                    <a:cubicBezTo>
                      <a:pt x="31" y="31"/>
                      <a:pt x="40" y="53"/>
                      <a:pt x="50" y="75"/>
                    </a:cubicBezTo>
                    <a:cubicBezTo>
                      <a:pt x="54" y="85"/>
                      <a:pt x="58" y="95"/>
                      <a:pt x="62" y="104"/>
                    </a:cubicBezTo>
                    <a:cubicBezTo>
                      <a:pt x="68" y="116"/>
                      <a:pt x="73" y="128"/>
                      <a:pt x="78" y="139"/>
                    </a:cubicBezTo>
                    <a:cubicBezTo>
                      <a:pt x="83" y="152"/>
                      <a:pt x="87" y="164"/>
                      <a:pt x="92" y="177"/>
                    </a:cubicBezTo>
                    <a:cubicBezTo>
                      <a:pt x="94" y="182"/>
                      <a:pt x="92" y="188"/>
                      <a:pt x="86" y="190"/>
                    </a:cubicBezTo>
                    <a:cubicBezTo>
                      <a:pt x="85" y="191"/>
                      <a:pt x="84" y="191"/>
                      <a:pt x="83" y="191"/>
                    </a:cubicBezTo>
                    <a:cubicBezTo>
                      <a:pt x="79" y="191"/>
                      <a:pt x="75" y="189"/>
                      <a:pt x="73" y="18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6" name="Google Shape;3556;p40">
                <a:extLst>
                  <a:ext uri="{FF2B5EF4-FFF2-40B4-BE49-F238E27FC236}">
                    <a16:creationId xmlns:a16="http://schemas.microsoft.com/office/drawing/2014/main" id="{6471F0F9-2D6D-00E5-DB47-FDED3202F8D4}"/>
                  </a:ext>
                </a:extLst>
              </p:cNvPr>
              <p:cNvSpPr/>
              <p:nvPr/>
            </p:nvSpPr>
            <p:spPr>
              <a:xfrm>
                <a:off x="1141920" y="4781520"/>
                <a:ext cx="64800" cy="64440"/>
              </a:xfrm>
              <a:custGeom>
                <a:avLst/>
                <a:gdLst/>
                <a:ahLst/>
                <a:cxnLst/>
                <a:rect l="l" t="t" r="r" b="b"/>
                <a:pathLst>
                  <a:path w="180" h="179" extrusionOk="0">
                    <a:moveTo>
                      <a:pt x="3" y="175"/>
                    </a:moveTo>
                    <a:cubicBezTo>
                      <a:pt x="0" y="171"/>
                      <a:pt x="0" y="165"/>
                      <a:pt x="3" y="161"/>
                    </a:cubicBezTo>
                    <a:cubicBezTo>
                      <a:pt x="10" y="155"/>
                      <a:pt x="16" y="150"/>
                      <a:pt x="23" y="144"/>
                    </a:cubicBezTo>
                    <a:cubicBezTo>
                      <a:pt x="28" y="139"/>
                      <a:pt x="33" y="134"/>
                      <a:pt x="38" y="129"/>
                    </a:cubicBezTo>
                    <a:cubicBezTo>
                      <a:pt x="44" y="123"/>
                      <a:pt x="50" y="118"/>
                      <a:pt x="55" y="113"/>
                    </a:cubicBezTo>
                    <a:cubicBezTo>
                      <a:pt x="60" y="107"/>
                      <a:pt x="66" y="101"/>
                      <a:pt x="71" y="96"/>
                    </a:cubicBezTo>
                    <a:lnTo>
                      <a:pt x="71" y="97"/>
                    </a:lnTo>
                    <a:lnTo>
                      <a:pt x="71" y="96"/>
                    </a:lnTo>
                    <a:lnTo>
                      <a:pt x="71" y="97"/>
                    </a:lnTo>
                    <a:cubicBezTo>
                      <a:pt x="78" y="89"/>
                      <a:pt x="84" y="81"/>
                      <a:pt x="91" y="74"/>
                    </a:cubicBezTo>
                    <a:lnTo>
                      <a:pt x="91" y="75"/>
                    </a:lnTo>
                    <a:cubicBezTo>
                      <a:pt x="91" y="76"/>
                      <a:pt x="91" y="76"/>
                      <a:pt x="90" y="76"/>
                    </a:cubicBezTo>
                    <a:cubicBezTo>
                      <a:pt x="91" y="75"/>
                      <a:pt x="91" y="75"/>
                      <a:pt x="91" y="75"/>
                    </a:cubicBezTo>
                    <a:cubicBezTo>
                      <a:pt x="94" y="72"/>
                      <a:pt x="97" y="68"/>
                      <a:pt x="100" y="65"/>
                    </a:cubicBezTo>
                    <a:cubicBezTo>
                      <a:pt x="103" y="61"/>
                      <a:pt x="106" y="58"/>
                      <a:pt x="109" y="54"/>
                    </a:cubicBezTo>
                    <a:cubicBezTo>
                      <a:pt x="109" y="55"/>
                      <a:pt x="109" y="55"/>
                      <a:pt x="109" y="55"/>
                    </a:cubicBezTo>
                    <a:cubicBezTo>
                      <a:pt x="116" y="47"/>
                      <a:pt x="123" y="39"/>
                      <a:pt x="131" y="31"/>
                    </a:cubicBezTo>
                    <a:cubicBezTo>
                      <a:pt x="134" y="27"/>
                      <a:pt x="138" y="24"/>
                      <a:pt x="142" y="20"/>
                    </a:cubicBezTo>
                    <a:cubicBezTo>
                      <a:pt x="147" y="15"/>
                      <a:pt x="153" y="10"/>
                      <a:pt x="158" y="5"/>
                    </a:cubicBezTo>
                    <a:cubicBezTo>
                      <a:pt x="163" y="0"/>
                      <a:pt x="170" y="0"/>
                      <a:pt x="174" y="5"/>
                    </a:cubicBezTo>
                    <a:cubicBezTo>
                      <a:pt x="178" y="9"/>
                      <a:pt x="179" y="17"/>
                      <a:pt x="174" y="21"/>
                    </a:cubicBezTo>
                    <a:cubicBezTo>
                      <a:pt x="168" y="26"/>
                      <a:pt x="162" y="31"/>
                      <a:pt x="157" y="36"/>
                    </a:cubicBezTo>
                    <a:cubicBezTo>
                      <a:pt x="153" y="40"/>
                      <a:pt x="150" y="44"/>
                      <a:pt x="146" y="47"/>
                    </a:cubicBezTo>
                    <a:cubicBezTo>
                      <a:pt x="139" y="54"/>
                      <a:pt x="132" y="62"/>
                      <a:pt x="125" y="69"/>
                    </a:cubicBezTo>
                    <a:cubicBezTo>
                      <a:pt x="124" y="69"/>
                      <a:pt x="124" y="69"/>
                      <a:pt x="124" y="70"/>
                    </a:cubicBezTo>
                    <a:cubicBezTo>
                      <a:pt x="124" y="69"/>
                      <a:pt x="124" y="69"/>
                      <a:pt x="125" y="69"/>
                    </a:cubicBezTo>
                    <a:cubicBezTo>
                      <a:pt x="118" y="76"/>
                      <a:pt x="112" y="82"/>
                      <a:pt x="106" y="89"/>
                    </a:cubicBezTo>
                    <a:cubicBezTo>
                      <a:pt x="106" y="88"/>
                      <a:pt x="106" y="88"/>
                      <a:pt x="106" y="88"/>
                    </a:cubicBezTo>
                    <a:cubicBezTo>
                      <a:pt x="99" y="96"/>
                      <a:pt x="92" y="103"/>
                      <a:pt x="85" y="111"/>
                    </a:cubicBezTo>
                    <a:cubicBezTo>
                      <a:pt x="79" y="117"/>
                      <a:pt x="72" y="124"/>
                      <a:pt x="65" y="130"/>
                    </a:cubicBezTo>
                    <a:cubicBezTo>
                      <a:pt x="49" y="146"/>
                      <a:pt x="33" y="160"/>
                      <a:pt x="16" y="175"/>
                    </a:cubicBezTo>
                    <a:cubicBezTo>
                      <a:pt x="14" y="176"/>
                      <a:pt x="12" y="178"/>
                      <a:pt x="10" y="178"/>
                    </a:cubicBezTo>
                    <a:cubicBezTo>
                      <a:pt x="7" y="178"/>
                      <a:pt x="5" y="176"/>
                      <a:pt x="3" y="17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7" name="Google Shape;3557;p40">
                <a:extLst>
                  <a:ext uri="{FF2B5EF4-FFF2-40B4-BE49-F238E27FC236}">
                    <a16:creationId xmlns:a16="http://schemas.microsoft.com/office/drawing/2014/main" id="{7241CD8F-1471-E226-BF43-9CFC895401D6}"/>
                  </a:ext>
                </a:extLst>
              </p:cNvPr>
              <p:cNvSpPr/>
              <p:nvPr/>
            </p:nvSpPr>
            <p:spPr>
              <a:xfrm>
                <a:off x="944280" y="4811400"/>
                <a:ext cx="5436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151" h="120" extrusionOk="0">
                    <a:moveTo>
                      <a:pt x="47" y="95"/>
                    </a:moveTo>
                    <a:cubicBezTo>
                      <a:pt x="48" y="95"/>
                      <a:pt x="49" y="95"/>
                      <a:pt x="50" y="95"/>
                    </a:cubicBezTo>
                    <a:cubicBezTo>
                      <a:pt x="51" y="95"/>
                      <a:pt x="52" y="94"/>
                      <a:pt x="53" y="94"/>
                    </a:cubicBezTo>
                    <a:cubicBezTo>
                      <a:pt x="54" y="93"/>
                      <a:pt x="55" y="93"/>
                      <a:pt x="55" y="93"/>
                    </a:cubicBezTo>
                    <a:cubicBezTo>
                      <a:pt x="57" y="92"/>
                      <a:pt x="58" y="92"/>
                      <a:pt x="59" y="91"/>
                    </a:cubicBezTo>
                    <a:cubicBezTo>
                      <a:pt x="61" y="90"/>
                      <a:pt x="62" y="89"/>
                      <a:pt x="64" y="88"/>
                    </a:cubicBezTo>
                    <a:cubicBezTo>
                      <a:pt x="65" y="86"/>
                      <a:pt x="67" y="85"/>
                      <a:pt x="68" y="83"/>
                    </a:cubicBezTo>
                    <a:cubicBezTo>
                      <a:pt x="71" y="80"/>
                      <a:pt x="73" y="77"/>
                      <a:pt x="76" y="74"/>
                    </a:cubicBezTo>
                    <a:cubicBezTo>
                      <a:pt x="79" y="70"/>
                      <a:pt x="82" y="65"/>
                      <a:pt x="84" y="61"/>
                    </a:cubicBezTo>
                    <a:cubicBezTo>
                      <a:pt x="86" y="57"/>
                      <a:pt x="88" y="53"/>
                      <a:pt x="90" y="48"/>
                    </a:cubicBezTo>
                    <a:cubicBezTo>
                      <a:pt x="89" y="47"/>
                      <a:pt x="89" y="46"/>
                      <a:pt x="88" y="44"/>
                    </a:cubicBezTo>
                    <a:cubicBezTo>
                      <a:pt x="87" y="42"/>
                      <a:pt x="86" y="40"/>
                      <a:pt x="84" y="37"/>
                    </a:cubicBezTo>
                    <a:cubicBezTo>
                      <a:pt x="83" y="36"/>
                      <a:pt x="82" y="34"/>
                      <a:pt x="80" y="32"/>
                    </a:cubicBezTo>
                    <a:cubicBezTo>
                      <a:pt x="79" y="31"/>
                      <a:pt x="78" y="30"/>
                      <a:pt x="77" y="29"/>
                    </a:cubicBezTo>
                    <a:cubicBezTo>
                      <a:pt x="76" y="28"/>
                      <a:pt x="75" y="26"/>
                      <a:pt x="73" y="25"/>
                    </a:cubicBezTo>
                    <a:cubicBezTo>
                      <a:pt x="72" y="25"/>
                      <a:pt x="72" y="25"/>
                      <a:pt x="71" y="24"/>
                    </a:cubicBezTo>
                    <a:cubicBezTo>
                      <a:pt x="71" y="24"/>
                      <a:pt x="69" y="24"/>
                      <a:pt x="69" y="23"/>
                    </a:cubicBezTo>
                    <a:cubicBezTo>
                      <a:pt x="68" y="23"/>
                      <a:pt x="68" y="23"/>
                      <a:pt x="67" y="22"/>
                    </a:cubicBezTo>
                    <a:cubicBezTo>
                      <a:pt x="66" y="22"/>
                      <a:pt x="66" y="22"/>
                      <a:pt x="66" y="22"/>
                    </a:cubicBezTo>
                    <a:cubicBezTo>
                      <a:pt x="65" y="22"/>
                      <a:pt x="64" y="22"/>
                      <a:pt x="63" y="22"/>
                    </a:cubicBezTo>
                    <a:cubicBezTo>
                      <a:pt x="64" y="22"/>
                      <a:pt x="64" y="22"/>
                      <a:pt x="64" y="22"/>
                    </a:cubicBezTo>
                    <a:cubicBezTo>
                      <a:pt x="64" y="22"/>
                      <a:pt x="63" y="22"/>
                      <a:pt x="62" y="22"/>
                    </a:cubicBezTo>
                    <a:cubicBezTo>
                      <a:pt x="61" y="23"/>
                      <a:pt x="61" y="23"/>
                      <a:pt x="60" y="23"/>
                    </a:cubicBezTo>
                    <a:cubicBezTo>
                      <a:pt x="59" y="24"/>
                      <a:pt x="58" y="24"/>
                      <a:pt x="58" y="24"/>
                    </a:cubicBezTo>
                    <a:cubicBezTo>
                      <a:pt x="57" y="25"/>
                      <a:pt x="56" y="25"/>
                      <a:pt x="55" y="25"/>
                    </a:cubicBezTo>
                    <a:cubicBezTo>
                      <a:pt x="54" y="26"/>
                      <a:pt x="53" y="27"/>
                      <a:pt x="52" y="28"/>
                    </a:cubicBezTo>
                    <a:cubicBezTo>
                      <a:pt x="50" y="29"/>
                      <a:pt x="49" y="31"/>
                      <a:pt x="48" y="32"/>
                    </a:cubicBezTo>
                    <a:cubicBezTo>
                      <a:pt x="46" y="33"/>
                      <a:pt x="45" y="35"/>
                      <a:pt x="44" y="37"/>
                    </a:cubicBezTo>
                    <a:cubicBezTo>
                      <a:pt x="42" y="39"/>
                      <a:pt x="40" y="42"/>
                      <a:pt x="39" y="45"/>
                    </a:cubicBezTo>
                    <a:cubicBezTo>
                      <a:pt x="37" y="49"/>
                      <a:pt x="36" y="52"/>
                      <a:pt x="34" y="56"/>
                    </a:cubicBezTo>
                    <a:cubicBezTo>
                      <a:pt x="33" y="58"/>
                      <a:pt x="32" y="61"/>
                      <a:pt x="31" y="64"/>
                    </a:cubicBezTo>
                    <a:cubicBezTo>
                      <a:pt x="31" y="67"/>
                      <a:pt x="30" y="69"/>
                      <a:pt x="30" y="71"/>
                    </a:cubicBezTo>
                    <a:cubicBezTo>
                      <a:pt x="30" y="73"/>
                      <a:pt x="30" y="75"/>
                      <a:pt x="30" y="77"/>
                    </a:cubicBezTo>
                    <a:cubicBezTo>
                      <a:pt x="30" y="78"/>
                      <a:pt x="30" y="79"/>
                      <a:pt x="30" y="80"/>
                    </a:cubicBezTo>
                    <a:cubicBezTo>
                      <a:pt x="30" y="79"/>
                      <a:pt x="30" y="79"/>
                      <a:pt x="30" y="78"/>
                    </a:cubicBezTo>
                    <a:cubicBezTo>
                      <a:pt x="30" y="80"/>
                      <a:pt x="31" y="82"/>
                      <a:pt x="31" y="83"/>
                    </a:cubicBezTo>
                    <a:cubicBezTo>
                      <a:pt x="31" y="84"/>
                      <a:pt x="32" y="85"/>
                      <a:pt x="33" y="86"/>
                    </a:cubicBezTo>
                    <a:cubicBezTo>
                      <a:pt x="33" y="86"/>
                      <a:pt x="33" y="88"/>
                      <a:pt x="34" y="88"/>
                    </a:cubicBezTo>
                    <a:lnTo>
                      <a:pt x="33" y="88"/>
                    </a:lnTo>
                    <a:cubicBezTo>
                      <a:pt x="34" y="88"/>
                      <a:pt x="34" y="89"/>
                      <a:pt x="35" y="89"/>
                    </a:cubicBezTo>
                    <a:cubicBezTo>
                      <a:pt x="36" y="90"/>
                      <a:pt x="36" y="91"/>
                      <a:pt x="36" y="91"/>
                    </a:cubicBezTo>
                    <a:cubicBezTo>
                      <a:pt x="37" y="92"/>
                      <a:pt x="37" y="92"/>
                      <a:pt x="38" y="92"/>
                    </a:cubicBezTo>
                    <a:cubicBezTo>
                      <a:pt x="38" y="93"/>
                      <a:pt x="39" y="93"/>
                      <a:pt x="40" y="93"/>
                    </a:cubicBezTo>
                    <a:cubicBezTo>
                      <a:pt x="40" y="94"/>
                      <a:pt x="41" y="94"/>
                      <a:pt x="41" y="94"/>
                    </a:cubicBezTo>
                    <a:cubicBezTo>
                      <a:pt x="42" y="95"/>
                      <a:pt x="43" y="95"/>
                      <a:pt x="43" y="95"/>
                    </a:cubicBezTo>
                    <a:cubicBezTo>
                      <a:pt x="44" y="95"/>
                      <a:pt x="45" y="95"/>
                      <a:pt x="45" y="95"/>
                    </a:cubicBezTo>
                    <a:cubicBezTo>
                      <a:pt x="46" y="95"/>
                      <a:pt x="47" y="95"/>
                      <a:pt x="47" y="95"/>
                    </a:cubicBezTo>
                    <a:moveTo>
                      <a:pt x="130" y="114"/>
                    </a:moveTo>
                    <a:cubicBezTo>
                      <a:pt x="128" y="111"/>
                      <a:pt x="125" y="109"/>
                      <a:pt x="124" y="105"/>
                    </a:cubicBezTo>
                    <a:cubicBezTo>
                      <a:pt x="122" y="102"/>
                      <a:pt x="121" y="99"/>
                      <a:pt x="120" y="95"/>
                    </a:cubicBezTo>
                    <a:cubicBezTo>
                      <a:pt x="119" y="92"/>
                      <a:pt x="118" y="89"/>
                      <a:pt x="117" y="85"/>
                    </a:cubicBezTo>
                    <a:cubicBezTo>
                      <a:pt x="115" y="88"/>
                      <a:pt x="111" y="89"/>
                      <a:pt x="108" y="88"/>
                    </a:cubicBezTo>
                    <a:cubicBezTo>
                      <a:pt x="105" y="88"/>
                      <a:pt x="102" y="86"/>
                      <a:pt x="100" y="84"/>
                    </a:cubicBezTo>
                    <a:cubicBezTo>
                      <a:pt x="99" y="82"/>
                      <a:pt x="98" y="80"/>
                      <a:pt x="98" y="78"/>
                    </a:cubicBezTo>
                    <a:cubicBezTo>
                      <a:pt x="96" y="81"/>
                      <a:pt x="94" y="83"/>
                      <a:pt x="93" y="85"/>
                    </a:cubicBezTo>
                    <a:cubicBezTo>
                      <a:pt x="85" y="98"/>
                      <a:pt x="74" y="109"/>
                      <a:pt x="61" y="113"/>
                    </a:cubicBezTo>
                    <a:cubicBezTo>
                      <a:pt x="54" y="116"/>
                      <a:pt x="48" y="116"/>
                      <a:pt x="41" y="116"/>
                    </a:cubicBezTo>
                    <a:cubicBezTo>
                      <a:pt x="34" y="115"/>
                      <a:pt x="28" y="111"/>
                      <a:pt x="23" y="107"/>
                    </a:cubicBezTo>
                    <a:cubicBezTo>
                      <a:pt x="0" y="86"/>
                      <a:pt x="10" y="50"/>
                      <a:pt x="24" y="28"/>
                    </a:cubicBezTo>
                    <a:cubicBezTo>
                      <a:pt x="31" y="16"/>
                      <a:pt x="43" y="5"/>
                      <a:pt x="57" y="2"/>
                    </a:cubicBezTo>
                    <a:cubicBezTo>
                      <a:pt x="64" y="0"/>
                      <a:pt x="70" y="1"/>
                      <a:pt x="76" y="3"/>
                    </a:cubicBezTo>
                    <a:cubicBezTo>
                      <a:pt x="83" y="5"/>
                      <a:pt x="88" y="10"/>
                      <a:pt x="93" y="15"/>
                    </a:cubicBezTo>
                    <a:cubicBezTo>
                      <a:pt x="96" y="17"/>
                      <a:pt x="97" y="19"/>
                      <a:pt x="100" y="22"/>
                    </a:cubicBezTo>
                    <a:cubicBezTo>
                      <a:pt x="101" y="17"/>
                      <a:pt x="102" y="12"/>
                      <a:pt x="104" y="7"/>
                    </a:cubicBezTo>
                    <a:cubicBezTo>
                      <a:pt x="105" y="3"/>
                      <a:pt x="110" y="1"/>
                      <a:pt x="114" y="1"/>
                    </a:cubicBezTo>
                    <a:cubicBezTo>
                      <a:pt x="118" y="1"/>
                      <a:pt x="122" y="4"/>
                      <a:pt x="124" y="8"/>
                    </a:cubicBezTo>
                    <a:cubicBezTo>
                      <a:pt x="126" y="12"/>
                      <a:pt x="126" y="18"/>
                      <a:pt x="126" y="23"/>
                    </a:cubicBezTo>
                    <a:cubicBezTo>
                      <a:pt x="127" y="27"/>
                      <a:pt x="127" y="31"/>
                      <a:pt x="128" y="35"/>
                    </a:cubicBezTo>
                    <a:cubicBezTo>
                      <a:pt x="128" y="40"/>
                      <a:pt x="129" y="46"/>
                      <a:pt x="130" y="52"/>
                    </a:cubicBezTo>
                    <a:cubicBezTo>
                      <a:pt x="131" y="57"/>
                      <a:pt x="132" y="62"/>
                      <a:pt x="133" y="67"/>
                    </a:cubicBezTo>
                    <a:cubicBezTo>
                      <a:pt x="133" y="69"/>
                      <a:pt x="134" y="71"/>
                      <a:pt x="135" y="73"/>
                    </a:cubicBezTo>
                    <a:cubicBezTo>
                      <a:pt x="135" y="75"/>
                      <a:pt x="136" y="78"/>
                      <a:pt x="137" y="80"/>
                    </a:cubicBezTo>
                    <a:cubicBezTo>
                      <a:pt x="139" y="85"/>
                      <a:pt x="140" y="91"/>
                      <a:pt x="142" y="95"/>
                    </a:cubicBezTo>
                    <a:cubicBezTo>
                      <a:pt x="143" y="96"/>
                      <a:pt x="143" y="98"/>
                      <a:pt x="144" y="99"/>
                    </a:cubicBezTo>
                    <a:cubicBezTo>
                      <a:pt x="145" y="100"/>
                      <a:pt x="146" y="101"/>
                      <a:pt x="147" y="102"/>
                    </a:cubicBezTo>
                    <a:cubicBezTo>
                      <a:pt x="150" y="107"/>
                      <a:pt x="149" y="114"/>
                      <a:pt x="145" y="117"/>
                    </a:cubicBezTo>
                    <a:cubicBezTo>
                      <a:pt x="143" y="118"/>
                      <a:pt x="140" y="119"/>
                      <a:pt x="138" y="119"/>
                    </a:cubicBezTo>
                    <a:cubicBezTo>
                      <a:pt x="135" y="119"/>
                      <a:pt x="132" y="117"/>
                      <a:pt x="130" y="1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8" name="Google Shape;3558;p40">
                <a:extLst>
                  <a:ext uri="{FF2B5EF4-FFF2-40B4-BE49-F238E27FC236}">
                    <a16:creationId xmlns:a16="http://schemas.microsoft.com/office/drawing/2014/main" id="{C3B6080E-123F-559F-4DA5-3320EEEB5D43}"/>
                  </a:ext>
                </a:extLst>
              </p:cNvPr>
              <p:cNvSpPr/>
              <p:nvPr/>
            </p:nvSpPr>
            <p:spPr>
              <a:xfrm>
                <a:off x="745920" y="4140000"/>
                <a:ext cx="73440" cy="131040"/>
              </a:xfrm>
              <a:custGeom>
                <a:avLst/>
                <a:gdLst/>
                <a:ahLst/>
                <a:cxnLst/>
                <a:rect l="l" t="t" r="r" b="b"/>
                <a:pathLst>
                  <a:path w="204" h="364" extrusionOk="0">
                    <a:moveTo>
                      <a:pt x="175" y="46"/>
                    </a:moveTo>
                    <a:cubicBezTo>
                      <a:pt x="175" y="44"/>
                      <a:pt x="176" y="42"/>
                      <a:pt x="176" y="40"/>
                    </a:cubicBezTo>
                    <a:cubicBezTo>
                      <a:pt x="176" y="40"/>
                      <a:pt x="176" y="41"/>
                      <a:pt x="175" y="42"/>
                    </a:cubicBezTo>
                    <a:cubicBezTo>
                      <a:pt x="175" y="43"/>
                      <a:pt x="174" y="44"/>
                      <a:pt x="173" y="45"/>
                    </a:cubicBezTo>
                    <a:cubicBezTo>
                      <a:pt x="174" y="46"/>
                      <a:pt x="174" y="46"/>
                      <a:pt x="175" y="46"/>
                    </a:cubicBezTo>
                    <a:moveTo>
                      <a:pt x="58" y="342"/>
                    </a:moveTo>
                    <a:cubicBezTo>
                      <a:pt x="59" y="341"/>
                      <a:pt x="60" y="341"/>
                      <a:pt x="61" y="341"/>
                    </a:cubicBezTo>
                    <a:lnTo>
                      <a:pt x="62" y="341"/>
                    </a:lnTo>
                    <a:cubicBezTo>
                      <a:pt x="63" y="340"/>
                      <a:pt x="65" y="340"/>
                      <a:pt x="66" y="339"/>
                    </a:cubicBezTo>
                    <a:cubicBezTo>
                      <a:pt x="68" y="338"/>
                      <a:pt x="70" y="337"/>
                      <a:pt x="72" y="336"/>
                    </a:cubicBezTo>
                    <a:cubicBezTo>
                      <a:pt x="73" y="335"/>
                      <a:pt x="74" y="335"/>
                      <a:pt x="74" y="334"/>
                    </a:cubicBezTo>
                    <a:cubicBezTo>
                      <a:pt x="75" y="334"/>
                      <a:pt x="76" y="333"/>
                      <a:pt x="76" y="332"/>
                    </a:cubicBezTo>
                    <a:cubicBezTo>
                      <a:pt x="77" y="331"/>
                      <a:pt x="78" y="330"/>
                      <a:pt x="79" y="329"/>
                    </a:cubicBezTo>
                    <a:cubicBezTo>
                      <a:pt x="81" y="326"/>
                      <a:pt x="83" y="322"/>
                      <a:pt x="85" y="319"/>
                    </a:cubicBezTo>
                    <a:cubicBezTo>
                      <a:pt x="87" y="314"/>
                      <a:pt x="90" y="310"/>
                      <a:pt x="92" y="306"/>
                    </a:cubicBezTo>
                    <a:cubicBezTo>
                      <a:pt x="94" y="301"/>
                      <a:pt x="95" y="297"/>
                      <a:pt x="97" y="293"/>
                    </a:cubicBezTo>
                    <a:cubicBezTo>
                      <a:pt x="99" y="286"/>
                      <a:pt x="102" y="279"/>
                      <a:pt x="104" y="273"/>
                    </a:cubicBezTo>
                    <a:cubicBezTo>
                      <a:pt x="106" y="266"/>
                      <a:pt x="107" y="260"/>
                      <a:pt x="109" y="254"/>
                    </a:cubicBezTo>
                    <a:cubicBezTo>
                      <a:pt x="110" y="248"/>
                      <a:pt x="111" y="243"/>
                      <a:pt x="112" y="238"/>
                    </a:cubicBezTo>
                    <a:cubicBezTo>
                      <a:pt x="113" y="234"/>
                      <a:pt x="113" y="230"/>
                      <a:pt x="114" y="226"/>
                    </a:cubicBezTo>
                    <a:cubicBezTo>
                      <a:pt x="110" y="227"/>
                      <a:pt x="106" y="227"/>
                      <a:pt x="102" y="228"/>
                    </a:cubicBezTo>
                    <a:cubicBezTo>
                      <a:pt x="97" y="229"/>
                      <a:pt x="91" y="230"/>
                      <a:pt x="85" y="230"/>
                    </a:cubicBezTo>
                    <a:cubicBezTo>
                      <a:pt x="73" y="232"/>
                      <a:pt x="61" y="232"/>
                      <a:pt x="49" y="234"/>
                    </a:cubicBezTo>
                    <a:lnTo>
                      <a:pt x="48" y="234"/>
                    </a:lnTo>
                    <a:lnTo>
                      <a:pt x="48" y="235"/>
                    </a:lnTo>
                    <a:cubicBezTo>
                      <a:pt x="48" y="234"/>
                      <a:pt x="48" y="234"/>
                      <a:pt x="48" y="234"/>
                    </a:cubicBezTo>
                    <a:cubicBezTo>
                      <a:pt x="45" y="240"/>
                      <a:pt x="42" y="245"/>
                      <a:pt x="39" y="250"/>
                    </a:cubicBezTo>
                    <a:cubicBezTo>
                      <a:pt x="35" y="255"/>
                      <a:pt x="31" y="261"/>
                      <a:pt x="28" y="267"/>
                    </a:cubicBezTo>
                    <a:cubicBezTo>
                      <a:pt x="27" y="268"/>
                      <a:pt x="26" y="270"/>
                      <a:pt x="25" y="272"/>
                    </a:cubicBezTo>
                    <a:cubicBezTo>
                      <a:pt x="24" y="275"/>
                      <a:pt x="23" y="279"/>
                      <a:pt x="23" y="282"/>
                    </a:cubicBezTo>
                    <a:cubicBezTo>
                      <a:pt x="22" y="285"/>
                      <a:pt x="21" y="288"/>
                      <a:pt x="21" y="291"/>
                    </a:cubicBezTo>
                    <a:cubicBezTo>
                      <a:pt x="21" y="293"/>
                      <a:pt x="21" y="294"/>
                      <a:pt x="21" y="296"/>
                    </a:cubicBezTo>
                    <a:cubicBezTo>
                      <a:pt x="21" y="299"/>
                      <a:pt x="21" y="301"/>
                      <a:pt x="22" y="303"/>
                    </a:cubicBezTo>
                    <a:cubicBezTo>
                      <a:pt x="23" y="306"/>
                      <a:pt x="23" y="308"/>
                      <a:pt x="24" y="311"/>
                    </a:cubicBezTo>
                    <a:cubicBezTo>
                      <a:pt x="25" y="314"/>
                      <a:pt x="26" y="317"/>
                      <a:pt x="27" y="320"/>
                    </a:cubicBezTo>
                    <a:cubicBezTo>
                      <a:pt x="28" y="322"/>
                      <a:pt x="30" y="324"/>
                      <a:pt x="31" y="326"/>
                    </a:cubicBezTo>
                    <a:cubicBezTo>
                      <a:pt x="32" y="328"/>
                      <a:pt x="32" y="329"/>
                      <a:pt x="34" y="331"/>
                    </a:cubicBezTo>
                    <a:cubicBezTo>
                      <a:pt x="35" y="331"/>
                      <a:pt x="35" y="332"/>
                      <a:pt x="37" y="333"/>
                    </a:cubicBezTo>
                    <a:cubicBezTo>
                      <a:pt x="38" y="334"/>
                      <a:pt x="39" y="335"/>
                      <a:pt x="40" y="336"/>
                    </a:cubicBezTo>
                    <a:cubicBezTo>
                      <a:pt x="41" y="336"/>
                      <a:pt x="42" y="337"/>
                      <a:pt x="43" y="338"/>
                    </a:cubicBezTo>
                    <a:cubicBezTo>
                      <a:pt x="44" y="338"/>
                      <a:pt x="45" y="339"/>
                      <a:pt x="46" y="339"/>
                    </a:cubicBezTo>
                    <a:cubicBezTo>
                      <a:pt x="48" y="340"/>
                      <a:pt x="49" y="340"/>
                      <a:pt x="51" y="340"/>
                    </a:cubicBezTo>
                    <a:cubicBezTo>
                      <a:pt x="52" y="341"/>
                      <a:pt x="53" y="341"/>
                      <a:pt x="55" y="341"/>
                    </a:cubicBezTo>
                    <a:cubicBezTo>
                      <a:pt x="56" y="342"/>
                      <a:pt x="57" y="342"/>
                      <a:pt x="58" y="342"/>
                    </a:cubicBezTo>
                    <a:moveTo>
                      <a:pt x="53" y="362"/>
                    </a:moveTo>
                    <a:cubicBezTo>
                      <a:pt x="46" y="361"/>
                      <a:pt x="39" y="360"/>
                      <a:pt x="32" y="356"/>
                    </a:cubicBezTo>
                    <a:cubicBezTo>
                      <a:pt x="27" y="353"/>
                      <a:pt x="23" y="349"/>
                      <a:pt x="18" y="345"/>
                    </a:cubicBezTo>
                    <a:cubicBezTo>
                      <a:pt x="14" y="339"/>
                      <a:pt x="10" y="333"/>
                      <a:pt x="7" y="327"/>
                    </a:cubicBezTo>
                    <a:cubicBezTo>
                      <a:pt x="5" y="320"/>
                      <a:pt x="3" y="313"/>
                      <a:pt x="2" y="307"/>
                    </a:cubicBezTo>
                    <a:cubicBezTo>
                      <a:pt x="0" y="299"/>
                      <a:pt x="0" y="292"/>
                      <a:pt x="1" y="285"/>
                    </a:cubicBezTo>
                    <a:cubicBezTo>
                      <a:pt x="2" y="278"/>
                      <a:pt x="4" y="272"/>
                      <a:pt x="6" y="265"/>
                    </a:cubicBezTo>
                    <a:cubicBezTo>
                      <a:pt x="8" y="260"/>
                      <a:pt x="10" y="255"/>
                      <a:pt x="13" y="251"/>
                    </a:cubicBezTo>
                    <a:cubicBezTo>
                      <a:pt x="16" y="246"/>
                      <a:pt x="20" y="241"/>
                      <a:pt x="23" y="237"/>
                    </a:cubicBezTo>
                    <a:cubicBezTo>
                      <a:pt x="24" y="234"/>
                      <a:pt x="25" y="232"/>
                      <a:pt x="27" y="230"/>
                    </a:cubicBezTo>
                    <a:cubicBezTo>
                      <a:pt x="27" y="230"/>
                      <a:pt x="26" y="230"/>
                      <a:pt x="26" y="231"/>
                    </a:cubicBezTo>
                    <a:cubicBezTo>
                      <a:pt x="28" y="227"/>
                      <a:pt x="30" y="223"/>
                      <a:pt x="32" y="220"/>
                    </a:cubicBezTo>
                    <a:cubicBezTo>
                      <a:pt x="37" y="214"/>
                      <a:pt x="45" y="213"/>
                      <a:pt x="52" y="212"/>
                    </a:cubicBezTo>
                    <a:cubicBezTo>
                      <a:pt x="61" y="211"/>
                      <a:pt x="71" y="210"/>
                      <a:pt x="80" y="209"/>
                    </a:cubicBezTo>
                    <a:cubicBezTo>
                      <a:pt x="87" y="209"/>
                      <a:pt x="94" y="208"/>
                      <a:pt x="100" y="208"/>
                    </a:cubicBezTo>
                    <a:cubicBezTo>
                      <a:pt x="106" y="207"/>
                      <a:pt x="112" y="206"/>
                      <a:pt x="117" y="205"/>
                    </a:cubicBezTo>
                    <a:cubicBezTo>
                      <a:pt x="118" y="201"/>
                      <a:pt x="119" y="197"/>
                      <a:pt x="119" y="193"/>
                    </a:cubicBezTo>
                    <a:cubicBezTo>
                      <a:pt x="123" y="171"/>
                      <a:pt x="126" y="149"/>
                      <a:pt x="131" y="127"/>
                    </a:cubicBezTo>
                    <a:cubicBezTo>
                      <a:pt x="133" y="116"/>
                      <a:pt x="135" y="105"/>
                      <a:pt x="138" y="94"/>
                    </a:cubicBezTo>
                    <a:cubicBezTo>
                      <a:pt x="140" y="87"/>
                      <a:pt x="141" y="80"/>
                      <a:pt x="143" y="72"/>
                    </a:cubicBezTo>
                    <a:cubicBezTo>
                      <a:pt x="145" y="62"/>
                      <a:pt x="149" y="51"/>
                      <a:pt x="153" y="41"/>
                    </a:cubicBezTo>
                    <a:cubicBezTo>
                      <a:pt x="156" y="34"/>
                      <a:pt x="159" y="28"/>
                      <a:pt x="163" y="22"/>
                    </a:cubicBezTo>
                    <a:cubicBezTo>
                      <a:pt x="166" y="16"/>
                      <a:pt x="171" y="10"/>
                      <a:pt x="176" y="5"/>
                    </a:cubicBezTo>
                    <a:cubicBezTo>
                      <a:pt x="180" y="2"/>
                      <a:pt x="186" y="0"/>
                      <a:pt x="191" y="1"/>
                    </a:cubicBezTo>
                    <a:cubicBezTo>
                      <a:pt x="197" y="1"/>
                      <a:pt x="201" y="6"/>
                      <a:pt x="203" y="12"/>
                    </a:cubicBezTo>
                    <a:cubicBezTo>
                      <a:pt x="203" y="17"/>
                      <a:pt x="203" y="22"/>
                      <a:pt x="201" y="26"/>
                    </a:cubicBezTo>
                    <a:cubicBezTo>
                      <a:pt x="201" y="29"/>
                      <a:pt x="200" y="33"/>
                      <a:pt x="199" y="36"/>
                    </a:cubicBezTo>
                    <a:cubicBezTo>
                      <a:pt x="197" y="43"/>
                      <a:pt x="195" y="50"/>
                      <a:pt x="193" y="57"/>
                    </a:cubicBezTo>
                    <a:cubicBezTo>
                      <a:pt x="190" y="63"/>
                      <a:pt x="188" y="68"/>
                      <a:pt x="185" y="74"/>
                    </a:cubicBezTo>
                    <a:cubicBezTo>
                      <a:pt x="182" y="80"/>
                      <a:pt x="178" y="86"/>
                      <a:pt x="173" y="91"/>
                    </a:cubicBezTo>
                    <a:cubicBezTo>
                      <a:pt x="171" y="93"/>
                      <a:pt x="169" y="94"/>
                      <a:pt x="166" y="95"/>
                    </a:cubicBezTo>
                    <a:cubicBezTo>
                      <a:pt x="164" y="96"/>
                      <a:pt x="162" y="96"/>
                      <a:pt x="159" y="95"/>
                    </a:cubicBezTo>
                    <a:cubicBezTo>
                      <a:pt x="158" y="95"/>
                      <a:pt x="158" y="95"/>
                      <a:pt x="158" y="95"/>
                    </a:cubicBezTo>
                    <a:cubicBezTo>
                      <a:pt x="157" y="99"/>
                      <a:pt x="155" y="103"/>
                      <a:pt x="154" y="107"/>
                    </a:cubicBezTo>
                    <a:cubicBezTo>
                      <a:pt x="152" y="119"/>
                      <a:pt x="150" y="130"/>
                      <a:pt x="147" y="141"/>
                    </a:cubicBezTo>
                    <a:cubicBezTo>
                      <a:pt x="145" y="151"/>
                      <a:pt x="143" y="162"/>
                      <a:pt x="141" y="173"/>
                    </a:cubicBezTo>
                    <a:cubicBezTo>
                      <a:pt x="140" y="182"/>
                      <a:pt x="138" y="192"/>
                      <a:pt x="137" y="201"/>
                    </a:cubicBezTo>
                    <a:cubicBezTo>
                      <a:pt x="147" y="199"/>
                      <a:pt x="157" y="197"/>
                      <a:pt x="166" y="195"/>
                    </a:cubicBezTo>
                    <a:cubicBezTo>
                      <a:pt x="172" y="194"/>
                      <a:pt x="177" y="197"/>
                      <a:pt x="179" y="202"/>
                    </a:cubicBezTo>
                    <a:cubicBezTo>
                      <a:pt x="180" y="207"/>
                      <a:pt x="176" y="212"/>
                      <a:pt x="171" y="214"/>
                    </a:cubicBezTo>
                    <a:cubicBezTo>
                      <a:pt x="159" y="217"/>
                      <a:pt x="146" y="220"/>
                      <a:pt x="133" y="223"/>
                    </a:cubicBezTo>
                    <a:cubicBezTo>
                      <a:pt x="132" y="228"/>
                      <a:pt x="131" y="234"/>
                      <a:pt x="130" y="239"/>
                    </a:cubicBezTo>
                    <a:cubicBezTo>
                      <a:pt x="129" y="250"/>
                      <a:pt x="126" y="261"/>
                      <a:pt x="123" y="272"/>
                    </a:cubicBezTo>
                    <a:cubicBezTo>
                      <a:pt x="120" y="283"/>
                      <a:pt x="117" y="293"/>
                      <a:pt x="113" y="304"/>
                    </a:cubicBezTo>
                    <a:lnTo>
                      <a:pt x="113" y="303"/>
                    </a:lnTo>
                    <a:cubicBezTo>
                      <a:pt x="109" y="314"/>
                      <a:pt x="104" y="325"/>
                      <a:pt x="98" y="335"/>
                    </a:cubicBezTo>
                    <a:cubicBezTo>
                      <a:pt x="96" y="340"/>
                      <a:pt x="92" y="345"/>
                      <a:pt x="88" y="349"/>
                    </a:cubicBezTo>
                    <a:cubicBezTo>
                      <a:pt x="83" y="354"/>
                      <a:pt x="77" y="357"/>
                      <a:pt x="71" y="360"/>
                    </a:cubicBezTo>
                    <a:cubicBezTo>
                      <a:pt x="67" y="361"/>
                      <a:pt x="62" y="363"/>
                      <a:pt x="58" y="363"/>
                    </a:cubicBezTo>
                    <a:cubicBezTo>
                      <a:pt x="56" y="363"/>
                      <a:pt x="55" y="363"/>
                      <a:pt x="53" y="3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9" name="Google Shape;3559;p40">
                <a:extLst>
                  <a:ext uri="{FF2B5EF4-FFF2-40B4-BE49-F238E27FC236}">
                    <a16:creationId xmlns:a16="http://schemas.microsoft.com/office/drawing/2014/main" id="{3C464100-5327-8507-D03C-777DE4830C09}"/>
                  </a:ext>
                </a:extLst>
              </p:cNvPr>
              <p:cNvSpPr/>
              <p:nvPr/>
            </p:nvSpPr>
            <p:spPr>
              <a:xfrm>
                <a:off x="825480" y="4139280"/>
                <a:ext cx="42480" cy="119160"/>
              </a:xfrm>
              <a:custGeom>
                <a:avLst/>
                <a:gdLst/>
                <a:ahLst/>
                <a:cxnLst/>
                <a:rect l="l" t="t" r="r" b="b"/>
                <a:pathLst>
                  <a:path w="118" h="331" extrusionOk="0">
                    <a:moveTo>
                      <a:pt x="49" y="328"/>
                    </a:moveTo>
                    <a:cubicBezTo>
                      <a:pt x="42" y="322"/>
                      <a:pt x="36" y="316"/>
                      <a:pt x="30" y="310"/>
                    </a:cubicBezTo>
                    <a:cubicBezTo>
                      <a:pt x="20" y="301"/>
                      <a:pt x="13" y="288"/>
                      <a:pt x="9" y="275"/>
                    </a:cubicBezTo>
                    <a:cubicBezTo>
                      <a:pt x="4" y="260"/>
                      <a:pt x="1" y="245"/>
                      <a:pt x="0" y="230"/>
                    </a:cubicBezTo>
                    <a:cubicBezTo>
                      <a:pt x="0" y="222"/>
                      <a:pt x="1" y="215"/>
                      <a:pt x="1" y="208"/>
                    </a:cubicBezTo>
                    <a:cubicBezTo>
                      <a:pt x="1" y="200"/>
                      <a:pt x="3" y="191"/>
                      <a:pt x="4" y="183"/>
                    </a:cubicBezTo>
                    <a:cubicBezTo>
                      <a:pt x="7" y="167"/>
                      <a:pt x="11" y="150"/>
                      <a:pt x="15" y="134"/>
                    </a:cubicBezTo>
                    <a:cubicBezTo>
                      <a:pt x="15" y="130"/>
                      <a:pt x="17" y="126"/>
                      <a:pt x="18" y="123"/>
                    </a:cubicBezTo>
                    <a:cubicBezTo>
                      <a:pt x="20" y="116"/>
                      <a:pt x="22" y="109"/>
                      <a:pt x="25" y="102"/>
                    </a:cubicBezTo>
                    <a:cubicBezTo>
                      <a:pt x="26" y="98"/>
                      <a:pt x="28" y="94"/>
                      <a:pt x="29" y="90"/>
                    </a:cubicBezTo>
                    <a:cubicBezTo>
                      <a:pt x="31" y="84"/>
                      <a:pt x="33" y="78"/>
                      <a:pt x="36" y="72"/>
                    </a:cubicBezTo>
                    <a:cubicBezTo>
                      <a:pt x="36" y="73"/>
                      <a:pt x="35" y="73"/>
                      <a:pt x="35" y="74"/>
                    </a:cubicBezTo>
                    <a:cubicBezTo>
                      <a:pt x="38" y="65"/>
                      <a:pt x="42" y="57"/>
                      <a:pt x="46" y="49"/>
                    </a:cubicBezTo>
                    <a:cubicBezTo>
                      <a:pt x="51" y="40"/>
                      <a:pt x="57" y="31"/>
                      <a:pt x="63" y="23"/>
                    </a:cubicBezTo>
                    <a:cubicBezTo>
                      <a:pt x="65" y="19"/>
                      <a:pt x="68" y="16"/>
                      <a:pt x="71" y="12"/>
                    </a:cubicBezTo>
                    <a:cubicBezTo>
                      <a:pt x="75" y="9"/>
                      <a:pt x="79" y="6"/>
                      <a:pt x="83" y="3"/>
                    </a:cubicBezTo>
                    <a:cubicBezTo>
                      <a:pt x="87" y="1"/>
                      <a:pt x="92" y="0"/>
                      <a:pt x="96" y="0"/>
                    </a:cubicBezTo>
                    <a:cubicBezTo>
                      <a:pt x="100" y="0"/>
                      <a:pt x="105" y="2"/>
                      <a:pt x="109" y="4"/>
                    </a:cubicBezTo>
                    <a:cubicBezTo>
                      <a:pt x="114" y="6"/>
                      <a:pt x="117" y="13"/>
                      <a:pt x="114" y="19"/>
                    </a:cubicBezTo>
                    <a:cubicBezTo>
                      <a:pt x="111" y="24"/>
                      <a:pt x="105" y="26"/>
                      <a:pt x="99" y="24"/>
                    </a:cubicBezTo>
                    <a:cubicBezTo>
                      <a:pt x="99" y="24"/>
                      <a:pt x="98" y="23"/>
                      <a:pt x="97" y="23"/>
                    </a:cubicBezTo>
                    <a:cubicBezTo>
                      <a:pt x="96" y="23"/>
                      <a:pt x="96" y="23"/>
                      <a:pt x="96" y="23"/>
                    </a:cubicBezTo>
                    <a:cubicBezTo>
                      <a:pt x="95" y="23"/>
                      <a:pt x="95" y="23"/>
                      <a:pt x="95" y="23"/>
                    </a:cubicBezTo>
                    <a:lnTo>
                      <a:pt x="94" y="23"/>
                    </a:lnTo>
                    <a:lnTo>
                      <a:pt x="93" y="23"/>
                    </a:lnTo>
                    <a:cubicBezTo>
                      <a:pt x="92" y="23"/>
                      <a:pt x="91" y="23"/>
                      <a:pt x="91" y="24"/>
                    </a:cubicBezTo>
                    <a:cubicBezTo>
                      <a:pt x="91" y="23"/>
                      <a:pt x="92" y="23"/>
                      <a:pt x="92" y="23"/>
                    </a:cubicBezTo>
                    <a:cubicBezTo>
                      <a:pt x="91" y="23"/>
                      <a:pt x="91" y="24"/>
                      <a:pt x="89" y="24"/>
                    </a:cubicBezTo>
                    <a:cubicBezTo>
                      <a:pt x="89" y="25"/>
                      <a:pt x="88" y="26"/>
                      <a:pt x="87" y="26"/>
                    </a:cubicBezTo>
                    <a:cubicBezTo>
                      <a:pt x="86" y="27"/>
                      <a:pt x="86" y="27"/>
                      <a:pt x="85" y="28"/>
                    </a:cubicBezTo>
                    <a:cubicBezTo>
                      <a:pt x="82" y="31"/>
                      <a:pt x="79" y="35"/>
                      <a:pt x="77" y="38"/>
                    </a:cubicBezTo>
                    <a:cubicBezTo>
                      <a:pt x="72" y="46"/>
                      <a:pt x="67" y="53"/>
                      <a:pt x="63" y="61"/>
                    </a:cubicBezTo>
                    <a:cubicBezTo>
                      <a:pt x="58" y="70"/>
                      <a:pt x="54" y="79"/>
                      <a:pt x="50" y="88"/>
                    </a:cubicBezTo>
                    <a:cubicBezTo>
                      <a:pt x="48" y="95"/>
                      <a:pt x="46" y="101"/>
                      <a:pt x="43" y="107"/>
                    </a:cubicBezTo>
                    <a:cubicBezTo>
                      <a:pt x="40" y="117"/>
                      <a:pt x="37" y="127"/>
                      <a:pt x="33" y="137"/>
                    </a:cubicBezTo>
                    <a:cubicBezTo>
                      <a:pt x="33" y="139"/>
                      <a:pt x="33" y="140"/>
                      <a:pt x="32" y="141"/>
                    </a:cubicBezTo>
                    <a:cubicBezTo>
                      <a:pt x="32" y="145"/>
                      <a:pt x="31" y="148"/>
                      <a:pt x="30" y="152"/>
                    </a:cubicBezTo>
                    <a:cubicBezTo>
                      <a:pt x="29" y="157"/>
                      <a:pt x="27" y="162"/>
                      <a:pt x="26" y="167"/>
                    </a:cubicBezTo>
                    <a:cubicBezTo>
                      <a:pt x="23" y="181"/>
                      <a:pt x="21" y="194"/>
                      <a:pt x="19" y="207"/>
                    </a:cubicBezTo>
                    <a:cubicBezTo>
                      <a:pt x="20" y="207"/>
                      <a:pt x="20" y="207"/>
                      <a:pt x="20" y="206"/>
                    </a:cubicBezTo>
                    <a:cubicBezTo>
                      <a:pt x="19" y="214"/>
                      <a:pt x="19" y="223"/>
                      <a:pt x="19" y="231"/>
                    </a:cubicBezTo>
                    <a:cubicBezTo>
                      <a:pt x="19" y="232"/>
                      <a:pt x="19" y="232"/>
                      <a:pt x="19" y="232"/>
                    </a:cubicBezTo>
                    <a:lnTo>
                      <a:pt x="19" y="231"/>
                    </a:lnTo>
                    <a:cubicBezTo>
                      <a:pt x="19" y="236"/>
                      <a:pt x="20" y="241"/>
                      <a:pt x="21" y="246"/>
                    </a:cubicBezTo>
                    <a:cubicBezTo>
                      <a:pt x="21" y="245"/>
                      <a:pt x="21" y="245"/>
                      <a:pt x="21" y="245"/>
                    </a:cubicBezTo>
                    <a:cubicBezTo>
                      <a:pt x="22" y="253"/>
                      <a:pt x="24" y="261"/>
                      <a:pt x="27" y="268"/>
                    </a:cubicBezTo>
                    <a:cubicBezTo>
                      <a:pt x="26" y="268"/>
                      <a:pt x="26" y="268"/>
                      <a:pt x="26" y="267"/>
                    </a:cubicBezTo>
                    <a:cubicBezTo>
                      <a:pt x="28" y="271"/>
                      <a:pt x="29" y="275"/>
                      <a:pt x="31" y="279"/>
                    </a:cubicBezTo>
                    <a:cubicBezTo>
                      <a:pt x="32" y="281"/>
                      <a:pt x="33" y="282"/>
                      <a:pt x="34" y="284"/>
                    </a:cubicBezTo>
                    <a:cubicBezTo>
                      <a:pt x="36" y="287"/>
                      <a:pt x="37" y="290"/>
                      <a:pt x="40" y="293"/>
                    </a:cubicBezTo>
                    <a:cubicBezTo>
                      <a:pt x="43" y="296"/>
                      <a:pt x="47" y="300"/>
                      <a:pt x="50" y="303"/>
                    </a:cubicBezTo>
                    <a:cubicBezTo>
                      <a:pt x="50" y="303"/>
                      <a:pt x="50" y="302"/>
                      <a:pt x="49" y="302"/>
                    </a:cubicBezTo>
                    <a:cubicBezTo>
                      <a:pt x="53" y="306"/>
                      <a:pt x="57" y="309"/>
                      <a:pt x="61" y="313"/>
                    </a:cubicBezTo>
                    <a:cubicBezTo>
                      <a:pt x="65" y="316"/>
                      <a:pt x="66" y="322"/>
                      <a:pt x="63" y="326"/>
                    </a:cubicBezTo>
                    <a:cubicBezTo>
                      <a:pt x="61" y="329"/>
                      <a:pt x="58" y="330"/>
                      <a:pt x="55" y="330"/>
                    </a:cubicBezTo>
                    <a:cubicBezTo>
                      <a:pt x="53" y="330"/>
                      <a:pt x="51" y="329"/>
                      <a:pt x="49" y="3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0" name="Google Shape;3560;p40">
                <a:extLst>
                  <a:ext uri="{FF2B5EF4-FFF2-40B4-BE49-F238E27FC236}">
                    <a16:creationId xmlns:a16="http://schemas.microsoft.com/office/drawing/2014/main" id="{D6BCB534-539C-1D2B-616A-36B6EFBC6A23}"/>
                  </a:ext>
                </a:extLst>
              </p:cNvPr>
              <p:cNvSpPr/>
              <p:nvPr/>
            </p:nvSpPr>
            <p:spPr>
              <a:xfrm>
                <a:off x="871560" y="4129200"/>
                <a:ext cx="89280" cy="168840"/>
              </a:xfrm>
              <a:custGeom>
                <a:avLst/>
                <a:gdLst/>
                <a:ahLst/>
                <a:cxnLst/>
                <a:rect l="l" t="t" r="r" b="b"/>
                <a:pathLst>
                  <a:path w="248" h="469" extrusionOk="0">
                    <a:moveTo>
                      <a:pt x="32" y="271"/>
                    </a:moveTo>
                    <a:lnTo>
                      <a:pt x="34" y="271"/>
                    </a:lnTo>
                    <a:cubicBezTo>
                      <a:pt x="35" y="271"/>
                      <a:pt x="36" y="270"/>
                      <a:pt x="37" y="270"/>
                    </a:cubicBezTo>
                    <a:cubicBezTo>
                      <a:pt x="39" y="270"/>
                      <a:pt x="41" y="269"/>
                      <a:pt x="42" y="268"/>
                    </a:cubicBezTo>
                    <a:cubicBezTo>
                      <a:pt x="44" y="267"/>
                      <a:pt x="46" y="266"/>
                      <a:pt x="48" y="265"/>
                    </a:cubicBezTo>
                    <a:cubicBezTo>
                      <a:pt x="51" y="263"/>
                      <a:pt x="53" y="262"/>
                      <a:pt x="56" y="259"/>
                    </a:cubicBezTo>
                    <a:cubicBezTo>
                      <a:pt x="60" y="255"/>
                      <a:pt x="66" y="250"/>
                      <a:pt x="70" y="246"/>
                    </a:cubicBezTo>
                    <a:lnTo>
                      <a:pt x="70" y="245"/>
                    </a:lnTo>
                    <a:lnTo>
                      <a:pt x="71" y="245"/>
                    </a:lnTo>
                    <a:cubicBezTo>
                      <a:pt x="70" y="245"/>
                      <a:pt x="70" y="245"/>
                      <a:pt x="70" y="245"/>
                    </a:cubicBezTo>
                    <a:cubicBezTo>
                      <a:pt x="74" y="241"/>
                      <a:pt x="78" y="236"/>
                      <a:pt x="82" y="232"/>
                    </a:cubicBezTo>
                    <a:cubicBezTo>
                      <a:pt x="85" y="227"/>
                      <a:pt x="88" y="222"/>
                      <a:pt x="91" y="217"/>
                    </a:cubicBezTo>
                    <a:cubicBezTo>
                      <a:pt x="91" y="216"/>
                      <a:pt x="91" y="216"/>
                      <a:pt x="91" y="216"/>
                    </a:cubicBezTo>
                    <a:cubicBezTo>
                      <a:pt x="91" y="215"/>
                      <a:pt x="90" y="214"/>
                      <a:pt x="90" y="214"/>
                    </a:cubicBezTo>
                    <a:cubicBezTo>
                      <a:pt x="88" y="212"/>
                      <a:pt x="87" y="210"/>
                      <a:pt x="86" y="209"/>
                    </a:cubicBezTo>
                    <a:cubicBezTo>
                      <a:pt x="84" y="206"/>
                      <a:pt x="82" y="204"/>
                      <a:pt x="80" y="202"/>
                    </a:cubicBezTo>
                    <a:cubicBezTo>
                      <a:pt x="79" y="201"/>
                      <a:pt x="78" y="200"/>
                      <a:pt x="77" y="200"/>
                    </a:cubicBezTo>
                    <a:cubicBezTo>
                      <a:pt x="76" y="199"/>
                      <a:pt x="75" y="199"/>
                      <a:pt x="74" y="198"/>
                    </a:cubicBezTo>
                    <a:cubicBezTo>
                      <a:pt x="72" y="197"/>
                      <a:pt x="69" y="196"/>
                      <a:pt x="67" y="195"/>
                    </a:cubicBezTo>
                    <a:cubicBezTo>
                      <a:pt x="65" y="194"/>
                      <a:pt x="63" y="193"/>
                      <a:pt x="61" y="193"/>
                    </a:cubicBezTo>
                    <a:cubicBezTo>
                      <a:pt x="60" y="193"/>
                      <a:pt x="59" y="192"/>
                      <a:pt x="57" y="192"/>
                    </a:cubicBezTo>
                    <a:cubicBezTo>
                      <a:pt x="57" y="192"/>
                      <a:pt x="56" y="192"/>
                      <a:pt x="55" y="192"/>
                    </a:cubicBezTo>
                    <a:cubicBezTo>
                      <a:pt x="54" y="192"/>
                      <a:pt x="52" y="192"/>
                      <a:pt x="51" y="193"/>
                    </a:cubicBezTo>
                    <a:lnTo>
                      <a:pt x="50" y="193"/>
                    </a:lnTo>
                    <a:lnTo>
                      <a:pt x="49" y="193"/>
                    </a:lnTo>
                    <a:lnTo>
                      <a:pt x="50" y="193"/>
                    </a:lnTo>
                    <a:lnTo>
                      <a:pt x="49" y="193"/>
                    </a:lnTo>
                    <a:lnTo>
                      <a:pt x="50" y="193"/>
                    </a:lnTo>
                    <a:lnTo>
                      <a:pt x="51" y="193"/>
                    </a:lnTo>
                    <a:cubicBezTo>
                      <a:pt x="50" y="193"/>
                      <a:pt x="49" y="193"/>
                      <a:pt x="49" y="193"/>
                    </a:cubicBezTo>
                    <a:lnTo>
                      <a:pt x="48" y="194"/>
                    </a:lnTo>
                    <a:cubicBezTo>
                      <a:pt x="46" y="195"/>
                      <a:pt x="45" y="196"/>
                      <a:pt x="43" y="197"/>
                    </a:cubicBezTo>
                    <a:cubicBezTo>
                      <a:pt x="41" y="199"/>
                      <a:pt x="39" y="202"/>
                      <a:pt x="37" y="203"/>
                    </a:cubicBezTo>
                    <a:cubicBezTo>
                      <a:pt x="35" y="205"/>
                      <a:pt x="34" y="207"/>
                      <a:pt x="33" y="208"/>
                    </a:cubicBezTo>
                    <a:cubicBezTo>
                      <a:pt x="32" y="209"/>
                      <a:pt x="31" y="211"/>
                      <a:pt x="31" y="212"/>
                    </a:cubicBezTo>
                    <a:cubicBezTo>
                      <a:pt x="30" y="215"/>
                      <a:pt x="28" y="218"/>
                      <a:pt x="27" y="221"/>
                    </a:cubicBezTo>
                    <a:cubicBezTo>
                      <a:pt x="25" y="225"/>
                      <a:pt x="24" y="231"/>
                      <a:pt x="23" y="236"/>
                    </a:cubicBezTo>
                    <a:cubicBezTo>
                      <a:pt x="21" y="240"/>
                      <a:pt x="21" y="244"/>
                      <a:pt x="20" y="248"/>
                    </a:cubicBezTo>
                    <a:cubicBezTo>
                      <a:pt x="20" y="250"/>
                      <a:pt x="20" y="252"/>
                      <a:pt x="20" y="253"/>
                    </a:cubicBezTo>
                    <a:cubicBezTo>
                      <a:pt x="20" y="255"/>
                      <a:pt x="21" y="256"/>
                      <a:pt x="21" y="257"/>
                    </a:cubicBezTo>
                    <a:cubicBezTo>
                      <a:pt x="21" y="260"/>
                      <a:pt x="22" y="262"/>
                      <a:pt x="23" y="264"/>
                    </a:cubicBezTo>
                    <a:lnTo>
                      <a:pt x="23" y="263"/>
                    </a:lnTo>
                    <a:cubicBezTo>
                      <a:pt x="23" y="264"/>
                      <a:pt x="23" y="264"/>
                      <a:pt x="23" y="265"/>
                    </a:cubicBezTo>
                    <a:cubicBezTo>
                      <a:pt x="24" y="266"/>
                      <a:pt x="24" y="267"/>
                      <a:pt x="24" y="268"/>
                    </a:cubicBezTo>
                    <a:cubicBezTo>
                      <a:pt x="24" y="268"/>
                      <a:pt x="25" y="268"/>
                      <a:pt x="25" y="269"/>
                    </a:cubicBezTo>
                    <a:cubicBezTo>
                      <a:pt x="25" y="269"/>
                      <a:pt x="26" y="270"/>
                      <a:pt x="27" y="270"/>
                    </a:cubicBezTo>
                    <a:lnTo>
                      <a:pt x="28" y="271"/>
                    </a:lnTo>
                    <a:cubicBezTo>
                      <a:pt x="29" y="271"/>
                      <a:pt x="30" y="271"/>
                      <a:pt x="30" y="271"/>
                    </a:cubicBezTo>
                    <a:cubicBezTo>
                      <a:pt x="31" y="271"/>
                      <a:pt x="31" y="271"/>
                      <a:pt x="32" y="271"/>
                    </a:cubicBezTo>
                    <a:moveTo>
                      <a:pt x="102" y="467"/>
                    </a:moveTo>
                    <a:cubicBezTo>
                      <a:pt x="98" y="464"/>
                      <a:pt x="97" y="458"/>
                      <a:pt x="99" y="454"/>
                    </a:cubicBezTo>
                    <a:cubicBezTo>
                      <a:pt x="115" y="432"/>
                      <a:pt x="130" y="410"/>
                      <a:pt x="145" y="388"/>
                    </a:cubicBezTo>
                    <a:cubicBezTo>
                      <a:pt x="150" y="380"/>
                      <a:pt x="155" y="373"/>
                      <a:pt x="161" y="365"/>
                    </a:cubicBezTo>
                    <a:cubicBezTo>
                      <a:pt x="175" y="344"/>
                      <a:pt x="189" y="323"/>
                      <a:pt x="201" y="301"/>
                    </a:cubicBezTo>
                    <a:cubicBezTo>
                      <a:pt x="206" y="291"/>
                      <a:pt x="211" y="280"/>
                      <a:pt x="215" y="270"/>
                    </a:cubicBezTo>
                    <a:cubicBezTo>
                      <a:pt x="218" y="262"/>
                      <a:pt x="220" y="255"/>
                      <a:pt x="222" y="247"/>
                    </a:cubicBezTo>
                    <a:cubicBezTo>
                      <a:pt x="222" y="248"/>
                      <a:pt x="222" y="248"/>
                      <a:pt x="222" y="249"/>
                    </a:cubicBezTo>
                    <a:cubicBezTo>
                      <a:pt x="224" y="238"/>
                      <a:pt x="225" y="227"/>
                      <a:pt x="226" y="217"/>
                    </a:cubicBezTo>
                    <a:cubicBezTo>
                      <a:pt x="227" y="206"/>
                      <a:pt x="228" y="195"/>
                      <a:pt x="227" y="184"/>
                    </a:cubicBezTo>
                    <a:lnTo>
                      <a:pt x="227" y="183"/>
                    </a:lnTo>
                    <a:cubicBezTo>
                      <a:pt x="226" y="172"/>
                      <a:pt x="225" y="162"/>
                      <a:pt x="224" y="151"/>
                    </a:cubicBezTo>
                    <a:cubicBezTo>
                      <a:pt x="222" y="143"/>
                      <a:pt x="219" y="135"/>
                      <a:pt x="217" y="126"/>
                    </a:cubicBezTo>
                    <a:cubicBezTo>
                      <a:pt x="214" y="117"/>
                      <a:pt x="211" y="109"/>
                      <a:pt x="207" y="101"/>
                    </a:cubicBezTo>
                    <a:lnTo>
                      <a:pt x="207" y="100"/>
                    </a:lnTo>
                    <a:cubicBezTo>
                      <a:pt x="202" y="90"/>
                      <a:pt x="196" y="80"/>
                      <a:pt x="190" y="70"/>
                    </a:cubicBezTo>
                    <a:cubicBezTo>
                      <a:pt x="190" y="71"/>
                      <a:pt x="190" y="72"/>
                      <a:pt x="190" y="73"/>
                    </a:cubicBezTo>
                    <a:cubicBezTo>
                      <a:pt x="192" y="80"/>
                      <a:pt x="193" y="86"/>
                      <a:pt x="193" y="92"/>
                    </a:cubicBezTo>
                    <a:cubicBezTo>
                      <a:pt x="195" y="102"/>
                      <a:pt x="196" y="114"/>
                      <a:pt x="197" y="124"/>
                    </a:cubicBezTo>
                    <a:cubicBezTo>
                      <a:pt x="197" y="140"/>
                      <a:pt x="196" y="155"/>
                      <a:pt x="194" y="171"/>
                    </a:cubicBezTo>
                    <a:cubicBezTo>
                      <a:pt x="193" y="178"/>
                      <a:pt x="192" y="186"/>
                      <a:pt x="190" y="194"/>
                    </a:cubicBezTo>
                    <a:cubicBezTo>
                      <a:pt x="188" y="203"/>
                      <a:pt x="186" y="212"/>
                      <a:pt x="183" y="221"/>
                    </a:cubicBezTo>
                    <a:cubicBezTo>
                      <a:pt x="180" y="232"/>
                      <a:pt x="177" y="243"/>
                      <a:pt x="172" y="253"/>
                    </a:cubicBezTo>
                    <a:cubicBezTo>
                      <a:pt x="169" y="258"/>
                      <a:pt x="166" y="263"/>
                      <a:pt x="162" y="267"/>
                    </a:cubicBezTo>
                    <a:cubicBezTo>
                      <a:pt x="159" y="271"/>
                      <a:pt x="155" y="275"/>
                      <a:pt x="151" y="278"/>
                    </a:cubicBezTo>
                    <a:cubicBezTo>
                      <a:pt x="147" y="280"/>
                      <a:pt x="142" y="282"/>
                      <a:pt x="137" y="283"/>
                    </a:cubicBezTo>
                    <a:cubicBezTo>
                      <a:pt x="133" y="283"/>
                      <a:pt x="128" y="282"/>
                      <a:pt x="124" y="280"/>
                    </a:cubicBezTo>
                    <a:cubicBezTo>
                      <a:pt x="115" y="274"/>
                      <a:pt x="111" y="264"/>
                      <a:pt x="108" y="256"/>
                    </a:cubicBezTo>
                    <a:cubicBezTo>
                      <a:pt x="106" y="249"/>
                      <a:pt x="104" y="243"/>
                      <a:pt x="104" y="236"/>
                    </a:cubicBezTo>
                    <a:cubicBezTo>
                      <a:pt x="102" y="238"/>
                      <a:pt x="101" y="239"/>
                      <a:pt x="100" y="241"/>
                    </a:cubicBezTo>
                    <a:cubicBezTo>
                      <a:pt x="96" y="247"/>
                      <a:pt x="92" y="252"/>
                      <a:pt x="87" y="257"/>
                    </a:cubicBezTo>
                    <a:cubicBezTo>
                      <a:pt x="81" y="263"/>
                      <a:pt x="76" y="269"/>
                      <a:pt x="70" y="274"/>
                    </a:cubicBezTo>
                    <a:cubicBezTo>
                      <a:pt x="65" y="278"/>
                      <a:pt x="60" y="283"/>
                      <a:pt x="53" y="286"/>
                    </a:cubicBezTo>
                    <a:cubicBezTo>
                      <a:pt x="48" y="290"/>
                      <a:pt x="40" y="292"/>
                      <a:pt x="33" y="292"/>
                    </a:cubicBezTo>
                    <a:cubicBezTo>
                      <a:pt x="30" y="292"/>
                      <a:pt x="27" y="292"/>
                      <a:pt x="23" y="291"/>
                    </a:cubicBezTo>
                    <a:cubicBezTo>
                      <a:pt x="20" y="291"/>
                      <a:pt x="18" y="290"/>
                      <a:pt x="16" y="288"/>
                    </a:cubicBezTo>
                    <a:cubicBezTo>
                      <a:pt x="13" y="287"/>
                      <a:pt x="11" y="285"/>
                      <a:pt x="10" y="283"/>
                    </a:cubicBezTo>
                    <a:cubicBezTo>
                      <a:pt x="7" y="281"/>
                      <a:pt x="6" y="278"/>
                      <a:pt x="4" y="275"/>
                    </a:cubicBezTo>
                    <a:cubicBezTo>
                      <a:pt x="2" y="269"/>
                      <a:pt x="0" y="262"/>
                      <a:pt x="0" y="256"/>
                    </a:cubicBezTo>
                    <a:cubicBezTo>
                      <a:pt x="0" y="248"/>
                      <a:pt x="1" y="241"/>
                      <a:pt x="2" y="234"/>
                    </a:cubicBezTo>
                    <a:cubicBezTo>
                      <a:pt x="5" y="220"/>
                      <a:pt x="10" y="205"/>
                      <a:pt x="18" y="193"/>
                    </a:cubicBezTo>
                    <a:cubicBezTo>
                      <a:pt x="23" y="189"/>
                      <a:pt x="27" y="184"/>
                      <a:pt x="32" y="180"/>
                    </a:cubicBezTo>
                    <a:cubicBezTo>
                      <a:pt x="34" y="178"/>
                      <a:pt x="37" y="176"/>
                      <a:pt x="40" y="175"/>
                    </a:cubicBezTo>
                    <a:cubicBezTo>
                      <a:pt x="43" y="173"/>
                      <a:pt x="46" y="172"/>
                      <a:pt x="50" y="172"/>
                    </a:cubicBezTo>
                    <a:cubicBezTo>
                      <a:pt x="58" y="171"/>
                      <a:pt x="66" y="172"/>
                      <a:pt x="74" y="175"/>
                    </a:cubicBezTo>
                    <a:cubicBezTo>
                      <a:pt x="81" y="178"/>
                      <a:pt x="88" y="181"/>
                      <a:pt x="94" y="186"/>
                    </a:cubicBezTo>
                    <a:cubicBezTo>
                      <a:pt x="97" y="188"/>
                      <a:pt x="99" y="191"/>
                      <a:pt x="102" y="195"/>
                    </a:cubicBezTo>
                    <a:cubicBezTo>
                      <a:pt x="104" y="192"/>
                      <a:pt x="107" y="190"/>
                      <a:pt x="111" y="190"/>
                    </a:cubicBezTo>
                    <a:cubicBezTo>
                      <a:pt x="115" y="191"/>
                      <a:pt x="118" y="193"/>
                      <a:pt x="120" y="197"/>
                    </a:cubicBezTo>
                    <a:cubicBezTo>
                      <a:pt x="121" y="200"/>
                      <a:pt x="122" y="203"/>
                      <a:pt x="122" y="206"/>
                    </a:cubicBezTo>
                    <a:cubicBezTo>
                      <a:pt x="122" y="209"/>
                      <a:pt x="122" y="211"/>
                      <a:pt x="122" y="213"/>
                    </a:cubicBezTo>
                    <a:cubicBezTo>
                      <a:pt x="122" y="217"/>
                      <a:pt x="122" y="220"/>
                      <a:pt x="123" y="223"/>
                    </a:cubicBezTo>
                    <a:cubicBezTo>
                      <a:pt x="123" y="228"/>
                      <a:pt x="123" y="232"/>
                      <a:pt x="124" y="237"/>
                    </a:cubicBezTo>
                    <a:cubicBezTo>
                      <a:pt x="125" y="241"/>
                      <a:pt x="126" y="245"/>
                      <a:pt x="127" y="250"/>
                    </a:cubicBezTo>
                    <a:cubicBezTo>
                      <a:pt x="127" y="251"/>
                      <a:pt x="128" y="253"/>
                      <a:pt x="129" y="255"/>
                    </a:cubicBezTo>
                    <a:cubicBezTo>
                      <a:pt x="130" y="256"/>
                      <a:pt x="130" y="257"/>
                      <a:pt x="131" y="257"/>
                    </a:cubicBezTo>
                    <a:cubicBezTo>
                      <a:pt x="131" y="258"/>
                      <a:pt x="131" y="259"/>
                      <a:pt x="132" y="259"/>
                    </a:cubicBezTo>
                    <a:cubicBezTo>
                      <a:pt x="133" y="260"/>
                      <a:pt x="133" y="260"/>
                      <a:pt x="133" y="261"/>
                    </a:cubicBezTo>
                    <a:cubicBezTo>
                      <a:pt x="133" y="260"/>
                      <a:pt x="133" y="260"/>
                      <a:pt x="133" y="260"/>
                    </a:cubicBezTo>
                    <a:cubicBezTo>
                      <a:pt x="133" y="260"/>
                      <a:pt x="133" y="261"/>
                      <a:pt x="134" y="261"/>
                    </a:cubicBezTo>
                    <a:lnTo>
                      <a:pt x="134" y="262"/>
                    </a:lnTo>
                    <a:lnTo>
                      <a:pt x="135" y="262"/>
                    </a:lnTo>
                    <a:lnTo>
                      <a:pt x="136" y="262"/>
                    </a:lnTo>
                    <a:lnTo>
                      <a:pt x="137" y="262"/>
                    </a:lnTo>
                    <a:cubicBezTo>
                      <a:pt x="137" y="261"/>
                      <a:pt x="138" y="261"/>
                      <a:pt x="138" y="261"/>
                    </a:cubicBezTo>
                    <a:lnTo>
                      <a:pt x="139" y="260"/>
                    </a:lnTo>
                    <a:cubicBezTo>
                      <a:pt x="140" y="260"/>
                      <a:pt x="140" y="260"/>
                      <a:pt x="140" y="259"/>
                    </a:cubicBezTo>
                    <a:cubicBezTo>
                      <a:pt x="142" y="258"/>
                      <a:pt x="144" y="256"/>
                      <a:pt x="145" y="255"/>
                    </a:cubicBezTo>
                    <a:cubicBezTo>
                      <a:pt x="147" y="253"/>
                      <a:pt x="149" y="250"/>
                      <a:pt x="150" y="248"/>
                    </a:cubicBezTo>
                    <a:cubicBezTo>
                      <a:pt x="152" y="246"/>
                      <a:pt x="154" y="243"/>
                      <a:pt x="155" y="241"/>
                    </a:cubicBezTo>
                    <a:cubicBezTo>
                      <a:pt x="157" y="238"/>
                      <a:pt x="158" y="234"/>
                      <a:pt x="159" y="231"/>
                    </a:cubicBezTo>
                    <a:cubicBezTo>
                      <a:pt x="162" y="224"/>
                      <a:pt x="165" y="216"/>
                      <a:pt x="166" y="208"/>
                    </a:cubicBezTo>
                    <a:cubicBezTo>
                      <a:pt x="168" y="204"/>
                      <a:pt x="169" y="200"/>
                      <a:pt x="170" y="196"/>
                    </a:cubicBezTo>
                    <a:cubicBezTo>
                      <a:pt x="173" y="181"/>
                      <a:pt x="176" y="166"/>
                      <a:pt x="177" y="151"/>
                    </a:cubicBezTo>
                    <a:cubicBezTo>
                      <a:pt x="178" y="141"/>
                      <a:pt x="178" y="130"/>
                      <a:pt x="178" y="120"/>
                    </a:cubicBezTo>
                    <a:cubicBezTo>
                      <a:pt x="178" y="111"/>
                      <a:pt x="176" y="102"/>
                      <a:pt x="175" y="93"/>
                    </a:cubicBezTo>
                    <a:cubicBezTo>
                      <a:pt x="174" y="87"/>
                      <a:pt x="173" y="81"/>
                      <a:pt x="172" y="75"/>
                    </a:cubicBezTo>
                    <a:cubicBezTo>
                      <a:pt x="172" y="76"/>
                      <a:pt x="172" y="76"/>
                      <a:pt x="172" y="77"/>
                    </a:cubicBezTo>
                    <a:cubicBezTo>
                      <a:pt x="169" y="61"/>
                      <a:pt x="166" y="45"/>
                      <a:pt x="161" y="29"/>
                    </a:cubicBezTo>
                    <a:cubicBezTo>
                      <a:pt x="159" y="26"/>
                      <a:pt x="158" y="22"/>
                      <a:pt x="157" y="19"/>
                    </a:cubicBezTo>
                    <a:cubicBezTo>
                      <a:pt x="157" y="19"/>
                      <a:pt x="157" y="18"/>
                      <a:pt x="157" y="17"/>
                    </a:cubicBezTo>
                    <a:cubicBezTo>
                      <a:pt x="154" y="12"/>
                      <a:pt x="155" y="6"/>
                      <a:pt x="161" y="3"/>
                    </a:cubicBezTo>
                    <a:cubicBezTo>
                      <a:pt x="166" y="0"/>
                      <a:pt x="172" y="2"/>
                      <a:pt x="175" y="7"/>
                    </a:cubicBezTo>
                    <a:cubicBezTo>
                      <a:pt x="177" y="10"/>
                      <a:pt x="179" y="13"/>
                      <a:pt x="180" y="16"/>
                    </a:cubicBezTo>
                    <a:cubicBezTo>
                      <a:pt x="183" y="19"/>
                      <a:pt x="185" y="23"/>
                      <a:pt x="187" y="27"/>
                    </a:cubicBezTo>
                    <a:cubicBezTo>
                      <a:pt x="193" y="35"/>
                      <a:pt x="198" y="44"/>
                      <a:pt x="203" y="52"/>
                    </a:cubicBezTo>
                    <a:cubicBezTo>
                      <a:pt x="206" y="58"/>
                      <a:pt x="210" y="63"/>
                      <a:pt x="212" y="68"/>
                    </a:cubicBezTo>
                    <a:cubicBezTo>
                      <a:pt x="220" y="81"/>
                      <a:pt x="227" y="95"/>
                      <a:pt x="232" y="110"/>
                    </a:cubicBezTo>
                    <a:cubicBezTo>
                      <a:pt x="238" y="125"/>
                      <a:pt x="241" y="140"/>
                      <a:pt x="244" y="156"/>
                    </a:cubicBezTo>
                    <a:cubicBezTo>
                      <a:pt x="246" y="171"/>
                      <a:pt x="247" y="187"/>
                      <a:pt x="246" y="203"/>
                    </a:cubicBezTo>
                    <a:cubicBezTo>
                      <a:pt x="246" y="218"/>
                      <a:pt x="244" y="234"/>
                      <a:pt x="241" y="249"/>
                    </a:cubicBezTo>
                    <a:cubicBezTo>
                      <a:pt x="238" y="264"/>
                      <a:pt x="232" y="279"/>
                      <a:pt x="226" y="293"/>
                    </a:cubicBezTo>
                    <a:cubicBezTo>
                      <a:pt x="215" y="317"/>
                      <a:pt x="201" y="339"/>
                      <a:pt x="186" y="361"/>
                    </a:cubicBezTo>
                    <a:cubicBezTo>
                      <a:pt x="179" y="372"/>
                      <a:pt x="171" y="383"/>
                      <a:pt x="164" y="393"/>
                    </a:cubicBezTo>
                    <a:cubicBezTo>
                      <a:pt x="147" y="417"/>
                      <a:pt x="131" y="440"/>
                      <a:pt x="115" y="464"/>
                    </a:cubicBezTo>
                    <a:cubicBezTo>
                      <a:pt x="113" y="466"/>
                      <a:pt x="110" y="468"/>
                      <a:pt x="106" y="468"/>
                    </a:cubicBezTo>
                    <a:cubicBezTo>
                      <a:pt x="105" y="468"/>
                      <a:pt x="104" y="467"/>
                      <a:pt x="102" y="46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1" name="Google Shape;3561;p40">
                <a:extLst>
                  <a:ext uri="{FF2B5EF4-FFF2-40B4-BE49-F238E27FC236}">
                    <a16:creationId xmlns:a16="http://schemas.microsoft.com/office/drawing/2014/main" id="{E89BE737-54AE-9501-D765-F532984DDF82}"/>
                  </a:ext>
                </a:extLst>
              </p:cNvPr>
              <p:cNvSpPr/>
              <p:nvPr/>
            </p:nvSpPr>
            <p:spPr>
              <a:xfrm>
                <a:off x="471240" y="4776480"/>
                <a:ext cx="62640" cy="80280"/>
              </a:xfrm>
              <a:custGeom>
                <a:avLst/>
                <a:gdLst/>
                <a:ahLst/>
                <a:cxnLst/>
                <a:rect l="l" t="t" r="r" b="b"/>
                <a:pathLst>
                  <a:path w="174" h="223" extrusionOk="0">
                    <a:moveTo>
                      <a:pt x="91" y="222"/>
                    </a:moveTo>
                    <a:cubicBezTo>
                      <a:pt x="85" y="222"/>
                      <a:pt x="79" y="220"/>
                      <a:pt x="74" y="217"/>
                    </a:cubicBezTo>
                    <a:cubicBezTo>
                      <a:pt x="69" y="214"/>
                      <a:pt x="65" y="210"/>
                      <a:pt x="61" y="205"/>
                    </a:cubicBezTo>
                    <a:cubicBezTo>
                      <a:pt x="53" y="196"/>
                      <a:pt x="48" y="184"/>
                      <a:pt x="44" y="172"/>
                    </a:cubicBezTo>
                    <a:cubicBezTo>
                      <a:pt x="40" y="159"/>
                      <a:pt x="39" y="145"/>
                      <a:pt x="39" y="132"/>
                    </a:cubicBezTo>
                    <a:cubicBezTo>
                      <a:pt x="39" y="118"/>
                      <a:pt x="40" y="105"/>
                      <a:pt x="43" y="91"/>
                    </a:cubicBezTo>
                    <a:cubicBezTo>
                      <a:pt x="44" y="86"/>
                      <a:pt x="46" y="79"/>
                      <a:pt x="49" y="74"/>
                    </a:cubicBezTo>
                    <a:cubicBezTo>
                      <a:pt x="51" y="70"/>
                      <a:pt x="56" y="66"/>
                      <a:pt x="62" y="66"/>
                    </a:cubicBezTo>
                    <a:cubicBezTo>
                      <a:pt x="65" y="66"/>
                      <a:pt x="69" y="69"/>
                      <a:pt x="72" y="72"/>
                    </a:cubicBezTo>
                    <a:cubicBezTo>
                      <a:pt x="74" y="74"/>
                      <a:pt x="75" y="77"/>
                      <a:pt x="75" y="81"/>
                    </a:cubicBezTo>
                    <a:cubicBezTo>
                      <a:pt x="74" y="86"/>
                      <a:pt x="70" y="90"/>
                      <a:pt x="65" y="90"/>
                    </a:cubicBezTo>
                    <a:cubicBezTo>
                      <a:pt x="64" y="94"/>
                      <a:pt x="64" y="97"/>
                      <a:pt x="62" y="101"/>
                    </a:cubicBezTo>
                    <a:cubicBezTo>
                      <a:pt x="61" y="106"/>
                      <a:pt x="61" y="112"/>
                      <a:pt x="60" y="118"/>
                    </a:cubicBezTo>
                    <a:cubicBezTo>
                      <a:pt x="60" y="125"/>
                      <a:pt x="60" y="132"/>
                      <a:pt x="60" y="139"/>
                    </a:cubicBezTo>
                    <a:cubicBezTo>
                      <a:pt x="60" y="145"/>
                      <a:pt x="61" y="151"/>
                      <a:pt x="62" y="157"/>
                    </a:cubicBezTo>
                    <a:cubicBezTo>
                      <a:pt x="62" y="162"/>
                      <a:pt x="64" y="167"/>
                      <a:pt x="65" y="172"/>
                    </a:cubicBezTo>
                    <a:cubicBezTo>
                      <a:pt x="66" y="175"/>
                      <a:pt x="67" y="178"/>
                      <a:pt x="69" y="181"/>
                    </a:cubicBezTo>
                    <a:cubicBezTo>
                      <a:pt x="69" y="183"/>
                      <a:pt x="71" y="185"/>
                      <a:pt x="72" y="188"/>
                    </a:cubicBezTo>
                    <a:cubicBezTo>
                      <a:pt x="73" y="189"/>
                      <a:pt x="74" y="190"/>
                      <a:pt x="75" y="192"/>
                    </a:cubicBezTo>
                    <a:cubicBezTo>
                      <a:pt x="76" y="193"/>
                      <a:pt x="78" y="195"/>
                      <a:pt x="79" y="196"/>
                    </a:cubicBezTo>
                    <a:cubicBezTo>
                      <a:pt x="81" y="197"/>
                      <a:pt x="82" y="198"/>
                      <a:pt x="83" y="199"/>
                    </a:cubicBezTo>
                    <a:lnTo>
                      <a:pt x="84" y="200"/>
                    </a:lnTo>
                    <a:cubicBezTo>
                      <a:pt x="85" y="200"/>
                      <a:pt x="87" y="201"/>
                      <a:pt x="88" y="201"/>
                    </a:cubicBezTo>
                    <a:cubicBezTo>
                      <a:pt x="89" y="201"/>
                      <a:pt x="89" y="201"/>
                      <a:pt x="90" y="202"/>
                    </a:cubicBezTo>
                    <a:lnTo>
                      <a:pt x="92" y="202"/>
                    </a:lnTo>
                    <a:lnTo>
                      <a:pt x="93" y="202"/>
                    </a:lnTo>
                    <a:cubicBezTo>
                      <a:pt x="95" y="202"/>
                      <a:pt x="96" y="202"/>
                      <a:pt x="97" y="202"/>
                    </a:cubicBezTo>
                    <a:cubicBezTo>
                      <a:pt x="97" y="201"/>
                      <a:pt x="98" y="201"/>
                      <a:pt x="99" y="201"/>
                    </a:cubicBezTo>
                    <a:cubicBezTo>
                      <a:pt x="100" y="201"/>
                      <a:pt x="101" y="200"/>
                      <a:pt x="102" y="200"/>
                    </a:cubicBezTo>
                    <a:cubicBezTo>
                      <a:pt x="103" y="200"/>
                      <a:pt x="104" y="199"/>
                      <a:pt x="104" y="199"/>
                    </a:cubicBezTo>
                    <a:cubicBezTo>
                      <a:pt x="106" y="197"/>
                      <a:pt x="107" y="197"/>
                      <a:pt x="108" y="196"/>
                    </a:cubicBezTo>
                    <a:cubicBezTo>
                      <a:pt x="110" y="194"/>
                      <a:pt x="112" y="192"/>
                      <a:pt x="114" y="190"/>
                    </a:cubicBezTo>
                    <a:cubicBezTo>
                      <a:pt x="116" y="188"/>
                      <a:pt x="118" y="186"/>
                      <a:pt x="120" y="183"/>
                    </a:cubicBezTo>
                    <a:lnTo>
                      <a:pt x="120" y="184"/>
                    </a:lnTo>
                    <a:cubicBezTo>
                      <a:pt x="124" y="178"/>
                      <a:pt x="127" y="172"/>
                      <a:pt x="130" y="167"/>
                    </a:cubicBezTo>
                    <a:cubicBezTo>
                      <a:pt x="131" y="166"/>
                      <a:pt x="131" y="166"/>
                      <a:pt x="131" y="165"/>
                    </a:cubicBezTo>
                    <a:cubicBezTo>
                      <a:pt x="131" y="166"/>
                      <a:pt x="131" y="166"/>
                      <a:pt x="131" y="166"/>
                    </a:cubicBezTo>
                    <a:cubicBezTo>
                      <a:pt x="135" y="158"/>
                      <a:pt x="138" y="150"/>
                      <a:pt x="142" y="141"/>
                    </a:cubicBezTo>
                    <a:cubicBezTo>
                      <a:pt x="145" y="133"/>
                      <a:pt x="148" y="124"/>
                      <a:pt x="149" y="115"/>
                    </a:cubicBezTo>
                    <a:cubicBezTo>
                      <a:pt x="151" y="109"/>
                      <a:pt x="152" y="102"/>
                      <a:pt x="153" y="96"/>
                    </a:cubicBezTo>
                    <a:cubicBezTo>
                      <a:pt x="153" y="93"/>
                      <a:pt x="153" y="90"/>
                      <a:pt x="153" y="87"/>
                    </a:cubicBezTo>
                    <a:cubicBezTo>
                      <a:pt x="153" y="83"/>
                      <a:pt x="152" y="79"/>
                      <a:pt x="152" y="76"/>
                    </a:cubicBezTo>
                    <a:cubicBezTo>
                      <a:pt x="151" y="73"/>
                      <a:pt x="150" y="70"/>
                      <a:pt x="149" y="67"/>
                    </a:cubicBezTo>
                    <a:cubicBezTo>
                      <a:pt x="149" y="64"/>
                      <a:pt x="148" y="62"/>
                      <a:pt x="146" y="59"/>
                    </a:cubicBezTo>
                    <a:cubicBezTo>
                      <a:pt x="145" y="55"/>
                      <a:pt x="143" y="52"/>
                      <a:pt x="141" y="49"/>
                    </a:cubicBezTo>
                    <a:cubicBezTo>
                      <a:pt x="139" y="46"/>
                      <a:pt x="137" y="44"/>
                      <a:pt x="135" y="41"/>
                    </a:cubicBezTo>
                    <a:cubicBezTo>
                      <a:pt x="134" y="39"/>
                      <a:pt x="131" y="37"/>
                      <a:pt x="129" y="34"/>
                    </a:cubicBezTo>
                    <a:cubicBezTo>
                      <a:pt x="127" y="33"/>
                      <a:pt x="124" y="30"/>
                      <a:pt x="122" y="28"/>
                    </a:cubicBezTo>
                    <a:cubicBezTo>
                      <a:pt x="120" y="27"/>
                      <a:pt x="118" y="27"/>
                      <a:pt x="117" y="26"/>
                    </a:cubicBezTo>
                    <a:cubicBezTo>
                      <a:pt x="114" y="24"/>
                      <a:pt x="112" y="23"/>
                      <a:pt x="110" y="23"/>
                    </a:cubicBezTo>
                    <a:cubicBezTo>
                      <a:pt x="108" y="22"/>
                      <a:pt x="106" y="21"/>
                      <a:pt x="104" y="21"/>
                    </a:cubicBezTo>
                    <a:cubicBezTo>
                      <a:pt x="103" y="20"/>
                      <a:pt x="102" y="20"/>
                      <a:pt x="100" y="20"/>
                    </a:cubicBezTo>
                    <a:cubicBezTo>
                      <a:pt x="99" y="20"/>
                      <a:pt x="97" y="20"/>
                      <a:pt x="96" y="20"/>
                    </a:cubicBezTo>
                    <a:cubicBezTo>
                      <a:pt x="95" y="20"/>
                      <a:pt x="92" y="20"/>
                      <a:pt x="90" y="21"/>
                    </a:cubicBezTo>
                    <a:cubicBezTo>
                      <a:pt x="87" y="21"/>
                      <a:pt x="84" y="23"/>
                      <a:pt x="81" y="23"/>
                    </a:cubicBezTo>
                    <a:lnTo>
                      <a:pt x="82" y="23"/>
                    </a:lnTo>
                    <a:cubicBezTo>
                      <a:pt x="74" y="26"/>
                      <a:pt x="67" y="28"/>
                      <a:pt x="60" y="31"/>
                    </a:cubicBezTo>
                    <a:cubicBezTo>
                      <a:pt x="52" y="35"/>
                      <a:pt x="44" y="40"/>
                      <a:pt x="36" y="43"/>
                    </a:cubicBezTo>
                    <a:cubicBezTo>
                      <a:pt x="29" y="47"/>
                      <a:pt x="22" y="50"/>
                      <a:pt x="15" y="54"/>
                    </a:cubicBezTo>
                    <a:cubicBezTo>
                      <a:pt x="11" y="56"/>
                      <a:pt x="5" y="55"/>
                      <a:pt x="3" y="50"/>
                    </a:cubicBezTo>
                    <a:cubicBezTo>
                      <a:pt x="0" y="45"/>
                      <a:pt x="1" y="40"/>
                      <a:pt x="6" y="37"/>
                    </a:cubicBezTo>
                    <a:cubicBezTo>
                      <a:pt x="14" y="33"/>
                      <a:pt x="21" y="29"/>
                      <a:pt x="29" y="26"/>
                    </a:cubicBezTo>
                    <a:cubicBezTo>
                      <a:pt x="39" y="21"/>
                      <a:pt x="48" y="15"/>
                      <a:pt x="59" y="11"/>
                    </a:cubicBezTo>
                    <a:cubicBezTo>
                      <a:pt x="66" y="8"/>
                      <a:pt x="73" y="6"/>
                      <a:pt x="79" y="3"/>
                    </a:cubicBezTo>
                    <a:cubicBezTo>
                      <a:pt x="87" y="2"/>
                      <a:pt x="94" y="0"/>
                      <a:pt x="102" y="1"/>
                    </a:cubicBezTo>
                    <a:cubicBezTo>
                      <a:pt x="115" y="2"/>
                      <a:pt x="128" y="9"/>
                      <a:pt x="139" y="17"/>
                    </a:cubicBezTo>
                    <a:cubicBezTo>
                      <a:pt x="149" y="27"/>
                      <a:pt x="158" y="38"/>
                      <a:pt x="164" y="51"/>
                    </a:cubicBezTo>
                    <a:cubicBezTo>
                      <a:pt x="170" y="65"/>
                      <a:pt x="173" y="79"/>
                      <a:pt x="172" y="94"/>
                    </a:cubicBezTo>
                    <a:cubicBezTo>
                      <a:pt x="172" y="101"/>
                      <a:pt x="171" y="109"/>
                      <a:pt x="169" y="116"/>
                    </a:cubicBezTo>
                    <a:cubicBezTo>
                      <a:pt x="168" y="124"/>
                      <a:pt x="166" y="132"/>
                      <a:pt x="163" y="139"/>
                    </a:cubicBezTo>
                    <a:cubicBezTo>
                      <a:pt x="159" y="154"/>
                      <a:pt x="152" y="168"/>
                      <a:pt x="145" y="181"/>
                    </a:cubicBezTo>
                    <a:cubicBezTo>
                      <a:pt x="139" y="192"/>
                      <a:pt x="132" y="201"/>
                      <a:pt x="124" y="210"/>
                    </a:cubicBezTo>
                    <a:cubicBezTo>
                      <a:pt x="119" y="213"/>
                      <a:pt x="114" y="217"/>
                      <a:pt x="108" y="219"/>
                    </a:cubicBezTo>
                    <a:cubicBezTo>
                      <a:pt x="104" y="221"/>
                      <a:pt x="98" y="222"/>
                      <a:pt x="92" y="222"/>
                    </a:cubicBezTo>
                    <a:lnTo>
                      <a:pt x="91" y="22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2" name="Google Shape;3562;p40">
                <a:extLst>
                  <a:ext uri="{FF2B5EF4-FFF2-40B4-BE49-F238E27FC236}">
                    <a16:creationId xmlns:a16="http://schemas.microsoft.com/office/drawing/2014/main" id="{83D8E62F-38B2-980B-DDAB-FFCF2F12ED29}"/>
                  </a:ext>
                </a:extLst>
              </p:cNvPr>
              <p:cNvSpPr/>
              <p:nvPr/>
            </p:nvSpPr>
            <p:spPr>
              <a:xfrm>
                <a:off x="92520" y="4823280"/>
                <a:ext cx="37800" cy="17640"/>
              </a:xfrm>
              <a:custGeom>
                <a:avLst/>
                <a:gdLst/>
                <a:ahLst/>
                <a:cxnLst/>
                <a:rect l="l" t="t" r="r" b="b"/>
                <a:pathLst>
                  <a:path w="105" h="49" extrusionOk="0">
                    <a:moveTo>
                      <a:pt x="6" y="45"/>
                    </a:moveTo>
                    <a:cubicBezTo>
                      <a:pt x="4" y="44"/>
                      <a:pt x="2" y="41"/>
                      <a:pt x="2" y="38"/>
                    </a:cubicBezTo>
                    <a:cubicBezTo>
                      <a:pt x="0" y="35"/>
                      <a:pt x="2" y="33"/>
                      <a:pt x="3" y="30"/>
                    </a:cubicBezTo>
                    <a:cubicBezTo>
                      <a:pt x="6" y="24"/>
                      <a:pt x="13" y="22"/>
                      <a:pt x="18" y="20"/>
                    </a:cubicBezTo>
                    <a:cubicBezTo>
                      <a:pt x="23" y="18"/>
                      <a:pt x="28" y="16"/>
                      <a:pt x="33" y="15"/>
                    </a:cubicBezTo>
                    <a:cubicBezTo>
                      <a:pt x="39" y="13"/>
                      <a:pt x="45" y="11"/>
                      <a:pt x="52" y="10"/>
                    </a:cubicBezTo>
                    <a:cubicBezTo>
                      <a:pt x="65" y="7"/>
                      <a:pt x="78" y="4"/>
                      <a:pt x="91" y="1"/>
                    </a:cubicBezTo>
                    <a:cubicBezTo>
                      <a:pt x="96" y="0"/>
                      <a:pt x="102" y="3"/>
                      <a:pt x="103" y="8"/>
                    </a:cubicBezTo>
                    <a:cubicBezTo>
                      <a:pt x="104" y="13"/>
                      <a:pt x="101" y="19"/>
                      <a:pt x="95" y="20"/>
                    </a:cubicBezTo>
                    <a:cubicBezTo>
                      <a:pt x="85" y="23"/>
                      <a:pt x="74" y="25"/>
                      <a:pt x="64" y="28"/>
                    </a:cubicBezTo>
                    <a:cubicBezTo>
                      <a:pt x="55" y="31"/>
                      <a:pt x="45" y="33"/>
                      <a:pt x="35" y="36"/>
                    </a:cubicBezTo>
                    <a:cubicBezTo>
                      <a:pt x="32" y="37"/>
                      <a:pt x="28" y="38"/>
                      <a:pt x="25" y="40"/>
                    </a:cubicBezTo>
                    <a:lnTo>
                      <a:pt x="24" y="40"/>
                    </a:lnTo>
                    <a:cubicBezTo>
                      <a:pt x="24" y="42"/>
                      <a:pt x="23" y="44"/>
                      <a:pt x="21" y="44"/>
                    </a:cubicBezTo>
                    <a:cubicBezTo>
                      <a:pt x="19" y="45"/>
                      <a:pt x="17" y="46"/>
                      <a:pt x="16" y="47"/>
                    </a:cubicBezTo>
                    <a:cubicBezTo>
                      <a:pt x="15" y="47"/>
                      <a:pt x="14" y="48"/>
                      <a:pt x="13" y="48"/>
                    </a:cubicBezTo>
                    <a:cubicBezTo>
                      <a:pt x="11" y="48"/>
                      <a:pt x="9" y="46"/>
                      <a:pt x="6" y="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3" name="Google Shape;3563;p40">
                <a:extLst>
                  <a:ext uri="{FF2B5EF4-FFF2-40B4-BE49-F238E27FC236}">
                    <a16:creationId xmlns:a16="http://schemas.microsoft.com/office/drawing/2014/main" id="{02380B3F-AB65-9795-663D-61A8446177C0}"/>
                  </a:ext>
                </a:extLst>
              </p:cNvPr>
              <p:cNvSpPr/>
              <p:nvPr/>
            </p:nvSpPr>
            <p:spPr>
              <a:xfrm>
                <a:off x="172440" y="4765680"/>
                <a:ext cx="10152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167" extrusionOk="0">
                    <a:moveTo>
                      <a:pt x="48" y="110"/>
                    </a:moveTo>
                    <a:lnTo>
                      <a:pt x="49" y="110"/>
                    </a:lnTo>
                    <a:cubicBezTo>
                      <a:pt x="51" y="110"/>
                      <a:pt x="51" y="109"/>
                      <a:pt x="52" y="109"/>
                    </a:cubicBezTo>
                    <a:cubicBezTo>
                      <a:pt x="53" y="109"/>
                      <a:pt x="54" y="109"/>
                      <a:pt x="55" y="108"/>
                    </a:cubicBezTo>
                    <a:cubicBezTo>
                      <a:pt x="56" y="107"/>
                      <a:pt x="57" y="107"/>
                      <a:pt x="58" y="106"/>
                    </a:cubicBezTo>
                    <a:cubicBezTo>
                      <a:pt x="59" y="106"/>
                      <a:pt x="60" y="104"/>
                      <a:pt x="62" y="104"/>
                    </a:cubicBezTo>
                    <a:cubicBezTo>
                      <a:pt x="63" y="103"/>
                      <a:pt x="65" y="101"/>
                      <a:pt x="66" y="100"/>
                    </a:cubicBezTo>
                    <a:cubicBezTo>
                      <a:pt x="67" y="98"/>
                      <a:pt x="69" y="96"/>
                      <a:pt x="70" y="95"/>
                    </a:cubicBezTo>
                    <a:cubicBezTo>
                      <a:pt x="72" y="92"/>
                      <a:pt x="73" y="89"/>
                      <a:pt x="75" y="86"/>
                    </a:cubicBezTo>
                    <a:cubicBezTo>
                      <a:pt x="73" y="86"/>
                      <a:pt x="70" y="85"/>
                      <a:pt x="67" y="84"/>
                    </a:cubicBezTo>
                    <a:cubicBezTo>
                      <a:pt x="62" y="81"/>
                      <a:pt x="60" y="74"/>
                      <a:pt x="62" y="69"/>
                    </a:cubicBezTo>
                    <a:cubicBezTo>
                      <a:pt x="65" y="64"/>
                      <a:pt x="72" y="61"/>
                      <a:pt x="77" y="64"/>
                    </a:cubicBezTo>
                    <a:lnTo>
                      <a:pt x="78" y="64"/>
                    </a:lnTo>
                    <a:cubicBezTo>
                      <a:pt x="78" y="62"/>
                      <a:pt x="79" y="60"/>
                      <a:pt x="79" y="57"/>
                    </a:cubicBezTo>
                    <a:cubicBezTo>
                      <a:pt x="80" y="54"/>
                      <a:pt x="80" y="52"/>
                      <a:pt x="81" y="49"/>
                    </a:cubicBezTo>
                    <a:cubicBezTo>
                      <a:pt x="81" y="47"/>
                      <a:pt x="82" y="44"/>
                      <a:pt x="83" y="42"/>
                    </a:cubicBezTo>
                    <a:cubicBezTo>
                      <a:pt x="83" y="41"/>
                      <a:pt x="84" y="40"/>
                      <a:pt x="85" y="39"/>
                    </a:cubicBezTo>
                    <a:cubicBezTo>
                      <a:pt x="84" y="37"/>
                      <a:pt x="84" y="35"/>
                      <a:pt x="83" y="33"/>
                    </a:cubicBezTo>
                    <a:cubicBezTo>
                      <a:pt x="83" y="33"/>
                      <a:pt x="83" y="32"/>
                      <a:pt x="82" y="32"/>
                    </a:cubicBezTo>
                    <a:cubicBezTo>
                      <a:pt x="82" y="32"/>
                      <a:pt x="81" y="32"/>
                      <a:pt x="81" y="31"/>
                    </a:cubicBezTo>
                    <a:lnTo>
                      <a:pt x="81" y="30"/>
                    </a:lnTo>
                    <a:cubicBezTo>
                      <a:pt x="80" y="30"/>
                      <a:pt x="79" y="29"/>
                      <a:pt x="78" y="28"/>
                    </a:cubicBezTo>
                    <a:cubicBezTo>
                      <a:pt x="77" y="28"/>
                      <a:pt x="75" y="26"/>
                      <a:pt x="74" y="26"/>
                    </a:cubicBezTo>
                    <a:cubicBezTo>
                      <a:pt x="71" y="24"/>
                      <a:pt x="69" y="23"/>
                      <a:pt x="66" y="22"/>
                    </a:cubicBezTo>
                    <a:cubicBezTo>
                      <a:pt x="65" y="22"/>
                      <a:pt x="63" y="21"/>
                      <a:pt x="62" y="21"/>
                    </a:cubicBezTo>
                    <a:cubicBezTo>
                      <a:pt x="60" y="21"/>
                      <a:pt x="59" y="21"/>
                      <a:pt x="59" y="21"/>
                    </a:cubicBezTo>
                    <a:cubicBezTo>
                      <a:pt x="58" y="21"/>
                      <a:pt x="56" y="22"/>
                      <a:pt x="55" y="22"/>
                    </a:cubicBezTo>
                    <a:cubicBezTo>
                      <a:pt x="53" y="23"/>
                      <a:pt x="51" y="23"/>
                      <a:pt x="49" y="24"/>
                    </a:cubicBezTo>
                    <a:cubicBezTo>
                      <a:pt x="48" y="25"/>
                      <a:pt x="48" y="25"/>
                      <a:pt x="47" y="25"/>
                    </a:cubicBezTo>
                    <a:cubicBezTo>
                      <a:pt x="46" y="26"/>
                      <a:pt x="46" y="26"/>
                      <a:pt x="45" y="27"/>
                    </a:cubicBezTo>
                    <a:cubicBezTo>
                      <a:pt x="46" y="26"/>
                      <a:pt x="46" y="26"/>
                      <a:pt x="46" y="26"/>
                    </a:cubicBezTo>
                    <a:cubicBezTo>
                      <a:pt x="45" y="27"/>
                      <a:pt x="45" y="28"/>
                      <a:pt x="44" y="29"/>
                    </a:cubicBezTo>
                    <a:lnTo>
                      <a:pt x="44" y="28"/>
                    </a:lnTo>
                    <a:cubicBezTo>
                      <a:pt x="42" y="30"/>
                      <a:pt x="40" y="33"/>
                      <a:pt x="38" y="36"/>
                    </a:cubicBezTo>
                    <a:cubicBezTo>
                      <a:pt x="36" y="39"/>
                      <a:pt x="34" y="43"/>
                      <a:pt x="31" y="46"/>
                    </a:cubicBezTo>
                    <a:lnTo>
                      <a:pt x="32" y="46"/>
                    </a:lnTo>
                    <a:cubicBezTo>
                      <a:pt x="30" y="50"/>
                      <a:pt x="28" y="53"/>
                      <a:pt x="27" y="57"/>
                    </a:cubicBezTo>
                    <a:cubicBezTo>
                      <a:pt x="25" y="61"/>
                      <a:pt x="24" y="64"/>
                      <a:pt x="23" y="68"/>
                    </a:cubicBezTo>
                    <a:cubicBezTo>
                      <a:pt x="23" y="71"/>
                      <a:pt x="23" y="73"/>
                      <a:pt x="22" y="76"/>
                    </a:cubicBezTo>
                    <a:cubicBezTo>
                      <a:pt x="22" y="78"/>
                      <a:pt x="22" y="79"/>
                      <a:pt x="22" y="82"/>
                    </a:cubicBezTo>
                    <a:cubicBezTo>
                      <a:pt x="22" y="83"/>
                      <a:pt x="22" y="85"/>
                      <a:pt x="23" y="86"/>
                    </a:cubicBezTo>
                    <a:cubicBezTo>
                      <a:pt x="23" y="88"/>
                      <a:pt x="23" y="89"/>
                      <a:pt x="24" y="90"/>
                    </a:cubicBezTo>
                    <a:cubicBezTo>
                      <a:pt x="24" y="92"/>
                      <a:pt x="24" y="93"/>
                      <a:pt x="25" y="94"/>
                    </a:cubicBezTo>
                    <a:cubicBezTo>
                      <a:pt x="25" y="95"/>
                      <a:pt x="26" y="96"/>
                      <a:pt x="27" y="97"/>
                    </a:cubicBezTo>
                    <a:cubicBezTo>
                      <a:pt x="27" y="99"/>
                      <a:pt x="28" y="99"/>
                      <a:pt x="29" y="100"/>
                    </a:cubicBezTo>
                    <a:cubicBezTo>
                      <a:pt x="30" y="101"/>
                      <a:pt x="31" y="102"/>
                      <a:pt x="31" y="103"/>
                    </a:cubicBezTo>
                    <a:cubicBezTo>
                      <a:pt x="32" y="104"/>
                      <a:pt x="34" y="105"/>
                      <a:pt x="35" y="106"/>
                    </a:cubicBezTo>
                    <a:cubicBezTo>
                      <a:pt x="36" y="106"/>
                      <a:pt x="37" y="107"/>
                      <a:pt x="38" y="108"/>
                    </a:cubicBezTo>
                    <a:cubicBezTo>
                      <a:pt x="39" y="108"/>
                      <a:pt x="39" y="109"/>
                      <a:pt x="40" y="109"/>
                    </a:cubicBezTo>
                    <a:cubicBezTo>
                      <a:pt x="41" y="109"/>
                      <a:pt x="42" y="109"/>
                      <a:pt x="43" y="110"/>
                    </a:cubicBezTo>
                    <a:cubicBezTo>
                      <a:pt x="44" y="110"/>
                      <a:pt x="45" y="110"/>
                      <a:pt x="45" y="110"/>
                    </a:cubicBezTo>
                    <a:cubicBezTo>
                      <a:pt x="46" y="110"/>
                      <a:pt x="46" y="110"/>
                      <a:pt x="48" y="110"/>
                    </a:cubicBezTo>
                    <a:moveTo>
                      <a:pt x="136" y="166"/>
                    </a:moveTo>
                    <a:cubicBezTo>
                      <a:pt x="130" y="165"/>
                      <a:pt x="125" y="163"/>
                      <a:pt x="119" y="161"/>
                    </a:cubicBezTo>
                    <a:cubicBezTo>
                      <a:pt x="114" y="159"/>
                      <a:pt x="108" y="156"/>
                      <a:pt x="104" y="153"/>
                    </a:cubicBezTo>
                    <a:cubicBezTo>
                      <a:pt x="99" y="149"/>
                      <a:pt x="95" y="146"/>
                      <a:pt x="93" y="142"/>
                    </a:cubicBezTo>
                    <a:cubicBezTo>
                      <a:pt x="89" y="137"/>
                      <a:pt x="87" y="132"/>
                      <a:pt x="85" y="127"/>
                    </a:cubicBezTo>
                    <a:cubicBezTo>
                      <a:pt x="83" y="123"/>
                      <a:pt x="81" y="119"/>
                      <a:pt x="80" y="114"/>
                    </a:cubicBezTo>
                    <a:cubicBezTo>
                      <a:pt x="74" y="121"/>
                      <a:pt x="66" y="127"/>
                      <a:pt x="57" y="130"/>
                    </a:cubicBezTo>
                    <a:cubicBezTo>
                      <a:pt x="51" y="131"/>
                      <a:pt x="44" y="131"/>
                      <a:pt x="38" y="130"/>
                    </a:cubicBezTo>
                    <a:cubicBezTo>
                      <a:pt x="31" y="128"/>
                      <a:pt x="25" y="124"/>
                      <a:pt x="20" y="120"/>
                    </a:cubicBezTo>
                    <a:cubicBezTo>
                      <a:pt x="9" y="111"/>
                      <a:pt x="3" y="99"/>
                      <a:pt x="2" y="85"/>
                    </a:cubicBezTo>
                    <a:cubicBezTo>
                      <a:pt x="0" y="71"/>
                      <a:pt x="5" y="56"/>
                      <a:pt x="10" y="43"/>
                    </a:cubicBezTo>
                    <a:cubicBezTo>
                      <a:pt x="13" y="37"/>
                      <a:pt x="16" y="30"/>
                      <a:pt x="20" y="25"/>
                    </a:cubicBezTo>
                    <a:cubicBezTo>
                      <a:pt x="22" y="22"/>
                      <a:pt x="24" y="19"/>
                      <a:pt x="26" y="17"/>
                    </a:cubicBezTo>
                    <a:cubicBezTo>
                      <a:pt x="28" y="14"/>
                      <a:pt x="31" y="11"/>
                      <a:pt x="34" y="9"/>
                    </a:cubicBezTo>
                    <a:cubicBezTo>
                      <a:pt x="39" y="5"/>
                      <a:pt x="45" y="3"/>
                      <a:pt x="51" y="1"/>
                    </a:cubicBezTo>
                    <a:cubicBezTo>
                      <a:pt x="57" y="0"/>
                      <a:pt x="64" y="0"/>
                      <a:pt x="70" y="1"/>
                    </a:cubicBezTo>
                    <a:cubicBezTo>
                      <a:pt x="76" y="3"/>
                      <a:pt x="82" y="6"/>
                      <a:pt x="87" y="9"/>
                    </a:cubicBezTo>
                    <a:cubicBezTo>
                      <a:pt x="93" y="12"/>
                      <a:pt x="97" y="16"/>
                      <a:pt x="100" y="21"/>
                    </a:cubicBezTo>
                    <a:cubicBezTo>
                      <a:pt x="103" y="26"/>
                      <a:pt x="105" y="31"/>
                      <a:pt x="106" y="37"/>
                    </a:cubicBezTo>
                    <a:cubicBezTo>
                      <a:pt x="106" y="37"/>
                      <a:pt x="106" y="38"/>
                      <a:pt x="107" y="39"/>
                    </a:cubicBezTo>
                    <a:cubicBezTo>
                      <a:pt x="108" y="41"/>
                      <a:pt x="109" y="44"/>
                      <a:pt x="109" y="47"/>
                    </a:cubicBezTo>
                    <a:cubicBezTo>
                      <a:pt x="109" y="50"/>
                      <a:pt x="108" y="53"/>
                      <a:pt x="108" y="56"/>
                    </a:cubicBezTo>
                    <a:cubicBezTo>
                      <a:pt x="108" y="60"/>
                      <a:pt x="106" y="64"/>
                      <a:pt x="105" y="68"/>
                    </a:cubicBezTo>
                    <a:cubicBezTo>
                      <a:pt x="104" y="74"/>
                      <a:pt x="101" y="81"/>
                      <a:pt x="98" y="86"/>
                    </a:cubicBezTo>
                    <a:cubicBezTo>
                      <a:pt x="98" y="87"/>
                      <a:pt x="98" y="88"/>
                      <a:pt x="97" y="88"/>
                    </a:cubicBezTo>
                    <a:cubicBezTo>
                      <a:pt x="97" y="89"/>
                      <a:pt x="97" y="90"/>
                      <a:pt x="97" y="90"/>
                    </a:cubicBezTo>
                    <a:cubicBezTo>
                      <a:pt x="98" y="95"/>
                      <a:pt x="98" y="100"/>
                      <a:pt x="99" y="104"/>
                    </a:cubicBezTo>
                    <a:cubicBezTo>
                      <a:pt x="99" y="107"/>
                      <a:pt x="101" y="111"/>
                      <a:pt x="101" y="114"/>
                    </a:cubicBezTo>
                    <a:cubicBezTo>
                      <a:pt x="102" y="117"/>
                      <a:pt x="104" y="121"/>
                      <a:pt x="105" y="124"/>
                    </a:cubicBezTo>
                    <a:cubicBezTo>
                      <a:pt x="106" y="125"/>
                      <a:pt x="106" y="127"/>
                      <a:pt x="107" y="128"/>
                    </a:cubicBezTo>
                    <a:cubicBezTo>
                      <a:pt x="108" y="128"/>
                      <a:pt x="108" y="130"/>
                      <a:pt x="109" y="130"/>
                    </a:cubicBezTo>
                    <a:cubicBezTo>
                      <a:pt x="110" y="132"/>
                      <a:pt x="111" y="133"/>
                      <a:pt x="113" y="134"/>
                    </a:cubicBezTo>
                    <a:cubicBezTo>
                      <a:pt x="113" y="135"/>
                      <a:pt x="115" y="136"/>
                      <a:pt x="116" y="137"/>
                    </a:cubicBezTo>
                    <a:cubicBezTo>
                      <a:pt x="118" y="138"/>
                      <a:pt x="120" y="139"/>
                      <a:pt x="122" y="141"/>
                    </a:cubicBezTo>
                    <a:cubicBezTo>
                      <a:pt x="123" y="141"/>
                      <a:pt x="125" y="142"/>
                      <a:pt x="127" y="142"/>
                    </a:cubicBezTo>
                    <a:cubicBezTo>
                      <a:pt x="129" y="144"/>
                      <a:pt x="132" y="144"/>
                      <a:pt x="134" y="145"/>
                    </a:cubicBezTo>
                    <a:cubicBezTo>
                      <a:pt x="136" y="145"/>
                      <a:pt x="138" y="146"/>
                      <a:pt x="140" y="146"/>
                    </a:cubicBezTo>
                    <a:cubicBezTo>
                      <a:pt x="142" y="146"/>
                      <a:pt x="144" y="146"/>
                      <a:pt x="146" y="146"/>
                    </a:cubicBezTo>
                    <a:cubicBezTo>
                      <a:pt x="148" y="146"/>
                      <a:pt x="151" y="145"/>
                      <a:pt x="154" y="145"/>
                    </a:cubicBezTo>
                    <a:cubicBezTo>
                      <a:pt x="158" y="144"/>
                      <a:pt x="163" y="143"/>
                      <a:pt x="168" y="141"/>
                    </a:cubicBezTo>
                    <a:cubicBezTo>
                      <a:pt x="172" y="140"/>
                      <a:pt x="175" y="138"/>
                      <a:pt x="179" y="137"/>
                    </a:cubicBezTo>
                    <a:cubicBezTo>
                      <a:pt x="184" y="135"/>
                      <a:pt x="189" y="132"/>
                      <a:pt x="193" y="130"/>
                    </a:cubicBezTo>
                    <a:cubicBezTo>
                      <a:pt x="201" y="124"/>
                      <a:pt x="210" y="117"/>
                      <a:pt x="217" y="110"/>
                    </a:cubicBezTo>
                    <a:cubicBezTo>
                      <a:pt x="225" y="103"/>
                      <a:pt x="233" y="97"/>
                      <a:pt x="241" y="90"/>
                    </a:cubicBezTo>
                    <a:cubicBezTo>
                      <a:pt x="249" y="84"/>
                      <a:pt x="257" y="76"/>
                      <a:pt x="266" y="69"/>
                    </a:cubicBezTo>
                    <a:cubicBezTo>
                      <a:pt x="269" y="66"/>
                      <a:pt x="275" y="65"/>
                      <a:pt x="278" y="70"/>
                    </a:cubicBezTo>
                    <a:cubicBezTo>
                      <a:pt x="281" y="73"/>
                      <a:pt x="281" y="79"/>
                      <a:pt x="278" y="82"/>
                    </a:cubicBezTo>
                    <a:cubicBezTo>
                      <a:pt x="270" y="89"/>
                      <a:pt x="261" y="97"/>
                      <a:pt x="253" y="104"/>
                    </a:cubicBezTo>
                    <a:cubicBezTo>
                      <a:pt x="245" y="111"/>
                      <a:pt x="236" y="119"/>
                      <a:pt x="228" y="126"/>
                    </a:cubicBezTo>
                    <a:cubicBezTo>
                      <a:pt x="220" y="133"/>
                      <a:pt x="211" y="140"/>
                      <a:pt x="202" y="146"/>
                    </a:cubicBezTo>
                    <a:cubicBezTo>
                      <a:pt x="192" y="153"/>
                      <a:pt x="182" y="158"/>
                      <a:pt x="170" y="162"/>
                    </a:cubicBezTo>
                    <a:cubicBezTo>
                      <a:pt x="161" y="164"/>
                      <a:pt x="153" y="166"/>
                      <a:pt x="143" y="166"/>
                    </a:cubicBezTo>
                    <a:cubicBezTo>
                      <a:pt x="141" y="166"/>
                      <a:pt x="139" y="166"/>
                      <a:pt x="136" y="1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3564" name="Google Shape;3564;p40">
            <a:extLst>
              <a:ext uri="{FF2B5EF4-FFF2-40B4-BE49-F238E27FC236}">
                <a16:creationId xmlns:a16="http://schemas.microsoft.com/office/drawing/2014/main" id="{79137A32-2DA7-D94E-8188-729DEBB81C8F}"/>
              </a:ext>
            </a:extLst>
          </p:cNvPr>
          <p:cNvGrpSpPr/>
          <p:nvPr/>
        </p:nvGrpSpPr>
        <p:grpSpPr>
          <a:xfrm>
            <a:off x="12" y="4126930"/>
            <a:ext cx="1517957" cy="954145"/>
            <a:chOff x="7180" y="3374638"/>
            <a:chExt cx="705600" cy="443520"/>
          </a:xfrm>
        </p:grpSpPr>
        <p:sp>
          <p:nvSpPr>
            <p:cNvPr id="3565" name="Google Shape;3565;p40">
              <a:extLst>
                <a:ext uri="{FF2B5EF4-FFF2-40B4-BE49-F238E27FC236}">
                  <a16:creationId xmlns:a16="http://schemas.microsoft.com/office/drawing/2014/main" id="{A2D5BB70-F06A-4847-56E1-CB46B4CCFE3B}"/>
                </a:ext>
              </a:extLst>
            </p:cNvPr>
            <p:cNvSpPr/>
            <p:nvPr/>
          </p:nvSpPr>
          <p:spPr>
            <a:xfrm>
              <a:off x="116260" y="3465357"/>
              <a:ext cx="7560" cy="349200"/>
            </a:xfrm>
            <a:custGeom>
              <a:avLst/>
              <a:gdLst/>
              <a:ahLst/>
              <a:cxnLst/>
              <a:rect l="l" t="t" r="r" b="b"/>
              <a:pathLst>
                <a:path w="21" h="970" extrusionOk="0">
                  <a:moveTo>
                    <a:pt x="9" y="969"/>
                  </a:moveTo>
                  <a:cubicBezTo>
                    <a:pt x="4" y="969"/>
                    <a:pt x="0" y="964"/>
                    <a:pt x="0" y="958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4"/>
                    <a:pt x="4" y="0"/>
                    <a:pt x="9" y="0"/>
                  </a:cubicBezTo>
                  <a:cubicBezTo>
                    <a:pt x="15" y="0"/>
                    <a:pt x="20" y="4"/>
                    <a:pt x="20" y="10"/>
                  </a:cubicBezTo>
                  <a:cubicBezTo>
                    <a:pt x="20" y="958"/>
                    <a:pt x="20" y="958"/>
                    <a:pt x="20" y="958"/>
                  </a:cubicBezTo>
                  <a:cubicBezTo>
                    <a:pt x="20" y="964"/>
                    <a:pt x="15" y="969"/>
                    <a:pt x="9" y="96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6" name="Google Shape;3566;p40">
              <a:extLst>
                <a:ext uri="{FF2B5EF4-FFF2-40B4-BE49-F238E27FC236}">
                  <a16:creationId xmlns:a16="http://schemas.microsoft.com/office/drawing/2014/main" id="{55898C3C-D947-C1E0-29D6-EF4BC9C05F70}"/>
                </a:ext>
              </a:extLst>
            </p:cNvPr>
            <p:cNvSpPr/>
            <p:nvPr/>
          </p:nvSpPr>
          <p:spPr>
            <a:xfrm>
              <a:off x="122740" y="3800158"/>
              <a:ext cx="502920" cy="18000"/>
            </a:xfrm>
            <a:custGeom>
              <a:avLst/>
              <a:gdLst/>
              <a:ahLst/>
              <a:cxnLst/>
              <a:rect l="l" t="t" r="r" b="b"/>
              <a:pathLst>
                <a:path w="1397" h="50" extrusionOk="0">
                  <a:moveTo>
                    <a:pt x="490" y="49"/>
                  </a:moveTo>
                  <a:cubicBezTo>
                    <a:pt x="326" y="49"/>
                    <a:pt x="167" y="44"/>
                    <a:pt x="10" y="35"/>
                  </a:cubicBezTo>
                  <a:cubicBezTo>
                    <a:pt x="4" y="35"/>
                    <a:pt x="0" y="30"/>
                    <a:pt x="0" y="25"/>
                  </a:cubicBezTo>
                  <a:cubicBezTo>
                    <a:pt x="1" y="19"/>
                    <a:pt x="5" y="15"/>
                    <a:pt x="11" y="15"/>
                  </a:cubicBezTo>
                  <a:cubicBezTo>
                    <a:pt x="396" y="36"/>
                    <a:pt x="797" y="32"/>
                    <a:pt x="1237" y="0"/>
                  </a:cubicBezTo>
                  <a:cubicBezTo>
                    <a:pt x="1386" y="0"/>
                    <a:pt x="1386" y="0"/>
                    <a:pt x="1386" y="0"/>
                  </a:cubicBezTo>
                  <a:cubicBezTo>
                    <a:pt x="1392" y="0"/>
                    <a:pt x="1396" y="4"/>
                    <a:pt x="1396" y="9"/>
                  </a:cubicBezTo>
                  <a:cubicBezTo>
                    <a:pt x="1396" y="15"/>
                    <a:pt x="1392" y="20"/>
                    <a:pt x="1386" y="20"/>
                  </a:cubicBezTo>
                  <a:cubicBezTo>
                    <a:pt x="1238" y="20"/>
                    <a:pt x="1238" y="20"/>
                    <a:pt x="1238" y="20"/>
                  </a:cubicBezTo>
                  <a:cubicBezTo>
                    <a:pt x="976" y="39"/>
                    <a:pt x="728" y="49"/>
                    <a:pt x="490" y="4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7" name="Google Shape;3567;p40">
              <a:extLst>
                <a:ext uri="{FF2B5EF4-FFF2-40B4-BE49-F238E27FC236}">
                  <a16:creationId xmlns:a16="http://schemas.microsoft.com/office/drawing/2014/main" id="{C0835F2D-0C47-0EFC-CC0B-DD763D75DB0D}"/>
                </a:ext>
              </a:extLst>
            </p:cNvPr>
            <p:cNvSpPr/>
            <p:nvPr/>
          </p:nvSpPr>
          <p:spPr>
            <a:xfrm>
              <a:off x="123100" y="3478678"/>
              <a:ext cx="443160" cy="309600"/>
            </a:xfrm>
            <a:custGeom>
              <a:avLst/>
              <a:gdLst/>
              <a:ahLst/>
              <a:cxnLst/>
              <a:rect l="l" t="t" r="r" b="b"/>
              <a:pathLst>
                <a:path w="1231" h="860" extrusionOk="0">
                  <a:moveTo>
                    <a:pt x="11" y="859"/>
                  </a:moveTo>
                  <a:cubicBezTo>
                    <a:pt x="9" y="859"/>
                    <a:pt x="6" y="858"/>
                    <a:pt x="4" y="856"/>
                  </a:cubicBezTo>
                  <a:cubicBezTo>
                    <a:pt x="0" y="852"/>
                    <a:pt x="0" y="846"/>
                    <a:pt x="4" y="842"/>
                  </a:cubicBezTo>
                  <a:cubicBezTo>
                    <a:pt x="363" y="502"/>
                    <a:pt x="771" y="220"/>
                    <a:pt x="1214" y="3"/>
                  </a:cubicBezTo>
                  <a:cubicBezTo>
                    <a:pt x="1219" y="0"/>
                    <a:pt x="1225" y="2"/>
                    <a:pt x="1227" y="7"/>
                  </a:cubicBezTo>
                  <a:cubicBezTo>
                    <a:pt x="1230" y="12"/>
                    <a:pt x="1228" y="18"/>
                    <a:pt x="1223" y="21"/>
                  </a:cubicBezTo>
                  <a:cubicBezTo>
                    <a:pt x="781" y="237"/>
                    <a:pt x="376" y="519"/>
                    <a:pt x="18" y="856"/>
                  </a:cubicBezTo>
                  <a:cubicBezTo>
                    <a:pt x="17" y="859"/>
                    <a:pt x="14" y="859"/>
                    <a:pt x="11" y="85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" name="Google Shape;3568;p40">
              <a:extLst>
                <a:ext uri="{FF2B5EF4-FFF2-40B4-BE49-F238E27FC236}">
                  <a16:creationId xmlns:a16="http://schemas.microsoft.com/office/drawing/2014/main" id="{0B6F3DB6-C739-3DC6-0CE7-5919156D9876}"/>
                </a:ext>
              </a:extLst>
            </p:cNvPr>
            <p:cNvSpPr/>
            <p:nvPr/>
          </p:nvSpPr>
          <p:spPr>
            <a:xfrm>
              <a:off x="479140" y="3471838"/>
              <a:ext cx="106200" cy="88200"/>
            </a:xfrm>
            <a:custGeom>
              <a:avLst/>
              <a:gdLst/>
              <a:ahLst/>
              <a:cxnLst/>
              <a:rect l="l" t="t" r="r" b="b"/>
              <a:pathLst>
                <a:path w="295" h="245" extrusionOk="0">
                  <a:moveTo>
                    <a:pt x="155" y="244"/>
                  </a:moveTo>
                  <a:cubicBezTo>
                    <a:pt x="153" y="244"/>
                    <a:pt x="151" y="243"/>
                    <a:pt x="149" y="243"/>
                  </a:cubicBezTo>
                  <a:cubicBezTo>
                    <a:pt x="145" y="240"/>
                    <a:pt x="143" y="233"/>
                    <a:pt x="146" y="229"/>
                  </a:cubicBezTo>
                  <a:cubicBezTo>
                    <a:pt x="265" y="22"/>
                    <a:pt x="265" y="22"/>
                    <a:pt x="265" y="22"/>
                  </a:cubicBezTo>
                  <a:cubicBezTo>
                    <a:pt x="256" y="23"/>
                    <a:pt x="248" y="23"/>
                    <a:pt x="239" y="24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0" y="98"/>
                    <a:pt x="5" y="96"/>
                    <a:pt x="2" y="91"/>
                  </a:cubicBezTo>
                  <a:cubicBezTo>
                    <a:pt x="0" y="87"/>
                    <a:pt x="2" y="81"/>
                    <a:pt x="7" y="78"/>
                  </a:cubicBezTo>
                  <a:cubicBezTo>
                    <a:pt x="76" y="36"/>
                    <a:pt x="154" y="11"/>
                    <a:pt x="235" y="4"/>
                  </a:cubicBezTo>
                  <a:cubicBezTo>
                    <a:pt x="244" y="1"/>
                    <a:pt x="244" y="1"/>
                    <a:pt x="244" y="1"/>
                  </a:cubicBezTo>
                  <a:cubicBezTo>
                    <a:pt x="248" y="0"/>
                    <a:pt x="251" y="1"/>
                    <a:pt x="254" y="3"/>
                  </a:cubicBezTo>
                  <a:cubicBezTo>
                    <a:pt x="263" y="2"/>
                    <a:pt x="273" y="2"/>
                    <a:pt x="283" y="2"/>
                  </a:cubicBezTo>
                  <a:cubicBezTo>
                    <a:pt x="287" y="2"/>
                    <a:pt x="290" y="4"/>
                    <a:pt x="292" y="7"/>
                  </a:cubicBezTo>
                  <a:cubicBezTo>
                    <a:pt x="294" y="10"/>
                    <a:pt x="294" y="14"/>
                    <a:pt x="292" y="17"/>
                  </a:cubicBezTo>
                  <a:cubicBezTo>
                    <a:pt x="163" y="239"/>
                    <a:pt x="163" y="239"/>
                    <a:pt x="163" y="239"/>
                  </a:cubicBezTo>
                  <a:cubicBezTo>
                    <a:pt x="162" y="242"/>
                    <a:pt x="158" y="244"/>
                    <a:pt x="155" y="24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" name="Google Shape;3569;p40">
              <a:extLst>
                <a:ext uri="{FF2B5EF4-FFF2-40B4-BE49-F238E27FC236}">
                  <a16:creationId xmlns:a16="http://schemas.microsoft.com/office/drawing/2014/main" id="{6F92E75F-7831-81D9-285D-D2C78D9B60BF}"/>
                </a:ext>
              </a:extLst>
            </p:cNvPr>
            <p:cNvSpPr/>
            <p:nvPr/>
          </p:nvSpPr>
          <p:spPr>
            <a:xfrm>
              <a:off x="222820" y="3725998"/>
              <a:ext cx="32400" cy="88560"/>
            </a:xfrm>
            <a:custGeom>
              <a:avLst/>
              <a:gdLst/>
              <a:ahLst/>
              <a:cxnLst/>
              <a:rect l="l" t="t" r="r" b="b"/>
              <a:pathLst>
                <a:path w="90" h="246" extrusionOk="0">
                  <a:moveTo>
                    <a:pt x="66" y="245"/>
                  </a:moveTo>
                  <a:lnTo>
                    <a:pt x="65" y="244"/>
                  </a:lnTo>
                  <a:cubicBezTo>
                    <a:pt x="60" y="243"/>
                    <a:pt x="56" y="238"/>
                    <a:pt x="57" y="233"/>
                  </a:cubicBezTo>
                  <a:cubicBezTo>
                    <a:pt x="68" y="157"/>
                    <a:pt x="48" y="79"/>
                    <a:pt x="3" y="17"/>
                  </a:cubicBezTo>
                  <a:cubicBezTo>
                    <a:pt x="0" y="13"/>
                    <a:pt x="1" y="6"/>
                    <a:pt x="5" y="3"/>
                  </a:cubicBezTo>
                  <a:cubicBezTo>
                    <a:pt x="10" y="0"/>
                    <a:pt x="16" y="0"/>
                    <a:pt x="19" y="5"/>
                  </a:cubicBezTo>
                  <a:cubicBezTo>
                    <a:pt x="68" y="71"/>
                    <a:pt x="89" y="155"/>
                    <a:pt x="76" y="236"/>
                  </a:cubicBezTo>
                  <a:cubicBezTo>
                    <a:pt x="76" y="241"/>
                    <a:pt x="72" y="245"/>
                    <a:pt x="66" y="24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" name="Google Shape;3570;p40">
              <a:extLst>
                <a:ext uri="{FF2B5EF4-FFF2-40B4-BE49-F238E27FC236}">
                  <a16:creationId xmlns:a16="http://schemas.microsoft.com/office/drawing/2014/main" id="{33F42C6A-6AB4-5E9F-137D-BBAB507DB71B}"/>
                </a:ext>
              </a:extLst>
            </p:cNvPr>
            <p:cNvSpPr/>
            <p:nvPr/>
          </p:nvSpPr>
          <p:spPr>
            <a:xfrm>
              <a:off x="298780" y="3663718"/>
              <a:ext cx="61200" cy="50040"/>
            </a:xfrm>
            <a:custGeom>
              <a:avLst/>
              <a:gdLst/>
              <a:ahLst/>
              <a:cxnLst/>
              <a:rect l="l" t="t" r="r" b="b"/>
              <a:pathLst>
                <a:path w="170" h="139" extrusionOk="0">
                  <a:moveTo>
                    <a:pt x="71" y="138"/>
                  </a:moveTo>
                  <a:cubicBezTo>
                    <a:pt x="46" y="138"/>
                    <a:pt x="21" y="128"/>
                    <a:pt x="4" y="110"/>
                  </a:cubicBezTo>
                  <a:cubicBezTo>
                    <a:pt x="0" y="106"/>
                    <a:pt x="0" y="100"/>
                    <a:pt x="4" y="96"/>
                  </a:cubicBezTo>
                  <a:cubicBezTo>
                    <a:pt x="8" y="92"/>
                    <a:pt x="15" y="92"/>
                    <a:pt x="19" y="96"/>
                  </a:cubicBezTo>
                  <a:cubicBezTo>
                    <a:pt x="40" y="119"/>
                    <a:pt x="79" y="124"/>
                    <a:pt x="106" y="109"/>
                  </a:cubicBezTo>
                  <a:cubicBezTo>
                    <a:pt x="132" y="93"/>
                    <a:pt x="146" y="59"/>
                    <a:pt x="139" y="29"/>
                  </a:cubicBezTo>
                  <a:cubicBezTo>
                    <a:pt x="121" y="20"/>
                    <a:pt x="101" y="28"/>
                    <a:pt x="89" y="38"/>
                  </a:cubicBezTo>
                  <a:cubicBezTo>
                    <a:pt x="75" y="49"/>
                    <a:pt x="62" y="68"/>
                    <a:pt x="71" y="88"/>
                  </a:cubicBezTo>
                  <a:cubicBezTo>
                    <a:pt x="73" y="94"/>
                    <a:pt x="70" y="99"/>
                    <a:pt x="65" y="101"/>
                  </a:cubicBezTo>
                  <a:cubicBezTo>
                    <a:pt x="59" y="103"/>
                    <a:pt x="54" y="101"/>
                    <a:pt x="52" y="96"/>
                  </a:cubicBezTo>
                  <a:cubicBezTo>
                    <a:pt x="42" y="71"/>
                    <a:pt x="51" y="42"/>
                    <a:pt x="76" y="22"/>
                  </a:cubicBezTo>
                  <a:cubicBezTo>
                    <a:pt x="101" y="3"/>
                    <a:pt x="131" y="0"/>
                    <a:pt x="153" y="15"/>
                  </a:cubicBezTo>
                  <a:cubicBezTo>
                    <a:pt x="155" y="16"/>
                    <a:pt x="156" y="18"/>
                    <a:pt x="157" y="20"/>
                  </a:cubicBezTo>
                  <a:cubicBezTo>
                    <a:pt x="169" y="60"/>
                    <a:pt x="151" y="105"/>
                    <a:pt x="116" y="126"/>
                  </a:cubicBezTo>
                  <a:cubicBezTo>
                    <a:pt x="102" y="134"/>
                    <a:pt x="86" y="138"/>
                    <a:pt x="71" y="13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" name="Google Shape;3571;p40">
              <a:extLst>
                <a:ext uri="{FF2B5EF4-FFF2-40B4-BE49-F238E27FC236}">
                  <a16:creationId xmlns:a16="http://schemas.microsoft.com/office/drawing/2014/main" id="{86625FF6-5A1F-6648-80CC-DC9A44FD933E}"/>
                </a:ext>
              </a:extLst>
            </p:cNvPr>
            <p:cNvSpPr/>
            <p:nvPr/>
          </p:nvSpPr>
          <p:spPr>
            <a:xfrm>
              <a:off x="7180" y="3374638"/>
              <a:ext cx="63720" cy="186840"/>
            </a:xfrm>
            <a:custGeom>
              <a:avLst/>
              <a:gdLst/>
              <a:ahLst/>
              <a:cxnLst/>
              <a:rect l="l" t="t" r="r" b="b"/>
              <a:pathLst>
                <a:path w="177" h="519" extrusionOk="0">
                  <a:moveTo>
                    <a:pt x="128" y="518"/>
                  </a:moveTo>
                  <a:cubicBezTo>
                    <a:pt x="100" y="517"/>
                    <a:pt x="73" y="503"/>
                    <a:pt x="53" y="480"/>
                  </a:cubicBezTo>
                  <a:cubicBezTo>
                    <a:pt x="33" y="458"/>
                    <a:pt x="23" y="429"/>
                    <a:pt x="25" y="401"/>
                  </a:cubicBezTo>
                  <a:cubicBezTo>
                    <a:pt x="28" y="374"/>
                    <a:pt x="42" y="347"/>
                    <a:pt x="65" y="328"/>
                  </a:cubicBezTo>
                  <a:cubicBezTo>
                    <a:pt x="85" y="311"/>
                    <a:pt x="109" y="302"/>
                    <a:pt x="134" y="302"/>
                  </a:cubicBezTo>
                  <a:cubicBezTo>
                    <a:pt x="148" y="97"/>
                    <a:pt x="148" y="97"/>
                    <a:pt x="148" y="97"/>
                  </a:cubicBezTo>
                  <a:cubicBezTo>
                    <a:pt x="142" y="106"/>
                    <a:pt x="134" y="114"/>
                    <a:pt x="126" y="121"/>
                  </a:cubicBezTo>
                  <a:cubicBezTo>
                    <a:pt x="92" y="150"/>
                    <a:pt x="48" y="162"/>
                    <a:pt x="8" y="153"/>
                  </a:cubicBezTo>
                  <a:cubicBezTo>
                    <a:pt x="3" y="151"/>
                    <a:pt x="0" y="146"/>
                    <a:pt x="1" y="140"/>
                  </a:cubicBezTo>
                  <a:cubicBezTo>
                    <a:pt x="23" y="37"/>
                    <a:pt x="23" y="37"/>
                    <a:pt x="23" y="37"/>
                  </a:cubicBezTo>
                  <a:cubicBezTo>
                    <a:pt x="25" y="32"/>
                    <a:pt x="30" y="28"/>
                    <a:pt x="36" y="29"/>
                  </a:cubicBezTo>
                  <a:cubicBezTo>
                    <a:pt x="41" y="30"/>
                    <a:pt x="44" y="36"/>
                    <a:pt x="43" y="41"/>
                  </a:cubicBezTo>
                  <a:cubicBezTo>
                    <a:pt x="23" y="135"/>
                    <a:pt x="23" y="135"/>
                    <a:pt x="23" y="135"/>
                  </a:cubicBezTo>
                  <a:cubicBezTo>
                    <a:pt x="53" y="139"/>
                    <a:pt x="86" y="128"/>
                    <a:pt x="113" y="106"/>
                  </a:cubicBezTo>
                  <a:cubicBezTo>
                    <a:pt x="133" y="88"/>
                    <a:pt x="146" y="66"/>
                    <a:pt x="152" y="43"/>
                  </a:cubicBezTo>
                  <a:cubicBezTo>
                    <a:pt x="155" y="9"/>
                    <a:pt x="155" y="9"/>
                    <a:pt x="155" y="9"/>
                  </a:cubicBezTo>
                  <a:cubicBezTo>
                    <a:pt x="155" y="4"/>
                    <a:pt x="159" y="0"/>
                    <a:pt x="164" y="0"/>
                  </a:cubicBezTo>
                  <a:cubicBezTo>
                    <a:pt x="170" y="0"/>
                    <a:pt x="174" y="4"/>
                    <a:pt x="175" y="9"/>
                  </a:cubicBezTo>
                  <a:cubicBezTo>
                    <a:pt x="176" y="22"/>
                    <a:pt x="175" y="34"/>
                    <a:pt x="172" y="46"/>
                  </a:cubicBezTo>
                  <a:cubicBezTo>
                    <a:pt x="153" y="309"/>
                    <a:pt x="153" y="309"/>
                    <a:pt x="153" y="309"/>
                  </a:cubicBezTo>
                  <a:cubicBezTo>
                    <a:pt x="153" y="311"/>
                    <a:pt x="154" y="312"/>
                    <a:pt x="153" y="313"/>
                  </a:cubicBezTo>
                  <a:cubicBezTo>
                    <a:pt x="153" y="315"/>
                    <a:pt x="153" y="316"/>
                    <a:pt x="152" y="318"/>
                  </a:cubicBezTo>
                  <a:cubicBezTo>
                    <a:pt x="139" y="509"/>
                    <a:pt x="139" y="509"/>
                    <a:pt x="139" y="509"/>
                  </a:cubicBezTo>
                  <a:cubicBezTo>
                    <a:pt x="138" y="514"/>
                    <a:pt x="134" y="518"/>
                    <a:pt x="128" y="518"/>
                  </a:cubicBezTo>
                  <a:moveTo>
                    <a:pt x="132" y="322"/>
                  </a:moveTo>
                  <a:cubicBezTo>
                    <a:pt x="113" y="323"/>
                    <a:pt x="94" y="330"/>
                    <a:pt x="78" y="344"/>
                  </a:cubicBezTo>
                  <a:cubicBezTo>
                    <a:pt x="59" y="359"/>
                    <a:pt x="47" y="381"/>
                    <a:pt x="46" y="403"/>
                  </a:cubicBezTo>
                  <a:cubicBezTo>
                    <a:pt x="44" y="425"/>
                    <a:pt x="52" y="449"/>
                    <a:pt x="68" y="467"/>
                  </a:cubicBezTo>
                  <a:cubicBezTo>
                    <a:pt x="82" y="482"/>
                    <a:pt x="100" y="493"/>
                    <a:pt x="119" y="496"/>
                  </a:cubicBezTo>
                  <a:lnTo>
                    <a:pt x="132" y="322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" name="Google Shape;3572;p40">
              <a:extLst>
                <a:ext uri="{FF2B5EF4-FFF2-40B4-BE49-F238E27FC236}">
                  <a16:creationId xmlns:a16="http://schemas.microsoft.com/office/drawing/2014/main" id="{A49966CF-FEF2-67CE-7688-F40678C4D92D}"/>
                </a:ext>
              </a:extLst>
            </p:cNvPr>
            <p:cNvSpPr/>
            <p:nvPr/>
          </p:nvSpPr>
          <p:spPr>
            <a:xfrm>
              <a:off x="657340" y="3705838"/>
              <a:ext cx="55440" cy="34920"/>
            </a:xfrm>
            <a:custGeom>
              <a:avLst/>
              <a:gdLst/>
              <a:ahLst/>
              <a:cxnLst/>
              <a:rect l="l" t="t" r="r" b="b"/>
              <a:pathLst>
                <a:path w="154" h="97" extrusionOk="0">
                  <a:moveTo>
                    <a:pt x="142" y="96"/>
                  </a:moveTo>
                  <a:cubicBezTo>
                    <a:pt x="140" y="96"/>
                    <a:pt x="139" y="96"/>
                    <a:pt x="137" y="94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2" y="17"/>
                    <a:pt x="0" y="11"/>
                    <a:pt x="3" y="6"/>
                  </a:cubicBezTo>
                  <a:cubicBezTo>
                    <a:pt x="6" y="2"/>
                    <a:pt x="12" y="0"/>
                    <a:pt x="17" y="3"/>
                  </a:cubicBezTo>
                  <a:cubicBezTo>
                    <a:pt x="147" y="77"/>
                    <a:pt x="147" y="77"/>
                    <a:pt x="147" y="77"/>
                  </a:cubicBezTo>
                  <a:cubicBezTo>
                    <a:pt x="152" y="80"/>
                    <a:pt x="153" y="86"/>
                    <a:pt x="151" y="91"/>
                  </a:cubicBezTo>
                  <a:cubicBezTo>
                    <a:pt x="149" y="94"/>
                    <a:pt x="146" y="96"/>
                    <a:pt x="142" y="9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" name="Google Shape;3573;p40">
              <a:extLst>
                <a:ext uri="{FF2B5EF4-FFF2-40B4-BE49-F238E27FC236}">
                  <a16:creationId xmlns:a16="http://schemas.microsoft.com/office/drawing/2014/main" id="{A9EB208A-23FB-FDEC-5595-44898D422ACB}"/>
                </a:ext>
              </a:extLst>
            </p:cNvPr>
            <p:cNvSpPr/>
            <p:nvPr/>
          </p:nvSpPr>
          <p:spPr>
            <a:xfrm>
              <a:off x="657340" y="3681357"/>
              <a:ext cx="48960" cy="79200"/>
            </a:xfrm>
            <a:custGeom>
              <a:avLst/>
              <a:gdLst/>
              <a:ahLst/>
              <a:cxnLst/>
              <a:rect l="l" t="t" r="r" b="b"/>
              <a:pathLst>
                <a:path w="136" h="220" extrusionOk="0">
                  <a:moveTo>
                    <a:pt x="12" y="219"/>
                  </a:moveTo>
                  <a:cubicBezTo>
                    <a:pt x="10" y="219"/>
                    <a:pt x="8" y="219"/>
                    <a:pt x="7" y="218"/>
                  </a:cubicBezTo>
                  <a:cubicBezTo>
                    <a:pt x="2" y="215"/>
                    <a:pt x="0" y="210"/>
                    <a:pt x="3" y="205"/>
                  </a:cubicBezTo>
                  <a:cubicBezTo>
                    <a:pt x="96" y="40"/>
                    <a:pt x="96" y="40"/>
                    <a:pt x="96" y="40"/>
                  </a:cubicBezTo>
                  <a:cubicBezTo>
                    <a:pt x="17" y="88"/>
                    <a:pt x="17" y="88"/>
                    <a:pt x="17" y="88"/>
                  </a:cubicBezTo>
                  <a:cubicBezTo>
                    <a:pt x="12" y="91"/>
                    <a:pt x="6" y="90"/>
                    <a:pt x="3" y="85"/>
                  </a:cubicBezTo>
                  <a:cubicBezTo>
                    <a:pt x="0" y="80"/>
                    <a:pt x="2" y="74"/>
                    <a:pt x="6" y="71"/>
                  </a:cubicBezTo>
                  <a:cubicBezTo>
                    <a:pt x="119" y="3"/>
                    <a:pt x="119" y="3"/>
                    <a:pt x="119" y="3"/>
                  </a:cubicBezTo>
                  <a:cubicBezTo>
                    <a:pt x="122" y="0"/>
                    <a:pt x="128" y="0"/>
                    <a:pt x="131" y="4"/>
                  </a:cubicBezTo>
                  <a:cubicBezTo>
                    <a:pt x="134" y="7"/>
                    <a:pt x="135" y="12"/>
                    <a:pt x="133" y="16"/>
                  </a:cubicBezTo>
                  <a:cubicBezTo>
                    <a:pt x="20" y="215"/>
                    <a:pt x="20" y="215"/>
                    <a:pt x="20" y="215"/>
                  </a:cubicBezTo>
                  <a:cubicBezTo>
                    <a:pt x="19" y="218"/>
                    <a:pt x="15" y="219"/>
                    <a:pt x="12" y="21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89372454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816">
          <a:extLst>
            <a:ext uri="{FF2B5EF4-FFF2-40B4-BE49-F238E27FC236}">
              <a16:creationId xmlns:a16="http://schemas.microsoft.com/office/drawing/2014/main" id="{0B8E577B-1BE6-F437-B450-11537A15F8A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17" name="Google Shape;3817;p46">
            <a:extLst>
              <a:ext uri="{FF2B5EF4-FFF2-40B4-BE49-F238E27FC236}">
                <a16:creationId xmlns:a16="http://schemas.microsoft.com/office/drawing/2014/main" id="{C2747EF1-88C3-D85B-57C2-09E7C4D4DBA2}"/>
              </a:ext>
            </a:extLst>
          </p:cNvPr>
          <p:cNvSpPr txBox="1">
            <a:spLocks noGrp="1"/>
          </p:cNvSpPr>
          <p:nvPr>
            <p:ph type="subTitle" idx="2"/>
          </p:nvPr>
        </p:nvSpPr>
        <p:spPr>
          <a:xfrm>
            <a:off x="4826118" y="2678188"/>
            <a:ext cx="2989035" cy="814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 dirty="0"/>
              <a:t>Identifies which specific groups differ after ANOVA finds a significant difference.</a:t>
            </a: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 dirty="0"/>
              <a:t>Controls for multiple comparisons to avoid false positives.</a:t>
            </a:r>
            <a:endParaRPr sz="1100" dirty="0"/>
          </a:p>
        </p:txBody>
      </p:sp>
      <p:sp>
        <p:nvSpPr>
          <p:cNvPr id="3819" name="Google Shape;3819;p46">
            <a:extLst>
              <a:ext uri="{FF2B5EF4-FFF2-40B4-BE49-F238E27FC236}">
                <a16:creationId xmlns:a16="http://schemas.microsoft.com/office/drawing/2014/main" id="{83938B78-3002-EE3E-9981-841B446E88EB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989024"/>
            <a:ext cx="7704000" cy="1007198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Tests Used</a:t>
            </a:r>
            <a:endParaRPr dirty="0"/>
          </a:p>
        </p:txBody>
      </p:sp>
      <p:sp>
        <p:nvSpPr>
          <p:cNvPr id="3820" name="Google Shape;3820;p46">
            <a:extLst>
              <a:ext uri="{FF2B5EF4-FFF2-40B4-BE49-F238E27FC236}">
                <a16:creationId xmlns:a16="http://schemas.microsoft.com/office/drawing/2014/main" id="{D2C1227A-D4EA-51FD-9768-3035FCC9698E}"/>
              </a:ext>
            </a:extLst>
          </p:cNvPr>
          <p:cNvSpPr txBox="1">
            <a:spLocks noGrp="1"/>
          </p:cNvSpPr>
          <p:nvPr>
            <p:ph type="subTitle" idx="1"/>
          </p:nvPr>
        </p:nvSpPr>
        <p:spPr>
          <a:xfrm>
            <a:off x="1090381" y="2678188"/>
            <a:ext cx="3452550" cy="814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en-US" sz="1100" dirty="0"/>
              <a:t>Compares the means of three or more groups to see if at least one group is significantly different.</a:t>
            </a:r>
          </a:p>
          <a:p>
            <a:pPr marL="0" lvl="0" indent="0"/>
            <a:r>
              <a:rPr lang="en-US" sz="1100" dirty="0"/>
              <a:t>Focuses on overall differences, not which specific groups differ.</a:t>
            </a:r>
            <a:endParaRPr sz="1100" dirty="0"/>
          </a:p>
        </p:txBody>
      </p:sp>
      <p:sp>
        <p:nvSpPr>
          <p:cNvPr id="3824" name="Google Shape;3824;p46">
            <a:extLst>
              <a:ext uri="{FF2B5EF4-FFF2-40B4-BE49-F238E27FC236}">
                <a16:creationId xmlns:a16="http://schemas.microsoft.com/office/drawing/2014/main" id="{E193140E-16A9-A5F1-EA22-EF908B82D643}"/>
              </a:ext>
            </a:extLst>
          </p:cNvPr>
          <p:cNvSpPr txBox="1">
            <a:spLocks noGrp="1"/>
          </p:cNvSpPr>
          <p:nvPr>
            <p:ph type="subTitle" idx="7"/>
          </p:nvPr>
        </p:nvSpPr>
        <p:spPr>
          <a:xfrm>
            <a:off x="1728352" y="2250988"/>
            <a:ext cx="1984200" cy="427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/>
            <a:r>
              <a:rPr lang="en-US" sz="1400" dirty="0"/>
              <a:t>One-Way ANOVA </a:t>
            </a:r>
            <a:endParaRPr sz="1400" dirty="0"/>
          </a:p>
        </p:txBody>
      </p:sp>
      <p:sp>
        <p:nvSpPr>
          <p:cNvPr id="3825" name="Google Shape;3825;p46">
            <a:extLst>
              <a:ext uri="{FF2B5EF4-FFF2-40B4-BE49-F238E27FC236}">
                <a16:creationId xmlns:a16="http://schemas.microsoft.com/office/drawing/2014/main" id="{68D1754B-BE2A-E2E0-335C-7B258AD69541}"/>
              </a:ext>
            </a:extLst>
          </p:cNvPr>
          <p:cNvSpPr txBox="1">
            <a:spLocks noGrp="1"/>
          </p:cNvSpPr>
          <p:nvPr>
            <p:ph type="subTitle" idx="8"/>
          </p:nvPr>
        </p:nvSpPr>
        <p:spPr>
          <a:xfrm>
            <a:off x="5244466" y="2251730"/>
            <a:ext cx="2287500" cy="427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400" dirty="0"/>
              <a:t>Tukey HSD Post-Hoc Test</a:t>
            </a:r>
            <a:endParaRPr sz="1400" dirty="0"/>
          </a:p>
        </p:txBody>
      </p:sp>
    </p:spTree>
    <p:extLst>
      <p:ext uri="{BB962C8B-B14F-4D97-AF65-F5344CB8AC3E}">
        <p14:creationId xmlns:p14="http://schemas.microsoft.com/office/powerpoint/2010/main" val="3343633958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270">
          <a:extLst>
            <a:ext uri="{FF2B5EF4-FFF2-40B4-BE49-F238E27FC236}">
              <a16:creationId xmlns:a16="http://schemas.microsoft.com/office/drawing/2014/main" id="{12644E1D-160A-0F36-06AD-5E8C012951A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72" name="Google Shape;4272;p50">
            <a:extLst>
              <a:ext uri="{FF2B5EF4-FFF2-40B4-BE49-F238E27FC236}">
                <a16:creationId xmlns:a16="http://schemas.microsoft.com/office/drawing/2014/main" id="{81CE441C-A5E8-67FF-BDAE-38A5C3145764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13225" y="1613534"/>
            <a:ext cx="2925325" cy="548641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dirty="0"/>
              <a:t>Seasons Visualization </a:t>
            </a:r>
            <a:endParaRPr dirty="0"/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4AB196C5-507F-E1D0-D200-F8EF3C477506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50000" t="6535"/>
          <a:stretch>
            <a:fillRect/>
          </a:stretch>
        </p:blipFill>
        <p:spPr>
          <a:xfrm>
            <a:off x="4738885" y="1362074"/>
            <a:ext cx="3966966" cy="2640190"/>
          </a:xfrm>
          <a:prstGeom prst="rect">
            <a:avLst/>
          </a:prstGeom>
        </p:spPr>
      </p:pic>
      <p:grpSp>
        <p:nvGrpSpPr>
          <p:cNvPr id="4274" name="Google Shape;4274;p50">
            <a:extLst>
              <a:ext uri="{FF2B5EF4-FFF2-40B4-BE49-F238E27FC236}">
                <a16:creationId xmlns:a16="http://schemas.microsoft.com/office/drawing/2014/main" id="{1BE65D63-E095-5F23-0137-338688001AE2}"/>
              </a:ext>
            </a:extLst>
          </p:cNvPr>
          <p:cNvGrpSpPr/>
          <p:nvPr/>
        </p:nvGrpSpPr>
        <p:grpSpPr>
          <a:xfrm>
            <a:off x="4836908" y="-395287"/>
            <a:ext cx="6589891" cy="5633946"/>
            <a:chOff x="4836908" y="-395287"/>
            <a:chExt cx="6589891" cy="5633946"/>
          </a:xfrm>
        </p:grpSpPr>
        <p:grpSp>
          <p:nvGrpSpPr>
            <p:cNvPr id="4275" name="Google Shape;4275;p50">
              <a:extLst>
                <a:ext uri="{FF2B5EF4-FFF2-40B4-BE49-F238E27FC236}">
                  <a16:creationId xmlns:a16="http://schemas.microsoft.com/office/drawing/2014/main" id="{99E71AA5-AB2F-0B29-2AE7-25D342B44457}"/>
                </a:ext>
              </a:extLst>
            </p:cNvPr>
            <p:cNvGrpSpPr/>
            <p:nvPr/>
          </p:nvGrpSpPr>
          <p:grpSpPr>
            <a:xfrm>
              <a:off x="5062997" y="3699791"/>
              <a:ext cx="1669753" cy="1538868"/>
              <a:chOff x="1321200" y="687960"/>
              <a:chExt cx="776160" cy="715320"/>
            </a:xfrm>
          </p:grpSpPr>
          <p:sp>
            <p:nvSpPr>
              <p:cNvPr id="4276" name="Google Shape;4276;p50">
                <a:extLst>
                  <a:ext uri="{FF2B5EF4-FFF2-40B4-BE49-F238E27FC236}">
                    <a16:creationId xmlns:a16="http://schemas.microsoft.com/office/drawing/2014/main" id="{B4758497-E8FA-A1EC-DB05-13602006F74E}"/>
                  </a:ext>
                </a:extLst>
              </p:cNvPr>
              <p:cNvSpPr/>
              <p:nvPr/>
            </p:nvSpPr>
            <p:spPr>
              <a:xfrm>
                <a:off x="1462680" y="687960"/>
                <a:ext cx="15840" cy="715320"/>
              </a:xfrm>
              <a:custGeom>
                <a:avLst/>
                <a:gdLst/>
                <a:ahLst/>
                <a:cxnLst/>
                <a:rect l="l" t="t" r="r" b="b"/>
                <a:pathLst>
                  <a:path w="44" h="1987" extrusionOk="0">
                    <a:moveTo>
                      <a:pt x="18" y="1973"/>
                    </a:moveTo>
                    <a:cubicBezTo>
                      <a:pt x="17" y="1935"/>
                      <a:pt x="18" y="1898"/>
                      <a:pt x="18" y="1861"/>
                    </a:cubicBezTo>
                    <a:cubicBezTo>
                      <a:pt x="18" y="1819"/>
                      <a:pt x="17" y="1777"/>
                      <a:pt x="17" y="1736"/>
                    </a:cubicBezTo>
                    <a:cubicBezTo>
                      <a:pt x="17" y="1694"/>
                      <a:pt x="16" y="1652"/>
                      <a:pt x="16" y="1610"/>
                    </a:cubicBezTo>
                    <a:cubicBezTo>
                      <a:pt x="15" y="1568"/>
                      <a:pt x="15" y="1526"/>
                      <a:pt x="15" y="1484"/>
                    </a:cubicBezTo>
                    <a:cubicBezTo>
                      <a:pt x="14" y="1400"/>
                      <a:pt x="14" y="1315"/>
                      <a:pt x="13" y="1231"/>
                    </a:cubicBezTo>
                    <a:cubicBezTo>
                      <a:pt x="12" y="1147"/>
                      <a:pt x="11" y="1064"/>
                      <a:pt x="10" y="980"/>
                    </a:cubicBezTo>
                    <a:cubicBezTo>
                      <a:pt x="10" y="895"/>
                      <a:pt x="9" y="810"/>
                      <a:pt x="8" y="725"/>
                    </a:cubicBezTo>
                    <a:cubicBezTo>
                      <a:pt x="7" y="644"/>
                      <a:pt x="6" y="562"/>
                      <a:pt x="6" y="480"/>
                    </a:cubicBezTo>
                    <a:cubicBezTo>
                      <a:pt x="6" y="439"/>
                      <a:pt x="5" y="398"/>
                      <a:pt x="4" y="357"/>
                    </a:cubicBezTo>
                    <a:cubicBezTo>
                      <a:pt x="4" y="316"/>
                      <a:pt x="4" y="275"/>
                      <a:pt x="3" y="234"/>
                    </a:cubicBezTo>
                    <a:cubicBezTo>
                      <a:pt x="3" y="197"/>
                      <a:pt x="3" y="160"/>
                      <a:pt x="2" y="123"/>
                    </a:cubicBezTo>
                    <a:cubicBezTo>
                      <a:pt x="2" y="105"/>
                      <a:pt x="2" y="88"/>
                      <a:pt x="1" y="70"/>
                    </a:cubicBezTo>
                    <a:cubicBezTo>
                      <a:pt x="1" y="51"/>
                      <a:pt x="1" y="32"/>
                      <a:pt x="1" y="13"/>
                    </a:cubicBezTo>
                    <a:cubicBezTo>
                      <a:pt x="0" y="6"/>
                      <a:pt x="6" y="0"/>
                      <a:pt x="13" y="0"/>
                    </a:cubicBezTo>
                    <a:cubicBezTo>
                      <a:pt x="20" y="0"/>
                      <a:pt x="26" y="6"/>
                      <a:pt x="26" y="13"/>
                    </a:cubicBezTo>
                    <a:cubicBezTo>
                      <a:pt x="26" y="32"/>
                      <a:pt x="26" y="53"/>
                      <a:pt x="26" y="73"/>
                    </a:cubicBezTo>
                    <a:cubicBezTo>
                      <a:pt x="26" y="92"/>
                      <a:pt x="26" y="112"/>
                      <a:pt x="26" y="131"/>
                    </a:cubicBezTo>
                    <a:cubicBezTo>
                      <a:pt x="27" y="171"/>
                      <a:pt x="27" y="211"/>
                      <a:pt x="27" y="251"/>
                    </a:cubicBezTo>
                    <a:cubicBezTo>
                      <a:pt x="28" y="292"/>
                      <a:pt x="28" y="332"/>
                      <a:pt x="28" y="374"/>
                    </a:cubicBezTo>
                    <a:cubicBezTo>
                      <a:pt x="29" y="415"/>
                      <a:pt x="29" y="455"/>
                      <a:pt x="29" y="497"/>
                    </a:cubicBezTo>
                    <a:cubicBezTo>
                      <a:pt x="29" y="537"/>
                      <a:pt x="30" y="578"/>
                      <a:pt x="30" y="618"/>
                    </a:cubicBezTo>
                    <a:cubicBezTo>
                      <a:pt x="31" y="660"/>
                      <a:pt x="31" y="702"/>
                      <a:pt x="31" y="743"/>
                    </a:cubicBezTo>
                    <a:cubicBezTo>
                      <a:pt x="31" y="785"/>
                      <a:pt x="32" y="827"/>
                      <a:pt x="32" y="869"/>
                    </a:cubicBezTo>
                    <a:cubicBezTo>
                      <a:pt x="33" y="912"/>
                      <a:pt x="33" y="954"/>
                      <a:pt x="33" y="997"/>
                    </a:cubicBezTo>
                    <a:cubicBezTo>
                      <a:pt x="35" y="1080"/>
                      <a:pt x="35" y="1164"/>
                      <a:pt x="35" y="1247"/>
                    </a:cubicBezTo>
                    <a:cubicBezTo>
                      <a:pt x="36" y="1332"/>
                      <a:pt x="37" y="1417"/>
                      <a:pt x="38" y="1502"/>
                    </a:cubicBezTo>
                    <a:cubicBezTo>
                      <a:pt x="38" y="1544"/>
                      <a:pt x="39" y="1586"/>
                      <a:pt x="39" y="1628"/>
                    </a:cubicBezTo>
                    <a:cubicBezTo>
                      <a:pt x="39" y="1668"/>
                      <a:pt x="40" y="1710"/>
                      <a:pt x="40" y="1751"/>
                    </a:cubicBezTo>
                    <a:cubicBezTo>
                      <a:pt x="40" y="1791"/>
                      <a:pt x="41" y="1830"/>
                      <a:pt x="42" y="1869"/>
                    </a:cubicBezTo>
                    <a:cubicBezTo>
                      <a:pt x="42" y="1904"/>
                      <a:pt x="43" y="1938"/>
                      <a:pt x="43" y="1973"/>
                    </a:cubicBezTo>
                    <a:cubicBezTo>
                      <a:pt x="43" y="1980"/>
                      <a:pt x="38" y="1986"/>
                      <a:pt x="31" y="1986"/>
                    </a:cubicBezTo>
                    <a:cubicBezTo>
                      <a:pt x="24" y="1986"/>
                      <a:pt x="18" y="1980"/>
                      <a:pt x="18" y="19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7" name="Google Shape;4277;p50">
                <a:extLst>
                  <a:ext uri="{FF2B5EF4-FFF2-40B4-BE49-F238E27FC236}">
                    <a16:creationId xmlns:a16="http://schemas.microsoft.com/office/drawing/2014/main" id="{37083DC3-D9D5-FFB9-6295-E33C4ECCCCAC}"/>
                  </a:ext>
                </a:extLst>
              </p:cNvPr>
              <p:cNvSpPr/>
              <p:nvPr/>
            </p:nvSpPr>
            <p:spPr>
              <a:xfrm>
                <a:off x="1321200" y="1259280"/>
                <a:ext cx="753480" cy="17280"/>
              </a:xfrm>
              <a:custGeom>
                <a:avLst/>
                <a:gdLst/>
                <a:ahLst/>
                <a:cxnLst/>
                <a:rect l="l" t="t" r="r" b="b"/>
                <a:pathLst>
                  <a:path w="2093" h="48" extrusionOk="0">
                    <a:moveTo>
                      <a:pt x="76" y="47"/>
                    </a:moveTo>
                    <a:cubicBezTo>
                      <a:pt x="68" y="46"/>
                      <a:pt x="59" y="45"/>
                      <a:pt x="51" y="44"/>
                    </a:cubicBezTo>
                    <a:cubicBezTo>
                      <a:pt x="45" y="43"/>
                      <a:pt x="40" y="42"/>
                      <a:pt x="35" y="42"/>
                    </a:cubicBezTo>
                    <a:cubicBezTo>
                      <a:pt x="33" y="42"/>
                      <a:pt x="30" y="42"/>
                      <a:pt x="28" y="42"/>
                    </a:cubicBezTo>
                    <a:cubicBezTo>
                      <a:pt x="23" y="42"/>
                      <a:pt x="17" y="42"/>
                      <a:pt x="12" y="41"/>
                    </a:cubicBezTo>
                    <a:cubicBezTo>
                      <a:pt x="4" y="40"/>
                      <a:pt x="0" y="32"/>
                      <a:pt x="2" y="25"/>
                    </a:cubicBezTo>
                    <a:cubicBezTo>
                      <a:pt x="2" y="21"/>
                      <a:pt x="7" y="17"/>
                      <a:pt x="12" y="16"/>
                    </a:cubicBezTo>
                    <a:cubicBezTo>
                      <a:pt x="17" y="16"/>
                      <a:pt x="22" y="16"/>
                      <a:pt x="27" y="17"/>
                    </a:cubicBezTo>
                    <a:cubicBezTo>
                      <a:pt x="29" y="17"/>
                      <a:pt x="31" y="17"/>
                      <a:pt x="33" y="18"/>
                    </a:cubicBezTo>
                    <a:cubicBezTo>
                      <a:pt x="39" y="18"/>
                      <a:pt x="45" y="18"/>
                      <a:pt x="51" y="18"/>
                    </a:cubicBezTo>
                    <a:cubicBezTo>
                      <a:pt x="62" y="18"/>
                      <a:pt x="73" y="18"/>
                      <a:pt x="85" y="18"/>
                    </a:cubicBezTo>
                    <a:cubicBezTo>
                      <a:pt x="107" y="18"/>
                      <a:pt x="129" y="18"/>
                      <a:pt x="150" y="18"/>
                    </a:cubicBezTo>
                    <a:cubicBezTo>
                      <a:pt x="195" y="18"/>
                      <a:pt x="239" y="18"/>
                      <a:pt x="283" y="17"/>
                    </a:cubicBezTo>
                    <a:cubicBezTo>
                      <a:pt x="372" y="17"/>
                      <a:pt x="460" y="16"/>
                      <a:pt x="550" y="16"/>
                    </a:cubicBezTo>
                    <a:cubicBezTo>
                      <a:pt x="594" y="15"/>
                      <a:pt x="640" y="14"/>
                      <a:pt x="685" y="14"/>
                    </a:cubicBezTo>
                    <a:cubicBezTo>
                      <a:pt x="727" y="14"/>
                      <a:pt x="770" y="14"/>
                      <a:pt x="813" y="13"/>
                    </a:cubicBezTo>
                    <a:cubicBezTo>
                      <a:pt x="903" y="13"/>
                      <a:pt x="992" y="13"/>
                      <a:pt x="1081" y="11"/>
                    </a:cubicBezTo>
                    <a:cubicBezTo>
                      <a:pt x="1172" y="11"/>
                      <a:pt x="1262" y="10"/>
                      <a:pt x="1353" y="10"/>
                    </a:cubicBezTo>
                    <a:cubicBezTo>
                      <a:pt x="1442" y="9"/>
                      <a:pt x="1530" y="8"/>
                      <a:pt x="1618" y="7"/>
                    </a:cubicBezTo>
                    <a:cubicBezTo>
                      <a:pt x="1663" y="6"/>
                      <a:pt x="1708" y="6"/>
                      <a:pt x="1753" y="5"/>
                    </a:cubicBezTo>
                    <a:cubicBezTo>
                      <a:pt x="1798" y="4"/>
                      <a:pt x="1843" y="4"/>
                      <a:pt x="1887" y="4"/>
                    </a:cubicBezTo>
                    <a:cubicBezTo>
                      <a:pt x="1921" y="3"/>
                      <a:pt x="1953" y="3"/>
                      <a:pt x="1986" y="2"/>
                    </a:cubicBezTo>
                    <a:cubicBezTo>
                      <a:pt x="2002" y="2"/>
                      <a:pt x="2017" y="2"/>
                      <a:pt x="2032" y="2"/>
                    </a:cubicBezTo>
                    <a:cubicBezTo>
                      <a:pt x="2048" y="1"/>
                      <a:pt x="2063" y="1"/>
                      <a:pt x="2079" y="0"/>
                    </a:cubicBezTo>
                    <a:cubicBezTo>
                      <a:pt x="2086" y="0"/>
                      <a:pt x="2092" y="6"/>
                      <a:pt x="2092" y="13"/>
                    </a:cubicBezTo>
                    <a:cubicBezTo>
                      <a:pt x="2092" y="20"/>
                      <a:pt x="2086" y="26"/>
                      <a:pt x="2079" y="26"/>
                    </a:cubicBezTo>
                    <a:cubicBezTo>
                      <a:pt x="2058" y="26"/>
                      <a:pt x="2037" y="26"/>
                      <a:pt x="2016" y="26"/>
                    </a:cubicBezTo>
                    <a:cubicBezTo>
                      <a:pt x="1995" y="26"/>
                      <a:pt x="1973" y="26"/>
                      <a:pt x="1951" y="26"/>
                    </a:cubicBezTo>
                    <a:cubicBezTo>
                      <a:pt x="1907" y="26"/>
                      <a:pt x="1861" y="26"/>
                      <a:pt x="1816" y="27"/>
                    </a:cubicBezTo>
                    <a:cubicBezTo>
                      <a:pt x="1728" y="27"/>
                      <a:pt x="1640" y="28"/>
                      <a:pt x="1552" y="28"/>
                    </a:cubicBezTo>
                    <a:cubicBezTo>
                      <a:pt x="1462" y="28"/>
                      <a:pt x="1371" y="30"/>
                      <a:pt x="1281" y="30"/>
                    </a:cubicBezTo>
                    <a:cubicBezTo>
                      <a:pt x="1190" y="31"/>
                      <a:pt x="1101" y="32"/>
                      <a:pt x="1010" y="32"/>
                    </a:cubicBezTo>
                    <a:cubicBezTo>
                      <a:pt x="924" y="33"/>
                      <a:pt x="836" y="34"/>
                      <a:pt x="749" y="35"/>
                    </a:cubicBezTo>
                    <a:cubicBezTo>
                      <a:pt x="704" y="36"/>
                      <a:pt x="659" y="36"/>
                      <a:pt x="614" y="37"/>
                    </a:cubicBezTo>
                    <a:cubicBezTo>
                      <a:pt x="569" y="37"/>
                      <a:pt x="526" y="37"/>
                      <a:pt x="481" y="38"/>
                    </a:cubicBezTo>
                    <a:cubicBezTo>
                      <a:pt x="392" y="38"/>
                      <a:pt x="302" y="39"/>
                      <a:pt x="213" y="40"/>
                    </a:cubicBezTo>
                    <a:cubicBezTo>
                      <a:pt x="180" y="41"/>
                      <a:pt x="146" y="41"/>
                      <a:pt x="113" y="41"/>
                    </a:cubicBezTo>
                    <a:cubicBezTo>
                      <a:pt x="104" y="41"/>
                      <a:pt x="96" y="41"/>
                      <a:pt x="87" y="42"/>
                    </a:cubicBezTo>
                    <a:cubicBezTo>
                      <a:pt x="85" y="45"/>
                      <a:pt x="81" y="47"/>
                      <a:pt x="77" y="47"/>
                    </a:cubicBezTo>
                    <a:lnTo>
                      <a:pt x="76" y="4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8" name="Google Shape;4278;p50">
                <a:extLst>
                  <a:ext uri="{FF2B5EF4-FFF2-40B4-BE49-F238E27FC236}">
                    <a16:creationId xmlns:a16="http://schemas.microsoft.com/office/drawing/2014/main" id="{3D8AA00D-8400-CDC0-4662-CBAE288557C0}"/>
                  </a:ext>
                </a:extLst>
              </p:cNvPr>
              <p:cNvSpPr/>
              <p:nvPr/>
            </p:nvSpPr>
            <p:spPr>
              <a:xfrm>
                <a:off x="2006280" y="1254600"/>
                <a:ext cx="79560" cy="25200"/>
              </a:xfrm>
              <a:custGeom>
                <a:avLst/>
                <a:gdLst/>
                <a:ahLst/>
                <a:cxnLst/>
                <a:rect l="l" t="t" r="r" b="b"/>
                <a:pathLst>
                  <a:path w="221" h="70" extrusionOk="0">
                    <a:moveTo>
                      <a:pt x="73" y="60"/>
                    </a:moveTo>
                    <a:cubicBezTo>
                      <a:pt x="72" y="54"/>
                      <a:pt x="76" y="47"/>
                      <a:pt x="82" y="45"/>
                    </a:cubicBezTo>
                    <a:cubicBezTo>
                      <a:pt x="102" y="40"/>
                      <a:pt x="122" y="36"/>
                      <a:pt x="142" y="32"/>
                    </a:cubicBezTo>
                    <a:cubicBezTo>
                      <a:pt x="123" y="29"/>
                      <a:pt x="104" y="27"/>
                      <a:pt x="84" y="26"/>
                    </a:cubicBezTo>
                    <a:cubicBezTo>
                      <a:pt x="72" y="25"/>
                      <a:pt x="60" y="25"/>
                      <a:pt x="48" y="25"/>
                    </a:cubicBezTo>
                    <a:cubicBezTo>
                      <a:pt x="37" y="25"/>
                      <a:pt x="26" y="26"/>
                      <a:pt x="14" y="26"/>
                    </a:cubicBezTo>
                    <a:cubicBezTo>
                      <a:pt x="14" y="26"/>
                      <a:pt x="13" y="26"/>
                      <a:pt x="12" y="26"/>
                    </a:cubicBezTo>
                    <a:cubicBezTo>
                      <a:pt x="6" y="26"/>
                      <a:pt x="0" y="21"/>
                      <a:pt x="0" y="14"/>
                    </a:cubicBezTo>
                    <a:cubicBezTo>
                      <a:pt x="0" y="7"/>
                      <a:pt x="6" y="1"/>
                      <a:pt x="12" y="1"/>
                    </a:cubicBezTo>
                    <a:cubicBezTo>
                      <a:pt x="17" y="2"/>
                      <a:pt x="22" y="1"/>
                      <a:pt x="27" y="1"/>
                    </a:cubicBezTo>
                    <a:cubicBezTo>
                      <a:pt x="34" y="1"/>
                      <a:pt x="40" y="1"/>
                      <a:pt x="46" y="1"/>
                    </a:cubicBezTo>
                    <a:cubicBezTo>
                      <a:pt x="60" y="0"/>
                      <a:pt x="73" y="1"/>
                      <a:pt x="87" y="2"/>
                    </a:cubicBezTo>
                    <a:cubicBezTo>
                      <a:pt x="113" y="4"/>
                      <a:pt x="139" y="8"/>
                      <a:pt x="165" y="10"/>
                    </a:cubicBezTo>
                    <a:cubicBezTo>
                      <a:pt x="175" y="11"/>
                      <a:pt x="184" y="12"/>
                      <a:pt x="193" y="13"/>
                    </a:cubicBezTo>
                    <a:cubicBezTo>
                      <a:pt x="196" y="13"/>
                      <a:pt x="198" y="13"/>
                      <a:pt x="201" y="14"/>
                    </a:cubicBezTo>
                    <a:cubicBezTo>
                      <a:pt x="204" y="14"/>
                      <a:pt x="208" y="14"/>
                      <a:pt x="213" y="15"/>
                    </a:cubicBezTo>
                    <a:cubicBezTo>
                      <a:pt x="217" y="17"/>
                      <a:pt x="220" y="22"/>
                      <a:pt x="220" y="26"/>
                    </a:cubicBezTo>
                    <a:cubicBezTo>
                      <a:pt x="220" y="31"/>
                      <a:pt x="217" y="36"/>
                      <a:pt x="213" y="38"/>
                    </a:cubicBezTo>
                    <a:cubicBezTo>
                      <a:pt x="207" y="40"/>
                      <a:pt x="202" y="41"/>
                      <a:pt x="197" y="42"/>
                    </a:cubicBezTo>
                    <a:cubicBezTo>
                      <a:pt x="192" y="44"/>
                      <a:pt x="186" y="45"/>
                      <a:pt x="181" y="46"/>
                    </a:cubicBezTo>
                    <a:cubicBezTo>
                      <a:pt x="172" y="49"/>
                      <a:pt x="162" y="51"/>
                      <a:pt x="152" y="53"/>
                    </a:cubicBezTo>
                    <a:cubicBezTo>
                      <a:pt x="131" y="58"/>
                      <a:pt x="110" y="64"/>
                      <a:pt x="88" y="69"/>
                    </a:cubicBezTo>
                    <a:cubicBezTo>
                      <a:pt x="88" y="69"/>
                      <a:pt x="87" y="69"/>
                      <a:pt x="86" y="69"/>
                    </a:cubicBezTo>
                    <a:cubicBezTo>
                      <a:pt x="80" y="69"/>
                      <a:pt x="75" y="66"/>
                      <a:pt x="73" y="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9" name="Google Shape;4279;p50">
                <a:extLst>
                  <a:ext uri="{FF2B5EF4-FFF2-40B4-BE49-F238E27FC236}">
                    <a16:creationId xmlns:a16="http://schemas.microsoft.com/office/drawing/2014/main" id="{60D11DA6-D794-FF5D-232E-71A35A28F209}"/>
                  </a:ext>
                </a:extLst>
              </p:cNvPr>
              <p:cNvSpPr/>
              <p:nvPr/>
            </p:nvSpPr>
            <p:spPr>
              <a:xfrm>
                <a:off x="1449720" y="689040"/>
                <a:ext cx="36360" cy="79200"/>
              </a:xfrm>
              <a:custGeom>
                <a:avLst/>
                <a:gdLst/>
                <a:ahLst/>
                <a:cxnLst/>
                <a:rect l="l" t="t" r="r" b="b"/>
                <a:pathLst>
                  <a:path w="101" h="220" extrusionOk="0">
                    <a:moveTo>
                      <a:pt x="74" y="208"/>
                    </a:moveTo>
                    <a:cubicBezTo>
                      <a:pt x="72" y="184"/>
                      <a:pt x="68" y="160"/>
                      <a:pt x="65" y="137"/>
                    </a:cubicBezTo>
                    <a:cubicBezTo>
                      <a:pt x="64" y="128"/>
                      <a:pt x="62" y="119"/>
                      <a:pt x="61" y="110"/>
                    </a:cubicBezTo>
                    <a:cubicBezTo>
                      <a:pt x="60" y="116"/>
                      <a:pt x="57" y="122"/>
                      <a:pt x="55" y="127"/>
                    </a:cubicBezTo>
                    <a:cubicBezTo>
                      <a:pt x="50" y="140"/>
                      <a:pt x="46" y="152"/>
                      <a:pt x="41" y="165"/>
                    </a:cubicBezTo>
                    <a:cubicBezTo>
                      <a:pt x="38" y="171"/>
                      <a:pt x="36" y="177"/>
                      <a:pt x="33" y="184"/>
                    </a:cubicBezTo>
                    <a:cubicBezTo>
                      <a:pt x="30" y="191"/>
                      <a:pt x="27" y="198"/>
                      <a:pt x="23" y="205"/>
                    </a:cubicBezTo>
                    <a:cubicBezTo>
                      <a:pt x="21" y="209"/>
                      <a:pt x="15" y="211"/>
                      <a:pt x="11" y="211"/>
                    </a:cubicBezTo>
                    <a:cubicBezTo>
                      <a:pt x="5" y="210"/>
                      <a:pt x="1" y="205"/>
                      <a:pt x="0" y="200"/>
                    </a:cubicBezTo>
                    <a:cubicBezTo>
                      <a:pt x="0" y="198"/>
                      <a:pt x="0" y="196"/>
                      <a:pt x="1" y="194"/>
                    </a:cubicBezTo>
                    <a:lnTo>
                      <a:pt x="1" y="195"/>
                    </a:lnTo>
                    <a:cubicBezTo>
                      <a:pt x="1" y="193"/>
                      <a:pt x="2" y="190"/>
                      <a:pt x="4" y="188"/>
                    </a:cubicBezTo>
                    <a:cubicBezTo>
                      <a:pt x="4" y="187"/>
                      <a:pt x="5" y="186"/>
                      <a:pt x="5" y="186"/>
                    </a:cubicBezTo>
                    <a:cubicBezTo>
                      <a:pt x="19" y="158"/>
                      <a:pt x="30" y="130"/>
                      <a:pt x="40" y="101"/>
                    </a:cubicBezTo>
                    <a:cubicBezTo>
                      <a:pt x="44" y="90"/>
                      <a:pt x="47" y="79"/>
                      <a:pt x="50" y="68"/>
                    </a:cubicBezTo>
                    <a:cubicBezTo>
                      <a:pt x="50" y="69"/>
                      <a:pt x="50" y="69"/>
                      <a:pt x="50" y="69"/>
                    </a:cubicBezTo>
                    <a:cubicBezTo>
                      <a:pt x="52" y="59"/>
                      <a:pt x="54" y="49"/>
                      <a:pt x="55" y="38"/>
                    </a:cubicBezTo>
                    <a:cubicBezTo>
                      <a:pt x="55" y="36"/>
                      <a:pt x="55" y="33"/>
                      <a:pt x="55" y="31"/>
                    </a:cubicBezTo>
                    <a:cubicBezTo>
                      <a:pt x="55" y="24"/>
                      <a:pt x="54" y="16"/>
                      <a:pt x="57" y="9"/>
                    </a:cubicBezTo>
                    <a:cubicBezTo>
                      <a:pt x="59" y="4"/>
                      <a:pt x="65" y="0"/>
                      <a:pt x="71" y="1"/>
                    </a:cubicBezTo>
                    <a:cubicBezTo>
                      <a:pt x="76" y="2"/>
                      <a:pt x="80" y="5"/>
                      <a:pt x="82" y="11"/>
                    </a:cubicBezTo>
                    <a:cubicBezTo>
                      <a:pt x="83" y="15"/>
                      <a:pt x="82" y="19"/>
                      <a:pt x="82" y="24"/>
                    </a:cubicBezTo>
                    <a:cubicBezTo>
                      <a:pt x="82" y="27"/>
                      <a:pt x="81" y="30"/>
                      <a:pt x="81" y="33"/>
                    </a:cubicBezTo>
                    <a:cubicBezTo>
                      <a:pt x="81" y="36"/>
                      <a:pt x="80" y="38"/>
                      <a:pt x="79" y="40"/>
                    </a:cubicBezTo>
                    <a:cubicBezTo>
                      <a:pt x="79" y="45"/>
                      <a:pt x="80" y="50"/>
                      <a:pt x="80" y="54"/>
                    </a:cubicBezTo>
                    <a:cubicBezTo>
                      <a:pt x="81" y="63"/>
                      <a:pt x="81" y="71"/>
                      <a:pt x="81" y="80"/>
                    </a:cubicBezTo>
                    <a:cubicBezTo>
                      <a:pt x="85" y="122"/>
                      <a:pt x="92" y="163"/>
                      <a:pt x="99" y="205"/>
                    </a:cubicBezTo>
                    <a:cubicBezTo>
                      <a:pt x="100" y="212"/>
                      <a:pt x="95" y="218"/>
                      <a:pt x="88" y="219"/>
                    </a:cubicBezTo>
                    <a:cubicBezTo>
                      <a:pt x="88" y="219"/>
                      <a:pt x="87" y="219"/>
                      <a:pt x="86" y="219"/>
                    </a:cubicBezTo>
                    <a:cubicBezTo>
                      <a:pt x="81" y="219"/>
                      <a:pt x="75" y="215"/>
                      <a:pt x="74" y="2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0" name="Google Shape;4280;p50">
                <a:extLst>
                  <a:ext uri="{FF2B5EF4-FFF2-40B4-BE49-F238E27FC236}">
                    <a16:creationId xmlns:a16="http://schemas.microsoft.com/office/drawing/2014/main" id="{B3766B8C-1962-B56C-B802-E6706478E0CB}"/>
                  </a:ext>
                </a:extLst>
              </p:cNvPr>
              <p:cNvSpPr/>
              <p:nvPr/>
            </p:nvSpPr>
            <p:spPr>
              <a:xfrm>
                <a:off x="2042640" y="1306440"/>
                <a:ext cx="40680" cy="2808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78" extrusionOk="0">
                    <a:moveTo>
                      <a:pt x="13" y="77"/>
                    </a:moveTo>
                    <a:cubicBezTo>
                      <a:pt x="6" y="76"/>
                      <a:pt x="1" y="70"/>
                      <a:pt x="2" y="63"/>
                    </a:cubicBezTo>
                    <a:cubicBezTo>
                      <a:pt x="3" y="58"/>
                      <a:pt x="3" y="54"/>
                      <a:pt x="4" y="48"/>
                    </a:cubicBezTo>
                    <a:cubicBezTo>
                      <a:pt x="4" y="46"/>
                      <a:pt x="4" y="43"/>
                      <a:pt x="4" y="40"/>
                    </a:cubicBezTo>
                    <a:cubicBezTo>
                      <a:pt x="3" y="36"/>
                      <a:pt x="3" y="32"/>
                      <a:pt x="2" y="28"/>
                    </a:cubicBezTo>
                    <a:cubicBezTo>
                      <a:pt x="1" y="21"/>
                      <a:pt x="0" y="13"/>
                      <a:pt x="4" y="7"/>
                    </a:cubicBezTo>
                    <a:cubicBezTo>
                      <a:pt x="7" y="4"/>
                      <a:pt x="13" y="1"/>
                      <a:pt x="17" y="0"/>
                    </a:cubicBezTo>
                    <a:cubicBezTo>
                      <a:pt x="20" y="0"/>
                      <a:pt x="23" y="0"/>
                      <a:pt x="26" y="1"/>
                    </a:cubicBezTo>
                    <a:cubicBezTo>
                      <a:pt x="29" y="2"/>
                      <a:pt x="33" y="3"/>
                      <a:pt x="36" y="4"/>
                    </a:cubicBezTo>
                    <a:cubicBezTo>
                      <a:pt x="43" y="7"/>
                      <a:pt x="49" y="10"/>
                      <a:pt x="56" y="14"/>
                    </a:cubicBezTo>
                    <a:cubicBezTo>
                      <a:pt x="64" y="19"/>
                      <a:pt x="73" y="24"/>
                      <a:pt x="81" y="30"/>
                    </a:cubicBezTo>
                    <a:cubicBezTo>
                      <a:pt x="89" y="35"/>
                      <a:pt x="98" y="42"/>
                      <a:pt x="106" y="49"/>
                    </a:cubicBezTo>
                    <a:cubicBezTo>
                      <a:pt x="111" y="54"/>
                      <a:pt x="112" y="61"/>
                      <a:pt x="108" y="66"/>
                    </a:cubicBezTo>
                    <a:cubicBezTo>
                      <a:pt x="104" y="71"/>
                      <a:pt x="96" y="73"/>
                      <a:pt x="91" y="68"/>
                    </a:cubicBezTo>
                    <a:cubicBezTo>
                      <a:pt x="86" y="64"/>
                      <a:pt x="81" y="59"/>
                      <a:pt x="75" y="55"/>
                    </a:cubicBezTo>
                    <a:cubicBezTo>
                      <a:pt x="71" y="51"/>
                      <a:pt x="66" y="48"/>
                      <a:pt x="61" y="44"/>
                    </a:cubicBezTo>
                    <a:cubicBezTo>
                      <a:pt x="52" y="39"/>
                      <a:pt x="43" y="34"/>
                      <a:pt x="34" y="30"/>
                    </a:cubicBezTo>
                    <a:cubicBezTo>
                      <a:pt x="31" y="28"/>
                      <a:pt x="29" y="27"/>
                      <a:pt x="26" y="26"/>
                    </a:cubicBezTo>
                    <a:cubicBezTo>
                      <a:pt x="27" y="33"/>
                      <a:pt x="28" y="38"/>
                      <a:pt x="28" y="45"/>
                    </a:cubicBezTo>
                    <a:cubicBezTo>
                      <a:pt x="28" y="52"/>
                      <a:pt x="27" y="59"/>
                      <a:pt x="26" y="67"/>
                    </a:cubicBezTo>
                    <a:cubicBezTo>
                      <a:pt x="26" y="73"/>
                      <a:pt x="20" y="77"/>
                      <a:pt x="14" y="77"/>
                    </a:cubicBezTo>
                    <a:cubicBezTo>
                      <a:pt x="13" y="77"/>
                      <a:pt x="13" y="77"/>
                      <a:pt x="13" y="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1" name="Google Shape;4281;p50">
                <a:extLst>
                  <a:ext uri="{FF2B5EF4-FFF2-40B4-BE49-F238E27FC236}">
                    <a16:creationId xmlns:a16="http://schemas.microsoft.com/office/drawing/2014/main" id="{A26AFE33-E179-31DD-3841-367EB9DEE45E}"/>
                  </a:ext>
                </a:extLst>
              </p:cNvPr>
              <p:cNvSpPr/>
              <p:nvPr/>
            </p:nvSpPr>
            <p:spPr>
              <a:xfrm>
                <a:off x="2038680" y="1298520"/>
                <a:ext cx="58680" cy="70920"/>
              </a:xfrm>
              <a:custGeom>
                <a:avLst/>
                <a:gdLst/>
                <a:ahLst/>
                <a:cxnLst/>
                <a:rect l="l" t="t" r="r" b="b"/>
                <a:pathLst>
                  <a:path w="163" h="197" extrusionOk="0">
                    <a:moveTo>
                      <a:pt x="8" y="195"/>
                    </a:moveTo>
                    <a:cubicBezTo>
                      <a:pt x="3" y="193"/>
                      <a:pt x="0" y="186"/>
                      <a:pt x="2" y="180"/>
                    </a:cubicBezTo>
                    <a:cubicBezTo>
                      <a:pt x="5" y="173"/>
                      <a:pt x="9" y="165"/>
                      <a:pt x="12" y="158"/>
                    </a:cubicBezTo>
                    <a:cubicBezTo>
                      <a:pt x="12" y="159"/>
                      <a:pt x="12" y="159"/>
                      <a:pt x="12" y="159"/>
                    </a:cubicBezTo>
                    <a:cubicBezTo>
                      <a:pt x="18" y="148"/>
                      <a:pt x="24" y="137"/>
                      <a:pt x="30" y="126"/>
                    </a:cubicBezTo>
                    <a:cubicBezTo>
                      <a:pt x="36" y="115"/>
                      <a:pt x="43" y="104"/>
                      <a:pt x="50" y="94"/>
                    </a:cubicBezTo>
                    <a:cubicBezTo>
                      <a:pt x="57" y="83"/>
                      <a:pt x="64" y="72"/>
                      <a:pt x="72" y="62"/>
                    </a:cubicBezTo>
                    <a:cubicBezTo>
                      <a:pt x="77" y="57"/>
                      <a:pt x="81" y="51"/>
                      <a:pt x="85" y="46"/>
                    </a:cubicBezTo>
                    <a:cubicBezTo>
                      <a:pt x="90" y="41"/>
                      <a:pt x="95" y="35"/>
                      <a:pt x="100" y="30"/>
                    </a:cubicBezTo>
                    <a:cubicBezTo>
                      <a:pt x="107" y="22"/>
                      <a:pt x="116" y="15"/>
                      <a:pt x="124" y="10"/>
                    </a:cubicBezTo>
                    <a:cubicBezTo>
                      <a:pt x="132" y="4"/>
                      <a:pt x="140" y="1"/>
                      <a:pt x="149" y="0"/>
                    </a:cubicBezTo>
                    <a:cubicBezTo>
                      <a:pt x="156" y="0"/>
                      <a:pt x="162" y="6"/>
                      <a:pt x="162" y="13"/>
                    </a:cubicBezTo>
                    <a:cubicBezTo>
                      <a:pt x="162" y="20"/>
                      <a:pt x="156" y="26"/>
                      <a:pt x="149" y="25"/>
                    </a:cubicBezTo>
                    <a:lnTo>
                      <a:pt x="148" y="25"/>
                    </a:lnTo>
                    <a:lnTo>
                      <a:pt x="149" y="25"/>
                    </a:lnTo>
                    <a:cubicBezTo>
                      <a:pt x="148" y="25"/>
                      <a:pt x="148" y="25"/>
                      <a:pt x="146" y="25"/>
                    </a:cubicBezTo>
                    <a:cubicBezTo>
                      <a:pt x="146" y="26"/>
                      <a:pt x="146" y="26"/>
                      <a:pt x="145" y="26"/>
                    </a:cubicBezTo>
                    <a:cubicBezTo>
                      <a:pt x="144" y="27"/>
                      <a:pt x="143" y="27"/>
                      <a:pt x="142" y="28"/>
                    </a:cubicBezTo>
                    <a:cubicBezTo>
                      <a:pt x="139" y="29"/>
                      <a:pt x="137" y="30"/>
                      <a:pt x="134" y="32"/>
                    </a:cubicBezTo>
                    <a:cubicBezTo>
                      <a:pt x="131" y="34"/>
                      <a:pt x="128" y="36"/>
                      <a:pt x="125" y="39"/>
                    </a:cubicBezTo>
                    <a:cubicBezTo>
                      <a:pt x="117" y="46"/>
                      <a:pt x="109" y="55"/>
                      <a:pt x="102" y="63"/>
                    </a:cubicBezTo>
                    <a:cubicBezTo>
                      <a:pt x="95" y="70"/>
                      <a:pt x="89" y="77"/>
                      <a:pt x="84" y="85"/>
                    </a:cubicBezTo>
                    <a:cubicBezTo>
                      <a:pt x="81" y="88"/>
                      <a:pt x="78" y="92"/>
                      <a:pt x="75" y="95"/>
                    </a:cubicBezTo>
                    <a:cubicBezTo>
                      <a:pt x="72" y="100"/>
                      <a:pt x="70" y="105"/>
                      <a:pt x="66" y="109"/>
                    </a:cubicBezTo>
                    <a:cubicBezTo>
                      <a:pt x="61" y="116"/>
                      <a:pt x="57" y="124"/>
                      <a:pt x="53" y="131"/>
                    </a:cubicBezTo>
                    <a:cubicBezTo>
                      <a:pt x="47" y="140"/>
                      <a:pt x="43" y="150"/>
                      <a:pt x="37" y="158"/>
                    </a:cubicBezTo>
                    <a:cubicBezTo>
                      <a:pt x="33" y="169"/>
                      <a:pt x="28" y="179"/>
                      <a:pt x="24" y="189"/>
                    </a:cubicBezTo>
                    <a:cubicBezTo>
                      <a:pt x="22" y="193"/>
                      <a:pt x="17" y="196"/>
                      <a:pt x="12" y="196"/>
                    </a:cubicBezTo>
                    <a:cubicBezTo>
                      <a:pt x="11" y="196"/>
                      <a:pt x="10" y="196"/>
                      <a:pt x="8" y="19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2" name="Google Shape;4282;p50">
                <a:extLst>
                  <a:ext uri="{FF2B5EF4-FFF2-40B4-BE49-F238E27FC236}">
                    <a16:creationId xmlns:a16="http://schemas.microsoft.com/office/drawing/2014/main" id="{98F5F3EE-961E-71A5-628A-9EEBBBBCD72A}"/>
                  </a:ext>
                </a:extLst>
              </p:cNvPr>
              <p:cNvSpPr/>
              <p:nvPr/>
            </p:nvSpPr>
            <p:spPr>
              <a:xfrm>
                <a:off x="1386360" y="691920"/>
                <a:ext cx="46080" cy="129960"/>
              </a:xfrm>
              <a:custGeom>
                <a:avLst/>
                <a:gdLst/>
                <a:ahLst/>
                <a:cxnLst/>
                <a:rect l="l" t="t" r="r" b="b"/>
                <a:pathLst>
                  <a:path w="128" h="361" extrusionOk="0">
                    <a:moveTo>
                      <a:pt x="54" y="336"/>
                    </a:moveTo>
                    <a:lnTo>
                      <a:pt x="54" y="335"/>
                    </a:lnTo>
                    <a:cubicBezTo>
                      <a:pt x="55" y="333"/>
                      <a:pt x="56" y="331"/>
                      <a:pt x="56" y="328"/>
                    </a:cubicBezTo>
                    <a:cubicBezTo>
                      <a:pt x="58" y="320"/>
                      <a:pt x="59" y="310"/>
                      <a:pt x="60" y="301"/>
                    </a:cubicBezTo>
                    <a:cubicBezTo>
                      <a:pt x="61" y="278"/>
                      <a:pt x="61" y="254"/>
                      <a:pt x="63" y="232"/>
                    </a:cubicBezTo>
                    <a:cubicBezTo>
                      <a:pt x="63" y="223"/>
                      <a:pt x="63" y="215"/>
                      <a:pt x="63" y="207"/>
                    </a:cubicBezTo>
                    <a:cubicBezTo>
                      <a:pt x="57" y="217"/>
                      <a:pt x="52" y="227"/>
                      <a:pt x="46" y="238"/>
                    </a:cubicBezTo>
                    <a:cubicBezTo>
                      <a:pt x="47" y="238"/>
                      <a:pt x="47" y="237"/>
                      <a:pt x="47" y="237"/>
                    </a:cubicBezTo>
                    <a:cubicBezTo>
                      <a:pt x="43" y="243"/>
                      <a:pt x="41" y="249"/>
                      <a:pt x="39" y="256"/>
                    </a:cubicBezTo>
                    <a:cubicBezTo>
                      <a:pt x="37" y="258"/>
                      <a:pt x="37" y="260"/>
                      <a:pt x="36" y="262"/>
                    </a:cubicBezTo>
                    <a:cubicBezTo>
                      <a:pt x="36" y="267"/>
                      <a:pt x="35" y="273"/>
                      <a:pt x="35" y="278"/>
                    </a:cubicBezTo>
                    <a:cubicBezTo>
                      <a:pt x="34" y="282"/>
                      <a:pt x="34" y="287"/>
                      <a:pt x="35" y="291"/>
                    </a:cubicBezTo>
                    <a:cubicBezTo>
                      <a:pt x="35" y="294"/>
                      <a:pt x="35" y="298"/>
                      <a:pt x="36" y="300"/>
                    </a:cubicBezTo>
                    <a:cubicBezTo>
                      <a:pt x="36" y="300"/>
                      <a:pt x="36" y="299"/>
                      <a:pt x="35" y="299"/>
                    </a:cubicBezTo>
                    <a:cubicBezTo>
                      <a:pt x="36" y="303"/>
                      <a:pt x="37" y="306"/>
                      <a:pt x="39" y="310"/>
                    </a:cubicBezTo>
                    <a:cubicBezTo>
                      <a:pt x="38" y="310"/>
                      <a:pt x="38" y="310"/>
                      <a:pt x="38" y="310"/>
                    </a:cubicBezTo>
                    <a:cubicBezTo>
                      <a:pt x="40" y="314"/>
                      <a:pt x="42" y="318"/>
                      <a:pt x="43" y="322"/>
                    </a:cubicBezTo>
                    <a:cubicBezTo>
                      <a:pt x="45" y="325"/>
                      <a:pt x="46" y="327"/>
                      <a:pt x="48" y="330"/>
                    </a:cubicBezTo>
                    <a:cubicBezTo>
                      <a:pt x="49" y="331"/>
                      <a:pt x="50" y="333"/>
                      <a:pt x="51" y="334"/>
                    </a:cubicBezTo>
                    <a:lnTo>
                      <a:pt x="52" y="335"/>
                    </a:lnTo>
                    <a:cubicBezTo>
                      <a:pt x="53" y="335"/>
                      <a:pt x="53" y="335"/>
                      <a:pt x="53" y="335"/>
                    </a:cubicBezTo>
                    <a:lnTo>
                      <a:pt x="54" y="336"/>
                    </a:lnTo>
                    <a:moveTo>
                      <a:pt x="53" y="360"/>
                    </a:moveTo>
                    <a:cubicBezTo>
                      <a:pt x="50" y="360"/>
                      <a:pt x="47" y="359"/>
                      <a:pt x="44" y="358"/>
                    </a:cubicBezTo>
                    <a:cubicBezTo>
                      <a:pt x="37" y="354"/>
                      <a:pt x="33" y="349"/>
                      <a:pt x="29" y="342"/>
                    </a:cubicBezTo>
                    <a:cubicBezTo>
                      <a:pt x="25" y="336"/>
                      <a:pt x="21" y="330"/>
                      <a:pt x="19" y="323"/>
                    </a:cubicBezTo>
                    <a:cubicBezTo>
                      <a:pt x="16" y="315"/>
                      <a:pt x="14" y="307"/>
                      <a:pt x="13" y="299"/>
                    </a:cubicBezTo>
                    <a:cubicBezTo>
                      <a:pt x="12" y="292"/>
                      <a:pt x="12" y="284"/>
                      <a:pt x="13" y="277"/>
                    </a:cubicBezTo>
                    <a:cubicBezTo>
                      <a:pt x="14" y="268"/>
                      <a:pt x="15" y="259"/>
                      <a:pt x="18" y="251"/>
                    </a:cubicBezTo>
                    <a:cubicBezTo>
                      <a:pt x="21" y="244"/>
                      <a:pt x="23" y="237"/>
                      <a:pt x="27" y="230"/>
                    </a:cubicBezTo>
                    <a:cubicBezTo>
                      <a:pt x="31" y="222"/>
                      <a:pt x="36" y="214"/>
                      <a:pt x="40" y="206"/>
                    </a:cubicBezTo>
                    <a:cubicBezTo>
                      <a:pt x="47" y="193"/>
                      <a:pt x="56" y="180"/>
                      <a:pt x="63" y="167"/>
                    </a:cubicBezTo>
                    <a:cubicBezTo>
                      <a:pt x="64" y="166"/>
                      <a:pt x="65" y="164"/>
                      <a:pt x="66" y="162"/>
                    </a:cubicBezTo>
                    <a:cubicBezTo>
                      <a:pt x="66" y="159"/>
                      <a:pt x="66" y="156"/>
                      <a:pt x="67" y="153"/>
                    </a:cubicBezTo>
                    <a:cubicBezTo>
                      <a:pt x="67" y="144"/>
                      <a:pt x="68" y="136"/>
                      <a:pt x="70" y="127"/>
                    </a:cubicBezTo>
                    <a:cubicBezTo>
                      <a:pt x="68" y="129"/>
                      <a:pt x="66" y="130"/>
                      <a:pt x="64" y="132"/>
                    </a:cubicBezTo>
                    <a:cubicBezTo>
                      <a:pt x="59" y="136"/>
                      <a:pt x="54" y="139"/>
                      <a:pt x="48" y="141"/>
                    </a:cubicBezTo>
                    <a:cubicBezTo>
                      <a:pt x="43" y="143"/>
                      <a:pt x="37" y="145"/>
                      <a:pt x="32" y="144"/>
                    </a:cubicBezTo>
                    <a:cubicBezTo>
                      <a:pt x="26" y="143"/>
                      <a:pt x="21" y="141"/>
                      <a:pt x="17" y="137"/>
                    </a:cubicBezTo>
                    <a:cubicBezTo>
                      <a:pt x="12" y="134"/>
                      <a:pt x="9" y="129"/>
                      <a:pt x="8" y="123"/>
                    </a:cubicBezTo>
                    <a:cubicBezTo>
                      <a:pt x="3" y="111"/>
                      <a:pt x="1" y="98"/>
                      <a:pt x="1" y="85"/>
                    </a:cubicBezTo>
                    <a:cubicBezTo>
                      <a:pt x="0" y="78"/>
                      <a:pt x="0" y="71"/>
                      <a:pt x="1" y="65"/>
                    </a:cubicBezTo>
                    <a:cubicBezTo>
                      <a:pt x="1" y="59"/>
                      <a:pt x="1" y="53"/>
                      <a:pt x="3" y="48"/>
                    </a:cubicBezTo>
                    <a:cubicBezTo>
                      <a:pt x="4" y="43"/>
                      <a:pt x="8" y="39"/>
                      <a:pt x="12" y="38"/>
                    </a:cubicBezTo>
                    <a:cubicBezTo>
                      <a:pt x="16" y="37"/>
                      <a:pt x="21" y="38"/>
                      <a:pt x="24" y="41"/>
                    </a:cubicBezTo>
                    <a:cubicBezTo>
                      <a:pt x="30" y="44"/>
                      <a:pt x="30" y="53"/>
                      <a:pt x="26" y="58"/>
                    </a:cubicBezTo>
                    <a:cubicBezTo>
                      <a:pt x="26" y="59"/>
                      <a:pt x="26" y="59"/>
                      <a:pt x="26" y="59"/>
                    </a:cubicBezTo>
                    <a:cubicBezTo>
                      <a:pt x="25" y="63"/>
                      <a:pt x="25" y="67"/>
                      <a:pt x="24" y="71"/>
                    </a:cubicBezTo>
                    <a:cubicBezTo>
                      <a:pt x="24" y="76"/>
                      <a:pt x="24" y="81"/>
                      <a:pt x="24" y="87"/>
                    </a:cubicBezTo>
                    <a:cubicBezTo>
                      <a:pt x="25" y="92"/>
                      <a:pt x="25" y="97"/>
                      <a:pt x="26" y="102"/>
                    </a:cubicBezTo>
                    <a:cubicBezTo>
                      <a:pt x="27" y="106"/>
                      <a:pt x="28" y="109"/>
                      <a:pt x="29" y="113"/>
                    </a:cubicBezTo>
                    <a:lnTo>
                      <a:pt x="29" y="112"/>
                    </a:lnTo>
                    <a:cubicBezTo>
                      <a:pt x="29" y="113"/>
                      <a:pt x="29" y="113"/>
                      <a:pt x="29" y="113"/>
                    </a:cubicBezTo>
                    <a:cubicBezTo>
                      <a:pt x="30" y="115"/>
                      <a:pt x="30" y="116"/>
                      <a:pt x="30" y="117"/>
                    </a:cubicBezTo>
                    <a:cubicBezTo>
                      <a:pt x="31" y="118"/>
                      <a:pt x="31" y="118"/>
                      <a:pt x="31" y="118"/>
                    </a:cubicBezTo>
                    <a:cubicBezTo>
                      <a:pt x="32" y="118"/>
                      <a:pt x="32" y="119"/>
                      <a:pt x="32" y="119"/>
                    </a:cubicBezTo>
                    <a:cubicBezTo>
                      <a:pt x="33" y="120"/>
                      <a:pt x="33" y="120"/>
                      <a:pt x="33" y="120"/>
                    </a:cubicBezTo>
                    <a:lnTo>
                      <a:pt x="34" y="120"/>
                    </a:lnTo>
                    <a:lnTo>
                      <a:pt x="35" y="120"/>
                    </a:lnTo>
                    <a:lnTo>
                      <a:pt x="36" y="120"/>
                    </a:lnTo>
                    <a:cubicBezTo>
                      <a:pt x="36" y="120"/>
                      <a:pt x="37" y="120"/>
                      <a:pt x="38" y="120"/>
                    </a:cubicBezTo>
                    <a:cubicBezTo>
                      <a:pt x="40" y="119"/>
                      <a:pt x="42" y="119"/>
                      <a:pt x="43" y="118"/>
                    </a:cubicBezTo>
                    <a:cubicBezTo>
                      <a:pt x="44" y="117"/>
                      <a:pt x="46" y="116"/>
                      <a:pt x="47" y="115"/>
                    </a:cubicBezTo>
                    <a:cubicBezTo>
                      <a:pt x="49" y="114"/>
                      <a:pt x="51" y="112"/>
                      <a:pt x="53" y="111"/>
                    </a:cubicBezTo>
                    <a:cubicBezTo>
                      <a:pt x="55" y="109"/>
                      <a:pt x="57" y="107"/>
                      <a:pt x="59" y="105"/>
                    </a:cubicBezTo>
                    <a:cubicBezTo>
                      <a:pt x="61" y="102"/>
                      <a:pt x="63" y="99"/>
                      <a:pt x="65" y="97"/>
                    </a:cubicBezTo>
                    <a:cubicBezTo>
                      <a:pt x="70" y="90"/>
                      <a:pt x="74" y="83"/>
                      <a:pt x="78" y="76"/>
                    </a:cubicBezTo>
                    <a:cubicBezTo>
                      <a:pt x="80" y="63"/>
                      <a:pt x="83" y="50"/>
                      <a:pt x="87" y="37"/>
                    </a:cubicBezTo>
                    <a:cubicBezTo>
                      <a:pt x="89" y="30"/>
                      <a:pt x="92" y="23"/>
                      <a:pt x="95" y="17"/>
                    </a:cubicBezTo>
                    <a:cubicBezTo>
                      <a:pt x="98" y="11"/>
                      <a:pt x="102" y="4"/>
                      <a:pt x="109" y="2"/>
                    </a:cubicBezTo>
                    <a:cubicBezTo>
                      <a:pt x="114" y="0"/>
                      <a:pt x="121" y="3"/>
                      <a:pt x="124" y="9"/>
                    </a:cubicBezTo>
                    <a:cubicBezTo>
                      <a:pt x="127" y="14"/>
                      <a:pt x="125" y="23"/>
                      <a:pt x="123" y="28"/>
                    </a:cubicBezTo>
                    <a:cubicBezTo>
                      <a:pt x="120" y="35"/>
                      <a:pt x="117" y="42"/>
                      <a:pt x="114" y="49"/>
                    </a:cubicBezTo>
                    <a:cubicBezTo>
                      <a:pt x="112" y="55"/>
                      <a:pt x="109" y="60"/>
                      <a:pt x="107" y="66"/>
                    </a:cubicBezTo>
                    <a:cubicBezTo>
                      <a:pt x="104" y="72"/>
                      <a:pt x="102" y="78"/>
                      <a:pt x="99" y="84"/>
                    </a:cubicBezTo>
                    <a:cubicBezTo>
                      <a:pt x="98" y="85"/>
                      <a:pt x="98" y="87"/>
                      <a:pt x="97" y="89"/>
                    </a:cubicBezTo>
                    <a:lnTo>
                      <a:pt x="97" y="88"/>
                    </a:lnTo>
                    <a:cubicBezTo>
                      <a:pt x="97" y="89"/>
                      <a:pt x="97" y="89"/>
                      <a:pt x="97" y="90"/>
                    </a:cubicBezTo>
                    <a:cubicBezTo>
                      <a:pt x="96" y="99"/>
                      <a:pt x="94" y="108"/>
                      <a:pt x="92" y="118"/>
                    </a:cubicBezTo>
                    <a:cubicBezTo>
                      <a:pt x="93" y="116"/>
                      <a:pt x="94" y="115"/>
                      <a:pt x="95" y="113"/>
                    </a:cubicBezTo>
                    <a:cubicBezTo>
                      <a:pt x="97" y="109"/>
                      <a:pt x="104" y="107"/>
                      <a:pt x="109" y="110"/>
                    </a:cubicBezTo>
                    <a:cubicBezTo>
                      <a:pt x="113" y="112"/>
                      <a:pt x="114" y="119"/>
                      <a:pt x="112" y="123"/>
                    </a:cubicBezTo>
                    <a:cubicBezTo>
                      <a:pt x="103" y="137"/>
                      <a:pt x="95" y="152"/>
                      <a:pt x="86" y="166"/>
                    </a:cubicBezTo>
                    <a:cubicBezTo>
                      <a:pt x="86" y="171"/>
                      <a:pt x="86" y="174"/>
                      <a:pt x="85" y="178"/>
                    </a:cubicBezTo>
                    <a:cubicBezTo>
                      <a:pt x="84" y="203"/>
                      <a:pt x="83" y="227"/>
                      <a:pt x="82" y="252"/>
                    </a:cubicBezTo>
                    <a:cubicBezTo>
                      <a:pt x="82" y="264"/>
                      <a:pt x="82" y="276"/>
                      <a:pt x="82" y="288"/>
                    </a:cubicBezTo>
                    <a:cubicBezTo>
                      <a:pt x="82" y="300"/>
                      <a:pt x="81" y="313"/>
                      <a:pt x="79" y="326"/>
                    </a:cubicBezTo>
                    <a:cubicBezTo>
                      <a:pt x="79" y="331"/>
                      <a:pt x="78" y="338"/>
                      <a:pt x="76" y="343"/>
                    </a:cubicBezTo>
                    <a:cubicBezTo>
                      <a:pt x="74" y="349"/>
                      <a:pt x="70" y="356"/>
                      <a:pt x="63" y="359"/>
                    </a:cubicBezTo>
                    <a:cubicBezTo>
                      <a:pt x="60" y="359"/>
                      <a:pt x="58" y="360"/>
                      <a:pt x="55" y="360"/>
                    </a:cubicBezTo>
                    <a:cubicBezTo>
                      <a:pt x="54" y="360"/>
                      <a:pt x="54" y="360"/>
                      <a:pt x="53" y="3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3" name="Google Shape;4283;p50">
                <a:extLst>
                  <a:ext uri="{FF2B5EF4-FFF2-40B4-BE49-F238E27FC236}">
                    <a16:creationId xmlns:a16="http://schemas.microsoft.com/office/drawing/2014/main" id="{8C8DCCE3-4ED9-058C-5DAD-DE40493D77C9}"/>
                  </a:ext>
                </a:extLst>
              </p:cNvPr>
              <p:cNvSpPr/>
              <p:nvPr/>
            </p:nvSpPr>
            <p:spPr>
              <a:xfrm>
                <a:off x="1354680" y="883080"/>
                <a:ext cx="497160" cy="492480"/>
              </a:xfrm>
              <a:custGeom>
                <a:avLst/>
                <a:gdLst/>
                <a:ahLst/>
                <a:cxnLst/>
                <a:rect l="l" t="t" r="r" b="b"/>
                <a:pathLst>
                  <a:path w="1381" h="1368" extrusionOk="0">
                    <a:moveTo>
                      <a:pt x="1356" y="1363"/>
                    </a:moveTo>
                    <a:cubicBezTo>
                      <a:pt x="1347" y="1354"/>
                      <a:pt x="1338" y="1344"/>
                      <a:pt x="1329" y="1336"/>
                    </a:cubicBezTo>
                    <a:cubicBezTo>
                      <a:pt x="1320" y="1326"/>
                      <a:pt x="1310" y="1316"/>
                      <a:pt x="1300" y="1306"/>
                    </a:cubicBezTo>
                    <a:cubicBezTo>
                      <a:pt x="1280" y="1284"/>
                      <a:pt x="1258" y="1264"/>
                      <a:pt x="1237" y="1243"/>
                    </a:cubicBezTo>
                    <a:cubicBezTo>
                      <a:pt x="1217" y="1223"/>
                      <a:pt x="1196" y="1202"/>
                      <a:pt x="1175" y="1182"/>
                    </a:cubicBezTo>
                    <a:cubicBezTo>
                      <a:pt x="1154" y="1161"/>
                      <a:pt x="1134" y="1140"/>
                      <a:pt x="1113" y="1119"/>
                    </a:cubicBezTo>
                    <a:cubicBezTo>
                      <a:pt x="1072" y="1079"/>
                      <a:pt x="1031" y="1038"/>
                      <a:pt x="991" y="998"/>
                    </a:cubicBezTo>
                    <a:cubicBezTo>
                      <a:pt x="949" y="956"/>
                      <a:pt x="907" y="914"/>
                      <a:pt x="865" y="873"/>
                    </a:cubicBezTo>
                    <a:cubicBezTo>
                      <a:pt x="823" y="831"/>
                      <a:pt x="781" y="789"/>
                      <a:pt x="739" y="748"/>
                    </a:cubicBezTo>
                    <a:cubicBezTo>
                      <a:pt x="697" y="706"/>
                      <a:pt x="656" y="665"/>
                      <a:pt x="614" y="624"/>
                    </a:cubicBezTo>
                    <a:cubicBezTo>
                      <a:pt x="572" y="582"/>
                      <a:pt x="530" y="540"/>
                      <a:pt x="488" y="498"/>
                    </a:cubicBezTo>
                    <a:cubicBezTo>
                      <a:pt x="447" y="458"/>
                      <a:pt x="406" y="417"/>
                      <a:pt x="365" y="377"/>
                    </a:cubicBezTo>
                    <a:cubicBezTo>
                      <a:pt x="322" y="333"/>
                      <a:pt x="278" y="290"/>
                      <a:pt x="234" y="247"/>
                    </a:cubicBezTo>
                    <a:cubicBezTo>
                      <a:pt x="193" y="206"/>
                      <a:pt x="152" y="165"/>
                      <a:pt x="110" y="125"/>
                    </a:cubicBezTo>
                    <a:cubicBezTo>
                      <a:pt x="93" y="108"/>
                      <a:pt x="76" y="90"/>
                      <a:pt x="59" y="74"/>
                    </a:cubicBezTo>
                    <a:cubicBezTo>
                      <a:pt x="49" y="65"/>
                      <a:pt x="39" y="56"/>
                      <a:pt x="30" y="46"/>
                    </a:cubicBezTo>
                    <a:cubicBezTo>
                      <a:pt x="26" y="42"/>
                      <a:pt x="21" y="37"/>
                      <a:pt x="17" y="33"/>
                    </a:cubicBezTo>
                    <a:cubicBezTo>
                      <a:pt x="12" y="29"/>
                      <a:pt x="8" y="26"/>
                      <a:pt x="4" y="22"/>
                    </a:cubicBezTo>
                    <a:cubicBezTo>
                      <a:pt x="0" y="17"/>
                      <a:pt x="0" y="9"/>
                      <a:pt x="4" y="4"/>
                    </a:cubicBezTo>
                    <a:cubicBezTo>
                      <a:pt x="10" y="0"/>
                      <a:pt x="17" y="0"/>
                      <a:pt x="22" y="4"/>
                    </a:cubicBezTo>
                    <a:cubicBezTo>
                      <a:pt x="26" y="8"/>
                      <a:pt x="31" y="13"/>
                      <a:pt x="35" y="18"/>
                    </a:cubicBezTo>
                    <a:cubicBezTo>
                      <a:pt x="41" y="23"/>
                      <a:pt x="47" y="29"/>
                      <a:pt x="53" y="36"/>
                    </a:cubicBezTo>
                    <a:cubicBezTo>
                      <a:pt x="63" y="45"/>
                      <a:pt x="72" y="55"/>
                      <a:pt x="82" y="65"/>
                    </a:cubicBezTo>
                    <a:cubicBezTo>
                      <a:pt x="103" y="87"/>
                      <a:pt x="125" y="109"/>
                      <a:pt x="146" y="130"/>
                    </a:cubicBezTo>
                    <a:cubicBezTo>
                      <a:pt x="187" y="171"/>
                      <a:pt x="228" y="211"/>
                      <a:pt x="269" y="252"/>
                    </a:cubicBezTo>
                    <a:cubicBezTo>
                      <a:pt x="312" y="295"/>
                      <a:pt x="356" y="338"/>
                      <a:pt x="399" y="381"/>
                    </a:cubicBezTo>
                    <a:cubicBezTo>
                      <a:pt x="440" y="421"/>
                      <a:pt x="481" y="462"/>
                      <a:pt x="522" y="502"/>
                    </a:cubicBezTo>
                    <a:cubicBezTo>
                      <a:pt x="564" y="544"/>
                      <a:pt x="606" y="585"/>
                      <a:pt x="648" y="627"/>
                    </a:cubicBezTo>
                    <a:cubicBezTo>
                      <a:pt x="689" y="668"/>
                      <a:pt x="731" y="709"/>
                      <a:pt x="773" y="751"/>
                    </a:cubicBezTo>
                    <a:cubicBezTo>
                      <a:pt x="815" y="792"/>
                      <a:pt x="856" y="833"/>
                      <a:pt x="898" y="875"/>
                    </a:cubicBezTo>
                    <a:cubicBezTo>
                      <a:pt x="940" y="916"/>
                      <a:pt x="981" y="957"/>
                      <a:pt x="1023" y="999"/>
                    </a:cubicBezTo>
                    <a:cubicBezTo>
                      <a:pt x="1065" y="1040"/>
                      <a:pt x="1107" y="1081"/>
                      <a:pt x="1149" y="1122"/>
                    </a:cubicBezTo>
                    <a:cubicBezTo>
                      <a:pt x="1190" y="1163"/>
                      <a:pt x="1231" y="1204"/>
                      <a:pt x="1272" y="1245"/>
                    </a:cubicBezTo>
                    <a:cubicBezTo>
                      <a:pt x="1290" y="1263"/>
                      <a:pt x="1308" y="1280"/>
                      <a:pt x="1326" y="1298"/>
                    </a:cubicBezTo>
                    <a:cubicBezTo>
                      <a:pt x="1334" y="1306"/>
                      <a:pt x="1343" y="1313"/>
                      <a:pt x="1351" y="1321"/>
                    </a:cubicBezTo>
                    <a:cubicBezTo>
                      <a:pt x="1359" y="1329"/>
                      <a:pt x="1367" y="1336"/>
                      <a:pt x="1375" y="1344"/>
                    </a:cubicBezTo>
                    <a:cubicBezTo>
                      <a:pt x="1380" y="1349"/>
                      <a:pt x="1380" y="1358"/>
                      <a:pt x="1375" y="1363"/>
                    </a:cubicBezTo>
                    <a:cubicBezTo>
                      <a:pt x="1372" y="1365"/>
                      <a:pt x="1369" y="1367"/>
                      <a:pt x="1365" y="1367"/>
                    </a:cubicBezTo>
                    <a:cubicBezTo>
                      <a:pt x="1362" y="1367"/>
                      <a:pt x="1358" y="1365"/>
                      <a:pt x="1356" y="13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4" name="Google Shape;4284;p50">
                <a:extLst>
                  <a:ext uri="{FF2B5EF4-FFF2-40B4-BE49-F238E27FC236}">
                    <a16:creationId xmlns:a16="http://schemas.microsoft.com/office/drawing/2014/main" id="{09C5A752-4F7F-C934-24B6-CEBE0524BA8C}"/>
                  </a:ext>
                </a:extLst>
              </p:cNvPr>
              <p:cNvSpPr/>
              <p:nvPr/>
            </p:nvSpPr>
            <p:spPr>
              <a:xfrm>
                <a:off x="1398960" y="994680"/>
                <a:ext cx="36000" cy="65520"/>
              </a:xfrm>
              <a:custGeom>
                <a:avLst/>
                <a:gdLst/>
                <a:ahLst/>
                <a:cxnLst/>
                <a:rect l="l" t="t" r="r" b="b"/>
                <a:pathLst>
                  <a:path w="100" h="182" extrusionOk="0">
                    <a:moveTo>
                      <a:pt x="44" y="181"/>
                    </a:moveTo>
                    <a:cubicBezTo>
                      <a:pt x="37" y="180"/>
                      <a:pt x="32" y="173"/>
                      <a:pt x="33" y="167"/>
                    </a:cubicBezTo>
                    <a:cubicBezTo>
                      <a:pt x="36" y="154"/>
                      <a:pt x="39" y="141"/>
                      <a:pt x="41" y="128"/>
                    </a:cubicBezTo>
                    <a:cubicBezTo>
                      <a:pt x="44" y="116"/>
                      <a:pt x="46" y="104"/>
                      <a:pt x="49" y="92"/>
                    </a:cubicBezTo>
                    <a:cubicBezTo>
                      <a:pt x="51" y="84"/>
                      <a:pt x="54" y="75"/>
                      <a:pt x="56" y="67"/>
                    </a:cubicBezTo>
                    <a:cubicBezTo>
                      <a:pt x="53" y="71"/>
                      <a:pt x="49" y="75"/>
                      <a:pt x="46" y="78"/>
                    </a:cubicBezTo>
                    <a:cubicBezTo>
                      <a:pt x="41" y="83"/>
                      <a:pt x="36" y="88"/>
                      <a:pt x="32" y="93"/>
                    </a:cubicBezTo>
                    <a:cubicBezTo>
                      <a:pt x="30" y="95"/>
                      <a:pt x="28" y="97"/>
                      <a:pt x="26" y="99"/>
                    </a:cubicBezTo>
                    <a:cubicBezTo>
                      <a:pt x="25" y="100"/>
                      <a:pt x="23" y="102"/>
                      <a:pt x="22" y="103"/>
                    </a:cubicBezTo>
                    <a:cubicBezTo>
                      <a:pt x="19" y="105"/>
                      <a:pt x="15" y="106"/>
                      <a:pt x="12" y="106"/>
                    </a:cubicBezTo>
                    <a:cubicBezTo>
                      <a:pt x="8" y="105"/>
                      <a:pt x="4" y="102"/>
                      <a:pt x="2" y="98"/>
                    </a:cubicBezTo>
                    <a:cubicBezTo>
                      <a:pt x="0" y="92"/>
                      <a:pt x="2" y="86"/>
                      <a:pt x="8" y="82"/>
                    </a:cubicBezTo>
                    <a:cubicBezTo>
                      <a:pt x="8" y="82"/>
                      <a:pt x="9" y="82"/>
                      <a:pt x="9" y="81"/>
                    </a:cubicBezTo>
                    <a:cubicBezTo>
                      <a:pt x="24" y="67"/>
                      <a:pt x="38" y="53"/>
                      <a:pt x="51" y="38"/>
                    </a:cubicBezTo>
                    <a:cubicBezTo>
                      <a:pt x="58" y="30"/>
                      <a:pt x="64" y="23"/>
                      <a:pt x="69" y="15"/>
                    </a:cubicBezTo>
                    <a:cubicBezTo>
                      <a:pt x="72" y="11"/>
                      <a:pt x="75" y="6"/>
                      <a:pt x="78" y="4"/>
                    </a:cubicBezTo>
                    <a:cubicBezTo>
                      <a:pt x="83" y="1"/>
                      <a:pt x="88" y="0"/>
                      <a:pt x="92" y="2"/>
                    </a:cubicBezTo>
                    <a:cubicBezTo>
                      <a:pt x="96" y="5"/>
                      <a:pt x="99" y="10"/>
                      <a:pt x="98" y="15"/>
                    </a:cubicBezTo>
                    <a:cubicBezTo>
                      <a:pt x="97" y="20"/>
                      <a:pt x="95" y="25"/>
                      <a:pt x="93" y="30"/>
                    </a:cubicBezTo>
                    <a:cubicBezTo>
                      <a:pt x="91" y="35"/>
                      <a:pt x="89" y="39"/>
                      <a:pt x="88" y="44"/>
                    </a:cubicBezTo>
                    <a:cubicBezTo>
                      <a:pt x="79" y="70"/>
                      <a:pt x="71" y="96"/>
                      <a:pt x="65" y="123"/>
                    </a:cubicBezTo>
                    <a:cubicBezTo>
                      <a:pt x="62" y="139"/>
                      <a:pt x="60" y="155"/>
                      <a:pt x="58" y="170"/>
                    </a:cubicBezTo>
                    <a:cubicBezTo>
                      <a:pt x="57" y="176"/>
                      <a:pt x="51" y="181"/>
                      <a:pt x="46" y="181"/>
                    </a:cubicBezTo>
                    <a:cubicBezTo>
                      <a:pt x="45" y="181"/>
                      <a:pt x="44" y="181"/>
                      <a:pt x="44" y="1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5" name="Google Shape;4285;p50">
                <a:extLst>
                  <a:ext uri="{FF2B5EF4-FFF2-40B4-BE49-F238E27FC236}">
                    <a16:creationId xmlns:a16="http://schemas.microsoft.com/office/drawing/2014/main" id="{F6DFBFAE-9433-4647-76BE-58979C610644}"/>
                  </a:ext>
                </a:extLst>
              </p:cNvPr>
              <p:cNvSpPr/>
              <p:nvPr/>
            </p:nvSpPr>
            <p:spPr>
              <a:xfrm>
                <a:off x="1705680" y="1290240"/>
                <a:ext cx="30600" cy="57600"/>
              </a:xfrm>
              <a:custGeom>
                <a:avLst/>
                <a:gdLst/>
                <a:ahLst/>
                <a:cxnLst/>
                <a:rect l="l" t="t" r="r" b="b"/>
                <a:pathLst>
                  <a:path w="85" h="160" extrusionOk="0">
                    <a:moveTo>
                      <a:pt x="26" y="159"/>
                    </a:moveTo>
                    <a:cubicBezTo>
                      <a:pt x="19" y="157"/>
                      <a:pt x="15" y="149"/>
                      <a:pt x="18" y="142"/>
                    </a:cubicBezTo>
                    <a:cubicBezTo>
                      <a:pt x="21" y="133"/>
                      <a:pt x="24" y="124"/>
                      <a:pt x="28" y="114"/>
                    </a:cubicBezTo>
                    <a:cubicBezTo>
                      <a:pt x="33" y="98"/>
                      <a:pt x="39" y="82"/>
                      <a:pt x="44" y="66"/>
                    </a:cubicBezTo>
                    <a:cubicBezTo>
                      <a:pt x="45" y="65"/>
                      <a:pt x="45" y="63"/>
                      <a:pt x="45" y="62"/>
                    </a:cubicBezTo>
                    <a:cubicBezTo>
                      <a:pt x="44" y="63"/>
                      <a:pt x="44" y="64"/>
                      <a:pt x="42" y="65"/>
                    </a:cubicBezTo>
                    <a:cubicBezTo>
                      <a:pt x="36" y="72"/>
                      <a:pt x="29" y="80"/>
                      <a:pt x="23" y="87"/>
                    </a:cubicBezTo>
                    <a:cubicBezTo>
                      <a:pt x="17" y="92"/>
                      <a:pt x="9" y="92"/>
                      <a:pt x="5" y="87"/>
                    </a:cubicBezTo>
                    <a:cubicBezTo>
                      <a:pt x="0" y="82"/>
                      <a:pt x="0" y="74"/>
                      <a:pt x="5" y="69"/>
                    </a:cubicBezTo>
                    <a:cubicBezTo>
                      <a:pt x="18" y="56"/>
                      <a:pt x="31" y="43"/>
                      <a:pt x="44" y="29"/>
                    </a:cubicBezTo>
                    <a:cubicBezTo>
                      <a:pt x="47" y="25"/>
                      <a:pt x="49" y="22"/>
                      <a:pt x="52" y="19"/>
                    </a:cubicBezTo>
                    <a:cubicBezTo>
                      <a:pt x="54" y="16"/>
                      <a:pt x="55" y="15"/>
                      <a:pt x="57" y="12"/>
                    </a:cubicBezTo>
                    <a:cubicBezTo>
                      <a:pt x="58" y="11"/>
                      <a:pt x="59" y="9"/>
                      <a:pt x="61" y="8"/>
                    </a:cubicBezTo>
                    <a:cubicBezTo>
                      <a:pt x="62" y="6"/>
                      <a:pt x="65" y="5"/>
                      <a:pt x="67" y="4"/>
                    </a:cubicBezTo>
                    <a:cubicBezTo>
                      <a:pt x="74" y="0"/>
                      <a:pt x="83" y="6"/>
                      <a:pt x="84" y="13"/>
                    </a:cubicBezTo>
                    <a:cubicBezTo>
                      <a:pt x="84" y="16"/>
                      <a:pt x="84" y="19"/>
                      <a:pt x="83" y="22"/>
                    </a:cubicBezTo>
                    <a:cubicBezTo>
                      <a:pt x="83" y="23"/>
                      <a:pt x="82" y="25"/>
                      <a:pt x="82" y="27"/>
                    </a:cubicBezTo>
                    <a:cubicBezTo>
                      <a:pt x="80" y="30"/>
                      <a:pt x="80" y="32"/>
                      <a:pt x="79" y="35"/>
                    </a:cubicBezTo>
                    <a:cubicBezTo>
                      <a:pt x="79" y="34"/>
                      <a:pt x="79" y="34"/>
                      <a:pt x="79" y="34"/>
                    </a:cubicBezTo>
                    <a:lnTo>
                      <a:pt x="79" y="35"/>
                    </a:lnTo>
                    <a:cubicBezTo>
                      <a:pt x="79" y="36"/>
                      <a:pt x="79" y="36"/>
                      <a:pt x="78" y="36"/>
                    </a:cubicBezTo>
                    <a:cubicBezTo>
                      <a:pt x="79" y="36"/>
                      <a:pt x="79" y="36"/>
                      <a:pt x="79" y="36"/>
                    </a:cubicBezTo>
                    <a:lnTo>
                      <a:pt x="79" y="35"/>
                    </a:lnTo>
                    <a:cubicBezTo>
                      <a:pt x="79" y="36"/>
                      <a:pt x="79" y="36"/>
                      <a:pt x="79" y="36"/>
                    </a:cubicBezTo>
                    <a:cubicBezTo>
                      <a:pt x="79" y="35"/>
                      <a:pt x="79" y="35"/>
                      <a:pt x="79" y="35"/>
                    </a:cubicBezTo>
                    <a:lnTo>
                      <a:pt x="79" y="36"/>
                    </a:lnTo>
                    <a:cubicBezTo>
                      <a:pt x="78" y="36"/>
                      <a:pt x="78" y="36"/>
                      <a:pt x="78" y="36"/>
                    </a:cubicBezTo>
                    <a:cubicBezTo>
                      <a:pt x="72" y="55"/>
                      <a:pt x="65" y="74"/>
                      <a:pt x="59" y="93"/>
                    </a:cubicBezTo>
                    <a:cubicBezTo>
                      <a:pt x="52" y="112"/>
                      <a:pt x="47" y="131"/>
                      <a:pt x="41" y="150"/>
                    </a:cubicBezTo>
                    <a:cubicBezTo>
                      <a:pt x="39" y="156"/>
                      <a:pt x="34" y="159"/>
                      <a:pt x="29" y="159"/>
                    </a:cubicBezTo>
                    <a:cubicBezTo>
                      <a:pt x="28" y="159"/>
                      <a:pt x="27" y="159"/>
                      <a:pt x="26" y="15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6" name="Google Shape;4286;p50">
                <a:extLst>
                  <a:ext uri="{FF2B5EF4-FFF2-40B4-BE49-F238E27FC236}">
                    <a16:creationId xmlns:a16="http://schemas.microsoft.com/office/drawing/2014/main" id="{E7E03348-6696-A582-1DA3-1167D14E5328}"/>
                  </a:ext>
                </a:extLst>
              </p:cNvPr>
              <p:cNvSpPr/>
              <p:nvPr/>
            </p:nvSpPr>
            <p:spPr>
              <a:xfrm>
                <a:off x="1400040" y="1305000"/>
                <a:ext cx="4140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120" extrusionOk="0">
                    <a:moveTo>
                      <a:pt x="62" y="96"/>
                    </a:moveTo>
                    <a:cubicBezTo>
                      <a:pt x="63" y="96"/>
                      <a:pt x="64" y="96"/>
                      <a:pt x="65" y="96"/>
                    </a:cubicBezTo>
                    <a:cubicBezTo>
                      <a:pt x="66" y="95"/>
                      <a:pt x="66" y="95"/>
                      <a:pt x="67" y="95"/>
                    </a:cubicBezTo>
                    <a:cubicBezTo>
                      <a:pt x="68" y="94"/>
                      <a:pt x="68" y="94"/>
                      <a:pt x="69" y="94"/>
                    </a:cubicBezTo>
                    <a:cubicBezTo>
                      <a:pt x="69" y="94"/>
                      <a:pt x="70" y="93"/>
                      <a:pt x="71" y="93"/>
                    </a:cubicBezTo>
                    <a:cubicBezTo>
                      <a:pt x="73" y="91"/>
                      <a:pt x="75" y="90"/>
                      <a:pt x="76" y="89"/>
                    </a:cubicBezTo>
                    <a:cubicBezTo>
                      <a:pt x="78" y="87"/>
                      <a:pt x="79" y="86"/>
                      <a:pt x="80" y="84"/>
                    </a:cubicBezTo>
                    <a:cubicBezTo>
                      <a:pt x="82" y="82"/>
                      <a:pt x="84" y="80"/>
                      <a:pt x="86" y="77"/>
                    </a:cubicBezTo>
                    <a:cubicBezTo>
                      <a:pt x="87" y="76"/>
                      <a:pt x="87" y="75"/>
                      <a:pt x="88" y="74"/>
                    </a:cubicBezTo>
                    <a:cubicBezTo>
                      <a:pt x="89" y="73"/>
                      <a:pt x="89" y="71"/>
                      <a:pt x="90" y="70"/>
                    </a:cubicBezTo>
                    <a:cubicBezTo>
                      <a:pt x="90" y="68"/>
                      <a:pt x="90" y="67"/>
                      <a:pt x="91" y="66"/>
                    </a:cubicBezTo>
                    <a:cubicBezTo>
                      <a:pt x="91" y="65"/>
                      <a:pt x="91" y="64"/>
                      <a:pt x="91" y="62"/>
                    </a:cubicBezTo>
                    <a:cubicBezTo>
                      <a:pt x="91" y="63"/>
                      <a:pt x="91" y="64"/>
                      <a:pt x="91" y="64"/>
                    </a:cubicBezTo>
                    <a:cubicBezTo>
                      <a:pt x="91" y="63"/>
                      <a:pt x="91" y="62"/>
                      <a:pt x="91" y="61"/>
                    </a:cubicBezTo>
                    <a:cubicBezTo>
                      <a:pt x="91" y="59"/>
                      <a:pt x="90" y="57"/>
                      <a:pt x="90" y="55"/>
                    </a:cubicBezTo>
                    <a:cubicBezTo>
                      <a:pt x="90" y="54"/>
                      <a:pt x="90" y="53"/>
                      <a:pt x="89" y="52"/>
                    </a:cubicBezTo>
                    <a:cubicBezTo>
                      <a:pt x="89" y="50"/>
                      <a:pt x="87" y="48"/>
                      <a:pt x="87" y="45"/>
                    </a:cubicBezTo>
                    <a:cubicBezTo>
                      <a:pt x="86" y="44"/>
                      <a:pt x="85" y="43"/>
                      <a:pt x="84" y="41"/>
                    </a:cubicBezTo>
                    <a:lnTo>
                      <a:pt x="83" y="40"/>
                    </a:lnTo>
                    <a:cubicBezTo>
                      <a:pt x="82" y="38"/>
                      <a:pt x="80" y="37"/>
                      <a:pt x="78" y="36"/>
                    </a:cubicBezTo>
                    <a:cubicBezTo>
                      <a:pt x="79" y="36"/>
                      <a:pt x="79" y="36"/>
                      <a:pt x="79" y="37"/>
                    </a:cubicBezTo>
                    <a:cubicBezTo>
                      <a:pt x="79" y="36"/>
                      <a:pt x="78" y="35"/>
                      <a:pt x="76" y="34"/>
                    </a:cubicBezTo>
                    <a:lnTo>
                      <a:pt x="75" y="33"/>
                    </a:lnTo>
                    <a:lnTo>
                      <a:pt x="74" y="33"/>
                    </a:lnTo>
                    <a:lnTo>
                      <a:pt x="75" y="33"/>
                    </a:lnTo>
                    <a:cubicBezTo>
                      <a:pt x="74" y="33"/>
                      <a:pt x="73" y="32"/>
                      <a:pt x="72" y="32"/>
                    </a:cubicBezTo>
                    <a:cubicBezTo>
                      <a:pt x="71" y="31"/>
                      <a:pt x="69" y="31"/>
                      <a:pt x="68" y="31"/>
                    </a:cubicBezTo>
                    <a:cubicBezTo>
                      <a:pt x="66" y="30"/>
                      <a:pt x="65" y="30"/>
                      <a:pt x="64" y="30"/>
                    </a:cubicBezTo>
                    <a:cubicBezTo>
                      <a:pt x="61" y="30"/>
                      <a:pt x="58" y="30"/>
                      <a:pt x="55" y="30"/>
                    </a:cubicBezTo>
                    <a:cubicBezTo>
                      <a:pt x="49" y="31"/>
                      <a:pt x="43" y="31"/>
                      <a:pt x="37" y="33"/>
                    </a:cubicBezTo>
                    <a:cubicBezTo>
                      <a:pt x="37" y="33"/>
                      <a:pt x="38" y="32"/>
                      <a:pt x="39" y="32"/>
                    </a:cubicBezTo>
                    <a:cubicBezTo>
                      <a:pt x="38" y="33"/>
                      <a:pt x="37" y="33"/>
                      <a:pt x="36" y="33"/>
                    </a:cubicBezTo>
                    <a:cubicBezTo>
                      <a:pt x="36" y="34"/>
                      <a:pt x="35" y="36"/>
                      <a:pt x="34" y="37"/>
                    </a:cubicBezTo>
                    <a:cubicBezTo>
                      <a:pt x="32" y="41"/>
                      <a:pt x="30" y="46"/>
                      <a:pt x="28" y="51"/>
                    </a:cubicBezTo>
                    <a:cubicBezTo>
                      <a:pt x="27" y="54"/>
                      <a:pt x="26" y="57"/>
                      <a:pt x="26" y="60"/>
                    </a:cubicBezTo>
                    <a:cubicBezTo>
                      <a:pt x="25" y="62"/>
                      <a:pt x="25" y="64"/>
                      <a:pt x="25" y="65"/>
                    </a:cubicBezTo>
                    <a:cubicBezTo>
                      <a:pt x="25" y="66"/>
                      <a:pt x="25" y="66"/>
                      <a:pt x="25" y="68"/>
                    </a:cubicBezTo>
                    <a:cubicBezTo>
                      <a:pt x="25" y="69"/>
                      <a:pt x="25" y="70"/>
                      <a:pt x="25" y="72"/>
                    </a:cubicBezTo>
                    <a:cubicBezTo>
                      <a:pt x="26" y="72"/>
                      <a:pt x="26" y="73"/>
                      <a:pt x="26" y="74"/>
                    </a:cubicBezTo>
                    <a:cubicBezTo>
                      <a:pt x="27" y="76"/>
                      <a:pt x="27" y="77"/>
                      <a:pt x="28" y="78"/>
                    </a:cubicBezTo>
                    <a:cubicBezTo>
                      <a:pt x="29" y="80"/>
                      <a:pt x="29" y="81"/>
                      <a:pt x="30" y="82"/>
                    </a:cubicBezTo>
                    <a:cubicBezTo>
                      <a:pt x="31" y="84"/>
                      <a:pt x="32" y="85"/>
                      <a:pt x="33" y="86"/>
                    </a:cubicBezTo>
                    <a:cubicBezTo>
                      <a:pt x="34" y="87"/>
                      <a:pt x="35" y="88"/>
                      <a:pt x="36" y="89"/>
                    </a:cubicBezTo>
                    <a:cubicBezTo>
                      <a:pt x="36" y="89"/>
                      <a:pt x="37" y="89"/>
                      <a:pt x="37" y="90"/>
                    </a:cubicBezTo>
                    <a:cubicBezTo>
                      <a:pt x="37" y="90"/>
                      <a:pt x="38" y="90"/>
                      <a:pt x="39" y="91"/>
                    </a:cubicBezTo>
                    <a:cubicBezTo>
                      <a:pt x="40" y="91"/>
                      <a:pt x="42" y="92"/>
                      <a:pt x="44" y="93"/>
                    </a:cubicBezTo>
                    <a:cubicBezTo>
                      <a:pt x="45" y="93"/>
                      <a:pt x="47" y="94"/>
                      <a:pt x="48" y="94"/>
                    </a:cubicBezTo>
                    <a:cubicBezTo>
                      <a:pt x="52" y="95"/>
                      <a:pt x="56" y="96"/>
                      <a:pt x="59" y="96"/>
                    </a:cubicBezTo>
                    <a:cubicBezTo>
                      <a:pt x="61" y="96"/>
                      <a:pt x="61" y="96"/>
                      <a:pt x="62" y="96"/>
                    </a:cubicBezTo>
                    <a:moveTo>
                      <a:pt x="50" y="118"/>
                    </a:moveTo>
                    <a:cubicBezTo>
                      <a:pt x="46" y="118"/>
                      <a:pt x="42" y="117"/>
                      <a:pt x="39" y="116"/>
                    </a:cubicBezTo>
                    <a:cubicBezTo>
                      <a:pt x="30" y="114"/>
                      <a:pt x="23" y="110"/>
                      <a:pt x="18" y="104"/>
                    </a:cubicBezTo>
                    <a:cubicBezTo>
                      <a:pt x="6" y="94"/>
                      <a:pt x="0" y="77"/>
                      <a:pt x="1" y="62"/>
                    </a:cubicBezTo>
                    <a:cubicBezTo>
                      <a:pt x="2" y="54"/>
                      <a:pt x="5" y="47"/>
                      <a:pt x="7" y="38"/>
                    </a:cubicBezTo>
                    <a:cubicBezTo>
                      <a:pt x="9" y="35"/>
                      <a:pt x="10" y="31"/>
                      <a:pt x="12" y="27"/>
                    </a:cubicBezTo>
                    <a:cubicBezTo>
                      <a:pt x="10" y="21"/>
                      <a:pt x="13" y="15"/>
                      <a:pt x="20" y="13"/>
                    </a:cubicBezTo>
                    <a:cubicBezTo>
                      <a:pt x="23" y="10"/>
                      <a:pt x="25" y="7"/>
                      <a:pt x="27" y="5"/>
                    </a:cubicBezTo>
                    <a:cubicBezTo>
                      <a:pt x="33" y="1"/>
                      <a:pt x="40" y="0"/>
                      <a:pt x="45" y="5"/>
                    </a:cubicBezTo>
                    <a:cubicBezTo>
                      <a:pt x="46" y="6"/>
                      <a:pt x="47" y="6"/>
                      <a:pt x="47" y="8"/>
                    </a:cubicBezTo>
                    <a:cubicBezTo>
                      <a:pt x="61" y="6"/>
                      <a:pt x="77" y="7"/>
                      <a:pt x="89" y="15"/>
                    </a:cubicBezTo>
                    <a:cubicBezTo>
                      <a:pt x="101" y="23"/>
                      <a:pt x="110" y="37"/>
                      <a:pt x="113" y="51"/>
                    </a:cubicBezTo>
                    <a:cubicBezTo>
                      <a:pt x="114" y="59"/>
                      <a:pt x="114" y="67"/>
                      <a:pt x="113" y="75"/>
                    </a:cubicBezTo>
                    <a:cubicBezTo>
                      <a:pt x="110" y="83"/>
                      <a:pt x="105" y="91"/>
                      <a:pt x="100" y="97"/>
                    </a:cubicBezTo>
                    <a:cubicBezTo>
                      <a:pt x="95" y="103"/>
                      <a:pt x="90" y="108"/>
                      <a:pt x="83" y="112"/>
                    </a:cubicBezTo>
                    <a:cubicBezTo>
                      <a:pt x="80" y="114"/>
                      <a:pt x="78" y="116"/>
                      <a:pt x="74" y="117"/>
                    </a:cubicBezTo>
                    <a:cubicBezTo>
                      <a:pt x="70" y="118"/>
                      <a:pt x="66" y="119"/>
                      <a:pt x="61" y="119"/>
                    </a:cubicBezTo>
                    <a:cubicBezTo>
                      <a:pt x="61" y="119"/>
                      <a:pt x="60" y="119"/>
                      <a:pt x="59" y="119"/>
                    </a:cubicBezTo>
                    <a:cubicBezTo>
                      <a:pt x="57" y="119"/>
                      <a:pt x="53" y="119"/>
                      <a:pt x="50" y="11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7" name="Google Shape;4287;p50">
                <a:extLst>
                  <a:ext uri="{FF2B5EF4-FFF2-40B4-BE49-F238E27FC236}">
                    <a16:creationId xmlns:a16="http://schemas.microsoft.com/office/drawing/2014/main" id="{12B68F31-E892-0EBB-4362-A7A6946FAA46}"/>
                  </a:ext>
                </a:extLst>
              </p:cNvPr>
              <p:cNvSpPr/>
              <p:nvPr/>
            </p:nvSpPr>
            <p:spPr>
              <a:xfrm>
                <a:off x="1547640" y="993600"/>
                <a:ext cx="10800" cy="40320"/>
              </a:xfrm>
              <a:custGeom>
                <a:avLst/>
                <a:gdLst/>
                <a:ahLst/>
                <a:cxnLst/>
                <a:rect l="l" t="t" r="r" b="b"/>
                <a:pathLst>
                  <a:path w="30" h="112" extrusionOk="0">
                    <a:moveTo>
                      <a:pt x="4" y="99"/>
                    </a:moveTo>
                    <a:cubicBezTo>
                      <a:pt x="4" y="85"/>
                      <a:pt x="3" y="71"/>
                      <a:pt x="3" y="57"/>
                    </a:cubicBezTo>
                    <a:cubicBezTo>
                      <a:pt x="3" y="50"/>
                      <a:pt x="3" y="43"/>
                      <a:pt x="3" y="36"/>
                    </a:cubicBezTo>
                    <a:cubicBezTo>
                      <a:pt x="3" y="31"/>
                      <a:pt x="3" y="25"/>
                      <a:pt x="3" y="19"/>
                    </a:cubicBezTo>
                    <a:cubicBezTo>
                      <a:pt x="0" y="12"/>
                      <a:pt x="4" y="4"/>
                      <a:pt x="11" y="2"/>
                    </a:cubicBezTo>
                    <a:cubicBezTo>
                      <a:pt x="17" y="0"/>
                      <a:pt x="23" y="3"/>
                      <a:pt x="26" y="8"/>
                    </a:cubicBezTo>
                    <a:cubicBezTo>
                      <a:pt x="29" y="12"/>
                      <a:pt x="28" y="19"/>
                      <a:pt x="28" y="24"/>
                    </a:cubicBezTo>
                    <a:cubicBezTo>
                      <a:pt x="27" y="31"/>
                      <a:pt x="27" y="38"/>
                      <a:pt x="26" y="45"/>
                    </a:cubicBezTo>
                    <a:cubicBezTo>
                      <a:pt x="26" y="58"/>
                      <a:pt x="26" y="72"/>
                      <a:pt x="28" y="86"/>
                    </a:cubicBezTo>
                    <a:cubicBezTo>
                      <a:pt x="27" y="85"/>
                      <a:pt x="27" y="85"/>
                      <a:pt x="27" y="85"/>
                    </a:cubicBezTo>
                    <a:cubicBezTo>
                      <a:pt x="28" y="89"/>
                      <a:pt x="28" y="93"/>
                      <a:pt x="28" y="98"/>
                    </a:cubicBezTo>
                    <a:cubicBezTo>
                      <a:pt x="29" y="104"/>
                      <a:pt x="25" y="110"/>
                      <a:pt x="18" y="111"/>
                    </a:cubicBezTo>
                    <a:cubicBezTo>
                      <a:pt x="17" y="111"/>
                      <a:pt x="17" y="111"/>
                      <a:pt x="17" y="111"/>
                    </a:cubicBezTo>
                    <a:cubicBezTo>
                      <a:pt x="10" y="111"/>
                      <a:pt x="5" y="106"/>
                      <a:pt x="4" y="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8" name="Google Shape;4288;p50">
                <a:extLst>
                  <a:ext uri="{FF2B5EF4-FFF2-40B4-BE49-F238E27FC236}">
                    <a16:creationId xmlns:a16="http://schemas.microsoft.com/office/drawing/2014/main" id="{09B38816-C664-E21B-2F44-AD97FA0A4BC3}"/>
                  </a:ext>
                </a:extLst>
              </p:cNvPr>
              <p:cNvSpPr/>
              <p:nvPr/>
            </p:nvSpPr>
            <p:spPr>
              <a:xfrm>
                <a:off x="1523160" y="1015200"/>
                <a:ext cx="69120" cy="15480"/>
              </a:xfrm>
              <a:custGeom>
                <a:avLst/>
                <a:gdLst/>
                <a:ahLst/>
                <a:cxnLst/>
                <a:rect l="l" t="t" r="r" b="b"/>
                <a:pathLst>
                  <a:path w="192" h="43" extrusionOk="0">
                    <a:moveTo>
                      <a:pt x="1" y="32"/>
                    </a:moveTo>
                    <a:cubicBezTo>
                      <a:pt x="0" y="25"/>
                      <a:pt x="5" y="19"/>
                      <a:pt x="12" y="18"/>
                    </a:cubicBezTo>
                    <a:cubicBezTo>
                      <a:pt x="26" y="17"/>
                      <a:pt x="40" y="16"/>
                      <a:pt x="54" y="14"/>
                    </a:cubicBezTo>
                    <a:cubicBezTo>
                      <a:pt x="68" y="13"/>
                      <a:pt x="82" y="11"/>
                      <a:pt x="96" y="10"/>
                    </a:cubicBezTo>
                    <a:cubicBezTo>
                      <a:pt x="108" y="8"/>
                      <a:pt x="121" y="6"/>
                      <a:pt x="135" y="5"/>
                    </a:cubicBezTo>
                    <a:cubicBezTo>
                      <a:pt x="149" y="3"/>
                      <a:pt x="166" y="0"/>
                      <a:pt x="180" y="4"/>
                    </a:cubicBezTo>
                    <a:cubicBezTo>
                      <a:pt x="181" y="4"/>
                      <a:pt x="181" y="4"/>
                      <a:pt x="181" y="4"/>
                    </a:cubicBezTo>
                    <a:cubicBezTo>
                      <a:pt x="187" y="5"/>
                      <a:pt x="191" y="12"/>
                      <a:pt x="189" y="19"/>
                    </a:cubicBezTo>
                    <a:cubicBezTo>
                      <a:pt x="188" y="26"/>
                      <a:pt x="181" y="31"/>
                      <a:pt x="174" y="28"/>
                    </a:cubicBezTo>
                    <a:cubicBezTo>
                      <a:pt x="173" y="28"/>
                      <a:pt x="172" y="28"/>
                      <a:pt x="171" y="27"/>
                    </a:cubicBezTo>
                    <a:cubicBezTo>
                      <a:pt x="168" y="27"/>
                      <a:pt x="166" y="26"/>
                      <a:pt x="164" y="26"/>
                    </a:cubicBezTo>
                    <a:cubicBezTo>
                      <a:pt x="160" y="26"/>
                      <a:pt x="156" y="26"/>
                      <a:pt x="153" y="26"/>
                    </a:cubicBezTo>
                    <a:cubicBezTo>
                      <a:pt x="130" y="29"/>
                      <a:pt x="107" y="32"/>
                      <a:pt x="85" y="34"/>
                    </a:cubicBezTo>
                    <a:cubicBezTo>
                      <a:pt x="61" y="37"/>
                      <a:pt x="38" y="39"/>
                      <a:pt x="15" y="42"/>
                    </a:cubicBezTo>
                    <a:cubicBezTo>
                      <a:pt x="14" y="42"/>
                      <a:pt x="13" y="42"/>
                      <a:pt x="13" y="42"/>
                    </a:cubicBezTo>
                    <a:cubicBezTo>
                      <a:pt x="7" y="42"/>
                      <a:pt x="2" y="38"/>
                      <a:pt x="1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9" name="Google Shape;4289;p50">
                <a:extLst>
                  <a:ext uri="{FF2B5EF4-FFF2-40B4-BE49-F238E27FC236}">
                    <a16:creationId xmlns:a16="http://schemas.microsoft.com/office/drawing/2014/main" id="{74ACD9C2-E4F4-E66D-33DB-D155C302D2CA}"/>
                  </a:ext>
                </a:extLst>
              </p:cNvPr>
              <p:cNvSpPr/>
              <p:nvPr/>
            </p:nvSpPr>
            <p:spPr>
              <a:xfrm>
                <a:off x="1568880" y="1037160"/>
                <a:ext cx="34920" cy="29520"/>
              </a:xfrm>
              <a:custGeom>
                <a:avLst/>
                <a:gdLst/>
                <a:ahLst/>
                <a:cxnLst/>
                <a:rect l="l" t="t" r="r" b="b"/>
                <a:pathLst>
                  <a:path w="97" h="82" extrusionOk="0">
                    <a:moveTo>
                      <a:pt x="77" y="79"/>
                    </a:moveTo>
                    <a:cubicBezTo>
                      <a:pt x="62" y="70"/>
                      <a:pt x="47" y="60"/>
                      <a:pt x="33" y="50"/>
                    </a:cubicBezTo>
                    <a:cubicBezTo>
                      <a:pt x="27" y="45"/>
                      <a:pt x="21" y="41"/>
                      <a:pt x="15" y="36"/>
                    </a:cubicBezTo>
                    <a:cubicBezTo>
                      <a:pt x="11" y="32"/>
                      <a:pt x="7" y="29"/>
                      <a:pt x="3" y="25"/>
                    </a:cubicBezTo>
                    <a:cubicBezTo>
                      <a:pt x="2" y="23"/>
                      <a:pt x="1" y="21"/>
                      <a:pt x="0" y="19"/>
                    </a:cubicBezTo>
                    <a:cubicBezTo>
                      <a:pt x="0" y="17"/>
                      <a:pt x="0" y="16"/>
                      <a:pt x="0" y="14"/>
                    </a:cubicBezTo>
                    <a:cubicBezTo>
                      <a:pt x="0" y="10"/>
                      <a:pt x="2" y="7"/>
                      <a:pt x="5" y="5"/>
                    </a:cubicBezTo>
                    <a:cubicBezTo>
                      <a:pt x="11" y="0"/>
                      <a:pt x="20" y="3"/>
                      <a:pt x="23" y="9"/>
                    </a:cubicBezTo>
                    <a:cubicBezTo>
                      <a:pt x="24" y="10"/>
                      <a:pt x="24" y="10"/>
                      <a:pt x="25" y="11"/>
                    </a:cubicBezTo>
                    <a:cubicBezTo>
                      <a:pt x="30" y="16"/>
                      <a:pt x="36" y="21"/>
                      <a:pt x="41" y="26"/>
                    </a:cubicBezTo>
                    <a:cubicBezTo>
                      <a:pt x="50" y="34"/>
                      <a:pt x="60" y="41"/>
                      <a:pt x="70" y="47"/>
                    </a:cubicBezTo>
                    <a:cubicBezTo>
                      <a:pt x="69" y="46"/>
                      <a:pt x="69" y="46"/>
                      <a:pt x="69" y="46"/>
                    </a:cubicBezTo>
                    <a:cubicBezTo>
                      <a:pt x="75" y="51"/>
                      <a:pt x="82" y="55"/>
                      <a:pt x="89" y="59"/>
                    </a:cubicBezTo>
                    <a:cubicBezTo>
                      <a:pt x="94" y="62"/>
                      <a:pt x="96" y="69"/>
                      <a:pt x="93" y="74"/>
                    </a:cubicBezTo>
                    <a:cubicBezTo>
                      <a:pt x="91" y="78"/>
                      <a:pt x="87" y="81"/>
                      <a:pt x="83" y="81"/>
                    </a:cubicBezTo>
                    <a:cubicBezTo>
                      <a:pt x="81" y="81"/>
                      <a:pt x="79" y="80"/>
                      <a:pt x="77" y="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0" name="Google Shape;4290;p50">
                <a:extLst>
                  <a:ext uri="{FF2B5EF4-FFF2-40B4-BE49-F238E27FC236}">
                    <a16:creationId xmlns:a16="http://schemas.microsoft.com/office/drawing/2014/main" id="{D0D53C33-8929-CED0-6C4D-F7414DC86F6B}"/>
                  </a:ext>
                </a:extLst>
              </p:cNvPr>
              <p:cNvSpPr/>
              <p:nvPr/>
            </p:nvSpPr>
            <p:spPr>
              <a:xfrm>
                <a:off x="1577880" y="1047240"/>
                <a:ext cx="33120" cy="16920"/>
              </a:xfrm>
              <a:custGeom>
                <a:avLst/>
                <a:gdLst/>
                <a:ahLst/>
                <a:cxnLst/>
                <a:rect l="l" t="t" r="r" b="b"/>
                <a:pathLst>
                  <a:path w="92" h="47" extrusionOk="0">
                    <a:moveTo>
                      <a:pt x="4" y="42"/>
                    </a:moveTo>
                    <a:cubicBezTo>
                      <a:pt x="0" y="37"/>
                      <a:pt x="1" y="28"/>
                      <a:pt x="6" y="25"/>
                    </a:cubicBezTo>
                    <a:cubicBezTo>
                      <a:pt x="16" y="18"/>
                      <a:pt x="27" y="13"/>
                      <a:pt x="38" y="9"/>
                    </a:cubicBezTo>
                    <a:cubicBezTo>
                      <a:pt x="40" y="8"/>
                      <a:pt x="42" y="7"/>
                      <a:pt x="45" y="6"/>
                    </a:cubicBezTo>
                    <a:cubicBezTo>
                      <a:pt x="50" y="4"/>
                      <a:pt x="56" y="3"/>
                      <a:pt x="62" y="2"/>
                    </a:cubicBezTo>
                    <a:cubicBezTo>
                      <a:pt x="67" y="0"/>
                      <a:pt x="71" y="0"/>
                      <a:pt x="76" y="0"/>
                    </a:cubicBezTo>
                    <a:cubicBezTo>
                      <a:pt x="81" y="1"/>
                      <a:pt x="84" y="4"/>
                      <a:pt x="87" y="7"/>
                    </a:cubicBezTo>
                    <a:cubicBezTo>
                      <a:pt x="91" y="13"/>
                      <a:pt x="89" y="22"/>
                      <a:pt x="83" y="26"/>
                    </a:cubicBezTo>
                    <a:cubicBezTo>
                      <a:pt x="79" y="28"/>
                      <a:pt x="74" y="28"/>
                      <a:pt x="70" y="25"/>
                    </a:cubicBezTo>
                    <a:cubicBezTo>
                      <a:pt x="67" y="25"/>
                      <a:pt x="64" y="26"/>
                      <a:pt x="61" y="27"/>
                    </a:cubicBezTo>
                    <a:cubicBezTo>
                      <a:pt x="59" y="27"/>
                      <a:pt x="56" y="28"/>
                      <a:pt x="54" y="28"/>
                    </a:cubicBezTo>
                    <a:cubicBezTo>
                      <a:pt x="46" y="31"/>
                      <a:pt x="38" y="35"/>
                      <a:pt x="30" y="39"/>
                    </a:cubicBezTo>
                    <a:cubicBezTo>
                      <a:pt x="27" y="40"/>
                      <a:pt x="24" y="42"/>
                      <a:pt x="22" y="43"/>
                    </a:cubicBezTo>
                    <a:cubicBezTo>
                      <a:pt x="21" y="43"/>
                      <a:pt x="21" y="43"/>
                      <a:pt x="21" y="44"/>
                    </a:cubicBezTo>
                    <a:cubicBezTo>
                      <a:pt x="19" y="45"/>
                      <a:pt x="16" y="46"/>
                      <a:pt x="13" y="46"/>
                    </a:cubicBezTo>
                    <a:cubicBezTo>
                      <a:pt x="10" y="46"/>
                      <a:pt x="7" y="45"/>
                      <a:pt x="4" y="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1" name="Google Shape;4291;p50">
                <a:extLst>
                  <a:ext uri="{FF2B5EF4-FFF2-40B4-BE49-F238E27FC236}">
                    <a16:creationId xmlns:a16="http://schemas.microsoft.com/office/drawing/2014/main" id="{5CC7BD30-DE7B-701B-01A4-8696119CE894}"/>
                  </a:ext>
                </a:extLst>
              </p:cNvPr>
              <p:cNvSpPr/>
              <p:nvPr/>
            </p:nvSpPr>
            <p:spPr>
              <a:xfrm>
                <a:off x="1584720" y="1066680"/>
                <a:ext cx="66240" cy="54360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51" extrusionOk="0">
                    <a:moveTo>
                      <a:pt x="34" y="126"/>
                    </a:moveTo>
                    <a:cubicBezTo>
                      <a:pt x="34" y="126"/>
                      <a:pt x="33" y="126"/>
                      <a:pt x="32" y="127"/>
                    </a:cubicBezTo>
                    <a:cubicBezTo>
                      <a:pt x="34" y="126"/>
                      <a:pt x="37" y="125"/>
                      <a:pt x="38" y="125"/>
                    </a:cubicBezTo>
                    <a:lnTo>
                      <a:pt x="37" y="125"/>
                    </a:lnTo>
                    <a:cubicBezTo>
                      <a:pt x="40" y="125"/>
                      <a:pt x="44" y="124"/>
                      <a:pt x="47" y="123"/>
                    </a:cubicBezTo>
                    <a:cubicBezTo>
                      <a:pt x="54" y="120"/>
                      <a:pt x="61" y="117"/>
                      <a:pt x="68" y="114"/>
                    </a:cubicBezTo>
                    <a:cubicBezTo>
                      <a:pt x="66" y="114"/>
                      <a:pt x="64" y="113"/>
                      <a:pt x="62" y="113"/>
                    </a:cubicBezTo>
                    <a:cubicBezTo>
                      <a:pt x="63" y="113"/>
                      <a:pt x="63" y="113"/>
                      <a:pt x="63" y="113"/>
                    </a:cubicBezTo>
                    <a:cubicBezTo>
                      <a:pt x="55" y="113"/>
                      <a:pt x="47" y="113"/>
                      <a:pt x="39" y="113"/>
                    </a:cubicBezTo>
                    <a:cubicBezTo>
                      <a:pt x="36" y="113"/>
                      <a:pt x="33" y="113"/>
                      <a:pt x="30" y="114"/>
                    </a:cubicBezTo>
                    <a:cubicBezTo>
                      <a:pt x="29" y="114"/>
                      <a:pt x="28" y="114"/>
                      <a:pt x="27" y="115"/>
                    </a:cubicBezTo>
                    <a:cubicBezTo>
                      <a:pt x="26" y="115"/>
                      <a:pt x="25" y="115"/>
                      <a:pt x="25" y="116"/>
                    </a:cubicBezTo>
                    <a:lnTo>
                      <a:pt x="24" y="117"/>
                    </a:lnTo>
                    <a:cubicBezTo>
                      <a:pt x="24" y="118"/>
                      <a:pt x="24" y="119"/>
                      <a:pt x="24" y="120"/>
                    </a:cubicBezTo>
                    <a:cubicBezTo>
                      <a:pt x="24" y="120"/>
                      <a:pt x="25" y="120"/>
                      <a:pt x="25" y="121"/>
                    </a:cubicBezTo>
                    <a:lnTo>
                      <a:pt x="25" y="122"/>
                    </a:lnTo>
                    <a:lnTo>
                      <a:pt x="25" y="123"/>
                    </a:lnTo>
                    <a:cubicBezTo>
                      <a:pt x="26" y="123"/>
                      <a:pt x="26" y="123"/>
                      <a:pt x="26" y="124"/>
                    </a:cubicBezTo>
                    <a:cubicBezTo>
                      <a:pt x="27" y="124"/>
                      <a:pt x="27" y="124"/>
                      <a:pt x="28" y="125"/>
                    </a:cubicBezTo>
                    <a:cubicBezTo>
                      <a:pt x="28" y="124"/>
                      <a:pt x="27" y="124"/>
                      <a:pt x="27" y="124"/>
                    </a:cubicBezTo>
                    <a:cubicBezTo>
                      <a:pt x="27" y="124"/>
                      <a:pt x="28" y="124"/>
                      <a:pt x="28" y="125"/>
                    </a:cubicBezTo>
                    <a:cubicBezTo>
                      <a:pt x="29" y="125"/>
                      <a:pt x="29" y="125"/>
                      <a:pt x="30" y="125"/>
                    </a:cubicBezTo>
                    <a:cubicBezTo>
                      <a:pt x="30" y="126"/>
                      <a:pt x="30" y="126"/>
                      <a:pt x="31" y="126"/>
                    </a:cubicBezTo>
                    <a:cubicBezTo>
                      <a:pt x="31" y="126"/>
                      <a:pt x="32" y="126"/>
                      <a:pt x="32" y="127"/>
                    </a:cubicBezTo>
                    <a:cubicBezTo>
                      <a:pt x="32" y="126"/>
                      <a:pt x="32" y="126"/>
                      <a:pt x="31" y="126"/>
                    </a:cubicBezTo>
                    <a:lnTo>
                      <a:pt x="32" y="127"/>
                    </a:lnTo>
                    <a:cubicBezTo>
                      <a:pt x="31" y="127"/>
                      <a:pt x="31" y="126"/>
                      <a:pt x="31" y="126"/>
                    </a:cubicBezTo>
                    <a:lnTo>
                      <a:pt x="31" y="127"/>
                    </a:lnTo>
                    <a:cubicBezTo>
                      <a:pt x="31" y="126"/>
                      <a:pt x="31" y="126"/>
                      <a:pt x="31" y="126"/>
                    </a:cubicBezTo>
                    <a:cubicBezTo>
                      <a:pt x="32" y="127"/>
                      <a:pt x="33" y="127"/>
                      <a:pt x="34" y="126"/>
                    </a:cubicBezTo>
                    <a:moveTo>
                      <a:pt x="24" y="149"/>
                    </a:moveTo>
                    <a:cubicBezTo>
                      <a:pt x="20" y="149"/>
                      <a:pt x="18" y="147"/>
                      <a:pt x="15" y="145"/>
                    </a:cubicBezTo>
                    <a:cubicBezTo>
                      <a:pt x="12" y="143"/>
                      <a:pt x="9" y="141"/>
                      <a:pt x="7" y="138"/>
                    </a:cubicBezTo>
                    <a:cubicBezTo>
                      <a:pt x="3" y="133"/>
                      <a:pt x="0" y="127"/>
                      <a:pt x="0" y="121"/>
                    </a:cubicBezTo>
                    <a:cubicBezTo>
                      <a:pt x="0" y="114"/>
                      <a:pt x="1" y="107"/>
                      <a:pt x="4" y="102"/>
                    </a:cubicBezTo>
                    <a:cubicBezTo>
                      <a:pt x="7" y="97"/>
                      <a:pt x="14" y="93"/>
                      <a:pt x="19" y="92"/>
                    </a:cubicBezTo>
                    <a:cubicBezTo>
                      <a:pt x="27" y="90"/>
                      <a:pt x="34" y="89"/>
                      <a:pt x="41" y="89"/>
                    </a:cubicBezTo>
                    <a:cubicBezTo>
                      <a:pt x="51" y="89"/>
                      <a:pt x="62" y="91"/>
                      <a:pt x="71" y="92"/>
                    </a:cubicBezTo>
                    <a:cubicBezTo>
                      <a:pt x="77" y="93"/>
                      <a:pt x="82" y="99"/>
                      <a:pt x="81" y="104"/>
                    </a:cubicBezTo>
                    <a:cubicBezTo>
                      <a:pt x="81" y="106"/>
                      <a:pt x="80" y="107"/>
                      <a:pt x="80" y="107"/>
                    </a:cubicBezTo>
                    <a:cubicBezTo>
                      <a:pt x="84" y="106"/>
                      <a:pt x="88" y="103"/>
                      <a:pt x="92" y="102"/>
                    </a:cubicBezTo>
                    <a:cubicBezTo>
                      <a:pt x="91" y="102"/>
                      <a:pt x="91" y="102"/>
                      <a:pt x="91" y="102"/>
                    </a:cubicBezTo>
                    <a:lnTo>
                      <a:pt x="92" y="102"/>
                    </a:lnTo>
                    <a:lnTo>
                      <a:pt x="92" y="101"/>
                    </a:lnTo>
                    <a:cubicBezTo>
                      <a:pt x="94" y="100"/>
                      <a:pt x="97" y="99"/>
                      <a:pt x="98" y="98"/>
                    </a:cubicBezTo>
                    <a:cubicBezTo>
                      <a:pt x="98" y="99"/>
                      <a:pt x="98" y="99"/>
                      <a:pt x="98" y="99"/>
                    </a:cubicBezTo>
                    <a:cubicBezTo>
                      <a:pt x="106" y="95"/>
                      <a:pt x="113" y="91"/>
                      <a:pt x="122" y="87"/>
                    </a:cubicBezTo>
                    <a:cubicBezTo>
                      <a:pt x="118" y="86"/>
                      <a:pt x="114" y="85"/>
                      <a:pt x="110" y="84"/>
                    </a:cubicBezTo>
                    <a:cubicBezTo>
                      <a:pt x="97" y="81"/>
                      <a:pt x="85" y="74"/>
                      <a:pt x="77" y="64"/>
                    </a:cubicBezTo>
                    <a:cubicBezTo>
                      <a:pt x="73" y="60"/>
                      <a:pt x="70" y="55"/>
                      <a:pt x="68" y="49"/>
                    </a:cubicBezTo>
                    <a:cubicBezTo>
                      <a:pt x="67" y="47"/>
                      <a:pt x="67" y="43"/>
                      <a:pt x="67" y="41"/>
                    </a:cubicBezTo>
                    <a:cubicBezTo>
                      <a:pt x="67" y="37"/>
                      <a:pt x="68" y="35"/>
                      <a:pt x="69" y="32"/>
                    </a:cubicBezTo>
                    <a:cubicBezTo>
                      <a:pt x="72" y="27"/>
                      <a:pt x="77" y="23"/>
                      <a:pt x="82" y="19"/>
                    </a:cubicBezTo>
                    <a:cubicBezTo>
                      <a:pt x="87" y="15"/>
                      <a:pt x="94" y="12"/>
                      <a:pt x="100" y="10"/>
                    </a:cubicBezTo>
                    <a:cubicBezTo>
                      <a:pt x="108" y="7"/>
                      <a:pt x="117" y="4"/>
                      <a:pt x="126" y="2"/>
                    </a:cubicBezTo>
                    <a:cubicBezTo>
                      <a:pt x="132" y="1"/>
                      <a:pt x="139" y="0"/>
                      <a:pt x="145" y="1"/>
                    </a:cubicBezTo>
                    <a:cubicBezTo>
                      <a:pt x="148" y="2"/>
                      <a:pt x="151" y="2"/>
                      <a:pt x="152" y="4"/>
                    </a:cubicBezTo>
                    <a:cubicBezTo>
                      <a:pt x="154" y="5"/>
                      <a:pt x="155" y="7"/>
                      <a:pt x="156" y="8"/>
                    </a:cubicBezTo>
                    <a:lnTo>
                      <a:pt x="155" y="7"/>
                    </a:lnTo>
                    <a:lnTo>
                      <a:pt x="154" y="7"/>
                    </a:lnTo>
                    <a:cubicBezTo>
                      <a:pt x="157" y="9"/>
                      <a:pt x="159" y="12"/>
                      <a:pt x="159" y="16"/>
                    </a:cubicBezTo>
                    <a:cubicBezTo>
                      <a:pt x="159" y="21"/>
                      <a:pt x="157" y="25"/>
                      <a:pt x="152" y="27"/>
                    </a:cubicBezTo>
                    <a:cubicBezTo>
                      <a:pt x="149" y="29"/>
                      <a:pt x="145" y="29"/>
                      <a:pt x="141" y="28"/>
                    </a:cubicBezTo>
                    <a:cubicBezTo>
                      <a:pt x="140" y="27"/>
                      <a:pt x="138" y="26"/>
                      <a:pt x="138" y="25"/>
                    </a:cubicBezTo>
                    <a:cubicBezTo>
                      <a:pt x="137" y="25"/>
                      <a:pt x="137" y="25"/>
                      <a:pt x="136" y="25"/>
                    </a:cubicBezTo>
                    <a:cubicBezTo>
                      <a:pt x="134" y="25"/>
                      <a:pt x="133" y="26"/>
                      <a:pt x="131" y="26"/>
                    </a:cubicBezTo>
                    <a:cubicBezTo>
                      <a:pt x="123" y="28"/>
                      <a:pt x="116" y="30"/>
                      <a:pt x="109" y="32"/>
                    </a:cubicBezTo>
                    <a:cubicBezTo>
                      <a:pt x="106" y="33"/>
                      <a:pt x="103" y="35"/>
                      <a:pt x="99" y="36"/>
                    </a:cubicBezTo>
                    <a:cubicBezTo>
                      <a:pt x="99" y="36"/>
                      <a:pt x="98" y="37"/>
                      <a:pt x="97" y="37"/>
                    </a:cubicBezTo>
                    <a:cubicBezTo>
                      <a:pt x="96" y="39"/>
                      <a:pt x="95" y="39"/>
                      <a:pt x="93" y="40"/>
                    </a:cubicBezTo>
                    <a:cubicBezTo>
                      <a:pt x="93" y="41"/>
                      <a:pt x="92" y="42"/>
                      <a:pt x="92" y="42"/>
                    </a:cubicBezTo>
                    <a:lnTo>
                      <a:pt x="91" y="43"/>
                    </a:lnTo>
                    <a:cubicBezTo>
                      <a:pt x="91" y="44"/>
                      <a:pt x="92" y="44"/>
                      <a:pt x="92" y="44"/>
                    </a:cubicBezTo>
                    <a:cubicBezTo>
                      <a:pt x="92" y="44"/>
                      <a:pt x="92" y="45"/>
                      <a:pt x="92" y="46"/>
                    </a:cubicBezTo>
                    <a:cubicBezTo>
                      <a:pt x="94" y="47"/>
                      <a:pt x="94" y="48"/>
                      <a:pt x="95" y="49"/>
                    </a:cubicBezTo>
                    <a:cubicBezTo>
                      <a:pt x="97" y="50"/>
                      <a:pt x="98" y="52"/>
                      <a:pt x="99" y="53"/>
                    </a:cubicBezTo>
                    <a:cubicBezTo>
                      <a:pt x="101" y="54"/>
                      <a:pt x="102" y="56"/>
                      <a:pt x="104" y="56"/>
                    </a:cubicBezTo>
                    <a:cubicBezTo>
                      <a:pt x="105" y="57"/>
                      <a:pt x="107" y="58"/>
                      <a:pt x="109" y="59"/>
                    </a:cubicBezTo>
                    <a:cubicBezTo>
                      <a:pt x="112" y="60"/>
                      <a:pt x="114" y="61"/>
                      <a:pt x="117" y="62"/>
                    </a:cubicBezTo>
                    <a:cubicBezTo>
                      <a:pt x="124" y="64"/>
                      <a:pt x="130" y="66"/>
                      <a:pt x="137" y="67"/>
                    </a:cubicBezTo>
                    <a:cubicBezTo>
                      <a:pt x="143" y="68"/>
                      <a:pt x="148" y="69"/>
                      <a:pt x="154" y="69"/>
                    </a:cubicBezTo>
                    <a:cubicBezTo>
                      <a:pt x="155" y="69"/>
                      <a:pt x="157" y="69"/>
                      <a:pt x="158" y="69"/>
                    </a:cubicBezTo>
                    <a:lnTo>
                      <a:pt x="159" y="69"/>
                    </a:lnTo>
                    <a:cubicBezTo>
                      <a:pt x="159" y="69"/>
                      <a:pt x="160" y="69"/>
                      <a:pt x="161" y="69"/>
                    </a:cubicBezTo>
                    <a:cubicBezTo>
                      <a:pt x="162" y="70"/>
                      <a:pt x="165" y="70"/>
                      <a:pt x="166" y="70"/>
                    </a:cubicBezTo>
                    <a:cubicBezTo>
                      <a:pt x="169" y="70"/>
                      <a:pt x="171" y="69"/>
                      <a:pt x="173" y="70"/>
                    </a:cubicBezTo>
                    <a:cubicBezTo>
                      <a:pt x="179" y="71"/>
                      <a:pt x="183" y="76"/>
                      <a:pt x="183" y="82"/>
                    </a:cubicBezTo>
                    <a:cubicBezTo>
                      <a:pt x="183" y="88"/>
                      <a:pt x="179" y="93"/>
                      <a:pt x="173" y="94"/>
                    </a:cubicBezTo>
                    <a:cubicBezTo>
                      <a:pt x="172" y="94"/>
                      <a:pt x="171" y="94"/>
                      <a:pt x="171" y="94"/>
                    </a:cubicBezTo>
                    <a:cubicBezTo>
                      <a:pt x="165" y="95"/>
                      <a:pt x="159" y="97"/>
                      <a:pt x="154" y="99"/>
                    </a:cubicBezTo>
                    <a:cubicBezTo>
                      <a:pt x="147" y="101"/>
                      <a:pt x="140" y="104"/>
                      <a:pt x="133" y="107"/>
                    </a:cubicBezTo>
                    <a:cubicBezTo>
                      <a:pt x="127" y="110"/>
                      <a:pt x="121" y="113"/>
                      <a:pt x="115" y="116"/>
                    </a:cubicBezTo>
                    <a:cubicBezTo>
                      <a:pt x="114" y="116"/>
                      <a:pt x="113" y="116"/>
                      <a:pt x="113" y="117"/>
                    </a:cubicBezTo>
                    <a:cubicBezTo>
                      <a:pt x="113" y="116"/>
                      <a:pt x="113" y="116"/>
                      <a:pt x="114" y="116"/>
                    </a:cubicBezTo>
                    <a:cubicBezTo>
                      <a:pt x="104" y="121"/>
                      <a:pt x="94" y="126"/>
                      <a:pt x="85" y="131"/>
                    </a:cubicBezTo>
                    <a:cubicBezTo>
                      <a:pt x="71" y="138"/>
                      <a:pt x="57" y="146"/>
                      <a:pt x="43" y="149"/>
                    </a:cubicBezTo>
                    <a:cubicBezTo>
                      <a:pt x="40" y="150"/>
                      <a:pt x="37" y="150"/>
                      <a:pt x="34" y="150"/>
                    </a:cubicBezTo>
                    <a:cubicBezTo>
                      <a:pt x="34" y="150"/>
                      <a:pt x="33" y="150"/>
                      <a:pt x="32" y="150"/>
                    </a:cubicBezTo>
                    <a:cubicBezTo>
                      <a:pt x="29" y="150"/>
                      <a:pt x="27" y="150"/>
                      <a:pt x="24" y="1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2" name="Google Shape;4292;p50">
                <a:extLst>
                  <a:ext uri="{FF2B5EF4-FFF2-40B4-BE49-F238E27FC236}">
                    <a16:creationId xmlns:a16="http://schemas.microsoft.com/office/drawing/2014/main" id="{71343237-9DB1-6BE6-EEB5-D74E0FB2EA2E}"/>
                  </a:ext>
                </a:extLst>
              </p:cNvPr>
              <p:cNvSpPr/>
              <p:nvPr/>
            </p:nvSpPr>
            <p:spPr>
              <a:xfrm>
                <a:off x="1651320" y="1120320"/>
                <a:ext cx="16200" cy="14040"/>
              </a:xfrm>
              <a:custGeom>
                <a:avLst/>
                <a:gdLst/>
                <a:ahLst/>
                <a:cxnLst/>
                <a:rect l="l" t="t" r="r" b="b"/>
                <a:pathLst>
                  <a:path w="45" h="39" extrusionOk="0">
                    <a:moveTo>
                      <a:pt x="24" y="36"/>
                    </a:moveTo>
                    <a:cubicBezTo>
                      <a:pt x="23" y="36"/>
                      <a:pt x="22" y="35"/>
                      <a:pt x="22" y="35"/>
                    </a:cubicBezTo>
                    <a:cubicBezTo>
                      <a:pt x="21" y="34"/>
                      <a:pt x="19" y="33"/>
                      <a:pt x="18" y="33"/>
                    </a:cubicBezTo>
                    <a:cubicBezTo>
                      <a:pt x="13" y="34"/>
                      <a:pt x="7" y="33"/>
                      <a:pt x="4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3" y="26"/>
                      <a:pt x="2" y="25"/>
                      <a:pt x="1" y="24"/>
                    </a:cubicBezTo>
                    <a:cubicBezTo>
                      <a:pt x="0" y="19"/>
                      <a:pt x="1" y="14"/>
                      <a:pt x="4" y="11"/>
                    </a:cubicBezTo>
                    <a:cubicBezTo>
                      <a:pt x="14" y="0"/>
                      <a:pt x="29" y="10"/>
                      <a:pt x="38" y="16"/>
                    </a:cubicBezTo>
                    <a:cubicBezTo>
                      <a:pt x="43" y="20"/>
                      <a:pt x="44" y="28"/>
                      <a:pt x="40" y="33"/>
                    </a:cubicBezTo>
                    <a:cubicBezTo>
                      <a:pt x="38" y="36"/>
                      <a:pt x="35" y="38"/>
                      <a:pt x="31" y="38"/>
                    </a:cubicBezTo>
                    <a:cubicBezTo>
                      <a:pt x="28" y="38"/>
                      <a:pt x="26" y="37"/>
                      <a:pt x="24" y="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3" name="Google Shape;4293;p50">
                <a:extLst>
                  <a:ext uri="{FF2B5EF4-FFF2-40B4-BE49-F238E27FC236}">
                    <a16:creationId xmlns:a16="http://schemas.microsoft.com/office/drawing/2014/main" id="{0223223A-B030-549E-65BC-3591895AFB84}"/>
                  </a:ext>
                </a:extLst>
              </p:cNvPr>
              <p:cNvSpPr/>
              <p:nvPr/>
            </p:nvSpPr>
            <p:spPr>
              <a:xfrm>
                <a:off x="1635480" y="1124640"/>
                <a:ext cx="25560" cy="19800"/>
              </a:xfrm>
              <a:custGeom>
                <a:avLst/>
                <a:gdLst/>
                <a:ahLst/>
                <a:cxnLst/>
                <a:rect l="l" t="t" r="r" b="b"/>
                <a:pathLst>
                  <a:path w="71" h="55" extrusionOk="0">
                    <a:moveTo>
                      <a:pt x="52" y="52"/>
                    </a:moveTo>
                    <a:cubicBezTo>
                      <a:pt x="42" y="46"/>
                      <a:pt x="32" y="41"/>
                      <a:pt x="22" y="35"/>
                    </a:cubicBezTo>
                    <a:cubicBezTo>
                      <a:pt x="20" y="33"/>
                      <a:pt x="17" y="31"/>
                      <a:pt x="15" y="30"/>
                    </a:cubicBezTo>
                    <a:cubicBezTo>
                      <a:pt x="12" y="28"/>
                      <a:pt x="9" y="25"/>
                      <a:pt x="6" y="22"/>
                    </a:cubicBezTo>
                    <a:cubicBezTo>
                      <a:pt x="0" y="15"/>
                      <a:pt x="4" y="4"/>
                      <a:pt x="13" y="1"/>
                    </a:cubicBezTo>
                    <a:cubicBezTo>
                      <a:pt x="19" y="0"/>
                      <a:pt x="25" y="3"/>
                      <a:pt x="28" y="9"/>
                    </a:cubicBezTo>
                    <a:cubicBezTo>
                      <a:pt x="32" y="13"/>
                      <a:pt x="37" y="15"/>
                      <a:pt x="42" y="18"/>
                    </a:cubicBezTo>
                    <a:cubicBezTo>
                      <a:pt x="47" y="22"/>
                      <a:pt x="53" y="26"/>
                      <a:pt x="59" y="29"/>
                    </a:cubicBezTo>
                    <a:cubicBezTo>
                      <a:pt x="59" y="30"/>
                      <a:pt x="60" y="30"/>
                      <a:pt x="60" y="31"/>
                    </a:cubicBezTo>
                    <a:cubicBezTo>
                      <a:pt x="61" y="31"/>
                      <a:pt x="62" y="32"/>
                      <a:pt x="63" y="32"/>
                    </a:cubicBezTo>
                    <a:cubicBezTo>
                      <a:pt x="68" y="36"/>
                      <a:pt x="70" y="42"/>
                      <a:pt x="67" y="48"/>
                    </a:cubicBezTo>
                    <a:cubicBezTo>
                      <a:pt x="65" y="52"/>
                      <a:pt x="61" y="54"/>
                      <a:pt x="57" y="54"/>
                    </a:cubicBezTo>
                    <a:cubicBezTo>
                      <a:pt x="55" y="54"/>
                      <a:pt x="53" y="53"/>
                      <a:pt x="52" y="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4" name="Google Shape;4294;p50">
                <a:extLst>
                  <a:ext uri="{FF2B5EF4-FFF2-40B4-BE49-F238E27FC236}">
                    <a16:creationId xmlns:a16="http://schemas.microsoft.com/office/drawing/2014/main" id="{C396296C-D084-3FA0-8351-5509CEBD1D22}"/>
                  </a:ext>
                </a:extLst>
              </p:cNvPr>
              <p:cNvSpPr/>
              <p:nvPr/>
            </p:nvSpPr>
            <p:spPr>
              <a:xfrm>
                <a:off x="1663920" y="1139400"/>
                <a:ext cx="74160" cy="38520"/>
              </a:xfrm>
              <a:custGeom>
                <a:avLst/>
                <a:gdLst/>
                <a:ahLst/>
                <a:cxnLst/>
                <a:rect l="l" t="t" r="r" b="b"/>
                <a:pathLst>
                  <a:path w="206" h="107" extrusionOk="0">
                    <a:moveTo>
                      <a:pt x="4" y="100"/>
                    </a:moveTo>
                    <a:cubicBezTo>
                      <a:pt x="0" y="95"/>
                      <a:pt x="2" y="86"/>
                      <a:pt x="8" y="83"/>
                    </a:cubicBezTo>
                    <a:cubicBezTo>
                      <a:pt x="31" y="71"/>
                      <a:pt x="54" y="59"/>
                      <a:pt x="77" y="46"/>
                    </a:cubicBezTo>
                    <a:cubicBezTo>
                      <a:pt x="73" y="46"/>
                      <a:pt x="70" y="46"/>
                      <a:pt x="66" y="46"/>
                    </a:cubicBezTo>
                    <a:cubicBezTo>
                      <a:pt x="61" y="46"/>
                      <a:pt x="55" y="46"/>
                      <a:pt x="50" y="46"/>
                    </a:cubicBezTo>
                    <a:cubicBezTo>
                      <a:pt x="48" y="46"/>
                      <a:pt x="48" y="46"/>
                      <a:pt x="47" y="46"/>
                    </a:cubicBezTo>
                    <a:lnTo>
                      <a:pt x="46" y="46"/>
                    </a:lnTo>
                    <a:cubicBezTo>
                      <a:pt x="40" y="47"/>
                      <a:pt x="34" y="44"/>
                      <a:pt x="32" y="39"/>
                    </a:cubicBezTo>
                    <a:cubicBezTo>
                      <a:pt x="29" y="33"/>
                      <a:pt x="32" y="26"/>
                      <a:pt x="37" y="23"/>
                    </a:cubicBezTo>
                    <a:cubicBezTo>
                      <a:pt x="38" y="22"/>
                      <a:pt x="39" y="22"/>
                      <a:pt x="40" y="22"/>
                    </a:cubicBezTo>
                    <a:cubicBezTo>
                      <a:pt x="46" y="21"/>
                      <a:pt x="51" y="21"/>
                      <a:pt x="57" y="22"/>
                    </a:cubicBezTo>
                    <a:cubicBezTo>
                      <a:pt x="62" y="22"/>
                      <a:pt x="68" y="22"/>
                      <a:pt x="73" y="22"/>
                    </a:cubicBezTo>
                    <a:cubicBezTo>
                      <a:pt x="83" y="23"/>
                      <a:pt x="92" y="23"/>
                      <a:pt x="102" y="22"/>
                    </a:cubicBezTo>
                    <a:cubicBezTo>
                      <a:pt x="107" y="22"/>
                      <a:pt x="112" y="22"/>
                      <a:pt x="118" y="21"/>
                    </a:cubicBezTo>
                    <a:cubicBezTo>
                      <a:pt x="122" y="21"/>
                      <a:pt x="126" y="20"/>
                      <a:pt x="130" y="19"/>
                    </a:cubicBezTo>
                    <a:cubicBezTo>
                      <a:pt x="135" y="17"/>
                      <a:pt x="140" y="15"/>
                      <a:pt x="146" y="13"/>
                    </a:cubicBezTo>
                    <a:cubicBezTo>
                      <a:pt x="151" y="11"/>
                      <a:pt x="156" y="9"/>
                      <a:pt x="161" y="7"/>
                    </a:cubicBezTo>
                    <a:cubicBezTo>
                      <a:pt x="167" y="5"/>
                      <a:pt x="172" y="3"/>
                      <a:pt x="178" y="1"/>
                    </a:cubicBezTo>
                    <a:cubicBezTo>
                      <a:pt x="181" y="1"/>
                      <a:pt x="184" y="0"/>
                      <a:pt x="186" y="0"/>
                    </a:cubicBezTo>
                    <a:cubicBezTo>
                      <a:pt x="189" y="0"/>
                      <a:pt x="192" y="1"/>
                      <a:pt x="195" y="1"/>
                    </a:cubicBezTo>
                    <a:cubicBezTo>
                      <a:pt x="200" y="3"/>
                      <a:pt x="205" y="9"/>
                      <a:pt x="204" y="15"/>
                    </a:cubicBezTo>
                    <a:cubicBezTo>
                      <a:pt x="203" y="18"/>
                      <a:pt x="203" y="21"/>
                      <a:pt x="200" y="23"/>
                    </a:cubicBezTo>
                    <a:cubicBezTo>
                      <a:pt x="198" y="25"/>
                      <a:pt x="195" y="27"/>
                      <a:pt x="192" y="28"/>
                    </a:cubicBezTo>
                    <a:cubicBezTo>
                      <a:pt x="189" y="30"/>
                      <a:pt x="185" y="30"/>
                      <a:pt x="181" y="32"/>
                    </a:cubicBezTo>
                    <a:cubicBezTo>
                      <a:pt x="175" y="33"/>
                      <a:pt x="169" y="34"/>
                      <a:pt x="163" y="36"/>
                    </a:cubicBezTo>
                    <a:cubicBezTo>
                      <a:pt x="154" y="38"/>
                      <a:pt x="145" y="40"/>
                      <a:pt x="136" y="41"/>
                    </a:cubicBezTo>
                    <a:cubicBezTo>
                      <a:pt x="129" y="44"/>
                      <a:pt x="123" y="47"/>
                      <a:pt x="117" y="51"/>
                    </a:cubicBezTo>
                    <a:cubicBezTo>
                      <a:pt x="117" y="51"/>
                      <a:pt x="117" y="50"/>
                      <a:pt x="118" y="50"/>
                    </a:cubicBezTo>
                    <a:cubicBezTo>
                      <a:pt x="84" y="67"/>
                      <a:pt x="52" y="85"/>
                      <a:pt x="20" y="104"/>
                    </a:cubicBezTo>
                    <a:cubicBezTo>
                      <a:pt x="19" y="106"/>
                      <a:pt x="16" y="106"/>
                      <a:pt x="15" y="106"/>
                    </a:cubicBezTo>
                    <a:cubicBezTo>
                      <a:pt x="10" y="106"/>
                      <a:pt x="6" y="104"/>
                      <a:pt x="4" y="10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5" name="Google Shape;4295;p50">
                <a:extLst>
                  <a:ext uri="{FF2B5EF4-FFF2-40B4-BE49-F238E27FC236}">
                    <a16:creationId xmlns:a16="http://schemas.microsoft.com/office/drawing/2014/main" id="{ACD51186-955B-FA77-9239-AC1E2E4D2BFF}"/>
                  </a:ext>
                </a:extLst>
              </p:cNvPr>
              <p:cNvSpPr/>
              <p:nvPr/>
            </p:nvSpPr>
            <p:spPr>
              <a:xfrm>
                <a:off x="1465560" y="1028880"/>
                <a:ext cx="254880" cy="244440"/>
              </a:xfrm>
              <a:custGeom>
                <a:avLst/>
                <a:gdLst/>
                <a:ahLst/>
                <a:cxnLst/>
                <a:rect l="l" t="t" r="r" b="b"/>
                <a:pathLst>
                  <a:path w="708" h="679" extrusionOk="0">
                    <a:moveTo>
                      <a:pt x="276" y="677"/>
                    </a:moveTo>
                    <a:cubicBezTo>
                      <a:pt x="269" y="677"/>
                      <a:pt x="263" y="670"/>
                      <a:pt x="263" y="663"/>
                    </a:cubicBezTo>
                    <a:cubicBezTo>
                      <a:pt x="263" y="656"/>
                      <a:pt x="266" y="649"/>
                      <a:pt x="267" y="642"/>
                    </a:cubicBezTo>
                    <a:cubicBezTo>
                      <a:pt x="269" y="637"/>
                      <a:pt x="271" y="631"/>
                      <a:pt x="273" y="626"/>
                    </a:cubicBezTo>
                    <a:cubicBezTo>
                      <a:pt x="276" y="614"/>
                      <a:pt x="279" y="602"/>
                      <a:pt x="283" y="591"/>
                    </a:cubicBezTo>
                    <a:cubicBezTo>
                      <a:pt x="286" y="584"/>
                      <a:pt x="288" y="577"/>
                      <a:pt x="292" y="570"/>
                    </a:cubicBezTo>
                    <a:lnTo>
                      <a:pt x="291" y="571"/>
                    </a:lnTo>
                    <a:cubicBezTo>
                      <a:pt x="300" y="554"/>
                      <a:pt x="308" y="537"/>
                      <a:pt x="317" y="521"/>
                    </a:cubicBezTo>
                    <a:cubicBezTo>
                      <a:pt x="327" y="503"/>
                      <a:pt x="337" y="487"/>
                      <a:pt x="348" y="470"/>
                    </a:cubicBezTo>
                    <a:cubicBezTo>
                      <a:pt x="348" y="469"/>
                      <a:pt x="350" y="467"/>
                      <a:pt x="350" y="466"/>
                    </a:cubicBezTo>
                    <a:cubicBezTo>
                      <a:pt x="351" y="466"/>
                      <a:pt x="351" y="465"/>
                      <a:pt x="351" y="465"/>
                    </a:cubicBezTo>
                    <a:cubicBezTo>
                      <a:pt x="360" y="450"/>
                      <a:pt x="370" y="436"/>
                      <a:pt x="379" y="421"/>
                    </a:cubicBezTo>
                    <a:cubicBezTo>
                      <a:pt x="379" y="422"/>
                      <a:pt x="379" y="422"/>
                      <a:pt x="379" y="423"/>
                    </a:cubicBezTo>
                    <a:cubicBezTo>
                      <a:pt x="385" y="413"/>
                      <a:pt x="392" y="402"/>
                      <a:pt x="398" y="392"/>
                    </a:cubicBezTo>
                    <a:cubicBezTo>
                      <a:pt x="404" y="383"/>
                      <a:pt x="409" y="373"/>
                      <a:pt x="414" y="363"/>
                    </a:cubicBezTo>
                    <a:cubicBezTo>
                      <a:pt x="418" y="355"/>
                      <a:pt x="421" y="347"/>
                      <a:pt x="424" y="338"/>
                    </a:cubicBezTo>
                    <a:cubicBezTo>
                      <a:pt x="425" y="335"/>
                      <a:pt x="426" y="332"/>
                      <a:pt x="427" y="329"/>
                    </a:cubicBezTo>
                    <a:cubicBezTo>
                      <a:pt x="427" y="327"/>
                      <a:pt x="427" y="325"/>
                      <a:pt x="427" y="323"/>
                    </a:cubicBezTo>
                    <a:lnTo>
                      <a:pt x="427" y="322"/>
                    </a:lnTo>
                    <a:cubicBezTo>
                      <a:pt x="427" y="321"/>
                      <a:pt x="427" y="321"/>
                      <a:pt x="427" y="320"/>
                    </a:cubicBezTo>
                    <a:cubicBezTo>
                      <a:pt x="427" y="319"/>
                      <a:pt x="427" y="319"/>
                      <a:pt x="427" y="319"/>
                    </a:cubicBezTo>
                    <a:lnTo>
                      <a:pt x="426" y="319"/>
                    </a:lnTo>
                    <a:cubicBezTo>
                      <a:pt x="425" y="319"/>
                      <a:pt x="424" y="320"/>
                      <a:pt x="422" y="321"/>
                    </a:cubicBezTo>
                    <a:cubicBezTo>
                      <a:pt x="420" y="321"/>
                      <a:pt x="418" y="322"/>
                      <a:pt x="417" y="323"/>
                    </a:cubicBezTo>
                    <a:cubicBezTo>
                      <a:pt x="414" y="324"/>
                      <a:pt x="411" y="326"/>
                      <a:pt x="408" y="328"/>
                    </a:cubicBezTo>
                    <a:cubicBezTo>
                      <a:pt x="400" y="333"/>
                      <a:pt x="393" y="339"/>
                      <a:pt x="386" y="346"/>
                    </a:cubicBezTo>
                    <a:cubicBezTo>
                      <a:pt x="381" y="350"/>
                      <a:pt x="377" y="354"/>
                      <a:pt x="372" y="359"/>
                    </a:cubicBezTo>
                    <a:cubicBezTo>
                      <a:pt x="368" y="363"/>
                      <a:pt x="365" y="368"/>
                      <a:pt x="361" y="372"/>
                    </a:cubicBezTo>
                    <a:cubicBezTo>
                      <a:pt x="346" y="390"/>
                      <a:pt x="332" y="409"/>
                      <a:pt x="319" y="428"/>
                    </a:cubicBezTo>
                    <a:cubicBezTo>
                      <a:pt x="305" y="449"/>
                      <a:pt x="290" y="470"/>
                      <a:pt x="276" y="490"/>
                    </a:cubicBezTo>
                    <a:cubicBezTo>
                      <a:pt x="262" y="510"/>
                      <a:pt x="246" y="530"/>
                      <a:pt x="231" y="550"/>
                    </a:cubicBezTo>
                    <a:cubicBezTo>
                      <a:pt x="216" y="569"/>
                      <a:pt x="200" y="589"/>
                      <a:pt x="184" y="607"/>
                    </a:cubicBezTo>
                    <a:cubicBezTo>
                      <a:pt x="177" y="617"/>
                      <a:pt x="168" y="625"/>
                      <a:pt x="160" y="634"/>
                    </a:cubicBezTo>
                    <a:cubicBezTo>
                      <a:pt x="156" y="638"/>
                      <a:pt x="152" y="642"/>
                      <a:pt x="147" y="646"/>
                    </a:cubicBezTo>
                    <a:cubicBezTo>
                      <a:pt x="145" y="649"/>
                      <a:pt x="143" y="651"/>
                      <a:pt x="140" y="653"/>
                    </a:cubicBezTo>
                    <a:cubicBezTo>
                      <a:pt x="137" y="655"/>
                      <a:pt x="135" y="657"/>
                      <a:pt x="131" y="658"/>
                    </a:cubicBezTo>
                    <a:cubicBezTo>
                      <a:pt x="125" y="660"/>
                      <a:pt x="117" y="658"/>
                      <a:pt x="114" y="652"/>
                    </a:cubicBezTo>
                    <a:cubicBezTo>
                      <a:pt x="111" y="647"/>
                      <a:pt x="111" y="642"/>
                      <a:pt x="112" y="637"/>
                    </a:cubicBezTo>
                    <a:cubicBezTo>
                      <a:pt x="114" y="633"/>
                      <a:pt x="114" y="630"/>
                      <a:pt x="115" y="627"/>
                    </a:cubicBezTo>
                    <a:cubicBezTo>
                      <a:pt x="117" y="622"/>
                      <a:pt x="119" y="617"/>
                      <a:pt x="122" y="611"/>
                    </a:cubicBezTo>
                    <a:cubicBezTo>
                      <a:pt x="126" y="600"/>
                      <a:pt x="131" y="590"/>
                      <a:pt x="135" y="579"/>
                    </a:cubicBezTo>
                    <a:cubicBezTo>
                      <a:pt x="140" y="568"/>
                      <a:pt x="146" y="558"/>
                      <a:pt x="152" y="547"/>
                    </a:cubicBezTo>
                    <a:cubicBezTo>
                      <a:pt x="157" y="536"/>
                      <a:pt x="164" y="525"/>
                      <a:pt x="170" y="514"/>
                    </a:cubicBezTo>
                    <a:cubicBezTo>
                      <a:pt x="182" y="494"/>
                      <a:pt x="195" y="474"/>
                      <a:pt x="208" y="454"/>
                    </a:cubicBezTo>
                    <a:cubicBezTo>
                      <a:pt x="216" y="442"/>
                      <a:pt x="224" y="431"/>
                      <a:pt x="231" y="419"/>
                    </a:cubicBezTo>
                    <a:cubicBezTo>
                      <a:pt x="240" y="406"/>
                      <a:pt x="248" y="394"/>
                      <a:pt x="256" y="381"/>
                    </a:cubicBezTo>
                    <a:cubicBezTo>
                      <a:pt x="256" y="382"/>
                      <a:pt x="256" y="382"/>
                      <a:pt x="256" y="383"/>
                    </a:cubicBezTo>
                    <a:cubicBezTo>
                      <a:pt x="260" y="375"/>
                      <a:pt x="266" y="367"/>
                      <a:pt x="271" y="358"/>
                    </a:cubicBezTo>
                    <a:cubicBezTo>
                      <a:pt x="277" y="349"/>
                      <a:pt x="283" y="339"/>
                      <a:pt x="288" y="329"/>
                    </a:cubicBezTo>
                    <a:cubicBezTo>
                      <a:pt x="298" y="312"/>
                      <a:pt x="308" y="294"/>
                      <a:pt x="316" y="277"/>
                    </a:cubicBezTo>
                    <a:cubicBezTo>
                      <a:pt x="319" y="272"/>
                      <a:pt x="321" y="267"/>
                      <a:pt x="323" y="263"/>
                    </a:cubicBezTo>
                    <a:cubicBezTo>
                      <a:pt x="325" y="258"/>
                      <a:pt x="327" y="252"/>
                      <a:pt x="329" y="247"/>
                    </a:cubicBezTo>
                    <a:cubicBezTo>
                      <a:pt x="329" y="246"/>
                      <a:pt x="329" y="245"/>
                      <a:pt x="329" y="245"/>
                    </a:cubicBezTo>
                    <a:cubicBezTo>
                      <a:pt x="327" y="246"/>
                      <a:pt x="326" y="247"/>
                      <a:pt x="324" y="248"/>
                    </a:cubicBezTo>
                    <a:cubicBezTo>
                      <a:pt x="324" y="248"/>
                      <a:pt x="325" y="248"/>
                      <a:pt x="325" y="247"/>
                    </a:cubicBezTo>
                    <a:cubicBezTo>
                      <a:pt x="318" y="252"/>
                      <a:pt x="311" y="258"/>
                      <a:pt x="304" y="264"/>
                    </a:cubicBezTo>
                    <a:cubicBezTo>
                      <a:pt x="290" y="277"/>
                      <a:pt x="276" y="292"/>
                      <a:pt x="263" y="307"/>
                    </a:cubicBezTo>
                    <a:cubicBezTo>
                      <a:pt x="248" y="325"/>
                      <a:pt x="234" y="344"/>
                      <a:pt x="219" y="362"/>
                    </a:cubicBezTo>
                    <a:cubicBezTo>
                      <a:pt x="205" y="382"/>
                      <a:pt x="190" y="400"/>
                      <a:pt x="175" y="420"/>
                    </a:cubicBezTo>
                    <a:cubicBezTo>
                      <a:pt x="163" y="437"/>
                      <a:pt x="150" y="454"/>
                      <a:pt x="138" y="471"/>
                    </a:cubicBezTo>
                    <a:cubicBezTo>
                      <a:pt x="127" y="488"/>
                      <a:pt x="117" y="504"/>
                      <a:pt x="105" y="520"/>
                    </a:cubicBezTo>
                    <a:cubicBezTo>
                      <a:pt x="99" y="530"/>
                      <a:pt x="93" y="540"/>
                      <a:pt x="86" y="550"/>
                    </a:cubicBezTo>
                    <a:cubicBezTo>
                      <a:pt x="79" y="560"/>
                      <a:pt x="72" y="570"/>
                      <a:pt x="65" y="580"/>
                    </a:cubicBezTo>
                    <a:cubicBezTo>
                      <a:pt x="62" y="586"/>
                      <a:pt x="58" y="591"/>
                      <a:pt x="54" y="597"/>
                    </a:cubicBezTo>
                    <a:cubicBezTo>
                      <a:pt x="51" y="600"/>
                      <a:pt x="48" y="604"/>
                      <a:pt x="44" y="607"/>
                    </a:cubicBezTo>
                    <a:cubicBezTo>
                      <a:pt x="38" y="611"/>
                      <a:pt x="30" y="611"/>
                      <a:pt x="26" y="607"/>
                    </a:cubicBezTo>
                    <a:cubicBezTo>
                      <a:pt x="19" y="600"/>
                      <a:pt x="22" y="590"/>
                      <a:pt x="23" y="583"/>
                    </a:cubicBezTo>
                    <a:cubicBezTo>
                      <a:pt x="24" y="577"/>
                      <a:pt x="27" y="571"/>
                      <a:pt x="29" y="565"/>
                    </a:cubicBezTo>
                    <a:cubicBezTo>
                      <a:pt x="36" y="544"/>
                      <a:pt x="45" y="522"/>
                      <a:pt x="54" y="501"/>
                    </a:cubicBezTo>
                    <a:cubicBezTo>
                      <a:pt x="64" y="478"/>
                      <a:pt x="75" y="456"/>
                      <a:pt x="87" y="435"/>
                    </a:cubicBezTo>
                    <a:cubicBezTo>
                      <a:pt x="111" y="393"/>
                      <a:pt x="135" y="351"/>
                      <a:pt x="158" y="310"/>
                    </a:cubicBezTo>
                    <a:cubicBezTo>
                      <a:pt x="178" y="276"/>
                      <a:pt x="196" y="242"/>
                      <a:pt x="213" y="208"/>
                    </a:cubicBezTo>
                    <a:cubicBezTo>
                      <a:pt x="213" y="209"/>
                      <a:pt x="213" y="209"/>
                      <a:pt x="213" y="210"/>
                    </a:cubicBezTo>
                    <a:cubicBezTo>
                      <a:pt x="215" y="204"/>
                      <a:pt x="218" y="198"/>
                      <a:pt x="220" y="192"/>
                    </a:cubicBezTo>
                    <a:cubicBezTo>
                      <a:pt x="219" y="192"/>
                      <a:pt x="219" y="193"/>
                      <a:pt x="218" y="194"/>
                    </a:cubicBezTo>
                    <a:cubicBezTo>
                      <a:pt x="209" y="200"/>
                      <a:pt x="200" y="207"/>
                      <a:pt x="192" y="214"/>
                    </a:cubicBezTo>
                    <a:cubicBezTo>
                      <a:pt x="193" y="214"/>
                      <a:pt x="193" y="213"/>
                      <a:pt x="193" y="213"/>
                    </a:cubicBezTo>
                    <a:cubicBezTo>
                      <a:pt x="165" y="238"/>
                      <a:pt x="139" y="267"/>
                      <a:pt x="115" y="296"/>
                    </a:cubicBezTo>
                    <a:lnTo>
                      <a:pt x="115" y="295"/>
                    </a:lnTo>
                    <a:cubicBezTo>
                      <a:pt x="100" y="314"/>
                      <a:pt x="84" y="333"/>
                      <a:pt x="68" y="351"/>
                    </a:cubicBezTo>
                    <a:cubicBezTo>
                      <a:pt x="64" y="355"/>
                      <a:pt x="60" y="359"/>
                      <a:pt x="56" y="363"/>
                    </a:cubicBezTo>
                    <a:cubicBezTo>
                      <a:pt x="51" y="368"/>
                      <a:pt x="46" y="372"/>
                      <a:pt x="41" y="375"/>
                    </a:cubicBezTo>
                    <a:cubicBezTo>
                      <a:pt x="35" y="379"/>
                      <a:pt x="28" y="379"/>
                      <a:pt x="22" y="376"/>
                    </a:cubicBezTo>
                    <a:cubicBezTo>
                      <a:pt x="16" y="374"/>
                      <a:pt x="14" y="367"/>
                      <a:pt x="14" y="362"/>
                    </a:cubicBezTo>
                    <a:cubicBezTo>
                      <a:pt x="14" y="358"/>
                      <a:pt x="15" y="354"/>
                      <a:pt x="16" y="350"/>
                    </a:cubicBezTo>
                    <a:cubicBezTo>
                      <a:pt x="17" y="345"/>
                      <a:pt x="19" y="339"/>
                      <a:pt x="20" y="334"/>
                    </a:cubicBezTo>
                    <a:cubicBezTo>
                      <a:pt x="36" y="287"/>
                      <a:pt x="60" y="244"/>
                      <a:pt x="82" y="201"/>
                    </a:cubicBezTo>
                    <a:cubicBezTo>
                      <a:pt x="90" y="185"/>
                      <a:pt x="98" y="170"/>
                      <a:pt x="107" y="155"/>
                    </a:cubicBezTo>
                    <a:cubicBezTo>
                      <a:pt x="112" y="145"/>
                      <a:pt x="119" y="134"/>
                      <a:pt x="124" y="123"/>
                    </a:cubicBezTo>
                    <a:cubicBezTo>
                      <a:pt x="100" y="148"/>
                      <a:pt x="78" y="174"/>
                      <a:pt x="54" y="199"/>
                    </a:cubicBezTo>
                    <a:cubicBezTo>
                      <a:pt x="52" y="202"/>
                      <a:pt x="50" y="204"/>
                      <a:pt x="47" y="207"/>
                    </a:cubicBezTo>
                    <a:cubicBezTo>
                      <a:pt x="45" y="209"/>
                      <a:pt x="43" y="210"/>
                      <a:pt x="41" y="213"/>
                    </a:cubicBezTo>
                    <a:cubicBezTo>
                      <a:pt x="40" y="214"/>
                      <a:pt x="38" y="216"/>
                      <a:pt x="36" y="216"/>
                    </a:cubicBezTo>
                    <a:cubicBezTo>
                      <a:pt x="34" y="218"/>
                      <a:pt x="31" y="219"/>
                      <a:pt x="29" y="219"/>
                    </a:cubicBezTo>
                    <a:cubicBezTo>
                      <a:pt x="26" y="220"/>
                      <a:pt x="22" y="219"/>
                      <a:pt x="20" y="217"/>
                    </a:cubicBezTo>
                    <a:cubicBezTo>
                      <a:pt x="17" y="215"/>
                      <a:pt x="15" y="211"/>
                      <a:pt x="15" y="208"/>
                    </a:cubicBezTo>
                    <a:cubicBezTo>
                      <a:pt x="15" y="204"/>
                      <a:pt x="15" y="201"/>
                      <a:pt x="16" y="198"/>
                    </a:cubicBezTo>
                    <a:cubicBezTo>
                      <a:pt x="17" y="196"/>
                      <a:pt x="17" y="195"/>
                      <a:pt x="18" y="194"/>
                    </a:cubicBezTo>
                    <a:cubicBezTo>
                      <a:pt x="19" y="191"/>
                      <a:pt x="20" y="188"/>
                      <a:pt x="22" y="185"/>
                    </a:cubicBezTo>
                    <a:cubicBezTo>
                      <a:pt x="24" y="181"/>
                      <a:pt x="26" y="176"/>
                      <a:pt x="28" y="171"/>
                    </a:cubicBezTo>
                    <a:cubicBezTo>
                      <a:pt x="33" y="159"/>
                      <a:pt x="38" y="148"/>
                      <a:pt x="43" y="136"/>
                    </a:cubicBezTo>
                    <a:cubicBezTo>
                      <a:pt x="52" y="114"/>
                      <a:pt x="62" y="93"/>
                      <a:pt x="73" y="71"/>
                    </a:cubicBezTo>
                    <a:cubicBezTo>
                      <a:pt x="78" y="61"/>
                      <a:pt x="83" y="51"/>
                      <a:pt x="88" y="41"/>
                    </a:cubicBezTo>
                    <a:cubicBezTo>
                      <a:pt x="89" y="40"/>
                      <a:pt x="89" y="39"/>
                      <a:pt x="90" y="38"/>
                    </a:cubicBezTo>
                    <a:cubicBezTo>
                      <a:pt x="86" y="41"/>
                      <a:pt x="82" y="43"/>
                      <a:pt x="79" y="46"/>
                    </a:cubicBezTo>
                    <a:cubicBezTo>
                      <a:pt x="72" y="52"/>
                      <a:pt x="65" y="57"/>
                      <a:pt x="59" y="63"/>
                    </a:cubicBezTo>
                    <a:lnTo>
                      <a:pt x="59" y="62"/>
                    </a:lnTo>
                    <a:cubicBezTo>
                      <a:pt x="56" y="66"/>
                      <a:pt x="52" y="69"/>
                      <a:pt x="49" y="72"/>
                    </a:cubicBezTo>
                    <a:cubicBezTo>
                      <a:pt x="45" y="76"/>
                      <a:pt x="41" y="81"/>
                      <a:pt x="37" y="85"/>
                    </a:cubicBezTo>
                    <a:cubicBezTo>
                      <a:pt x="34" y="89"/>
                      <a:pt x="31" y="93"/>
                      <a:pt x="27" y="97"/>
                    </a:cubicBezTo>
                    <a:cubicBezTo>
                      <a:pt x="27" y="98"/>
                      <a:pt x="26" y="100"/>
                      <a:pt x="25" y="101"/>
                    </a:cubicBezTo>
                    <a:lnTo>
                      <a:pt x="24" y="101"/>
                    </a:lnTo>
                    <a:cubicBezTo>
                      <a:pt x="24" y="103"/>
                      <a:pt x="23" y="105"/>
                      <a:pt x="22" y="107"/>
                    </a:cubicBezTo>
                    <a:cubicBezTo>
                      <a:pt x="21" y="107"/>
                      <a:pt x="20" y="108"/>
                      <a:pt x="19" y="108"/>
                    </a:cubicBezTo>
                    <a:cubicBezTo>
                      <a:pt x="15" y="111"/>
                      <a:pt x="8" y="111"/>
                      <a:pt x="4" y="107"/>
                    </a:cubicBezTo>
                    <a:cubicBezTo>
                      <a:pt x="1" y="104"/>
                      <a:pt x="0" y="100"/>
                      <a:pt x="1" y="96"/>
                    </a:cubicBezTo>
                    <a:cubicBezTo>
                      <a:pt x="1" y="96"/>
                      <a:pt x="1" y="95"/>
                      <a:pt x="1" y="94"/>
                    </a:cubicBezTo>
                    <a:cubicBezTo>
                      <a:pt x="1" y="93"/>
                      <a:pt x="2" y="93"/>
                      <a:pt x="2" y="92"/>
                    </a:cubicBezTo>
                    <a:lnTo>
                      <a:pt x="2" y="91"/>
                    </a:lnTo>
                    <a:cubicBezTo>
                      <a:pt x="5" y="86"/>
                      <a:pt x="9" y="82"/>
                      <a:pt x="13" y="77"/>
                    </a:cubicBezTo>
                    <a:cubicBezTo>
                      <a:pt x="17" y="72"/>
                      <a:pt x="22" y="67"/>
                      <a:pt x="26" y="62"/>
                    </a:cubicBezTo>
                    <a:cubicBezTo>
                      <a:pt x="34" y="53"/>
                      <a:pt x="44" y="46"/>
                      <a:pt x="53" y="37"/>
                    </a:cubicBezTo>
                    <a:cubicBezTo>
                      <a:pt x="62" y="30"/>
                      <a:pt x="72" y="23"/>
                      <a:pt x="81" y="15"/>
                    </a:cubicBezTo>
                    <a:cubicBezTo>
                      <a:pt x="86" y="12"/>
                      <a:pt x="90" y="8"/>
                      <a:pt x="95" y="5"/>
                    </a:cubicBezTo>
                    <a:cubicBezTo>
                      <a:pt x="100" y="2"/>
                      <a:pt x="105" y="0"/>
                      <a:pt x="111" y="0"/>
                    </a:cubicBezTo>
                    <a:cubicBezTo>
                      <a:pt x="118" y="1"/>
                      <a:pt x="122" y="7"/>
                      <a:pt x="123" y="14"/>
                    </a:cubicBezTo>
                    <a:cubicBezTo>
                      <a:pt x="124" y="20"/>
                      <a:pt x="121" y="27"/>
                      <a:pt x="118" y="33"/>
                    </a:cubicBezTo>
                    <a:cubicBezTo>
                      <a:pt x="117" y="37"/>
                      <a:pt x="115" y="40"/>
                      <a:pt x="114" y="43"/>
                    </a:cubicBezTo>
                    <a:cubicBezTo>
                      <a:pt x="110" y="50"/>
                      <a:pt x="107" y="57"/>
                      <a:pt x="103" y="64"/>
                    </a:cubicBezTo>
                    <a:cubicBezTo>
                      <a:pt x="96" y="79"/>
                      <a:pt x="88" y="93"/>
                      <a:pt x="81" y="108"/>
                    </a:cubicBezTo>
                    <a:cubicBezTo>
                      <a:pt x="73" y="124"/>
                      <a:pt x="66" y="141"/>
                      <a:pt x="59" y="157"/>
                    </a:cubicBezTo>
                    <a:cubicBezTo>
                      <a:pt x="58" y="159"/>
                      <a:pt x="57" y="162"/>
                      <a:pt x="56" y="164"/>
                    </a:cubicBezTo>
                    <a:cubicBezTo>
                      <a:pt x="63" y="156"/>
                      <a:pt x="70" y="149"/>
                      <a:pt x="76" y="142"/>
                    </a:cubicBezTo>
                    <a:cubicBezTo>
                      <a:pt x="93" y="124"/>
                      <a:pt x="110" y="107"/>
                      <a:pt x="125" y="89"/>
                    </a:cubicBezTo>
                    <a:cubicBezTo>
                      <a:pt x="129" y="85"/>
                      <a:pt x="133" y="80"/>
                      <a:pt x="138" y="76"/>
                    </a:cubicBezTo>
                    <a:cubicBezTo>
                      <a:pt x="140" y="73"/>
                      <a:pt x="145" y="70"/>
                      <a:pt x="149" y="69"/>
                    </a:cubicBezTo>
                    <a:cubicBezTo>
                      <a:pt x="156" y="67"/>
                      <a:pt x="162" y="71"/>
                      <a:pt x="165" y="77"/>
                    </a:cubicBezTo>
                    <a:cubicBezTo>
                      <a:pt x="167" y="82"/>
                      <a:pt x="165" y="89"/>
                      <a:pt x="164" y="94"/>
                    </a:cubicBezTo>
                    <a:cubicBezTo>
                      <a:pt x="163" y="98"/>
                      <a:pt x="161" y="101"/>
                      <a:pt x="159" y="105"/>
                    </a:cubicBezTo>
                    <a:cubicBezTo>
                      <a:pt x="157" y="111"/>
                      <a:pt x="154" y="116"/>
                      <a:pt x="151" y="121"/>
                    </a:cubicBezTo>
                    <a:cubicBezTo>
                      <a:pt x="140" y="143"/>
                      <a:pt x="128" y="165"/>
                      <a:pt x="115" y="186"/>
                    </a:cubicBezTo>
                    <a:cubicBezTo>
                      <a:pt x="107" y="201"/>
                      <a:pt x="99" y="216"/>
                      <a:pt x="91" y="232"/>
                    </a:cubicBezTo>
                    <a:cubicBezTo>
                      <a:pt x="83" y="248"/>
                      <a:pt x="75" y="263"/>
                      <a:pt x="67" y="280"/>
                    </a:cubicBezTo>
                    <a:cubicBezTo>
                      <a:pt x="67" y="279"/>
                      <a:pt x="67" y="279"/>
                      <a:pt x="67" y="279"/>
                    </a:cubicBezTo>
                    <a:cubicBezTo>
                      <a:pt x="58" y="298"/>
                      <a:pt x="50" y="317"/>
                      <a:pt x="44" y="336"/>
                    </a:cubicBezTo>
                    <a:cubicBezTo>
                      <a:pt x="43" y="339"/>
                      <a:pt x="43" y="341"/>
                      <a:pt x="42" y="344"/>
                    </a:cubicBezTo>
                    <a:cubicBezTo>
                      <a:pt x="43" y="343"/>
                      <a:pt x="45" y="342"/>
                      <a:pt x="46" y="340"/>
                    </a:cubicBezTo>
                    <a:cubicBezTo>
                      <a:pt x="54" y="333"/>
                      <a:pt x="61" y="325"/>
                      <a:pt x="68" y="317"/>
                    </a:cubicBezTo>
                    <a:cubicBezTo>
                      <a:pt x="68" y="316"/>
                      <a:pt x="69" y="316"/>
                      <a:pt x="69" y="316"/>
                    </a:cubicBezTo>
                    <a:cubicBezTo>
                      <a:pt x="84" y="298"/>
                      <a:pt x="100" y="280"/>
                      <a:pt x="115" y="262"/>
                    </a:cubicBezTo>
                    <a:cubicBezTo>
                      <a:pt x="131" y="244"/>
                      <a:pt x="147" y="226"/>
                      <a:pt x="164" y="210"/>
                    </a:cubicBezTo>
                    <a:cubicBezTo>
                      <a:pt x="172" y="201"/>
                      <a:pt x="181" y="192"/>
                      <a:pt x="191" y="184"/>
                    </a:cubicBezTo>
                    <a:cubicBezTo>
                      <a:pt x="199" y="177"/>
                      <a:pt x="208" y="170"/>
                      <a:pt x="218" y="164"/>
                    </a:cubicBezTo>
                    <a:cubicBezTo>
                      <a:pt x="221" y="163"/>
                      <a:pt x="223" y="162"/>
                      <a:pt x="226" y="161"/>
                    </a:cubicBezTo>
                    <a:cubicBezTo>
                      <a:pt x="232" y="158"/>
                      <a:pt x="239" y="158"/>
                      <a:pt x="245" y="163"/>
                    </a:cubicBezTo>
                    <a:cubicBezTo>
                      <a:pt x="249" y="168"/>
                      <a:pt x="249" y="174"/>
                      <a:pt x="249" y="180"/>
                    </a:cubicBezTo>
                    <a:cubicBezTo>
                      <a:pt x="248" y="184"/>
                      <a:pt x="247" y="188"/>
                      <a:pt x="245" y="192"/>
                    </a:cubicBezTo>
                    <a:cubicBezTo>
                      <a:pt x="241" y="205"/>
                      <a:pt x="235" y="216"/>
                      <a:pt x="230" y="227"/>
                    </a:cubicBezTo>
                    <a:cubicBezTo>
                      <a:pt x="219" y="248"/>
                      <a:pt x="207" y="269"/>
                      <a:pt x="195" y="289"/>
                    </a:cubicBezTo>
                    <a:cubicBezTo>
                      <a:pt x="184" y="310"/>
                      <a:pt x="171" y="331"/>
                      <a:pt x="158" y="352"/>
                    </a:cubicBezTo>
                    <a:cubicBezTo>
                      <a:pt x="146" y="373"/>
                      <a:pt x="134" y="395"/>
                      <a:pt x="122" y="415"/>
                    </a:cubicBezTo>
                    <a:cubicBezTo>
                      <a:pt x="110" y="437"/>
                      <a:pt x="98" y="458"/>
                      <a:pt x="88" y="480"/>
                    </a:cubicBezTo>
                    <a:cubicBezTo>
                      <a:pt x="87" y="481"/>
                      <a:pt x="87" y="481"/>
                      <a:pt x="87" y="481"/>
                    </a:cubicBezTo>
                    <a:cubicBezTo>
                      <a:pt x="80" y="495"/>
                      <a:pt x="74" y="510"/>
                      <a:pt x="68" y="525"/>
                    </a:cubicBezTo>
                    <a:cubicBezTo>
                      <a:pt x="65" y="534"/>
                      <a:pt x="62" y="543"/>
                      <a:pt x="58" y="551"/>
                    </a:cubicBezTo>
                    <a:cubicBezTo>
                      <a:pt x="65" y="542"/>
                      <a:pt x="72" y="533"/>
                      <a:pt x="78" y="523"/>
                    </a:cubicBezTo>
                    <a:cubicBezTo>
                      <a:pt x="92" y="503"/>
                      <a:pt x="106" y="483"/>
                      <a:pt x="120" y="463"/>
                    </a:cubicBezTo>
                    <a:cubicBezTo>
                      <a:pt x="134" y="443"/>
                      <a:pt x="149" y="424"/>
                      <a:pt x="163" y="404"/>
                    </a:cubicBezTo>
                    <a:cubicBezTo>
                      <a:pt x="177" y="385"/>
                      <a:pt x="191" y="367"/>
                      <a:pt x="205" y="347"/>
                    </a:cubicBezTo>
                    <a:cubicBezTo>
                      <a:pt x="212" y="338"/>
                      <a:pt x="220" y="328"/>
                      <a:pt x="227" y="319"/>
                    </a:cubicBezTo>
                    <a:cubicBezTo>
                      <a:pt x="234" y="309"/>
                      <a:pt x="241" y="300"/>
                      <a:pt x="248" y="290"/>
                    </a:cubicBezTo>
                    <a:cubicBezTo>
                      <a:pt x="264" y="272"/>
                      <a:pt x="281" y="253"/>
                      <a:pt x="300" y="237"/>
                    </a:cubicBezTo>
                    <a:cubicBezTo>
                      <a:pt x="309" y="229"/>
                      <a:pt x="318" y="221"/>
                      <a:pt x="329" y="217"/>
                    </a:cubicBezTo>
                    <a:cubicBezTo>
                      <a:pt x="333" y="216"/>
                      <a:pt x="337" y="214"/>
                      <a:pt x="341" y="215"/>
                    </a:cubicBezTo>
                    <a:cubicBezTo>
                      <a:pt x="344" y="215"/>
                      <a:pt x="347" y="216"/>
                      <a:pt x="350" y="217"/>
                    </a:cubicBezTo>
                    <a:cubicBezTo>
                      <a:pt x="353" y="220"/>
                      <a:pt x="354" y="223"/>
                      <a:pt x="355" y="227"/>
                    </a:cubicBezTo>
                    <a:cubicBezTo>
                      <a:pt x="357" y="234"/>
                      <a:pt x="355" y="241"/>
                      <a:pt x="354" y="248"/>
                    </a:cubicBezTo>
                    <a:cubicBezTo>
                      <a:pt x="353" y="252"/>
                      <a:pt x="351" y="257"/>
                      <a:pt x="349" y="262"/>
                    </a:cubicBezTo>
                    <a:cubicBezTo>
                      <a:pt x="345" y="273"/>
                      <a:pt x="339" y="284"/>
                      <a:pt x="334" y="295"/>
                    </a:cubicBezTo>
                    <a:cubicBezTo>
                      <a:pt x="328" y="306"/>
                      <a:pt x="322" y="316"/>
                      <a:pt x="316" y="327"/>
                    </a:cubicBezTo>
                    <a:cubicBezTo>
                      <a:pt x="292" y="369"/>
                      <a:pt x="263" y="410"/>
                      <a:pt x="236" y="450"/>
                    </a:cubicBezTo>
                    <a:cubicBezTo>
                      <a:pt x="232" y="456"/>
                      <a:pt x="229" y="461"/>
                      <a:pt x="226" y="467"/>
                    </a:cubicBezTo>
                    <a:cubicBezTo>
                      <a:pt x="226" y="466"/>
                      <a:pt x="226" y="466"/>
                      <a:pt x="226" y="466"/>
                    </a:cubicBezTo>
                    <a:cubicBezTo>
                      <a:pt x="226" y="467"/>
                      <a:pt x="226" y="467"/>
                      <a:pt x="225" y="467"/>
                    </a:cubicBezTo>
                    <a:cubicBezTo>
                      <a:pt x="204" y="500"/>
                      <a:pt x="184" y="533"/>
                      <a:pt x="167" y="568"/>
                    </a:cubicBezTo>
                    <a:lnTo>
                      <a:pt x="167" y="567"/>
                    </a:lnTo>
                    <a:cubicBezTo>
                      <a:pt x="160" y="583"/>
                      <a:pt x="153" y="598"/>
                      <a:pt x="146" y="614"/>
                    </a:cubicBezTo>
                    <a:cubicBezTo>
                      <a:pt x="149" y="612"/>
                      <a:pt x="152" y="609"/>
                      <a:pt x="154" y="607"/>
                    </a:cubicBezTo>
                    <a:cubicBezTo>
                      <a:pt x="162" y="598"/>
                      <a:pt x="171" y="589"/>
                      <a:pt x="179" y="580"/>
                    </a:cubicBezTo>
                    <a:cubicBezTo>
                      <a:pt x="186" y="570"/>
                      <a:pt x="195" y="561"/>
                      <a:pt x="202" y="551"/>
                    </a:cubicBezTo>
                    <a:cubicBezTo>
                      <a:pt x="210" y="542"/>
                      <a:pt x="217" y="533"/>
                      <a:pt x="224" y="524"/>
                    </a:cubicBezTo>
                    <a:cubicBezTo>
                      <a:pt x="232" y="513"/>
                      <a:pt x="240" y="503"/>
                      <a:pt x="248" y="493"/>
                    </a:cubicBezTo>
                    <a:cubicBezTo>
                      <a:pt x="254" y="484"/>
                      <a:pt x="260" y="475"/>
                      <a:pt x="267" y="466"/>
                    </a:cubicBezTo>
                    <a:cubicBezTo>
                      <a:pt x="281" y="445"/>
                      <a:pt x="296" y="424"/>
                      <a:pt x="310" y="403"/>
                    </a:cubicBezTo>
                    <a:cubicBezTo>
                      <a:pt x="317" y="393"/>
                      <a:pt x="325" y="383"/>
                      <a:pt x="332" y="373"/>
                    </a:cubicBezTo>
                    <a:cubicBezTo>
                      <a:pt x="339" y="364"/>
                      <a:pt x="346" y="355"/>
                      <a:pt x="354" y="346"/>
                    </a:cubicBezTo>
                    <a:cubicBezTo>
                      <a:pt x="362" y="337"/>
                      <a:pt x="371" y="328"/>
                      <a:pt x="380" y="320"/>
                    </a:cubicBezTo>
                    <a:cubicBezTo>
                      <a:pt x="385" y="316"/>
                      <a:pt x="390" y="312"/>
                      <a:pt x="395" y="308"/>
                    </a:cubicBezTo>
                    <a:cubicBezTo>
                      <a:pt x="400" y="305"/>
                      <a:pt x="404" y="301"/>
                      <a:pt x="410" y="299"/>
                    </a:cubicBezTo>
                    <a:cubicBezTo>
                      <a:pt x="414" y="297"/>
                      <a:pt x="420" y="295"/>
                      <a:pt x="424" y="294"/>
                    </a:cubicBezTo>
                    <a:cubicBezTo>
                      <a:pt x="431" y="293"/>
                      <a:pt x="438" y="295"/>
                      <a:pt x="443" y="300"/>
                    </a:cubicBezTo>
                    <a:cubicBezTo>
                      <a:pt x="445" y="302"/>
                      <a:pt x="447" y="305"/>
                      <a:pt x="449" y="308"/>
                    </a:cubicBezTo>
                    <a:cubicBezTo>
                      <a:pt x="450" y="311"/>
                      <a:pt x="450" y="314"/>
                      <a:pt x="451" y="318"/>
                    </a:cubicBezTo>
                    <a:cubicBezTo>
                      <a:pt x="452" y="325"/>
                      <a:pt x="450" y="333"/>
                      <a:pt x="448" y="341"/>
                    </a:cubicBezTo>
                    <a:cubicBezTo>
                      <a:pt x="446" y="348"/>
                      <a:pt x="443" y="355"/>
                      <a:pt x="440" y="362"/>
                    </a:cubicBezTo>
                    <a:cubicBezTo>
                      <a:pt x="437" y="369"/>
                      <a:pt x="435" y="375"/>
                      <a:pt x="431" y="381"/>
                    </a:cubicBezTo>
                    <a:cubicBezTo>
                      <a:pt x="422" y="397"/>
                      <a:pt x="412" y="413"/>
                      <a:pt x="402" y="429"/>
                    </a:cubicBezTo>
                    <a:cubicBezTo>
                      <a:pt x="392" y="445"/>
                      <a:pt x="381" y="460"/>
                      <a:pt x="371" y="476"/>
                    </a:cubicBezTo>
                    <a:lnTo>
                      <a:pt x="371" y="475"/>
                    </a:lnTo>
                    <a:cubicBezTo>
                      <a:pt x="351" y="506"/>
                      <a:pt x="333" y="538"/>
                      <a:pt x="317" y="572"/>
                    </a:cubicBezTo>
                    <a:cubicBezTo>
                      <a:pt x="317" y="571"/>
                      <a:pt x="318" y="570"/>
                      <a:pt x="318" y="570"/>
                    </a:cubicBezTo>
                    <a:cubicBezTo>
                      <a:pt x="315" y="576"/>
                      <a:pt x="312" y="582"/>
                      <a:pt x="310" y="587"/>
                    </a:cubicBezTo>
                    <a:cubicBezTo>
                      <a:pt x="308" y="593"/>
                      <a:pt x="306" y="599"/>
                      <a:pt x="304" y="604"/>
                    </a:cubicBezTo>
                    <a:cubicBezTo>
                      <a:pt x="303" y="607"/>
                      <a:pt x="302" y="610"/>
                      <a:pt x="301" y="612"/>
                    </a:cubicBezTo>
                    <a:cubicBezTo>
                      <a:pt x="299" y="621"/>
                      <a:pt x="297" y="628"/>
                      <a:pt x="294" y="636"/>
                    </a:cubicBezTo>
                    <a:cubicBezTo>
                      <a:pt x="299" y="632"/>
                      <a:pt x="304" y="626"/>
                      <a:pt x="308" y="621"/>
                    </a:cubicBezTo>
                    <a:cubicBezTo>
                      <a:pt x="316" y="611"/>
                      <a:pt x="325" y="601"/>
                      <a:pt x="332" y="591"/>
                    </a:cubicBezTo>
                    <a:cubicBezTo>
                      <a:pt x="339" y="582"/>
                      <a:pt x="346" y="573"/>
                      <a:pt x="353" y="564"/>
                    </a:cubicBezTo>
                    <a:cubicBezTo>
                      <a:pt x="368" y="544"/>
                      <a:pt x="383" y="524"/>
                      <a:pt x="399" y="505"/>
                    </a:cubicBezTo>
                    <a:cubicBezTo>
                      <a:pt x="407" y="495"/>
                      <a:pt x="415" y="486"/>
                      <a:pt x="424" y="477"/>
                    </a:cubicBezTo>
                    <a:cubicBezTo>
                      <a:pt x="432" y="467"/>
                      <a:pt x="441" y="457"/>
                      <a:pt x="449" y="448"/>
                    </a:cubicBezTo>
                    <a:cubicBezTo>
                      <a:pt x="457" y="440"/>
                      <a:pt x="465" y="431"/>
                      <a:pt x="474" y="424"/>
                    </a:cubicBezTo>
                    <a:cubicBezTo>
                      <a:pt x="476" y="422"/>
                      <a:pt x="478" y="420"/>
                      <a:pt x="481" y="418"/>
                    </a:cubicBezTo>
                    <a:cubicBezTo>
                      <a:pt x="485" y="414"/>
                      <a:pt x="489" y="411"/>
                      <a:pt x="495" y="411"/>
                    </a:cubicBezTo>
                    <a:cubicBezTo>
                      <a:pt x="501" y="411"/>
                      <a:pt x="508" y="415"/>
                      <a:pt x="509" y="422"/>
                    </a:cubicBezTo>
                    <a:cubicBezTo>
                      <a:pt x="511" y="428"/>
                      <a:pt x="510" y="435"/>
                      <a:pt x="508" y="442"/>
                    </a:cubicBezTo>
                    <a:cubicBezTo>
                      <a:pt x="506" y="453"/>
                      <a:pt x="502" y="463"/>
                      <a:pt x="498" y="473"/>
                    </a:cubicBezTo>
                    <a:cubicBezTo>
                      <a:pt x="494" y="482"/>
                      <a:pt x="490" y="491"/>
                      <a:pt x="486" y="499"/>
                    </a:cubicBezTo>
                    <a:cubicBezTo>
                      <a:pt x="478" y="517"/>
                      <a:pt x="469" y="536"/>
                      <a:pt x="460" y="554"/>
                    </a:cubicBezTo>
                    <a:lnTo>
                      <a:pt x="460" y="555"/>
                    </a:lnTo>
                    <a:cubicBezTo>
                      <a:pt x="459" y="556"/>
                      <a:pt x="458" y="558"/>
                      <a:pt x="457" y="560"/>
                    </a:cubicBezTo>
                    <a:cubicBezTo>
                      <a:pt x="457" y="559"/>
                      <a:pt x="457" y="559"/>
                      <a:pt x="458" y="559"/>
                    </a:cubicBezTo>
                    <a:cubicBezTo>
                      <a:pt x="457" y="560"/>
                      <a:pt x="457" y="561"/>
                      <a:pt x="456" y="562"/>
                    </a:cubicBezTo>
                    <a:lnTo>
                      <a:pt x="457" y="561"/>
                    </a:lnTo>
                    <a:cubicBezTo>
                      <a:pt x="456" y="562"/>
                      <a:pt x="456" y="563"/>
                      <a:pt x="455" y="564"/>
                    </a:cubicBezTo>
                    <a:cubicBezTo>
                      <a:pt x="456" y="564"/>
                      <a:pt x="456" y="563"/>
                      <a:pt x="456" y="563"/>
                    </a:cubicBezTo>
                    <a:cubicBezTo>
                      <a:pt x="455" y="564"/>
                      <a:pt x="455" y="565"/>
                      <a:pt x="454" y="566"/>
                    </a:cubicBezTo>
                    <a:cubicBezTo>
                      <a:pt x="449" y="578"/>
                      <a:pt x="443" y="590"/>
                      <a:pt x="438" y="603"/>
                    </a:cubicBezTo>
                    <a:cubicBezTo>
                      <a:pt x="444" y="597"/>
                      <a:pt x="450" y="591"/>
                      <a:pt x="456" y="585"/>
                    </a:cubicBezTo>
                    <a:cubicBezTo>
                      <a:pt x="466" y="576"/>
                      <a:pt x="475" y="566"/>
                      <a:pt x="484" y="557"/>
                    </a:cubicBezTo>
                    <a:cubicBezTo>
                      <a:pt x="501" y="540"/>
                      <a:pt x="517" y="524"/>
                      <a:pt x="534" y="508"/>
                    </a:cubicBezTo>
                    <a:cubicBezTo>
                      <a:pt x="540" y="501"/>
                      <a:pt x="546" y="495"/>
                      <a:pt x="552" y="489"/>
                    </a:cubicBezTo>
                    <a:cubicBezTo>
                      <a:pt x="558" y="483"/>
                      <a:pt x="564" y="477"/>
                      <a:pt x="570" y="472"/>
                    </a:cubicBezTo>
                    <a:cubicBezTo>
                      <a:pt x="575" y="467"/>
                      <a:pt x="580" y="463"/>
                      <a:pt x="588" y="463"/>
                    </a:cubicBezTo>
                    <a:cubicBezTo>
                      <a:pt x="592" y="464"/>
                      <a:pt x="596" y="467"/>
                      <a:pt x="599" y="470"/>
                    </a:cubicBezTo>
                    <a:cubicBezTo>
                      <a:pt x="601" y="473"/>
                      <a:pt x="602" y="478"/>
                      <a:pt x="603" y="482"/>
                    </a:cubicBezTo>
                    <a:cubicBezTo>
                      <a:pt x="604" y="493"/>
                      <a:pt x="601" y="503"/>
                      <a:pt x="598" y="512"/>
                    </a:cubicBezTo>
                    <a:cubicBezTo>
                      <a:pt x="597" y="517"/>
                      <a:pt x="596" y="522"/>
                      <a:pt x="594" y="526"/>
                    </a:cubicBezTo>
                    <a:cubicBezTo>
                      <a:pt x="594" y="526"/>
                      <a:pt x="594" y="525"/>
                      <a:pt x="595" y="525"/>
                    </a:cubicBezTo>
                    <a:cubicBezTo>
                      <a:pt x="592" y="534"/>
                      <a:pt x="588" y="543"/>
                      <a:pt x="584" y="552"/>
                    </a:cubicBezTo>
                    <a:cubicBezTo>
                      <a:pt x="580" y="561"/>
                      <a:pt x="576" y="571"/>
                      <a:pt x="572" y="581"/>
                    </a:cubicBezTo>
                    <a:cubicBezTo>
                      <a:pt x="569" y="589"/>
                      <a:pt x="565" y="597"/>
                      <a:pt x="562" y="605"/>
                    </a:cubicBezTo>
                    <a:cubicBezTo>
                      <a:pt x="564" y="604"/>
                      <a:pt x="566" y="602"/>
                      <a:pt x="568" y="600"/>
                    </a:cubicBezTo>
                    <a:cubicBezTo>
                      <a:pt x="576" y="592"/>
                      <a:pt x="584" y="584"/>
                      <a:pt x="593" y="576"/>
                    </a:cubicBezTo>
                    <a:cubicBezTo>
                      <a:pt x="597" y="572"/>
                      <a:pt x="602" y="568"/>
                      <a:pt x="607" y="563"/>
                    </a:cubicBezTo>
                    <a:cubicBezTo>
                      <a:pt x="611" y="559"/>
                      <a:pt x="615" y="556"/>
                      <a:pt x="620" y="552"/>
                    </a:cubicBezTo>
                    <a:cubicBezTo>
                      <a:pt x="623" y="549"/>
                      <a:pt x="628" y="546"/>
                      <a:pt x="632" y="545"/>
                    </a:cubicBezTo>
                    <a:cubicBezTo>
                      <a:pt x="638" y="543"/>
                      <a:pt x="646" y="545"/>
                      <a:pt x="648" y="551"/>
                    </a:cubicBezTo>
                    <a:cubicBezTo>
                      <a:pt x="650" y="554"/>
                      <a:pt x="651" y="556"/>
                      <a:pt x="651" y="559"/>
                    </a:cubicBezTo>
                    <a:cubicBezTo>
                      <a:pt x="651" y="563"/>
                      <a:pt x="650" y="566"/>
                      <a:pt x="650" y="569"/>
                    </a:cubicBezTo>
                    <a:cubicBezTo>
                      <a:pt x="649" y="572"/>
                      <a:pt x="648" y="575"/>
                      <a:pt x="647" y="578"/>
                    </a:cubicBezTo>
                    <a:cubicBezTo>
                      <a:pt x="644" y="592"/>
                      <a:pt x="640" y="605"/>
                      <a:pt x="637" y="619"/>
                    </a:cubicBezTo>
                    <a:cubicBezTo>
                      <a:pt x="638" y="619"/>
                      <a:pt x="639" y="618"/>
                      <a:pt x="640" y="618"/>
                    </a:cubicBezTo>
                    <a:cubicBezTo>
                      <a:pt x="653" y="609"/>
                      <a:pt x="665" y="600"/>
                      <a:pt x="677" y="590"/>
                    </a:cubicBezTo>
                    <a:cubicBezTo>
                      <a:pt x="681" y="588"/>
                      <a:pt x="684" y="586"/>
                      <a:pt x="688" y="586"/>
                    </a:cubicBezTo>
                    <a:cubicBezTo>
                      <a:pt x="692" y="585"/>
                      <a:pt x="697" y="587"/>
                      <a:pt x="700" y="590"/>
                    </a:cubicBezTo>
                    <a:cubicBezTo>
                      <a:pt x="706" y="596"/>
                      <a:pt x="706" y="604"/>
                      <a:pt x="706" y="611"/>
                    </a:cubicBezTo>
                    <a:cubicBezTo>
                      <a:pt x="705" y="619"/>
                      <a:pt x="704" y="626"/>
                      <a:pt x="703" y="634"/>
                    </a:cubicBezTo>
                    <a:cubicBezTo>
                      <a:pt x="703" y="635"/>
                      <a:pt x="703" y="635"/>
                      <a:pt x="703" y="636"/>
                    </a:cubicBezTo>
                    <a:cubicBezTo>
                      <a:pt x="703" y="635"/>
                      <a:pt x="703" y="635"/>
                      <a:pt x="703" y="635"/>
                    </a:cubicBezTo>
                    <a:cubicBezTo>
                      <a:pt x="703" y="636"/>
                      <a:pt x="703" y="637"/>
                      <a:pt x="703" y="639"/>
                    </a:cubicBezTo>
                    <a:cubicBezTo>
                      <a:pt x="707" y="642"/>
                      <a:pt x="707" y="647"/>
                      <a:pt x="706" y="652"/>
                    </a:cubicBezTo>
                    <a:cubicBezTo>
                      <a:pt x="703" y="658"/>
                      <a:pt x="696" y="661"/>
                      <a:pt x="690" y="659"/>
                    </a:cubicBezTo>
                    <a:cubicBezTo>
                      <a:pt x="689" y="658"/>
                      <a:pt x="688" y="658"/>
                      <a:pt x="686" y="657"/>
                    </a:cubicBezTo>
                    <a:cubicBezTo>
                      <a:pt x="685" y="656"/>
                      <a:pt x="683" y="655"/>
                      <a:pt x="682" y="653"/>
                    </a:cubicBezTo>
                    <a:cubicBezTo>
                      <a:pt x="679" y="650"/>
                      <a:pt x="679" y="647"/>
                      <a:pt x="678" y="643"/>
                    </a:cubicBezTo>
                    <a:cubicBezTo>
                      <a:pt x="678" y="639"/>
                      <a:pt x="678" y="633"/>
                      <a:pt x="679" y="629"/>
                    </a:cubicBezTo>
                    <a:cubicBezTo>
                      <a:pt x="679" y="625"/>
                      <a:pt x="680" y="622"/>
                      <a:pt x="681" y="618"/>
                    </a:cubicBezTo>
                    <a:cubicBezTo>
                      <a:pt x="671" y="625"/>
                      <a:pt x="662" y="632"/>
                      <a:pt x="653" y="638"/>
                    </a:cubicBezTo>
                    <a:cubicBezTo>
                      <a:pt x="653" y="637"/>
                      <a:pt x="654" y="637"/>
                      <a:pt x="654" y="637"/>
                    </a:cubicBezTo>
                    <a:cubicBezTo>
                      <a:pt x="653" y="638"/>
                      <a:pt x="651" y="639"/>
                      <a:pt x="649" y="640"/>
                    </a:cubicBezTo>
                    <a:cubicBezTo>
                      <a:pt x="644" y="643"/>
                      <a:pt x="640" y="646"/>
                      <a:pt x="636" y="648"/>
                    </a:cubicBezTo>
                    <a:cubicBezTo>
                      <a:pt x="632" y="650"/>
                      <a:pt x="626" y="651"/>
                      <a:pt x="621" y="650"/>
                    </a:cubicBezTo>
                    <a:cubicBezTo>
                      <a:pt x="617" y="649"/>
                      <a:pt x="613" y="646"/>
                      <a:pt x="611" y="643"/>
                    </a:cubicBezTo>
                    <a:cubicBezTo>
                      <a:pt x="608" y="636"/>
                      <a:pt x="609" y="630"/>
                      <a:pt x="611" y="623"/>
                    </a:cubicBezTo>
                    <a:cubicBezTo>
                      <a:pt x="611" y="619"/>
                      <a:pt x="612" y="616"/>
                      <a:pt x="614" y="612"/>
                    </a:cubicBezTo>
                    <a:cubicBezTo>
                      <a:pt x="615" y="604"/>
                      <a:pt x="618" y="596"/>
                      <a:pt x="620" y="587"/>
                    </a:cubicBezTo>
                    <a:cubicBezTo>
                      <a:pt x="621" y="585"/>
                      <a:pt x="621" y="583"/>
                      <a:pt x="621" y="582"/>
                    </a:cubicBezTo>
                    <a:cubicBezTo>
                      <a:pt x="617" y="585"/>
                      <a:pt x="612" y="589"/>
                      <a:pt x="608" y="593"/>
                    </a:cubicBezTo>
                    <a:cubicBezTo>
                      <a:pt x="608" y="592"/>
                      <a:pt x="609" y="592"/>
                      <a:pt x="609" y="592"/>
                    </a:cubicBezTo>
                    <a:cubicBezTo>
                      <a:pt x="591" y="608"/>
                      <a:pt x="575" y="626"/>
                      <a:pt x="558" y="643"/>
                    </a:cubicBezTo>
                    <a:cubicBezTo>
                      <a:pt x="556" y="646"/>
                      <a:pt x="553" y="648"/>
                      <a:pt x="550" y="650"/>
                    </a:cubicBezTo>
                    <a:cubicBezTo>
                      <a:pt x="548" y="653"/>
                      <a:pt x="545" y="654"/>
                      <a:pt x="542" y="656"/>
                    </a:cubicBezTo>
                    <a:cubicBezTo>
                      <a:pt x="535" y="657"/>
                      <a:pt x="528" y="654"/>
                      <a:pt x="525" y="648"/>
                    </a:cubicBezTo>
                    <a:cubicBezTo>
                      <a:pt x="522" y="640"/>
                      <a:pt x="526" y="632"/>
                      <a:pt x="529" y="624"/>
                    </a:cubicBezTo>
                    <a:cubicBezTo>
                      <a:pt x="533" y="613"/>
                      <a:pt x="538" y="602"/>
                      <a:pt x="543" y="590"/>
                    </a:cubicBezTo>
                    <a:cubicBezTo>
                      <a:pt x="548" y="578"/>
                      <a:pt x="553" y="566"/>
                      <a:pt x="558" y="554"/>
                    </a:cubicBezTo>
                    <a:cubicBezTo>
                      <a:pt x="563" y="542"/>
                      <a:pt x="568" y="530"/>
                      <a:pt x="572" y="518"/>
                    </a:cubicBezTo>
                    <a:cubicBezTo>
                      <a:pt x="574" y="512"/>
                      <a:pt x="576" y="505"/>
                      <a:pt x="577" y="498"/>
                    </a:cubicBezTo>
                    <a:cubicBezTo>
                      <a:pt x="575" y="501"/>
                      <a:pt x="572" y="502"/>
                      <a:pt x="570" y="505"/>
                    </a:cubicBezTo>
                    <a:lnTo>
                      <a:pt x="570" y="504"/>
                    </a:lnTo>
                    <a:cubicBezTo>
                      <a:pt x="534" y="537"/>
                      <a:pt x="501" y="573"/>
                      <a:pt x="466" y="608"/>
                    </a:cubicBezTo>
                    <a:cubicBezTo>
                      <a:pt x="457" y="617"/>
                      <a:pt x="449" y="625"/>
                      <a:pt x="439" y="634"/>
                    </a:cubicBezTo>
                    <a:cubicBezTo>
                      <a:pt x="436" y="637"/>
                      <a:pt x="432" y="640"/>
                      <a:pt x="428" y="644"/>
                    </a:cubicBezTo>
                    <a:cubicBezTo>
                      <a:pt x="422" y="648"/>
                      <a:pt x="415" y="651"/>
                      <a:pt x="409" y="649"/>
                    </a:cubicBezTo>
                    <a:cubicBezTo>
                      <a:pt x="403" y="646"/>
                      <a:pt x="400" y="640"/>
                      <a:pt x="400" y="635"/>
                    </a:cubicBezTo>
                    <a:cubicBezTo>
                      <a:pt x="400" y="630"/>
                      <a:pt x="403" y="625"/>
                      <a:pt x="404" y="621"/>
                    </a:cubicBezTo>
                    <a:cubicBezTo>
                      <a:pt x="409" y="610"/>
                      <a:pt x="414" y="599"/>
                      <a:pt x="418" y="589"/>
                    </a:cubicBezTo>
                    <a:cubicBezTo>
                      <a:pt x="424" y="577"/>
                      <a:pt x="428" y="566"/>
                      <a:pt x="434" y="556"/>
                    </a:cubicBezTo>
                    <a:cubicBezTo>
                      <a:pt x="440" y="543"/>
                      <a:pt x="446" y="530"/>
                      <a:pt x="452" y="516"/>
                    </a:cubicBezTo>
                    <a:lnTo>
                      <a:pt x="452" y="517"/>
                    </a:lnTo>
                    <a:cubicBezTo>
                      <a:pt x="452" y="516"/>
                      <a:pt x="453" y="516"/>
                      <a:pt x="453" y="516"/>
                    </a:cubicBezTo>
                    <a:cubicBezTo>
                      <a:pt x="454" y="511"/>
                      <a:pt x="457" y="506"/>
                      <a:pt x="459" y="502"/>
                    </a:cubicBezTo>
                    <a:lnTo>
                      <a:pt x="459" y="503"/>
                    </a:lnTo>
                    <a:cubicBezTo>
                      <a:pt x="463" y="494"/>
                      <a:pt x="467" y="485"/>
                      <a:pt x="471" y="475"/>
                    </a:cubicBezTo>
                    <a:cubicBezTo>
                      <a:pt x="473" y="470"/>
                      <a:pt x="475" y="465"/>
                      <a:pt x="477" y="459"/>
                    </a:cubicBezTo>
                    <a:cubicBezTo>
                      <a:pt x="478" y="457"/>
                      <a:pt x="479" y="454"/>
                      <a:pt x="480" y="451"/>
                    </a:cubicBezTo>
                    <a:cubicBezTo>
                      <a:pt x="461" y="469"/>
                      <a:pt x="444" y="488"/>
                      <a:pt x="427" y="507"/>
                    </a:cubicBezTo>
                    <a:cubicBezTo>
                      <a:pt x="427" y="506"/>
                      <a:pt x="428" y="506"/>
                      <a:pt x="428" y="506"/>
                    </a:cubicBezTo>
                    <a:cubicBezTo>
                      <a:pt x="420" y="515"/>
                      <a:pt x="413" y="524"/>
                      <a:pt x="405" y="533"/>
                    </a:cubicBezTo>
                    <a:cubicBezTo>
                      <a:pt x="397" y="543"/>
                      <a:pt x="389" y="554"/>
                      <a:pt x="380" y="564"/>
                    </a:cubicBezTo>
                    <a:cubicBezTo>
                      <a:pt x="367" y="583"/>
                      <a:pt x="353" y="602"/>
                      <a:pt x="338" y="621"/>
                    </a:cubicBezTo>
                    <a:cubicBezTo>
                      <a:pt x="334" y="625"/>
                      <a:pt x="330" y="630"/>
                      <a:pt x="326" y="636"/>
                    </a:cubicBezTo>
                    <a:cubicBezTo>
                      <a:pt x="322" y="640"/>
                      <a:pt x="318" y="646"/>
                      <a:pt x="313" y="650"/>
                    </a:cubicBezTo>
                    <a:cubicBezTo>
                      <a:pt x="307" y="657"/>
                      <a:pt x="301" y="665"/>
                      <a:pt x="294" y="671"/>
                    </a:cubicBezTo>
                    <a:cubicBezTo>
                      <a:pt x="289" y="674"/>
                      <a:pt x="283" y="678"/>
                      <a:pt x="277" y="678"/>
                    </a:cubicBezTo>
                    <a:cubicBezTo>
                      <a:pt x="277" y="678"/>
                      <a:pt x="276" y="678"/>
                      <a:pt x="276" y="6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6" name="Google Shape;4296;p50">
                <a:extLst>
                  <a:ext uri="{FF2B5EF4-FFF2-40B4-BE49-F238E27FC236}">
                    <a16:creationId xmlns:a16="http://schemas.microsoft.com/office/drawing/2014/main" id="{0941A2E8-DDA3-836E-2AD4-90AB7CB9F847}"/>
                  </a:ext>
                </a:extLst>
              </p:cNvPr>
              <p:cNvSpPr/>
              <p:nvPr/>
            </p:nvSpPr>
            <p:spPr>
              <a:xfrm>
                <a:off x="1349280" y="874080"/>
                <a:ext cx="512280" cy="509400"/>
              </a:xfrm>
              <a:custGeom>
                <a:avLst/>
                <a:gdLst/>
                <a:ahLst/>
                <a:cxnLst/>
                <a:rect l="l" t="t" r="r" b="b"/>
                <a:pathLst>
                  <a:path w="1423" h="1415" extrusionOk="0">
                    <a:moveTo>
                      <a:pt x="1387" y="1412"/>
                    </a:moveTo>
                    <a:cubicBezTo>
                      <a:pt x="1369" y="1401"/>
                      <a:pt x="1353" y="1388"/>
                      <a:pt x="1337" y="1374"/>
                    </a:cubicBezTo>
                    <a:cubicBezTo>
                      <a:pt x="1320" y="1360"/>
                      <a:pt x="1303" y="1346"/>
                      <a:pt x="1287" y="1331"/>
                    </a:cubicBezTo>
                    <a:cubicBezTo>
                      <a:pt x="1271" y="1316"/>
                      <a:pt x="1256" y="1302"/>
                      <a:pt x="1241" y="1287"/>
                    </a:cubicBezTo>
                    <a:cubicBezTo>
                      <a:pt x="1224" y="1271"/>
                      <a:pt x="1209" y="1255"/>
                      <a:pt x="1194" y="1238"/>
                    </a:cubicBezTo>
                    <a:cubicBezTo>
                      <a:pt x="1185" y="1229"/>
                      <a:pt x="1176" y="1220"/>
                      <a:pt x="1168" y="1210"/>
                    </a:cubicBezTo>
                    <a:cubicBezTo>
                      <a:pt x="1138" y="1179"/>
                      <a:pt x="1105" y="1153"/>
                      <a:pt x="1073" y="1125"/>
                    </a:cubicBezTo>
                    <a:cubicBezTo>
                      <a:pt x="1056" y="1111"/>
                      <a:pt x="1040" y="1097"/>
                      <a:pt x="1024" y="1083"/>
                    </a:cubicBezTo>
                    <a:cubicBezTo>
                      <a:pt x="1009" y="1067"/>
                      <a:pt x="993" y="1052"/>
                      <a:pt x="977" y="1036"/>
                    </a:cubicBezTo>
                    <a:cubicBezTo>
                      <a:pt x="947" y="1006"/>
                      <a:pt x="916" y="976"/>
                      <a:pt x="885" y="947"/>
                    </a:cubicBezTo>
                    <a:cubicBezTo>
                      <a:pt x="856" y="919"/>
                      <a:pt x="826" y="893"/>
                      <a:pt x="798" y="864"/>
                    </a:cubicBezTo>
                    <a:lnTo>
                      <a:pt x="797" y="864"/>
                    </a:lnTo>
                    <a:lnTo>
                      <a:pt x="798" y="864"/>
                    </a:lnTo>
                    <a:cubicBezTo>
                      <a:pt x="781" y="847"/>
                      <a:pt x="765" y="829"/>
                      <a:pt x="749" y="812"/>
                    </a:cubicBezTo>
                    <a:lnTo>
                      <a:pt x="750" y="813"/>
                    </a:lnTo>
                    <a:cubicBezTo>
                      <a:pt x="720" y="782"/>
                      <a:pt x="689" y="752"/>
                      <a:pt x="660" y="721"/>
                    </a:cubicBezTo>
                    <a:cubicBezTo>
                      <a:pt x="646" y="705"/>
                      <a:pt x="632" y="689"/>
                      <a:pt x="619" y="673"/>
                    </a:cubicBezTo>
                    <a:cubicBezTo>
                      <a:pt x="607" y="658"/>
                      <a:pt x="595" y="642"/>
                      <a:pt x="582" y="627"/>
                    </a:cubicBezTo>
                    <a:cubicBezTo>
                      <a:pt x="573" y="616"/>
                      <a:pt x="563" y="606"/>
                      <a:pt x="554" y="596"/>
                    </a:cubicBezTo>
                    <a:lnTo>
                      <a:pt x="555" y="597"/>
                    </a:lnTo>
                    <a:cubicBezTo>
                      <a:pt x="554" y="596"/>
                      <a:pt x="554" y="596"/>
                      <a:pt x="554" y="596"/>
                    </a:cubicBezTo>
                    <a:cubicBezTo>
                      <a:pt x="554" y="596"/>
                      <a:pt x="553" y="595"/>
                      <a:pt x="552" y="594"/>
                    </a:cubicBezTo>
                    <a:cubicBezTo>
                      <a:pt x="553" y="595"/>
                      <a:pt x="553" y="595"/>
                      <a:pt x="554" y="596"/>
                    </a:cubicBezTo>
                    <a:cubicBezTo>
                      <a:pt x="524" y="565"/>
                      <a:pt x="492" y="536"/>
                      <a:pt x="462" y="506"/>
                    </a:cubicBezTo>
                    <a:cubicBezTo>
                      <a:pt x="446" y="491"/>
                      <a:pt x="430" y="474"/>
                      <a:pt x="415" y="457"/>
                    </a:cubicBezTo>
                    <a:cubicBezTo>
                      <a:pt x="401" y="441"/>
                      <a:pt x="389" y="424"/>
                      <a:pt x="375" y="408"/>
                    </a:cubicBezTo>
                    <a:cubicBezTo>
                      <a:pt x="365" y="396"/>
                      <a:pt x="354" y="385"/>
                      <a:pt x="344" y="374"/>
                    </a:cubicBezTo>
                    <a:cubicBezTo>
                      <a:pt x="293" y="321"/>
                      <a:pt x="238" y="272"/>
                      <a:pt x="187" y="219"/>
                    </a:cubicBezTo>
                    <a:cubicBezTo>
                      <a:pt x="157" y="187"/>
                      <a:pt x="122" y="160"/>
                      <a:pt x="91" y="130"/>
                    </a:cubicBezTo>
                    <a:cubicBezTo>
                      <a:pt x="76" y="115"/>
                      <a:pt x="62" y="100"/>
                      <a:pt x="48" y="84"/>
                    </a:cubicBezTo>
                    <a:cubicBezTo>
                      <a:pt x="35" y="69"/>
                      <a:pt x="22" y="54"/>
                      <a:pt x="9" y="39"/>
                    </a:cubicBezTo>
                    <a:cubicBezTo>
                      <a:pt x="0" y="30"/>
                      <a:pt x="0" y="16"/>
                      <a:pt x="9" y="8"/>
                    </a:cubicBezTo>
                    <a:cubicBezTo>
                      <a:pt x="19" y="0"/>
                      <a:pt x="34" y="2"/>
                      <a:pt x="40" y="13"/>
                    </a:cubicBezTo>
                    <a:cubicBezTo>
                      <a:pt x="41" y="13"/>
                      <a:pt x="41" y="13"/>
                      <a:pt x="41" y="13"/>
                    </a:cubicBezTo>
                    <a:cubicBezTo>
                      <a:pt x="41" y="14"/>
                      <a:pt x="41" y="14"/>
                      <a:pt x="41" y="15"/>
                    </a:cubicBezTo>
                    <a:cubicBezTo>
                      <a:pt x="42" y="15"/>
                      <a:pt x="42" y="15"/>
                      <a:pt x="42" y="15"/>
                    </a:cubicBezTo>
                    <a:lnTo>
                      <a:pt x="41" y="15"/>
                    </a:lnTo>
                    <a:cubicBezTo>
                      <a:pt x="42" y="15"/>
                      <a:pt x="43" y="16"/>
                      <a:pt x="43" y="17"/>
                    </a:cubicBezTo>
                    <a:cubicBezTo>
                      <a:pt x="52" y="28"/>
                      <a:pt x="62" y="39"/>
                      <a:pt x="71" y="50"/>
                    </a:cubicBezTo>
                    <a:cubicBezTo>
                      <a:pt x="81" y="60"/>
                      <a:pt x="90" y="71"/>
                      <a:pt x="100" y="81"/>
                    </a:cubicBezTo>
                    <a:cubicBezTo>
                      <a:pt x="130" y="112"/>
                      <a:pt x="163" y="140"/>
                      <a:pt x="195" y="169"/>
                    </a:cubicBezTo>
                    <a:cubicBezTo>
                      <a:pt x="211" y="183"/>
                      <a:pt x="225" y="199"/>
                      <a:pt x="240" y="214"/>
                    </a:cubicBezTo>
                    <a:cubicBezTo>
                      <a:pt x="255" y="230"/>
                      <a:pt x="271" y="245"/>
                      <a:pt x="287" y="261"/>
                    </a:cubicBezTo>
                    <a:cubicBezTo>
                      <a:pt x="319" y="292"/>
                      <a:pt x="352" y="322"/>
                      <a:pt x="382" y="355"/>
                    </a:cubicBezTo>
                    <a:cubicBezTo>
                      <a:pt x="397" y="371"/>
                      <a:pt x="411" y="387"/>
                      <a:pt x="425" y="404"/>
                    </a:cubicBezTo>
                    <a:cubicBezTo>
                      <a:pt x="438" y="421"/>
                      <a:pt x="452" y="437"/>
                      <a:pt x="466" y="452"/>
                    </a:cubicBezTo>
                    <a:cubicBezTo>
                      <a:pt x="505" y="491"/>
                      <a:pt x="545" y="527"/>
                      <a:pt x="583" y="566"/>
                    </a:cubicBezTo>
                    <a:cubicBezTo>
                      <a:pt x="585" y="568"/>
                      <a:pt x="586" y="569"/>
                      <a:pt x="588" y="571"/>
                    </a:cubicBezTo>
                    <a:lnTo>
                      <a:pt x="587" y="571"/>
                    </a:lnTo>
                    <a:cubicBezTo>
                      <a:pt x="588" y="571"/>
                      <a:pt x="588" y="571"/>
                      <a:pt x="589" y="571"/>
                    </a:cubicBezTo>
                    <a:cubicBezTo>
                      <a:pt x="589" y="572"/>
                      <a:pt x="589" y="572"/>
                      <a:pt x="590" y="572"/>
                    </a:cubicBezTo>
                    <a:cubicBezTo>
                      <a:pt x="589" y="572"/>
                      <a:pt x="589" y="572"/>
                      <a:pt x="589" y="572"/>
                    </a:cubicBezTo>
                    <a:cubicBezTo>
                      <a:pt x="599" y="582"/>
                      <a:pt x="608" y="593"/>
                      <a:pt x="618" y="603"/>
                    </a:cubicBezTo>
                    <a:cubicBezTo>
                      <a:pt x="627" y="615"/>
                      <a:pt x="636" y="626"/>
                      <a:pt x="644" y="638"/>
                    </a:cubicBezTo>
                    <a:cubicBezTo>
                      <a:pt x="664" y="662"/>
                      <a:pt x="684" y="685"/>
                      <a:pt x="704" y="707"/>
                    </a:cubicBezTo>
                    <a:cubicBezTo>
                      <a:pt x="721" y="724"/>
                      <a:pt x="738" y="741"/>
                      <a:pt x="755" y="758"/>
                    </a:cubicBezTo>
                    <a:cubicBezTo>
                      <a:pt x="772" y="774"/>
                      <a:pt x="788" y="792"/>
                      <a:pt x="805" y="809"/>
                    </a:cubicBezTo>
                    <a:cubicBezTo>
                      <a:pt x="804" y="809"/>
                      <a:pt x="804" y="808"/>
                      <a:pt x="802" y="807"/>
                    </a:cubicBezTo>
                    <a:cubicBezTo>
                      <a:pt x="805" y="809"/>
                      <a:pt x="807" y="812"/>
                      <a:pt x="809" y="813"/>
                    </a:cubicBezTo>
                    <a:cubicBezTo>
                      <a:pt x="808" y="813"/>
                      <a:pt x="808" y="812"/>
                      <a:pt x="807" y="812"/>
                    </a:cubicBezTo>
                    <a:cubicBezTo>
                      <a:pt x="809" y="813"/>
                      <a:pt x="811" y="816"/>
                      <a:pt x="812" y="818"/>
                    </a:cubicBezTo>
                    <a:cubicBezTo>
                      <a:pt x="812" y="817"/>
                      <a:pt x="811" y="816"/>
                      <a:pt x="811" y="816"/>
                    </a:cubicBezTo>
                    <a:cubicBezTo>
                      <a:pt x="812" y="817"/>
                      <a:pt x="813" y="818"/>
                      <a:pt x="814" y="819"/>
                    </a:cubicBezTo>
                    <a:lnTo>
                      <a:pt x="813" y="819"/>
                    </a:lnTo>
                    <a:cubicBezTo>
                      <a:pt x="821" y="827"/>
                      <a:pt x="829" y="834"/>
                      <a:pt x="837" y="843"/>
                    </a:cubicBezTo>
                    <a:cubicBezTo>
                      <a:pt x="836" y="843"/>
                      <a:pt x="836" y="842"/>
                      <a:pt x="836" y="842"/>
                    </a:cubicBezTo>
                    <a:cubicBezTo>
                      <a:pt x="836" y="843"/>
                      <a:pt x="837" y="843"/>
                      <a:pt x="837" y="843"/>
                    </a:cubicBezTo>
                    <a:cubicBezTo>
                      <a:pt x="837" y="843"/>
                      <a:pt x="837" y="844"/>
                      <a:pt x="838" y="844"/>
                    </a:cubicBezTo>
                    <a:cubicBezTo>
                      <a:pt x="837" y="844"/>
                      <a:pt x="837" y="844"/>
                      <a:pt x="837" y="843"/>
                    </a:cubicBezTo>
                    <a:cubicBezTo>
                      <a:pt x="851" y="857"/>
                      <a:pt x="865" y="871"/>
                      <a:pt x="879" y="883"/>
                    </a:cubicBezTo>
                    <a:cubicBezTo>
                      <a:pt x="894" y="898"/>
                      <a:pt x="910" y="912"/>
                      <a:pt x="925" y="926"/>
                    </a:cubicBezTo>
                    <a:cubicBezTo>
                      <a:pt x="957" y="955"/>
                      <a:pt x="987" y="986"/>
                      <a:pt x="1017" y="1017"/>
                    </a:cubicBezTo>
                    <a:cubicBezTo>
                      <a:pt x="1032" y="1032"/>
                      <a:pt x="1048" y="1047"/>
                      <a:pt x="1065" y="1062"/>
                    </a:cubicBezTo>
                    <a:cubicBezTo>
                      <a:pt x="1080" y="1076"/>
                      <a:pt x="1097" y="1090"/>
                      <a:pt x="1113" y="1104"/>
                    </a:cubicBezTo>
                    <a:cubicBezTo>
                      <a:pt x="1129" y="1117"/>
                      <a:pt x="1145" y="1130"/>
                      <a:pt x="1160" y="1144"/>
                    </a:cubicBezTo>
                    <a:cubicBezTo>
                      <a:pt x="1169" y="1151"/>
                      <a:pt x="1177" y="1159"/>
                      <a:pt x="1185" y="1167"/>
                    </a:cubicBezTo>
                    <a:cubicBezTo>
                      <a:pt x="1193" y="1175"/>
                      <a:pt x="1201" y="1183"/>
                      <a:pt x="1209" y="1192"/>
                    </a:cubicBezTo>
                    <a:cubicBezTo>
                      <a:pt x="1225" y="1208"/>
                      <a:pt x="1241" y="1226"/>
                      <a:pt x="1256" y="1243"/>
                    </a:cubicBezTo>
                    <a:lnTo>
                      <a:pt x="1256" y="1242"/>
                    </a:lnTo>
                    <a:cubicBezTo>
                      <a:pt x="1273" y="1259"/>
                      <a:pt x="1290" y="1275"/>
                      <a:pt x="1308" y="1292"/>
                    </a:cubicBezTo>
                    <a:cubicBezTo>
                      <a:pt x="1326" y="1308"/>
                      <a:pt x="1343" y="1324"/>
                      <a:pt x="1362" y="1339"/>
                    </a:cubicBezTo>
                    <a:cubicBezTo>
                      <a:pt x="1361" y="1338"/>
                      <a:pt x="1361" y="1338"/>
                      <a:pt x="1359" y="1337"/>
                    </a:cubicBezTo>
                    <a:cubicBezTo>
                      <a:pt x="1376" y="1350"/>
                      <a:pt x="1393" y="1362"/>
                      <a:pt x="1410" y="1375"/>
                    </a:cubicBezTo>
                    <a:cubicBezTo>
                      <a:pt x="1418" y="1382"/>
                      <a:pt x="1422" y="1393"/>
                      <a:pt x="1416" y="1403"/>
                    </a:cubicBezTo>
                    <a:cubicBezTo>
                      <a:pt x="1413" y="1410"/>
                      <a:pt x="1405" y="1414"/>
                      <a:pt x="1397" y="1414"/>
                    </a:cubicBezTo>
                    <a:cubicBezTo>
                      <a:pt x="1394" y="1414"/>
                      <a:pt x="1390" y="1414"/>
                      <a:pt x="1387" y="14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97" name="Google Shape;4297;p50">
              <a:extLst>
                <a:ext uri="{FF2B5EF4-FFF2-40B4-BE49-F238E27FC236}">
                  <a16:creationId xmlns:a16="http://schemas.microsoft.com/office/drawing/2014/main" id="{5A9FDB3B-7235-F50C-833E-F92A6725EAA4}"/>
                </a:ext>
              </a:extLst>
            </p:cNvPr>
            <p:cNvGrpSpPr/>
            <p:nvPr/>
          </p:nvGrpSpPr>
          <p:grpSpPr>
            <a:xfrm>
              <a:off x="7634229" y="-395287"/>
              <a:ext cx="3792570" cy="2175481"/>
              <a:chOff x="-1039340" y="3405957"/>
              <a:chExt cx="1762920" cy="1011240"/>
            </a:xfrm>
          </p:grpSpPr>
          <p:sp>
            <p:nvSpPr>
              <p:cNvPr id="4298" name="Google Shape;4298;p50">
                <a:extLst>
                  <a:ext uri="{FF2B5EF4-FFF2-40B4-BE49-F238E27FC236}">
                    <a16:creationId xmlns:a16="http://schemas.microsoft.com/office/drawing/2014/main" id="{95A45406-B2C7-AE9A-C561-B7E92EB73789}"/>
                  </a:ext>
                </a:extLst>
              </p:cNvPr>
              <p:cNvSpPr/>
              <p:nvPr/>
            </p:nvSpPr>
            <p:spPr>
              <a:xfrm>
                <a:off x="180340" y="3999597"/>
                <a:ext cx="51840" cy="84240"/>
              </a:xfrm>
              <a:custGeom>
                <a:avLst/>
                <a:gdLst/>
                <a:ahLst/>
                <a:cxnLst/>
                <a:rect l="l" t="t" r="r" b="b"/>
                <a:pathLst>
                  <a:path w="144" h="234" extrusionOk="0">
                    <a:moveTo>
                      <a:pt x="16" y="232"/>
                    </a:moveTo>
                    <a:cubicBezTo>
                      <a:pt x="8" y="229"/>
                      <a:pt x="3" y="221"/>
                      <a:pt x="1" y="213"/>
                    </a:cubicBezTo>
                    <a:cubicBezTo>
                      <a:pt x="0" y="209"/>
                      <a:pt x="1" y="205"/>
                      <a:pt x="2" y="201"/>
                    </a:cubicBezTo>
                    <a:cubicBezTo>
                      <a:pt x="4" y="195"/>
                      <a:pt x="5" y="191"/>
                      <a:pt x="8" y="186"/>
                    </a:cubicBezTo>
                    <a:cubicBezTo>
                      <a:pt x="10" y="180"/>
                      <a:pt x="13" y="175"/>
                      <a:pt x="16" y="169"/>
                    </a:cubicBezTo>
                    <a:cubicBezTo>
                      <a:pt x="19" y="165"/>
                      <a:pt x="24" y="162"/>
                      <a:pt x="30" y="165"/>
                    </a:cubicBezTo>
                    <a:cubicBezTo>
                      <a:pt x="35" y="167"/>
                      <a:pt x="37" y="173"/>
                      <a:pt x="34" y="178"/>
                    </a:cubicBezTo>
                    <a:cubicBezTo>
                      <a:pt x="31" y="184"/>
                      <a:pt x="28" y="191"/>
                      <a:pt x="26" y="197"/>
                    </a:cubicBezTo>
                    <a:cubicBezTo>
                      <a:pt x="24" y="200"/>
                      <a:pt x="23" y="202"/>
                      <a:pt x="23" y="205"/>
                    </a:cubicBezTo>
                    <a:cubicBezTo>
                      <a:pt x="23" y="206"/>
                      <a:pt x="23" y="207"/>
                      <a:pt x="22" y="208"/>
                    </a:cubicBezTo>
                    <a:lnTo>
                      <a:pt x="22" y="209"/>
                    </a:lnTo>
                    <a:cubicBezTo>
                      <a:pt x="23" y="209"/>
                      <a:pt x="23" y="210"/>
                      <a:pt x="23" y="210"/>
                    </a:cubicBezTo>
                    <a:lnTo>
                      <a:pt x="23" y="211"/>
                    </a:lnTo>
                    <a:lnTo>
                      <a:pt x="24" y="211"/>
                    </a:lnTo>
                    <a:cubicBezTo>
                      <a:pt x="25" y="210"/>
                      <a:pt x="26" y="210"/>
                      <a:pt x="27" y="210"/>
                    </a:cubicBezTo>
                    <a:cubicBezTo>
                      <a:pt x="29" y="209"/>
                      <a:pt x="30" y="209"/>
                      <a:pt x="31" y="209"/>
                    </a:cubicBezTo>
                    <a:cubicBezTo>
                      <a:pt x="33" y="208"/>
                      <a:pt x="35" y="208"/>
                      <a:pt x="37" y="207"/>
                    </a:cubicBezTo>
                    <a:cubicBezTo>
                      <a:pt x="40" y="206"/>
                      <a:pt x="43" y="204"/>
                      <a:pt x="46" y="202"/>
                    </a:cubicBezTo>
                    <a:cubicBezTo>
                      <a:pt x="48" y="201"/>
                      <a:pt x="51" y="199"/>
                      <a:pt x="54" y="197"/>
                    </a:cubicBezTo>
                    <a:cubicBezTo>
                      <a:pt x="57" y="195"/>
                      <a:pt x="58" y="193"/>
                      <a:pt x="60" y="191"/>
                    </a:cubicBezTo>
                    <a:cubicBezTo>
                      <a:pt x="62" y="190"/>
                      <a:pt x="63" y="188"/>
                      <a:pt x="64" y="187"/>
                    </a:cubicBezTo>
                    <a:cubicBezTo>
                      <a:pt x="66" y="184"/>
                      <a:pt x="68" y="181"/>
                      <a:pt x="70" y="178"/>
                    </a:cubicBezTo>
                    <a:cubicBezTo>
                      <a:pt x="72" y="173"/>
                      <a:pt x="74" y="169"/>
                      <a:pt x="76" y="164"/>
                    </a:cubicBezTo>
                    <a:cubicBezTo>
                      <a:pt x="78" y="159"/>
                      <a:pt x="80" y="155"/>
                      <a:pt x="82" y="149"/>
                    </a:cubicBezTo>
                    <a:cubicBezTo>
                      <a:pt x="83" y="144"/>
                      <a:pt x="85" y="138"/>
                      <a:pt x="87" y="131"/>
                    </a:cubicBezTo>
                    <a:cubicBezTo>
                      <a:pt x="90" y="121"/>
                      <a:pt x="93" y="110"/>
                      <a:pt x="97" y="100"/>
                    </a:cubicBezTo>
                    <a:cubicBezTo>
                      <a:pt x="97" y="97"/>
                      <a:pt x="98" y="93"/>
                      <a:pt x="99" y="91"/>
                    </a:cubicBezTo>
                    <a:cubicBezTo>
                      <a:pt x="98" y="93"/>
                      <a:pt x="96" y="95"/>
                      <a:pt x="94" y="98"/>
                    </a:cubicBezTo>
                    <a:cubicBezTo>
                      <a:pt x="89" y="105"/>
                      <a:pt x="83" y="112"/>
                      <a:pt x="78" y="120"/>
                    </a:cubicBezTo>
                    <a:cubicBezTo>
                      <a:pt x="78" y="120"/>
                      <a:pt x="79" y="119"/>
                      <a:pt x="79" y="118"/>
                    </a:cubicBezTo>
                    <a:cubicBezTo>
                      <a:pt x="75" y="124"/>
                      <a:pt x="69" y="130"/>
                      <a:pt x="65" y="135"/>
                    </a:cubicBezTo>
                    <a:cubicBezTo>
                      <a:pt x="59" y="141"/>
                      <a:pt x="54" y="146"/>
                      <a:pt x="47" y="151"/>
                    </a:cubicBezTo>
                    <a:cubicBezTo>
                      <a:pt x="42" y="155"/>
                      <a:pt x="36" y="158"/>
                      <a:pt x="29" y="159"/>
                    </a:cubicBezTo>
                    <a:cubicBezTo>
                      <a:pt x="26" y="159"/>
                      <a:pt x="23" y="159"/>
                      <a:pt x="20" y="159"/>
                    </a:cubicBezTo>
                    <a:cubicBezTo>
                      <a:pt x="17" y="158"/>
                      <a:pt x="13" y="156"/>
                      <a:pt x="10" y="153"/>
                    </a:cubicBezTo>
                    <a:cubicBezTo>
                      <a:pt x="6" y="149"/>
                      <a:pt x="5" y="143"/>
                      <a:pt x="4" y="138"/>
                    </a:cubicBezTo>
                    <a:cubicBezTo>
                      <a:pt x="4" y="132"/>
                      <a:pt x="4" y="128"/>
                      <a:pt x="4" y="123"/>
                    </a:cubicBezTo>
                    <a:cubicBezTo>
                      <a:pt x="5" y="117"/>
                      <a:pt x="5" y="111"/>
                      <a:pt x="6" y="106"/>
                    </a:cubicBezTo>
                    <a:cubicBezTo>
                      <a:pt x="7" y="100"/>
                      <a:pt x="8" y="94"/>
                      <a:pt x="9" y="88"/>
                    </a:cubicBezTo>
                    <a:cubicBezTo>
                      <a:pt x="10" y="82"/>
                      <a:pt x="12" y="77"/>
                      <a:pt x="13" y="71"/>
                    </a:cubicBezTo>
                    <a:cubicBezTo>
                      <a:pt x="15" y="60"/>
                      <a:pt x="19" y="49"/>
                      <a:pt x="22" y="37"/>
                    </a:cubicBezTo>
                    <a:cubicBezTo>
                      <a:pt x="25" y="28"/>
                      <a:pt x="28" y="18"/>
                      <a:pt x="31" y="8"/>
                    </a:cubicBezTo>
                    <a:cubicBezTo>
                      <a:pt x="33" y="3"/>
                      <a:pt x="39" y="0"/>
                      <a:pt x="45" y="1"/>
                    </a:cubicBezTo>
                    <a:cubicBezTo>
                      <a:pt x="51" y="3"/>
                      <a:pt x="54" y="10"/>
                      <a:pt x="52" y="15"/>
                    </a:cubicBezTo>
                    <a:cubicBezTo>
                      <a:pt x="49" y="25"/>
                      <a:pt x="45" y="34"/>
                      <a:pt x="43" y="44"/>
                    </a:cubicBezTo>
                    <a:cubicBezTo>
                      <a:pt x="41" y="49"/>
                      <a:pt x="39" y="55"/>
                      <a:pt x="37" y="60"/>
                    </a:cubicBezTo>
                    <a:cubicBezTo>
                      <a:pt x="36" y="65"/>
                      <a:pt x="34" y="70"/>
                      <a:pt x="33" y="75"/>
                    </a:cubicBezTo>
                    <a:cubicBezTo>
                      <a:pt x="32" y="81"/>
                      <a:pt x="30" y="86"/>
                      <a:pt x="29" y="92"/>
                    </a:cubicBezTo>
                    <a:cubicBezTo>
                      <a:pt x="28" y="99"/>
                      <a:pt x="27" y="105"/>
                      <a:pt x="26" y="111"/>
                    </a:cubicBezTo>
                    <a:cubicBezTo>
                      <a:pt x="26" y="118"/>
                      <a:pt x="25" y="125"/>
                      <a:pt x="25" y="132"/>
                    </a:cubicBezTo>
                    <a:cubicBezTo>
                      <a:pt x="25" y="134"/>
                      <a:pt x="25" y="135"/>
                      <a:pt x="26" y="137"/>
                    </a:cubicBezTo>
                    <a:lnTo>
                      <a:pt x="26" y="138"/>
                    </a:lnTo>
                    <a:lnTo>
                      <a:pt x="27" y="138"/>
                    </a:lnTo>
                    <a:cubicBezTo>
                      <a:pt x="27" y="138"/>
                      <a:pt x="27" y="137"/>
                      <a:pt x="28" y="137"/>
                    </a:cubicBezTo>
                    <a:cubicBezTo>
                      <a:pt x="29" y="137"/>
                      <a:pt x="30" y="137"/>
                      <a:pt x="31" y="137"/>
                    </a:cubicBezTo>
                    <a:cubicBezTo>
                      <a:pt x="31" y="136"/>
                      <a:pt x="32" y="135"/>
                      <a:pt x="33" y="135"/>
                    </a:cubicBezTo>
                    <a:cubicBezTo>
                      <a:pt x="35" y="134"/>
                      <a:pt x="37" y="132"/>
                      <a:pt x="40" y="130"/>
                    </a:cubicBezTo>
                    <a:cubicBezTo>
                      <a:pt x="39" y="131"/>
                      <a:pt x="39" y="131"/>
                      <a:pt x="38" y="131"/>
                    </a:cubicBezTo>
                    <a:cubicBezTo>
                      <a:pt x="43" y="128"/>
                      <a:pt x="47" y="124"/>
                      <a:pt x="51" y="120"/>
                    </a:cubicBezTo>
                    <a:cubicBezTo>
                      <a:pt x="59" y="110"/>
                      <a:pt x="67" y="100"/>
                      <a:pt x="75" y="91"/>
                    </a:cubicBezTo>
                    <a:cubicBezTo>
                      <a:pt x="87" y="74"/>
                      <a:pt x="99" y="56"/>
                      <a:pt x="109" y="38"/>
                    </a:cubicBezTo>
                    <a:cubicBezTo>
                      <a:pt x="111" y="36"/>
                      <a:pt x="112" y="33"/>
                      <a:pt x="114" y="31"/>
                    </a:cubicBezTo>
                    <a:cubicBezTo>
                      <a:pt x="113" y="31"/>
                      <a:pt x="113" y="31"/>
                      <a:pt x="112" y="32"/>
                    </a:cubicBezTo>
                    <a:cubicBezTo>
                      <a:pt x="113" y="31"/>
                      <a:pt x="113" y="31"/>
                      <a:pt x="113" y="31"/>
                    </a:cubicBezTo>
                    <a:cubicBezTo>
                      <a:pt x="114" y="31"/>
                      <a:pt x="114" y="30"/>
                      <a:pt x="114" y="30"/>
                    </a:cubicBezTo>
                    <a:lnTo>
                      <a:pt x="114" y="31"/>
                    </a:lnTo>
                    <a:cubicBezTo>
                      <a:pt x="117" y="25"/>
                      <a:pt x="119" y="19"/>
                      <a:pt x="122" y="13"/>
                    </a:cubicBezTo>
                    <a:cubicBezTo>
                      <a:pt x="125" y="9"/>
                      <a:pt x="131" y="7"/>
                      <a:pt x="135" y="9"/>
                    </a:cubicBezTo>
                    <a:cubicBezTo>
                      <a:pt x="140" y="10"/>
                      <a:pt x="143" y="15"/>
                      <a:pt x="142" y="21"/>
                    </a:cubicBezTo>
                    <a:cubicBezTo>
                      <a:pt x="142" y="25"/>
                      <a:pt x="140" y="29"/>
                      <a:pt x="139" y="33"/>
                    </a:cubicBezTo>
                    <a:cubicBezTo>
                      <a:pt x="137" y="36"/>
                      <a:pt x="136" y="40"/>
                      <a:pt x="135" y="44"/>
                    </a:cubicBezTo>
                    <a:cubicBezTo>
                      <a:pt x="133" y="49"/>
                      <a:pt x="132" y="54"/>
                      <a:pt x="131" y="60"/>
                    </a:cubicBezTo>
                    <a:cubicBezTo>
                      <a:pt x="127" y="70"/>
                      <a:pt x="124" y="81"/>
                      <a:pt x="121" y="91"/>
                    </a:cubicBezTo>
                    <a:cubicBezTo>
                      <a:pt x="114" y="114"/>
                      <a:pt x="107" y="137"/>
                      <a:pt x="100" y="159"/>
                    </a:cubicBezTo>
                    <a:cubicBezTo>
                      <a:pt x="99" y="163"/>
                      <a:pt x="98" y="166"/>
                      <a:pt x="97" y="170"/>
                    </a:cubicBezTo>
                    <a:cubicBezTo>
                      <a:pt x="94" y="177"/>
                      <a:pt x="90" y="184"/>
                      <a:pt x="86" y="192"/>
                    </a:cubicBezTo>
                    <a:cubicBezTo>
                      <a:pt x="81" y="201"/>
                      <a:pt x="74" y="208"/>
                      <a:pt x="66" y="215"/>
                    </a:cubicBezTo>
                    <a:cubicBezTo>
                      <a:pt x="58" y="220"/>
                      <a:pt x="50" y="225"/>
                      <a:pt x="41" y="229"/>
                    </a:cubicBezTo>
                    <a:cubicBezTo>
                      <a:pt x="37" y="230"/>
                      <a:pt x="33" y="232"/>
                      <a:pt x="29" y="232"/>
                    </a:cubicBezTo>
                    <a:cubicBezTo>
                      <a:pt x="27" y="232"/>
                      <a:pt x="24" y="233"/>
                      <a:pt x="23" y="233"/>
                    </a:cubicBezTo>
                    <a:cubicBezTo>
                      <a:pt x="20" y="233"/>
                      <a:pt x="18" y="232"/>
                      <a:pt x="16" y="2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9" name="Google Shape;4299;p50">
                <a:extLst>
                  <a:ext uri="{FF2B5EF4-FFF2-40B4-BE49-F238E27FC236}">
                    <a16:creationId xmlns:a16="http://schemas.microsoft.com/office/drawing/2014/main" id="{7C10859C-08ED-7A77-57DE-97F2217B2B62}"/>
                  </a:ext>
                </a:extLst>
              </p:cNvPr>
              <p:cNvSpPr/>
              <p:nvPr/>
            </p:nvSpPr>
            <p:spPr>
              <a:xfrm>
                <a:off x="244780" y="3988438"/>
                <a:ext cx="24840" cy="29520"/>
              </a:xfrm>
              <a:custGeom>
                <a:avLst/>
                <a:gdLst/>
                <a:ahLst/>
                <a:cxnLst/>
                <a:rect l="l" t="t" r="r" b="b"/>
                <a:pathLst>
                  <a:path w="69" h="82" extrusionOk="0">
                    <a:moveTo>
                      <a:pt x="26" y="81"/>
                    </a:moveTo>
                    <a:cubicBezTo>
                      <a:pt x="22" y="81"/>
                      <a:pt x="18" y="80"/>
                      <a:pt x="15" y="77"/>
                    </a:cubicBezTo>
                    <a:cubicBezTo>
                      <a:pt x="14" y="75"/>
                      <a:pt x="12" y="74"/>
                      <a:pt x="11" y="73"/>
                    </a:cubicBezTo>
                    <a:cubicBezTo>
                      <a:pt x="10" y="71"/>
                      <a:pt x="10" y="69"/>
                      <a:pt x="10" y="67"/>
                    </a:cubicBezTo>
                    <a:cubicBezTo>
                      <a:pt x="9" y="61"/>
                      <a:pt x="14" y="56"/>
                      <a:pt x="17" y="50"/>
                    </a:cubicBezTo>
                    <a:cubicBezTo>
                      <a:pt x="17" y="50"/>
                      <a:pt x="17" y="49"/>
                      <a:pt x="18" y="48"/>
                    </a:cubicBezTo>
                    <a:cubicBezTo>
                      <a:pt x="17" y="48"/>
                      <a:pt x="17" y="48"/>
                      <a:pt x="17" y="48"/>
                    </a:cubicBezTo>
                    <a:cubicBezTo>
                      <a:pt x="11" y="49"/>
                      <a:pt x="5" y="46"/>
                      <a:pt x="3" y="40"/>
                    </a:cubicBezTo>
                    <a:cubicBezTo>
                      <a:pt x="0" y="32"/>
                      <a:pt x="2" y="25"/>
                      <a:pt x="4" y="18"/>
                    </a:cubicBezTo>
                    <a:cubicBezTo>
                      <a:pt x="7" y="12"/>
                      <a:pt x="12" y="6"/>
                      <a:pt x="19" y="3"/>
                    </a:cubicBezTo>
                    <a:cubicBezTo>
                      <a:pt x="22" y="1"/>
                      <a:pt x="25" y="0"/>
                      <a:pt x="29" y="0"/>
                    </a:cubicBezTo>
                    <a:cubicBezTo>
                      <a:pt x="32" y="0"/>
                      <a:pt x="36" y="2"/>
                      <a:pt x="39" y="4"/>
                    </a:cubicBezTo>
                    <a:cubicBezTo>
                      <a:pt x="41" y="6"/>
                      <a:pt x="43" y="10"/>
                      <a:pt x="45" y="13"/>
                    </a:cubicBezTo>
                    <a:cubicBezTo>
                      <a:pt x="46" y="17"/>
                      <a:pt x="46" y="20"/>
                      <a:pt x="46" y="24"/>
                    </a:cubicBezTo>
                    <a:cubicBezTo>
                      <a:pt x="46" y="31"/>
                      <a:pt x="44" y="39"/>
                      <a:pt x="42" y="45"/>
                    </a:cubicBezTo>
                    <a:cubicBezTo>
                      <a:pt x="40" y="49"/>
                      <a:pt x="40" y="52"/>
                      <a:pt x="38" y="56"/>
                    </a:cubicBezTo>
                    <a:cubicBezTo>
                      <a:pt x="38" y="56"/>
                      <a:pt x="38" y="57"/>
                      <a:pt x="37" y="58"/>
                    </a:cubicBezTo>
                    <a:cubicBezTo>
                      <a:pt x="43" y="57"/>
                      <a:pt x="49" y="56"/>
                      <a:pt x="56" y="56"/>
                    </a:cubicBezTo>
                    <a:cubicBezTo>
                      <a:pt x="61" y="55"/>
                      <a:pt x="66" y="59"/>
                      <a:pt x="67" y="63"/>
                    </a:cubicBezTo>
                    <a:cubicBezTo>
                      <a:pt x="68" y="69"/>
                      <a:pt x="64" y="75"/>
                      <a:pt x="59" y="76"/>
                    </a:cubicBezTo>
                    <a:cubicBezTo>
                      <a:pt x="54" y="77"/>
                      <a:pt x="49" y="78"/>
                      <a:pt x="44" y="78"/>
                    </a:cubicBezTo>
                    <a:cubicBezTo>
                      <a:pt x="38" y="80"/>
                      <a:pt x="32" y="81"/>
                      <a:pt x="26" y="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0" name="Google Shape;4300;p50">
                <a:extLst>
                  <a:ext uri="{FF2B5EF4-FFF2-40B4-BE49-F238E27FC236}">
                    <a16:creationId xmlns:a16="http://schemas.microsoft.com/office/drawing/2014/main" id="{2C1D1FFA-EDD4-A59D-61E1-FD360C826D2F}"/>
                  </a:ext>
                </a:extLst>
              </p:cNvPr>
              <p:cNvSpPr/>
              <p:nvPr/>
            </p:nvSpPr>
            <p:spPr>
              <a:xfrm>
                <a:off x="267460" y="4026958"/>
                <a:ext cx="29520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82" h="30" extrusionOk="0">
                    <a:moveTo>
                      <a:pt x="21" y="28"/>
                    </a:moveTo>
                    <a:cubicBezTo>
                      <a:pt x="15" y="28"/>
                      <a:pt x="10" y="27"/>
                      <a:pt x="6" y="24"/>
                    </a:cubicBezTo>
                    <a:cubicBezTo>
                      <a:pt x="3" y="21"/>
                      <a:pt x="0" y="17"/>
                      <a:pt x="1" y="13"/>
                    </a:cubicBezTo>
                    <a:cubicBezTo>
                      <a:pt x="2" y="10"/>
                      <a:pt x="4" y="7"/>
                      <a:pt x="7" y="5"/>
                    </a:cubicBezTo>
                    <a:cubicBezTo>
                      <a:pt x="11" y="2"/>
                      <a:pt x="17" y="3"/>
                      <a:pt x="21" y="6"/>
                    </a:cubicBezTo>
                    <a:lnTo>
                      <a:pt x="22" y="7"/>
                    </a:lnTo>
                    <a:cubicBezTo>
                      <a:pt x="25" y="7"/>
                      <a:pt x="28" y="7"/>
                      <a:pt x="30" y="7"/>
                    </a:cubicBezTo>
                    <a:lnTo>
                      <a:pt x="29" y="7"/>
                    </a:lnTo>
                    <a:cubicBezTo>
                      <a:pt x="30" y="7"/>
                      <a:pt x="30" y="7"/>
                      <a:pt x="30" y="7"/>
                    </a:cubicBezTo>
                    <a:cubicBezTo>
                      <a:pt x="36" y="7"/>
                      <a:pt x="42" y="6"/>
                      <a:pt x="47" y="5"/>
                    </a:cubicBezTo>
                    <a:cubicBezTo>
                      <a:pt x="54" y="4"/>
                      <a:pt x="60" y="3"/>
                      <a:pt x="66" y="2"/>
                    </a:cubicBezTo>
                    <a:cubicBezTo>
                      <a:pt x="72" y="0"/>
                      <a:pt x="78" y="4"/>
                      <a:pt x="79" y="10"/>
                    </a:cubicBezTo>
                    <a:cubicBezTo>
                      <a:pt x="81" y="16"/>
                      <a:pt x="77" y="21"/>
                      <a:pt x="71" y="23"/>
                    </a:cubicBezTo>
                    <a:cubicBezTo>
                      <a:pt x="60" y="25"/>
                      <a:pt x="49" y="27"/>
                      <a:pt x="37" y="28"/>
                    </a:cubicBezTo>
                    <a:cubicBezTo>
                      <a:pt x="33" y="28"/>
                      <a:pt x="29" y="29"/>
                      <a:pt x="25" y="29"/>
                    </a:cubicBezTo>
                    <a:cubicBezTo>
                      <a:pt x="24" y="29"/>
                      <a:pt x="22" y="28"/>
                      <a:pt x="21" y="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1" name="Google Shape;4301;p50">
                <a:extLst>
                  <a:ext uri="{FF2B5EF4-FFF2-40B4-BE49-F238E27FC236}">
                    <a16:creationId xmlns:a16="http://schemas.microsoft.com/office/drawing/2014/main" id="{CFA22BF1-5D2D-781F-6269-BAA41CEDF315}"/>
                  </a:ext>
                </a:extLst>
              </p:cNvPr>
              <p:cNvSpPr/>
              <p:nvPr/>
            </p:nvSpPr>
            <p:spPr>
              <a:xfrm>
                <a:off x="262420" y="4037397"/>
                <a:ext cx="48600" cy="15840"/>
              </a:xfrm>
              <a:custGeom>
                <a:avLst/>
                <a:gdLst/>
                <a:ahLst/>
                <a:cxnLst/>
                <a:rect l="l" t="t" r="r" b="b"/>
                <a:pathLst>
                  <a:path w="135" h="44" extrusionOk="0">
                    <a:moveTo>
                      <a:pt x="8" y="41"/>
                    </a:moveTo>
                    <a:cubicBezTo>
                      <a:pt x="3" y="38"/>
                      <a:pt x="0" y="31"/>
                      <a:pt x="3" y="26"/>
                    </a:cubicBezTo>
                    <a:cubicBezTo>
                      <a:pt x="4" y="23"/>
                      <a:pt x="6" y="21"/>
                      <a:pt x="9" y="20"/>
                    </a:cubicBezTo>
                    <a:cubicBezTo>
                      <a:pt x="12" y="19"/>
                      <a:pt x="15" y="19"/>
                      <a:pt x="18" y="20"/>
                    </a:cubicBezTo>
                    <a:lnTo>
                      <a:pt x="19" y="21"/>
                    </a:lnTo>
                    <a:cubicBezTo>
                      <a:pt x="21" y="21"/>
                      <a:pt x="24" y="21"/>
                      <a:pt x="26" y="21"/>
                    </a:cubicBezTo>
                    <a:cubicBezTo>
                      <a:pt x="31" y="20"/>
                      <a:pt x="37" y="20"/>
                      <a:pt x="43" y="19"/>
                    </a:cubicBezTo>
                    <a:cubicBezTo>
                      <a:pt x="48" y="18"/>
                      <a:pt x="54" y="18"/>
                      <a:pt x="59" y="16"/>
                    </a:cubicBezTo>
                    <a:cubicBezTo>
                      <a:pt x="66" y="15"/>
                      <a:pt x="72" y="13"/>
                      <a:pt x="79" y="12"/>
                    </a:cubicBezTo>
                    <a:cubicBezTo>
                      <a:pt x="93" y="9"/>
                      <a:pt x="107" y="5"/>
                      <a:pt x="121" y="1"/>
                    </a:cubicBezTo>
                    <a:cubicBezTo>
                      <a:pt x="125" y="0"/>
                      <a:pt x="131" y="3"/>
                      <a:pt x="132" y="8"/>
                    </a:cubicBezTo>
                    <a:cubicBezTo>
                      <a:pt x="134" y="12"/>
                      <a:pt x="131" y="19"/>
                      <a:pt x="126" y="20"/>
                    </a:cubicBezTo>
                    <a:cubicBezTo>
                      <a:pt x="109" y="26"/>
                      <a:pt x="92" y="30"/>
                      <a:pt x="75" y="34"/>
                    </a:cubicBezTo>
                    <a:cubicBezTo>
                      <a:pt x="65" y="36"/>
                      <a:pt x="57" y="38"/>
                      <a:pt x="47" y="40"/>
                    </a:cubicBezTo>
                    <a:cubicBezTo>
                      <a:pt x="43" y="41"/>
                      <a:pt x="39" y="41"/>
                      <a:pt x="35" y="42"/>
                    </a:cubicBezTo>
                    <a:cubicBezTo>
                      <a:pt x="31" y="43"/>
                      <a:pt x="27" y="43"/>
                      <a:pt x="24" y="43"/>
                    </a:cubicBezTo>
                    <a:cubicBezTo>
                      <a:pt x="22" y="43"/>
                      <a:pt x="21" y="43"/>
                      <a:pt x="20" y="43"/>
                    </a:cubicBezTo>
                    <a:cubicBezTo>
                      <a:pt x="16" y="43"/>
                      <a:pt x="12" y="43"/>
                      <a:pt x="8" y="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2" name="Google Shape;4302;p50">
                <a:extLst>
                  <a:ext uri="{FF2B5EF4-FFF2-40B4-BE49-F238E27FC236}">
                    <a16:creationId xmlns:a16="http://schemas.microsoft.com/office/drawing/2014/main" id="{77E9206C-AAFD-EFCB-097F-F6B94BC43198}"/>
                  </a:ext>
                </a:extLst>
              </p:cNvPr>
              <p:cNvSpPr/>
              <p:nvPr/>
            </p:nvSpPr>
            <p:spPr>
              <a:xfrm>
                <a:off x="343420" y="3990598"/>
                <a:ext cx="83520" cy="67320"/>
              </a:xfrm>
              <a:custGeom>
                <a:avLst/>
                <a:gdLst/>
                <a:ahLst/>
                <a:cxnLst/>
                <a:rect l="l" t="t" r="r" b="b"/>
                <a:pathLst>
                  <a:path w="232" h="187" extrusionOk="0">
                    <a:moveTo>
                      <a:pt x="33" y="186"/>
                    </a:moveTo>
                    <a:cubicBezTo>
                      <a:pt x="26" y="185"/>
                      <a:pt x="20" y="182"/>
                      <a:pt x="15" y="178"/>
                    </a:cubicBezTo>
                    <a:cubicBezTo>
                      <a:pt x="10" y="174"/>
                      <a:pt x="7" y="167"/>
                      <a:pt x="5" y="161"/>
                    </a:cubicBezTo>
                    <a:cubicBezTo>
                      <a:pt x="0" y="146"/>
                      <a:pt x="0" y="129"/>
                      <a:pt x="3" y="114"/>
                    </a:cubicBezTo>
                    <a:cubicBezTo>
                      <a:pt x="4" y="109"/>
                      <a:pt x="5" y="104"/>
                      <a:pt x="7" y="99"/>
                    </a:cubicBezTo>
                    <a:cubicBezTo>
                      <a:pt x="9" y="92"/>
                      <a:pt x="11" y="86"/>
                      <a:pt x="14" y="79"/>
                    </a:cubicBezTo>
                    <a:cubicBezTo>
                      <a:pt x="16" y="69"/>
                      <a:pt x="21" y="61"/>
                      <a:pt x="26" y="52"/>
                    </a:cubicBezTo>
                    <a:cubicBezTo>
                      <a:pt x="31" y="43"/>
                      <a:pt x="37" y="34"/>
                      <a:pt x="43" y="27"/>
                    </a:cubicBezTo>
                    <a:cubicBezTo>
                      <a:pt x="49" y="20"/>
                      <a:pt x="57" y="14"/>
                      <a:pt x="64" y="10"/>
                    </a:cubicBezTo>
                    <a:cubicBezTo>
                      <a:pt x="73" y="6"/>
                      <a:pt x="82" y="5"/>
                      <a:pt x="92" y="8"/>
                    </a:cubicBezTo>
                    <a:cubicBezTo>
                      <a:pt x="95" y="9"/>
                      <a:pt x="98" y="11"/>
                      <a:pt x="100" y="13"/>
                    </a:cubicBezTo>
                    <a:cubicBezTo>
                      <a:pt x="101" y="12"/>
                      <a:pt x="101" y="11"/>
                      <a:pt x="102" y="9"/>
                    </a:cubicBezTo>
                    <a:cubicBezTo>
                      <a:pt x="104" y="4"/>
                      <a:pt x="110" y="0"/>
                      <a:pt x="116" y="2"/>
                    </a:cubicBezTo>
                    <a:cubicBezTo>
                      <a:pt x="122" y="4"/>
                      <a:pt x="125" y="11"/>
                      <a:pt x="123" y="16"/>
                    </a:cubicBezTo>
                    <a:cubicBezTo>
                      <a:pt x="121" y="22"/>
                      <a:pt x="119" y="28"/>
                      <a:pt x="117" y="34"/>
                    </a:cubicBezTo>
                    <a:cubicBezTo>
                      <a:pt x="117" y="37"/>
                      <a:pt x="115" y="40"/>
                      <a:pt x="115" y="43"/>
                    </a:cubicBezTo>
                    <a:cubicBezTo>
                      <a:pt x="114" y="44"/>
                      <a:pt x="114" y="46"/>
                      <a:pt x="113" y="48"/>
                    </a:cubicBezTo>
                    <a:cubicBezTo>
                      <a:pt x="112" y="51"/>
                      <a:pt x="110" y="53"/>
                      <a:pt x="107" y="54"/>
                    </a:cubicBezTo>
                    <a:cubicBezTo>
                      <a:pt x="104" y="56"/>
                      <a:pt x="100" y="56"/>
                      <a:pt x="96" y="54"/>
                    </a:cubicBezTo>
                    <a:cubicBezTo>
                      <a:pt x="93" y="52"/>
                      <a:pt x="91" y="48"/>
                      <a:pt x="91" y="44"/>
                    </a:cubicBezTo>
                    <a:cubicBezTo>
                      <a:pt x="91" y="43"/>
                      <a:pt x="91" y="42"/>
                      <a:pt x="91" y="41"/>
                    </a:cubicBezTo>
                    <a:lnTo>
                      <a:pt x="91" y="40"/>
                    </a:lnTo>
                    <a:cubicBezTo>
                      <a:pt x="91" y="41"/>
                      <a:pt x="91" y="41"/>
                      <a:pt x="91" y="41"/>
                    </a:cubicBezTo>
                    <a:lnTo>
                      <a:pt x="91" y="40"/>
                    </a:lnTo>
                    <a:cubicBezTo>
                      <a:pt x="91" y="39"/>
                      <a:pt x="90" y="38"/>
                      <a:pt x="90" y="37"/>
                    </a:cubicBezTo>
                    <a:cubicBezTo>
                      <a:pt x="90" y="36"/>
                      <a:pt x="90" y="36"/>
                      <a:pt x="89" y="34"/>
                    </a:cubicBezTo>
                    <a:cubicBezTo>
                      <a:pt x="89" y="33"/>
                      <a:pt x="89" y="33"/>
                      <a:pt x="88" y="32"/>
                    </a:cubicBezTo>
                    <a:lnTo>
                      <a:pt x="88" y="31"/>
                    </a:lnTo>
                    <a:cubicBezTo>
                      <a:pt x="87" y="30"/>
                      <a:pt x="86" y="30"/>
                      <a:pt x="86" y="30"/>
                    </a:cubicBezTo>
                    <a:cubicBezTo>
                      <a:pt x="86" y="29"/>
                      <a:pt x="85" y="29"/>
                      <a:pt x="85" y="29"/>
                    </a:cubicBezTo>
                    <a:lnTo>
                      <a:pt x="84" y="28"/>
                    </a:lnTo>
                    <a:cubicBezTo>
                      <a:pt x="83" y="28"/>
                      <a:pt x="83" y="28"/>
                      <a:pt x="83" y="28"/>
                    </a:cubicBezTo>
                    <a:cubicBezTo>
                      <a:pt x="82" y="27"/>
                      <a:pt x="82" y="27"/>
                      <a:pt x="82" y="27"/>
                    </a:cubicBezTo>
                    <a:cubicBezTo>
                      <a:pt x="81" y="27"/>
                      <a:pt x="81" y="27"/>
                      <a:pt x="81" y="27"/>
                    </a:cubicBezTo>
                    <a:cubicBezTo>
                      <a:pt x="80" y="27"/>
                      <a:pt x="79" y="27"/>
                      <a:pt x="79" y="28"/>
                    </a:cubicBezTo>
                    <a:cubicBezTo>
                      <a:pt x="77" y="28"/>
                      <a:pt x="76" y="28"/>
                      <a:pt x="75" y="29"/>
                    </a:cubicBezTo>
                    <a:cubicBezTo>
                      <a:pt x="75" y="29"/>
                      <a:pt x="76" y="29"/>
                      <a:pt x="76" y="28"/>
                    </a:cubicBezTo>
                    <a:cubicBezTo>
                      <a:pt x="75" y="29"/>
                      <a:pt x="75" y="29"/>
                      <a:pt x="74" y="29"/>
                    </a:cubicBezTo>
                    <a:cubicBezTo>
                      <a:pt x="72" y="30"/>
                      <a:pt x="71" y="30"/>
                      <a:pt x="70" y="31"/>
                    </a:cubicBezTo>
                    <a:cubicBezTo>
                      <a:pt x="69" y="32"/>
                      <a:pt x="67" y="33"/>
                      <a:pt x="66" y="34"/>
                    </a:cubicBezTo>
                    <a:cubicBezTo>
                      <a:pt x="64" y="36"/>
                      <a:pt x="62" y="37"/>
                      <a:pt x="60" y="39"/>
                    </a:cubicBezTo>
                    <a:cubicBezTo>
                      <a:pt x="58" y="41"/>
                      <a:pt x="55" y="44"/>
                      <a:pt x="54" y="47"/>
                    </a:cubicBezTo>
                    <a:lnTo>
                      <a:pt x="54" y="46"/>
                    </a:lnTo>
                    <a:cubicBezTo>
                      <a:pt x="50" y="52"/>
                      <a:pt x="46" y="59"/>
                      <a:pt x="41" y="66"/>
                    </a:cubicBezTo>
                    <a:cubicBezTo>
                      <a:pt x="38" y="72"/>
                      <a:pt x="36" y="78"/>
                      <a:pt x="33" y="84"/>
                    </a:cubicBezTo>
                    <a:cubicBezTo>
                      <a:pt x="29" y="94"/>
                      <a:pt x="26" y="104"/>
                      <a:pt x="24" y="113"/>
                    </a:cubicBezTo>
                    <a:cubicBezTo>
                      <a:pt x="23" y="118"/>
                      <a:pt x="22" y="122"/>
                      <a:pt x="22" y="126"/>
                    </a:cubicBezTo>
                    <a:cubicBezTo>
                      <a:pt x="22" y="129"/>
                      <a:pt x="22" y="132"/>
                      <a:pt x="22" y="136"/>
                    </a:cubicBezTo>
                    <a:cubicBezTo>
                      <a:pt x="22" y="139"/>
                      <a:pt x="22" y="142"/>
                      <a:pt x="22" y="146"/>
                    </a:cubicBezTo>
                    <a:cubicBezTo>
                      <a:pt x="23" y="146"/>
                      <a:pt x="23" y="146"/>
                      <a:pt x="23" y="147"/>
                    </a:cubicBezTo>
                    <a:cubicBezTo>
                      <a:pt x="23" y="146"/>
                      <a:pt x="23" y="146"/>
                      <a:pt x="22" y="146"/>
                    </a:cubicBezTo>
                    <a:cubicBezTo>
                      <a:pt x="23" y="149"/>
                      <a:pt x="23" y="151"/>
                      <a:pt x="25" y="154"/>
                    </a:cubicBezTo>
                    <a:cubicBezTo>
                      <a:pt x="25" y="155"/>
                      <a:pt x="25" y="156"/>
                      <a:pt x="26" y="157"/>
                    </a:cubicBezTo>
                    <a:cubicBezTo>
                      <a:pt x="26" y="158"/>
                      <a:pt x="26" y="159"/>
                      <a:pt x="27" y="160"/>
                    </a:cubicBezTo>
                    <a:cubicBezTo>
                      <a:pt x="27" y="160"/>
                      <a:pt x="26" y="159"/>
                      <a:pt x="26" y="158"/>
                    </a:cubicBezTo>
                    <a:cubicBezTo>
                      <a:pt x="27" y="160"/>
                      <a:pt x="27" y="160"/>
                      <a:pt x="27" y="161"/>
                    </a:cubicBezTo>
                    <a:cubicBezTo>
                      <a:pt x="28" y="161"/>
                      <a:pt x="29" y="162"/>
                      <a:pt x="29" y="163"/>
                    </a:cubicBezTo>
                    <a:lnTo>
                      <a:pt x="29" y="162"/>
                    </a:lnTo>
                    <a:cubicBezTo>
                      <a:pt x="29" y="163"/>
                      <a:pt x="29" y="163"/>
                      <a:pt x="30" y="163"/>
                    </a:cubicBezTo>
                    <a:lnTo>
                      <a:pt x="30" y="164"/>
                    </a:lnTo>
                    <a:cubicBezTo>
                      <a:pt x="31" y="164"/>
                      <a:pt x="31" y="164"/>
                      <a:pt x="31" y="164"/>
                    </a:cubicBezTo>
                    <a:cubicBezTo>
                      <a:pt x="32" y="164"/>
                      <a:pt x="32" y="164"/>
                      <a:pt x="33" y="164"/>
                    </a:cubicBezTo>
                    <a:lnTo>
                      <a:pt x="34" y="164"/>
                    </a:lnTo>
                    <a:lnTo>
                      <a:pt x="36" y="164"/>
                    </a:lnTo>
                    <a:lnTo>
                      <a:pt x="37" y="164"/>
                    </a:lnTo>
                    <a:cubicBezTo>
                      <a:pt x="39" y="164"/>
                      <a:pt x="40" y="164"/>
                      <a:pt x="41" y="164"/>
                    </a:cubicBezTo>
                    <a:cubicBezTo>
                      <a:pt x="43" y="163"/>
                      <a:pt x="46" y="162"/>
                      <a:pt x="48" y="161"/>
                    </a:cubicBezTo>
                    <a:cubicBezTo>
                      <a:pt x="50" y="160"/>
                      <a:pt x="53" y="158"/>
                      <a:pt x="55" y="157"/>
                    </a:cubicBezTo>
                    <a:cubicBezTo>
                      <a:pt x="57" y="156"/>
                      <a:pt x="60" y="154"/>
                      <a:pt x="61" y="153"/>
                    </a:cubicBezTo>
                    <a:cubicBezTo>
                      <a:pt x="67" y="149"/>
                      <a:pt x="71" y="144"/>
                      <a:pt x="75" y="140"/>
                    </a:cubicBezTo>
                    <a:cubicBezTo>
                      <a:pt x="79" y="137"/>
                      <a:pt x="82" y="133"/>
                      <a:pt x="85" y="130"/>
                    </a:cubicBezTo>
                    <a:cubicBezTo>
                      <a:pt x="88" y="126"/>
                      <a:pt x="92" y="122"/>
                      <a:pt x="95" y="117"/>
                    </a:cubicBezTo>
                    <a:cubicBezTo>
                      <a:pt x="95" y="118"/>
                      <a:pt x="94" y="118"/>
                      <a:pt x="94" y="118"/>
                    </a:cubicBezTo>
                    <a:cubicBezTo>
                      <a:pt x="97" y="115"/>
                      <a:pt x="99" y="111"/>
                      <a:pt x="101" y="107"/>
                    </a:cubicBezTo>
                    <a:cubicBezTo>
                      <a:pt x="105" y="101"/>
                      <a:pt x="108" y="94"/>
                      <a:pt x="111" y="87"/>
                    </a:cubicBezTo>
                    <a:cubicBezTo>
                      <a:pt x="111" y="86"/>
                      <a:pt x="112" y="85"/>
                      <a:pt x="112" y="84"/>
                    </a:cubicBezTo>
                    <a:cubicBezTo>
                      <a:pt x="113" y="83"/>
                      <a:pt x="113" y="82"/>
                      <a:pt x="113" y="82"/>
                    </a:cubicBezTo>
                    <a:cubicBezTo>
                      <a:pt x="115" y="76"/>
                      <a:pt x="121" y="73"/>
                      <a:pt x="127" y="75"/>
                    </a:cubicBezTo>
                    <a:cubicBezTo>
                      <a:pt x="132" y="76"/>
                      <a:pt x="136" y="83"/>
                      <a:pt x="134" y="89"/>
                    </a:cubicBezTo>
                    <a:lnTo>
                      <a:pt x="134" y="90"/>
                    </a:lnTo>
                    <a:cubicBezTo>
                      <a:pt x="133" y="91"/>
                      <a:pt x="132" y="93"/>
                      <a:pt x="132" y="94"/>
                    </a:cubicBezTo>
                    <a:cubicBezTo>
                      <a:pt x="131" y="97"/>
                      <a:pt x="131" y="100"/>
                      <a:pt x="131" y="103"/>
                    </a:cubicBezTo>
                    <a:cubicBezTo>
                      <a:pt x="131" y="105"/>
                      <a:pt x="130" y="108"/>
                      <a:pt x="130" y="110"/>
                    </a:cubicBezTo>
                    <a:cubicBezTo>
                      <a:pt x="130" y="112"/>
                      <a:pt x="131" y="115"/>
                      <a:pt x="131" y="117"/>
                    </a:cubicBezTo>
                    <a:cubicBezTo>
                      <a:pt x="131" y="118"/>
                      <a:pt x="131" y="119"/>
                      <a:pt x="132" y="121"/>
                    </a:cubicBezTo>
                    <a:cubicBezTo>
                      <a:pt x="132" y="121"/>
                      <a:pt x="132" y="122"/>
                      <a:pt x="132" y="123"/>
                    </a:cubicBezTo>
                    <a:cubicBezTo>
                      <a:pt x="133" y="124"/>
                      <a:pt x="134" y="125"/>
                      <a:pt x="134" y="125"/>
                    </a:cubicBezTo>
                    <a:cubicBezTo>
                      <a:pt x="134" y="126"/>
                      <a:pt x="135" y="126"/>
                      <a:pt x="135" y="126"/>
                    </a:cubicBezTo>
                    <a:cubicBezTo>
                      <a:pt x="135" y="127"/>
                      <a:pt x="136" y="128"/>
                      <a:pt x="136" y="128"/>
                    </a:cubicBezTo>
                    <a:lnTo>
                      <a:pt x="137" y="129"/>
                    </a:lnTo>
                    <a:lnTo>
                      <a:pt x="138" y="129"/>
                    </a:lnTo>
                    <a:lnTo>
                      <a:pt x="137" y="129"/>
                    </a:lnTo>
                    <a:lnTo>
                      <a:pt x="136" y="129"/>
                    </a:lnTo>
                    <a:lnTo>
                      <a:pt x="136" y="128"/>
                    </a:lnTo>
                    <a:lnTo>
                      <a:pt x="136" y="129"/>
                    </a:lnTo>
                    <a:lnTo>
                      <a:pt x="137" y="129"/>
                    </a:lnTo>
                    <a:lnTo>
                      <a:pt x="138" y="129"/>
                    </a:lnTo>
                    <a:cubicBezTo>
                      <a:pt x="139" y="130"/>
                      <a:pt x="139" y="130"/>
                      <a:pt x="139" y="130"/>
                    </a:cubicBezTo>
                    <a:cubicBezTo>
                      <a:pt x="140" y="130"/>
                      <a:pt x="141" y="130"/>
                      <a:pt x="141" y="130"/>
                    </a:cubicBezTo>
                    <a:cubicBezTo>
                      <a:pt x="141" y="130"/>
                      <a:pt x="142" y="130"/>
                      <a:pt x="142" y="131"/>
                    </a:cubicBezTo>
                    <a:cubicBezTo>
                      <a:pt x="142" y="130"/>
                      <a:pt x="143" y="130"/>
                      <a:pt x="143" y="130"/>
                    </a:cubicBezTo>
                    <a:cubicBezTo>
                      <a:pt x="145" y="130"/>
                      <a:pt x="146" y="129"/>
                      <a:pt x="147" y="129"/>
                    </a:cubicBezTo>
                    <a:cubicBezTo>
                      <a:pt x="149" y="129"/>
                      <a:pt x="150" y="128"/>
                      <a:pt x="152" y="128"/>
                    </a:cubicBezTo>
                    <a:cubicBezTo>
                      <a:pt x="153" y="127"/>
                      <a:pt x="154" y="126"/>
                      <a:pt x="156" y="126"/>
                    </a:cubicBezTo>
                    <a:cubicBezTo>
                      <a:pt x="157" y="125"/>
                      <a:pt x="159" y="124"/>
                      <a:pt x="161" y="122"/>
                    </a:cubicBezTo>
                    <a:cubicBezTo>
                      <a:pt x="164" y="119"/>
                      <a:pt x="167" y="117"/>
                      <a:pt x="170" y="114"/>
                    </a:cubicBezTo>
                    <a:cubicBezTo>
                      <a:pt x="174" y="109"/>
                      <a:pt x="178" y="104"/>
                      <a:pt x="182" y="99"/>
                    </a:cubicBezTo>
                    <a:cubicBezTo>
                      <a:pt x="189" y="89"/>
                      <a:pt x="196" y="79"/>
                      <a:pt x="202" y="68"/>
                    </a:cubicBezTo>
                    <a:cubicBezTo>
                      <a:pt x="204" y="65"/>
                      <a:pt x="205" y="62"/>
                      <a:pt x="206" y="59"/>
                    </a:cubicBezTo>
                    <a:cubicBezTo>
                      <a:pt x="207" y="58"/>
                      <a:pt x="208" y="56"/>
                      <a:pt x="208" y="54"/>
                    </a:cubicBezTo>
                    <a:cubicBezTo>
                      <a:pt x="208" y="53"/>
                      <a:pt x="209" y="51"/>
                      <a:pt x="209" y="50"/>
                    </a:cubicBezTo>
                    <a:cubicBezTo>
                      <a:pt x="209" y="49"/>
                      <a:pt x="209" y="48"/>
                      <a:pt x="209" y="47"/>
                    </a:cubicBezTo>
                    <a:cubicBezTo>
                      <a:pt x="209" y="48"/>
                      <a:pt x="209" y="48"/>
                      <a:pt x="209" y="49"/>
                    </a:cubicBezTo>
                    <a:cubicBezTo>
                      <a:pt x="209" y="48"/>
                      <a:pt x="209" y="47"/>
                      <a:pt x="209" y="45"/>
                    </a:cubicBezTo>
                    <a:cubicBezTo>
                      <a:pt x="209" y="45"/>
                      <a:pt x="209" y="44"/>
                      <a:pt x="208" y="43"/>
                    </a:cubicBezTo>
                    <a:cubicBezTo>
                      <a:pt x="208" y="41"/>
                      <a:pt x="207" y="40"/>
                      <a:pt x="206" y="38"/>
                    </a:cubicBezTo>
                    <a:lnTo>
                      <a:pt x="206" y="37"/>
                    </a:lnTo>
                    <a:lnTo>
                      <a:pt x="206" y="36"/>
                    </a:lnTo>
                    <a:cubicBezTo>
                      <a:pt x="205" y="36"/>
                      <a:pt x="204" y="35"/>
                      <a:pt x="203" y="34"/>
                    </a:cubicBezTo>
                    <a:lnTo>
                      <a:pt x="202" y="33"/>
                    </a:lnTo>
                    <a:lnTo>
                      <a:pt x="201" y="32"/>
                    </a:lnTo>
                    <a:cubicBezTo>
                      <a:pt x="200" y="32"/>
                      <a:pt x="199" y="32"/>
                      <a:pt x="199" y="31"/>
                    </a:cubicBezTo>
                    <a:cubicBezTo>
                      <a:pt x="198" y="30"/>
                      <a:pt x="196" y="30"/>
                      <a:pt x="195" y="30"/>
                    </a:cubicBezTo>
                    <a:cubicBezTo>
                      <a:pt x="194" y="30"/>
                      <a:pt x="193" y="29"/>
                      <a:pt x="192" y="29"/>
                    </a:cubicBezTo>
                    <a:cubicBezTo>
                      <a:pt x="191" y="29"/>
                      <a:pt x="189" y="29"/>
                      <a:pt x="188" y="29"/>
                    </a:cubicBezTo>
                    <a:cubicBezTo>
                      <a:pt x="187" y="29"/>
                      <a:pt x="186" y="29"/>
                      <a:pt x="185" y="29"/>
                    </a:cubicBezTo>
                    <a:cubicBezTo>
                      <a:pt x="184" y="30"/>
                      <a:pt x="182" y="30"/>
                      <a:pt x="181" y="30"/>
                    </a:cubicBezTo>
                    <a:cubicBezTo>
                      <a:pt x="180" y="31"/>
                      <a:pt x="178" y="32"/>
                      <a:pt x="177" y="32"/>
                    </a:cubicBezTo>
                    <a:cubicBezTo>
                      <a:pt x="174" y="33"/>
                      <a:pt x="172" y="34"/>
                      <a:pt x="170" y="36"/>
                    </a:cubicBezTo>
                    <a:cubicBezTo>
                      <a:pt x="167" y="37"/>
                      <a:pt x="165" y="39"/>
                      <a:pt x="163" y="41"/>
                    </a:cubicBezTo>
                    <a:cubicBezTo>
                      <a:pt x="162" y="41"/>
                      <a:pt x="161" y="42"/>
                      <a:pt x="160" y="43"/>
                    </a:cubicBezTo>
                    <a:cubicBezTo>
                      <a:pt x="159" y="44"/>
                      <a:pt x="158" y="45"/>
                      <a:pt x="157" y="46"/>
                    </a:cubicBezTo>
                    <a:cubicBezTo>
                      <a:pt x="153" y="51"/>
                      <a:pt x="147" y="51"/>
                      <a:pt x="142" y="47"/>
                    </a:cubicBezTo>
                    <a:cubicBezTo>
                      <a:pt x="138" y="44"/>
                      <a:pt x="138" y="37"/>
                      <a:pt x="141" y="33"/>
                    </a:cubicBezTo>
                    <a:cubicBezTo>
                      <a:pt x="143" y="30"/>
                      <a:pt x="145" y="28"/>
                      <a:pt x="148" y="26"/>
                    </a:cubicBezTo>
                    <a:cubicBezTo>
                      <a:pt x="150" y="23"/>
                      <a:pt x="153" y="22"/>
                      <a:pt x="156" y="19"/>
                    </a:cubicBezTo>
                    <a:cubicBezTo>
                      <a:pt x="162" y="15"/>
                      <a:pt x="169" y="12"/>
                      <a:pt x="175" y="9"/>
                    </a:cubicBezTo>
                    <a:cubicBezTo>
                      <a:pt x="188" y="6"/>
                      <a:pt x="204" y="7"/>
                      <a:pt x="215" y="16"/>
                    </a:cubicBezTo>
                    <a:cubicBezTo>
                      <a:pt x="220" y="19"/>
                      <a:pt x="224" y="25"/>
                      <a:pt x="227" y="30"/>
                    </a:cubicBezTo>
                    <a:cubicBezTo>
                      <a:pt x="230" y="37"/>
                      <a:pt x="231" y="44"/>
                      <a:pt x="230" y="52"/>
                    </a:cubicBezTo>
                    <a:cubicBezTo>
                      <a:pt x="229" y="63"/>
                      <a:pt x="223" y="74"/>
                      <a:pt x="217" y="84"/>
                    </a:cubicBezTo>
                    <a:cubicBezTo>
                      <a:pt x="215" y="89"/>
                      <a:pt x="212" y="93"/>
                      <a:pt x="209" y="98"/>
                    </a:cubicBezTo>
                    <a:cubicBezTo>
                      <a:pt x="202" y="108"/>
                      <a:pt x="195" y="118"/>
                      <a:pt x="187" y="126"/>
                    </a:cubicBezTo>
                    <a:cubicBezTo>
                      <a:pt x="182" y="132"/>
                      <a:pt x="177" y="137"/>
                      <a:pt x="170" y="142"/>
                    </a:cubicBezTo>
                    <a:cubicBezTo>
                      <a:pt x="164" y="146"/>
                      <a:pt x="157" y="149"/>
                      <a:pt x="149" y="151"/>
                    </a:cubicBezTo>
                    <a:cubicBezTo>
                      <a:pt x="143" y="153"/>
                      <a:pt x="136" y="152"/>
                      <a:pt x="130" y="150"/>
                    </a:cubicBezTo>
                    <a:cubicBezTo>
                      <a:pt x="124" y="147"/>
                      <a:pt x="118" y="142"/>
                      <a:pt x="114" y="136"/>
                    </a:cubicBezTo>
                    <a:cubicBezTo>
                      <a:pt x="113" y="133"/>
                      <a:pt x="113" y="131"/>
                      <a:pt x="111" y="129"/>
                    </a:cubicBezTo>
                    <a:cubicBezTo>
                      <a:pt x="107" y="135"/>
                      <a:pt x="101" y="142"/>
                      <a:pt x="96" y="147"/>
                    </a:cubicBezTo>
                    <a:cubicBezTo>
                      <a:pt x="89" y="156"/>
                      <a:pt x="81" y="164"/>
                      <a:pt x="72" y="170"/>
                    </a:cubicBezTo>
                    <a:cubicBezTo>
                      <a:pt x="67" y="175"/>
                      <a:pt x="61" y="178"/>
                      <a:pt x="55" y="181"/>
                    </a:cubicBezTo>
                    <a:cubicBezTo>
                      <a:pt x="48" y="184"/>
                      <a:pt x="41" y="186"/>
                      <a:pt x="34" y="186"/>
                    </a:cubicBezTo>
                    <a:lnTo>
                      <a:pt x="33" y="18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3" name="Google Shape;4303;p50">
                <a:extLst>
                  <a:ext uri="{FF2B5EF4-FFF2-40B4-BE49-F238E27FC236}">
                    <a16:creationId xmlns:a16="http://schemas.microsoft.com/office/drawing/2014/main" id="{1B69440A-25A9-A806-133E-1526B154CD3C}"/>
                  </a:ext>
                </a:extLst>
              </p:cNvPr>
              <p:cNvSpPr/>
              <p:nvPr/>
            </p:nvSpPr>
            <p:spPr>
              <a:xfrm>
                <a:off x="421540" y="3990958"/>
                <a:ext cx="39960" cy="61560"/>
              </a:xfrm>
              <a:custGeom>
                <a:avLst/>
                <a:gdLst/>
                <a:ahLst/>
                <a:cxnLst/>
                <a:rect l="l" t="t" r="r" b="b"/>
                <a:pathLst>
                  <a:path w="111" h="171" extrusionOk="0">
                    <a:moveTo>
                      <a:pt x="1" y="160"/>
                    </a:moveTo>
                    <a:cubicBezTo>
                      <a:pt x="0" y="155"/>
                      <a:pt x="5" y="149"/>
                      <a:pt x="10" y="148"/>
                    </a:cubicBezTo>
                    <a:cubicBezTo>
                      <a:pt x="17" y="148"/>
                      <a:pt x="24" y="148"/>
                      <a:pt x="31" y="147"/>
                    </a:cubicBezTo>
                    <a:cubicBezTo>
                      <a:pt x="38" y="145"/>
                      <a:pt x="44" y="144"/>
                      <a:pt x="50" y="143"/>
                    </a:cubicBezTo>
                    <a:cubicBezTo>
                      <a:pt x="52" y="142"/>
                      <a:pt x="55" y="141"/>
                      <a:pt x="57" y="140"/>
                    </a:cubicBezTo>
                    <a:cubicBezTo>
                      <a:pt x="58" y="140"/>
                      <a:pt x="58" y="140"/>
                      <a:pt x="59" y="140"/>
                    </a:cubicBezTo>
                    <a:cubicBezTo>
                      <a:pt x="59" y="139"/>
                      <a:pt x="60" y="139"/>
                      <a:pt x="60" y="138"/>
                    </a:cubicBezTo>
                    <a:cubicBezTo>
                      <a:pt x="60" y="138"/>
                      <a:pt x="59" y="138"/>
                      <a:pt x="59" y="137"/>
                    </a:cubicBezTo>
                    <a:cubicBezTo>
                      <a:pt x="59" y="138"/>
                      <a:pt x="60" y="138"/>
                      <a:pt x="60" y="138"/>
                    </a:cubicBezTo>
                    <a:cubicBezTo>
                      <a:pt x="56" y="134"/>
                      <a:pt x="51" y="130"/>
                      <a:pt x="47" y="126"/>
                    </a:cubicBezTo>
                    <a:cubicBezTo>
                      <a:pt x="47" y="126"/>
                      <a:pt x="48" y="126"/>
                      <a:pt x="48" y="127"/>
                    </a:cubicBezTo>
                    <a:cubicBezTo>
                      <a:pt x="41" y="120"/>
                      <a:pt x="34" y="113"/>
                      <a:pt x="28" y="106"/>
                    </a:cubicBezTo>
                    <a:cubicBezTo>
                      <a:pt x="24" y="102"/>
                      <a:pt x="21" y="97"/>
                      <a:pt x="18" y="92"/>
                    </a:cubicBezTo>
                    <a:cubicBezTo>
                      <a:pt x="16" y="88"/>
                      <a:pt x="13" y="83"/>
                      <a:pt x="12" y="78"/>
                    </a:cubicBezTo>
                    <a:cubicBezTo>
                      <a:pt x="9" y="67"/>
                      <a:pt x="10" y="56"/>
                      <a:pt x="14" y="45"/>
                    </a:cubicBezTo>
                    <a:cubicBezTo>
                      <a:pt x="17" y="35"/>
                      <a:pt x="24" y="27"/>
                      <a:pt x="32" y="20"/>
                    </a:cubicBezTo>
                    <a:cubicBezTo>
                      <a:pt x="40" y="13"/>
                      <a:pt x="51" y="8"/>
                      <a:pt x="61" y="4"/>
                    </a:cubicBezTo>
                    <a:cubicBezTo>
                      <a:pt x="66" y="3"/>
                      <a:pt x="72" y="2"/>
                      <a:pt x="76" y="2"/>
                    </a:cubicBezTo>
                    <a:cubicBezTo>
                      <a:pt x="83" y="0"/>
                      <a:pt x="88" y="2"/>
                      <a:pt x="94" y="3"/>
                    </a:cubicBezTo>
                    <a:cubicBezTo>
                      <a:pt x="102" y="6"/>
                      <a:pt x="109" y="12"/>
                      <a:pt x="110" y="20"/>
                    </a:cubicBezTo>
                    <a:cubicBezTo>
                      <a:pt x="110" y="22"/>
                      <a:pt x="110" y="24"/>
                      <a:pt x="109" y="25"/>
                    </a:cubicBezTo>
                    <a:cubicBezTo>
                      <a:pt x="109" y="27"/>
                      <a:pt x="108" y="29"/>
                      <a:pt x="106" y="30"/>
                    </a:cubicBezTo>
                    <a:cubicBezTo>
                      <a:pt x="104" y="33"/>
                      <a:pt x="100" y="34"/>
                      <a:pt x="95" y="32"/>
                    </a:cubicBezTo>
                    <a:cubicBezTo>
                      <a:pt x="92" y="31"/>
                      <a:pt x="89" y="28"/>
                      <a:pt x="88" y="25"/>
                    </a:cubicBezTo>
                    <a:cubicBezTo>
                      <a:pt x="88" y="25"/>
                      <a:pt x="88" y="24"/>
                      <a:pt x="87" y="24"/>
                    </a:cubicBezTo>
                    <a:lnTo>
                      <a:pt x="86" y="24"/>
                    </a:lnTo>
                    <a:cubicBezTo>
                      <a:pt x="85" y="24"/>
                      <a:pt x="83" y="24"/>
                      <a:pt x="82" y="23"/>
                    </a:cubicBezTo>
                    <a:cubicBezTo>
                      <a:pt x="81" y="23"/>
                      <a:pt x="80" y="23"/>
                      <a:pt x="79" y="23"/>
                    </a:cubicBezTo>
                    <a:lnTo>
                      <a:pt x="80" y="23"/>
                    </a:lnTo>
                    <a:cubicBezTo>
                      <a:pt x="79" y="23"/>
                      <a:pt x="77" y="24"/>
                      <a:pt x="76" y="24"/>
                    </a:cubicBezTo>
                    <a:cubicBezTo>
                      <a:pt x="73" y="24"/>
                      <a:pt x="70" y="25"/>
                      <a:pt x="68" y="25"/>
                    </a:cubicBezTo>
                    <a:cubicBezTo>
                      <a:pt x="65" y="27"/>
                      <a:pt x="60" y="28"/>
                      <a:pt x="58" y="30"/>
                    </a:cubicBezTo>
                    <a:cubicBezTo>
                      <a:pt x="55" y="30"/>
                      <a:pt x="53" y="31"/>
                      <a:pt x="51" y="32"/>
                    </a:cubicBezTo>
                    <a:cubicBezTo>
                      <a:pt x="50" y="34"/>
                      <a:pt x="48" y="35"/>
                      <a:pt x="46" y="36"/>
                    </a:cubicBezTo>
                    <a:cubicBezTo>
                      <a:pt x="45" y="37"/>
                      <a:pt x="44" y="38"/>
                      <a:pt x="43" y="39"/>
                    </a:cubicBezTo>
                    <a:cubicBezTo>
                      <a:pt x="42" y="41"/>
                      <a:pt x="41" y="42"/>
                      <a:pt x="39" y="43"/>
                    </a:cubicBezTo>
                    <a:cubicBezTo>
                      <a:pt x="38" y="45"/>
                      <a:pt x="37" y="47"/>
                      <a:pt x="36" y="48"/>
                    </a:cubicBezTo>
                    <a:cubicBezTo>
                      <a:pt x="35" y="49"/>
                      <a:pt x="35" y="51"/>
                      <a:pt x="34" y="52"/>
                    </a:cubicBezTo>
                    <a:cubicBezTo>
                      <a:pt x="34" y="53"/>
                      <a:pt x="33" y="55"/>
                      <a:pt x="33" y="56"/>
                    </a:cubicBezTo>
                    <a:cubicBezTo>
                      <a:pt x="32" y="57"/>
                      <a:pt x="32" y="59"/>
                      <a:pt x="32" y="60"/>
                    </a:cubicBezTo>
                    <a:cubicBezTo>
                      <a:pt x="32" y="61"/>
                      <a:pt x="32" y="62"/>
                      <a:pt x="32" y="64"/>
                    </a:cubicBezTo>
                    <a:cubicBezTo>
                      <a:pt x="32" y="66"/>
                      <a:pt x="32" y="67"/>
                      <a:pt x="32" y="70"/>
                    </a:cubicBezTo>
                    <a:cubicBezTo>
                      <a:pt x="33" y="71"/>
                      <a:pt x="33" y="73"/>
                      <a:pt x="34" y="74"/>
                    </a:cubicBezTo>
                    <a:cubicBezTo>
                      <a:pt x="34" y="75"/>
                      <a:pt x="35" y="77"/>
                      <a:pt x="35" y="78"/>
                    </a:cubicBezTo>
                    <a:cubicBezTo>
                      <a:pt x="36" y="80"/>
                      <a:pt x="37" y="81"/>
                      <a:pt x="37" y="82"/>
                    </a:cubicBezTo>
                    <a:cubicBezTo>
                      <a:pt x="38" y="84"/>
                      <a:pt x="40" y="87"/>
                      <a:pt x="42" y="89"/>
                    </a:cubicBezTo>
                    <a:cubicBezTo>
                      <a:pt x="48" y="96"/>
                      <a:pt x="55" y="103"/>
                      <a:pt x="62" y="110"/>
                    </a:cubicBezTo>
                    <a:cubicBezTo>
                      <a:pt x="66" y="113"/>
                      <a:pt x="69" y="116"/>
                      <a:pt x="72" y="119"/>
                    </a:cubicBezTo>
                    <a:cubicBezTo>
                      <a:pt x="75" y="122"/>
                      <a:pt x="79" y="124"/>
                      <a:pt x="80" y="129"/>
                    </a:cubicBezTo>
                    <a:cubicBezTo>
                      <a:pt x="81" y="131"/>
                      <a:pt x="83" y="133"/>
                      <a:pt x="83" y="135"/>
                    </a:cubicBezTo>
                    <a:cubicBezTo>
                      <a:pt x="83" y="138"/>
                      <a:pt x="83" y="141"/>
                      <a:pt x="82" y="145"/>
                    </a:cubicBezTo>
                    <a:cubicBezTo>
                      <a:pt x="80" y="150"/>
                      <a:pt x="76" y="154"/>
                      <a:pt x="72" y="157"/>
                    </a:cubicBezTo>
                    <a:cubicBezTo>
                      <a:pt x="67" y="160"/>
                      <a:pt x="62" y="162"/>
                      <a:pt x="56" y="163"/>
                    </a:cubicBezTo>
                    <a:cubicBezTo>
                      <a:pt x="49" y="165"/>
                      <a:pt x="42" y="166"/>
                      <a:pt x="34" y="168"/>
                    </a:cubicBezTo>
                    <a:cubicBezTo>
                      <a:pt x="35" y="168"/>
                      <a:pt x="35" y="168"/>
                      <a:pt x="35" y="168"/>
                    </a:cubicBezTo>
                    <a:cubicBezTo>
                      <a:pt x="28" y="169"/>
                      <a:pt x="20" y="169"/>
                      <a:pt x="13" y="170"/>
                    </a:cubicBezTo>
                    <a:cubicBezTo>
                      <a:pt x="12" y="170"/>
                      <a:pt x="12" y="170"/>
                      <a:pt x="12" y="170"/>
                    </a:cubicBezTo>
                    <a:cubicBezTo>
                      <a:pt x="6" y="170"/>
                      <a:pt x="2" y="166"/>
                      <a:pt x="1" y="1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4" name="Google Shape;4304;p50">
                <a:extLst>
                  <a:ext uri="{FF2B5EF4-FFF2-40B4-BE49-F238E27FC236}">
                    <a16:creationId xmlns:a16="http://schemas.microsoft.com/office/drawing/2014/main" id="{C18BED7E-AEF0-45B8-48A6-0FDBFA413B34}"/>
                  </a:ext>
                </a:extLst>
              </p:cNvPr>
              <p:cNvSpPr/>
              <p:nvPr/>
            </p:nvSpPr>
            <p:spPr>
              <a:xfrm>
                <a:off x="468700" y="3988438"/>
                <a:ext cx="52920" cy="6840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190" extrusionOk="0">
                    <a:moveTo>
                      <a:pt x="23" y="162"/>
                    </a:moveTo>
                    <a:cubicBezTo>
                      <a:pt x="24" y="161"/>
                      <a:pt x="25" y="160"/>
                      <a:pt x="26" y="159"/>
                    </a:cubicBezTo>
                    <a:cubicBezTo>
                      <a:pt x="30" y="155"/>
                      <a:pt x="34" y="150"/>
                      <a:pt x="38" y="146"/>
                    </a:cubicBezTo>
                    <a:cubicBezTo>
                      <a:pt x="37" y="146"/>
                      <a:pt x="37" y="146"/>
                      <a:pt x="36" y="147"/>
                    </a:cubicBezTo>
                    <a:cubicBezTo>
                      <a:pt x="35" y="147"/>
                      <a:pt x="33" y="148"/>
                      <a:pt x="32" y="148"/>
                    </a:cubicBezTo>
                    <a:cubicBezTo>
                      <a:pt x="32" y="149"/>
                      <a:pt x="31" y="149"/>
                      <a:pt x="30" y="149"/>
                    </a:cubicBezTo>
                    <a:cubicBezTo>
                      <a:pt x="29" y="151"/>
                      <a:pt x="29" y="151"/>
                      <a:pt x="28" y="152"/>
                    </a:cubicBezTo>
                    <a:cubicBezTo>
                      <a:pt x="27" y="154"/>
                      <a:pt x="26" y="155"/>
                      <a:pt x="25" y="156"/>
                    </a:cubicBezTo>
                    <a:cubicBezTo>
                      <a:pt x="25" y="157"/>
                      <a:pt x="25" y="158"/>
                      <a:pt x="24" y="159"/>
                    </a:cubicBezTo>
                    <a:cubicBezTo>
                      <a:pt x="23" y="160"/>
                      <a:pt x="23" y="161"/>
                      <a:pt x="23" y="161"/>
                    </a:cubicBezTo>
                    <a:cubicBezTo>
                      <a:pt x="23" y="162"/>
                      <a:pt x="23" y="162"/>
                      <a:pt x="23" y="162"/>
                    </a:cubicBezTo>
                    <a:moveTo>
                      <a:pt x="12" y="187"/>
                    </a:moveTo>
                    <a:cubicBezTo>
                      <a:pt x="7" y="185"/>
                      <a:pt x="3" y="180"/>
                      <a:pt x="1" y="175"/>
                    </a:cubicBezTo>
                    <a:cubicBezTo>
                      <a:pt x="0" y="168"/>
                      <a:pt x="1" y="161"/>
                      <a:pt x="3" y="154"/>
                    </a:cubicBezTo>
                    <a:cubicBezTo>
                      <a:pt x="5" y="148"/>
                      <a:pt x="8" y="141"/>
                      <a:pt x="13" y="137"/>
                    </a:cubicBezTo>
                    <a:cubicBezTo>
                      <a:pt x="18" y="131"/>
                      <a:pt x="25" y="128"/>
                      <a:pt x="32" y="126"/>
                    </a:cubicBezTo>
                    <a:cubicBezTo>
                      <a:pt x="39" y="123"/>
                      <a:pt x="46" y="122"/>
                      <a:pt x="53" y="122"/>
                    </a:cubicBezTo>
                    <a:cubicBezTo>
                      <a:pt x="54" y="122"/>
                      <a:pt x="54" y="122"/>
                      <a:pt x="55" y="122"/>
                    </a:cubicBezTo>
                    <a:cubicBezTo>
                      <a:pt x="55" y="122"/>
                      <a:pt x="55" y="121"/>
                      <a:pt x="55" y="120"/>
                    </a:cubicBezTo>
                    <a:cubicBezTo>
                      <a:pt x="59" y="115"/>
                      <a:pt x="62" y="110"/>
                      <a:pt x="65" y="105"/>
                    </a:cubicBezTo>
                    <a:cubicBezTo>
                      <a:pt x="68" y="99"/>
                      <a:pt x="71" y="93"/>
                      <a:pt x="74" y="87"/>
                    </a:cubicBezTo>
                    <a:cubicBezTo>
                      <a:pt x="75" y="84"/>
                      <a:pt x="76" y="81"/>
                      <a:pt x="78" y="78"/>
                    </a:cubicBezTo>
                    <a:cubicBezTo>
                      <a:pt x="78" y="78"/>
                      <a:pt x="78" y="77"/>
                      <a:pt x="79" y="76"/>
                    </a:cubicBezTo>
                    <a:cubicBezTo>
                      <a:pt x="77" y="76"/>
                      <a:pt x="76" y="77"/>
                      <a:pt x="74" y="76"/>
                    </a:cubicBezTo>
                    <a:cubicBezTo>
                      <a:pt x="68" y="75"/>
                      <a:pt x="64" y="70"/>
                      <a:pt x="64" y="64"/>
                    </a:cubicBezTo>
                    <a:cubicBezTo>
                      <a:pt x="65" y="57"/>
                      <a:pt x="67" y="50"/>
                      <a:pt x="69" y="44"/>
                    </a:cubicBezTo>
                    <a:cubicBezTo>
                      <a:pt x="71" y="41"/>
                      <a:pt x="72" y="39"/>
                      <a:pt x="73" y="36"/>
                    </a:cubicBezTo>
                    <a:cubicBezTo>
                      <a:pt x="75" y="31"/>
                      <a:pt x="78" y="26"/>
                      <a:pt x="81" y="21"/>
                    </a:cubicBezTo>
                    <a:cubicBezTo>
                      <a:pt x="83" y="16"/>
                      <a:pt x="85" y="12"/>
                      <a:pt x="88" y="8"/>
                    </a:cubicBezTo>
                    <a:cubicBezTo>
                      <a:pt x="90" y="6"/>
                      <a:pt x="92" y="3"/>
                      <a:pt x="94" y="2"/>
                    </a:cubicBezTo>
                    <a:cubicBezTo>
                      <a:pt x="97" y="1"/>
                      <a:pt x="100" y="0"/>
                      <a:pt x="103" y="1"/>
                    </a:cubicBezTo>
                    <a:cubicBezTo>
                      <a:pt x="109" y="2"/>
                      <a:pt x="113" y="7"/>
                      <a:pt x="114" y="12"/>
                    </a:cubicBezTo>
                    <a:cubicBezTo>
                      <a:pt x="116" y="20"/>
                      <a:pt x="114" y="27"/>
                      <a:pt x="113" y="34"/>
                    </a:cubicBezTo>
                    <a:cubicBezTo>
                      <a:pt x="112" y="42"/>
                      <a:pt x="110" y="49"/>
                      <a:pt x="108" y="56"/>
                    </a:cubicBezTo>
                    <a:cubicBezTo>
                      <a:pt x="106" y="63"/>
                      <a:pt x="103" y="70"/>
                      <a:pt x="100" y="77"/>
                    </a:cubicBezTo>
                    <a:cubicBezTo>
                      <a:pt x="97" y="84"/>
                      <a:pt x="95" y="89"/>
                      <a:pt x="92" y="95"/>
                    </a:cubicBezTo>
                    <a:cubicBezTo>
                      <a:pt x="90" y="101"/>
                      <a:pt x="87" y="106"/>
                      <a:pt x="84" y="112"/>
                    </a:cubicBezTo>
                    <a:cubicBezTo>
                      <a:pt x="82" y="116"/>
                      <a:pt x="80" y="120"/>
                      <a:pt x="77" y="124"/>
                    </a:cubicBezTo>
                    <a:cubicBezTo>
                      <a:pt x="89" y="127"/>
                      <a:pt x="100" y="133"/>
                      <a:pt x="110" y="138"/>
                    </a:cubicBezTo>
                    <a:cubicBezTo>
                      <a:pt x="118" y="143"/>
                      <a:pt x="125" y="147"/>
                      <a:pt x="134" y="152"/>
                    </a:cubicBezTo>
                    <a:cubicBezTo>
                      <a:pt x="135" y="152"/>
                      <a:pt x="137" y="154"/>
                      <a:pt x="139" y="154"/>
                    </a:cubicBezTo>
                    <a:cubicBezTo>
                      <a:pt x="144" y="156"/>
                      <a:pt x="146" y="163"/>
                      <a:pt x="143" y="169"/>
                    </a:cubicBezTo>
                    <a:cubicBezTo>
                      <a:pt x="141" y="174"/>
                      <a:pt x="135" y="176"/>
                      <a:pt x="129" y="174"/>
                    </a:cubicBezTo>
                    <a:cubicBezTo>
                      <a:pt x="118" y="169"/>
                      <a:pt x="109" y="162"/>
                      <a:pt x="98" y="156"/>
                    </a:cubicBezTo>
                    <a:cubicBezTo>
                      <a:pt x="92" y="153"/>
                      <a:pt x="86" y="150"/>
                      <a:pt x="80" y="147"/>
                    </a:cubicBezTo>
                    <a:cubicBezTo>
                      <a:pt x="80" y="147"/>
                      <a:pt x="81" y="147"/>
                      <a:pt x="81" y="148"/>
                    </a:cubicBezTo>
                    <a:cubicBezTo>
                      <a:pt x="81" y="147"/>
                      <a:pt x="80" y="147"/>
                      <a:pt x="80" y="147"/>
                    </a:cubicBezTo>
                    <a:lnTo>
                      <a:pt x="79" y="147"/>
                    </a:lnTo>
                    <a:lnTo>
                      <a:pt x="80" y="147"/>
                    </a:lnTo>
                    <a:cubicBezTo>
                      <a:pt x="76" y="146"/>
                      <a:pt x="74" y="145"/>
                      <a:pt x="70" y="144"/>
                    </a:cubicBezTo>
                    <a:cubicBezTo>
                      <a:pt x="69" y="144"/>
                      <a:pt x="67" y="144"/>
                      <a:pt x="65" y="143"/>
                    </a:cubicBezTo>
                    <a:cubicBezTo>
                      <a:pt x="59" y="152"/>
                      <a:pt x="52" y="162"/>
                      <a:pt x="45" y="170"/>
                    </a:cubicBezTo>
                    <a:cubicBezTo>
                      <a:pt x="40" y="176"/>
                      <a:pt x="36" y="181"/>
                      <a:pt x="30" y="184"/>
                    </a:cubicBezTo>
                    <a:cubicBezTo>
                      <a:pt x="26" y="187"/>
                      <a:pt x="22" y="189"/>
                      <a:pt x="18" y="189"/>
                    </a:cubicBezTo>
                    <a:cubicBezTo>
                      <a:pt x="16" y="189"/>
                      <a:pt x="14" y="189"/>
                      <a:pt x="12" y="1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5" name="Google Shape;4305;p50">
                <a:extLst>
                  <a:ext uri="{FF2B5EF4-FFF2-40B4-BE49-F238E27FC236}">
                    <a16:creationId xmlns:a16="http://schemas.microsoft.com/office/drawing/2014/main" id="{439140EB-5F92-8111-73ED-1341531A96A5}"/>
                  </a:ext>
                </a:extLst>
              </p:cNvPr>
              <p:cNvSpPr/>
              <p:nvPr/>
            </p:nvSpPr>
            <p:spPr>
              <a:xfrm>
                <a:off x="536740" y="4004638"/>
                <a:ext cx="18000" cy="32760"/>
              </a:xfrm>
              <a:custGeom>
                <a:avLst/>
                <a:gdLst/>
                <a:ahLst/>
                <a:cxnLst/>
                <a:rect l="l" t="t" r="r" b="b"/>
                <a:pathLst>
                  <a:path w="50" h="91" extrusionOk="0">
                    <a:moveTo>
                      <a:pt x="25" y="82"/>
                    </a:moveTo>
                    <a:cubicBezTo>
                      <a:pt x="21" y="70"/>
                      <a:pt x="15" y="58"/>
                      <a:pt x="10" y="46"/>
                    </a:cubicBezTo>
                    <a:cubicBezTo>
                      <a:pt x="6" y="37"/>
                      <a:pt x="3" y="28"/>
                      <a:pt x="1" y="18"/>
                    </a:cubicBezTo>
                    <a:cubicBezTo>
                      <a:pt x="0" y="15"/>
                      <a:pt x="0" y="12"/>
                      <a:pt x="1" y="10"/>
                    </a:cubicBezTo>
                    <a:cubicBezTo>
                      <a:pt x="2" y="7"/>
                      <a:pt x="4" y="4"/>
                      <a:pt x="6" y="3"/>
                    </a:cubicBezTo>
                    <a:cubicBezTo>
                      <a:pt x="9" y="1"/>
                      <a:pt x="13" y="0"/>
                      <a:pt x="16" y="1"/>
                    </a:cubicBezTo>
                    <a:cubicBezTo>
                      <a:pt x="17" y="1"/>
                      <a:pt x="18" y="1"/>
                      <a:pt x="20" y="2"/>
                    </a:cubicBezTo>
                    <a:cubicBezTo>
                      <a:pt x="26" y="4"/>
                      <a:pt x="29" y="10"/>
                      <a:pt x="27" y="16"/>
                    </a:cubicBezTo>
                    <a:cubicBezTo>
                      <a:pt x="27" y="18"/>
                      <a:pt x="26" y="19"/>
                      <a:pt x="24" y="21"/>
                    </a:cubicBezTo>
                    <a:cubicBezTo>
                      <a:pt x="27" y="30"/>
                      <a:pt x="31" y="40"/>
                      <a:pt x="35" y="49"/>
                    </a:cubicBezTo>
                    <a:cubicBezTo>
                      <a:pt x="39" y="57"/>
                      <a:pt x="42" y="66"/>
                      <a:pt x="46" y="75"/>
                    </a:cubicBezTo>
                    <a:cubicBezTo>
                      <a:pt x="49" y="81"/>
                      <a:pt x="45" y="87"/>
                      <a:pt x="39" y="89"/>
                    </a:cubicBezTo>
                    <a:cubicBezTo>
                      <a:pt x="38" y="89"/>
                      <a:pt x="37" y="90"/>
                      <a:pt x="36" y="90"/>
                    </a:cubicBezTo>
                    <a:cubicBezTo>
                      <a:pt x="31" y="89"/>
                      <a:pt x="27" y="87"/>
                      <a:pt x="25" y="8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6" name="Google Shape;4306;p50">
                <a:extLst>
                  <a:ext uri="{FF2B5EF4-FFF2-40B4-BE49-F238E27FC236}">
                    <a16:creationId xmlns:a16="http://schemas.microsoft.com/office/drawing/2014/main" id="{C5933B4B-C1EC-12D9-837A-D5F116B86D7A}"/>
                  </a:ext>
                </a:extLst>
              </p:cNvPr>
              <p:cNvSpPr/>
              <p:nvPr/>
            </p:nvSpPr>
            <p:spPr>
              <a:xfrm>
                <a:off x="527020" y="4007158"/>
                <a:ext cx="45360" cy="4392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122" extrusionOk="0">
                    <a:moveTo>
                      <a:pt x="5" y="118"/>
                    </a:moveTo>
                    <a:cubicBezTo>
                      <a:pt x="1" y="115"/>
                      <a:pt x="0" y="108"/>
                      <a:pt x="4" y="103"/>
                    </a:cubicBezTo>
                    <a:cubicBezTo>
                      <a:pt x="17" y="88"/>
                      <a:pt x="31" y="72"/>
                      <a:pt x="45" y="56"/>
                    </a:cubicBezTo>
                    <a:cubicBezTo>
                      <a:pt x="52" y="48"/>
                      <a:pt x="59" y="39"/>
                      <a:pt x="67" y="31"/>
                    </a:cubicBezTo>
                    <a:cubicBezTo>
                      <a:pt x="75" y="22"/>
                      <a:pt x="84" y="13"/>
                      <a:pt x="94" y="5"/>
                    </a:cubicBezTo>
                    <a:cubicBezTo>
                      <a:pt x="98" y="3"/>
                      <a:pt x="104" y="0"/>
                      <a:pt x="109" y="0"/>
                    </a:cubicBezTo>
                    <a:cubicBezTo>
                      <a:pt x="114" y="0"/>
                      <a:pt x="118" y="1"/>
                      <a:pt x="122" y="5"/>
                    </a:cubicBezTo>
                    <a:cubicBezTo>
                      <a:pt x="125" y="10"/>
                      <a:pt x="125" y="16"/>
                      <a:pt x="121" y="21"/>
                    </a:cubicBezTo>
                    <a:cubicBezTo>
                      <a:pt x="117" y="24"/>
                      <a:pt x="112" y="25"/>
                      <a:pt x="108" y="22"/>
                    </a:cubicBezTo>
                    <a:lnTo>
                      <a:pt x="108" y="23"/>
                    </a:lnTo>
                    <a:cubicBezTo>
                      <a:pt x="107" y="24"/>
                      <a:pt x="105" y="25"/>
                      <a:pt x="103" y="26"/>
                    </a:cubicBezTo>
                    <a:cubicBezTo>
                      <a:pt x="98" y="30"/>
                      <a:pt x="93" y="35"/>
                      <a:pt x="88" y="39"/>
                    </a:cubicBezTo>
                    <a:cubicBezTo>
                      <a:pt x="89" y="39"/>
                      <a:pt x="89" y="39"/>
                      <a:pt x="89" y="39"/>
                    </a:cubicBezTo>
                    <a:cubicBezTo>
                      <a:pt x="77" y="51"/>
                      <a:pt x="65" y="65"/>
                      <a:pt x="54" y="78"/>
                    </a:cubicBezTo>
                    <a:cubicBezTo>
                      <a:pt x="42" y="91"/>
                      <a:pt x="31" y="104"/>
                      <a:pt x="21" y="117"/>
                    </a:cubicBezTo>
                    <a:cubicBezTo>
                      <a:pt x="19" y="120"/>
                      <a:pt x="16" y="121"/>
                      <a:pt x="12" y="121"/>
                    </a:cubicBezTo>
                    <a:cubicBezTo>
                      <a:pt x="10" y="121"/>
                      <a:pt x="8" y="120"/>
                      <a:pt x="5" y="11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7" name="Google Shape;4307;p50">
                <a:extLst>
                  <a:ext uri="{FF2B5EF4-FFF2-40B4-BE49-F238E27FC236}">
                    <a16:creationId xmlns:a16="http://schemas.microsoft.com/office/drawing/2014/main" id="{1F11400C-D128-CF3E-E9F9-9B42F97BB32B}"/>
                  </a:ext>
                </a:extLst>
              </p:cNvPr>
              <p:cNvSpPr/>
              <p:nvPr/>
            </p:nvSpPr>
            <p:spPr>
              <a:xfrm>
                <a:off x="576340" y="3984838"/>
                <a:ext cx="64800" cy="40320"/>
              </a:xfrm>
              <a:custGeom>
                <a:avLst/>
                <a:gdLst/>
                <a:ahLst/>
                <a:cxnLst/>
                <a:rect l="l" t="t" r="r" b="b"/>
                <a:pathLst>
                  <a:path w="180" h="112" extrusionOk="0">
                    <a:moveTo>
                      <a:pt x="30" y="23"/>
                    </a:moveTo>
                    <a:lnTo>
                      <a:pt x="29" y="23"/>
                    </a:lnTo>
                    <a:lnTo>
                      <a:pt x="28" y="23"/>
                    </a:lnTo>
                    <a:lnTo>
                      <a:pt x="27" y="23"/>
                    </a:lnTo>
                    <a:cubicBezTo>
                      <a:pt x="28" y="23"/>
                      <a:pt x="28" y="23"/>
                      <a:pt x="30" y="23"/>
                    </a:cubicBezTo>
                    <a:moveTo>
                      <a:pt x="37" y="110"/>
                    </a:moveTo>
                    <a:cubicBezTo>
                      <a:pt x="36" y="109"/>
                      <a:pt x="35" y="109"/>
                      <a:pt x="34" y="109"/>
                    </a:cubicBezTo>
                    <a:cubicBezTo>
                      <a:pt x="32" y="108"/>
                      <a:pt x="32" y="107"/>
                      <a:pt x="31" y="106"/>
                    </a:cubicBezTo>
                    <a:cubicBezTo>
                      <a:pt x="28" y="105"/>
                      <a:pt x="27" y="102"/>
                      <a:pt x="26" y="99"/>
                    </a:cubicBezTo>
                    <a:cubicBezTo>
                      <a:pt x="24" y="94"/>
                      <a:pt x="26" y="89"/>
                      <a:pt x="27" y="84"/>
                    </a:cubicBezTo>
                    <a:cubicBezTo>
                      <a:pt x="30" y="75"/>
                      <a:pt x="31" y="66"/>
                      <a:pt x="32" y="56"/>
                    </a:cubicBezTo>
                    <a:cubicBezTo>
                      <a:pt x="32" y="53"/>
                      <a:pt x="32" y="49"/>
                      <a:pt x="32" y="46"/>
                    </a:cubicBezTo>
                    <a:cubicBezTo>
                      <a:pt x="30" y="47"/>
                      <a:pt x="28" y="46"/>
                      <a:pt x="25" y="45"/>
                    </a:cubicBezTo>
                    <a:lnTo>
                      <a:pt x="24" y="45"/>
                    </a:lnTo>
                    <a:cubicBezTo>
                      <a:pt x="19" y="44"/>
                      <a:pt x="13" y="44"/>
                      <a:pt x="9" y="40"/>
                    </a:cubicBezTo>
                    <a:cubicBezTo>
                      <a:pt x="2" y="34"/>
                      <a:pt x="0" y="24"/>
                      <a:pt x="4" y="16"/>
                    </a:cubicBezTo>
                    <a:cubicBezTo>
                      <a:pt x="6" y="12"/>
                      <a:pt x="9" y="7"/>
                      <a:pt x="13" y="5"/>
                    </a:cubicBezTo>
                    <a:cubicBezTo>
                      <a:pt x="17" y="2"/>
                      <a:pt x="21" y="0"/>
                      <a:pt x="27" y="0"/>
                    </a:cubicBezTo>
                    <a:cubicBezTo>
                      <a:pt x="36" y="0"/>
                      <a:pt x="45" y="5"/>
                      <a:pt x="49" y="13"/>
                    </a:cubicBezTo>
                    <a:cubicBezTo>
                      <a:pt x="55" y="23"/>
                      <a:pt x="55" y="35"/>
                      <a:pt x="55" y="46"/>
                    </a:cubicBezTo>
                    <a:cubicBezTo>
                      <a:pt x="54" y="53"/>
                      <a:pt x="53" y="60"/>
                      <a:pt x="52" y="68"/>
                    </a:cubicBezTo>
                    <a:cubicBezTo>
                      <a:pt x="52" y="72"/>
                      <a:pt x="51" y="76"/>
                      <a:pt x="51" y="80"/>
                    </a:cubicBezTo>
                    <a:cubicBezTo>
                      <a:pt x="50" y="82"/>
                      <a:pt x="49" y="85"/>
                      <a:pt x="49" y="88"/>
                    </a:cubicBezTo>
                    <a:cubicBezTo>
                      <a:pt x="52" y="87"/>
                      <a:pt x="55" y="87"/>
                      <a:pt x="58" y="85"/>
                    </a:cubicBezTo>
                    <a:cubicBezTo>
                      <a:pt x="71" y="82"/>
                      <a:pt x="83" y="77"/>
                      <a:pt x="95" y="72"/>
                    </a:cubicBezTo>
                    <a:cubicBezTo>
                      <a:pt x="102" y="69"/>
                      <a:pt x="108" y="66"/>
                      <a:pt x="115" y="63"/>
                    </a:cubicBezTo>
                    <a:cubicBezTo>
                      <a:pt x="132" y="56"/>
                      <a:pt x="148" y="50"/>
                      <a:pt x="164" y="43"/>
                    </a:cubicBezTo>
                    <a:cubicBezTo>
                      <a:pt x="169" y="41"/>
                      <a:pt x="175" y="44"/>
                      <a:pt x="176" y="49"/>
                    </a:cubicBezTo>
                    <a:cubicBezTo>
                      <a:pt x="179" y="54"/>
                      <a:pt x="176" y="59"/>
                      <a:pt x="171" y="62"/>
                    </a:cubicBezTo>
                    <a:cubicBezTo>
                      <a:pt x="152" y="70"/>
                      <a:pt x="133" y="78"/>
                      <a:pt x="114" y="85"/>
                    </a:cubicBezTo>
                    <a:cubicBezTo>
                      <a:pt x="101" y="91"/>
                      <a:pt x="87" y="97"/>
                      <a:pt x="74" y="102"/>
                    </a:cubicBezTo>
                    <a:cubicBezTo>
                      <a:pt x="68" y="105"/>
                      <a:pt x="62" y="107"/>
                      <a:pt x="55" y="109"/>
                    </a:cubicBezTo>
                    <a:cubicBezTo>
                      <a:pt x="52" y="109"/>
                      <a:pt x="49" y="110"/>
                      <a:pt x="46" y="111"/>
                    </a:cubicBezTo>
                    <a:cubicBezTo>
                      <a:pt x="45" y="111"/>
                      <a:pt x="44" y="111"/>
                      <a:pt x="42" y="111"/>
                    </a:cubicBezTo>
                    <a:cubicBezTo>
                      <a:pt x="40" y="111"/>
                      <a:pt x="38" y="110"/>
                      <a:pt x="37" y="1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8" name="Google Shape;4308;p50">
                <a:extLst>
                  <a:ext uri="{FF2B5EF4-FFF2-40B4-BE49-F238E27FC236}">
                    <a16:creationId xmlns:a16="http://schemas.microsoft.com/office/drawing/2014/main" id="{34EB1EB9-C92E-5760-C4FD-9F01627D7EAB}"/>
                  </a:ext>
                </a:extLst>
              </p:cNvPr>
              <p:cNvSpPr/>
              <p:nvPr/>
            </p:nvSpPr>
            <p:spPr>
              <a:xfrm>
                <a:off x="-115580" y="4234318"/>
                <a:ext cx="70200" cy="128520"/>
              </a:xfrm>
              <a:custGeom>
                <a:avLst/>
                <a:gdLst/>
                <a:ahLst/>
                <a:cxnLst/>
                <a:rect l="l" t="t" r="r" b="b"/>
                <a:pathLst>
                  <a:path w="195" h="357" extrusionOk="0">
                    <a:moveTo>
                      <a:pt x="32" y="354"/>
                    </a:moveTo>
                    <a:cubicBezTo>
                      <a:pt x="28" y="353"/>
                      <a:pt x="24" y="350"/>
                      <a:pt x="21" y="347"/>
                    </a:cubicBezTo>
                    <a:cubicBezTo>
                      <a:pt x="6" y="332"/>
                      <a:pt x="0" y="310"/>
                      <a:pt x="0" y="289"/>
                    </a:cubicBezTo>
                    <a:cubicBezTo>
                      <a:pt x="1" y="279"/>
                      <a:pt x="4" y="268"/>
                      <a:pt x="8" y="259"/>
                    </a:cubicBezTo>
                    <a:cubicBezTo>
                      <a:pt x="13" y="249"/>
                      <a:pt x="18" y="240"/>
                      <a:pt x="25" y="231"/>
                    </a:cubicBezTo>
                    <a:cubicBezTo>
                      <a:pt x="32" y="223"/>
                      <a:pt x="39" y="215"/>
                      <a:pt x="47" y="206"/>
                    </a:cubicBezTo>
                    <a:cubicBezTo>
                      <a:pt x="51" y="202"/>
                      <a:pt x="57" y="202"/>
                      <a:pt x="61" y="205"/>
                    </a:cubicBezTo>
                    <a:cubicBezTo>
                      <a:pt x="65" y="209"/>
                      <a:pt x="66" y="215"/>
                      <a:pt x="62" y="219"/>
                    </a:cubicBezTo>
                    <a:cubicBezTo>
                      <a:pt x="55" y="227"/>
                      <a:pt x="47" y="236"/>
                      <a:pt x="40" y="245"/>
                    </a:cubicBezTo>
                    <a:cubicBezTo>
                      <a:pt x="37" y="250"/>
                      <a:pt x="34" y="254"/>
                      <a:pt x="31" y="259"/>
                    </a:cubicBezTo>
                    <a:cubicBezTo>
                      <a:pt x="29" y="262"/>
                      <a:pt x="28" y="265"/>
                      <a:pt x="27" y="269"/>
                    </a:cubicBezTo>
                    <a:cubicBezTo>
                      <a:pt x="25" y="272"/>
                      <a:pt x="24" y="276"/>
                      <a:pt x="23" y="279"/>
                    </a:cubicBezTo>
                    <a:cubicBezTo>
                      <a:pt x="22" y="282"/>
                      <a:pt x="22" y="284"/>
                      <a:pt x="22" y="287"/>
                    </a:cubicBezTo>
                    <a:cubicBezTo>
                      <a:pt x="22" y="289"/>
                      <a:pt x="21" y="291"/>
                      <a:pt x="21" y="293"/>
                    </a:cubicBezTo>
                    <a:cubicBezTo>
                      <a:pt x="22" y="297"/>
                      <a:pt x="22" y="300"/>
                      <a:pt x="22" y="303"/>
                    </a:cubicBezTo>
                    <a:cubicBezTo>
                      <a:pt x="23" y="306"/>
                      <a:pt x="24" y="309"/>
                      <a:pt x="24" y="312"/>
                    </a:cubicBezTo>
                    <a:cubicBezTo>
                      <a:pt x="25" y="314"/>
                      <a:pt x="26" y="316"/>
                      <a:pt x="27" y="318"/>
                    </a:cubicBezTo>
                    <a:cubicBezTo>
                      <a:pt x="28" y="320"/>
                      <a:pt x="28" y="322"/>
                      <a:pt x="29" y="324"/>
                    </a:cubicBezTo>
                    <a:cubicBezTo>
                      <a:pt x="31" y="325"/>
                      <a:pt x="31" y="326"/>
                      <a:pt x="32" y="328"/>
                    </a:cubicBezTo>
                    <a:cubicBezTo>
                      <a:pt x="34" y="329"/>
                      <a:pt x="34" y="330"/>
                      <a:pt x="35" y="331"/>
                    </a:cubicBezTo>
                    <a:cubicBezTo>
                      <a:pt x="36" y="332"/>
                      <a:pt x="36" y="332"/>
                      <a:pt x="38" y="333"/>
                    </a:cubicBezTo>
                    <a:cubicBezTo>
                      <a:pt x="39" y="334"/>
                      <a:pt x="39" y="334"/>
                      <a:pt x="40" y="335"/>
                    </a:cubicBezTo>
                    <a:lnTo>
                      <a:pt x="41" y="335"/>
                    </a:lnTo>
                    <a:lnTo>
                      <a:pt x="42" y="335"/>
                    </a:lnTo>
                    <a:cubicBezTo>
                      <a:pt x="43" y="335"/>
                      <a:pt x="43" y="335"/>
                      <a:pt x="43" y="335"/>
                    </a:cubicBezTo>
                    <a:cubicBezTo>
                      <a:pt x="45" y="335"/>
                      <a:pt x="46" y="334"/>
                      <a:pt x="48" y="334"/>
                    </a:cubicBezTo>
                    <a:cubicBezTo>
                      <a:pt x="49" y="333"/>
                      <a:pt x="49" y="333"/>
                      <a:pt x="50" y="333"/>
                    </a:cubicBezTo>
                    <a:cubicBezTo>
                      <a:pt x="52" y="332"/>
                      <a:pt x="52" y="332"/>
                      <a:pt x="53" y="331"/>
                    </a:cubicBezTo>
                    <a:cubicBezTo>
                      <a:pt x="54" y="331"/>
                      <a:pt x="55" y="331"/>
                      <a:pt x="55" y="331"/>
                    </a:cubicBezTo>
                    <a:cubicBezTo>
                      <a:pt x="56" y="330"/>
                      <a:pt x="56" y="329"/>
                      <a:pt x="56" y="329"/>
                    </a:cubicBezTo>
                    <a:cubicBezTo>
                      <a:pt x="59" y="327"/>
                      <a:pt x="60" y="325"/>
                      <a:pt x="62" y="322"/>
                    </a:cubicBezTo>
                    <a:lnTo>
                      <a:pt x="62" y="323"/>
                    </a:lnTo>
                    <a:cubicBezTo>
                      <a:pt x="62" y="322"/>
                      <a:pt x="62" y="322"/>
                      <a:pt x="62" y="322"/>
                    </a:cubicBezTo>
                    <a:lnTo>
                      <a:pt x="63" y="322"/>
                    </a:lnTo>
                    <a:lnTo>
                      <a:pt x="62" y="322"/>
                    </a:lnTo>
                    <a:cubicBezTo>
                      <a:pt x="66" y="318"/>
                      <a:pt x="68" y="313"/>
                      <a:pt x="71" y="308"/>
                    </a:cubicBezTo>
                    <a:cubicBezTo>
                      <a:pt x="75" y="301"/>
                      <a:pt x="78" y="294"/>
                      <a:pt x="81" y="287"/>
                    </a:cubicBezTo>
                    <a:lnTo>
                      <a:pt x="81" y="288"/>
                    </a:lnTo>
                    <a:cubicBezTo>
                      <a:pt x="83" y="283"/>
                      <a:pt x="85" y="277"/>
                      <a:pt x="87" y="273"/>
                    </a:cubicBezTo>
                    <a:cubicBezTo>
                      <a:pt x="89" y="268"/>
                      <a:pt x="91" y="262"/>
                      <a:pt x="92" y="257"/>
                    </a:cubicBezTo>
                    <a:cubicBezTo>
                      <a:pt x="96" y="246"/>
                      <a:pt x="99" y="235"/>
                      <a:pt x="102" y="224"/>
                    </a:cubicBezTo>
                    <a:cubicBezTo>
                      <a:pt x="109" y="202"/>
                      <a:pt x="116" y="180"/>
                      <a:pt x="123" y="158"/>
                    </a:cubicBezTo>
                    <a:cubicBezTo>
                      <a:pt x="129" y="137"/>
                      <a:pt x="136" y="116"/>
                      <a:pt x="143" y="95"/>
                    </a:cubicBezTo>
                    <a:cubicBezTo>
                      <a:pt x="144" y="92"/>
                      <a:pt x="145" y="89"/>
                      <a:pt x="146" y="86"/>
                    </a:cubicBezTo>
                    <a:cubicBezTo>
                      <a:pt x="145" y="88"/>
                      <a:pt x="143" y="90"/>
                      <a:pt x="141" y="92"/>
                    </a:cubicBezTo>
                    <a:cubicBezTo>
                      <a:pt x="139" y="94"/>
                      <a:pt x="137" y="96"/>
                      <a:pt x="135" y="99"/>
                    </a:cubicBezTo>
                    <a:cubicBezTo>
                      <a:pt x="130" y="104"/>
                      <a:pt x="125" y="109"/>
                      <a:pt x="120" y="113"/>
                    </a:cubicBezTo>
                    <a:cubicBezTo>
                      <a:pt x="115" y="119"/>
                      <a:pt x="109" y="124"/>
                      <a:pt x="102" y="129"/>
                    </a:cubicBezTo>
                    <a:cubicBezTo>
                      <a:pt x="92" y="137"/>
                      <a:pt x="78" y="145"/>
                      <a:pt x="65" y="142"/>
                    </a:cubicBezTo>
                    <a:cubicBezTo>
                      <a:pt x="59" y="141"/>
                      <a:pt x="54" y="136"/>
                      <a:pt x="50" y="131"/>
                    </a:cubicBezTo>
                    <a:cubicBezTo>
                      <a:pt x="46" y="125"/>
                      <a:pt x="46" y="118"/>
                      <a:pt x="46" y="111"/>
                    </a:cubicBezTo>
                    <a:cubicBezTo>
                      <a:pt x="47" y="94"/>
                      <a:pt x="50" y="77"/>
                      <a:pt x="54" y="59"/>
                    </a:cubicBezTo>
                    <a:cubicBezTo>
                      <a:pt x="55" y="50"/>
                      <a:pt x="57" y="42"/>
                      <a:pt x="60" y="33"/>
                    </a:cubicBezTo>
                    <a:cubicBezTo>
                      <a:pt x="62" y="26"/>
                      <a:pt x="64" y="18"/>
                      <a:pt x="66" y="11"/>
                    </a:cubicBezTo>
                    <a:cubicBezTo>
                      <a:pt x="66" y="10"/>
                      <a:pt x="66" y="10"/>
                      <a:pt x="67" y="9"/>
                    </a:cubicBezTo>
                    <a:cubicBezTo>
                      <a:pt x="66" y="9"/>
                      <a:pt x="66" y="10"/>
                      <a:pt x="66" y="10"/>
                    </a:cubicBezTo>
                    <a:cubicBezTo>
                      <a:pt x="67" y="9"/>
                      <a:pt x="67" y="9"/>
                      <a:pt x="67" y="9"/>
                    </a:cubicBezTo>
                    <a:cubicBezTo>
                      <a:pt x="68" y="3"/>
                      <a:pt x="74" y="0"/>
                      <a:pt x="81" y="1"/>
                    </a:cubicBezTo>
                    <a:cubicBezTo>
                      <a:pt x="86" y="3"/>
                      <a:pt x="90" y="10"/>
                      <a:pt x="88" y="15"/>
                    </a:cubicBezTo>
                    <a:cubicBezTo>
                      <a:pt x="88" y="16"/>
                      <a:pt x="88" y="16"/>
                      <a:pt x="88" y="17"/>
                    </a:cubicBezTo>
                    <a:cubicBezTo>
                      <a:pt x="88" y="16"/>
                      <a:pt x="88" y="16"/>
                      <a:pt x="88" y="16"/>
                    </a:cubicBezTo>
                    <a:cubicBezTo>
                      <a:pt x="87" y="17"/>
                      <a:pt x="87" y="17"/>
                      <a:pt x="87" y="17"/>
                    </a:cubicBezTo>
                    <a:cubicBezTo>
                      <a:pt x="84" y="28"/>
                      <a:pt x="80" y="37"/>
                      <a:pt x="78" y="48"/>
                    </a:cubicBezTo>
                    <a:cubicBezTo>
                      <a:pt x="78" y="47"/>
                      <a:pt x="78" y="47"/>
                      <a:pt x="78" y="47"/>
                    </a:cubicBezTo>
                    <a:lnTo>
                      <a:pt x="78" y="48"/>
                    </a:lnTo>
                    <a:cubicBezTo>
                      <a:pt x="77" y="48"/>
                      <a:pt x="77" y="48"/>
                      <a:pt x="77" y="48"/>
                    </a:cubicBezTo>
                    <a:lnTo>
                      <a:pt x="78" y="48"/>
                    </a:lnTo>
                    <a:cubicBezTo>
                      <a:pt x="77" y="53"/>
                      <a:pt x="75" y="57"/>
                      <a:pt x="74" y="61"/>
                    </a:cubicBezTo>
                    <a:cubicBezTo>
                      <a:pt x="73" y="66"/>
                      <a:pt x="73" y="71"/>
                      <a:pt x="71" y="75"/>
                    </a:cubicBezTo>
                    <a:cubicBezTo>
                      <a:pt x="70" y="83"/>
                      <a:pt x="69" y="91"/>
                      <a:pt x="68" y="100"/>
                    </a:cubicBezTo>
                    <a:cubicBezTo>
                      <a:pt x="68" y="104"/>
                      <a:pt x="67" y="109"/>
                      <a:pt x="67" y="114"/>
                    </a:cubicBezTo>
                    <a:cubicBezTo>
                      <a:pt x="67" y="116"/>
                      <a:pt x="68" y="117"/>
                      <a:pt x="68" y="118"/>
                    </a:cubicBezTo>
                    <a:lnTo>
                      <a:pt x="68" y="119"/>
                    </a:lnTo>
                    <a:lnTo>
                      <a:pt x="68" y="120"/>
                    </a:lnTo>
                    <a:lnTo>
                      <a:pt x="69" y="120"/>
                    </a:lnTo>
                    <a:cubicBezTo>
                      <a:pt x="69" y="120"/>
                      <a:pt x="69" y="121"/>
                      <a:pt x="70" y="121"/>
                    </a:cubicBezTo>
                    <a:lnTo>
                      <a:pt x="71" y="121"/>
                    </a:lnTo>
                    <a:cubicBezTo>
                      <a:pt x="72" y="121"/>
                      <a:pt x="73" y="121"/>
                      <a:pt x="74" y="120"/>
                    </a:cubicBezTo>
                    <a:cubicBezTo>
                      <a:pt x="75" y="120"/>
                      <a:pt x="77" y="120"/>
                      <a:pt x="78" y="119"/>
                    </a:cubicBezTo>
                    <a:cubicBezTo>
                      <a:pt x="80" y="118"/>
                      <a:pt x="82" y="117"/>
                      <a:pt x="83" y="116"/>
                    </a:cubicBezTo>
                    <a:cubicBezTo>
                      <a:pt x="88" y="114"/>
                      <a:pt x="92" y="111"/>
                      <a:pt x="95" y="108"/>
                    </a:cubicBezTo>
                    <a:cubicBezTo>
                      <a:pt x="104" y="101"/>
                      <a:pt x="112" y="93"/>
                      <a:pt x="120" y="85"/>
                    </a:cubicBezTo>
                    <a:cubicBezTo>
                      <a:pt x="120" y="85"/>
                      <a:pt x="120" y="86"/>
                      <a:pt x="119" y="86"/>
                    </a:cubicBezTo>
                    <a:cubicBezTo>
                      <a:pt x="123" y="82"/>
                      <a:pt x="127" y="78"/>
                      <a:pt x="131" y="74"/>
                    </a:cubicBezTo>
                    <a:cubicBezTo>
                      <a:pt x="133" y="72"/>
                      <a:pt x="134" y="70"/>
                      <a:pt x="136" y="68"/>
                    </a:cubicBezTo>
                    <a:cubicBezTo>
                      <a:pt x="137" y="65"/>
                      <a:pt x="139" y="63"/>
                      <a:pt x="141" y="61"/>
                    </a:cubicBezTo>
                    <a:cubicBezTo>
                      <a:pt x="146" y="54"/>
                      <a:pt x="151" y="47"/>
                      <a:pt x="156" y="39"/>
                    </a:cubicBezTo>
                    <a:cubicBezTo>
                      <a:pt x="159" y="36"/>
                      <a:pt x="161" y="33"/>
                      <a:pt x="163" y="29"/>
                    </a:cubicBezTo>
                    <a:cubicBezTo>
                      <a:pt x="164" y="27"/>
                      <a:pt x="165" y="25"/>
                      <a:pt x="167" y="23"/>
                    </a:cubicBezTo>
                    <a:cubicBezTo>
                      <a:pt x="167" y="22"/>
                      <a:pt x="169" y="21"/>
                      <a:pt x="169" y="19"/>
                    </a:cubicBezTo>
                    <a:cubicBezTo>
                      <a:pt x="171" y="17"/>
                      <a:pt x="173" y="14"/>
                      <a:pt x="175" y="12"/>
                    </a:cubicBezTo>
                    <a:cubicBezTo>
                      <a:pt x="178" y="8"/>
                      <a:pt x="184" y="8"/>
                      <a:pt x="188" y="11"/>
                    </a:cubicBezTo>
                    <a:cubicBezTo>
                      <a:pt x="192" y="14"/>
                      <a:pt x="194" y="19"/>
                      <a:pt x="192" y="23"/>
                    </a:cubicBezTo>
                    <a:cubicBezTo>
                      <a:pt x="190" y="31"/>
                      <a:pt x="186" y="39"/>
                      <a:pt x="183" y="47"/>
                    </a:cubicBezTo>
                    <a:cubicBezTo>
                      <a:pt x="180" y="54"/>
                      <a:pt x="176" y="63"/>
                      <a:pt x="173" y="70"/>
                    </a:cubicBezTo>
                    <a:cubicBezTo>
                      <a:pt x="173" y="70"/>
                      <a:pt x="174" y="70"/>
                      <a:pt x="174" y="69"/>
                    </a:cubicBezTo>
                    <a:cubicBezTo>
                      <a:pt x="170" y="79"/>
                      <a:pt x="166" y="89"/>
                      <a:pt x="163" y="99"/>
                    </a:cubicBezTo>
                    <a:cubicBezTo>
                      <a:pt x="159" y="109"/>
                      <a:pt x="155" y="120"/>
                      <a:pt x="151" y="131"/>
                    </a:cubicBezTo>
                    <a:cubicBezTo>
                      <a:pt x="145" y="152"/>
                      <a:pt x="137" y="173"/>
                      <a:pt x="131" y="194"/>
                    </a:cubicBezTo>
                    <a:cubicBezTo>
                      <a:pt x="124" y="217"/>
                      <a:pt x="117" y="239"/>
                      <a:pt x="110" y="262"/>
                    </a:cubicBezTo>
                    <a:cubicBezTo>
                      <a:pt x="109" y="267"/>
                      <a:pt x="108" y="272"/>
                      <a:pt x="106" y="278"/>
                    </a:cubicBezTo>
                    <a:cubicBezTo>
                      <a:pt x="104" y="283"/>
                      <a:pt x="102" y="288"/>
                      <a:pt x="100" y="293"/>
                    </a:cubicBezTo>
                    <a:cubicBezTo>
                      <a:pt x="98" y="298"/>
                      <a:pt x="96" y="304"/>
                      <a:pt x="93" y="309"/>
                    </a:cubicBezTo>
                    <a:cubicBezTo>
                      <a:pt x="91" y="315"/>
                      <a:pt x="88" y="321"/>
                      <a:pt x="84" y="326"/>
                    </a:cubicBezTo>
                    <a:cubicBezTo>
                      <a:pt x="80" y="333"/>
                      <a:pt x="76" y="339"/>
                      <a:pt x="71" y="344"/>
                    </a:cubicBezTo>
                    <a:cubicBezTo>
                      <a:pt x="64" y="351"/>
                      <a:pt x="56" y="354"/>
                      <a:pt x="47" y="356"/>
                    </a:cubicBezTo>
                    <a:cubicBezTo>
                      <a:pt x="45" y="356"/>
                      <a:pt x="43" y="356"/>
                      <a:pt x="42" y="356"/>
                    </a:cubicBezTo>
                    <a:cubicBezTo>
                      <a:pt x="39" y="356"/>
                      <a:pt x="36" y="356"/>
                      <a:pt x="32" y="3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9" name="Google Shape;4309;p50">
                <a:extLst>
                  <a:ext uri="{FF2B5EF4-FFF2-40B4-BE49-F238E27FC236}">
                    <a16:creationId xmlns:a16="http://schemas.microsoft.com/office/drawing/2014/main" id="{B592B6A4-E935-C88D-AF1A-86046FD40467}"/>
                  </a:ext>
                </a:extLst>
              </p:cNvPr>
              <p:cNvSpPr/>
              <p:nvPr/>
            </p:nvSpPr>
            <p:spPr>
              <a:xfrm>
                <a:off x="-3620" y="4251238"/>
                <a:ext cx="27720" cy="9360"/>
              </a:xfrm>
              <a:custGeom>
                <a:avLst/>
                <a:gdLst/>
                <a:ahLst/>
                <a:cxnLst/>
                <a:rect l="l" t="t" r="r" b="b"/>
                <a:pathLst>
                  <a:path w="77" h="26" extrusionOk="0">
                    <a:moveTo>
                      <a:pt x="15" y="25"/>
                    </a:moveTo>
                    <a:cubicBezTo>
                      <a:pt x="13" y="25"/>
                      <a:pt x="11" y="24"/>
                      <a:pt x="10" y="24"/>
                    </a:cubicBezTo>
                    <a:cubicBezTo>
                      <a:pt x="4" y="23"/>
                      <a:pt x="0" y="18"/>
                      <a:pt x="0" y="13"/>
                    </a:cubicBezTo>
                    <a:cubicBezTo>
                      <a:pt x="0" y="7"/>
                      <a:pt x="6" y="2"/>
                      <a:pt x="11" y="2"/>
                    </a:cubicBezTo>
                    <a:cubicBezTo>
                      <a:pt x="14" y="2"/>
                      <a:pt x="16" y="2"/>
                      <a:pt x="17" y="2"/>
                    </a:cubicBezTo>
                    <a:cubicBezTo>
                      <a:pt x="32" y="2"/>
                      <a:pt x="48" y="0"/>
                      <a:pt x="63" y="0"/>
                    </a:cubicBezTo>
                    <a:cubicBezTo>
                      <a:pt x="69" y="0"/>
                      <a:pt x="74" y="3"/>
                      <a:pt x="75" y="10"/>
                    </a:cubicBezTo>
                    <a:cubicBezTo>
                      <a:pt x="76" y="15"/>
                      <a:pt x="71" y="21"/>
                      <a:pt x="65" y="21"/>
                    </a:cubicBezTo>
                    <a:cubicBezTo>
                      <a:pt x="56" y="21"/>
                      <a:pt x="46" y="22"/>
                      <a:pt x="37" y="23"/>
                    </a:cubicBezTo>
                    <a:cubicBezTo>
                      <a:pt x="32" y="23"/>
                      <a:pt x="27" y="23"/>
                      <a:pt x="23" y="24"/>
                    </a:cubicBezTo>
                    <a:cubicBezTo>
                      <a:pt x="21" y="25"/>
                      <a:pt x="19" y="25"/>
                      <a:pt x="17" y="25"/>
                    </a:cubicBezTo>
                    <a:cubicBezTo>
                      <a:pt x="16" y="25"/>
                      <a:pt x="16" y="25"/>
                      <a:pt x="15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0" name="Google Shape;4310;p50">
                <a:extLst>
                  <a:ext uri="{FF2B5EF4-FFF2-40B4-BE49-F238E27FC236}">
                    <a16:creationId xmlns:a16="http://schemas.microsoft.com/office/drawing/2014/main" id="{FE58B737-E142-7D99-7130-CDB4ABFF7DB6}"/>
                  </a:ext>
                </a:extLst>
              </p:cNvPr>
              <p:cNvSpPr/>
              <p:nvPr/>
            </p:nvSpPr>
            <p:spPr>
              <a:xfrm>
                <a:off x="-17660" y="4264918"/>
                <a:ext cx="52560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146" h="40" extrusionOk="0">
                    <a:moveTo>
                      <a:pt x="9" y="39"/>
                    </a:moveTo>
                    <a:cubicBezTo>
                      <a:pt x="4" y="38"/>
                      <a:pt x="0" y="33"/>
                      <a:pt x="0" y="28"/>
                    </a:cubicBezTo>
                    <a:cubicBezTo>
                      <a:pt x="0" y="26"/>
                      <a:pt x="0" y="26"/>
                      <a:pt x="0" y="25"/>
                    </a:cubicBezTo>
                    <a:lnTo>
                      <a:pt x="0" y="26"/>
                    </a:lnTo>
                    <a:cubicBezTo>
                      <a:pt x="0" y="25"/>
                      <a:pt x="0" y="25"/>
                      <a:pt x="0" y="24"/>
                    </a:cubicBezTo>
                    <a:cubicBezTo>
                      <a:pt x="2" y="18"/>
                      <a:pt x="9" y="15"/>
                      <a:pt x="15" y="17"/>
                    </a:cubicBezTo>
                    <a:lnTo>
                      <a:pt x="16" y="17"/>
                    </a:lnTo>
                    <a:cubicBezTo>
                      <a:pt x="27" y="16"/>
                      <a:pt x="38" y="14"/>
                      <a:pt x="49" y="13"/>
                    </a:cubicBezTo>
                    <a:cubicBezTo>
                      <a:pt x="58" y="11"/>
                      <a:pt x="67" y="10"/>
                      <a:pt x="76" y="8"/>
                    </a:cubicBezTo>
                    <a:cubicBezTo>
                      <a:pt x="95" y="6"/>
                      <a:pt x="115" y="3"/>
                      <a:pt x="134" y="0"/>
                    </a:cubicBezTo>
                    <a:cubicBezTo>
                      <a:pt x="138" y="0"/>
                      <a:pt x="143" y="3"/>
                      <a:pt x="144" y="8"/>
                    </a:cubicBezTo>
                    <a:cubicBezTo>
                      <a:pt x="145" y="13"/>
                      <a:pt x="142" y="18"/>
                      <a:pt x="137" y="19"/>
                    </a:cubicBezTo>
                    <a:cubicBezTo>
                      <a:pt x="116" y="22"/>
                      <a:pt x="97" y="26"/>
                      <a:pt x="77" y="29"/>
                    </a:cubicBezTo>
                    <a:cubicBezTo>
                      <a:pt x="69" y="31"/>
                      <a:pt x="60" y="32"/>
                      <a:pt x="52" y="33"/>
                    </a:cubicBezTo>
                    <a:cubicBezTo>
                      <a:pt x="47" y="34"/>
                      <a:pt x="41" y="35"/>
                      <a:pt x="36" y="36"/>
                    </a:cubicBezTo>
                    <a:cubicBezTo>
                      <a:pt x="33" y="36"/>
                      <a:pt x="30" y="37"/>
                      <a:pt x="28" y="38"/>
                    </a:cubicBezTo>
                    <a:cubicBezTo>
                      <a:pt x="25" y="38"/>
                      <a:pt x="22" y="39"/>
                      <a:pt x="19" y="39"/>
                    </a:cubicBezTo>
                    <a:cubicBezTo>
                      <a:pt x="17" y="39"/>
                      <a:pt x="15" y="39"/>
                      <a:pt x="13" y="39"/>
                    </a:cubicBezTo>
                    <a:cubicBezTo>
                      <a:pt x="11" y="39"/>
                      <a:pt x="10" y="39"/>
                      <a:pt x="9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1" name="Google Shape;4311;p50">
                <a:extLst>
                  <a:ext uri="{FF2B5EF4-FFF2-40B4-BE49-F238E27FC236}">
                    <a16:creationId xmlns:a16="http://schemas.microsoft.com/office/drawing/2014/main" id="{B47FBBE1-D1A9-3719-8AB9-E7F98D351E6C}"/>
                  </a:ext>
                </a:extLst>
              </p:cNvPr>
              <p:cNvSpPr/>
              <p:nvPr/>
            </p:nvSpPr>
            <p:spPr>
              <a:xfrm>
                <a:off x="38860" y="4218118"/>
                <a:ext cx="57600" cy="87480"/>
              </a:xfrm>
              <a:custGeom>
                <a:avLst/>
                <a:gdLst/>
                <a:ahLst/>
                <a:cxnLst/>
                <a:rect l="l" t="t" r="r" b="b"/>
                <a:pathLst>
                  <a:path w="160" h="243" extrusionOk="0">
                    <a:moveTo>
                      <a:pt x="25" y="211"/>
                    </a:moveTo>
                    <a:cubicBezTo>
                      <a:pt x="30" y="207"/>
                      <a:pt x="35" y="203"/>
                      <a:pt x="39" y="198"/>
                    </a:cubicBezTo>
                    <a:lnTo>
                      <a:pt x="38" y="198"/>
                    </a:lnTo>
                    <a:cubicBezTo>
                      <a:pt x="47" y="189"/>
                      <a:pt x="56" y="179"/>
                      <a:pt x="64" y="169"/>
                    </a:cubicBezTo>
                    <a:cubicBezTo>
                      <a:pt x="66" y="168"/>
                      <a:pt x="66" y="167"/>
                      <a:pt x="67" y="166"/>
                    </a:cubicBezTo>
                    <a:lnTo>
                      <a:pt x="66" y="166"/>
                    </a:lnTo>
                    <a:cubicBezTo>
                      <a:pt x="65" y="166"/>
                      <a:pt x="64" y="166"/>
                      <a:pt x="64" y="165"/>
                    </a:cubicBezTo>
                    <a:cubicBezTo>
                      <a:pt x="63" y="165"/>
                      <a:pt x="63" y="165"/>
                      <a:pt x="63" y="165"/>
                    </a:cubicBezTo>
                    <a:cubicBezTo>
                      <a:pt x="61" y="165"/>
                      <a:pt x="61" y="165"/>
                      <a:pt x="60" y="166"/>
                    </a:cubicBezTo>
                    <a:cubicBezTo>
                      <a:pt x="60" y="166"/>
                      <a:pt x="59" y="166"/>
                      <a:pt x="58" y="166"/>
                    </a:cubicBezTo>
                    <a:lnTo>
                      <a:pt x="59" y="166"/>
                    </a:lnTo>
                    <a:lnTo>
                      <a:pt x="58" y="166"/>
                    </a:lnTo>
                    <a:lnTo>
                      <a:pt x="57" y="166"/>
                    </a:lnTo>
                    <a:lnTo>
                      <a:pt x="58" y="166"/>
                    </a:lnTo>
                    <a:cubicBezTo>
                      <a:pt x="57" y="166"/>
                      <a:pt x="56" y="167"/>
                      <a:pt x="56" y="168"/>
                    </a:cubicBezTo>
                    <a:cubicBezTo>
                      <a:pt x="54" y="168"/>
                      <a:pt x="53" y="169"/>
                      <a:pt x="53" y="169"/>
                    </a:cubicBezTo>
                    <a:cubicBezTo>
                      <a:pt x="52" y="170"/>
                      <a:pt x="50" y="171"/>
                      <a:pt x="49" y="172"/>
                    </a:cubicBezTo>
                    <a:cubicBezTo>
                      <a:pt x="47" y="175"/>
                      <a:pt x="45" y="177"/>
                      <a:pt x="43" y="180"/>
                    </a:cubicBezTo>
                    <a:cubicBezTo>
                      <a:pt x="43" y="180"/>
                      <a:pt x="42" y="180"/>
                      <a:pt x="42" y="181"/>
                    </a:cubicBezTo>
                    <a:lnTo>
                      <a:pt x="43" y="180"/>
                    </a:lnTo>
                    <a:cubicBezTo>
                      <a:pt x="39" y="186"/>
                      <a:pt x="35" y="191"/>
                      <a:pt x="32" y="197"/>
                    </a:cubicBezTo>
                    <a:cubicBezTo>
                      <a:pt x="30" y="200"/>
                      <a:pt x="28" y="204"/>
                      <a:pt x="27" y="208"/>
                    </a:cubicBezTo>
                    <a:cubicBezTo>
                      <a:pt x="26" y="210"/>
                      <a:pt x="26" y="211"/>
                      <a:pt x="25" y="211"/>
                    </a:cubicBezTo>
                    <a:moveTo>
                      <a:pt x="11" y="241"/>
                    </a:moveTo>
                    <a:cubicBezTo>
                      <a:pt x="9" y="240"/>
                      <a:pt x="8" y="239"/>
                      <a:pt x="6" y="238"/>
                    </a:cubicBezTo>
                    <a:cubicBezTo>
                      <a:pt x="3" y="235"/>
                      <a:pt x="1" y="231"/>
                      <a:pt x="1" y="227"/>
                    </a:cubicBezTo>
                    <a:cubicBezTo>
                      <a:pt x="0" y="223"/>
                      <a:pt x="1" y="218"/>
                      <a:pt x="3" y="214"/>
                    </a:cubicBezTo>
                    <a:cubicBezTo>
                      <a:pt x="4" y="208"/>
                      <a:pt x="6" y="204"/>
                      <a:pt x="8" y="198"/>
                    </a:cubicBezTo>
                    <a:cubicBezTo>
                      <a:pt x="11" y="189"/>
                      <a:pt x="17" y="180"/>
                      <a:pt x="22" y="173"/>
                    </a:cubicBezTo>
                    <a:cubicBezTo>
                      <a:pt x="28" y="165"/>
                      <a:pt x="33" y="157"/>
                      <a:pt x="41" y="151"/>
                    </a:cubicBezTo>
                    <a:cubicBezTo>
                      <a:pt x="49" y="146"/>
                      <a:pt x="58" y="143"/>
                      <a:pt x="67" y="144"/>
                    </a:cubicBezTo>
                    <a:cubicBezTo>
                      <a:pt x="72" y="145"/>
                      <a:pt x="77" y="147"/>
                      <a:pt x="81" y="149"/>
                    </a:cubicBezTo>
                    <a:cubicBezTo>
                      <a:pt x="84" y="144"/>
                      <a:pt x="88" y="140"/>
                      <a:pt x="91" y="136"/>
                    </a:cubicBezTo>
                    <a:lnTo>
                      <a:pt x="90" y="137"/>
                    </a:lnTo>
                    <a:cubicBezTo>
                      <a:pt x="94" y="131"/>
                      <a:pt x="98" y="126"/>
                      <a:pt x="101" y="120"/>
                    </a:cubicBezTo>
                    <a:cubicBezTo>
                      <a:pt x="107" y="112"/>
                      <a:pt x="113" y="103"/>
                      <a:pt x="118" y="94"/>
                    </a:cubicBezTo>
                    <a:cubicBezTo>
                      <a:pt x="122" y="86"/>
                      <a:pt x="126" y="78"/>
                      <a:pt x="129" y="70"/>
                    </a:cubicBezTo>
                    <a:lnTo>
                      <a:pt x="129" y="71"/>
                    </a:lnTo>
                    <a:cubicBezTo>
                      <a:pt x="131" y="64"/>
                      <a:pt x="134" y="57"/>
                      <a:pt x="135" y="50"/>
                    </a:cubicBezTo>
                    <a:cubicBezTo>
                      <a:pt x="135" y="49"/>
                      <a:pt x="135" y="49"/>
                      <a:pt x="136" y="49"/>
                    </a:cubicBezTo>
                    <a:cubicBezTo>
                      <a:pt x="135" y="49"/>
                      <a:pt x="135" y="49"/>
                      <a:pt x="135" y="49"/>
                    </a:cubicBezTo>
                    <a:cubicBezTo>
                      <a:pt x="137" y="46"/>
                      <a:pt x="137" y="42"/>
                      <a:pt x="138" y="38"/>
                    </a:cubicBezTo>
                    <a:cubicBezTo>
                      <a:pt x="138" y="34"/>
                      <a:pt x="138" y="31"/>
                      <a:pt x="138" y="27"/>
                    </a:cubicBezTo>
                    <a:cubicBezTo>
                      <a:pt x="138" y="27"/>
                      <a:pt x="138" y="26"/>
                      <a:pt x="138" y="25"/>
                    </a:cubicBezTo>
                    <a:lnTo>
                      <a:pt x="138" y="24"/>
                    </a:lnTo>
                    <a:cubicBezTo>
                      <a:pt x="137" y="24"/>
                      <a:pt x="137" y="24"/>
                      <a:pt x="137" y="23"/>
                    </a:cubicBezTo>
                    <a:cubicBezTo>
                      <a:pt x="137" y="24"/>
                      <a:pt x="137" y="24"/>
                      <a:pt x="137" y="24"/>
                    </a:cubicBezTo>
                    <a:cubicBezTo>
                      <a:pt x="135" y="25"/>
                      <a:pt x="135" y="25"/>
                      <a:pt x="134" y="27"/>
                    </a:cubicBezTo>
                    <a:cubicBezTo>
                      <a:pt x="130" y="31"/>
                      <a:pt x="127" y="35"/>
                      <a:pt x="123" y="39"/>
                    </a:cubicBezTo>
                    <a:cubicBezTo>
                      <a:pt x="121" y="42"/>
                      <a:pt x="119" y="46"/>
                      <a:pt x="117" y="49"/>
                    </a:cubicBezTo>
                    <a:cubicBezTo>
                      <a:pt x="115" y="53"/>
                      <a:pt x="113" y="56"/>
                      <a:pt x="112" y="60"/>
                    </a:cubicBezTo>
                    <a:cubicBezTo>
                      <a:pt x="111" y="62"/>
                      <a:pt x="110" y="64"/>
                      <a:pt x="110" y="66"/>
                    </a:cubicBezTo>
                    <a:cubicBezTo>
                      <a:pt x="113" y="69"/>
                      <a:pt x="116" y="74"/>
                      <a:pt x="114" y="78"/>
                    </a:cubicBezTo>
                    <a:cubicBezTo>
                      <a:pt x="112" y="84"/>
                      <a:pt x="106" y="88"/>
                      <a:pt x="100" y="86"/>
                    </a:cubicBezTo>
                    <a:cubicBezTo>
                      <a:pt x="96" y="84"/>
                      <a:pt x="92" y="82"/>
                      <a:pt x="89" y="78"/>
                    </a:cubicBezTo>
                    <a:cubicBezTo>
                      <a:pt x="87" y="72"/>
                      <a:pt x="87" y="65"/>
                      <a:pt x="89" y="59"/>
                    </a:cubicBezTo>
                    <a:cubicBezTo>
                      <a:pt x="91" y="52"/>
                      <a:pt x="94" y="45"/>
                      <a:pt x="98" y="39"/>
                    </a:cubicBezTo>
                    <a:cubicBezTo>
                      <a:pt x="101" y="34"/>
                      <a:pt x="105" y="29"/>
                      <a:pt x="108" y="24"/>
                    </a:cubicBezTo>
                    <a:cubicBezTo>
                      <a:pt x="110" y="22"/>
                      <a:pt x="112" y="20"/>
                      <a:pt x="113" y="17"/>
                    </a:cubicBezTo>
                    <a:cubicBezTo>
                      <a:pt x="114" y="16"/>
                      <a:pt x="115" y="15"/>
                      <a:pt x="116" y="14"/>
                    </a:cubicBezTo>
                    <a:cubicBezTo>
                      <a:pt x="119" y="11"/>
                      <a:pt x="121" y="7"/>
                      <a:pt x="124" y="6"/>
                    </a:cubicBezTo>
                    <a:cubicBezTo>
                      <a:pt x="126" y="4"/>
                      <a:pt x="127" y="4"/>
                      <a:pt x="129" y="3"/>
                    </a:cubicBezTo>
                    <a:cubicBezTo>
                      <a:pt x="130" y="2"/>
                      <a:pt x="132" y="1"/>
                      <a:pt x="134" y="1"/>
                    </a:cubicBezTo>
                    <a:cubicBezTo>
                      <a:pt x="136" y="0"/>
                      <a:pt x="140" y="1"/>
                      <a:pt x="142" y="1"/>
                    </a:cubicBezTo>
                    <a:cubicBezTo>
                      <a:pt x="148" y="3"/>
                      <a:pt x="154" y="7"/>
                      <a:pt x="156" y="13"/>
                    </a:cubicBezTo>
                    <a:cubicBezTo>
                      <a:pt x="158" y="15"/>
                      <a:pt x="158" y="18"/>
                      <a:pt x="159" y="21"/>
                    </a:cubicBezTo>
                    <a:cubicBezTo>
                      <a:pt x="159" y="25"/>
                      <a:pt x="159" y="28"/>
                      <a:pt x="159" y="31"/>
                    </a:cubicBezTo>
                    <a:cubicBezTo>
                      <a:pt x="159" y="39"/>
                      <a:pt x="158" y="47"/>
                      <a:pt x="155" y="55"/>
                    </a:cubicBezTo>
                    <a:cubicBezTo>
                      <a:pt x="152" y="70"/>
                      <a:pt x="145" y="84"/>
                      <a:pt x="138" y="98"/>
                    </a:cubicBezTo>
                    <a:cubicBezTo>
                      <a:pt x="133" y="108"/>
                      <a:pt x="127" y="118"/>
                      <a:pt x="121" y="127"/>
                    </a:cubicBezTo>
                    <a:cubicBezTo>
                      <a:pt x="116" y="133"/>
                      <a:pt x="112" y="140"/>
                      <a:pt x="107" y="145"/>
                    </a:cubicBezTo>
                    <a:cubicBezTo>
                      <a:pt x="104" y="151"/>
                      <a:pt x="100" y="156"/>
                      <a:pt x="96" y="161"/>
                    </a:cubicBezTo>
                    <a:cubicBezTo>
                      <a:pt x="99" y="165"/>
                      <a:pt x="103" y="169"/>
                      <a:pt x="106" y="173"/>
                    </a:cubicBezTo>
                    <a:cubicBezTo>
                      <a:pt x="110" y="177"/>
                      <a:pt x="110" y="184"/>
                      <a:pt x="105" y="188"/>
                    </a:cubicBezTo>
                    <a:cubicBezTo>
                      <a:pt x="101" y="191"/>
                      <a:pt x="94" y="191"/>
                      <a:pt x="90" y="187"/>
                    </a:cubicBezTo>
                    <a:cubicBezTo>
                      <a:pt x="88" y="184"/>
                      <a:pt x="85" y="181"/>
                      <a:pt x="82" y="178"/>
                    </a:cubicBezTo>
                    <a:cubicBezTo>
                      <a:pt x="80" y="181"/>
                      <a:pt x="78" y="184"/>
                      <a:pt x="75" y="187"/>
                    </a:cubicBezTo>
                    <a:cubicBezTo>
                      <a:pt x="69" y="194"/>
                      <a:pt x="63" y="201"/>
                      <a:pt x="57" y="208"/>
                    </a:cubicBezTo>
                    <a:cubicBezTo>
                      <a:pt x="51" y="215"/>
                      <a:pt x="45" y="221"/>
                      <a:pt x="39" y="228"/>
                    </a:cubicBezTo>
                    <a:cubicBezTo>
                      <a:pt x="39" y="228"/>
                      <a:pt x="39" y="227"/>
                      <a:pt x="40" y="227"/>
                    </a:cubicBezTo>
                    <a:cubicBezTo>
                      <a:pt x="39" y="228"/>
                      <a:pt x="38" y="229"/>
                      <a:pt x="37" y="229"/>
                    </a:cubicBezTo>
                    <a:cubicBezTo>
                      <a:pt x="38" y="229"/>
                      <a:pt x="38" y="229"/>
                      <a:pt x="38" y="229"/>
                    </a:cubicBezTo>
                    <a:cubicBezTo>
                      <a:pt x="38" y="229"/>
                      <a:pt x="36" y="230"/>
                      <a:pt x="36" y="231"/>
                    </a:cubicBezTo>
                    <a:lnTo>
                      <a:pt x="35" y="231"/>
                    </a:lnTo>
                    <a:cubicBezTo>
                      <a:pt x="35" y="232"/>
                      <a:pt x="35" y="232"/>
                      <a:pt x="35" y="232"/>
                    </a:cubicBezTo>
                    <a:cubicBezTo>
                      <a:pt x="30" y="237"/>
                      <a:pt x="24" y="242"/>
                      <a:pt x="17" y="242"/>
                    </a:cubicBezTo>
                    <a:lnTo>
                      <a:pt x="16" y="242"/>
                    </a:lnTo>
                    <a:cubicBezTo>
                      <a:pt x="14" y="242"/>
                      <a:pt x="13" y="241"/>
                      <a:pt x="11" y="2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2" name="Google Shape;4312;p50">
                <a:extLst>
                  <a:ext uri="{FF2B5EF4-FFF2-40B4-BE49-F238E27FC236}">
                    <a16:creationId xmlns:a16="http://schemas.microsoft.com/office/drawing/2014/main" id="{92569BF3-302F-C347-570A-FF4A67B2ACDA}"/>
                  </a:ext>
                </a:extLst>
              </p:cNvPr>
              <p:cNvSpPr/>
              <p:nvPr/>
            </p:nvSpPr>
            <p:spPr>
              <a:xfrm>
                <a:off x="116980" y="4236838"/>
                <a:ext cx="74160" cy="50040"/>
              </a:xfrm>
              <a:custGeom>
                <a:avLst/>
                <a:gdLst/>
                <a:ahLst/>
                <a:cxnLst/>
                <a:rect l="l" t="t" r="r" b="b"/>
                <a:pathLst>
                  <a:path w="206" h="139" extrusionOk="0">
                    <a:moveTo>
                      <a:pt x="30" y="137"/>
                    </a:moveTo>
                    <a:cubicBezTo>
                      <a:pt x="23" y="137"/>
                      <a:pt x="15" y="135"/>
                      <a:pt x="10" y="131"/>
                    </a:cubicBezTo>
                    <a:cubicBezTo>
                      <a:pt x="7" y="129"/>
                      <a:pt x="5" y="127"/>
                      <a:pt x="4" y="124"/>
                    </a:cubicBezTo>
                    <a:cubicBezTo>
                      <a:pt x="3" y="121"/>
                      <a:pt x="2" y="118"/>
                      <a:pt x="1" y="115"/>
                    </a:cubicBezTo>
                    <a:cubicBezTo>
                      <a:pt x="0" y="111"/>
                      <a:pt x="0" y="108"/>
                      <a:pt x="0" y="104"/>
                    </a:cubicBezTo>
                    <a:cubicBezTo>
                      <a:pt x="0" y="100"/>
                      <a:pt x="0" y="96"/>
                      <a:pt x="0" y="91"/>
                    </a:cubicBezTo>
                    <a:cubicBezTo>
                      <a:pt x="2" y="75"/>
                      <a:pt x="8" y="60"/>
                      <a:pt x="16" y="47"/>
                    </a:cubicBezTo>
                    <a:cubicBezTo>
                      <a:pt x="20" y="40"/>
                      <a:pt x="24" y="35"/>
                      <a:pt x="28" y="29"/>
                    </a:cubicBezTo>
                    <a:cubicBezTo>
                      <a:pt x="33" y="22"/>
                      <a:pt x="39" y="17"/>
                      <a:pt x="45" y="12"/>
                    </a:cubicBezTo>
                    <a:cubicBezTo>
                      <a:pt x="49" y="9"/>
                      <a:pt x="55" y="7"/>
                      <a:pt x="60" y="5"/>
                    </a:cubicBezTo>
                    <a:cubicBezTo>
                      <a:pt x="66" y="4"/>
                      <a:pt x="72" y="5"/>
                      <a:pt x="77" y="7"/>
                    </a:cubicBezTo>
                    <a:cubicBezTo>
                      <a:pt x="83" y="8"/>
                      <a:pt x="88" y="12"/>
                      <a:pt x="92" y="18"/>
                    </a:cubicBezTo>
                    <a:cubicBezTo>
                      <a:pt x="95" y="21"/>
                      <a:pt x="97" y="26"/>
                      <a:pt x="95" y="31"/>
                    </a:cubicBezTo>
                    <a:cubicBezTo>
                      <a:pt x="95" y="32"/>
                      <a:pt x="94" y="34"/>
                      <a:pt x="93" y="35"/>
                    </a:cubicBezTo>
                    <a:cubicBezTo>
                      <a:pt x="87" y="42"/>
                      <a:pt x="76" y="39"/>
                      <a:pt x="73" y="30"/>
                    </a:cubicBezTo>
                    <a:lnTo>
                      <a:pt x="73" y="29"/>
                    </a:lnTo>
                    <a:cubicBezTo>
                      <a:pt x="73" y="29"/>
                      <a:pt x="72" y="29"/>
                      <a:pt x="72" y="28"/>
                    </a:cubicBezTo>
                    <a:cubicBezTo>
                      <a:pt x="72" y="29"/>
                      <a:pt x="72" y="29"/>
                      <a:pt x="73" y="29"/>
                    </a:cubicBezTo>
                    <a:cubicBezTo>
                      <a:pt x="72" y="28"/>
                      <a:pt x="72" y="28"/>
                      <a:pt x="71" y="28"/>
                    </a:cubicBezTo>
                    <a:cubicBezTo>
                      <a:pt x="70" y="28"/>
                      <a:pt x="69" y="27"/>
                      <a:pt x="68" y="27"/>
                    </a:cubicBezTo>
                    <a:cubicBezTo>
                      <a:pt x="67" y="27"/>
                      <a:pt x="67" y="27"/>
                      <a:pt x="66" y="26"/>
                    </a:cubicBezTo>
                    <a:cubicBezTo>
                      <a:pt x="67" y="26"/>
                      <a:pt x="67" y="26"/>
                      <a:pt x="67" y="27"/>
                    </a:cubicBezTo>
                    <a:lnTo>
                      <a:pt x="68" y="27"/>
                    </a:lnTo>
                    <a:cubicBezTo>
                      <a:pt x="67" y="27"/>
                      <a:pt x="67" y="27"/>
                      <a:pt x="67" y="26"/>
                    </a:cubicBezTo>
                    <a:lnTo>
                      <a:pt x="66" y="26"/>
                    </a:lnTo>
                    <a:cubicBezTo>
                      <a:pt x="67" y="26"/>
                      <a:pt x="67" y="26"/>
                      <a:pt x="67" y="26"/>
                    </a:cubicBezTo>
                    <a:cubicBezTo>
                      <a:pt x="66" y="26"/>
                      <a:pt x="66" y="26"/>
                      <a:pt x="66" y="26"/>
                    </a:cubicBezTo>
                    <a:cubicBezTo>
                      <a:pt x="65" y="26"/>
                      <a:pt x="64" y="27"/>
                      <a:pt x="63" y="27"/>
                    </a:cubicBezTo>
                    <a:lnTo>
                      <a:pt x="62" y="27"/>
                    </a:lnTo>
                    <a:cubicBezTo>
                      <a:pt x="63" y="27"/>
                      <a:pt x="63" y="27"/>
                      <a:pt x="63" y="27"/>
                    </a:cubicBezTo>
                    <a:cubicBezTo>
                      <a:pt x="62" y="27"/>
                      <a:pt x="62" y="28"/>
                      <a:pt x="60" y="28"/>
                    </a:cubicBezTo>
                    <a:cubicBezTo>
                      <a:pt x="60" y="28"/>
                      <a:pt x="59" y="28"/>
                      <a:pt x="59" y="29"/>
                    </a:cubicBezTo>
                    <a:cubicBezTo>
                      <a:pt x="57" y="29"/>
                      <a:pt x="56" y="30"/>
                      <a:pt x="55" y="32"/>
                    </a:cubicBezTo>
                    <a:cubicBezTo>
                      <a:pt x="53" y="33"/>
                      <a:pt x="52" y="34"/>
                      <a:pt x="51" y="36"/>
                    </a:cubicBezTo>
                    <a:cubicBezTo>
                      <a:pt x="51" y="35"/>
                      <a:pt x="51" y="35"/>
                      <a:pt x="51" y="35"/>
                    </a:cubicBezTo>
                    <a:cubicBezTo>
                      <a:pt x="51" y="35"/>
                      <a:pt x="51" y="36"/>
                      <a:pt x="50" y="36"/>
                    </a:cubicBezTo>
                    <a:cubicBezTo>
                      <a:pt x="47" y="39"/>
                      <a:pt x="45" y="42"/>
                      <a:pt x="42" y="46"/>
                    </a:cubicBezTo>
                    <a:lnTo>
                      <a:pt x="42" y="45"/>
                    </a:lnTo>
                    <a:cubicBezTo>
                      <a:pt x="38" y="50"/>
                      <a:pt x="35" y="56"/>
                      <a:pt x="32" y="61"/>
                    </a:cubicBezTo>
                    <a:cubicBezTo>
                      <a:pt x="30" y="65"/>
                      <a:pt x="28" y="69"/>
                      <a:pt x="27" y="73"/>
                    </a:cubicBezTo>
                    <a:cubicBezTo>
                      <a:pt x="25" y="77"/>
                      <a:pt x="24" y="80"/>
                      <a:pt x="23" y="84"/>
                    </a:cubicBezTo>
                    <a:cubicBezTo>
                      <a:pt x="23" y="87"/>
                      <a:pt x="22" y="91"/>
                      <a:pt x="21" y="94"/>
                    </a:cubicBezTo>
                    <a:cubicBezTo>
                      <a:pt x="21" y="96"/>
                      <a:pt x="21" y="99"/>
                      <a:pt x="21" y="101"/>
                    </a:cubicBezTo>
                    <a:cubicBezTo>
                      <a:pt x="21" y="104"/>
                      <a:pt x="21" y="107"/>
                      <a:pt x="22" y="111"/>
                    </a:cubicBezTo>
                    <a:cubicBezTo>
                      <a:pt x="23" y="112"/>
                      <a:pt x="23" y="113"/>
                      <a:pt x="23" y="113"/>
                    </a:cubicBezTo>
                    <a:cubicBezTo>
                      <a:pt x="23" y="114"/>
                      <a:pt x="23" y="114"/>
                      <a:pt x="23" y="114"/>
                    </a:cubicBezTo>
                    <a:lnTo>
                      <a:pt x="24" y="114"/>
                    </a:lnTo>
                    <a:lnTo>
                      <a:pt x="23" y="114"/>
                    </a:lnTo>
                    <a:cubicBezTo>
                      <a:pt x="24" y="114"/>
                      <a:pt x="24" y="114"/>
                      <a:pt x="24" y="114"/>
                    </a:cubicBezTo>
                    <a:lnTo>
                      <a:pt x="24" y="115"/>
                    </a:lnTo>
                    <a:cubicBezTo>
                      <a:pt x="25" y="115"/>
                      <a:pt x="25" y="115"/>
                      <a:pt x="26" y="115"/>
                    </a:cubicBezTo>
                    <a:cubicBezTo>
                      <a:pt x="26" y="115"/>
                      <a:pt x="26" y="116"/>
                      <a:pt x="27" y="116"/>
                    </a:cubicBezTo>
                    <a:lnTo>
                      <a:pt x="28" y="116"/>
                    </a:lnTo>
                    <a:cubicBezTo>
                      <a:pt x="30" y="116"/>
                      <a:pt x="31" y="116"/>
                      <a:pt x="33" y="116"/>
                    </a:cubicBezTo>
                    <a:cubicBezTo>
                      <a:pt x="32" y="116"/>
                      <a:pt x="31" y="116"/>
                      <a:pt x="31" y="116"/>
                    </a:cubicBezTo>
                    <a:cubicBezTo>
                      <a:pt x="32" y="116"/>
                      <a:pt x="34" y="116"/>
                      <a:pt x="35" y="116"/>
                    </a:cubicBezTo>
                    <a:cubicBezTo>
                      <a:pt x="36" y="115"/>
                      <a:pt x="37" y="115"/>
                      <a:pt x="38" y="114"/>
                    </a:cubicBezTo>
                    <a:cubicBezTo>
                      <a:pt x="41" y="114"/>
                      <a:pt x="44" y="113"/>
                      <a:pt x="46" y="112"/>
                    </a:cubicBezTo>
                    <a:cubicBezTo>
                      <a:pt x="51" y="110"/>
                      <a:pt x="56" y="107"/>
                      <a:pt x="61" y="104"/>
                    </a:cubicBezTo>
                    <a:cubicBezTo>
                      <a:pt x="68" y="100"/>
                      <a:pt x="74" y="95"/>
                      <a:pt x="81" y="91"/>
                    </a:cubicBezTo>
                    <a:cubicBezTo>
                      <a:pt x="84" y="88"/>
                      <a:pt x="87" y="85"/>
                      <a:pt x="90" y="82"/>
                    </a:cubicBezTo>
                    <a:cubicBezTo>
                      <a:pt x="91" y="81"/>
                      <a:pt x="91" y="80"/>
                      <a:pt x="92" y="79"/>
                    </a:cubicBezTo>
                    <a:cubicBezTo>
                      <a:pt x="94" y="74"/>
                      <a:pt x="97" y="70"/>
                      <a:pt x="102" y="68"/>
                    </a:cubicBezTo>
                    <a:cubicBezTo>
                      <a:pt x="107" y="66"/>
                      <a:pt x="112" y="68"/>
                      <a:pt x="115" y="72"/>
                    </a:cubicBezTo>
                    <a:cubicBezTo>
                      <a:pt x="121" y="80"/>
                      <a:pt x="114" y="89"/>
                      <a:pt x="108" y="95"/>
                    </a:cubicBezTo>
                    <a:lnTo>
                      <a:pt x="108" y="96"/>
                    </a:lnTo>
                    <a:cubicBezTo>
                      <a:pt x="107" y="97"/>
                      <a:pt x="107" y="99"/>
                      <a:pt x="106" y="101"/>
                    </a:cubicBezTo>
                    <a:cubicBezTo>
                      <a:pt x="106" y="102"/>
                      <a:pt x="106" y="103"/>
                      <a:pt x="105" y="104"/>
                    </a:cubicBezTo>
                    <a:cubicBezTo>
                      <a:pt x="105" y="106"/>
                      <a:pt x="105" y="107"/>
                      <a:pt x="105" y="109"/>
                    </a:cubicBezTo>
                    <a:lnTo>
                      <a:pt x="105" y="110"/>
                    </a:lnTo>
                    <a:lnTo>
                      <a:pt x="105" y="109"/>
                    </a:lnTo>
                    <a:cubicBezTo>
                      <a:pt x="105" y="110"/>
                      <a:pt x="106" y="111"/>
                      <a:pt x="106" y="111"/>
                    </a:cubicBezTo>
                    <a:cubicBezTo>
                      <a:pt x="107" y="112"/>
                      <a:pt x="107" y="113"/>
                      <a:pt x="107" y="113"/>
                    </a:cubicBezTo>
                    <a:cubicBezTo>
                      <a:pt x="107" y="114"/>
                      <a:pt x="108" y="114"/>
                      <a:pt x="108" y="114"/>
                    </a:cubicBezTo>
                    <a:lnTo>
                      <a:pt x="108" y="115"/>
                    </a:lnTo>
                    <a:cubicBezTo>
                      <a:pt x="109" y="115"/>
                      <a:pt x="110" y="115"/>
                      <a:pt x="111" y="115"/>
                    </a:cubicBezTo>
                    <a:lnTo>
                      <a:pt x="110" y="115"/>
                    </a:lnTo>
                    <a:cubicBezTo>
                      <a:pt x="111" y="115"/>
                      <a:pt x="111" y="115"/>
                      <a:pt x="112" y="115"/>
                    </a:cubicBezTo>
                    <a:cubicBezTo>
                      <a:pt x="113" y="114"/>
                      <a:pt x="114" y="114"/>
                      <a:pt x="115" y="114"/>
                    </a:cubicBezTo>
                    <a:cubicBezTo>
                      <a:pt x="116" y="114"/>
                      <a:pt x="116" y="113"/>
                      <a:pt x="118" y="113"/>
                    </a:cubicBezTo>
                    <a:cubicBezTo>
                      <a:pt x="119" y="112"/>
                      <a:pt x="121" y="111"/>
                      <a:pt x="123" y="110"/>
                    </a:cubicBezTo>
                    <a:cubicBezTo>
                      <a:pt x="126" y="108"/>
                      <a:pt x="129" y="106"/>
                      <a:pt x="132" y="104"/>
                    </a:cubicBezTo>
                    <a:cubicBezTo>
                      <a:pt x="136" y="100"/>
                      <a:pt x="141" y="96"/>
                      <a:pt x="145" y="92"/>
                    </a:cubicBezTo>
                    <a:cubicBezTo>
                      <a:pt x="152" y="85"/>
                      <a:pt x="159" y="77"/>
                      <a:pt x="165" y="69"/>
                    </a:cubicBezTo>
                    <a:cubicBezTo>
                      <a:pt x="167" y="66"/>
                      <a:pt x="169" y="63"/>
                      <a:pt x="171" y="60"/>
                    </a:cubicBezTo>
                    <a:cubicBezTo>
                      <a:pt x="174" y="57"/>
                      <a:pt x="176" y="53"/>
                      <a:pt x="178" y="49"/>
                    </a:cubicBezTo>
                    <a:cubicBezTo>
                      <a:pt x="179" y="47"/>
                      <a:pt x="181" y="44"/>
                      <a:pt x="182" y="42"/>
                    </a:cubicBezTo>
                    <a:cubicBezTo>
                      <a:pt x="182" y="41"/>
                      <a:pt x="182" y="41"/>
                      <a:pt x="182" y="40"/>
                    </a:cubicBezTo>
                    <a:lnTo>
                      <a:pt x="182" y="41"/>
                    </a:lnTo>
                    <a:cubicBezTo>
                      <a:pt x="182" y="40"/>
                      <a:pt x="182" y="40"/>
                      <a:pt x="182" y="39"/>
                    </a:cubicBezTo>
                    <a:lnTo>
                      <a:pt x="182" y="38"/>
                    </a:lnTo>
                    <a:cubicBezTo>
                      <a:pt x="182" y="37"/>
                      <a:pt x="182" y="37"/>
                      <a:pt x="182" y="37"/>
                    </a:cubicBezTo>
                    <a:cubicBezTo>
                      <a:pt x="182" y="36"/>
                      <a:pt x="182" y="36"/>
                      <a:pt x="182" y="36"/>
                    </a:cubicBezTo>
                    <a:cubicBezTo>
                      <a:pt x="182" y="35"/>
                      <a:pt x="182" y="35"/>
                      <a:pt x="182" y="35"/>
                    </a:cubicBezTo>
                    <a:cubicBezTo>
                      <a:pt x="182" y="35"/>
                      <a:pt x="181" y="34"/>
                      <a:pt x="181" y="33"/>
                    </a:cubicBezTo>
                    <a:cubicBezTo>
                      <a:pt x="179" y="32"/>
                      <a:pt x="178" y="30"/>
                      <a:pt x="177" y="29"/>
                    </a:cubicBezTo>
                    <a:cubicBezTo>
                      <a:pt x="176" y="28"/>
                      <a:pt x="175" y="27"/>
                      <a:pt x="174" y="26"/>
                    </a:cubicBezTo>
                    <a:cubicBezTo>
                      <a:pt x="173" y="26"/>
                      <a:pt x="172" y="25"/>
                      <a:pt x="171" y="25"/>
                    </a:cubicBezTo>
                    <a:cubicBezTo>
                      <a:pt x="170" y="24"/>
                      <a:pt x="169" y="24"/>
                      <a:pt x="169" y="23"/>
                    </a:cubicBezTo>
                    <a:cubicBezTo>
                      <a:pt x="168" y="23"/>
                      <a:pt x="168" y="23"/>
                      <a:pt x="167" y="23"/>
                    </a:cubicBezTo>
                    <a:cubicBezTo>
                      <a:pt x="166" y="23"/>
                      <a:pt x="164" y="22"/>
                      <a:pt x="163" y="22"/>
                    </a:cubicBezTo>
                    <a:cubicBezTo>
                      <a:pt x="162" y="22"/>
                      <a:pt x="161" y="22"/>
                      <a:pt x="160" y="22"/>
                    </a:cubicBezTo>
                    <a:cubicBezTo>
                      <a:pt x="159" y="22"/>
                      <a:pt x="158" y="22"/>
                      <a:pt x="157" y="22"/>
                    </a:cubicBezTo>
                    <a:cubicBezTo>
                      <a:pt x="154" y="23"/>
                      <a:pt x="151" y="23"/>
                      <a:pt x="148" y="24"/>
                    </a:cubicBezTo>
                    <a:cubicBezTo>
                      <a:pt x="146" y="25"/>
                      <a:pt x="144" y="26"/>
                      <a:pt x="141" y="27"/>
                    </a:cubicBezTo>
                    <a:cubicBezTo>
                      <a:pt x="142" y="27"/>
                      <a:pt x="142" y="27"/>
                      <a:pt x="142" y="26"/>
                    </a:cubicBezTo>
                    <a:cubicBezTo>
                      <a:pt x="140" y="28"/>
                      <a:pt x="139" y="28"/>
                      <a:pt x="137" y="29"/>
                    </a:cubicBezTo>
                    <a:cubicBezTo>
                      <a:pt x="136" y="30"/>
                      <a:pt x="134" y="31"/>
                      <a:pt x="133" y="32"/>
                    </a:cubicBezTo>
                    <a:cubicBezTo>
                      <a:pt x="132" y="33"/>
                      <a:pt x="130" y="35"/>
                      <a:pt x="128" y="37"/>
                    </a:cubicBezTo>
                    <a:cubicBezTo>
                      <a:pt x="126" y="39"/>
                      <a:pt x="123" y="42"/>
                      <a:pt x="121" y="45"/>
                    </a:cubicBezTo>
                    <a:cubicBezTo>
                      <a:pt x="118" y="50"/>
                      <a:pt x="114" y="56"/>
                      <a:pt x="111" y="61"/>
                    </a:cubicBezTo>
                    <a:cubicBezTo>
                      <a:pt x="108" y="66"/>
                      <a:pt x="101" y="67"/>
                      <a:pt x="96" y="64"/>
                    </a:cubicBezTo>
                    <a:cubicBezTo>
                      <a:pt x="91" y="61"/>
                      <a:pt x="90" y="55"/>
                      <a:pt x="93" y="50"/>
                    </a:cubicBezTo>
                    <a:cubicBezTo>
                      <a:pt x="99" y="40"/>
                      <a:pt x="106" y="29"/>
                      <a:pt x="114" y="21"/>
                    </a:cubicBezTo>
                    <a:cubicBezTo>
                      <a:pt x="119" y="15"/>
                      <a:pt x="125" y="11"/>
                      <a:pt x="132" y="8"/>
                    </a:cubicBezTo>
                    <a:cubicBezTo>
                      <a:pt x="139" y="4"/>
                      <a:pt x="147" y="2"/>
                      <a:pt x="155" y="1"/>
                    </a:cubicBezTo>
                    <a:cubicBezTo>
                      <a:pt x="162" y="0"/>
                      <a:pt x="171" y="1"/>
                      <a:pt x="177" y="4"/>
                    </a:cubicBezTo>
                    <a:cubicBezTo>
                      <a:pt x="185" y="7"/>
                      <a:pt x="190" y="11"/>
                      <a:pt x="196" y="17"/>
                    </a:cubicBezTo>
                    <a:cubicBezTo>
                      <a:pt x="200" y="22"/>
                      <a:pt x="203" y="28"/>
                      <a:pt x="204" y="35"/>
                    </a:cubicBezTo>
                    <a:cubicBezTo>
                      <a:pt x="205" y="42"/>
                      <a:pt x="203" y="49"/>
                      <a:pt x="199" y="55"/>
                    </a:cubicBezTo>
                    <a:cubicBezTo>
                      <a:pt x="197" y="59"/>
                      <a:pt x="194" y="63"/>
                      <a:pt x="192" y="67"/>
                    </a:cubicBezTo>
                    <a:cubicBezTo>
                      <a:pt x="189" y="72"/>
                      <a:pt x="185" y="78"/>
                      <a:pt x="181" y="82"/>
                    </a:cubicBezTo>
                    <a:cubicBezTo>
                      <a:pt x="172" y="93"/>
                      <a:pt x="163" y="104"/>
                      <a:pt x="153" y="113"/>
                    </a:cubicBezTo>
                    <a:cubicBezTo>
                      <a:pt x="143" y="123"/>
                      <a:pt x="133" y="131"/>
                      <a:pt x="120" y="135"/>
                    </a:cubicBezTo>
                    <a:cubicBezTo>
                      <a:pt x="115" y="137"/>
                      <a:pt x="108" y="138"/>
                      <a:pt x="102" y="136"/>
                    </a:cubicBezTo>
                    <a:cubicBezTo>
                      <a:pt x="96" y="134"/>
                      <a:pt x="91" y="130"/>
                      <a:pt x="88" y="125"/>
                    </a:cubicBezTo>
                    <a:cubicBezTo>
                      <a:pt x="86" y="121"/>
                      <a:pt x="84" y="118"/>
                      <a:pt x="84" y="114"/>
                    </a:cubicBezTo>
                    <a:cubicBezTo>
                      <a:pt x="83" y="115"/>
                      <a:pt x="83" y="116"/>
                      <a:pt x="81" y="116"/>
                    </a:cubicBezTo>
                    <a:cubicBezTo>
                      <a:pt x="72" y="122"/>
                      <a:pt x="62" y="128"/>
                      <a:pt x="51" y="133"/>
                    </a:cubicBezTo>
                    <a:cubicBezTo>
                      <a:pt x="45" y="135"/>
                      <a:pt x="37" y="138"/>
                      <a:pt x="30" y="1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3" name="Google Shape;4313;p50">
                <a:extLst>
                  <a:ext uri="{FF2B5EF4-FFF2-40B4-BE49-F238E27FC236}">
                    <a16:creationId xmlns:a16="http://schemas.microsoft.com/office/drawing/2014/main" id="{A4649541-2913-14FB-D8EE-A7441FFA3FA2}"/>
                  </a:ext>
                </a:extLst>
              </p:cNvPr>
              <p:cNvSpPr/>
              <p:nvPr/>
            </p:nvSpPr>
            <p:spPr>
              <a:xfrm>
                <a:off x="187540" y="4232878"/>
                <a:ext cx="31320" cy="57960"/>
              </a:xfrm>
              <a:custGeom>
                <a:avLst/>
                <a:gdLst/>
                <a:ahLst/>
                <a:cxnLst/>
                <a:rect l="l" t="t" r="r" b="b"/>
                <a:pathLst>
                  <a:path w="87" h="161" extrusionOk="0">
                    <a:moveTo>
                      <a:pt x="14" y="152"/>
                    </a:moveTo>
                    <a:cubicBezTo>
                      <a:pt x="13" y="146"/>
                      <a:pt x="16" y="139"/>
                      <a:pt x="22" y="138"/>
                    </a:cubicBezTo>
                    <a:cubicBezTo>
                      <a:pt x="30" y="136"/>
                      <a:pt x="37" y="135"/>
                      <a:pt x="44" y="132"/>
                    </a:cubicBezTo>
                    <a:lnTo>
                      <a:pt x="45" y="132"/>
                    </a:lnTo>
                    <a:lnTo>
                      <a:pt x="44" y="132"/>
                    </a:lnTo>
                    <a:cubicBezTo>
                      <a:pt x="48" y="131"/>
                      <a:pt x="52" y="130"/>
                      <a:pt x="55" y="128"/>
                    </a:cubicBezTo>
                    <a:cubicBezTo>
                      <a:pt x="57" y="128"/>
                      <a:pt x="59" y="127"/>
                      <a:pt x="60" y="126"/>
                    </a:cubicBezTo>
                    <a:cubicBezTo>
                      <a:pt x="60" y="125"/>
                      <a:pt x="61" y="125"/>
                      <a:pt x="62" y="125"/>
                    </a:cubicBezTo>
                    <a:cubicBezTo>
                      <a:pt x="62" y="125"/>
                      <a:pt x="61" y="125"/>
                      <a:pt x="60" y="125"/>
                    </a:cubicBezTo>
                    <a:cubicBezTo>
                      <a:pt x="62" y="125"/>
                      <a:pt x="62" y="124"/>
                      <a:pt x="63" y="124"/>
                    </a:cubicBezTo>
                    <a:lnTo>
                      <a:pt x="63" y="123"/>
                    </a:lnTo>
                    <a:lnTo>
                      <a:pt x="64" y="122"/>
                    </a:lnTo>
                    <a:cubicBezTo>
                      <a:pt x="63" y="122"/>
                      <a:pt x="63" y="122"/>
                      <a:pt x="63" y="122"/>
                    </a:cubicBezTo>
                    <a:lnTo>
                      <a:pt x="64" y="122"/>
                    </a:lnTo>
                    <a:cubicBezTo>
                      <a:pt x="63" y="122"/>
                      <a:pt x="63" y="122"/>
                      <a:pt x="63" y="122"/>
                    </a:cubicBezTo>
                    <a:lnTo>
                      <a:pt x="63" y="121"/>
                    </a:lnTo>
                    <a:cubicBezTo>
                      <a:pt x="63" y="122"/>
                      <a:pt x="63" y="122"/>
                      <a:pt x="63" y="122"/>
                    </a:cubicBezTo>
                    <a:cubicBezTo>
                      <a:pt x="63" y="122"/>
                      <a:pt x="63" y="121"/>
                      <a:pt x="62" y="121"/>
                    </a:cubicBezTo>
                    <a:cubicBezTo>
                      <a:pt x="58" y="117"/>
                      <a:pt x="53" y="113"/>
                      <a:pt x="49" y="110"/>
                    </a:cubicBezTo>
                    <a:lnTo>
                      <a:pt x="50" y="111"/>
                    </a:lnTo>
                    <a:cubicBezTo>
                      <a:pt x="42" y="104"/>
                      <a:pt x="33" y="98"/>
                      <a:pt x="25" y="92"/>
                    </a:cubicBezTo>
                    <a:cubicBezTo>
                      <a:pt x="17" y="85"/>
                      <a:pt x="9" y="76"/>
                      <a:pt x="4" y="66"/>
                    </a:cubicBezTo>
                    <a:cubicBezTo>
                      <a:pt x="0" y="55"/>
                      <a:pt x="1" y="42"/>
                      <a:pt x="6" y="31"/>
                    </a:cubicBezTo>
                    <a:cubicBezTo>
                      <a:pt x="7" y="26"/>
                      <a:pt x="11" y="21"/>
                      <a:pt x="15" y="18"/>
                    </a:cubicBezTo>
                    <a:cubicBezTo>
                      <a:pt x="19" y="14"/>
                      <a:pt x="24" y="11"/>
                      <a:pt x="28" y="8"/>
                    </a:cubicBezTo>
                    <a:cubicBezTo>
                      <a:pt x="39" y="1"/>
                      <a:pt x="52" y="0"/>
                      <a:pt x="63" y="2"/>
                    </a:cubicBezTo>
                    <a:cubicBezTo>
                      <a:pt x="69" y="2"/>
                      <a:pt x="73" y="5"/>
                      <a:pt x="77" y="8"/>
                    </a:cubicBezTo>
                    <a:cubicBezTo>
                      <a:pt x="78" y="10"/>
                      <a:pt x="80" y="12"/>
                      <a:pt x="80" y="14"/>
                    </a:cubicBezTo>
                    <a:cubicBezTo>
                      <a:pt x="81" y="16"/>
                      <a:pt x="81" y="19"/>
                      <a:pt x="81" y="21"/>
                    </a:cubicBezTo>
                    <a:cubicBezTo>
                      <a:pt x="81" y="23"/>
                      <a:pt x="80" y="26"/>
                      <a:pt x="80" y="29"/>
                    </a:cubicBezTo>
                    <a:cubicBezTo>
                      <a:pt x="79" y="31"/>
                      <a:pt x="78" y="33"/>
                      <a:pt x="78" y="34"/>
                    </a:cubicBezTo>
                    <a:cubicBezTo>
                      <a:pt x="78" y="35"/>
                      <a:pt x="78" y="36"/>
                      <a:pt x="78" y="36"/>
                    </a:cubicBezTo>
                    <a:cubicBezTo>
                      <a:pt x="77" y="43"/>
                      <a:pt x="71" y="47"/>
                      <a:pt x="64" y="46"/>
                    </a:cubicBezTo>
                    <a:cubicBezTo>
                      <a:pt x="58" y="45"/>
                      <a:pt x="54" y="39"/>
                      <a:pt x="56" y="32"/>
                    </a:cubicBezTo>
                    <a:cubicBezTo>
                      <a:pt x="56" y="31"/>
                      <a:pt x="56" y="29"/>
                      <a:pt x="56" y="28"/>
                    </a:cubicBezTo>
                    <a:cubicBezTo>
                      <a:pt x="57" y="26"/>
                      <a:pt x="58" y="25"/>
                      <a:pt x="58" y="23"/>
                    </a:cubicBezTo>
                    <a:cubicBezTo>
                      <a:pt x="57" y="23"/>
                      <a:pt x="56" y="23"/>
                      <a:pt x="56" y="23"/>
                    </a:cubicBezTo>
                    <a:cubicBezTo>
                      <a:pt x="54" y="23"/>
                      <a:pt x="53" y="23"/>
                      <a:pt x="51" y="23"/>
                    </a:cubicBezTo>
                    <a:lnTo>
                      <a:pt x="49" y="23"/>
                    </a:lnTo>
                    <a:cubicBezTo>
                      <a:pt x="48" y="23"/>
                      <a:pt x="46" y="24"/>
                      <a:pt x="45" y="24"/>
                    </a:cubicBezTo>
                    <a:cubicBezTo>
                      <a:pt x="44" y="25"/>
                      <a:pt x="43" y="25"/>
                      <a:pt x="42" y="25"/>
                    </a:cubicBezTo>
                    <a:cubicBezTo>
                      <a:pt x="41" y="26"/>
                      <a:pt x="39" y="27"/>
                      <a:pt x="38" y="28"/>
                    </a:cubicBezTo>
                    <a:cubicBezTo>
                      <a:pt x="36" y="29"/>
                      <a:pt x="35" y="29"/>
                      <a:pt x="34" y="30"/>
                    </a:cubicBezTo>
                    <a:cubicBezTo>
                      <a:pt x="32" y="32"/>
                      <a:pt x="31" y="33"/>
                      <a:pt x="29" y="34"/>
                    </a:cubicBezTo>
                    <a:cubicBezTo>
                      <a:pt x="29" y="35"/>
                      <a:pt x="28" y="36"/>
                      <a:pt x="28" y="36"/>
                    </a:cubicBezTo>
                    <a:cubicBezTo>
                      <a:pt x="27" y="37"/>
                      <a:pt x="26" y="38"/>
                      <a:pt x="25" y="39"/>
                    </a:cubicBezTo>
                    <a:cubicBezTo>
                      <a:pt x="25" y="40"/>
                      <a:pt x="25" y="40"/>
                      <a:pt x="25" y="41"/>
                    </a:cubicBezTo>
                    <a:cubicBezTo>
                      <a:pt x="25" y="41"/>
                      <a:pt x="24" y="42"/>
                      <a:pt x="24" y="43"/>
                    </a:cubicBezTo>
                    <a:cubicBezTo>
                      <a:pt x="24" y="44"/>
                      <a:pt x="24" y="46"/>
                      <a:pt x="24" y="47"/>
                    </a:cubicBezTo>
                    <a:cubicBezTo>
                      <a:pt x="24" y="48"/>
                      <a:pt x="24" y="48"/>
                      <a:pt x="24" y="50"/>
                    </a:cubicBezTo>
                    <a:cubicBezTo>
                      <a:pt x="24" y="52"/>
                      <a:pt x="24" y="54"/>
                      <a:pt x="24" y="56"/>
                    </a:cubicBezTo>
                    <a:cubicBezTo>
                      <a:pt x="24" y="55"/>
                      <a:pt x="24" y="55"/>
                      <a:pt x="24" y="55"/>
                    </a:cubicBezTo>
                    <a:lnTo>
                      <a:pt x="24" y="57"/>
                    </a:lnTo>
                    <a:cubicBezTo>
                      <a:pt x="25" y="58"/>
                      <a:pt x="25" y="60"/>
                      <a:pt x="25" y="61"/>
                    </a:cubicBezTo>
                    <a:cubicBezTo>
                      <a:pt x="25" y="60"/>
                      <a:pt x="25" y="60"/>
                      <a:pt x="25" y="60"/>
                    </a:cubicBezTo>
                    <a:cubicBezTo>
                      <a:pt x="25" y="60"/>
                      <a:pt x="26" y="61"/>
                      <a:pt x="27" y="62"/>
                    </a:cubicBezTo>
                    <a:cubicBezTo>
                      <a:pt x="27" y="63"/>
                      <a:pt x="28" y="64"/>
                      <a:pt x="28" y="65"/>
                    </a:cubicBezTo>
                    <a:cubicBezTo>
                      <a:pt x="28" y="64"/>
                      <a:pt x="28" y="64"/>
                      <a:pt x="28" y="64"/>
                    </a:cubicBezTo>
                    <a:cubicBezTo>
                      <a:pt x="30" y="66"/>
                      <a:pt x="31" y="68"/>
                      <a:pt x="32" y="69"/>
                    </a:cubicBezTo>
                    <a:cubicBezTo>
                      <a:pt x="38" y="75"/>
                      <a:pt x="45" y="79"/>
                      <a:pt x="51" y="85"/>
                    </a:cubicBezTo>
                    <a:cubicBezTo>
                      <a:pt x="56" y="88"/>
                      <a:pt x="60" y="92"/>
                      <a:pt x="65" y="95"/>
                    </a:cubicBezTo>
                    <a:lnTo>
                      <a:pt x="64" y="95"/>
                    </a:lnTo>
                    <a:cubicBezTo>
                      <a:pt x="66" y="95"/>
                      <a:pt x="66" y="96"/>
                      <a:pt x="67" y="97"/>
                    </a:cubicBezTo>
                    <a:lnTo>
                      <a:pt x="67" y="96"/>
                    </a:lnTo>
                    <a:cubicBezTo>
                      <a:pt x="72" y="100"/>
                      <a:pt x="77" y="104"/>
                      <a:pt x="81" y="108"/>
                    </a:cubicBezTo>
                    <a:cubicBezTo>
                      <a:pt x="85" y="113"/>
                      <a:pt x="86" y="118"/>
                      <a:pt x="86" y="124"/>
                    </a:cubicBezTo>
                    <a:cubicBezTo>
                      <a:pt x="86" y="130"/>
                      <a:pt x="82" y="136"/>
                      <a:pt x="78" y="140"/>
                    </a:cubicBezTo>
                    <a:cubicBezTo>
                      <a:pt x="74" y="144"/>
                      <a:pt x="69" y="146"/>
                      <a:pt x="63" y="149"/>
                    </a:cubicBezTo>
                    <a:cubicBezTo>
                      <a:pt x="58" y="151"/>
                      <a:pt x="53" y="152"/>
                      <a:pt x="48" y="154"/>
                    </a:cubicBezTo>
                    <a:cubicBezTo>
                      <a:pt x="41" y="156"/>
                      <a:pt x="34" y="158"/>
                      <a:pt x="27" y="160"/>
                    </a:cubicBezTo>
                    <a:cubicBezTo>
                      <a:pt x="26" y="160"/>
                      <a:pt x="25" y="160"/>
                      <a:pt x="24" y="160"/>
                    </a:cubicBezTo>
                    <a:cubicBezTo>
                      <a:pt x="20" y="160"/>
                      <a:pt x="15" y="156"/>
                      <a:pt x="14" y="1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4" name="Google Shape;4314;p50">
                <a:extLst>
                  <a:ext uri="{FF2B5EF4-FFF2-40B4-BE49-F238E27FC236}">
                    <a16:creationId xmlns:a16="http://schemas.microsoft.com/office/drawing/2014/main" id="{0B6D7792-918A-BF0E-BEF7-8301480E667F}"/>
                  </a:ext>
                </a:extLst>
              </p:cNvPr>
              <p:cNvSpPr/>
              <p:nvPr/>
            </p:nvSpPr>
            <p:spPr>
              <a:xfrm>
                <a:off x="236140" y="4200118"/>
                <a:ext cx="40320" cy="10584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294" extrusionOk="0">
                    <a:moveTo>
                      <a:pt x="30" y="290"/>
                    </a:moveTo>
                    <a:cubicBezTo>
                      <a:pt x="25" y="286"/>
                      <a:pt x="21" y="281"/>
                      <a:pt x="17" y="276"/>
                    </a:cubicBezTo>
                    <a:cubicBezTo>
                      <a:pt x="12" y="271"/>
                      <a:pt x="9" y="264"/>
                      <a:pt x="6" y="257"/>
                    </a:cubicBezTo>
                    <a:cubicBezTo>
                      <a:pt x="0" y="244"/>
                      <a:pt x="0" y="228"/>
                      <a:pt x="2" y="213"/>
                    </a:cubicBezTo>
                    <a:cubicBezTo>
                      <a:pt x="2" y="201"/>
                      <a:pt x="4" y="190"/>
                      <a:pt x="6" y="177"/>
                    </a:cubicBezTo>
                    <a:cubicBezTo>
                      <a:pt x="7" y="172"/>
                      <a:pt x="7" y="166"/>
                      <a:pt x="9" y="160"/>
                    </a:cubicBezTo>
                    <a:cubicBezTo>
                      <a:pt x="10" y="154"/>
                      <a:pt x="12" y="147"/>
                      <a:pt x="13" y="141"/>
                    </a:cubicBezTo>
                    <a:cubicBezTo>
                      <a:pt x="16" y="130"/>
                      <a:pt x="19" y="119"/>
                      <a:pt x="22" y="107"/>
                    </a:cubicBezTo>
                    <a:cubicBezTo>
                      <a:pt x="23" y="104"/>
                      <a:pt x="24" y="100"/>
                      <a:pt x="25" y="96"/>
                    </a:cubicBezTo>
                    <a:cubicBezTo>
                      <a:pt x="27" y="92"/>
                      <a:pt x="28" y="88"/>
                      <a:pt x="30" y="84"/>
                    </a:cubicBezTo>
                    <a:cubicBezTo>
                      <a:pt x="29" y="84"/>
                      <a:pt x="29" y="84"/>
                      <a:pt x="29" y="85"/>
                    </a:cubicBezTo>
                    <a:cubicBezTo>
                      <a:pt x="30" y="83"/>
                      <a:pt x="31" y="81"/>
                      <a:pt x="32" y="79"/>
                    </a:cubicBezTo>
                    <a:cubicBezTo>
                      <a:pt x="31" y="79"/>
                      <a:pt x="31" y="80"/>
                      <a:pt x="31" y="81"/>
                    </a:cubicBezTo>
                    <a:cubicBezTo>
                      <a:pt x="32" y="79"/>
                      <a:pt x="32" y="78"/>
                      <a:pt x="32" y="77"/>
                    </a:cubicBezTo>
                    <a:lnTo>
                      <a:pt x="32" y="78"/>
                    </a:lnTo>
                    <a:cubicBezTo>
                      <a:pt x="32" y="77"/>
                      <a:pt x="33" y="75"/>
                      <a:pt x="34" y="75"/>
                    </a:cubicBezTo>
                    <a:cubicBezTo>
                      <a:pt x="33" y="75"/>
                      <a:pt x="33" y="75"/>
                      <a:pt x="33" y="76"/>
                    </a:cubicBezTo>
                    <a:cubicBezTo>
                      <a:pt x="33" y="75"/>
                      <a:pt x="34" y="74"/>
                      <a:pt x="34" y="73"/>
                    </a:cubicBezTo>
                    <a:cubicBezTo>
                      <a:pt x="34" y="72"/>
                      <a:pt x="35" y="71"/>
                      <a:pt x="35" y="70"/>
                    </a:cubicBezTo>
                    <a:cubicBezTo>
                      <a:pt x="35" y="71"/>
                      <a:pt x="35" y="71"/>
                      <a:pt x="35" y="71"/>
                    </a:cubicBezTo>
                    <a:cubicBezTo>
                      <a:pt x="36" y="68"/>
                      <a:pt x="37" y="66"/>
                      <a:pt x="38" y="63"/>
                    </a:cubicBezTo>
                    <a:cubicBezTo>
                      <a:pt x="39" y="61"/>
                      <a:pt x="41" y="58"/>
                      <a:pt x="42" y="56"/>
                    </a:cubicBezTo>
                    <a:cubicBezTo>
                      <a:pt x="45" y="48"/>
                      <a:pt x="49" y="41"/>
                      <a:pt x="53" y="34"/>
                    </a:cubicBezTo>
                    <a:cubicBezTo>
                      <a:pt x="56" y="28"/>
                      <a:pt x="61" y="21"/>
                      <a:pt x="66" y="16"/>
                    </a:cubicBezTo>
                    <a:cubicBezTo>
                      <a:pt x="70" y="11"/>
                      <a:pt x="76" y="7"/>
                      <a:pt x="82" y="4"/>
                    </a:cubicBezTo>
                    <a:cubicBezTo>
                      <a:pt x="87" y="1"/>
                      <a:pt x="95" y="0"/>
                      <a:pt x="100" y="3"/>
                    </a:cubicBezTo>
                    <a:cubicBezTo>
                      <a:pt x="102" y="3"/>
                      <a:pt x="103" y="4"/>
                      <a:pt x="104" y="5"/>
                    </a:cubicBezTo>
                    <a:cubicBezTo>
                      <a:pt x="105" y="6"/>
                      <a:pt x="106" y="8"/>
                      <a:pt x="108" y="9"/>
                    </a:cubicBezTo>
                    <a:cubicBezTo>
                      <a:pt x="109" y="11"/>
                      <a:pt x="110" y="12"/>
                      <a:pt x="110" y="15"/>
                    </a:cubicBezTo>
                    <a:cubicBezTo>
                      <a:pt x="111" y="21"/>
                      <a:pt x="108" y="26"/>
                      <a:pt x="102" y="28"/>
                    </a:cubicBezTo>
                    <a:cubicBezTo>
                      <a:pt x="98" y="29"/>
                      <a:pt x="93" y="27"/>
                      <a:pt x="91" y="24"/>
                    </a:cubicBezTo>
                    <a:cubicBezTo>
                      <a:pt x="90" y="24"/>
                      <a:pt x="90" y="24"/>
                      <a:pt x="90" y="24"/>
                    </a:cubicBezTo>
                    <a:cubicBezTo>
                      <a:pt x="89" y="25"/>
                      <a:pt x="88" y="25"/>
                      <a:pt x="87" y="26"/>
                    </a:cubicBezTo>
                    <a:cubicBezTo>
                      <a:pt x="85" y="26"/>
                      <a:pt x="84" y="27"/>
                      <a:pt x="84" y="28"/>
                    </a:cubicBezTo>
                    <a:cubicBezTo>
                      <a:pt x="83" y="29"/>
                      <a:pt x="82" y="29"/>
                      <a:pt x="81" y="30"/>
                    </a:cubicBezTo>
                    <a:cubicBezTo>
                      <a:pt x="80" y="32"/>
                      <a:pt x="78" y="33"/>
                      <a:pt x="77" y="35"/>
                    </a:cubicBezTo>
                    <a:cubicBezTo>
                      <a:pt x="78" y="34"/>
                      <a:pt x="78" y="34"/>
                      <a:pt x="78" y="33"/>
                    </a:cubicBezTo>
                    <a:cubicBezTo>
                      <a:pt x="74" y="39"/>
                      <a:pt x="70" y="45"/>
                      <a:pt x="67" y="51"/>
                    </a:cubicBezTo>
                    <a:cubicBezTo>
                      <a:pt x="65" y="54"/>
                      <a:pt x="63" y="58"/>
                      <a:pt x="61" y="62"/>
                    </a:cubicBezTo>
                    <a:cubicBezTo>
                      <a:pt x="59" y="65"/>
                      <a:pt x="58" y="68"/>
                      <a:pt x="56" y="72"/>
                    </a:cubicBezTo>
                    <a:cubicBezTo>
                      <a:pt x="53" y="78"/>
                      <a:pt x="50" y="85"/>
                      <a:pt x="48" y="92"/>
                    </a:cubicBezTo>
                    <a:cubicBezTo>
                      <a:pt x="46" y="96"/>
                      <a:pt x="45" y="100"/>
                      <a:pt x="43" y="104"/>
                    </a:cubicBezTo>
                    <a:cubicBezTo>
                      <a:pt x="42" y="107"/>
                      <a:pt x="41" y="110"/>
                      <a:pt x="41" y="113"/>
                    </a:cubicBezTo>
                    <a:cubicBezTo>
                      <a:pt x="38" y="121"/>
                      <a:pt x="36" y="130"/>
                      <a:pt x="34" y="138"/>
                    </a:cubicBezTo>
                    <a:cubicBezTo>
                      <a:pt x="31" y="149"/>
                      <a:pt x="28" y="160"/>
                      <a:pt x="27" y="171"/>
                    </a:cubicBezTo>
                    <a:cubicBezTo>
                      <a:pt x="25" y="175"/>
                      <a:pt x="25" y="179"/>
                      <a:pt x="24" y="183"/>
                    </a:cubicBezTo>
                    <a:cubicBezTo>
                      <a:pt x="24" y="185"/>
                      <a:pt x="24" y="187"/>
                      <a:pt x="23" y="189"/>
                    </a:cubicBezTo>
                    <a:cubicBezTo>
                      <a:pt x="23" y="196"/>
                      <a:pt x="22" y="203"/>
                      <a:pt x="21" y="209"/>
                    </a:cubicBezTo>
                    <a:lnTo>
                      <a:pt x="21" y="208"/>
                    </a:lnTo>
                    <a:cubicBezTo>
                      <a:pt x="21" y="216"/>
                      <a:pt x="20" y="223"/>
                      <a:pt x="21" y="231"/>
                    </a:cubicBezTo>
                    <a:cubicBezTo>
                      <a:pt x="21" y="230"/>
                      <a:pt x="21" y="230"/>
                      <a:pt x="21" y="230"/>
                    </a:cubicBezTo>
                    <a:cubicBezTo>
                      <a:pt x="21" y="232"/>
                      <a:pt x="21" y="235"/>
                      <a:pt x="21" y="238"/>
                    </a:cubicBezTo>
                    <a:cubicBezTo>
                      <a:pt x="21" y="240"/>
                      <a:pt x="22" y="242"/>
                      <a:pt x="23" y="244"/>
                    </a:cubicBezTo>
                    <a:cubicBezTo>
                      <a:pt x="24" y="247"/>
                      <a:pt x="24" y="249"/>
                      <a:pt x="25" y="251"/>
                    </a:cubicBezTo>
                    <a:cubicBezTo>
                      <a:pt x="27" y="254"/>
                      <a:pt x="28" y="256"/>
                      <a:pt x="29" y="258"/>
                    </a:cubicBezTo>
                    <a:cubicBezTo>
                      <a:pt x="31" y="261"/>
                      <a:pt x="32" y="263"/>
                      <a:pt x="34" y="265"/>
                    </a:cubicBezTo>
                    <a:cubicBezTo>
                      <a:pt x="36" y="268"/>
                      <a:pt x="38" y="270"/>
                      <a:pt x="40" y="272"/>
                    </a:cubicBezTo>
                    <a:cubicBezTo>
                      <a:pt x="41" y="273"/>
                      <a:pt x="42" y="274"/>
                      <a:pt x="43" y="275"/>
                    </a:cubicBezTo>
                    <a:cubicBezTo>
                      <a:pt x="48" y="279"/>
                      <a:pt x="48" y="285"/>
                      <a:pt x="45" y="289"/>
                    </a:cubicBezTo>
                    <a:cubicBezTo>
                      <a:pt x="43" y="291"/>
                      <a:pt x="39" y="293"/>
                      <a:pt x="36" y="293"/>
                    </a:cubicBezTo>
                    <a:cubicBezTo>
                      <a:pt x="34" y="293"/>
                      <a:pt x="32" y="292"/>
                      <a:pt x="30" y="2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5" name="Google Shape;4315;p50">
                <a:extLst>
                  <a:ext uri="{FF2B5EF4-FFF2-40B4-BE49-F238E27FC236}">
                    <a16:creationId xmlns:a16="http://schemas.microsoft.com/office/drawing/2014/main" id="{87090A21-1003-E679-1917-5781CF4CFA5B}"/>
                  </a:ext>
                </a:extLst>
              </p:cNvPr>
              <p:cNvSpPr/>
              <p:nvPr/>
            </p:nvSpPr>
            <p:spPr>
              <a:xfrm>
                <a:off x="263140" y="4225318"/>
                <a:ext cx="38880" cy="65160"/>
              </a:xfrm>
              <a:custGeom>
                <a:avLst/>
                <a:gdLst/>
                <a:ahLst/>
                <a:cxnLst/>
                <a:rect l="l" t="t" r="r" b="b"/>
                <a:pathLst>
                  <a:path w="108" h="181" extrusionOk="0">
                    <a:moveTo>
                      <a:pt x="80" y="62"/>
                    </a:moveTo>
                    <a:cubicBezTo>
                      <a:pt x="81" y="60"/>
                      <a:pt x="82" y="57"/>
                      <a:pt x="82" y="55"/>
                    </a:cubicBezTo>
                    <a:cubicBezTo>
                      <a:pt x="83" y="51"/>
                      <a:pt x="84" y="46"/>
                      <a:pt x="84" y="42"/>
                    </a:cubicBezTo>
                    <a:cubicBezTo>
                      <a:pt x="85" y="37"/>
                      <a:pt x="85" y="32"/>
                      <a:pt x="85" y="27"/>
                    </a:cubicBezTo>
                    <a:cubicBezTo>
                      <a:pt x="84" y="28"/>
                      <a:pt x="84" y="29"/>
                      <a:pt x="84" y="30"/>
                    </a:cubicBezTo>
                    <a:cubicBezTo>
                      <a:pt x="83" y="32"/>
                      <a:pt x="83" y="35"/>
                      <a:pt x="82" y="36"/>
                    </a:cubicBezTo>
                    <a:cubicBezTo>
                      <a:pt x="81" y="40"/>
                      <a:pt x="80" y="43"/>
                      <a:pt x="80" y="46"/>
                    </a:cubicBezTo>
                    <a:cubicBezTo>
                      <a:pt x="80" y="50"/>
                      <a:pt x="80" y="53"/>
                      <a:pt x="80" y="55"/>
                    </a:cubicBezTo>
                    <a:cubicBezTo>
                      <a:pt x="80" y="58"/>
                      <a:pt x="80" y="60"/>
                      <a:pt x="80" y="62"/>
                    </a:cubicBezTo>
                    <a:moveTo>
                      <a:pt x="23" y="157"/>
                    </a:moveTo>
                    <a:lnTo>
                      <a:pt x="24" y="157"/>
                    </a:lnTo>
                    <a:cubicBezTo>
                      <a:pt x="24" y="156"/>
                      <a:pt x="24" y="156"/>
                      <a:pt x="24" y="156"/>
                    </a:cubicBezTo>
                    <a:cubicBezTo>
                      <a:pt x="25" y="156"/>
                      <a:pt x="26" y="156"/>
                      <a:pt x="26" y="155"/>
                    </a:cubicBezTo>
                    <a:cubicBezTo>
                      <a:pt x="27" y="154"/>
                      <a:pt x="29" y="152"/>
                      <a:pt x="30" y="151"/>
                    </a:cubicBezTo>
                    <a:cubicBezTo>
                      <a:pt x="31" y="150"/>
                      <a:pt x="33" y="149"/>
                      <a:pt x="33" y="148"/>
                    </a:cubicBezTo>
                    <a:cubicBezTo>
                      <a:pt x="33" y="148"/>
                      <a:pt x="32" y="148"/>
                      <a:pt x="31" y="148"/>
                    </a:cubicBezTo>
                    <a:lnTo>
                      <a:pt x="30" y="148"/>
                    </a:lnTo>
                    <a:lnTo>
                      <a:pt x="29" y="148"/>
                    </a:lnTo>
                    <a:lnTo>
                      <a:pt x="28" y="148"/>
                    </a:lnTo>
                    <a:cubicBezTo>
                      <a:pt x="28" y="149"/>
                      <a:pt x="27" y="149"/>
                      <a:pt x="27" y="149"/>
                    </a:cubicBezTo>
                    <a:cubicBezTo>
                      <a:pt x="27" y="149"/>
                      <a:pt x="26" y="149"/>
                      <a:pt x="26" y="150"/>
                    </a:cubicBezTo>
                    <a:lnTo>
                      <a:pt x="25" y="150"/>
                    </a:lnTo>
                    <a:lnTo>
                      <a:pt x="24" y="151"/>
                    </a:lnTo>
                    <a:cubicBezTo>
                      <a:pt x="24" y="152"/>
                      <a:pt x="24" y="152"/>
                      <a:pt x="24" y="152"/>
                    </a:cubicBezTo>
                    <a:lnTo>
                      <a:pt x="24" y="153"/>
                    </a:lnTo>
                    <a:lnTo>
                      <a:pt x="23" y="153"/>
                    </a:lnTo>
                    <a:lnTo>
                      <a:pt x="23" y="154"/>
                    </a:lnTo>
                    <a:cubicBezTo>
                      <a:pt x="23" y="155"/>
                      <a:pt x="23" y="155"/>
                      <a:pt x="23" y="156"/>
                    </a:cubicBezTo>
                    <a:lnTo>
                      <a:pt x="23" y="157"/>
                    </a:lnTo>
                    <a:moveTo>
                      <a:pt x="17" y="178"/>
                    </a:moveTo>
                    <a:cubicBezTo>
                      <a:pt x="12" y="177"/>
                      <a:pt x="8" y="174"/>
                      <a:pt x="5" y="170"/>
                    </a:cubicBezTo>
                    <a:cubicBezTo>
                      <a:pt x="0" y="162"/>
                      <a:pt x="0" y="150"/>
                      <a:pt x="5" y="142"/>
                    </a:cubicBezTo>
                    <a:cubicBezTo>
                      <a:pt x="10" y="132"/>
                      <a:pt x="20" y="126"/>
                      <a:pt x="31" y="126"/>
                    </a:cubicBezTo>
                    <a:cubicBezTo>
                      <a:pt x="36" y="125"/>
                      <a:pt x="42" y="127"/>
                      <a:pt x="47" y="128"/>
                    </a:cubicBezTo>
                    <a:lnTo>
                      <a:pt x="48" y="128"/>
                    </a:lnTo>
                    <a:cubicBezTo>
                      <a:pt x="51" y="122"/>
                      <a:pt x="55" y="116"/>
                      <a:pt x="59" y="109"/>
                    </a:cubicBezTo>
                    <a:cubicBezTo>
                      <a:pt x="59" y="110"/>
                      <a:pt x="58" y="110"/>
                      <a:pt x="58" y="110"/>
                    </a:cubicBezTo>
                    <a:cubicBezTo>
                      <a:pt x="64" y="100"/>
                      <a:pt x="69" y="89"/>
                      <a:pt x="74" y="78"/>
                    </a:cubicBezTo>
                    <a:cubicBezTo>
                      <a:pt x="73" y="78"/>
                      <a:pt x="72" y="79"/>
                      <a:pt x="70" y="79"/>
                    </a:cubicBezTo>
                    <a:cubicBezTo>
                      <a:pt x="63" y="79"/>
                      <a:pt x="58" y="74"/>
                      <a:pt x="58" y="67"/>
                    </a:cubicBezTo>
                    <a:cubicBezTo>
                      <a:pt x="58" y="62"/>
                      <a:pt x="58" y="55"/>
                      <a:pt x="58" y="50"/>
                    </a:cubicBezTo>
                    <a:cubicBezTo>
                      <a:pt x="59" y="44"/>
                      <a:pt x="59" y="38"/>
                      <a:pt x="61" y="32"/>
                    </a:cubicBezTo>
                    <a:cubicBezTo>
                      <a:pt x="62" y="28"/>
                      <a:pt x="63" y="25"/>
                      <a:pt x="64" y="21"/>
                    </a:cubicBezTo>
                    <a:cubicBezTo>
                      <a:pt x="66" y="15"/>
                      <a:pt x="70" y="8"/>
                      <a:pt x="75" y="4"/>
                    </a:cubicBezTo>
                    <a:cubicBezTo>
                      <a:pt x="78" y="2"/>
                      <a:pt x="80" y="1"/>
                      <a:pt x="84" y="1"/>
                    </a:cubicBezTo>
                    <a:cubicBezTo>
                      <a:pt x="87" y="0"/>
                      <a:pt x="90" y="1"/>
                      <a:pt x="94" y="2"/>
                    </a:cubicBezTo>
                    <a:cubicBezTo>
                      <a:pt x="100" y="4"/>
                      <a:pt x="104" y="8"/>
                      <a:pt x="105" y="14"/>
                    </a:cubicBezTo>
                    <a:cubicBezTo>
                      <a:pt x="107" y="21"/>
                      <a:pt x="107" y="28"/>
                      <a:pt x="107" y="35"/>
                    </a:cubicBezTo>
                    <a:cubicBezTo>
                      <a:pt x="106" y="42"/>
                      <a:pt x="105" y="50"/>
                      <a:pt x="102" y="58"/>
                    </a:cubicBezTo>
                    <a:cubicBezTo>
                      <a:pt x="100" y="70"/>
                      <a:pt x="96" y="81"/>
                      <a:pt x="90" y="92"/>
                    </a:cubicBezTo>
                    <a:cubicBezTo>
                      <a:pt x="88" y="97"/>
                      <a:pt x="85" y="103"/>
                      <a:pt x="83" y="108"/>
                    </a:cubicBezTo>
                    <a:cubicBezTo>
                      <a:pt x="80" y="114"/>
                      <a:pt x="77" y="119"/>
                      <a:pt x="73" y="125"/>
                    </a:cubicBezTo>
                    <a:cubicBezTo>
                      <a:pt x="71" y="129"/>
                      <a:pt x="69" y="134"/>
                      <a:pt x="66" y="138"/>
                    </a:cubicBezTo>
                    <a:cubicBezTo>
                      <a:pt x="68" y="139"/>
                      <a:pt x="70" y="141"/>
                      <a:pt x="73" y="143"/>
                    </a:cubicBezTo>
                    <a:cubicBezTo>
                      <a:pt x="82" y="148"/>
                      <a:pt x="91" y="153"/>
                      <a:pt x="100" y="158"/>
                    </a:cubicBezTo>
                    <a:cubicBezTo>
                      <a:pt x="104" y="161"/>
                      <a:pt x="105" y="169"/>
                      <a:pt x="102" y="173"/>
                    </a:cubicBezTo>
                    <a:cubicBezTo>
                      <a:pt x="101" y="175"/>
                      <a:pt x="99" y="177"/>
                      <a:pt x="96" y="177"/>
                    </a:cubicBezTo>
                    <a:cubicBezTo>
                      <a:pt x="93" y="178"/>
                      <a:pt x="90" y="177"/>
                      <a:pt x="88" y="176"/>
                    </a:cubicBezTo>
                    <a:cubicBezTo>
                      <a:pt x="81" y="172"/>
                      <a:pt x="74" y="169"/>
                      <a:pt x="68" y="164"/>
                    </a:cubicBezTo>
                    <a:cubicBezTo>
                      <a:pt x="65" y="163"/>
                      <a:pt x="61" y="161"/>
                      <a:pt x="58" y="159"/>
                    </a:cubicBezTo>
                    <a:cubicBezTo>
                      <a:pt x="57" y="158"/>
                      <a:pt x="55" y="157"/>
                      <a:pt x="54" y="156"/>
                    </a:cubicBezTo>
                    <a:cubicBezTo>
                      <a:pt x="54" y="157"/>
                      <a:pt x="53" y="157"/>
                      <a:pt x="52" y="158"/>
                    </a:cubicBezTo>
                    <a:cubicBezTo>
                      <a:pt x="52" y="159"/>
                      <a:pt x="52" y="159"/>
                      <a:pt x="51" y="160"/>
                    </a:cubicBezTo>
                    <a:cubicBezTo>
                      <a:pt x="51" y="159"/>
                      <a:pt x="51" y="159"/>
                      <a:pt x="52" y="159"/>
                    </a:cubicBezTo>
                    <a:cubicBezTo>
                      <a:pt x="51" y="160"/>
                      <a:pt x="51" y="160"/>
                      <a:pt x="50" y="161"/>
                    </a:cubicBezTo>
                    <a:lnTo>
                      <a:pt x="51" y="160"/>
                    </a:lnTo>
                    <a:cubicBezTo>
                      <a:pt x="48" y="164"/>
                      <a:pt x="45" y="167"/>
                      <a:pt x="42" y="170"/>
                    </a:cubicBezTo>
                    <a:cubicBezTo>
                      <a:pt x="38" y="174"/>
                      <a:pt x="35" y="176"/>
                      <a:pt x="30" y="178"/>
                    </a:cubicBezTo>
                    <a:cubicBezTo>
                      <a:pt x="28" y="179"/>
                      <a:pt x="25" y="180"/>
                      <a:pt x="22" y="180"/>
                    </a:cubicBezTo>
                    <a:cubicBezTo>
                      <a:pt x="20" y="180"/>
                      <a:pt x="19" y="179"/>
                      <a:pt x="17" y="1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6" name="Google Shape;4316;p50">
                <a:extLst>
                  <a:ext uri="{FF2B5EF4-FFF2-40B4-BE49-F238E27FC236}">
                    <a16:creationId xmlns:a16="http://schemas.microsoft.com/office/drawing/2014/main" id="{3251E080-F369-BE05-5414-8F84D32243B4}"/>
                  </a:ext>
                </a:extLst>
              </p:cNvPr>
              <p:cNvSpPr/>
              <p:nvPr/>
            </p:nvSpPr>
            <p:spPr>
              <a:xfrm>
                <a:off x="338740" y="4238278"/>
                <a:ext cx="25920" cy="49320"/>
              </a:xfrm>
              <a:custGeom>
                <a:avLst/>
                <a:gdLst/>
                <a:ahLst/>
                <a:cxnLst/>
                <a:rect l="l" t="t" r="r" b="b"/>
                <a:pathLst>
                  <a:path w="72" h="137" extrusionOk="0">
                    <a:moveTo>
                      <a:pt x="49" y="130"/>
                    </a:moveTo>
                    <a:cubicBezTo>
                      <a:pt x="39" y="113"/>
                      <a:pt x="29" y="96"/>
                      <a:pt x="20" y="78"/>
                    </a:cubicBezTo>
                    <a:cubicBezTo>
                      <a:pt x="15" y="69"/>
                      <a:pt x="12" y="60"/>
                      <a:pt x="8" y="50"/>
                    </a:cubicBezTo>
                    <a:cubicBezTo>
                      <a:pt x="6" y="46"/>
                      <a:pt x="5" y="40"/>
                      <a:pt x="3" y="36"/>
                    </a:cubicBezTo>
                    <a:cubicBezTo>
                      <a:pt x="2" y="30"/>
                      <a:pt x="0" y="24"/>
                      <a:pt x="0" y="18"/>
                    </a:cubicBezTo>
                    <a:cubicBezTo>
                      <a:pt x="0" y="16"/>
                      <a:pt x="0" y="13"/>
                      <a:pt x="1" y="11"/>
                    </a:cubicBezTo>
                    <a:cubicBezTo>
                      <a:pt x="1" y="8"/>
                      <a:pt x="2" y="6"/>
                      <a:pt x="4" y="4"/>
                    </a:cubicBezTo>
                    <a:cubicBezTo>
                      <a:pt x="7" y="1"/>
                      <a:pt x="11" y="0"/>
                      <a:pt x="15" y="1"/>
                    </a:cubicBezTo>
                    <a:lnTo>
                      <a:pt x="16" y="1"/>
                    </a:lnTo>
                    <a:lnTo>
                      <a:pt x="15" y="1"/>
                    </a:lnTo>
                    <a:cubicBezTo>
                      <a:pt x="21" y="2"/>
                      <a:pt x="25" y="7"/>
                      <a:pt x="24" y="14"/>
                    </a:cubicBezTo>
                    <a:cubicBezTo>
                      <a:pt x="24" y="15"/>
                      <a:pt x="23" y="17"/>
                      <a:pt x="22" y="18"/>
                    </a:cubicBezTo>
                    <a:cubicBezTo>
                      <a:pt x="22" y="19"/>
                      <a:pt x="22" y="21"/>
                      <a:pt x="22" y="23"/>
                    </a:cubicBezTo>
                    <a:cubicBezTo>
                      <a:pt x="24" y="26"/>
                      <a:pt x="24" y="31"/>
                      <a:pt x="25" y="35"/>
                    </a:cubicBezTo>
                    <a:cubicBezTo>
                      <a:pt x="28" y="42"/>
                      <a:pt x="31" y="49"/>
                      <a:pt x="34" y="56"/>
                    </a:cubicBezTo>
                    <a:cubicBezTo>
                      <a:pt x="33" y="56"/>
                      <a:pt x="33" y="55"/>
                      <a:pt x="33" y="54"/>
                    </a:cubicBezTo>
                    <a:cubicBezTo>
                      <a:pt x="35" y="60"/>
                      <a:pt x="37" y="64"/>
                      <a:pt x="39" y="69"/>
                    </a:cubicBezTo>
                    <a:cubicBezTo>
                      <a:pt x="42" y="75"/>
                      <a:pt x="45" y="81"/>
                      <a:pt x="49" y="87"/>
                    </a:cubicBezTo>
                    <a:cubicBezTo>
                      <a:pt x="54" y="98"/>
                      <a:pt x="61" y="109"/>
                      <a:pt x="68" y="120"/>
                    </a:cubicBezTo>
                    <a:cubicBezTo>
                      <a:pt x="71" y="126"/>
                      <a:pt x="68" y="133"/>
                      <a:pt x="63" y="135"/>
                    </a:cubicBezTo>
                    <a:cubicBezTo>
                      <a:pt x="61" y="135"/>
                      <a:pt x="60" y="136"/>
                      <a:pt x="59" y="136"/>
                    </a:cubicBezTo>
                    <a:cubicBezTo>
                      <a:pt x="54" y="136"/>
                      <a:pt x="51" y="134"/>
                      <a:pt x="49" y="1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7" name="Google Shape;4317;p50">
                <a:extLst>
                  <a:ext uri="{FF2B5EF4-FFF2-40B4-BE49-F238E27FC236}">
                    <a16:creationId xmlns:a16="http://schemas.microsoft.com/office/drawing/2014/main" id="{7F6F2C6E-7227-6D8B-6231-D19819F00CE0}"/>
                  </a:ext>
                </a:extLst>
              </p:cNvPr>
              <p:cNvSpPr/>
              <p:nvPr/>
            </p:nvSpPr>
            <p:spPr>
              <a:xfrm>
                <a:off x="335140" y="4245838"/>
                <a:ext cx="44640" cy="5904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164" extrusionOk="0">
                    <a:moveTo>
                      <a:pt x="6" y="162"/>
                    </a:moveTo>
                    <a:cubicBezTo>
                      <a:pt x="2" y="160"/>
                      <a:pt x="0" y="154"/>
                      <a:pt x="2" y="149"/>
                    </a:cubicBezTo>
                    <a:cubicBezTo>
                      <a:pt x="7" y="137"/>
                      <a:pt x="12" y="126"/>
                      <a:pt x="17" y="114"/>
                    </a:cubicBezTo>
                    <a:cubicBezTo>
                      <a:pt x="22" y="103"/>
                      <a:pt x="28" y="94"/>
                      <a:pt x="34" y="85"/>
                    </a:cubicBezTo>
                    <a:cubicBezTo>
                      <a:pt x="39" y="75"/>
                      <a:pt x="46" y="66"/>
                      <a:pt x="52" y="56"/>
                    </a:cubicBezTo>
                    <a:cubicBezTo>
                      <a:pt x="56" y="51"/>
                      <a:pt x="60" y="45"/>
                      <a:pt x="64" y="40"/>
                    </a:cubicBezTo>
                    <a:cubicBezTo>
                      <a:pt x="67" y="35"/>
                      <a:pt x="71" y="30"/>
                      <a:pt x="76" y="25"/>
                    </a:cubicBezTo>
                    <a:cubicBezTo>
                      <a:pt x="77" y="22"/>
                      <a:pt x="80" y="21"/>
                      <a:pt x="81" y="18"/>
                    </a:cubicBezTo>
                    <a:cubicBezTo>
                      <a:pt x="85" y="14"/>
                      <a:pt x="89" y="10"/>
                      <a:pt x="93" y="7"/>
                    </a:cubicBezTo>
                    <a:cubicBezTo>
                      <a:pt x="97" y="4"/>
                      <a:pt x="101" y="1"/>
                      <a:pt x="105" y="0"/>
                    </a:cubicBezTo>
                    <a:cubicBezTo>
                      <a:pt x="108" y="0"/>
                      <a:pt x="111" y="0"/>
                      <a:pt x="114" y="1"/>
                    </a:cubicBezTo>
                    <a:cubicBezTo>
                      <a:pt x="120" y="2"/>
                      <a:pt x="123" y="9"/>
                      <a:pt x="122" y="15"/>
                    </a:cubicBezTo>
                    <a:cubicBezTo>
                      <a:pt x="120" y="20"/>
                      <a:pt x="115" y="24"/>
                      <a:pt x="109" y="22"/>
                    </a:cubicBezTo>
                    <a:cubicBezTo>
                      <a:pt x="108" y="24"/>
                      <a:pt x="107" y="24"/>
                      <a:pt x="106" y="25"/>
                    </a:cubicBezTo>
                    <a:cubicBezTo>
                      <a:pt x="102" y="28"/>
                      <a:pt x="99" y="31"/>
                      <a:pt x="96" y="34"/>
                    </a:cubicBezTo>
                    <a:cubicBezTo>
                      <a:pt x="91" y="40"/>
                      <a:pt x="85" y="46"/>
                      <a:pt x="81" y="52"/>
                    </a:cubicBezTo>
                    <a:lnTo>
                      <a:pt x="81" y="51"/>
                    </a:lnTo>
                    <a:cubicBezTo>
                      <a:pt x="77" y="56"/>
                      <a:pt x="73" y="62"/>
                      <a:pt x="69" y="67"/>
                    </a:cubicBezTo>
                    <a:cubicBezTo>
                      <a:pt x="66" y="72"/>
                      <a:pt x="63" y="77"/>
                      <a:pt x="59" y="82"/>
                    </a:cubicBezTo>
                    <a:cubicBezTo>
                      <a:pt x="53" y="91"/>
                      <a:pt x="47" y="100"/>
                      <a:pt x="42" y="110"/>
                    </a:cubicBezTo>
                    <a:cubicBezTo>
                      <a:pt x="39" y="114"/>
                      <a:pt x="38" y="117"/>
                      <a:pt x="36" y="121"/>
                    </a:cubicBezTo>
                    <a:cubicBezTo>
                      <a:pt x="34" y="125"/>
                      <a:pt x="32" y="128"/>
                      <a:pt x="31" y="133"/>
                    </a:cubicBezTo>
                    <a:cubicBezTo>
                      <a:pt x="27" y="141"/>
                      <a:pt x="23" y="149"/>
                      <a:pt x="20" y="158"/>
                    </a:cubicBezTo>
                    <a:cubicBezTo>
                      <a:pt x="18" y="161"/>
                      <a:pt x="14" y="163"/>
                      <a:pt x="10" y="163"/>
                    </a:cubicBezTo>
                    <a:cubicBezTo>
                      <a:pt x="9" y="163"/>
                      <a:pt x="7" y="163"/>
                      <a:pt x="6" y="1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8" name="Google Shape;4318;p50">
                <a:extLst>
                  <a:ext uri="{FF2B5EF4-FFF2-40B4-BE49-F238E27FC236}">
                    <a16:creationId xmlns:a16="http://schemas.microsoft.com/office/drawing/2014/main" id="{27A195AF-8365-6E4B-C987-0D1053268E0F}"/>
                  </a:ext>
                </a:extLst>
              </p:cNvPr>
              <p:cNvSpPr/>
              <p:nvPr/>
            </p:nvSpPr>
            <p:spPr>
              <a:xfrm>
                <a:off x="389140" y="4265638"/>
                <a:ext cx="58320" cy="15120"/>
              </a:xfrm>
              <a:custGeom>
                <a:avLst/>
                <a:gdLst/>
                <a:ahLst/>
                <a:cxnLst/>
                <a:rect l="l" t="t" r="r" b="b"/>
                <a:pathLst>
                  <a:path w="162" h="42" extrusionOk="0">
                    <a:moveTo>
                      <a:pt x="7" y="40"/>
                    </a:moveTo>
                    <a:cubicBezTo>
                      <a:pt x="4" y="38"/>
                      <a:pt x="1" y="35"/>
                      <a:pt x="1" y="31"/>
                    </a:cubicBezTo>
                    <a:cubicBezTo>
                      <a:pt x="0" y="27"/>
                      <a:pt x="2" y="22"/>
                      <a:pt x="7" y="19"/>
                    </a:cubicBezTo>
                    <a:cubicBezTo>
                      <a:pt x="12" y="17"/>
                      <a:pt x="18" y="15"/>
                      <a:pt x="24" y="14"/>
                    </a:cubicBezTo>
                    <a:cubicBezTo>
                      <a:pt x="27" y="13"/>
                      <a:pt x="30" y="13"/>
                      <a:pt x="33" y="12"/>
                    </a:cubicBezTo>
                    <a:cubicBezTo>
                      <a:pt x="39" y="12"/>
                      <a:pt x="44" y="11"/>
                      <a:pt x="49" y="10"/>
                    </a:cubicBezTo>
                    <a:cubicBezTo>
                      <a:pt x="60" y="8"/>
                      <a:pt x="71" y="7"/>
                      <a:pt x="82" y="6"/>
                    </a:cubicBezTo>
                    <a:cubicBezTo>
                      <a:pt x="105" y="4"/>
                      <a:pt x="127" y="2"/>
                      <a:pt x="149" y="0"/>
                    </a:cubicBezTo>
                    <a:cubicBezTo>
                      <a:pt x="155" y="0"/>
                      <a:pt x="160" y="4"/>
                      <a:pt x="161" y="9"/>
                    </a:cubicBezTo>
                    <a:cubicBezTo>
                      <a:pt x="161" y="14"/>
                      <a:pt x="157" y="19"/>
                      <a:pt x="152" y="20"/>
                    </a:cubicBezTo>
                    <a:cubicBezTo>
                      <a:pt x="137" y="21"/>
                      <a:pt x="121" y="22"/>
                      <a:pt x="106" y="24"/>
                    </a:cubicBezTo>
                    <a:cubicBezTo>
                      <a:pt x="99" y="24"/>
                      <a:pt x="91" y="26"/>
                      <a:pt x="84" y="26"/>
                    </a:cubicBezTo>
                    <a:cubicBezTo>
                      <a:pt x="77" y="27"/>
                      <a:pt x="70" y="28"/>
                      <a:pt x="63" y="29"/>
                    </a:cubicBezTo>
                    <a:cubicBezTo>
                      <a:pt x="49" y="31"/>
                      <a:pt x="36" y="33"/>
                      <a:pt x="22" y="37"/>
                    </a:cubicBezTo>
                    <a:cubicBezTo>
                      <a:pt x="21" y="37"/>
                      <a:pt x="20" y="38"/>
                      <a:pt x="18" y="38"/>
                    </a:cubicBezTo>
                    <a:cubicBezTo>
                      <a:pt x="16" y="40"/>
                      <a:pt x="14" y="41"/>
                      <a:pt x="11" y="40"/>
                    </a:cubicBezTo>
                    <a:cubicBezTo>
                      <a:pt x="10" y="40"/>
                      <a:pt x="8" y="40"/>
                      <a:pt x="7" y="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9" name="Google Shape;4319;p50">
                <a:extLst>
                  <a:ext uri="{FF2B5EF4-FFF2-40B4-BE49-F238E27FC236}">
                    <a16:creationId xmlns:a16="http://schemas.microsoft.com/office/drawing/2014/main" id="{D956CD7A-3A9E-76C4-9129-6C37B68080D5}"/>
                  </a:ext>
                </a:extLst>
              </p:cNvPr>
              <p:cNvSpPr/>
              <p:nvPr/>
            </p:nvSpPr>
            <p:spPr>
              <a:xfrm>
                <a:off x="457540" y="4225678"/>
                <a:ext cx="29520" cy="78480"/>
              </a:xfrm>
              <a:custGeom>
                <a:avLst/>
                <a:gdLst/>
                <a:ahLst/>
                <a:cxnLst/>
                <a:rect l="l" t="t" r="r" b="b"/>
                <a:pathLst>
                  <a:path w="82" h="218" extrusionOk="0">
                    <a:moveTo>
                      <a:pt x="9" y="217"/>
                    </a:moveTo>
                    <a:cubicBezTo>
                      <a:pt x="4" y="215"/>
                      <a:pt x="0" y="209"/>
                      <a:pt x="2" y="203"/>
                    </a:cubicBezTo>
                    <a:cubicBezTo>
                      <a:pt x="9" y="180"/>
                      <a:pt x="16" y="158"/>
                      <a:pt x="23" y="135"/>
                    </a:cubicBezTo>
                    <a:cubicBezTo>
                      <a:pt x="29" y="113"/>
                      <a:pt x="35" y="91"/>
                      <a:pt x="41" y="69"/>
                    </a:cubicBezTo>
                    <a:cubicBezTo>
                      <a:pt x="43" y="59"/>
                      <a:pt x="46" y="48"/>
                      <a:pt x="49" y="38"/>
                    </a:cubicBezTo>
                    <a:cubicBezTo>
                      <a:pt x="52" y="28"/>
                      <a:pt x="54" y="20"/>
                      <a:pt x="57" y="10"/>
                    </a:cubicBezTo>
                    <a:cubicBezTo>
                      <a:pt x="58" y="4"/>
                      <a:pt x="65" y="0"/>
                      <a:pt x="72" y="1"/>
                    </a:cubicBezTo>
                    <a:cubicBezTo>
                      <a:pt x="78" y="4"/>
                      <a:pt x="81" y="11"/>
                      <a:pt x="78" y="17"/>
                    </a:cubicBezTo>
                    <a:cubicBezTo>
                      <a:pt x="71" y="38"/>
                      <a:pt x="65" y="60"/>
                      <a:pt x="59" y="81"/>
                    </a:cubicBezTo>
                    <a:cubicBezTo>
                      <a:pt x="53" y="104"/>
                      <a:pt x="47" y="126"/>
                      <a:pt x="40" y="148"/>
                    </a:cubicBezTo>
                    <a:cubicBezTo>
                      <a:pt x="34" y="169"/>
                      <a:pt x="29" y="189"/>
                      <a:pt x="23" y="209"/>
                    </a:cubicBezTo>
                    <a:cubicBezTo>
                      <a:pt x="22" y="214"/>
                      <a:pt x="17" y="217"/>
                      <a:pt x="12" y="217"/>
                    </a:cubicBezTo>
                    <a:cubicBezTo>
                      <a:pt x="11" y="217"/>
                      <a:pt x="10" y="217"/>
                      <a:pt x="9" y="2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0" name="Google Shape;4320;p50">
                <a:extLst>
                  <a:ext uri="{FF2B5EF4-FFF2-40B4-BE49-F238E27FC236}">
                    <a16:creationId xmlns:a16="http://schemas.microsoft.com/office/drawing/2014/main" id="{173348A1-1864-F2A6-CF0C-6E7F0C5FE084}"/>
                  </a:ext>
                </a:extLst>
              </p:cNvPr>
              <p:cNvSpPr/>
              <p:nvPr/>
            </p:nvSpPr>
            <p:spPr>
              <a:xfrm>
                <a:off x="476260" y="4240798"/>
                <a:ext cx="21960" cy="55800"/>
              </a:xfrm>
              <a:custGeom>
                <a:avLst/>
                <a:gdLst/>
                <a:ahLst/>
                <a:cxnLst/>
                <a:rect l="l" t="t" r="r" b="b"/>
                <a:pathLst>
                  <a:path w="61" h="155" extrusionOk="0">
                    <a:moveTo>
                      <a:pt x="9" y="154"/>
                    </a:moveTo>
                    <a:cubicBezTo>
                      <a:pt x="7" y="153"/>
                      <a:pt x="4" y="152"/>
                      <a:pt x="2" y="149"/>
                    </a:cubicBezTo>
                    <a:cubicBezTo>
                      <a:pt x="1" y="147"/>
                      <a:pt x="0" y="144"/>
                      <a:pt x="1" y="140"/>
                    </a:cubicBezTo>
                    <a:cubicBezTo>
                      <a:pt x="1" y="139"/>
                      <a:pt x="2" y="138"/>
                      <a:pt x="2" y="137"/>
                    </a:cubicBezTo>
                    <a:cubicBezTo>
                      <a:pt x="2" y="137"/>
                      <a:pt x="2" y="136"/>
                      <a:pt x="2" y="135"/>
                    </a:cubicBezTo>
                    <a:cubicBezTo>
                      <a:pt x="7" y="116"/>
                      <a:pt x="11" y="96"/>
                      <a:pt x="16" y="77"/>
                    </a:cubicBezTo>
                    <a:cubicBezTo>
                      <a:pt x="18" y="67"/>
                      <a:pt x="20" y="59"/>
                      <a:pt x="22" y="50"/>
                    </a:cubicBezTo>
                    <a:cubicBezTo>
                      <a:pt x="23" y="42"/>
                      <a:pt x="26" y="35"/>
                      <a:pt x="27" y="28"/>
                    </a:cubicBezTo>
                    <a:cubicBezTo>
                      <a:pt x="30" y="22"/>
                      <a:pt x="32" y="17"/>
                      <a:pt x="35" y="11"/>
                    </a:cubicBezTo>
                    <a:cubicBezTo>
                      <a:pt x="37" y="8"/>
                      <a:pt x="39" y="5"/>
                      <a:pt x="43" y="3"/>
                    </a:cubicBezTo>
                    <a:lnTo>
                      <a:pt x="44" y="3"/>
                    </a:lnTo>
                    <a:cubicBezTo>
                      <a:pt x="50" y="0"/>
                      <a:pt x="57" y="4"/>
                      <a:pt x="59" y="11"/>
                    </a:cubicBezTo>
                    <a:cubicBezTo>
                      <a:pt x="60" y="15"/>
                      <a:pt x="58" y="20"/>
                      <a:pt x="54" y="22"/>
                    </a:cubicBezTo>
                    <a:cubicBezTo>
                      <a:pt x="53" y="24"/>
                      <a:pt x="53" y="24"/>
                      <a:pt x="52" y="25"/>
                    </a:cubicBezTo>
                    <a:cubicBezTo>
                      <a:pt x="51" y="28"/>
                      <a:pt x="50" y="29"/>
                      <a:pt x="50" y="32"/>
                    </a:cubicBezTo>
                    <a:cubicBezTo>
                      <a:pt x="46" y="41"/>
                      <a:pt x="43" y="51"/>
                      <a:pt x="41" y="61"/>
                    </a:cubicBezTo>
                    <a:cubicBezTo>
                      <a:pt x="34" y="89"/>
                      <a:pt x="28" y="117"/>
                      <a:pt x="22" y="145"/>
                    </a:cubicBezTo>
                    <a:cubicBezTo>
                      <a:pt x="21" y="151"/>
                      <a:pt x="16" y="154"/>
                      <a:pt x="11" y="154"/>
                    </a:cubicBezTo>
                    <a:cubicBezTo>
                      <a:pt x="11" y="154"/>
                      <a:pt x="10" y="154"/>
                      <a:pt x="9" y="1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1" name="Google Shape;4321;p50">
                <a:extLst>
                  <a:ext uri="{FF2B5EF4-FFF2-40B4-BE49-F238E27FC236}">
                    <a16:creationId xmlns:a16="http://schemas.microsoft.com/office/drawing/2014/main" id="{85B47CDC-B44B-1D3D-4AD6-C38EA19EB2C6}"/>
                  </a:ext>
                </a:extLst>
              </p:cNvPr>
              <p:cNvSpPr/>
              <p:nvPr/>
            </p:nvSpPr>
            <p:spPr>
              <a:xfrm>
                <a:off x="446020" y="4217758"/>
                <a:ext cx="97200" cy="27360"/>
              </a:xfrm>
              <a:custGeom>
                <a:avLst/>
                <a:gdLst/>
                <a:ahLst/>
                <a:cxnLst/>
                <a:rect l="l" t="t" r="r" b="b"/>
                <a:pathLst>
                  <a:path w="270" h="76" extrusionOk="0">
                    <a:moveTo>
                      <a:pt x="11" y="74"/>
                    </a:moveTo>
                    <a:cubicBezTo>
                      <a:pt x="7" y="72"/>
                      <a:pt x="4" y="68"/>
                      <a:pt x="2" y="64"/>
                    </a:cubicBezTo>
                    <a:cubicBezTo>
                      <a:pt x="0" y="58"/>
                      <a:pt x="2" y="52"/>
                      <a:pt x="6" y="47"/>
                    </a:cubicBezTo>
                    <a:cubicBezTo>
                      <a:pt x="15" y="36"/>
                      <a:pt x="28" y="30"/>
                      <a:pt x="41" y="26"/>
                    </a:cubicBezTo>
                    <a:cubicBezTo>
                      <a:pt x="51" y="22"/>
                      <a:pt x="62" y="19"/>
                      <a:pt x="73" y="18"/>
                    </a:cubicBezTo>
                    <a:cubicBezTo>
                      <a:pt x="80" y="16"/>
                      <a:pt x="88" y="15"/>
                      <a:pt x="96" y="13"/>
                    </a:cubicBezTo>
                    <a:cubicBezTo>
                      <a:pt x="100" y="12"/>
                      <a:pt x="104" y="12"/>
                      <a:pt x="109" y="11"/>
                    </a:cubicBezTo>
                    <a:cubicBezTo>
                      <a:pt x="113" y="11"/>
                      <a:pt x="117" y="10"/>
                      <a:pt x="121" y="9"/>
                    </a:cubicBezTo>
                    <a:cubicBezTo>
                      <a:pt x="122" y="9"/>
                      <a:pt x="124" y="9"/>
                      <a:pt x="126" y="9"/>
                    </a:cubicBezTo>
                    <a:cubicBezTo>
                      <a:pt x="132" y="8"/>
                      <a:pt x="139" y="8"/>
                      <a:pt x="145" y="7"/>
                    </a:cubicBezTo>
                    <a:cubicBezTo>
                      <a:pt x="150" y="7"/>
                      <a:pt x="155" y="6"/>
                      <a:pt x="160" y="6"/>
                    </a:cubicBezTo>
                    <a:cubicBezTo>
                      <a:pt x="193" y="4"/>
                      <a:pt x="225" y="2"/>
                      <a:pt x="258" y="1"/>
                    </a:cubicBezTo>
                    <a:cubicBezTo>
                      <a:pt x="263" y="0"/>
                      <a:pt x="267" y="4"/>
                      <a:pt x="268" y="9"/>
                    </a:cubicBezTo>
                    <a:cubicBezTo>
                      <a:pt x="269" y="14"/>
                      <a:pt x="265" y="19"/>
                      <a:pt x="259" y="19"/>
                    </a:cubicBezTo>
                    <a:cubicBezTo>
                      <a:pt x="234" y="21"/>
                      <a:pt x="209" y="22"/>
                      <a:pt x="184" y="24"/>
                    </a:cubicBezTo>
                    <a:cubicBezTo>
                      <a:pt x="173" y="25"/>
                      <a:pt x="162" y="25"/>
                      <a:pt x="151" y="26"/>
                    </a:cubicBezTo>
                    <a:cubicBezTo>
                      <a:pt x="143" y="27"/>
                      <a:pt x="136" y="28"/>
                      <a:pt x="129" y="29"/>
                    </a:cubicBezTo>
                    <a:cubicBezTo>
                      <a:pt x="124" y="29"/>
                      <a:pt x="119" y="30"/>
                      <a:pt x="114" y="30"/>
                    </a:cubicBezTo>
                    <a:cubicBezTo>
                      <a:pt x="110" y="32"/>
                      <a:pt x="106" y="32"/>
                      <a:pt x="102" y="33"/>
                    </a:cubicBezTo>
                    <a:cubicBezTo>
                      <a:pt x="96" y="34"/>
                      <a:pt x="90" y="35"/>
                      <a:pt x="85" y="36"/>
                    </a:cubicBezTo>
                    <a:cubicBezTo>
                      <a:pt x="82" y="37"/>
                      <a:pt x="78" y="37"/>
                      <a:pt x="75" y="38"/>
                    </a:cubicBezTo>
                    <a:cubicBezTo>
                      <a:pt x="69" y="39"/>
                      <a:pt x="64" y="41"/>
                      <a:pt x="58" y="42"/>
                    </a:cubicBezTo>
                    <a:cubicBezTo>
                      <a:pt x="59" y="42"/>
                      <a:pt x="59" y="42"/>
                      <a:pt x="59" y="42"/>
                    </a:cubicBezTo>
                    <a:cubicBezTo>
                      <a:pt x="52" y="44"/>
                      <a:pt x="46" y="46"/>
                      <a:pt x="40" y="49"/>
                    </a:cubicBezTo>
                    <a:cubicBezTo>
                      <a:pt x="36" y="50"/>
                      <a:pt x="33" y="52"/>
                      <a:pt x="30" y="54"/>
                    </a:cubicBezTo>
                    <a:cubicBezTo>
                      <a:pt x="29" y="54"/>
                      <a:pt x="29" y="55"/>
                      <a:pt x="27" y="56"/>
                    </a:cubicBezTo>
                    <a:cubicBezTo>
                      <a:pt x="27" y="57"/>
                      <a:pt x="26" y="57"/>
                      <a:pt x="25" y="58"/>
                    </a:cubicBezTo>
                    <a:cubicBezTo>
                      <a:pt x="27" y="60"/>
                      <a:pt x="27" y="64"/>
                      <a:pt x="26" y="67"/>
                    </a:cubicBezTo>
                    <a:cubicBezTo>
                      <a:pt x="25" y="72"/>
                      <a:pt x="20" y="75"/>
                      <a:pt x="16" y="75"/>
                    </a:cubicBezTo>
                    <a:cubicBezTo>
                      <a:pt x="14" y="75"/>
                      <a:pt x="12" y="74"/>
                      <a:pt x="11" y="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2" name="Google Shape;4322;p50">
                <a:extLst>
                  <a:ext uri="{FF2B5EF4-FFF2-40B4-BE49-F238E27FC236}">
                    <a16:creationId xmlns:a16="http://schemas.microsoft.com/office/drawing/2014/main" id="{C20F4755-9212-C696-CF8A-60407B55DF41}"/>
                  </a:ext>
                </a:extLst>
              </p:cNvPr>
              <p:cNvSpPr/>
              <p:nvPr/>
            </p:nvSpPr>
            <p:spPr>
              <a:xfrm>
                <a:off x="504700" y="4214518"/>
                <a:ext cx="56160" cy="11988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333" extrusionOk="0">
                    <a:moveTo>
                      <a:pt x="9" y="331"/>
                    </a:moveTo>
                    <a:cubicBezTo>
                      <a:pt x="3" y="330"/>
                      <a:pt x="0" y="323"/>
                      <a:pt x="3" y="317"/>
                    </a:cubicBezTo>
                    <a:cubicBezTo>
                      <a:pt x="12" y="295"/>
                      <a:pt x="22" y="272"/>
                      <a:pt x="31" y="250"/>
                    </a:cubicBezTo>
                    <a:cubicBezTo>
                      <a:pt x="39" y="231"/>
                      <a:pt x="47" y="212"/>
                      <a:pt x="56" y="193"/>
                    </a:cubicBezTo>
                    <a:cubicBezTo>
                      <a:pt x="74" y="150"/>
                      <a:pt x="92" y="107"/>
                      <a:pt x="110" y="64"/>
                    </a:cubicBezTo>
                    <a:cubicBezTo>
                      <a:pt x="116" y="51"/>
                      <a:pt x="121" y="37"/>
                      <a:pt x="127" y="23"/>
                    </a:cubicBezTo>
                    <a:lnTo>
                      <a:pt x="127" y="24"/>
                    </a:lnTo>
                    <a:cubicBezTo>
                      <a:pt x="128" y="20"/>
                      <a:pt x="130" y="14"/>
                      <a:pt x="132" y="10"/>
                    </a:cubicBezTo>
                    <a:cubicBezTo>
                      <a:pt x="134" y="4"/>
                      <a:pt x="140" y="0"/>
                      <a:pt x="146" y="3"/>
                    </a:cubicBezTo>
                    <a:cubicBezTo>
                      <a:pt x="151" y="5"/>
                      <a:pt x="155" y="11"/>
                      <a:pt x="153" y="17"/>
                    </a:cubicBezTo>
                    <a:cubicBezTo>
                      <a:pt x="149" y="27"/>
                      <a:pt x="145" y="37"/>
                      <a:pt x="140" y="48"/>
                    </a:cubicBezTo>
                    <a:cubicBezTo>
                      <a:pt x="136" y="58"/>
                      <a:pt x="131" y="67"/>
                      <a:pt x="127" y="77"/>
                    </a:cubicBezTo>
                    <a:cubicBezTo>
                      <a:pt x="117" y="98"/>
                      <a:pt x="109" y="118"/>
                      <a:pt x="99" y="139"/>
                    </a:cubicBezTo>
                    <a:cubicBezTo>
                      <a:pt x="81" y="180"/>
                      <a:pt x="63" y="221"/>
                      <a:pt x="46" y="263"/>
                    </a:cubicBezTo>
                    <a:cubicBezTo>
                      <a:pt x="42" y="272"/>
                      <a:pt x="39" y="282"/>
                      <a:pt x="35" y="292"/>
                    </a:cubicBezTo>
                    <a:cubicBezTo>
                      <a:pt x="35" y="291"/>
                      <a:pt x="35" y="291"/>
                      <a:pt x="35" y="291"/>
                    </a:cubicBezTo>
                    <a:cubicBezTo>
                      <a:pt x="31" y="302"/>
                      <a:pt x="26" y="313"/>
                      <a:pt x="22" y="324"/>
                    </a:cubicBezTo>
                    <a:cubicBezTo>
                      <a:pt x="21" y="329"/>
                      <a:pt x="17" y="332"/>
                      <a:pt x="12" y="332"/>
                    </a:cubicBezTo>
                    <a:cubicBezTo>
                      <a:pt x="11" y="332"/>
                      <a:pt x="10" y="332"/>
                      <a:pt x="9" y="3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3" name="Google Shape;4323;p50">
                <a:extLst>
                  <a:ext uri="{FF2B5EF4-FFF2-40B4-BE49-F238E27FC236}">
                    <a16:creationId xmlns:a16="http://schemas.microsoft.com/office/drawing/2014/main" id="{1A6CAD1F-8015-0996-A935-6A2FC183DD7D}"/>
                  </a:ext>
                </a:extLst>
              </p:cNvPr>
              <p:cNvSpPr/>
              <p:nvPr/>
            </p:nvSpPr>
            <p:spPr>
              <a:xfrm>
                <a:off x="539620" y="4246918"/>
                <a:ext cx="3384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94" h="167" extrusionOk="0">
                    <a:moveTo>
                      <a:pt x="27" y="160"/>
                    </a:moveTo>
                    <a:cubicBezTo>
                      <a:pt x="24" y="155"/>
                      <a:pt x="26" y="148"/>
                      <a:pt x="31" y="145"/>
                    </a:cubicBezTo>
                    <a:cubicBezTo>
                      <a:pt x="32" y="145"/>
                      <a:pt x="33" y="144"/>
                      <a:pt x="34" y="143"/>
                    </a:cubicBezTo>
                    <a:cubicBezTo>
                      <a:pt x="39" y="140"/>
                      <a:pt x="44" y="136"/>
                      <a:pt x="49" y="132"/>
                    </a:cubicBezTo>
                    <a:cubicBezTo>
                      <a:pt x="52" y="131"/>
                      <a:pt x="53" y="129"/>
                      <a:pt x="56" y="127"/>
                    </a:cubicBezTo>
                    <a:cubicBezTo>
                      <a:pt x="58" y="125"/>
                      <a:pt x="60" y="123"/>
                      <a:pt x="62" y="120"/>
                    </a:cubicBezTo>
                    <a:cubicBezTo>
                      <a:pt x="63" y="118"/>
                      <a:pt x="64" y="116"/>
                      <a:pt x="65" y="114"/>
                    </a:cubicBezTo>
                    <a:cubicBezTo>
                      <a:pt x="66" y="113"/>
                      <a:pt x="67" y="111"/>
                      <a:pt x="67" y="110"/>
                    </a:cubicBezTo>
                    <a:cubicBezTo>
                      <a:pt x="67" y="109"/>
                      <a:pt x="68" y="109"/>
                      <a:pt x="68" y="108"/>
                    </a:cubicBezTo>
                    <a:cubicBezTo>
                      <a:pt x="68" y="107"/>
                      <a:pt x="69" y="106"/>
                      <a:pt x="69" y="104"/>
                    </a:cubicBezTo>
                    <a:lnTo>
                      <a:pt x="69" y="103"/>
                    </a:lnTo>
                    <a:lnTo>
                      <a:pt x="69" y="104"/>
                    </a:lnTo>
                    <a:lnTo>
                      <a:pt x="69" y="103"/>
                    </a:lnTo>
                    <a:lnTo>
                      <a:pt x="69" y="104"/>
                    </a:lnTo>
                    <a:cubicBezTo>
                      <a:pt x="69" y="103"/>
                      <a:pt x="69" y="102"/>
                      <a:pt x="69" y="101"/>
                    </a:cubicBezTo>
                    <a:cubicBezTo>
                      <a:pt x="69" y="100"/>
                      <a:pt x="68" y="100"/>
                      <a:pt x="68" y="99"/>
                    </a:cubicBezTo>
                    <a:lnTo>
                      <a:pt x="67" y="98"/>
                    </a:lnTo>
                    <a:cubicBezTo>
                      <a:pt x="67" y="97"/>
                      <a:pt x="67" y="97"/>
                      <a:pt x="67" y="97"/>
                    </a:cubicBezTo>
                    <a:cubicBezTo>
                      <a:pt x="66" y="96"/>
                      <a:pt x="66" y="96"/>
                      <a:pt x="66" y="95"/>
                    </a:cubicBezTo>
                    <a:cubicBezTo>
                      <a:pt x="65" y="95"/>
                      <a:pt x="65" y="94"/>
                      <a:pt x="64" y="93"/>
                    </a:cubicBezTo>
                    <a:cubicBezTo>
                      <a:pt x="65" y="93"/>
                      <a:pt x="65" y="93"/>
                      <a:pt x="65" y="94"/>
                    </a:cubicBezTo>
                    <a:cubicBezTo>
                      <a:pt x="65" y="93"/>
                      <a:pt x="65" y="93"/>
                      <a:pt x="64" y="93"/>
                    </a:cubicBezTo>
                    <a:lnTo>
                      <a:pt x="63" y="93"/>
                    </a:lnTo>
                    <a:cubicBezTo>
                      <a:pt x="64" y="93"/>
                      <a:pt x="64" y="93"/>
                      <a:pt x="64" y="93"/>
                    </a:cubicBezTo>
                    <a:cubicBezTo>
                      <a:pt x="64" y="93"/>
                      <a:pt x="63" y="93"/>
                      <a:pt x="63" y="92"/>
                    </a:cubicBezTo>
                    <a:cubicBezTo>
                      <a:pt x="62" y="92"/>
                      <a:pt x="61" y="91"/>
                      <a:pt x="60" y="90"/>
                    </a:cubicBezTo>
                    <a:cubicBezTo>
                      <a:pt x="59" y="90"/>
                      <a:pt x="58" y="89"/>
                      <a:pt x="57" y="89"/>
                    </a:cubicBezTo>
                    <a:cubicBezTo>
                      <a:pt x="56" y="89"/>
                      <a:pt x="54" y="88"/>
                      <a:pt x="53" y="88"/>
                    </a:cubicBezTo>
                    <a:cubicBezTo>
                      <a:pt x="51" y="88"/>
                      <a:pt x="49" y="87"/>
                      <a:pt x="48" y="87"/>
                    </a:cubicBezTo>
                    <a:cubicBezTo>
                      <a:pt x="45" y="87"/>
                      <a:pt x="41" y="87"/>
                      <a:pt x="37" y="86"/>
                    </a:cubicBezTo>
                    <a:cubicBezTo>
                      <a:pt x="32" y="84"/>
                      <a:pt x="28" y="79"/>
                      <a:pt x="28" y="74"/>
                    </a:cubicBezTo>
                    <a:cubicBezTo>
                      <a:pt x="28" y="69"/>
                      <a:pt x="31" y="65"/>
                      <a:pt x="34" y="62"/>
                    </a:cubicBezTo>
                    <a:cubicBezTo>
                      <a:pt x="35" y="60"/>
                      <a:pt x="37" y="58"/>
                      <a:pt x="38" y="56"/>
                    </a:cubicBezTo>
                    <a:cubicBezTo>
                      <a:pt x="40" y="52"/>
                      <a:pt x="42" y="48"/>
                      <a:pt x="44" y="44"/>
                    </a:cubicBezTo>
                    <a:cubicBezTo>
                      <a:pt x="44" y="43"/>
                      <a:pt x="45" y="42"/>
                      <a:pt x="45" y="40"/>
                    </a:cubicBezTo>
                    <a:cubicBezTo>
                      <a:pt x="45" y="39"/>
                      <a:pt x="45" y="37"/>
                      <a:pt x="45" y="36"/>
                    </a:cubicBezTo>
                    <a:cubicBezTo>
                      <a:pt x="46" y="35"/>
                      <a:pt x="46" y="33"/>
                      <a:pt x="46" y="32"/>
                    </a:cubicBezTo>
                    <a:cubicBezTo>
                      <a:pt x="46" y="31"/>
                      <a:pt x="46" y="30"/>
                      <a:pt x="45" y="30"/>
                    </a:cubicBezTo>
                    <a:cubicBezTo>
                      <a:pt x="45" y="29"/>
                      <a:pt x="45" y="29"/>
                      <a:pt x="45" y="29"/>
                    </a:cubicBezTo>
                    <a:cubicBezTo>
                      <a:pt x="45" y="28"/>
                      <a:pt x="45" y="28"/>
                      <a:pt x="45" y="28"/>
                    </a:cubicBezTo>
                    <a:cubicBezTo>
                      <a:pt x="45" y="29"/>
                      <a:pt x="45" y="29"/>
                      <a:pt x="45" y="29"/>
                    </a:cubicBezTo>
                    <a:lnTo>
                      <a:pt x="45" y="28"/>
                    </a:lnTo>
                    <a:cubicBezTo>
                      <a:pt x="45" y="28"/>
                      <a:pt x="45" y="27"/>
                      <a:pt x="44" y="27"/>
                    </a:cubicBezTo>
                    <a:cubicBezTo>
                      <a:pt x="44" y="26"/>
                      <a:pt x="44" y="25"/>
                      <a:pt x="42" y="25"/>
                    </a:cubicBezTo>
                    <a:cubicBezTo>
                      <a:pt x="43" y="25"/>
                      <a:pt x="44" y="25"/>
                      <a:pt x="44" y="26"/>
                    </a:cubicBezTo>
                    <a:cubicBezTo>
                      <a:pt x="43" y="25"/>
                      <a:pt x="42" y="25"/>
                      <a:pt x="42" y="24"/>
                    </a:cubicBezTo>
                    <a:cubicBezTo>
                      <a:pt x="42" y="23"/>
                      <a:pt x="42" y="23"/>
                      <a:pt x="41" y="23"/>
                    </a:cubicBezTo>
                    <a:lnTo>
                      <a:pt x="40" y="23"/>
                    </a:lnTo>
                    <a:lnTo>
                      <a:pt x="39" y="23"/>
                    </a:lnTo>
                    <a:lnTo>
                      <a:pt x="38" y="23"/>
                    </a:lnTo>
                    <a:cubicBezTo>
                      <a:pt x="37" y="23"/>
                      <a:pt x="36" y="24"/>
                      <a:pt x="35" y="25"/>
                    </a:cubicBezTo>
                    <a:cubicBezTo>
                      <a:pt x="34" y="25"/>
                      <a:pt x="33" y="26"/>
                      <a:pt x="32" y="26"/>
                    </a:cubicBezTo>
                    <a:cubicBezTo>
                      <a:pt x="31" y="26"/>
                      <a:pt x="31" y="27"/>
                      <a:pt x="30" y="28"/>
                    </a:cubicBezTo>
                    <a:cubicBezTo>
                      <a:pt x="29" y="28"/>
                      <a:pt x="28" y="29"/>
                      <a:pt x="27" y="30"/>
                    </a:cubicBezTo>
                    <a:cubicBezTo>
                      <a:pt x="27" y="30"/>
                      <a:pt x="27" y="31"/>
                      <a:pt x="26" y="31"/>
                    </a:cubicBezTo>
                    <a:cubicBezTo>
                      <a:pt x="26" y="32"/>
                      <a:pt x="25" y="32"/>
                      <a:pt x="25" y="32"/>
                    </a:cubicBezTo>
                    <a:cubicBezTo>
                      <a:pt x="25" y="33"/>
                      <a:pt x="25" y="33"/>
                      <a:pt x="25" y="33"/>
                    </a:cubicBezTo>
                    <a:cubicBezTo>
                      <a:pt x="25" y="34"/>
                      <a:pt x="25" y="35"/>
                      <a:pt x="24" y="35"/>
                    </a:cubicBezTo>
                    <a:cubicBezTo>
                      <a:pt x="25" y="35"/>
                      <a:pt x="25" y="34"/>
                      <a:pt x="25" y="34"/>
                    </a:cubicBezTo>
                    <a:cubicBezTo>
                      <a:pt x="25" y="35"/>
                      <a:pt x="24" y="35"/>
                      <a:pt x="24" y="36"/>
                    </a:cubicBezTo>
                    <a:cubicBezTo>
                      <a:pt x="23" y="42"/>
                      <a:pt x="16" y="45"/>
                      <a:pt x="10" y="43"/>
                    </a:cubicBezTo>
                    <a:cubicBezTo>
                      <a:pt x="5" y="41"/>
                      <a:pt x="0" y="35"/>
                      <a:pt x="3" y="29"/>
                    </a:cubicBezTo>
                    <a:lnTo>
                      <a:pt x="3" y="28"/>
                    </a:lnTo>
                    <a:cubicBezTo>
                      <a:pt x="4" y="26"/>
                      <a:pt x="5" y="25"/>
                      <a:pt x="6" y="23"/>
                    </a:cubicBezTo>
                    <a:cubicBezTo>
                      <a:pt x="7" y="19"/>
                      <a:pt x="9" y="16"/>
                      <a:pt x="12" y="14"/>
                    </a:cubicBezTo>
                    <a:cubicBezTo>
                      <a:pt x="17" y="9"/>
                      <a:pt x="23" y="5"/>
                      <a:pt x="30" y="2"/>
                    </a:cubicBezTo>
                    <a:cubicBezTo>
                      <a:pt x="37" y="0"/>
                      <a:pt x="44" y="0"/>
                      <a:pt x="51" y="4"/>
                    </a:cubicBezTo>
                    <a:cubicBezTo>
                      <a:pt x="58" y="7"/>
                      <a:pt x="63" y="13"/>
                      <a:pt x="65" y="20"/>
                    </a:cubicBezTo>
                    <a:cubicBezTo>
                      <a:pt x="68" y="28"/>
                      <a:pt x="67" y="35"/>
                      <a:pt x="66" y="43"/>
                    </a:cubicBezTo>
                    <a:cubicBezTo>
                      <a:pt x="65" y="49"/>
                      <a:pt x="62" y="55"/>
                      <a:pt x="60" y="61"/>
                    </a:cubicBezTo>
                    <a:cubicBezTo>
                      <a:pt x="59" y="63"/>
                      <a:pt x="58" y="65"/>
                      <a:pt x="57" y="67"/>
                    </a:cubicBezTo>
                    <a:cubicBezTo>
                      <a:pt x="58" y="67"/>
                      <a:pt x="58" y="67"/>
                      <a:pt x="59" y="67"/>
                    </a:cubicBezTo>
                    <a:cubicBezTo>
                      <a:pt x="66" y="69"/>
                      <a:pt x="73" y="72"/>
                      <a:pt x="79" y="78"/>
                    </a:cubicBezTo>
                    <a:cubicBezTo>
                      <a:pt x="90" y="88"/>
                      <a:pt x="93" y="104"/>
                      <a:pt x="87" y="119"/>
                    </a:cubicBezTo>
                    <a:cubicBezTo>
                      <a:pt x="84" y="126"/>
                      <a:pt x="79" y="133"/>
                      <a:pt x="74" y="139"/>
                    </a:cubicBezTo>
                    <a:cubicBezTo>
                      <a:pt x="70" y="143"/>
                      <a:pt x="65" y="148"/>
                      <a:pt x="60" y="152"/>
                    </a:cubicBezTo>
                    <a:cubicBezTo>
                      <a:pt x="54" y="157"/>
                      <a:pt x="48" y="161"/>
                      <a:pt x="41" y="165"/>
                    </a:cubicBezTo>
                    <a:cubicBezTo>
                      <a:pt x="40" y="166"/>
                      <a:pt x="38" y="166"/>
                      <a:pt x="37" y="166"/>
                    </a:cubicBezTo>
                    <a:cubicBezTo>
                      <a:pt x="32" y="166"/>
                      <a:pt x="28" y="164"/>
                      <a:pt x="27" y="1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4" name="Google Shape;4324;p50">
                <a:extLst>
                  <a:ext uri="{FF2B5EF4-FFF2-40B4-BE49-F238E27FC236}">
                    <a16:creationId xmlns:a16="http://schemas.microsoft.com/office/drawing/2014/main" id="{83D351D5-6BE5-4B1D-D39A-4695AF3B40FF}"/>
                  </a:ext>
                </a:extLst>
              </p:cNvPr>
              <p:cNvSpPr/>
              <p:nvPr/>
            </p:nvSpPr>
            <p:spPr>
              <a:xfrm>
                <a:off x="583540" y="4196877"/>
                <a:ext cx="27360" cy="149040"/>
              </a:xfrm>
              <a:custGeom>
                <a:avLst/>
                <a:gdLst/>
                <a:ahLst/>
                <a:cxnLst/>
                <a:rect l="l" t="t" r="r" b="b"/>
                <a:pathLst>
                  <a:path w="76" h="414" extrusionOk="0">
                    <a:moveTo>
                      <a:pt x="5" y="410"/>
                    </a:moveTo>
                    <a:cubicBezTo>
                      <a:pt x="1" y="407"/>
                      <a:pt x="0" y="400"/>
                      <a:pt x="4" y="395"/>
                    </a:cubicBezTo>
                    <a:cubicBezTo>
                      <a:pt x="5" y="394"/>
                      <a:pt x="6" y="392"/>
                      <a:pt x="7" y="391"/>
                    </a:cubicBezTo>
                    <a:cubicBezTo>
                      <a:pt x="8" y="390"/>
                      <a:pt x="8" y="389"/>
                      <a:pt x="9" y="388"/>
                    </a:cubicBezTo>
                    <a:lnTo>
                      <a:pt x="10" y="388"/>
                    </a:lnTo>
                    <a:lnTo>
                      <a:pt x="10" y="387"/>
                    </a:lnTo>
                    <a:lnTo>
                      <a:pt x="11" y="387"/>
                    </a:lnTo>
                    <a:cubicBezTo>
                      <a:pt x="10" y="387"/>
                      <a:pt x="10" y="387"/>
                      <a:pt x="10" y="387"/>
                    </a:cubicBezTo>
                    <a:cubicBezTo>
                      <a:pt x="11" y="387"/>
                      <a:pt x="11" y="387"/>
                      <a:pt x="11" y="387"/>
                    </a:cubicBezTo>
                    <a:cubicBezTo>
                      <a:pt x="11" y="386"/>
                      <a:pt x="11" y="386"/>
                      <a:pt x="11" y="386"/>
                    </a:cubicBezTo>
                    <a:cubicBezTo>
                      <a:pt x="17" y="378"/>
                      <a:pt x="21" y="370"/>
                      <a:pt x="25" y="362"/>
                    </a:cubicBezTo>
                    <a:cubicBezTo>
                      <a:pt x="29" y="356"/>
                      <a:pt x="32" y="350"/>
                      <a:pt x="35" y="344"/>
                    </a:cubicBezTo>
                    <a:cubicBezTo>
                      <a:pt x="37" y="337"/>
                      <a:pt x="39" y="330"/>
                      <a:pt x="41" y="323"/>
                    </a:cubicBezTo>
                    <a:cubicBezTo>
                      <a:pt x="42" y="316"/>
                      <a:pt x="44" y="310"/>
                      <a:pt x="45" y="303"/>
                    </a:cubicBezTo>
                    <a:cubicBezTo>
                      <a:pt x="47" y="298"/>
                      <a:pt x="47" y="292"/>
                      <a:pt x="49" y="287"/>
                    </a:cubicBezTo>
                    <a:cubicBezTo>
                      <a:pt x="49" y="282"/>
                      <a:pt x="50" y="277"/>
                      <a:pt x="50" y="272"/>
                    </a:cubicBezTo>
                    <a:cubicBezTo>
                      <a:pt x="51" y="266"/>
                      <a:pt x="52" y="259"/>
                      <a:pt x="53" y="253"/>
                    </a:cubicBezTo>
                    <a:cubicBezTo>
                      <a:pt x="53" y="248"/>
                      <a:pt x="53" y="243"/>
                      <a:pt x="54" y="239"/>
                    </a:cubicBezTo>
                    <a:cubicBezTo>
                      <a:pt x="54" y="234"/>
                      <a:pt x="54" y="229"/>
                      <a:pt x="54" y="225"/>
                    </a:cubicBezTo>
                    <a:cubicBezTo>
                      <a:pt x="55" y="214"/>
                      <a:pt x="55" y="204"/>
                      <a:pt x="55" y="194"/>
                    </a:cubicBezTo>
                    <a:cubicBezTo>
                      <a:pt x="55" y="188"/>
                      <a:pt x="54" y="182"/>
                      <a:pt x="54" y="177"/>
                    </a:cubicBezTo>
                    <a:cubicBezTo>
                      <a:pt x="54" y="172"/>
                      <a:pt x="54" y="168"/>
                      <a:pt x="54" y="163"/>
                    </a:cubicBezTo>
                    <a:cubicBezTo>
                      <a:pt x="53" y="151"/>
                      <a:pt x="52" y="140"/>
                      <a:pt x="51" y="129"/>
                    </a:cubicBezTo>
                    <a:cubicBezTo>
                      <a:pt x="48" y="105"/>
                      <a:pt x="45" y="81"/>
                      <a:pt x="43" y="57"/>
                    </a:cubicBezTo>
                    <a:cubicBezTo>
                      <a:pt x="42" y="52"/>
                      <a:pt x="42" y="47"/>
                      <a:pt x="41" y="41"/>
                    </a:cubicBezTo>
                    <a:cubicBezTo>
                      <a:pt x="41" y="34"/>
                      <a:pt x="40" y="27"/>
                      <a:pt x="41" y="20"/>
                    </a:cubicBezTo>
                    <a:cubicBezTo>
                      <a:pt x="42" y="16"/>
                      <a:pt x="43" y="10"/>
                      <a:pt x="46" y="6"/>
                    </a:cubicBezTo>
                    <a:cubicBezTo>
                      <a:pt x="49" y="2"/>
                      <a:pt x="53" y="0"/>
                      <a:pt x="58" y="0"/>
                    </a:cubicBezTo>
                    <a:cubicBezTo>
                      <a:pt x="64" y="0"/>
                      <a:pt x="70" y="4"/>
                      <a:pt x="71" y="10"/>
                    </a:cubicBezTo>
                    <a:cubicBezTo>
                      <a:pt x="71" y="16"/>
                      <a:pt x="68" y="20"/>
                      <a:pt x="63" y="22"/>
                    </a:cubicBezTo>
                    <a:cubicBezTo>
                      <a:pt x="63" y="23"/>
                      <a:pt x="63" y="24"/>
                      <a:pt x="63" y="24"/>
                    </a:cubicBezTo>
                    <a:cubicBezTo>
                      <a:pt x="63" y="29"/>
                      <a:pt x="63" y="34"/>
                      <a:pt x="63" y="38"/>
                    </a:cubicBezTo>
                    <a:cubicBezTo>
                      <a:pt x="63" y="52"/>
                      <a:pt x="64" y="66"/>
                      <a:pt x="66" y="80"/>
                    </a:cubicBezTo>
                    <a:cubicBezTo>
                      <a:pt x="67" y="92"/>
                      <a:pt x="68" y="104"/>
                      <a:pt x="70" y="116"/>
                    </a:cubicBezTo>
                    <a:cubicBezTo>
                      <a:pt x="71" y="128"/>
                      <a:pt x="72" y="140"/>
                      <a:pt x="73" y="153"/>
                    </a:cubicBezTo>
                    <a:cubicBezTo>
                      <a:pt x="74" y="165"/>
                      <a:pt x="74" y="176"/>
                      <a:pt x="74" y="189"/>
                    </a:cubicBezTo>
                    <a:cubicBezTo>
                      <a:pt x="75" y="200"/>
                      <a:pt x="74" y="213"/>
                      <a:pt x="74" y="224"/>
                    </a:cubicBezTo>
                    <a:cubicBezTo>
                      <a:pt x="74" y="229"/>
                      <a:pt x="74" y="234"/>
                      <a:pt x="73" y="239"/>
                    </a:cubicBezTo>
                    <a:cubicBezTo>
                      <a:pt x="73" y="244"/>
                      <a:pt x="72" y="250"/>
                      <a:pt x="72" y="256"/>
                    </a:cubicBezTo>
                    <a:cubicBezTo>
                      <a:pt x="71" y="267"/>
                      <a:pt x="70" y="278"/>
                      <a:pt x="68" y="289"/>
                    </a:cubicBezTo>
                    <a:cubicBezTo>
                      <a:pt x="67" y="295"/>
                      <a:pt x="66" y="301"/>
                      <a:pt x="65" y="306"/>
                    </a:cubicBezTo>
                    <a:cubicBezTo>
                      <a:pt x="63" y="313"/>
                      <a:pt x="62" y="320"/>
                      <a:pt x="60" y="326"/>
                    </a:cubicBezTo>
                    <a:cubicBezTo>
                      <a:pt x="59" y="331"/>
                      <a:pt x="58" y="336"/>
                      <a:pt x="56" y="341"/>
                    </a:cubicBezTo>
                    <a:cubicBezTo>
                      <a:pt x="54" y="348"/>
                      <a:pt x="51" y="354"/>
                      <a:pt x="49" y="361"/>
                    </a:cubicBezTo>
                    <a:cubicBezTo>
                      <a:pt x="46" y="368"/>
                      <a:pt x="42" y="374"/>
                      <a:pt x="38" y="381"/>
                    </a:cubicBezTo>
                    <a:cubicBezTo>
                      <a:pt x="33" y="391"/>
                      <a:pt x="27" y="400"/>
                      <a:pt x="21" y="409"/>
                    </a:cubicBezTo>
                    <a:cubicBezTo>
                      <a:pt x="18" y="412"/>
                      <a:pt x="15" y="413"/>
                      <a:pt x="12" y="413"/>
                    </a:cubicBezTo>
                    <a:cubicBezTo>
                      <a:pt x="10" y="413"/>
                      <a:pt x="7" y="412"/>
                      <a:pt x="5" y="4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5" name="Google Shape;4325;p50">
                <a:extLst>
                  <a:ext uri="{FF2B5EF4-FFF2-40B4-BE49-F238E27FC236}">
                    <a16:creationId xmlns:a16="http://schemas.microsoft.com/office/drawing/2014/main" id="{FEAAB933-6733-A32D-4AF6-04B332323F1D}"/>
                  </a:ext>
                </a:extLst>
              </p:cNvPr>
              <p:cNvSpPr/>
              <p:nvPr/>
            </p:nvSpPr>
            <p:spPr>
              <a:xfrm>
                <a:off x="637540" y="4265278"/>
                <a:ext cx="31680" cy="11520"/>
              </a:xfrm>
              <a:custGeom>
                <a:avLst/>
                <a:gdLst/>
                <a:ahLst/>
                <a:cxnLst/>
                <a:rect l="l" t="t" r="r" b="b"/>
                <a:pathLst>
                  <a:path w="88" h="32" extrusionOk="0">
                    <a:moveTo>
                      <a:pt x="20" y="30"/>
                    </a:moveTo>
                    <a:cubicBezTo>
                      <a:pt x="13" y="29"/>
                      <a:pt x="5" y="27"/>
                      <a:pt x="2" y="20"/>
                    </a:cubicBezTo>
                    <a:cubicBezTo>
                      <a:pt x="0" y="14"/>
                      <a:pt x="3" y="7"/>
                      <a:pt x="9" y="5"/>
                    </a:cubicBezTo>
                    <a:cubicBezTo>
                      <a:pt x="10" y="5"/>
                      <a:pt x="12" y="4"/>
                      <a:pt x="14" y="4"/>
                    </a:cubicBezTo>
                    <a:cubicBezTo>
                      <a:pt x="17" y="5"/>
                      <a:pt x="20" y="6"/>
                      <a:pt x="22" y="8"/>
                    </a:cubicBezTo>
                    <a:cubicBezTo>
                      <a:pt x="25" y="9"/>
                      <a:pt x="28" y="9"/>
                      <a:pt x="31" y="9"/>
                    </a:cubicBezTo>
                    <a:cubicBezTo>
                      <a:pt x="32" y="9"/>
                      <a:pt x="32" y="9"/>
                      <a:pt x="32" y="9"/>
                    </a:cubicBezTo>
                    <a:cubicBezTo>
                      <a:pt x="34" y="9"/>
                      <a:pt x="36" y="10"/>
                      <a:pt x="38" y="10"/>
                    </a:cubicBezTo>
                    <a:cubicBezTo>
                      <a:pt x="40" y="9"/>
                      <a:pt x="43" y="9"/>
                      <a:pt x="45" y="9"/>
                    </a:cubicBezTo>
                    <a:cubicBezTo>
                      <a:pt x="50" y="8"/>
                      <a:pt x="55" y="7"/>
                      <a:pt x="59" y="6"/>
                    </a:cubicBezTo>
                    <a:cubicBezTo>
                      <a:pt x="63" y="5"/>
                      <a:pt x="68" y="3"/>
                      <a:pt x="72" y="2"/>
                    </a:cubicBezTo>
                    <a:cubicBezTo>
                      <a:pt x="77" y="0"/>
                      <a:pt x="83" y="2"/>
                      <a:pt x="85" y="8"/>
                    </a:cubicBezTo>
                    <a:cubicBezTo>
                      <a:pt x="87" y="13"/>
                      <a:pt x="84" y="20"/>
                      <a:pt x="79" y="21"/>
                    </a:cubicBezTo>
                    <a:cubicBezTo>
                      <a:pt x="69" y="25"/>
                      <a:pt x="58" y="29"/>
                      <a:pt x="48" y="30"/>
                    </a:cubicBezTo>
                    <a:cubicBezTo>
                      <a:pt x="44" y="31"/>
                      <a:pt x="40" y="31"/>
                      <a:pt x="36" y="31"/>
                    </a:cubicBezTo>
                    <a:cubicBezTo>
                      <a:pt x="30" y="31"/>
                      <a:pt x="25" y="31"/>
                      <a:pt x="20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6" name="Google Shape;4326;p50">
                <a:extLst>
                  <a:ext uri="{FF2B5EF4-FFF2-40B4-BE49-F238E27FC236}">
                    <a16:creationId xmlns:a16="http://schemas.microsoft.com/office/drawing/2014/main" id="{5F466EB8-B05C-AF3B-82D7-9C46979C5E1C}"/>
                  </a:ext>
                </a:extLst>
              </p:cNvPr>
              <p:cNvSpPr/>
              <p:nvPr/>
            </p:nvSpPr>
            <p:spPr>
              <a:xfrm>
                <a:off x="650500" y="4239718"/>
                <a:ext cx="14040" cy="52920"/>
              </a:xfrm>
              <a:custGeom>
                <a:avLst/>
                <a:gdLst/>
                <a:ahLst/>
                <a:cxnLst/>
                <a:rect l="l" t="t" r="r" b="b"/>
                <a:pathLst>
                  <a:path w="39" h="147" extrusionOk="0">
                    <a:moveTo>
                      <a:pt x="9" y="146"/>
                    </a:moveTo>
                    <a:cubicBezTo>
                      <a:pt x="4" y="145"/>
                      <a:pt x="0" y="141"/>
                      <a:pt x="0" y="135"/>
                    </a:cubicBezTo>
                    <a:cubicBezTo>
                      <a:pt x="0" y="124"/>
                      <a:pt x="0" y="113"/>
                      <a:pt x="0" y="102"/>
                    </a:cubicBezTo>
                    <a:cubicBezTo>
                      <a:pt x="0" y="91"/>
                      <a:pt x="1" y="81"/>
                      <a:pt x="2" y="70"/>
                    </a:cubicBezTo>
                    <a:cubicBezTo>
                      <a:pt x="4" y="50"/>
                      <a:pt x="7" y="29"/>
                      <a:pt x="14" y="9"/>
                    </a:cubicBezTo>
                    <a:cubicBezTo>
                      <a:pt x="16" y="3"/>
                      <a:pt x="22" y="0"/>
                      <a:pt x="29" y="2"/>
                    </a:cubicBezTo>
                    <a:cubicBezTo>
                      <a:pt x="35" y="4"/>
                      <a:pt x="38" y="11"/>
                      <a:pt x="35" y="17"/>
                    </a:cubicBezTo>
                    <a:cubicBezTo>
                      <a:pt x="35" y="18"/>
                      <a:pt x="34" y="19"/>
                      <a:pt x="34" y="20"/>
                    </a:cubicBezTo>
                    <a:cubicBezTo>
                      <a:pt x="33" y="24"/>
                      <a:pt x="31" y="28"/>
                      <a:pt x="30" y="33"/>
                    </a:cubicBezTo>
                    <a:cubicBezTo>
                      <a:pt x="29" y="36"/>
                      <a:pt x="28" y="39"/>
                      <a:pt x="27" y="43"/>
                    </a:cubicBezTo>
                    <a:cubicBezTo>
                      <a:pt x="27" y="46"/>
                      <a:pt x="26" y="50"/>
                      <a:pt x="26" y="54"/>
                    </a:cubicBezTo>
                    <a:cubicBezTo>
                      <a:pt x="25" y="60"/>
                      <a:pt x="23" y="67"/>
                      <a:pt x="23" y="74"/>
                    </a:cubicBezTo>
                    <a:cubicBezTo>
                      <a:pt x="22" y="83"/>
                      <a:pt x="21" y="93"/>
                      <a:pt x="21" y="102"/>
                    </a:cubicBezTo>
                    <a:cubicBezTo>
                      <a:pt x="20" y="113"/>
                      <a:pt x="20" y="124"/>
                      <a:pt x="20" y="136"/>
                    </a:cubicBezTo>
                    <a:cubicBezTo>
                      <a:pt x="20" y="141"/>
                      <a:pt x="15" y="146"/>
                      <a:pt x="10" y="146"/>
                    </a:cubicBezTo>
                    <a:lnTo>
                      <a:pt x="9" y="14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7" name="Google Shape;4327;p50">
                <a:extLst>
                  <a:ext uri="{FF2B5EF4-FFF2-40B4-BE49-F238E27FC236}">
                    <a16:creationId xmlns:a16="http://schemas.microsoft.com/office/drawing/2014/main" id="{70E17625-E82F-1F86-2524-072790CA7874}"/>
                  </a:ext>
                </a:extLst>
              </p:cNvPr>
              <p:cNvSpPr/>
              <p:nvPr/>
            </p:nvSpPr>
            <p:spPr>
              <a:xfrm>
                <a:off x="687940" y="4213797"/>
                <a:ext cx="35640" cy="91440"/>
              </a:xfrm>
              <a:custGeom>
                <a:avLst/>
                <a:gdLst/>
                <a:ahLst/>
                <a:cxnLst/>
                <a:rect l="l" t="t" r="r" b="b"/>
                <a:pathLst>
                  <a:path w="99" h="254" extrusionOk="0">
                    <a:moveTo>
                      <a:pt x="24" y="253"/>
                    </a:moveTo>
                    <a:cubicBezTo>
                      <a:pt x="21" y="253"/>
                      <a:pt x="18" y="252"/>
                      <a:pt x="16" y="250"/>
                    </a:cubicBezTo>
                    <a:cubicBezTo>
                      <a:pt x="13" y="247"/>
                      <a:pt x="13" y="244"/>
                      <a:pt x="13" y="241"/>
                    </a:cubicBezTo>
                    <a:cubicBezTo>
                      <a:pt x="15" y="223"/>
                      <a:pt x="17" y="206"/>
                      <a:pt x="20" y="188"/>
                    </a:cubicBezTo>
                    <a:cubicBezTo>
                      <a:pt x="22" y="180"/>
                      <a:pt x="24" y="171"/>
                      <a:pt x="25" y="162"/>
                    </a:cubicBezTo>
                    <a:cubicBezTo>
                      <a:pt x="27" y="155"/>
                      <a:pt x="28" y="147"/>
                      <a:pt x="30" y="139"/>
                    </a:cubicBezTo>
                    <a:cubicBezTo>
                      <a:pt x="30" y="140"/>
                      <a:pt x="30" y="140"/>
                      <a:pt x="30" y="141"/>
                    </a:cubicBezTo>
                    <a:cubicBezTo>
                      <a:pt x="30" y="139"/>
                      <a:pt x="30" y="139"/>
                      <a:pt x="30" y="138"/>
                    </a:cubicBezTo>
                    <a:cubicBezTo>
                      <a:pt x="31" y="138"/>
                      <a:pt x="31" y="137"/>
                      <a:pt x="31" y="136"/>
                    </a:cubicBezTo>
                    <a:lnTo>
                      <a:pt x="31" y="135"/>
                    </a:lnTo>
                    <a:lnTo>
                      <a:pt x="31" y="136"/>
                    </a:lnTo>
                    <a:cubicBezTo>
                      <a:pt x="31" y="134"/>
                      <a:pt x="32" y="131"/>
                      <a:pt x="32" y="129"/>
                    </a:cubicBezTo>
                    <a:lnTo>
                      <a:pt x="32" y="130"/>
                    </a:lnTo>
                    <a:cubicBezTo>
                      <a:pt x="32" y="129"/>
                      <a:pt x="32" y="129"/>
                      <a:pt x="32" y="129"/>
                    </a:cubicBezTo>
                    <a:cubicBezTo>
                      <a:pt x="32" y="130"/>
                      <a:pt x="31" y="132"/>
                      <a:pt x="30" y="133"/>
                    </a:cubicBezTo>
                    <a:cubicBezTo>
                      <a:pt x="29" y="135"/>
                      <a:pt x="28" y="136"/>
                      <a:pt x="27" y="138"/>
                    </a:cubicBezTo>
                    <a:cubicBezTo>
                      <a:pt x="27" y="139"/>
                      <a:pt x="26" y="139"/>
                      <a:pt x="26" y="139"/>
                    </a:cubicBezTo>
                    <a:lnTo>
                      <a:pt x="27" y="139"/>
                    </a:lnTo>
                    <a:cubicBezTo>
                      <a:pt x="25" y="140"/>
                      <a:pt x="25" y="141"/>
                      <a:pt x="24" y="143"/>
                    </a:cubicBezTo>
                    <a:cubicBezTo>
                      <a:pt x="24" y="142"/>
                      <a:pt x="25" y="142"/>
                      <a:pt x="25" y="141"/>
                    </a:cubicBezTo>
                    <a:cubicBezTo>
                      <a:pt x="24" y="142"/>
                      <a:pt x="24" y="143"/>
                      <a:pt x="23" y="145"/>
                    </a:cubicBezTo>
                    <a:cubicBezTo>
                      <a:pt x="21" y="150"/>
                      <a:pt x="14" y="152"/>
                      <a:pt x="9" y="150"/>
                    </a:cubicBezTo>
                    <a:cubicBezTo>
                      <a:pt x="3" y="148"/>
                      <a:pt x="0" y="141"/>
                      <a:pt x="3" y="135"/>
                    </a:cubicBezTo>
                    <a:cubicBezTo>
                      <a:pt x="7" y="127"/>
                      <a:pt x="12" y="120"/>
                      <a:pt x="17" y="114"/>
                    </a:cubicBezTo>
                    <a:cubicBezTo>
                      <a:pt x="18" y="111"/>
                      <a:pt x="21" y="108"/>
                      <a:pt x="23" y="106"/>
                    </a:cubicBezTo>
                    <a:lnTo>
                      <a:pt x="22" y="107"/>
                    </a:lnTo>
                    <a:cubicBezTo>
                      <a:pt x="32" y="93"/>
                      <a:pt x="42" y="79"/>
                      <a:pt x="51" y="64"/>
                    </a:cubicBezTo>
                    <a:cubicBezTo>
                      <a:pt x="54" y="56"/>
                      <a:pt x="56" y="48"/>
                      <a:pt x="59" y="41"/>
                    </a:cubicBezTo>
                    <a:cubicBezTo>
                      <a:pt x="61" y="37"/>
                      <a:pt x="63" y="32"/>
                      <a:pt x="64" y="28"/>
                    </a:cubicBezTo>
                    <a:cubicBezTo>
                      <a:pt x="66" y="25"/>
                      <a:pt x="67" y="22"/>
                      <a:pt x="68" y="19"/>
                    </a:cubicBezTo>
                    <a:cubicBezTo>
                      <a:pt x="69" y="16"/>
                      <a:pt x="71" y="14"/>
                      <a:pt x="72" y="11"/>
                    </a:cubicBezTo>
                    <a:cubicBezTo>
                      <a:pt x="73" y="9"/>
                      <a:pt x="75" y="7"/>
                      <a:pt x="77" y="5"/>
                    </a:cubicBezTo>
                    <a:cubicBezTo>
                      <a:pt x="80" y="1"/>
                      <a:pt x="86" y="0"/>
                      <a:pt x="90" y="2"/>
                    </a:cubicBezTo>
                    <a:cubicBezTo>
                      <a:pt x="92" y="4"/>
                      <a:pt x="95" y="5"/>
                      <a:pt x="96" y="7"/>
                    </a:cubicBezTo>
                    <a:cubicBezTo>
                      <a:pt x="98" y="9"/>
                      <a:pt x="98" y="12"/>
                      <a:pt x="98" y="15"/>
                    </a:cubicBezTo>
                    <a:cubicBezTo>
                      <a:pt x="98" y="19"/>
                      <a:pt x="97" y="22"/>
                      <a:pt x="95" y="25"/>
                    </a:cubicBezTo>
                    <a:cubicBezTo>
                      <a:pt x="95" y="26"/>
                      <a:pt x="94" y="27"/>
                      <a:pt x="94" y="29"/>
                    </a:cubicBezTo>
                    <a:cubicBezTo>
                      <a:pt x="91" y="34"/>
                      <a:pt x="88" y="39"/>
                      <a:pt x="86" y="44"/>
                    </a:cubicBezTo>
                    <a:cubicBezTo>
                      <a:pt x="81" y="54"/>
                      <a:pt x="76" y="64"/>
                      <a:pt x="70" y="74"/>
                    </a:cubicBezTo>
                    <a:cubicBezTo>
                      <a:pt x="69" y="75"/>
                      <a:pt x="69" y="76"/>
                      <a:pt x="69" y="77"/>
                    </a:cubicBezTo>
                    <a:cubicBezTo>
                      <a:pt x="67" y="82"/>
                      <a:pt x="65" y="87"/>
                      <a:pt x="63" y="93"/>
                    </a:cubicBezTo>
                    <a:cubicBezTo>
                      <a:pt x="62" y="97"/>
                      <a:pt x="61" y="101"/>
                      <a:pt x="60" y="106"/>
                    </a:cubicBezTo>
                    <a:cubicBezTo>
                      <a:pt x="58" y="111"/>
                      <a:pt x="56" y="117"/>
                      <a:pt x="55" y="122"/>
                    </a:cubicBezTo>
                    <a:lnTo>
                      <a:pt x="55" y="123"/>
                    </a:lnTo>
                    <a:cubicBezTo>
                      <a:pt x="55" y="122"/>
                      <a:pt x="55" y="122"/>
                      <a:pt x="55" y="122"/>
                    </a:cubicBezTo>
                    <a:cubicBezTo>
                      <a:pt x="53" y="128"/>
                      <a:pt x="52" y="134"/>
                      <a:pt x="51" y="141"/>
                    </a:cubicBezTo>
                    <a:cubicBezTo>
                      <a:pt x="51" y="140"/>
                      <a:pt x="51" y="140"/>
                      <a:pt x="51" y="139"/>
                    </a:cubicBezTo>
                    <a:cubicBezTo>
                      <a:pt x="51" y="141"/>
                      <a:pt x="50" y="142"/>
                      <a:pt x="50" y="143"/>
                    </a:cubicBezTo>
                    <a:lnTo>
                      <a:pt x="50" y="144"/>
                    </a:lnTo>
                    <a:lnTo>
                      <a:pt x="50" y="145"/>
                    </a:lnTo>
                    <a:lnTo>
                      <a:pt x="49" y="145"/>
                    </a:lnTo>
                    <a:lnTo>
                      <a:pt x="49" y="146"/>
                    </a:lnTo>
                    <a:lnTo>
                      <a:pt x="49" y="145"/>
                    </a:lnTo>
                    <a:cubicBezTo>
                      <a:pt x="50" y="145"/>
                      <a:pt x="50" y="145"/>
                      <a:pt x="50" y="145"/>
                    </a:cubicBezTo>
                    <a:cubicBezTo>
                      <a:pt x="46" y="158"/>
                      <a:pt x="44" y="172"/>
                      <a:pt x="42" y="186"/>
                    </a:cubicBezTo>
                    <a:cubicBezTo>
                      <a:pt x="39" y="201"/>
                      <a:pt x="38" y="216"/>
                      <a:pt x="37" y="230"/>
                    </a:cubicBezTo>
                    <a:lnTo>
                      <a:pt x="37" y="231"/>
                    </a:lnTo>
                    <a:lnTo>
                      <a:pt x="36" y="231"/>
                    </a:lnTo>
                    <a:lnTo>
                      <a:pt x="37" y="231"/>
                    </a:lnTo>
                    <a:cubicBezTo>
                      <a:pt x="36" y="235"/>
                      <a:pt x="35" y="239"/>
                      <a:pt x="35" y="242"/>
                    </a:cubicBezTo>
                    <a:cubicBezTo>
                      <a:pt x="35" y="249"/>
                      <a:pt x="30" y="253"/>
                      <a:pt x="24" y="25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8" name="Google Shape;4328;p50">
                <a:extLst>
                  <a:ext uri="{FF2B5EF4-FFF2-40B4-BE49-F238E27FC236}">
                    <a16:creationId xmlns:a16="http://schemas.microsoft.com/office/drawing/2014/main" id="{F0B6AEA0-4081-3D5F-BD2A-1E99954B1E20}"/>
                  </a:ext>
                </a:extLst>
              </p:cNvPr>
              <p:cNvSpPr/>
              <p:nvPr/>
            </p:nvSpPr>
            <p:spPr>
              <a:xfrm>
                <a:off x="-969140" y="3740398"/>
                <a:ext cx="892800" cy="488880"/>
              </a:xfrm>
              <a:custGeom>
                <a:avLst/>
                <a:gdLst/>
                <a:ahLst/>
                <a:cxnLst/>
                <a:rect l="l" t="t" r="r" b="b"/>
                <a:pathLst>
                  <a:path w="2480" h="1358" extrusionOk="0">
                    <a:moveTo>
                      <a:pt x="123" y="1356"/>
                    </a:moveTo>
                    <a:cubicBezTo>
                      <a:pt x="107" y="1355"/>
                      <a:pt x="90" y="1354"/>
                      <a:pt x="73" y="1354"/>
                    </a:cubicBezTo>
                    <a:cubicBezTo>
                      <a:pt x="54" y="1353"/>
                      <a:pt x="36" y="1353"/>
                      <a:pt x="17" y="1352"/>
                    </a:cubicBezTo>
                    <a:cubicBezTo>
                      <a:pt x="8" y="1352"/>
                      <a:pt x="0" y="1345"/>
                      <a:pt x="0" y="1335"/>
                    </a:cubicBezTo>
                    <a:cubicBezTo>
                      <a:pt x="0" y="1326"/>
                      <a:pt x="8" y="1317"/>
                      <a:pt x="17" y="1318"/>
                    </a:cubicBezTo>
                    <a:cubicBezTo>
                      <a:pt x="40" y="1319"/>
                      <a:pt x="62" y="1320"/>
                      <a:pt x="84" y="1321"/>
                    </a:cubicBezTo>
                    <a:cubicBezTo>
                      <a:pt x="107" y="1322"/>
                      <a:pt x="129" y="1323"/>
                      <a:pt x="151" y="1323"/>
                    </a:cubicBezTo>
                    <a:cubicBezTo>
                      <a:pt x="175" y="1323"/>
                      <a:pt x="199" y="1323"/>
                      <a:pt x="223" y="1322"/>
                    </a:cubicBezTo>
                    <a:cubicBezTo>
                      <a:pt x="243" y="1322"/>
                      <a:pt x="263" y="1322"/>
                      <a:pt x="284" y="1320"/>
                    </a:cubicBezTo>
                    <a:cubicBezTo>
                      <a:pt x="323" y="1317"/>
                      <a:pt x="361" y="1313"/>
                      <a:pt x="399" y="1305"/>
                    </a:cubicBezTo>
                    <a:cubicBezTo>
                      <a:pt x="421" y="1301"/>
                      <a:pt x="442" y="1295"/>
                      <a:pt x="463" y="1290"/>
                    </a:cubicBezTo>
                    <a:cubicBezTo>
                      <a:pt x="488" y="1283"/>
                      <a:pt x="513" y="1276"/>
                      <a:pt x="537" y="1267"/>
                    </a:cubicBezTo>
                    <a:cubicBezTo>
                      <a:pt x="563" y="1259"/>
                      <a:pt x="588" y="1248"/>
                      <a:pt x="614" y="1235"/>
                    </a:cubicBezTo>
                    <a:cubicBezTo>
                      <a:pt x="641" y="1223"/>
                      <a:pt x="667" y="1210"/>
                      <a:pt x="694" y="1196"/>
                    </a:cubicBezTo>
                    <a:cubicBezTo>
                      <a:pt x="693" y="1197"/>
                      <a:pt x="693" y="1197"/>
                      <a:pt x="692" y="1197"/>
                    </a:cubicBezTo>
                    <a:cubicBezTo>
                      <a:pt x="714" y="1186"/>
                      <a:pt x="736" y="1175"/>
                      <a:pt x="757" y="1164"/>
                    </a:cubicBezTo>
                    <a:cubicBezTo>
                      <a:pt x="779" y="1152"/>
                      <a:pt x="800" y="1140"/>
                      <a:pt x="821" y="1128"/>
                    </a:cubicBezTo>
                    <a:cubicBezTo>
                      <a:pt x="863" y="1104"/>
                      <a:pt x="905" y="1079"/>
                      <a:pt x="946" y="1053"/>
                    </a:cubicBezTo>
                    <a:cubicBezTo>
                      <a:pt x="957" y="1046"/>
                      <a:pt x="968" y="1038"/>
                      <a:pt x="979" y="1031"/>
                    </a:cubicBezTo>
                    <a:cubicBezTo>
                      <a:pt x="997" y="1019"/>
                      <a:pt x="1016" y="1006"/>
                      <a:pt x="1034" y="992"/>
                    </a:cubicBezTo>
                    <a:cubicBezTo>
                      <a:pt x="1052" y="979"/>
                      <a:pt x="1069" y="966"/>
                      <a:pt x="1086" y="951"/>
                    </a:cubicBezTo>
                    <a:cubicBezTo>
                      <a:pt x="1095" y="943"/>
                      <a:pt x="1104" y="934"/>
                      <a:pt x="1113" y="925"/>
                    </a:cubicBezTo>
                    <a:cubicBezTo>
                      <a:pt x="1118" y="918"/>
                      <a:pt x="1123" y="912"/>
                      <a:pt x="1128" y="904"/>
                    </a:cubicBezTo>
                    <a:cubicBezTo>
                      <a:pt x="1135" y="894"/>
                      <a:pt x="1142" y="884"/>
                      <a:pt x="1148" y="873"/>
                    </a:cubicBezTo>
                    <a:cubicBezTo>
                      <a:pt x="1157" y="859"/>
                      <a:pt x="1165" y="846"/>
                      <a:pt x="1173" y="832"/>
                    </a:cubicBezTo>
                    <a:cubicBezTo>
                      <a:pt x="1179" y="819"/>
                      <a:pt x="1184" y="806"/>
                      <a:pt x="1189" y="793"/>
                    </a:cubicBezTo>
                    <a:cubicBezTo>
                      <a:pt x="1194" y="780"/>
                      <a:pt x="1198" y="766"/>
                      <a:pt x="1203" y="752"/>
                    </a:cubicBezTo>
                    <a:cubicBezTo>
                      <a:pt x="1203" y="753"/>
                      <a:pt x="1203" y="753"/>
                      <a:pt x="1202" y="755"/>
                    </a:cubicBezTo>
                    <a:cubicBezTo>
                      <a:pt x="1203" y="753"/>
                      <a:pt x="1203" y="751"/>
                      <a:pt x="1204" y="749"/>
                    </a:cubicBezTo>
                    <a:cubicBezTo>
                      <a:pt x="1204" y="750"/>
                      <a:pt x="1204" y="751"/>
                      <a:pt x="1203" y="752"/>
                    </a:cubicBezTo>
                    <a:cubicBezTo>
                      <a:pt x="1214" y="721"/>
                      <a:pt x="1224" y="690"/>
                      <a:pt x="1232" y="659"/>
                    </a:cubicBezTo>
                    <a:cubicBezTo>
                      <a:pt x="1239" y="630"/>
                      <a:pt x="1247" y="601"/>
                      <a:pt x="1257" y="573"/>
                    </a:cubicBezTo>
                    <a:lnTo>
                      <a:pt x="1257" y="572"/>
                    </a:lnTo>
                    <a:cubicBezTo>
                      <a:pt x="1265" y="548"/>
                      <a:pt x="1275" y="525"/>
                      <a:pt x="1285" y="502"/>
                    </a:cubicBezTo>
                    <a:cubicBezTo>
                      <a:pt x="1295" y="483"/>
                      <a:pt x="1305" y="464"/>
                      <a:pt x="1317" y="445"/>
                    </a:cubicBezTo>
                    <a:cubicBezTo>
                      <a:pt x="1342" y="402"/>
                      <a:pt x="1374" y="363"/>
                      <a:pt x="1409" y="328"/>
                    </a:cubicBezTo>
                    <a:cubicBezTo>
                      <a:pt x="1418" y="320"/>
                      <a:pt x="1426" y="312"/>
                      <a:pt x="1435" y="304"/>
                    </a:cubicBezTo>
                    <a:cubicBezTo>
                      <a:pt x="1434" y="304"/>
                      <a:pt x="1434" y="305"/>
                      <a:pt x="1434" y="305"/>
                    </a:cubicBezTo>
                    <a:cubicBezTo>
                      <a:pt x="1436" y="304"/>
                      <a:pt x="1437" y="302"/>
                      <a:pt x="1438" y="302"/>
                    </a:cubicBezTo>
                    <a:cubicBezTo>
                      <a:pt x="1437" y="302"/>
                      <a:pt x="1437" y="302"/>
                      <a:pt x="1437" y="302"/>
                    </a:cubicBezTo>
                    <a:cubicBezTo>
                      <a:pt x="1454" y="287"/>
                      <a:pt x="1472" y="273"/>
                      <a:pt x="1490" y="259"/>
                    </a:cubicBezTo>
                    <a:cubicBezTo>
                      <a:pt x="1509" y="245"/>
                      <a:pt x="1529" y="231"/>
                      <a:pt x="1550" y="219"/>
                    </a:cubicBezTo>
                    <a:cubicBezTo>
                      <a:pt x="1572" y="206"/>
                      <a:pt x="1595" y="192"/>
                      <a:pt x="1619" y="181"/>
                    </a:cubicBezTo>
                    <a:cubicBezTo>
                      <a:pt x="1641" y="170"/>
                      <a:pt x="1663" y="160"/>
                      <a:pt x="1686" y="151"/>
                    </a:cubicBezTo>
                    <a:cubicBezTo>
                      <a:pt x="1709" y="142"/>
                      <a:pt x="1732" y="134"/>
                      <a:pt x="1756" y="126"/>
                    </a:cubicBezTo>
                    <a:cubicBezTo>
                      <a:pt x="1780" y="118"/>
                      <a:pt x="1804" y="110"/>
                      <a:pt x="1829" y="102"/>
                    </a:cubicBezTo>
                    <a:cubicBezTo>
                      <a:pt x="1854" y="94"/>
                      <a:pt x="1880" y="87"/>
                      <a:pt x="1905" y="81"/>
                    </a:cubicBezTo>
                    <a:cubicBezTo>
                      <a:pt x="1929" y="75"/>
                      <a:pt x="1954" y="69"/>
                      <a:pt x="1977" y="64"/>
                    </a:cubicBezTo>
                    <a:cubicBezTo>
                      <a:pt x="2028" y="52"/>
                      <a:pt x="2079" y="43"/>
                      <a:pt x="2131" y="34"/>
                    </a:cubicBezTo>
                    <a:cubicBezTo>
                      <a:pt x="2181" y="26"/>
                      <a:pt x="2230" y="19"/>
                      <a:pt x="2280" y="13"/>
                    </a:cubicBezTo>
                    <a:cubicBezTo>
                      <a:pt x="2319" y="9"/>
                      <a:pt x="2357" y="7"/>
                      <a:pt x="2395" y="4"/>
                    </a:cubicBezTo>
                    <a:lnTo>
                      <a:pt x="2394" y="4"/>
                    </a:lnTo>
                    <a:cubicBezTo>
                      <a:pt x="2396" y="4"/>
                      <a:pt x="2398" y="4"/>
                      <a:pt x="2399" y="4"/>
                    </a:cubicBezTo>
                    <a:cubicBezTo>
                      <a:pt x="2398" y="4"/>
                      <a:pt x="2398" y="4"/>
                      <a:pt x="2397" y="4"/>
                    </a:cubicBezTo>
                    <a:cubicBezTo>
                      <a:pt x="2403" y="4"/>
                      <a:pt x="2409" y="4"/>
                      <a:pt x="2415" y="3"/>
                    </a:cubicBezTo>
                    <a:cubicBezTo>
                      <a:pt x="2421" y="2"/>
                      <a:pt x="2427" y="2"/>
                      <a:pt x="2434" y="2"/>
                    </a:cubicBezTo>
                    <a:cubicBezTo>
                      <a:pt x="2441" y="1"/>
                      <a:pt x="2448" y="1"/>
                      <a:pt x="2455" y="1"/>
                    </a:cubicBezTo>
                    <a:lnTo>
                      <a:pt x="2456" y="1"/>
                    </a:lnTo>
                    <a:cubicBezTo>
                      <a:pt x="2460" y="0"/>
                      <a:pt x="2466" y="0"/>
                      <a:pt x="2470" y="1"/>
                    </a:cubicBezTo>
                    <a:cubicBezTo>
                      <a:pt x="2471" y="2"/>
                      <a:pt x="2473" y="3"/>
                      <a:pt x="2474" y="4"/>
                    </a:cubicBezTo>
                    <a:cubicBezTo>
                      <a:pt x="2477" y="8"/>
                      <a:pt x="2479" y="12"/>
                      <a:pt x="2479" y="16"/>
                    </a:cubicBezTo>
                    <a:lnTo>
                      <a:pt x="2479" y="17"/>
                    </a:lnTo>
                    <a:lnTo>
                      <a:pt x="2479" y="18"/>
                    </a:lnTo>
                    <a:cubicBezTo>
                      <a:pt x="2479" y="20"/>
                      <a:pt x="2477" y="22"/>
                      <a:pt x="2476" y="25"/>
                    </a:cubicBezTo>
                    <a:cubicBezTo>
                      <a:pt x="2475" y="27"/>
                      <a:pt x="2473" y="29"/>
                      <a:pt x="2470" y="30"/>
                    </a:cubicBezTo>
                    <a:cubicBezTo>
                      <a:pt x="2467" y="33"/>
                      <a:pt x="2463" y="33"/>
                      <a:pt x="2460" y="33"/>
                    </a:cubicBezTo>
                    <a:cubicBezTo>
                      <a:pt x="2453" y="32"/>
                      <a:pt x="2447" y="33"/>
                      <a:pt x="2441" y="33"/>
                    </a:cubicBezTo>
                    <a:cubicBezTo>
                      <a:pt x="2430" y="33"/>
                      <a:pt x="2419" y="33"/>
                      <a:pt x="2409" y="34"/>
                    </a:cubicBezTo>
                    <a:cubicBezTo>
                      <a:pt x="2385" y="36"/>
                      <a:pt x="2361" y="38"/>
                      <a:pt x="2337" y="40"/>
                    </a:cubicBezTo>
                    <a:cubicBezTo>
                      <a:pt x="2312" y="43"/>
                      <a:pt x="2287" y="44"/>
                      <a:pt x="2262" y="47"/>
                    </a:cubicBezTo>
                    <a:cubicBezTo>
                      <a:pt x="2212" y="52"/>
                      <a:pt x="2162" y="60"/>
                      <a:pt x="2113" y="68"/>
                    </a:cubicBezTo>
                    <a:cubicBezTo>
                      <a:pt x="2087" y="72"/>
                      <a:pt x="2062" y="77"/>
                      <a:pt x="2037" y="82"/>
                    </a:cubicBezTo>
                    <a:cubicBezTo>
                      <a:pt x="2036" y="82"/>
                      <a:pt x="2036" y="82"/>
                      <a:pt x="2035" y="83"/>
                    </a:cubicBezTo>
                    <a:cubicBezTo>
                      <a:pt x="2036" y="83"/>
                      <a:pt x="2036" y="83"/>
                      <a:pt x="2036" y="82"/>
                    </a:cubicBezTo>
                    <a:cubicBezTo>
                      <a:pt x="1995" y="91"/>
                      <a:pt x="1955" y="100"/>
                      <a:pt x="1915" y="110"/>
                    </a:cubicBezTo>
                    <a:cubicBezTo>
                      <a:pt x="1875" y="121"/>
                      <a:pt x="1836" y="132"/>
                      <a:pt x="1797" y="146"/>
                    </a:cubicBezTo>
                    <a:cubicBezTo>
                      <a:pt x="1769" y="156"/>
                      <a:pt x="1741" y="166"/>
                      <a:pt x="1713" y="176"/>
                    </a:cubicBezTo>
                    <a:cubicBezTo>
                      <a:pt x="1685" y="187"/>
                      <a:pt x="1658" y="198"/>
                      <a:pt x="1631" y="212"/>
                    </a:cubicBezTo>
                    <a:cubicBezTo>
                      <a:pt x="1630" y="212"/>
                      <a:pt x="1629" y="212"/>
                      <a:pt x="1628" y="213"/>
                    </a:cubicBezTo>
                    <a:lnTo>
                      <a:pt x="1627" y="213"/>
                    </a:lnTo>
                    <a:cubicBezTo>
                      <a:pt x="1627" y="213"/>
                      <a:pt x="1626" y="214"/>
                      <a:pt x="1624" y="215"/>
                    </a:cubicBezTo>
                    <a:cubicBezTo>
                      <a:pt x="1625" y="215"/>
                      <a:pt x="1626" y="214"/>
                      <a:pt x="1626" y="214"/>
                    </a:cubicBezTo>
                    <a:cubicBezTo>
                      <a:pt x="1595" y="230"/>
                      <a:pt x="1566" y="247"/>
                      <a:pt x="1536" y="266"/>
                    </a:cubicBezTo>
                    <a:cubicBezTo>
                      <a:pt x="1510" y="284"/>
                      <a:pt x="1485" y="304"/>
                      <a:pt x="1461" y="325"/>
                    </a:cubicBezTo>
                    <a:cubicBezTo>
                      <a:pt x="1441" y="343"/>
                      <a:pt x="1422" y="363"/>
                      <a:pt x="1404" y="383"/>
                    </a:cubicBezTo>
                    <a:cubicBezTo>
                      <a:pt x="1388" y="401"/>
                      <a:pt x="1374" y="420"/>
                      <a:pt x="1360" y="439"/>
                    </a:cubicBezTo>
                    <a:cubicBezTo>
                      <a:pt x="1360" y="439"/>
                      <a:pt x="1361" y="439"/>
                      <a:pt x="1361" y="438"/>
                    </a:cubicBezTo>
                    <a:cubicBezTo>
                      <a:pt x="1361" y="439"/>
                      <a:pt x="1360" y="439"/>
                      <a:pt x="1360" y="439"/>
                    </a:cubicBezTo>
                    <a:cubicBezTo>
                      <a:pt x="1360" y="440"/>
                      <a:pt x="1360" y="440"/>
                      <a:pt x="1360" y="440"/>
                    </a:cubicBezTo>
                    <a:lnTo>
                      <a:pt x="1360" y="439"/>
                    </a:lnTo>
                    <a:cubicBezTo>
                      <a:pt x="1346" y="461"/>
                      <a:pt x="1334" y="482"/>
                      <a:pt x="1322" y="505"/>
                    </a:cubicBezTo>
                    <a:cubicBezTo>
                      <a:pt x="1316" y="517"/>
                      <a:pt x="1310" y="530"/>
                      <a:pt x="1304" y="543"/>
                    </a:cubicBezTo>
                    <a:cubicBezTo>
                      <a:pt x="1299" y="555"/>
                      <a:pt x="1295" y="569"/>
                      <a:pt x="1290" y="582"/>
                    </a:cubicBezTo>
                    <a:cubicBezTo>
                      <a:pt x="1282" y="604"/>
                      <a:pt x="1276" y="626"/>
                      <a:pt x="1270" y="649"/>
                    </a:cubicBezTo>
                    <a:cubicBezTo>
                      <a:pt x="1264" y="672"/>
                      <a:pt x="1257" y="695"/>
                      <a:pt x="1250" y="718"/>
                    </a:cubicBezTo>
                    <a:cubicBezTo>
                      <a:pt x="1243" y="741"/>
                      <a:pt x="1236" y="764"/>
                      <a:pt x="1228" y="787"/>
                    </a:cubicBezTo>
                    <a:cubicBezTo>
                      <a:pt x="1225" y="797"/>
                      <a:pt x="1221" y="806"/>
                      <a:pt x="1217" y="816"/>
                    </a:cubicBezTo>
                    <a:cubicBezTo>
                      <a:pt x="1213" y="826"/>
                      <a:pt x="1208" y="836"/>
                      <a:pt x="1203" y="846"/>
                    </a:cubicBezTo>
                    <a:cubicBezTo>
                      <a:pt x="1191" y="870"/>
                      <a:pt x="1178" y="893"/>
                      <a:pt x="1163" y="915"/>
                    </a:cubicBezTo>
                    <a:cubicBezTo>
                      <a:pt x="1158" y="923"/>
                      <a:pt x="1152" y="931"/>
                      <a:pt x="1146" y="938"/>
                    </a:cubicBezTo>
                    <a:cubicBezTo>
                      <a:pt x="1138" y="947"/>
                      <a:pt x="1130" y="955"/>
                      <a:pt x="1121" y="963"/>
                    </a:cubicBezTo>
                    <a:cubicBezTo>
                      <a:pt x="1104" y="979"/>
                      <a:pt x="1085" y="995"/>
                      <a:pt x="1067" y="1009"/>
                    </a:cubicBezTo>
                    <a:cubicBezTo>
                      <a:pt x="1048" y="1023"/>
                      <a:pt x="1029" y="1037"/>
                      <a:pt x="1010" y="1050"/>
                    </a:cubicBezTo>
                    <a:cubicBezTo>
                      <a:pt x="989" y="1064"/>
                      <a:pt x="968" y="1078"/>
                      <a:pt x="946" y="1091"/>
                    </a:cubicBezTo>
                    <a:cubicBezTo>
                      <a:pt x="926" y="1104"/>
                      <a:pt x="906" y="1117"/>
                      <a:pt x="886" y="1129"/>
                    </a:cubicBezTo>
                    <a:cubicBezTo>
                      <a:pt x="864" y="1143"/>
                      <a:pt x="842" y="1155"/>
                      <a:pt x="820" y="1167"/>
                    </a:cubicBezTo>
                    <a:cubicBezTo>
                      <a:pt x="777" y="1190"/>
                      <a:pt x="734" y="1213"/>
                      <a:pt x="690" y="1235"/>
                    </a:cubicBezTo>
                    <a:cubicBezTo>
                      <a:pt x="669" y="1246"/>
                      <a:pt x="647" y="1257"/>
                      <a:pt x="625" y="1267"/>
                    </a:cubicBezTo>
                    <a:cubicBezTo>
                      <a:pt x="603" y="1277"/>
                      <a:pt x="580" y="1287"/>
                      <a:pt x="558" y="1295"/>
                    </a:cubicBezTo>
                    <a:cubicBezTo>
                      <a:pt x="533" y="1304"/>
                      <a:pt x="508" y="1311"/>
                      <a:pt x="483" y="1319"/>
                    </a:cubicBezTo>
                    <a:cubicBezTo>
                      <a:pt x="460" y="1325"/>
                      <a:pt x="438" y="1331"/>
                      <a:pt x="415" y="1337"/>
                    </a:cubicBezTo>
                    <a:cubicBezTo>
                      <a:pt x="391" y="1341"/>
                      <a:pt x="368" y="1345"/>
                      <a:pt x="344" y="1348"/>
                    </a:cubicBezTo>
                    <a:cubicBezTo>
                      <a:pt x="320" y="1351"/>
                      <a:pt x="295" y="1353"/>
                      <a:pt x="270" y="1354"/>
                    </a:cubicBezTo>
                    <a:cubicBezTo>
                      <a:pt x="248" y="1355"/>
                      <a:pt x="225" y="1356"/>
                      <a:pt x="202" y="1357"/>
                    </a:cubicBezTo>
                    <a:cubicBezTo>
                      <a:pt x="196" y="1357"/>
                      <a:pt x="190" y="1357"/>
                      <a:pt x="184" y="1357"/>
                    </a:cubicBezTo>
                    <a:cubicBezTo>
                      <a:pt x="164" y="1357"/>
                      <a:pt x="143" y="1356"/>
                      <a:pt x="123" y="135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9" name="Google Shape;4329;p50">
                <a:extLst>
                  <a:ext uri="{FF2B5EF4-FFF2-40B4-BE49-F238E27FC236}">
                    <a16:creationId xmlns:a16="http://schemas.microsoft.com/office/drawing/2014/main" id="{8913708A-2C58-577A-6DF5-A1E054CFE644}"/>
                  </a:ext>
                </a:extLst>
              </p:cNvPr>
              <p:cNvSpPr/>
              <p:nvPr/>
            </p:nvSpPr>
            <p:spPr>
              <a:xfrm>
                <a:off x="-530660" y="3427918"/>
                <a:ext cx="11880" cy="989280"/>
              </a:xfrm>
              <a:custGeom>
                <a:avLst/>
                <a:gdLst/>
                <a:ahLst/>
                <a:cxnLst/>
                <a:rect l="l" t="t" r="r" b="b"/>
                <a:pathLst>
                  <a:path w="33" h="2748" extrusionOk="0">
                    <a:moveTo>
                      <a:pt x="12" y="2737"/>
                    </a:moveTo>
                    <a:cubicBezTo>
                      <a:pt x="12" y="2731"/>
                      <a:pt x="12" y="2726"/>
                      <a:pt x="12" y="2720"/>
                    </a:cubicBezTo>
                    <a:cubicBezTo>
                      <a:pt x="12" y="2713"/>
                      <a:pt x="12" y="2705"/>
                      <a:pt x="12" y="2698"/>
                    </a:cubicBezTo>
                    <a:cubicBezTo>
                      <a:pt x="12" y="2684"/>
                      <a:pt x="12" y="2670"/>
                      <a:pt x="12" y="2656"/>
                    </a:cubicBezTo>
                    <a:cubicBezTo>
                      <a:pt x="12" y="2628"/>
                      <a:pt x="12" y="2599"/>
                      <a:pt x="12" y="2571"/>
                    </a:cubicBezTo>
                    <a:cubicBezTo>
                      <a:pt x="12" y="2513"/>
                      <a:pt x="11" y="2455"/>
                      <a:pt x="11" y="2397"/>
                    </a:cubicBezTo>
                    <a:cubicBezTo>
                      <a:pt x="11" y="2283"/>
                      <a:pt x="10" y="2169"/>
                      <a:pt x="10" y="2054"/>
                    </a:cubicBezTo>
                    <a:cubicBezTo>
                      <a:pt x="10" y="1942"/>
                      <a:pt x="8" y="1829"/>
                      <a:pt x="8" y="1716"/>
                    </a:cubicBezTo>
                    <a:cubicBezTo>
                      <a:pt x="7" y="1603"/>
                      <a:pt x="7" y="1490"/>
                      <a:pt x="7" y="1377"/>
                    </a:cubicBezTo>
                    <a:cubicBezTo>
                      <a:pt x="6" y="1263"/>
                      <a:pt x="6" y="1148"/>
                      <a:pt x="6" y="1034"/>
                    </a:cubicBezTo>
                    <a:cubicBezTo>
                      <a:pt x="5" y="917"/>
                      <a:pt x="4" y="801"/>
                      <a:pt x="4" y="685"/>
                    </a:cubicBezTo>
                    <a:cubicBezTo>
                      <a:pt x="3" y="572"/>
                      <a:pt x="3" y="457"/>
                      <a:pt x="2" y="344"/>
                    </a:cubicBezTo>
                    <a:cubicBezTo>
                      <a:pt x="1" y="234"/>
                      <a:pt x="1" y="124"/>
                      <a:pt x="0" y="15"/>
                    </a:cubicBezTo>
                    <a:cubicBezTo>
                      <a:pt x="0" y="13"/>
                      <a:pt x="0" y="12"/>
                      <a:pt x="0" y="10"/>
                    </a:cubicBezTo>
                    <a:cubicBezTo>
                      <a:pt x="0" y="5"/>
                      <a:pt x="4" y="0"/>
                      <a:pt x="10" y="0"/>
                    </a:cubicBezTo>
                    <a:cubicBezTo>
                      <a:pt x="15" y="0"/>
                      <a:pt x="20" y="5"/>
                      <a:pt x="20" y="10"/>
                    </a:cubicBezTo>
                    <a:cubicBezTo>
                      <a:pt x="20" y="38"/>
                      <a:pt x="19" y="65"/>
                      <a:pt x="20" y="93"/>
                    </a:cubicBezTo>
                    <a:cubicBezTo>
                      <a:pt x="20" y="121"/>
                      <a:pt x="20" y="149"/>
                      <a:pt x="20" y="177"/>
                    </a:cubicBezTo>
                    <a:cubicBezTo>
                      <a:pt x="20" y="232"/>
                      <a:pt x="21" y="287"/>
                      <a:pt x="21" y="342"/>
                    </a:cubicBezTo>
                    <a:cubicBezTo>
                      <a:pt x="21" y="399"/>
                      <a:pt x="21" y="456"/>
                      <a:pt x="21" y="513"/>
                    </a:cubicBezTo>
                    <a:cubicBezTo>
                      <a:pt x="21" y="570"/>
                      <a:pt x="22" y="627"/>
                      <a:pt x="22" y="684"/>
                    </a:cubicBezTo>
                    <a:cubicBezTo>
                      <a:pt x="22" y="799"/>
                      <a:pt x="23" y="915"/>
                      <a:pt x="24" y="1031"/>
                    </a:cubicBezTo>
                    <a:cubicBezTo>
                      <a:pt x="24" y="1088"/>
                      <a:pt x="24" y="1145"/>
                      <a:pt x="24" y="1203"/>
                    </a:cubicBezTo>
                    <a:cubicBezTo>
                      <a:pt x="25" y="1260"/>
                      <a:pt x="25" y="1317"/>
                      <a:pt x="25" y="1375"/>
                    </a:cubicBezTo>
                    <a:cubicBezTo>
                      <a:pt x="26" y="1488"/>
                      <a:pt x="26" y="1602"/>
                      <a:pt x="27" y="1715"/>
                    </a:cubicBezTo>
                    <a:cubicBezTo>
                      <a:pt x="27" y="1828"/>
                      <a:pt x="28" y="1941"/>
                      <a:pt x="28" y="2054"/>
                    </a:cubicBezTo>
                    <a:cubicBezTo>
                      <a:pt x="29" y="2167"/>
                      <a:pt x="29" y="2281"/>
                      <a:pt x="29" y="2395"/>
                    </a:cubicBezTo>
                    <a:cubicBezTo>
                      <a:pt x="30" y="2452"/>
                      <a:pt x="30" y="2510"/>
                      <a:pt x="31" y="2568"/>
                    </a:cubicBezTo>
                    <a:cubicBezTo>
                      <a:pt x="31" y="2597"/>
                      <a:pt x="31" y="2625"/>
                      <a:pt x="31" y="2654"/>
                    </a:cubicBezTo>
                    <a:cubicBezTo>
                      <a:pt x="31" y="2668"/>
                      <a:pt x="31" y="2683"/>
                      <a:pt x="31" y="2697"/>
                    </a:cubicBezTo>
                    <a:cubicBezTo>
                      <a:pt x="31" y="2710"/>
                      <a:pt x="32" y="2723"/>
                      <a:pt x="32" y="2736"/>
                    </a:cubicBezTo>
                    <a:cubicBezTo>
                      <a:pt x="32" y="2737"/>
                      <a:pt x="32" y="2737"/>
                      <a:pt x="32" y="2737"/>
                    </a:cubicBezTo>
                    <a:cubicBezTo>
                      <a:pt x="32" y="2742"/>
                      <a:pt x="28" y="2747"/>
                      <a:pt x="22" y="2747"/>
                    </a:cubicBezTo>
                    <a:cubicBezTo>
                      <a:pt x="17" y="2747"/>
                      <a:pt x="12" y="2742"/>
                      <a:pt x="12" y="27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0" name="Google Shape;4330;p50">
                <a:extLst>
                  <a:ext uri="{FF2B5EF4-FFF2-40B4-BE49-F238E27FC236}">
                    <a16:creationId xmlns:a16="http://schemas.microsoft.com/office/drawing/2014/main" id="{B9C0D18C-ADAA-F8A8-FB3E-DB6772DBFDFA}"/>
                  </a:ext>
                </a:extLst>
              </p:cNvPr>
              <p:cNvSpPr/>
              <p:nvPr/>
            </p:nvSpPr>
            <p:spPr>
              <a:xfrm>
                <a:off x="-1039340" y="3976198"/>
                <a:ext cx="1027080" cy="13680"/>
              </a:xfrm>
              <a:custGeom>
                <a:avLst/>
                <a:gdLst/>
                <a:ahLst/>
                <a:cxnLst/>
                <a:rect l="l" t="t" r="r" b="b"/>
                <a:pathLst>
                  <a:path w="2853" h="38" extrusionOk="0">
                    <a:moveTo>
                      <a:pt x="0" y="27"/>
                    </a:moveTo>
                    <a:cubicBezTo>
                      <a:pt x="0" y="22"/>
                      <a:pt x="4" y="17"/>
                      <a:pt x="10" y="17"/>
                    </a:cubicBezTo>
                    <a:cubicBezTo>
                      <a:pt x="14" y="17"/>
                      <a:pt x="18" y="17"/>
                      <a:pt x="23" y="17"/>
                    </a:cubicBezTo>
                    <a:cubicBezTo>
                      <a:pt x="30" y="17"/>
                      <a:pt x="36" y="17"/>
                      <a:pt x="43" y="17"/>
                    </a:cubicBezTo>
                    <a:cubicBezTo>
                      <a:pt x="59" y="17"/>
                      <a:pt x="73" y="17"/>
                      <a:pt x="88" y="17"/>
                    </a:cubicBezTo>
                    <a:cubicBezTo>
                      <a:pt x="117" y="17"/>
                      <a:pt x="147" y="17"/>
                      <a:pt x="176" y="17"/>
                    </a:cubicBezTo>
                    <a:cubicBezTo>
                      <a:pt x="237" y="17"/>
                      <a:pt x="298" y="17"/>
                      <a:pt x="359" y="16"/>
                    </a:cubicBezTo>
                    <a:cubicBezTo>
                      <a:pt x="478" y="15"/>
                      <a:pt x="596" y="15"/>
                      <a:pt x="714" y="14"/>
                    </a:cubicBezTo>
                    <a:cubicBezTo>
                      <a:pt x="836" y="13"/>
                      <a:pt x="959" y="13"/>
                      <a:pt x="1081" y="12"/>
                    </a:cubicBezTo>
                    <a:cubicBezTo>
                      <a:pt x="1203" y="12"/>
                      <a:pt x="1326" y="11"/>
                      <a:pt x="1449" y="10"/>
                    </a:cubicBezTo>
                    <a:cubicBezTo>
                      <a:pt x="1572" y="9"/>
                      <a:pt x="1695" y="9"/>
                      <a:pt x="1818" y="8"/>
                    </a:cubicBezTo>
                    <a:cubicBezTo>
                      <a:pt x="1939" y="7"/>
                      <a:pt x="2061" y="6"/>
                      <a:pt x="2182" y="5"/>
                    </a:cubicBezTo>
                    <a:cubicBezTo>
                      <a:pt x="2303" y="5"/>
                      <a:pt x="2424" y="3"/>
                      <a:pt x="2545" y="3"/>
                    </a:cubicBezTo>
                    <a:cubicBezTo>
                      <a:pt x="2595" y="3"/>
                      <a:pt x="2645" y="2"/>
                      <a:pt x="2695" y="2"/>
                    </a:cubicBezTo>
                    <a:cubicBezTo>
                      <a:pt x="2720" y="2"/>
                      <a:pt x="2745" y="2"/>
                      <a:pt x="2770" y="1"/>
                    </a:cubicBezTo>
                    <a:cubicBezTo>
                      <a:pt x="2794" y="1"/>
                      <a:pt x="2818" y="0"/>
                      <a:pt x="2842" y="0"/>
                    </a:cubicBezTo>
                    <a:cubicBezTo>
                      <a:pt x="2848" y="0"/>
                      <a:pt x="2852" y="5"/>
                      <a:pt x="2852" y="10"/>
                    </a:cubicBezTo>
                    <a:cubicBezTo>
                      <a:pt x="2852" y="16"/>
                      <a:pt x="2848" y="20"/>
                      <a:pt x="2842" y="20"/>
                    </a:cubicBezTo>
                    <a:cubicBezTo>
                      <a:pt x="2814" y="20"/>
                      <a:pt x="2785" y="20"/>
                      <a:pt x="2757" y="20"/>
                    </a:cubicBezTo>
                    <a:cubicBezTo>
                      <a:pt x="2727" y="20"/>
                      <a:pt x="2697" y="20"/>
                      <a:pt x="2668" y="20"/>
                    </a:cubicBezTo>
                    <a:cubicBezTo>
                      <a:pt x="2607" y="20"/>
                      <a:pt x="2547" y="21"/>
                      <a:pt x="2486" y="22"/>
                    </a:cubicBezTo>
                    <a:cubicBezTo>
                      <a:pt x="2427" y="22"/>
                      <a:pt x="2368" y="22"/>
                      <a:pt x="2309" y="22"/>
                    </a:cubicBezTo>
                    <a:cubicBezTo>
                      <a:pt x="2248" y="23"/>
                      <a:pt x="2188" y="23"/>
                      <a:pt x="2128" y="23"/>
                    </a:cubicBezTo>
                    <a:cubicBezTo>
                      <a:pt x="2067" y="23"/>
                      <a:pt x="2006" y="23"/>
                      <a:pt x="1946" y="24"/>
                    </a:cubicBezTo>
                    <a:cubicBezTo>
                      <a:pt x="1885" y="24"/>
                      <a:pt x="1823" y="24"/>
                      <a:pt x="1762" y="25"/>
                    </a:cubicBezTo>
                    <a:cubicBezTo>
                      <a:pt x="1638" y="26"/>
                      <a:pt x="1515" y="26"/>
                      <a:pt x="1391" y="27"/>
                    </a:cubicBezTo>
                    <a:cubicBezTo>
                      <a:pt x="1269" y="28"/>
                      <a:pt x="1146" y="29"/>
                      <a:pt x="1024" y="29"/>
                    </a:cubicBezTo>
                    <a:cubicBezTo>
                      <a:pt x="903" y="30"/>
                      <a:pt x="783" y="31"/>
                      <a:pt x="662" y="32"/>
                    </a:cubicBezTo>
                    <a:cubicBezTo>
                      <a:pt x="541" y="33"/>
                      <a:pt x="421" y="33"/>
                      <a:pt x="300" y="34"/>
                    </a:cubicBezTo>
                    <a:cubicBezTo>
                      <a:pt x="249" y="34"/>
                      <a:pt x="198" y="34"/>
                      <a:pt x="147" y="35"/>
                    </a:cubicBezTo>
                    <a:cubicBezTo>
                      <a:pt x="123" y="35"/>
                      <a:pt x="98" y="36"/>
                      <a:pt x="74" y="36"/>
                    </a:cubicBezTo>
                    <a:cubicBezTo>
                      <a:pt x="63" y="36"/>
                      <a:pt x="50" y="36"/>
                      <a:pt x="39" y="36"/>
                    </a:cubicBezTo>
                    <a:cubicBezTo>
                      <a:pt x="32" y="36"/>
                      <a:pt x="27" y="37"/>
                      <a:pt x="20" y="37"/>
                    </a:cubicBezTo>
                    <a:cubicBezTo>
                      <a:pt x="17" y="37"/>
                      <a:pt x="13" y="37"/>
                      <a:pt x="10" y="37"/>
                    </a:cubicBezTo>
                    <a:cubicBezTo>
                      <a:pt x="4" y="37"/>
                      <a:pt x="0" y="32"/>
                      <a:pt x="0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1" name="Google Shape;4331;p50">
                <a:extLst>
                  <a:ext uri="{FF2B5EF4-FFF2-40B4-BE49-F238E27FC236}">
                    <a16:creationId xmlns:a16="http://schemas.microsoft.com/office/drawing/2014/main" id="{7813141A-32DC-6F65-7C59-9CFE4BA8A28A}"/>
                  </a:ext>
                </a:extLst>
              </p:cNvPr>
              <p:cNvSpPr/>
              <p:nvPr/>
            </p:nvSpPr>
            <p:spPr>
              <a:xfrm>
                <a:off x="-68060" y="3962877"/>
                <a:ext cx="60480" cy="33840"/>
              </a:xfrm>
              <a:custGeom>
                <a:avLst/>
                <a:gdLst/>
                <a:ahLst/>
                <a:cxnLst/>
                <a:rect l="l" t="t" r="r" b="b"/>
                <a:pathLst>
                  <a:path w="168" h="94" extrusionOk="0">
                    <a:moveTo>
                      <a:pt x="83" y="88"/>
                    </a:moveTo>
                    <a:cubicBezTo>
                      <a:pt x="80" y="83"/>
                      <a:pt x="83" y="77"/>
                      <a:pt x="87" y="74"/>
                    </a:cubicBezTo>
                    <a:cubicBezTo>
                      <a:pt x="97" y="68"/>
                      <a:pt x="107" y="62"/>
                      <a:pt x="116" y="56"/>
                    </a:cubicBezTo>
                    <a:cubicBezTo>
                      <a:pt x="122" y="52"/>
                      <a:pt x="129" y="47"/>
                      <a:pt x="135" y="43"/>
                    </a:cubicBezTo>
                    <a:cubicBezTo>
                      <a:pt x="132" y="43"/>
                      <a:pt x="128" y="42"/>
                      <a:pt x="125" y="42"/>
                    </a:cubicBezTo>
                    <a:cubicBezTo>
                      <a:pt x="115" y="40"/>
                      <a:pt x="105" y="39"/>
                      <a:pt x="96" y="38"/>
                    </a:cubicBezTo>
                    <a:cubicBezTo>
                      <a:pt x="75" y="34"/>
                      <a:pt x="54" y="31"/>
                      <a:pt x="33" y="27"/>
                    </a:cubicBezTo>
                    <a:cubicBezTo>
                      <a:pt x="34" y="27"/>
                      <a:pt x="34" y="27"/>
                      <a:pt x="34" y="27"/>
                    </a:cubicBezTo>
                    <a:cubicBezTo>
                      <a:pt x="30" y="26"/>
                      <a:pt x="26" y="25"/>
                      <a:pt x="21" y="24"/>
                    </a:cubicBezTo>
                    <a:cubicBezTo>
                      <a:pt x="19" y="23"/>
                      <a:pt x="17" y="22"/>
                      <a:pt x="15" y="22"/>
                    </a:cubicBezTo>
                    <a:cubicBezTo>
                      <a:pt x="13" y="21"/>
                      <a:pt x="12" y="21"/>
                      <a:pt x="10" y="20"/>
                    </a:cubicBezTo>
                    <a:cubicBezTo>
                      <a:pt x="4" y="19"/>
                      <a:pt x="0" y="11"/>
                      <a:pt x="4" y="6"/>
                    </a:cubicBezTo>
                    <a:cubicBezTo>
                      <a:pt x="6" y="0"/>
                      <a:pt x="13" y="0"/>
                      <a:pt x="18" y="3"/>
                    </a:cubicBezTo>
                    <a:cubicBezTo>
                      <a:pt x="19" y="3"/>
                      <a:pt x="20" y="3"/>
                      <a:pt x="21" y="4"/>
                    </a:cubicBezTo>
                    <a:cubicBezTo>
                      <a:pt x="29" y="6"/>
                      <a:pt x="35" y="8"/>
                      <a:pt x="43" y="9"/>
                    </a:cubicBezTo>
                    <a:cubicBezTo>
                      <a:pt x="64" y="13"/>
                      <a:pt x="84" y="16"/>
                      <a:pt x="105" y="19"/>
                    </a:cubicBezTo>
                    <a:cubicBezTo>
                      <a:pt x="115" y="20"/>
                      <a:pt x="124" y="22"/>
                      <a:pt x="134" y="23"/>
                    </a:cubicBezTo>
                    <a:cubicBezTo>
                      <a:pt x="138" y="24"/>
                      <a:pt x="143" y="24"/>
                      <a:pt x="147" y="25"/>
                    </a:cubicBezTo>
                    <a:cubicBezTo>
                      <a:pt x="154" y="27"/>
                      <a:pt x="164" y="27"/>
                      <a:pt x="166" y="35"/>
                    </a:cubicBezTo>
                    <a:cubicBezTo>
                      <a:pt x="167" y="37"/>
                      <a:pt x="167" y="39"/>
                      <a:pt x="166" y="40"/>
                    </a:cubicBezTo>
                    <a:cubicBezTo>
                      <a:pt x="166" y="43"/>
                      <a:pt x="165" y="45"/>
                      <a:pt x="163" y="46"/>
                    </a:cubicBezTo>
                    <a:cubicBezTo>
                      <a:pt x="161" y="49"/>
                      <a:pt x="158" y="51"/>
                      <a:pt x="155" y="53"/>
                    </a:cubicBezTo>
                    <a:cubicBezTo>
                      <a:pt x="151" y="56"/>
                      <a:pt x="148" y="57"/>
                      <a:pt x="145" y="60"/>
                    </a:cubicBezTo>
                    <a:cubicBezTo>
                      <a:pt x="138" y="64"/>
                      <a:pt x="131" y="69"/>
                      <a:pt x="124" y="74"/>
                    </a:cubicBezTo>
                    <a:cubicBezTo>
                      <a:pt x="124" y="73"/>
                      <a:pt x="125" y="73"/>
                      <a:pt x="125" y="73"/>
                    </a:cubicBezTo>
                    <a:cubicBezTo>
                      <a:pt x="116" y="79"/>
                      <a:pt x="107" y="85"/>
                      <a:pt x="97" y="92"/>
                    </a:cubicBezTo>
                    <a:cubicBezTo>
                      <a:pt x="96" y="93"/>
                      <a:pt x="94" y="93"/>
                      <a:pt x="92" y="93"/>
                    </a:cubicBezTo>
                    <a:cubicBezTo>
                      <a:pt x="89" y="93"/>
                      <a:pt x="85" y="91"/>
                      <a:pt x="83" y="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2" name="Google Shape;4332;p50">
                <a:extLst>
                  <a:ext uri="{FF2B5EF4-FFF2-40B4-BE49-F238E27FC236}">
                    <a16:creationId xmlns:a16="http://schemas.microsoft.com/office/drawing/2014/main" id="{90605110-690B-EE12-A27D-4C0EA803BF91}"/>
                  </a:ext>
                </a:extLst>
              </p:cNvPr>
              <p:cNvSpPr/>
              <p:nvPr/>
            </p:nvSpPr>
            <p:spPr>
              <a:xfrm>
                <a:off x="-542540" y="3428278"/>
                <a:ext cx="3204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89" h="167" extrusionOk="0">
                    <a:moveTo>
                      <a:pt x="4" y="164"/>
                    </a:moveTo>
                    <a:cubicBezTo>
                      <a:pt x="1" y="162"/>
                      <a:pt x="0" y="159"/>
                      <a:pt x="1" y="156"/>
                    </a:cubicBezTo>
                    <a:cubicBezTo>
                      <a:pt x="1" y="149"/>
                      <a:pt x="3" y="143"/>
                      <a:pt x="5" y="137"/>
                    </a:cubicBezTo>
                    <a:cubicBezTo>
                      <a:pt x="5" y="135"/>
                      <a:pt x="6" y="134"/>
                      <a:pt x="6" y="132"/>
                    </a:cubicBezTo>
                    <a:cubicBezTo>
                      <a:pt x="12" y="99"/>
                      <a:pt x="18" y="66"/>
                      <a:pt x="21" y="33"/>
                    </a:cubicBezTo>
                    <a:cubicBezTo>
                      <a:pt x="21" y="26"/>
                      <a:pt x="21" y="19"/>
                      <a:pt x="21" y="13"/>
                    </a:cubicBezTo>
                    <a:cubicBezTo>
                      <a:pt x="19" y="7"/>
                      <a:pt x="24" y="0"/>
                      <a:pt x="31" y="0"/>
                    </a:cubicBezTo>
                    <a:cubicBezTo>
                      <a:pt x="38" y="0"/>
                      <a:pt x="42" y="7"/>
                      <a:pt x="40" y="13"/>
                    </a:cubicBezTo>
                    <a:cubicBezTo>
                      <a:pt x="40" y="16"/>
                      <a:pt x="40" y="18"/>
                      <a:pt x="40" y="21"/>
                    </a:cubicBezTo>
                    <a:cubicBezTo>
                      <a:pt x="42" y="21"/>
                      <a:pt x="43" y="22"/>
                      <a:pt x="44" y="23"/>
                    </a:cubicBezTo>
                    <a:cubicBezTo>
                      <a:pt x="49" y="26"/>
                      <a:pt x="51" y="32"/>
                      <a:pt x="53" y="37"/>
                    </a:cubicBezTo>
                    <a:cubicBezTo>
                      <a:pt x="55" y="42"/>
                      <a:pt x="57" y="47"/>
                      <a:pt x="59" y="51"/>
                    </a:cubicBezTo>
                    <a:cubicBezTo>
                      <a:pt x="63" y="61"/>
                      <a:pt x="65" y="72"/>
                      <a:pt x="68" y="82"/>
                    </a:cubicBezTo>
                    <a:cubicBezTo>
                      <a:pt x="71" y="93"/>
                      <a:pt x="74" y="104"/>
                      <a:pt x="77" y="116"/>
                    </a:cubicBezTo>
                    <a:cubicBezTo>
                      <a:pt x="80" y="127"/>
                      <a:pt x="84" y="139"/>
                      <a:pt x="86" y="151"/>
                    </a:cubicBezTo>
                    <a:cubicBezTo>
                      <a:pt x="88" y="156"/>
                      <a:pt x="85" y="162"/>
                      <a:pt x="79" y="163"/>
                    </a:cubicBezTo>
                    <a:cubicBezTo>
                      <a:pt x="74" y="164"/>
                      <a:pt x="69" y="162"/>
                      <a:pt x="67" y="156"/>
                    </a:cubicBezTo>
                    <a:cubicBezTo>
                      <a:pt x="63" y="140"/>
                      <a:pt x="59" y="123"/>
                      <a:pt x="55" y="107"/>
                    </a:cubicBezTo>
                    <a:cubicBezTo>
                      <a:pt x="53" y="99"/>
                      <a:pt x="51" y="90"/>
                      <a:pt x="49" y="82"/>
                    </a:cubicBezTo>
                    <a:cubicBezTo>
                      <a:pt x="46" y="74"/>
                      <a:pt x="44" y="67"/>
                      <a:pt x="42" y="59"/>
                    </a:cubicBezTo>
                    <a:cubicBezTo>
                      <a:pt x="41" y="61"/>
                      <a:pt x="41" y="64"/>
                      <a:pt x="40" y="66"/>
                    </a:cubicBezTo>
                    <a:cubicBezTo>
                      <a:pt x="39" y="76"/>
                      <a:pt x="36" y="86"/>
                      <a:pt x="34" y="96"/>
                    </a:cubicBezTo>
                    <a:cubicBezTo>
                      <a:pt x="32" y="104"/>
                      <a:pt x="30" y="113"/>
                      <a:pt x="28" y="121"/>
                    </a:cubicBezTo>
                    <a:cubicBezTo>
                      <a:pt x="27" y="125"/>
                      <a:pt x="26" y="128"/>
                      <a:pt x="26" y="132"/>
                    </a:cubicBezTo>
                    <a:cubicBezTo>
                      <a:pt x="25" y="137"/>
                      <a:pt x="25" y="142"/>
                      <a:pt x="24" y="147"/>
                    </a:cubicBezTo>
                    <a:cubicBezTo>
                      <a:pt x="23" y="150"/>
                      <a:pt x="22" y="153"/>
                      <a:pt x="21" y="156"/>
                    </a:cubicBezTo>
                    <a:cubicBezTo>
                      <a:pt x="21" y="158"/>
                      <a:pt x="19" y="160"/>
                      <a:pt x="18" y="162"/>
                    </a:cubicBezTo>
                    <a:cubicBezTo>
                      <a:pt x="17" y="164"/>
                      <a:pt x="15" y="165"/>
                      <a:pt x="12" y="166"/>
                    </a:cubicBezTo>
                    <a:cubicBezTo>
                      <a:pt x="12" y="166"/>
                      <a:pt x="11" y="166"/>
                      <a:pt x="10" y="166"/>
                    </a:cubicBezTo>
                    <a:cubicBezTo>
                      <a:pt x="8" y="166"/>
                      <a:pt x="6" y="166"/>
                      <a:pt x="4" y="16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3" name="Google Shape;4333;p50">
                <a:extLst>
                  <a:ext uri="{FF2B5EF4-FFF2-40B4-BE49-F238E27FC236}">
                    <a16:creationId xmlns:a16="http://schemas.microsoft.com/office/drawing/2014/main" id="{47F72C1F-06A3-0208-AF8D-83762DDA8A6E}"/>
                  </a:ext>
                </a:extLst>
              </p:cNvPr>
              <p:cNvSpPr/>
              <p:nvPr/>
            </p:nvSpPr>
            <p:spPr>
              <a:xfrm>
                <a:off x="-542180" y="3745438"/>
                <a:ext cx="62640" cy="8280"/>
              </a:xfrm>
              <a:custGeom>
                <a:avLst/>
                <a:gdLst/>
                <a:ahLst/>
                <a:cxnLst/>
                <a:rect l="l" t="t" r="r" b="b"/>
                <a:pathLst>
                  <a:path w="174" h="23" extrusionOk="0">
                    <a:moveTo>
                      <a:pt x="164" y="20"/>
                    </a:moveTo>
                    <a:cubicBezTo>
                      <a:pt x="121" y="20"/>
                      <a:pt x="78" y="20"/>
                      <a:pt x="36" y="19"/>
                    </a:cubicBezTo>
                    <a:cubicBezTo>
                      <a:pt x="28" y="19"/>
                      <a:pt x="21" y="19"/>
                      <a:pt x="14" y="20"/>
                    </a:cubicBezTo>
                    <a:cubicBezTo>
                      <a:pt x="6" y="22"/>
                      <a:pt x="0" y="14"/>
                      <a:pt x="2" y="8"/>
                    </a:cubicBezTo>
                    <a:cubicBezTo>
                      <a:pt x="3" y="4"/>
                      <a:pt x="6" y="1"/>
                      <a:pt x="9" y="1"/>
                    </a:cubicBezTo>
                    <a:cubicBezTo>
                      <a:pt x="10" y="0"/>
                      <a:pt x="12" y="0"/>
                      <a:pt x="14" y="0"/>
                    </a:cubicBezTo>
                    <a:cubicBezTo>
                      <a:pt x="18" y="1"/>
                      <a:pt x="23" y="1"/>
                      <a:pt x="27" y="1"/>
                    </a:cubicBezTo>
                    <a:cubicBezTo>
                      <a:pt x="32" y="1"/>
                      <a:pt x="37" y="1"/>
                      <a:pt x="42" y="1"/>
                    </a:cubicBezTo>
                    <a:cubicBezTo>
                      <a:pt x="52" y="1"/>
                      <a:pt x="63" y="1"/>
                      <a:pt x="74" y="1"/>
                    </a:cubicBezTo>
                    <a:cubicBezTo>
                      <a:pt x="95" y="1"/>
                      <a:pt x="115" y="1"/>
                      <a:pt x="136" y="1"/>
                    </a:cubicBezTo>
                    <a:cubicBezTo>
                      <a:pt x="145" y="1"/>
                      <a:pt x="155" y="1"/>
                      <a:pt x="164" y="2"/>
                    </a:cubicBezTo>
                    <a:cubicBezTo>
                      <a:pt x="169" y="2"/>
                      <a:pt x="173" y="6"/>
                      <a:pt x="173" y="11"/>
                    </a:cubicBezTo>
                    <a:cubicBezTo>
                      <a:pt x="173" y="16"/>
                      <a:pt x="169" y="20"/>
                      <a:pt x="164" y="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4" name="Google Shape;4334;p50">
                <a:extLst>
                  <a:ext uri="{FF2B5EF4-FFF2-40B4-BE49-F238E27FC236}">
                    <a16:creationId xmlns:a16="http://schemas.microsoft.com/office/drawing/2014/main" id="{D00EA49E-9D4E-782F-FA26-1A41705A7661}"/>
                  </a:ext>
                </a:extLst>
              </p:cNvPr>
              <p:cNvSpPr/>
              <p:nvPr/>
            </p:nvSpPr>
            <p:spPr>
              <a:xfrm>
                <a:off x="-439940" y="3740398"/>
                <a:ext cx="60840" cy="756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21" extrusionOk="0">
                    <a:moveTo>
                      <a:pt x="0" y="11"/>
                    </a:moveTo>
                    <a:cubicBezTo>
                      <a:pt x="0" y="4"/>
                      <a:pt x="5" y="0"/>
                      <a:pt x="11" y="1"/>
                    </a:cubicBezTo>
                    <a:cubicBezTo>
                      <a:pt x="12" y="1"/>
                      <a:pt x="13" y="1"/>
                      <a:pt x="13" y="1"/>
                    </a:cubicBezTo>
                    <a:lnTo>
                      <a:pt x="12" y="1"/>
                    </a:lnTo>
                    <a:cubicBezTo>
                      <a:pt x="22" y="1"/>
                      <a:pt x="31" y="1"/>
                      <a:pt x="41" y="1"/>
                    </a:cubicBezTo>
                    <a:cubicBezTo>
                      <a:pt x="51" y="1"/>
                      <a:pt x="61" y="1"/>
                      <a:pt x="71" y="1"/>
                    </a:cubicBezTo>
                    <a:cubicBezTo>
                      <a:pt x="91" y="1"/>
                      <a:pt x="112" y="1"/>
                      <a:pt x="132" y="1"/>
                    </a:cubicBezTo>
                    <a:cubicBezTo>
                      <a:pt x="141" y="1"/>
                      <a:pt x="150" y="1"/>
                      <a:pt x="159" y="1"/>
                    </a:cubicBezTo>
                    <a:cubicBezTo>
                      <a:pt x="164" y="1"/>
                      <a:pt x="168" y="5"/>
                      <a:pt x="168" y="9"/>
                    </a:cubicBezTo>
                    <a:cubicBezTo>
                      <a:pt x="168" y="15"/>
                      <a:pt x="164" y="19"/>
                      <a:pt x="159" y="19"/>
                    </a:cubicBezTo>
                    <a:cubicBezTo>
                      <a:pt x="117" y="19"/>
                      <a:pt x="75" y="19"/>
                      <a:pt x="33" y="20"/>
                    </a:cubicBezTo>
                    <a:cubicBezTo>
                      <a:pt x="26" y="20"/>
                      <a:pt x="19" y="20"/>
                      <a:pt x="12" y="20"/>
                    </a:cubicBezTo>
                    <a:lnTo>
                      <a:pt x="13" y="20"/>
                    </a:lnTo>
                    <a:cubicBezTo>
                      <a:pt x="13" y="20"/>
                      <a:pt x="12" y="20"/>
                      <a:pt x="11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5" y="20"/>
                      <a:pt x="0" y="16"/>
                      <a:pt x="0" y="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5" name="Google Shape;4335;p50">
                <a:extLst>
                  <a:ext uri="{FF2B5EF4-FFF2-40B4-BE49-F238E27FC236}">
                    <a16:creationId xmlns:a16="http://schemas.microsoft.com/office/drawing/2014/main" id="{DE729836-C7D0-BAE5-C5AF-788124F19E0E}"/>
                  </a:ext>
                </a:extLst>
              </p:cNvPr>
              <p:cNvSpPr/>
              <p:nvPr/>
            </p:nvSpPr>
            <p:spPr>
              <a:xfrm>
                <a:off x="-343100" y="3741838"/>
                <a:ext cx="72000" cy="7560"/>
              </a:xfrm>
              <a:custGeom>
                <a:avLst/>
                <a:gdLst/>
                <a:ahLst/>
                <a:cxnLst/>
                <a:rect l="l" t="t" r="r" b="b"/>
                <a:pathLst>
                  <a:path w="200" h="21" extrusionOk="0">
                    <a:moveTo>
                      <a:pt x="7" y="19"/>
                    </a:moveTo>
                    <a:cubicBezTo>
                      <a:pt x="2" y="17"/>
                      <a:pt x="0" y="12"/>
                      <a:pt x="1" y="8"/>
                    </a:cubicBezTo>
                    <a:cubicBezTo>
                      <a:pt x="1" y="5"/>
                      <a:pt x="4" y="2"/>
                      <a:pt x="7" y="1"/>
                    </a:cubicBezTo>
                    <a:cubicBezTo>
                      <a:pt x="9" y="0"/>
                      <a:pt x="11" y="0"/>
                      <a:pt x="13" y="0"/>
                    </a:cubicBezTo>
                    <a:cubicBezTo>
                      <a:pt x="17" y="0"/>
                      <a:pt x="21" y="0"/>
                      <a:pt x="25" y="0"/>
                    </a:cubicBezTo>
                    <a:cubicBezTo>
                      <a:pt x="30" y="0"/>
                      <a:pt x="34" y="0"/>
                      <a:pt x="39" y="0"/>
                    </a:cubicBezTo>
                    <a:cubicBezTo>
                      <a:pt x="50" y="0"/>
                      <a:pt x="61" y="0"/>
                      <a:pt x="71" y="0"/>
                    </a:cubicBezTo>
                    <a:cubicBezTo>
                      <a:pt x="91" y="0"/>
                      <a:pt x="110" y="0"/>
                      <a:pt x="130" y="0"/>
                    </a:cubicBezTo>
                    <a:cubicBezTo>
                      <a:pt x="150" y="0"/>
                      <a:pt x="170" y="0"/>
                      <a:pt x="190" y="0"/>
                    </a:cubicBezTo>
                    <a:cubicBezTo>
                      <a:pt x="195" y="0"/>
                      <a:pt x="199" y="4"/>
                      <a:pt x="199" y="9"/>
                    </a:cubicBezTo>
                    <a:cubicBezTo>
                      <a:pt x="199" y="14"/>
                      <a:pt x="195" y="18"/>
                      <a:pt x="190" y="18"/>
                    </a:cubicBezTo>
                    <a:cubicBezTo>
                      <a:pt x="148" y="18"/>
                      <a:pt x="107" y="17"/>
                      <a:pt x="65" y="18"/>
                    </a:cubicBezTo>
                    <a:cubicBezTo>
                      <a:pt x="49" y="18"/>
                      <a:pt x="33" y="18"/>
                      <a:pt x="17" y="19"/>
                    </a:cubicBezTo>
                    <a:cubicBezTo>
                      <a:pt x="16" y="19"/>
                      <a:pt x="15" y="19"/>
                      <a:pt x="15" y="19"/>
                    </a:cubicBezTo>
                    <a:cubicBezTo>
                      <a:pt x="14" y="19"/>
                      <a:pt x="12" y="20"/>
                      <a:pt x="11" y="20"/>
                    </a:cubicBezTo>
                    <a:cubicBezTo>
                      <a:pt x="9" y="20"/>
                      <a:pt x="8" y="19"/>
                      <a:pt x="7" y="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6" name="Google Shape;4336;p50">
                <a:extLst>
                  <a:ext uri="{FF2B5EF4-FFF2-40B4-BE49-F238E27FC236}">
                    <a16:creationId xmlns:a16="http://schemas.microsoft.com/office/drawing/2014/main" id="{0D8EC7DD-7AF5-27D7-BC23-A84F32106153}"/>
                  </a:ext>
                </a:extLst>
              </p:cNvPr>
              <p:cNvSpPr/>
              <p:nvPr/>
            </p:nvSpPr>
            <p:spPr>
              <a:xfrm>
                <a:off x="-243380" y="3743638"/>
                <a:ext cx="5472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24" extrusionOk="0">
                    <a:moveTo>
                      <a:pt x="5" y="20"/>
                    </a:moveTo>
                    <a:cubicBezTo>
                      <a:pt x="0" y="16"/>
                      <a:pt x="2" y="7"/>
                      <a:pt x="8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9" y="3"/>
                      <a:pt x="12" y="3"/>
                      <a:pt x="14" y="3"/>
                    </a:cubicBezTo>
                    <a:cubicBezTo>
                      <a:pt x="17" y="3"/>
                      <a:pt x="19" y="3"/>
                      <a:pt x="21" y="3"/>
                    </a:cubicBezTo>
                    <a:cubicBezTo>
                      <a:pt x="27" y="3"/>
                      <a:pt x="32" y="2"/>
                      <a:pt x="37" y="2"/>
                    </a:cubicBezTo>
                    <a:cubicBezTo>
                      <a:pt x="48" y="2"/>
                      <a:pt x="58" y="2"/>
                      <a:pt x="68" y="1"/>
                    </a:cubicBezTo>
                    <a:cubicBezTo>
                      <a:pt x="88" y="1"/>
                      <a:pt x="109" y="0"/>
                      <a:pt x="129" y="0"/>
                    </a:cubicBezTo>
                    <a:cubicBezTo>
                      <a:pt x="133" y="0"/>
                      <a:pt x="138" y="0"/>
                      <a:pt x="143" y="0"/>
                    </a:cubicBezTo>
                    <a:cubicBezTo>
                      <a:pt x="147" y="0"/>
                      <a:pt x="151" y="4"/>
                      <a:pt x="151" y="9"/>
                    </a:cubicBezTo>
                    <a:cubicBezTo>
                      <a:pt x="151" y="14"/>
                      <a:pt x="147" y="17"/>
                      <a:pt x="143" y="18"/>
                    </a:cubicBezTo>
                    <a:cubicBezTo>
                      <a:pt x="123" y="18"/>
                      <a:pt x="104" y="18"/>
                      <a:pt x="85" y="19"/>
                    </a:cubicBezTo>
                    <a:cubicBezTo>
                      <a:pt x="67" y="20"/>
                      <a:pt x="49" y="20"/>
                      <a:pt x="31" y="21"/>
                    </a:cubicBezTo>
                    <a:cubicBezTo>
                      <a:pt x="30" y="21"/>
                      <a:pt x="28" y="21"/>
                      <a:pt x="27" y="21"/>
                    </a:cubicBezTo>
                    <a:cubicBezTo>
                      <a:pt x="24" y="22"/>
                      <a:pt x="20" y="22"/>
                      <a:pt x="16" y="23"/>
                    </a:cubicBezTo>
                    <a:cubicBezTo>
                      <a:pt x="15" y="23"/>
                      <a:pt x="15" y="23"/>
                      <a:pt x="14" y="23"/>
                    </a:cubicBezTo>
                    <a:cubicBezTo>
                      <a:pt x="14" y="23"/>
                      <a:pt x="13" y="23"/>
                      <a:pt x="12" y="23"/>
                    </a:cubicBezTo>
                    <a:cubicBezTo>
                      <a:pt x="9" y="23"/>
                      <a:pt x="7" y="23"/>
                      <a:pt x="5" y="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7" name="Google Shape;4337;p50">
                <a:extLst>
                  <a:ext uri="{FF2B5EF4-FFF2-40B4-BE49-F238E27FC236}">
                    <a16:creationId xmlns:a16="http://schemas.microsoft.com/office/drawing/2014/main" id="{1A3379FC-B647-2A81-B984-CFE50F64376E}"/>
                  </a:ext>
                </a:extLst>
              </p:cNvPr>
              <p:cNvSpPr/>
              <p:nvPr/>
            </p:nvSpPr>
            <p:spPr>
              <a:xfrm>
                <a:off x="-198020" y="3744357"/>
                <a:ext cx="9360" cy="26640"/>
              </a:xfrm>
              <a:custGeom>
                <a:avLst/>
                <a:gdLst/>
                <a:ahLst/>
                <a:cxnLst/>
                <a:rect l="l" t="t" r="r" b="b"/>
                <a:pathLst>
                  <a:path w="26" h="74" extrusionOk="0">
                    <a:moveTo>
                      <a:pt x="6" y="65"/>
                    </a:moveTo>
                    <a:cubicBezTo>
                      <a:pt x="6" y="56"/>
                      <a:pt x="5" y="47"/>
                      <a:pt x="4" y="37"/>
                    </a:cubicBezTo>
                    <a:cubicBezTo>
                      <a:pt x="4" y="30"/>
                      <a:pt x="3" y="22"/>
                      <a:pt x="2" y="14"/>
                    </a:cubicBezTo>
                    <a:cubicBezTo>
                      <a:pt x="0" y="8"/>
                      <a:pt x="4" y="2"/>
                      <a:pt x="10" y="1"/>
                    </a:cubicBezTo>
                    <a:cubicBezTo>
                      <a:pt x="13" y="0"/>
                      <a:pt x="17" y="1"/>
                      <a:pt x="18" y="4"/>
                    </a:cubicBezTo>
                    <a:cubicBezTo>
                      <a:pt x="21" y="6"/>
                      <a:pt x="22" y="9"/>
                      <a:pt x="21" y="12"/>
                    </a:cubicBezTo>
                    <a:cubicBezTo>
                      <a:pt x="22" y="10"/>
                      <a:pt x="21" y="12"/>
                      <a:pt x="21" y="12"/>
                    </a:cubicBezTo>
                    <a:cubicBezTo>
                      <a:pt x="22" y="12"/>
                      <a:pt x="22" y="14"/>
                      <a:pt x="22" y="14"/>
                    </a:cubicBezTo>
                    <a:cubicBezTo>
                      <a:pt x="22" y="15"/>
                      <a:pt x="22" y="16"/>
                      <a:pt x="22" y="17"/>
                    </a:cubicBezTo>
                    <a:cubicBezTo>
                      <a:pt x="22" y="18"/>
                      <a:pt x="22" y="18"/>
                      <a:pt x="22" y="19"/>
                    </a:cubicBezTo>
                    <a:cubicBezTo>
                      <a:pt x="22" y="19"/>
                      <a:pt x="22" y="20"/>
                      <a:pt x="22" y="21"/>
                    </a:cubicBezTo>
                    <a:cubicBezTo>
                      <a:pt x="22" y="27"/>
                      <a:pt x="23" y="33"/>
                      <a:pt x="24" y="39"/>
                    </a:cubicBezTo>
                    <a:cubicBezTo>
                      <a:pt x="24" y="47"/>
                      <a:pt x="25" y="56"/>
                      <a:pt x="25" y="64"/>
                    </a:cubicBezTo>
                    <a:cubicBezTo>
                      <a:pt x="25" y="68"/>
                      <a:pt x="21" y="72"/>
                      <a:pt x="17" y="72"/>
                    </a:cubicBezTo>
                    <a:cubicBezTo>
                      <a:pt x="17" y="73"/>
                      <a:pt x="16" y="73"/>
                      <a:pt x="16" y="73"/>
                    </a:cubicBezTo>
                    <a:cubicBezTo>
                      <a:pt x="11" y="73"/>
                      <a:pt x="7" y="70"/>
                      <a:pt x="6" y="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8" name="Google Shape;4338;p50">
                <a:extLst>
                  <a:ext uri="{FF2B5EF4-FFF2-40B4-BE49-F238E27FC236}">
                    <a16:creationId xmlns:a16="http://schemas.microsoft.com/office/drawing/2014/main" id="{AA6C2C8A-A59B-84F6-4653-D35CBB4D672C}"/>
                  </a:ext>
                </a:extLst>
              </p:cNvPr>
              <p:cNvSpPr/>
              <p:nvPr/>
            </p:nvSpPr>
            <p:spPr>
              <a:xfrm>
                <a:off x="-194420" y="3822118"/>
                <a:ext cx="7200" cy="48240"/>
              </a:xfrm>
              <a:custGeom>
                <a:avLst/>
                <a:gdLst/>
                <a:ahLst/>
                <a:cxnLst/>
                <a:rect l="l" t="t" r="r" b="b"/>
                <a:pathLst>
                  <a:path w="20" h="134" extrusionOk="0">
                    <a:moveTo>
                      <a:pt x="0" y="123"/>
                    </a:moveTo>
                    <a:cubicBezTo>
                      <a:pt x="0" y="104"/>
                      <a:pt x="0" y="84"/>
                      <a:pt x="0" y="64"/>
                    </a:cubicBezTo>
                    <a:cubicBezTo>
                      <a:pt x="0" y="56"/>
                      <a:pt x="0" y="47"/>
                      <a:pt x="0" y="38"/>
                    </a:cubicBezTo>
                    <a:cubicBezTo>
                      <a:pt x="0" y="32"/>
                      <a:pt x="0" y="25"/>
                      <a:pt x="0" y="19"/>
                    </a:cubicBezTo>
                    <a:cubicBezTo>
                      <a:pt x="0" y="18"/>
                      <a:pt x="0" y="17"/>
                      <a:pt x="0" y="15"/>
                    </a:cubicBezTo>
                    <a:cubicBezTo>
                      <a:pt x="0" y="14"/>
                      <a:pt x="0" y="12"/>
                      <a:pt x="0" y="11"/>
                    </a:cubicBezTo>
                    <a:cubicBezTo>
                      <a:pt x="0" y="10"/>
                      <a:pt x="0" y="10"/>
                      <a:pt x="0" y="9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4"/>
                      <a:pt x="3" y="2"/>
                      <a:pt x="7" y="1"/>
                    </a:cubicBezTo>
                    <a:cubicBezTo>
                      <a:pt x="11" y="0"/>
                      <a:pt x="17" y="2"/>
                      <a:pt x="18" y="7"/>
                    </a:cubicBezTo>
                    <a:cubicBezTo>
                      <a:pt x="19" y="8"/>
                      <a:pt x="19" y="11"/>
                      <a:pt x="19" y="13"/>
                    </a:cubicBezTo>
                    <a:cubicBezTo>
                      <a:pt x="19" y="14"/>
                      <a:pt x="19" y="14"/>
                      <a:pt x="19" y="15"/>
                    </a:cubicBezTo>
                    <a:cubicBezTo>
                      <a:pt x="19" y="17"/>
                      <a:pt x="19" y="18"/>
                      <a:pt x="19" y="20"/>
                    </a:cubicBezTo>
                    <a:cubicBezTo>
                      <a:pt x="18" y="35"/>
                      <a:pt x="18" y="50"/>
                      <a:pt x="18" y="65"/>
                    </a:cubicBezTo>
                    <a:cubicBezTo>
                      <a:pt x="18" y="85"/>
                      <a:pt x="18" y="104"/>
                      <a:pt x="18" y="123"/>
                    </a:cubicBezTo>
                    <a:cubicBezTo>
                      <a:pt x="18" y="129"/>
                      <a:pt x="14" y="133"/>
                      <a:pt x="9" y="133"/>
                    </a:cubicBezTo>
                    <a:cubicBezTo>
                      <a:pt x="4" y="133"/>
                      <a:pt x="0" y="129"/>
                      <a:pt x="0" y="1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9" name="Google Shape;4339;p50">
                <a:extLst>
                  <a:ext uri="{FF2B5EF4-FFF2-40B4-BE49-F238E27FC236}">
                    <a16:creationId xmlns:a16="http://schemas.microsoft.com/office/drawing/2014/main" id="{44D6E02A-2A6A-1A87-FF68-139D2E42502A}"/>
                  </a:ext>
                </a:extLst>
              </p:cNvPr>
              <p:cNvSpPr/>
              <p:nvPr/>
            </p:nvSpPr>
            <p:spPr>
              <a:xfrm>
                <a:off x="-195860" y="3900598"/>
                <a:ext cx="9360" cy="52200"/>
              </a:xfrm>
              <a:custGeom>
                <a:avLst/>
                <a:gdLst/>
                <a:ahLst/>
                <a:cxnLst/>
                <a:rect l="l" t="t" r="r" b="b"/>
                <a:pathLst>
                  <a:path w="26" h="145" extrusionOk="0">
                    <a:moveTo>
                      <a:pt x="6" y="135"/>
                    </a:moveTo>
                    <a:cubicBezTo>
                      <a:pt x="5" y="114"/>
                      <a:pt x="4" y="94"/>
                      <a:pt x="4" y="74"/>
                    </a:cubicBezTo>
                    <a:cubicBezTo>
                      <a:pt x="2" y="54"/>
                      <a:pt x="2" y="34"/>
                      <a:pt x="1" y="14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4"/>
                      <a:pt x="1" y="13"/>
                    </a:cubicBezTo>
                    <a:cubicBezTo>
                      <a:pt x="0" y="7"/>
                      <a:pt x="4" y="0"/>
                      <a:pt x="11" y="0"/>
                    </a:cubicBezTo>
                    <a:cubicBezTo>
                      <a:pt x="18" y="0"/>
                      <a:pt x="22" y="7"/>
                      <a:pt x="21" y="12"/>
                    </a:cubicBezTo>
                    <a:cubicBezTo>
                      <a:pt x="21" y="32"/>
                      <a:pt x="21" y="52"/>
                      <a:pt x="22" y="71"/>
                    </a:cubicBezTo>
                    <a:cubicBezTo>
                      <a:pt x="22" y="92"/>
                      <a:pt x="23" y="114"/>
                      <a:pt x="24" y="135"/>
                    </a:cubicBezTo>
                    <a:cubicBezTo>
                      <a:pt x="25" y="140"/>
                      <a:pt x="20" y="144"/>
                      <a:pt x="15" y="144"/>
                    </a:cubicBezTo>
                    <a:cubicBezTo>
                      <a:pt x="10" y="144"/>
                      <a:pt x="6" y="140"/>
                      <a:pt x="6" y="1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0" name="Google Shape;4340;p50">
                <a:extLst>
                  <a:ext uri="{FF2B5EF4-FFF2-40B4-BE49-F238E27FC236}">
                    <a16:creationId xmlns:a16="http://schemas.microsoft.com/office/drawing/2014/main" id="{80E59283-8CAC-748B-7079-EC30820ACDCA}"/>
                  </a:ext>
                </a:extLst>
              </p:cNvPr>
              <p:cNvSpPr/>
              <p:nvPr/>
            </p:nvSpPr>
            <p:spPr>
              <a:xfrm>
                <a:off x="-194060" y="3963958"/>
                <a:ext cx="7920" cy="32400"/>
              </a:xfrm>
              <a:custGeom>
                <a:avLst/>
                <a:gdLst/>
                <a:ahLst/>
                <a:cxnLst/>
                <a:rect l="l" t="t" r="r" b="b"/>
                <a:pathLst>
                  <a:path w="22" h="90" extrusionOk="0">
                    <a:moveTo>
                      <a:pt x="0" y="81"/>
                    </a:moveTo>
                    <a:cubicBezTo>
                      <a:pt x="1" y="68"/>
                      <a:pt x="2" y="57"/>
                      <a:pt x="2" y="44"/>
                    </a:cubicBezTo>
                    <a:cubicBezTo>
                      <a:pt x="2" y="34"/>
                      <a:pt x="2" y="23"/>
                      <a:pt x="2" y="12"/>
                    </a:cubicBezTo>
                    <a:cubicBezTo>
                      <a:pt x="1" y="11"/>
                      <a:pt x="1" y="10"/>
                      <a:pt x="2" y="8"/>
                    </a:cubicBezTo>
                    <a:cubicBezTo>
                      <a:pt x="2" y="8"/>
                      <a:pt x="2" y="7"/>
                      <a:pt x="2" y="6"/>
                    </a:cubicBezTo>
                    <a:cubicBezTo>
                      <a:pt x="2" y="5"/>
                      <a:pt x="3" y="4"/>
                      <a:pt x="3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6" y="2"/>
                      <a:pt x="7" y="1"/>
                      <a:pt x="9" y="0"/>
                    </a:cubicBezTo>
                    <a:cubicBezTo>
                      <a:pt x="10" y="0"/>
                      <a:pt x="10" y="0"/>
                      <a:pt x="11" y="0"/>
                    </a:cubicBezTo>
                    <a:cubicBezTo>
                      <a:pt x="12" y="0"/>
                      <a:pt x="13" y="0"/>
                      <a:pt x="14" y="0"/>
                    </a:cubicBezTo>
                    <a:cubicBezTo>
                      <a:pt x="16" y="1"/>
                      <a:pt x="17" y="1"/>
                      <a:pt x="18" y="3"/>
                    </a:cubicBezTo>
                    <a:cubicBezTo>
                      <a:pt x="18" y="3"/>
                      <a:pt x="19" y="3"/>
                      <a:pt x="19" y="4"/>
                    </a:cubicBezTo>
                    <a:cubicBezTo>
                      <a:pt x="20" y="4"/>
                      <a:pt x="20" y="5"/>
                      <a:pt x="21" y="6"/>
                    </a:cubicBezTo>
                    <a:cubicBezTo>
                      <a:pt x="21" y="7"/>
                      <a:pt x="21" y="7"/>
                      <a:pt x="21" y="8"/>
                    </a:cubicBezTo>
                    <a:cubicBezTo>
                      <a:pt x="21" y="10"/>
                      <a:pt x="21" y="11"/>
                      <a:pt x="21" y="12"/>
                    </a:cubicBezTo>
                    <a:cubicBezTo>
                      <a:pt x="20" y="35"/>
                      <a:pt x="20" y="58"/>
                      <a:pt x="18" y="81"/>
                    </a:cubicBezTo>
                    <a:cubicBezTo>
                      <a:pt x="18" y="85"/>
                      <a:pt x="14" y="89"/>
                      <a:pt x="10" y="89"/>
                    </a:cubicBezTo>
                    <a:cubicBezTo>
                      <a:pt x="4" y="89"/>
                      <a:pt x="0" y="85"/>
                      <a:pt x="0" y="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1" name="Google Shape;4341;p50">
                <a:extLst>
                  <a:ext uri="{FF2B5EF4-FFF2-40B4-BE49-F238E27FC236}">
                    <a16:creationId xmlns:a16="http://schemas.microsoft.com/office/drawing/2014/main" id="{BFCBE355-5E0E-F662-781E-D6EBD5BC6BC1}"/>
                  </a:ext>
                </a:extLst>
              </p:cNvPr>
              <p:cNvSpPr/>
              <p:nvPr/>
            </p:nvSpPr>
            <p:spPr>
              <a:xfrm>
                <a:off x="29500" y="3956398"/>
                <a:ext cx="13680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38" h="185" extrusionOk="0">
                    <a:moveTo>
                      <a:pt x="17" y="176"/>
                    </a:moveTo>
                    <a:cubicBezTo>
                      <a:pt x="16" y="154"/>
                      <a:pt x="14" y="132"/>
                      <a:pt x="12" y="111"/>
                    </a:cubicBezTo>
                    <a:cubicBezTo>
                      <a:pt x="10" y="91"/>
                      <a:pt x="7" y="71"/>
                      <a:pt x="4" y="51"/>
                    </a:cubicBezTo>
                    <a:cubicBezTo>
                      <a:pt x="3" y="45"/>
                      <a:pt x="2" y="38"/>
                      <a:pt x="2" y="31"/>
                    </a:cubicBezTo>
                    <a:cubicBezTo>
                      <a:pt x="1" y="25"/>
                      <a:pt x="0" y="18"/>
                      <a:pt x="0" y="11"/>
                    </a:cubicBezTo>
                    <a:cubicBezTo>
                      <a:pt x="1" y="5"/>
                      <a:pt x="6" y="0"/>
                      <a:pt x="12" y="1"/>
                    </a:cubicBezTo>
                    <a:cubicBezTo>
                      <a:pt x="17" y="2"/>
                      <a:pt x="22" y="8"/>
                      <a:pt x="20" y="14"/>
                    </a:cubicBezTo>
                    <a:cubicBezTo>
                      <a:pt x="20" y="15"/>
                      <a:pt x="20" y="16"/>
                      <a:pt x="20" y="17"/>
                    </a:cubicBezTo>
                    <a:cubicBezTo>
                      <a:pt x="20" y="21"/>
                      <a:pt x="20" y="24"/>
                      <a:pt x="20" y="28"/>
                    </a:cubicBezTo>
                    <a:cubicBezTo>
                      <a:pt x="20" y="27"/>
                      <a:pt x="20" y="26"/>
                      <a:pt x="20" y="26"/>
                    </a:cubicBezTo>
                    <a:cubicBezTo>
                      <a:pt x="20" y="28"/>
                      <a:pt x="20" y="28"/>
                      <a:pt x="20" y="29"/>
                    </a:cubicBezTo>
                    <a:cubicBezTo>
                      <a:pt x="20" y="30"/>
                      <a:pt x="20" y="31"/>
                      <a:pt x="20" y="31"/>
                    </a:cubicBezTo>
                    <a:cubicBezTo>
                      <a:pt x="20" y="32"/>
                      <a:pt x="20" y="33"/>
                      <a:pt x="20" y="34"/>
                    </a:cubicBezTo>
                    <a:cubicBezTo>
                      <a:pt x="23" y="54"/>
                      <a:pt x="26" y="74"/>
                      <a:pt x="28" y="93"/>
                    </a:cubicBezTo>
                    <a:cubicBezTo>
                      <a:pt x="30" y="114"/>
                      <a:pt x="33" y="135"/>
                      <a:pt x="35" y="155"/>
                    </a:cubicBezTo>
                    <a:cubicBezTo>
                      <a:pt x="35" y="161"/>
                      <a:pt x="36" y="167"/>
                      <a:pt x="37" y="173"/>
                    </a:cubicBezTo>
                    <a:cubicBezTo>
                      <a:pt x="37" y="178"/>
                      <a:pt x="34" y="183"/>
                      <a:pt x="28" y="184"/>
                    </a:cubicBezTo>
                    <a:lnTo>
                      <a:pt x="27" y="184"/>
                    </a:lnTo>
                    <a:cubicBezTo>
                      <a:pt x="23" y="184"/>
                      <a:pt x="18" y="181"/>
                      <a:pt x="17" y="1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2" name="Google Shape;4342;p50">
                <a:extLst>
                  <a:ext uri="{FF2B5EF4-FFF2-40B4-BE49-F238E27FC236}">
                    <a16:creationId xmlns:a16="http://schemas.microsoft.com/office/drawing/2014/main" id="{5BD000D0-28FF-5D2A-7B8F-A040879128F1}"/>
                  </a:ext>
                </a:extLst>
              </p:cNvPr>
              <p:cNvSpPr/>
              <p:nvPr/>
            </p:nvSpPr>
            <p:spPr>
              <a:xfrm>
                <a:off x="13660" y="3975478"/>
                <a:ext cx="5112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142" h="167" extrusionOk="0">
                    <a:moveTo>
                      <a:pt x="4" y="164"/>
                    </a:moveTo>
                    <a:cubicBezTo>
                      <a:pt x="0" y="161"/>
                      <a:pt x="0" y="155"/>
                      <a:pt x="3" y="151"/>
                    </a:cubicBezTo>
                    <a:cubicBezTo>
                      <a:pt x="27" y="117"/>
                      <a:pt x="52" y="84"/>
                      <a:pt x="78" y="51"/>
                    </a:cubicBezTo>
                    <a:cubicBezTo>
                      <a:pt x="85" y="43"/>
                      <a:pt x="91" y="35"/>
                      <a:pt x="98" y="28"/>
                    </a:cubicBezTo>
                    <a:cubicBezTo>
                      <a:pt x="101" y="24"/>
                      <a:pt x="104" y="20"/>
                      <a:pt x="107" y="17"/>
                    </a:cubicBezTo>
                    <a:cubicBezTo>
                      <a:pt x="110" y="14"/>
                      <a:pt x="113" y="12"/>
                      <a:pt x="115" y="10"/>
                    </a:cubicBezTo>
                    <a:cubicBezTo>
                      <a:pt x="117" y="8"/>
                      <a:pt x="120" y="5"/>
                      <a:pt x="122" y="4"/>
                    </a:cubicBezTo>
                    <a:cubicBezTo>
                      <a:pt x="125" y="2"/>
                      <a:pt x="130" y="0"/>
                      <a:pt x="134" y="2"/>
                    </a:cubicBezTo>
                    <a:cubicBezTo>
                      <a:pt x="137" y="3"/>
                      <a:pt x="139" y="7"/>
                      <a:pt x="140" y="10"/>
                    </a:cubicBezTo>
                    <a:cubicBezTo>
                      <a:pt x="141" y="14"/>
                      <a:pt x="138" y="19"/>
                      <a:pt x="134" y="21"/>
                    </a:cubicBezTo>
                    <a:cubicBezTo>
                      <a:pt x="133" y="21"/>
                      <a:pt x="132" y="21"/>
                      <a:pt x="131" y="21"/>
                    </a:cubicBezTo>
                    <a:lnTo>
                      <a:pt x="131" y="22"/>
                    </a:lnTo>
                    <a:cubicBezTo>
                      <a:pt x="128" y="23"/>
                      <a:pt x="127" y="25"/>
                      <a:pt x="124" y="26"/>
                    </a:cubicBezTo>
                    <a:cubicBezTo>
                      <a:pt x="120" y="31"/>
                      <a:pt x="116" y="34"/>
                      <a:pt x="113" y="38"/>
                    </a:cubicBezTo>
                    <a:cubicBezTo>
                      <a:pt x="109" y="42"/>
                      <a:pt x="106" y="46"/>
                      <a:pt x="103" y="49"/>
                    </a:cubicBezTo>
                    <a:cubicBezTo>
                      <a:pt x="77" y="79"/>
                      <a:pt x="53" y="112"/>
                      <a:pt x="29" y="145"/>
                    </a:cubicBezTo>
                    <a:cubicBezTo>
                      <a:pt x="25" y="151"/>
                      <a:pt x="21" y="156"/>
                      <a:pt x="17" y="162"/>
                    </a:cubicBezTo>
                    <a:cubicBezTo>
                      <a:pt x="15" y="165"/>
                      <a:pt x="12" y="166"/>
                      <a:pt x="10" y="166"/>
                    </a:cubicBezTo>
                    <a:cubicBezTo>
                      <a:pt x="8" y="166"/>
                      <a:pt x="5" y="165"/>
                      <a:pt x="4" y="16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3" name="Google Shape;4343;p50">
                <a:extLst>
                  <a:ext uri="{FF2B5EF4-FFF2-40B4-BE49-F238E27FC236}">
                    <a16:creationId xmlns:a16="http://schemas.microsoft.com/office/drawing/2014/main" id="{0052F6A8-A329-B52D-5F99-FFA68B223C60}"/>
                  </a:ext>
                </a:extLst>
              </p:cNvPr>
              <p:cNvSpPr/>
              <p:nvPr/>
            </p:nvSpPr>
            <p:spPr>
              <a:xfrm>
                <a:off x="-632180" y="3405957"/>
                <a:ext cx="53640" cy="115920"/>
              </a:xfrm>
              <a:custGeom>
                <a:avLst/>
                <a:gdLst/>
                <a:ahLst/>
                <a:cxnLst/>
                <a:rect l="l" t="t" r="r" b="b"/>
                <a:pathLst>
                  <a:path w="149" h="322" extrusionOk="0">
                    <a:moveTo>
                      <a:pt x="29" y="299"/>
                    </a:moveTo>
                    <a:cubicBezTo>
                      <a:pt x="29" y="296"/>
                      <a:pt x="31" y="293"/>
                      <a:pt x="32" y="291"/>
                    </a:cubicBezTo>
                    <a:cubicBezTo>
                      <a:pt x="33" y="286"/>
                      <a:pt x="35" y="281"/>
                      <a:pt x="36" y="275"/>
                    </a:cubicBezTo>
                    <a:cubicBezTo>
                      <a:pt x="36" y="271"/>
                      <a:pt x="38" y="268"/>
                      <a:pt x="38" y="264"/>
                    </a:cubicBezTo>
                    <a:cubicBezTo>
                      <a:pt x="40" y="256"/>
                      <a:pt x="42" y="247"/>
                      <a:pt x="43" y="239"/>
                    </a:cubicBezTo>
                    <a:cubicBezTo>
                      <a:pt x="45" y="235"/>
                      <a:pt x="46" y="229"/>
                      <a:pt x="47" y="225"/>
                    </a:cubicBezTo>
                    <a:lnTo>
                      <a:pt x="46" y="225"/>
                    </a:lnTo>
                    <a:cubicBezTo>
                      <a:pt x="48" y="219"/>
                      <a:pt x="49" y="212"/>
                      <a:pt x="50" y="207"/>
                    </a:cubicBezTo>
                    <a:lnTo>
                      <a:pt x="50" y="208"/>
                    </a:lnTo>
                    <a:cubicBezTo>
                      <a:pt x="51" y="203"/>
                      <a:pt x="52" y="198"/>
                      <a:pt x="53" y="193"/>
                    </a:cubicBezTo>
                    <a:cubicBezTo>
                      <a:pt x="48" y="201"/>
                      <a:pt x="43" y="208"/>
                      <a:pt x="39" y="217"/>
                    </a:cubicBezTo>
                    <a:cubicBezTo>
                      <a:pt x="40" y="216"/>
                      <a:pt x="40" y="216"/>
                      <a:pt x="40" y="215"/>
                    </a:cubicBezTo>
                    <a:cubicBezTo>
                      <a:pt x="38" y="219"/>
                      <a:pt x="36" y="223"/>
                      <a:pt x="35" y="227"/>
                    </a:cubicBezTo>
                    <a:cubicBezTo>
                      <a:pt x="32" y="236"/>
                      <a:pt x="29" y="245"/>
                      <a:pt x="28" y="254"/>
                    </a:cubicBezTo>
                    <a:lnTo>
                      <a:pt x="28" y="253"/>
                    </a:lnTo>
                    <a:cubicBezTo>
                      <a:pt x="26" y="260"/>
                      <a:pt x="25" y="266"/>
                      <a:pt x="25" y="272"/>
                    </a:cubicBezTo>
                    <a:cubicBezTo>
                      <a:pt x="25" y="275"/>
                      <a:pt x="25" y="279"/>
                      <a:pt x="25" y="282"/>
                    </a:cubicBezTo>
                    <a:cubicBezTo>
                      <a:pt x="25" y="285"/>
                      <a:pt x="25" y="288"/>
                      <a:pt x="26" y="291"/>
                    </a:cubicBezTo>
                    <a:cubicBezTo>
                      <a:pt x="26" y="293"/>
                      <a:pt x="27" y="295"/>
                      <a:pt x="28" y="296"/>
                    </a:cubicBezTo>
                    <a:cubicBezTo>
                      <a:pt x="28" y="298"/>
                      <a:pt x="28" y="298"/>
                      <a:pt x="29" y="299"/>
                    </a:cubicBezTo>
                    <a:moveTo>
                      <a:pt x="19" y="317"/>
                    </a:moveTo>
                    <a:cubicBezTo>
                      <a:pt x="15" y="313"/>
                      <a:pt x="12" y="307"/>
                      <a:pt x="11" y="302"/>
                    </a:cubicBezTo>
                    <a:cubicBezTo>
                      <a:pt x="9" y="296"/>
                      <a:pt x="8" y="291"/>
                      <a:pt x="8" y="285"/>
                    </a:cubicBezTo>
                    <a:cubicBezTo>
                      <a:pt x="7" y="278"/>
                      <a:pt x="8" y="271"/>
                      <a:pt x="9" y="264"/>
                    </a:cubicBezTo>
                    <a:cubicBezTo>
                      <a:pt x="11" y="251"/>
                      <a:pt x="14" y="238"/>
                      <a:pt x="18" y="225"/>
                    </a:cubicBezTo>
                    <a:cubicBezTo>
                      <a:pt x="22" y="212"/>
                      <a:pt x="29" y="201"/>
                      <a:pt x="36" y="190"/>
                    </a:cubicBezTo>
                    <a:cubicBezTo>
                      <a:pt x="43" y="178"/>
                      <a:pt x="52" y="166"/>
                      <a:pt x="59" y="155"/>
                    </a:cubicBezTo>
                    <a:cubicBezTo>
                      <a:pt x="60" y="154"/>
                      <a:pt x="60" y="154"/>
                      <a:pt x="60" y="153"/>
                    </a:cubicBezTo>
                    <a:cubicBezTo>
                      <a:pt x="64" y="134"/>
                      <a:pt x="67" y="114"/>
                      <a:pt x="71" y="94"/>
                    </a:cubicBezTo>
                    <a:cubicBezTo>
                      <a:pt x="73" y="89"/>
                      <a:pt x="74" y="83"/>
                      <a:pt x="75" y="77"/>
                    </a:cubicBezTo>
                    <a:cubicBezTo>
                      <a:pt x="66" y="85"/>
                      <a:pt x="55" y="93"/>
                      <a:pt x="42" y="96"/>
                    </a:cubicBezTo>
                    <a:cubicBezTo>
                      <a:pt x="31" y="98"/>
                      <a:pt x="19" y="95"/>
                      <a:pt x="11" y="86"/>
                    </a:cubicBezTo>
                    <a:cubicBezTo>
                      <a:pt x="4" y="77"/>
                      <a:pt x="1" y="65"/>
                      <a:pt x="0" y="53"/>
                    </a:cubicBezTo>
                    <a:cubicBezTo>
                      <a:pt x="0" y="44"/>
                      <a:pt x="0" y="34"/>
                      <a:pt x="0" y="24"/>
                    </a:cubicBezTo>
                    <a:cubicBezTo>
                      <a:pt x="0" y="21"/>
                      <a:pt x="0" y="17"/>
                      <a:pt x="0" y="13"/>
                    </a:cubicBezTo>
                    <a:cubicBezTo>
                      <a:pt x="0" y="13"/>
                      <a:pt x="0" y="12"/>
                      <a:pt x="0" y="11"/>
                    </a:cubicBezTo>
                    <a:lnTo>
                      <a:pt x="0" y="10"/>
                    </a:lnTo>
                    <a:lnTo>
                      <a:pt x="0" y="9"/>
                    </a:lnTo>
                    <a:cubicBezTo>
                      <a:pt x="0" y="5"/>
                      <a:pt x="4" y="1"/>
                      <a:pt x="8" y="0"/>
                    </a:cubicBezTo>
                    <a:cubicBezTo>
                      <a:pt x="14" y="0"/>
                      <a:pt x="19" y="3"/>
                      <a:pt x="19" y="9"/>
                    </a:cubicBezTo>
                    <a:cubicBezTo>
                      <a:pt x="19" y="10"/>
                      <a:pt x="19" y="10"/>
                      <a:pt x="20" y="11"/>
                    </a:cubicBezTo>
                    <a:cubicBezTo>
                      <a:pt x="20" y="13"/>
                      <a:pt x="19" y="14"/>
                      <a:pt x="19" y="15"/>
                    </a:cubicBezTo>
                    <a:cubicBezTo>
                      <a:pt x="18" y="19"/>
                      <a:pt x="18" y="23"/>
                      <a:pt x="18" y="26"/>
                    </a:cubicBezTo>
                    <a:cubicBezTo>
                      <a:pt x="18" y="32"/>
                      <a:pt x="18" y="39"/>
                      <a:pt x="18" y="46"/>
                    </a:cubicBezTo>
                    <a:cubicBezTo>
                      <a:pt x="18" y="51"/>
                      <a:pt x="19" y="55"/>
                      <a:pt x="19" y="59"/>
                    </a:cubicBezTo>
                    <a:cubicBezTo>
                      <a:pt x="20" y="62"/>
                      <a:pt x="21" y="64"/>
                      <a:pt x="21" y="66"/>
                    </a:cubicBezTo>
                    <a:cubicBezTo>
                      <a:pt x="22" y="67"/>
                      <a:pt x="22" y="69"/>
                      <a:pt x="23" y="70"/>
                    </a:cubicBezTo>
                    <a:cubicBezTo>
                      <a:pt x="24" y="71"/>
                      <a:pt x="24" y="71"/>
                      <a:pt x="25" y="73"/>
                    </a:cubicBezTo>
                    <a:cubicBezTo>
                      <a:pt x="25" y="73"/>
                      <a:pt x="25" y="74"/>
                      <a:pt x="26" y="74"/>
                    </a:cubicBezTo>
                    <a:cubicBezTo>
                      <a:pt x="26" y="74"/>
                      <a:pt x="26" y="75"/>
                      <a:pt x="27" y="75"/>
                    </a:cubicBezTo>
                    <a:cubicBezTo>
                      <a:pt x="27" y="76"/>
                      <a:pt x="28" y="76"/>
                      <a:pt x="28" y="76"/>
                    </a:cubicBezTo>
                    <a:cubicBezTo>
                      <a:pt x="29" y="77"/>
                      <a:pt x="29" y="77"/>
                      <a:pt x="29" y="77"/>
                    </a:cubicBezTo>
                    <a:cubicBezTo>
                      <a:pt x="30" y="77"/>
                      <a:pt x="31" y="77"/>
                      <a:pt x="31" y="78"/>
                    </a:cubicBezTo>
                    <a:lnTo>
                      <a:pt x="32" y="78"/>
                    </a:lnTo>
                    <a:cubicBezTo>
                      <a:pt x="33" y="78"/>
                      <a:pt x="34" y="78"/>
                      <a:pt x="35" y="78"/>
                    </a:cubicBezTo>
                    <a:lnTo>
                      <a:pt x="36" y="78"/>
                    </a:lnTo>
                    <a:cubicBezTo>
                      <a:pt x="37" y="78"/>
                      <a:pt x="38" y="78"/>
                      <a:pt x="39" y="78"/>
                    </a:cubicBezTo>
                    <a:cubicBezTo>
                      <a:pt x="40" y="77"/>
                      <a:pt x="42" y="77"/>
                      <a:pt x="43" y="77"/>
                    </a:cubicBezTo>
                    <a:cubicBezTo>
                      <a:pt x="45" y="76"/>
                      <a:pt x="47" y="75"/>
                      <a:pt x="49" y="74"/>
                    </a:cubicBezTo>
                    <a:lnTo>
                      <a:pt x="48" y="74"/>
                    </a:lnTo>
                    <a:cubicBezTo>
                      <a:pt x="50" y="73"/>
                      <a:pt x="52" y="72"/>
                      <a:pt x="54" y="71"/>
                    </a:cubicBezTo>
                    <a:cubicBezTo>
                      <a:pt x="59" y="68"/>
                      <a:pt x="63" y="64"/>
                      <a:pt x="66" y="62"/>
                    </a:cubicBezTo>
                    <a:cubicBezTo>
                      <a:pt x="72" y="56"/>
                      <a:pt x="78" y="51"/>
                      <a:pt x="82" y="45"/>
                    </a:cubicBezTo>
                    <a:cubicBezTo>
                      <a:pt x="84" y="44"/>
                      <a:pt x="84" y="43"/>
                      <a:pt x="85" y="42"/>
                    </a:cubicBezTo>
                    <a:cubicBezTo>
                      <a:pt x="86" y="39"/>
                      <a:pt x="87" y="37"/>
                      <a:pt x="88" y="34"/>
                    </a:cubicBezTo>
                    <a:cubicBezTo>
                      <a:pt x="90" y="31"/>
                      <a:pt x="92" y="28"/>
                      <a:pt x="96" y="28"/>
                    </a:cubicBezTo>
                    <a:cubicBezTo>
                      <a:pt x="99" y="28"/>
                      <a:pt x="102" y="29"/>
                      <a:pt x="105" y="32"/>
                    </a:cubicBezTo>
                    <a:cubicBezTo>
                      <a:pt x="106" y="34"/>
                      <a:pt x="107" y="36"/>
                      <a:pt x="107" y="38"/>
                    </a:cubicBezTo>
                    <a:cubicBezTo>
                      <a:pt x="107" y="39"/>
                      <a:pt x="107" y="41"/>
                      <a:pt x="106" y="42"/>
                    </a:cubicBezTo>
                    <a:cubicBezTo>
                      <a:pt x="106" y="43"/>
                      <a:pt x="106" y="44"/>
                      <a:pt x="105" y="45"/>
                    </a:cubicBezTo>
                    <a:cubicBezTo>
                      <a:pt x="104" y="49"/>
                      <a:pt x="102" y="52"/>
                      <a:pt x="99" y="55"/>
                    </a:cubicBezTo>
                    <a:cubicBezTo>
                      <a:pt x="93" y="76"/>
                      <a:pt x="88" y="97"/>
                      <a:pt x="83" y="119"/>
                    </a:cubicBezTo>
                    <a:cubicBezTo>
                      <a:pt x="88" y="111"/>
                      <a:pt x="93" y="103"/>
                      <a:pt x="98" y="95"/>
                    </a:cubicBezTo>
                    <a:cubicBezTo>
                      <a:pt x="102" y="90"/>
                      <a:pt x="106" y="85"/>
                      <a:pt x="109" y="79"/>
                    </a:cubicBezTo>
                    <a:cubicBezTo>
                      <a:pt x="109" y="80"/>
                      <a:pt x="109" y="80"/>
                      <a:pt x="109" y="80"/>
                    </a:cubicBezTo>
                    <a:cubicBezTo>
                      <a:pt x="112" y="76"/>
                      <a:pt x="115" y="71"/>
                      <a:pt x="118" y="66"/>
                    </a:cubicBezTo>
                    <a:cubicBezTo>
                      <a:pt x="118" y="67"/>
                      <a:pt x="117" y="67"/>
                      <a:pt x="117" y="67"/>
                    </a:cubicBezTo>
                    <a:cubicBezTo>
                      <a:pt x="123" y="59"/>
                      <a:pt x="128" y="52"/>
                      <a:pt x="133" y="45"/>
                    </a:cubicBezTo>
                    <a:cubicBezTo>
                      <a:pt x="135" y="41"/>
                      <a:pt x="141" y="41"/>
                      <a:pt x="144" y="43"/>
                    </a:cubicBezTo>
                    <a:cubicBezTo>
                      <a:pt x="147" y="46"/>
                      <a:pt x="148" y="51"/>
                      <a:pt x="145" y="54"/>
                    </a:cubicBezTo>
                    <a:cubicBezTo>
                      <a:pt x="140" y="61"/>
                      <a:pt x="135" y="68"/>
                      <a:pt x="130" y="76"/>
                    </a:cubicBezTo>
                    <a:cubicBezTo>
                      <a:pt x="127" y="80"/>
                      <a:pt x="125" y="84"/>
                      <a:pt x="122" y="88"/>
                    </a:cubicBezTo>
                    <a:lnTo>
                      <a:pt x="121" y="88"/>
                    </a:lnTo>
                    <a:lnTo>
                      <a:pt x="121" y="89"/>
                    </a:lnTo>
                    <a:cubicBezTo>
                      <a:pt x="121" y="88"/>
                      <a:pt x="121" y="88"/>
                      <a:pt x="121" y="88"/>
                    </a:cubicBezTo>
                    <a:cubicBezTo>
                      <a:pt x="118" y="94"/>
                      <a:pt x="114" y="99"/>
                      <a:pt x="110" y="105"/>
                    </a:cubicBezTo>
                    <a:lnTo>
                      <a:pt x="111" y="104"/>
                    </a:lnTo>
                    <a:cubicBezTo>
                      <a:pt x="107" y="111"/>
                      <a:pt x="103" y="116"/>
                      <a:pt x="99" y="123"/>
                    </a:cubicBezTo>
                    <a:cubicBezTo>
                      <a:pt x="94" y="130"/>
                      <a:pt x="89" y="137"/>
                      <a:pt x="85" y="144"/>
                    </a:cubicBezTo>
                    <a:cubicBezTo>
                      <a:pt x="81" y="149"/>
                      <a:pt x="78" y="154"/>
                      <a:pt x="75" y="159"/>
                    </a:cubicBezTo>
                    <a:cubicBezTo>
                      <a:pt x="70" y="188"/>
                      <a:pt x="65" y="218"/>
                      <a:pt x="60" y="247"/>
                    </a:cubicBezTo>
                    <a:cubicBezTo>
                      <a:pt x="58" y="257"/>
                      <a:pt x="56" y="267"/>
                      <a:pt x="54" y="277"/>
                    </a:cubicBezTo>
                    <a:cubicBezTo>
                      <a:pt x="53" y="282"/>
                      <a:pt x="53" y="287"/>
                      <a:pt x="51" y="292"/>
                    </a:cubicBezTo>
                    <a:cubicBezTo>
                      <a:pt x="50" y="298"/>
                      <a:pt x="47" y="303"/>
                      <a:pt x="45" y="309"/>
                    </a:cubicBezTo>
                    <a:cubicBezTo>
                      <a:pt x="42" y="313"/>
                      <a:pt x="38" y="319"/>
                      <a:pt x="33" y="320"/>
                    </a:cubicBezTo>
                    <a:cubicBezTo>
                      <a:pt x="32" y="320"/>
                      <a:pt x="30" y="321"/>
                      <a:pt x="29" y="321"/>
                    </a:cubicBezTo>
                    <a:cubicBezTo>
                      <a:pt x="25" y="321"/>
                      <a:pt x="22" y="319"/>
                      <a:pt x="19" y="3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4" name="Google Shape;4344;p50">
                <a:extLst>
                  <a:ext uri="{FF2B5EF4-FFF2-40B4-BE49-F238E27FC236}">
                    <a16:creationId xmlns:a16="http://schemas.microsoft.com/office/drawing/2014/main" id="{F010C363-D87F-1286-A29C-86FB3182F78A}"/>
                  </a:ext>
                </a:extLst>
              </p:cNvPr>
              <p:cNvSpPr/>
              <p:nvPr/>
            </p:nvSpPr>
            <p:spPr>
              <a:xfrm>
                <a:off x="-489260" y="4141078"/>
                <a:ext cx="58680" cy="124200"/>
              </a:xfrm>
              <a:custGeom>
                <a:avLst/>
                <a:gdLst/>
                <a:ahLst/>
                <a:cxnLst/>
                <a:rect l="l" t="t" r="r" b="b"/>
                <a:pathLst>
                  <a:path w="163" h="345" extrusionOk="0">
                    <a:moveTo>
                      <a:pt x="24" y="344"/>
                    </a:moveTo>
                    <a:cubicBezTo>
                      <a:pt x="18" y="343"/>
                      <a:pt x="11" y="340"/>
                      <a:pt x="5" y="336"/>
                    </a:cubicBezTo>
                    <a:cubicBezTo>
                      <a:pt x="1" y="332"/>
                      <a:pt x="0" y="326"/>
                      <a:pt x="4" y="322"/>
                    </a:cubicBezTo>
                    <a:cubicBezTo>
                      <a:pt x="7" y="317"/>
                      <a:pt x="13" y="316"/>
                      <a:pt x="18" y="320"/>
                    </a:cubicBezTo>
                    <a:cubicBezTo>
                      <a:pt x="18" y="320"/>
                      <a:pt x="19" y="321"/>
                      <a:pt x="20" y="322"/>
                    </a:cubicBezTo>
                    <a:cubicBezTo>
                      <a:pt x="22" y="323"/>
                      <a:pt x="22" y="323"/>
                      <a:pt x="23" y="323"/>
                    </a:cubicBezTo>
                    <a:cubicBezTo>
                      <a:pt x="25" y="324"/>
                      <a:pt x="26" y="324"/>
                      <a:pt x="27" y="324"/>
                    </a:cubicBezTo>
                    <a:cubicBezTo>
                      <a:pt x="29" y="325"/>
                      <a:pt x="32" y="325"/>
                      <a:pt x="33" y="326"/>
                    </a:cubicBezTo>
                    <a:cubicBezTo>
                      <a:pt x="34" y="326"/>
                      <a:pt x="36" y="326"/>
                      <a:pt x="37" y="326"/>
                    </a:cubicBezTo>
                    <a:cubicBezTo>
                      <a:pt x="37" y="326"/>
                      <a:pt x="38" y="325"/>
                      <a:pt x="39" y="325"/>
                    </a:cubicBezTo>
                    <a:lnTo>
                      <a:pt x="38" y="325"/>
                    </a:lnTo>
                    <a:cubicBezTo>
                      <a:pt x="39" y="325"/>
                      <a:pt x="39" y="325"/>
                      <a:pt x="39" y="325"/>
                    </a:cubicBezTo>
                    <a:lnTo>
                      <a:pt x="38" y="325"/>
                    </a:lnTo>
                    <a:lnTo>
                      <a:pt x="39" y="325"/>
                    </a:lnTo>
                    <a:lnTo>
                      <a:pt x="40" y="324"/>
                    </a:lnTo>
                    <a:lnTo>
                      <a:pt x="41" y="324"/>
                    </a:lnTo>
                    <a:cubicBezTo>
                      <a:pt x="41" y="323"/>
                      <a:pt x="42" y="323"/>
                      <a:pt x="43" y="323"/>
                    </a:cubicBezTo>
                    <a:cubicBezTo>
                      <a:pt x="43" y="322"/>
                      <a:pt x="43" y="322"/>
                      <a:pt x="44" y="322"/>
                    </a:cubicBezTo>
                    <a:cubicBezTo>
                      <a:pt x="44" y="321"/>
                      <a:pt x="45" y="320"/>
                      <a:pt x="45" y="319"/>
                    </a:cubicBezTo>
                    <a:cubicBezTo>
                      <a:pt x="46" y="318"/>
                      <a:pt x="47" y="317"/>
                      <a:pt x="48" y="315"/>
                    </a:cubicBezTo>
                    <a:cubicBezTo>
                      <a:pt x="48" y="313"/>
                      <a:pt x="50" y="311"/>
                      <a:pt x="50" y="309"/>
                    </a:cubicBezTo>
                    <a:cubicBezTo>
                      <a:pt x="56" y="292"/>
                      <a:pt x="60" y="276"/>
                      <a:pt x="64" y="258"/>
                    </a:cubicBezTo>
                    <a:cubicBezTo>
                      <a:pt x="68" y="238"/>
                      <a:pt x="71" y="217"/>
                      <a:pt x="75" y="197"/>
                    </a:cubicBezTo>
                    <a:cubicBezTo>
                      <a:pt x="78" y="176"/>
                      <a:pt x="82" y="156"/>
                      <a:pt x="85" y="136"/>
                    </a:cubicBezTo>
                    <a:cubicBezTo>
                      <a:pt x="86" y="135"/>
                      <a:pt x="86" y="133"/>
                      <a:pt x="86" y="132"/>
                    </a:cubicBezTo>
                    <a:cubicBezTo>
                      <a:pt x="86" y="133"/>
                      <a:pt x="86" y="133"/>
                      <a:pt x="86" y="133"/>
                    </a:cubicBezTo>
                    <a:cubicBezTo>
                      <a:pt x="87" y="124"/>
                      <a:pt x="89" y="115"/>
                      <a:pt x="92" y="105"/>
                    </a:cubicBezTo>
                    <a:cubicBezTo>
                      <a:pt x="93" y="100"/>
                      <a:pt x="94" y="94"/>
                      <a:pt x="95" y="88"/>
                    </a:cubicBezTo>
                    <a:cubicBezTo>
                      <a:pt x="96" y="83"/>
                      <a:pt x="98" y="78"/>
                      <a:pt x="99" y="73"/>
                    </a:cubicBezTo>
                    <a:cubicBezTo>
                      <a:pt x="101" y="64"/>
                      <a:pt x="104" y="55"/>
                      <a:pt x="108" y="47"/>
                    </a:cubicBezTo>
                    <a:cubicBezTo>
                      <a:pt x="112" y="34"/>
                      <a:pt x="118" y="21"/>
                      <a:pt x="128" y="12"/>
                    </a:cubicBezTo>
                    <a:cubicBezTo>
                      <a:pt x="129" y="9"/>
                      <a:pt x="132" y="7"/>
                      <a:pt x="134" y="6"/>
                    </a:cubicBezTo>
                    <a:cubicBezTo>
                      <a:pt x="136" y="5"/>
                      <a:pt x="138" y="3"/>
                      <a:pt x="140" y="2"/>
                    </a:cubicBezTo>
                    <a:cubicBezTo>
                      <a:pt x="142" y="2"/>
                      <a:pt x="144" y="2"/>
                      <a:pt x="146" y="2"/>
                    </a:cubicBezTo>
                    <a:cubicBezTo>
                      <a:pt x="148" y="0"/>
                      <a:pt x="150" y="0"/>
                      <a:pt x="153" y="0"/>
                    </a:cubicBezTo>
                    <a:cubicBezTo>
                      <a:pt x="156" y="0"/>
                      <a:pt x="158" y="2"/>
                      <a:pt x="159" y="4"/>
                    </a:cubicBezTo>
                    <a:cubicBezTo>
                      <a:pt x="161" y="6"/>
                      <a:pt x="162" y="10"/>
                      <a:pt x="161" y="13"/>
                    </a:cubicBezTo>
                    <a:lnTo>
                      <a:pt x="161" y="14"/>
                    </a:lnTo>
                    <a:cubicBezTo>
                      <a:pt x="161" y="16"/>
                      <a:pt x="161" y="17"/>
                      <a:pt x="161" y="19"/>
                    </a:cubicBezTo>
                    <a:cubicBezTo>
                      <a:pt x="161" y="21"/>
                      <a:pt x="161" y="23"/>
                      <a:pt x="160" y="25"/>
                    </a:cubicBezTo>
                    <a:cubicBezTo>
                      <a:pt x="160" y="27"/>
                      <a:pt x="159" y="30"/>
                      <a:pt x="158" y="31"/>
                    </a:cubicBezTo>
                    <a:cubicBezTo>
                      <a:pt x="157" y="34"/>
                      <a:pt x="156" y="35"/>
                      <a:pt x="153" y="37"/>
                    </a:cubicBezTo>
                    <a:cubicBezTo>
                      <a:pt x="150" y="38"/>
                      <a:pt x="147" y="38"/>
                      <a:pt x="144" y="36"/>
                    </a:cubicBezTo>
                    <a:cubicBezTo>
                      <a:pt x="143" y="35"/>
                      <a:pt x="141" y="34"/>
                      <a:pt x="140" y="32"/>
                    </a:cubicBezTo>
                    <a:cubicBezTo>
                      <a:pt x="139" y="30"/>
                      <a:pt x="139" y="28"/>
                      <a:pt x="139" y="26"/>
                    </a:cubicBezTo>
                    <a:cubicBezTo>
                      <a:pt x="138" y="27"/>
                      <a:pt x="136" y="29"/>
                      <a:pt x="135" y="31"/>
                    </a:cubicBezTo>
                    <a:cubicBezTo>
                      <a:pt x="133" y="34"/>
                      <a:pt x="131" y="38"/>
                      <a:pt x="129" y="41"/>
                    </a:cubicBezTo>
                    <a:lnTo>
                      <a:pt x="129" y="42"/>
                    </a:lnTo>
                    <a:cubicBezTo>
                      <a:pt x="126" y="48"/>
                      <a:pt x="124" y="55"/>
                      <a:pt x="121" y="61"/>
                    </a:cubicBezTo>
                    <a:cubicBezTo>
                      <a:pt x="121" y="62"/>
                      <a:pt x="121" y="62"/>
                      <a:pt x="121" y="62"/>
                    </a:cubicBezTo>
                    <a:cubicBezTo>
                      <a:pt x="117" y="72"/>
                      <a:pt x="115" y="82"/>
                      <a:pt x="112" y="93"/>
                    </a:cubicBezTo>
                    <a:cubicBezTo>
                      <a:pt x="111" y="96"/>
                      <a:pt x="110" y="100"/>
                      <a:pt x="110" y="103"/>
                    </a:cubicBezTo>
                    <a:cubicBezTo>
                      <a:pt x="108" y="107"/>
                      <a:pt x="108" y="110"/>
                      <a:pt x="107" y="114"/>
                    </a:cubicBezTo>
                    <a:lnTo>
                      <a:pt x="107" y="115"/>
                    </a:lnTo>
                    <a:cubicBezTo>
                      <a:pt x="107" y="114"/>
                      <a:pt x="107" y="114"/>
                      <a:pt x="107" y="114"/>
                    </a:cubicBezTo>
                    <a:cubicBezTo>
                      <a:pt x="106" y="122"/>
                      <a:pt x="104" y="129"/>
                      <a:pt x="103" y="137"/>
                    </a:cubicBezTo>
                    <a:cubicBezTo>
                      <a:pt x="99" y="155"/>
                      <a:pt x="96" y="175"/>
                      <a:pt x="93" y="194"/>
                    </a:cubicBezTo>
                    <a:cubicBezTo>
                      <a:pt x="89" y="214"/>
                      <a:pt x="86" y="235"/>
                      <a:pt x="82" y="256"/>
                    </a:cubicBezTo>
                    <a:cubicBezTo>
                      <a:pt x="79" y="271"/>
                      <a:pt x="76" y="287"/>
                      <a:pt x="72" y="302"/>
                    </a:cubicBezTo>
                    <a:cubicBezTo>
                      <a:pt x="70" y="309"/>
                      <a:pt x="68" y="316"/>
                      <a:pt x="65" y="323"/>
                    </a:cubicBezTo>
                    <a:cubicBezTo>
                      <a:pt x="64" y="327"/>
                      <a:pt x="61" y="330"/>
                      <a:pt x="59" y="334"/>
                    </a:cubicBezTo>
                    <a:cubicBezTo>
                      <a:pt x="55" y="337"/>
                      <a:pt x="52" y="340"/>
                      <a:pt x="47" y="342"/>
                    </a:cubicBezTo>
                    <a:cubicBezTo>
                      <a:pt x="44" y="344"/>
                      <a:pt x="40" y="344"/>
                      <a:pt x="36" y="344"/>
                    </a:cubicBezTo>
                    <a:cubicBezTo>
                      <a:pt x="32" y="344"/>
                      <a:pt x="28" y="344"/>
                      <a:pt x="24" y="3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5" name="Google Shape;4345;p50">
                <a:extLst>
                  <a:ext uri="{FF2B5EF4-FFF2-40B4-BE49-F238E27FC236}">
                    <a16:creationId xmlns:a16="http://schemas.microsoft.com/office/drawing/2014/main" id="{6C11BCC8-7501-64CD-A72D-A91195401885}"/>
                  </a:ext>
                </a:extLst>
              </p:cNvPr>
              <p:cNvSpPr/>
              <p:nvPr/>
            </p:nvSpPr>
            <p:spPr>
              <a:xfrm>
                <a:off x="-479180" y="4201918"/>
                <a:ext cx="1260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35" h="25" extrusionOk="0">
                    <a:moveTo>
                      <a:pt x="5" y="21"/>
                    </a:moveTo>
                    <a:cubicBezTo>
                      <a:pt x="3" y="20"/>
                      <a:pt x="2" y="17"/>
                      <a:pt x="1" y="14"/>
                    </a:cubicBezTo>
                    <a:cubicBezTo>
                      <a:pt x="0" y="10"/>
                      <a:pt x="3" y="6"/>
                      <a:pt x="7" y="4"/>
                    </a:cubicBezTo>
                    <a:cubicBezTo>
                      <a:pt x="9" y="3"/>
                      <a:pt x="12" y="2"/>
                      <a:pt x="15" y="2"/>
                    </a:cubicBezTo>
                    <a:cubicBezTo>
                      <a:pt x="15" y="2"/>
                      <a:pt x="14" y="2"/>
                      <a:pt x="13" y="2"/>
                    </a:cubicBezTo>
                    <a:cubicBezTo>
                      <a:pt x="16" y="2"/>
                      <a:pt x="19" y="1"/>
                      <a:pt x="22" y="0"/>
                    </a:cubicBezTo>
                    <a:cubicBezTo>
                      <a:pt x="27" y="0"/>
                      <a:pt x="31" y="3"/>
                      <a:pt x="33" y="7"/>
                    </a:cubicBezTo>
                    <a:cubicBezTo>
                      <a:pt x="34" y="12"/>
                      <a:pt x="31" y="18"/>
                      <a:pt x="26" y="19"/>
                    </a:cubicBezTo>
                    <a:cubicBezTo>
                      <a:pt x="23" y="20"/>
                      <a:pt x="20" y="20"/>
                      <a:pt x="18" y="21"/>
                    </a:cubicBezTo>
                    <a:cubicBezTo>
                      <a:pt x="16" y="23"/>
                      <a:pt x="14" y="24"/>
                      <a:pt x="11" y="24"/>
                    </a:cubicBezTo>
                    <a:cubicBezTo>
                      <a:pt x="9" y="24"/>
                      <a:pt x="7" y="23"/>
                      <a:pt x="5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6" name="Google Shape;4346;p50">
                <a:extLst>
                  <a:ext uri="{FF2B5EF4-FFF2-40B4-BE49-F238E27FC236}">
                    <a16:creationId xmlns:a16="http://schemas.microsoft.com/office/drawing/2014/main" id="{AB5760C0-F2BF-27B9-1E59-60853B994391}"/>
                  </a:ext>
                </a:extLst>
              </p:cNvPr>
              <p:cNvSpPr/>
              <p:nvPr/>
            </p:nvSpPr>
            <p:spPr>
              <a:xfrm>
                <a:off x="-474860" y="4200838"/>
                <a:ext cx="4536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25" extrusionOk="0">
                    <a:moveTo>
                      <a:pt x="116" y="24"/>
                    </a:moveTo>
                    <a:cubicBezTo>
                      <a:pt x="98" y="23"/>
                      <a:pt x="80" y="22"/>
                      <a:pt x="62" y="21"/>
                    </a:cubicBezTo>
                    <a:cubicBezTo>
                      <a:pt x="58" y="20"/>
                      <a:pt x="54" y="20"/>
                      <a:pt x="50" y="20"/>
                    </a:cubicBezTo>
                    <a:cubicBezTo>
                      <a:pt x="46" y="20"/>
                      <a:pt x="42" y="20"/>
                      <a:pt x="39" y="20"/>
                    </a:cubicBezTo>
                    <a:cubicBezTo>
                      <a:pt x="29" y="20"/>
                      <a:pt x="19" y="20"/>
                      <a:pt x="10" y="20"/>
                    </a:cubicBezTo>
                    <a:cubicBezTo>
                      <a:pt x="5" y="20"/>
                      <a:pt x="0" y="16"/>
                      <a:pt x="0" y="10"/>
                    </a:cubicBezTo>
                    <a:cubicBezTo>
                      <a:pt x="0" y="5"/>
                      <a:pt x="5" y="0"/>
                      <a:pt x="10" y="0"/>
                    </a:cubicBezTo>
                    <a:cubicBezTo>
                      <a:pt x="19" y="0"/>
                      <a:pt x="29" y="0"/>
                      <a:pt x="39" y="0"/>
                    </a:cubicBezTo>
                    <a:cubicBezTo>
                      <a:pt x="42" y="0"/>
                      <a:pt x="46" y="0"/>
                      <a:pt x="50" y="0"/>
                    </a:cubicBezTo>
                    <a:cubicBezTo>
                      <a:pt x="54" y="1"/>
                      <a:pt x="59" y="1"/>
                      <a:pt x="64" y="1"/>
                    </a:cubicBezTo>
                    <a:cubicBezTo>
                      <a:pt x="82" y="3"/>
                      <a:pt x="99" y="5"/>
                      <a:pt x="117" y="6"/>
                    </a:cubicBezTo>
                    <a:cubicBezTo>
                      <a:pt x="121" y="6"/>
                      <a:pt x="125" y="11"/>
                      <a:pt x="125" y="15"/>
                    </a:cubicBezTo>
                    <a:cubicBezTo>
                      <a:pt x="125" y="20"/>
                      <a:pt x="121" y="24"/>
                      <a:pt x="116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7" name="Google Shape;4347;p50">
                <a:extLst>
                  <a:ext uri="{FF2B5EF4-FFF2-40B4-BE49-F238E27FC236}">
                    <a16:creationId xmlns:a16="http://schemas.microsoft.com/office/drawing/2014/main" id="{1D51F354-C0E2-24AE-1735-858C4A94293E}"/>
                  </a:ext>
                </a:extLst>
              </p:cNvPr>
              <p:cNvSpPr/>
              <p:nvPr/>
            </p:nvSpPr>
            <p:spPr>
              <a:xfrm>
                <a:off x="-430580" y="4144677"/>
                <a:ext cx="34200" cy="109440"/>
              </a:xfrm>
              <a:custGeom>
                <a:avLst/>
                <a:gdLst/>
                <a:ahLst/>
                <a:cxnLst/>
                <a:rect l="l" t="t" r="r" b="b"/>
                <a:pathLst>
                  <a:path w="95" h="304" extrusionOk="0">
                    <a:moveTo>
                      <a:pt x="39" y="300"/>
                    </a:moveTo>
                    <a:cubicBezTo>
                      <a:pt x="27" y="286"/>
                      <a:pt x="16" y="271"/>
                      <a:pt x="10" y="253"/>
                    </a:cubicBezTo>
                    <a:cubicBezTo>
                      <a:pt x="5" y="242"/>
                      <a:pt x="3" y="229"/>
                      <a:pt x="1" y="217"/>
                    </a:cubicBezTo>
                    <a:cubicBezTo>
                      <a:pt x="0" y="206"/>
                      <a:pt x="0" y="194"/>
                      <a:pt x="1" y="183"/>
                    </a:cubicBezTo>
                    <a:lnTo>
                      <a:pt x="1" y="182"/>
                    </a:lnTo>
                    <a:cubicBezTo>
                      <a:pt x="1" y="181"/>
                      <a:pt x="1" y="180"/>
                      <a:pt x="1" y="179"/>
                    </a:cubicBezTo>
                    <a:cubicBezTo>
                      <a:pt x="1" y="180"/>
                      <a:pt x="1" y="180"/>
                      <a:pt x="1" y="180"/>
                    </a:cubicBezTo>
                    <a:cubicBezTo>
                      <a:pt x="1" y="180"/>
                      <a:pt x="1" y="179"/>
                      <a:pt x="1" y="178"/>
                    </a:cubicBezTo>
                    <a:cubicBezTo>
                      <a:pt x="1" y="179"/>
                      <a:pt x="1" y="179"/>
                      <a:pt x="1" y="179"/>
                    </a:cubicBezTo>
                    <a:cubicBezTo>
                      <a:pt x="1" y="178"/>
                      <a:pt x="1" y="175"/>
                      <a:pt x="1" y="173"/>
                    </a:cubicBezTo>
                    <a:lnTo>
                      <a:pt x="1" y="172"/>
                    </a:lnTo>
                    <a:cubicBezTo>
                      <a:pt x="1" y="171"/>
                      <a:pt x="1" y="169"/>
                      <a:pt x="2" y="168"/>
                    </a:cubicBezTo>
                    <a:cubicBezTo>
                      <a:pt x="2" y="166"/>
                      <a:pt x="2" y="166"/>
                      <a:pt x="2" y="165"/>
                    </a:cubicBezTo>
                    <a:lnTo>
                      <a:pt x="2" y="166"/>
                    </a:lnTo>
                    <a:cubicBezTo>
                      <a:pt x="2" y="165"/>
                      <a:pt x="2" y="164"/>
                      <a:pt x="2" y="162"/>
                    </a:cubicBezTo>
                    <a:cubicBezTo>
                      <a:pt x="2" y="161"/>
                      <a:pt x="2" y="161"/>
                      <a:pt x="2" y="159"/>
                    </a:cubicBezTo>
                    <a:lnTo>
                      <a:pt x="3" y="159"/>
                    </a:lnTo>
                    <a:cubicBezTo>
                      <a:pt x="3" y="158"/>
                      <a:pt x="3" y="158"/>
                      <a:pt x="3" y="157"/>
                    </a:cubicBezTo>
                    <a:cubicBezTo>
                      <a:pt x="3" y="153"/>
                      <a:pt x="3" y="149"/>
                      <a:pt x="4" y="145"/>
                    </a:cubicBezTo>
                    <a:cubicBezTo>
                      <a:pt x="4" y="139"/>
                      <a:pt x="5" y="133"/>
                      <a:pt x="7" y="127"/>
                    </a:cubicBezTo>
                    <a:cubicBezTo>
                      <a:pt x="9" y="116"/>
                      <a:pt x="12" y="106"/>
                      <a:pt x="15" y="95"/>
                    </a:cubicBezTo>
                    <a:cubicBezTo>
                      <a:pt x="19" y="85"/>
                      <a:pt x="23" y="75"/>
                      <a:pt x="28" y="65"/>
                    </a:cubicBezTo>
                    <a:cubicBezTo>
                      <a:pt x="29" y="60"/>
                      <a:pt x="32" y="56"/>
                      <a:pt x="34" y="52"/>
                    </a:cubicBezTo>
                    <a:cubicBezTo>
                      <a:pt x="37" y="46"/>
                      <a:pt x="42" y="39"/>
                      <a:pt x="46" y="34"/>
                    </a:cubicBezTo>
                    <a:cubicBezTo>
                      <a:pt x="50" y="28"/>
                      <a:pt x="54" y="22"/>
                      <a:pt x="59" y="17"/>
                    </a:cubicBezTo>
                    <a:cubicBezTo>
                      <a:pt x="62" y="13"/>
                      <a:pt x="65" y="10"/>
                      <a:pt x="70" y="6"/>
                    </a:cubicBezTo>
                    <a:cubicBezTo>
                      <a:pt x="72" y="4"/>
                      <a:pt x="76" y="2"/>
                      <a:pt x="80" y="1"/>
                    </a:cubicBezTo>
                    <a:cubicBezTo>
                      <a:pt x="85" y="0"/>
                      <a:pt x="91" y="3"/>
                      <a:pt x="92" y="9"/>
                    </a:cubicBezTo>
                    <a:cubicBezTo>
                      <a:pt x="94" y="14"/>
                      <a:pt x="90" y="20"/>
                      <a:pt x="84" y="21"/>
                    </a:cubicBezTo>
                    <a:cubicBezTo>
                      <a:pt x="83" y="21"/>
                      <a:pt x="82" y="22"/>
                      <a:pt x="82" y="22"/>
                    </a:cubicBezTo>
                    <a:cubicBezTo>
                      <a:pt x="80" y="23"/>
                      <a:pt x="79" y="24"/>
                      <a:pt x="78" y="25"/>
                    </a:cubicBezTo>
                    <a:cubicBezTo>
                      <a:pt x="75" y="28"/>
                      <a:pt x="73" y="30"/>
                      <a:pt x="71" y="32"/>
                    </a:cubicBezTo>
                    <a:cubicBezTo>
                      <a:pt x="67" y="38"/>
                      <a:pt x="63" y="43"/>
                      <a:pt x="58" y="48"/>
                    </a:cubicBezTo>
                    <a:cubicBezTo>
                      <a:pt x="57" y="52"/>
                      <a:pt x="54" y="55"/>
                      <a:pt x="52" y="59"/>
                    </a:cubicBezTo>
                    <a:cubicBezTo>
                      <a:pt x="49" y="63"/>
                      <a:pt x="47" y="69"/>
                      <a:pt x="44" y="73"/>
                    </a:cubicBezTo>
                    <a:cubicBezTo>
                      <a:pt x="40" y="82"/>
                      <a:pt x="36" y="91"/>
                      <a:pt x="33" y="101"/>
                    </a:cubicBezTo>
                    <a:cubicBezTo>
                      <a:pt x="29" y="111"/>
                      <a:pt x="27" y="120"/>
                      <a:pt x="25" y="130"/>
                    </a:cubicBezTo>
                    <a:lnTo>
                      <a:pt x="25" y="131"/>
                    </a:lnTo>
                    <a:cubicBezTo>
                      <a:pt x="22" y="140"/>
                      <a:pt x="21" y="150"/>
                      <a:pt x="20" y="159"/>
                    </a:cubicBezTo>
                    <a:cubicBezTo>
                      <a:pt x="19" y="168"/>
                      <a:pt x="19" y="176"/>
                      <a:pt x="18" y="185"/>
                    </a:cubicBezTo>
                    <a:lnTo>
                      <a:pt x="18" y="184"/>
                    </a:lnTo>
                    <a:cubicBezTo>
                      <a:pt x="18" y="193"/>
                      <a:pt x="18" y="201"/>
                      <a:pt x="18" y="210"/>
                    </a:cubicBezTo>
                    <a:cubicBezTo>
                      <a:pt x="19" y="217"/>
                      <a:pt x="19" y="223"/>
                      <a:pt x="21" y="229"/>
                    </a:cubicBezTo>
                    <a:lnTo>
                      <a:pt x="21" y="230"/>
                    </a:lnTo>
                    <a:cubicBezTo>
                      <a:pt x="22" y="235"/>
                      <a:pt x="23" y="239"/>
                      <a:pt x="25" y="244"/>
                    </a:cubicBezTo>
                    <a:cubicBezTo>
                      <a:pt x="26" y="248"/>
                      <a:pt x="28" y="252"/>
                      <a:pt x="30" y="256"/>
                    </a:cubicBezTo>
                    <a:cubicBezTo>
                      <a:pt x="32" y="260"/>
                      <a:pt x="35" y="264"/>
                      <a:pt x="37" y="269"/>
                    </a:cubicBezTo>
                    <a:cubicBezTo>
                      <a:pt x="42" y="274"/>
                      <a:pt x="46" y="280"/>
                      <a:pt x="50" y="285"/>
                    </a:cubicBezTo>
                    <a:lnTo>
                      <a:pt x="49" y="284"/>
                    </a:lnTo>
                    <a:cubicBezTo>
                      <a:pt x="50" y="285"/>
                      <a:pt x="51" y="286"/>
                      <a:pt x="52" y="288"/>
                    </a:cubicBezTo>
                    <a:cubicBezTo>
                      <a:pt x="56" y="291"/>
                      <a:pt x="56" y="296"/>
                      <a:pt x="52" y="300"/>
                    </a:cubicBezTo>
                    <a:cubicBezTo>
                      <a:pt x="50" y="302"/>
                      <a:pt x="48" y="303"/>
                      <a:pt x="46" y="303"/>
                    </a:cubicBezTo>
                    <a:cubicBezTo>
                      <a:pt x="43" y="303"/>
                      <a:pt x="41" y="302"/>
                      <a:pt x="39" y="30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8" name="Google Shape;4348;p50">
                <a:extLst>
                  <a:ext uri="{FF2B5EF4-FFF2-40B4-BE49-F238E27FC236}">
                    <a16:creationId xmlns:a16="http://schemas.microsoft.com/office/drawing/2014/main" id="{5E6FBCD7-AAD1-43E8-AA33-6A6A4CAD1AC0}"/>
                  </a:ext>
                </a:extLst>
              </p:cNvPr>
              <p:cNvSpPr/>
              <p:nvPr/>
            </p:nvSpPr>
            <p:spPr>
              <a:xfrm>
                <a:off x="-388820" y="4190038"/>
                <a:ext cx="32040" cy="12240"/>
              </a:xfrm>
              <a:custGeom>
                <a:avLst/>
                <a:gdLst/>
                <a:ahLst/>
                <a:cxnLst/>
                <a:rect l="l" t="t" r="r" b="b"/>
                <a:pathLst>
                  <a:path w="89" h="34" extrusionOk="0">
                    <a:moveTo>
                      <a:pt x="79" y="33"/>
                    </a:moveTo>
                    <a:cubicBezTo>
                      <a:pt x="68" y="33"/>
                      <a:pt x="57" y="32"/>
                      <a:pt x="45" y="32"/>
                    </a:cubicBezTo>
                    <a:cubicBezTo>
                      <a:pt x="40" y="31"/>
                      <a:pt x="35" y="31"/>
                      <a:pt x="30" y="30"/>
                    </a:cubicBezTo>
                    <a:cubicBezTo>
                      <a:pt x="23" y="29"/>
                      <a:pt x="17" y="28"/>
                      <a:pt x="11" y="26"/>
                    </a:cubicBezTo>
                    <a:cubicBezTo>
                      <a:pt x="7" y="25"/>
                      <a:pt x="1" y="21"/>
                      <a:pt x="1" y="16"/>
                    </a:cubicBezTo>
                    <a:cubicBezTo>
                      <a:pt x="0" y="14"/>
                      <a:pt x="0" y="12"/>
                      <a:pt x="1" y="10"/>
                    </a:cubicBezTo>
                    <a:cubicBezTo>
                      <a:pt x="1" y="9"/>
                      <a:pt x="1" y="8"/>
                      <a:pt x="2" y="7"/>
                    </a:cubicBezTo>
                    <a:cubicBezTo>
                      <a:pt x="4" y="3"/>
                      <a:pt x="10" y="0"/>
                      <a:pt x="15" y="2"/>
                    </a:cubicBezTo>
                    <a:cubicBezTo>
                      <a:pt x="18" y="3"/>
                      <a:pt x="20" y="6"/>
                      <a:pt x="21" y="8"/>
                    </a:cubicBezTo>
                    <a:cubicBezTo>
                      <a:pt x="22" y="9"/>
                      <a:pt x="23" y="10"/>
                      <a:pt x="25" y="10"/>
                    </a:cubicBezTo>
                    <a:cubicBezTo>
                      <a:pt x="36" y="12"/>
                      <a:pt x="47" y="12"/>
                      <a:pt x="58" y="14"/>
                    </a:cubicBezTo>
                    <a:cubicBezTo>
                      <a:pt x="65" y="14"/>
                      <a:pt x="72" y="14"/>
                      <a:pt x="79" y="15"/>
                    </a:cubicBezTo>
                    <a:cubicBezTo>
                      <a:pt x="84" y="15"/>
                      <a:pt x="88" y="19"/>
                      <a:pt x="88" y="24"/>
                    </a:cubicBezTo>
                    <a:cubicBezTo>
                      <a:pt x="88" y="29"/>
                      <a:pt x="84" y="33"/>
                      <a:pt x="79" y="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9" name="Google Shape;4349;p50">
                <a:extLst>
                  <a:ext uri="{FF2B5EF4-FFF2-40B4-BE49-F238E27FC236}">
                    <a16:creationId xmlns:a16="http://schemas.microsoft.com/office/drawing/2014/main" id="{3BDC193D-1C9A-99FF-A832-885BA3F38DFB}"/>
                  </a:ext>
                </a:extLst>
              </p:cNvPr>
              <p:cNvSpPr/>
              <p:nvPr/>
            </p:nvSpPr>
            <p:spPr>
              <a:xfrm>
                <a:off x="-344900" y="4174918"/>
                <a:ext cx="5940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165" h="135" extrusionOk="0">
                    <a:moveTo>
                      <a:pt x="27" y="115"/>
                    </a:moveTo>
                    <a:lnTo>
                      <a:pt x="28" y="115"/>
                    </a:lnTo>
                    <a:cubicBezTo>
                      <a:pt x="27" y="115"/>
                      <a:pt x="27" y="115"/>
                      <a:pt x="27" y="115"/>
                    </a:cubicBezTo>
                    <a:cubicBezTo>
                      <a:pt x="28" y="115"/>
                      <a:pt x="28" y="114"/>
                      <a:pt x="30" y="114"/>
                    </a:cubicBezTo>
                    <a:cubicBezTo>
                      <a:pt x="30" y="114"/>
                      <a:pt x="30" y="113"/>
                      <a:pt x="31" y="113"/>
                    </a:cubicBezTo>
                    <a:cubicBezTo>
                      <a:pt x="33" y="112"/>
                      <a:pt x="34" y="112"/>
                      <a:pt x="35" y="110"/>
                    </a:cubicBezTo>
                    <a:cubicBezTo>
                      <a:pt x="37" y="110"/>
                      <a:pt x="38" y="109"/>
                      <a:pt x="39" y="108"/>
                    </a:cubicBezTo>
                    <a:cubicBezTo>
                      <a:pt x="42" y="105"/>
                      <a:pt x="45" y="102"/>
                      <a:pt x="47" y="99"/>
                    </a:cubicBezTo>
                    <a:cubicBezTo>
                      <a:pt x="51" y="95"/>
                      <a:pt x="54" y="91"/>
                      <a:pt x="58" y="86"/>
                    </a:cubicBezTo>
                    <a:cubicBezTo>
                      <a:pt x="62" y="79"/>
                      <a:pt x="67" y="71"/>
                      <a:pt x="71" y="63"/>
                    </a:cubicBezTo>
                    <a:cubicBezTo>
                      <a:pt x="73" y="58"/>
                      <a:pt x="76" y="53"/>
                      <a:pt x="78" y="48"/>
                    </a:cubicBezTo>
                    <a:cubicBezTo>
                      <a:pt x="79" y="46"/>
                      <a:pt x="79" y="43"/>
                      <a:pt x="79" y="41"/>
                    </a:cubicBezTo>
                    <a:cubicBezTo>
                      <a:pt x="80" y="36"/>
                      <a:pt x="81" y="32"/>
                      <a:pt x="83" y="28"/>
                    </a:cubicBezTo>
                    <a:cubicBezTo>
                      <a:pt x="83" y="26"/>
                      <a:pt x="84" y="24"/>
                      <a:pt x="85" y="22"/>
                    </a:cubicBezTo>
                    <a:cubicBezTo>
                      <a:pt x="86" y="21"/>
                      <a:pt x="86" y="21"/>
                      <a:pt x="87" y="20"/>
                    </a:cubicBezTo>
                    <a:cubicBezTo>
                      <a:pt x="86" y="20"/>
                      <a:pt x="86" y="20"/>
                      <a:pt x="84" y="20"/>
                    </a:cubicBezTo>
                    <a:cubicBezTo>
                      <a:pt x="83" y="20"/>
                      <a:pt x="81" y="20"/>
                      <a:pt x="80" y="20"/>
                    </a:cubicBezTo>
                    <a:cubicBezTo>
                      <a:pt x="78" y="20"/>
                      <a:pt x="76" y="20"/>
                      <a:pt x="74" y="20"/>
                    </a:cubicBezTo>
                    <a:cubicBezTo>
                      <a:pt x="73" y="21"/>
                      <a:pt x="72" y="21"/>
                      <a:pt x="70" y="21"/>
                    </a:cubicBezTo>
                    <a:cubicBezTo>
                      <a:pt x="67" y="22"/>
                      <a:pt x="66" y="23"/>
                      <a:pt x="63" y="24"/>
                    </a:cubicBezTo>
                    <a:cubicBezTo>
                      <a:pt x="62" y="25"/>
                      <a:pt x="59" y="27"/>
                      <a:pt x="58" y="28"/>
                    </a:cubicBezTo>
                    <a:cubicBezTo>
                      <a:pt x="55" y="29"/>
                      <a:pt x="53" y="31"/>
                      <a:pt x="51" y="33"/>
                    </a:cubicBezTo>
                    <a:cubicBezTo>
                      <a:pt x="49" y="35"/>
                      <a:pt x="47" y="37"/>
                      <a:pt x="45" y="39"/>
                    </a:cubicBezTo>
                    <a:cubicBezTo>
                      <a:pt x="42" y="42"/>
                      <a:pt x="39" y="46"/>
                      <a:pt x="37" y="50"/>
                    </a:cubicBezTo>
                    <a:cubicBezTo>
                      <a:pt x="34" y="54"/>
                      <a:pt x="32" y="58"/>
                      <a:pt x="30" y="61"/>
                    </a:cubicBezTo>
                    <a:cubicBezTo>
                      <a:pt x="28" y="66"/>
                      <a:pt x="26" y="70"/>
                      <a:pt x="24" y="74"/>
                    </a:cubicBezTo>
                    <a:cubicBezTo>
                      <a:pt x="23" y="80"/>
                      <a:pt x="21" y="85"/>
                      <a:pt x="20" y="91"/>
                    </a:cubicBezTo>
                    <a:cubicBezTo>
                      <a:pt x="20" y="94"/>
                      <a:pt x="19" y="96"/>
                      <a:pt x="19" y="99"/>
                    </a:cubicBezTo>
                    <a:cubicBezTo>
                      <a:pt x="19" y="101"/>
                      <a:pt x="19" y="102"/>
                      <a:pt x="19" y="104"/>
                    </a:cubicBezTo>
                    <a:cubicBezTo>
                      <a:pt x="19" y="105"/>
                      <a:pt x="19" y="106"/>
                      <a:pt x="19" y="108"/>
                    </a:cubicBezTo>
                    <a:lnTo>
                      <a:pt x="19" y="107"/>
                    </a:lnTo>
                    <a:cubicBezTo>
                      <a:pt x="19" y="108"/>
                      <a:pt x="20" y="109"/>
                      <a:pt x="20" y="109"/>
                    </a:cubicBezTo>
                    <a:cubicBezTo>
                      <a:pt x="20" y="110"/>
                      <a:pt x="20" y="110"/>
                      <a:pt x="20" y="111"/>
                    </a:cubicBezTo>
                    <a:cubicBezTo>
                      <a:pt x="21" y="112"/>
                      <a:pt x="21" y="112"/>
                      <a:pt x="21" y="112"/>
                    </a:cubicBezTo>
                    <a:cubicBezTo>
                      <a:pt x="21" y="113"/>
                      <a:pt x="21" y="113"/>
                      <a:pt x="21" y="113"/>
                    </a:cubicBezTo>
                    <a:lnTo>
                      <a:pt x="22" y="113"/>
                    </a:lnTo>
                    <a:cubicBezTo>
                      <a:pt x="22" y="113"/>
                      <a:pt x="23" y="113"/>
                      <a:pt x="23" y="114"/>
                    </a:cubicBezTo>
                    <a:lnTo>
                      <a:pt x="24" y="115"/>
                    </a:lnTo>
                    <a:cubicBezTo>
                      <a:pt x="23" y="115"/>
                      <a:pt x="23" y="114"/>
                      <a:pt x="23" y="114"/>
                    </a:cubicBezTo>
                    <a:lnTo>
                      <a:pt x="24" y="115"/>
                    </a:lnTo>
                    <a:lnTo>
                      <a:pt x="25" y="115"/>
                    </a:lnTo>
                    <a:cubicBezTo>
                      <a:pt x="26" y="115"/>
                      <a:pt x="26" y="115"/>
                      <a:pt x="26" y="115"/>
                    </a:cubicBezTo>
                    <a:cubicBezTo>
                      <a:pt x="27" y="115"/>
                      <a:pt x="27" y="115"/>
                      <a:pt x="28" y="115"/>
                    </a:cubicBezTo>
                    <a:cubicBezTo>
                      <a:pt x="27" y="115"/>
                      <a:pt x="27" y="115"/>
                      <a:pt x="27" y="115"/>
                    </a:cubicBezTo>
                    <a:moveTo>
                      <a:pt x="20" y="133"/>
                    </a:moveTo>
                    <a:cubicBezTo>
                      <a:pt x="15" y="132"/>
                      <a:pt x="10" y="128"/>
                      <a:pt x="7" y="124"/>
                    </a:cubicBezTo>
                    <a:cubicBezTo>
                      <a:pt x="5" y="122"/>
                      <a:pt x="4" y="120"/>
                      <a:pt x="3" y="117"/>
                    </a:cubicBezTo>
                    <a:cubicBezTo>
                      <a:pt x="2" y="114"/>
                      <a:pt x="1" y="111"/>
                      <a:pt x="0" y="108"/>
                    </a:cubicBezTo>
                    <a:cubicBezTo>
                      <a:pt x="0" y="101"/>
                      <a:pt x="0" y="94"/>
                      <a:pt x="2" y="88"/>
                    </a:cubicBezTo>
                    <a:cubicBezTo>
                      <a:pt x="3" y="81"/>
                      <a:pt x="5" y="73"/>
                      <a:pt x="7" y="67"/>
                    </a:cubicBezTo>
                    <a:cubicBezTo>
                      <a:pt x="13" y="53"/>
                      <a:pt x="20" y="40"/>
                      <a:pt x="29" y="28"/>
                    </a:cubicBezTo>
                    <a:cubicBezTo>
                      <a:pt x="38" y="17"/>
                      <a:pt x="51" y="7"/>
                      <a:pt x="65" y="3"/>
                    </a:cubicBezTo>
                    <a:cubicBezTo>
                      <a:pt x="72" y="1"/>
                      <a:pt x="79" y="0"/>
                      <a:pt x="86" y="0"/>
                    </a:cubicBezTo>
                    <a:cubicBezTo>
                      <a:pt x="93" y="0"/>
                      <a:pt x="100" y="2"/>
                      <a:pt x="105" y="6"/>
                    </a:cubicBezTo>
                    <a:cubicBezTo>
                      <a:pt x="111" y="9"/>
                      <a:pt x="116" y="15"/>
                      <a:pt x="118" y="21"/>
                    </a:cubicBezTo>
                    <a:cubicBezTo>
                      <a:pt x="119" y="25"/>
                      <a:pt x="120" y="28"/>
                      <a:pt x="120" y="32"/>
                    </a:cubicBezTo>
                    <a:cubicBezTo>
                      <a:pt x="120" y="32"/>
                      <a:pt x="120" y="33"/>
                      <a:pt x="120" y="34"/>
                    </a:cubicBezTo>
                    <a:cubicBezTo>
                      <a:pt x="122" y="37"/>
                      <a:pt x="123" y="41"/>
                      <a:pt x="120" y="44"/>
                    </a:cubicBezTo>
                    <a:cubicBezTo>
                      <a:pt x="119" y="48"/>
                      <a:pt x="115" y="50"/>
                      <a:pt x="111" y="50"/>
                    </a:cubicBezTo>
                    <a:cubicBezTo>
                      <a:pt x="107" y="50"/>
                      <a:pt x="104" y="48"/>
                      <a:pt x="102" y="44"/>
                    </a:cubicBezTo>
                    <a:cubicBezTo>
                      <a:pt x="102" y="43"/>
                      <a:pt x="101" y="42"/>
                      <a:pt x="101" y="41"/>
                    </a:cubicBezTo>
                    <a:cubicBezTo>
                      <a:pt x="101" y="42"/>
                      <a:pt x="101" y="43"/>
                      <a:pt x="100" y="43"/>
                    </a:cubicBezTo>
                    <a:cubicBezTo>
                      <a:pt x="99" y="46"/>
                      <a:pt x="98" y="49"/>
                      <a:pt x="97" y="51"/>
                    </a:cubicBezTo>
                    <a:cubicBezTo>
                      <a:pt x="97" y="55"/>
                      <a:pt x="96" y="59"/>
                      <a:pt x="95" y="63"/>
                    </a:cubicBezTo>
                    <a:cubicBezTo>
                      <a:pt x="95" y="68"/>
                      <a:pt x="95" y="73"/>
                      <a:pt x="95" y="78"/>
                    </a:cubicBezTo>
                    <a:cubicBezTo>
                      <a:pt x="96" y="81"/>
                      <a:pt x="97" y="84"/>
                      <a:pt x="97" y="88"/>
                    </a:cubicBezTo>
                    <a:cubicBezTo>
                      <a:pt x="98" y="91"/>
                      <a:pt x="98" y="93"/>
                      <a:pt x="99" y="95"/>
                    </a:cubicBezTo>
                    <a:cubicBezTo>
                      <a:pt x="100" y="98"/>
                      <a:pt x="101" y="99"/>
                      <a:pt x="101" y="101"/>
                    </a:cubicBezTo>
                    <a:cubicBezTo>
                      <a:pt x="102" y="102"/>
                      <a:pt x="102" y="103"/>
                      <a:pt x="104" y="105"/>
                    </a:cubicBezTo>
                    <a:cubicBezTo>
                      <a:pt x="104" y="105"/>
                      <a:pt x="105" y="106"/>
                      <a:pt x="105" y="107"/>
                    </a:cubicBezTo>
                    <a:cubicBezTo>
                      <a:pt x="106" y="108"/>
                      <a:pt x="106" y="108"/>
                      <a:pt x="107" y="108"/>
                    </a:cubicBezTo>
                    <a:cubicBezTo>
                      <a:pt x="107" y="109"/>
                      <a:pt x="108" y="109"/>
                      <a:pt x="108" y="109"/>
                    </a:cubicBezTo>
                    <a:lnTo>
                      <a:pt x="109" y="109"/>
                    </a:lnTo>
                    <a:cubicBezTo>
                      <a:pt x="109" y="110"/>
                      <a:pt x="109" y="110"/>
                      <a:pt x="109" y="110"/>
                    </a:cubicBezTo>
                    <a:cubicBezTo>
                      <a:pt x="109" y="110"/>
                      <a:pt x="110" y="110"/>
                      <a:pt x="111" y="110"/>
                    </a:cubicBezTo>
                    <a:lnTo>
                      <a:pt x="112" y="110"/>
                    </a:lnTo>
                    <a:lnTo>
                      <a:pt x="113" y="110"/>
                    </a:lnTo>
                    <a:cubicBezTo>
                      <a:pt x="115" y="110"/>
                      <a:pt x="116" y="110"/>
                      <a:pt x="117" y="110"/>
                    </a:cubicBezTo>
                    <a:cubicBezTo>
                      <a:pt x="116" y="110"/>
                      <a:pt x="116" y="110"/>
                      <a:pt x="115" y="110"/>
                    </a:cubicBezTo>
                    <a:cubicBezTo>
                      <a:pt x="116" y="110"/>
                      <a:pt x="118" y="110"/>
                      <a:pt x="118" y="109"/>
                    </a:cubicBezTo>
                    <a:cubicBezTo>
                      <a:pt x="119" y="109"/>
                      <a:pt x="120" y="109"/>
                      <a:pt x="122" y="108"/>
                    </a:cubicBezTo>
                    <a:cubicBezTo>
                      <a:pt x="124" y="107"/>
                      <a:pt x="126" y="106"/>
                      <a:pt x="128" y="104"/>
                    </a:cubicBezTo>
                    <a:cubicBezTo>
                      <a:pt x="134" y="100"/>
                      <a:pt x="139" y="96"/>
                      <a:pt x="144" y="91"/>
                    </a:cubicBezTo>
                    <a:cubicBezTo>
                      <a:pt x="145" y="91"/>
                      <a:pt x="146" y="89"/>
                      <a:pt x="147" y="89"/>
                    </a:cubicBezTo>
                    <a:cubicBezTo>
                      <a:pt x="151" y="85"/>
                      <a:pt x="156" y="85"/>
                      <a:pt x="160" y="89"/>
                    </a:cubicBezTo>
                    <a:cubicBezTo>
                      <a:pt x="164" y="92"/>
                      <a:pt x="164" y="98"/>
                      <a:pt x="160" y="102"/>
                    </a:cubicBezTo>
                    <a:cubicBezTo>
                      <a:pt x="151" y="110"/>
                      <a:pt x="141" y="119"/>
                      <a:pt x="131" y="125"/>
                    </a:cubicBezTo>
                    <a:cubicBezTo>
                      <a:pt x="123" y="128"/>
                      <a:pt x="115" y="130"/>
                      <a:pt x="107" y="129"/>
                    </a:cubicBezTo>
                    <a:cubicBezTo>
                      <a:pt x="100" y="128"/>
                      <a:pt x="94" y="123"/>
                      <a:pt x="89" y="117"/>
                    </a:cubicBezTo>
                    <a:cubicBezTo>
                      <a:pt x="84" y="110"/>
                      <a:pt x="81" y="102"/>
                      <a:pt x="79" y="94"/>
                    </a:cubicBezTo>
                    <a:cubicBezTo>
                      <a:pt x="79" y="92"/>
                      <a:pt x="78" y="91"/>
                      <a:pt x="78" y="88"/>
                    </a:cubicBezTo>
                    <a:cubicBezTo>
                      <a:pt x="71" y="99"/>
                      <a:pt x="63" y="110"/>
                      <a:pt x="54" y="120"/>
                    </a:cubicBezTo>
                    <a:cubicBezTo>
                      <a:pt x="46" y="127"/>
                      <a:pt x="37" y="134"/>
                      <a:pt x="26" y="134"/>
                    </a:cubicBezTo>
                    <a:cubicBezTo>
                      <a:pt x="24" y="134"/>
                      <a:pt x="22" y="134"/>
                      <a:pt x="20" y="1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0" name="Google Shape;4350;p50">
                <a:extLst>
                  <a:ext uri="{FF2B5EF4-FFF2-40B4-BE49-F238E27FC236}">
                    <a16:creationId xmlns:a16="http://schemas.microsoft.com/office/drawing/2014/main" id="{E28F4F49-D524-076B-E499-96DE61E70739}"/>
                  </a:ext>
                </a:extLst>
              </p:cNvPr>
              <p:cNvSpPr/>
              <p:nvPr/>
            </p:nvSpPr>
            <p:spPr>
              <a:xfrm>
                <a:off x="-294500" y="4147198"/>
                <a:ext cx="32760" cy="121680"/>
              </a:xfrm>
              <a:custGeom>
                <a:avLst/>
                <a:gdLst/>
                <a:ahLst/>
                <a:cxnLst/>
                <a:rect l="l" t="t" r="r" b="b"/>
                <a:pathLst>
                  <a:path w="91" h="338" extrusionOk="0">
                    <a:moveTo>
                      <a:pt x="3" y="333"/>
                    </a:moveTo>
                    <a:cubicBezTo>
                      <a:pt x="0" y="329"/>
                      <a:pt x="1" y="323"/>
                      <a:pt x="5" y="320"/>
                    </a:cubicBezTo>
                    <a:cubicBezTo>
                      <a:pt x="11" y="316"/>
                      <a:pt x="17" y="312"/>
                      <a:pt x="22" y="307"/>
                    </a:cubicBezTo>
                    <a:cubicBezTo>
                      <a:pt x="27" y="303"/>
                      <a:pt x="31" y="299"/>
                      <a:pt x="35" y="294"/>
                    </a:cubicBezTo>
                    <a:cubicBezTo>
                      <a:pt x="35" y="295"/>
                      <a:pt x="34" y="295"/>
                      <a:pt x="34" y="295"/>
                    </a:cubicBezTo>
                    <a:cubicBezTo>
                      <a:pt x="40" y="288"/>
                      <a:pt x="45" y="282"/>
                      <a:pt x="50" y="274"/>
                    </a:cubicBezTo>
                    <a:cubicBezTo>
                      <a:pt x="50" y="275"/>
                      <a:pt x="50" y="275"/>
                      <a:pt x="50" y="275"/>
                    </a:cubicBezTo>
                    <a:lnTo>
                      <a:pt x="50" y="274"/>
                    </a:lnTo>
                    <a:cubicBezTo>
                      <a:pt x="54" y="268"/>
                      <a:pt x="57" y="263"/>
                      <a:pt x="60" y="257"/>
                    </a:cubicBezTo>
                    <a:cubicBezTo>
                      <a:pt x="63" y="253"/>
                      <a:pt x="64" y="247"/>
                      <a:pt x="66" y="243"/>
                    </a:cubicBezTo>
                    <a:cubicBezTo>
                      <a:pt x="68" y="239"/>
                      <a:pt x="69" y="234"/>
                      <a:pt x="70" y="230"/>
                    </a:cubicBezTo>
                    <a:cubicBezTo>
                      <a:pt x="71" y="225"/>
                      <a:pt x="71" y="219"/>
                      <a:pt x="72" y="215"/>
                    </a:cubicBezTo>
                    <a:cubicBezTo>
                      <a:pt x="73" y="205"/>
                      <a:pt x="73" y="195"/>
                      <a:pt x="71" y="185"/>
                    </a:cubicBezTo>
                    <a:cubicBezTo>
                      <a:pt x="71" y="173"/>
                      <a:pt x="69" y="161"/>
                      <a:pt x="67" y="150"/>
                    </a:cubicBezTo>
                    <a:lnTo>
                      <a:pt x="67" y="149"/>
                    </a:lnTo>
                    <a:cubicBezTo>
                      <a:pt x="64" y="138"/>
                      <a:pt x="61" y="127"/>
                      <a:pt x="59" y="117"/>
                    </a:cubicBezTo>
                    <a:cubicBezTo>
                      <a:pt x="57" y="113"/>
                      <a:pt x="56" y="110"/>
                      <a:pt x="55" y="106"/>
                    </a:cubicBezTo>
                    <a:cubicBezTo>
                      <a:pt x="54" y="103"/>
                      <a:pt x="53" y="99"/>
                      <a:pt x="51" y="95"/>
                    </a:cubicBezTo>
                    <a:cubicBezTo>
                      <a:pt x="49" y="90"/>
                      <a:pt x="47" y="84"/>
                      <a:pt x="45" y="79"/>
                    </a:cubicBezTo>
                    <a:cubicBezTo>
                      <a:pt x="43" y="74"/>
                      <a:pt x="41" y="69"/>
                      <a:pt x="39" y="64"/>
                    </a:cubicBezTo>
                    <a:cubicBezTo>
                      <a:pt x="36" y="56"/>
                      <a:pt x="31" y="46"/>
                      <a:pt x="27" y="38"/>
                    </a:cubicBezTo>
                    <a:cubicBezTo>
                      <a:pt x="27" y="37"/>
                      <a:pt x="26" y="36"/>
                      <a:pt x="25" y="35"/>
                    </a:cubicBezTo>
                    <a:cubicBezTo>
                      <a:pt x="24" y="34"/>
                      <a:pt x="23" y="33"/>
                      <a:pt x="22" y="32"/>
                    </a:cubicBezTo>
                    <a:cubicBezTo>
                      <a:pt x="21" y="29"/>
                      <a:pt x="19" y="27"/>
                      <a:pt x="18" y="24"/>
                    </a:cubicBezTo>
                    <a:cubicBezTo>
                      <a:pt x="16" y="21"/>
                      <a:pt x="14" y="17"/>
                      <a:pt x="13" y="14"/>
                    </a:cubicBezTo>
                    <a:cubicBezTo>
                      <a:pt x="11" y="10"/>
                      <a:pt x="14" y="5"/>
                      <a:pt x="17" y="3"/>
                    </a:cubicBezTo>
                    <a:cubicBezTo>
                      <a:pt x="21" y="0"/>
                      <a:pt x="26" y="1"/>
                      <a:pt x="29" y="4"/>
                    </a:cubicBezTo>
                    <a:cubicBezTo>
                      <a:pt x="34" y="9"/>
                      <a:pt x="37" y="15"/>
                      <a:pt x="40" y="20"/>
                    </a:cubicBezTo>
                    <a:cubicBezTo>
                      <a:pt x="42" y="24"/>
                      <a:pt x="44" y="28"/>
                      <a:pt x="46" y="32"/>
                    </a:cubicBezTo>
                    <a:cubicBezTo>
                      <a:pt x="48" y="37"/>
                      <a:pt x="50" y="42"/>
                      <a:pt x="52" y="47"/>
                    </a:cubicBezTo>
                    <a:cubicBezTo>
                      <a:pt x="56" y="56"/>
                      <a:pt x="60" y="66"/>
                      <a:pt x="63" y="75"/>
                    </a:cubicBezTo>
                    <a:cubicBezTo>
                      <a:pt x="71" y="97"/>
                      <a:pt x="78" y="119"/>
                      <a:pt x="84" y="142"/>
                    </a:cubicBezTo>
                    <a:cubicBezTo>
                      <a:pt x="88" y="161"/>
                      <a:pt x="90" y="181"/>
                      <a:pt x="90" y="201"/>
                    </a:cubicBezTo>
                    <a:cubicBezTo>
                      <a:pt x="90" y="211"/>
                      <a:pt x="89" y="221"/>
                      <a:pt x="88" y="230"/>
                    </a:cubicBezTo>
                    <a:cubicBezTo>
                      <a:pt x="87" y="240"/>
                      <a:pt x="83" y="249"/>
                      <a:pt x="80" y="259"/>
                    </a:cubicBezTo>
                    <a:cubicBezTo>
                      <a:pt x="71" y="277"/>
                      <a:pt x="60" y="293"/>
                      <a:pt x="46" y="308"/>
                    </a:cubicBezTo>
                    <a:cubicBezTo>
                      <a:pt x="41" y="314"/>
                      <a:pt x="35" y="320"/>
                      <a:pt x="29" y="326"/>
                    </a:cubicBezTo>
                    <a:cubicBezTo>
                      <a:pt x="24" y="328"/>
                      <a:pt x="20" y="331"/>
                      <a:pt x="16" y="335"/>
                    </a:cubicBezTo>
                    <a:cubicBezTo>
                      <a:pt x="14" y="336"/>
                      <a:pt x="13" y="337"/>
                      <a:pt x="10" y="337"/>
                    </a:cubicBezTo>
                    <a:cubicBezTo>
                      <a:pt x="8" y="337"/>
                      <a:pt x="5" y="335"/>
                      <a:pt x="3" y="3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1" name="Google Shape;4351;p50">
                <a:extLst>
                  <a:ext uri="{FF2B5EF4-FFF2-40B4-BE49-F238E27FC236}">
                    <a16:creationId xmlns:a16="http://schemas.microsoft.com/office/drawing/2014/main" id="{03D8CCD8-BF9A-1F2F-7BA8-C9B4DA9B17F7}"/>
                  </a:ext>
                </a:extLst>
              </p:cNvPr>
              <p:cNvSpPr/>
              <p:nvPr/>
            </p:nvSpPr>
            <p:spPr>
              <a:xfrm>
                <a:off x="-217100" y="3996718"/>
                <a:ext cx="6768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188" h="120" extrusionOk="0">
                    <a:moveTo>
                      <a:pt x="27" y="100"/>
                    </a:moveTo>
                    <a:cubicBezTo>
                      <a:pt x="27" y="100"/>
                      <a:pt x="28" y="100"/>
                      <a:pt x="28" y="99"/>
                    </a:cubicBezTo>
                    <a:cubicBezTo>
                      <a:pt x="29" y="99"/>
                      <a:pt x="29" y="99"/>
                      <a:pt x="29" y="99"/>
                    </a:cubicBezTo>
                    <a:cubicBezTo>
                      <a:pt x="30" y="99"/>
                      <a:pt x="31" y="99"/>
                      <a:pt x="32" y="98"/>
                    </a:cubicBezTo>
                    <a:lnTo>
                      <a:pt x="34" y="97"/>
                    </a:lnTo>
                    <a:cubicBezTo>
                      <a:pt x="35" y="96"/>
                      <a:pt x="36" y="95"/>
                      <a:pt x="38" y="94"/>
                    </a:cubicBezTo>
                    <a:cubicBezTo>
                      <a:pt x="40" y="92"/>
                      <a:pt x="42" y="90"/>
                      <a:pt x="44" y="88"/>
                    </a:cubicBezTo>
                    <a:cubicBezTo>
                      <a:pt x="47" y="85"/>
                      <a:pt x="49" y="81"/>
                      <a:pt x="52" y="77"/>
                    </a:cubicBezTo>
                    <a:cubicBezTo>
                      <a:pt x="56" y="71"/>
                      <a:pt x="60" y="64"/>
                      <a:pt x="64" y="57"/>
                    </a:cubicBezTo>
                    <a:cubicBezTo>
                      <a:pt x="65" y="54"/>
                      <a:pt x="67" y="50"/>
                      <a:pt x="68" y="47"/>
                    </a:cubicBezTo>
                    <a:cubicBezTo>
                      <a:pt x="67" y="46"/>
                      <a:pt x="66" y="45"/>
                      <a:pt x="64" y="43"/>
                    </a:cubicBezTo>
                    <a:cubicBezTo>
                      <a:pt x="64" y="41"/>
                      <a:pt x="64" y="39"/>
                      <a:pt x="64" y="37"/>
                    </a:cubicBezTo>
                    <a:cubicBezTo>
                      <a:pt x="63" y="35"/>
                      <a:pt x="63" y="33"/>
                      <a:pt x="63" y="31"/>
                    </a:cubicBezTo>
                    <a:cubicBezTo>
                      <a:pt x="63" y="30"/>
                      <a:pt x="62" y="29"/>
                      <a:pt x="62" y="27"/>
                    </a:cubicBezTo>
                    <a:cubicBezTo>
                      <a:pt x="61" y="27"/>
                      <a:pt x="61" y="27"/>
                      <a:pt x="61" y="27"/>
                    </a:cubicBezTo>
                    <a:lnTo>
                      <a:pt x="62" y="27"/>
                    </a:lnTo>
                    <a:cubicBezTo>
                      <a:pt x="61" y="26"/>
                      <a:pt x="61" y="26"/>
                      <a:pt x="61" y="25"/>
                    </a:cubicBezTo>
                    <a:cubicBezTo>
                      <a:pt x="60" y="25"/>
                      <a:pt x="60" y="24"/>
                      <a:pt x="59" y="23"/>
                    </a:cubicBezTo>
                    <a:lnTo>
                      <a:pt x="60" y="24"/>
                    </a:lnTo>
                    <a:cubicBezTo>
                      <a:pt x="59" y="23"/>
                      <a:pt x="59" y="23"/>
                      <a:pt x="59" y="23"/>
                    </a:cubicBezTo>
                    <a:cubicBezTo>
                      <a:pt x="58" y="22"/>
                      <a:pt x="58" y="22"/>
                      <a:pt x="57" y="22"/>
                    </a:cubicBezTo>
                    <a:lnTo>
                      <a:pt x="56" y="21"/>
                    </a:lnTo>
                    <a:cubicBezTo>
                      <a:pt x="56" y="21"/>
                      <a:pt x="55" y="21"/>
                      <a:pt x="54" y="20"/>
                    </a:cubicBezTo>
                    <a:cubicBezTo>
                      <a:pt x="55" y="20"/>
                      <a:pt x="55" y="20"/>
                      <a:pt x="55" y="20"/>
                    </a:cubicBezTo>
                    <a:lnTo>
                      <a:pt x="54" y="20"/>
                    </a:lnTo>
                    <a:lnTo>
                      <a:pt x="53" y="20"/>
                    </a:lnTo>
                    <a:lnTo>
                      <a:pt x="52" y="20"/>
                    </a:lnTo>
                    <a:cubicBezTo>
                      <a:pt x="52" y="20"/>
                      <a:pt x="51" y="20"/>
                      <a:pt x="50" y="20"/>
                    </a:cubicBezTo>
                    <a:lnTo>
                      <a:pt x="49" y="21"/>
                    </a:lnTo>
                    <a:cubicBezTo>
                      <a:pt x="48" y="21"/>
                      <a:pt x="48" y="22"/>
                      <a:pt x="47" y="22"/>
                    </a:cubicBezTo>
                    <a:cubicBezTo>
                      <a:pt x="46" y="22"/>
                      <a:pt x="46" y="22"/>
                      <a:pt x="45" y="23"/>
                    </a:cubicBezTo>
                    <a:cubicBezTo>
                      <a:pt x="44" y="24"/>
                      <a:pt x="42" y="25"/>
                      <a:pt x="41" y="26"/>
                    </a:cubicBezTo>
                    <a:cubicBezTo>
                      <a:pt x="40" y="27"/>
                      <a:pt x="39" y="28"/>
                      <a:pt x="38" y="29"/>
                    </a:cubicBezTo>
                    <a:cubicBezTo>
                      <a:pt x="36" y="31"/>
                      <a:pt x="35" y="33"/>
                      <a:pt x="33" y="36"/>
                    </a:cubicBezTo>
                    <a:cubicBezTo>
                      <a:pt x="32" y="38"/>
                      <a:pt x="30" y="40"/>
                      <a:pt x="29" y="43"/>
                    </a:cubicBezTo>
                    <a:cubicBezTo>
                      <a:pt x="27" y="46"/>
                      <a:pt x="26" y="50"/>
                      <a:pt x="25" y="52"/>
                    </a:cubicBezTo>
                    <a:cubicBezTo>
                      <a:pt x="23" y="57"/>
                      <a:pt x="22" y="62"/>
                      <a:pt x="21" y="66"/>
                    </a:cubicBezTo>
                    <a:lnTo>
                      <a:pt x="21" y="65"/>
                    </a:lnTo>
                    <a:cubicBezTo>
                      <a:pt x="20" y="71"/>
                      <a:pt x="20" y="76"/>
                      <a:pt x="19" y="82"/>
                    </a:cubicBezTo>
                    <a:cubicBezTo>
                      <a:pt x="19" y="84"/>
                      <a:pt x="19" y="86"/>
                      <a:pt x="19" y="89"/>
                    </a:cubicBezTo>
                    <a:cubicBezTo>
                      <a:pt x="20" y="90"/>
                      <a:pt x="20" y="92"/>
                      <a:pt x="20" y="93"/>
                    </a:cubicBezTo>
                    <a:lnTo>
                      <a:pt x="20" y="94"/>
                    </a:lnTo>
                    <a:cubicBezTo>
                      <a:pt x="20" y="95"/>
                      <a:pt x="21" y="96"/>
                      <a:pt x="21" y="96"/>
                    </a:cubicBezTo>
                    <a:lnTo>
                      <a:pt x="21" y="97"/>
                    </a:lnTo>
                    <a:cubicBezTo>
                      <a:pt x="21" y="97"/>
                      <a:pt x="22" y="97"/>
                      <a:pt x="22" y="98"/>
                    </a:cubicBezTo>
                    <a:cubicBezTo>
                      <a:pt x="22" y="99"/>
                      <a:pt x="23" y="99"/>
                      <a:pt x="23" y="99"/>
                    </a:cubicBezTo>
                    <a:lnTo>
                      <a:pt x="24" y="99"/>
                    </a:lnTo>
                    <a:cubicBezTo>
                      <a:pt x="25" y="99"/>
                      <a:pt x="25" y="99"/>
                      <a:pt x="25" y="100"/>
                    </a:cubicBezTo>
                    <a:lnTo>
                      <a:pt x="26" y="100"/>
                    </a:lnTo>
                    <a:cubicBezTo>
                      <a:pt x="27" y="100"/>
                      <a:pt x="27" y="100"/>
                      <a:pt x="27" y="100"/>
                    </a:cubicBezTo>
                    <a:cubicBezTo>
                      <a:pt x="26" y="100"/>
                      <a:pt x="26" y="100"/>
                      <a:pt x="26" y="100"/>
                    </a:cubicBezTo>
                    <a:lnTo>
                      <a:pt x="27" y="100"/>
                    </a:lnTo>
                    <a:cubicBezTo>
                      <a:pt x="26" y="100"/>
                      <a:pt x="26" y="100"/>
                      <a:pt x="26" y="100"/>
                    </a:cubicBezTo>
                    <a:lnTo>
                      <a:pt x="27" y="100"/>
                    </a:lnTo>
                    <a:moveTo>
                      <a:pt x="4" y="105"/>
                    </a:moveTo>
                    <a:cubicBezTo>
                      <a:pt x="1" y="100"/>
                      <a:pt x="0" y="94"/>
                      <a:pt x="0" y="88"/>
                    </a:cubicBezTo>
                    <a:cubicBezTo>
                      <a:pt x="0" y="80"/>
                      <a:pt x="1" y="72"/>
                      <a:pt x="2" y="64"/>
                    </a:cubicBezTo>
                    <a:cubicBezTo>
                      <a:pt x="5" y="51"/>
                      <a:pt x="10" y="37"/>
                      <a:pt x="17" y="25"/>
                    </a:cubicBezTo>
                    <a:cubicBezTo>
                      <a:pt x="24" y="15"/>
                      <a:pt x="33" y="5"/>
                      <a:pt x="45" y="2"/>
                    </a:cubicBezTo>
                    <a:cubicBezTo>
                      <a:pt x="53" y="0"/>
                      <a:pt x="60" y="1"/>
                      <a:pt x="67" y="5"/>
                    </a:cubicBezTo>
                    <a:cubicBezTo>
                      <a:pt x="69" y="2"/>
                      <a:pt x="72" y="0"/>
                      <a:pt x="76" y="0"/>
                    </a:cubicBezTo>
                    <a:cubicBezTo>
                      <a:pt x="81" y="0"/>
                      <a:pt x="86" y="4"/>
                      <a:pt x="86" y="9"/>
                    </a:cubicBezTo>
                    <a:cubicBezTo>
                      <a:pt x="86" y="11"/>
                      <a:pt x="86" y="13"/>
                      <a:pt x="86" y="15"/>
                    </a:cubicBezTo>
                    <a:cubicBezTo>
                      <a:pt x="85" y="20"/>
                      <a:pt x="85" y="25"/>
                      <a:pt x="84" y="30"/>
                    </a:cubicBezTo>
                    <a:cubicBezTo>
                      <a:pt x="88" y="32"/>
                      <a:pt x="91" y="36"/>
                      <a:pt x="91" y="40"/>
                    </a:cubicBezTo>
                    <a:cubicBezTo>
                      <a:pt x="92" y="46"/>
                      <a:pt x="91" y="52"/>
                      <a:pt x="92" y="58"/>
                    </a:cubicBezTo>
                    <a:cubicBezTo>
                      <a:pt x="92" y="60"/>
                      <a:pt x="92" y="62"/>
                      <a:pt x="92" y="64"/>
                    </a:cubicBezTo>
                    <a:lnTo>
                      <a:pt x="92" y="63"/>
                    </a:lnTo>
                    <a:cubicBezTo>
                      <a:pt x="92" y="64"/>
                      <a:pt x="92" y="65"/>
                      <a:pt x="93" y="66"/>
                    </a:cubicBezTo>
                    <a:cubicBezTo>
                      <a:pt x="93" y="67"/>
                      <a:pt x="94" y="68"/>
                      <a:pt x="94" y="69"/>
                    </a:cubicBezTo>
                    <a:cubicBezTo>
                      <a:pt x="95" y="70"/>
                      <a:pt x="95" y="71"/>
                      <a:pt x="96" y="72"/>
                    </a:cubicBezTo>
                    <a:cubicBezTo>
                      <a:pt x="96" y="72"/>
                      <a:pt x="96" y="73"/>
                      <a:pt x="97" y="73"/>
                    </a:cubicBezTo>
                    <a:lnTo>
                      <a:pt x="98" y="74"/>
                    </a:lnTo>
                    <a:cubicBezTo>
                      <a:pt x="98" y="74"/>
                      <a:pt x="97" y="74"/>
                      <a:pt x="97" y="73"/>
                    </a:cubicBezTo>
                    <a:cubicBezTo>
                      <a:pt x="98" y="74"/>
                      <a:pt x="98" y="75"/>
                      <a:pt x="99" y="75"/>
                    </a:cubicBezTo>
                    <a:cubicBezTo>
                      <a:pt x="99" y="76"/>
                      <a:pt x="100" y="76"/>
                      <a:pt x="101" y="77"/>
                    </a:cubicBezTo>
                    <a:cubicBezTo>
                      <a:pt x="102" y="78"/>
                      <a:pt x="103" y="78"/>
                      <a:pt x="103" y="79"/>
                    </a:cubicBezTo>
                    <a:cubicBezTo>
                      <a:pt x="105" y="79"/>
                      <a:pt x="106" y="80"/>
                      <a:pt x="108" y="80"/>
                    </a:cubicBezTo>
                    <a:cubicBezTo>
                      <a:pt x="110" y="81"/>
                      <a:pt x="112" y="82"/>
                      <a:pt x="114" y="82"/>
                    </a:cubicBezTo>
                    <a:cubicBezTo>
                      <a:pt x="116" y="82"/>
                      <a:pt x="117" y="82"/>
                      <a:pt x="119" y="83"/>
                    </a:cubicBezTo>
                    <a:cubicBezTo>
                      <a:pt x="120" y="83"/>
                      <a:pt x="122" y="83"/>
                      <a:pt x="124" y="83"/>
                    </a:cubicBezTo>
                    <a:cubicBezTo>
                      <a:pt x="126" y="82"/>
                      <a:pt x="128" y="82"/>
                      <a:pt x="130" y="82"/>
                    </a:cubicBezTo>
                    <a:cubicBezTo>
                      <a:pt x="133" y="81"/>
                      <a:pt x="135" y="80"/>
                      <a:pt x="137" y="80"/>
                    </a:cubicBezTo>
                    <a:cubicBezTo>
                      <a:pt x="140" y="79"/>
                      <a:pt x="144" y="77"/>
                      <a:pt x="147" y="76"/>
                    </a:cubicBezTo>
                    <a:cubicBezTo>
                      <a:pt x="152" y="73"/>
                      <a:pt x="157" y="70"/>
                      <a:pt x="162" y="67"/>
                    </a:cubicBezTo>
                    <a:cubicBezTo>
                      <a:pt x="165" y="65"/>
                      <a:pt x="168" y="62"/>
                      <a:pt x="171" y="60"/>
                    </a:cubicBezTo>
                    <a:cubicBezTo>
                      <a:pt x="175" y="57"/>
                      <a:pt x="181" y="58"/>
                      <a:pt x="184" y="62"/>
                    </a:cubicBezTo>
                    <a:cubicBezTo>
                      <a:pt x="187" y="66"/>
                      <a:pt x="187" y="72"/>
                      <a:pt x="183" y="75"/>
                    </a:cubicBezTo>
                    <a:cubicBezTo>
                      <a:pt x="162" y="92"/>
                      <a:pt x="137" y="106"/>
                      <a:pt x="109" y="101"/>
                    </a:cubicBezTo>
                    <a:cubicBezTo>
                      <a:pt x="102" y="99"/>
                      <a:pt x="95" y="97"/>
                      <a:pt x="89" y="93"/>
                    </a:cubicBezTo>
                    <a:cubicBezTo>
                      <a:pt x="83" y="88"/>
                      <a:pt x="78" y="82"/>
                      <a:pt x="75" y="75"/>
                    </a:cubicBezTo>
                    <a:cubicBezTo>
                      <a:pt x="74" y="77"/>
                      <a:pt x="73" y="79"/>
                      <a:pt x="72" y="81"/>
                    </a:cubicBezTo>
                    <a:cubicBezTo>
                      <a:pt x="69" y="86"/>
                      <a:pt x="66" y="91"/>
                      <a:pt x="63" y="95"/>
                    </a:cubicBezTo>
                    <a:cubicBezTo>
                      <a:pt x="55" y="106"/>
                      <a:pt x="45" y="115"/>
                      <a:pt x="33" y="118"/>
                    </a:cubicBezTo>
                    <a:cubicBezTo>
                      <a:pt x="31" y="119"/>
                      <a:pt x="29" y="119"/>
                      <a:pt x="27" y="119"/>
                    </a:cubicBezTo>
                    <a:cubicBezTo>
                      <a:pt x="17" y="119"/>
                      <a:pt x="8" y="114"/>
                      <a:pt x="4" y="1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2" name="Google Shape;4352;p50">
                <a:extLst>
                  <a:ext uri="{FF2B5EF4-FFF2-40B4-BE49-F238E27FC236}">
                    <a16:creationId xmlns:a16="http://schemas.microsoft.com/office/drawing/2014/main" id="{00F77712-5642-508A-8CF2-11AB862114B7}"/>
                  </a:ext>
                </a:extLst>
              </p:cNvPr>
              <p:cNvSpPr/>
              <p:nvPr/>
            </p:nvSpPr>
            <p:spPr>
              <a:xfrm>
                <a:off x="-612380" y="3865318"/>
                <a:ext cx="59400" cy="76680"/>
              </a:xfrm>
              <a:custGeom>
                <a:avLst/>
                <a:gdLst/>
                <a:ahLst/>
                <a:cxnLst/>
                <a:rect l="l" t="t" r="r" b="b"/>
                <a:pathLst>
                  <a:path w="165" h="213" extrusionOk="0">
                    <a:moveTo>
                      <a:pt x="51" y="193"/>
                    </a:moveTo>
                    <a:cubicBezTo>
                      <a:pt x="52" y="193"/>
                      <a:pt x="53" y="193"/>
                      <a:pt x="55" y="193"/>
                    </a:cubicBezTo>
                    <a:cubicBezTo>
                      <a:pt x="57" y="192"/>
                      <a:pt x="58" y="191"/>
                      <a:pt x="60" y="191"/>
                    </a:cubicBezTo>
                    <a:cubicBezTo>
                      <a:pt x="63" y="190"/>
                      <a:pt x="65" y="189"/>
                      <a:pt x="68" y="188"/>
                    </a:cubicBezTo>
                    <a:cubicBezTo>
                      <a:pt x="70" y="187"/>
                      <a:pt x="73" y="185"/>
                      <a:pt x="75" y="183"/>
                    </a:cubicBezTo>
                    <a:cubicBezTo>
                      <a:pt x="80" y="180"/>
                      <a:pt x="85" y="176"/>
                      <a:pt x="89" y="173"/>
                    </a:cubicBezTo>
                    <a:cubicBezTo>
                      <a:pt x="95" y="168"/>
                      <a:pt x="100" y="162"/>
                      <a:pt x="105" y="157"/>
                    </a:cubicBezTo>
                    <a:cubicBezTo>
                      <a:pt x="111" y="150"/>
                      <a:pt x="116" y="144"/>
                      <a:pt x="120" y="137"/>
                    </a:cubicBezTo>
                    <a:cubicBezTo>
                      <a:pt x="120" y="137"/>
                      <a:pt x="121" y="137"/>
                      <a:pt x="121" y="136"/>
                    </a:cubicBezTo>
                    <a:cubicBezTo>
                      <a:pt x="121" y="137"/>
                      <a:pt x="121" y="137"/>
                      <a:pt x="120" y="137"/>
                    </a:cubicBezTo>
                    <a:cubicBezTo>
                      <a:pt x="125" y="130"/>
                      <a:pt x="129" y="123"/>
                      <a:pt x="132" y="116"/>
                    </a:cubicBezTo>
                    <a:cubicBezTo>
                      <a:pt x="135" y="111"/>
                      <a:pt x="138" y="105"/>
                      <a:pt x="139" y="100"/>
                    </a:cubicBezTo>
                    <a:lnTo>
                      <a:pt x="139" y="99"/>
                    </a:lnTo>
                    <a:lnTo>
                      <a:pt x="140" y="99"/>
                    </a:lnTo>
                    <a:cubicBezTo>
                      <a:pt x="139" y="99"/>
                      <a:pt x="139" y="99"/>
                      <a:pt x="139" y="99"/>
                    </a:cubicBezTo>
                    <a:cubicBezTo>
                      <a:pt x="141" y="94"/>
                      <a:pt x="143" y="89"/>
                      <a:pt x="144" y="83"/>
                    </a:cubicBezTo>
                    <a:cubicBezTo>
                      <a:pt x="144" y="84"/>
                      <a:pt x="144" y="84"/>
                      <a:pt x="144" y="84"/>
                    </a:cubicBezTo>
                    <a:cubicBezTo>
                      <a:pt x="145" y="80"/>
                      <a:pt x="145" y="76"/>
                      <a:pt x="145" y="71"/>
                    </a:cubicBezTo>
                    <a:cubicBezTo>
                      <a:pt x="146" y="67"/>
                      <a:pt x="146" y="63"/>
                      <a:pt x="145" y="59"/>
                    </a:cubicBezTo>
                    <a:cubicBezTo>
                      <a:pt x="145" y="55"/>
                      <a:pt x="145" y="52"/>
                      <a:pt x="144" y="49"/>
                    </a:cubicBezTo>
                    <a:cubicBezTo>
                      <a:pt x="144" y="45"/>
                      <a:pt x="143" y="42"/>
                      <a:pt x="142" y="39"/>
                    </a:cubicBezTo>
                    <a:cubicBezTo>
                      <a:pt x="141" y="38"/>
                      <a:pt x="141" y="38"/>
                      <a:pt x="141" y="37"/>
                    </a:cubicBezTo>
                    <a:cubicBezTo>
                      <a:pt x="140" y="36"/>
                      <a:pt x="139" y="34"/>
                      <a:pt x="138" y="33"/>
                    </a:cubicBezTo>
                    <a:cubicBezTo>
                      <a:pt x="137" y="32"/>
                      <a:pt x="137" y="31"/>
                      <a:pt x="135" y="29"/>
                    </a:cubicBezTo>
                    <a:cubicBezTo>
                      <a:pt x="134" y="28"/>
                      <a:pt x="132" y="27"/>
                      <a:pt x="131" y="25"/>
                    </a:cubicBezTo>
                    <a:cubicBezTo>
                      <a:pt x="130" y="24"/>
                      <a:pt x="128" y="22"/>
                      <a:pt x="126" y="21"/>
                    </a:cubicBezTo>
                    <a:cubicBezTo>
                      <a:pt x="127" y="21"/>
                      <a:pt x="127" y="21"/>
                      <a:pt x="127" y="22"/>
                    </a:cubicBezTo>
                    <a:cubicBezTo>
                      <a:pt x="127" y="21"/>
                      <a:pt x="126" y="21"/>
                      <a:pt x="125" y="20"/>
                    </a:cubicBezTo>
                    <a:cubicBezTo>
                      <a:pt x="124" y="20"/>
                      <a:pt x="123" y="20"/>
                      <a:pt x="123" y="20"/>
                    </a:cubicBezTo>
                    <a:cubicBezTo>
                      <a:pt x="122" y="19"/>
                      <a:pt x="121" y="19"/>
                      <a:pt x="120" y="18"/>
                    </a:cubicBezTo>
                    <a:cubicBezTo>
                      <a:pt x="119" y="18"/>
                      <a:pt x="118" y="18"/>
                      <a:pt x="117" y="18"/>
                    </a:cubicBezTo>
                    <a:cubicBezTo>
                      <a:pt x="116" y="18"/>
                      <a:pt x="115" y="18"/>
                      <a:pt x="114" y="18"/>
                    </a:cubicBezTo>
                    <a:cubicBezTo>
                      <a:pt x="113" y="18"/>
                      <a:pt x="111" y="18"/>
                      <a:pt x="110" y="19"/>
                    </a:cubicBezTo>
                    <a:cubicBezTo>
                      <a:pt x="108" y="20"/>
                      <a:pt x="106" y="20"/>
                      <a:pt x="104" y="21"/>
                    </a:cubicBezTo>
                    <a:cubicBezTo>
                      <a:pt x="102" y="21"/>
                      <a:pt x="101" y="22"/>
                      <a:pt x="99" y="22"/>
                    </a:cubicBezTo>
                    <a:cubicBezTo>
                      <a:pt x="97" y="24"/>
                      <a:pt x="95" y="25"/>
                      <a:pt x="92" y="27"/>
                    </a:cubicBezTo>
                    <a:cubicBezTo>
                      <a:pt x="89" y="29"/>
                      <a:pt x="85" y="32"/>
                      <a:pt x="81" y="35"/>
                    </a:cubicBezTo>
                    <a:lnTo>
                      <a:pt x="82" y="35"/>
                    </a:lnTo>
                    <a:cubicBezTo>
                      <a:pt x="79" y="38"/>
                      <a:pt x="76" y="41"/>
                      <a:pt x="73" y="44"/>
                    </a:cubicBezTo>
                    <a:cubicBezTo>
                      <a:pt x="73" y="45"/>
                      <a:pt x="73" y="45"/>
                      <a:pt x="73" y="46"/>
                    </a:cubicBezTo>
                    <a:cubicBezTo>
                      <a:pt x="73" y="52"/>
                      <a:pt x="68" y="56"/>
                      <a:pt x="63" y="56"/>
                    </a:cubicBezTo>
                    <a:lnTo>
                      <a:pt x="62" y="56"/>
                    </a:lnTo>
                    <a:cubicBezTo>
                      <a:pt x="58" y="61"/>
                      <a:pt x="54" y="66"/>
                      <a:pt x="51" y="71"/>
                    </a:cubicBezTo>
                    <a:cubicBezTo>
                      <a:pt x="44" y="80"/>
                      <a:pt x="39" y="90"/>
                      <a:pt x="33" y="100"/>
                    </a:cubicBezTo>
                    <a:cubicBezTo>
                      <a:pt x="31" y="103"/>
                      <a:pt x="29" y="106"/>
                      <a:pt x="27" y="110"/>
                    </a:cubicBezTo>
                    <a:cubicBezTo>
                      <a:pt x="26" y="113"/>
                      <a:pt x="26" y="116"/>
                      <a:pt x="25" y="119"/>
                    </a:cubicBezTo>
                    <a:cubicBezTo>
                      <a:pt x="25" y="118"/>
                      <a:pt x="25" y="117"/>
                      <a:pt x="25" y="117"/>
                    </a:cubicBezTo>
                    <a:cubicBezTo>
                      <a:pt x="24" y="122"/>
                      <a:pt x="23" y="127"/>
                      <a:pt x="23" y="131"/>
                    </a:cubicBezTo>
                    <a:cubicBezTo>
                      <a:pt x="22" y="137"/>
                      <a:pt x="22" y="143"/>
                      <a:pt x="21" y="148"/>
                    </a:cubicBezTo>
                    <a:cubicBezTo>
                      <a:pt x="21" y="152"/>
                      <a:pt x="21" y="157"/>
                      <a:pt x="21" y="162"/>
                    </a:cubicBezTo>
                    <a:cubicBezTo>
                      <a:pt x="21" y="164"/>
                      <a:pt x="22" y="167"/>
                      <a:pt x="22" y="169"/>
                    </a:cubicBezTo>
                    <a:cubicBezTo>
                      <a:pt x="22" y="171"/>
                      <a:pt x="23" y="173"/>
                      <a:pt x="23" y="175"/>
                    </a:cubicBezTo>
                    <a:cubicBezTo>
                      <a:pt x="24" y="176"/>
                      <a:pt x="25" y="178"/>
                      <a:pt x="25" y="179"/>
                    </a:cubicBezTo>
                    <a:cubicBezTo>
                      <a:pt x="26" y="180"/>
                      <a:pt x="26" y="182"/>
                      <a:pt x="28" y="183"/>
                    </a:cubicBezTo>
                    <a:lnTo>
                      <a:pt x="29" y="184"/>
                    </a:lnTo>
                    <a:cubicBezTo>
                      <a:pt x="29" y="185"/>
                      <a:pt x="30" y="186"/>
                      <a:pt x="31" y="187"/>
                    </a:cubicBezTo>
                    <a:cubicBezTo>
                      <a:pt x="32" y="187"/>
                      <a:pt x="33" y="188"/>
                      <a:pt x="34" y="189"/>
                    </a:cubicBezTo>
                    <a:cubicBezTo>
                      <a:pt x="35" y="189"/>
                      <a:pt x="36" y="190"/>
                      <a:pt x="37" y="191"/>
                    </a:cubicBezTo>
                    <a:cubicBezTo>
                      <a:pt x="38" y="191"/>
                      <a:pt x="39" y="191"/>
                      <a:pt x="39" y="191"/>
                    </a:cubicBezTo>
                    <a:cubicBezTo>
                      <a:pt x="40" y="192"/>
                      <a:pt x="42" y="192"/>
                      <a:pt x="43" y="193"/>
                    </a:cubicBezTo>
                    <a:cubicBezTo>
                      <a:pt x="44" y="193"/>
                      <a:pt x="46" y="193"/>
                      <a:pt x="47" y="193"/>
                    </a:cubicBezTo>
                    <a:cubicBezTo>
                      <a:pt x="48" y="193"/>
                      <a:pt x="49" y="193"/>
                      <a:pt x="51" y="193"/>
                    </a:cubicBezTo>
                    <a:moveTo>
                      <a:pt x="37" y="211"/>
                    </a:moveTo>
                    <a:cubicBezTo>
                      <a:pt x="31" y="209"/>
                      <a:pt x="25" y="206"/>
                      <a:pt x="21" y="202"/>
                    </a:cubicBezTo>
                    <a:cubicBezTo>
                      <a:pt x="15" y="198"/>
                      <a:pt x="11" y="193"/>
                      <a:pt x="9" y="187"/>
                    </a:cubicBezTo>
                    <a:cubicBezTo>
                      <a:pt x="0" y="168"/>
                      <a:pt x="3" y="145"/>
                      <a:pt x="5" y="125"/>
                    </a:cubicBezTo>
                    <a:cubicBezTo>
                      <a:pt x="5" y="124"/>
                      <a:pt x="5" y="124"/>
                      <a:pt x="5" y="124"/>
                    </a:cubicBezTo>
                    <a:cubicBezTo>
                      <a:pt x="3" y="121"/>
                      <a:pt x="3" y="117"/>
                      <a:pt x="4" y="114"/>
                    </a:cubicBezTo>
                    <a:cubicBezTo>
                      <a:pt x="6" y="111"/>
                      <a:pt x="7" y="109"/>
                      <a:pt x="8" y="106"/>
                    </a:cubicBezTo>
                    <a:cubicBezTo>
                      <a:pt x="10" y="102"/>
                      <a:pt x="11" y="98"/>
                      <a:pt x="12" y="94"/>
                    </a:cubicBezTo>
                    <a:cubicBezTo>
                      <a:pt x="16" y="80"/>
                      <a:pt x="21" y="67"/>
                      <a:pt x="28" y="55"/>
                    </a:cubicBezTo>
                    <a:cubicBezTo>
                      <a:pt x="30" y="49"/>
                      <a:pt x="34" y="44"/>
                      <a:pt x="38" y="39"/>
                    </a:cubicBezTo>
                    <a:cubicBezTo>
                      <a:pt x="42" y="35"/>
                      <a:pt x="47" y="31"/>
                      <a:pt x="53" y="29"/>
                    </a:cubicBezTo>
                    <a:cubicBezTo>
                      <a:pt x="55" y="28"/>
                      <a:pt x="58" y="28"/>
                      <a:pt x="60" y="29"/>
                    </a:cubicBezTo>
                    <a:cubicBezTo>
                      <a:pt x="61" y="29"/>
                      <a:pt x="61" y="29"/>
                      <a:pt x="61" y="29"/>
                    </a:cubicBezTo>
                    <a:cubicBezTo>
                      <a:pt x="63" y="28"/>
                      <a:pt x="63" y="27"/>
                      <a:pt x="64" y="26"/>
                    </a:cubicBezTo>
                    <a:cubicBezTo>
                      <a:pt x="69" y="21"/>
                      <a:pt x="74" y="17"/>
                      <a:pt x="79" y="13"/>
                    </a:cubicBezTo>
                    <a:cubicBezTo>
                      <a:pt x="85" y="9"/>
                      <a:pt x="90" y="6"/>
                      <a:pt x="97" y="3"/>
                    </a:cubicBezTo>
                    <a:cubicBezTo>
                      <a:pt x="103" y="2"/>
                      <a:pt x="109" y="0"/>
                      <a:pt x="115" y="0"/>
                    </a:cubicBezTo>
                    <a:cubicBezTo>
                      <a:pt x="121" y="0"/>
                      <a:pt x="127" y="1"/>
                      <a:pt x="133" y="4"/>
                    </a:cubicBezTo>
                    <a:cubicBezTo>
                      <a:pt x="138" y="6"/>
                      <a:pt x="142" y="10"/>
                      <a:pt x="146" y="14"/>
                    </a:cubicBezTo>
                    <a:cubicBezTo>
                      <a:pt x="151" y="18"/>
                      <a:pt x="155" y="24"/>
                      <a:pt x="158" y="30"/>
                    </a:cubicBezTo>
                    <a:cubicBezTo>
                      <a:pt x="160" y="35"/>
                      <a:pt x="162" y="42"/>
                      <a:pt x="162" y="48"/>
                    </a:cubicBezTo>
                    <a:cubicBezTo>
                      <a:pt x="164" y="55"/>
                      <a:pt x="164" y="63"/>
                      <a:pt x="164" y="70"/>
                    </a:cubicBezTo>
                    <a:cubicBezTo>
                      <a:pt x="162" y="98"/>
                      <a:pt x="151" y="125"/>
                      <a:pt x="135" y="148"/>
                    </a:cubicBezTo>
                    <a:cubicBezTo>
                      <a:pt x="127" y="159"/>
                      <a:pt x="118" y="170"/>
                      <a:pt x="108" y="180"/>
                    </a:cubicBezTo>
                    <a:cubicBezTo>
                      <a:pt x="99" y="190"/>
                      <a:pt x="88" y="198"/>
                      <a:pt x="76" y="205"/>
                    </a:cubicBezTo>
                    <a:cubicBezTo>
                      <a:pt x="70" y="208"/>
                      <a:pt x="64" y="210"/>
                      <a:pt x="57" y="211"/>
                    </a:cubicBezTo>
                    <a:cubicBezTo>
                      <a:pt x="55" y="212"/>
                      <a:pt x="52" y="212"/>
                      <a:pt x="49" y="212"/>
                    </a:cubicBezTo>
                    <a:cubicBezTo>
                      <a:pt x="45" y="212"/>
                      <a:pt x="41" y="211"/>
                      <a:pt x="37" y="2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3" name="Google Shape;4353;p50">
                <a:extLst>
                  <a:ext uri="{FF2B5EF4-FFF2-40B4-BE49-F238E27FC236}">
                    <a16:creationId xmlns:a16="http://schemas.microsoft.com/office/drawing/2014/main" id="{B1AE7AA5-4B31-DA96-9023-262CEE19A4F8}"/>
                  </a:ext>
                </a:extLst>
              </p:cNvPr>
              <p:cNvSpPr/>
              <p:nvPr/>
            </p:nvSpPr>
            <p:spPr>
              <a:xfrm>
                <a:off x="-749900" y="3653278"/>
                <a:ext cx="69480" cy="129960"/>
              </a:xfrm>
              <a:custGeom>
                <a:avLst/>
                <a:gdLst/>
                <a:ahLst/>
                <a:cxnLst/>
                <a:rect l="l" t="t" r="r" b="b"/>
                <a:pathLst>
                  <a:path w="193" h="361" extrusionOk="0">
                    <a:moveTo>
                      <a:pt x="9" y="344"/>
                    </a:moveTo>
                    <a:cubicBezTo>
                      <a:pt x="7" y="342"/>
                      <a:pt x="6" y="339"/>
                      <a:pt x="5" y="336"/>
                    </a:cubicBezTo>
                    <a:cubicBezTo>
                      <a:pt x="4" y="332"/>
                      <a:pt x="3" y="329"/>
                      <a:pt x="2" y="326"/>
                    </a:cubicBezTo>
                    <a:cubicBezTo>
                      <a:pt x="1" y="319"/>
                      <a:pt x="0" y="312"/>
                      <a:pt x="0" y="305"/>
                    </a:cubicBezTo>
                    <a:cubicBezTo>
                      <a:pt x="0" y="295"/>
                      <a:pt x="3" y="284"/>
                      <a:pt x="6" y="274"/>
                    </a:cubicBezTo>
                    <a:cubicBezTo>
                      <a:pt x="8" y="265"/>
                      <a:pt x="12" y="257"/>
                      <a:pt x="16" y="249"/>
                    </a:cubicBezTo>
                    <a:cubicBezTo>
                      <a:pt x="21" y="240"/>
                      <a:pt x="26" y="232"/>
                      <a:pt x="31" y="223"/>
                    </a:cubicBezTo>
                    <a:cubicBezTo>
                      <a:pt x="33" y="219"/>
                      <a:pt x="39" y="218"/>
                      <a:pt x="43" y="221"/>
                    </a:cubicBezTo>
                    <a:cubicBezTo>
                      <a:pt x="47" y="223"/>
                      <a:pt x="48" y="228"/>
                      <a:pt x="46" y="232"/>
                    </a:cubicBezTo>
                    <a:cubicBezTo>
                      <a:pt x="41" y="241"/>
                      <a:pt x="37" y="250"/>
                      <a:pt x="31" y="259"/>
                    </a:cubicBezTo>
                    <a:cubicBezTo>
                      <a:pt x="32" y="258"/>
                      <a:pt x="32" y="258"/>
                      <a:pt x="32" y="258"/>
                    </a:cubicBezTo>
                    <a:cubicBezTo>
                      <a:pt x="29" y="263"/>
                      <a:pt x="27" y="269"/>
                      <a:pt x="24" y="275"/>
                    </a:cubicBezTo>
                    <a:cubicBezTo>
                      <a:pt x="23" y="279"/>
                      <a:pt x="22" y="284"/>
                      <a:pt x="21" y="289"/>
                    </a:cubicBezTo>
                    <a:lnTo>
                      <a:pt x="21" y="288"/>
                    </a:lnTo>
                    <a:cubicBezTo>
                      <a:pt x="20" y="292"/>
                      <a:pt x="20" y="296"/>
                      <a:pt x="19" y="300"/>
                    </a:cubicBezTo>
                    <a:cubicBezTo>
                      <a:pt x="19" y="304"/>
                      <a:pt x="19" y="307"/>
                      <a:pt x="19" y="310"/>
                    </a:cubicBezTo>
                    <a:cubicBezTo>
                      <a:pt x="19" y="314"/>
                      <a:pt x="20" y="318"/>
                      <a:pt x="21" y="323"/>
                    </a:cubicBezTo>
                    <a:cubicBezTo>
                      <a:pt x="21" y="322"/>
                      <a:pt x="21" y="321"/>
                      <a:pt x="20" y="321"/>
                    </a:cubicBezTo>
                    <a:cubicBezTo>
                      <a:pt x="21" y="323"/>
                      <a:pt x="21" y="325"/>
                      <a:pt x="22" y="328"/>
                    </a:cubicBezTo>
                    <a:cubicBezTo>
                      <a:pt x="23" y="329"/>
                      <a:pt x="24" y="331"/>
                      <a:pt x="24" y="332"/>
                    </a:cubicBezTo>
                    <a:cubicBezTo>
                      <a:pt x="25" y="334"/>
                      <a:pt x="25" y="334"/>
                      <a:pt x="25" y="335"/>
                    </a:cubicBezTo>
                    <a:cubicBezTo>
                      <a:pt x="26" y="335"/>
                      <a:pt x="26" y="335"/>
                      <a:pt x="26" y="335"/>
                    </a:cubicBezTo>
                    <a:cubicBezTo>
                      <a:pt x="27" y="336"/>
                      <a:pt x="27" y="336"/>
                      <a:pt x="27" y="336"/>
                    </a:cubicBezTo>
                    <a:cubicBezTo>
                      <a:pt x="28" y="337"/>
                      <a:pt x="29" y="338"/>
                      <a:pt x="31" y="339"/>
                    </a:cubicBezTo>
                    <a:lnTo>
                      <a:pt x="32" y="340"/>
                    </a:lnTo>
                    <a:lnTo>
                      <a:pt x="33" y="341"/>
                    </a:lnTo>
                    <a:cubicBezTo>
                      <a:pt x="34" y="341"/>
                      <a:pt x="34" y="341"/>
                      <a:pt x="35" y="341"/>
                    </a:cubicBezTo>
                    <a:lnTo>
                      <a:pt x="36" y="341"/>
                    </a:lnTo>
                    <a:cubicBezTo>
                      <a:pt x="38" y="340"/>
                      <a:pt x="39" y="339"/>
                      <a:pt x="41" y="339"/>
                    </a:cubicBezTo>
                    <a:cubicBezTo>
                      <a:pt x="43" y="338"/>
                      <a:pt x="45" y="336"/>
                      <a:pt x="46" y="335"/>
                    </a:cubicBezTo>
                    <a:cubicBezTo>
                      <a:pt x="48" y="334"/>
                      <a:pt x="49" y="334"/>
                      <a:pt x="51" y="332"/>
                    </a:cubicBezTo>
                    <a:cubicBezTo>
                      <a:pt x="53" y="330"/>
                      <a:pt x="55" y="328"/>
                      <a:pt x="57" y="326"/>
                    </a:cubicBezTo>
                    <a:cubicBezTo>
                      <a:pt x="59" y="324"/>
                      <a:pt x="61" y="321"/>
                      <a:pt x="63" y="318"/>
                    </a:cubicBezTo>
                    <a:cubicBezTo>
                      <a:pt x="66" y="314"/>
                      <a:pt x="68" y="310"/>
                      <a:pt x="70" y="306"/>
                    </a:cubicBezTo>
                    <a:cubicBezTo>
                      <a:pt x="73" y="300"/>
                      <a:pt x="75" y="295"/>
                      <a:pt x="77" y="289"/>
                    </a:cubicBezTo>
                    <a:lnTo>
                      <a:pt x="77" y="290"/>
                    </a:lnTo>
                    <a:cubicBezTo>
                      <a:pt x="79" y="283"/>
                      <a:pt x="81" y="275"/>
                      <a:pt x="83" y="268"/>
                    </a:cubicBezTo>
                    <a:lnTo>
                      <a:pt x="83" y="269"/>
                    </a:lnTo>
                    <a:cubicBezTo>
                      <a:pt x="87" y="249"/>
                      <a:pt x="89" y="229"/>
                      <a:pt x="91" y="209"/>
                    </a:cubicBezTo>
                    <a:cubicBezTo>
                      <a:pt x="94" y="188"/>
                      <a:pt x="95" y="169"/>
                      <a:pt x="98" y="148"/>
                    </a:cubicBezTo>
                    <a:cubicBezTo>
                      <a:pt x="101" y="120"/>
                      <a:pt x="105" y="91"/>
                      <a:pt x="114" y="64"/>
                    </a:cubicBezTo>
                    <a:cubicBezTo>
                      <a:pt x="118" y="50"/>
                      <a:pt x="123" y="38"/>
                      <a:pt x="131" y="27"/>
                    </a:cubicBezTo>
                    <a:cubicBezTo>
                      <a:pt x="134" y="21"/>
                      <a:pt x="139" y="16"/>
                      <a:pt x="143" y="12"/>
                    </a:cubicBezTo>
                    <a:cubicBezTo>
                      <a:pt x="147" y="7"/>
                      <a:pt x="153" y="4"/>
                      <a:pt x="159" y="2"/>
                    </a:cubicBezTo>
                    <a:cubicBezTo>
                      <a:pt x="164" y="0"/>
                      <a:pt x="171" y="1"/>
                      <a:pt x="176" y="3"/>
                    </a:cubicBezTo>
                    <a:cubicBezTo>
                      <a:pt x="181" y="4"/>
                      <a:pt x="185" y="9"/>
                      <a:pt x="188" y="14"/>
                    </a:cubicBezTo>
                    <a:cubicBezTo>
                      <a:pt x="191" y="18"/>
                      <a:pt x="192" y="24"/>
                      <a:pt x="192" y="29"/>
                    </a:cubicBezTo>
                    <a:cubicBezTo>
                      <a:pt x="192" y="36"/>
                      <a:pt x="190" y="42"/>
                      <a:pt x="189" y="48"/>
                    </a:cubicBezTo>
                    <a:cubicBezTo>
                      <a:pt x="187" y="54"/>
                      <a:pt x="184" y="59"/>
                      <a:pt x="180" y="64"/>
                    </a:cubicBezTo>
                    <a:cubicBezTo>
                      <a:pt x="177" y="70"/>
                      <a:pt x="173" y="74"/>
                      <a:pt x="168" y="77"/>
                    </a:cubicBezTo>
                    <a:cubicBezTo>
                      <a:pt x="163" y="79"/>
                      <a:pt x="158" y="77"/>
                      <a:pt x="154" y="74"/>
                    </a:cubicBezTo>
                    <a:cubicBezTo>
                      <a:pt x="151" y="72"/>
                      <a:pt x="149" y="69"/>
                      <a:pt x="148" y="64"/>
                    </a:cubicBezTo>
                    <a:cubicBezTo>
                      <a:pt x="148" y="62"/>
                      <a:pt x="148" y="59"/>
                      <a:pt x="149" y="57"/>
                    </a:cubicBezTo>
                    <a:cubicBezTo>
                      <a:pt x="151" y="54"/>
                      <a:pt x="154" y="52"/>
                      <a:pt x="157" y="52"/>
                    </a:cubicBezTo>
                    <a:cubicBezTo>
                      <a:pt x="159" y="52"/>
                      <a:pt x="162" y="52"/>
                      <a:pt x="164" y="54"/>
                    </a:cubicBezTo>
                    <a:cubicBezTo>
                      <a:pt x="165" y="52"/>
                      <a:pt x="167" y="49"/>
                      <a:pt x="168" y="46"/>
                    </a:cubicBezTo>
                    <a:cubicBezTo>
                      <a:pt x="169" y="45"/>
                      <a:pt x="169" y="43"/>
                      <a:pt x="170" y="42"/>
                    </a:cubicBezTo>
                    <a:cubicBezTo>
                      <a:pt x="171" y="41"/>
                      <a:pt x="171" y="38"/>
                      <a:pt x="172" y="36"/>
                    </a:cubicBezTo>
                    <a:cubicBezTo>
                      <a:pt x="172" y="35"/>
                      <a:pt x="172" y="33"/>
                      <a:pt x="172" y="31"/>
                    </a:cubicBezTo>
                    <a:cubicBezTo>
                      <a:pt x="172" y="31"/>
                      <a:pt x="172" y="29"/>
                      <a:pt x="172" y="28"/>
                    </a:cubicBezTo>
                    <a:cubicBezTo>
                      <a:pt x="172" y="28"/>
                      <a:pt x="172" y="27"/>
                      <a:pt x="172" y="26"/>
                    </a:cubicBezTo>
                    <a:cubicBezTo>
                      <a:pt x="172" y="25"/>
                      <a:pt x="172" y="25"/>
                      <a:pt x="172" y="24"/>
                    </a:cubicBezTo>
                    <a:cubicBezTo>
                      <a:pt x="171" y="24"/>
                      <a:pt x="171" y="24"/>
                      <a:pt x="171" y="23"/>
                    </a:cubicBezTo>
                    <a:cubicBezTo>
                      <a:pt x="171" y="22"/>
                      <a:pt x="171" y="22"/>
                      <a:pt x="171" y="22"/>
                    </a:cubicBezTo>
                    <a:lnTo>
                      <a:pt x="170" y="22"/>
                    </a:lnTo>
                    <a:cubicBezTo>
                      <a:pt x="170" y="22"/>
                      <a:pt x="169" y="22"/>
                      <a:pt x="169" y="21"/>
                    </a:cubicBezTo>
                    <a:lnTo>
                      <a:pt x="168" y="21"/>
                    </a:lnTo>
                    <a:lnTo>
                      <a:pt x="167" y="21"/>
                    </a:lnTo>
                    <a:lnTo>
                      <a:pt x="166" y="21"/>
                    </a:lnTo>
                    <a:lnTo>
                      <a:pt x="165" y="21"/>
                    </a:lnTo>
                    <a:lnTo>
                      <a:pt x="164" y="21"/>
                    </a:lnTo>
                    <a:cubicBezTo>
                      <a:pt x="163" y="22"/>
                      <a:pt x="162" y="22"/>
                      <a:pt x="162" y="22"/>
                    </a:cubicBezTo>
                    <a:cubicBezTo>
                      <a:pt x="161" y="23"/>
                      <a:pt x="160" y="23"/>
                      <a:pt x="159" y="24"/>
                    </a:cubicBezTo>
                    <a:cubicBezTo>
                      <a:pt x="158" y="25"/>
                      <a:pt x="157" y="25"/>
                      <a:pt x="157" y="26"/>
                    </a:cubicBezTo>
                    <a:cubicBezTo>
                      <a:pt x="155" y="27"/>
                      <a:pt x="154" y="28"/>
                      <a:pt x="152" y="30"/>
                    </a:cubicBezTo>
                    <a:cubicBezTo>
                      <a:pt x="151" y="32"/>
                      <a:pt x="148" y="35"/>
                      <a:pt x="147" y="38"/>
                    </a:cubicBezTo>
                    <a:cubicBezTo>
                      <a:pt x="144" y="42"/>
                      <a:pt x="141" y="46"/>
                      <a:pt x="139" y="50"/>
                    </a:cubicBezTo>
                    <a:cubicBezTo>
                      <a:pt x="140" y="50"/>
                      <a:pt x="140" y="50"/>
                      <a:pt x="140" y="49"/>
                    </a:cubicBezTo>
                    <a:cubicBezTo>
                      <a:pt x="137" y="55"/>
                      <a:pt x="134" y="62"/>
                      <a:pt x="132" y="67"/>
                    </a:cubicBezTo>
                    <a:cubicBezTo>
                      <a:pt x="128" y="80"/>
                      <a:pt x="125" y="93"/>
                      <a:pt x="122" y="106"/>
                    </a:cubicBezTo>
                    <a:lnTo>
                      <a:pt x="122" y="105"/>
                    </a:lnTo>
                    <a:cubicBezTo>
                      <a:pt x="120" y="115"/>
                      <a:pt x="119" y="126"/>
                      <a:pt x="117" y="136"/>
                    </a:cubicBezTo>
                    <a:cubicBezTo>
                      <a:pt x="116" y="140"/>
                      <a:pt x="116" y="145"/>
                      <a:pt x="115" y="149"/>
                    </a:cubicBezTo>
                    <a:cubicBezTo>
                      <a:pt x="115" y="155"/>
                      <a:pt x="114" y="161"/>
                      <a:pt x="113" y="166"/>
                    </a:cubicBezTo>
                    <a:cubicBezTo>
                      <a:pt x="112" y="176"/>
                      <a:pt x="111" y="186"/>
                      <a:pt x="110" y="197"/>
                    </a:cubicBezTo>
                    <a:cubicBezTo>
                      <a:pt x="109" y="206"/>
                      <a:pt x="108" y="216"/>
                      <a:pt x="106" y="226"/>
                    </a:cubicBezTo>
                    <a:cubicBezTo>
                      <a:pt x="106" y="231"/>
                      <a:pt x="105" y="236"/>
                      <a:pt x="104" y="241"/>
                    </a:cubicBezTo>
                    <a:cubicBezTo>
                      <a:pt x="104" y="245"/>
                      <a:pt x="104" y="249"/>
                      <a:pt x="102" y="253"/>
                    </a:cubicBezTo>
                    <a:cubicBezTo>
                      <a:pt x="102" y="259"/>
                      <a:pt x="101" y="265"/>
                      <a:pt x="99" y="271"/>
                    </a:cubicBezTo>
                    <a:cubicBezTo>
                      <a:pt x="98" y="276"/>
                      <a:pt x="97" y="282"/>
                      <a:pt x="95" y="287"/>
                    </a:cubicBezTo>
                    <a:cubicBezTo>
                      <a:pt x="94" y="293"/>
                      <a:pt x="91" y="300"/>
                      <a:pt x="89" y="306"/>
                    </a:cubicBezTo>
                    <a:cubicBezTo>
                      <a:pt x="84" y="318"/>
                      <a:pt x="77" y="330"/>
                      <a:pt x="69" y="340"/>
                    </a:cubicBezTo>
                    <a:cubicBezTo>
                      <a:pt x="65" y="345"/>
                      <a:pt x="60" y="349"/>
                      <a:pt x="55" y="352"/>
                    </a:cubicBezTo>
                    <a:cubicBezTo>
                      <a:pt x="53" y="353"/>
                      <a:pt x="50" y="355"/>
                      <a:pt x="48" y="356"/>
                    </a:cubicBezTo>
                    <a:cubicBezTo>
                      <a:pt x="45" y="358"/>
                      <a:pt x="41" y="359"/>
                      <a:pt x="38" y="360"/>
                    </a:cubicBezTo>
                    <a:cubicBezTo>
                      <a:pt x="37" y="360"/>
                      <a:pt x="36" y="360"/>
                      <a:pt x="35" y="360"/>
                    </a:cubicBezTo>
                    <a:cubicBezTo>
                      <a:pt x="24" y="360"/>
                      <a:pt x="14" y="353"/>
                      <a:pt x="9" y="3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4" name="Google Shape;4354;p50">
                <a:extLst>
                  <a:ext uri="{FF2B5EF4-FFF2-40B4-BE49-F238E27FC236}">
                    <a16:creationId xmlns:a16="http://schemas.microsoft.com/office/drawing/2014/main" id="{B1845AEC-EE5B-7A7F-FB36-34EEE53784AE}"/>
                  </a:ext>
                </a:extLst>
              </p:cNvPr>
              <p:cNvSpPr/>
              <p:nvPr/>
            </p:nvSpPr>
            <p:spPr>
              <a:xfrm>
                <a:off x="-733700" y="3704038"/>
                <a:ext cx="53640" cy="16920"/>
              </a:xfrm>
              <a:custGeom>
                <a:avLst/>
                <a:gdLst/>
                <a:ahLst/>
                <a:cxnLst/>
                <a:rect l="l" t="t" r="r" b="b"/>
                <a:pathLst>
                  <a:path w="149" h="47" extrusionOk="0">
                    <a:moveTo>
                      <a:pt x="24" y="46"/>
                    </a:moveTo>
                    <a:cubicBezTo>
                      <a:pt x="21" y="46"/>
                      <a:pt x="18" y="45"/>
                      <a:pt x="15" y="45"/>
                    </a:cubicBezTo>
                    <a:cubicBezTo>
                      <a:pt x="14" y="45"/>
                      <a:pt x="13" y="45"/>
                      <a:pt x="12" y="45"/>
                    </a:cubicBezTo>
                    <a:cubicBezTo>
                      <a:pt x="10" y="45"/>
                      <a:pt x="8" y="44"/>
                      <a:pt x="7" y="43"/>
                    </a:cubicBezTo>
                    <a:cubicBezTo>
                      <a:pt x="5" y="42"/>
                      <a:pt x="4" y="41"/>
                      <a:pt x="3" y="39"/>
                    </a:cubicBezTo>
                    <a:cubicBezTo>
                      <a:pt x="0" y="35"/>
                      <a:pt x="0" y="29"/>
                      <a:pt x="5" y="25"/>
                    </a:cubicBezTo>
                    <a:cubicBezTo>
                      <a:pt x="7" y="24"/>
                      <a:pt x="8" y="22"/>
                      <a:pt x="11" y="21"/>
                    </a:cubicBezTo>
                    <a:cubicBezTo>
                      <a:pt x="14" y="20"/>
                      <a:pt x="17" y="19"/>
                      <a:pt x="20" y="18"/>
                    </a:cubicBezTo>
                    <a:cubicBezTo>
                      <a:pt x="25" y="16"/>
                      <a:pt x="30" y="14"/>
                      <a:pt x="35" y="13"/>
                    </a:cubicBezTo>
                    <a:cubicBezTo>
                      <a:pt x="40" y="13"/>
                      <a:pt x="44" y="11"/>
                      <a:pt x="49" y="10"/>
                    </a:cubicBezTo>
                    <a:cubicBezTo>
                      <a:pt x="53" y="10"/>
                      <a:pt x="59" y="9"/>
                      <a:pt x="63" y="8"/>
                    </a:cubicBezTo>
                    <a:cubicBezTo>
                      <a:pt x="68" y="7"/>
                      <a:pt x="72" y="7"/>
                      <a:pt x="76" y="6"/>
                    </a:cubicBezTo>
                    <a:cubicBezTo>
                      <a:pt x="96" y="4"/>
                      <a:pt x="117" y="2"/>
                      <a:pt x="137" y="0"/>
                    </a:cubicBezTo>
                    <a:cubicBezTo>
                      <a:pt x="142" y="0"/>
                      <a:pt x="146" y="3"/>
                      <a:pt x="147" y="7"/>
                    </a:cubicBezTo>
                    <a:cubicBezTo>
                      <a:pt x="148" y="12"/>
                      <a:pt x="144" y="17"/>
                      <a:pt x="140" y="17"/>
                    </a:cubicBezTo>
                    <a:cubicBezTo>
                      <a:pt x="131" y="18"/>
                      <a:pt x="123" y="20"/>
                      <a:pt x="114" y="20"/>
                    </a:cubicBezTo>
                    <a:cubicBezTo>
                      <a:pt x="107" y="21"/>
                      <a:pt x="99" y="22"/>
                      <a:pt x="92" y="23"/>
                    </a:cubicBezTo>
                    <a:cubicBezTo>
                      <a:pt x="84" y="24"/>
                      <a:pt x="76" y="25"/>
                      <a:pt x="68" y="26"/>
                    </a:cubicBezTo>
                    <a:cubicBezTo>
                      <a:pt x="63" y="27"/>
                      <a:pt x="57" y="28"/>
                      <a:pt x="52" y="29"/>
                    </a:cubicBezTo>
                    <a:cubicBezTo>
                      <a:pt x="46" y="31"/>
                      <a:pt x="40" y="32"/>
                      <a:pt x="34" y="34"/>
                    </a:cubicBezTo>
                    <a:cubicBezTo>
                      <a:pt x="35" y="35"/>
                      <a:pt x="35" y="35"/>
                      <a:pt x="35" y="35"/>
                    </a:cubicBezTo>
                    <a:cubicBezTo>
                      <a:pt x="35" y="41"/>
                      <a:pt x="30" y="46"/>
                      <a:pt x="25" y="46"/>
                    </a:cubicBezTo>
                    <a:cubicBezTo>
                      <a:pt x="24" y="46"/>
                      <a:pt x="24" y="46"/>
                      <a:pt x="24" y="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5" name="Google Shape;4355;p50">
                <a:extLst>
                  <a:ext uri="{FF2B5EF4-FFF2-40B4-BE49-F238E27FC236}">
                    <a16:creationId xmlns:a16="http://schemas.microsoft.com/office/drawing/2014/main" id="{1A54934E-2D59-B79F-8D3A-C066B336A050}"/>
                  </a:ext>
                </a:extLst>
              </p:cNvPr>
              <p:cNvSpPr/>
              <p:nvPr/>
            </p:nvSpPr>
            <p:spPr>
              <a:xfrm>
                <a:off x="-672860" y="3660477"/>
                <a:ext cx="33840" cy="91440"/>
              </a:xfrm>
              <a:custGeom>
                <a:avLst/>
                <a:gdLst/>
                <a:ahLst/>
                <a:cxnLst/>
                <a:rect l="l" t="t" r="r" b="b"/>
                <a:pathLst>
                  <a:path w="94" h="254" extrusionOk="0">
                    <a:moveTo>
                      <a:pt x="11" y="248"/>
                    </a:moveTo>
                    <a:cubicBezTo>
                      <a:pt x="7" y="235"/>
                      <a:pt x="3" y="224"/>
                      <a:pt x="1" y="212"/>
                    </a:cubicBezTo>
                    <a:cubicBezTo>
                      <a:pt x="0" y="200"/>
                      <a:pt x="0" y="188"/>
                      <a:pt x="0" y="176"/>
                    </a:cubicBezTo>
                    <a:cubicBezTo>
                      <a:pt x="0" y="170"/>
                      <a:pt x="1" y="163"/>
                      <a:pt x="2" y="156"/>
                    </a:cubicBezTo>
                    <a:cubicBezTo>
                      <a:pt x="3" y="149"/>
                      <a:pt x="4" y="143"/>
                      <a:pt x="5" y="136"/>
                    </a:cubicBezTo>
                    <a:cubicBezTo>
                      <a:pt x="5" y="136"/>
                      <a:pt x="6" y="135"/>
                      <a:pt x="6" y="134"/>
                    </a:cubicBezTo>
                    <a:cubicBezTo>
                      <a:pt x="6" y="134"/>
                      <a:pt x="6" y="133"/>
                      <a:pt x="6" y="132"/>
                    </a:cubicBezTo>
                    <a:lnTo>
                      <a:pt x="6" y="133"/>
                    </a:lnTo>
                    <a:cubicBezTo>
                      <a:pt x="7" y="131"/>
                      <a:pt x="7" y="129"/>
                      <a:pt x="7" y="127"/>
                    </a:cubicBezTo>
                    <a:cubicBezTo>
                      <a:pt x="8" y="125"/>
                      <a:pt x="8" y="124"/>
                      <a:pt x="8" y="122"/>
                    </a:cubicBezTo>
                    <a:lnTo>
                      <a:pt x="8" y="123"/>
                    </a:lnTo>
                    <a:cubicBezTo>
                      <a:pt x="9" y="118"/>
                      <a:pt x="11" y="114"/>
                      <a:pt x="12" y="110"/>
                    </a:cubicBezTo>
                    <a:cubicBezTo>
                      <a:pt x="13" y="106"/>
                      <a:pt x="14" y="101"/>
                      <a:pt x="15" y="97"/>
                    </a:cubicBezTo>
                    <a:lnTo>
                      <a:pt x="15" y="96"/>
                    </a:lnTo>
                    <a:lnTo>
                      <a:pt x="16" y="95"/>
                    </a:lnTo>
                    <a:cubicBezTo>
                      <a:pt x="16" y="95"/>
                      <a:pt x="15" y="95"/>
                      <a:pt x="15" y="96"/>
                    </a:cubicBezTo>
                    <a:cubicBezTo>
                      <a:pt x="16" y="95"/>
                      <a:pt x="16" y="95"/>
                      <a:pt x="16" y="95"/>
                    </a:cubicBezTo>
                    <a:cubicBezTo>
                      <a:pt x="17" y="93"/>
                      <a:pt x="17" y="92"/>
                      <a:pt x="17" y="90"/>
                    </a:cubicBezTo>
                    <a:cubicBezTo>
                      <a:pt x="17" y="91"/>
                      <a:pt x="17" y="91"/>
                      <a:pt x="17" y="92"/>
                    </a:cubicBezTo>
                    <a:cubicBezTo>
                      <a:pt x="17" y="90"/>
                      <a:pt x="18" y="90"/>
                      <a:pt x="18" y="89"/>
                    </a:cubicBezTo>
                    <a:lnTo>
                      <a:pt x="18" y="90"/>
                    </a:lnTo>
                    <a:cubicBezTo>
                      <a:pt x="18" y="89"/>
                      <a:pt x="19" y="87"/>
                      <a:pt x="19" y="85"/>
                    </a:cubicBezTo>
                    <a:cubicBezTo>
                      <a:pt x="19" y="86"/>
                      <a:pt x="19" y="86"/>
                      <a:pt x="19" y="86"/>
                    </a:cubicBezTo>
                    <a:cubicBezTo>
                      <a:pt x="19" y="86"/>
                      <a:pt x="19" y="85"/>
                      <a:pt x="19" y="83"/>
                    </a:cubicBezTo>
                    <a:cubicBezTo>
                      <a:pt x="19" y="84"/>
                      <a:pt x="19" y="85"/>
                      <a:pt x="19" y="85"/>
                    </a:cubicBezTo>
                    <a:cubicBezTo>
                      <a:pt x="20" y="83"/>
                      <a:pt x="20" y="82"/>
                      <a:pt x="21" y="81"/>
                    </a:cubicBezTo>
                    <a:cubicBezTo>
                      <a:pt x="21" y="81"/>
                      <a:pt x="21" y="82"/>
                      <a:pt x="20" y="82"/>
                    </a:cubicBezTo>
                    <a:cubicBezTo>
                      <a:pt x="21" y="81"/>
                      <a:pt x="21" y="81"/>
                      <a:pt x="21" y="79"/>
                    </a:cubicBezTo>
                    <a:cubicBezTo>
                      <a:pt x="22" y="78"/>
                      <a:pt x="22" y="77"/>
                      <a:pt x="22" y="76"/>
                    </a:cubicBezTo>
                    <a:lnTo>
                      <a:pt x="23" y="75"/>
                    </a:lnTo>
                    <a:cubicBezTo>
                      <a:pt x="23" y="74"/>
                      <a:pt x="23" y="74"/>
                      <a:pt x="24" y="73"/>
                    </a:cubicBezTo>
                    <a:cubicBezTo>
                      <a:pt x="24" y="74"/>
                      <a:pt x="23" y="74"/>
                      <a:pt x="23" y="74"/>
                    </a:cubicBezTo>
                    <a:cubicBezTo>
                      <a:pt x="26" y="66"/>
                      <a:pt x="29" y="58"/>
                      <a:pt x="33" y="51"/>
                    </a:cubicBezTo>
                    <a:cubicBezTo>
                      <a:pt x="37" y="42"/>
                      <a:pt x="42" y="33"/>
                      <a:pt x="47" y="25"/>
                    </a:cubicBezTo>
                    <a:cubicBezTo>
                      <a:pt x="52" y="18"/>
                      <a:pt x="58" y="11"/>
                      <a:pt x="66" y="5"/>
                    </a:cubicBezTo>
                    <a:cubicBezTo>
                      <a:pt x="69" y="4"/>
                      <a:pt x="72" y="2"/>
                      <a:pt x="75" y="1"/>
                    </a:cubicBezTo>
                    <a:cubicBezTo>
                      <a:pt x="78" y="0"/>
                      <a:pt x="81" y="0"/>
                      <a:pt x="83" y="0"/>
                    </a:cubicBezTo>
                    <a:cubicBezTo>
                      <a:pt x="89" y="0"/>
                      <a:pt x="93" y="5"/>
                      <a:pt x="93" y="10"/>
                    </a:cubicBezTo>
                    <a:cubicBezTo>
                      <a:pt x="93" y="15"/>
                      <a:pt x="89" y="21"/>
                      <a:pt x="83" y="20"/>
                    </a:cubicBezTo>
                    <a:cubicBezTo>
                      <a:pt x="82" y="20"/>
                      <a:pt x="81" y="20"/>
                      <a:pt x="79" y="20"/>
                    </a:cubicBezTo>
                    <a:cubicBezTo>
                      <a:pt x="79" y="21"/>
                      <a:pt x="79" y="21"/>
                      <a:pt x="79" y="21"/>
                    </a:cubicBezTo>
                    <a:cubicBezTo>
                      <a:pt x="78" y="21"/>
                      <a:pt x="77" y="22"/>
                      <a:pt x="77" y="22"/>
                    </a:cubicBezTo>
                    <a:cubicBezTo>
                      <a:pt x="75" y="23"/>
                      <a:pt x="74" y="25"/>
                      <a:pt x="72" y="26"/>
                    </a:cubicBezTo>
                    <a:cubicBezTo>
                      <a:pt x="70" y="27"/>
                      <a:pt x="68" y="29"/>
                      <a:pt x="67" y="30"/>
                    </a:cubicBezTo>
                    <a:cubicBezTo>
                      <a:pt x="65" y="33"/>
                      <a:pt x="63" y="35"/>
                      <a:pt x="61" y="38"/>
                    </a:cubicBezTo>
                    <a:cubicBezTo>
                      <a:pt x="57" y="44"/>
                      <a:pt x="54" y="50"/>
                      <a:pt x="51" y="57"/>
                    </a:cubicBezTo>
                    <a:lnTo>
                      <a:pt x="51" y="56"/>
                    </a:lnTo>
                    <a:cubicBezTo>
                      <a:pt x="46" y="65"/>
                      <a:pt x="42" y="75"/>
                      <a:pt x="39" y="85"/>
                    </a:cubicBezTo>
                    <a:cubicBezTo>
                      <a:pt x="36" y="91"/>
                      <a:pt x="35" y="97"/>
                      <a:pt x="32" y="103"/>
                    </a:cubicBezTo>
                    <a:cubicBezTo>
                      <a:pt x="31" y="110"/>
                      <a:pt x="28" y="117"/>
                      <a:pt x="26" y="125"/>
                    </a:cubicBezTo>
                    <a:cubicBezTo>
                      <a:pt x="25" y="128"/>
                      <a:pt x="25" y="130"/>
                      <a:pt x="25" y="133"/>
                    </a:cubicBezTo>
                    <a:cubicBezTo>
                      <a:pt x="24" y="136"/>
                      <a:pt x="23" y="140"/>
                      <a:pt x="22" y="143"/>
                    </a:cubicBezTo>
                    <a:cubicBezTo>
                      <a:pt x="21" y="149"/>
                      <a:pt x="20" y="154"/>
                      <a:pt x="19" y="159"/>
                    </a:cubicBezTo>
                    <a:cubicBezTo>
                      <a:pt x="19" y="165"/>
                      <a:pt x="18" y="171"/>
                      <a:pt x="18" y="177"/>
                    </a:cubicBezTo>
                    <a:cubicBezTo>
                      <a:pt x="18" y="185"/>
                      <a:pt x="18" y="193"/>
                      <a:pt x="18" y="201"/>
                    </a:cubicBezTo>
                    <a:lnTo>
                      <a:pt x="18" y="200"/>
                    </a:lnTo>
                    <a:cubicBezTo>
                      <a:pt x="18" y="206"/>
                      <a:pt x="19" y="212"/>
                      <a:pt x="20" y="217"/>
                    </a:cubicBezTo>
                    <a:cubicBezTo>
                      <a:pt x="22" y="224"/>
                      <a:pt x="24" y="230"/>
                      <a:pt x="26" y="236"/>
                    </a:cubicBezTo>
                    <a:cubicBezTo>
                      <a:pt x="25" y="235"/>
                      <a:pt x="25" y="235"/>
                      <a:pt x="25" y="235"/>
                    </a:cubicBezTo>
                    <a:cubicBezTo>
                      <a:pt x="26" y="237"/>
                      <a:pt x="26" y="238"/>
                      <a:pt x="27" y="240"/>
                    </a:cubicBezTo>
                    <a:cubicBezTo>
                      <a:pt x="29" y="245"/>
                      <a:pt x="27" y="250"/>
                      <a:pt x="22" y="252"/>
                    </a:cubicBezTo>
                    <a:cubicBezTo>
                      <a:pt x="21" y="253"/>
                      <a:pt x="20" y="253"/>
                      <a:pt x="19" y="253"/>
                    </a:cubicBezTo>
                    <a:cubicBezTo>
                      <a:pt x="15" y="253"/>
                      <a:pt x="12" y="251"/>
                      <a:pt x="11" y="24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6" name="Google Shape;4356;p50">
                <a:extLst>
                  <a:ext uri="{FF2B5EF4-FFF2-40B4-BE49-F238E27FC236}">
                    <a16:creationId xmlns:a16="http://schemas.microsoft.com/office/drawing/2014/main" id="{3ADC1B6B-18F2-83DF-C045-80F3AB755D78}"/>
                  </a:ext>
                </a:extLst>
              </p:cNvPr>
              <p:cNvSpPr/>
              <p:nvPr/>
            </p:nvSpPr>
            <p:spPr>
              <a:xfrm>
                <a:off x="-627500" y="3693598"/>
                <a:ext cx="54720" cy="3888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108" extrusionOk="0">
                    <a:moveTo>
                      <a:pt x="22" y="88"/>
                    </a:moveTo>
                    <a:cubicBezTo>
                      <a:pt x="22" y="88"/>
                      <a:pt x="22" y="87"/>
                      <a:pt x="21" y="87"/>
                    </a:cubicBezTo>
                    <a:cubicBezTo>
                      <a:pt x="22" y="87"/>
                      <a:pt x="22" y="87"/>
                      <a:pt x="22" y="87"/>
                    </a:cubicBezTo>
                    <a:lnTo>
                      <a:pt x="23" y="88"/>
                    </a:lnTo>
                    <a:lnTo>
                      <a:pt x="24" y="88"/>
                    </a:lnTo>
                    <a:cubicBezTo>
                      <a:pt x="25" y="88"/>
                      <a:pt x="25" y="88"/>
                      <a:pt x="25" y="88"/>
                    </a:cubicBezTo>
                    <a:cubicBezTo>
                      <a:pt x="26" y="87"/>
                      <a:pt x="27" y="87"/>
                      <a:pt x="28" y="86"/>
                    </a:cubicBezTo>
                    <a:cubicBezTo>
                      <a:pt x="28" y="86"/>
                      <a:pt x="28" y="87"/>
                      <a:pt x="27" y="87"/>
                    </a:cubicBezTo>
                    <a:cubicBezTo>
                      <a:pt x="28" y="86"/>
                      <a:pt x="29" y="86"/>
                      <a:pt x="30" y="86"/>
                    </a:cubicBezTo>
                    <a:cubicBezTo>
                      <a:pt x="31" y="85"/>
                      <a:pt x="32" y="85"/>
                      <a:pt x="33" y="83"/>
                    </a:cubicBezTo>
                    <a:cubicBezTo>
                      <a:pt x="35" y="82"/>
                      <a:pt x="38" y="81"/>
                      <a:pt x="39" y="79"/>
                    </a:cubicBezTo>
                    <a:cubicBezTo>
                      <a:pt x="41" y="78"/>
                      <a:pt x="43" y="75"/>
                      <a:pt x="45" y="74"/>
                    </a:cubicBezTo>
                    <a:cubicBezTo>
                      <a:pt x="48" y="70"/>
                      <a:pt x="50" y="67"/>
                      <a:pt x="53" y="63"/>
                    </a:cubicBezTo>
                    <a:cubicBezTo>
                      <a:pt x="56" y="59"/>
                      <a:pt x="58" y="55"/>
                      <a:pt x="60" y="51"/>
                    </a:cubicBezTo>
                    <a:lnTo>
                      <a:pt x="60" y="52"/>
                    </a:lnTo>
                    <a:cubicBezTo>
                      <a:pt x="62" y="47"/>
                      <a:pt x="64" y="42"/>
                      <a:pt x="67" y="37"/>
                    </a:cubicBezTo>
                    <a:cubicBezTo>
                      <a:pt x="67" y="36"/>
                      <a:pt x="67" y="35"/>
                      <a:pt x="67" y="33"/>
                    </a:cubicBezTo>
                    <a:cubicBezTo>
                      <a:pt x="68" y="32"/>
                      <a:pt x="68" y="31"/>
                      <a:pt x="68" y="30"/>
                    </a:cubicBezTo>
                    <a:cubicBezTo>
                      <a:pt x="69" y="28"/>
                      <a:pt x="70" y="27"/>
                      <a:pt x="71" y="26"/>
                    </a:cubicBezTo>
                    <a:cubicBezTo>
                      <a:pt x="72" y="24"/>
                      <a:pt x="74" y="23"/>
                      <a:pt x="77" y="22"/>
                    </a:cubicBezTo>
                    <a:cubicBezTo>
                      <a:pt x="76" y="22"/>
                      <a:pt x="75" y="22"/>
                      <a:pt x="75" y="22"/>
                    </a:cubicBezTo>
                    <a:cubicBezTo>
                      <a:pt x="74" y="21"/>
                      <a:pt x="72" y="21"/>
                      <a:pt x="71" y="21"/>
                    </a:cubicBezTo>
                    <a:cubicBezTo>
                      <a:pt x="70" y="21"/>
                      <a:pt x="69" y="21"/>
                      <a:pt x="68" y="20"/>
                    </a:cubicBezTo>
                    <a:cubicBezTo>
                      <a:pt x="67" y="20"/>
                      <a:pt x="65" y="20"/>
                      <a:pt x="64" y="20"/>
                    </a:cubicBezTo>
                    <a:cubicBezTo>
                      <a:pt x="63" y="21"/>
                      <a:pt x="63" y="21"/>
                      <a:pt x="62" y="21"/>
                    </a:cubicBezTo>
                    <a:cubicBezTo>
                      <a:pt x="60" y="21"/>
                      <a:pt x="59" y="21"/>
                      <a:pt x="58" y="22"/>
                    </a:cubicBezTo>
                    <a:cubicBezTo>
                      <a:pt x="56" y="22"/>
                      <a:pt x="55" y="23"/>
                      <a:pt x="54" y="24"/>
                    </a:cubicBezTo>
                    <a:cubicBezTo>
                      <a:pt x="53" y="24"/>
                      <a:pt x="53" y="24"/>
                      <a:pt x="53" y="24"/>
                    </a:cubicBezTo>
                    <a:cubicBezTo>
                      <a:pt x="50" y="26"/>
                      <a:pt x="47" y="28"/>
                      <a:pt x="46" y="30"/>
                    </a:cubicBezTo>
                    <a:cubicBezTo>
                      <a:pt x="43" y="32"/>
                      <a:pt x="40" y="35"/>
                      <a:pt x="38" y="38"/>
                    </a:cubicBezTo>
                    <a:cubicBezTo>
                      <a:pt x="36" y="40"/>
                      <a:pt x="35" y="42"/>
                      <a:pt x="33" y="43"/>
                    </a:cubicBezTo>
                    <a:cubicBezTo>
                      <a:pt x="31" y="47"/>
                      <a:pt x="29" y="50"/>
                      <a:pt x="27" y="53"/>
                    </a:cubicBezTo>
                    <a:cubicBezTo>
                      <a:pt x="26" y="56"/>
                      <a:pt x="25" y="59"/>
                      <a:pt x="24" y="63"/>
                    </a:cubicBezTo>
                    <a:cubicBezTo>
                      <a:pt x="22" y="66"/>
                      <a:pt x="21" y="69"/>
                      <a:pt x="21" y="72"/>
                    </a:cubicBezTo>
                    <a:cubicBezTo>
                      <a:pt x="20" y="75"/>
                      <a:pt x="20" y="76"/>
                      <a:pt x="19" y="79"/>
                    </a:cubicBezTo>
                    <a:cubicBezTo>
                      <a:pt x="19" y="80"/>
                      <a:pt x="19" y="82"/>
                      <a:pt x="19" y="83"/>
                    </a:cubicBezTo>
                    <a:lnTo>
                      <a:pt x="20" y="83"/>
                    </a:lnTo>
                    <a:cubicBezTo>
                      <a:pt x="20" y="84"/>
                      <a:pt x="20" y="85"/>
                      <a:pt x="20" y="85"/>
                    </a:cubicBezTo>
                    <a:lnTo>
                      <a:pt x="21" y="85"/>
                    </a:lnTo>
                    <a:cubicBezTo>
                      <a:pt x="21" y="86"/>
                      <a:pt x="21" y="86"/>
                      <a:pt x="21" y="86"/>
                    </a:cubicBezTo>
                    <a:cubicBezTo>
                      <a:pt x="22" y="87"/>
                      <a:pt x="22" y="87"/>
                      <a:pt x="22" y="88"/>
                    </a:cubicBezTo>
                    <a:moveTo>
                      <a:pt x="14" y="105"/>
                    </a:moveTo>
                    <a:cubicBezTo>
                      <a:pt x="10" y="103"/>
                      <a:pt x="5" y="99"/>
                      <a:pt x="3" y="94"/>
                    </a:cubicBezTo>
                    <a:cubicBezTo>
                      <a:pt x="2" y="91"/>
                      <a:pt x="1" y="89"/>
                      <a:pt x="1" y="86"/>
                    </a:cubicBezTo>
                    <a:cubicBezTo>
                      <a:pt x="0" y="82"/>
                      <a:pt x="1" y="78"/>
                      <a:pt x="1" y="75"/>
                    </a:cubicBezTo>
                    <a:cubicBezTo>
                      <a:pt x="2" y="68"/>
                      <a:pt x="4" y="62"/>
                      <a:pt x="6" y="56"/>
                    </a:cubicBezTo>
                    <a:cubicBezTo>
                      <a:pt x="8" y="48"/>
                      <a:pt x="12" y="42"/>
                      <a:pt x="16" y="35"/>
                    </a:cubicBezTo>
                    <a:cubicBezTo>
                      <a:pt x="19" y="29"/>
                      <a:pt x="24" y="24"/>
                      <a:pt x="29" y="19"/>
                    </a:cubicBezTo>
                    <a:cubicBezTo>
                      <a:pt x="33" y="14"/>
                      <a:pt x="39" y="10"/>
                      <a:pt x="45" y="7"/>
                    </a:cubicBezTo>
                    <a:cubicBezTo>
                      <a:pt x="50" y="3"/>
                      <a:pt x="57" y="1"/>
                      <a:pt x="64" y="1"/>
                    </a:cubicBezTo>
                    <a:cubicBezTo>
                      <a:pt x="70" y="0"/>
                      <a:pt x="77" y="1"/>
                      <a:pt x="83" y="4"/>
                    </a:cubicBezTo>
                    <a:cubicBezTo>
                      <a:pt x="89" y="5"/>
                      <a:pt x="93" y="10"/>
                      <a:pt x="96" y="15"/>
                    </a:cubicBezTo>
                    <a:cubicBezTo>
                      <a:pt x="99" y="19"/>
                      <a:pt x="100" y="25"/>
                      <a:pt x="99" y="31"/>
                    </a:cubicBezTo>
                    <a:cubicBezTo>
                      <a:pt x="98" y="34"/>
                      <a:pt x="96" y="36"/>
                      <a:pt x="92" y="38"/>
                    </a:cubicBezTo>
                    <a:cubicBezTo>
                      <a:pt x="93" y="39"/>
                      <a:pt x="93" y="42"/>
                      <a:pt x="94" y="44"/>
                    </a:cubicBezTo>
                    <a:cubicBezTo>
                      <a:pt x="95" y="48"/>
                      <a:pt x="96" y="52"/>
                      <a:pt x="98" y="56"/>
                    </a:cubicBezTo>
                    <a:cubicBezTo>
                      <a:pt x="99" y="62"/>
                      <a:pt x="100" y="67"/>
                      <a:pt x="102" y="73"/>
                    </a:cubicBezTo>
                    <a:cubicBezTo>
                      <a:pt x="103" y="75"/>
                      <a:pt x="104" y="78"/>
                      <a:pt x="105" y="79"/>
                    </a:cubicBezTo>
                    <a:cubicBezTo>
                      <a:pt x="106" y="81"/>
                      <a:pt x="106" y="82"/>
                      <a:pt x="107" y="83"/>
                    </a:cubicBezTo>
                    <a:cubicBezTo>
                      <a:pt x="107" y="83"/>
                      <a:pt x="108" y="84"/>
                      <a:pt x="109" y="85"/>
                    </a:cubicBezTo>
                    <a:cubicBezTo>
                      <a:pt x="109" y="85"/>
                      <a:pt x="110" y="85"/>
                      <a:pt x="110" y="86"/>
                    </a:cubicBezTo>
                    <a:cubicBezTo>
                      <a:pt x="111" y="86"/>
                      <a:pt x="111" y="85"/>
                      <a:pt x="111" y="85"/>
                    </a:cubicBezTo>
                    <a:cubicBezTo>
                      <a:pt x="112" y="85"/>
                      <a:pt x="112" y="85"/>
                      <a:pt x="112" y="85"/>
                    </a:cubicBezTo>
                    <a:cubicBezTo>
                      <a:pt x="113" y="85"/>
                      <a:pt x="114" y="85"/>
                      <a:pt x="115" y="84"/>
                    </a:cubicBezTo>
                    <a:lnTo>
                      <a:pt x="116" y="83"/>
                    </a:lnTo>
                    <a:cubicBezTo>
                      <a:pt x="118" y="82"/>
                      <a:pt x="120" y="81"/>
                      <a:pt x="121" y="79"/>
                    </a:cubicBezTo>
                    <a:cubicBezTo>
                      <a:pt x="123" y="77"/>
                      <a:pt x="126" y="75"/>
                      <a:pt x="128" y="72"/>
                    </a:cubicBezTo>
                    <a:cubicBezTo>
                      <a:pt x="129" y="71"/>
                      <a:pt x="131" y="68"/>
                      <a:pt x="132" y="67"/>
                    </a:cubicBezTo>
                    <a:cubicBezTo>
                      <a:pt x="135" y="63"/>
                      <a:pt x="142" y="62"/>
                      <a:pt x="146" y="65"/>
                    </a:cubicBezTo>
                    <a:cubicBezTo>
                      <a:pt x="150" y="68"/>
                      <a:pt x="151" y="74"/>
                      <a:pt x="147" y="78"/>
                    </a:cubicBezTo>
                    <a:cubicBezTo>
                      <a:pt x="139" y="89"/>
                      <a:pt x="130" y="100"/>
                      <a:pt x="116" y="104"/>
                    </a:cubicBezTo>
                    <a:cubicBezTo>
                      <a:pt x="110" y="106"/>
                      <a:pt x="103" y="105"/>
                      <a:pt x="98" y="101"/>
                    </a:cubicBezTo>
                    <a:cubicBezTo>
                      <a:pt x="92" y="97"/>
                      <a:pt x="89" y="91"/>
                      <a:pt x="86" y="85"/>
                    </a:cubicBezTo>
                    <a:cubicBezTo>
                      <a:pt x="84" y="78"/>
                      <a:pt x="82" y="71"/>
                      <a:pt x="79" y="64"/>
                    </a:cubicBezTo>
                    <a:cubicBezTo>
                      <a:pt x="79" y="62"/>
                      <a:pt x="78" y="60"/>
                      <a:pt x="78" y="58"/>
                    </a:cubicBezTo>
                    <a:cubicBezTo>
                      <a:pt x="76" y="61"/>
                      <a:pt x="74" y="64"/>
                      <a:pt x="72" y="68"/>
                    </a:cubicBezTo>
                    <a:cubicBezTo>
                      <a:pt x="66" y="78"/>
                      <a:pt x="58" y="88"/>
                      <a:pt x="49" y="96"/>
                    </a:cubicBezTo>
                    <a:cubicBezTo>
                      <a:pt x="43" y="100"/>
                      <a:pt x="38" y="103"/>
                      <a:pt x="32" y="106"/>
                    </a:cubicBezTo>
                    <a:cubicBezTo>
                      <a:pt x="29" y="106"/>
                      <a:pt x="27" y="107"/>
                      <a:pt x="24" y="107"/>
                    </a:cubicBezTo>
                    <a:cubicBezTo>
                      <a:pt x="21" y="107"/>
                      <a:pt x="18" y="106"/>
                      <a:pt x="14" y="1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7" name="Google Shape;4357;p50">
                <a:extLst>
                  <a:ext uri="{FF2B5EF4-FFF2-40B4-BE49-F238E27FC236}">
                    <a16:creationId xmlns:a16="http://schemas.microsoft.com/office/drawing/2014/main" id="{079D51AB-1244-64C3-8CCB-B639D59679B0}"/>
                  </a:ext>
                </a:extLst>
              </p:cNvPr>
              <p:cNvSpPr/>
              <p:nvPr/>
            </p:nvSpPr>
            <p:spPr>
              <a:xfrm>
                <a:off x="-594020" y="3656878"/>
                <a:ext cx="42840" cy="13680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380" extrusionOk="0">
                    <a:moveTo>
                      <a:pt x="4" y="377"/>
                    </a:moveTo>
                    <a:cubicBezTo>
                      <a:pt x="0" y="374"/>
                      <a:pt x="0" y="368"/>
                      <a:pt x="4" y="364"/>
                    </a:cubicBezTo>
                    <a:cubicBezTo>
                      <a:pt x="10" y="359"/>
                      <a:pt x="16" y="352"/>
                      <a:pt x="22" y="346"/>
                    </a:cubicBezTo>
                    <a:cubicBezTo>
                      <a:pt x="31" y="338"/>
                      <a:pt x="39" y="329"/>
                      <a:pt x="47" y="320"/>
                    </a:cubicBezTo>
                    <a:cubicBezTo>
                      <a:pt x="52" y="314"/>
                      <a:pt x="57" y="308"/>
                      <a:pt x="61" y="301"/>
                    </a:cubicBezTo>
                    <a:lnTo>
                      <a:pt x="61" y="302"/>
                    </a:lnTo>
                    <a:cubicBezTo>
                      <a:pt x="68" y="292"/>
                      <a:pt x="75" y="280"/>
                      <a:pt x="81" y="269"/>
                    </a:cubicBezTo>
                    <a:lnTo>
                      <a:pt x="80" y="269"/>
                    </a:lnTo>
                    <a:cubicBezTo>
                      <a:pt x="84" y="261"/>
                      <a:pt x="88" y="253"/>
                      <a:pt x="91" y="244"/>
                    </a:cubicBezTo>
                    <a:cubicBezTo>
                      <a:pt x="94" y="236"/>
                      <a:pt x="96" y="229"/>
                      <a:pt x="98" y="220"/>
                    </a:cubicBezTo>
                    <a:cubicBezTo>
                      <a:pt x="99" y="215"/>
                      <a:pt x="99" y="211"/>
                      <a:pt x="100" y="205"/>
                    </a:cubicBezTo>
                    <a:cubicBezTo>
                      <a:pt x="100" y="198"/>
                      <a:pt x="100" y="191"/>
                      <a:pt x="100" y="184"/>
                    </a:cubicBezTo>
                    <a:cubicBezTo>
                      <a:pt x="100" y="177"/>
                      <a:pt x="99" y="169"/>
                      <a:pt x="99" y="162"/>
                    </a:cubicBezTo>
                    <a:cubicBezTo>
                      <a:pt x="98" y="150"/>
                      <a:pt x="96" y="138"/>
                      <a:pt x="95" y="127"/>
                    </a:cubicBezTo>
                    <a:lnTo>
                      <a:pt x="94" y="127"/>
                    </a:lnTo>
                    <a:lnTo>
                      <a:pt x="94" y="126"/>
                    </a:lnTo>
                    <a:cubicBezTo>
                      <a:pt x="92" y="113"/>
                      <a:pt x="88" y="101"/>
                      <a:pt x="84" y="88"/>
                    </a:cubicBezTo>
                    <a:cubicBezTo>
                      <a:pt x="84" y="89"/>
                      <a:pt x="84" y="89"/>
                      <a:pt x="84" y="89"/>
                    </a:cubicBezTo>
                    <a:cubicBezTo>
                      <a:pt x="80" y="78"/>
                      <a:pt x="75" y="67"/>
                      <a:pt x="70" y="56"/>
                    </a:cubicBezTo>
                    <a:cubicBezTo>
                      <a:pt x="70" y="55"/>
                      <a:pt x="70" y="55"/>
                      <a:pt x="70" y="54"/>
                    </a:cubicBezTo>
                    <a:cubicBezTo>
                      <a:pt x="70" y="55"/>
                      <a:pt x="70" y="55"/>
                      <a:pt x="70" y="55"/>
                    </a:cubicBezTo>
                    <a:cubicBezTo>
                      <a:pt x="67" y="49"/>
                      <a:pt x="63" y="43"/>
                      <a:pt x="60" y="37"/>
                    </a:cubicBezTo>
                    <a:cubicBezTo>
                      <a:pt x="59" y="36"/>
                      <a:pt x="58" y="35"/>
                      <a:pt x="57" y="34"/>
                    </a:cubicBezTo>
                    <a:cubicBezTo>
                      <a:pt x="56" y="33"/>
                      <a:pt x="56" y="32"/>
                      <a:pt x="55" y="31"/>
                    </a:cubicBezTo>
                    <a:cubicBezTo>
                      <a:pt x="55" y="32"/>
                      <a:pt x="55" y="32"/>
                      <a:pt x="56" y="32"/>
                    </a:cubicBezTo>
                    <a:cubicBezTo>
                      <a:pt x="55" y="31"/>
                      <a:pt x="55" y="31"/>
                      <a:pt x="54" y="31"/>
                    </a:cubicBezTo>
                    <a:cubicBezTo>
                      <a:pt x="53" y="28"/>
                      <a:pt x="51" y="25"/>
                      <a:pt x="49" y="22"/>
                    </a:cubicBezTo>
                    <a:cubicBezTo>
                      <a:pt x="46" y="21"/>
                      <a:pt x="44" y="18"/>
                      <a:pt x="42" y="16"/>
                    </a:cubicBezTo>
                    <a:cubicBezTo>
                      <a:pt x="39" y="12"/>
                      <a:pt x="41" y="5"/>
                      <a:pt x="45" y="3"/>
                    </a:cubicBezTo>
                    <a:cubicBezTo>
                      <a:pt x="49" y="0"/>
                      <a:pt x="54" y="0"/>
                      <a:pt x="58" y="4"/>
                    </a:cubicBezTo>
                    <a:cubicBezTo>
                      <a:pt x="60" y="5"/>
                      <a:pt x="62" y="8"/>
                      <a:pt x="64" y="10"/>
                    </a:cubicBezTo>
                    <a:cubicBezTo>
                      <a:pt x="64" y="11"/>
                      <a:pt x="66" y="12"/>
                      <a:pt x="67" y="13"/>
                    </a:cubicBezTo>
                    <a:cubicBezTo>
                      <a:pt x="69" y="17"/>
                      <a:pt x="71" y="19"/>
                      <a:pt x="74" y="23"/>
                    </a:cubicBezTo>
                    <a:cubicBezTo>
                      <a:pt x="74" y="24"/>
                      <a:pt x="74" y="25"/>
                      <a:pt x="75" y="25"/>
                    </a:cubicBezTo>
                    <a:cubicBezTo>
                      <a:pt x="84" y="38"/>
                      <a:pt x="90" y="53"/>
                      <a:pt x="96" y="68"/>
                    </a:cubicBezTo>
                    <a:cubicBezTo>
                      <a:pt x="106" y="95"/>
                      <a:pt x="114" y="124"/>
                      <a:pt x="116" y="153"/>
                    </a:cubicBezTo>
                    <a:cubicBezTo>
                      <a:pt x="117" y="162"/>
                      <a:pt x="117" y="171"/>
                      <a:pt x="117" y="180"/>
                    </a:cubicBezTo>
                    <a:cubicBezTo>
                      <a:pt x="118" y="186"/>
                      <a:pt x="118" y="192"/>
                      <a:pt x="118" y="199"/>
                    </a:cubicBezTo>
                    <a:cubicBezTo>
                      <a:pt x="117" y="227"/>
                      <a:pt x="108" y="254"/>
                      <a:pt x="95" y="279"/>
                    </a:cubicBezTo>
                    <a:cubicBezTo>
                      <a:pt x="88" y="293"/>
                      <a:pt x="78" y="307"/>
                      <a:pt x="69" y="320"/>
                    </a:cubicBezTo>
                    <a:cubicBezTo>
                      <a:pt x="62" y="330"/>
                      <a:pt x="54" y="339"/>
                      <a:pt x="45" y="347"/>
                    </a:cubicBezTo>
                    <a:cubicBezTo>
                      <a:pt x="35" y="357"/>
                      <a:pt x="25" y="367"/>
                      <a:pt x="15" y="377"/>
                    </a:cubicBezTo>
                    <a:cubicBezTo>
                      <a:pt x="14" y="378"/>
                      <a:pt x="12" y="379"/>
                      <a:pt x="10" y="379"/>
                    </a:cubicBezTo>
                    <a:cubicBezTo>
                      <a:pt x="7" y="379"/>
                      <a:pt x="5" y="378"/>
                      <a:pt x="4" y="3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8" name="Google Shape;4358;p50">
                <a:extLst>
                  <a:ext uri="{FF2B5EF4-FFF2-40B4-BE49-F238E27FC236}">
                    <a16:creationId xmlns:a16="http://schemas.microsoft.com/office/drawing/2014/main" id="{3E709031-BDD9-F71D-2040-49B3D380D62B}"/>
                  </a:ext>
                </a:extLst>
              </p:cNvPr>
              <p:cNvSpPr/>
              <p:nvPr/>
            </p:nvSpPr>
            <p:spPr>
              <a:xfrm>
                <a:off x="-924500" y="3906718"/>
                <a:ext cx="7056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196" h="33" extrusionOk="0">
                    <a:moveTo>
                      <a:pt x="0" y="22"/>
                    </a:moveTo>
                    <a:cubicBezTo>
                      <a:pt x="0" y="16"/>
                      <a:pt x="5" y="11"/>
                      <a:pt x="10" y="11"/>
                    </a:cubicBezTo>
                    <a:cubicBezTo>
                      <a:pt x="26" y="11"/>
                      <a:pt x="41" y="12"/>
                      <a:pt x="57" y="12"/>
                    </a:cubicBezTo>
                    <a:cubicBezTo>
                      <a:pt x="65" y="12"/>
                      <a:pt x="72" y="12"/>
                      <a:pt x="80" y="12"/>
                    </a:cubicBezTo>
                    <a:cubicBezTo>
                      <a:pt x="88" y="12"/>
                      <a:pt x="96" y="11"/>
                      <a:pt x="103" y="11"/>
                    </a:cubicBezTo>
                    <a:cubicBezTo>
                      <a:pt x="110" y="10"/>
                      <a:pt x="117" y="9"/>
                      <a:pt x="123" y="9"/>
                    </a:cubicBezTo>
                    <a:cubicBezTo>
                      <a:pt x="128" y="8"/>
                      <a:pt x="133" y="8"/>
                      <a:pt x="138" y="7"/>
                    </a:cubicBezTo>
                    <a:cubicBezTo>
                      <a:pt x="153" y="5"/>
                      <a:pt x="168" y="3"/>
                      <a:pt x="184" y="1"/>
                    </a:cubicBezTo>
                    <a:cubicBezTo>
                      <a:pt x="189" y="0"/>
                      <a:pt x="193" y="4"/>
                      <a:pt x="194" y="8"/>
                    </a:cubicBezTo>
                    <a:cubicBezTo>
                      <a:pt x="195" y="13"/>
                      <a:pt x="191" y="18"/>
                      <a:pt x="186" y="18"/>
                    </a:cubicBezTo>
                    <a:cubicBezTo>
                      <a:pt x="164" y="22"/>
                      <a:pt x="142" y="25"/>
                      <a:pt x="120" y="28"/>
                    </a:cubicBezTo>
                    <a:cubicBezTo>
                      <a:pt x="115" y="28"/>
                      <a:pt x="110" y="29"/>
                      <a:pt x="104" y="29"/>
                    </a:cubicBezTo>
                    <a:cubicBezTo>
                      <a:pt x="103" y="29"/>
                      <a:pt x="100" y="29"/>
                      <a:pt x="99" y="29"/>
                    </a:cubicBezTo>
                    <a:cubicBezTo>
                      <a:pt x="94" y="30"/>
                      <a:pt x="91" y="30"/>
                      <a:pt x="87" y="30"/>
                    </a:cubicBezTo>
                    <a:cubicBezTo>
                      <a:pt x="78" y="30"/>
                      <a:pt x="69" y="30"/>
                      <a:pt x="59" y="30"/>
                    </a:cubicBezTo>
                    <a:cubicBezTo>
                      <a:pt x="43" y="31"/>
                      <a:pt x="26" y="32"/>
                      <a:pt x="10" y="32"/>
                    </a:cubicBezTo>
                    <a:cubicBezTo>
                      <a:pt x="5" y="32"/>
                      <a:pt x="0" y="27"/>
                      <a:pt x="0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9" name="Google Shape;4359;p50">
                <a:extLst>
                  <a:ext uri="{FF2B5EF4-FFF2-40B4-BE49-F238E27FC236}">
                    <a16:creationId xmlns:a16="http://schemas.microsoft.com/office/drawing/2014/main" id="{64059FBE-F011-DE2C-CC26-DC1AA3374E89}"/>
                  </a:ext>
                </a:extLst>
              </p:cNvPr>
              <p:cNvSpPr/>
              <p:nvPr/>
            </p:nvSpPr>
            <p:spPr>
              <a:xfrm>
                <a:off x="-851420" y="3893038"/>
                <a:ext cx="54720" cy="4248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118" extrusionOk="0">
                    <a:moveTo>
                      <a:pt x="30" y="95"/>
                    </a:moveTo>
                    <a:cubicBezTo>
                      <a:pt x="31" y="95"/>
                      <a:pt x="32" y="95"/>
                      <a:pt x="33" y="95"/>
                    </a:cubicBezTo>
                    <a:cubicBezTo>
                      <a:pt x="35" y="94"/>
                      <a:pt x="37" y="93"/>
                      <a:pt x="38" y="93"/>
                    </a:cubicBezTo>
                    <a:cubicBezTo>
                      <a:pt x="40" y="92"/>
                      <a:pt x="42" y="92"/>
                      <a:pt x="44" y="91"/>
                    </a:cubicBezTo>
                    <a:cubicBezTo>
                      <a:pt x="46" y="89"/>
                      <a:pt x="49" y="88"/>
                      <a:pt x="52" y="86"/>
                    </a:cubicBezTo>
                    <a:cubicBezTo>
                      <a:pt x="55" y="83"/>
                      <a:pt x="59" y="81"/>
                      <a:pt x="62" y="78"/>
                    </a:cubicBezTo>
                    <a:cubicBezTo>
                      <a:pt x="66" y="74"/>
                      <a:pt x="70" y="70"/>
                      <a:pt x="74" y="66"/>
                    </a:cubicBezTo>
                    <a:cubicBezTo>
                      <a:pt x="77" y="62"/>
                      <a:pt x="81" y="57"/>
                      <a:pt x="84" y="52"/>
                    </a:cubicBezTo>
                    <a:cubicBezTo>
                      <a:pt x="82" y="46"/>
                      <a:pt x="82" y="39"/>
                      <a:pt x="81" y="33"/>
                    </a:cubicBezTo>
                    <a:cubicBezTo>
                      <a:pt x="81" y="31"/>
                      <a:pt x="81" y="29"/>
                      <a:pt x="81" y="28"/>
                    </a:cubicBezTo>
                    <a:cubicBezTo>
                      <a:pt x="81" y="27"/>
                      <a:pt x="81" y="26"/>
                      <a:pt x="81" y="26"/>
                    </a:cubicBezTo>
                    <a:cubicBezTo>
                      <a:pt x="80" y="25"/>
                      <a:pt x="80" y="25"/>
                      <a:pt x="80" y="24"/>
                    </a:cubicBezTo>
                    <a:cubicBezTo>
                      <a:pt x="79" y="23"/>
                      <a:pt x="79" y="23"/>
                      <a:pt x="79" y="23"/>
                    </a:cubicBezTo>
                    <a:cubicBezTo>
                      <a:pt x="78" y="22"/>
                      <a:pt x="78" y="22"/>
                      <a:pt x="78" y="22"/>
                    </a:cubicBezTo>
                    <a:cubicBezTo>
                      <a:pt x="77" y="22"/>
                      <a:pt x="77" y="21"/>
                      <a:pt x="77" y="21"/>
                    </a:cubicBezTo>
                    <a:cubicBezTo>
                      <a:pt x="78" y="22"/>
                      <a:pt x="78" y="22"/>
                      <a:pt x="78" y="22"/>
                    </a:cubicBezTo>
                    <a:lnTo>
                      <a:pt x="77" y="21"/>
                    </a:lnTo>
                    <a:cubicBezTo>
                      <a:pt x="78" y="22"/>
                      <a:pt x="78" y="22"/>
                      <a:pt x="78" y="22"/>
                    </a:cubicBezTo>
                    <a:lnTo>
                      <a:pt x="77" y="21"/>
                    </a:lnTo>
                    <a:lnTo>
                      <a:pt x="76" y="21"/>
                    </a:lnTo>
                    <a:lnTo>
                      <a:pt x="75" y="20"/>
                    </a:lnTo>
                    <a:lnTo>
                      <a:pt x="74" y="20"/>
                    </a:lnTo>
                    <a:lnTo>
                      <a:pt x="74" y="19"/>
                    </a:lnTo>
                    <a:lnTo>
                      <a:pt x="74" y="20"/>
                    </a:lnTo>
                    <a:cubicBezTo>
                      <a:pt x="74" y="19"/>
                      <a:pt x="73" y="19"/>
                      <a:pt x="73" y="19"/>
                    </a:cubicBezTo>
                    <a:cubicBezTo>
                      <a:pt x="72" y="19"/>
                      <a:pt x="71" y="19"/>
                      <a:pt x="71" y="19"/>
                    </a:cubicBezTo>
                    <a:cubicBezTo>
                      <a:pt x="70" y="19"/>
                      <a:pt x="70" y="19"/>
                      <a:pt x="69" y="19"/>
                    </a:cubicBezTo>
                    <a:cubicBezTo>
                      <a:pt x="68" y="19"/>
                      <a:pt x="67" y="19"/>
                      <a:pt x="67" y="19"/>
                    </a:cubicBezTo>
                    <a:cubicBezTo>
                      <a:pt x="65" y="20"/>
                      <a:pt x="64" y="20"/>
                      <a:pt x="62" y="21"/>
                    </a:cubicBezTo>
                    <a:cubicBezTo>
                      <a:pt x="61" y="21"/>
                      <a:pt x="60" y="22"/>
                      <a:pt x="58" y="22"/>
                    </a:cubicBezTo>
                    <a:cubicBezTo>
                      <a:pt x="56" y="24"/>
                      <a:pt x="55" y="25"/>
                      <a:pt x="53" y="26"/>
                    </a:cubicBezTo>
                    <a:cubicBezTo>
                      <a:pt x="51" y="27"/>
                      <a:pt x="49" y="28"/>
                      <a:pt x="47" y="30"/>
                    </a:cubicBezTo>
                    <a:cubicBezTo>
                      <a:pt x="45" y="32"/>
                      <a:pt x="42" y="35"/>
                      <a:pt x="40" y="38"/>
                    </a:cubicBezTo>
                    <a:cubicBezTo>
                      <a:pt x="40" y="37"/>
                      <a:pt x="40" y="37"/>
                      <a:pt x="40" y="37"/>
                    </a:cubicBezTo>
                    <a:cubicBezTo>
                      <a:pt x="38" y="40"/>
                      <a:pt x="35" y="43"/>
                      <a:pt x="33" y="46"/>
                    </a:cubicBezTo>
                    <a:lnTo>
                      <a:pt x="32" y="47"/>
                    </a:lnTo>
                    <a:lnTo>
                      <a:pt x="33" y="46"/>
                    </a:lnTo>
                    <a:cubicBezTo>
                      <a:pt x="31" y="50"/>
                      <a:pt x="29" y="53"/>
                      <a:pt x="27" y="56"/>
                    </a:cubicBezTo>
                    <a:cubicBezTo>
                      <a:pt x="25" y="60"/>
                      <a:pt x="24" y="64"/>
                      <a:pt x="23" y="67"/>
                    </a:cubicBezTo>
                    <a:cubicBezTo>
                      <a:pt x="21" y="71"/>
                      <a:pt x="20" y="74"/>
                      <a:pt x="20" y="78"/>
                    </a:cubicBezTo>
                    <a:cubicBezTo>
                      <a:pt x="19" y="80"/>
                      <a:pt x="19" y="81"/>
                      <a:pt x="19" y="83"/>
                    </a:cubicBezTo>
                    <a:cubicBezTo>
                      <a:pt x="19" y="84"/>
                      <a:pt x="19" y="85"/>
                      <a:pt x="19" y="86"/>
                    </a:cubicBezTo>
                    <a:cubicBezTo>
                      <a:pt x="19" y="87"/>
                      <a:pt x="19" y="88"/>
                      <a:pt x="19" y="89"/>
                    </a:cubicBezTo>
                    <a:lnTo>
                      <a:pt x="20" y="89"/>
                    </a:lnTo>
                    <a:cubicBezTo>
                      <a:pt x="20" y="90"/>
                      <a:pt x="20" y="90"/>
                      <a:pt x="20" y="91"/>
                    </a:cubicBezTo>
                    <a:lnTo>
                      <a:pt x="21" y="92"/>
                    </a:lnTo>
                    <a:cubicBezTo>
                      <a:pt x="21" y="93"/>
                      <a:pt x="22" y="93"/>
                      <a:pt x="22" y="93"/>
                    </a:cubicBezTo>
                    <a:cubicBezTo>
                      <a:pt x="23" y="93"/>
                      <a:pt x="23" y="93"/>
                      <a:pt x="23" y="93"/>
                    </a:cubicBezTo>
                    <a:cubicBezTo>
                      <a:pt x="24" y="94"/>
                      <a:pt x="24" y="94"/>
                      <a:pt x="25" y="94"/>
                    </a:cubicBezTo>
                    <a:cubicBezTo>
                      <a:pt x="25" y="95"/>
                      <a:pt x="25" y="95"/>
                      <a:pt x="26" y="95"/>
                    </a:cubicBezTo>
                    <a:cubicBezTo>
                      <a:pt x="27" y="95"/>
                      <a:pt x="27" y="95"/>
                      <a:pt x="28" y="95"/>
                    </a:cubicBezTo>
                    <a:cubicBezTo>
                      <a:pt x="28" y="95"/>
                      <a:pt x="29" y="95"/>
                      <a:pt x="30" y="95"/>
                    </a:cubicBezTo>
                    <a:moveTo>
                      <a:pt x="115" y="116"/>
                    </a:moveTo>
                    <a:cubicBezTo>
                      <a:pt x="109" y="115"/>
                      <a:pt x="104" y="113"/>
                      <a:pt x="100" y="109"/>
                    </a:cubicBezTo>
                    <a:cubicBezTo>
                      <a:pt x="95" y="105"/>
                      <a:pt x="92" y="100"/>
                      <a:pt x="90" y="95"/>
                    </a:cubicBezTo>
                    <a:cubicBezTo>
                      <a:pt x="88" y="91"/>
                      <a:pt x="86" y="85"/>
                      <a:pt x="85" y="81"/>
                    </a:cubicBezTo>
                    <a:cubicBezTo>
                      <a:pt x="81" y="86"/>
                      <a:pt x="75" y="91"/>
                      <a:pt x="70" y="96"/>
                    </a:cubicBezTo>
                    <a:cubicBezTo>
                      <a:pt x="59" y="105"/>
                      <a:pt x="47" y="112"/>
                      <a:pt x="33" y="114"/>
                    </a:cubicBezTo>
                    <a:cubicBezTo>
                      <a:pt x="27" y="114"/>
                      <a:pt x="21" y="113"/>
                      <a:pt x="16" y="112"/>
                    </a:cubicBezTo>
                    <a:cubicBezTo>
                      <a:pt x="10" y="109"/>
                      <a:pt x="6" y="105"/>
                      <a:pt x="3" y="99"/>
                    </a:cubicBezTo>
                    <a:cubicBezTo>
                      <a:pt x="0" y="95"/>
                      <a:pt x="0" y="88"/>
                      <a:pt x="0" y="83"/>
                    </a:cubicBezTo>
                    <a:cubicBezTo>
                      <a:pt x="0" y="75"/>
                      <a:pt x="2" y="68"/>
                      <a:pt x="4" y="62"/>
                    </a:cubicBezTo>
                    <a:cubicBezTo>
                      <a:pt x="9" y="49"/>
                      <a:pt x="16" y="36"/>
                      <a:pt x="25" y="26"/>
                    </a:cubicBezTo>
                    <a:cubicBezTo>
                      <a:pt x="34" y="15"/>
                      <a:pt x="44" y="7"/>
                      <a:pt x="56" y="3"/>
                    </a:cubicBezTo>
                    <a:cubicBezTo>
                      <a:pt x="60" y="1"/>
                      <a:pt x="63" y="0"/>
                      <a:pt x="67" y="0"/>
                    </a:cubicBezTo>
                    <a:cubicBezTo>
                      <a:pt x="71" y="0"/>
                      <a:pt x="75" y="0"/>
                      <a:pt x="78" y="1"/>
                    </a:cubicBezTo>
                    <a:cubicBezTo>
                      <a:pt x="85" y="2"/>
                      <a:pt x="92" y="7"/>
                      <a:pt x="96" y="13"/>
                    </a:cubicBezTo>
                    <a:cubicBezTo>
                      <a:pt x="98" y="17"/>
                      <a:pt x="100" y="21"/>
                      <a:pt x="101" y="26"/>
                    </a:cubicBezTo>
                    <a:cubicBezTo>
                      <a:pt x="102" y="25"/>
                      <a:pt x="105" y="26"/>
                      <a:pt x="106" y="26"/>
                    </a:cubicBezTo>
                    <a:cubicBezTo>
                      <a:pt x="110" y="28"/>
                      <a:pt x="112" y="32"/>
                      <a:pt x="113" y="35"/>
                    </a:cubicBezTo>
                    <a:cubicBezTo>
                      <a:pt x="113" y="40"/>
                      <a:pt x="111" y="44"/>
                      <a:pt x="109" y="48"/>
                    </a:cubicBezTo>
                    <a:cubicBezTo>
                      <a:pt x="108" y="49"/>
                      <a:pt x="107" y="50"/>
                      <a:pt x="106" y="52"/>
                    </a:cubicBezTo>
                    <a:cubicBezTo>
                      <a:pt x="106" y="53"/>
                      <a:pt x="105" y="55"/>
                      <a:pt x="105" y="57"/>
                    </a:cubicBezTo>
                    <a:cubicBezTo>
                      <a:pt x="105" y="60"/>
                      <a:pt x="104" y="63"/>
                      <a:pt x="104" y="66"/>
                    </a:cubicBezTo>
                    <a:cubicBezTo>
                      <a:pt x="104" y="68"/>
                      <a:pt x="104" y="71"/>
                      <a:pt x="104" y="73"/>
                    </a:cubicBezTo>
                    <a:cubicBezTo>
                      <a:pt x="104" y="75"/>
                      <a:pt x="104" y="77"/>
                      <a:pt x="104" y="78"/>
                    </a:cubicBezTo>
                    <a:cubicBezTo>
                      <a:pt x="105" y="80"/>
                      <a:pt x="105" y="82"/>
                      <a:pt x="106" y="84"/>
                    </a:cubicBezTo>
                    <a:cubicBezTo>
                      <a:pt x="106" y="85"/>
                      <a:pt x="107" y="87"/>
                      <a:pt x="108" y="88"/>
                    </a:cubicBezTo>
                    <a:cubicBezTo>
                      <a:pt x="108" y="89"/>
                      <a:pt x="109" y="90"/>
                      <a:pt x="109" y="91"/>
                    </a:cubicBezTo>
                    <a:cubicBezTo>
                      <a:pt x="110" y="92"/>
                      <a:pt x="110" y="92"/>
                      <a:pt x="111" y="93"/>
                    </a:cubicBezTo>
                    <a:cubicBezTo>
                      <a:pt x="111" y="93"/>
                      <a:pt x="112" y="93"/>
                      <a:pt x="112" y="94"/>
                    </a:cubicBezTo>
                    <a:cubicBezTo>
                      <a:pt x="112" y="95"/>
                      <a:pt x="113" y="95"/>
                      <a:pt x="113" y="95"/>
                    </a:cubicBezTo>
                    <a:cubicBezTo>
                      <a:pt x="114" y="96"/>
                      <a:pt x="115" y="96"/>
                      <a:pt x="115" y="96"/>
                    </a:cubicBezTo>
                    <a:cubicBezTo>
                      <a:pt x="116" y="96"/>
                      <a:pt x="116" y="96"/>
                      <a:pt x="117" y="97"/>
                    </a:cubicBezTo>
                    <a:cubicBezTo>
                      <a:pt x="118" y="97"/>
                      <a:pt x="118" y="97"/>
                      <a:pt x="119" y="98"/>
                    </a:cubicBezTo>
                    <a:lnTo>
                      <a:pt x="120" y="98"/>
                    </a:lnTo>
                    <a:cubicBezTo>
                      <a:pt x="121" y="98"/>
                      <a:pt x="122" y="98"/>
                      <a:pt x="123" y="98"/>
                    </a:cubicBezTo>
                    <a:lnTo>
                      <a:pt x="124" y="98"/>
                    </a:lnTo>
                    <a:cubicBezTo>
                      <a:pt x="125" y="97"/>
                      <a:pt x="126" y="97"/>
                      <a:pt x="127" y="96"/>
                    </a:cubicBezTo>
                    <a:cubicBezTo>
                      <a:pt x="128" y="96"/>
                      <a:pt x="129" y="96"/>
                      <a:pt x="130" y="95"/>
                    </a:cubicBezTo>
                    <a:cubicBezTo>
                      <a:pt x="132" y="94"/>
                      <a:pt x="134" y="93"/>
                      <a:pt x="136" y="92"/>
                    </a:cubicBezTo>
                    <a:cubicBezTo>
                      <a:pt x="140" y="89"/>
                      <a:pt x="146" y="91"/>
                      <a:pt x="149" y="95"/>
                    </a:cubicBezTo>
                    <a:cubicBezTo>
                      <a:pt x="151" y="100"/>
                      <a:pt x="150" y="106"/>
                      <a:pt x="145" y="108"/>
                    </a:cubicBezTo>
                    <a:cubicBezTo>
                      <a:pt x="140" y="111"/>
                      <a:pt x="136" y="114"/>
                      <a:pt x="130" y="116"/>
                    </a:cubicBezTo>
                    <a:cubicBezTo>
                      <a:pt x="127" y="117"/>
                      <a:pt x="125" y="117"/>
                      <a:pt x="122" y="117"/>
                    </a:cubicBezTo>
                    <a:cubicBezTo>
                      <a:pt x="119" y="117"/>
                      <a:pt x="116" y="117"/>
                      <a:pt x="115" y="11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0" name="Google Shape;4360;p50">
                <a:extLst>
                  <a:ext uri="{FF2B5EF4-FFF2-40B4-BE49-F238E27FC236}">
                    <a16:creationId xmlns:a16="http://schemas.microsoft.com/office/drawing/2014/main" id="{891CA32C-8389-61AE-D1FD-D002F59C27FC}"/>
                  </a:ext>
                </a:extLst>
              </p:cNvPr>
              <p:cNvSpPr/>
              <p:nvPr/>
            </p:nvSpPr>
            <p:spPr>
              <a:xfrm>
                <a:off x="-866180" y="3984118"/>
                <a:ext cx="9000" cy="52560"/>
              </a:xfrm>
              <a:custGeom>
                <a:avLst/>
                <a:gdLst/>
                <a:ahLst/>
                <a:cxnLst/>
                <a:rect l="l" t="t" r="r" b="b"/>
                <a:pathLst>
                  <a:path w="25" h="146" extrusionOk="0">
                    <a:moveTo>
                      <a:pt x="5" y="136"/>
                    </a:moveTo>
                    <a:cubicBezTo>
                      <a:pt x="4" y="115"/>
                      <a:pt x="3" y="94"/>
                      <a:pt x="2" y="72"/>
                    </a:cubicBezTo>
                    <a:cubicBezTo>
                      <a:pt x="2" y="62"/>
                      <a:pt x="2" y="51"/>
                      <a:pt x="1" y="40"/>
                    </a:cubicBezTo>
                    <a:cubicBezTo>
                      <a:pt x="1" y="35"/>
                      <a:pt x="1" y="29"/>
                      <a:pt x="1" y="23"/>
                    </a:cubicBezTo>
                    <a:cubicBezTo>
                      <a:pt x="0" y="19"/>
                      <a:pt x="0" y="15"/>
                      <a:pt x="0" y="10"/>
                    </a:cubicBezTo>
                    <a:cubicBezTo>
                      <a:pt x="0" y="5"/>
                      <a:pt x="5" y="0"/>
                      <a:pt x="10" y="0"/>
                    </a:cubicBezTo>
                    <a:cubicBezTo>
                      <a:pt x="16" y="0"/>
                      <a:pt x="20" y="5"/>
                      <a:pt x="20" y="10"/>
                    </a:cubicBezTo>
                    <a:cubicBezTo>
                      <a:pt x="20" y="20"/>
                      <a:pt x="20" y="29"/>
                      <a:pt x="20" y="39"/>
                    </a:cubicBezTo>
                    <a:cubicBezTo>
                      <a:pt x="21" y="50"/>
                      <a:pt x="21" y="61"/>
                      <a:pt x="22" y="72"/>
                    </a:cubicBezTo>
                    <a:cubicBezTo>
                      <a:pt x="22" y="93"/>
                      <a:pt x="23" y="115"/>
                      <a:pt x="24" y="136"/>
                    </a:cubicBezTo>
                    <a:cubicBezTo>
                      <a:pt x="24" y="141"/>
                      <a:pt x="19" y="145"/>
                      <a:pt x="15" y="145"/>
                    </a:cubicBezTo>
                    <a:cubicBezTo>
                      <a:pt x="9" y="145"/>
                      <a:pt x="6" y="141"/>
                      <a:pt x="5" y="1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1" name="Google Shape;4361;p50">
                <a:extLst>
                  <a:ext uri="{FF2B5EF4-FFF2-40B4-BE49-F238E27FC236}">
                    <a16:creationId xmlns:a16="http://schemas.microsoft.com/office/drawing/2014/main" id="{1ACD6FB4-F9AC-D2AB-5E1E-9D8C990841E3}"/>
                  </a:ext>
                </a:extLst>
              </p:cNvPr>
              <p:cNvSpPr/>
              <p:nvPr/>
            </p:nvSpPr>
            <p:spPr>
              <a:xfrm>
                <a:off x="-865460" y="4063318"/>
                <a:ext cx="10080" cy="39240"/>
              </a:xfrm>
              <a:custGeom>
                <a:avLst/>
                <a:gdLst/>
                <a:ahLst/>
                <a:cxnLst/>
                <a:rect l="l" t="t" r="r" b="b"/>
                <a:pathLst>
                  <a:path w="28" h="109" extrusionOk="0">
                    <a:moveTo>
                      <a:pt x="7" y="100"/>
                    </a:moveTo>
                    <a:cubicBezTo>
                      <a:pt x="6" y="92"/>
                      <a:pt x="4" y="84"/>
                      <a:pt x="3" y="76"/>
                    </a:cubicBezTo>
                    <a:cubicBezTo>
                      <a:pt x="2" y="68"/>
                      <a:pt x="2" y="60"/>
                      <a:pt x="1" y="53"/>
                    </a:cubicBezTo>
                    <a:cubicBezTo>
                      <a:pt x="0" y="46"/>
                      <a:pt x="0" y="38"/>
                      <a:pt x="0" y="31"/>
                    </a:cubicBezTo>
                    <a:cubicBezTo>
                      <a:pt x="0" y="27"/>
                      <a:pt x="0" y="23"/>
                      <a:pt x="0" y="19"/>
                    </a:cubicBezTo>
                    <a:cubicBezTo>
                      <a:pt x="0" y="16"/>
                      <a:pt x="0" y="13"/>
                      <a:pt x="0" y="1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8"/>
                      <a:pt x="1" y="6"/>
                      <a:pt x="3" y="4"/>
                    </a:cubicBezTo>
                    <a:cubicBezTo>
                      <a:pt x="4" y="1"/>
                      <a:pt x="7" y="0"/>
                      <a:pt x="10" y="0"/>
                    </a:cubicBezTo>
                    <a:cubicBezTo>
                      <a:pt x="13" y="0"/>
                      <a:pt x="16" y="1"/>
                      <a:pt x="17" y="3"/>
                    </a:cubicBezTo>
                    <a:cubicBezTo>
                      <a:pt x="20" y="6"/>
                      <a:pt x="20" y="8"/>
                      <a:pt x="20" y="11"/>
                    </a:cubicBezTo>
                    <a:lnTo>
                      <a:pt x="20" y="10"/>
                    </a:lnTo>
                    <a:cubicBezTo>
                      <a:pt x="20" y="24"/>
                      <a:pt x="19" y="37"/>
                      <a:pt x="20" y="51"/>
                    </a:cubicBezTo>
                    <a:cubicBezTo>
                      <a:pt x="20" y="58"/>
                      <a:pt x="21" y="66"/>
                      <a:pt x="22" y="73"/>
                    </a:cubicBezTo>
                    <a:cubicBezTo>
                      <a:pt x="23" y="81"/>
                      <a:pt x="25" y="89"/>
                      <a:pt x="26" y="98"/>
                    </a:cubicBezTo>
                    <a:cubicBezTo>
                      <a:pt x="27" y="103"/>
                      <a:pt x="23" y="108"/>
                      <a:pt x="18" y="108"/>
                    </a:cubicBezTo>
                    <a:cubicBezTo>
                      <a:pt x="17" y="108"/>
                      <a:pt x="17" y="108"/>
                      <a:pt x="17" y="108"/>
                    </a:cubicBezTo>
                    <a:cubicBezTo>
                      <a:pt x="12" y="108"/>
                      <a:pt x="8" y="105"/>
                      <a:pt x="7" y="10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2" name="Google Shape;4362;p50">
                <a:extLst>
                  <a:ext uri="{FF2B5EF4-FFF2-40B4-BE49-F238E27FC236}">
                    <a16:creationId xmlns:a16="http://schemas.microsoft.com/office/drawing/2014/main" id="{E7ECE940-F653-3C22-63A1-A20149CBCE18}"/>
                  </a:ext>
                </a:extLst>
              </p:cNvPr>
              <p:cNvSpPr/>
              <p:nvPr/>
            </p:nvSpPr>
            <p:spPr>
              <a:xfrm>
                <a:off x="-862580" y="4122358"/>
                <a:ext cx="756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21" h="120" extrusionOk="0">
                    <a:moveTo>
                      <a:pt x="5" y="117"/>
                    </a:moveTo>
                    <a:cubicBezTo>
                      <a:pt x="2" y="115"/>
                      <a:pt x="1" y="113"/>
                      <a:pt x="1" y="110"/>
                    </a:cubicBezTo>
                    <a:cubicBezTo>
                      <a:pt x="1" y="109"/>
                      <a:pt x="1" y="109"/>
                      <a:pt x="1" y="108"/>
                    </a:cubicBezTo>
                    <a:cubicBezTo>
                      <a:pt x="0" y="92"/>
                      <a:pt x="0" y="75"/>
                      <a:pt x="0" y="59"/>
                    </a:cubicBezTo>
                    <a:cubicBezTo>
                      <a:pt x="0" y="43"/>
                      <a:pt x="0" y="26"/>
                      <a:pt x="0" y="10"/>
                    </a:cubicBezTo>
                    <a:cubicBezTo>
                      <a:pt x="1" y="5"/>
                      <a:pt x="5" y="0"/>
                      <a:pt x="10" y="0"/>
                    </a:cubicBezTo>
                    <a:cubicBezTo>
                      <a:pt x="16" y="0"/>
                      <a:pt x="20" y="5"/>
                      <a:pt x="20" y="10"/>
                    </a:cubicBezTo>
                    <a:cubicBezTo>
                      <a:pt x="20" y="26"/>
                      <a:pt x="19" y="41"/>
                      <a:pt x="19" y="58"/>
                    </a:cubicBezTo>
                    <a:cubicBezTo>
                      <a:pt x="19" y="73"/>
                      <a:pt x="19" y="90"/>
                      <a:pt x="20" y="106"/>
                    </a:cubicBezTo>
                    <a:lnTo>
                      <a:pt x="20" y="105"/>
                    </a:lnTo>
                    <a:cubicBezTo>
                      <a:pt x="20" y="106"/>
                      <a:pt x="20" y="107"/>
                      <a:pt x="20" y="108"/>
                    </a:cubicBezTo>
                    <a:cubicBezTo>
                      <a:pt x="20" y="111"/>
                      <a:pt x="20" y="113"/>
                      <a:pt x="18" y="115"/>
                    </a:cubicBezTo>
                    <a:cubicBezTo>
                      <a:pt x="17" y="117"/>
                      <a:pt x="14" y="118"/>
                      <a:pt x="12" y="119"/>
                    </a:cubicBezTo>
                    <a:cubicBezTo>
                      <a:pt x="12" y="119"/>
                      <a:pt x="11" y="119"/>
                      <a:pt x="10" y="119"/>
                    </a:cubicBezTo>
                    <a:cubicBezTo>
                      <a:pt x="9" y="119"/>
                      <a:pt x="6" y="118"/>
                      <a:pt x="5" y="1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3" name="Google Shape;4363;p50">
                <a:extLst>
                  <a:ext uri="{FF2B5EF4-FFF2-40B4-BE49-F238E27FC236}">
                    <a16:creationId xmlns:a16="http://schemas.microsoft.com/office/drawing/2014/main" id="{D8F24DB1-9E79-16CA-D727-D7B2C2F11485}"/>
                  </a:ext>
                </a:extLst>
              </p:cNvPr>
              <p:cNvSpPr/>
              <p:nvPr/>
            </p:nvSpPr>
            <p:spPr>
              <a:xfrm>
                <a:off x="-863300" y="4187518"/>
                <a:ext cx="11160" cy="33120"/>
              </a:xfrm>
              <a:custGeom>
                <a:avLst/>
                <a:gdLst/>
                <a:ahLst/>
                <a:cxnLst/>
                <a:rect l="l" t="t" r="r" b="b"/>
                <a:pathLst>
                  <a:path w="31" h="92" extrusionOk="0">
                    <a:moveTo>
                      <a:pt x="11" y="86"/>
                    </a:moveTo>
                    <a:cubicBezTo>
                      <a:pt x="7" y="79"/>
                      <a:pt x="4" y="71"/>
                      <a:pt x="3" y="64"/>
                    </a:cubicBezTo>
                    <a:cubicBezTo>
                      <a:pt x="0" y="56"/>
                      <a:pt x="0" y="47"/>
                      <a:pt x="0" y="40"/>
                    </a:cubicBezTo>
                    <a:cubicBezTo>
                      <a:pt x="0" y="33"/>
                      <a:pt x="1" y="26"/>
                      <a:pt x="1" y="20"/>
                    </a:cubicBezTo>
                    <a:lnTo>
                      <a:pt x="1" y="21"/>
                    </a:lnTo>
                    <a:cubicBezTo>
                      <a:pt x="2" y="18"/>
                      <a:pt x="2" y="14"/>
                      <a:pt x="3" y="11"/>
                    </a:cubicBezTo>
                    <a:lnTo>
                      <a:pt x="3" y="10"/>
                    </a:lnTo>
                    <a:cubicBezTo>
                      <a:pt x="3" y="4"/>
                      <a:pt x="8" y="0"/>
                      <a:pt x="14" y="0"/>
                    </a:cubicBezTo>
                    <a:cubicBezTo>
                      <a:pt x="16" y="0"/>
                      <a:pt x="19" y="1"/>
                      <a:pt x="21" y="4"/>
                    </a:cubicBezTo>
                    <a:cubicBezTo>
                      <a:pt x="22" y="6"/>
                      <a:pt x="23" y="9"/>
                      <a:pt x="23" y="13"/>
                    </a:cubicBezTo>
                    <a:cubicBezTo>
                      <a:pt x="22" y="16"/>
                      <a:pt x="22" y="20"/>
                      <a:pt x="21" y="24"/>
                    </a:cubicBezTo>
                    <a:cubicBezTo>
                      <a:pt x="20" y="30"/>
                      <a:pt x="19" y="36"/>
                      <a:pt x="19" y="43"/>
                    </a:cubicBezTo>
                    <a:cubicBezTo>
                      <a:pt x="19" y="47"/>
                      <a:pt x="20" y="51"/>
                      <a:pt x="20" y="55"/>
                    </a:cubicBezTo>
                    <a:cubicBezTo>
                      <a:pt x="21" y="57"/>
                      <a:pt x="21" y="59"/>
                      <a:pt x="22" y="61"/>
                    </a:cubicBezTo>
                    <a:cubicBezTo>
                      <a:pt x="23" y="65"/>
                      <a:pt x="24" y="69"/>
                      <a:pt x="26" y="73"/>
                    </a:cubicBezTo>
                    <a:cubicBezTo>
                      <a:pt x="26" y="74"/>
                      <a:pt x="27" y="76"/>
                      <a:pt x="28" y="78"/>
                    </a:cubicBezTo>
                    <a:cubicBezTo>
                      <a:pt x="30" y="82"/>
                      <a:pt x="28" y="88"/>
                      <a:pt x="23" y="91"/>
                    </a:cubicBezTo>
                    <a:cubicBezTo>
                      <a:pt x="22" y="91"/>
                      <a:pt x="21" y="91"/>
                      <a:pt x="19" y="91"/>
                    </a:cubicBezTo>
                    <a:cubicBezTo>
                      <a:pt x="16" y="91"/>
                      <a:pt x="12" y="89"/>
                      <a:pt x="11" y="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4" name="Google Shape;4364;p50">
                <a:extLst>
                  <a:ext uri="{FF2B5EF4-FFF2-40B4-BE49-F238E27FC236}">
                    <a16:creationId xmlns:a16="http://schemas.microsoft.com/office/drawing/2014/main" id="{B774BAF8-BD70-9E74-F8AA-0260632C4FE9}"/>
                  </a:ext>
                </a:extLst>
              </p:cNvPr>
              <p:cNvSpPr/>
              <p:nvPr/>
            </p:nvSpPr>
            <p:spPr>
              <a:xfrm>
                <a:off x="-831260" y="4214518"/>
                <a:ext cx="8028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223" h="28" extrusionOk="0">
                    <a:moveTo>
                      <a:pt x="212" y="27"/>
                    </a:moveTo>
                    <a:cubicBezTo>
                      <a:pt x="191" y="25"/>
                      <a:pt x="169" y="24"/>
                      <a:pt x="148" y="24"/>
                    </a:cubicBezTo>
                    <a:cubicBezTo>
                      <a:pt x="141" y="24"/>
                      <a:pt x="134" y="24"/>
                      <a:pt x="128" y="24"/>
                    </a:cubicBezTo>
                    <a:cubicBezTo>
                      <a:pt x="112" y="24"/>
                      <a:pt x="97" y="25"/>
                      <a:pt x="82" y="25"/>
                    </a:cubicBezTo>
                    <a:cubicBezTo>
                      <a:pt x="73" y="26"/>
                      <a:pt x="64" y="26"/>
                      <a:pt x="55" y="26"/>
                    </a:cubicBezTo>
                    <a:cubicBezTo>
                      <a:pt x="52" y="26"/>
                      <a:pt x="48" y="26"/>
                      <a:pt x="45" y="25"/>
                    </a:cubicBezTo>
                    <a:cubicBezTo>
                      <a:pt x="40" y="25"/>
                      <a:pt x="36" y="25"/>
                      <a:pt x="31" y="25"/>
                    </a:cubicBezTo>
                    <a:cubicBezTo>
                      <a:pt x="31" y="25"/>
                      <a:pt x="30" y="25"/>
                      <a:pt x="29" y="24"/>
                    </a:cubicBezTo>
                    <a:cubicBezTo>
                      <a:pt x="30" y="25"/>
                      <a:pt x="30" y="25"/>
                      <a:pt x="31" y="25"/>
                    </a:cubicBezTo>
                    <a:cubicBezTo>
                      <a:pt x="29" y="24"/>
                      <a:pt x="28" y="24"/>
                      <a:pt x="27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5" y="24"/>
                      <a:pt x="24" y="24"/>
                      <a:pt x="23" y="24"/>
                    </a:cubicBezTo>
                    <a:lnTo>
                      <a:pt x="24" y="24"/>
                    </a:lnTo>
                    <a:cubicBezTo>
                      <a:pt x="21" y="24"/>
                      <a:pt x="18" y="23"/>
                      <a:pt x="16" y="23"/>
                    </a:cubicBezTo>
                    <a:cubicBezTo>
                      <a:pt x="13" y="22"/>
                      <a:pt x="9" y="21"/>
                      <a:pt x="6" y="18"/>
                    </a:cubicBezTo>
                    <a:cubicBezTo>
                      <a:pt x="0" y="13"/>
                      <a:pt x="3" y="3"/>
                      <a:pt x="10" y="1"/>
                    </a:cubicBezTo>
                    <a:cubicBezTo>
                      <a:pt x="14" y="0"/>
                      <a:pt x="18" y="2"/>
                      <a:pt x="22" y="2"/>
                    </a:cubicBezTo>
                    <a:cubicBezTo>
                      <a:pt x="24" y="2"/>
                      <a:pt x="26" y="3"/>
                      <a:pt x="27" y="5"/>
                    </a:cubicBezTo>
                    <a:cubicBezTo>
                      <a:pt x="29" y="5"/>
                      <a:pt x="32" y="6"/>
                      <a:pt x="35" y="6"/>
                    </a:cubicBezTo>
                    <a:cubicBezTo>
                      <a:pt x="39" y="6"/>
                      <a:pt x="44" y="7"/>
                      <a:pt x="49" y="7"/>
                    </a:cubicBezTo>
                    <a:cubicBezTo>
                      <a:pt x="55" y="7"/>
                      <a:pt x="61" y="7"/>
                      <a:pt x="67" y="7"/>
                    </a:cubicBezTo>
                    <a:cubicBezTo>
                      <a:pt x="66" y="7"/>
                      <a:pt x="66" y="7"/>
                      <a:pt x="66" y="7"/>
                    </a:cubicBezTo>
                    <a:cubicBezTo>
                      <a:pt x="76" y="7"/>
                      <a:pt x="87" y="7"/>
                      <a:pt x="98" y="7"/>
                    </a:cubicBezTo>
                    <a:cubicBezTo>
                      <a:pt x="108" y="6"/>
                      <a:pt x="118" y="6"/>
                      <a:pt x="128" y="6"/>
                    </a:cubicBezTo>
                    <a:lnTo>
                      <a:pt x="127" y="6"/>
                    </a:lnTo>
                    <a:cubicBezTo>
                      <a:pt x="129" y="6"/>
                      <a:pt x="129" y="6"/>
                      <a:pt x="130" y="6"/>
                    </a:cubicBezTo>
                    <a:lnTo>
                      <a:pt x="129" y="6"/>
                    </a:lnTo>
                    <a:cubicBezTo>
                      <a:pt x="134" y="6"/>
                      <a:pt x="140" y="6"/>
                      <a:pt x="146" y="6"/>
                    </a:cubicBezTo>
                    <a:lnTo>
                      <a:pt x="147" y="6"/>
                    </a:lnTo>
                    <a:cubicBezTo>
                      <a:pt x="169" y="6"/>
                      <a:pt x="191" y="7"/>
                      <a:pt x="213" y="9"/>
                    </a:cubicBezTo>
                    <a:cubicBezTo>
                      <a:pt x="218" y="10"/>
                      <a:pt x="222" y="14"/>
                      <a:pt x="221" y="19"/>
                    </a:cubicBezTo>
                    <a:cubicBezTo>
                      <a:pt x="221" y="23"/>
                      <a:pt x="217" y="27"/>
                      <a:pt x="212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5" name="Google Shape;4365;p50">
                <a:extLst>
                  <a:ext uri="{FF2B5EF4-FFF2-40B4-BE49-F238E27FC236}">
                    <a16:creationId xmlns:a16="http://schemas.microsoft.com/office/drawing/2014/main" id="{7B5503E7-167A-8985-506A-6A28F3E3EDF6}"/>
                  </a:ext>
                </a:extLst>
              </p:cNvPr>
              <p:cNvSpPr/>
              <p:nvPr/>
            </p:nvSpPr>
            <p:spPr>
              <a:xfrm>
                <a:off x="-725420" y="4213798"/>
                <a:ext cx="6444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179" h="25" extrusionOk="0">
                    <a:moveTo>
                      <a:pt x="5" y="8"/>
                    </a:moveTo>
                    <a:cubicBezTo>
                      <a:pt x="6" y="7"/>
                      <a:pt x="6" y="7"/>
                      <a:pt x="7" y="7"/>
                    </a:cubicBezTo>
                    <a:cubicBezTo>
                      <a:pt x="9" y="4"/>
                      <a:pt x="12" y="4"/>
                      <a:pt x="15" y="4"/>
                    </a:cubicBezTo>
                    <a:cubicBezTo>
                      <a:pt x="24" y="4"/>
                      <a:pt x="33" y="3"/>
                      <a:pt x="41" y="3"/>
                    </a:cubicBezTo>
                    <a:cubicBezTo>
                      <a:pt x="52" y="2"/>
                      <a:pt x="62" y="1"/>
                      <a:pt x="72" y="1"/>
                    </a:cubicBezTo>
                    <a:cubicBezTo>
                      <a:pt x="78" y="1"/>
                      <a:pt x="84" y="1"/>
                      <a:pt x="90" y="1"/>
                    </a:cubicBezTo>
                    <a:cubicBezTo>
                      <a:pt x="95" y="0"/>
                      <a:pt x="100" y="0"/>
                      <a:pt x="105" y="0"/>
                    </a:cubicBezTo>
                    <a:cubicBezTo>
                      <a:pt x="115" y="0"/>
                      <a:pt x="125" y="0"/>
                      <a:pt x="134" y="1"/>
                    </a:cubicBezTo>
                    <a:cubicBezTo>
                      <a:pt x="146" y="1"/>
                      <a:pt x="158" y="1"/>
                      <a:pt x="170" y="2"/>
                    </a:cubicBezTo>
                    <a:cubicBezTo>
                      <a:pt x="174" y="2"/>
                      <a:pt x="178" y="7"/>
                      <a:pt x="178" y="12"/>
                    </a:cubicBezTo>
                    <a:cubicBezTo>
                      <a:pt x="178" y="16"/>
                      <a:pt x="174" y="20"/>
                      <a:pt x="169" y="20"/>
                    </a:cubicBezTo>
                    <a:cubicBezTo>
                      <a:pt x="158" y="19"/>
                      <a:pt x="149" y="19"/>
                      <a:pt x="138" y="19"/>
                    </a:cubicBezTo>
                    <a:cubicBezTo>
                      <a:pt x="129" y="19"/>
                      <a:pt x="119" y="19"/>
                      <a:pt x="110" y="18"/>
                    </a:cubicBezTo>
                    <a:cubicBezTo>
                      <a:pt x="102" y="19"/>
                      <a:pt x="95" y="19"/>
                      <a:pt x="87" y="19"/>
                    </a:cubicBezTo>
                    <a:cubicBezTo>
                      <a:pt x="79" y="20"/>
                      <a:pt x="69" y="20"/>
                      <a:pt x="60" y="21"/>
                    </a:cubicBezTo>
                    <a:cubicBezTo>
                      <a:pt x="45" y="22"/>
                      <a:pt x="29" y="23"/>
                      <a:pt x="14" y="24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5" y="24"/>
                      <a:pt x="0" y="14"/>
                      <a:pt x="5" y="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6" name="Google Shape;4366;p50">
                <a:extLst>
                  <a:ext uri="{FF2B5EF4-FFF2-40B4-BE49-F238E27FC236}">
                    <a16:creationId xmlns:a16="http://schemas.microsoft.com/office/drawing/2014/main" id="{EC7303DE-6DAF-B01C-E911-0784E810D38F}"/>
                  </a:ext>
                </a:extLst>
              </p:cNvPr>
              <p:cNvSpPr/>
              <p:nvPr/>
            </p:nvSpPr>
            <p:spPr>
              <a:xfrm>
                <a:off x="-633260" y="4214518"/>
                <a:ext cx="4356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27" extrusionOk="0">
                    <a:moveTo>
                      <a:pt x="1" y="18"/>
                    </a:moveTo>
                    <a:cubicBezTo>
                      <a:pt x="0" y="16"/>
                      <a:pt x="1" y="13"/>
                      <a:pt x="3" y="11"/>
                    </a:cubicBezTo>
                    <a:cubicBezTo>
                      <a:pt x="5" y="8"/>
                      <a:pt x="7" y="7"/>
                      <a:pt x="10" y="6"/>
                    </a:cubicBezTo>
                    <a:cubicBezTo>
                      <a:pt x="26" y="5"/>
                      <a:pt x="42" y="3"/>
                      <a:pt x="58" y="3"/>
                    </a:cubicBezTo>
                    <a:cubicBezTo>
                      <a:pt x="75" y="2"/>
                      <a:pt x="92" y="2"/>
                      <a:pt x="109" y="1"/>
                    </a:cubicBezTo>
                    <a:cubicBezTo>
                      <a:pt x="115" y="0"/>
                      <a:pt x="119" y="5"/>
                      <a:pt x="119" y="10"/>
                    </a:cubicBezTo>
                    <a:cubicBezTo>
                      <a:pt x="120" y="14"/>
                      <a:pt x="116" y="19"/>
                      <a:pt x="111" y="20"/>
                    </a:cubicBezTo>
                    <a:cubicBezTo>
                      <a:pt x="97" y="20"/>
                      <a:pt x="83" y="21"/>
                      <a:pt x="69" y="21"/>
                    </a:cubicBezTo>
                    <a:cubicBezTo>
                      <a:pt x="56" y="21"/>
                      <a:pt x="42" y="23"/>
                      <a:pt x="28" y="24"/>
                    </a:cubicBezTo>
                    <a:cubicBezTo>
                      <a:pt x="26" y="24"/>
                      <a:pt x="23" y="25"/>
                      <a:pt x="21" y="25"/>
                    </a:cubicBezTo>
                    <a:cubicBezTo>
                      <a:pt x="19" y="25"/>
                      <a:pt x="16" y="25"/>
                      <a:pt x="13" y="26"/>
                    </a:cubicBezTo>
                    <a:lnTo>
                      <a:pt x="12" y="26"/>
                    </a:lnTo>
                    <a:cubicBezTo>
                      <a:pt x="6" y="26"/>
                      <a:pt x="2" y="23"/>
                      <a:pt x="1" y="1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7" name="Google Shape;4367;p50">
                <a:extLst>
                  <a:ext uri="{FF2B5EF4-FFF2-40B4-BE49-F238E27FC236}">
                    <a16:creationId xmlns:a16="http://schemas.microsoft.com/office/drawing/2014/main" id="{57609CC3-57F3-64B1-2E81-ED0DC5142351}"/>
                  </a:ext>
                </a:extLst>
              </p:cNvPr>
              <p:cNvSpPr/>
              <p:nvPr/>
            </p:nvSpPr>
            <p:spPr>
              <a:xfrm>
                <a:off x="-553340" y="4211278"/>
                <a:ext cx="2664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74" h="27" extrusionOk="0">
                    <a:moveTo>
                      <a:pt x="62" y="26"/>
                    </a:moveTo>
                    <a:cubicBezTo>
                      <a:pt x="53" y="25"/>
                      <a:pt x="44" y="25"/>
                      <a:pt x="35" y="25"/>
                    </a:cubicBezTo>
                    <a:cubicBezTo>
                      <a:pt x="31" y="24"/>
                      <a:pt x="28" y="24"/>
                      <a:pt x="24" y="24"/>
                    </a:cubicBezTo>
                    <a:cubicBezTo>
                      <a:pt x="22" y="23"/>
                      <a:pt x="19" y="23"/>
                      <a:pt x="16" y="23"/>
                    </a:cubicBezTo>
                    <a:cubicBezTo>
                      <a:pt x="12" y="22"/>
                      <a:pt x="7" y="22"/>
                      <a:pt x="4" y="19"/>
                    </a:cubicBezTo>
                    <a:cubicBezTo>
                      <a:pt x="0" y="15"/>
                      <a:pt x="0" y="9"/>
                      <a:pt x="3" y="5"/>
                    </a:cubicBezTo>
                    <a:cubicBezTo>
                      <a:pt x="6" y="1"/>
                      <a:pt x="12" y="0"/>
                      <a:pt x="16" y="2"/>
                    </a:cubicBezTo>
                    <a:lnTo>
                      <a:pt x="17" y="2"/>
                    </a:lnTo>
                    <a:cubicBezTo>
                      <a:pt x="18" y="3"/>
                      <a:pt x="20" y="4"/>
                      <a:pt x="22" y="4"/>
                    </a:cubicBezTo>
                    <a:cubicBezTo>
                      <a:pt x="36" y="5"/>
                      <a:pt x="50" y="5"/>
                      <a:pt x="63" y="7"/>
                    </a:cubicBezTo>
                    <a:cubicBezTo>
                      <a:pt x="69" y="7"/>
                      <a:pt x="73" y="11"/>
                      <a:pt x="73" y="16"/>
                    </a:cubicBezTo>
                    <a:cubicBezTo>
                      <a:pt x="72" y="22"/>
                      <a:pt x="68" y="26"/>
                      <a:pt x="63" y="26"/>
                    </a:cubicBezTo>
                    <a:lnTo>
                      <a:pt x="62" y="2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68" name="Google Shape;4368;p50">
              <a:extLst>
                <a:ext uri="{FF2B5EF4-FFF2-40B4-BE49-F238E27FC236}">
                  <a16:creationId xmlns:a16="http://schemas.microsoft.com/office/drawing/2014/main" id="{8E275096-C18F-D7E6-4DBE-44344D375129}"/>
                </a:ext>
              </a:extLst>
            </p:cNvPr>
            <p:cNvGrpSpPr/>
            <p:nvPr/>
          </p:nvGrpSpPr>
          <p:grpSpPr>
            <a:xfrm>
              <a:off x="4836908" y="352465"/>
              <a:ext cx="1169447" cy="374068"/>
              <a:chOff x="1605960" y="528480"/>
              <a:chExt cx="543600" cy="173880"/>
            </a:xfrm>
          </p:grpSpPr>
          <p:sp>
            <p:nvSpPr>
              <p:cNvPr id="4369" name="Google Shape;4369;p50">
                <a:extLst>
                  <a:ext uri="{FF2B5EF4-FFF2-40B4-BE49-F238E27FC236}">
                    <a16:creationId xmlns:a16="http://schemas.microsoft.com/office/drawing/2014/main" id="{7670623D-3834-2D4E-5000-320720EE35C2}"/>
                  </a:ext>
                </a:extLst>
              </p:cNvPr>
              <p:cNvSpPr/>
              <p:nvPr/>
            </p:nvSpPr>
            <p:spPr>
              <a:xfrm>
                <a:off x="1732680" y="531720"/>
                <a:ext cx="416880" cy="128880"/>
              </a:xfrm>
              <a:custGeom>
                <a:avLst/>
                <a:gdLst/>
                <a:ahLst/>
                <a:cxnLst/>
                <a:rect l="l" t="t" r="r" b="b"/>
                <a:pathLst>
                  <a:path w="1158" h="358" extrusionOk="0">
                    <a:moveTo>
                      <a:pt x="124" y="357"/>
                    </a:moveTo>
                    <a:cubicBezTo>
                      <a:pt x="119" y="357"/>
                      <a:pt x="115" y="353"/>
                      <a:pt x="114" y="349"/>
                    </a:cubicBezTo>
                    <a:cubicBezTo>
                      <a:pt x="106" y="268"/>
                      <a:pt x="65" y="192"/>
                      <a:pt x="4" y="140"/>
                    </a:cubicBezTo>
                    <a:cubicBezTo>
                      <a:pt x="0" y="135"/>
                      <a:pt x="0" y="129"/>
                      <a:pt x="4" y="125"/>
                    </a:cubicBezTo>
                    <a:cubicBezTo>
                      <a:pt x="7" y="121"/>
                      <a:pt x="14" y="120"/>
                      <a:pt x="18" y="124"/>
                    </a:cubicBezTo>
                    <a:cubicBezTo>
                      <a:pt x="64" y="164"/>
                      <a:pt x="99" y="218"/>
                      <a:pt x="119" y="276"/>
                    </a:cubicBezTo>
                    <a:cubicBezTo>
                      <a:pt x="136" y="23"/>
                      <a:pt x="136" y="23"/>
                      <a:pt x="136" y="23"/>
                    </a:cubicBezTo>
                    <a:cubicBezTo>
                      <a:pt x="136" y="18"/>
                      <a:pt x="141" y="14"/>
                      <a:pt x="146" y="14"/>
                    </a:cubicBezTo>
                    <a:cubicBezTo>
                      <a:pt x="1145" y="0"/>
                      <a:pt x="1145" y="0"/>
                      <a:pt x="1145" y="0"/>
                    </a:cubicBezTo>
                    <a:cubicBezTo>
                      <a:pt x="1148" y="0"/>
                      <a:pt x="1150" y="1"/>
                      <a:pt x="1152" y="3"/>
                    </a:cubicBezTo>
                    <a:cubicBezTo>
                      <a:pt x="1154" y="5"/>
                      <a:pt x="1155" y="7"/>
                      <a:pt x="1156" y="10"/>
                    </a:cubicBezTo>
                    <a:cubicBezTo>
                      <a:pt x="1157" y="167"/>
                      <a:pt x="1157" y="167"/>
                      <a:pt x="1157" y="167"/>
                    </a:cubicBezTo>
                    <a:cubicBezTo>
                      <a:pt x="1157" y="173"/>
                      <a:pt x="1152" y="178"/>
                      <a:pt x="1146" y="178"/>
                    </a:cubicBezTo>
                    <a:cubicBezTo>
                      <a:pt x="1141" y="178"/>
                      <a:pt x="1136" y="173"/>
                      <a:pt x="1136" y="167"/>
                    </a:cubicBezTo>
                    <a:cubicBezTo>
                      <a:pt x="1135" y="20"/>
                      <a:pt x="1135" y="20"/>
                      <a:pt x="1135" y="20"/>
                    </a:cubicBezTo>
                    <a:cubicBezTo>
                      <a:pt x="155" y="33"/>
                      <a:pt x="155" y="33"/>
                      <a:pt x="155" y="33"/>
                    </a:cubicBezTo>
                    <a:cubicBezTo>
                      <a:pt x="134" y="348"/>
                      <a:pt x="134" y="348"/>
                      <a:pt x="134" y="348"/>
                    </a:cubicBezTo>
                    <a:cubicBezTo>
                      <a:pt x="134" y="353"/>
                      <a:pt x="129" y="357"/>
                      <a:pt x="124" y="3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0" name="Google Shape;4370;p50">
                <a:extLst>
                  <a:ext uri="{FF2B5EF4-FFF2-40B4-BE49-F238E27FC236}">
                    <a16:creationId xmlns:a16="http://schemas.microsoft.com/office/drawing/2014/main" id="{91F881FC-9EC6-1B1D-311B-CE6585326476}"/>
                  </a:ext>
                </a:extLst>
              </p:cNvPr>
              <p:cNvSpPr/>
              <p:nvPr/>
            </p:nvSpPr>
            <p:spPr>
              <a:xfrm>
                <a:off x="1605960" y="528480"/>
                <a:ext cx="128160" cy="121680"/>
              </a:xfrm>
              <a:custGeom>
                <a:avLst/>
                <a:gdLst/>
                <a:ahLst/>
                <a:cxnLst/>
                <a:rect l="l" t="t" r="r" b="b"/>
                <a:pathLst>
                  <a:path w="356" h="338" extrusionOk="0">
                    <a:moveTo>
                      <a:pt x="53" y="337"/>
                    </a:moveTo>
                    <a:cubicBezTo>
                      <a:pt x="49" y="337"/>
                      <a:pt x="46" y="334"/>
                      <a:pt x="44" y="331"/>
                    </a:cubicBezTo>
                    <a:cubicBezTo>
                      <a:pt x="42" y="327"/>
                      <a:pt x="44" y="323"/>
                      <a:pt x="46" y="320"/>
                    </a:cubicBezTo>
                    <a:cubicBezTo>
                      <a:pt x="118" y="241"/>
                      <a:pt x="148" y="128"/>
                      <a:pt x="128" y="23"/>
                    </a:cubicBezTo>
                    <a:cubicBezTo>
                      <a:pt x="84" y="38"/>
                      <a:pt x="45" y="69"/>
                      <a:pt x="21" y="109"/>
                    </a:cubicBezTo>
                    <a:cubicBezTo>
                      <a:pt x="18" y="114"/>
                      <a:pt x="11" y="115"/>
                      <a:pt x="7" y="112"/>
                    </a:cubicBezTo>
                    <a:cubicBezTo>
                      <a:pt x="2" y="109"/>
                      <a:pt x="0" y="103"/>
                      <a:pt x="3" y="98"/>
                    </a:cubicBezTo>
                    <a:cubicBezTo>
                      <a:pt x="32" y="51"/>
                      <a:pt x="80" y="16"/>
                      <a:pt x="133" y="1"/>
                    </a:cubicBezTo>
                    <a:cubicBezTo>
                      <a:pt x="135" y="0"/>
                      <a:pt x="138" y="1"/>
                      <a:pt x="140" y="2"/>
                    </a:cubicBezTo>
                    <a:cubicBezTo>
                      <a:pt x="143" y="3"/>
                      <a:pt x="144" y="5"/>
                      <a:pt x="145" y="8"/>
                    </a:cubicBezTo>
                    <a:cubicBezTo>
                      <a:pt x="170" y="115"/>
                      <a:pt x="143" y="231"/>
                      <a:pt x="76" y="316"/>
                    </a:cubicBezTo>
                    <a:cubicBezTo>
                      <a:pt x="345" y="315"/>
                      <a:pt x="345" y="315"/>
                      <a:pt x="345" y="315"/>
                    </a:cubicBezTo>
                    <a:cubicBezTo>
                      <a:pt x="350" y="315"/>
                      <a:pt x="355" y="320"/>
                      <a:pt x="355" y="326"/>
                    </a:cubicBezTo>
                    <a:cubicBezTo>
                      <a:pt x="355" y="331"/>
                      <a:pt x="350" y="336"/>
                      <a:pt x="345" y="336"/>
                    </a:cubicBezTo>
                    <a:cubicBezTo>
                      <a:pt x="53" y="337"/>
                      <a:pt x="53" y="337"/>
                      <a:pt x="53" y="3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1" name="Google Shape;4371;p50">
                <a:extLst>
                  <a:ext uri="{FF2B5EF4-FFF2-40B4-BE49-F238E27FC236}">
                    <a16:creationId xmlns:a16="http://schemas.microsoft.com/office/drawing/2014/main" id="{14809650-F769-E9AB-F559-E88424F6A1E6}"/>
                  </a:ext>
                </a:extLst>
              </p:cNvPr>
              <p:cNvSpPr/>
              <p:nvPr/>
            </p:nvSpPr>
            <p:spPr>
              <a:xfrm>
                <a:off x="1826640" y="581400"/>
                <a:ext cx="48600" cy="120960"/>
              </a:xfrm>
              <a:custGeom>
                <a:avLst/>
                <a:gdLst/>
                <a:ahLst/>
                <a:cxnLst/>
                <a:rect l="l" t="t" r="r" b="b"/>
                <a:pathLst>
                  <a:path w="135" h="336" extrusionOk="0">
                    <a:moveTo>
                      <a:pt x="99" y="335"/>
                    </a:moveTo>
                    <a:cubicBezTo>
                      <a:pt x="98" y="335"/>
                      <a:pt x="98" y="335"/>
                      <a:pt x="98" y="335"/>
                    </a:cubicBezTo>
                    <a:cubicBezTo>
                      <a:pt x="71" y="335"/>
                      <a:pt x="45" y="317"/>
                      <a:pt x="31" y="288"/>
                    </a:cubicBezTo>
                    <a:cubicBezTo>
                      <a:pt x="18" y="259"/>
                      <a:pt x="20" y="228"/>
                      <a:pt x="37" y="207"/>
                    </a:cubicBezTo>
                    <a:cubicBezTo>
                      <a:pt x="41" y="202"/>
                      <a:pt x="47" y="201"/>
                      <a:pt x="51" y="205"/>
                    </a:cubicBezTo>
                    <a:cubicBezTo>
                      <a:pt x="56" y="208"/>
                      <a:pt x="57" y="215"/>
                      <a:pt x="53" y="219"/>
                    </a:cubicBezTo>
                    <a:cubicBezTo>
                      <a:pt x="38" y="237"/>
                      <a:pt x="42" y="263"/>
                      <a:pt x="50" y="279"/>
                    </a:cubicBezTo>
                    <a:cubicBezTo>
                      <a:pt x="57" y="294"/>
                      <a:pt x="70" y="310"/>
                      <a:pt x="89" y="314"/>
                    </a:cubicBezTo>
                    <a:cubicBezTo>
                      <a:pt x="102" y="141"/>
                      <a:pt x="102" y="141"/>
                      <a:pt x="102" y="141"/>
                    </a:cubicBezTo>
                    <a:cubicBezTo>
                      <a:pt x="101" y="141"/>
                      <a:pt x="100" y="142"/>
                      <a:pt x="100" y="143"/>
                    </a:cubicBezTo>
                    <a:cubicBezTo>
                      <a:pt x="73" y="168"/>
                      <a:pt x="37" y="177"/>
                      <a:pt x="7" y="166"/>
                    </a:cubicBezTo>
                    <a:cubicBezTo>
                      <a:pt x="2" y="165"/>
                      <a:pt x="0" y="160"/>
                      <a:pt x="0" y="155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4"/>
                      <a:pt x="19" y="0"/>
                      <a:pt x="25" y="0"/>
                    </a:cubicBezTo>
                    <a:cubicBezTo>
                      <a:pt x="30" y="1"/>
                      <a:pt x="35" y="6"/>
                      <a:pt x="34" y="11"/>
                    </a:cubicBezTo>
                    <a:cubicBezTo>
                      <a:pt x="21" y="150"/>
                      <a:pt x="21" y="150"/>
                      <a:pt x="21" y="150"/>
                    </a:cubicBezTo>
                    <a:cubicBezTo>
                      <a:pt x="46" y="155"/>
                      <a:pt x="71" y="143"/>
                      <a:pt x="86" y="128"/>
                    </a:cubicBezTo>
                    <a:cubicBezTo>
                      <a:pt x="93" y="121"/>
                      <a:pt x="99" y="113"/>
                      <a:pt x="104" y="103"/>
                    </a:cubicBezTo>
                    <a:cubicBezTo>
                      <a:pt x="108" y="53"/>
                      <a:pt x="108" y="53"/>
                      <a:pt x="108" y="53"/>
                    </a:cubicBezTo>
                    <a:cubicBezTo>
                      <a:pt x="108" y="48"/>
                      <a:pt x="112" y="44"/>
                      <a:pt x="117" y="43"/>
                    </a:cubicBezTo>
                    <a:cubicBezTo>
                      <a:pt x="121" y="43"/>
                      <a:pt x="126" y="46"/>
                      <a:pt x="127" y="50"/>
                    </a:cubicBezTo>
                    <a:cubicBezTo>
                      <a:pt x="134" y="69"/>
                      <a:pt x="132" y="89"/>
                      <a:pt x="124" y="108"/>
                    </a:cubicBezTo>
                    <a:cubicBezTo>
                      <a:pt x="109" y="326"/>
                      <a:pt x="109" y="326"/>
                      <a:pt x="109" y="326"/>
                    </a:cubicBezTo>
                    <a:cubicBezTo>
                      <a:pt x="108" y="331"/>
                      <a:pt x="104" y="335"/>
                      <a:pt x="99" y="3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2" name="Google Shape;4372;p50">
                <a:extLst>
                  <a:ext uri="{FF2B5EF4-FFF2-40B4-BE49-F238E27FC236}">
                    <a16:creationId xmlns:a16="http://schemas.microsoft.com/office/drawing/2014/main" id="{BC735979-8B4C-D152-1AE8-F9B91D1E1AD8}"/>
                  </a:ext>
                </a:extLst>
              </p:cNvPr>
              <p:cNvSpPr/>
              <p:nvPr/>
            </p:nvSpPr>
            <p:spPr>
              <a:xfrm>
                <a:off x="1889280" y="572040"/>
                <a:ext cx="46440" cy="44280"/>
              </a:xfrm>
              <a:custGeom>
                <a:avLst/>
                <a:gdLst/>
                <a:ahLst/>
                <a:cxnLst/>
                <a:rect l="l" t="t" r="r" b="b"/>
                <a:pathLst>
                  <a:path w="129" h="123" extrusionOk="0">
                    <a:moveTo>
                      <a:pt x="37" y="122"/>
                    </a:moveTo>
                    <a:cubicBezTo>
                      <a:pt x="27" y="122"/>
                      <a:pt x="17" y="121"/>
                      <a:pt x="8" y="118"/>
                    </a:cubicBezTo>
                    <a:cubicBezTo>
                      <a:pt x="3" y="117"/>
                      <a:pt x="0" y="113"/>
                      <a:pt x="0" y="108"/>
                    </a:cubicBezTo>
                    <a:cubicBezTo>
                      <a:pt x="1" y="103"/>
                      <a:pt x="4" y="99"/>
                      <a:pt x="9" y="99"/>
                    </a:cubicBezTo>
                    <a:cubicBezTo>
                      <a:pt x="42" y="92"/>
                      <a:pt x="68" y="62"/>
                      <a:pt x="70" y="29"/>
                    </a:cubicBezTo>
                    <a:cubicBezTo>
                      <a:pt x="56" y="24"/>
                      <a:pt x="38" y="29"/>
                      <a:pt x="29" y="41"/>
                    </a:cubicBezTo>
                    <a:cubicBezTo>
                      <a:pt x="26" y="46"/>
                      <a:pt x="20" y="46"/>
                      <a:pt x="15" y="43"/>
                    </a:cubicBezTo>
                    <a:cubicBezTo>
                      <a:pt x="10" y="40"/>
                      <a:pt x="10" y="33"/>
                      <a:pt x="13" y="29"/>
                    </a:cubicBezTo>
                    <a:cubicBezTo>
                      <a:pt x="29" y="7"/>
                      <a:pt x="61" y="0"/>
                      <a:pt x="85" y="14"/>
                    </a:cubicBezTo>
                    <a:cubicBezTo>
                      <a:pt x="88" y="15"/>
                      <a:pt x="90" y="18"/>
                      <a:pt x="90" y="22"/>
                    </a:cubicBezTo>
                    <a:cubicBezTo>
                      <a:pt x="91" y="52"/>
                      <a:pt x="76" y="82"/>
                      <a:pt x="52" y="100"/>
                    </a:cubicBezTo>
                    <a:cubicBezTo>
                      <a:pt x="74" y="97"/>
                      <a:pt x="95" y="85"/>
                      <a:pt x="109" y="68"/>
                    </a:cubicBezTo>
                    <a:cubicBezTo>
                      <a:pt x="113" y="64"/>
                      <a:pt x="119" y="63"/>
                      <a:pt x="123" y="67"/>
                    </a:cubicBezTo>
                    <a:cubicBezTo>
                      <a:pt x="127" y="71"/>
                      <a:pt x="128" y="77"/>
                      <a:pt x="124" y="81"/>
                    </a:cubicBezTo>
                    <a:cubicBezTo>
                      <a:pt x="103" y="107"/>
                      <a:pt x="70" y="122"/>
                      <a:pt x="37" y="1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3" name="Google Shape;4373;p50">
                <a:extLst>
                  <a:ext uri="{FF2B5EF4-FFF2-40B4-BE49-F238E27FC236}">
                    <a16:creationId xmlns:a16="http://schemas.microsoft.com/office/drawing/2014/main" id="{9E38B127-A93C-3E7E-D1A6-A1F1ABA624CF}"/>
                  </a:ext>
                </a:extLst>
              </p:cNvPr>
              <p:cNvSpPr/>
              <p:nvPr/>
            </p:nvSpPr>
            <p:spPr>
              <a:xfrm>
                <a:off x="1947240" y="627480"/>
                <a:ext cx="48240" cy="1476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41" extrusionOk="0">
                    <a:moveTo>
                      <a:pt x="11" y="40"/>
                    </a:moveTo>
                    <a:cubicBezTo>
                      <a:pt x="6" y="40"/>
                      <a:pt x="2" y="37"/>
                      <a:pt x="1" y="31"/>
                    </a:cubicBezTo>
                    <a:cubicBezTo>
                      <a:pt x="0" y="26"/>
                      <a:pt x="4" y="21"/>
                      <a:pt x="9" y="20"/>
                    </a:cubicBezTo>
                    <a:cubicBezTo>
                      <a:pt x="121" y="1"/>
                      <a:pt x="121" y="1"/>
                      <a:pt x="121" y="1"/>
                    </a:cubicBezTo>
                    <a:cubicBezTo>
                      <a:pt x="126" y="0"/>
                      <a:pt x="131" y="3"/>
                      <a:pt x="132" y="9"/>
                    </a:cubicBezTo>
                    <a:cubicBezTo>
                      <a:pt x="133" y="15"/>
                      <a:pt x="130" y="20"/>
                      <a:pt x="124" y="20"/>
                    </a:cubicBezTo>
                    <a:cubicBezTo>
                      <a:pt x="12" y="40"/>
                      <a:pt x="12" y="40"/>
                      <a:pt x="12" y="40"/>
                    </a:cubicBezTo>
                    <a:lnTo>
                      <a:pt x="11" y="4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4" name="Google Shape;4374;p50">
                <a:extLst>
                  <a:ext uri="{FF2B5EF4-FFF2-40B4-BE49-F238E27FC236}">
                    <a16:creationId xmlns:a16="http://schemas.microsoft.com/office/drawing/2014/main" id="{BC7F5CBD-C5C1-F71C-79A0-AA0776725A68}"/>
                  </a:ext>
                </a:extLst>
              </p:cNvPr>
              <p:cNvSpPr/>
              <p:nvPr/>
            </p:nvSpPr>
            <p:spPr>
              <a:xfrm>
                <a:off x="1995480" y="606960"/>
                <a:ext cx="73800" cy="43560"/>
              </a:xfrm>
              <a:custGeom>
                <a:avLst/>
                <a:gdLst/>
                <a:ahLst/>
                <a:cxnLst/>
                <a:rect l="l" t="t" r="r" b="b"/>
                <a:pathLst>
                  <a:path w="205" h="121" extrusionOk="0">
                    <a:moveTo>
                      <a:pt x="193" y="120"/>
                    </a:moveTo>
                    <a:lnTo>
                      <a:pt x="192" y="120"/>
                    </a:lnTo>
                    <a:cubicBezTo>
                      <a:pt x="118" y="116"/>
                      <a:pt x="47" y="78"/>
                      <a:pt x="2" y="18"/>
                    </a:cubicBezTo>
                    <a:cubicBezTo>
                      <a:pt x="0" y="13"/>
                      <a:pt x="0" y="7"/>
                      <a:pt x="5" y="4"/>
                    </a:cubicBezTo>
                    <a:cubicBezTo>
                      <a:pt x="9" y="0"/>
                      <a:pt x="16" y="2"/>
                      <a:pt x="19" y="6"/>
                    </a:cubicBezTo>
                    <a:cubicBezTo>
                      <a:pt x="60" y="62"/>
                      <a:pt x="125" y="97"/>
                      <a:pt x="194" y="101"/>
                    </a:cubicBezTo>
                    <a:cubicBezTo>
                      <a:pt x="199" y="101"/>
                      <a:pt x="204" y="105"/>
                      <a:pt x="203" y="111"/>
                    </a:cubicBezTo>
                    <a:cubicBezTo>
                      <a:pt x="203" y="116"/>
                      <a:pt x="198" y="120"/>
                      <a:pt x="193" y="1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5" name="Google Shape;4375;p50">
                <a:extLst>
                  <a:ext uri="{FF2B5EF4-FFF2-40B4-BE49-F238E27FC236}">
                    <a16:creationId xmlns:a16="http://schemas.microsoft.com/office/drawing/2014/main" id="{F5E0AC6E-00C4-0406-3AA6-2539D9563126}"/>
                  </a:ext>
                </a:extLst>
              </p:cNvPr>
              <p:cNvSpPr/>
              <p:nvPr/>
            </p:nvSpPr>
            <p:spPr>
              <a:xfrm>
                <a:off x="1994040" y="603000"/>
                <a:ext cx="49320" cy="65160"/>
              </a:xfrm>
              <a:custGeom>
                <a:avLst/>
                <a:gdLst/>
                <a:ahLst/>
                <a:cxnLst/>
                <a:rect l="l" t="t" r="r" b="b"/>
                <a:pathLst>
                  <a:path w="137" h="181" extrusionOk="0">
                    <a:moveTo>
                      <a:pt x="24" y="180"/>
                    </a:moveTo>
                    <a:cubicBezTo>
                      <a:pt x="22" y="180"/>
                      <a:pt x="20" y="180"/>
                      <a:pt x="19" y="179"/>
                    </a:cubicBezTo>
                    <a:cubicBezTo>
                      <a:pt x="14" y="176"/>
                      <a:pt x="12" y="170"/>
                      <a:pt x="15" y="165"/>
                    </a:cubicBezTo>
                    <a:cubicBezTo>
                      <a:pt x="106" y="23"/>
                      <a:pt x="106" y="23"/>
                      <a:pt x="106" y="23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6" y="34"/>
                      <a:pt x="1" y="29"/>
                      <a:pt x="1" y="24"/>
                    </a:cubicBezTo>
                    <a:cubicBezTo>
                      <a:pt x="0" y="18"/>
                      <a:pt x="4" y="13"/>
                      <a:pt x="10" y="13"/>
                    </a:cubicBezTo>
                    <a:cubicBezTo>
                      <a:pt x="124" y="1"/>
                      <a:pt x="124" y="1"/>
                      <a:pt x="124" y="1"/>
                    </a:cubicBezTo>
                    <a:cubicBezTo>
                      <a:pt x="128" y="0"/>
                      <a:pt x="132" y="3"/>
                      <a:pt x="134" y="6"/>
                    </a:cubicBezTo>
                    <a:cubicBezTo>
                      <a:pt x="136" y="9"/>
                      <a:pt x="136" y="13"/>
                      <a:pt x="134" y="17"/>
                    </a:cubicBezTo>
                    <a:cubicBezTo>
                      <a:pt x="33" y="176"/>
                      <a:pt x="33" y="176"/>
                      <a:pt x="33" y="176"/>
                    </a:cubicBezTo>
                    <a:cubicBezTo>
                      <a:pt x="30" y="179"/>
                      <a:pt x="27" y="180"/>
                      <a:pt x="24" y="1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6" name="Google Shape;4376;p50">
                <a:extLst>
                  <a:ext uri="{FF2B5EF4-FFF2-40B4-BE49-F238E27FC236}">
                    <a16:creationId xmlns:a16="http://schemas.microsoft.com/office/drawing/2014/main" id="{90B45EC1-8DCA-2E61-0994-D37A6338DE18}"/>
                  </a:ext>
                </a:extLst>
              </p:cNvPr>
              <p:cNvSpPr/>
              <p:nvPr/>
            </p:nvSpPr>
            <p:spPr>
              <a:xfrm>
                <a:off x="2088360" y="596880"/>
                <a:ext cx="24840" cy="40680"/>
              </a:xfrm>
              <a:custGeom>
                <a:avLst/>
                <a:gdLst/>
                <a:ahLst/>
                <a:cxnLst/>
                <a:rect l="l" t="t" r="r" b="b"/>
                <a:pathLst>
                  <a:path w="69" h="113" extrusionOk="0">
                    <a:moveTo>
                      <a:pt x="11" y="112"/>
                    </a:moveTo>
                    <a:cubicBezTo>
                      <a:pt x="7" y="112"/>
                      <a:pt x="3" y="109"/>
                      <a:pt x="2" y="105"/>
                    </a:cubicBezTo>
                    <a:cubicBezTo>
                      <a:pt x="0" y="101"/>
                      <a:pt x="2" y="94"/>
                      <a:pt x="7" y="93"/>
                    </a:cubicBezTo>
                    <a:cubicBezTo>
                      <a:pt x="46" y="76"/>
                      <a:pt x="46" y="76"/>
                      <a:pt x="46" y="76"/>
                    </a:cubicBezTo>
                    <a:cubicBezTo>
                      <a:pt x="34" y="25"/>
                      <a:pt x="34" y="25"/>
                      <a:pt x="34" y="25"/>
                    </a:cubicBezTo>
                    <a:cubicBezTo>
                      <a:pt x="33" y="27"/>
                      <a:pt x="32" y="28"/>
                      <a:pt x="31" y="29"/>
                    </a:cubicBezTo>
                    <a:cubicBezTo>
                      <a:pt x="31" y="31"/>
                      <a:pt x="29" y="37"/>
                      <a:pt x="32" y="39"/>
                    </a:cubicBezTo>
                    <a:cubicBezTo>
                      <a:pt x="37" y="41"/>
                      <a:pt x="39" y="47"/>
                      <a:pt x="37" y="52"/>
                    </a:cubicBezTo>
                    <a:cubicBezTo>
                      <a:pt x="35" y="57"/>
                      <a:pt x="28" y="59"/>
                      <a:pt x="24" y="57"/>
                    </a:cubicBezTo>
                    <a:cubicBezTo>
                      <a:pt x="11" y="51"/>
                      <a:pt x="7" y="36"/>
                      <a:pt x="13" y="21"/>
                    </a:cubicBezTo>
                    <a:cubicBezTo>
                      <a:pt x="18" y="7"/>
                      <a:pt x="32" y="0"/>
                      <a:pt x="45" y="4"/>
                    </a:cubicBezTo>
                    <a:cubicBezTo>
                      <a:pt x="48" y="5"/>
                      <a:pt x="51" y="8"/>
                      <a:pt x="52" y="12"/>
                    </a:cubicBezTo>
                    <a:cubicBezTo>
                      <a:pt x="67" y="79"/>
                      <a:pt x="67" y="79"/>
                      <a:pt x="67" y="79"/>
                    </a:cubicBezTo>
                    <a:cubicBezTo>
                      <a:pt x="68" y="84"/>
                      <a:pt x="66" y="88"/>
                      <a:pt x="61" y="91"/>
                    </a:cubicBezTo>
                    <a:cubicBezTo>
                      <a:pt x="15" y="111"/>
                      <a:pt x="15" y="111"/>
                      <a:pt x="15" y="111"/>
                    </a:cubicBezTo>
                    <a:cubicBezTo>
                      <a:pt x="14" y="111"/>
                      <a:pt x="13" y="112"/>
                      <a:pt x="11" y="1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4" name="Google Shape;4273;p50">
            <a:extLst>
              <a:ext uri="{FF2B5EF4-FFF2-40B4-BE49-F238E27FC236}">
                <a16:creationId xmlns:a16="http://schemas.microsoft.com/office/drawing/2014/main" id="{7E843B5E-1D8C-3A39-7672-EAC2FF940087}"/>
              </a:ext>
            </a:extLst>
          </p:cNvPr>
          <p:cNvSpPr txBox="1">
            <a:spLocks noGrp="1"/>
          </p:cNvSpPr>
          <p:nvPr>
            <p:ph type="subTitle" idx="1"/>
          </p:nvPr>
        </p:nvSpPr>
        <p:spPr>
          <a:xfrm>
            <a:off x="713225" y="2299408"/>
            <a:ext cx="3519600" cy="1120067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en-US" dirty="0"/>
              <a:t>Global active power varies across seasons. Winter show higher median and more extreme values, while Summer has the lowest median power consumption.</a:t>
            </a: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4061283754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270">
          <a:extLst>
            <a:ext uri="{FF2B5EF4-FFF2-40B4-BE49-F238E27FC236}">
              <a16:creationId xmlns:a16="http://schemas.microsoft.com/office/drawing/2014/main" id="{F25C6212-0C9F-C84F-5AD4-D556A77A02E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72" name="Google Shape;4272;p50">
            <a:extLst>
              <a:ext uri="{FF2B5EF4-FFF2-40B4-BE49-F238E27FC236}">
                <a16:creationId xmlns:a16="http://schemas.microsoft.com/office/drawing/2014/main" id="{F5B2EFC8-559B-C6BC-410F-F2991F5A9EE4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4970788" y="1027737"/>
            <a:ext cx="3177540" cy="548641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dirty="0"/>
              <a:t>There’s a catch!</a:t>
            </a:r>
            <a:endParaRPr dirty="0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16BE3274-4EED-A36A-8314-A134A0419B8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2375" y="1302057"/>
            <a:ext cx="4417722" cy="2650632"/>
          </a:xfrm>
          <a:prstGeom prst="rect">
            <a:avLst/>
          </a:prstGeom>
        </p:spPr>
      </p:pic>
      <p:sp>
        <p:nvSpPr>
          <p:cNvPr id="10" name="Google Shape;4273;p50">
            <a:extLst>
              <a:ext uri="{FF2B5EF4-FFF2-40B4-BE49-F238E27FC236}">
                <a16:creationId xmlns:a16="http://schemas.microsoft.com/office/drawing/2014/main" id="{DB228701-2A15-BD48-022B-1AB485E0A6E0}"/>
              </a:ext>
            </a:extLst>
          </p:cNvPr>
          <p:cNvSpPr txBox="1">
            <a:spLocks noGrp="1"/>
          </p:cNvSpPr>
          <p:nvPr>
            <p:ph type="subTitle" idx="1"/>
          </p:nvPr>
        </p:nvSpPr>
        <p:spPr>
          <a:xfrm>
            <a:off x="4970788" y="1576378"/>
            <a:ext cx="3760837" cy="244340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en-US" dirty="0"/>
              <a:t>Data is not normally distributed as we have discussed earlier. So, two things were done on the data so ANOVA could be used:</a:t>
            </a:r>
          </a:p>
          <a:p>
            <a:pPr marL="285750" lvl="0" indent="-285750">
              <a:buFont typeface="Arial" panose="020B0604020202020204" pitchFamily="34" charset="0"/>
              <a:buChar char="•"/>
            </a:pPr>
            <a:r>
              <a:rPr lang="en-US" dirty="0"/>
              <a:t>Data was averaged by day instead of by minute which resulted in a more normal distribution</a:t>
            </a:r>
          </a:p>
          <a:p>
            <a:pPr marL="285750" lvl="0" indent="-285750">
              <a:buFont typeface="Arial" panose="020B0604020202020204" pitchFamily="34" charset="0"/>
              <a:buChar char="•"/>
            </a:pPr>
            <a:r>
              <a:rPr lang="en-US" dirty="0"/>
              <a:t>For each season a sample of 300 was taken to make sure they are equal for the Tukey’s HSD test.</a:t>
            </a:r>
          </a:p>
          <a:p>
            <a:pPr marL="0" lvl="0" indent="0"/>
            <a:endParaRPr lang="en-US" dirty="0"/>
          </a:p>
          <a:p>
            <a:pPr marL="0" lvl="0" indent="0"/>
            <a:endParaRPr dirty="0"/>
          </a:p>
        </p:txBody>
      </p:sp>
    </p:spTree>
    <p:extLst>
      <p:ext uri="{BB962C8B-B14F-4D97-AF65-F5344CB8AC3E}">
        <p14:creationId xmlns:p14="http://schemas.microsoft.com/office/powerpoint/2010/main" val="4087178972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936">
          <a:extLst>
            <a:ext uri="{FF2B5EF4-FFF2-40B4-BE49-F238E27FC236}">
              <a16:creationId xmlns:a16="http://schemas.microsoft.com/office/drawing/2014/main" id="{F8B29260-3CE3-6BF4-69F2-EE999937D85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37" name="Google Shape;4937;p59">
            <a:extLst>
              <a:ext uri="{FF2B5EF4-FFF2-40B4-BE49-F238E27FC236}">
                <a16:creationId xmlns:a16="http://schemas.microsoft.com/office/drawing/2014/main" id="{05D94D1F-8A9D-1063-DC34-52AC78B44F47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One Way ANOVA Result</a:t>
            </a:r>
            <a:endParaRPr dirty="0"/>
          </a:p>
        </p:txBody>
      </p:sp>
      <p:graphicFrame>
        <p:nvGraphicFramePr>
          <p:cNvPr id="4938" name="Google Shape;4938;p59">
            <a:extLst>
              <a:ext uri="{FF2B5EF4-FFF2-40B4-BE49-F238E27FC236}">
                <a16:creationId xmlns:a16="http://schemas.microsoft.com/office/drawing/2014/main" id="{0ACB3A2A-4CDB-2D5F-6CD1-1A7AD930C54B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574332406"/>
              </p:ext>
            </p:extLst>
          </p:nvPr>
        </p:nvGraphicFramePr>
        <p:xfrm>
          <a:off x="491489" y="2102874"/>
          <a:ext cx="8161022" cy="1531866"/>
        </p:xfrm>
        <a:graphic>
          <a:graphicData uri="http://schemas.openxmlformats.org/drawingml/2006/table">
            <a:tbl>
              <a:tblPr>
                <a:noFill/>
                <a:tableStyleId>{E2D02BA3-008A-4ABB-81AF-41F26B3A8A3A}</a:tableStyleId>
              </a:tblPr>
              <a:tblGrid>
                <a:gridCol w="19455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0772">
                  <a:extLst>
                    <a:ext uri="{9D8B030D-6E8A-4147-A177-3AD203B41FA5}">
                      <a16:colId xmlns:a16="http://schemas.microsoft.com/office/drawing/2014/main" val="3305785870"/>
                    </a:ext>
                  </a:extLst>
                </a:gridCol>
                <a:gridCol w="1793435">
                  <a:extLst>
                    <a:ext uri="{9D8B030D-6E8A-4147-A177-3AD203B41FA5}">
                      <a16:colId xmlns:a16="http://schemas.microsoft.com/office/drawing/2014/main" val="1219188623"/>
                    </a:ext>
                  </a:extLst>
                </a:gridCol>
                <a:gridCol w="1856351">
                  <a:extLst>
                    <a:ext uri="{9D8B030D-6E8A-4147-A177-3AD203B41FA5}">
                      <a16:colId xmlns:a16="http://schemas.microsoft.com/office/drawing/2014/main" val="2112810112"/>
                    </a:ext>
                  </a:extLst>
                </a:gridCol>
                <a:gridCol w="1824893">
                  <a:extLst>
                    <a:ext uri="{9D8B030D-6E8A-4147-A177-3AD203B41FA5}">
                      <a16:colId xmlns:a16="http://schemas.microsoft.com/office/drawing/2014/main" val="25870317"/>
                    </a:ext>
                  </a:extLst>
                </a:gridCol>
              </a:tblGrid>
              <a:tr h="502769">
                <a:tc>
                  <a:txBody>
                    <a:bodyPr/>
                    <a:lstStyle/>
                    <a:p>
                      <a:pPr marL="0" lvl="0" indent="0" algn="ctr" rtl="0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2000" dirty="0">
                          <a:solidFill>
                            <a:schemeClr val="lt2"/>
                          </a:solidFill>
                          <a:latin typeface="Asap SemiBold"/>
                          <a:ea typeface="Asap SemiBold"/>
                          <a:cs typeface="Asap SemiBold"/>
                          <a:sym typeface="Asap SemiBold"/>
                        </a:rPr>
                        <a:t>Source</a:t>
                      </a:r>
                      <a:endParaRPr sz="2000" dirty="0">
                        <a:solidFill>
                          <a:schemeClr val="lt2"/>
                        </a:solidFill>
                        <a:latin typeface="Asap SemiBold"/>
                        <a:ea typeface="Asap SemiBold"/>
                        <a:cs typeface="Asap SemiBold"/>
                        <a:sym typeface="Asap SemiBold"/>
                      </a:endParaRPr>
                    </a:p>
                  </a:txBody>
                  <a:tcPr marL="91425" marR="91425" marT="91425" marB="91425" anchor="ctr">
                    <a:lnL w="19050" cap="flat" cmpd="sng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en-US" sz="2000" dirty="0">
                          <a:solidFill>
                            <a:schemeClr val="lt2"/>
                          </a:solidFill>
                          <a:latin typeface="Asap SemiBold"/>
                          <a:ea typeface="Asap SemiBold"/>
                          <a:cs typeface="Asap SemiBold"/>
                          <a:sym typeface="Asap SemiBold"/>
                        </a:rPr>
                        <a:t>SS</a:t>
                      </a:r>
                    </a:p>
                  </a:txBody>
                  <a:tcPr marL="91425" marR="91425" marT="91425" marB="91425" anchor="ctr">
                    <a:lnL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en-US" sz="2000" dirty="0">
                          <a:solidFill>
                            <a:schemeClr val="lt2"/>
                          </a:solidFill>
                          <a:latin typeface="Asap SemiBold"/>
                          <a:ea typeface="Asap SemiBold"/>
                          <a:cs typeface="Asap SemiBold"/>
                          <a:sym typeface="Asap SemiBold"/>
                        </a:rPr>
                        <a:t>DF</a:t>
                      </a:r>
                    </a:p>
                  </a:txBody>
                  <a:tcPr marL="91425" marR="91425" marT="91425" marB="91425" anchor="ctr">
                    <a:lnL w="19050" cap="flat" cmpd="sng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en-US" sz="2000" dirty="0">
                          <a:solidFill>
                            <a:schemeClr val="lt2"/>
                          </a:solidFill>
                          <a:latin typeface="Asap SemiBold"/>
                          <a:ea typeface="Asap SemiBold"/>
                          <a:cs typeface="Asap SemiBold"/>
                          <a:sym typeface="Asap SemiBold"/>
                        </a:rPr>
                        <a:t>F-Stat</a:t>
                      </a:r>
                    </a:p>
                  </a:txBody>
                  <a:tcPr marL="91425" marR="91425" marT="91425" marB="91425" anchor="ctr">
                    <a:lnL w="19050" cap="flat" cmpd="sng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2000" dirty="0">
                          <a:solidFill>
                            <a:schemeClr val="lt2"/>
                          </a:solidFill>
                          <a:latin typeface="Asap SemiBold"/>
                          <a:ea typeface="Asap SemiBold"/>
                          <a:cs typeface="Asap SemiBold"/>
                          <a:sym typeface="Asap SemiBold"/>
                        </a:rPr>
                        <a:t>Fc</a:t>
                      </a:r>
                      <a:endParaRPr sz="2000" dirty="0">
                        <a:solidFill>
                          <a:schemeClr val="lt2"/>
                        </a:solidFill>
                        <a:latin typeface="Asap SemiBold"/>
                        <a:ea typeface="Asap SemiBold"/>
                        <a:cs typeface="Asap SemiBold"/>
                        <a:sym typeface="Asap SemiBold"/>
                      </a:endParaRPr>
                    </a:p>
                  </a:txBody>
                  <a:tcPr marL="91425" marR="91425" marT="91425" marB="91425" anchor="ctr">
                    <a:lnL w="19050" cap="flat" cmpd="sng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03917">
                <a:tc>
                  <a:txBody>
                    <a:bodyPr/>
                    <a:lstStyle/>
                    <a:p>
                      <a:pPr marL="0" marR="0" algn="l" rtl="0">
                        <a:lnSpc>
                          <a:spcPct val="115000"/>
                        </a:lnSpc>
                        <a:spcAft>
                          <a:spcPts val="800"/>
                        </a:spcAft>
                        <a:buNone/>
                      </a:pPr>
                      <a:r>
                        <a:rPr lang="en-US" sz="1500" dirty="0">
                          <a:solidFill>
                            <a:srgbClr val="000000"/>
                          </a:solidFill>
                          <a:effectLst/>
                          <a:latin typeface="Aptos" panose="020B0004020202020204" pitchFamily="34" charset="0"/>
                          <a:ea typeface="Aptos" panose="020B0004020202020204" pitchFamily="34" charset="0"/>
                          <a:cs typeface="Arial" panose="020B0604020202020204" pitchFamily="34" charset="0"/>
                        </a:rPr>
                        <a:t>Between Seasons</a:t>
                      </a:r>
                      <a:endParaRPr lang="en-US" sz="1500" dirty="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123825" marR="123825" marT="57150" marB="57150" anchor="ctr">
                    <a:lnL w="19050" cap="flat" cmpd="sng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l" rtl="0">
                        <a:lnSpc>
                          <a:spcPct val="115000"/>
                        </a:lnSpc>
                        <a:spcAft>
                          <a:spcPts val="800"/>
                        </a:spcAft>
                        <a:buNone/>
                      </a:pPr>
                      <a:r>
                        <a:rPr lang="en-US" sz="1500" dirty="0">
                          <a:effectLst/>
                          <a:latin typeface="Aptos" panose="020B0004020202020204" pitchFamily="34" charset="0"/>
                          <a:ea typeface="Aptos" panose="020B0004020202020204" pitchFamily="34" charset="0"/>
                          <a:cs typeface="Arial" panose="020B0604020202020204" pitchFamily="34" charset="0"/>
                        </a:rPr>
                        <a:t>75</a:t>
                      </a:r>
                    </a:p>
                  </a:txBody>
                  <a:tcPr marL="123825" marR="123825" marT="57150" marB="57150" anchor="ctr">
                    <a:lnL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l" rtl="0">
                        <a:lnSpc>
                          <a:spcPct val="115000"/>
                        </a:lnSpc>
                        <a:spcAft>
                          <a:spcPts val="800"/>
                        </a:spcAft>
                        <a:buNone/>
                      </a:pPr>
                      <a:r>
                        <a:rPr lang="en-US" sz="1500" dirty="0">
                          <a:effectLst/>
                          <a:latin typeface="Aptos" panose="020B0004020202020204" pitchFamily="34" charset="0"/>
                          <a:ea typeface="Aptos" panose="020B0004020202020204" pitchFamily="34" charset="0"/>
                          <a:cs typeface="Arial" panose="020B0604020202020204" pitchFamily="34" charset="0"/>
                        </a:rPr>
                        <a:t>3</a:t>
                      </a:r>
                    </a:p>
                  </a:txBody>
                  <a:tcPr marL="123825" marR="123825" marT="57150" marB="57150" anchor="ctr">
                    <a:lnL w="19050" cap="flat" cmpd="sng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l" rtl="0">
                        <a:lnSpc>
                          <a:spcPct val="115000"/>
                        </a:lnSpc>
                        <a:spcAft>
                          <a:spcPts val="800"/>
                        </a:spcAft>
                        <a:buNone/>
                      </a:pPr>
                      <a:r>
                        <a:rPr lang="en-US" sz="1500" dirty="0">
                          <a:effectLst/>
                          <a:latin typeface="Aptos" panose="020B0004020202020204" pitchFamily="34" charset="0"/>
                          <a:ea typeface="Aptos" panose="020B0004020202020204" pitchFamily="34" charset="0"/>
                          <a:cs typeface="Arial" panose="020B0604020202020204" pitchFamily="34" charset="0"/>
                        </a:rPr>
                        <a:t>213.45</a:t>
                      </a:r>
                    </a:p>
                  </a:txBody>
                  <a:tcPr marL="123825" marR="123825" marT="57150" marB="57150" anchor="ctr">
                    <a:lnL w="19050" cap="flat" cmpd="sng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l" rtl="0">
                        <a:lnSpc>
                          <a:spcPct val="115000"/>
                        </a:lnSpc>
                        <a:spcAft>
                          <a:spcPts val="800"/>
                        </a:spcAft>
                        <a:buNone/>
                      </a:pPr>
                      <a:r>
                        <a:rPr lang="en-US" sz="1500" dirty="0">
                          <a:effectLst/>
                          <a:latin typeface="Aptos" panose="020B0004020202020204" pitchFamily="34" charset="0"/>
                          <a:ea typeface="Aptos" panose="020B0004020202020204" pitchFamily="34" charset="0"/>
                          <a:cs typeface="Arial" panose="020B0604020202020204" pitchFamily="34" charset="0"/>
                        </a:rPr>
                        <a:t>2.605</a:t>
                      </a:r>
                    </a:p>
                  </a:txBody>
                  <a:tcPr marL="123825" marR="123825" marT="57150" marB="57150" anchor="ctr">
                    <a:lnL w="19050" cap="flat" cmpd="sng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25180">
                <a:tc>
                  <a:txBody>
                    <a:bodyPr/>
                    <a:lstStyle/>
                    <a:p>
                      <a:pPr marL="0" marR="0" algn="l" rtl="0">
                        <a:lnSpc>
                          <a:spcPct val="115000"/>
                        </a:lnSpc>
                        <a:spcAft>
                          <a:spcPts val="800"/>
                        </a:spcAft>
                        <a:buNone/>
                      </a:pPr>
                      <a:r>
                        <a:rPr lang="en-US" sz="1500" dirty="0">
                          <a:solidFill>
                            <a:srgbClr val="000000"/>
                          </a:solidFill>
                          <a:effectLst/>
                          <a:latin typeface="Aptos" panose="020B0004020202020204" pitchFamily="34" charset="0"/>
                          <a:ea typeface="Aptos" panose="020B0004020202020204" pitchFamily="34" charset="0"/>
                          <a:cs typeface="Arial" panose="020B0604020202020204" pitchFamily="34" charset="0"/>
                        </a:rPr>
                        <a:t>Within Seasons</a:t>
                      </a:r>
                      <a:endParaRPr lang="en-US" sz="1500" dirty="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123825" marR="123825" marT="57150" marB="57150" anchor="ctr">
                    <a:lnL w="19050" cap="flat" cmpd="sng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l" rtl="0">
                        <a:lnSpc>
                          <a:spcPct val="115000"/>
                        </a:lnSpc>
                        <a:spcAft>
                          <a:spcPts val="800"/>
                        </a:spcAft>
                        <a:buNone/>
                      </a:pPr>
                      <a:r>
                        <a:rPr lang="en-US" sz="1500" dirty="0">
                          <a:effectLst/>
                          <a:latin typeface="Aptos" panose="020B0004020202020204" pitchFamily="34" charset="0"/>
                          <a:ea typeface="Aptos" panose="020B0004020202020204" pitchFamily="34" charset="0"/>
                          <a:cs typeface="Arial" panose="020B0604020202020204" pitchFamily="34" charset="0"/>
                        </a:rPr>
                        <a:t>140.1</a:t>
                      </a:r>
                    </a:p>
                  </a:txBody>
                  <a:tcPr marL="123825" marR="123825" marT="57150" marB="57150" anchor="ctr">
                    <a:lnL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l" rtl="0">
                        <a:lnSpc>
                          <a:spcPct val="115000"/>
                        </a:lnSpc>
                        <a:spcAft>
                          <a:spcPts val="800"/>
                        </a:spcAft>
                        <a:buNone/>
                      </a:pPr>
                      <a:r>
                        <a:rPr lang="en-US" sz="1500" dirty="0">
                          <a:effectLst/>
                          <a:latin typeface="Aptos" panose="020B0004020202020204" pitchFamily="34" charset="0"/>
                          <a:ea typeface="Aptos" panose="020B0004020202020204" pitchFamily="34" charset="0"/>
                          <a:cs typeface="Arial" panose="020B0604020202020204" pitchFamily="34" charset="0"/>
                        </a:rPr>
                        <a:t>1196.0</a:t>
                      </a:r>
                    </a:p>
                  </a:txBody>
                  <a:tcPr marL="123825" marR="123825" marT="57150" marB="57150" anchor="ctr">
                    <a:lnL w="19050" cap="flat" cmpd="sng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l" rtl="0">
                        <a:lnSpc>
                          <a:spcPct val="115000"/>
                        </a:lnSpc>
                        <a:spcAft>
                          <a:spcPts val="800"/>
                        </a:spcAft>
                        <a:buNone/>
                      </a:pPr>
                      <a:endParaRPr lang="en-US" sz="1500" dirty="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123825" marR="123825" marT="57150" marB="57150" anchor="ctr">
                    <a:lnL w="19050" cap="flat" cmpd="sng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l" rtl="0">
                        <a:lnSpc>
                          <a:spcPct val="115000"/>
                        </a:lnSpc>
                        <a:spcAft>
                          <a:spcPts val="800"/>
                        </a:spcAft>
                        <a:buNone/>
                      </a:pPr>
                      <a:endParaRPr lang="en-US" sz="1500" dirty="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123825" marR="123825" marT="57150" marB="57150" anchor="ctr">
                    <a:lnL w="19050" cap="flat" cmpd="sng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AA758612-547D-E96E-F0DF-AA03D915EF01}"/>
              </a:ext>
            </a:extLst>
          </p:cNvPr>
          <p:cNvSpPr txBox="1"/>
          <p:nvPr/>
        </p:nvSpPr>
        <p:spPr>
          <a:xfrm>
            <a:off x="2768344" y="3745685"/>
            <a:ext cx="441985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800" dirty="0">
                <a:latin typeface="Barlow Medium" panose="00000600000000000000" pitchFamily="2" charset="0"/>
              </a:rPr>
              <a:t>Seasonal means differ significantly</a:t>
            </a:r>
          </a:p>
        </p:txBody>
      </p:sp>
    </p:spTree>
    <p:extLst>
      <p:ext uri="{BB962C8B-B14F-4D97-AF65-F5344CB8AC3E}">
        <p14:creationId xmlns:p14="http://schemas.microsoft.com/office/powerpoint/2010/main" val="1060607381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936">
          <a:extLst>
            <a:ext uri="{FF2B5EF4-FFF2-40B4-BE49-F238E27FC236}">
              <a16:creationId xmlns:a16="http://schemas.microsoft.com/office/drawing/2014/main" id="{F1FEBEAB-FFE3-A790-9D97-E4CA4DA0A85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37" name="Google Shape;4937;p59">
            <a:extLst>
              <a:ext uri="{FF2B5EF4-FFF2-40B4-BE49-F238E27FC236}">
                <a16:creationId xmlns:a16="http://schemas.microsoft.com/office/drawing/2014/main" id="{F6B81A57-1F99-3ECC-86EE-A1685F1D5B1C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23547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lvl="0" algn="ctr"/>
            <a:r>
              <a:rPr lang="en-US" dirty="0"/>
              <a:t>Tukey HSD Post-Hoc </a:t>
            </a:r>
            <a:r>
              <a:rPr lang="en" dirty="0"/>
              <a:t>Result</a:t>
            </a:r>
            <a:endParaRPr dirty="0"/>
          </a:p>
        </p:txBody>
      </p:sp>
      <p:graphicFrame>
        <p:nvGraphicFramePr>
          <p:cNvPr id="4938" name="Google Shape;4938;p59">
            <a:extLst>
              <a:ext uri="{FF2B5EF4-FFF2-40B4-BE49-F238E27FC236}">
                <a16:creationId xmlns:a16="http://schemas.microsoft.com/office/drawing/2014/main" id="{3F97ABB6-0BA5-84C1-7A53-7905A6D6FBF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744377982"/>
              </p:ext>
            </p:extLst>
          </p:nvPr>
        </p:nvGraphicFramePr>
        <p:xfrm>
          <a:off x="537209" y="1177507"/>
          <a:ext cx="8286752" cy="3631945"/>
        </p:xfrm>
        <a:graphic>
          <a:graphicData uri="http://schemas.openxmlformats.org/drawingml/2006/table">
            <a:tbl>
              <a:tblPr>
                <a:noFill/>
                <a:tableStyleId>{E2D02BA3-008A-4ABB-81AF-41F26B3A8A3A}</a:tableStyleId>
              </a:tblPr>
              <a:tblGrid>
                <a:gridCol w="194691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40280">
                  <a:extLst>
                    <a:ext uri="{9D8B030D-6E8A-4147-A177-3AD203B41FA5}">
                      <a16:colId xmlns:a16="http://schemas.microsoft.com/office/drawing/2014/main" val="3305785870"/>
                    </a:ext>
                  </a:extLst>
                </a:gridCol>
                <a:gridCol w="2247900">
                  <a:extLst>
                    <a:ext uri="{9D8B030D-6E8A-4147-A177-3AD203B41FA5}">
                      <a16:colId xmlns:a16="http://schemas.microsoft.com/office/drawing/2014/main" val="1219188623"/>
                    </a:ext>
                  </a:extLst>
                </a:gridCol>
                <a:gridCol w="1851661">
                  <a:extLst>
                    <a:ext uri="{9D8B030D-6E8A-4147-A177-3AD203B41FA5}">
                      <a16:colId xmlns:a16="http://schemas.microsoft.com/office/drawing/2014/main" val="2112810112"/>
                    </a:ext>
                  </a:extLst>
                </a:gridCol>
              </a:tblGrid>
              <a:tr h="472275">
                <a:tc>
                  <a:txBody>
                    <a:bodyPr/>
                    <a:lstStyle/>
                    <a:p>
                      <a:pPr marL="0" lvl="0" indent="0" algn="ctr" rtl="0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2000" dirty="0">
                          <a:solidFill>
                            <a:schemeClr val="lt2"/>
                          </a:solidFill>
                          <a:latin typeface="Asap SemiBold"/>
                          <a:ea typeface="Asap SemiBold"/>
                          <a:cs typeface="Asap SemiBold"/>
                          <a:sym typeface="Asap SemiBold"/>
                        </a:rPr>
                        <a:t>Comparison</a:t>
                      </a:r>
                      <a:endParaRPr sz="2000" dirty="0">
                        <a:solidFill>
                          <a:schemeClr val="lt2"/>
                        </a:solidFill>
                        <a:latin typeface="Asap SemiBold"/>
                        <a:ea typeface="Asap SemiBold"/>
                        <a:cs typeface="Asap SemiBold"/>
                        <a:sym typeface="Asap SemiBold"/>
                      </a:endParaRPr>
                    </a:p>
                  </a:txBody>
                  <a:tcPr marL="91425" marR="91425" marT="91425" marB="91425" anchor="ctr">
                    <a:lnL w="19050" cap="flat" cmpd="sng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en-US" sz="2000" dirty="0">
                          <a:solidFill>
                            <a:schemeClr val="lt2"/>
                          </a:solidFill>
                          <a:latin typeface="Asap SemiBold"/>
                          <a:ea typeface="Asap SemiBold"/>
                          <a:cs typeface="Asap SemiBold"/>
                          <a:sym typeface="Asap SemiBold"/>
                        </a:rPr>
                        <a:t>Mean Difference</a:t>
                      </a:r>
                    </a:p>
                  </a:txBody>
                  <a:tcPr marL="91425" marR="91425" marT="91425" marB="91425" anchor="ctr">
                    <a:lnL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en-US" sz="2000" dirty="0">
                          <a:solidFill>
                            <a:schemeClr val="lt2"/>
                          </a:solidFill>
                          <a:latin typeface="Asap SemiBold"/>
                          <a:ea typeface="Asap SemiBold"/>
                          <a:cs typeface="Asap SemiBold"/>
                          <a:sym typeface="Asap SemiBold"/>
                        </a:rPr>
                        <a:t>HSD</a:t>
                      </a:r>
                    </a:p>
                  </a:txBody>
                  <a:tcPr marL="91425" marR="91425" marT="91425" marB="91425" anchor="ctr">
                    <a:lnL w="19050" cap="flat" cmpd="sng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en-US" sz="2000" dirty="0">
                          <a:solidFill>
                            <a:schemeClr val="lt2"/>
                          </a:solidFill>
                          <a:latin typeface="Asap SemiBold"/>
                          <a:ea typeface="Asap SemiBold"/>
                          <a:cs typeface="Asap SemiBold"/>
                          <a:sym typeface="Asap SemiBold"/>
                        </a:rPr>
                        <a:t>Significant?</a:t>
                      </a:r>
                    </a:p>
                  </a:txBody>
                  <a:tcPr marL="91425" marR="91425" marT="91425" marB="91425" anchor="ctr">
                    <a:lnL w="19050" cap="flat" cmpd="sng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03917"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15000"/>
                        </a:lnSpc>
                        <a:spcAft>
                          <a:spcPts val="800"/>
                        </a:spcAft>
                        <a:buNone/>
                      </a:pPr>
                      <a:r>
                        <a:rPr lang="en-US" sz="1200" b="1">
                          <a:solidFill>
                            <a:srgbClr val="000000"/>
                          </a:solidFill>
                          <a:effectLst/>
                          <a:latin typeface="Aptos" panose="020B0004020202020204" pitchFamily="34" charset="0"/>
                          <a:ea typeface="Aptos" panose="020B0004020202020204" pitchFamily="34" charset="0"/>
                          <a:cs typeface="Arial" panose="020B0604020202020204" pitchFamily="34" charset="0"/>
                        </a:rPr>
                        <a:t>Winter - Spring</a:t>
                      </a:r>
                      <a:endParaRPr lang="en-US" sz="12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123825" marR="123825" marT="57150" marB="57150" anchor="ctr">
                    <a:lnL w="19050" cap="flat" cmpd="sng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15000"/>
                        </a:lnSpc>
                        <a:spcAft>
                          <a:spcPts val="800"/>
                        </a:spcAft>
                        <a:buNone/>
                      </a:pPr>
                      <a:r>
                        <a:rPr lang="en-US" sz="1200">
                          <a:solidFill>
                            <a:srgbClr val="000000"/>
                          </a:solidFill>
                          <a:effectLst/>
                          <a:latin typeface="Aptos" panose="020B0004020202020204" pitchFamily="34" charset="0"/>
                          <a:ea typeface="Aptos" panose="020B0004020202020204" pitchFamily="34" charset="0"/>
                          <a:cs typeface="Arial" panose="020B0604020202020204" pitchFamily="34" charset="0"/>
                        </a:rPr>
                        <a:t>0.3124 kW</a:t>
                      </a:r>
                      <a:endParaRPr lang="en-US" sz="12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123825" marR="123825" marT="57150" marB="57150" anchor="ctr">
                    <a:lnL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15000"/>
                        </a:lnSpc>
                        <a:spcAft>
                          <a:spcPts val="800"/>
                        </a:spcAft>
                        <a:buNone/>
                      </a:pPr>
                      <a:r>
                        <a:rPr lang="en-US" sz="1200">
                          <a:solidFill>
                            <a:srgbClr val="000000"/>
                          </a:solidFill>
                          <a:effectLst/>
                          <a:latin typeface="Aptos" panose="020B0004020202020204" pitchFamily="34" charset="0"/>
                          <a:ea typeface="Aptos" panose="020B0004020202020204" pitchFamily="34" charset="0"/>
                          <a:cs typeface="Arial" panose="020B0604020202020204" pitchFamily="34" charset="0"/>
                        </a:rPr>
                        <a:t>&gt;HSD</a:t>
                      </a:r>
                      <a:endParaRPr lang="en-US" sz="12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123825" marR="123825" marT="57150" marB="57150" anchor="ctr">
                    <a:lnL w="19050" cap="flat" cmpd="sng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15000"/>
                        </a:lnSpc>
                        <a:spcAft>
                          <a:spcPts val="800"/>
                        </a:spcAft>
                        <a:buNone/>
                      </a:pPr>
                      <a:r>
                        <a:rPr lang="en-US" sz="1200" b="1" dirty="0">
                          <a:solidFill>
                            <a:srgbClr val="000000"/>
                          </a:solidFill>
                          <a:effectLst/>
                          <a:latin typeface="Aptos" panose="020B0004020202020204" pitchFamily="34" charset="0"/>
                          <a:ea typeface="Aptos" panose="020B0004020202020204" pitchFamily="34" charset="0"/>
                          <a:cs typeface="Arial" panose="020B0604020202020204" pitchFamily="34" charset="0"/>
                        </a:rPr>
                        <a:t>Yes</a:t>
                      </a:r>
                      <a:r>
                        <a:rPr lang="en-US" sz="1200" dirty="0">
                          <a:solidFill>
                            <a:srgbClr val="000000"/>
                          </a:solidFill>
                          <a:effectLst/>
                          <a:latin typeface="Aptos" panose="020B0004020202020204" pitchFamily="34" charset="0"/>
                          <a:ea typeface="Aptos" panose="020B0004020202020204" pitchFamily="34" charset="0"/>
                          <a:cs typeface="Arial" panose="020B0604020202020204" pitchFamily="34" charset="0"/>
                        </a:rPr>
                        <a:t> </a:t>
                      </a:r>
                      <a:endParaRPr lang="en-US" sz="1200" dirty="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123825" marR="123825" marT="57150" marB="57150" anchor="ctr">
                    <a:lnL w="19050" cap="flat" cmpd="sng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25180"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15000"/>
                        </a:lnSpc>
                        <a:spcAft>
                          <a:spcPts val="800"/>
                        </a:spcAft>
                        <a:buNone/>
                      </a:pPr>
                      <a:r>
                        <a:rPr lang="en-US" sz="1200" b="1">
                          <a:solidFill>
                            <a:srgbClr val="000000"/>
                          </a:solidFill>
                          <a:effectLst/>
                          <a:latin typeface="Aptos" panose="020B0004020202020204" pitchFamily="34" charset="0"/>
                          <a:ea typeface="Aptos" panose="020B0004020202020204" pitchFamily="34" charset="0"/>
                          <a:cs typeface="Arial" panose="020B0604020202020204" pitchFamily="34" charset="0"/>
                        </a:rPr>
                        <a:t>Winter - Summer</a:t>
                      </a:r>
                      <a:endParaRPr lang="en-US" sz="12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123825" marR="123825" marT="57150" marB="57150" anchor="ctr">
                    <a:lnL w="19050" cap="flat" cmpd="sng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15000"/>
                        </a:lnSpc>
                        <a:spcAft>
                          <a:spcPts val="800"/>
                        </a:spcAft>
                        <a:buNone/>
                      </a:pPr>
                      <a:r>
                        <a:rPr lang="en-US" sz="1200">
                          <a:solidFill>
                            <a:srgbClr val="000000"/>
                          </a:solidFill>
                          <a:effectLst/>
                          <a:latin typeface="Aptos" panose="020B0004020202020204" pitchFamily="34" charset="0"/>
                          <a:ea typeface="Aptos" panose="020B0004020202020204" pitchFamily="34" charset="0"/>
                          <a:cs typeface="Arial" panose="020B0604020202020204" pitchFamily="34" charset="0"/>
                        </a:rPr>
                        <a:t>0.7046 kW</a:t>
                      </a:r>
                      <a:endParaRPr lang="en-US" sz="12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123825" marR="123825" marT="57150" marB="57150" anchor="ctr">
                    <a:lnL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15000"/>
                        </a:lnSpc>
                        <a:spcAft>
                          <a:spcPts val="800"/>
                        </a:spcAft>
                        <a:buNone/>
                      </a:pPr>
                      <a:r>
                        <a:rPr lang="en-US" sz="1200" dirty="0">
                          <a:solidFill>
                            <a:srgbClr val="000000"/>
                          </a:solidFill>
                          <a:effectLst/>
                          <a:latin typeface="Aptos" panose="020B0004020202020204" pitchFamily="34" charset="0"/>
                          <a:ea typeface="Aptos" panose="020B0004020202020204" pitchFamily="34" charset="0"/>
                          <a:cs typeface="Arial" panose="020B0604020202020204" pitchFamily="34" charset="0"/>
                        </a:rPr>
                        <a:t>&gt;HSD</a:t>
                      </a:r>
                      <a:endParaRPr lang="en-US" sz="1200" dirty="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123825" marR="123825" marT="57150" marB="57150" anchor="ctr">
                    <a:lnL w="19050" cap="flat" cmpd="sng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15000"/>
                        </a:lnSpc>
                        <a:spcAft>
                          <a:spcPts val="800"/>
                        </a:spcAft>
                        <a:buNone/>
                      </a:pPr>
                      <a:r>
                        <a:rPr lang="en-US" sz="1200" b="1" dirty="0">
                          <a:solidFill>
                            <a:srgbClr val="000000"/>
                          </a:solidFill>
                          <a:effectLst/>
                          <a:latin typeface="Aptos" panose="020B0004020202020204" pitchFamily="34" charset="0"/>
                          <a:ea typeface="Aptos" panose="020B0004020202020204" pitchFamily="34" charset="0"/>
                          <a:cs typeface="Arial" panose="020B0604020202020204" pitchFamily="34" charset="0"/>
                        </a:rPr>
                        <a:t>Yes</a:t>
                      </a:r>
                      <a:r>
                        <a:rPr lang="en-US" sz="1200" dirty="0">
                          <a:solidFill>
                            <a:srgbClr val="000000"/>
                          </a:solidFill>
                          <a:effectLst/>
                          <a:latin typeface="Aptos" panose="020B0004020202020204" pitchFamily="34" charset="0"/>
                          <a:ea typeface="Aptos" panose="020B0004020202020204" pitchFamily="34" charset="0"/>
                          <a:cs typeface="Arial" panose="020B0604020202020204" pitchFamily="34" charset="0"/>
                        </a:rPr>
                        <a:t> </a:t>
                      </a:r>
                      <a:endParaRPr lang="en-US" sz="1200" dirty="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123825" marR="123825" marT="57150" marB="57150" anchor="ctr">
                    <a:lnL w="19050" cap="flat" cmpd="sng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25180"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15000"/>
                        </a:lnSpc>
                        <a:spcAft>
                          <a:spcPts val="800"/>
                        </a:spcAft>
                        <a:buNone/>
                      </a:pPr>
                      <a:r>
                        <a:rPr lang="en-US" sz="1200" b="1">
                          <a:solidFill>
                            <a:srgbClr val="000000"/>
                          </a:solidFill>
                          <a:effectLst/>
                          <a:latin typeface="Aptos" panose="020B0004020202020204" pitchFamily="34" charset="0"/>
                          <a:ea typeface="Aptos" panose="020B0004020202020204" pitchFamily="34" charset="0"/>
                          <a:cs typeface="Arial" panose="020B0604020202020204" pitchFamily="34" charset="0"/>
                        </a:rPr>
                        <a:t>Winter - Fall</a:t>
                      </a:r>
                      <a:endParaRPr lang="en-US" sz="12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123825" marR="123825" marT="57150" marB="57150" anchor="ctr">
                    <a:lnL w="19050" cap="flat" cmpd="sng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15000"/>
                        </a:lnSpc>
                        <a:spcAft>
                          <a:spcPts val="800"/>
                        </a:spcAft>
                        <a:buNone/>
                      </a:pPr>
                      <a:r>
                        <a:rPr lang="en-US" sz="1200">
                          <a:solidFill>
                            <a:srgbClr val="000000"/>
                          </a:solidFill>
                          <a:effectLst/>
                          <a:latin typeface="Aptos" panose="020B0004020202020204" pitchFamily="34" charset="0"/>
                          <a:ea typeface="Aptos" panose="020B0004020202020204" pitchFamily="34" charset="0"/>
                          <a:cs typeface="Arial" panose="020B0604020202020204" pitchFamily="34" charset="0"/>
                        </a:rPr>
                        <a:t>0.3084 kW</a:t>
                      </a:r>
                      <a:endParaRPr lang="en-US" sz="12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123825" marR="123825" marT="57150" marB="57150" anchor="ctr">
                    <a:lnL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15000"/>
                        </a:lnSpc>
                        <a:spcAft>
                          <a:spcPts val="800"/>
                        </a:spcAft>
                        <a:buNone/>
                      </a:pPr>
                      <a:r>
                        <a:rPr lang="en-US" sz="1200" dirty="0">
                          <a:solidFill>
                            <a:srgbClr val="000000"/>
                          </a:solidFill>
                          <a:effectLst/>
                          <a:latin typeface="Aptos" panose="020B0004020202020204" pitchFamily="34" charset="0"/>
                          <a:ea typeface="Aptos" panose="020B0004020202020204" pitchFamily="34" charset="0"/>
                          <a:cs typeface="Arial" panose="020B0604020202020204" pitchFamily="34" charset="0"/>
                        </a:rPr>
                        <a:t>&gt;HSD</a:t>
                      </a:r>
                      <a:endParaRPr lang="en-US" sz="1200" dirty="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123825" marR="123825" marT="57150" marB="57150" anchor="ctr">
                    <a:lnL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15000"/>
                        </a:lnSpc>
                        <a:spcAft>
                          <a:spcPts val="800"/>
                        </a:spcAft>
                        <a:buNone/>
                      </a:pPr>
                      <a:r>
                        <a:rPr lang="en-US" sz="1200" b="1">
                          <a:solidFill>
                            <a:srgbClr val="000000"/>
                          </a:solidFill>
                          <a:effectLst/>
                          <a:latin typeface="Aptos" panose="020B0004020202020204" pitchFamily="34" charset="0"/>
                          <a:ea typeface="Aptos" panose="020B0004020202020204" pitchFamily="34" charset="0"/>
                          <a:cs typeface="Arial" panose="020B0604020202020204" pitchFamily="34" charset="0"/>
                        </a:rPr>
                        <a:t>Yes</a:t>
                      </a:r>
                      <a:endParaRPr lang="en-US" sz="12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123825" marR="123825" marT="57150" marB="57150" anchor="ctr">
                    <a:lnL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6946485"/>
                  </a:ext>
                </a:extLst>
              </a:tr>
              <a:tr h="525180"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15000"/>
                        </a:lnSpc>
                        <a:spcAft>
                          <a:spcPts val="800"/>
                        </a:spcAft>
                        <a:buNone/>
                      </a:pPr>
                      <a:r>
                        <a:rPr lang="en-US" sz="1200" b="1">
                          <a:solidFill>
                            <a:srgbClr val="000000"/>
                          </a:solidFill>
                          <a:effectLst/>
                          <a:latin typeface="Aptos" panose="020B0004020202020204" pitchFamily="34" charset="0"/>
                          <a:ea typeface="Aptos" panose="020B0004020202020204" pitchFamily="34" charset="0"/>
                          <a:cs typeface="Arial" panose="020B0604020202020204" pitchFamily="34" charset="0"/>
                        </a:rPr>
                        <a:t>Spring - Summer</a:t>
                      </a:r>
                      <a:endParaRPr lang="en-US" sz="12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123825" marR="123825" marT="57150" marB="57150" anchor="ctr">
                    <a:lnL w="19050" cap="flat" cmpd="sng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15000"/>
                        </a:lnSpc>
                        <a:spcAft>
                          <a:spcPts val="800"/>
                        </a:spcAft>
                        <a:buNone/>
                      </a:pPr>
                      <a:r>
                        <a:rPr lang="en-US" sz="1200">
                          <a:solidFill>
                            <a:srgbClr val="000000"/>
                          </a:solidFill>
                          <a:effectLst/>
                          <a:latin typeface="Aptos" panose="020B0004020202020204" pitchFamily="34" charset="0"/>
                          <a:ea typeface="Aptos" panose="020B0004020202020204" pitchFamily="34" charset="0"/>
                          <a:cs typeface="Arial" panose="020B0604020202020204" pitchFamily="34" charset="0"/>
                        </a:rPr>
                        <a:t>0.3922 kW</a:t>
                      </a:r>
                      <a:endParaRPr lang="en-US" sz="12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123825" marR="123825" marT="57150" marB="57150" anchor="ctr">
                    <a:lnL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15000"/>
                        </a:lnSpc>
                        <a:spcAft>
                          <a:spcPts val="800"/>
                        </a:spcAft>
                        <a:buNone/>
                      </a:pPr>
                      <a:r>
                        <a:rPr lang="en-US" sz="1200">
                          <a:solidFill>
                            <a:srgbClr val="000000"/>
                          </a:solidFill>
                          <a:effectLst/>
                          <a:latin typeface="Aptos" panose="020B0004020202020204" pitchFamily="34" charset="0"/>
                          <a:ea typeface="Aptos" panose="020B0004020202020204" pitchFamily="34" charset="0"/>
                          <a:cs typeface="Arial" panose="020B0604020202020204" pitchFamily="34" charset="0"/>
                        </a:rPr>
                        <a:t>&gt;HSD</a:t>
                      </a:r>
                      <a:endParaRPr lang="en-US" sz="12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123825" marR="123825" marT="57150" marB="57150" anchor="ctr">
                    <a:lnL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15000"/>
                        </a:lnSpc>
                        <a:spcAft>
                          <a:spcPts val="800"/>
                        </a:spcAft>
                        <a:buNone/>
                      </a:pPr>
                      <a:r>
                        <a:rPr lang="en-US" sz="1200" b="1">
                          <a:solidFill>
                            <a:srgbClr val="000000"/>
                          </a:solidFill>
                          <a:effectLst/>
                          <a:latin typeface="Aptos" panose="020B0004020202020204" pitchFamily="34" charset="0"/>
                          <a:ea typeface="Aptos" panose="020B0004020202020204" pitchFamily="34" charset="0"/>
                          <a:cs typeface="Arial" panose="020B0604020202020204" pitchFamily="34" charset="0"/>
                        </a:rPr>
                        <a:t>Yes</a:t>
                      </a:r>
                      <a:r>
                        <a:rPr lang="en-US" sz="1200">
                          <a:solidFill>
                            <a:srgbClr val="000000"/>
                          </a:solidFill>
                          <a:effectLst/>
                          <a:latin typeface="Aptos" panose="020B0004020202020204" pitchFamily="34" charset="0"/>
                          <a:ea typeface="Aptos" panose="020B0004020202020204" pitchFamily="34" charset="0"/>
                          <a:cs typeface="Arial" panose="020B0604020202020204" pitchFamily="34" charset="0"/>
                        </a:rPr>
                        <a:t> </a:t>
                      </a:r>
                      <a:endParaRPr lang="en-US" sz="12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123825" marR="123825" marT="57150" marB="57150" anchor="ctr">
                    <a:lnL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54462367"/>
                  </a:ext>
                </a:extLst>
              </a:tr>
              <a:tr h="525180"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15000"/>
                        </a:lnSpc>
                        <a:spcAft>
                          <a:spcPts val="800"/>
                        </a:spcAft>
                        <a:buNone/>
                      </a:pPr>
                      <a:r>
                        <a:rPr lang="en-US" sz="1200" b="1">
                          <a:solidFill>
                            <a:srgbClr val="000000"/>
                          </a:solidFill>
                          <a:effectLst/>
                          <a:latin typeface="Aptos" panose="020B0004020202020204" pitchFamily="34" charset="0"/>
                          <a:ea typeface="Aptos" panose="020B0004020202020204" pitchFamily="34" charset="0"/>
                          <a:cs typeface="Arial" panose="020B0604020202020204" pitchFamily="34" charset="0"/>
                        </a:rPr>
                        <a:t>Fall - Spring</a:t>
                      </a:r>
                      <a:endParaRPr lang="en-US" sz="12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123825" marR="123825" marT="57150" marB="57150" anchor="ctr">
                    <a:lnL w="19050" cap="flat" cmpd="sng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15000"/>
                        </a:lnSpc>
                        <a:spcAft>
                          <a:spcPts val="800"/>
                        </a:spcAft>
                        <a:buNone/>
                      </a:pPr>
                      <a:r>
                        <a:rPr lang="en-US" sz="1200">
                          <a:solidFill>
                            <a:srgbClr val="000000"/>
                          </a:solidFill>
                          <a:effectLst/>
                          <a:latin typeface="Aptos" panose="020B0004020202020204" pitchFamily="34" charset="0"/>
                          <a:ea typeface="Aptos" panose="020B0004020202020204" pitchFamily="34" charset="0"/>
                          <a:cs typeface="Arial" panose="020B0604020202020204" pitchFamily="34" charset="0"/>
                        </a:rPr>
                        <a:t>0.004 kW</a:t>
                      </a:r>
                      <a:endParaRPr lang="en-US" sz="12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123825" marR="123825" marT="57150" marB="57150" anchor="ctr">
                    <a:lnL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15000"/>
                        </a:lnSpc>
                        <a:spcAft>
                          <a:spcPts val="800"/>
                        </a:spcAft>
                        <a:buNone/>
                      </a:pPr>
                      <a:r>
                        <a:rPr lang="en-US" sz="1200">
                          <a:solidFill>
                            <a:srgbClr val="000000"/>
                          </a:solidFill>
                          <a:effectLst/>
                          <a:latin typeface="Aptos" panose="020B0004020202020204" pitchFamily="34" charset="0"/>
                          <a:ea typeface="Aptos" panose="020B0004020202020204" pitchFamily="34" charset="0"/>
                          <a:cs typeface="Arial" panose="020B0604020202020204" pitchFamily="34" charset="0"/>
                        </a:rPr>
                        <a:t>&lt;HSD</a:t>
                      </a:r>
                      <a:endParaRPr lang="en-US" sz="12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123825" marR="123825" marT="57150" marB="57150" anchor="ctr">
                    <a:lnL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15000"/>
                        </a:lnSpc>
                        <a:spcAft>
                          <a:spcPts val="800"/>
                        </a:spcAft>
                        <a:buNone/>
                      </a:pPr>
                      <a:r>
                        <a:rPr lang="en-US" sz="1200" b="1">
                          <a:solidFill>
                            <a:srgbClr val="000000"/>
                          </a:solidFill>
                          <a:effectLst/>
                          <a:latin typeface="Aptos" panose="020B0004020202020204" pitchFamily="34" charset="0"/>
                          <a:ea typeface="Aptos" panose="020B0004020202020204" pitchFamily="34" charset="0"/>
                          <a:cs typeface="Arial" panose="020B0604020202020204" pitchFamily="34" charset="0"/>
                        </a:rPr>
                        <a:t>No</a:t>
                      </a:r>
                      <a:r>
                        <a:rPr lang="en-US" sz="1200">
                          <a:solidFill>
                            <a:srgbClr val="000000"/>
                          </a:solidFill>
                          <a:effectLst/>
                          <a:latin typeface="Aptos" panose="020B0004020202020204" pitchFamily="34" charset="0"/>
                          <a:ea typeface="Aptos" panose="020B0004020202020204" pitchFamily="34" charset="0"/>
                          <a:cs typeface="Arial" panose="020B0604020202020204" pitchFamily="34" charset="0"/>
                        </a:rPr>
                        <a:t> </a:t>
                      </a:r>
                      <a:endParaRPr lang="en-US" sz="12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123825" marR="123825" marT="57150" marB="57150" anchor="ctr">
                    <a:lnL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0197464"/>
                  </a:ext>
                </a:extLst>
              </a:tr>
              <a:tr h="525180"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15000"/>
                        </a:lnSpc>
                        <a:spcAft>
                          <a:spcPts val="800"/>
                        </a:spcAft>
                        <a:buNone/>
                      </a:pPr>
                      <a:r>
                        <a:rPr lang="en-US" sz="1200" b="1">
                          <a:solidFill>
                            <a:srgbClr val="000000"/>
                          </a:solidFill>
                          <a:effectLst/>
                          <a:latin typeface="Aptos" panose="020B0004020202020204" pitchFamily="34" charset="0"/>
                          <a:ea typeface="Aptos" panose="020B0004020202020204" pitchFamily="34" charset="0"/>
                          <a:cs typeface="Arial" panose="020B0604020202020204" pitchFamily="34" charset="0"/>
                        </a:rPr>
                        <a:t>Fall - Summer</a:t>
                      </a:r>
                      <a:endParaRPr lang="en-US" sz="12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123825" marR="123825" marT="57150" marB="57150" anchor="ctr">
                    <a:lnL w="19050" cap="flat" cmpd="sng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15000"/>
                        </a:lnSpc>
                        <a:spcAft>
                          <a:spcPts val="800"/>
                        </a:spcAft>
                        <a:buNone/>
                      </a:pPr>
                      <a:r>
                        <a:rPr lang="en-US" sz="1200">
                          <a:solidFill>
                            <a:srgbClr val="000000"/>
                          </a:solidFill>
                          <a:effectLst/>
                          <a:latin typeface="Aptos" panose="020B0004020202020204" pitchFamily="34" charset="0"/>
                          <a:ea typeface="Aptos" panose="020B0004020202020204" pitchFamily="34" charset="0"/>
                          <a:cs typeface="Arial" panose="020B0604020202020204" pitchFamily="34" charset="0"/>
                        </a:rPr>
                        <a:t>0.107 kW</a:t>
                      </a:r>
                      <a:endParaRPr lang="en-US" sz="12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123825" marR="123825" marT="57150" marB="57150" anchor="ctr">
                    <a:lnL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15000"/>
                        </a:lnSpc>
                        <a:spcAft>
                          <a:spcPts val="800"/>
                        </a:spcAft>
                        <a:buNone/>
                      </a:pPr>
                      <a:r>
                        <a:rPr lang="en-US" sz="1200" dirty="0">
                          <a:solidFill>
                            <a:srgbClr val="000000"/>
                          </a:solidFill>
                          <a:effectLst/>
                          <a:latin typeface="Aptos" panose="020B0004020202020204" pitchFamily="34" charset="0"/>
                          <a:ea typeface="Aptos" panose="020B0004020202020204" pitchFamily="34" charset="0"/>
                          <a:cs typeface="Arial" panose="020B0604020202020204" pitchFamily="34" charset="0"/>
                        </a:rPr>
                        <a:t>&gt;HSD</a:t>
                      </a:r>
                      <a:endParaRPr lang="en-US" sz="1200" dirty="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123825" marR="123825" marT="57150" marB="57150" anchor="ctr">
                    <a:lnL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15000"/>
                        </a:lnSpc>
                        <a:spcAft>
                          <a:spcPts val="800"/>
                        </a:spcAft>
                        <a:buNone/>
                      </a:pPr>
                      <a:r>
                        <a:rPr lang="en-US" sz="1200" b="1" dirty="0">
                          <a:solidFill>
                            <a:srgbClr val="000000"/>
                          </a:solidFill>
                          <a:effectLst/>
                          <a:latin typeface="Aptos" panose="020B0004020202020204" pitchFamily="34" charset="0"/>
                          <a:ea typeface="Aptos" panose="020B0004020202020204" pitchFamily="34" charset="0"/>
                          <a:cs typeface="Arial" panose="020B0604020202020204" pitchFamily="34" charset="0"/>
                        </a:rPr>
                        <a:t>Yes</a:t>
                      </a:r>
                      <a:r>
                        <a:rPr lang="en-US" sz="1200" dirty="0">
                          <a:solidFill>
                            <a:srgbClr val="000000"/>
                          </a:solidFill>
                          <a:effectLst/>
                          <a:latin typeface="Aptos" panose="020B0004020202020204" pitchFamily="34" charset="0"/>
                          <a:ea typeface="Aptos" panose="020B0004020202020204" pitchFamily="34" charset="0"/>
                          <a:cs typeface="Arial" panose="020B0604020202020204" pitchFamily="34" charset="0"/>
                        </a:rPr>
                        <a:t> </a:t>
                      </a:r>
                      <a:endParaRPr lang="en-US" sz="1200" dirty="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123825" marR="123825" marT="57150" marB="57150" anchor="ctr">
                    <a:lnL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58210703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2A2615F3-59CF-1D9A-8D74-8ADF6E9E80F8}"/>
              </a:ext>
            </a:extLst>
          </p:cNvPr>
          <p:cNvSpPr txBox="1"/>
          <p:nvPr/>
        </p:nvSpPr>
        <p:spPr>
          <a:xfrm>
            <a:off x="3784218" y="808175"/>
            <a:ext cx="1575563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800" dirty="0">
                <a:latin typeface="Barlow Medium" panose="00000600000000000000" pitchFamily="2" charset="0"/>
              </a:rPr>
              <a:t>HSD = 0.0056</a:t>
            </a:r>
          </a:p>
        </p:txBody>
      </p:sp>
    </p:spTree>
    <p:extLst>
      <p:ext uri="{BB962C8B-B14F-4D97-AF65-F5344CB8AC3E}">
        <p14:creationId xmlns:p14="http://schemas.microsoft.com/office/powerpoint/2010/main" val="2341249332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464">
          <a:extLst>
            <a:ext uri="{FF2B5EF4-FFF2-40B4-BE49-F238E27FC236}">
              <a16:creationId xmlns:a16="http://schemas.microsoft.com/office/drawing/2014/main" id="{9EDD9B29-6893-A433-5F03-F274083D3EA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65" name="Google Shape;3465;p40">
            <a:extLst>
              <a:ext uri="{FF2B5EF4-FFF2-40B4-BE49-F238E27FC236}">
                <a16:creationId xmlns:a16="http://schemas.microsoft.com/office/drawing/2014/main" id="{2423EF0B-18F5-8BA9-5940-FB378045B288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413025" y="2701644"/>
            <a:ext cx="6318000" cy="9159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lvl="2"/>
            <a:r>
              <a:rPr lang="en-US" dirty="0"/>
              <a:t>Predictability and Linear Relationships</a:t>
            </a:r>
          </a:p>
        </p:txBody>
      </p:sp>
      <p:sp>
        <p:nvSpPr>
          <p:cNvPr id="3466" name="Google Shape;3466;p40">
            <a:extLst>
              <a:ext uri="{FF2B5EF4-FFF2-40B4-BE49-F238E27FC236}">
                <a16:creationId xmlns:a16="http://schemas.microsoft.com/office/drawing/2014/main" id="{7B6047DC-1168-8CA2-C8B4-0317B91A3B05}"/>
              </a:ext>
            </a:extLst>
          </p:cNvPr>
          <p:cNvSpPr txBox="1">
            <a:spLocks noGrp="1"/>
          </p:cNvSpPr>
          <p:nvPr>
            <p:ph type="title" idx="2"/>
          </p:nvPr>
        </p:nvSpPr>
        <p:spPr>
          <a:xfrm>
            <a:off x="3745950" y="1479436"/>
            <a:ext cx="1652100" cy="915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04</a:t>
            </a:r>
            <a:endParaRPr dirty="0"/>
          </a:p>
        </p:txBody>
      </p:sp>
      <p:sp>
        <p:nvSpPr>
          <p:cNvPr id="3467" name="Google Shape;3467;p40">
            <a:extLst>
              <a:ext uri="{FF2B5EF4-FFF2-40B4-BE49-F238E27FC236}">
                <a16:creationId xmlns:a16="http://schemas.microsoft.com/office/drawing/2014/main" id="{3BBD087D-09D4-8022-D361-683F2BC1668C}"/>
              </a:ext>
            </a:extLst>
          </p:cNvPr>
          <p:cNvSpPr txBox="1">
            <a:spLocks noGrp="1"/>
          </p:cNvSpPr>
          <p:nvPr>
            <p:ph type="subTitle" idx="1"/>
          </p:nvPr>
        </p:nvSpPr>
        <p:spPr>
          <a:xfrm>
            <a:off x="1413025" y="3615894"/>
            <a:ext cx="6318000" cy="706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lvl="0"/>
            <a:r>
              <a:rPr lang="en-US" dirty="0"/>
              <a:t>Can we accurately predict consumption from electrical variables?</a:t>
            </a:r>
          </a:p>
        </p:txBody>
      </p:sp>
      <p:grpSp>
        <p:nvGrpSpPr>
          <p:cNvPr id="3468" name="Google Shape;3468;p40">
            <a:extLst>
              <a:ext uri="{FF2B5EF4-FFF2-40B4-BE49-F238E27FC236}">
                <a16:creationId xmlns:a16="http://schemas.microsoft.com/office/drawing/2014/main" id="{5BE1EFC9-69DE-EA74-95DF-50957F8CB814}"/>
              </a:ext>
            </a:extLst>
          </p:cNvPr>
          <p:cNvGrpSpPr/>
          <p:nvPr/>
        </p:nvGrpSpPr>
        <p:grpSpPr>
          <a:xfrm>
            <a:off x="7003755" y="223512"/>
            <a:ext cx="3654904" cy="5589048"/>
            <a:chOff x="7003755" y="223512"/>
            <a:chExt cx="3654904" cy="5589048"/>
          </a:xfrm>
        </p:grpSpPr>
        <p:grpSp>
          <p:nvGrpSpPr>
            <p:cNvPr id="3469" name="Google Shape;3469;p40">
              <a:extLst>
                <a:ext uri="{FF2B5EF4-FFF2-40B4-BE49-F238E27FC236}">
                  <a16:creationId xmlns:a16="http://schemas.microsoft.com/office/drawing/2014/main" id="{2836DDCD-9F63-761C-39E3-C0E5A74B5142}"/>
                </a:ext>
              </a:extLst>
            </p:cNvPr>
            <p:cNvGrpSpPr/>
            <p:nvPr/>
          </p:nvGrpSpPr>
          <p:grpSpPr>
            <a:xfrm>
              <a:off x="7003755" y="223512"/>
              <a:ext cx="2501532" cy="631966"/>
              <a:chOff x="720" y="669960"/>
              <a:chExt cx="1162800" cy="293760"/>
            </a:xfrm>
          </p:grpSpPr>
          <p:sp>
            <p:nvSpPr>
              <p:cNvPr id="3470" name="Google Shape;3470;p40">
                <a:extLst>
                  <a:ext uri="{FF2B5EF4-FFF2-40B4-BE49-F238E27FC236}">
                    <a16:creationId xmlns:a16="http://schemas.microsoft.com/office/drawing/2014/main" id="{CE241C37-DA1C-7379-D052-405E1F174A05}"/>
                  </a:ext>
                </a:extLst>
              </p:cNvPr>
              <p:cNvSpPr/>
              <p:nvPr/>
            </p:nvSpPr>
            <p:spPr>
              <a:xfrm>
                <a:off x="720" y="703080"/>
                <a:ext cx="84960" cy="101520"/>
              </a:xfrm>
              <a:custGeom>
                <a:avLst/>
                <a:gdLst/>
                <a:ahLst/>
                <a:cxnLst/>
                <a:rect l="l" t="t" r="r" b="b"/>
                <a:pathLst>
                  <a:path w="236" h="282" extrusionOk="0">
                    <a:moveTo>
                      <a:pt x="109" y="276"/>
                    </a:moveTo>
                    <a:cubicBezTo>
                      <a:pt x="106" y="273"/>
                      <a:pt x="105" y="270"/>
                      <a:pt x="104" y="266"/>
                    </a:cubicBezTo>
                    <a:cubicBezTo>
                      <a:pt x="104" y="263"/>
                      <a:pt x="103" y="260"/>
                      <a:pt x="103" y="258"/>
                    </a:cubicBezTo>
                    <a:cubicBezTo>
                      <a:pt x="102" y="254"/>
                      <a:pt x="102" y="251"/>
                      <a:pt x="101" y="247"/>
                    </a:cubicBezTo>
                    <a:cubicBezTo>
                      <a:pt x="99" y="237"/>
                      <a:pt x="97" y="228"/>
                      <a:pt x="95" y="218"/>
                    </a:cubicBezTo>
                    <a:cubicBezTo>
                      <a:pt x="94" y="214"/>
                      <a:pt x="92" y="209"/>
                      <a:pt x="91" y="204"/>
                    </a:cubicBezTo>
                    <a:cubicBezTo>
                      <a:pt x="89" y="198"/>
                      <a:pt x="88" y="193"/>
                      <a:pt x="86" y="187"/>
                    </a:cubicBezTo>
                    <a:cubicBezTo>
                      <a:pt x="84" y="181"/>
                      <a:pt x="82" y="176"/>
                      <a:pt x="80" y="170"/>
                    </a:cubicBezTo>
                    <a:cubicBezTo>
                      <a:pt x="78" y="165"/>
                      <a:pt x="76" y="160"/>
                      <a:pt x="74" y="155"/>
                    </a:cubicBezTo>
                    <a:cubicBezTo>
                      <a:pt x="73" y="151"/>
                      <a:pt x="71" y="146"/>
                      <a:pt x="68" y="141"/>
                    </a:cubicBezTo>
                    <a:cubicBezTo>
                      <a:pt x="66" y="135"/>
                      <a:pt x="63" y="130"/>
                      <a:pt x="60" y="124"/>
                    </a:cubicBezTo>
                    <a:cubicBezTo>
                      <a:pt x="56" y="116"/>
                      <a:pt x="52" y="108"/>
                      <a:pt x="47" y="100"/>
                    </a:cubicBezTo>
                    <a:cubicBezTo>
                      <a:pt x="42" y="91"/>
                      <a:pt x="37" y="81"/>
                      <a:pt x="32" y="73"/>
                    </a:cubicBezTo>
                    <a:cubicBezTo>
                      <a:pt x="26" y="64"/>
                      <a:pt x="22" y="57"/>
                      <a:pt x="17" y="49"/>
                    </a:cubicBezTo>
                    <a:cubicBezTo>
                      <a:pt x="13" y="39"/>
                      <a:pt x="7" y="29"/>
                      <a:pt x="3" y="20"/>
                    </a:cubicBezTo>
                    <a:cubicBezTo>
                      <a:pt x="0" y="13"/>
                      <a:pt x="4" y="6"/>
                      <a:pt x="10" y="3"/>
                    </a:cubicBezTo>
                    <a:cubicBezTo>
                      <a:pt x="16" y="0"/>
                      <a:pt x="23" y="4"/>
                      <a:pt x="26" y="10"/>
                    </a:cubicBezTo>
                    <a:cubicBezTo>
                      <a:pt x="28" y="15"/>
                      <a:pt x="30" y="21"/>
                      <a:pt x="32" y="25"/>
                    </a:cubicBezTo>
                    <a:cubicBezTo>
                      <a:pt x="35" y="31"/>
                      <a:pt x="38" y="35"/>
                      <a:pt x="40" y="40"/>
                    </a:cubicBezTo>
                    <a:cubicBezTo>
                      <a:pt x="43" y="46"/>
                      <a:pt x="46" y="52"/>
                      <a:pt x="49" y="57"/>
                    </a:cubicBezTo>
                    <a:cubicBezTo>
                      <a:pt x="56" y="68"/>
                      <a:pt x="62" y="80"/>
                      <a:pt x="68" y="91"/>
                    </a:cubicBezTo>
                    <a:cubicBezTo>
                      <a:pt x="72" y="98"/>
                      <a:pt x="75" y="104"/>
                      <a:pt x="78" y="110"/>
                    </a:cubicBezTo>
                    <a:cubicBezTo>
                      <a:pt x="81" y="115"/>
                      <a:pt x="83" y="120"/>
                      <a:pt x="85" y="126"/>
                    </a:cubicBezTo>
                    <a:cubicBezTo>
                      <a:pt x="88" y="131"/>
                      <a:pt x="90" y="136"/>
                      <a:pt x="92" y="141"/>
                    </a:cubicBezTo>
                    <a:cubicBezTo>
                      <a:pt x="95" y="147"/>
                      <a:pt x="97" y="153"/>
                      <a:pt x="99" y="159"/>
                    </a:cubicBezTo>
                    <a:cubicBezTo>
                      <a:pt x="102" y="168"/>
                      <a:pt x="105" y="176"/>
                      <a:pt x="107" y="184"/>
                    </a:cubicBezTo>
                    <a:cubicBezTo>
                      <a:pt x="110" y="193"/>
                      <a:pt x="113" y="202"/>
                      <a:pt x="116" y="211"/>
                    </a:cubicBezTo>
                    <a:cubicBezTo>
                      <a:pt x="117" y="216"/>
                      <a:pt x="119" y="222"/>
                      <a:pt x="120" y="227"/>
                    </a:cubicBezTo>
                    <a:cubicBezTo>
                      <a:pt x="123" y="213"/>
                      <a:pt x="127" y="199"/>
                      <a:pt x="131" y="185"/>
                    </a:cubicBezTo>
                    <a:cubicBezTo>
                      <a:pt x="134" y="177"/>
                      <a:pt x="136" y="170"/>
                      <a:pt x="139" y="163"/>
                    </a:cubicBezTo>
                    <a:cubicBezTo>
                      <a:pt x="141" y="157"/>
                      <a:pt x="143" y="151"/>
                      <a:pt x="145" y="145"/>
                    </a:cubicBezTo>
                    <a:cubicBezTo>
                      <a:pt x="147" y="141"/>
                      <a:pt x="149" y="135"/>
                      <a:pt x="151" y="131"/>
                    </a:cubicBezTo>
                    <a:cubicBezTo>
                      <a:pt x="154" y="124"/>
                      <a:pt x="158" y="117"/>
                      <a:pt x="161" y="110"/>
                    </a:cubicBezTo>
                    <a:cubicBezTo>
                      <a:pt x="162" y="108"/>
                      <a:pt x="163" y="105"/>
                      <a:pt x="164" y="102"/>
                    </a:cubicBezTo>
                    <a:cubicBezTo>
                      <a:pt x="166" y="98"/>
                      <a:pt x="168" y="95"/>
                      <a:pt x="170" y="91"/>
                    </a:cubicBezTo>
                    <a:cubicBezTo>
                      <a:pt x="173" y="84"/>
                      <a:pt x="177" y="78"/>
                      <a:pt x="181" y="72"/>
                    </a:cubicBezTo>
                    <a:cubicBezTo>
                      <a:pt x="184" y="67"/>
                      <a:pt x="188" y="61"/>
                      <a:pt x="191" y="56"/>
                    </a:cubicBezTo>
                    <a:cubicBezTo>
                      <a:pt x="195" y="50"/>
                      <a:pt x="200" y="43"/>
                      <a:pt x="204" y="37"/>
                    </a:cubicBezTo>
                    <a:cubicBezTo>
                      <a:pt x="204" y="37"/>
                      <a:pt x="204" y="36"/>
                      <a:pt x="205" y="36"/>
                    </a:cubicBezTo>
                    <a:lnTo>
                      <a:pt x="205" y="35"/>
                    </a:lnTo>
                    <a:cubicBezTo>
                      <a:pt x="208" y="32"/>
                      <a:pt x="211" y="28"/>
                      <a:pt x="213" y="25"/>
                    </a:cubicBezTo>
                    <a:cubicBezTo>
                      <a:pt x="217" y="20"/>
                      <a:pt x="225" y="19"/>
                      <a:pt x="229" y="23"/>
                    </a:cubicBezTo>
                    <a:cubicBezTo>
                      <a:pt x="235" y="27"/>
                      <a:pt x="235" y="35"/>
                      <a:pt x="231" y="39"/>
                    </a:cubicBezTo>
                    <a:cubicBezTo>
                      <a:pt x="223" y="49"/>
                      <a:pt x="215" y="60"/>
                      <a:pt x="207" y="71"/>
                    </a:cubicBezTo>
                    <a:cubicBezTo>
                      <a:pt x="208" y="70"/>
                      <a:pt x="208" y="70"/>
                      <a:pt x="208" y="70"/>
                    </a:cubicBezTo>
                    <a:cubicBezTo>
                      <a:pt x="205" y="74"/>
                      <a:pt x="202" y="78"/>
                      <a:pt x="199" y="84"/>
                    </a:cubicBezTo>
                    <a:cubicBezTo>
                      <a:pt x="196" y="89"/>
                      <a:pt x="193" y="94"/>
                      <a:pt x="189" y="100"/>
                    </a:cubicBezTo>
                    <a:cubicBezTo>
                      <a:pt x="186" y="106"/>
                      <a:pt x="183" y="111"/>
                      <a:pt x="180" y="117"/>
                    </a:cubicBezTo>
                    <a:cubicBezTo>
                      <a:pt x="177" y="123"/>
                      <a:pt x="175" y="129"/>
                      <a:pt x="172" y="135"/>
                    </a:cubicBezTo>
                    <a:cubicBezTo>
                      <a:pt x="168" y="146"/>
                      <a:pt x="163" y="158"/>
                      <a:pt x="159" y="169"/>
                    </a:cubicBezTo>
                    <a:cubicBezTo>
                      <a:pt x="157" y="177"/>
                      <a:pt x="154" y="186"/>
                      <a:pt x="151" y="195"/>
                    </a:cubicBezTo>
                    <a:cubicBezTo>
                      <a:pt x="149" y="203"/>
                      <a:pt x="147" y="212"/>
                      <a:pt x="145" y="220"/>
                    </a:cubicBezTo>
                    <a:cubicBezTo>
                      <a:pt x="142" y="228"/>
                      <a:pt x="141" y="236"/>
                      <a:pt x="139" y="244"/>
                    </a:cubicBezTo>
                    <a:cubicBezTo>
                      <a:pt x="138" y="248"/>
                      <a:pt x="137" y="252"/>
                      <a:pt x="136" y="255"/>
                    </a:cubicBezTo>
                    <a:cubicBezTo>
                      <a:pt x="135" y="257"/>
                      <a:pt x="135" y="259"/>
                      <a:pt x="135" y="261"/>
                    </a:cubicBezTo>
                    <a:cubicBezTo>
                      <a:pt x="134" y="263"/>
                      <a:pt x="134" y="266"/>
                      <a:pt x="133" y="268"/>
                    </a:cubicBezTo>
                    <a:cubicBezTo>
                      <a:pt x="131" y="271"/>
                      <a:pt x="130" y="273"/>
                      <a:pt x="128" y="275"/>
                    </a:cubicBezTo>
                    <a:cubicBezTo>
                      <a:pt x="127" y="278"/>
                      <a:pt x="124" y="280"/>
                      <a:pt x="120" y="281"/>
                    </a:cubicBezTo>
                    <a:cubicBezTo>
                      <a:pt x="119" y="281"/>
                      <a:pt x="119" y="281"/>
                      <a:pt x="119" y="281"/>
                    </a:cubicBezTo>
                    <a:cubicBezTo>
                      <a:pt x="114" y="281"/>
                      <a:pt x="111" y="279"/>
                      <a:pt x="109" y="2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1" name="Google Shape;3471;p40">
                <a:extLst>
                  <a:ext uri="{FF2B5EF4-FFF2-40B4-BE49-F238E27FC236}">
                    <a16:creationId xmlns:a16="http://schemas.microsoft.com/office/drawing/2014/main" id="{0D7F9397-E7A2-A3B8-43C8-529311E99604}"/>
                  </a:ext>
                </a:extLst>
              </p:cNvPr>
              <p:cNvSpPr/>
              <p:nvPr/>
            </p:nvSpPr>
            <p:spPr>
              <a:xfrm>
                <a:off x="104400" y="728280"/>
                <a:ext cx="1008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28" h="28" extrusionOk="0">
                    <a:moveTo>
                      <a:pt x="0" y="13"/>
                    </a:moveTo>
                    <a:cubicBezTo>
                      <a:pt x="0" y="5"/>
                      <a:pt x="6" y="0"/>
                      <a:pt x="14" y="0"/>
                    </a:cubicBezTo>
                    <a:cubicBezTo>
                      <a:pt x="21" y="0"/>
                      <a:pt x="27" y="6"/>
                      <a:pt x="27" y="14"/>
                    </a:cubicBezTo>
                    <a:cubicBezTo>
                      <a:pt x="27" y="21"/>
                      <a:pt x="21" y="27"/>
                      <a:pt x="13" y="27"/>
                    </a:cubicBezTo>
                    <a:cubicBezTo>
                      <a:pt x="5" y="27"/>
                      <a:pt x="0" y="21"/>
                      <a:pt x="0" y="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2" name="Google Shape;3472;p40">
                <a:extLst>
                  <a:ext uri="{FF2B5EF4-FFF2-40B4-BE49-F238E27FC236}">
                    <a16:creationId xmlns:a16="http://schemas.microsoft.com/office/drawing/2014/main" id="{5AF3D41D-03C6-656C-BC66-FF206265BEBC}"/>
                  </a:ext>
                </a:extLst>
              </p:cNvPr>
              <p:cNvSpPr/>
              <p:nvPr/>
            </p:nvSpPr>
            <p:spPr>
              <a:xfrm>
                <a:off x="101880" y="763200"/>
                <a:ext cx="1008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28" h="28" extrusionOk="0">
                    <a:moveTo>
                      <a:pt x="0" y="13"/>
                    </a:moveTo>
                    <a:cubicBezTo>
                      <a:pt x="0" y="6"/>
                      <a:pt x="6" y="0"/>
                      <a:pt x="14" y="0"/>
                    </a:cubicBezTo>
                    <a:cubicBezTo>
                      <a:pt x="21" y="0"/>
                      <a:pt x="27" y="6"/>
                      <a:pt x="27" y="13"/>
                    </a:cubicBezTo>
                    <a:cubicBezTo>
                      <a:pt x="27" y="21"/>
                      <a:pt x="21" y="27"/>
                      <a:pt x="13" y="27"/>
                    </a:cubicBezTo>
                    <a:cubicBezTo>
                      <a:pt x="6" y="27"/>
                      <a:pt x="0" y="21"/>
                      <a:pt x="0" y="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3" name="Google Shape;3473;p40">
                <a:extLst>
                  <a:ext uri="{FF2B5EF4-FFF2-40B4-BE49-F238E27FC236}">
                    <a16:creationId xmlns:a16="http://schemas.microsoft.com/office/drawing/2014/main" id="{87F97E5F-FDE4-FFA6-80D8-DF79B31404C0}"/>
                  </a:ext>
                </a:extLst>
              </p:cNvPr>
              <p:cNvSpPr/>
              <p:nvPr/>
            </p:nvSpPr>
            <p:spPr>
              <a:xfrm>
                <a:off x="187200" y="725040"/>
                <a:ext cx="57600" cy="70920"/>
              </a:xfrm>
              <a:custGeom>
                <a:avLst/>
                <a:gdLst/>
                <a:ahLst/>
                <a:cxnLst/>
                <a:rect l="l" t="t" r="r" b="b"/>
                <a:pathLst>
                  <a:path w="160" h="197" extrusionOk="0">
                    <a:moveTo>
                      <a:pt x="22" y="196"/>
                    </a:moveTo>
                    <a:cubicBezTo>
                      <a:pt x="15" y="195"/>
                      <a:pt x="7" y="192"/>
                      <a:pt x="3" y="185"/>
                    </a:cubicBezTo>
                    <a:cubicBezTo>
                      <a:pt x="1" y="183"/>
                      <a:pt x="0" y="181"/>
                      <a:pt x="0" y="178"/>
                    </a:cubicBezTo>
                    <a:cubicBezTo>
                      <a:pt x="0" y="174"/>
                      <a:pt x="1" y="171"/>
                      <a:pt x="2" y="168"/>
                    </a:cubicBezTo>
                    <a:cubicBezTo>
                      <a:pt x="3" y="165"/>
                      <a:pt x="5" y="162"/>
                      <a:pt x="7" y="160"/>
                    </a:cubicBezTo>
                    <a:cubicBezTo>
                      <a:pt x="8" y="159"/>
                      <a:pt x="10" y="158"/>
                      <a:pt x="11" y="156"/>
                    </a:cubicBezTo>
                    <a:cubicBezTo>
                      <a:pt x="20" y="147"/>
                      <a:pt x="29" y="139"/>
                      <a:pt x="38" y="130"/>
                    </a:cubicBezTo>
                    <a:cubicBezTo>
                      <a:pt x="47" y="120"/>
                      <a:pt x="57" y="112"/>
                      <a:pt x="67" y="102"/>
                    </a:cubicBezTo>
                    <a:cubicBezTo>
                      <a:pt x="79" y="91"/>
                      <a:pt x="91" y="80"/>
                      <a:pt x="102" y="67"/>
                    </a:cubicBezTo>
                    <a:cubicBezTo>
                      <a:pt x="102" y="67"/>
                      <a:pt x="102" y="68"/>
                      <a:pt x="102" y="69"/>
                    </a:cubicBezTo>
                    <a:cubicBezTo>
                      <a:pt x="106" y="63"/>
                      <a:pt x="111" y="58"/>
                      <a:pt x="115" y="52"/>
                    </a:cubicBezTo>
                    <a:cubicBezTo>
                      <a:pt x="117" y="49"/>
                      <a:pt x="119" y="47"/>
                      <a:pt x="120" y="44"/>
                    </a:cubicBezTo>
                    <a:cubicBezTo>
                      <a:pt x="121" y="42"/>
                      <a:pt x="121" y="41"/>
                      <a:pt x="122" y="40"/>
                    </a:cubicBezTo>
                    <a:cubicBezTo>
                      <a:pt x="122" y="39"/>
                      <a:pt x="123" y="38"/>
                      <a:pt x="123" y="37"/>
                    </a:cubicBezTo>
                    <a:lnTo>
                      <a:pt x="123" y="36"/>
                    </a:lnTo>
                    <a:cubicBezTo>
                      <a:pt x="123" y="35"/>
                      <a:pt x="123" y="35"/>
                      <a:pt x="123" y="35"/>
                    </a:cubicBezTo>
                    <a:cubicBezTo>
                      <a:pt x="123" y="34"/>
                      <a:pt x="123" y="34"/>
                      <a:pt x="123" y="34"/>
                    </a:cubicBezTo>
                    <a:lnTo>
                      <a:pt x="123" y="33"/>
                    </a:lnTo>
                    <a:lnTo>
                      <a:pt x="122" y="33"/>
                    </a:lnTo>
                    <a:lnTo>
                      <a:pt x="121" y="33"/>
                    </a:lnTo>
                    <a:cubicBezTo>
                      <a:pt x="121" y="32"/>
                      <a:pt x="120" y="31"/>
                      <a:pt x="120" y="31"/>
                    </a:cubicBezTo>
                    <a:lnTo>
                      <a:pt x="121" y="31"/>
                    </a:lnTo>
                    <a:cubicBezTo>
                      <a:pt x="120" y="31"/>
                      <a:pt x="120" y="31"/>
                      <a:pt x="119" y="31"/>
                    </a:cubicBezTo>
                    <a:cubicBezTo>
                      <a:pt x="117" y="30"/>
                      <a:pt x="116" y="30"/>
                      <a:pt x="114" y="30"/>
                    </a:cubicBezTo>
                    <a:cubicBezTo>
                      <a:pt x="100" y="27"/>
                      <a:pt x="86" y="26"/>
                      <a:pt x="73" y="24"/>
                    </a:cubicBezTo>
                    <a:cubicBezTo>
                      <a:pt x="65" y="24"/>
                      <a:pt x="57" y="24"/>
                      <a:pt x="50" y="24"/>
                    </a:cubicBezTo>
                    <a:cubicBezTo>
                      <a:pt x="47" y="29"/>
                      <a:pt x="41" y="33"/>
                      <a:pt x="35" y="30"/>
                    </a:cubicBezTo>
                    <a:cubicBezTo>
                      <a:pt x="32" y="29"/>
                      <a:pt x="28" y="28"/>
                      <a:pt x="24" y="26"/>
                    </a:cubicBezTo>
                    <a:cubicBezTo>
                      <a:pt x="19" y="23"/>
                      <a:pt x="17" y="16"/>
                      <a:pt x="19" y="10"/>
                    </a:cubicBezTo>
                    <a:cubicBezTo>
                      <a:pt x="22" y="4"/>
                      <a:pt x="28" y="2"/>
                      <a:pt x="34" y="1"/>
                    </a:cubicBezTo>
                    <a:cubicBezTo>
                      <a:pt x="40" y="0"/>
                      <a:pt x="47" y="0"/>
                      <a:pt x="53" y="0"/>
                    </a:cubicBezTo>
                    <a:cubicBezTo>
                      <a:pt x="67" y="0"/>
                      <a:pt x="81" y="1"/>
                      <a:pt x="94" y="3"/>
                    </a:cubicBezTo>
                    <a:cubicBezTo>
                      <a:pt x="100" y="3"/>
                      <a:pt x="107" y="5"/>
                      <a:pt x="113" y="5"/>
                    </a:cubicBezTo>
                    <a:cubicBezTo>
                      <a:pt x="120" y="6"/>
                      <a:pt x="126" y="7"/>
                      <a:pt x="132" y="10"/>
                    </a:cubicBezTo>
                    <a:cubicBezTo>
                      <a:pt x="135" y="12"/>
                      <a:pt x="138" y="14"/>
                      <a:pt x="140" y="17"/>
                    </a:cubicBezTo>
                    <a:cubicBezTo>
                      <a:pt x="143" y="20"/>
                      <a:pt x="145" y="24"/>
                      <a:pt x="146" y="27"/>
                    </a:cubicBezTo>
                    <a:cubicBezTo>
                      <a:pt x="148" y="34"/>
                      <a:pt x="146" y="42"/>
                      <a:pt x="144" y="49"/>
                    </a:cubicBezTo>
                    <a:cubicBezTo>
                      <a:pt x="141" y="56"/>
                      <a:pt x="136" y="64"/>
                      <a:pt x="130" y="70"/>
                    </a:cubicBezTo>
                    <a:cubicBezTo>
                      <a:pt x="123" y="80"/>
                      <a:pt x="114" y="88"/>
                      <a:pt x="105" y="97"/>
                    </a:cubicBezTo>
                    <a:cubicBezTo>
                      <a:pt x="84" y="118"/>
                      <a:pt x="60" y="139"/>
                      <a:pt x="39" y="161"/>
                    </a:cubicBezTo>
                    <a:cubicBezTo>
                      <a:pt x="40" y="161"/>
                      <a:pt x="40" y="160"/>
                      <a:pt x="40" y="160"/>
                    </a:cubicBezTo>
                    <a:cubicBezTo>
                      <a:pt x="37" y="164"/>
                      <a:pt x="33" y="168"/>
                      <a:pt x="30" y="172"/>
                    </a:cubicBezTo>
                    <a:cubicBezTo>
                      <a:pt x="36" y="172"/>
                      <a:pt x="43" y="172"/>
                      <a:pt x="49" y="172"/>
                    </a:cubicBezTo>
                    <a:cubicBezTo>
                      <a:pt x="65" y="171"/>
                      <a:pt x="81" y="169"/>
                      <a:pt x="96" y="168"/>
                    </a:cubicBezTo>
                    <a:cubicBezTo>
                      <a:pt x="113" y="167"/>
                      <a:pt x="130" y="164"/>
                      <a:pt x="147" y="164"/>
                    </a:cubicBezTo>
                    <a:cubicBezTo>
                      <a:pt x="153" y="165"/>
                      <a:pt x="159" y="170"/>
                      <a:pt x="159" y="177"/>
                    </a:cubicBezTo>
                    <a:cubicBezTo>
                      <a:pt x="159" y="183"/>
                      <a:pt x="153" y="189"/>
                      <a:pt x="147" y="189"/>
                    </a:cubicBezTo>
                    <a:cubicBezTo>
                      <a:pt x="139" y="189"/>
                      <a:pt x="131" y="189"/>
                      <a:pt x="124" y="189"/>
                    </a:cubicBezTo>
                    <a:cubicBezTo>
                      <a:pt x="123" y="189"/>
                      <a:pt x="123" y="189"/>
                      <a:pt x="122" y="189"/>
                    </a:cubicBezTo>
                    <a:cubicBezTo>
                      <a:pt x="121" y="189"/>
                      <a:pt x="121" y="189"/>
                      <a:pt x="120" y="189"/>
                    </a:cubicBezTo>
                    <a:cubicBezTo>
                      <a:pt x="119" y="189"/>
                      <a:pt x="117" y="189"/>
                      <a:pt x="116" y="189"/>
                    </a:cubicBezTo>
                    <a:lnTo>
                      <a:pt x="117" y="189"/>
                    </a:lnTo>
                    <a:cubicBezTo>
                      <a:pt x="105" y="190"/>
                      <a:pt x="92" y="192"/>
                      <a:pt x="79" y="193"/>
                    </a:cubicBezTo>
                    <a:cubicBezTo>
                      <a:pt x="66" y="194"/>
                      <a:pt x="52" y="195"/>
                      <a:pt x="38" y="196"/>
                    </a:cubicBezTo>
                    <a:cubicBezTo>
                      <a:pt x="36" y="196"/>
                      <a:pt x="34" y="196"/>
                      <a:pt x="32" y="196"/>
                    </a:cubicBezTo>
                    <a:cubicBezTo>
                      <a:pt x="28" y="196"/>
                      <a:pt x="25" y="196"/>
                      <a:pt x="22" y="1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4" name="Google Shape;3474;p40">
                <a:extLst>
                  <a:ext uri="{FF2B5EF4-FFF2-40B4-BE49-F238E27FC236}">
                    <a16:creationId xmlns:a16="http://schemas.microsoft.com/office/drawing/2014/main" id="{6B432274-696F-67F7-3528-C2A50E164B4D}"/>
                  </a:ext>
                </a:extLst>
              </p:cNvPr>
              <p:cNvSpPr/>
              <p:nvPr/>
            </p:nvSpPr>
            <p:spPr>
              <a:xfrm>
                <a:off x="191880" y="747360"/>
                <a:ext cx="60120" cy="1548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43" extrusionOk="0">
                    <a:moveTo>
                      <a:pt x="1" y="36"/>
                    </a:moveTo>
                    <a:cubicBezTo>
                      <a:pt x="0" y="32"/>
                      <a:pt x="0" y="26"/>
                      <a:pt x="1" y="22"/>
                    </a:cubicBezTo>
                    <a:cubicBezTo>
                      <a:pt x="5" y="17"/>
                      <a:pt x="11" y="15"/>
                      <a:pt x="17" y="14"/>
                    </a:cubicBezTo>
                    <a:cubicBezTo>
                      <a:pt x="26" y="12"/>
                      <a:pt x="36" y="11"/>
                      <a:pt x="46" y="10"/>
                    </a:cubicBezTo>
                    <a:cubicBezTo>
                      <a:pt x="57" y="8"/>
                      <a:pt x="69" y="7"/>
                      <a:pt x="81" y="6"/>
                    </a:cubicBezTo>
                    <a:cubicBezTo>
                      <a:pt x="105" y="4"/>
                      <a:pt x="129" y="3"/>
                      <a:pt x="153" y="1"/>
                    </a:cubicBezTo>
                    <a:cubicBezTo>
                      <a:pt x="159" y="0"/>
                      <a:pt x="165" y="4"/>
                      <a:pt x="165" y="10"/>
                    </a:cubicBezTo>
                    <a:cubicBezTo>
                      <a:pt x="166" y="15"/>
                      <a:pt x="162" y="21"/>
                      <a:pt x="156" y="22"/>
                    </a:cubicBezTo>
                    <a:cubicBezTo>
                      <a:pt x="135" y="24"/>
                      <a:pt x="114" y="26"/>
                      <a:pt x="94" y="28"/>
                    </a:cubicBezTo>
                    <a:cubicBezTo>
                      <a:pt x="73" y="30"/>
                      <a:pt x="52" y="32"/>
                      <a:pt x="32" y="36"/>
                    </a:cubicBezTo>
                    <a:cubicBezTo>
                      <a:pt x="31" y="36"/>
                      <a:pt x="31" y="36"/>
                      <a:pt x="31" y="36"/>
                    </a:cubicBezTo>
                    <a:cubicBezTo>
                      <a:pt x="28" y="36"/>
                      <a:pt x="25" y="37"/>
                      <a:pt x="22" y="38"/>
                    </a:cubicBezTo>
                    <a:cubicBezTo>
                      <a:pt x="21" y="39"/>
                      <a:pt x="21" y="39"/>
                      <a:pt x="20" y="40"/>
                    </a:cubicBezTo>
                    <a:cubicBezTo>
                      <a:pt x="18" y="42"/>
                      <a:pt x="15" y="42"/>
                      <a:pt x="12" y="42"/>
                    </a:cubicBezTo>
                    <a:cubicBezTo>
                      <a:pt x="8" y="42"/>
                      <a:pt x="4" y="40"/>
                      <a:pt x="1" y="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5" name="Google Shape;3475;p40">
                <a:extLst>
                  <a:ext uri="{FF2B5EF4-FFF2-40B4-BE49-F238E27FC236}">
                    <a16:creationId xmlns:a16="http://schemas.microsoft.com/office/drawing/2014/main" id="{8235D204-441C-CF8D-862C-35F88B68398F}"/>
                  </a:ext>
                </a:extLst>
              </p:cNvPr>
              <p:cNvSpPr/>
              <p:nvPr/>
            </p:nvSpPr>
            <p:spPr>
              <a:xfrm>
                <a:off x="271800" y="745200"/>
                <a:ext cx="29880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83" h="40" extrusionOk="0">
                    <a:moveTo>
                      <a:pt x="66" y="39"/>
                    </a:moveTo>
                    <a:cubicBezTo>
                      <a:pt x="56" y="37"/>
                      <a:pt x="45" y="34"/>
                      <a:pt x="35" y="31"/>
                    </a:cubicBezTo>
                    <a:cubicBezTo>
                      <a:pt x="30" y="30"/>
                      <a:pt x="26" y="29"/>
                      <a:pt x="20" y="28"/>
                    </a:cubicBezTo>
                    <a:cubicBezTo>
                      <a:pt x="18" y="27"/>
                      <a:pt x="16" y="26"/>
                      <a:pt x="13" y="25"/>
                    </a:cubicBezTo>
                    <a:cubicBezTo>
                      <a:pt x="10" y="24"/>
                      <a:pt x="6" y="23"/>
                      <a:pt x="5" y="19"/>
                    </a:cubicBezTo>
                    <a:cubicBezTo>
                      <a:pt x="0" y="12"/>
                      <a:pt x="5" y="3"/>
                      <a:pt x="12" y="1"/>
                    </a:cubicBezTo>
                    <a:cubicBezTo>
                      <a:pt x="16" y="0"/>
                      <a:pt x="19" y="0"/>
                      <a:pt x="22" y="2"/>
                    </a:cubicBezTo>
                    <a:lnTo>
                      <a:pt x="23" y="3"/>
                    </a:lnTo>
                    <a:cubicBezTo>
                      <a:pt x="40" y="9"/>
                      <a:pt x="56" y="13"/>
                      <a:pt x="73" y="17"/>
                    </a:cubicBezTo>
                    <a:cubicBezTo>
                      <a:pt x="79" y="18"/>
                      <a:pt x="82" y="25"/>
                      <a:pt x="81" y="31"/>
                    </a:cubicBezTo>
                    <a:cubicBezTo>
                      <a:pt x="80" y="34"/>
                      <a:pt x="78" y="37"/>
                      <a:pt x="75" y="38"/>
                    </a:cubicBezTo>
                    <a:cubicBezTo>
                      <a:pt x="73" y="39"/>
                      <a:pt x="72" y="39"/>
                      <a:pt x="70" y="39"/>
                    </a:cubicBezTo>
                    <a:cubicBezTo>
                      <a:pt x="69" y="39"/>
                      <a:pt x="68" y="39"/>
                      <a:pt x="66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6" name="Google Shape;3476;p40">
                <a:extLst>
                  <a:ext uri="{FF2B5EF4-FFF2-40B4-BE49-F238E27FC236}">
                    <a16:creationId xmlns:a16="http://schemas.microsoft.com/office/drawing/2014/main" id="{E5BC9347-B911-979A-788F-CD191D1114D3}"/>
                  </a:ext>
                </a:extLst>
              </p:cNvPr>
              <p:cNvSpPr/>
              <p:nvPr/>
            </p:nvSpPr>
            <p:spPr>
              <a:xfrm>
                <a:off x="274680" y="758880"/>
                <a:ext cx="44640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40" extrusionOk="0">
                    <a:moveTo>
                      <a:pt x="12" y="39"/>
                    </a:moveTo>
                    <a:cubicBezTo>
                      <a:pt x="5" y="38"/>
                      <a:pt x="0" y="32"/>
                      <a:pt x="1" y="24"/>
                    </a:cubicBezTo>
                    <a:cubicBezTo>
                      <a:pt x="2" y="17"/>
                      <a:pt x="10" y="12"/>
                      <a:pt x="17" y="14"/>
                    </a:cubicBezTo>
                    <a:cubicBezTo>
                      <a:pt x="17" y="14"/>
                      <a:pt x="18" y="14"/>
                      <a:pt x="19" y="15"/>
                    </a:cubicBezTo>
                    <a:cubicBezTo>
                      <a:pt x="20" y="15"/>
                      <a:pt x="21" y="15"/>
                      <a:pt x="22" y="15"/>
                    </a:cubicBezTo>
                    <a:cubicBezTo>
                      <a:pt x="39" y="14"/>
                      <a:pt x="55" y="11"/>
                      <a:pt x="71" y="8"/>
                    </a:cubicBezTo>
                    <a:cubicBezTo>
                      <a:pt x="84" y="6"/>
                      <a:pt x="98" y="3"/>
                      <a:pt x="110" y="1"/>
                    </a:cubicBezTo>
                    <a:cubicBezTo>
                      <a:pt x="116" y="0"/>
                      <a:pt x="121" y="4"/>
                      <a:pt x="122" y="9"/>
                    </a:cubicBezTo>
                    <a:cubicBezTo>
                      <a:pt x="123" y="14"/>
                      <a:pt x="120" y="20"/>
                      <a:pt x="114" y="22"/>
                    </a:cubicBezTo>
                    <a:cubicBezTo>
                      <a:pt x="100" y="25"/>
                      <a:pt x="85" y="28"/>
                      <a:pt x="70" y="31"/>
                    </a:cubicBezTo>
                    <a:cubicBezTo>
                      <a:pt x="60" y="33"/>
                      <a:pt x="49" y="35"/>
                      <a:pt x="39" y="37"/>
                    </a:cubicBezTo>
                    <a:cubicBezTo>
                      <a:pt x="32" y="38"/>
                      <a:pt x="25" y="39"/>
                      <a:pt x="18" y="39"/>
                    </a:cubicBezTo>
                    <a:cubicBezTo>
                      <a:pt x="17" y="39"/>
                      <a:pt x="15" y="39"/>
                      <a:pt x="12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7" name="Google Shape;3477;p40">
                <a:extLst>
                  <a:ext uri="{FF2B5EF4-FFF2-40B4-BE49-F238E27FC236}">
                    <a16:creationId xmlns:a16="http://schemas.microsoft.com/office/drawing/2014/main" id="{D762EE02-EBFB-7151-6ACA-BFA7A81FDE5B}"/>
                  </a:ext>
                </a:extLst>
              </p:cNvPr>
              <p:cNvSpPr/>
              <p:nvPr/>
            </p:nvSpPr>
            <p:spPr>
              <a:xfrm>
                <a:off x="342720" y="707760"/>
                <a:ext cx="34920" cy="81720"/>
              </a:xfrm>
              <a:custGeom>
                <a:avLst/>
                <a:gdLst/>
                <a:ahLst/>
                <a:cxnLst/>
                <a:rect l="l" t="t" r="r" b="b"/>
                <a:pathLst>
                  <a:path w="97" h="227" extrusionOk="0">
                    <a:moveTo>
                      <a:pt x="38" y="226"/>
                    </a:moveTo>
                    <a:cubicBezTo>
                      <a:pt x="32" y="226"/>
                      <a:pt x="27" y="220"/>
                      <a:pt x="26" y="214"/>
                    </a:cubicBezTo>
                    <a:cubicBezTo>
                      <a:pt x="26" y="206"/>
                      <a:pt x="29" y="198"/>
                      <a:pt x="31" y="191"/>
                    </a:cubicBezTo>
                    <a:cubicBezTo>
                      <a:pt x="32" y="185"/>
                      <a:pt x="33" y="180"/>
                      <a:pt x="34" y="174"/>
                    </a:cubicBezTo>
                    <a:cubicBezTo>
                      <a:pt x="38" y="158"/>
                      <a:pt x="41" y="142"/>
                      <a:pt x="44" y="127"/>
                    </a:cubicBezTo>
                    <a:cubicBezTo>
                      <a:pt x="46" y="114"/>
                      <a:pt x="48" y="100"/>
                      <a:pt x="51" y="87"/>
                    </a:cubicBezTo>
                    <a:cubicBezTo>
                      <a:pt x="48" y="92"/>
                      <a:pt x="45" y="96"/>
                      <a:pt x="42" y="101"/>
                    </a:cubicBezTo>
                    <a:cubicBezTo>
                      <a:pt x="39" y="104"/>
                      <a:pt x="36" y="108"/>
                      <a:pt x="33" y="112"/>
                    </a:cubicBezTo>
                    <a:cubicBezTo>
                      <a:pt x="29" y="117"/>
                      <a:pt x="25" y="122"/>
                      <a:pt x="20" y="125"/>
                    </a:cubicBezTo>
                    <a:cubicBezTo>
                      <a:pt x="16" y="129"/>
                      <a:pt x="10" y="129"/>
                      <a:pt x="6" y="126"/>
                    </a:cubicBezTo>
                    <a:cubicBezTo>
                      <a:pt x="2" y="124"/>
                      <a:pt x="0" y="120"/>
                      <a:pt x="1" y="115"/>
                    </a:cubicBezTo>
                    <a:cubicBezTo>
                      <a:pt x="1" y="111"/>
                      <a:pt x="3" y="107"/>
                      <a:pt x="7" y="104"/>
                    </a:cubicBezTo>
                    <a:cubicBezTo>
                      <a:pt x="9" y="103"/>
                      <a:pt x="10" y="101"/>
                      <a:pt x="12" y="99"/>
                    </a:cubicBezTo>
                    <a:cubicBezTo>
                      <a:pt x="15" y="96"/>
                      <a:pt x="17" y="93"/>
                      <a:pt x="20" y="90"/>
                    </a:cubicBezTo>
                    <a:cubicBezTo>
                      <a:pt x="23" y="86"/>
                      <a:pt x="26" y="82"/>
                      <a:pt x="29" y="79"/>
                    </a:cubicBezTo>
                    <a:cubicBezTo>
                      <a:pt x="35" y="70"/>
                      <a:pt x="41" y="61"/>
                      <a:pt x="47" y="52"/>
                    </a:cubicBezTo>
                    <a:cubicBezTo>
                      <a:pt x="52" y="43"/>
                      <a:pt x="57" y="34"/>
                      <a:pt x="62" y="25"/>
                    </a:cubicBezTo>
                    <a:cubicBezTo>
                      <a:pt x="64" y="22"/>
                      <a:pt x="65" y="19"/>
                      <a:pt x="67" y="15"/>
                    </a:cubicBezTo>
                    <a:cubicBezTo>
                      <a:pt x="68" y="13"/>
                      <a:pt x="69" y="11"/>
                      <a:pt x="70" y="9"/>
                    </a:cubicBezTo>
                    <a:cubicBezTo>
                      <a:pt x="72" y="5"/>
                      <a:pt x="75" y="3"/>
                      <a:pt x="79" y="2"/>
                    </a:cubicBezTo>
                    <a:cubicBezTo>
                      <a:pt x="87" y="0"/>
                      <a:pt x="96" y="8"/>
                      <a:pt x="93" y="17"/>
                    </a:cubicBezTo>
                    <a:cubicBezTo>
                      <a:pt x="89" y="28"/>
                      <a:pt x="86" y="39"/>
                      <a:pt x="83" y="50"/>
                    </a:cubicBezTo>
                    <a:cubicBezTo>
                      <a:pt x="80" y="61"/>
                      <a:pt x="77" y="73"/>
                      <a:pt x="75" y="84"/>
                    </a:cubicBezTo>
                    <a:cubicBezTo>
                      <a:pt x="70" y="106"/>
                      <a:pt x="66" y="127"/>
                      <a:pt x="62" y="149"/>
                    </a:cubicBezTo>
                    <a:cubicBezTo>
                      <a:pt x="60" y="159"/>
                      <a:pt x="58" y="168"/>
                      <a:pt x="57" y="178"/>
                    </a:cubicBezTo>
                    <a:cubicBezTo>
                      <a:pt x="55" y="184"/>
                      <a:pt x="54" y="189"/>
                      <a:pt x="54" y="195"/>
                    </a:cubicBezTo>
                    <a:cubicBezTo>
                      <a:pt x="52" y="201"/>
                      <a:pt x="51" y="206"/>
                      <a:pt x="51" y="212"/>
                    </a:cubicBezTo>
                    <a:cubicBezTo>
                      <a:pt x="51" y="212"/>
                      <a:pt x="51" y="213"/>
                      <a:pt x="51" y="214"/>
                    </a:cubicBezTo>
                    <a:cubicBezTo>
                      <a:pt x="51" y="221"/>
                      <a:pt x="45" y="226"/>
                      <a:pt x="38" y="2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8" name="Google Shape;3478;p40">
                <a:extLst>
                  <a:ext uri="{FF2B5EF4-FFF2-40B4-BE49-F238E27FC236}">
                    <a16:creationId xmlns:a16="http://schemas.microsoft.com/office/drawing/2014/main" id="{D1212B0F-342A-0337-80A9-94F3FBB0531D}"/>
                  </a:ext>
                </a:extLst>
              </p:cNvPr>
              <p:cNvSpPr/>
              <p:nvPr/>
            </p:nvSpPr>
            <p:spPr>
              <a:xfrm>
                <a:off x="386280" y="703800"/>
                <a:ext cx="55080" cy="7560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210" extrusionOk="0">
                    <a:moveTo>
                      <a:pt x="23" y="154"/>
                    </a:moveTo>
                    <a:cubicBezTo>
                      <a:pt x="23" y="156"/>
                      <a:pt x="23" y="158"/>
                      <a:pt x="23" y="160"/>
                    </a:cubicBezTo>
                    <a:cubicBezTo>
                      <a:pt x="24" y="150"/>
                      <a:pt x="25" y="141"/>
                      <a:pt x="26" y="132"/>
                    </a:cubicBezTo>
                    <a:cubicBezTo>
                      <a:pt x="28" y="126"/>
                      <a:pt x="28" y="121"/>
                      <a:pt x="29" y="115"/>
                    </a:cubicBezTo>
                    <a:cubicBezTo>
                      <a:pt x="28" y="117"/>
                      <a:pt x="28" y="119"/>
                      <a:pt x="27" y="121"/>
                    </a:cubicBezTo>
                    <a:cubicBezTo>
                      <a:pt x="25" y="129"/>
                      <a:pt x="25" y="136"/>
                      <a:pt x="23" y="143"/>
                    </a:cubicBezTo>
                    <a:cubicBezTo>
                      <a:pt x="23" y="147"/>
                      <a:pt x="23" y="150"/>
                      <a:pt x="23" y="154"/>
                    </a:cubicBezTo>
                    <a:moveTo>
                      <a:pt x="49" y="125"/>
                    </a:moveTo>
                    <a:cubicBezTo>
                      <a:pt x="49" y="131"/>
                      <a:pt x="47" y="138"/>
                      <a:pt x="47" y="145"/>
                    </a:cubicBezTo>
                    <a:cubicBezTo>
                      <a:pt x="45" y="157"/>
                      <a:pt x="44" y="169"/>
                      <a:pt x="42" y="182"/>
                    </a:cubicBezTo>
                    <a:cubicBezTo>
                      <a:pt x="42" y="182"/>
                      <a:pt x="42" y="183"/>
                      <a:pt x="42" y="184"/>
                    </a:cubicBezTo>
                    <a:cubicBezTo>
                      <a:pt x="42" y="184"/>
                      <a:pt x="43" y="184"/>
                      <a:pt x="44" y="183"/>
                    </a:cubicBezTo>
                    <a:cubicBezTo>
                      <a:pt x="46" y="182"/>
                      <a:pt x="47" y="182"/>
                      <a:pt x="49" y="181"/>
                    </a:cubicBezTo>
                    <a:cubicBezTo>
                      <a:pt x="51" y="179"/>
                      <a:pt x="53" y="177"/>
                      <a:pt x="56" y="175"/>
                    </a:cubicBezTo>
                    <a:cubicBezTo>
                      <a:pt x="61" y="171"/>
                      <a:pt x="65" y="166"/>
                      <a:pt x="71" y="161"/>
                    </a:cubicBezTo>
                    <a:cubicBezTo>
                      <a:pt x="78" y="152"/>
                      <a:pt x="85" y="143"/>
                      <a:pt x="92" y="134"/>
                    </a:cubicBezTo>
                    <a:cubicBezTo>
                      <a:pt x="96" y="128"/>
                      <a:pt x="100" y="122"/>
                      <a:pt x="104" y="117"/>
                    </a:cubicBezTo>
                    <a:cubicBezTo>
                      <a:pt x="106" y="114"/>
                      <a:pt x="107" y="111"/>
                      <a:pt x="109" y="108"/>
                    </a:cubicBezTo>
                    <a:cubicBezTo>
                      <a:pt x="111" y="104"/>
                      <a:pt x="113" y="101"/>
                      <a:pt x="114" y="98"/>
                    </a:cubicBezTo>
                    <a:cubicBezTo>
                      <a:pt x="118" y="90"/>
                      <a:pt x="122" y="83"/>
                      <a:pt x="125" y="75"/>
                    </a:cubicBezTo>
                    <a:cubicBezTo>
                      <a:pt x="126" y="71"/>
                      <a:pt x="127" y="68"/>
                      <a:pt x="128" y="64"/>
                    </a:cubicBezTo>
                    <a:cubicBezTo>
                      <a:pt x="128" y="61"/>
                      <a:pt x="129" y="58"/>
                      <a:pt x="129" y="55"/>
                    </a:cubicBezTo>
                    <a:cubicBezTo>
                      <a:pt x="129" y="53"/>
                      <a:pt x="130" y="51"/>
                      <a:pt x="129" y="49"/>
                    </a:cubicBezTo>
                    <a:cubicBezTo>
                      <a:pt x="129" y="47"/>
                      <a:pt x="129" y="45"/>
                      <a:pt x="128" y="44"/>
                    </a:cubicBezTo>
                    <a:cubicBezTo>
                      <a:pt x="128" y="43"/>
                      <a:pt x="128" y="43"/>
                      <a:pt x="128" y="41"/>
                    </a:cubicBezTo>
                    <a:cubicBezTo>
                      <a:pt x="127" y="40"/>
                      <a:pt x="127" y="38"/>
                      <a:pt x="126" y="37"/>
                    </a:cubicBezTo>
                    <a:cubicBezTo>
                      <a:pt x="125" y="36"/>
                      <a:pt x="125" y="34"/>
                      <a:pt x="124" y="33"/>
                    </a:cubicBezTo>
                    <a:cubicBezTo>
                      <a:pt x="123" y="32"/>
                      <a:pt x="123" y="31"/>
                      <a:pt x="122" y="30"/>
                    </a:cubicBezTo>
                    <a:cubicBezTo>
                      <a:pt x="122" y="30"/>
                      <a:pt x="121" y="30"/>
                      <a:pt x="121" y="29"/>
                    </a:cubicBezTo>
                    <a:cubicBezTo>
                      <a:pt x="121" y="29"/>
                      <a:pt x="120" y="29"/>
                      <a:pt x="120" y="28"/>
                    </a:cubicBezTo>
                    <a:cubicBezTo>
                      <a:pt x="119" y="27"/>
                      <a:pt x="118" y="27"/>
                      <a:pt x="118" y="27"/>
                    </a:cubicBezTo>
                    <a:cubicBezTo>
                      <a:pt x="117" y="27"/>
                      <a:pt x="117" y="27"/>
                      <a:pt x="117" y="26"/>
                    </a:cubicBezTo>
                    <a:lnTo>
                      <a:pt x="117" y="27"/>
                    </a:lnTo>
                    <a:lnTo>
                      <a:pt x="118" y="27"/>
                    </a:lnTo>
                    <a:lnTo>
                      <a:pt x="117" y="27"/>
                    </a:lnTo>
                    <a:cubicBezTo>
                      <a:pt x="117" y="26"/>
                      <a:pt x="117" y="26"/>
                      <a:pt x="117" y="26"/>
                    </a:cubicBezTo>
                    <a:lnTo>
                      <a:pt x="117" y="27"/>
                    </a:lnTo>
                    <a:cubicBezTo>
                      <a:pt x="117" y="26"/>
                      <a:pt x="116" y="26"/>
                      <a:pt x="116" y="26"/>
                    </a:cubicBezTo>
                    <a:cubicBezTo>
                      <a:pt x="114" y="26"/>
                      <a:pt x="114" y="26"/>
                      <a:pt x="113" y="26"/>
                    </a:cubicBezTo>
                    <a:cubicBezTo>
                      <a:pt x="112" y="26"/>
                      <a:pt x="111" y="26"/>
                      <a:pt x="110" y="26"/>
                    </a:cubicBezTo>
                    <a:cubicBezTo>
                      <a:pt x="109" y="26"/>
                      <a:pt x="108" y="26"/>
                      <a:pt x="107" y="26"/>
                    </a:cubicBezTo>
                    <a:cubicBezTo>
                      <a:pt x="106" y="26"/>
                      <a:pt x="104" y="27"/>
                      <a:pt x="103" y="27"/>
                    </a:cubicBezTo>
                    <a:cubicBezTo>
                      <a:pt x="101" y="28"/>
                      <a:pt x="99" y="29"/>
                      <a:pt x="96" y="30"/>
                    </a:cubicBezTo>
                    <a:cubicBezTo>
                      <a:pt x="94" y="31"/>
                      <a:pt x="92" y="32"/>
                      <a:pt x="90" y="33"/>
                    </a:cubicBezTo>
                    <a:cubicBezTo>
                      <a:pt x="87" y="36"/>
                      <a:pt x="84" y="37"/>
                      <a:pt x="81" y="40"/>
                    </a:cubicBezTo>
                    <a:cubicBezTo>
                      <a:pt x="79" y="41"/>
                      <a:pt x="77" y="43"/>
                      <a:pt x="75" y="45"/>
                    </a:cubicBezTo>
                    <a:cubicBezTo>
                      <a:pt x="72" y="49"/>
                      <a:pt x="68" y="54"/>
                      <a:pt x="65" y="58"/>
                    </a:cubicBezTo>
                    <a:cubicBezTo>
                      <a:pt x="64" y="59"/>
                      <a:pt x="63" y="61"/>
                      <a:pt x="62" y="63"/>
                    </a:cubicBezTo>
                    <a:cubicBezTo>
                      <a:pt x="61" y="65"/>
                      <a:pt x="60" y="67"/>
                      <a:pt x="60" y="69"/>
                    </a:cubicBezTo>
                    <a:cubicBezTo>
                      <a:pt x="57" y="76"/>
                      <a:pt x="56" y="83"/>
                      <a:pt x="54" y="89"/>
                    </a:cubicBezTo>
                    <a:lnTo>
                      <a:pt x="54" y="88"/>
                    </a:lnTo>
                    <a:cubicBezTo>
                      <a:pt x="52" y="100"/>
                      <a:pt x="51" y="112"/>
                      <a:pt x="49" y="125"/>
                    </a:cubicBezTo>
                    <a:moveTo>
                      <a:pt x="18" y="206"/>
                    </a:moveTo>
                    <a:cubicBezTo>
                      <a:pt x="4" y="199"/>
                      <a:pt x="1" y="182"/>
                      <a:pt x="0" y="168"/>
                    </a:cubicBezTo>
                    <a:cubicBezTo>
                      <a:pt x="0" y="161"/>
                      <a:pt x="0" y="154"/>
                      <a:pt x="0" y="147"/>
                    </a:cubicBezTo>
                    <a:cubicBezTo>
                      <a:pt x="1" y="135"/>
                      <a:pt x="3" y="123"/>
                      <a:pt x="5" y="111"/>
                    </a:cubicBezTo>
                    <a:cubicBezTo>
                      <a:pt x="8" y="100"/>
                      <a:pt x="12" y="89"/>
                      <a:pt x="18" y="78"/>
                    </a:cubicBezTo>
                    <a:cubicBezTo>
                      <a:pt x="23" y="68"/>
                      <a:pt x="30" y="58"/>
                      <a:pt x="39" y="51"/>
                    </a:cubicBezTo>
                    <a:cubicBezTo>
                      <a:pt x="41" y="49"/>
                      <a:pt x="43" y="48"/>
                      <a:pt x="46" y="47"/>
                    </a:cubicBezTo>
                    <a:cubicBezTo>
                      <a:pt x="47" y="45"/>
                      <a:pt x="49" y="43"/>
                      <a:pt x="50" y="41"/>
                    </a:cubicBezTo>
                    <a:cubicBezTo>
                      <a:pt x="53" y="37"/>
                      <a:pt x="56" y="34"/>
                      <a:pt x="58" y="31"/>
                    </a:cubicBezTo>
                    <a:cubicBezTo>
                      <a:pt x="64" y="25"/>
                      <a:pt x="70" y="19"/>
                      <a:pt x="77" y="15"/>
                    </a:cubicBezTo>
                    <a:cubicBezTo>
                      <a:pt x="89" y="6"/>
                      <a:pt x="105" y="0"/>
                      <a:pt x="120" y="4"/>
                    </a:cubicBezTo>
                    <a:cubicBezTo>
                      <a:pt x="128" y="5"/>
                      <a:pt x="134" y="9"/>
                      <a:pt x="139" y="15"/>
                    </a:cubicBezTo>
                    <a:cubicBezTo>
                      <a:pt x="144" y="20"/>
                      <a:pt x="148" y="28"/>
                      <a:pt x="150" y="35"/>
                    </a:cubicBezTo>
                    <a:cubicBezTo>
                      <a:pt x="152" y="42"/>
                      <a:pt x="152" y="50"/>
                      <a:pt x="151" y="57"/>
                    </a:cubicBezTo>
                    <a:cubicBezTo>
                      <a:pt x="151" y="66"/>
                      <a:pt x="148" y="75"/>
                      <a:pt x="145" y="83"/>
                    </a:cubicBezTo>
                    <a:cubicBezTo>
                      <a:pt x="141" y="94"/>
                      <a:pt x="135" y="105"/>
                      <a:pt x="130" y="115"/>
                    </a:cubicBezTo>
                    <a:cubicBezTo>
                      <a:pt x="127" y="121"/>
                      <a:pt x="124" y="126"/>
                      <a:pt x="121" y="131"/>
                    </a:cubicBezTo>
                    <a:cubicBezTo>
                      <a:pt x="117" y="137"/>
                      <a:pt x="113" y="143"/>
                      <a:pt x="109" y="148"/>
                    </a:cubicBezTo>
                    <a:cubicBezTo>
                      <a:pt x="105" y="154"/>
                      <a:pt x="100" y="160"/>
                      <a:pt x="96" y="165"/>
                    </a:cubicBezTo>
                    <a:cubicBezTo>
                      <a:pt x="92" y="171"/>
                      <a:pt x="86" y="177"/>
                      <a:pt x="81" y="182"/>
                    </a:cubicBezTo>
                    <a:cubicBezTo>
                      <a:pt x="75" y="189"/>
                      <a:pt x="68" y="195"/>
                      <a:pt x="61" y="199"/>
                    </a:cubicBezTo>
                    <a:cubicBezTo>
                      <a:pt x="54" y="205"/>
                      <a:pt x="43" y="209"/>
                      <a:pt x="33" y="209"/>
                    </a:cubicBezTo>
                    <a:cubicBezTo>
                      <a:pt x="28" y="209"/>
                      <a:pt x="23" y="209"/>
                      <a:pt x="18" y="20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9" name="Google Shape;3479;p40">
                <a:extLst>
                  <a:ext uri="{FF2B5EF4-FFF2-40B4-BE49-F238E27FC236}">
                    <a16:creationId xmlns:a16="http://schemas.microsoft.com/office/drawing/2014/main" id="{78B0D0D1-0319-C37B-F919-B828ECF4F5C2}"/>
                  </a:ext>
                </a:extLst>
              </p:cNvPr>
              <p:cNvSpPr/>
              <p:nvPr/>
            </p:nvSpPr>
            <p:spPr>
              <a:xfrm>
                <a:off x="461520" y="687600"/>
                <a:ext cx="39960" cy="115560"/>
              </a:xfrm>
              <a:custGeom>
                <a:avLst/>
                <a:gdLst/>
                <a:ahLst/>
                <a:cxnLst/>
                <a:rect l="l" t="t" r="r" b="b"/>
                <a:pathLst>
                  <a:path w="111" h="321" extrusionOk="0">
                    <a:moveTo>
                      <a:pt x="32" y="314"/>
                    </a:moveTo>
                    <a:cubicBezTo>
                      <a:pt x="28" y="307"/>
                      <a:pt x="24" y="301"/>
                      <a:pt x="21" y="294"/>
                    </a:cubicBezTo>
                    <a:cubicBezTo>
                      <a:pt x="17" y="286"/>
                      <a:pt x="13" y="277"/>
                      <a:pt x="10" y="269"/>
                    </a:cubicBezTo>
                    <a:cubicBezTo>
                      <a:pt x="4" y="252"/>
                      <a:pt x="2" y="235"/>
                      <a:pt x="1" y="218"/>
                    </a:cubicBezTo>
                    <a:cubicBezTo>
                      <a:pt x="0" y="200"/>
                      <a:pt x="0" y="181"/>
                      <a:pt x="3" y="164"/>
                    </a:cubicBezTo>
                    <a:cubicBezTo>
                      <a:pt x="5" y="146"/>
                      <a:pt x="10" y="129"/>
                      <a:pt x="16" y="112"/>
                    </a:cubicBezTo>
                    <a:cubicBezTo>
                      <a:pt x="22" y="96"/>
                      <a:pt x="30" y="80"/>
                      <a:pt x="38" y="65"/>
                    </a:cubicBezTo>
                    <a:cubicBezTo>
                      <a:pt x="48" y="49"/>
                      <a:pt x="59" y="33"/>
                      <a:pt x="72" y="19"/>
                    </a:cubicBezTo>
                    <a:cubicBezTo>
                      <a:pt x="77" y="14"/>
                      <a:pt x="82" y="9"/>
                      <a:pt x="87" y="4"/>
                    </a:cubicBezTo>
                    <a:cubicBezTo>
                      <a:pt x="92" y="0"/>
                      <a:pt x="100" y="0"/>
                      <a:pt x="105" y="4"/>
                    </a:cubicBezTo>
                    <a:cubicBezTo>
                      <a:pt x="110" y="10"/>
                      <a:pt x="109" y="19"/>
                      <a:pt x="103" y="23"/>
                    </a:cubicBezTo>
                    <a:cubicBezTo>
                      <a:pt x="102" y="24"/>
                      <a:pt x="101" y="25"/>
                      <a:pt x="99" y="26"/>
                    </a:cubicBezTo>
                    <a:cubicBezTo>
                      <a:pt x="93" y="32"/>
                      <a:pt x="87" y="38"/>
                      <a:pt x="81" y="44"/>
                    </a:cubicBezTo>
                    <a:lnTo>
                      <a:pt x="82" y="44"/>
                    </a:lnTo>
                    <a:cubicBezTo>
                      <a:pt x="77" y="50"/>
                      <a:pt x="72" y="56"/>
                      <a:pt x="67" y="62"/>
                    </a:cubicBezTo>
                    <a:cubicBezTo>
                      <a:pt x="60" y="72"/>
                      <a:pt x="54" y="83"/>
                      <a:pt x="48" y="95"/>
                    </a:cubicBezTo>
                    <a:cubicBezTo>
                      <a:pt x="43" y="105"/>
                      <a:pt x="38" y="116"/>
                      <a:pt x="34" y="127"/>
                    </a:cubicBezTo>
                    <a:cubicBezTo>
                      <a:pt x="31" y="136"/>
                      <a:pt x="28" y="145"/>
                      <a:pt x="26" y="155"/>
                    </a:cubicBezTo>
                    <a:cubicBezTo>
                      <a:pt x="24" y="164"/>
                      <a:pt x="23" y="173"/>
                      <a:pt x="22" y="182"/>
                    </a:cubicBezTo>
                    <a:cubicBezTo>
                      <a:pt x="21" y="192"/>
                      <a:pt x="21" y="203"/>
                      <a:pt x="22" y="213"/>
                    </a:cubicBezTo>
                    <a:cubicBezTo>
                      <a:pt x="22" y="214"/>
                      <a:pt x="22" y="214"/>
                      <a:pt x="22" y="215"/>
                    </a:cubicBezTo>
                    <a:lnTo>
                      <a:pt x="22" y="214"/>
                    </a:lnTo>
                    <a:cubicBezTo>
                      <a:pt x="23" y="224"/>
                      <a:pt x="24" y="233"/>
                      <a:pt x="25" y="243"/>
                    </a:cubicBezTo>
                    <a:cubicBezTo>
                      <a:pt x="26" y="248"/>
                      <a:pt x="27" y="252"/>
                      <a:pt x="29" y="257"/>
                    </a:cubicBezTo>
                    <a:cubicBezTo>
                      <a:pt x="32" y="266"/>
                      <a:pt x="36" y="275"/>
                      <a:pt x="41" y="284"/>
                    </a:cubicBezTo>
                    <a:cubicBezTo>
                      <a:pt x="40" y="283"/>
                      <a:pt x="40" y="283"/>
                      <a:pt x="40" y="283"/>
                    </a:cubicBezTo>
                    <a:cubicBezTo>
                      <a:pt x="43" y="290"/>
                      <a:pt x="47" y="297"/>
                      <a:pt x="51" y="304"/>
                    </a:cubicBezTo>
                    <a:cubicBezTo>
                      <a:pt x="54" y="309"/>
                      <a:pt x="52" y="315"/>
                      <a:pt x="46" y="318"/>
                    </a:cubicBezTo>
                    <a:cubicBezTo>
                      <a:pt x="45" y="319"/>
                      <a:pt x="43" y="320"/>
                      <a:pt x="41" y="320"/>
                    </a:cubicBezTo>
                    <a:cubicBezTo>
                      <a:pt x="38" y="320"/>
                      <a:pt x="34" y="318"/>
                      <a:pt x="32" y="3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0" name="Google Shape;3480;p40">
                <a:extLst>
                  <a:ext uri="{FF2B5EF4-FFF2-40B4-BE49-F238E27FC236}">
                    <a16:creationId xmlns:a16="http://schemas.microsoft.com/office/drawing/2014/main" id="{C96E74AE-0C7B-69FE-844F-36D172DC5957}"/>
                  </a:ext>
                </a:extLst>
              </p:cNvPr>
              <p:cNvSpPr/>
              <p:nvPr/>
            </p:nvSpPr>
            <p:spPr>
              <a:xfrm>
                <a:off x="502920" y="718560"/>
                <a:ext cx="29520" cy="51840"/>
              </a:xfrm>
              <a:custGeom>
                <a:avLst/>
                <a:gdLst/>
                <a:ahLst/>
                <a:cxnLst/>
                <a:rect l="l" t="t" r="r" b="b"/>
                <a:pathLst>
                  <a:path w="82" h="144" extrusionOk="0">
                    <a:moveTo>
                      <a:pt x="60" y="140"/>
                    </a:moveTo>
                    <a:cubicBezTo>
                      <a:pt x="53" y="132"/>
                      <a:pt x="46" y="123"/>
                      <a:pt x="39" y="114"/>
                    </a:cubicBezTo>
                    <a:cubicBezTo>
                      <a:pt x="34" y="106"/>
                      <a:pt x="29" y="98"/>
                      <a:pt x="24" y="90"/>
                    </a:cubicBezTo>
                    <a:cubicBezTo>
                      <a:pt x="19" y="83"/>
                      <a:pt x="15" y="75"/>
                      <a:pt x="11" y="67"/>
                    </a:cubicBezTo>
                    <a:cubicBezTo>
                      <a:pt x="5" y="56"/>
                      <a:pt x="1" y="45"/>
                      <a:pt x="0" y="32"/>
                    </a:cubicBezTo>
                    <a:cubicBezTo>
                      <a:pt x="0" y="27"/>
                      <a:pt x="0" y="21"/>
                      <a:pt x="2" y="16"/>
                    </a:cubicBezTo>
                    <a:cubicBezTo>
                      <a:pt x="3" y="13"/>
                      <a:pt x="4" y="10"/>
                      <a:pt x="6" y="8"/>
                    </a:cubicBezTo>
                    <a:cubicBezTo>
                      <a:pt x="9" y="2"/>
                      <a:pt x="17" y="0"/>
                      <a:pt x="23" y="3"/>
                    </a:cubicBezTo>
                    <a:cubicBezTo>
                      <a:pt x="29" y="7"/>
                      <a:pt x="31" y="15"/>
                      <a:pt x="27" y="21"/>
                    </a:cubicBezTo>
                    <a:cubicBezTo>
                      <a:pt x="26" y="22"/>
                      <a:pt x="26" y="23"/>
                      <a:pt x="25" y="25"/>
                    </a:cubicBezTo>
                    <a:lnTo>
                      <a:pt x="25" y="26"/>
                    </a:lnTo>
                    <a:cubicBezTo>
                      <a:pt x="25" y="28"/>
                      <a:pt x="25" y="30"/>
                      <a:pt x="25" y="32"/>
                    </a:cubicBezTo>
                    <a:cubicBezTo>
                      <a:pt x="25" y="34"/>
                      <a:pt x="25" y="36"/>
                      <a:pt x="25" y="38"/>
                    </a:cubicBezTo>
                    <a:cubicBezTo>
                      <a:pt x="26" y="41"/>
                      <a:pt x="26" y="44"/>
                      <a:pt x="27" y="46"/>
                    </a:cubicBezTo>
                    <a:cubicBezTo>
                      <a:pt x="29" y="50"/>
                      <a:pt x="30" y="53"/>
                      <a:pt x="32" y="56"/>
                    </a:cubicBezTo>
                    <a:cubicBezTo>
                      <a:pt x="35" y="63"/>
                      <a:pt x="39" y="70"/>
                      <a:pt x="42" y="76"/>
                    </a:cubicBezTo>
                    <a:cubicBezTo>
                      <a:pt x="46" y="82"/>
                      <a:pt x="49" y="88"/>
                      <a:pt x="53" y="94"/>
                    </a:cubicBezTo>
                    <a:cubicBezTo>
                      <a:pt x="57" y="100"/>
                      <a:pt x="61" y="106"/>
                      <a:pt x="67" y="112"/>
                    </a:cubicBezTo>
                    <a:cubicBezTo>
                      <a:pt x="70" y="116"/>
                      <a:pt x="73" y="120"/>
                      <a:pt x="76" y="123"/>
                    </a:cubicBezTo>
                    <a:cubicBezTo>
                      <a:pt x="81" y="128"/>
                      <a:pt x="81" y="136"/>
                      <a:pt x="76" y="140"/>
                    </a:cubicBezTo>
                    <a:cubicBezTo>
                      <a:pt x="74" y="142"/>
                      <a:pt x="71" y="143"/>
                      <a:pt x="68" y="143"/>
                    </a:cubicBezTo>
                    <a:cubicBezTo>
                      <a:pt x="65" y="143"/>
                      <a:pt x="62" y="142"/>
                      <a:pt x="60" y="1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1" name="Google Shape;3481;p40">
                <a:extLst>
                  <a:ext uri="{FF2B5EF4-FFF2-40B4-BE49-F238E27FC236}">
                    <a16:creationId xmlns:a16="http://schemas.microsoft.com/office/drawing/2014/main" id="{24CC1214-7192-BEB7-849C-7238FC5987FB}"/>
                  </a:ext>
                </a:extLst>
              </p:cNvPr>
              <p:cNvSpPr/>
              <p:nvPr/>
            </p:nvSpPr>
            <p:spPr>
              <a:xfrm>
                <a:off x="501840" y="724680"/>
                <a:ext cx="57600" cy="55440"/>
              </a:xfrm>
              <a:custGeom>
                <a:avLst/>
                <a:gdLst/>
                <a:ahLst/>
                <a:cxnLst/>
                <a:rect l="l" t="t" r="r" b="b"/>
                <a:pathLst>
                  <a:path w="160" h="154" extrusionOk="0">
                    <a:moveTo>
                      <a:pt x="8" y="151"/>
                    </a:moveTo>
                    <a:cubicBezTo>
                      <a:pt x="2" y="148"/>
                      <a:pt x="0" y="140"/>
                      <a:pt x="4" y="135"/>
                    </a:cubicBezTo>
                    <a:cubicBezTo>
                      <a:pt x="11" y="124"/>
                      <a:pt x="18" y="113"/>
                      <a:pt x="26" y="103"/>
                    </a:cubicBezTo>
                    <a:cubicBezTo>
                      <a:pt x="33" y="93"/>
                      <a:pt x="40" y="83"/>
                      <a:pt x="47" y="74"/>
                    </a:cubicBezTo>
                    <a:cubicBezTo>
                      <a:pt x="55" y="64"/>
                      <a:pt x="63" y="54"/>
                      <a:pt x="71" y="44"/>
                    </a:cubicBezTo>
                    <a:cubicBezTo>
                      <a:pt x="82" y="32"/>
                      <a:pt x="93" y="21"/>
                      <a:pt x="106" y="12"/>
                    </a:cubicBezTo>
                    <a:cubicBezTo>
                      <a:pt x="113" y="8"/>
                      <a:pt x="119" y="4"/>
                      <a:pt x="126" y="3"/>
                    </a:cubicBezTo>
                    <a:cubicBezTo>
                      <a:pt x="133" y="1"/>
                      <a:pt x="140" y="0"/>
                      <a:pt x="147" y="1"/>
                    </a:cubicBezTo>
                    <a:cubicBezTo>
                      <a:pt x="154" y="2"/>
                      <a:pt x="159" y="8"/>
                      <a:pt x="158" y="15"/>
                    </a:cubicBezTo>
                    <a:cubicBezTo>
                      <a:pt x="157" y="22"/>
                      <a:pt x="151" y="27"/>
                      <a:pt x="144" y="26"/>
                    </a:cubicBezTo>
                    <a:cubicBezTo>
                      <a:pt x="142" y="26"/>
                      <a:pt x="141" y="25"/>
                      <a:pt x="139" y="25"/>
                    </a:cubicBezTo>
                    <a:cubicBezTo>
                      <a:pt x="138" y="25"/>
                      <a:pt x="138" y="25"/>
                      <a:pt x="137" y="25"/>
                    </a:cubicBezTo>
                    <a:cubicBezTo>
                      <a:pt x="135" y="25"/>
                      <a:pt x="133" y="26"/>
                      <a:pt x="131" y="26"/>
                    </a:cubicBezTo>
                    <a:lnTo>
                      <a:pt x="130" y="27"/>
                    </a:lnTo>
                    <a:cubicBezTo>
                      <a:pt x="128" y="27"/>
                      <a:pt x="127" y="27"/>
                      <a:pt x="126" y="28"/>
                    </a:cubicBezTo>
                    <a:cubicBezTo>
                      <a:pt x="125" y="28"/>
                      <a:pt x="124" y="29"/>
                      <a:pt x="122" y="30"/>
                    </a:cubicBezTo>
                    <a:cubicBezTo>
                      <a:pt x="117" y="34"/>
                      <a:pt x="113" y="37"/>
                      <a:pt x="108" y="41"/>
                    </a:cubicBezTo>
                    <a:cubicBezTo>
                      <a:pt x="101" y="47"/>
                      <a:pt x="94" y="53"/>
                      <a:pt x="88" y="60"/>
                    </a:cubicBezTo>
                    <a:cubicBezTo>
                      <a:pt x="81" y="68"/>
                      <a:pt x="74" y="75"/>
                      <a:pt x="68" y="83"/>
                    </a:cubicBezTo>
                    <a:cubicBezTo>
                      <a:pt x="61" y="92"/>
                      <a:pt x="55" y="101"/>
                      <a:pt x="49" y="109"/>
                    </a:cubicBezTo>
                    <a:cubicBezTo>
                      <a:pt x="40" y="121"/>
                      <a:pt x="32" y="134"/>
                      <a:pt x="24" y="147"/>
                    </a:cubicBezTo>
                    <a:cubicBezTo>
                      <a:pt x="22" y="151"/>
                      <a:pt x="18" y="153"/>
                      <a:pt x="14" y="153"/>
                    </a:cubicBezTo>
                    <a:cubicBezTo>
                      <a:pt x="11" y="153"/>
                      <a:pt x="10" y="152"/>
                      <a:pt x="8" y="1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2" name="Google Shape;3482;p40">
                <a:extLst>
                  <a:ext uri="{FF2B5EF4-FFF2-40B4-BE49-F238E27FC236}">
                    <a16:creationId xmlns:a16="http://schemas.microsoft.com/office/drawing/2014/main" id="{37D4557C-F2D2-4373-AE1A-31D4346FACE1}"/>
                  </a:ext>
                </a:extLst>
              </p:cNvPr>
              <p:cNvSpPr/>
              <p:nvPr/>
            </p:nvSpPr>
            <p:spPr>
              <a:xfrm>
                <a:off x="563400" y="737640"/>
                <a:ext cx="43560" cy="1476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41" extrusionOk="0">
                    <a:moveTo>
                      <a:pt x="105" y="40"/>
                    </a:moveTo>
                    <a:cubicBezTo>
                      <a:pt x="89" y="38"/>
                      <a:pt x="73" y="37"/>
                      <a:pt x="56" y="34"/>
                    </a:cubicBezTo>
                    <a:cubicBezTo>
                      <a:pt x="49" y="33"/>
                      <a:pt x="42" y="32"/>
                      <a:pt x="34" y="31"/>
                    </a:cubicBezTo>
                    <a:cubicBezTo>
                      <a:pt x="27" y="29"/>
                      <a:pt x="19" y="28"/>
                      <a:pt x="12" y="27"/>
                    </a:cubicBezTo>
                    <a:cubicBezTo>
                      <a:pt x="5" y="25"/>
                      <a:pt x="0" y="20"/>
                      <a:pt x="0" y="14"/>
                    </a:cubicBezTo>
                    <a:cubicBezTo>
                      <a:pt x="0" y="7"/>
                      <a:pt x="7" y="0"/>
                      <a:pt x="15" y="2"/>
                    </a:cubicBezTo>
                    <a:cubicBezTo>
                      <a:pt x="21" y="3"/>
                      <a:pt x="27" y="4"/>
                      <a:pt x="33" y="6"/>
                    </a:cubicBezTo>
                    <a:cubicBezTo>
                      <a:pt x="58" y="10"/>
                      <a:pt x="83" y="14"/>
                      <a:pt x="109" y="16"/>
                    </a:cubicBezTo>
                    <a:cubicBezTo>
                      <a:pt x="115" y="17"/>
                      <a:pt x="120" y="24"/>
                      <a:pt x="119" y="30"/>
                    </a:cubicBezTo>
                    <a:cubicBezTo>
                      <a:pt x="118" y="36"/>
                      <a:pt x="112" y="40"/>
                      <a:pt x="107" y="40"/>
                    </a:cubicBezTo>
                    <a:cubicBezTo>
                      <a:pt x="106" y="40"/>
                      <a:pt x="106" y="40"/>
                      <a:pt x="105" y="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3" name="Google Shape;3483;p40">
                <a:extLst>
                  <a:ext uri="{FF2B5EF4-FFF2-40B4-BE49-F238E27FC236}">
                    <a16:creationId xmlns:a16="http://schemas.microsoft.com/office/drawing/2014/main" id="{C4677233-DACB-2BBA-EC8C-4F2D906EA127}"/>
                  </a:ext>
                </a:extLst>
              </p:cNvPr>
              <p:cNvSpPr/>
              <p:nvPr/>
            </p:nvSpPr>
            <p:spPr>
              <a:xfrm>
                <a:off x="583560" y="721080"/>
                <a:ext cx="19080" cy="39240"/>
              </a:xfrm>
              <a:custGeom>
                <a:avLst/>
                <a:gdLst/>
                <a:ahLst/>
                <a:cxnLst/>
                <a:rect l="l" t="t" r="r" b="b"/>
                <a:pathLst>
                  <a:path w="53" h="109" extrusionOk="0">
                    <a:moveTo>
                      <a:pt x="12" y="108"/>
                    </a:moveTo>
                    <a:cubicBezTo>
                      <a:pt x="6" y="108"/>
                      <a:pt x="0" y="103"/>
                      <a:pt x="1" y="97"/>
                    </a:cubicBezTo>
                    <a:cubicBezTo>
                      <a:pt x="2" y="81"/>
                      <a:pt x="3" y="66"/>
                      <a:pt x="6" y="51"/>
                    </a:cubicBezTo>
                    <a:cubicBezTo>
                      <a:pt x="8" y="39"/>
                      <a:pt x="13" y="27"/>
                      <a:pt x="18" y="17"/>
                    </a:cubicBezTo>
                    <a:cubicBezTo>
                      <a:pt x="23" y="9"/>
                      <a:pt x="30" y="0"/>
                      <a:pt x="39" y="2"/>
                    </a:cubicBezTo>
                    <a:cubicBezTo>
                      <a:pt x="47" y="3"/>
                      <a:pt x="52" y="11"/>
                      <a:pt x="50" y="18"/>
                    </a:cubicBezTo>
                    <a:cubicBezTo>
                      <a:pt x="49" y="23"/>
                      <a:pt x="45" y="25"/>
                      <a:pt x="41" y="27"/>
                    </a:cubicBezTo>
                    <a:cubicBezTo>
                      <a:pt x="41" y="27"/>
                      <a:pt x="40" y="28"/>
                      <a:pt x="39" y="29"/>
                    </a:cubicBezTo>
                    <a:cubicBezTo>
                      <a:pt x="40" y="28"/>
                      <a:pt x="40" y="28"/>
                      <a:pt x="41" y="27"/>
                    </a:cubicBezTo>
                    <a:cubicBezTo>
                      <a:pt x="39" y="30"/>
                      <a:pt x="38" y="31"/>
                      <a:pt x="37" y="33"/>
                    </a:cubicBezTo>
                    <a:cubicBezTo>
                      <a:pt x="35" y="37"/>
                      <a:pt x="34" y="41"/>
                      <a:pt x="32" y="44"/>
                    </a:cubicBezTo>
                    <a:cubicBezTo>
                      <a:pt x="31" y="49"/>
                      <a:pt x="30" y="53"/>
                      <a:pt x="28" y="58"/>
                    </a:cubicBezTo>
                    <a:cubicBezTo>
                      <a:pt x="26" y="69"/>
                      <a:pt x="25" y="80"/>
                      <a:pt x="24" y="91"/>
                    </a:cubicBezTo>
                    <a:lnTo>
                      <a:pt x="24" y="90"/>
                    </a:lnTo>
                    <a:cubicBezTo>
                      <a:pt x="24" y="92"/>
                      <a:pt x="24" y="95"/>
                      <a:pt x="24" y="97"/>
                    </a:cubicBezTo>
                    <a:cubicBezTo>
                      <a:pt x="23" y="103"/>
                      <a:pt x="19" y="108"/>
                      <a:pt x="12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4" name="Google Shape;3484;p40">
                <a:extLst>
                  <a:ext uri="{FF2B5EF4-FFF2-40B4-BE49-F238E27FC236}">
                    <a16:creationId xmlns:a16="http://schemas.microsoft.com/office/drawing/2014/main" id="{B94F7AD2-148C-72C7-7E04-8889938EA149}"/>
                  </a:ext>
                </a:extLst>
              </p:cNvPr>
              <p:cNvSpPr/>
              <p:nvPr/>
            </p:nvSpPr>
            <p:spPr>
              <a:xfrm>
                <a:off x="636120" y="708480"/>
                <a:ext cx="38160" cy="76320"/>
              </a:xfrm>
              <a:custGeom>
                <a:avLst/>
                <a:gdLst/>
                <a:ahLst/>
                <a:cxnLst/>
                <a:rect l="l" t="t" r="r" b="b"/>
                <a:pathLst>
                  <a:path w="106" h="212" extrusionOk="0">
                    <a:moveTo>
                      <a:pt x="16" y="202"/>
                    </a:moveTo>
                    <a:cubicBezTo>
                      <a:pt x="14" y="195"/>
                      <a:pt x="18" y="188"/>
                      <a:pt x="25" y="186"/>
                    </a:cubicBezTo>
                    <a:cubicBezTo>
                      <a:pt x="26" y="186"/>
                      <a:pt x="27" y="186"/>
                      <a:pt x="28" y="186"/>
                    </a:cubicBezTo>
                    <a:cubicBezTo>
                      <a:pt x="29" y="185"/>
                      <a:pt x="30" y="185"/>
                      <a:pt x="31" y="185"/>
                    </a:cubicBezTo>
                    <a:cubicBezTo>
                      <a:pt x="34" y="183"/>
                      <a:pt x="37" y="182"/>
                      <a:pt x="40" y="181"/>
                    </a:cubicBezTo>
                    <a:cubicBezTo>
                      <a:pt x="46" y="178"/>
                      <a:pt x="51" y="175"/>
                      <a:pt x="57" y="172"/>
                    </a:cubicBezTo>
                    <a:cubicBezTo>
                      <a:pt x="60" y="170"/>
                      <a:pt x="61" y="169"/>
                      <a:pt x="63" y="168"/>
                    </a:cubicBezTo>
                    <a:cubicBezTo>
                      <a:pt x="64" y="166"/>
                      <a:pt x="65" y="165"/>
                      <a:pt x="67" y="164"/>
                    </a:cubicBezTo>
                    <a:cubicBezTo>
                      <a:pt x="68" y="163"/>
                      <a:pt x="69" y="161"/>
                      <a:pt x="70" y="160"/>
                    </a:cubicBezTo>
                    <a:cubicBezTo>
                      <a:pt x="72" y="157"/>
                      <a:pt x="74" y="153"/>
                      <a:pt x="76" y="150"/>
                    </a:cubicBezTo>
                    <a:cubicBezTo>
                      <a:pt x="77" y="148"/>
                      <a:pt x="78" y="146"/>
                      <a:pt x="79" y="144"/>
                    </a:cubicBezTo>
                    <a:cubicBezTo>
                      <a:pt x="79" y="142"/>
                      <a:pt x="80" y="140"/>
                      <a:pt x="81" y="139"/>
                    </a:cubicBezTo>
                    <a:cubicBezTo>
                      <a:pt x="81" y="137"/>
                      <a:pt x="81" y="136"/>
                      <a:pt x="81" y="134"/>
                    </a:cubicBezTo>
                    <a:cubicBezTo>
                      <a:pt x="81" y="133"/>
                      <a:pt x="81" y="132"/>
                      <a:pt x="81" y="130"/>
                    </a:cubicBezTo>
                    <a:cubicBezTo>
                      <a:pt x="81" y="130"/>
                      <a:pt x="81" y="131"/>
                      <a:pt x="81" y="132"/>
                    </a:cubicBezTo>
                    <a:cubicBezTo>
                      <a:pt x="81" y="127"/>
                      <a:pt x="80" y="122"/>
                      <a:pt x="79" y="118"/>
                    </a:cubicBezTo>
                    <a:cubicBezTo>
                      <a:pt x="79" y="115"/>
                      <a:pt x="78" y="112"/>
                      <a:pt x="77" y="109"/>
                    </a:cubicBezTo>
                    <a:cubicBezTo>
                      <a:pt x="76" y="108"/>
                      <a:pt x="76" y="106"/>
                      <a:pt x="75" y="105"/>
                    </a:cubicBezTo>
                    <a:cubicBezTo>
                      <a:pt x="75" y="104"/>
                      <a:pt x="74" y="102"/>
                      <a:pt x="73" y="101"/>
                    </a:cubicBezTo>
                    <a:cubicBezTo>
                      <a:pt x="73" y="100"/>
                      <a:pt x="72" y="99"/>
                      <a:pt x="72" y="99"/>
                    </a:cubicBezTo>
                    <a:cubicBezTo>
                      <a:pt x="71" y="98"/>
                      <a:pt x="71" y="98"/>
                      <a:pt x="70" y="97"/>
                    </a:cubicBezTo>
                    <a:cubicBezTo>
                      <a:pt x="70" y="97"/>
                      <a:pt x="69" y="97"/>
                      <a:pt x="69" y="96"/>
                    </a:cubicBezTo>
                    <a:cubicBezTo>
                      <a:pt x="69" y="97"/>
                      <a:pt x="69" y="97"/>
                      <a:pt x="69" y="97"/>
                    </a:cubicBezTo>
                    <a:lnTo>
                      <a:pt x="70" y="97"/>
                    </a:lnTo>
                    <a:lnTo>
                      <a:pt x="69" y="97"/>
                    </a:lnTo>
                    <a:cubicBezTo>
                      <a:pt x="70" y="97"/>
                      <a:pt x="70" y="97"/>
                      <a:pt x="71" y="97"/>
                    </a:cubicBezTo>
                    <a:cubicBezTo>
                      <a:pt x="70" y="97"/>
                      <a:pt x="70" y="97"/>
                      <a:pt x="69" y="97"/>
                    </a:cubicBezTo>
                    <a:cubicBezTo>
                      <a:pt x="69" y="96"/>
                      <a:pt x="68" y="95"/>
                      <a:pt x="68" y="95"/>
                    </a:cubicBezTo>
                    <a:cubicBezTo>
                      <a:pt x="66" y="94"/>
                      <a:pt x="64" y="94"/>
                      <a:pt x="63" y="93"/>
                    </a:cubicBezTo>
                    <a:cubicBezTo>
                      <a:pt x="61" y="93"/>
                      <a:pt x="60" y="92"/>
                      <a:pt x="58" y="92"/>
                    </a:cubicBezTo>
                    <a:cubicBezTo>
                      <a:pt x="56" y="91"/>
                      <a:pt x="54" y="91"/>
                      <a:pt x="52" y="91"/>
                    </a:cubicBezTo>
                    <a:cubicBezTo>
                      <a:pt x="51" y="91"/>
                      <a:pt x="50" y="91"/>
                      <a:pt x="49" y="91"/>
                    </a:cubicBezTo>
                    <a:cubicBezTo>
                      <a:pt x="48" y="91"/>
                      <a:pt x="47" y="91"/>
                      <a:pt x="46" y="91"/>
                    </a:cubicBezTo>
                    <a:cubicBezTo>
                      <a:pt x="45" y="91"/>
                      <a:pt x="44" y="91"/>
                      <a:pt x="44" y="92"/>
                    </a:cubicBezTo>
                    <a:cubicBezTo>
                      <a:pt x="43" y="92"/>
                      <a:pt x="43" y="92"/>
                      <a:pt x="43" y="92"/>
                    </a:cubicBezTo>
                    <a:cubicBezTo>
                      <a:pt x="41" y="94"/>
                      <a:pt x="40" y="95"/>
                      <a:pt x="39" y="97"/>
                    </a:cubicBezTo>
                    <a:cubicBezTo>
                      <a:pt x="36" y="99"/>
                      <a:pt x="34" y="102"/>
                      <a:pt x="30" y="105"/>
                    </a:cubicBezTo>
                    <a:cubicBezTo>
                      <a:pt x="26" y="108"/>
                      <a:pt x="20" y="109"/>
                      <a:pt x="15" y="106"/>
                    </a:cubicBezTo>
                    <a:cubicBezTo>
                      <a:pt x="9" y="103"/>
                      <a:pt x="7" y="96"/>
                      <a:pt x="9" y="90"/>
                    </a:cubicBezTo>
                    <a:cubicBezTo>
                      <a:pt x="11" y="84"/>
                      <a:pt x="15" y="81"/>
                      <a:pt x="19" y="77"/>
                    </a:cubicBezTo>
                    <a:cubicBezTo>
                      <a:pt x="21" y="76"/>
                      <a:pt x="24" y="74"/>
                      <a:pt x="27" y="73"/>
                    </a:cubicBezTo>
                    <a:cubicBezTo>
                      <a:pt x="31" y="69"/>
                      <a:pt x="34" y="64"/>
                      <a:pt x="37" y="59"/>
                    </a:cubicBezTo>
                    <a:lnTo>
                      <a:pt x="37" y="60"/>
                    </a:lnTo>
                    <a:cubicBezTo>
                      <a:pt x="38" y="58"/>
                      <a:pt x="39" y="56"/>
                      <a:pt x="40" y="54"/>
                    </a:cubicBezTo>
                    <a:cubicBezTo>
                      <a:pt x="44" y="48"/>
                      <a:pt x="47" y="42"/>
                      <a:pt x="49" y="35"/>
                    </a:cubicBezTo>
                    <a:cubicBezTo>
                      <a:pt x="50" y="34"/>
                      <a:pt x="50" y="31"/>
                      <a:pt x="51" y="30"/>
                    </a:cubicBezTo>
                    <a:cubicBezTo>
                      <a:pt x="51" y="29"/>
                      <a:pt x="51" y="28"/>
                      <a:pt x="51" y="27"/>
                    </a:cubicBezTo>
                    <a:cubicBezTo>
                      <a:pt x="47" y="30"/>
                      <a:pt x="43" y="34"/>
                      <a:pt x="40" y="38"/>
                    </a:cubicBezTo>
                    <a:cubicBezTo>
                      <a:pt x="36" y="42"/>
                      <a:pt x="32" y="47"/>
                      <a:pt x="29" y="52"/>
                    </a:cubicBezTo>
                    <a:cubicBezTo>
                      <a:pt x="27" y="53"/>
                      <a:pt x="27" y="55"/>
                      <a:pt x="26" y="57"/>
                    </a:cubicBezTo>
                    <a:cubicBezTo>
                      <a:pt x="26" y="56"/>
                      <a:pt x="26" y="56"/>
                      <a:pt x="26" y="55"/>
                    </a:cubicBezTo>
                    <a:cubicBezTo>
                      <a:pt x="26" y="56"/>
                      <a:pt x="26" y="57"/>
                      <a:pt x="25" y="58"/>
                    </a:cubicBezTo>
                    <a:cubicBezTo>
                      <a:pt x="26" y="64"/>
                      <a:pt x="20" y="70"/>
                      <a:pt x="14" y="70"/>
                    </a:cubicBezTo>
                    <a:cubicBezTo>
                      <a:pt x="14" y="70"/>
                      <a:pt x="13" y="70"/>
                      <a:pt x="12" y="70"/>
                    </a:cubicBezTo>
                    <a:cubicBezTo>
                      <a:pt x="8" y="70"/>
                      <a:pt x="4" y="69"/>
                      <a:pt x="2" y="64"/>
                    </a:cubicBezTo>
                    <a:cubicBezTo>
                      <a:pt x="0" y="60"/>
                      <a:pt x="0" y="56"/>
                      <a:pt x="1" y="52"/>
                    </a:cubicBezTo>
                    <a:cubicBezTo>
                      <a:pt x="2" y="47"/>
                      <a:pt x="7" y="42"/>
                      <a:pt x="9" y="37"/>
                    </a:cubicBezTo>
                    <a:cubicBezTo>
                      <a:pt x="12" y="34"/>
                      <a:pt x="16" y="30"/>
                      <a:pt x="19" y="26"/>
                    </a:cubicBezTo>
                    <a:cubicBezTo>
                      <a:pt x="22" y="22"/>
                      <a:pt x="26" y="18"/>
                      <a:pt x="29" y="14"/>
                    </a:cubicBezTo>
                    <a:cubicBezTo>
                      <a:pt x="32" y="12"/>
                      <a:pt x="34" y="9"/>
                      <a:pt x="37" y="6"/>
                    </a:cubicBezTo>
                    <a:cubicBezTo>
                      <a:pt x="40" y="5"/>
                      <a:pt x="42" y="3"/>
                      <a:pt x="44" y="2"/>
                    </a:cubicBezTo>
                    <a:cubicBezTo>
                      <a:pt x="46" y="2"/>
                      <a:pt x="47" y="1"/>
                      <a:pt x="48" y="1"/>
                    </a:cubicBezTo>
                    <a:cubicBezTo>
                      <a:pt x="50" y="0"/>
                      <a:pt x="51" y="0"/>
                      <a:pt x="53" y="0"/>
                    </a:cubicBezTo>
                    <a:cubicBezTo>
                      <a:pt x="58" y="0"/>
                      <a:pt x="64" y="3"/>
                      <a:pt x="68" y="7"/>
                    </a:cubicBezTo>
                    <a:cubicBezTo>
                      <a:pt x="69" y="9"/>
                      <a:pt x="71" y="11"/>
                      <a:pt x="72" y="14"/>
                    </a:cubicBezTo>
                    <a:cubicBezTo>
                      <a:pt x="74" y="17"/>
                      <a:pt x="74" y="19"/>
                      <a:pt x="75" y="23"/>
                    </a:cubicBezTo>
                    <a:cubicBezTo>
                      <a:pt x="76" y="28"/>
                      <a:pt x="74" y="35"/>
                      <a:pt x="72" y="41"/>
                    </a:cubicBezTo>
                    <a:cubicBezTo>
                      <a:pt x="70" y="46"/>
                      <a:pt x="68" y="52"/>
                      <a:pt x="65" y="57"/>
                    </a:cubicBezTo>
                    <a:cubicBezTo>
                      <a:pt x="63" y="60"/>
                      <a:pt x="61" y="65"/>
                      <a:pt x="60" y="68"/>
                    </a:cubicBezTo>
                    <a:cubicBezTo>
                      <a:pt x="65" y="69"/>
                      <a:pt x="71" y="71"/>
                      <a:pt x="76" y="73"/>
                    </a:cubicBezTo>
                    <a:cubicBezTo>
                      <a:pt x="81" y="76"/>
                      <a:pt x="86" y="80"/>
                      <a:pt x="90" y="84"/>
                    </a:cubicBezTo>
                    <a:cubicBezTo>
                      <a:pt x="94" y="90"/>
                      <a:pt x="97" y="95"/>
                      <a:pt x="99" y="101"/>
                    </a:cubicBezTo>
                    <a:cubicBezTo>
                      <a:pt x="101" y="107"/>
                      <a:pt x="102" y="113"/>
                      <a:pt x="103" y="120"/>
                    </a:cubicBezTo>
                    <a:cubicBezTo>
                      <a:pt x="104" y="127"/>
                      <a:pt x="105" y="135"/>
                      <a:pt x="104" y="143"/>
                    </a:cubicBezTo>
                    <a:cubicBezTo>
                      <a:pt x="101" y="155"/>
                      <a:pt x="94" y="166"/>
                      <a:pt x="87" y="177"/>
                    </a:cubicBezTo>
                    <a:cubicBezTo>
                      <a:pt x="81" y="186"/>
                      <a:pt x="72" y="191"/>
                      <a:pt x="63" y="196"/>
                    </a:cubicBezTo>
                    <a:cubicBezTo>
                      <a:pt x="53" y="203"/>
                      <a:pt x="42" y="208"/>
                      <a:pt x="31" y="211"/>
                    </a:cubicBezTo>
                    <a:cubicBezTo>
                      <a:pt x="30" y="211"/>
                      <a:pt x="29" y="211"/>
                      <a:pt x="28" y="211"/>
                    </a:cubicBezTo>
                    <a:cubicBezTo>
                      <a:pt x="22" y="211"/>
                      <a:pt x="17" y="207"/>
                      <a:pt x="16" y="20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5" name="Google Shape;3485;p40">
                <a:extLst>
                  <a:ext uri="{FF2B5EF4-FFF2-40B4-BE49-F238E27FC236}">
                    <a16:creationId xmlns:a16="http://schemas.microsoft.com/office/drawing/2014/main" id="{54B55BB5-7D98-E14E-2402-A0E8D12E179A}"/>
                  </a:ext>
                </a:extLst>
              </p:cNvPr>
              <p:cNvSpPr/>
              <p:nvPr/>
            </p:nvSpPr>
            <p:spPr>
              <a:xfrm>
                <a:off x="694440" y="717480"/>
                <a:ext cx="54720" cy="12348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343" extrusionOk="0">
                    <a:moveTo>
                      <a:pt x="52" y="319"/>
                    </a:moveTo>
                    <a:cubicBezTo>
                      <a:pt x="53" y="319"/>
                      <a:pt x="53" y="319"/>
                      <a:pt x="54" y="319"/>
                    </a:cubicBezTo>
                    <a:cubicBezTo>
                      <a:pt x="54" y="318"/>
                      <a:pt x="55" y="318"/>
                      <a:pt x="55" y="318"/>
                    </a:cubicBezTo>
                    <a:cubicBezTo>
                      <a:pt x="55" y="317"/>
                      <a:pt x="56" y="317"/>
                      <a:pt x="57" y="317"/>
                    </a:cubicBezTo>
                    <a:cubicBezTo>
                      <a:pt x="57" y="317"/>
                      <a:pt x="58" y="317"/>
                      <a:pt x="58" y="316"/>
                    </a:cubicBezTo>
                    <a:cubicBezTo>
                      <a:pt x="59" y="316"/>
                      <a:pt x="60" y="316"/>
                      <a:pt x="60" y="315"/>
                    </a:cubicBezTo>
                    <a:cubicBezTo>
                      <a:pt x="61" y="314"/>
                      <a:pt x="61" y="314"/>
                      <a:pt x="62" y="313"/>
                    </a:cubicBezTo>
                    <a:cubicBezTo>
                      <a:pt x="62" y="313"/>
                      <a:pt x="63" y="312"/>
                      <a:pt x="64" y="312"/>
                    </a:cubicBezTo>
                    <a:cubicBezTo>
                      <a:pt x="64" y="310"/>
                      <a:pt x="65" y="309"/>
                      <a:pt x="66" y="308"/>
                    </a:cubicBezTo>
                    <a:cubicBezTo>
                      <a:pt x="67" y="306"/>
                      <a:pt x="68" y="303"/>
                      <a:pt x="68" y="302"/>
                    </a:cubicBezTo>
                    <a:cubicBezTo>
                      <a:pt x="72" y="292"/>
                      <a:pt x="74" y="282"/>
                      <a:pt x="77" y="272"/>
                    </a:cubicBezTo>
                    <a:cubicBezTo>
                      <a:pt x="79" y="260"/>
                      <a:pt x="81" y="249"/>
                      <a:pt x="82" y="237"/>
                    </a:cubicBezTo>
                    <a:cubicBezTo>
                      <a:pt x="84" y="223"/>
                      <a:pt x="86" y="209"/>
                      <a:pt x="87" y="195"/>
                    </a:cubicBezTo>
                    <a:cubicBezTo>
                      <a:pt x="88" y="183"/>
                      <a:pt x="89" y="170"/>
                      <a:pt x="90" y="158"/>
                    </a:cubicBezTo>
                    <a:cubicBezTo>
                      <a:pt x="83" y="165"/>
                      <a:pt x="77" y="172"/>
                      <a:pt x="71" y="181"/>
                    </a:cubicBezTo>
                    <a:cubicBezTo>
                      <a:pt x="67" y="184"/>
                      <a:pt x="64" y="188"/>
                      <a:pt x="61" y="192"/>
                    </a:cubicBezTo>
                    <a:cubicBezTo>
                      <a:pt x="57" y="198"/>
                      <a:pt x="53" y="203"/>
                      <a:pt x="49" y="209"/>
                    </a:cubicBezTo>
                    <a:cubicBezTo>
                      <a:pt x="49" y="208"/>
                      <a:pt x="50" y="208"/>
                      <a:pt x="50" y="207"/>
                    </a:cubicBezTo>
                    <a:cubicBezTo>
                      <a:pt x="46" y="213"/>
                      <a:pt x="43" y="218"/>
                      <a:pt x="40" y="224"/>
                    </a:cubicBezTo>
                    <a:cubicBezTo>
                      <a:pt x="36" y="231"/>
                      <a:pt x="33" y="238"/>
                      <a:pt x="31" y="245"/>
                    </a:cubicBezTo>
                    <a:cubicBezTo>
                      <a:pt x="29" y="251"/>
                      <a:pt x="27" y="257"/>
                      <a:pt x="26" y="264"/>
                    </a:cubicBezTo>
                    <a:cubicBezTo>
                      <a:pt x="25" y="267"/>
                      <a:pt x="24" y="271"/>
                      <a:pt x="24" y="274"/>
                    </a:cubicBezTo>
                    <a:cubicBezTo>
                      <a:pt x="24" y="277"/>
                      <a:pt x="24" y="279"/>
                      <a:pt x="24" y="281"/>
                    </a:cubicBezTo>
                    <a:cubicBezTo>
                      <a:pt x="24" y="284"/>
                      <a:pt x="25" y="287"/>
                      <a:pt x="25" y="289"/>
                    </a:cubicBezTo>
                    <a:cubicBezTo>
                      <a:pt x="25" y="292"/>
                      <a:pt x="26" y="294"/>
                      <a:pt x="26" y="295"/>
                    </a:cubicBezTo>
                    <a:cubicBezTo>
                      <a:pt x="27" y="298"/>
                      <a:pt x="27" y="299"/>
                      <a:pt x="29" y="301"/>
                    </a:cubicBezTo>
                    <a:cubicBezTo>
                      <a:pt x="29" y="302"/>
                      <a:pt x="30" y="303"/>
                      <a:pt x="30" y="305"/>
                    </a:cubicBezTo>
                    <a:cubicBezTo>
                      <a:pt x="32" y="306"/>
                      <a:pt x="32" y="308"/>
                      <a:pt x="33" y="309"/>
                    </a:cubicBezTo>
                    <a:cubicBezTo>
                      <a:pt x="34" y="310"/>
                      <a:pt x="35" y="310"/>
                      <a:pt x="36" y="312"/>
                    </a:cubicBezTo>
                    <a:cubicBezTo>
                      <a:pt x="37" y="312"/>
                      <a:pt x="38" y="313"/>
                      <a:pt x="39" y="314"/>
                    </a:cubicBezTo>
                    <a:cubicBezTo>
                      <a:pt x="40" y="314"/>
                      <a:pt x="41" y="315"/>
                      <a:pt x="41" y="316"/>
                    </a:cubicBezTo>
                    <a:cubicBezTo>
                      <a:pt x="43" y="316"/>
                      <a:pt x="44" y="317"/>
                      <a:pt x="45" y="317"/>
                    </a:cubicBezTo>
                    <a:cubicBezTo>
                      <a:pt x="46" y="317"/>
                      <a:pt x="47" y="318"/>
                      <a:pt x="48" y="318"/>
                    </a:cubicBezTo>
                    <a:cubicBezTo>
                      <a:pt x="49" y="318"/>
                      <a:pt x="50" y="319"/>
                      <a:pt x="50" y="319"/>
                    </a:cubicBezTo>
                    <a:cubicBezTo>
                      <a:pt x="51" y="319"/>
                      <a:pt x="51" y="319"/>
                      <a:pt x="52" y="319"/>
                    </a:cubicBezTo>
                    <a:moveTo>
                      <a:pt x="34" y="338"/>
                    </a:moveTo>
                    <a:cubicBezTo>
                      <a:pt x="27" y="335"/>
                      <a:pt x="20" y="330"/>
                      <a:pt x="16" y="324"/>
                    </a:cubicBezTo>
                    <a:cubicBezTo>
                      <a:pt x="5" y="312"/>
                      <a:pt x="1" y="297"/>
                      <a:pt x="1" y="281"/>
                    </a:cubicBezTo>
                    <a:cubicBezTo>
                      <a:pt x="0" y="274"/>
                      <a:pt x="1" y="266"/>
                      <a:pt x="3" y="258"/>
                    </a:cubicBezTo>
                    <a:cubicBezTo>
                      <a:pt x="5" y="249"/>
                      <a:pt x="8" y="240"/>
                      <a:pt x="11" y="232"/>
                    </a:cubicBezTo>
                    <a:cubicBezTo>
                      <a:pt x="17" y="218"/>
                      <a:pt x="24" y="206"/>
                      <a:pt x="33" y="194"/>
                    </a:cubicBezTo>
                    <a:cubicBezTo>
                      <a:pt x="36" y="189"/>
                      <a:pt x="40" y="183"/>
                      <a:pt x="44" y="178"/>
                    </a:cubicBezTo>
                    <a:cubicBezTo>
                      <a:pt x="45" y="176"/>
                      <a:pt x="46" y="175"/>
                      <a:pt x="47" y="174"/>
                    </a:cubicBezTo>
                    <a:cubicBezTo>
                      <a:pt x="50" y="171"/>
                      <a:pt x="53" y="168"/>
                      <a:pt x="55" y="165"/>
                    </a:cubicBezTo>
                    <a:cubicBezTo>
                      <a:pt x="59" y="160"/>
                      <a:pt x="63" y="155"/>
                      <a:pt x="67" y="151"/>
                    </a:cubicBezTo>
                    <a:cubicBezTo>
                      <a:pt x="67" y="152"/>
                      <a:pt x="65" y="153"/>
                      <a:pt x="64" y="153"/>
                    </a:cubicBezTo>
                    <a:cubicBezTo>
                      <a:pt x="58" y="157"/>
                      <a:pt x="53" y="160"/>
                      <a:pt x="45" y="161"/>
                    </a:cubicBezTo>
                    <a:cubicBezTo>
                      <a:pt x="37" y="161"/>
                      <a:pt x="31" y="158"/>
                      <a:pt x="26" y="153"/>
                    </a:cubicBezTo>
                    <a:cubicBezTo>
                      <a:pt x="23" y="150"/>
                      <a:pt x="22" y="147"/>
                      <a:pt x="20" y="144"/>
                    </a:cubicBezTo>
                    <a:cubicBezTo>
                      <a:pt x="19" y="140"/>
                      <a:pt x="19" y="137"/>
                      <a:pt x="19" y="133"/>
                    </a:cubicBezTo>
                    <a:cubicBezTo>
                      <a:pt x="18" y="128"/>
                      <a:pt x="18" y="122"/>
                      <a:pt x="19" y="116"/>
                    </a:cubicBezTo>
                    <a:cubicBezTo>
                      <a:pt x="19" y="109"/>
                      <a:pt x="20" y="101"/>
                      <a:pt x="20" y="94"/>
                    </a:cubicBezTo>
                    <a:cubicBezTo>
                      <a:pt x="21" y="88"/>
                      <a:pt x="22" y="82"/>
                      <a:pt x="23" y="76"/>
                    </a:cubicBezTo>
                    <a:cubicBezTo>
                      <a:pt x="23" y="72"/>
                      <a:pt x="24" y="69"/>
                      <a:pt x="25" y="65"/>
                    </a:cubicBezTo>
                    <a:cubicBezTo>
                      <a:pt x="26" y="59"/>
                      <a:pt x="27" y="53"/>
                      <a:pt x="28" y="47"/>
                    </a:cubicBezTo>
                    <a:cubicBezTo>
                      <a:pt x="31" y="36"/>
                      <a:pt x="34" y="25"/>
                      <a:pt x="40" y="15"/>
                    </a:cubicBezTo>
                    <a:cubicBezTo>
                      <a:pt x="42" y="10"/>
                      <a:pt x="45" y="7"/>
                      <a:pt x="48" y="3"/>
                    </a:cubicBezTo>
                    <a:cubicBezTo>
                      <a:pt x="52" y="1"/>
                      <a:pt x="56" y="0"/>
                      <a:pt x="60" y="0"/>
                    </a:cubicBezTo>
                    <a:cubicBezTo>
                      <a:pt x="67" y="0"/>
                      <a:pt x="73" y="6"/>
                      <a:pt x="73" y="13"/>
                    </a:cubicBezTo>
                    <a:cubicBezTo>
                      <a:pt x="73" y="20"/>
                      <a:pt x="68" y="24"/>
                      <a:pt x="62" y="26"/>
                    </a:cubicBezTo>
                    <a:cubicBezTo>
                      <a:pt x="61" y="26"/>
                      <a:pt x="61" y="27"/>
                      <a:pt x="60" y="28"/>
                    </a:cubicBezTo>
                    <a:cubicBezTo>
                      <a:pt x="58" y="33"/>
                      <a:pt x="56" y="37"/>
                      <a:pt x="54" y="41"/>
                    </a:cubicBezTo>
                    <a:cubicBezTo>
                      <a:pt x="55" y="41"/>
                      <a:pt x="55" y="40"/>
                      <a:pt x="55" y="40"/>
                    </a:cubicBezTo>
                    <a:cubicBezTo>
                      <a:pt x="53" y="46"/>
                      <a:pt x="51" y="52"/>
                      <a:pt x="50" y="59"/>
                    </a:cubicBezTo>
                    <a:cubicBezTo>
                      <a:pt x="48" y="66"/>
                      <a:pt x="46" y="74"/>
                      <a:pt x="45" y="83"/>
                    </a:cubicBezTo>
                    <a:cubicBezTo>
                      <a:pt x="44" y="87"/>
                      <a:pt x="44" y="91"/>
                      <a:pt x="43" y="95"/>
                    </a:cubicBezTo>
                    <a:cubicBezTo>
                      <a:pt x="43" y="100"/>
                      <a:pt x="43" y="104"/>
                      <a:pt x="42" y="109"/>
                    </a:cubicBezTo>
                    <a:cubicBezTo>
                      <a:pt x="42" y="108"/>
                      <a:pt x="42" y="108"/>
                      <a:pt x="42" y="108"/>
                    </a:cubicBezTo>
                    <a:cubicBezTo>
                      <a:pt x="42" y="114"/>
                      <a:pt x="41" y="121"/>
                      <a:pt x="41" y="128"/>
                    </a:cubicBezTo>
                    <a:cubicBezTo>
                      <a:pt x="41" y="129"/>
                      <a:pt x="42" y="132"/>
                      <a:pt x="42" y="133"/>
                    </a:cubicBezTo>
                    <a:cubicBezTo>
                      <a:pt x="43" y="135"/>
                      <a:pt x="43" y="135"/>
                      <a:pt x="43" y="136"/>
                    </a:cubicBezTo>
                    <a:lnTo>
                      <a:pt x="43" y="135"/>
                    </a:lnTo>
                    <a:cubicBezTo>
                      <a:pt x="43" y="136"/>
                      <a:pt x="43" y="136"/>
                      <a:pt x="43" y="136"/>
                    </a:cubicBezTo>
                    <a:cubicBezTo>
                      <a:pt x="43" y="137"/>
                      <a:pt x="43" y="137"/>
                      <a:pt x="43" y="137"/>
                    </a:cubicBezTo>
                    <a:lnTo>
                      <a:pt x="44" y="137"/>
                    </a:lnTo>
                    <a:cubicBezTo>
                      <a:pt x="45" y="137"/>
                      <a:pt x="46" y="136"/>
                      <a:pt x="46" y="136"/>
                    </a:cubicBezTo>
                    <a:lnTo>
                      <a:pt x="46" y="137"/>
                    </a:lnTo>
                    <a:cubicBezTo>
                      <a:pt x="45" y="137"/>
                      <a:pt x="45" y="137"/>
                      <a:pt x="45" y="137"/>
                    </a:cubicBezTo>
                    <a:lnTo>
                      <a:pt x="46" y="137"/>
                    </a:lnTo>
                    <a:cubicBezTo>
                      <a:pt x="45" y="137"/>
                      <a:pt x="45" y="137"/>
                      <a:pt x="45" y="137"/>
                    </a:cubicBezTo>
                    <a:lnTo>
                      <a:pt x="46" y="137"/>
                    </a:lnTo>
                    <a:lnTo>
                      <a:pt x="46" y="136"/>
                    </a:lnTo>
                    <a:lnTo>
                      <a:pt x="46" y="137"/>
                    </a:lnTo>
                    <a:cubicBezTo>
                      <a:pt x="46" y="136"/>
                      <a:pt x="47" y="136"/>
                      <a:pt x="47" y="136"/>
                    </a:cubicBezTo>
                    <a:cubicBezTo>
                      <a:pt x="48" y="135"/>
                      <a:pt x="50" y="135"/>
                      <a:pt x="51" y="134"/>
                    </a:cubicBezTo>
                    <a:cubicBezTo>
                      <a:pt x="53" y="132"/>
                      <a:pt x="55" y="130"/>
                      <a:pt x="58" y="129"/>
                    </a:cubicBezTo>
                    <a:cubicBezTo>
                      <a:pt x="61" y="126"/>
                      <a:pt x="65" y="122"/>
                      <a:pt x="68" y="119"/>
                    </a:cubicBezTo>
                    <a:cubicBezTo>
                      <a:pt x="74" y="112"/>
                      <a:pt x="80" y="104"/>
                      <a:pt x="86" y="97"/>
                    </a:cubicBezTo>
                    <a:cubicBezTo>
                      <a:pt x="89" y="92"/>
                      <a:pt x="92" y="87"/>
                      <a:pt x="95" y="82"/>
                    </a:cubicBezTo>
                    <a:cubicBezTo>
                      <a:pt x="99" y="76"/>
                      <a:pt x="102" y="70"/>
                      <a:pt x="105" y="65"/>
                    </a:cubicBezTo>
                    <a:cubicBezTo>
                      <a:pt x="106" y="64"/>
                      <a:pt x="106" y="63"/>
                      <a:pt x="107" y="62"/>
                    </a:cubicBezTo>
                    <a:cubicBezTo>
                      <a:pt x="108" y="58"/>
                      <a:pt x="110" y="53"/>
                      <a:pt x="113" y="48"/>
                    </a:cubicBezTo>
                    <a:cubicBezTo>
                      <a:pt x="115" y="43"/>
                      <a:pt x="122" y="41"/>
                      <a:pt x="127" y="44"/>
                    </a:cubicBezTo>
                    <a:cubicBezTo>
                      <a:pt x="133" y="46"/>
                      <a:pt x="136" y="52"/>
                      <a:pt x="134" y="58"/>
                    </a:cubicBezTo>
                    <a:cubicBezTo>
                      <a:pt x="133" y="62"/>
                      <a:pt x="131" y="66"/>
                      <a:pt x="128" y="70"/>
                    </a:cubicBezTo>
                    <a:lnTo>
                      <a:pt x="128" y="71"/>
                    </a:lnTo>
                    <a:cubicBezTo>
                      <a:pt x="126" y="77"/>
                      <a:pt x="124" y="83"/>
                      <a:pt x="122" y="90"/>
                    </a:cubicBezTo>
                    <a:cubicBezTo>
                      <a:pt x="125" y="86"/>
                      <a:pt x="128" y="83"/>
                      <a:pt x="131" y="80"/>
                    </a:cubicBezTo>
                    <a:cubicBezTo>
                      <a:pt x="135" y="76"/>
                      <a:pt x="141" y="74"/>
                      <a:pt x="146" y="79"/>
                    </a:cubicBezTo>
                    <a:cubicBezTo>
                      <a:pt x="150" y="81"/>
                      <a:pt x="151" y="88"/>
                      <a:pt x="148" y="93"/>
                    </a:cubicBezTo>
                    <a:cubicBezTo>
                      <a:pt x="136" y="105"/>
                      <a:pt x="126" y="117"/>
                      <a:pt x="115" y="129"/>
                    </a:cubicBezTo>
                    <a:cubicBezTo>
                      <a:pt x="115" y="132"/>
                      <a:pt x="114" y="136"/>
                      <a:pt x="114" y="139"/>
                    </a:cubicBezTo>
                    <a:cubicBezTo>
                      <a:pt x="113" y="151"/>
                      <a:pt x="111" y="164"/>
                      <a:pt x="110" y="176"/>
                    </a:cubicBezTo>
                    <a:cubicBezTo>
                      <a:pt x="108" y="202"/>
                      <a:pt x="106" y="228"/>
                      <a:pt x="102" y="253"/>
                    </a:cubicBezTo>
                    <a:cubicBezTo>
                      <a:pt x="101" y="260"/>
                      <a:pt x="100" y="266"/>
                      <a:pt x="99" y="273"/>
                    </a:cubicBezTo>
                    <a:cubicBezTo>
                      <a:pt x="98" y="278"/>
                      <a:pt x="96" y="284"/>
                      <a:pt x="95" y="290"/>
                    </a:cubicBezTo>
                    <a:cubicBezTo>
                      <a:pt x="94" y="293"/>
                      <a:pt x="93" y="296"/>
                      <a:pt x="93" y="299"/>
                    </a:cubicBezTo>
                    <a:cubicBezTo>
                      <a:pt x="91" y="306"/>
                      <a:pt x="89" y="312"/>
                      <a:pt x="87" y="317"/>
                    </a:cubicBezTo>
                    <a:cubicBezTo>
                      <a:pt x="81" y="331"/>
                      <a:pt x="69" y="341"/>
                      <a:pt x="55" y="342"/>
                    </a:cubicBezTo>
                    <a:cubicBezTo>
                      <a:pt x="54" y="342"/>
                      <a:pt x="53" y="342"/>
                      <a:pt x="51" y="342"/>
                    </a:cubicBezTo>
                    <a:cubicBezTo>
                      <a:pt x="46" y="342"/>
                      <a:pt x="40" y="341"/>
                      <a:pt x="34" y="3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6" name="Google Shape;3486;p40">
                <a:extLst>
                  <a:ext uri="{FF2B5EF4-FFF2-40B4-BE49-F238E27FC236}">
                    <a16:creationId xmlns:a16="http://schemas.microsoft.com/office/drawing/2014/main" id="{761055B3-7420-3D72-F06D-053117E59373}"/>
                  </a:ext>
                </a:extLst>
              </p:cNvPr>
              <p:cNvSpPr/>
              <p:nvPr/>
            </p:nvSpPr>
            <p:spPr>
              <a:xfrm>
                <a:off x="749880" y="669960"/>
                <a:ext cx="2628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73" h="350" extrusionOk="0">
                    <a:moveTo>
                      <a:pt x="23" y="347"/>
                    </a:moveTo>
                    <a:cubicBezTo>
                      <a:pt x="17" y="343"/>
                      <a:pt x="16" y="335"/>
                      <a:pt x="20" y="329"/>
                    </a:cubicBezTo>
                    <a:cubicBezTo>
                      <a:pt x="21" y="328"/>
                      <a:pt x="23" y="327"/>
                      <a:pt x="24" y="325"/>
                    </a:cubicBezTo>
                    <a:cubicBezTo>
                      <a:pt x="27" y="320"/>
                      <a:pt x="31" y="314"/>
                      <a:pt x="34" y="308"/>
                    </a:cubicBezTo>
                    <a:lnTo>
                      <a:pt x="34" y="309"/>
                    </a:lnTo>
                    <a:lnTo>
                      <a:pt x="34" y="308"/>
                    </a:lnTo>
                    <a:cubicBezTo>
                      <a:pt x="35" y="305"/>
                      <a:pt x="37" y="301"/>
                      <a:pt x="38" y="298"/>
                    </a:cubicBezTo>
                    <a:cubicBezTo>
                      <a:pt x="41" y="289"/>
                      <a:pt x="44" y="279"/>
                      <a:pt x="45" y="270"/>
                    </a:cubicBezTo>
                    <a:cubicBezTo>
                      <a:pt x="47" y="263"/>
                      <a:pt x="48" y="255"/>
                      <a:pt x="49" y="248"/>
                    </a:cubicBezTo>
                    <a:cubicBezTo>
                      <a:pt x="50" y="230"/>
                      <a:pt x="50" y="213"/>
                      <a:pt x="49" y="195"/>
                    </a:cubicBezTo>
                    <a:cubicBezTo>
                      <a:pt x="49" y="183"/>
                      <a:pt x="47" y="170"/>
                      <a:pt x="45" y="158"/>
                    </a:cubicBezTo>
                    <a:cubicBezTo>
                      <a:pt x="43" y="149"/>
                      <a:pt x="41" y="139"/>
                      <a:pt x="39" y="130"/>
                    </a:cubicBezTo>
                    <a:cubicBezTo>
                      <a:pt x="38" y="125"/>
                      <a:pt x="37" y="120"/>
                      <a:pt x="35" y="116"/>
                    </a:cubicBezTo>
                    <a:cubicBezTo>
                      <a:pt x="34" y="111"/>
                      <a:pt x="33" y="106"/>
                      <a:pt x="31" y="101"/>
                    </a:cubicBezTo>
                    <a:cubicBezTo>
                      <a:pt x="27" y="90"/>
                      <a:pt x="24" y="78"/>
                      <a:pt x="19" y="67"/>
                    </a:cubicBezTo>
                    <a:cubicBezTo>
                      <a:pt x="17" y="61"/>
                      <a:pt x="15" y="56"/>
                      <a:pt x="13" y="50"/>
                    </a:cubicBezTo>
                    <a:cubicBezTo>
                      <a:pt x="9" y="41"/>
                      <a:pt x="5" y="32"/>
                      <a:pt x="2" y="22"/>
                    </a:cubicBezTo>
                    <a:cubicBezTo>
                      <a:pt x="2" y="23"/>
                      <a:pt x="2" y="23"/>
                      <a:pt x="2" y="24"/>
                    </a:cubicBezTo>
                    <a:cubicBezTo>
                      <a:pt x="1" y="19"/>
                      <a:pt x="0" y="15"/>
                      <a:pt x="1" y="10"/>
                    </a:cubicBezTo>
                    <a:cubicBezTo>
                      <a:pt x="2" y="5"/>
                      <a:pt x="6" y="3"/>
                      <a:pt x="10" y="1"/>
                    </a:cubicBezTo>
                    <a:cubicBezTo>
                      <a:pt x="15" y="0"/>
                      <a:pt x="19" y="1"/>
                      <a:pt x="23" y="4"/>
                    </a:cubicBezTo>
                    <a:cubicBezTo>
                      <a:pt x="25" y="5"/>
                      <a:pt x="27" y="8"/>
                      <a:pt x="28" y="10"/>
                    </a:cubicBezTo>
                    <a:cubicBezTo>
                      <a:pt x="30" y="11"/>
                      <a:pt x="31" y="12"/>
                      <a:pt x="32" y="14"/>
                    </a:cubicBezTo>
                    <a:cubicBezTo>
                      <a:pt x="37" y="19"/>
                      <a:pt x="37" y="27"/>
                      <a:pt x="31" y="32"/>
                    </a:cubicBezTo>
                    <a:cubicBezTo>
                      <a:pt x="35" y="42"/>
                      <a:pt x="38" y="53"/>
                      <a:pt x="42" y="63"/>
                    </a:cubicBezTo>
                    <a:cubicBezTo>
                      <a:pt x="44" y="68"/>
                      <a:pt x="45" y="73"/>
                      <a:pt x="47" y="78"/>
                    </a:cubicBezTo>
                    <a:cubicBezTo>
                      <a:pt x="49" y="84"/>
                      <a:pt x="51" y="90"/>
                      <a:pt x="53" y="96"/>
                    </a:cubicBezTo>
                    <a:cubicBezTo>
                      <a:pt x="56" y="108"/>
                      <a:pt x="59" y="120"/>
                      <a:pt x="62" y="132"/>
                    </a:cubicBezTo>
                    <a:cubicBezTo>
                      <a:pt x="63" y="139"/>
                      <a:pt x="65" y="146"/>
                      <a:pt x="66" y="153"/>
                    </a:cubicBezTo>
                    <a:cubicBezTo>
                      <a:pt x="68" y="162"/>
                      <a:pt x="69" y="170"/>
                      <a:pt x="69" y="178"/>
                    </a:cubicBezTo>
                    <a:cubicBezTo>
                      <a:pt x="70" y="187"/>
                      <a:pt x="71" y="197"/>
                      <a:pt x="71" y="205"/>
                    </a:cubicBezTo>
                    <a:cubicBezTo>
                      <a:pt x="72" y="216"/>
                      <a:pt x="71" y="226"/>
                      <a:pt x="71" y="236"/>
                    </a:cubicBezTo>
                    <a:cubicBezTo>
                      <a:pt x="70" y="250"/>
                      <a:pt x="69" y="264"/>
                      <a:pt x="66" y="278"/>
                    </a:cubicBezTo>
                    <a:cubicBezTo>
                      <a:pt x="63" y="291"/>
                      <a:pt x="61" y="304"/>
                      <a:pt x="55" y="316"/>
                    </a:cubicBezTo>
                    <a:cubicBezTo>
                      <a:pt x="51" y="325"/>
                      <a:pt x="45" y="335"/>
                      <a:pt x="40" y="343"/>
                    </a:cubicBezTo>
                    <a:cubicBezTo>
                      <a:pt x="37" y="347"/>
                      <a:pt x="34" y="349"/>
                      <a:pt x="30" y="349"/>
                    </a:cubicBezTo>
                    <a:cubicBezTo>
                      <a:pt x="27" y="349"/>
                      <a:pt x="26" y="348"/>
                      <a:pt x="23" y="34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7" name="Google Shape;3487;p40">
                <a:extLst>
                  <a:ext uri="{FF2B5EF4-FFF2-40B4-BE49-F238E27FC236}">
                    <a16:creationId xmlns:a16="http://schemas.microsoft.com/office/drawing/2014/main" id="{B6D76844-3974-D1C9-9302-C5A33684B04B}"/>
                  </a:ext>
                </a:extLst>
              </p:cNvPr>
              <p:cNvSpPr/>
              <p:nvPr/>
            </p:nvSpPr>
            <p:spPr>
              <a:xfrm>
                <a:off x="783720" y="761760"/>
                <a:ext cx="18000" cy="4824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4" extrusionOk="0">
                    <a:moveTo>
                      <a:pt x="10" y="133"/>
                    </a:moveTo>
                    <a:cubicBezTo>
                      <a:pt x="4" y="131"/>
                      <a:pt x="0" y="125"/>
                      <a:pt x="2" y="119"/>
                    </a:cubicBezTo>
                    <a:cubicBezTo>
                      <a:pt x="5" y="102"/>
                      <a:pt x="10" y="86"/>
                      <a:pt x="13" y="70"/>
                    </a:cubicBezTo>
                    <a:cubicBezTo>
                      <a:pt x="15" y="60"/>
                      <a:pt x="17" y="51"/>
                      <a:pt x="18" y="42"/>
                    </a:cubicBezTo>
                    <a:cubicBezTo>
                      <a:pt x="19" y="36"/>
                      <a:pt x="21" y="31"/>
                      <a:pt x="21" y="25"/>
                    </a:cubicBezTo>
                    <a:cubicBezTo>
                      <a:pt x="22" y="23"/>
                      <a:pt x="22" y="20"/>
                      <a:pt x="22" y="17"/>
                    </a:cubicBezTo>
                    <a:cubicBezTo>
                      <a:pt x="22" y="15"/>
                      <a:pt x="22" y="13"/>
                      <a:pt x="23" y="10"/>
                    </a:cubicBezTo>
                    <a:cubicBezTo>
                      <a:pt x="25" y="4"/>
                      <a:pt x="32" y="0"/>
                      <a:pt x="39" y="2"/>
                    </a:cubicBezTo>
                    <a:cubicBezTo>
                      <a:pt x="46" y="4"/>
                      <a:pt x="49" y="11"/>
                      <a:pt x="47" y="17"/>
                    </a:cubicBezTo>
                    <a:lnTo>
                      <a:pt x="47" y="18"/>
                    </a:lnTo>
                    <a:cubicBezTo>
                      <a:pt x="46" y="26"/>
                      <a:pt x="45" y="34"/>
                      <a:pt x="43" y="42"/>
                    </a:cubicBezTo>
                    <a:cubicBezTo>
                      <a:pt x="42" y="51"/>
                      <a:pt x="39" y="59"/>
                      <a:pt x="38" y="68"/>
                    </a:cubicBezTo>
                    <a:cubicBezTo>
                      <a:pt x="33" y="87"/>
                      <a:pt x="29" y="106"/>
                      <a:pt x="24" y="125"/>
                    </a:cubicBezTo>
                    <a:cubicBezTo>
                      <a:pt x="23" y="130"/>
                      <a:pt x="18" y="133"/>
                      <a:pt x="13" y="133"/>
                    </a:cubicBezTo>
                    <a:cubicBezTo>
                      <a:pt x="12" y="133"/>
                      <a:pt x="11" y="133"/>
                      <a:pt x="10" y="1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8" name="Google Shape;3488;p40">
                <a:extLst>
                  <a:ext uri="{FF2B5EF4-FFF2-40B4-BE49-F238E27FC236}">
                    <a16:creationId xmlns:a16="http://schemas.microsoft.com/office/drawing/2014/main" id="{424AC855-417E-25CE-A267-FDE31049594C}"/>
                  </a:ext>
                </a:extLst>
              </p:cNvPr>
              <p:cNvSpPr/>
              <p:nvPr/>
            </p:nvSpPr>
            <p:spPr>
              <a:xfrm>
                <a:off x="840960" y="730080"/>
                <a:ext cx="33120" cy="39240"/>
              </a:xfrm>
              <a:custGeom>
                <a:avLst/>
                <a:gdLst/>
                <a:ahLst/>
                <a:cxnLst/>
                <a:rect l="l" t="t" r="r" b="b"/>
                <a:pathLst>
                  <a:path w="92" h="109" extrusionOk="0">
                    <a:moveTo>
                      <a:pt x="67" y="102"/>
                    </a:moveTo>
                    <a:cubicBezTo>
                      <a:pt x="62" y="91"/>
                      <a:pt x="55" y="80"/>
                      <a:pt x="49" y="70"/>
                    </a:cubicBezTo>
                    <a:cubicBezTo>
                      <a:pt x="46" y="66"/>
                      <a:pt x="43" y="61"/>
                      <a:pt x="40" y="57"/>
                    </a:cubicBezTo>
                    <a:cubicBezTo>
                      <a:pt x="36" y="52"/>
                      <a:pt x="33" y="48"/>
                      <a:pt x="29" y="43"/>
                    </a:cubicBezTo>
                    <a:cubicBezTo>
                      <a:pt x="26" y="40"/>
                      <a:pt x="23" y="37"/>
                      <a:pt x="20" y="33"/>
                    </a:cubicBezTo>
                    <a:cubicBezTo>
                      <a:pt x="19" y="33"/>
                      <a:pt x="18" y="32"/>
                      <a:pt x="17" y="31"/>
                    </a:cubicBezTo>
                    <a:cubicBezTo>
                      <a:pt x="16" y="32"/>
                      <a:pt x="15" y="32"/>
                      <a:pt x="13" y="31"/>
                    </a:cubicBezTo>
                    <a:cubicBezTo>
                      <a:pt x="9" y="31"/>
                      <a:pt x="6" y="28"/>
                      <a:pt x="4" y="25"/>
                    </a:cubicBezTo>
                    <a:cubicBezTo>
                      <a:pt x="4" y="25"/>
                      <a:pt x="4" y="24"/>
                      <a:pt x="3" y="24"/>
                    </a:cubicBezTo>
                    <a:cubicBezTo>
                      <a:pt x="3" y="23"/>
                      <a:pt x="1" y="21"/>
                      <a:pt x="1" y="20"/>
                    </a:cubicBezTo>
                    <a:cubicBezTo>
                      <a:pt x="0" y="17"/>
                      <a:pt x="0" y="14"/>
                      <a:pt x="1" y="11"/>
                    </a:cubicBezTo>
                    <a:cubicBezTo>
                      <a:pt x="3" y="4"/>
                      <a:pt x="10" y="0"/>
                      <a:pt x="17" y="2"/>
                    </a:cubicBezTo>
                    <a:cubicBezTo>
                      <a:pt x="18" y="3"/>
                      <a:pt x="20" y="3"/>
                      <a:pt x="21" y="4"/>
                    </a:cubicBezTo>
                    <a:cubicBezTo>
                      <a:pt x="24" y="5"/>
                      <a:pt x="25" y="6"/>
                      <a:pt x="27" y="7"/>
                    </a:cubicBezTo>
                    <a:cubicBezTo>
                      <a:pt x="29" y="10"/>
                      <a:pt x="32" y="12"/>
                      <a:pt x="34" y="14"/>
                    </a:cubicBezTo>
                    <a:cubicBezTo>
                      <a:pt x="37" y="17"/>
                      <a:pt x="40" y="20"/>
                      <a:pt x="42" y="23"/>
                    </a:cubicBezTo>
                    <a:cubicBezTo>
                      <a:pt x="49" y="30"/>
                      <a:pt x="54" y="37"/>
                      <a:pt x="59" y="44"/>
                    </a:cubicBezTo>
                    <a:cubicBezTo>
                      <a:pt x="70" y="59"/>
                      <a:pt x="79" y="74"/>
                      <a:pt x="88" y="90"/>
                    </a:cubicBezTo>
                    <a:cubicBezTo>
                      <a:pt x="91" y="95"/>
                      <a:pt x="89" y="103"/>
                      <a:pt x="83" y="106"/>
                    </a:cubicBezTo>
                    <a:cubicBezTo>
                      <a:pt x="81" y="107"/>
                      <a:pt x="80" y="108"/>
                      <a:pt x="77" y="108"/>
                    </a:cubicBezTo>
                    <a:cubicBezTo>
                      <a:pt x="73" y="108"/>
                      <a:pt x="69" y="105"/>
                      <a:pt x="67" y="10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9" name="Google Shape;3489;p40">
                <a:extLst>
                  <a:ext uri="{FF2B5EF4-FFF2-40B4-BE49-F238E27FC236}">
                    <a16:creationId xmlns:a16="http://schemas.microsoft.com/office/drawing/2014/main" id="{9C16B5A9-7348-4D84-6208-1CE6E7919510}"/>
                  </a:ext>
                </a:extLst>
              </p:cNvPr>
              <p:cNvSpPr/>
              <p:nvPr/>
            </p:nvSpPr>
            <p:spPr>
              <a:xfrm>
                <a:off x="850680" y="720360"/>
                <a:ext cx="47160" cy="47880"/>
              </a:xfrm>
              <a:custGeom>
                <a:avLst/>
                <a:gdLst/>
                <a:ahLst/>
                <a:cxnLst/>
                <a:rect l="l" t="t" r="r" b="b"/>
                <a:pathLst>
                  <a:path w="131" h="133" extrusionOk="0">
                    <a:moveTo>
                      <a:pt x="6" y="129"/>
                    </a:moveTo>
                    <a:cubicBezTo>
                      <a:pt x="1" y="125"/>
                      <a:pt x="0" y="117"/>
                      <a:pt x="4" y="113"/>
                    </a:cubicBezTo>
                    <a:cubicBezTo>
                      <a:pt x="18" y="94"/>
                      <a:pt x="33" y="78"/>
                      <a:pt x="48" y="60"/>
                    </a:cubicBezTo>
                    <a:cubicBezTo>
                      <a:pt x="54" y="53"/>
                      <a:pt x="61" y="45"/>
                      <a:pt x="68" y="37"/>
                    </a:cubicBezTo>
                    <a:cubicBezTo>
                      <a:pt x="75" y="30"/>
                      <a:pt x="81" y="24"/>
                      <a:pt x="88" y="18"/>
                    </a:cubicBezTo>
                    <a:cubicBezTo>
                      <a:pt x="95" y="12"/>
                      <a:pt x="102" y="8"/>
                      <a:pt x="110" y="4"/>
                    </a:cubicBezTo>
                    <a:cubicBezTo>
                      <a:pt x="116" y="0"/>
                      <a:pt x="123" y="2"/>
                      <a:pt x="127" y="8"/>
                    </a:cubicBezTo>
                    <a:cubicBezTo>
                      <a:pt x="130" y="14"/>
                      <a:pt x="128" y="22"/>
                      <a:pt x="122" y="26"/>
                    </a:cubicBezTo>
                    <a:cubicBezTo>
                      <a:pt x="117" y="28"/>
                      <a:pt x="113" y="30"/>
                      <a:pt x="109" y="33"/>
                    </a:cubicBezTo>
                    <a:lnTo>
                      <a:pt x="110" y="32"/>
                    </a:lnTo>
                    <a:cubicBezTo>
                      <a:pt x="107" y="34"/>
                      <a:pt x="104" y="37"/>
                      <a:pt x="101" y="39"/>
                    </a:cubicBezTo>
                    <a:cubicBezTo>
                      <a:pt x="94" y="46"/>
                      <a:pt x="87" y="53"/>
                      <a:pt x="80" y="60"/>
                    </a:cubicBezTo>
                    <a:lnTo>
                      <a:pt x="81" y="59"/>
                    </a:lnTo>
                    <a:cubicBezTo>
                      <a:pt x="61" y="81"/>
                      <a:pt x="41" y="103"/>
                      <a:pt x="23" y="127"/>
                    </a:cubicBezTo>
                    <a:cubicBezTo>
                      <a:pt x="21" y="130"/>
                      <a:pt x="17" y="132"/>
                      <a:pt x="14" y="132"/>
                    </a:cubicBezTo>
                    <a:cubicBezTo>
                      <a:pt x="11" y="132"/>
                      <a:pt x="8" y="131"/>
                      <a:pt x="6" y="1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0" name="Google Shape;3490;p40">
                <a:extLst>
                  <a:ext uri="{FF2B5EF4-FFF2-40B4-BE49-F238E27FC236}">
                    <a16:creationId xmlns:a16="http://schemas.microsoft.com/office/drawing/2014/main" id="{45756D17-CE48-6275-450A-B433C4F84D21}"/>
                  </a:ext>
                </a:extLst>
              </p:cNvPr>
              <p:cNvSpPr/>
              <p:nvPr/>
            </p:nvSpPr>
            <p:spPr>
              <a:xfrm>
                <a:off x="920520" y="738720"/>
                <a:ext cx="26280" cy="14040"/>
              </a:xfrm>
              <a:custGeom>
                <a:avLst/>
                <a:gdLst/>
                <a:ahLst/>
                <a:cxnLst/>
                <a:rect l="l" t="t" r="r" b="b"/>
                <a:pathLst>
                  <a:path w="73" h="39" extrusionOk="0">
                    <a:moveTo>
                      <a:pt x="12" y="37"/>
                    </a:moveTo>
                    <a:cubicBezTo>
                      <a:pt x="4" y="35"/>
                      <a:pt x="0" y="24"/>
                      <a:pt x="5" y="17"/>
                    </a:cubicBezTo>
                    <a:cubicBezTo>
                      <a:pt x="7" y="16"/>
                      <a:pt x="7" y="15"/>
                      <a:pt x="8" y="14"/>
                    </a:cubicBezTo>
                    <a:cubicBezTo>
                      <a:pt x="11" y="12"/>
                      <a:pt x="15" y="10"/>
                      <a:pt x="18" y="9"/>
                    </a:cubicBezTo>
                    <a:cubicBezTo>
                      <a:pt x="22" y="7"/>
                      <a:pt x="27" y="6"/>
                      <a:pt x="32" y="6"/>
                    </a:cubicBezTo>
                    <a:cubicBezTo>
                      <a:pt x="40" y="4"/>
                      <a:pt x="49" y="3"/>
                      <a:pt x="58" y="1"/>
                    </a:cubicBezTo>
                    <a:cubicBezTo>
                      <a:pt x="64" y="0"/>
                      <a:pt x="71" y="5"/>
                      <a:pt x="71" y="11"/>
                    </a:cubicBezTo>
                    <a:cubicBezTo>
                      <a:pt x="72" y="18"/>
                      <a:pt x="67" y="24"/>
                      <a:pt x="61" y="25"/>
                    </a:cubicBezTo>
                    <a:cubicBezTo>
                      <a:pt x="55" y="26"/>
                      <a:pt x="49" y="27"/>
                      <a:pt x="43" y="28"/>
                    </a:cubicBezTo>
                    <a:cubicBezTo>
                      <a:pt x="37" y="29"/>
                      <a:pt x="33" y="30"/>
                      <a:pt x="28" y="32"/>
                    </a:cubicBezTo>
                    <a:cubicBezTo>
                      <a:pt x="27" y="32"/>
                      <a:pt x="26" y="32"/>
                      <a:pt x="26" y="32"/>
                    </a:cubicBezTo>
                    <a:cubicBezTo>
                      <a:pt x="23" y="36"/>
                      <a:pt x="20" y="38"/>
                      <a:pt x="16" y="38"/>
                    </a:cubicBezTo>
                    <a:cubicBezTo>
                      <a:pt x="15" y="38"/>
                      <a:pt x="14" y="38"/>
                      <a:pt x="12" y="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1" name="Google Shape;3491;p40">
                <a:extLst>
                  <a:ext uri="{FF2B5EF4-FFF2-40B4-BE49-F238E27FC236}">
                    <a16:creationId xmlns:a16="http://schemas.microsoft.com/office/drawing/2014/main" id="{506A5D36-D844-7512-D50B-D92A9E8E99A3}"/>
                  </a:ext>
                </a:extLst>
              </p:cNvPr>
              <p:cNvSpPr/>
              <p:nvPr/>
            </p:nvSpPr>
            <p:spPr>
              <a:xfrm>
                <a:off x="927360" y="716400"/>
                <a:ext cx="18720" cy="42480"/>
              </a:xfrm>
              <a:custGeom>
                <a:avLst/>
                <a:gdLst/>
                <a:ahLst/>
                <a:cxnLst/>
                <a:rect l="l" t="t" r="r" b="b"/>
                <a:pathLst>
                  <a:path w="52" h="118" extrusionOk="0">
                    <a:moveTo>
                      <a:pt x="12" y="117"/>
                    </a:moveTo>
                    <a:cubicBezTo>
                      <a:pt x="6" y="117"/>
                      <a:pt x="0" y="112"/>
                      <a:pt x="0" y="105"/>
                    </a:cubicBezTo>
                    <a:cubicBezTo>
                      <a:pt x="1" y="97"/>
                      <a:pt x="2" y="88"/>
                      <a:pt x="3" y="79"/>
                    </a:cubicBezTo>
                    <a:cubicBezTo>
                      <a:pt x="5" y="71"/>
                      <a:pt x="6" y="63"/>
                      <a:pt x="9" y="55"/>
                    </a:cubicBezTo>
                    <a:cubicBezTo>
                      <a:pt x="11" y="47"/>
                      <a:pt x="13" y="40"/>
                      <a:pt x="16" y="31"/>
                    </a:cubicBezTo>
                    <a:cubicBezTo>
                      <a:pt x="17" y="28"/>
                      <a:pt x="18" y="24"/>
                      <a:pt x="20" y="20"/>
                    </a:cubicBezTo>
                    <a:cubicBezTo>
                      <a:pt x="22" y="14"/>
                      <a:pt x="25" y="7"/>
                      <a:pt x="31" y="3"/>
                    </a:cubicBezTo>
                    <a:cubicBezTo>
                      <a:pt x="38" y="0"/>
                      <a:pt x="46" y="3"/>
                      <a:pt x="49" y="10"/>
                    </a:cubicBezTo>
                    <a:cubicBezTo>
                      <a:pt x="51" y="15"/>
                      <a:pt x="49" y="22"/>
                      <a:pt x="45" y="24"/>
                    </a:cubicBezTo>
                    <a:cubicBezTo>
                      <a:pt x="45" y="25"/>
                      <a:pt x="45" y="26"/>
                      <a:pt x="44" y="26"/>
                    </a:cubicBezTo>
                    <a:cubicBezTo>
                      <a:pt x="42" y="30"/>
                      <a:pt x="41" y="34"/>
                      <a:pt x="38" y="39"/>
                    </a:cubicBezTo>
                    <a:cubicBezTo>
                      <a:pt x="37" y="44"/>
                      <a:pt x="35" y="50"/>
                      <a:pt x="34" y="55"/>
                    </a:cubicBezTo>
                    <a:cubicBezTo>
                      <a:pt x="32" y="61"/>
                      <a:pt x="30" y="67"/>
                      <a:pt x="28" y="73"/>
                    </a:cubicBezTo>
                    <a:cubicBezTo>
                      <a:pt x="27" y="84"/>
                      <a:pt x="25" y="96"/>
                      <a:pt x="24" y="107"/>
                    </a:cubicBezTo>
                    <a:cubicBezTo>
                      <a:pt x="23" y="113"/>
                      <a:pt x="18" y="117"/>
                      <a:pt x="12" y="1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2" name="Google Shape;3492;p40">
                <a:extLst>
                  <a:ext uri="{FF2B5EF4-FFF2-40B4-BE49-F238E27FC236}">
                    <a16:creationId xmlns:a16="http://schemas.microsoft.com/office/drawing/2014/main" id="{99C275D8-41EF-EE3D-04F5-17A5BB8E9E98}"/>
                  </a:ext>
                </a:extLst>
              </p:cNvPr>
              <p:cNvSpPr/>
              <p:nvPr/>
            </p:nvSpPr>
            <p:spPr>
              <a:xfrm>
                <a:off x="975600" y="707760"/>
                <a:ext cx="61920" cy="119880"/>
              </a:xfrm>
              <a:custGeom>
                <a:avLst/>
                <a:gdLst/>
                <a:ahLst/>
                <a:cxnLst/>
                <a:rect l="l" t="t" r="r" b="b"/>
                <a:pathLst>
                  <a:path w="172" h="333" extrusionOk="0">
                    <a:moveTo>
                      <a:pt x="66" y="306"/>
                    </a:moveTo>
                    <a:cubicBezTo>
                      <a:pt x="66" y="305"/>
                      <a:pt x="66" y="305"/>
                      <a:pt x="66" y="305"/>
                    </a:cubicBezTo>
                    <a:cubicBezTo>
                      <a:pt x="70" y="295"/>
                      <a:pt x="71" y="285"/>
                      <a:pt x="74" y="275"/>
                    </a:cubicBezTo>
                    <a:lnTo>
                      <a:pt x="74" y="276"/>
                    </a:lnTo>
                    <a:cubicBezTo>
                      <a:pt x="76" y="263"/>
                      <a:pt x="78" y="251"/>
                      <a:pt x="81" y="239"/>
                    </a:cubicBezTo>
                    <a:cubicBezTo>
                      <a:pt x="83" y="226"/>
                      <a:pt x="85" y="214"/>
                      <a:pt x="87" y="202"/>
                    </a:cubicBezTo>
                    <a:cubicBezTo>
                      <a:pt x="88" y="195"/>
                      <a:pt x="89" y="188"/>
                      <a:pt x="90" y="181"/>
                    </a:cubicBezTo>
                    <a:cubicBezTo>
                      <a:pt x="84" y="187"/>
                      <a:pt x="78" y="193"/>
                      <a:pt x="73" y="199"/>
                    </a:cubicBezTo>
                    <a:cubicBezTo>
                      <a:pt x="67" y="205"/>
                      <a:pt x="63" y="210"/>
                      <a:pt x="59" y="216"/>
                    </a:cubicBezTo>
                    <a:cubicBezTo>
                      <a:pt x="56" y="220"/>
                      <a:pt x="53" y="225"/>
                      <a:pt x="51" y="230"/>
                    </a:cubicBezTo>
                    <a:lnTo>
                      <a:pt x="51" y="229"/>
                    </a:lnTo>
                    <a:cubicBezTo>
                      <a:pt x="50" y="231"/>
                      <a:pt x="49" y="233"/>
                      <a:pt x="48" y="236"/>
                    </a:cubicBezTo>
                    <a:cubicBezTo>
                      <a:pt x="47" y="238"/>
                      <a:pt x="46" y="241"/>
                      <a:pt x="45" y="244"/>
                    </a:cubicBezTo>
                    <a:cubicBezTo>
                      <a:pt x="45" y="248"/>
                      <a:pt x="44" y="252"/>
                      <a:pt x="44" y="255"/>
                    </a:cubicBezTo>
                    <a:cubicBezTo>
                      <a:pt x="44" y="258"/>
                      <a:pt x="44" y="261"/>
                      <a:pt x="44" y="264"/>
                    </a:cubicBezTo>
                    <a:cubicBezTo>
                      <a:pt x="44" y="266"/>
                      <a:pt x="44" y="269"/>
                      <a:pt x="45" y="271"/>
                    </a:cubicBezTo>
                    <a:cubicBezTo>
                      <a:pt x="45" y="273"/>
                      <a:pt x="45" y="275"/>
                      <a:pt x="46" y="277"/>
                    </a:cubicBezTo>
                    <a:cubicBezTo>
                      <a:pt x="47" y="280"/>
                      <a:pt x="48" y="283"/>
                      <a:pt x="49" y="286"/>
                    </a:cubicBezTo>
                    <a:cubicBezTo>
                      <a:pt x="51" y="288"/>
                      <a:pt x="52" y="290"/>
                      <a:pt x="53" y="293"/>
                    </a:cubicBezTo>
                    <a:cubicBezTo>
                      <a:pt x="55" y="294"/>
                      <a:pt x="56" y="297"/>
                      <a:pt x="58" y="298"/>
                    </a:cubicBezTo>
                    <a:cubicBezTo>
                      <a:pt x="59" y="300"/>
                      <a:pt x="60" y="301"/>
                      <a:pt x="62" y="303"/>
                    </a:cubicBezTo>
                    <a:cubicBezTo>
                      <a:pt x="63" y="304"/>
                      <a:pt x="63" y="304"/>
                      <a:pt x="64" y="304"/>
                    </a:cubicBezTo>
                    <a:cubicBezTo>
                      <a:pt x="64" y="305"/>
                      <a:pt x="65" y="305"/>
                      <a:pt x="66" y="306"/>
                    </a:cubicBezTo>
                    <a:moveTo>
                      <a:pt x="70" y="332"/>
                    </a:moveTo>
                    <a:cubicBezTo>
                      <a:pt x="62" y="332"/>
                      <a:pt x="55" y="328"/>
                      <a:pt x="49" y="323"/>
                    </a:cubicBezTo>
                    <a:cubicBezTo>
                      <a:pt x="43" y="319"/>
                      <a:pt x="38" y="312"/>
                      <a:pt x="34" y="307"/>
                    </a:cubicBezTo>
                    <a:cubicBezTo>
                      <a:pt x="30" y="300"/>
                      <a:pt x="26" y="293"/>
                      <a:pt x="24" y="285"/>
                    </a:cubicBezTo>
                    <a:cubicBezTo>
                      <a:pt x="18" y="269"/>
                      <a:pt x="20" y="252"/>
                      <a:pt x="24" y="237"/>
                    </a:cubicBezTo>
                    <a:cubicBezTo>
                      <a:pt x="28" y="220"/>
                      <a:pt x="38" y="207"/>
                      <a:pt x="48" y="194"/>
                    </a:cubicBezTo>
                    <a:cubicBezTo>
                      <a:pt x="56" y="184"/>
                      <a:pt x="67" y="174"/>
                      <a:pt x="77" y="164"/>
                    </a:cubicBezTo>
                    <a:cubicBezTo>
                      <a:pt x="83" y="159"/>
                      <a:pt x="88" y="154"/>
                      <a:pt x="94" y="149"/>
                    </a:cubicBezTo>
                    <a:cubicBezTo>
                      <a:pt x="95" y="148"/>
                      <a:pt x="96" y="147"/>
                      <a:pt x="97" y="146"/>
                    </a:cubicBezTo>
                    <a:cubicBezTo>
                      <a:pt x="98" y="141"/>
                      <a:pt x="99" y="134"/>
                      <a:pt x="101" y="128"/>
                    </a:cubicBezTo>
                    <a:cubicBezTo>
                      <a:pt x="102" y="125"/>
                      <a:pt x="103" y="121"/>
                      <a:pt x="104" y="117"/>
                    </a:cubicBezTo>
                    <a:cubicBezTo>
                      <a:pt x="105" y="113"/>
                      <a:pt x="106" y="108"/>
                      <a:pt x="108" y="104"/>
                    </a:cubicBezTo>
                    <a:cubicBezTo>
                      <a:pt x="101" y="113"/>
                      <a:pt x="93" y="121"/>
                      <a:pt x="84" y="128"/>
                    </a:cubicBezTo>
                    <a:cubicBezTo>
                      <a:pt x="78" y="134"/>
                      <a:pt x="73" y="139"/>
                      <a:pt x="66" y="143"/>
                    </a:cubicBezTo>
                    <a:cubicBezTo>
                      <a:pt x="59" y="147"/>
                      <a:pt x="52" y="149"/>
                      <a:pt x="44" y="149"/>
                    </a:cubicBezTo>
                    <a:cubicBezTo>
                      <a:pt x="38" y="150"/>
                      <a:pt x="31" y="149"/>
                      <a:pt x="25" y="146"/>
                    </a:cubicBezTo>
                    <a:cubicBezTo>
                      <a:pt x="18" y="142"/>
                      <a:pt x="14" y="135"/>
                      <a:pt x="11" y="128"/>
                    </a:cubicBezTo>
                    <a:cubicBezTo>
                      <a:pt x="7" y="122"/>
                      <a:pt x="5" y="114"/>
                      <a:pt x="4" y="107"/>
                    </a:cubicBezTo>
                    <a:cubicBezTo>
                      <a:pt x="3" y="101"/>
                      <a:pt x="2" y="96"/>
                      <a:pt x="2" y="90"/>
                    </a:cubicBezTo>
                    <a:cubicBezTo>
                      <a:pt x="1" y="86"/>
                      <a:pt x="1" y="83"/>
                      <a:pt x="0" y="79"/>
                    </a:cubicBezTo>
                    <a:cubicBezTo>
                      <a:pt x="0" y="76"/>
                      <a:pt x="0" y="72"/>
                      <a:pt x="0" y="69"/>
                    </a:cubicBezTo>
                    <a:cubicBezTo>
                      <a:pt x="0" y="56"/>
                      <a:pt x="0" y="43"/>
                      <a:pt x="3" y="30"/>
                    </a:cubicBezTo>
                    <a:cubicBezTo>
                      <a:pt x="4" y="23"/>
                      <a:pt x="7" y="15"/>
                      <a:pt x="10" y="8"/>
                    </a:cubicBezTo>
                    <a:cubicBezTo>
                      <a:pt x="12" y="6"/>
                      <a:pt x="14" y="4"/>
                      <a:pt x="16" y="3"/>
                    </a:cubicBezTo>
                    <a:cubicBezTo>
                      <a:pt x="18" y="2"/>
                      <a:pt x="20" y="1"/>
                      <a:pt x="23" y="1"/>
                    </a:cubicBezTo>
                    <a:cubicBezTo>
                      <a:pt x="22" y="1"/>
                      <a:pt x="22" y="1"/>
                      <a:pt x="21" y="1"/>
                    </a:cubicBezTo>
                    <a:cubicBezTo>
                      <a:pt x="30" y="0"/>
                      <a:pt x="37" y="9"/>
                      <a:pt x="35" y="17"/>
                    </a:cubicBezTo>
                    <a:cubicBezTo>
                      <a:pt x="34" y="20"/>
                      <a:pt x="32" y="22"/>
                      <a:pt x="30" y="24"/>
                    </a:cubicBezTo>
                    <a:lnTo>
                      <a:pt x="30" y="25"/>
                    </a:lnTo>
                    <a:cubicBezTo>
                      <a:pt x="30" y="25"/>
                      <a:pt x="29" y="26"/>
                      <a:pt x="28" y="27"/>
                    </a:cubicBezTo>
                    <a:cubicBezTo>
                      <a:pt x="28" y="30"/>
                      <a:pt x="27" y="33"/>
                      <a:pt x="26" y="35"/>
                    </a:cubicBezTo>
                    <a:cubicBezTo>
                      <a:pt x="27" y="35"/>
                      <a:pt x="27" y="34"/>
                      <a:pt x="27" y="34"/>
                    </a:cubicBezTo>
                    <a:cubicBezTo>
                      <a:pt x="25" y="41"/>
                      <a:pt x="24" y="48"/>
                      <a:pt x="24" y="55"/>
                    </a:cubicBezTo>
                    <a:cubicBezTo>
                      <a:pt x="23" y="62"/>
                      <a:pt x="23" y="70"/>
                      <a:pt x="23" y="77"/>
                    </a:cubicBezTo>
                    <a:cubicBezTo>
                      <a:pt x="24" y="85"/>
                      <a:pt x="24" y="93"/>
                      <a:pt x="26" y="100"/>
                    </a:cubicBezTo>
                    <a:cubicBezTo>
                      <a:pt x="27" y="104"/>
                      <a:pt x="28" y="107"/>
                      <a:pt x="28" y="111"/>
                    </a:cubicBezTo>
                    <a:cubicBezTo>
                      <a:pt x="30" y="113"/>
                      <a:pt x="30" y="114"/>
                      <a:pt x="31" y="116"/>
                    </a:cubicBezTo>
                    <a:cubicBezTo>
                      <a:pt x="31" y="118"/>
                      <a:pt x="32" y="119"/>
                      <a:pt x="33" y="120"/>
                    </a:cubicBezTo>
                    <a:cubicBezTo>
                      <a:pt x="34" y="122"/>
                      <a:pt x="35" y="123"/>
                      <a:pt x="36" y="124"/>
                    </a:cubicBezTo>
                    <a:cubicBezTo>
                      <a:pt x="36" y="125"/>
                      <a:pt x="37" y="125"/>
                      <a:pt x="37" y="125"/>
                    </a:cubicBezTo>
                    <a:lnTo>
                      <a:pt x="38" y="125"/>
                    </a:lnTo>
                    <a:cubicBezTo>
                      <a:pt x="37" y="125"/>
                      <a:pt x="37" y="125"/>
                      <a:pt x="37" y="125"/>
                    </a:cubicBezTo>
                    <a:cubicBezTo>
                      <a:pt x="38" y="125"/>
                      <a:pt x="38" y="125"/>
                      <a:pt x="38" y="126"/>
                    </a:cubicBezTo>
                    <a:cubicBezTo>
                      <a:pt x="38" y="125"/>
                      <a:pt x="38" y="125"/>
                      <a:pt x="38" y="125"/>
                    </a:cubicBezTo>
                    <a:lnTo>
                      <a:pt x="39" y="126"/>
                    </a:lnTo>
                    <a:lnTo>
                      <a:pt x="40" y="126"/>
                    </a:lnTo>
                    <a:cubicBezTo>
                      <a:pt x="41" y="126"/>
                      <a:pt x="42" y="126"/>
                      <a:pt x="42" y="126"/>
                    </a:cubicBezTo>
                    <a:cubicBezTo>
                      <a:pt x="45" y="126"/>
                      <a:pt x="46" y="125"/>
                      <a:pt x="48" y="125"/>
                    </a:cubicBezTo>
                    <a:cubicBezTo>
                      <a:pt x="49" y="125"/>
                      <a:pt x="50" y="125"/>
                      <a:pt x="51" y="125"/>
                    </a:cubicBezTo>
                    <a:cubicBezTo>
                      <a:pt x="51" y="124"/>
                      <a:pt x="52" y="124"/>
                      <a:pt x="52" y="124"/>
                    </a:cubicBezTo>
                    <a:cubicBezTo>
                      <a:pt x="54" y="123"/>
                      <a:pt x="56" y="122"/>
                      <a:pt x="58" y="121"/>
                    </a:cubicBezTo>
                    <a:cubicBezTo>
                      <a:pt x="61" y="119"/>
                      <a:pt x="64" y="117"/>
                      <a:pt x="67" y="114"/>
                    </a:cubicBezTo>
                    <a:cubicBezTo>
                      <a:pt x="73" y="109"/>
                      <a:pt x="78" y="104"/>
                      <a:pt x="83" y="99"/>
                    </a:cubicBezTo>
                    <a:cubicBezTo>
                      <a:pt x="88" y="92"/>
                      <a:pt x="94" y="86"/>
                      <a:pt x="99" y="79"/>
                    </a:cubicBezTo>
                    <a:cubicBezTo>
                      <a:pt x="105" y="72"/>
                      <a:pt x="110" y="64"/>
                      <a:pt x="116" y="57"/>
                    </a:cubicBezTo>
                    <a:cubicBezTo>
                      <a:pt x="122" y="47"/>
                      <a:pt x="129" y="37"/>
                      <a:pt x="134" y="27"/>
                    </a:cubicBezTo>
                    <a:cubicBezTo>
                      <a:pt x="134" y="26"/>
                      <a:pt x="135" y="26"/>
                      <a:pt x="135" y="25"/>
                    </a:cubicBezTo>
                    <a:cubicBezTo>
                      <a:pt x="138" y="19"/>
                      <a:pt x="144" y="16"/>
                      <a:pt x="151" y="19"/>
                    </a:cubicBezTo>
                    <a:cubicBezTo>
                      <a:pt x="154" y="20"/>
                      <a:pt x="156" y="23"/>
                      <a:pt x="157" y="25"/>
                    </a:cubicBezTo>
                    <a:cubicBezTo>
                      <a:pt x="158" y="29"/>
                      <a:pt x="158" y="33"/>
                      <a:pt x="156" y="36"/>
                    </a:cubicBezTo>
                    <a:cubicBezTo>
                      <a:pt x="152" y="44"/>
                      <a:pt x="149" y="52"/>
                      <a:pt x="146" y="60"/>
                    </a:cubicBezTo>
                    <a:cubicBezTo>
                      <a:pt x="141" y="74"/>
                      <a:pt x="136" y="89"/>
                      <a:pt x="131" y="103"/>
                    </a:cubicBezTo>
                    <a:cubicBezTo>
                      <a:pt x="129" y="108"/>
                      <a:pt x="127" y="114"/>
                      <a:pt x="126" y="120"/>
                    </a:cubicBezTo>
                    <a:cubicBezTo>
                      <a:pt x="134" y="112"/>
                      <a:pt x="143" y="104"/>
                      <a:pt x="152" y="96"/>
                    </a:cubicBezTo>
                    <a:cubicBezTo>
                      <a:pt x="157" y="93"/>
                      <a:pt x="163" y="93"/>
                      <a:pt x="167" y="97"/>
                    </a:cubicBezTo>
                    <a:cubicBezTo>
                      <a:pt x="171" y="101"/>
                      <a:pt x="171" y="107"/>
                      <a:pt x="166" y="111"/>
                    </a:cubicBezTo>
                    <a:cubicBezTo>
                      <a:pt x="151" y="125"/>
                      <a:pt x="136" y="139"/>
                      <a:pt x="120" y="154"/>
                    </a:cubicBezTo>
                    <a:cubicBezTo>
                      <a:pt x="119" y="155"/>
                      <a:pt x="118" y="156"/>
                      <a:pt x="117" y="157"/>
                    </a:cubicBezTo>
                    <a:cubicBezTo>
                      <a:pt x="116" y="161"/>
                      <a:pt x="115" y="165"/>
                      <a:pt x="114" y="169"/>
                    </a:cubicBezTo>
                    <a:lnTo>
                      <a:pt x="114" y="168"/>
                    </a:lnTo>
                    <a:cubicBezTo>
                      <a:pt x="109" y="192"/>
                      <a:pt x="106" y="216"/>
                      <a:pt x="102" y="240"/>
                    </a:cubicBezTo>
                    <a:cubicBezTo>
                      <a:pt x="100" y="253"/>
                      <a:pt x="98" y="266"/>
                      <a:pt x="96" y="279"/>
                    </a:cubicBezTo>
                    <a:cubicBezTo>
                      <a:pt x="95" y="284"/>
                      <a:pt x="94" y="290"/>
                      <a:pt x="93" y="296"/>
                    </a:cubicBezTo>
                    <a:cubicBezTo>
                      <a:pt x="91" y="305"/>
                      <a:pt x="90" y="315"/>
                      <a:pt x="85" y="323"/>
                    </a:cubicBezTo>
                    <a:cubicBezTo>
                      <a:pt x="82" y="328"/>
                      <a:pt x="76" y="332"/>
                      <a:pt x="70" y="3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3" name="Google Shape;3493;p40">
                <a:extLst>
                  <a:ext uri="{FF2B5EF4-FFF2-40B4-BE49-F238E27FC236}">
                    <a16:creationId xmlns:a16="http://schemas.microsoft.com/office/drawing/2014/main" id="{2465CD3F-5F24-DD40-ACAE-2B1785B0D98C}"/>
                  </a:ext>
                </a:extLst>
              </p:cNvPr>
              <p:cNvSpPr/>
              <p:nvPr/>
            </p:nvSpPr>
            <p:spPr>
              <a:xfrm>
                <a:off x="1067040" y="726840"/>
                <a:ext cx="1548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43" h="28" extrusionOk="0">
                    <a:moveTo>
                      <a:pt x="13" y="26"/>
                    </a:moveTo>
                    <a:lnTo>
                      <a:pt x="12" y="26"/>
                    </a:lnTo>
                    <a:cubicBezTo>
                      <a:pt x="10" y="26"/>
                      <a:pt x="9" y="26"/>
                      <a:pt x="9" y="25"/>
                    </a:cubicBezTo>
                    <a:cubicBezTo>
                      <a:pt x="3" y="23"/>
                      <a:pt x="0" y="17"/>
                      <a:pt x="1" y="12"/>
                    </a:cubicBezTo>
                    <a:cubicBezTo>
                      <a:pt x="2" y="7"/>
                      <a:pt x="6" y="2"/>
                      <a:pt x="10" y="1"/>
                    </a:cubicBezTo>
                    <a:cubicBezTo>
                      <a:pt x="12" y="1"/>
                      <a:pt x="13" y="1"/>
                      <a:pt x="14" y="1"/>
                    </a:cubicBezTo>
                    <a:cubicBezTo>
                      <a:pt x="20" y="0"/>
                      <a:pt x="25" y="0"/>
                      <a:pt x="30" y="0"/>
                    </a:cubicBezTo>
                    <a:cubicBezTo>
                      <a:pt x="37" y="0"/>
                      <a:pt x="42" y="6"/>
                      <a:pt x="42" y="12"/>
                    </a:cubicBezTo>
                    <a:cubicBezTo>
                      <a:pt x="42" y="19"/>
                      <a:pt x="36" y="25"/>
                      <a:pt x="30" y="25"/>
                    </a:cubicBezTo>
                    <a:cubicBezTo>
                      <a:pt x="27" y="25"/>
                      <a:pt x="26" y="25"/>
                      <a:pt x="24" y="25"/>
                    </a:cubicBezTo>
                    <a:lnTo>
                      <a:pt x="25" y="25"/>
                    </a:lnTo>
                    <a:cubicBezTo>
                      <a:pt x="24" y="25"/>
                      <a:pt x="24" y="25"/>
                      <a:pt x="24" y="25"/>
                    </a:cubicBezTo>
                    <a:cubicBezTo>
                      <a:pt x="21" y="26"/>
                      <a:pt x="19" y="27"/>
                      <a:pt x="17" y="27"/>
                    </a:cubicBezTo>
                    <a:cubicBezTo>
                      <a:pt x="16" y="27"/>
                      <a:pt x="14" y="27"/>
                      <a:pt x="13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4" name="Google Shape;3494;p40">
                <a:extLst>
                  <a:ext uri="{FF2B5EF4-FFF2-40B4-BE49-F238E27FC236}">
                    <a16:creationId xmlns:a16="http://schemas.microsoft.com/office/drawing/2014/main" id="{7C431411-7B48-0F72-227E-A38D3247261F}"/>
                  </a:ext>
                </a:extLst>
              </p:cNvPr>
              <p:cNvSpPr/>
              <p:nvPr/>
            </p:nvSpPr>
            <p:spPr>
              <a:xfrm>
                <a:off x="1059120" y="739080"/>
                <a:ext cx="13320" cy="12240"/>
              </a:xfrm>
              <a:custGeom>
                <a:avLst/>
                <a:gdLst/>
                <a:ahLst/>
                <a:cxnLst/>
                <a:rect l="l" t="t" r="r" b="b"/>
                <a:pathLst>
                  <a:path w="37" h="34" extrusionOk="0">
                    <a:moveTo>
                      <a:pt x="21" y="33"/>
                    </a:moveTo>
                    <a:cubicBezTo>
                      <a:pt x="17" y="33"/>
                      <a:pt x="12" y="32"/>
                      <a:pt x="8" y="30"/>
                    </a:cubicBezTo>
                    <a:cubicBezTo>
                      <a:pt x="4" y="27"/>
                      <a:pt x="1" y="24"/>
                      <a:pt x="1" y="19"/>
                    </a:cubicBezTo>
                    <a:cubicBezTo>
                      <a:pt x="0" y="14"/>
                      <a:pt x="2" y="10"/>
                      <a:pt x="6" y="7"/>
                    </a:cubicBezTo>
                    <a:cubicBezTo>
                      <a:pt x="7" y="5"/>
                      <a:pt x="9" y="4"/>
                      <a:pt x="11" y="3"/>
                    </a:cubicBezTo>
                    <a:cubicBezTo>
                      <a:pt x="14" y="1"/>
                      <a:pt x="17" y="0"/>
                      <a:pt x="21" y="1"/>
                    </a:cubicBezTo>
                    <a:cubicBezTo>
                      <a:pt x="24" y="1"/>
                      <a:pt x="27" y="3"/>
                      <a:pt x="29" y="5"/>
                    </a:cubicBezTo>
                    <a:cubicBezTo>
                      <a:pt x="30" y="8"/>
                      <a:pt x="31" y="10"/>
                      <a:pt x="31" y="12"/>
                    </a:cubicBezTo>
                    <a:cubicBezTo>
                      <a:pt x="34" y="14"/>
                      <a:pt x="36" y="19"/>
                      <a:pt x="35" y="23"/>
                    </a:cubicBezTo>
                    <a:cubicBezTo>
                      <a:pt x="34" y="29"/>
                      <a:pt x="29" y="33"/>
                      <a:pt x="22" y="33"/>
                    </a:cubicBezTo>
                    <a:lnTo>
                      <a:pt x="21" y="3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5" name="Google Shape;3495;p40">
                <a:extLst>
                  <a:ext uri="{FF2B5EF4-FFF2-40B4-BE49-F238E27FC236}">
                    <a16:creationId xmlns:a16="http://schemas.microsoft.com/office/drawing/2014/main" id="{DE606CB1-B9F9-7A34-CD25-F35C055C62AD}"/>
                  </a:ext>
                </a:extLst>
              </p:cNvPr>
              <p:cNvSpPr/>
              <p:nvPr/>
            </p:nvSpPr>
            <p:spPr>
              <a:xfrm>
                <a:off x="1120680" y="684720"/>
                <a:ext cx="42840" cy="9900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275" extrusionOk="0">
                    <a:moveTo>
                      <a:pt x="39" y="274"/>
                    </a:moveTo>
                    <a:cubicBezTo>
                      <a:pt x="33" y="273"/>
                      <a:pt x="28" y="267"/>
                      <a:pt x="29" y="260"/>
                    </a:cubicBezTo>
                    <a:cubicBezTo>
                      <a:pt x="31" y="246"/>
                      <a:pt x="33" y="233"/>
                      <a:pt x="36" y="220"/>
                    </a:cubicBezTo>
                    <a:cubicBezTo>
                      <a:pt x="38" y="207"/>
                      <a:pt x="40" y="193"/>
                      <a:pt x="43" y="181"/>
                    </a:cubicBezTo>
                    <a:cubicBezTo>
                      <a:pt x="46" y="164"/>
                      <a:pt x="50" y="148"/>
                      <a:pt x="54" y="132"/>
                    </a:cubicBezTo>
                    <a:cubicBezTo>
                      <a:pt x="50" y="137"/>
                      <a:pt x="46" y="142"/>
                      <a:pt x="43" y="147"/>
                    </a:cubicBezTo>
                    <a:cubicBezTo>
                      <a:pt x="39" y="152"/>
                      <a:pt x="36" y="157"/>
                      <a:pt x="32" y="162"/>
                    </a:cubicBezTo>
                    <a:cubicBezTo>
                      <a:pt x="32" y="161"/>
                      <a:pt x="32" y="161"/>
                      <a:pt x="33" y="161"/>
                    </a:cubicBezTo>
                    <a:cubicBezTo>
                      <a:pt x="32" y="161"/>
                      <a:pt x="32" y="163"/>
                      <a:pt x="31" y="164"/>
                    </a:cubicBezTo>
                    <a:cubicBezTo>
                      <a:pt x="31" y="163"/>
                      <a:pt x="31" y="163"/>
                      <a:pt x="31" y="163"/>
                    </a:cubicBezTo>
                    <a:cubicBezTo>
                      <a:pt x="30" y="164"/>
                      <a:pt x="30" y="164"/>
                      <a:pt x="30" y="164"/>
                    </a:cubicBezTo>
                    <a:lnTo>
                      <a:pt x="31" y="164"/>
                    </a:lnTo>
                    <a:cubicBezTo>
                      <a:pt x="29" y="167"/>
                      <a:pt x="26" y="171"/>
                      <a:pt x="23" y="174"/>
                    </a:cubicBezTo>
                    <a:cubicBezTo>
                      <a:pt x="20" y="179"/>
                      <a:pt x="11" y="180"/>
                      <a:pt x="6" y="176"/>
                    </a:cubicBezTo>
                    <a:cubicBezTo>
                      <a:pt x="1" y="171"/>
                      <a:pt x="0" y="164"/>
                      <a:pt x="4" y="158"/>
                    </a:cubicBezTo>
                    <a:cubicBezTo>
                      <a:pt x="12" y="148"/>
                      <a:pt x="20" y="138"/>
                      <a:pt x="28" y="128"/>
                    </a:cubicBezTo>
                    <a:cubicBezTo>
                      <a:pt x="36" y="117"/>
                      <a:pt x="44" y="107"/>
                      <a:pt x="52" y="96"/>
                    </a:cubicBezTo>
                    <a:cubicBezTo>
                      <a:pt x="51" y="97"/>
                      <a:pt x="51" y="97"/>
                      <a:pt x="51" y="97"/>
                    </a:cubicBezTo>
                    <a:cubicBezTo>
                      <a:pt x="55" y="91"/>
                      <a:pt x="60" y="85"/>
                      <a:pt x="64" y="78"/>
                    </a:cubicBezTo>
                    <a:cubicBezTo>
                      <a:pt x="67" y="72"/>
                      <a:pt x="70" y="66"/>
                      <a:pt x="74" y="61"/>
                    </a:cubicBezTo>
                    <a:cubicBezTo>
                      <a:pt x="74" y="59"/>
                      <a:pt x="74" y="59"/>
                      <a:pt x="74" y="58"/>
                    </a:cubicBezTo>
                    <a:cubicBezTo>
                      <a:pt x="76" y="51"/>
                      <a:pt x="79" y="43"/>
                      <a:pt x="82" y="35"/>
                    </a:cubicBezTo>
                    <a:cubicBezTo>
                      <a:pt x="83" y="31"/>
                      <a:pt x="85" y="27"/>
                      <a:pt x="86" y="24"/>
                    </a:cubicBezTo>
                    <a:cubicBezTo>
                      <a:pt x="89" y="17"/>
                      <a:pt x="91" y="11"/>
                      <a:pt x="95" y="5"/>
                    </a:cubicBezTo>
                    <a:cubicBezTo>
                      <a:pt x="99" y="1"/>
                      <a:pt x="104" y="0"/>
                      <a:pt x="110" y="2"/>
                    </a:cubicBezTo>
                    <a:cubicBezTo>
                      <a:pt x="114" y="4"/>
                      <a:pt x="117" y="8"/>
                      <a:pt x="117" y="12"/>
                    </a:cubicBezTo>
                    <a:cubicBezTo>
                      <a:pt x="118" y="20"/>
                      <a:pt x="114" y="28"/>
                      <a:pt x="111" y="35"/>
                    </a:cubicBezTo>
                    <a:cubicBezTo>
                      <a:pt x="109" y="40"/>
                      <a:pt x="106" y="45"/>
                      <a:pt x="104" y="51"/>
                    </a:cubicBezTo>
                    <a:cubicBezTo>
                      <a:pt x="100" y="58"/>
                      <a:pt x="97" y="65"/>
                      <a:pt x="93" y="72"/>
                    </a:cubicBezTo>
                    <a:cubicBezTo>
                      <a:pt x="92" y="76"/>
                      <a:pt x="90" y="81"/>
                      <a:pt x="89" y="85"/>
                    </a:cubicBezTo>
                    <a:cubicBezTo>
                      <a:pt x="86" y="93"/>
                      <a:pt x="84" y="101"/>
                      <a:pt x="82" y="109"/>
                    </a:cubicBezTo>
                    <a:cubicBezTo>
                      <a:pt x="79" y="118"/>
                      <a:pt x="77" y="126"/>
                      <a:pt x="75" y="135"/>
                    </a:cubicBezTo>
                    <a:cubicBezTo>
                      <a:pt x="73" y="143"/>
                      <a:pt x="71" y="152"/>
                      <a:pt x="69" y="160"/>
                    </a:cubicBezTo>
                    <a:cubicBezTo>
                      <a:pt x="66" y="177"/>
                      <a:pt x="62" y="193"/>
                      <a:pt x="60" y="210"/>
                    </a:cubicBezTo>
                    <a:cubicBezTo>
                      <a:pt x="57" y="228"/>
                      <a:pt x="55" y="246"/>
                      <a:pt x="53" y="264"/>
                    </a:cubicBezTo>
                    <a:cubicBezTo>
                      <a:pt x="53" y="270"/>
                      <a:pt x="47" y="274"/>
                      <a:pt x="41" y="274"/>
                    </a:cubicBezTo>
                    <a:cubicBezTo>
                      <a:pt x="40" y="274"/>
                      <a:pt x="40" y="274"/>
                      <a:pt x="39" y="2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6" name="Google Shape;3496;p40">
                <a:extLst>
                  <a:ext uri="{FF2B5EF4-FFF2-40B4-BE49-F238E27FC236}">
                    <a16:creationId xmlns:a16="http://schemas.microsoft.com/office/drawing/2014/main" id="{8607FFA2-5F20-E423-8843-A633B92B00D0}"/>
                  </a:ext>
                </a:extLst>
              </p:cNvPr>
              <p:cNvSpPr/>
              <p:nvPr/>
            </p:nvSpPr>
            <p:spPr>
              <a:xfrm>
                <a:off x="1058040" y="743040"/>
                <a:ext cx="32040" cy="14760"/>
              </a:xfrm>
              <a:custGeom>
                <a:avLst/>
                <a:gdLst/>
                <a:ahLst/>
                <a:cxnLst/>
                <a:rect l="l" t="t" r="r" b="b"/>
                <a:pathLst>
                  <a:path w="89" h="41" extrusionOk="0">
                    <a:moveTo>
                      <a:pt x="9" y="38"/>
                    </a:moveTo>
                    <a:cubicBezTo>
                      <a:pt x="6" y="36"/>
                      <a:pt x="4" y="33"/>
                      <a:pt x="3" y="30"/>
                    </a:cubicBezTo>
                    <a:cubicBezTo>
                      <a:pt x="1" y="28"/>
                      <a:pt x="0" y="25"/>
                      <a:pt x="0" y="22"/>
                    </a:cubicBezTo>
                    <a:cubicBezTo>
                      <a:pt x="0" y="19"/>
                      <a:pt x="2" y="16"/>
                      <a:pt x="4" y="13"/>
                    </a:cubicBezTo>
                    <a:cubicBezTo>
                      <a:pt x="9" y="8"/>
                      <a:pt x="16" y="8"/>
                      <a:pt x="22" y="7"/>
                    </a:cubicBezTo>
                    <a:cubicBezTo>
                      <a:pt x="25" y="6"/>
                      <a:pt x="28" y="6"/>
                      <a:pt x="31" y="6"/>
                    </a:cubicBezTo>
                    <a:cubicBezTo>
                      <a:pt x="45" y="5"/>
                      <a:pt x="60" y="3"/>
                      <a:pt x="74" y="1"/>
                    </a:cubicBezTo>
                    <a:cubicBezTo>
                      <a:pt x="81" y="0"/>
                      <a:pt x="87" y="5"/>
                      <a:pt x="88" y="11"/>
                    </a:cubicBezTo>
                    <a:cubicBezTo>
                      <a:pt x="88" y="17"/>
                      <a:pt x="84" y="23"/>
                      <a:pt x="77" y="24"/>
                    </a:cubicBezTo>
                    <a:cubicBezTo>
                      <a:pt x="67" y="26"/>
                      <a:pt x="57" y="27"/>
                      <a:pt x="48" y="28"/>
                    </a:cubicBezTo>
                    <a:cubicBezTo>
                      <a:pt x="41" y="29"/>
                      <a:pt x="34" y="30"/>
                      <a:pt x="27" y="31"/>
                    </a:cubicBezTo>
                    <a:cubicBezTo>
                      <a:pt x="25" y="36"/>
                      <a:pt x="20" y="40"/>
                      <a:pt x="15" y="40"/>
                    </a:cubicBezTo>
                    <a:cubicBezTo>
                      <a:pt x="13" y="40"/>
                      <a:pt x="10" y="39"/>
                      <a:pt x="9" y="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7" name="Google Shape;3497;p40">
                <a:extLst>
                  <a:ext uri="{FF2B5EF4-FFF2-40B4-BE49-F238E27FC236}">
                    <a16:creationId xmlns:a16="http://schemas.microsoft.com/office/drawing/2014/main" id="{32F448C2-8A0F-7FD9-F94D-6ECAFAC04C78}"/>
                  </a:ext>
                </a:extLst>
              </p:cNvPr>
              <p:cNvSpPr/>
              <p:nvPr/>
            </p:nvSpPr>
            <p:spPr>
              <a:xfrm>
                <a:off x="1062720" y="727560"/>
                <a:ext cx="2196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61" h="27" extrusionOk="0">
                    <a:moveTo>
                      <a:pt x="10" y="24"/>
                    </a:moveTo>
                    <a:cubicBezTo>
                      <a:pt x="0" y="21"/>
                      <a:pt x="0" y="6"/>
                      <a:pt x="8" y="2"/>
                    </a:cubicBezTo>
                    <a:cubicBezTo>
                      <a:pt x="11" y="1"/>
                      <a:pt x="14" y="0"/>
                      <a:pt x="17" y="0"/>
                    </a:cubicBezTo>
                    <a:cubicBezTo>
                      <a:pt x="18" y="0"/>
                      <a:pt x="19" y="1"/>
                      <a:pt x="20" y="2"/>
                    </a:cubicBezTo>
                    <a:cubicBezTo>
                      <a:pt x="21" y="2"/>
                      <a:pt x="21" y="2"/>
                      <a:pt x="22" y="2"/>
                    </a:cubicBezTo>
                    <a:lnTo>
                      <a:pt x="21" y="2"/>
                    </a:lnTo>
                    <a:cubicBezTo>
                      <a:pt x="30" y="2"/>
                      <a:pt x="39" y="2"/>
                      <a:pt x="48" y="1"/>
                    </a:cubicBezTo>
                    <a:cubicBezTo>
                      <a:pt x="54" y="0"/>
                      <a:pt x="59" y="6"/>
                      <a:pt x="60" y="12"/>
                    </a:cubicBezTo>
                    <a:cubicBezTo>
                      <a:pt x="60" y="18"/>
                      <a:pt x="56" y="24"/>
                      <a:pt x="49" y="25"/>
                    </a:cubicBezTo>
                    <a:cubicBezTo>
                      <a:pt x="43" y="25"/>
                      <a:pt x="36" y="26"/>
                      <a:pt x="30" y="26"/>
                    </a:cubicBezTo>
                    <a:cubicBezTo>
                      <a:pt x="28" y="26"/>
                      <a:pt x="25" y="26"/>
                      <a:pt x="22" y="26"/>
                    </a:cubicBezTo>
                    <a:cubicBezTo>
                      <a:pt x="18" y="26"/>
                      <a:pt x="13" y="26"/>
                      <a:pt x="10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8" name="Google Shape;3498;p40">
                <a:extLst>
                  <a:ext uri="{FF2B5EF4-FFF2-40B4-BE49-F238E27FC236}">
                    <a16:creationId xmlns:a16="http://schemas.microsoft.com/office/drawing/2014/main" id="{DDD4A99A-512E-8DC7-28AC-494637D6DD3F}"/>
                  </a:ext>
                </a:extLst>
              </p:cNvPr>
              <p:cNvSpPr/>
              <p:nvPr/>
            </p:nvSpPr>
            <p:spPr>
              <a:xfrm>
                <a:off x="174600" y="844200"/>
                <a:ext cx="60480" cy="67680"/>
              </a:xfrm>
              <a:custGeom>
                <a:avLst/>
                <a:gdLst/>
                <a:ahLst/>
                <a:cxnLst/>
                <a:rect l="l" t="t" r="r" b="b"/>
                <a:pathLst>
                  <a:path w="168" h="188" extrusionOk="0">
                    <a:moveTo>
                      <a:pt x="145" y="183"/>
                    </a:moveTo>
                    <a:cubicBezTo>
                      <a:pt x="140" y="175"/>
                      <a:pt x="135" y="168"/>
                      <a:pt x="130" y="160"/>
                    </a:cubicBezTo>
                    <a:cubicBezTo>
                      <a:pt x="127" y="157"/>
                      <a:pt x="124" y="153"/>
                      <a:pt x="122" y="150"/>
                    </a:cubicBezTo>
                    <a:cubicBezTo>
                      <a:pt x="119" y="147"/>
                      <a:pt x="117" y="144"/>
                      <a:pt x="114" y="141"/>
                    </a:cubicBezTo>
                    <a:cubicBezTo>
                      <a:pt x="106" y="131"/>
                      <a:pt x="98" y="122"/>
                      <a:pt x="89" y="114"/>
                    </a:cubicBezTo>
                    <a:cubicBezTo>
                      <a:pt x="80" y="103"/>
                      <a:pt x="69" y="94"/>
                      <a:pt x="59" y="83"/>
                    </a:cubicBezTo>
                    <a:cubicBezTo>
                      <a:pt x="54" y="80"/>
                      <a:pt x="51" y="76"/>
                      <a:pt x="47" y="71"/>
                    </a:cubicBezTo>
                    <a:cubicBezTo>
                      <a:pt x="42" y="67"/>
                      <a:pt x="38" y="63"/>
                      <a:pt x="34" y="58"/>
                    </a:cubicBezTo>
                    <a:cubicBezTo>
                      <a:pt x="29" y="53"/>
                      <a:pt x="25" y="48"/>
                      <a:pt x="20" y="43"/>
                    </a:cubicBezTo>
                    <a:cubicBezTo>
                      <a:pt x="15" y="36"/>
                      <a:pt x="10" y="30"/>
                      <a:pt x="6" y="24"/>
                    </a:cubicBezTo>
                    <a:cubicBezTo>
                      <a:pt x="5" y="23"/>
                      <a:pt x="4" y="23"/>
                      <a:pt x="4" y="23"/>
                    </a:cubicBezTo>
                    <a:cubicBezTo>
                      <a:pt x="0" y="17"/>
                      <a:pt x="1" y="9"/>
                      <a:pt x="7" y="4"/>
                    </a:cubicBezTo>
                    <a:cubicBezTo>
                      <a:pt x="13" y="0"/>
                      <a:pt x="21" y="2"/>
                      <a:pt x="25" y="7"/>
                    </a:cubicBezTo>
                    <a:cubicBezTo>
                      <a:pt x="30" y="14"/>
                      <a:pt x="35" y="21"/>
                      <a:pt x="40" y="28"/>
                    </a:cubicBezTo>
                    <a:cubicBezTo>
                      <a:pt x="45" y="34"/>
                      <a:pt x="49" y="38"/>
                      <a:pt x="53" y="43"/>
                    </a:cubicBezTo>
                    <a:cubicBezTo>
                      <a:pt x="58" y="48"/>
                      <a:pt x="63" y="53"/>
                      <a:pt x="67" y="58"/>
                    </a:cubicBezTo>
                    <a:cubicBezTo>
                      <a:pt x="75" y="66"/>
                      <a:pt x="84" y="74"/>
                      <a:pt x="92" y="83"/>
                    </a:cubicBezTo>
                    <a:cubicBezTo>
                      <a:pt x="110" y="102"/>
                      <a:pt x="128" y="122"/>
                      <a:pt x="145" y="143"/>
                    </a:cubicBezTo>
                    <a:cubicBezTo>
                      <a:pt x="151" y="152"/>
                      <a:pt x="158" y="161"/>
                      <a:pt x="163" y="169"/>
                    </a:cubicBezTo>
                    <a:cubicBezTo>
                      <a:pt x="167" y="175"/>
                      <a:pt x="166" y="182"/>
                      <a:pt x="161" y="186"/>
                    </a:cubicBezTo>
                    <a:cubicBezTo>
                      <a:pt x="159" y="187"/>
                      <a:pt x="157" y="187"/>
                      <a:pt x="154" y="187"/>
                    </a:cubicBezTo>
                    <a:cubicBezTo>
                      <a:pt x="151" y="187"/>
                      <a:pt x="147" y="186"/>
                      <a:pt x="145" y="18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9" name="Google Shape;3499;p40">
                <a:extLst>
                  <a:ext uri="{FF2B5EF4-FFF2-40B4-BE49-F238E27FC236}">
                    <a16:creationId xmlns:a16="http://schemas.microsoft.com/office/drawing/2014/main" id="{44C62AA0-4E4D-2BEC-8249-09152E68338A}"/>
                  </a:ext>
                </a:extLst>
              </p:cNvPr>
              <p:cNvSpPr/>
              <p:nvPr/>
            </p:nvSpPr>
            <p:spPr>
              <a:xfrm>
                <a:off x="180000" y="840600"/>
                <a:ext cx="60480" cy="72720"/>
              </a:xfrm>
              <a:custGeom>
                <a:avLst/>
                <a:gdLst/>
                <a:ahLst/>
                <a:cxnLst/>
                <a:rect l="l" t="t" r="r" b="b"/>
                <a:pathLst>
                  <a:path w="168" h="202" extrusionOk="0">
                    <a:moveTo>
                      <a:pt x="6" y="199"/>
                    </a:moveTo>
                    <a:cubicBezTo>
                      <a:pt x="1" y="194"/>
                      <a:pt x="0" y="187"/>
                      <a:pt x="4" y="182"/>
                    </a:cubicBezTo>
                    <a:cubicBezTo>
                      <a:pt x="19" y="165"/>
                      <a:pt x="34" y="147"/>
                      <a:pt x="49" y="129"/>
                    </a:cubicBezTo>
                    <a:cubicBezTo>
                      <a:pt x="62" y="113"/>
                      <a:pt x="75" y="96"/>
                      <a:pt x="87" y="79"/>
                    </a:cubicBezTo>
                    <a:cubicBezTo>
                      <a:pt x="88" y="78"/>
                      <a:pt x="88" y="78"/>
                      <a:pt x="88" y="78"/>
                    </a:cubicBezTo>
                    <a:cubicBezTo>
                      <a:pt x="97" y="65"/>
                      <a:pt x="105" y="52"/>
                      <a:pt x="115" y="40"/>
                    </a:cubicBezTo>
                    <a:cubicBezTo>
                      <a:pt x="123" y="27"/>
                      <a:pt x="133" y="14"/>
                      <a:pt x="144" y="5"/>
                    </a:cubicBezTo>
                    <a:cubicBezTo>
                      <a:pt x="150" y="0"/>
                      <a:pt x="158" y="0"/>
                      <a:pt x="162" y="5"/>
                    </a:cubicBezTo>
                    <a:cubicBezTo>
                      <a:pt x="167" y="9"/>
                      <a:pt x="167" y="18"/>
                      <a:pt x="162" y="23"/>
                    </a:cubicBezTo>
                    <a:cubicBezTo>
                      <a:pt x="157" y="27"/>
                      <a:pt x="151" y="32"/>
                      <a:pt x="146" y="37"/>
                    </a:cubicBezTo>
                    <a:cubicBezTo>
                      <a:pt x="130" y="56"/>
                      <a:pt x="117" y="77"/>
                      <a:pt x="102" y="97"/>
                    </a:cubicBezTo>
                    <a:cubicBezTo>
                      <a:pt x="87" y="117"/>
                      <a:pt x="71" y="137"/>
                      <a:pt x="55" y="157"/>
                    </a:cubicBezTo>
                    <a:cubicBezTo>
                      <a:pt x="44" y="170"/>
                      <a:pt x="32" y="183"/>
                      <a:pt x="21" y="197"/>
                    </a:cubicBezTo>
                    <a:cubicBezTo>
                      <a:pt x="19" y="200"/>
                      <a:pt x="16" y="201"/>
                      <a:pt x="13" y="201"/>
                    </a:cubicBezTo>
                    <a:cubicBezTo>
                      <a:pt x="10" y="201"/>
                      <a:pt x="7" y="200"/>
                      <a:pt x="6" y="1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0" name="Google Shape;3500;p40">
                <a:extLst>
                  <a:ext uri="{FF2B5EF4-FFF2-40B4-BE49-F238E27FC236}">
                    <a16:creationId xmlns:a16="http://schemas.microsoft.com/office/drawing/2014/main" id="{86EBD0A7-A240-8324-8048-FD32B2244358}"/>
                  </a:ext>
                </a:extLst>
              </p:cNvPr>
              <p:cNvSpPr/>
              <p:nvPr/>
            </p:nvSpPr>
            <p:spPr>
              <a:xfrm>
                <a:off x="261360" y="866880"/>
                <a:ext cx="3348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93" h="35" extrusionOk="0">
                    <a:moveTo>
                      <a:pt x="80" y="34"/>
                    </a:moveTo>
                    <a:cubicBezTo>
                      <a:pt x="69" y="32"/>
                      <a:pt x="57" y="31"/>
                      <a:pt x="45" y="30"/>
                    </a:cubicBezTo>
                    <a:cubicBezTo>
                      <a:pt x="40" y="29"/>
                      <a:pt x="35" y="29"/>
                      <a:pt x="31" y="28"/>
                    </a:cubicBezTo>
                    <a:cubicBezTo>
                      <a:pt x="24" y="28"/>
                      <a:pt x="17" y="28"/>
                      <a:pt x="10" y="25"/>
                    </a:cubicBezTo>
                    <a:cubicBezTo>
                      <a:pt x="6" y="24"/>
                      <a:pt x="2" y="20"/>
                      <a:pt x="1" y="15"/>
                    </a:cubicBezTo>
                    <a:cubicBezTo>
                      <a:pt x="0" y="10"/>
                      <a:pt x="4" y="4"/>
                      <a:pt x="9" y="2"/>
                    </a:cubicBezTo>
                    <a:cubicBezTo>
                      <a:pt x="12" y="1"/>
                      <a:pt x="14" y="1"/>
                      <a:pt x="17" y="1"/>
                    </a:cubicBezTo>
                    <a:cubicBezTo>
                      <a:pt x="19" y="1"/>
                      <a:pt x="20" y="1"/>
                      <a:pt x="22" y="1"/>
                    </a:cubicBezTo>
                    <a:cubicBezTo>
                      <a:pt x="25" y="1"/>
                      <a:pt x="28" y="0"/>
                      <a:pt x="32" y="0"/>
                    </a:cubicBezTo>
                    <a:cubicBezTo>
                      <a:pt x="36" y="0"/>
                      <a:pt x="40" y="3"/>
                      <a:pt x="42" y="6"/>
                    </a:cubicBezTo>
                    <a:cubicBezTo>
                      <a:pt x="44" y="6"/>
                      <a:pt x="46" y="6"/>
                      <a:pt x="48" y="7"/>
                    </a:cubicBezTo>
                    <a:cubicBezTo>
                      <a:pt x="57" y="7"/>
                      <a:pt x="66" y="8"/>
                      <a:pt x="76" y="10"/>
                    </a:cubicBezTo>
                    <a:cubicBezTo>
                      <a:pt x="77" y="10"/>
                      <a:pt x="79" y="10"/>
                      <a:pt x="80" y="10"/>
                    </a:cubicBezTo>
                    <a:cubicBezTo>
                      <a:pt x="87" y="10"/>
                      <a:pt x="92" y="15"/>
                      <a:pt x="92" y="22"/>
                    </a:cubicBezTo>
                    <a:cubicBezTo>
                      <a:pt x="92" y="28"/>
                      <a:pt x="87" y="34"/>
                      <a:pt x="81" y="34"/>
                    </a:cubicBezTo>
                    <a:cubicBezTo>
                      <a:pt x="80" y="34"/>
                      <a:pt x="80" y="34"/>
                      <a:pt x="80" y="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1" name="Google Shape;3501;p40">
                <a:extLst>
                  <a:ext uri="{FF2B5EF4-FFF2-40B4-BE49-F238E27FC236}">
                    <a16:creationId xmlns:a16="http://schemas.microsoft.com/office/drawing/2014/main" id="{088087F1-E4A6-2CF0-63A5-A44AE6F4D8B5}"/>
                  </a:ext>
                </a:extLst>
              </p:cNvPr>
              <p:cNvSpPr/>
              <p:nvPr/>
            </p:nvSpPr>
            <p:spPr>
              <a:xfrm>
                <a:off x="260640" y="876960"/>
                <a:ext cx="52560" cy="18000"/>
              </a:xfrm>
              <a:custGeom>
                <a:avLst/>
                <a:gdLst/>
                <a:ahLst/>
                <a:cxnLst/>
                <a:rect l="l" t="t" r="r" b="b"/>
                <a:pathLst>
                  <a:path w="146" h="50" extrusionOk="0">
                    <a:moveTo>
                      <a:pt x="16" y="49"/>
                    </a:moveTo>
                    <a:cubicBezTo>
                      <a:pt x="12" y="48"/>
                      <a:pt x="8" y="46"/>
                      <a:pt x="4" y="43"/>
                    </a:cubicBezTo>
                    <a:cubicBezTo>
                      <a:pt x="1" y="40"/>
                      <a:pt x="0" y="35"/>
                      <a:pt x="1" y="31"/>
                    </a:cubicBezTo>
                    <a:cubicBezTo>
                      <a:pt x="2" y="29"/>
                      <a:pt x="2" y="27"/>
                      <a:pt x="4" y="25"/>
                    </a:cubicBezTo>
                    <a:cubicBezTo>
                      <a:pt x="5" y="24"/>
                      <a:pt x="7" y="22"/>
                      <a:pt x="8" y="21"/>
                    </a:cubicBezTo>
                    <a:cubicBezTo>
                      <a:pt x="14" y="17"/>
                      <a:pt x="21" y="19"/>
                      <a:pt x="25" y="24"/>
                    </a:cubicBezTo>
                    <a:lnTo>
                      <a:pt x="26" y="25"/>
                    </a:lnTo>
                    <a:cubicBezTo>
                      <a:pt x="27" y="25"/>
                      <a:pt x="28" y="24"/>
                      <a:pt x="29" y="24"/>
                    </a:cubicBezTo>
                    <a:cubicBezTo>
                      <a:pt x="29" y="24"/>
                      <a:pt x="28" y="24"/>
                      <a:pt x="28" y="25"/>
                    </a:cubicBezTo>
                    <a:cubicBezTo>
                      <a:pt x="38" y="24"/>
                      <a:pt x="49" y="22"/>
                      <a:pt x="60" y="20"/>
                    </a:cubicBezTo>
                    <a:cubicBezTo>
                      <a:pt x="65" y="19"/>
                      <a:pt x="71" y="18"/>
                      <a:pt x="76" y="17"/>
                    </a:cubicBezTo>
                    <a:cubicBezTo>
                      <a:pt x="82" y="15"/>
                      <a:pt x="88" y="13"/>
                      <a:pt x="93" y="12"/>
                    </a:cubicBezTo>
                    <a:cubicBezTo>
                      <a:pt x="106" y="8"/>
                      <a:pt x="117" y="5"/>
                      <a:pt x="130" y="1"/>
                    </a:cubicBezTo>
                    <a:cubicBezTo>
                      <a:pt x="135" y="0"/>
                      <a:pt x="141" y="4"/>
                      <a:pt x="143" y="10"/>
                    </a:cubicBezTo>
                    <a:cubicBezTo>
                      <a:pt x="145" y="15"/>
                      <a:pt x="141" y="21"/>
                      <a:pt x="135" y="23"/>
                    </a:cubicBezTo>
                    <a:cubicBezTo>
                      <a:pt x="125" y="26"/>
                      <a:pt x="114" y="29"/>
                      <a:pt x="104" y="32"/>
                    </a:cubicBezTo>
                    <a:cubicBezTo>
                      <a:pt x="97" y="35"/>
                      <a:pt x="89" y="37"/>
                      <a:pt x="82" y="39"/>
                    </a:cubicBezTo>
                    <a:cubicBezTo>
                      <a:pt x="72" y="41"/>
                      <a:pt x="63" y="43"/>
                      <a:pt x="54" y="45"/>
                    </a:cubicBezTo>
                    <a:cubicBezTo>
                      <a:pt x="47" y="46"/>
                      <a:pt x="40" y="47"/>
                      <a:pt x="33" y="48"/>
                    </a:cubicBezTo>
                    <a:cubicBezTo>
                      <a:pt x="29" y="49"/>
                      <a:pt x="26" y="49"/>
                      <a:pt x="23" y="49"/>
                    </a:cubicBezTo>
                    <a:cubicBezTo>
                      <a:pt x="21" y="49"/>
                      <a:pt x="19" y="49"/>
                      <a:pt x="16" y="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2" name="Google Shape;3502;p40">
                <a:extLst>
                  <a:ext uri="{FF2B5EF4-FFF2-40B4-BE49-F238E27FC236}">
                    <a16:creationId xmlns:a16="http://schemas.microsoft.com/office/drawing/2014/main" id="{8627BC31-B887-60F9-EEA1-F47BDBBB69FE}"/>
                  </a:ext>
                </a:extLst>
              </p:cNvPr>
              <p:cNvSpPr/>
              <p:nvPr/>
            </p:nvSpPr>
            <p:spPr>
              <a:xfrm>
                <a:off x="330480" y="833760"/>
                <a:ext cx="70200" cy="68400"/>
              </a:xfrm>
              <a:custGeom>
                <a:avLst/>
                <a:gdLst/>
                <a:ahLst/>
                <a:cxnLst/>
                <a:rect l="l" t="t" r="r" b="b"/>
                <a:pathLst>
                  <a:path w="195" h="190" extrusionOk="0">
                    <a:moveTo>
                      <a:pt x="53" y="166"/>
                    </a:moveTo>
                    <a:cubicBezTo>
                      <a:pt x="55" y="166"/>
                      <a:pt x="56" y="166"/>
                      <a:pt x="58" y="165"/>
                    </a:cubicBezTo>
                    <a:cubicBezTo>
                      <a:pt x="60" y="165"/>
                      <a:pt x="62" y="165"/>
                      <a:pt x="64" y="163"/>
                    </a:cubicBezTo>
                    <a:cubicBezTo>
                      <a:pt x="67" y="163"/>
                      <a:pt x="70" y="162"/>
                      <a:pt x="72" y="160"/>
                    </a:cubicBezTo>
                    <a:cubicBezTo>
                      <a:pt x="71" y="161"/>
                      <a:pt x="71" y="161"/>
                      <a:pt x="70" y="161"/>
                    </a:cubicBezTo>
                    <a:cubicBezTo>
                      <a:pt x="75" y="159"/>
                      <a:pt x="79" y="157"/>
                      <a:pt x="83" y="155"/>
                    </a:cubicBezTo>
                    <a:cubicBezTo>
                      <a:pt x="89" y="150"/>
                      <a:pt x="96" y="145"/>
                      <a:pt x="102" y="140"/>
                    </a:cubicBezTo>
                    <a:cubicBezTo>
                      <a:pt x="111" y="132"/>
                      <a:pt x="121" y="123"/>
                      <a:pt x="130" y="114"/>
                    </a:cubicBezTo>
                    <a:lnTo>
                      <a:pt x="129" y="114"/>
                    </a:lnTo>
                    <a:cubicBezTo>
                      <a:pt x="138" y="105"/>
                      <a:pt x="145" y="95"/>
                      <a:pt x="152" y="85"/>
                    </a:cubicBezTo>
                    <a:cubicBezTo>
                      <a:pt x="156" y="78"/>
                      <a:pt x="161" y="71"/>
                      <a:pt x="165" y="64"/>
                    </a:cubicBezTo>
                    <a:cubicBezTo>
                      <a:pt x="166" y="60"/>
                      <a:pt x="168" y="57"/>
                      <a:pt x="169" y="54"/>
                    </a:cubicBezTo>
                    <a:cubicBezTo>
                      <a:pt x="170" y="52"/>
                      <a:pt x="170" y="51"/>
                      <a:pt x="170" y="49"/>
                    </a:cubicBezTo>
                    <a:cubicBezTo>
                      <a:pt x="171" y="48"/>
                      <a:pt x="171" y="46"/>
                      <a:pt x="171" y="45"/>
                    </a:cubicBezTo>
                    <a:cubicBezTo>
                      <a:pt x="171" y="44"/>
                      <a:pt x="171" y="43"/>
                      <a:pt x="171" y="43"/>
                    </a:cubicBezTo>
                    <a:cubicBezTo>
                      <a:pt x="171" y="42"/>
                      <a:pt x="171" y="42"/>
                      <a:pt x="171" y="40"/>
                    </a:cubicBezTo>
                    <a:lnTo>
                      <a:pt x="171" y="41"/>
                    </a:lnTo>
                    <a:lnTo>
                      <a:pt x="171" y="40"/>
                    </a:lnTo>
                    <a:cubicBezTo>
                      <a:pt x="171" y="40"/>
                      <a:pt x="170" y="40"/>
                      <a:pt x="170" y="39"/>
                    </a:cubicBezTo>
                    <a:cubicBezTo>
                      <a:pt x="170" y="40"/>
                      <a:pt x="171" y="40"/>
                      <a:pt x="171" y="40"/>
                    </a:cubicBezTo>
                    <a:cubicBezTo>
                      <a:pt x="171" y="41"/>
                      <a:pt x="171" y="41"/>
                      <a:pt x="171" y="42"/>
                    </a:cubicBezTo>
                    <a:cubicBezTo>
                      <a:pt x="171" y="40"/>
                      <a:pt x="170" y="40"/>
                      <a:pt x="170" y="39"/>
                    </a:cubicBezTo>
                    <a:lnTo>
                      <a:pt x="170" y="38"/>
                    </a:lnTo>
                    <a:cubicBezTo>
                      <a:pt x="169" y="37"/>
                      <a:pt x="169" y="36"/>
                      <a:pt x="169" y="36"/>
                    </a:cubicBezTo>
                    <a:cubicBezTo>
                      <a:pt x="169" y="35"/>
                      <a:pt x="168" y="35"/>
                      <a:pt x="168" y="35"/>
                    </a:cubicBezTo>
                    <a:cubicBezTo>
                      <a:pt x="167" y="34"/>
                      <a:pt x="167" y="33"/>
                      <a:pt x="166" y="33"/>
                    </a:cubicBezTo>
                    <a:cubicBezTo>
                      <a:pt x="165" y="31"/>
                      <a:pt x="163" y="30"/>
                      <a:pt x="161" y="29"/>
                    </a:cubicBezTo>
                    <a:cubicBezTo>
                      <a:pt x="160" y="28"/>
                      <a:pt x="159" y="27"/>
                      <a:pt x="158" y="26"/>
                    </a:cubicBezTo>
                    <a:cubicBezTo>
                      <a:pt x="155" y="25"/>
                      <a:pt x="153" y="25"/>
                      <a:pt x="151" y="24"/>
                    </a:cubicBezTo>
                    <a:cubicBezTo>
                      <a:pt x="151" y="24"/>
                      <a:pt x="149" y="23"/>
                      <a:pt x="148" y="23"/>
                    </a:cubicBezTo>
                    <a:cubicBezTo>
                      <a:pt x="148" y="23"/>
                      <a:pt x="147" y="22"/>
                      <a:pt x="146" y="22"/>
                    </a:cubicBezTo>
                    <a:cubicBezTo>
                      <a:pt x="145" y="22"/>
                      <a:pt x="144" y="22"/>
                      <a:pt x="142" y="22"/>
                    </a:cubicBezTo>
                    <a:cubicBezTo>
                      <a:pt x="139" y="23"/>
                      <a:pt x="136" y="23"/>
                      <a:pt x="133" y="24"/>
                    </a:cubicBezTo>
                    <a:cubicBezTo>
                      <a:pt x="131" y="24"/>
                      <a:pt x="128" y="25"/>
                      <a:pt x="126" y="25"/>
                    </a:cubicBezTo>
                    <a:cubicBezTo>
                      <a:pt x="123" y="26"/>
                      <a:pt x="120" y="28"/>
                      <a:pt x="117" y="29"/>
                    </a:cubicBezTo>
                    <a:cubicBezTo>
                      <a:pt x="113" y="31"/>
                      <a:pt x="109" y="33"/>
                      <a:pt x="105" y="36"/>
                    </a:cubicBezTo>
                    <a:cubicBezTo>
                      <a:pt x="102" y="38"/>
                      <a:pt x="98" y="40"/>
                      <a:pt x="95" y="43"/>
                    </a:cubicBezTo>
                    <a:cubicBezTo>
                      <a:pt x="93" y="45"/>
                      <a:pt x="91" y="47"/>
                      <a:pt x="89" y="49"/>
                    </a:cubicBezTo>
                    <a:cubicBezTo>
                      <a:pt x="86" y="52"/>
                      <a:pt x="84" y="54"/>
                      <a:pt x="82" y="58"/>
                    </a:cubicBezTo>
                    <a:cubicBezTo>
                      <a:pt x="80" y="60"/>
                      <a:pt x="78" y="63"/>
                      <a:pt x="77" y="67"/>
                    </a:cubicBezTo>
                    <a:cubicBezTo>
                      <a:pt x="70" y="78"/>
                      <a:pt x="65" y="91"/>
                      <a:pt x="61" y="104"/>
                    </a:cubicBezTo>
                    <a:cubicBezTo>
                      <a:pt x="60" y="105"/>
                      <a:pt x="60" y="106"/>
                      <a:pt x="60" y="108"/>
                    </a:cubicBezTo>
                    <a:cubicBezTo>
                      <a:pt x="57" y="113"/>
                      <a:pt x="50" y="116"/>
                      <a:pt x="45" y="113"/>
                    </a:cubicBezTo>
                    <a:cubicBezTo>
                      <a:pt x="42" y="112"/>
                      <a:pt x="40" y="110"/>
                      <a:pt x="39" y="107"/>
                    </a:cubicBezTo>
                    <a:cubicBezTo>
                      <a:pt x="38" y="105"/>
                      <a:pt x="38" y="102"/>
                      <a:pt x="39" y="99"/>
                    </a:cubicBezTo>
                    <a:cubicBezTo>
                      <a:pt x="39" y="99"/>
                      <a:pt x="39" y="98"/>
                      <a:pt x="40" y="98"/>
                    </a:cubicBezTo>
                    <a:cubicBezTo>
                      <a:pt x="43" y="88"/>
                      <a:pt x="47" y="78"/>
                      <a:pt x="51" y="68"/>
                    </a:cubicBezTo>
                    <a:cubicBezTo>
                      <a:pt x="54" y="61"/>
                      <a:pt x="57" y="55"/>
                      <a:pt x="61" y="49"/>
                    </a:cubicBezTo>
                    <a:lnTo>
                      <a:pt x="60" y="49"/>
                    </a:lnTo>
                    <a:cubicBezTo>
                      <a:pt x="58" y="51"/>
                      <a:pt x="56" y="53"/>
                      <a:pt x="54" y="54"/>
                    </a:cubicBezTo>
                    <a:cubicBezTo>
                      <a:pt x="54" y="54"/>
                      <a:pt x="55" y="54"/>
                      <a:pt x="56" y="54"/>
                    </a:cubicBezTo>
                    <a:cubicBezTo>
                      <a:pt x="53" y="56"/>
                      <a:pt x="51" y="57"/>
                      <a:pt x="49" y="60"/>
                    </a:cubicBezTo>
                    <a:cubicBezTo>
                      <a:pt x="46" y="63"/>
                      <a:pt x="43" y="67"/>
                      <a:pt x="40" y="70"/>
                    </a:cubicBezTo>
                    <a:cubicBezTo>
                      <a:pt x="38" y="74"/>
                      <a:pt x="36" y="77"/>
                      <a:pt x="34" y="81"/>
                    </a:cubicBezTo>
                    <a:cubicBezTo>
                      <a:pt x="32" y="85"/>
                      <a:pt x="30" y="89"/>
                      <a:pt x="28" y="94"/>
                    </a:cubicBezTo>
                    <a:cubicBezTo>
                      <a:pt x="27" y="97"/>
                      <a:pt x="26" y="100"/>
                      <a:pt x="26" y="103"/>
                    </a:cubicBezTo>
                    <a:cubicBezTo>
                      <a:pt x="25" y="107"/>
                      <a:pt x="24" y="112"/>
                      <a:pt x="24" y="117"/>
                    </a:cubicBezTo>
                    <a:cubicBezTo>
                      <a:pt x="24" y="122"/>
                      <a:pt x="24" y="127"/>
                      <a:pt x="24" y="132"/>
                    </a:cubicBezTo>
                    <a:cubicBezTo>
                      <a:pt x="24" y="134"/>
                      <a:pt x="24" y="136"/>
                      <a:pt x="24" y="138"/>
                    </a:cubicBezTo>
                    <a:cubicBezTo>
                      <a:pt x="25" y="139"/>
                      <a:pt x="25" y="141"/>
                      <a:pt x="25" y="142"/>
                    </a:cubicBezTo>
                    <a:lnTo>
                      <a:pt x="26" y="143"/>
                    </a:lnTo>
                    <a:cubicBezTo>
                      <a:pt x="26" y="143"/>
                      <a:pt x="26" y="142"/>
                      <a:pt x="25" y="142"/>
                    </a:cubicBezTo>
                    <a:cubicBezTo>
                      <a:pt x="26" y="144"/>
                      <a:pt x="27" y="146"/>
                      <a:pt x="28" y="148"/>
                    </a:cubicBezTo>
                    <a:cubicBezTo>
                      <a:pt x="28" y="149"/>
                      <a:pt x="29" y="150"/>
                      <a:pt x="30" y="152"/>
                    </a:cubicBezTo>
                    <a:cubicBezTo>
                      <a:pt x="30" y="153"/>
                      <a:pt x="32" y="154"/>
                      <a:pt x="32" y="155"/>
                    </a:cubicBezTo>
                    <a:cubicBezTo>
                      <a:pt x="33" y="156"/>
                      <a:pt x="34" y="157"/>
                      <a:pt x="35" y="158"/>
                    </a:cubicBezTo>
                    <a:cubicBezTo>
                      <a:pt x="36" y="159"/>
                      <a:pt x="37" y="159"/>
                      <a:pt x="38" y="160"/>
                    </a:cubicBezTo>
                    <a:cubicBezTo>
                      <a:pt x="40" y="162"/>
                      <a:pt x="42" y="163"/>
                      <a:pt x="44" y="164"/>
                    </a:cubicBezTo>
                    <a:cubicBezTo>
                      <a:pt x="44" y="164"/>
                      <a:pt x="45" y="164"/>
                      <a:pt x="45" y="165"/>
                    </a:cubicBezTo>
                    <a:cubicBezTo>
                      <a:pt x="47" y="165"/>
                      <a:pt x="48" y="165"/>
                      <a:pt x="50" y="166"/>
                    </a:cubicBezTo>
                    <a:lnTo>
                      <a:pt x="51" y="166"/>
                    </a:lnTo>
                    <a:cubicBezTo>
                      <a:pt x="52" y="166"/>
                      <a:pt x="53" y="166"/>
                      <a:pt x="53" y="166"/>
                    </a:cubicBezTo>
                    <a:moveTo>
                      <a:pt x="37" y="186"/>
                    </a:moveTo>
                    <a:cubicBezTo>
                      <a:pt x="30" y="184"/>
                      <a:pt x="25" y="180"/>
                      <a:pt x="19" y="175"/>
                    </a:cubicBezTo>
                    <a:cubicBezTo>
                      <a:pt x="10" y="167"/>
                      <a:pt x="5" y="155"/>
                      <a:pt x="2" y="143"/>
                    </a:cubicBezTo>
                    <a:cubicBezTo>
                      <a:pt x="1" y="137"/>
                      <a:pt x="1" y="130"/>
                      <a:pt x="0" y="123"/>
                    </a:cubicBezTo>
                    <a:cubicBezTo>
                      <a:pt x="0" y="116"/>
                      <a:pt x="1" y="108"/>
                      <a:pt x="3" y="101"/>
                    </a:cubicBezTo>
                    <a:cubicBezTo>
                      <a:pt x="5" y="87"/>
                      <a:pt x="10" y="74"/>
                      <a:pt x="17" y="62"/>
                    </a:cubicBezTo>
                    <a:cubicBezTo>
                      <a:pt x="21" y="56"/>
                      <a:pt x="25" y="50"/>
                      <a:pt x="30" y="44"/>
                    </a:cubicBezTo>
                    <a:cubicBezTo>
                      <a:pt x="35" y="38"/>
                      <a:pt x="40" y="34"/>
                      <a:pt x="46" y="29"/>
                    </a:cubicBezTo>
                    <a:cubicBezTo>
                      <a:pt x="51" y="25"/>
                      <a:pt x="59" y="26"/>
                      <a:pt x="63" y="32"/>
                    </a:cubicBezTo>
                    <a:cubicBezTo>
                      <a:pt x="65" y="35"/>
                      <a:pt x="66" y="40"/>
                      <a:pt x="65" y="43"/>
                    </a:cubicBezTo>
                    <a:cubicBezTo>
                      <a:pt x="69" y="38"/>
                      <a:pt x="73" y="33"/>
                      <a:pt x="78" y="28"/>
                    </a:cubicBezTo>
                    <a:cubicBezTo>
                      <a:pt x="84" y="23"/>
                      <a:pt x="90" y="19"/>
                      <a:pt x="96" y="15"/>
                    </a:cubicBezTo>
                    <a:cubicBezTo>
                      <a:pt x="104" y="10"/>
                      <a:pt x="111" y="6"/>
                      <a:pt x="120" y="4"/>
                    </a:cubicBezTo>
                    <a:cubicBezTo>
                      <a:pt x="127" y="1"/>
                      <a:pt x="135" y="0"/>
                      <a:pt x="143" y="0"/>
                    </a:cubicBezTo>
                    <a:cubicBezTo>
                      <a:pt x="147" y="0"/>
                      <a:pt x="151" y="0"/>
                      <a:pt x="154" y="1"/>
                    </a:cubicBezTo>
                    <a:cubicBezTo>
                      <a:pt x="159" y="2"/>
                      <a:pt x="163" y="4"/>
                      <a:pt x="167" y="6"/>
                    </a:cubicBezTo>
                    <a:cubicBezTo>
                      <a:pt x="174" y="9"/>
                      <a:pt x="180" y="14"/>
                      <a:pt x="184" y="19"/>
                    </a:cubicBezTo>
                    <a:cubicBezTo>
                      <a:pt x="190" y="25"/>
                      <a:pt x="192" y="32"/>
                      <a:pt x="193" y="39"/>
                    </a:cubicBezTo>
                    <a:cubicBezTo>
                      <a:pt x="194" y="42"/>
                      <a:pt x="194" y="46"/>
                      <a:pt x="193" y="49"/>
                    </a:cubicBezTo>
                    <a:cubicBezTo>
                      <a:pt x="192" y="53"/>
                      <a:pt x="191" y="57"/>
                      <a:pt x="190" y="60"/>
                    </a:cubicBezTo>
                    <a:cubicBezTo>
                      <a:pt x="187" y="67"/>
                      <a:pt x="184" y="75"/>
                      <a:pt x="180" y="82"/>
                    </a:cubicBezTo>
                    <a:cubicBezTo>
                      <a:pt x="176" y="87"/>
                      <a:pt x="173" y="92"/>
                      <a:pt x="169" y="98"/>
                    </a:cubicBezTo>
                    <a:cubicBezTo>
                      <a:pt x="165" y="103"/>
                      <a:pt x="161" y="109"/>
                      <a:pt x="157" y="115"/>
                    </a:cubicBezTo>
                    <a:cubicBezTo>
                      <a:pt x="148" y="127"/>
                      <a:pt x="138" y="138"/>
                      <a:pt x="127" y="148"/>
                    </a:cubicBezTo>
                    <a:cubicBezTo>
                      <a:pt x="117" y="158"/>
                      <a:pt x="105" y="167"/>
                      <a:pt x="93" y="175"/>
                    </a:cubicBezTo>
                    <a:cubicBezTo>
                      <a:pt x="82" y="183"/>
                      <a:pt x="68" y="189"/>
                      <a:pt x="54" y="189"/>
                    </a:cubicBezTo>
                    <a:lnTo>
                      <a:pt x="53" y="189"/>
                    </a:lnTo>
                    <a:cubicBezTo>
                      <a:pt x="47" y="189"/>
                      <a:pt x="42" y="188"/>
                      <a:pt x="37" y="1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3" name="Google Shape;3503;p40">
                <a:extLst>
                  <a:ext uri="{FF2B5EF4-FFF2-40B4-BE49-F238E27FC236}">
                    <a16:creationId xmlns:a16="http://schemas.microsoft.com/office/drawing/2014/main" id="{7A439F13-8A1D-244C-3E44-10968D151743}"/>
                  </a:ext>
                </a:extLst>
              </p:cNvPr>
              <p:cNvSpPr/>
              <p:nvPr/>
            </p:nvSpPr>
            <p:spPr>
              <a:xfrm>
                <a:off x="387000" y="889560"/>
                <a:ext cx="21240" cy="44640"/>
              </a:xfrm>
              <a:custGeom>
                <a:avLst/>
                <a:gdLst/>
                <a:ahLst/>
                <a:cxnLst/>
                <a:rect l="l" t="t" r="r" b="b"/>
                <a:pathLst>
                  <a:path w="59" h="124" extrusionOk="0">
                    <a:moveTo>
                      <a:pt x="8" y="121"/>
                    </a:moveTo>
                    <a:cubicBezTo>
                      <a:pt x="2" y="119"/>
                      <a:pt x="0" y="111"/>
                      <a:pt x="3" y="106"/>
                    </a:cubicBezTo>
                    <a:cubicBezTo>
                      <a:pt x="7" y="100"/>
                      <a:pt x="10" y="94"/>
                      <a:pt x="13" y="88"/>
                    </a:cubicBezTo>
                    <a:cubicBezTo>
                      <a:pt x="16" y="82"/>
                      <a:pt x="19" y="75"/>
                      <a:pt x="21" y="69"/>
                    </a:cubicBezTo>
                    <a:cubicBezTo>
                      <a:pt x="24" y="64"/>
                      <a:pt x="25" y="58"/>
                      <a:pt x="26" y="53"/>
                    </a:cubicBezTo>
                    <a:cubicBezTo>
                      <a:pt x="28" y="42"/>
                      <a:pt x="31" y="30"/>
                      <a:pt x="32" y="18"/>
                    </a:cubicBezTo>
                    <a:cubicBezTo>
                      <a:pt x="33" y="16"/>
                      <a:pt x="33" y="14"/>
                      <a:pt x="33" y="12"/>
                    </a:cubicBezTo>
                    <a:cubicBezTo>
                      <a:pt x="33" y="6"/>
                      <a:pt x="38" y="0"/>
                      <a:pt x="45" y="0"/>
                    </a:cubicBezTo>
                    <a:cubicBezTo>
                      <a:pt x="52" y="0"/>
                      <a:pt x="58" y="6"/>
                      <a:pt x="58" y="13"/>
                    </a:cubicBezTo>
                    <a:cubicBezTo>
                      <a:pt x="57" y="21"/>
                      <a:pt x="56" y="28"/>
                      <a:pt x="54" y="35"/>
                    </a:cubicBezTo>
                    <a:cubicBezTo>
                      <a:pt x="53" y="43"/>
                      <a:pt x="51" y="51"/>
                      <a:pt x="49" y="58"/>
                    </a:cubicBezTo>
                    <a:cubicBezTo>
                      <a:pt x="44" y="80"/>
                      <a:pt x="35" y="99"/>
                      <a:pt x="23" y="117"/>
                    </a:cubicBezTo>
                    <a:cubicBezTo>
                      <a:pt x="21" y="121"/>
                      <a:pt x="17" y="123"/>
                      <a:pt x="13" y="123"/>
                    </a:cubicBezTo>
                    <a:cubicBezTo>
                      <a:pt x="11" y="123"/>
                      <a:pt x="9" y="123"/>
                      <a:pt x="8" y="1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4" name="Google Shape;3504;p40">
                <a:extLst>
                  <a:ext uri="{FF2B5EF4-FFF2-40B4-BE49-F238E27FC236}">
                    <a16:creationId xmlns:a16="http://schemas.microsoft.com/office/drawing/2014/main" id="{CB52C45C-C6ED-8432-B867-105C731FF3DD}"/>
                  </a:ext>
                </a:extLst>
              </p:cNvPr>
              <p:cNvSpPr/>
              <p:nvPr/>
            </p:nvSpPr>
            <p:spPr>
              <a:xfrm>
                <a:off x="461520" y="828000"/>
                <a:ext cx="58680" cy="135720"/>
              </a:xfrm>
              <a:custGeom>
                <a:avLst/>
                <a:gdLst/>
                <a:ahLst/>
                <a:cxnLst/>
                <a:rect l="l" t="t" r="r" b="b"/>
                <a:pathLst>
                  <a:path w="163" h="377" extrusionOk="0">
                    <a:moveTo>
                      <a:pt x="59" y="352"/>
                    </a:moveTo>
                    <a:lnTo>
                      <a:pt x="60" y="352"/>
                    </a:lnTo>
                    <a:cubicBezTo>
                      <a:pt x="60" y="351"/>
                      <a:pt x="61" y="351"/>
                      <a:pt x="61" y="351"/>
                    </a:cubicBezTo>
                    <a:lnTo>
                      <a:pt x="60" y="351"/>
                    </a:lnTo>
                    <a:lnTo>
                      <a:pt x="61" y="351"/>
                    </a:lnTo>
                    <a:cubicBezTo>
                      <a:pt x="61" y="351"/>
                      <a:pt x="62" y="350"/>
                      <a:pt x="63" y="349"/>
                    </a:cubicBezTo>
                    <a:cubicBezTo>
                      <a:pt x="62" y="350"/>
                      <a:pt x="62" y="350"/>
                      <a:pt x="61" y="350"/>
                    </a:cubicBezTo>
                    <a:lnTo>
                      <a:pt x="62" y="350"/>
                    </a:lnTo>
                    <a:cubicBezTo>
                      <a:pt x="62" y="350"/>
                      <a:pt x="63" y="349"/>
                      <a:pt x="63" y="348"/>
                    </a:cubicBezTo>
                    <a:cubicBezTo>
                      <a:pt x="64" y="345"/>
                      <a:pt x="66" y="342"/>
                      <a:pt x="67" y="338"/>
                    </a:cubicBezTo>
                    <a:cubicBezTo>
                      <a:pt x="72" y="322"/>
                      <a:pt x="76" y="305"/>
                      <a:pt x="80" y="289"/>
                    </a:cubicBezTo>
                    <a:cubicBezTo>
                      <a:pt x="82" y="277"/>
                      <a:pt x="85" y="266"/>
                      <a:pt x="87" y="255"/>
                    </a:cubicBezTo>
                    <a:cubicBezTo>
                      <a:pt x="87" y="248"/>
                      <a:pt x="88" y="241"/>
                      <a:pt x="89" y="233"/>
                    </a:cubicBezTo>
                    <a:cubicBezTo>
                      <a:pt x="84" y="237"/>
                      <a:pt x="80" y="241"/>
                      <a:pt x="75" y="245"/>
                    </a:cubicBezTo>
                    <a:cubicBezTo>
                      <a:pt x="66" y="252"/>
                      <a:pt x="58" y="259"/>
                      <a:pt x="50" y="267"/>
                    </a:cubicBezTo>
                    <a:cubicBezTo>
                      <a:pt x="47" y="270"/>
                      <a:pt x="44" y="274"/>
                      <a:pt x="41" y="278"/>
                    </a:cubicBezTo>
                    <a:cubicBezTo>
                      <a:pt x="38" y="283"/>
                      <a:pt x="35" y="288"/>
                      <a:pt x="32" y="294"/>
                    </a:cubicBezTo>
                    <a:cubicBezTo>
                      <a:pt x="31" y="296"/>
                      <a:pt x="29" y="299"/>
                      <a:pt x="28" y="303"/>
                    </a:cubicBezTo>
                    <a:cubicBezTo>
                      <a:pt x="27" y="304"/>
                      <a:pt x="27" y="306"/>
                      <a:pt x="27" y="308"/>
                    </a:cubicBezTo>
                    <a:cubicBezTo>
                      <a:pt x="26" y="310"/>
                      <a:pt x="26" y="312"/>
                      <a:pt x="25" y="314"/>
                    </a:cubicBezTo>
                    <a:cubicBezTo>
                      <a:pt x="25" y="316"/>
                      <a:pt x="25" y="318"/>
                      <a:pt x="25" y="320"/>
                    </a:cubicBezTo>
                    <a:cubicBezTo>
                      <a:pt x="25" y="322"/>
                      <a:pt x="25" y="323"/>
                      <a:pt x="26" y="324"/>
                    </a:cubicBezTo>
                    <a:cubicBezTo>
                      <a:pt x="26" y="327"/>
                      <a:pt x="27" y="329"/>
                      <a:pt x="27" y="330"/>
                    </a:cubicBezTo>
                    <a:cubicBezTo>
                      <a:pt x="28" y="331"/>
                      <a:pt x="28" y="332"/>
                      <a:pt x="28" y="333"/>
                    </a:cubicBezTo>
                    <a:cubicBezTo>
                      <a:pt x="29" y="334"/>
                      <a:pt x="30" y="336"/>
                      <a:pt x="30" y="337"/>
                    </a:cubicBezTo>
                    <a:cubicBezTo>
                      <a:pt x="31" y="337"/>
                      <a:pt x="32" y="338"/>
                      <a:pt x="32" y="340"/>
                    </a:cubicBezTo>
                    <a:cubicBezTo>
                      <a:pt x="34" y="341"/>
                      <a:pt x="34" y="341"/>
                      <a:pt x="35" y="343"/>
                    </a:cubicBezTo>
                    <a:cubicBezTo>
                      <a:pt x="36" y="343"/>
                      <a:pt x="38" y="344"/>
                      <a:pt x="39" y="345"/>
                    </a:cubicBezTo>
                    <a:cubicBezTo>
                      <a:pt x="40" y="346"/>
                      <a:pt x="41" y="347"/>
                      <a:pt x="43" y="348"/>
                    </a:cubicBezTo>
                    <a:cubicBezTo>
                      <a:pt x="45" y="348"/>
                      <a:pt x="46" y="350"/>
                      <a:pt x="48" y="350"/>
                    </a:cubicBezTo>
                    <a:cubicBezTo>
                      <a:pt x="50" y="351"/>
                      <a:pt x="52" y="351"/>
                      <a:pt x="53" y="351"/>
                    </a:cubicBezTo>
                    <a:cubicBezTo>
                      <a:pt x="55" y="352"/>
                      <a:pt x="56" y="352"/>
                      <a:pt x="57" y="352"/>
                    </a:cubicBezTo>
                    <a:cubicBezTo>
                      <a:pt x="57" y="352"/>
                      <a:pt x="58" y="352"/>
                      <a:pt x="59" y="352"/>
                    </a:cubicBezTo>
                    <a:moveTo>
                      <a:pt x="36" y="371"/>
                    </a:moveTo>
                    <a:cubicBezTo>
                      <a:pt x="22" y="365"/>
                      <a:pt x="10" y="353"/>
                      <a:pt x="5" y="338"/>
                    </a:cubicBezTo>
                    <a:cubicBezTo>
                      <a:pt x="0" y="324"/>
                      <a:pt x="1" y="308"/>
                      <a:pt x="7" y="293"/>
                    </a:cubicBezTo>
                    <a:cubicBezTo>
                      <a:pt x="10" y="285"/>
                      <a:pt x="14" y="279"/>
                      <a:pt x="18" y="273"/>
                    </a:cubicBezTo>
                    <a:cubicBezTo>
                      <a:pt x="22" y="266"/>
                      <a:pt x="27" y="259"/>
                      <a:pt x="33" y="253"/>
                    </a:cubicBezTo>
                    <a:cubicBezTo>
                      <a:pt x="39" y="247"/>
                      <a:pt x="45" y="241"/>
                      <a:pt x="51" y="236"/>
                    </a:cubicBezTo>
                    <a:cubicBezTo>
                      <a:pt x="55" y="233"/>
                      <a:pt x="59" y="229"/>
                      <a:pt x="63" y="227"/>
                    </a:cubicBezTo>
                    <a:cubicBezTo>
                      <a:pt x="73" y="218"/>
                      <a:pt x="82" y="211"/>
                      <a:pt x="92" y="203"/>
                    </a:cubicBezTo>
                    <a:cubicBezTo>
                      <a:pt x="94" y="195"/>
                      <a:pt x="94" y="188"/>
                      <a:pt x="95" y="181"/>
                    </a:cubicBezTo>
                    <a:cubicBezTo>
                      <a:pt x="96" y="175"/>
                      <a:pt x="96" y="169"/>
                      <a:pt x="98" y="163"/>
                    </a:cubicBezTo>
                    <a:cubicBezTo>
                      <a:pt x="99" y="155"/>
                      <a:pt x="100" y="148"/>
                      <a:pt x="101" y="142"/>
                    </a:cubicBezTo>
                    <a:cubicBezTo>
                      <a:pt x="102" y="136"/>
                      <a:pt x="102" y="131"/>
                      <a:pt x="104" y="126"/>
                    </a:cubicBezTo>
                    <a:cubicBezTo>
                      <a:pt x="105" y="121"/>
                      <a:pt x="106" y="115"/>
                      <a:pt x="108" y="110"/>
                    </a:cubicBezTo>
                    <a:cubicBezTo>
                      <a:pt x="108" y="108"/>
                      <a:pt x="108" y="107"/>
                      <a:pt x="108" y="105"/>
                    </a:cubicBezTo>
                    <a:cubicBezTo>
                      <a:pt x="105" y="110"/>
                      <a:pt x="102" y="115"/>
                      <a:pt x="98" y="120"/>
                    </a:cubicBezTo>
                    <a:cubicBezTo>
                      <a:pt x="90" y="132"/>
                      <a:pt x="80" y="143"/>
                      <a:pt x="68" y="153"/>
                    </a:cubicBezTo>
                    <a:cubicBezTo>
                      <a:pt x="63" y="158"/>
                      <a:pt x="57" y="162"/>
                      <a:pt x="50" y="165"/>
                    </a:cubicBezTo>
                    <a:cubicBezTo>
                      <a:pt x="43" y="168"/>
                      <a:pt x="35" y="168"/>
                      <a:pt x="28" y="165"/>
                    </a:cubicBezTo>
                    <a:cubicBezTo>
                      <a:pt x="24" y="164"/>
                      <a:pt x="20" y="162"/>
                      <a:pt x="17" y="159"/>
                    </a:cubicBezTo>
                    <a:cubicBezTo>
                      <a:pt x="14" y="155"/>
                      <a:pt x="13" y="151"/>
                      <a:pt x="11" y="146"/>
                    </a:cubicBezTo>
                    <a:cubicBezTo>
                      <a:pt x="10" y="135"/>
                      <a:pt x="11" y="124"/>
                      <a:pt x="12" y="113"/>
                    </a:cubicBezTo>
                    <a:cubicBezTo>
                      <a:pt x="13" y="102"/>
                      <a:pt x="16" y="92"/>
                      <a:pt x="18" y="81"/>
                    </a:cubicBezTo>
                    <a:cubicBezTo>
                      <a:pt x="20" y="74"/>
                      <a:pt x="23" y="66"/>
                      <a:pt x="25" y="58"/>
                    </a:cubicBezTo>
                    <a:cubicBezTo>
                      <a:pt x="27" y="51"/>
                      <a:pt x="30" y="43"/>
                      <a:pt x="32" y="35"/>
                    </a:cubicBezTo>
                    <a:lnTo>
                      <a:pt x="32" y="34"/>
                    </a:lnTo>
                    <a:cubicBezTo>
                      <a:pt x="34" y="27"/>
                      <a:pt x="41" y="23"/>
                      <a:pt x="48" y="25"/>
                    </a:cubicBezTo>
                    <a:cubicBezTo>
                      <a:pt x="55" y="27"/>
                      <a:pt x="57" y="34"/>
                      <a:pt x="56" y="41"/>
                    </a:cubicBezTo>
                    <a:cubicBezTo>
                      <a:pt x="56" y="42"/>
                      <a:pt x="56" y="42"/>
                      <a:pt x="55" y="43"/>
                    </a:cubicBezTo>
                    <a:cubicBezTo>
                      <a:pt x="49" y="61"/>
                      <a:pt x="43" y="79"/>
                      <a:pt x="38" y="97"/>
                    </a:cubicBezTo>
                    <a:cubicBezTo>
                      <a:pt x="38" y="100"/>
                      <a:pt x="37" y="102"/>
                      <a:pt x="36" y="106"/>
                    </a:cubicBezTo>
                    <a:cubicBezTo>
                      <a:pt x="35" y="111"/>
                      <a:pt x="35" y="117"/>
                      <a:pt x="34" y="122"/>
                    </a:cubicBezTo>
                    <a:cubicBezTo>
                      <a:pt x="34" y="127"/>
                      <a:pt x="34" y="131"/>
                      <a:pt x="34" y="135"/>
                    </a:cubicBezTo>
                    <a:cubicBezTo>
                      <a:pt x="34" y="137"/>
                      <a:pt x="34" y="139"/>
                      <a:pt x="35" y="141"/>
                    </a:cubicBezTo>
                    <a:lnTo>
                      <a:pt x="35" y="142"/>
                    </a:lnTo>
                    <a:lnTo>
                      <a:pt x="35" y="143"/>
                    </a:lnTo>
                    <a:cubicBezTo>
                      <a:pt x="36" y="143"/>
                      <a:pt x="36" y="143"/>
                      <a:pt x="36" y="143"/>
                    </a:cubicBezTo>
                    <a:cubicBezTo>
                      <a:pt x="37" y="143"/>
                      <a:pt x="37" y="143"/>
                      <a:pt x="38" y="143"/>
                    </a:cubicBezTo>
                    <a:cubicBezTo>
                      <a:pt x="38" y="143"/>
                      <a:pt x="39" y="143"/>
                      <a:pt x="40" y="143"/>
                    </a:cubicBezTo>
                    <a:cubicBezTo>
                      <a:pt x="41" y="143"/>
                      <a:pt x="41" y="143"/>
                      <a:pt x="42" y="143"/>
                    </a:cubicBezTo>
                    <a:cubicBezTo>
                      <a:pt x="43" y="142"/>
                      <a:pt x="43" y="142"/>
                      <a:pt x="44" y="142"/>
                    </a:cubicBezTo>
                    <a:cubicBezTo>
                      <a:pt x="45" y="142"/>
                      <a:pt x="45" y="141"/>
                      <a:pt x="46" y="140"/>
                    </a:cubicBezTo>
                    <a:cubicBezTo>
                      <a:pt x="49" y="139"/>
                      <a:pt x="52" y="137"/>
                      <a:pt x="55" y="135"/>
                    </a:cubicBezTo>
                    <a:cubicBezTo>
                      <a:pt x="54" y="135"/>
                      <a:pt x="54" y="135"/>
                      <a:pt x="54" y="135"/>
                    </a:cubicBezTo>
                    <a:lnTo>
                      <a:pt x="55" y="135"/>
                    </a:lnTo>
                    <a:cubicBezTo>
                      <a:pt x="55" y="134"/>
                      <a:pt x="55" y="134"/>
                      <a:pt x="55" y="134"/>
                    </a:cubicBezTo>
                    <a:cubicBezTo>
                      <a:pt x="60" y="130"/>
                      <a:pt x="64" y="125"/>
                      <a:pt x="69" y="120"/>
                    </a:cubicBezTo>
                    <a:cubicBezTo>
                      <a:pt x="78" y="111"/>
                      <a:pt x="85" y="100"/>
                      <a:pt x="92" y="89"/>
                    </a:cubicBezTo>
                    <a:cubicBezTo>
                      <a:pt x="98" y="81"/>
                      <a:pt x="103" y="72"/>
                      <a:pt x="109" y="63"/>
                    </a:cubicBezTo>
                    <a:cubicBezTo>
                      <a:pt x="115" y="54"/>
                      <a:pt x="120" y="43"/>
                      <a:pt x="126" y="33"/>
                    </a:cubicBezTo>
                    <a:cubicBezTo>
                      <a:pt x="126" y="33"/>
                      <a:pt x="126" y="34"/>
                      <a:pt x="125" y="34"/>
                    </a:cubicBezTo>
                    <a:cubicBezTo>
                      <a:pt x="126" y="34"/>
                      <a:pt x="126" y="33"/>
                      <a:pt x="126" y="33"/>
                    </a:cubicBezTo>
                    <a:cubicBezTo>
                      <a:pt x="127" y="30"/>
                      <a:pt x="129" y="27"/>
                      <a:pt x="130" y="24"/>
                    </a:cubicBezTo>
                    <a:cubicBezTo>
                      <a:pt x="130" y="24"/>
                      <a:pt x="131" y="24"/>
                      <a:pt x="131" y="23"/>
                    </a:cubicBezTo>
                    <a:lnTo>
                      <a:pt x="131" y="22"/>
                    </a:lnTo>
                    <a:cubicBezTo>
                      <a:pt x="133" y="19"/>
                      <a:pt x="134" y="16"/>
                      <a:pt x="135" y="14"/>
                    </a:cubicBezTo>
                    <a:cubicBezTo>
                      <a:pt x="136" y="12"/>
                      <a:pt x="137" y="10"/>
                      <a:pt x="138" y="9"/>
                    </a:cubicBezTo>
                    <a:cubicBezTo>
                      <a:pt x="140" y="6"/>
                      <a:pt x="141" y="5"/>
                      <a:pt x="144" y="3"/>
                    </a:cubicBezTo>
                    <a:cubicBezTo>
                      <a:pt x="152" y="0"/>
                      <a:pt x="162" y="9"/>
                      <a:pt x="159" y="17"/>
                    </a:cubicBezTo>
                    <a:cubicBezTo>
                      <a:pt x="156" y="27"/>
                      <a:pt x="153" y="36"/>
                      <a:pt x="149" y="45"/>
                    </a:cubicBezTo>
                    <a:cubicBezTo>
                      <a:pt x="147" y="52"/>
                      <a:pt x="144" y="60"/>
                      <a:pt x="142" y="68"/>
                    </a:cubicBezTo>
                    <a:cubicBezTo>
                      <a:pt x="139" y="75"/>
                      <a:pt x="137" y="82"/>
                      <a:pt x="135" y="90"/>
                    </a:cubicBezTo>
                    <a:cubicBezTo>
                      <a:pt x="131" y="103"/>
                      <a:pt x="128" y="117"/>
                      <a:pt x="124" y="131"/>
                    </a:cubicBezTo>
                    <a:cubicBezTo>
                      <a:pt x="123" y="137"/>
                      <a:pt x="123" y="143"/>
                      <a:pt x="122" y="148"/>
                    </a:cubicBezTo>
                    <a:cubicBezTo>
                      <a:pt x="120" y="154"/>
                      <a:pt x="119" y="160"/>
                      <a:pt x="118" y="166"/>
                    </a:cubicBezTo>
                    <a:cubicBezTo>
                      <a:pt x="117" y="172"/>
                      <a:pt x="116" y="179"/>
                      <a:pt x="116" y="185"/>
                    </a:cubicBezTo>
                    <a:cubicBezTo>
                      <a:pt x="118" y="183"/>
                      <a:pt x="120" y="182"/>
                      <a:pt x="122" y="180"/>
                    </a:cubicBezTo>
                    <a:cubicBezTo>
                      <a:pt x="127" y="176"/>
                      <a:pt x="133" y="178"/>
                      <a:pt x="137" y="182"/>
                    </a:cubicBezTo>
                    <a:cubicBezTo>
                      <a:pt x="140" y="187"/>
                      <a:pt x="139" y="193"/>
                      <a:pt x="134" y="197"/>
                    </a:cubicBezTo>
                    <a:cubicBezTo>
                      <a:pt x="127" y="203"/>
                      <a:pt x="119" y="209"/>
                      <a:pt x="112" y="215"/>
                    </a:cubicBezTo>
                    <a:cubicBezTo>
                      <a:pt x="111" y="223"/>
                      <a:pt x="110" y="231"/>
                      <a:pt x="109" y="239"/>
                    </a:cubicBezTo>
                    <a:cubicBezTo>
                      <a:pt x="108" y="252"/>
                      <a:pt x="106" y="264"/>
                      <a:pt x="103" y="277"/>
                    </a:cubicBezTo>
                    <a:cubicBezTo>
                      <a:pt x="102" y="287"/>
                      <a:pt x="99" y="298"/>
                      <a:pt x="97" y="308"/>
                    </a:cubicBezTo>
                    <a:cubicBezTo>
                      <a:pt x="95" y="319"/>
                      <a:pt x="92" y="331"/>
                      <a:pt x="89" y="343"/>
                    </a:cubicBezTo>
                    <a:cubicBezTo>
                      <a:pt x="88" y="345"/>
                      <a:pt x="87" y="348"/>
                      <a:pt x="87" y="351"/>
                    </a:cubicBezTo>
                    <a:cubicBezTo>
                      <a:pt x="86" y="354"/>
                      <a:pt x="85" y="357"/>
                      <a:pt x="84" y="359"/>
                    </a:cubicBezTo>
                    <a:cubicBezTo>
                      <a:pt x="82" y="363"/>
                      <a:pt x="80" y="366"/>
                      <a:pt x="76" y="369"/>
                    </a:cubicBezTo>
                    <a:cubicBezTo>
                      <a:pt x="71" y="374"/>
                      <a:pt x="64" y="376"/>
                      <a:pt x="58" y="376"/>
                    </a:cubicBezTo>
                    <a:cubicBezTo>
                      <a:pt x="50" y="376"/>
                      <a:pt x="42" y="374"/>
                      <a:pt x="36" y="37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5" name="Google Shape;3505;p40">
                <a:extLst>
                  <a:ext uri="{FF2B5EF4-FFF2-40B4-BE49-F238E27FC236}">
                    <a16:creationId xmlns:a16="http://schemas.microsoft.com/office/drawing/2014/main" id="{DA75E920-B216-9967-58CF-50AF420A8E09}"/>
                  </a:ext>
                </a:extLst>
              </p:cNvPr>
              <p:cNvSpPr/>
              <p:nvPr/>
            </p:nvSpPr>
            <p:spPr>
              <a:xfrm>
                <a:off x="538920" y="858960"/>
                <a:ext cx="16920" cy="12240"/>
              </a:xfrm>
              <a:custGeom>
                <a:avLst/>
                <a:gdLst/>
                <a:ahLst/>
                <a:cxnLst/>
                <a:rect l="l" t="t" r="r" b="b"/>
                <a:pathLst>
                  <a:path w="47" h="34" extrusionOk="0">
                    <a:moveTo>
                      <a:pt x="9" y="32"/>
                    </a:moveTo>
                    <a:lnTo>
                      <a:pt x="10" y="32"/>
                    </a:lnTo>
                    <a:cubicBezTo>
                      <a:pt x="10" y="32"/>
                      <a:pt x="9" y="32"/>
                      <a:pt x="8" y="32"/>
                    </a:cubicBezTo>
                    <a:cubicBezTo>
                      <a:pt x="2" y="29"/>
                      <a:pt x="0" y="22"/>
                      <a:pt x="1" y="16"/>
                    </a:cubicBezTo>
                    <a:cubicBezTo>
                      <a:pt x="3" y="9"/>
                      <a:pt x="10" y="7"/>
                      <a:pt x="17" y="5"/>
                    </a:cubicBezTo>
                    <a:cubicBezTo>
                      <a:pt x="21" y="4"/>
                      <a:pt x="26" y="2"/>
                      <a:pt x="31" y="1"/>
                    </a:cubicBezTo>
                    <a:cubicBezTo>
                      <a:pt x="38" y="0"/>
                      <a:pt x="44" y="6"/>
                      <a:pt x="45" y="12"/>
                    </a:cubicBezTo>
                    <a:cubicBezTo>
                      <a:pt x="46" y="19"/>
                      <a:pt x="41" y="25"/>
                      <a:pt x="34" y="26"/>
                    </a:cubicBezTo>
                    <a:lnTo>
                      <a:pt x="33" y="26"/>
                    </a:lnTo>
                    <a:cubicBezTo>
                      <a:pt x="30" y="26"/>
                      <a:pt x="27" y="28"/>
                      <a:pt x="24" y="28"/>
                    </a:cubicBezTo>
                    <a:cubicBezTo>
                      <a:pt x="24" y="28"/>
                      <a:pt x="23" y="29"/>
                      <a:pt x="22" y="29"/>
                    </a:cubicBezTo>
                    <a:cubicBezTo>
                      <a:pt x="21" y="30"/>
                      <a:pt x="21" y="30"/>
                      <a:pt x="20" y="31"/>
                    </a:cubicBezTo>
                    <a:cubicBezTo>
                      <a:pt x="18" y="32"/>
                      <a:pt x="15" y="33"/>
                      <a:pt x="14" y="33"/>
                    </a:cubicBezTo>
                    <a:cubicBezTo>
                      <a:pt x="12" y="33"/>
                      <a:pt x="11" y="32"/>
                      <a:pt x="9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6" name="Google Shape;3506;p40">
                <a:extLst>
                  <a:ext uri="{FF2B5EF4-FFF2-40B4-BE49-F238E27FC236}">
                    <a16:creationId xmlns:a16="http://schemas.microsoft.com/office/drawing/2014/main" id="{281A22C5-F756-0BD5-CD1A-7DFD35B15FFC}"/>
                  </a:ext>
                </a:extLst>
              </p:cNvPr>
              <p:cNvSpPr/>
              <p:nvPr/>
            </p:nvSpPr>
            <p:spPr>
              <a:xfrm>
                <a:off x="532080" y="874080"/>
                <a:ext cx="42840" cy="1548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43" extrusionOk="0">
                    <a:moveTo>
                      <a:pt x="10" y="40"/>
                    </a:moveTo>
                    <a:cubicBezTo>
                      <a:pt x="7" y="39"/>
                      <a:pt x="4" y="37"/>
                      <a:pt x="2" y="33"/>
                    </a:cubicBezTo>
                    <a:cubicBezTo>
                      <a:pt x="1" y="31"/>
                      <a:pt x="0" y="27"/>
                      <a:pt x="1" y="25"/>
                    </a:cubicBezTo>
                    <a:cubicBezTo>
                      <a:pt x="1" y="18"/>
                      <a:pt x="8" y="13"/>
                      <a:pt x="15" y="14"/>
                    </a:cubicBezTo>
                    <a:cubicBezTo>
                      <a:pt x="17" y="15"/>
                      <a:pt x="19" y="16"/>
                      <a:pt x="21" y="17"/>
                    </a:cubicBezTo>
                    <a:cubicBezTo>
                      <a:pt x="22" y="17"/>
                      <a:pt x="22" y="17"/>
                      <a:pt x="23" y="17"/>
                    </a:cubicBezTo>
                    <a:cubicBezTo>
                      <a:pt x="22" y="17"/>
                      <a:pt x="22" y="17"/>
                      <a:pt x="21" y="17"/>
                    </a:cubicBezTo>
                    <a:cubicBezTo>
                      <a:pt x="29" y="16"/>
                      <a:pt x="37" y="15"/>
                      <a:pt x="45" y="14"/>
                    </a:cubicBezTo>
                    <a:cubicBezTo>
                      <a:pt x="65" y="9"/>
                      <a:pt x="85" y="5"/>
                      <a:pt x="104" y="1"/>
                    </a:cubicBezTo>
                    <a:cubicBezTo>
                      <a:pt x="110" y="0"/>
                      <a:pt x="115" y="3"/>
                      <a:pt x="117" y="9"/>
                    </a:cubicBezTo>
                    <a:cubicBezTo>
                      <a:pt x="118" y="15"/>
                      <a:pt x="115" y="20"/>
                      <a:pt x="110" y="22"/>
                    </a:cubicBezTo>
                    <a:cubicBezTo>
                      <a:pt x="95" y="26"/>
                      <a:pt x="81" y="29"/>
                      <a:pt x="67" y="33"/>
                    </a:cubicBezTo>
                    <a:cubicBezTo>
                      <a:pt x="57" y="35"/>
                      <a:pt x="47" y="38"/>
                      <a:pt x="37" y="40"/>
                    </a:cubicBezTo>
                    <a:cubicBezTo>
                      <a:pt x="32" y="40"/>
                      <a:pt x="27" y="41"/>
                      <a:pt x="22" y="41"/>
                    </a:cubicBezTo>
                    <a:cubicBezTo>
                      <a:pt x="21" y="41"/>
                      <a:pt x="20" y="42"/>
                      <a:pt x="19" y="42"/>
                    </a:cubicBezTo>
                    <a:cubicBezTo>
                      <a:pt x="16" y="42"/>
                      <a:pt x="13" y="41"/>
                      <a:pt x="10" y="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7" name="Google Shape;3507;p40">
                <a:extLst>
                  <a:ext uri="{FF2B5EF4-FFF2-40B4-BE49-F238E27FC236}">
                    <a16:creationId xmlns:a16="http://schemas.microsoft.com/office/drawing/2014/main" id="{330144C2-8040-1A84-C498-430D9B4D2612}"/>
                  </a:ext>
                </a:extLst>
              </p:cNvPr>
              <p:cNvSpPr/>
              <p:nvPr/>
            </p:nvSpPr>
            <p:spPr>
              <a:xfrm>
                <a:off x="607320" y="825840"/>
                <a:ext cx="55440" cy="72720"/>
              </a:xfrm>
              <a:custGeom>
                <a:avLst/>
                <a:gdLst/>
                <a:ahLst/>
                <a:cxnLst/>
                <a:rect l="l" t="t" r="r" b="b"/>
                <a:pathLst>
                  <a:path w="154" h="202" extrusionOk="0">
                    <a:moveTo>
                      <a:pt x="25" y="178"/>
                    </a:moveTo>
                    <a:lnTo>
                      <a:pt x="26" y="177"/>
                    </a:lnTo>
                    <a:cubicBezTo>
                      <a:pt x="28" y="177"/>
                      <a:pt x="29" y="177"/>
                      <a:pt x="30" y="177"/>
                    </a:cubicBezTo>
                    <a:cubicBezTo>
                      <a:pt x="31" y="176"/>
                      <a:pt x="32" y="175"/>
                      <a:pt x="33" y="175"/>
                    </a:cubicBezTo>
                    <a:cubicBezTo>
                      <a:pt x="36" y="174"/>
                      <a:pt x="38" y="173"/>
                      <a:pt x="39" y="171"/>
                    </a:cubicBezTo>
                    <a:cubicBezTo>
                      <a:pt x="44" y="168"/>
                      <a:pt x="49" y="166"/>
                      <a:pt x="53" y="162"/>
                    </a:cubicBezTo>
                    <a:cubicBezTo>
                      <a:pt x="62" y="154"/>
                      <a:pt x="71" y="145"/>
                      <a:pt x="79" y="136"/>
                    </a:cubicBezTo>
                    <a:cubicBezTo>
                      <a:pt x="79" y="137"/>
                      <a:pt x="78" y="137"/>
                      <a:pt x="78" y="138"/>
                    </a:cubicBezTo>
                    <a:cubicBezTo>
                      <a:pt x="84" y="131"/>
                      <a:pt x="89" y="125"/>
                      <a:pt x="94" y="119"/>
                    </a:cubicBezTo>
                    <a:cubicBezTo>
                      <a:pt x="96" y="117"/>
                      <a:pt x="98" y="114"/>
                      <a:pt x="100" y="111"/>
                    </a:cubicBezTo>
                    <a:cubicBezTo>
                      <a:pt x="102" y="108"/>
                      <a:pt x="105" y="104"/>
                      <a:pt x="107" y="101"/>
                    </a:cubicBezTo>
                    <a:cubicBezTo>
                      <a:pt x="112" y="94"/>
                      <a:pt x="116" y="87"/>
                      <a:pt x="120" y="79"/>
                    </a:cubicBezTo>
                    <a:lnTo>
                      <a:pt x="120" y="80"/>
                    </a:lnTo>
                    <a:cubicBezTo>
                      <a:pt x="122" y="76"/>
                      <a:pt x="124" y="72"/>
                      <a:pt x="125" y="69"/>
                    </a:cubicBezTo>
                    <a:cubicBezTo>
                      <a:pt x="126" y="67"/>
                      <a:pt x="127" y="64"/>
                      <a:pt x="127" y="61"/>
                    </a:cubicBezTo>
                    <a:cubicBezTo>
                      <a:pt x="128" y="59"/>
                      <a:pt x="128" y="56"/>
                      <a:pt x="128" y="54"/>
                    </a:cubicBezTo>
                    <a:cubicBezTo>
                      <a:pt x="128" y="52"/>
                      <a:pt x="128" y="50"/>
                      <a:pt x="128" y="49"/>
                    </a:cubicBezTo>
                    <a:cubicBezTo>
                      <a:pt x="128" y="47"/>
                      <a:pt x="128" y="46"/>
                      <a:pt x="128" y="44"/>
                    </a:cubicBezTo>
                    <a:cubicBezTo>
                      <a:pt x="127" y="43"/>
                      <a:pt x="127" y="42"/>
                      <a:pt x="127" y="41"/>
                    </a:cubicBezTo>
                    <a:cubicBezTo>
                      <a:pt x="127" y="40"/>
                      <a:pt x="126" y="39"/>
                      <a:pt x="126" y="39"/>
                    </a:cubicBezTo>
                    <a:cubicBezTo>
                      <a:pt x="126" y="37"/>
                      <a:pt x="125" y="37"/>
                      <a:pt x="124" y="36"/>
                    </a:cubicBezTo>
                    <a:cubicBezTo>
                      <a:pt x="124" y="35"/>
                      <a:pt x="123" y="34"/>
                      <a:pt x="123" y="33"/>
                    </a:cubicBezTo>
                    <a:cubicBezTo>
                      <a:pt x="122" y="33"/>
                      <a:pt x="121" y="32"/>
                      <a:pt x="120" y="30"/>
                    </a:cubicBezTo>
                    <a:cubicBezTo>
                      <a:pt x="119" y="30"/>
                      <a:pt x="119" y="29"/>
                      <a:pt x="118" y="29"/>
                    </a:cubicBezTo>
                    <a:cubicBezTo>
                      <a:pt x="117" y="28"/>
                      <a:pt x="116" y="27"/>
                      <a:pt x="115" y="27"/>
                    </a:cubicBezTo>
                    <a:cubicBezTo>
                      <a:pt x="114" y="27"/>
                      <a:pt x="114" y="26"/>
                      <a:pt x="113" y="26"/>
                    </a:cubicBezTo>
                    <a:cubicBezTo>
                      <a:pt x="112" y="26"/>
                      <a:pt x="111" y="26"/>
                      <a:pt x="110" y="25"/>
                    </a:cubicBezTo>
                    <a:cubicBezTo>
                      <a:pt x="109" y="25"/>
                      <a:pt x="108" y="25"/>
                      <a:pt x="107" y="25"/>
                    </a:cubicBezTo>
                    <a:cubicBezTo>
                      <a:pt x="106" y="25"/>
                      <a:pt x="105" y="25"/>
                      <a:pt x="104" y="25"/>
                    </a:cubicBezTo>
                    <a:cubicBezTo>
                      <a:pt x="102" y="25"/>
                      <a:pt x="101" y="25"/>
                      <a:pt x="99" y="26"/>
                    </a:cubicBezTo>
                    <a:cubicBezTo>
                      <a:pt x="98" y="26"/>
                      <a:pt x="96" y="26"/>
                      <a:pt x="95" y="27"/>
                    </a:cubicBezTo>
                    <a:cubicBezTo>
                      <a:pt x="93" y="27"/>
                      <a:pt x="91" y="28"/>
                      <a:pt x="89" y="29"/>
                    </a:cubicBezTo>
                    <a:cubicBezTo>
                      <a:pt x="87" y="30"/>
                      <a:pt x="85" y="31"/>
                      <a:pt x="83" y="33"/>
                    </a:cubicBezTo>
                    <a:cubicBezTo>
                      <a:pt x="81" y="34"/>
                      <a:pt x="80" y="35"/>
                      <a:pt x="78" y="36"/>
                    </a:cubicBezTo>
                    <a:cubicBezTo>
                      <a:pt x="75" y="39"/>
                      <a:pt x="73" y="41"/>
                      <a:pt x="71" y="43"/>
                    </a:cubicBezTo>
                    <a:cubicBezTo>
                      <a:pt x="68" y="46"/>
                      <a:pt x="66" y="48"/>
                      <a:pt x="64" y="51"/>
                    </a:cubicBezTo>
                    <a:cubicBezTo>
                      <a:pt x="61" y="55"/>
                      <a:pt x="59" y="60"/>
                      <a:pt x="57" y="64"/>
                    </a:cubicBezTo>
                    <a:cubicBezTo>
                      <a:pt x="54" y="68"/>
                      <a:pt x="53" y="72"/>
                      <a:pt x="51" y="76"/>
                    </a:cubicBezTo>
                    <a:cubicBezTo>
                      <a:pt x="50" y="81"/>
                      <a:pt x="48" y="85"/>
                      <a:pt x="47" y="90"/>
                    </a:cubicBezTo>
                    <a:cubicBezTo>
                      <a:pt x="45" y="96"/>
                      <a:pt x="39" y="99"/>
                      <a:pt x="33" y="97"/>
                    </a:cubicBezTo>
                    <a:cubicBezTo>
                      <a:pt x="32" y="97"/>
                      <a:pt x="32" y="97"/>
                      <a:pt x="31" y="96"/>
                    </a:cubicBezTo>
                    <a:cubicBezTo>
                      <a:pt x="30" y="101"/>
                      <a:pt x="29" y="105"/>
                      <a:pt x="28" y="110"/>
                    </a:cubicBezTo>
                    <a:cubicBezTo>
                      <a:pt x="26" y="119"/>
                      <a:pt x="25" y="128"/>
                      <a:pt x="24" y="137"/>
                    </a:cubicBezTo>
                    <a:cubicBezTo>
                      <a:pt x="23" y="146"/>
                      <a:pt x="22" y="156"/>
                      <a:pt x="23" y="164"/>
                    </a:cubicBezTo>
                    <a:cubicBezTo>
                      <a:pt x="24" y="168"/>
                      <a:pt x="24" y="172"/>
                      <a:pt x="24" y="175"/>
                    </a:cubicBezTo>
                    <a:lnTo>
                      <a:pt x="24" y="176"/>
                    </a:lnTo>
                    <a:cubicBezTo>
                      <a:pt x="25" y="177"/>
                      <a:pt x="25" y="177"/>
                      <a:pt x="25" y="178"/>
                    </a:cubicBezTo>
                    <a:moveTo>
                      <a:pt x="15" y="199"/>
                    </a:moveTo>
                    <a:cubicBezTo>
                      <a:pt x="9" y="196"/>
                      <a:pt x="5" y="191"/>
                      <a:pt x="3" y="185"/>
                    </a:cubicBezTo>
                    <a:cubicBezTo>
                      <a:pt x="0" y="178"/>
                      <a:pt x="0" y="170"/>
                      <a:pt x="0" y="163"/>
                    </a:cubicBezTo>
                    <a:cubicBezTo>
                      <a:pt x="0" y="160"/>
                      <a:pt x="0" y="156"/>
                      <a:pt x="0" y="153"/>
                    </a:cubicBezTo>
                    <a:cubicBezTo>
                      <a:pt x="0" y="148"/>
                      <a:pt x="0" y="142"/>
                      <a:pt x="1" y="136"/>
                    </a:cubicBezTo>
                    <a:cubicBezTo>
                      <a:pt x="1" y="120"/>
                      <a:pt x="4" y="103"/>
                      <a:pt x="8" y="87"/>
                    </a:cubicBezTo>
                    <a:cubicBezTo>
                      <a:pt x="11" y="81"/>
                      <a:pt x="13" y="74"/>
                      <a:pt x="15" y="67"/>
                    </a:cubicBezTo>
                    <a:cubicBezTo>
                      <a:pt x="17" y="63"/>
                      <a:pt x="18" y="60"/>
                      <a:pt x="20" y="56"/>
                    </a:cubicBezTo>
                    <a:cubicBezTo>
                      <a:pt x="21" y="53"/>
                      <a:pt x="23" y="51"/>
                      <a:pt x="25" y="49"/>
                    </a:cubicBezTo>
                    <a:cubicBezTo>
                      <a:pt x="29" y="46"/>
                      <a:pt x="35" y="46"/>
                      <a:pt x="39" y="48"/>
                    </a:cubicBezTo>
                    <a:cubicBezTo>
                      <a:pt x="47" y="35"/>
                      <a:pt x="56" y="23"/>
                      <a:pt x="68" y="15"/>
                    </a:cubicBezTo>
                    <a:cubicBezTo>
                      <a:pt x="81" y="6"/>
                      <a:pt x="97" y="0"/>
                      <a:pt x="112" y="2"/>
                    </a:cubicBezTo>
                    <a:cubicBezTo>
                      <a:pt x="127" y="5"/>
                      <a:pt x="141" y="15"/>
                      <a:pt x="147" y="29"/>
                    </a:cubicBezTo>
                    <a:cubicBezTo>
                      <a:pt x="153" y="45"/>
                      <a:pt x="151" y="61"/>
                      <a:pt x="145" y="77"/>
                    </a:cubicBezTo>
                    <a:cubicBezTo>
                      <a:pt x="142" y="85"/>
                      <a:pt x="138" y="92"/>
                      <a:pt x="134" y="99"/>
                    </a:cubicBezTo>
                    <a:cubicBezTo>
                      <a:pt x="131" y="104"/>
                      <a:pt x="127" y="110"/>
                      <a:pt x="124" y="115"/>
                    </a:cubicBezTo>
                    <a:cubicBezTo>
                      <a:pt x="120" y="121"/>
                      <a:pt x="116" y="127"/>
                      <a:pt x="112" y="132"/>
                    </a:cubicBezTo>
                    <a:cubicBezTo>
                      <a:pt x="110" y="135"/>
                      <a:pt x="108" y="136"/>
                      <a:pt x="106" y="139"/>
                    </a:cubicBezTo>
                    <a:cubicBezTo>
                      <a:pt x="103" y="142"/>
                      <a:pt x="100" y="146"/>
                      <a:pt x="98" y="149"/>
                    </a:cubicBezTo>
                    <a:cubicBezTo>
                      <a:pt x="90" y="159"/>
                      <a:pt x="81" y="167"/>
                      <a:pt x="73" y="175"/>
                    </a:cubicBezTo>
                    <a:cubicBezTo>
                      <a:pt x="67" y="181"/>
                      <a:pt x="60" y="186"/>
                      <a:pt x="53" y="191"/>
                    </a:cubicBezTo>
                    <a:cubicBezTo>
                      <a:pt x="47" y="195"/>
                      <a:pt x="40" y="198"/>
                      <a:pt x="33" y="200"/>
                    </a:cubicBezTo>
                    <a:cubicBezTo>
                      <a:pt x="31" y="201"/>
                      <a:pt x="28" y="201"/>
                      <a:pt x="25" y="201"/>
                    </a:cubicBezTo>
                    <a:cubicBezTo>
                      <a:pt x="22" y="201"/>
                      <a:pt x="18" y="201"/>
                      <a:pt x="15" y="1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8" name="Google Shape;3508;p40">
                <a:extLst>
                  <a:ext uri="{FF2B5EF4-FFF2-40B4-BE49-F238E27FC236}">
                    <a16:creationId xmlns:a16="http://schemas.microsoft.com/office/drawing/2014/main" id="{83991DD8-F674-3DC9-614C-9FE187C378B3}"/>
                  </a:ext>
                </a:extLst>
              </p:cNvPr>
              <p:cNvSpPr/>
              <p:nvPr/>
            </p:nvSpPr>
            <p:spPr>
              <a:xfrm>
                <a:off x="659160" y="885600"/>
                <a:ext cx="21960" cy="55080"/>
              </a:xfrm>
              <a:custGeom>
                <a:avLst/>
                <a:gdLst/>
                <a:ahLst/>
                <a:cxnLst/>
                <a:rect l="l" t="t" r="r" b="b"/>
                <a:pathLst>
                  <a:path w="61" h="153" extrusionOk="0">
                    <a:moveTo>
                      <a:pt x="10" y="152"/>
                    </a:moveTo>
                    <a:cubicBezTo>
                      <a:pt x="4" y="150"/>
                      <a:pt x="0" y="143"/>
                      <a:pt x="2" y="137"/>
                    </a:cubicBezTo>
                    <a:cubicBezTo>
                      <a:pt x="7" y="123"/>
                      <a:pt x="12" y="107"/>
                      <a:pt x="16" y="92"/>
                    </a:cubicBezTo>
                    <a:cubicBezTo>
                      <a:pt x="19" y="79"/>
                      <a:pt x="22" y="65"/>
                      <a:pt x="26" y="52"/>
                    </a:cubicBezTo>
                    <a:cubicBezTo>
                      <a:pt x="27" y="45"/>
                      <a:pt x="28" y="38"/>
                      <a:pt x="29" y="32"/>
                    </a:cubicBezTo>
                    <a:cubicBezTo>
                      <a:pt x="30" y="24"/>
                      <a:pt x="32" y="17"/>
                      <a:pt x="33" y="10"/>
                    </a:cubicBezTo>
                    <a:cubicBezTo>
                      <a:pt x="35" y="4"/>
                      <a:pt x="42" y="0"/>
                      <a:pt x="49" y="1"/>
                    </a:cubicBezTo>
                    <a:cubicBezTo>
                      <a:pt x="56" y="3"/>
                      <a:pt x="60" y="11"/>
                      <a:pt x="57" y="18"/>
                    </a:cubicBezTo>
                    <a:cubicBezTo>
                      <a:pt x="56" y="22"/>
                      <a:pt x="56" y="25"/>
                      <a:pt x="54" y="29"/>
                    </a:cubicBezTo>
                    <a:cubicBezTo>
                      <a:pt x="51" y="48"/>
                      <a:pt x="47" y="67"/>
                      <a:pt x="42" y="85"/>
                    </a:cubicBezTo>
                    <a:cubicBezTo>
                      <a:pt x="40" y="94"/>
                      <a:pt x="37" y="103"/>
                      <a:pt x="34" y="113"/>
                    </a:cubicBezTo>
                    <a:cubicBezTo>
                      <a:pt x="31" y="123"/>
                      <a:pt x="28" y="134"/>
                      <a:pt x="24" y="143"/>
                    </a:cubicBezTo>
                    <a:cubicBezTo>
                      <a:pt x="23" y="149"/>
                      <a:pt x="18" y="152"/>
                      <a:pt x="13" y="152"/>
                    </a:cubicBezTo>
                    <a:cubicBezTo>
                      <a:pt x="12" y="152"/>
                      <a:pt x="11" y="152"/>
                      <a:pt x="10" y="1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9" name="Google Shape;3509;p40">
                <a:extLst>
                  <a:ext uri="{FF2B5EF4-FFF2-40B4-BE49-F238E27FC236}">
                    <a16:creationId xmlns:a16="http://schemas.microsoft.com/office/drawing/2014/main" id="{39321F5B-C1EF-C2B9-4265-D68C830E9BAF}"/>
                  </a:ext>
                </a:extLst>
              </p:cNvPr>
              <p:cNvSpPr/>
              <p:nvPr/>
            </p:nvSpPr>
            <p:spPr>
              <a:xfrm>
                <a:off x="738360" y="833760"/>
                <a:ext cx="46080" cy="68040"/>
              </a:xfrm>
              <a:custGeom>
                <a:avLst/>
                <a:gdLst/>
                <a:ahLst/>
                <a:cxnLst/>
                <a:rect l="l" t="t" r="r" b="b"/>
                <a:pathLst>
                  <a:path w="128" h="189" extrusionOk="0">
                    <a:moveTo>
                      <a:pt x="37" y="187"/>
                    </a:moveTo>
                    <a:cubicBezTo>
                      <a:pt x="29" y="187"/>
                      <a:pt x="21" y="184"/>
                      <a:pt x="14" y="180"/>
                    </a:cubicBezTo>
                    <a:cubicBezTo>
                      <a:pt x="9" y="176"/>
                      <a:pt x="3" y="170"/>
                      <a:pt x="2" y="163"/>
                    </a:cubicBezTo>
                    <a:cubicBezTo>
                      <a:pt x="0" y="156"/>
                      <a:pt x="1" y="149"/>
                      <a:pt x="5" y="144"/>
                    </a:cubicBezTo>
                    <a:cubicBezTo>
                      <a:pt x="6" y="140"/>
                      <a:pt x="9" y="137"/>
                      <a:pt x="11" y="134"/>
                    </a:cubicBezTo>
                    <a:cubicBezTo>
                      <a:pt x="27" y="112"/>
                      <a:pt x="45" y="93"/>
                      <a:pt x="62" y="73"/>
                    </a:cubicBezTo>
                    <a:cubicBezTo>
                      <a:pt x="66" y="68"/>
                      <a:pt x="70" y="64"/>
                      <a:pt x="74" y="59"/>
                    </a:cubicBezTo>
                    <a:cubicBezTo>
                      <a:pt x="81" y="51"/>
                      <a:pt x="88" y="43"/>
                      <a:pt x="94" y="34"/>
                    </a:cubicBezTo>
                    <a:lnTo>
                      <a:pt x="94" y="35"/>
                    </a:lnTo>
                    <a:cubicBezTo>
                      <a:pt x="94" y="35"/>
                      <a:pt x="94" y="34"/>
                      <a:pt x="95" y="33"/>
                    </a:cubicBezTo>
                    <a:cubicBezTo>
                      <a:pt x="96" y="32"/>
                      <a:pt x="97" y="30"/>
                      <a:pt x="98" y="28"/>
                    </a:cubicBezTo>
                    <a:cubicBezTo>
                      <a:pt x="97" y="28"/>
                      <a:pt x="95" y="29"/>
                      <a:pt x="93" y="29"/>
                    </a:cubicBezTo>
                    <a:lnTo>
                      <a:pt x="94" y="29"/>
                    </a:lnTo>
                    <a:cubicBezTo>
                      <a:pt x="86" y="32"/>
                      <a:pt x="77" y="35"/>
                      <a:pt x="69" y="38"/>
                    </a:cubicBezTo>
                    <a:cubicBezTo>
                      <a:pt x="62" y="40"/>
                      <a:pt x="55" y="42"/>
                      <a:pt x="49" y="45"/>
                    </a:cubicBezTo>
                    <a:cubicBezTo>
                      <a:pt x="46" y="51"/>
                      <a:pt x="39" y="54"/>
                      <a:pt x="34" y="53"/>
                    </a:cubicBezTo>
                    <a:cubicBezTo>
                      <a:pt x="32" y="52"/>
                      <a:pt x="31" y="52"/>
                      <a:pt x="30" y="52"/>
                    </a:cubicBezTo>
                    <a:cubicBezTo>
                      <a:pt x="27" y="50"/>
                      <a:pt x="24" y="48"/>
                      <a:pt x="23" y="45"/>
                    </a:cubicBezTo>
                    <a:cubicBezTo>
                      <a:pt x="20" y="41"/>
                      <a:pt x="21" y="36"/>
                      <a:pt x="23" y="32"/>
                    </a:cubicBezTo>
                    <a:cubicBezTo>
                      <a:pt x="24" y="30"/>
                      <a:pt x="27" y="28"/>
                      <a:pt x="30" y="26"/>
                    </a:cubicBezTo>
                    <a:cubicBezTo>
                      <a:pt x="32" y="25"/>
                      <a:pt x="35" y="24"/>
                      <a:pt x="38" y="22"/>
                    </a:cubicBezTo>
                    <a:cubicBezTo>
                      <a:pt x="42" y="21"/>
                      <a:pt x="45" y="20"/>
                      <a:pt x="48" y="19"/>
                    </a:cubicBezTo>
                    <a:cubicBezTo>
                      <a:pt x="54" y="17"/>
                      <a:pt x="61" y="15"/>
                      <a:pt x="67" y="12"/>
                    </a:cubicBezTo>
                    <a:cubicBezTo>
                      <a:pt x="79" y="8"/>
                      <a:pt x="91" y="4"/>
                      <a:pt x="103" y="1"/>
                    </a:cubicBezTo>
                    <a:cubicBezTo>
                      <a:pt x="109" y="0"/>
                      <a:pt x="116" y="1"/>
                      <a:pt x="120" y="4"/>
                    </a:cubicBezTo>
                    <a:cubicBezTo>
                      <a:pt x="123" y="7"/>
                      <a:pt x="125" y="9"/>
                      <a:pt x="126" y="12"/>
                    </a:cubicBezTo>
                    <a:cubicBezTo>
                      <a:pt x="127" y="15"/>
                      <a:pt x="127" y="19"/>
                      <a:pt x="126" y="24"/>
                    </a:cubicBezTo>
                    <a:cubicBezTo>
                      <a:pt x="125" y="31"/>
                      <a:pt x="121" y="38"/>
                      <a:pt x="117" y="44"/>
                    </a:cubicBezTo>
                    <a:cubicBezTo>
                      <a:pt x="113" y="50"/>
                      <a:pt x="108" y="56"/>
                      <a:pt x="103" y="61"/>
                    </a:cubicBezTo>
                    <a:cubicBezTo>
                      <a:pt x="94" y="71"/>
                      <a:pt x="86" y="82"/>
                      <a:pt x="77" y="91"/>
                    </a:cubicBezTo>
                    <a:cubicBezTo>
                      <a:pt x="69" y="99"/>
                      <a:pt x="62" y="107"/>
                      <a:pt x="55" y="116"/>
                    </a:cubicBezTo>
                    <a:cubicBezTo>
                      <a:pt x="47" y="125"/>
                      <a:pt x="40" y="134"/>
                      <a:pt x="33" y="143"/>
                    </a:cubicBezTo>
                    <a:cubicBezTo>
                      <a:pt x="30" y="146"/>
                      <a:pt x="28" y="151"/>
                      <a:pt x="26" y="155"/>
                    </a:cubicBezTo>
                    <a:cubicBezTo>
                      <a:pt x="26" y="156"/>
                      <a:pt x="26" y="156"/>
                      <a:pt x="25" y="156"/>
                    </a:cubicBezTo>
                    <a:cubicBezTo>
                      <a:pt x="26" y="156"/>
                      <a:pt x="26" y="157"/>
                      <a:pt x="26" y="157"/>
                    </a:cubicBezTo>
                    <a:lnTo>
                      <a:pt x="26" y="158"/>
                    </a:lnTo>
                    <a:cubicBezTo>
                      <a:pt x="26" y="158"/>
                      <a:pt x="27" y="158"/>
                      <a:pt x="27" y="159"/>
                    </a:cubicBezTo>
                    <a:cubicBezTo>
                      <a:pt x="27" y="159"/>
                      <a:pt x="28" y="159"/>
                      <a:pt x="28" y="160"/>
                    </a:cubicBezTo>
                    <a:cubicBezTo>
                      <a:pt x="28" y="159"/>
                      <a:pt x="27" y="159"/>
                      <a:pt x="27" y="159"/>
                    </a:cubicBezTo>
                    <a:cubicBezTo>
                      <a:pt x="28" y="159"/>
                      <a:pt x="28" y="159"/>
                      <a:pt x="28" y="160"/>
                    </a:cubicBezTo>
                    <a:cubicBezTo>
                      <a:pt x="29" y="160"/>
                      <a:pt x="30" y="160"/>
                      <a:pt x="30" y="161"/>
                    </a:cubicBezTo>
                    <a:cubicBezTo>
                      <a:pt x="31" y="161"/>
                      <a:pt x="31" y="162"/>
                      <a:pt x="32" y="162"/>
                    </a:cubicBezTo>
                    <a:cubicBezTo>
                      <a:pt x="34" y="162"/>
                      <a:pt x="35" y="163"/>
                      <a:pt x="37" y="163"/>
                    </a:cubicBezTo>
                    <a:cubicBezTo>
                      <a:pt x="38" y="163"/>
                      <a:pt x="38" y="163"/>
                      <a:pt x="39" y="163"/>
                    </a:cubicBezTo>
                    <a:cubicBezTo>
                      <a:pt x="43" y="163"/>
                      <a:pt x="46" y="163"/>
                      <a:pt x="50" y="163"/>
                    </a:cubicBezTo>
                    <a:cubicBezTo>
                      <a:pt x="56" y="163"/>
                      <a:pt x="61" y="163"/>
                      <a:pt x="66" y="162"/>
                    </a:cubicBezTo>
                    <a:cubicBezTo>
                      <a:pt x="75" y="160"/>
                      <a:pt x="83" y="158"/>
                      <a:pt x="91" y="155"/>
                    </a:cubicBezTo>
                    <a:cubicBezTo>
                      <a:pt x="92" y="155"/>
                      <a:pt x="93" y="155"/>
                      <a:pt x="93" y="155"/>
                    </a:cubicBezTo>
                    <a:lnTo>
                      <a:pt x="92" y="155"/>
                    </a:lnTo>
                    <a:cubicBezTo>
                      <a:pt x="93" y="155"/>
                      <a:pt x="95" y="154"/>
                      <a:pt x="96" y="153"/>
                    </a:cubicBezTo>
                    <a:cubicBezTo>
                      <a:pt x="102" y="151"/>
                      <a:pt x="109" y="153"/>
                      <a:pt x="112" y="160"/>
                    </a:cubicBezTo>
                    <a:cubicBezTo>
                      <a:pt x="113" y="163"/>
                      <a:pt x="113" y="166"/>
                      <a:pt x="111" y="169"/>
                    </a:cubicBezTo>
                    <a:cubicBezTo>
                      <a:pt x="110" y="173"/>
                      <a:pt x="107" y="175"/>
                      <a:pt x="104" y="176"/>
                    </a:cubicBezTo>
                    <a:cubicBezTo>
                      <a:pt x="96" y="179"/>
                      <a:pt x="89" y="180"/>
                      <a:pt x="82" y="183"/>
                    </a:cubicBezTo>
                    <a:cubicBezTo>
                      <a:pt x="76" y="184"/>
                      <a:pt x="69" y="186"/>
                      <a:pt x="63" y="186"/>
                    </a:cubicBezTo>
                    <a:cubicBezTo>
                      <a:pt x="56" y="187"/>
                      <a:pt x="51" y="188"/>
                      <a:pt x="45" y="188"/>
                    </a:cubicBezTo>
                    <a:cubicBezTo>
                      <a:pt x="42" y="188"/>
                      <a:pt x="39" y="188"/>
                      <a:pt x="37" y="1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0" name="Google Shape;3510;p40">
                <a:extLst>
                  <a:ext uri="{FF2B5EF4-FFF2-40B4-BE49-F238E27FC236}">
                    <a16:creationId xmlns:a16="http://schemas.microsoft.com/office/drawing/2014/main" id="{D66538D7-BD63-3F55-3D72-2B2E56E84535}"/>
                  </a:ext>
                </a:extLst>
              </p:cNvPr>
              <p:cNvSpPr/>
              <p:nvPr/>
            </p:nvSpPr>
            <p:spPr>
              <a:xfrm>
                <a:off x="736560" y="860040"/>
                <a:ext cx="59040" cy="19440"/>
              </a:xfrm>
              <a:custGeom>
                <a:avLst/>
                <a:gdLst/>
                <a:ahLst/>
                <a:cxnLst/>
                <a:rect l="l" t="t" r="r" b="b"/>
                <a:pathLst>
                  <a:path w="164" h="54" extrusionOk="0">
                    <a:moveTo>
                      <a:pt x="12" y="51"/>
                    </a:moveTo>
                    <a:cubicBezTo>
                      <a:pt x="5" y="48"/>
                      <a:pt x="0" y="40"/>
                      <a:pt x="3" y="33"/>
                    </a:cubicBezTo>
                    <a:cubicBezTo>
                      <a:pt x="4" y="29"/>
                      <a:pt x="7" y="25"/>
                      <a:pt x="11" y="22"/>
                    </a:cubicBezTo>
                    <a:cubicBezTo>
                      <a:pt x="16" y="19"/>
                      <a:pt x="22" y="16"/>
                      <a:pt x="28" y="15"/>
                    </a:cubicBezTo>
                    <a:cubicBezTo>
                      <a:pt x="47" y="7"/>
                      <a:pt x="68" y="4"/>
                      <a:pt x="88" y="2"/>
                    </a:cubicBezTo>
                    <a:cubicBezTo>
                      <a:pt x="110" y="0"/>
                      <a:pt x="131" y="1"/>
                      <a:pt x="152" y="1"/>
                    </a:cubicBezTo>
                    <a:cubicBezTo>
                      <a:pt x="159" y="1"/>
                      <a:pt x="163" y="6"/>
                      <a:pt x="163" y="12"/>
                    </a:cubicBezTo>
                    <a:cubicBezTo>
                      <a:pt x="163" y="18"/>
                      <a:pt x="158" y="23"/>
                      <a:pt x="152" y="23"/>
                    </a:cubicBezTo>
                    <a:cubicBezTo>
                      <a:pt x="134" y="23"/>
                      <a:pt x="116" y="23"/>
                      <a:pt x="98" y="25"/>
                    </a:cubicBezTo>
                    <a:cubicBezTo>
                      <a:pt x="88" y="26"/>
                      <a:pt x="77" y="27"/>
                      <a:pt x="67" y="29"/>
                    </a:cubicBezTo>
                    <a:lnTo>
                      <a:pt x="66" y="29"/>
                    </a:lnTo>
                    <a:lnTo>
                      <a:pt x="65" y="29"/>
                    </a:lnTo>
                    <a:lnTo>
                      <a:pt x="66" y="29"/>
                    </a:lnTo>
                    <a:cubicBezTo>
                      <a:pt x="58" y="30"/>
                      <a:pt x="50" y="32"/>
                      <a:pt x="43" y="34"/>
                    </a:cubicBezTo>
                    <a:cubicBezTo>
                      <a:pt x="39" y="36"/>
                      <a:pt x="35" y="38"/>
                      <a:pt x="30" y="40"/>
                    </a:cubicBezTo>
                    <a:cubicBezTo>
                      <a:pt x="30" y="41"/>
                      <a:pt x="30" y="42"/>
                      <a:pt x="29" y="43"/>
                    </a:cubicBezTo>
                    <a:cubicBezTo>
                      <a:pt x="28" y="49"/>
                      <a:pt x="22" y="53"/>
                      <a:pt x="17" y="53"/>
                    </a:cubicBezTo>
                    <a:cubicBezTo>
                      <a:pt x="15" y="53"/>
                      <a:pt x="14" y="52"/>
                      <a:pt x="12" y="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1" name="Google Shape;3511;p40">
                <a:extLst>
                  <a:ext uri="{FF2B5EF4-FFF2-40B4-BE49-F238E27FC236}">
                    <a16:creationId xmlns:a16="http://schemas.microsoft.com/office/drawing/2014/main" id="{6FDF3D1E-24DA-E93C-BB2A-42999AEA0D7F}"/>
                  </a:ext>
                </a:extLst>
              </p:cNvPr>
              <p:cNvSpPr/>
              <p:nvPr/>
            </p:nvSpPr>
            <p:spPr>
              <a:xfrm>
                <a:off x="815760" y="851040"/>
                <a:ext cx="2412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67" h="31" extrusionOk="0">
                    <a:moveTo>
                      <a:pt x="13" y="30"/>
                    </a:moveTo>
                    <a:cubicBezTo>
                      <a:pt x="6" y="29"/>
                      <a:pt x="0" y="24"/>
                      <a:pt x="0" y="17"/>
                    </a:cubicBezTo>
                    <a:cubicBezTo>
                      <a:pt x="1" y="10"/>
                      <a:pt x="6" y="4"/>
                      <a:pt x="13" y="4"/>
                    </a:cubicBezTo>
                    <a:cubicBezTo>
                      <a:pt x="19" y="4"/>
                      <a:pt x="24" y="3"/>
                      <a:pt x="30" y="2"/>
                    </a:cubicBezTo>
                    <a:cubicBezTo>
                      <a:pt x="37" y="2"/>
                      <a:pt x="44" y="1"/>
                      <a:pt x="52" y="1"/>
                    </a:cubicBezTo>
                    <a:cubicBezTo>
                      <a:pt x="58" y="0"/>
                      <a:pt x="64" y="4"/>
                      <a:pt x="65" y="11"/>
                    </a:cubicBezTo>
                    <a:cubicBezTo>
                      <a:pt x="66" y="17"/>
                      <a:pt x="61" y="23"/>
                      <a:pt x="55" y="24"/>
                    </a:cubicBezTo>
                    <a:cubicBezTo>
                      <a:pt x="47" y="24"/>
                      <a:pt x="39" y="26"/>
                      <a:pt x="32" y="27"/>
                    </a:cubicBezTo>
                    <a:cubicBezTo>
                      <a:pt x="29" y="27"/>
                      <a:pt x="25" y="27"/>
                      <a:pt x="23" y="28"/>
                    </a:cubicBezTo>
                    <a:cubicBezTo>
                      <a:pt x="20" y="29"/>
                      <a:pt x="17" y="30"/>
                      <a:pt x="14" y="30"/>
                    </a:cubicBezTo>
                    <a:lnTo>
                      <a:pt x="13" y="3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2" name="Google Shape;3512;p40">
                <a:extLst>
                  <a:ext uri="{FF2B5EF4-FFF2-40B4-BE49-F238E27FC236}">
                    <a16:creationId xmlns:a16="http://schemas.microsoft.com/office/drawing/2014/main" id="{9E2320E0-FEF7-D531-C237-62D00A3F1E25}"/>
                  </a:ext>
                </a:extLst>
              </p:cNvPr>
              <p:cNvSpPr/>
              <p:nvPr/>
            </p:nvSpPr>
            <p:spPr>
              <a:xfrm>
                <a:off x="808920" y="856440"/>
                <a:ext cx="70920" cy="27000"/>
              </a:xfrm>
              <a:custGeom>
                <a:avLst/>
                <a:gdLst/>
                <a:ahLst/>
                <a:cxnLst/>
                <a:rect l="l" t="t" r="r" b="b"/>
                <a:pathLst>
                  <a:path w="197" h="75" extrusionOk="0">
                    <a:moveTo>
                      <a:pt x="2" y="64"/>
                    </a:moveTo>
                    <a:cubicBezTo>
                      <a:pt x="0" y="57"/>
                      <a:pt x="5" y="51"/>
                      <a:pt x="11" y="49"/>
                    </a:cubicBezTo>
                    <a:lnTo>
                      <a:pt x="12" y="49"/>
                    </a:lnTo>
                    <a:cubicBezTo>
                      <a:pt x="11" y="49"/>
                      <a:pt x="11" y="49"/>
                      <a:pt x="11" y="49"/>
                    </a:cubicBezTo>
                    <a:cubicBezTo>
                      <a:pt x="11" y="49"/>
                      <a:pt x="12" y="49"/>
                      <a:pt x="13" y="49"/>
                    </a:cubicBezTo>
                    <a:cubicBezTo>
                      <a:pt x="17" y="47"/>
                      <a:pt x="22" y="44"/>
                      <a:pt x="28" y="43"/>
                    </a:cubicBezTo>
                    <a:cubicBezTo>
                      <a:pt x="34" y="40"/>
                      <a:pt x="41" y="37"/>
                      <a:pt x="47" y="35"/>
                    </a:cubicBezTo>
                    <a:cubicBezTo>
                      <a:pt x="52" y="33"/>
                      <a:pt x="57" y="32"/>
                      <a:pt x="63" y="29"/>
                    </a:cubicBezTo>
                    <a:cubicBezTo>
                      <a:pt x="69" y="28"/>
                      <a:pt x="74" y="26"/>
                      <a:pt x="80" y="24"/>
                    </a:cubicBezTo>
                    <a:cubicBezTo>
                      <a:pt x="87" y="22"/>
                      <a:pt x="94" y="20"/>
                      <a:pt x="101" y="18"/>
                    </a:cubicBezTo>
                    <a:cubicBezTo>
                      <a:pt x="107" y="16"/>
                      <a:pt x="114" y="15"/>
                      <a:pt x="120" y="14"/>
                    </a:cubicBezTo>
                    <a:cubicBezTo>
                      <a:pt x="132" y="11"/>
                      <a:pt x="143" y="8"/>
                      <a:pt x="155" y="6"/>
                    </a:cubicBezTo>
                    <a:cubicBezTo>
                      <a:pt x="163" y="4"/>
                      <a:pt x="172" y="2"/>
                      <a:pt x="182" y="0"/>
                    </a:cubicBezTo>
                    <a:cubicBezTo>
                      <a:pt x="187" y="0"/>
                      <a:pt x="193" y="2"/>
                      <a:pt x="194" y="8"/>
                    </a:cubicBezTo>
                    <a:cubicBezTo>
                      <a:pt x="196" y="13"/>
                      <a:pt x="192" y="19"/>
                      <a:pt x="187" y="21"/>
                    </a:cubicBezTo>
                    <a:cubicBezTo>
                      <a:pt x="168" y="25"/>
                      <a:pt x="150" y="29"/>
                      <a:pt x="131" y="33"/>
                    </a:cubicBezTo>
                    <a:cubicBezTo>
                      <a:pt x="123" y="36"/>
                      <a:pt x="115" y="38"/>
                      <a:pt x="106" y="40"/>
                    </a:cubicBezTo>
                    <a:cubicBezTo>
                      <a:pt x="99" y="42"/>
                      <a:pt x="92" y="44"/>
                      <a:pt x="84" y="47"/>
                    </a:cubicBezTo>
                    <a:cubicBezTo>
                      <a:pt x="73" y="51"/>
                      <a:pt x="62" y="54"/>
                      <a:pt x="50" y="59"/>
                    </a:cubicBezTo>
                    <a:cubicBezTo>
                      <a:pt x="45" y="61"/>
                      <a:pt x="39" y="64"/>
                      <a:pt x="34" y="66"/>
                    </a:cubicBezTo>
                    <a:cubicBezTo>
                      <a:pt x="29" y="68"/>
                      <a:pt x="24" y="71"/>
                      <a:pt x="19" y="73"/>
                    </a:cubicBezTo>
                    <a:cubicBezTo>
                      <a:pt x="17" y="74"/>
                      <a:pt x="16" y="74"/>
                      <a:pt x="14" y="74"/>
                    </a:cubicBezTo>
                    <a:cubicBezTo>
                      <a:pt x="9" y="74"/>
                      <a:pt x="4" y="70"/>
                      <a:pt x="2" y="6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3" name="Google Shape;3513;p40">
                <a:extLst>
                  <a:ext uri="{FF2B5EF4-FFF2-40B4-BE49-F238E27FC236}">
                    <a16:creationId xmlns:a16="http://schemas.microsoft.com/office/drawing/2014/main" id="{52C13687-DF67-FFE2-4303-CA0B0CB1B8F1}"/>
                  </a:ext>
                </a:extLst>
              </p:cNvPr>
              <p:cNvSpPr/>
              <p:nvPr/>
            </p:nvSpPr>
            <p:spPr>
              <a:xfrm>
                <a:off x="853920" y="824760"/>
                <a:ext cx="91080" cy="70560"/>
              </a:xfrm>
              <a:custGeom>
                <a:avLst/>
                <a:gdLst/>
                <a:ahLst/>
                <a:cxnLst/>
                <a:rect l="l" t="t" r="r" b="b"/>
                <a:pathLst>
                  <a:path w="253" h="196" extrusionOk="0">
                    <a:moveTo>
                      <a:pt x="108" y="172"/>
                    </a:moveTo>
                    <a:cubicBezTo>
                      <a:pt x="109" y="171"/>
                      <a:pt x="109" y="171"/>
                      <a:pt x="109" y="171"/>
                    </a:cubicBezTo>
                    <a:cubicBezTo>
                      <a:pt x="111" y="171"/>
                      <a:pt x="112" y="171"/>
                      <a:pt x="113" y="171"/>
                    </a:cubicBezTo>
                    <a:cubicBezTo>
                      <a:pt x="115" y="170"/>
                      <a:pt x="118" y="169"/>
                      <a:pt x="120" y="168"/>
                    </a:cubicBezTo>
                    <a:cubicBezTo>
                      <a:pt x="124" y="166"/>
                      <a:pt x="128" y="163"/>
                      <a:pt x="132" y="161"/>
                    </a:cubicBezTo>
                    <a:lnTo>
                      <a:pt x="132" y="162"/>
                    </a:lnTo>
                    <a:cubicBezTo>
                      <a:pt x="132" y="161"/>
                      <a:pt x="132" y="161"/>
                      <a:pt x="133" y="160"/>
                    </a:cubicBezTo>
                    <a:cubicBezTo>
                      <a:pt x="144" y="153"/>
                      <a:pt x="156" y="145"/>
                      <a:pt x="167" y="135"/>
                    </a:cubicBezTo>
                    <a:cubicBezTo>
                      <a:pt x="173" y="131"/>
                      <a:pt x="179" y="126"/>
                      <a:pt x="185" y="121"/>
                    </a:cubicBezTo>
                    <a:cubicBezTo>
                      <a:pt x="193" y="114"/>
                      <a:pt x="201" y="106"/>
                      <a:pt x="209" y="98"/>
                    </a:cubicBezTo>
                    <a:cubicBezTo>
                      <a:pt x="213" y="95"/>
                      <a:pt x="215" y="90"/>
                      <a:pt x="218" y="87"/>
                    </a:cubicBezTo>
                    <a:cubicBezTo>
                      <a:pt x="221" y="84"/>
                      <a:pt x="222" y="80"/>
                      <a:pt x="225" y="77"/>
                    </a:cubicBezTo>
                    <a:cubicBezTo>
                      <a:pt x="226" y="74"/>
                      <a:pt x="227" y="72"/>
                      <a:pt x="228" y="70"/>
                    </a:cubicBezTo>
                    <a:cubicBezTo>
                      <a:pt x="228" y="68"/>
                      <a:pt x="228" y="67"/>
                      <a:pt x="229" y="65"/>
                    </a:cubicBezTo>
                    <a:cubicBezTo>
                      <a:pt x="229" y="65"/>
                      <a:pt x="229" y="64"/>
                      <a:pt x="229" y="63"/>
                    </a:cubicBezTo>
                    <a:cubicBezTo>
                      <a:pt x="229" y="61"/>
                      <a:pt x="229" y="60"/>
                      <a:pt x="229" y="58"/>
                    </a:cubicBezTo>
                    <a:cubicBezTo>
                      <a:pt x="229" y="57"/>
                      <a:pt x="229" y="56"/>
                      <a:pt x="229" y="55"/>
                    </a:cubicBezTo>
                    <a:cubicBezTo>
                      <a:pt x="229" y="56"/>
                      <a:pt x="229" y="56"/>
                      <a:pt x="229" y="57"/>
                    </a:cubicBezTo>
                    <a:cubicBezTo>
                      <a:pt x="229" y="56"/>
                      <a:pt x="229" y="54"/>
                      <a:pt x="228" y="53"/>
                    </a:cubicBezTo>
                    <a:cubicBezTo>
                      <a:pt x="228" y="53"/>
                      <a:pt x="228" y="52"/>
                      <a:pt x="228" y="51"/>
                    </a:cubicBezTo>
                    <a:cubicBezTo>
                      <a:pt x="227" y="50"/>
                      <a:pt x="227" y="49"/>
                      <a:pt x="226" y="48"/>
                    </a:cubicBezTo>
                    <a:cubicBezTo>
                      <a:pt x="225" y="47"/>
                      <a:pt x="224" y="46"/>
                      <a:pt x="223" y="44"/>
                    </a:cubicBezTo>
                    <a:cubicBezTo>
                      <a:pt x="222" y="43"/>
                      <a:pt x="220" y="42"/>
                      <a:pt x="219" y="40"/>
                    </a:cubicBezTo>
                    <a:cubicBezTo>
                      <a:pt x="217" y="39"/>
                      <a:pt x="215" y="37"/>
                      <a:pt x="214" y="36"/>
                    </a:cubicBezTo>
                    <a:cubicBezTo>
                      <a:pt x="211" y="34"/>
                      <a:pt x="208" y="33"/>
                      <a:pt x="206" y="31"/>
                    </a:cubicBezTo>
                    <a:cubicBezTo>
                      <a:pt x="204" y="30"/>
                      <a:pt x="202" y="29"/>
                      <a:pt x="200" y="29"/>
                    </a:cubicBezTo>
                    <a:cubicBezTo>
                      <a:pt x="197" y="28"/>
                      <a:pt x="193" y="26"/>
                      <a:pt x="190" y="26"/>
                    </a:cubicBezTo>
                    <a:cubicBezTo>
                      <a:pt x="187" y="25"/>
                      <a:pt x="183" y="25"/>
                      <a:pt x="180" y="24"/>
                    </a:cubicBezTo>
                    <a:cubicBezTo>
                      <a:pt x="176" y="24"/>
                      <a:pt x="172" y="24"/>
                      <a:pt x="169" y="24"/>
                    </a:cubicBezTo>
                    <a:cubicBezTo>
                      <a:pt x="168" y="24"/>
                      <a:pt x="168" y="24"/>
                      <a:pt x="168" y="24"/>
                    </a:cubicBezTo>
                    <a:cubicBezTo>
                      <a:pt x="161" y="25"/>
                      <a:pt x="154" y="25"/>
                      <a:pt x="147" y="27"/>
                    </a:cubicBezTo>
                    <a:cubicBezTo>
                      <a:pt x="137" y="28"/>
                      <a:pt x="129" y="30"/>
                      <a:pt x="120" y="33"/>
                    </a:cubicBezTo>
                    <a:cubicBezTo>
                      <a:pt x="115" y="35"/>
                      <a:pt x="109" y="37"/>
                      <a:pt x="104" y="40"/>
                    </a:cubicBezTo>
                    <a:cubicBezTo>
                      <a:pt x="102" y="41"/>
                      <a:pt x="100" y="42"/>
                      <a:pt x="98" y="43"/>
                    </a:cubicBezTo>
                    <a:cubicBezTo>
                      <a:pt x="98" y="44"/>
                      <a:pt x="97" y="44"/>
                      <a:pt x="97" y="46"/>
                    </a:cubicBezTo>
                    <a:cubicBezTo>
                      <a:pt x="95" y="47"/>
                      <a:pt x="95" y="48"/>
                      <a:pt x="94" y="49"/>
                    </a:cubicBezTo>
                    <a:cubicBezTo>
                      <a:pt x="93" y="52"/>
                      <a:pt x="92" y="54"/>
                      <a:pt x="91" y="57"/>
                    </a:cubicBezTo>
                    <a:cubicBezTo>
                      <a:pt x="89" y="62"/>
                      <a:pt x="88" y="67"/>
                      <a:pt x="87" y="71"/>
                    </a:cubicBezTo>
                    <a:lnTo>
                      <a:pt x="87" y="70"/>
                    </a:lnTo>
                    <a:cubicBezTo>
                      <a:pt x="86" y="76"/>
                      <a:pt x="85" y="82"/>
                      <a:pt x="84" y="89"/>
                    </a:cubicBezTo>
                    <a:cubicBezTo>
                      <a:pt x="84" y="97"/>
                      <a:pt x="84" y="105"/>
                      <a:pt x="84" y="113"/>
                    </a:cubicBezTo>
                    <a:cubicBezTo>
                      <a:pt x="84" y="114"/>
                      <a:pt x="84" y="114"/>
                      <a:pt x="84" y="114"/>
                    </a:cubicBezTo>
                    <a:cubicBezTo>
                      <a:pt x="85" y="121"/>
                      <a:pt x="86" y="129"/>
                      <a:pt x="87" y="136"/>
                    </a:cubicBezTo>
                    <a:cubicBezTo>
                      <a:pt x="88" y="143"/>
                      <a:pt x="90" y="149"/>
                      <a:pt x="92" y="156"/>
                    </a:cubicBezTo>
                    <a:cubicBezTo>
                      <a:pt x="93" y="158"/>
                      <a:pt x="93" y="159"/>
                      <a:pt x="94" y="161"/>
                    </a:cubicBezTo>
                    <a:cubicBezTo>
                      <a:pt x="94" y="162"/>
                      <a:pt x="95" y="163"/>
                      <a:pt x="96" y="164"/>
                    </a:cubicBezTo>
                    <a:cubicBezTo>
                      <a:pt x="96" y="165"/>
                      <a:pt x="97" y="166"/>
                      <a:pt x="97" y="166"/>
                    </a:cubicBezTo>
                    <a:cubicBezTo>
                      <a:pt x="98" y="167"/>
                      <a:pt x="98" y="168"/>
                      <a:pt x="99" y="169"/>
                    </a:cubicBezTo>
                    <a:cubicBezTo>
                      <a:pt x="100" y="169"/>
                      <a:pt x="101" y="170"/>
                      <a:pt x="101" y="170"/>
                    </a:cubicBezTo>
                    <a:cubicBezTo>
                      <a:pt x="102" y="170"/>
                      <a:pt x="102" y="171"/>
                      <a:pt x="102" y="171"/>
                    </a:cubicBezTo>
                    <a:lnTo>
                      <a:pt x="103" y="171"/>
                    </a:lnTo>
                    <a:cubicBezTo>
                      <a:pt x="104" y="171"/>
                      <a:pt x="104" y="171"/>
                      <a:pt x="105" y="171"/>
                    </a:cubicBezTo>
                    <a:lnTo>
                      <a:pt x="106" y="172"/>
                    </a:lnTo>
                    <a:lnTo>
                      <a:pt x="108" y="172"/>
                    </a:lnTo>
                    <a:moveTo>
                      <a:pt x="98" y="194"/>
                    </a:moveTo>
                    <a:cubicBezTo>
                      <a:pt x="95" y="193"/>
                      <a:pt x="92" y="192"/>
                      <a:pt x="89" y="190"/>
                    </a:cubicBezTo>
                    <a:cubicBezTo>
                      <a:pt x="86" y="188"/>
                      <a:pt x="84" y="186"/>
                      <a:pt x="81" y="184"/>
                    </a:cubicBezTo>
                    <a:cubicBezTo>
                      <a:pt x="77" y="178"/>
                      <a:pt x="73" y="173"/>
                      <a:pt x="71" y="166"/>
                    </a:cubicBezTo>
                    <a:cubicBezTo>
                      <a:pt x="70" y="163"/>
                      <a:pt x="69" y="159"/>
                      <a:pt x="68" y="155"/>
                    </a:cubicBezTo>
                    <a:cubicBezTo>
                      <a:pt x="67" y="151"/>
                      <a:pt x="66" y="147"/>
                      <a:pt x="65" y="142"/>
                    </a:cubicBezTo>
                    <a:cubicBezTo>
                      <a:pt x="62" y="126"/>
                      <a:pt x="60" y="110"/>
                      <a:pt x="61" y="93"/>
                    </a:cubicBezTo>
                    <a:cubicBezTo>
                      <a:pt x="61" y="84"/>
                      <a:pt x="62" y="74"/>
                      <a:pt x="64" y="65"/>
                    </a:cubicBezTo>
                    <a:cubicBezTo>
                      <a:pt x="60" y="68"/>
                      <a:pt x="55" y="71"/>
                      <a:pt x="51" y="74"/>
                    </a:cubicBezTo>
                    <a:cubicBezTo>
                      <a:pt x="40" y="82"/>
                      <a:pt x="30" y="90"/>
                      <a:pt x="19" y="97"/>
                    </a:cubicBezTo>
                    <a:cubicBezTo>
                      <a:pt x="14" y="101"/>
                      <a:pt x="7" y="100"/>
                      <a:pt x="4" y="95"/>
                    </a:cubicBezTo>
                    <a:cubicBezTo>
                      <a:pt x="0" y="90"/>
                      <a:pt x="2" y="84"/>
                      <a:pt x="6" y="81"/>
                    </a:cubicBezTo>
                    <a:cubicBezTo>
                      <a:pt x="18" y="72"/>
                      <a:pt x="30" y="63"/>
                      <a:pt x="42" y="54"/>
                    </a:cubicBezTo>
                    <a:cubicBezTo>
                      <a:pt x="49" y="50"/>
                      <a:pt x="55" y="45"/>
                      <a:pt x="62" y="40"/>
                    </a:cubicBezTo>
                    <a:cubicBezTo>
                      <a:pt x="66" y="37"/>
                      <a:pt x="70" y="35"/>
                      <a:pt x="74" y="32"/>
                    </a:cubicBezTo>
                    <a:cubicBezTo>
                      <a:pt x="75" y="32"/>
                      <a:pt x="76" y="30"/>
                      <a:pt x="77" y="30"/>
                    </a:cubicBezTo>
                    <a:cubicBezTo>
                      <a:pt x="79" y="29"/>
                      <a:pt x="79" y="28"/>
                      <a:pt x="80" y="27"/>
                    </a:cubicBezTo>
                    <a:cubicBezTo>
                      <a:pt x="83" y="23"/>
                      <a:pt x="88" y="19"/>
                      <a:pt x="93" y="18"/>
                    </a:cubicBezTo>
                    <a:cubicBezTo>
                      <a:pt x="94" y="18"/>
                      <a:pt x="95" y="18"/>
                      <a:pt x="97" y="19"/>
                    </a:cubicBezTo>
                    <a:cubicBezTo>
                      <a:pt x="112" y="12"/>
                      <a:pt x="129" y="7"/>
                      <a:pt x="145" y="4"/>
                    </a:cubicBezTo>
                    <a:cubicBezTo>
                      <a:pt x="162" y="1"/>
                      <a:pt x="179" y="0"/>
                      <a:pt x="196" y="4"/>
                    </a:cubicBezTo>
                    <a:cubicBezTo>
                      <a:pt x="211" y="7"/>
                      <a:pt x="226" y="15"/>
                      <a:pt x="238" y="26"/>
                    </a:cubicBezTo>
                    <a:cubicBezTo>
                      <a:pt x="243" y="32"/>
                      <a:pt x="246" y="38"/>
                      <a:pt x="249" y="44"/>
                    </a:cubicBezTo>
                    <a:cubicBezTo>
                      <a:pt x="252" y="52"/>
                      <a:pt x="252" y="60"/>
                      <a:pt x="251" y="68"/>
                    </a:cubicBezTo>
                    <a:cubicBezTo>
                      <a:pt x="250" y="74"/>
                      <a:pt x="247" y="81"/>
                      <a:pt x="244" y="87"/>
                    </a:cubicBezTo>
                    <a:cubicBezTo>
                      <a:pt x="241" y="94"/>
                      <a:pt x="236" y="100"/>
                      <a:pt x="231" y="106"/>
                    </a:cubicBezTo>
                    <a:cubicBezTo>
                      <a:pt x="226" y="112"/>
                      <a:pt x="221" y="117"/>
                      <a:pt x="215" y="123"/>
                    </a:cubicBezTo>
                    <a:cubicBezTo>
                      <a:pt x="210" y="127"/>
                      <a:pt x="205" y="132"/>
                      <a:pt x="200" y="137"/>
                    </a:cubicBezTo>
                    <a:cubicBezTo>
                      <a:pt x="187" y="148"/>
                      <a:pt x="174" y="159"/>
                      <a:pt x="161" y="169"/>
                    </a:cubicBezTo>
                    <a:cubicBezTo>
                      <a:pt x="154" y="174"/>
                      <a:pt x="147" y="178"/>
                      <a:pt x="140" y="183"/>
                    </a:cubicBezTo>
                    <a:cubicBezTo>
                      <a:pt x="134" y="187"/>
                      <a:pt x="127" y="191"/>
                      <a:pt x="119" y="193"/>
                    </a:cubicBezTo>
                    <a:cubicBezTo>
                      <a:pt x="115" y="195"/>
                      <a:pt x="111" y="195"/>
                      <a:pt x="106" y="195"/>
                    </a:cubicBezTo>
                    <a:cubicBezTo>
                      <a:pt x="104" y="195"/>
                      <a:pt x="101" y="195"/>
                      <a:pt x="98" y="1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514" name="Google Shape;3514;p40">
              <a:extLst>
                <a:ext uri="{FF2B5EF4-FFF2-40B4-BE49-F238E27FC236}">
                  <a16:creationId xmlns:a16="http://schemas.microsoft.com/office/drawing/2014/main" id="{38E62805-00A1-A159-6326-6AA2659EC497}"/>
                </a:ext>
              </a:extLst>
            </p:cNvPr>
            <p:cNvGrpSpPr/>
            <p:nvPr/>
          </p:nvGrpSpPr>
          <p:grpSpPr>
            <a:xfrm>
              <a:off x="8097494" y="3395446"/>
              <a:ext cx="2561166" cy="2417115"/>
              <a:chOff x="16200" y="3746880"/>
              <a:chExt cx="1190520" cy="1123560"/>
            </a:xfrm>
          </p:grpSpPr>
          <p:sp>
            <p:nvSpPr>
              <p:cNvPr id="3515" name="Google Shape;3515;p40">
                <a:extLst>
                  <a:ext uri="{FF2B5EF4-FFF2-40B4-BE49-F238E27FC236}">
                    <a16:creationId xmlns:a16="http://schemas.microsoft.com/office/drawing/2014/main" id="{BEADDBFC-7C97-0E95-19E4-99FA3B1BCA1E}"/>
                  </a:ext>
                </a:extLst>
              </p:cNvPr>
              <p:cNvSpPr/>
              <p:nvPr/>
            </p:nvSpPr>
            <p:spPr>
              <a:xfrm>
                <a:off x="89640" y="3895560"/>
                <a:ext cx="963360" cy="718200"/>
              </a:xfrm>
              <a:custGeom>
                <a:avLst/>
                <a:gdLst/>
                <a:ahLst/>
                <a:cxnLst/>
                <a:rect l="l" t="t" r="r" b="b"/>
                <a:pathLst>
                  <a:path w="2676" h="1995" extrusionOk="0">
                    <a:moveTo>
                      <a:pt x="1338" y="1994"/>
                    </a:moveTo>
                    <a:cubicBezTo>
                      <a:pt x="1312" y="1993"/>
                      <a:pt x="1287" y="1991"/>
                      <a:pt x="1261" y="1988"/>
                    </a:cubicBezTo>
                    <a:cubicBezTo>
                      <a:pt x="1208" y="1982"/>
                      <a:pt x="1156" y="1973"/>
                      <a:pt x="1104" y="1958"/>
                    </a:cubicBezTo>
                    <a:cubicBezTo>
                      <a:pt x="1061" y="1946"/>
                      <a:pt x="1019" y="1930"/>
                      <a:pt x="978" y="1912"/>
                    </a:cubicBezTo>
                    <a:cubicBezTo>
                      <a:pt x="948" y="1899"/>
                      <a:pt x="918" y="1884"/>
                      <a:pt x="889" y="1868"/>
                    </a:cubicBezTo>
                    <a:cubicBezTo>
                      <a:pt x="857" y="1851"/>
                      <a:pt x="827" y="1833"/>
                      <a:pt x="797" y="1813"/>
                    </a:cubicBezTo>
                    <a:lnTo>
                      <a:pt x="797" y="1814"/>
                    </a:lnTo>
                    <a:cubicBezTo>
                      <a:pt x="797" y="1813"/>
                      <a:pt x="796" y="1812"/>
                      <a:pt x="796" y="1812"/>
                    </a:cubicBezTo>
                    <a:lnTo>
                      <a:pt x="795" y="1812"/>
                    </a:lnTo>
                    <a:cubicBezTo>
                      <a:pt x="754" y="1784"/>
                      <a:pt x="714" y="1752"/>
                      <a:pt x="677" y="1717"/>
                    </a:cubicBezTo>
                    <a:cubicBezTo>
                      <a:pt x="639" y="1681"/>
                      <a:pt x="603" y="1643"/>
                      <a:pt x="567" y="1604"/>
                    </a:cubicBezTo>
                    <a:cubicBezTo>
                      <a:pt x="532" y="1565"/>
                      <a:pt x="498" y="1525"/>
                      <a:pt x="468" y="1482"/>
                    </a:cubicBezTo>
                    <a:cubicBezTo>
                      <a:pt x="436" y="1439"/>
                      <a:pt x="407" y="1394"/>
                      <a:pt x="381" y="1347"/>
                    </a:cubicBezTo>
                    <a:cubicBezTo>
                      <a:pt x="354" y="1300"/>
                      <a:pt x="329" y="1253"/>
                      <a:pt x="304" y="1204"/>
                    </a:cubicBezTo>
                    <a:cubicBezTo>
                      <a:pt x="281" y="1157"/>
                      <a:pt x="259" y="1109"/>
                      <a:pt x="238" y="1060"/>
                    </a:cubicBezTo>
                    <a:cubicBezTo>
                      <a:pt x="217" y="1011"/>
                      <a:pt x="198" y="961"/>
                      <a:pt x="179" y="912"/>
                    </a:cubicBezTo>
                    <a:cubicBezTo>
                      <a:pt x="161" y="865"/>
                      <a:pt x="143" y="819"/>
                      <a:pt x="127" y="772"/>
                    </a:cubicBezTo>
                    <a:cubicBezTo>
                      <a:pt x="110" y="724"/>
                      <a:pt x="94" y="676"/>
                      <a:pt x="81" y="627"/>
                    </a:cubicBezTo>
                    <a:cubicBezTo>
                      <a:pt x="74" y="603"/>
                      <a:pt x="69" y="580"/>
                      <a:pt x="63" y="557"/>
                    </a:cubicBezTo>
                    <a:cubicBezTo>
                      <a:pt x="56" y="532"/>
                      <a:pt x="51" y="506"/>
                      <a:pt x="46" y="481"/>
                    </a:cubicBezTo>
                    <a:cubicBezTo>
                      <a:pt x="36" y="430"/>
                      <a:pt x="28" y="379"/>
                      <a:pt x="20" y="327"/>
                    </a:cubicBezTo>
                    <a:cubicBezTo>
                      <a:pt x="17" y="301"/>
                      <a:pt x="13" y="275"/>
                      <a:pt x="10" y="249"/>
                    </a:cubicBezTo>
                    <a:cubicBezTo>
                      <a:pt x="8" y="237"/>
                      <a:pt x="8" y="225"/>
                      <a:pt x="7" y="214"/>
                    </a:cubicBezTo>
                    <a:cubicBezTo>
                      <a:pt x="6" y="202"/>
                      <a:pt x="4" y="191"/>
                      <a:pt x="4" y="179"/>
                    </a:cubicBezTo>
                    <a:cubicBezTo>
                      <a:pt x="4" y="175"/>
                      <a:pt x="4" y="171"/>
                      <a:pt x="3" y="167"/>
                    </a:cubicBezTo>
                    <a:cubicBezTo>
                      <a:pt x="2" y="151"/>
                      <a:pt x="1" y="135"/>
                      <a:pt x="1" y="119"/>
                    </a:cubicBezTo>
                    <a:cubicBezTo>
                      <a:pt x="1" y="115"/>
                      <a:pt x="1" y="110"/>
                      <a:pt x="1" y="105"/>
                    </a:cubicBezTo>
                    <a:cubicBezTo>
                      <a:pt x="1" y="101"/>
                      <a:pt x="1" y="98"/>
                      <a:pt x="1" y="94"/>
                    </a:cubicBezTo>
                    <a:cubicBezTo>
                      <a:pt x="1" y="93"/>
                      <a:pt x="1" y="92"/>
                      <a:pt x="0" y="91"/>
                    </a:cubicBezTo>
                    <a:cubicBezTo>
                      <a:pt x="0" y="81"/>
                      <a:pt x="10" y="72"/>
                      <a:pt x="19" y="72"/>
                    </a:cubicBezTo>
                    <a:cubicBezTo>
                      <a:pt x="29" y="72"/>
                      <a:pt x="38" y="81"/>
                      <a:pt x="38" y="91"/>
                    </a:cubicBezTo>
                    <a:cubicBezTo>
                      <a:pt x="38" y="92"/>
                      <a:pt x="38" y="93"/>
                      <a:pt x="38" y="94"/>
                    </a:cubicBezTo>
                    <a:cubicBezTo>
                      <a:pt x="37" y="97"/>
                      <a:pt x="38" y="101"/>
                      <a:pt x="38" y="105"/>
                    </a:cubicBezTo>
                    <a:cubicBezTo>
                      <a:pt x="37" y="109"/>
                      <a:pt x="37" y="114"/>
                      <a:pt x="38" y="118"/>
                    </a:cubicBezTo>
                    <a:cubicBezTo>
                      <a:pt x="38" y="123"/>
                      <a:pt x="38" y="130"/>
                      <a:pt x="38" y="136"/>
                    </a:cubicBezTo>
                    <a:cubicBezTo>
                      <a:pt x="38" y="144"/>
                      <a:pt x="39" y="153"/>
                      <a:pt x="39" y="161"/>
                    </a:cubicBezTo>
                    <a:lnTo>
                      <a:pt x="39" y="160"/>
                    </a:lnTo>
                    <a:lnTo>
                      <a:pt x="39" y="161"/>
                    </a:lnTo>
                    <a:lnTo>
                      <a:pt x="39" y="162"/>
                    </a:lnTo>
                    <a:lnTo>
                      <a:pt x="39" y="161"/>
                    </a:lnTo>
                    <a:cubicBezTo>
                      <a:pt x="40" y="171"/>
                      <a:pt x="41" y="181"/>
                      <a:pt x="42" y="190"/>
                    </a:cubicBezTo>
                    <a:cubicBezTo>
                      <a:pt x="42" y="202"/>
                      <a:pt x="43" y="214"/>
                      <a:pt x="45" y="226"/>
                    </a:cubicBezTo>
                    <a:cubicBezTo>
                      <a:pt x="48" y="251"/>
                      <a:pt x="50" y="275"/>
                      <a:pt x="53" y="301"/>
                    </a:cubicBezTo>
                    <a:cubicBezTo>
                      <a:pt x="61" y="352"/>
                      <a:pt x="70" y="404"/>
                      <a:pt x="79" y="455"/>
                    </a:cubicBezTo>
                    <a:cubicBezTo>
                      <a:pt x="82" y="471"/>
                      <a:pt x="85" y="486"/>
                      <a:pt x="88" y="502"/>
                    </a:cubicBezTo>
                    <a:cubicBezTo>
                      <a:pt x="88" y="501"/>
                      <a:pt x="88" y="501"/>
                      <a:pt x="88" y="501"/>
                    </a:cubicBezTo>
                    <a:cubicBezTo>
                      <a:pt x="96" y="541"/>
                      <a:pt x="106" y="580"/>
                      <a:pt x="117" y="620"/>
                    </a:cubicBezTo>
                    <a:cubicBezTo>
                      <a:pt x="129" y="661"/>
                      <a:pt x="142" y="701"/>
                      <a:pt x="156" y="742"/>
                    </a:cubicBezTo>
                    <a:cubicBezTo>
                      <a:pt x="172" y="788"/>
                      <a:pt x="189" y="834"/>
                      <a:pt x="206" y="879"/>
                    </a:cubicBezTo>
                    <a:cubicBezTo>
                      <a:pt x="225" y="928"/>
                      <a:pt x="244" y="978"/>
                      <a:pt x="265" y="1026"/>
                    </a:cubicBezTo>
                    <a:cubicBezTo>
                      <a:pt x="288" y="1082"/>
                      <a:pt x="313" y="1138"/>
                      <a:pt x="341" y="1192"/>
                    </a:cubicBezTo>
                    <a:cubicBezTo>
                      <a:pt x="342" y="1194"/>
                      <a:pt x="342" y="1197"/>
                      <a:pt x="343" y="1198"/>
                    </a:cubicBezTo>
                    <a:lnTo>
                      <a:pt x="343" y="1197"/>
                    </a:lnTo>
                    <a:cubicBezTo>
                      <a:pt x="363" y="1236"/>
                      <a:pt x="384" y="1275"/>
                      <a:pt x="406" y="1314"/>
                    </a:cubicBezTo>
                    <a:cubicBezTo>
                      <a:pt x="427" y="1352"/>
                      <a:pt x="448" y="1388"/>
                      <a:pt x="473" y="1424"/>
                    </a:cubicBezTo>
                    <a:cubicBezTo>
                      <a:pt x="504" y="1470"/>
                      <a:pt x="538" y="1515"/>
                      <a:pt x="575" y="1557"/>
                    </a:cubicBezTo>
                    <a:cubicBezTo>
                      <a:pt x="624" y="1612"/>
                      <a:pt x="676" y="1665"/>
                      <a:pt x="731" y="1715"/>
                    </a:cubicBezTo>
                    <a:cubicBezTo>
                      <a:pt x="730" y="1714"/>
                      <a:pt x="730" y="1713"/>
                      <a:pt x="729" y="1713"/>
                    </a:cubicBezTo>
                    <a:cubicBezTo>
                      <a:pt x="758" y="1738"/>
                      <a:pt x="787" y="1761"/>
                      <a:pt x="820" y="1783"/>
                    </a:cubicBezTo>
                    <a:cubicBezTo>
                      <a:pt x="819" y="1782"/>
                      <a:pt x="818" y="1782"/>
                      <a:pt x="817" y="1782"/>
                    </a:cubicBezTo>
                    <a:cubicBezTo>
                      <a:pt x="858" y="1808"/>
                      <a:pt x="901" y="1832"/>
                      <a:pt x="944" y="1854"/>
                    </a:cubicBezTo>
                    <a:cubicBezTo>
                      <a:pt x="943" y="1853"/>
                      <a:pt x="942" y="1853"/>
                      <a:pt x="941" y="1853"/>
                    </a:cubicBezTo>
                    <a:cubicBezTo>
                      <a:pt x="979" y="1871"/>
                      <a:pt x="1016" y="1888"/>
                      <a:pt x="1056" y="1902"/>
                    </a:cubicBezTo>
                    <a:cubicBezTo>
                      <a:pt x="1096" y="1916"/>
                      <a:pt x="1138" y="1928"/>
                      <a:pt x="1180" y="1937"/>
                    </a:cubicBezTo>
                    <a:cubicBezTo>
                      <a:pt x="1219" y="1944"/>
                      <a:pt x="1257" y="1949"/>
                      <a:pt x="1297" y="1952"/>
                    </a:cubicBezTo>
                    <a:cubicBezTo>
                      <a:pt x="1296" y="1952"/>
                      <a:pt x="1296" y="1952"/>
                      <a:pt x="1296" y="1952"/>
                    </a:cubicBezTo>
                    <a:cubicBezTo>
                      <a:pt x="1312" y="1953"/>
                      <a:pt x="1328" y="1954"/>
                      <a:pt x="1343" y="1955"/>
                    </a:cubicBezTo>
                    <a:cubicBezTo>
                      <a:pt x="1358" y="1955"/>
                      <a:pt x="1372" y="1956"/>
                      <a:pt x="1386" y="1955"/>
                    </a:cubicBezTo>
                    <a:cubicBezTo>
                      <a:pt x="1409" y="1953"/>
                      <a:pt x="1431" y="1949"/>
                      <a:pt x="1453" y="1945"/>
                    </a:cubicBezTo>
                    <a:cubicBezTo>
                      <a:pt x="1477" y="1939"/>
                      <a:pt x="1501" y="1934"/>
                      <a:pt x="1524" y="1928"/>
                    </a:cubicBezTo>
                    <a:cubicBezTo>
                      <a:pt x="1545" y="1922"/>
                      <a:pt x="1566" y="1917"/>
                      <a:pt x="1587" y="1910"/>
                    </a:cubicBezTo>
                    <a:cubicBezTo>
                      <a:pt x="1586" y="1910"/>
                      <a:pt x="1586" y="1910"/>
                      <a:pt x="1586" y="1910"/>
                    </a:cubicBezTo>
                    <a:cubicBezTo>
                      <a:pt x="1603" y="1904"/>
                      <a:pt x="1620" y="1897"/>
                      <a:pt x="1636" y="1890"/>
                    </a:cubicBezTo>
                    <a:cubicBezTo>
                      <a:pt x="1652" y="1883"/>
                      <a:pt x="1668" y="1877"/>
                      <a:pt x="1683" y="1869"/>
                    </a:cubicBezTo>
                    <a:cubicBezTo>
                      <a:pt x="1709" y="1856"/>
                      <a:pt x="1734" y="1840"/>
                      <a:pt x="1758" y="1824"/>
                    </a:cubicBezTo>
                    <a:lnTo>
                      <a:pt x="1757" y="1825"/>
                    </a:lnTo>
                    <a:cubicBezTo>
                      <a:pt x="1793" y="1801"/>
                      <a:pt x="1826" y="1775"/>
                      <a:pt x="1860" y="1750"/>
                    </a:cubicBezTo>
                    <a:cubicBezTo>
                      <a:pt x="1893" y="1724"/>
                      <a:pt x="1925" y="1699"/>
                      <a:pt x="1955" y="1672"/>
                    </a:cubicBezTo>
                    <a:cubicBezTo>
                      <a:pt x="1954" y="1673"/>
                      <a:pt x="1954" y="1673"/>
                      <a:pt x="1953" y="1673"/>
                    </a:cubicBezTo>
                    <a:cubicBezTo>
                      <a:pt x="1987" y="1644"/>
                      <a:pt x="2019" y="1613"/>
                      <a:pt x="2052" y="1583"/>
                    </a:cubicBezTo>
                    <a:cubicBezTo>
                      <a:pt x="2068" y="1568"/>
                      <a:pt x="2084" y="1554"/>
                      <a:pt x="2100" y="1539"/>
                    </a:cubicBezTo>
                    <a:cubicBezTo>
                      <a:pt x="2116" y="1522"/>
                      <a:pt x="2133" y="1505"/>
                      <a:pt x="2149" y="1487"/>
                    </a:cubicBezTo>
                    <a:cubicBezTo>
                      <a:pt x="2165" y="1468"/>
                      <a:pt x="2182" y="1448"/>
                      <a:pt x="2197" y="1428"/>
                    </a:cubicBezTo>
                    <a:cubicBezTo>
                      <a:pt x="2214" y="1408"/>
                      <a:pt x="2229" y="1388"/>
                      <a:pt x="2244" y="1366"/>
                    </a:cubicBezTo>
                    <a:cubicBezTo>
                      <a:pt x="2264" y="1337"/>
                      <a:pt x="2283" y="1307"/>
                      <a:pt x="2301" y="1276"/>
                    </a:cubicBezTo>
                    <a:cubicBezTo>
                      <a:pt x="2318" y="1246"/>
                      <a:pt x="2336" y="1215"/>
                      <a:pt x="2351" y="1184"/>
                    </a:cubicBezTo>
                    <a:cubicBezTo>
                      <a:pt x="2351" y="1184"/>
                      <a:pt x="2351" y="1185"/>
                      <a:pt x="2350" y="1185"/>
                    </a:cubicBezTo>
                    <a:cubicBezTo>
                      <a:pt x="2351" y="1184"/>
                      <a:pt x="2351" y="1183"/>
                      <a:pt x="2352" y="1181"/>
                    </a:cubicBezTo>
                    <a:cubicBezTo>
                      <a:pt x="2352" y="1182"/>
                      <a:pt x="2351" y="1183"/>
                      <a:pt x="2351" y="1184"/>
                    </a:cubicBezTo>
                    <a:cubicBezTo>
                      <a:pt x="2361" y="1164"/>
                      <a:pt x="2371" y="1145"/>
                      <a:pt x="2379" y="1126"/>
                    </a:cubicBezTo>
                    <a:cubicBezTo>
                      <a:pt x="2389" y="1103"/>
                      <a:pt x="2398" y="1081"/>
                      <a:pt x="2408" y="1059"/>
                    </a:cubicBezTo>
                    <a:cubicBezTo>
                      <a:pt x="2425" y="1018"/>
                      <a:pt x="2441" y="978"/>
                      <a:pt x="2456" y="936"/>
                    </a:cubicBezTo>
                    <a:cubicBezTo>
                      <a:pt x="2458" y="927"/>
                      <a:pt x="2461" y="918"/>
                      <a:pt x="2464" y="909"/>
                    </a:cubicBezTo>
                    <a:lnTo>
                      <a:pt x="2464" y="910"/>
                    </a:lnTo>
                    <a:cubicBezTo>
                      <a:pt x="2464" y="909"/>
                      <a:pt x="2465" y="909"/>
                      <a:pt x="2465" y="908"/>
                    </a:cubicBezTo>
                    <a:cubicBezTo>
                      <a:pt x="2465" y="906"/>
                      <a:pt x="2466" y="904"/>
                      <a:pt x="2467" y="902"/>
                    </a:cubicBezTo>
                    <a:cubicBezTo>
                      <a:pt x="2467" y="903"/>
                      <a:pt x="2467" y="904"/>
                      <a:pt x="2466" y="905"/>
                    </a:cubicBezTo>
                    <a:cubicBezTo>
                      <a:pt x="2474" y="882"/>
                      <a:pt x="2482" y="859"/>
                      <a:pt x="2489" y="837"/>
                    </a:cubicBezTo>
                    <a:cubicBezTo>
                      <a:pt x="2498" y="813"/>
                      <a:pt x="2506" y="790"/>
                      <a:pt x="2513" y="766"/>
                    </a:cubicBezTo>
                    <a:cubicBezTo>
                      <a:pt x="2530" y="715"/>
                      <a:pt x="2545" y="663"/>
                      <a:pt x="2559" y="612"/>
                    </a:cubicBezTo>
                    <a:cubicBezTo>
                      <a:pt x="2574" y="550"/>
                      <a:pt x="2590" y="489"/>
                      <a:pt x="2603" y="428"/>
                    </a:cubicBezTo>
                    <a:cubicBezTo>
                      <a:pt x="2620" y="341"/>
                      <a:pt x="2628" y="253"/>
                      <a:pt x="2634" y="165"/>
                    </a:cubicBezTo>
                    <a:lnTo>
                      <a:pt x="2634" y="167"/>
                    </a:lnTo>
                    <a:cubicBezTo>
                      <a:pt x="2635" y="144"/>
                      <a:pt x="2636" y="121"/>
                      <a:pt x="2637" y="98"/>
                    </a:cubicBezTo>
                    <a:cubicBezTo>
                      <a:pt x="2637" y="72"/>
                      <a:pt x="2637" y="46"/>
                      <a:pt x="2636" y="20"/>
                    </a:cubicBezTo>
                    <a:cubicBezTo>
                      <a:pt x="2636" y="9"/>
                      <a:pt x="2645" y="0"/>
                      <a:pt x="2655" y="0"/>
                    </a:cubicBezTo>
                    <a:cubicBezTo>
                      <a:pt x="2666" y="0"/>
                      <a:pt x="2674" y="9"/>
                      <a:pt x="2674" y="20"/>
                    </a:cubicBezTo>
                    <a:cubicBezTo>
                      <a:pt x="2675" y="31"/>
                      <a:pt x="2675" y="44"/>
                      <a:pt x="2675" y="55"/>
                    </a:cubicBezTo>
                    <a:cubicBezTo>
                      <a:pt x="2675" y="68"/>
                      <a:pt x="2675" y="81"/>
                      <a:pt x="2675" y="95"/>
                    </a:cubicBezTo>
                    <a:cubicBezTo>
                      <a:pt x="2675" y="117"/>
                      <a:pt x="2673" y="140"/>
                      <a:pt x="2672" y="162"/>
                    </a:cubicBezTo>
                    <a:cubicBezTo>
                      <a:pt x="2669" y="213"/>
                      <a:pt x="2664" y="263"/>
                      <a:pt x="2658" y="314"/>
                    </a:cubicBezTo>
                    <a:cubicBezTo>
                      <a:pt x="2653" y="363"/>
                      <a:pt x="2645" y="412"/>
                      <a:pt x="2634" y="460"/>
                    </a:cubicBezTo>
                    <a:cubicBezTo>
                      <a:pt x="2624" y="510"/>
                      <a:pt x="2611" y="559"/>
                      <a:pt x="2598" y="609"/>
                    </a:cubicBezTo>
                    <a:cubicBezTo>
                      <a:pt x="2583" y="661"/>
                      <a:pt x="2569" y="713"/>
                      <a:pt x="2553" y="765"/>
                    </a:cubicBezTo>
                    <a:cubicBezTo>
                      <a:pt x="2538" y="811"/>
                      <a:pt x="2522" y="858"/>
                      <a:pt x="2506" y="904"/>
                    </a:cubicBezTo>
                    <a:cubicBezTo>
                      <a:pt x="2491" y="950"/>
                      <a:pt x="2474" y="996"/>
                      <a:pt x="2456" y="1042"/>
                    </a:cubicBezTo>
                    <a:cubicBezTo>
                      <a:pt x="2446" y="1065"/>
                      <a:pt x="2436" y="1088"/>
                      <a:pt x="2426" y="1111"/>
                    </a:cubicBezTo>
                    <a:cubicBezTo>
                      <a:pt x="2416" y="1134"/>
                      <a:pt x="2406" y="1158"/>
                      <a:pt x="2394" y="1181"/>
                    </a:cubicBezTo>
                    <a:cubicBezTo>
                      <a:pt x="2384" y="1202"/>
                      <a:pt x="2373" y="1222"/>
                      <a:pt x="2362" y="1243"/>
                    </a:cubicBezTo>
                    <a:cubicBezTo>
                      <a:pt x="2351" y="1264"/>
                      <a:pt x="2339" y="1284"/>
                      <a:pt x="2327" y="1305"/>
                    </a:cubicBezTo>
                    <a:cubicBezTo>
                      <a:pt x="2315" y="1325"/>
                      <a:pt x="2302" y="1346"/>
                      <a:pt x="2289" y="1366"/>
                    </a:cubicBezTo>
                    <a:cubicBezTo>
                      <a:pt x="2282" y="1377"/>
                      <a:pt x="2275" y="1387"/>
                      <a:pt x="2268" y="1398"/>
                    </a:cubicBezTo>
                    <a:cubicBezTo>
                      <a:pt x="2260" y="1408"/>
                      <a:pt x="2253" y="1419"/>
                      <a:pt x="2246" y="1429"/>
                    </a:cubicBezTo>
                    <a:cubicBezTo>
                      <a:pt x="2230" y="1450"/>
                      <a:pt x="2213" y="1470"/>
                      <a:pt x="2195" y="1490"/>
                    </a:cubicBezTo>
                    <a:cubicBezTo>
                      <a:pt x="2180" y="1508"/>
                      <a:pt x="2164" y="1525"/>
                      <a:pt x="2148" y="1543"/>
                    </a:cubicBezTo>
                    <a:cubicBezTo>
                      <a:pt x="2132" y="1560"/>
                      <a:pt x="2114" y="1576"/>
                      <a:pt x="2097" y="1592"/>
                    </a:cubicBezTo>
                    <a:cubicBezTo>
                      <a:pt x="2081" y="1607"/>
                      <a:pt x="2065" y="1622"/>
                      <a:pt x="2049" y="1636"/>
                    </a:cubicBezTo>
                    <a:cubicBezTo>
                      <a:pt x="2015" y="1669"/>
                      <a:pt x="1981" y="1701"/>
                      <a:pt x="1945" y="1730"/>
                    </a:cubicBezTo>
                    <a:cubicBezTo>
                      <a:pt x="1907" y="1762"/>
                      <a:pt x="1868" y="1792"/>
                      <a:pt x="1828" y="1821"/>
                    </a:cubicBezTo>
                    <a:cubicBezTo>
                      <a:pt x="1787" y="1850"/>
                      <a:pt x="1747" y="1879"/>
                      <a:pt x="1703" y="1902"/>
                    </a:cubicBezTo>
                    <a:cubicBezTo>
                      <a:pt x="1692" y="1907"/>
                      <a:pt x="1682" y="1912"/>
                      <a:pt x="1671" y="1917"/>
                    </a:cubicBezTo>
                    <a:cubicBezTo>
                      <a:pt x="1659" y="1923"/>
                      <a:pt x="1646" y="1928"/>
                      <a:pt x="1633" y="1933"/>
                    </a:cubicBezTo>
                    <a:cubicBezTo>
                      <a:pt x="1610" y="1942"/>
                      <a:pt x="1586" y="1951"/>
                      <a:pt x="1562" y="1958"/>
                    </a:cubicBezTo>
                    <a:cubicBezTo>
                      <a:pt x="1538" y="1965"/>
                      <a:pt x="1513" y="1971"/>
                      <a:pt x="1488" y="1977"/>
                    </a:cubicBezTo>
                    <a:cubicBezTo>
                      <a:pt x="1462" y="1983"/>
                      <a:pt x="1435" y="1988"/>
                      <a:pt x="1408" y="1991"/>
                    </a:cubicBezTo>
                    <a:cubicBezTo>
                      <a:pt x="1391" y="1994"/>
                      <a:pt x="1375" y="1994"/>
                      <a:pt x="1358" y="1994"/>
                    </a:cubicBezTo>
                    <a:cubicBezTo>
                      <a:pt x="1351" y="1994"/>
                      <a:pt x="1344" y="1994"/>
                      <a:pt x="1338" y="19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6" name="Google Shape;3516;p40">
                <a:extLst>
                  <a:ext uri="{FF2B5EF4-FFF2-40B4-BE49-F238E27FC236}">
                    <a16:creationId xmlns:a16="http://schemas.microsoft.com/office/drawing/2014/main" id="{D597457F-92C0-9C0B-FD7D-E5F02CDFF482}"/>
                  </a:ext>
                </a:extLst>
              </p:cNvPr>
              <p:cNvSpPr/>
              <p:nvPr/>
            </p:nvSpPr>
            <p:spPr>
              <a:xfrm>
                <a:off x="186480" y="4291200"/>
                <a:ext cx="9720" cy="6408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78" extrusionOk="0">
                    <a:moveTo>
                      <a:pt x="10" y="177"/>
                    </a:moveTo>
                    <a:cubicBezTo>
                      <a:pt x="6" y="177"/>
                      <a:pt x="0" y="172"/>
                      <a:pt x="1" y="167"/>
                    </a:cubicBezTo>
                    <a:cubicBezTo>
                      <a:pt x="2" y="149"/>
                      <a:pt x="3" y="133"/>
                      <a:pt x="4" y="115"/>
                    </a:cubicBezTo>
                    <a:cubicBezTo>
                      <a:pt x="5" y="100"/>
                      <a:pt x="5" y="85"/>
                      <a:pt x="4" y="69"/>
                    </a:cubicBezTo>
                    <a:cubicBezTo>
                      <a:pt x="3" y="61"/>
                      <a:pt x="3" y="52"/>
                      <a:pt x="3" y="43"/>
                    </a:cubicBezTo>
                    <a:cubicBezTo>
                      <a:pt x="2" y="39"/>
                      <a:pt x="2" y="35"/>
                      <a:pt x="2" y="31"/>
                    </a:cubicBezTo>
                    <a:cubicBezTo>
                      <a:pt x="2" y="27"/>
                      <a:pt x="2" y="24"/>
                      <a:pt x="1" y="21"/>
                    </a:cubicBezTo>
                    <a:cubicBezTo>
                      <a:pt x="1" y="15"/>
                      <a:pt x="1" y="10"/>
                      <a:pt x="4" y="6"/>
                    </a:cubicBezTo>
                    <a:cubicBezTo>
                      <a:pt x="6" y="3"/>
                      <a:pt x="10" y="0"/>
                      <a:pt x="13" y="1"/>
                    </a:cubicBezTo>
                    <a:cubicBezTo>
                      <a:pt x="18" y="1"/>
                      <a:pt x="21" y="4"/>
                      <a:pt x="23" y="8"/>
                    </a:cubicBezTo>
                    <a:cubicBezTo>
                      <a:pt x="24" y="9"/>
                      <a:pt x="24" y="11"/>
                      <a:pt x="25" y="13"/>
                    </a:cubicBezTo>
                    <a:cubicBezTo>
                      <a:pt x="26" y="15"/>
                      <a:pt x="25" y="19"/>
                      <a:pt x="23" y="22"/>
                    </a:cubicBezTo>
                    <a:cubicBezTo>
                      <a:pt x="23" y="23"/>
                      <a:pt x="23" y="24"/>
                      <a:pt x="23" y="25"/>
                    </a:cubicBezTo>
                    <a:lnTo>
                      <a:pt x="23" y="26"/>
                    </a:lnTo>
                    <a:lnTo>
                      <a:pt x="23" y="25"/>
                    </a:lnTo>
                    <a:cubicBezTo>
                      <a:pt x="23" y="26"/>
                      <a:pt x="23" y="27"/>
                      <a:pt x="23" y="28"/>
                    </a:cubicBezTo>
                    <a:cubicBezTo>
                      <a:pt x="23" y="31"/>
                      <a:pt x="23" y="34"/>
                      <a:pt x="23" y="36"/>
                    </a:cubicBezTo>
                    <a:cubicBezTo>
                      <a:pt x="23" y="37"/>
                      <a:pt x="23" y="37"/>
                      <a:pt x="23" y="38"/>
                    </a:cubicBezTo>
                    <a:cubicBezTo>
                      <a:pt x="23" y="37"/>
                      <a:pt x="23" y="37"/>
                      <a:pt x="23" y="37"/>
                    </a:cubicBezTo>
                    <a:cubicBezTo>
                      <a:pt x="24" y="38"/>
                      <a:pt x="24" y="39"/>
                      <a:pt x="24" y="40"/>
                    </a:cubicBezTo>
                    <a:cubicBezTo>
                      <a:pt x="24" y="39"/>
                      <a:pt x="24" y="39"/>
                      <a:pt x="24" y="39"/>
                    </a:cubicBezTo>
                    <a:lnTo>
                      <a:pt x="24" y="40"/>
                    </a:lnTo>
                    <a:lnTo>
                      <a:pt x="24" y="41"/>
                    </a:lnTo>
                    <a:lnTo>
                      <a:pt x="24" y="40"/>
                    </a:lnTo>
                    <a:cubicBezTo>
                      <a:pt x="24" y="42"/>
                      <a:pt x="24" y="44"/>
                      <a:pt x="24" y="46"/>
                    </a:cubicBezTo>
                    <a:lnTo>
                      <a:pt x="24" y="47"/>
                    </a:lnTo>
                    <a:cubicBezTo>
                      <a:pt x="24" y="48"/>
                      <a:pt x="24" y="49"/>
                      <a:pt x="24" y="50"/>
                    </a:cubicBezTo>
                    <a:lnTo>
                      <a:pt x="24" y="49"/>
                    </a:lnTo>
                    <a:cubicBezTo>
                      <a:pt x="24" y="50"/>
                      <a:pt x="24" y="50"/>
                      <a:pt x="24" y="51"/>
                    </a:cubicBezTo>
                    <a:lnTo>
                      <a:pt x="24" y="50"/>
                    </a:lnTo>
                    <a:cubicBezTo>
                      <a:pt x="24" y="60"/>
                      <a:pt x="25" y="69"/>
                      <a:pt x="25" y="78"/>
                    </a:cubicBezTo>
                    <a:cubicBezTo>
                      <a:pt x="25" y="88"/>
                      <a:pt x="24" y="98"/>
                      <a:pt x="24" y="109"/>
                    </a:cubicBezTo>
                    <a:cubicBezTo>
                      <a:pt x="24" y="129"/>
                      <a:pt x="22" y="149"/>
                      <a:pt x="20" y="169"/>
                    </a:cubicBezTo>
                    <a:cubicBezTo>
                      <a:pt x="20" y="173"/>
                      <a:pt x="16" y="177"/>
                      <a:pt x="11" y="177"/>
                    </a:cubicBezTo>
                    <a:lnTo>
                      <a:pt x="10" y="17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7" name="Google Shape;3517;p40">
                <a:extLst>
                  <a:ext uri="{FF2B5EF4-FFF2-40B4-BE49-F238E27FC236}">
                    <a16:creationId xmlns:a16="http://schemas.microsoft.com/office/drawing/2014/main" id="{AC19325A-41B8-C84F-75AD-0FEBD5E3374B}"/>
                  </a:ext>
                </a:extLst>
              </p:cNvPr>
              <p:cNvSpPr/>
              <p:nvPr/>
            </p:nvSpPr>
            <p:spPr>
              <a:xfrm>
                <a:off x="188280" y="4374720"/>
                <a:ext cx="9720" cy="3744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04" extrusionOk="0">
                    <a:moveTo>
                      <a:pt x="15" y="103"/>
                    </a:moveTo>
                    <a:cubicBezTo>
                      <a:pt x="9" y="103"/>
                      <a:pt x="4" y="98"/>
                      <a:pt x="4" y="92"/>
                    </a:cubicBezTo>
                    <a:cubicBezTo>
                      <a:pt x="4" y="86"/>
                      <a:pt x="4" y="81"/>
                      <a:pt x="4" y="75"/>
                    </a:cubicBezTo>
                    <a:lnTo>
                      <a:pt x="4" y="74"/>
                    </a:lnTo>
                    <a:cubicBezTo>
                      <a:pt x="4" y="64"/>
                      <a:pt x="2" y="54"/>
                      <a:pt x="2" y="44"/>
                    </a:cubicBezTo>
                    <a:cubicBezTo>
                      <a:pt x="1" y="34"/>
                      <a:pt x="1" y="24"/>
                      <a:pt x="0" y="14"/>
                    </a:cubicBezTo>
                    <a:cubicBezTo>
                      <a:pt x="0" y="15"/>
                      <a:pt x="0" y="15"/>
                      <a:pt x="0" y="15"/>
                    </a:cubicBezTo>
                    <a:lnTo>
                      <a:pt x="0" y="14"/>
                    </a:lnTo>
                    <a:cubicBezTo>
                      <a:pt x="0" y="13"/>
                      <a:pt x="0" y="12"/>
                      <a:pt x="0" y="11"/>
                    </a:cubicBezTo>
                    <a:cubicBezTo>
                      <a:pt x="0" y="4"/>
                      <a:pt x="5" y="0"/>
                      <a:pt x="11" y="0"/>
                    </a:cubicBezTo>
                    <a:cubicBezTo>
                      <a:pt x="17" y="0"/>
                      <a:pt x="22" y="5"/>
                      <a:pt x="22" y="11"/>
                    </a:cubicBezTo>
                    <a:cubicBezTo>
                      <a:pt x="22" y="17"/>
                      <a:pt x="22" y="23"/>
                      <a:pt x="22" y="29"/>
                    </a:cubicBezTo>
                    <a:cubicBezTo>
                      <a:pt x="23" y="50"/>
                      <a:pt x="26" y="71"/>
                      <a:pt x="26" y="93"/>
                    </a:cubicBezTo>
                    <a:cubicBezTo>
                      <a:pt x="26" y="99"/>
                      <a:pt x="21" y="103"/>
                      <a:pt x="15" y="10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8" name="Google Shape;3518;p40">
                <a:extLst>
                  <a:ext uri="{FF2B5EF4-FFF2-40B4-BE49-F238E27FC236}">
                    <a16:creationId xmlns:a16="http://schemas.microsoft.com/office/drawing/2014/main" id="{A93E02EC-3E53-C71F-22A3-518D0018E835}"/>
                  </a:ext>
                </a:extLst>
              </p:cNvPr>
              <p:cNvSpPr/>
              <p:nvPr/>
            </p:nvSpPr>
            <p:spPr>
              <a:xfrm>
                <a:off x="190800" y="4452120"/>
                <a:ext cx="8640" cy="52560"/>
              </a:xfrm>
              <a:custGeom>
                <a:avLst/>
                <a:gdLst/>
                <a:ahLst/>
                <a:cxnLst/>
                <a:rect l="l" t="t" r="r" b="b"/>
                <a:pathLst>
                  <a:path w="24" h="146" extrusionOk="0">
                    <a:moveTo>
                      <a:pt x="12" y="145"/>
                    </a:moveTo>
                    <a:cubicBezTo>
                      <a:pt x="7" y="145"/>
                      <a:pt x="2" y="140"/>
                      <a:pt x="2" y="135"/>
                    </a:cubicBezTo>
                    <a:cubicBezTo>
                      <a:pt x="2" y="123"/>
                      <a:pt x="1" y="110"/>
                      <a:pt x="1" y="99"/>
                    </a:cubicBezTo>
                    <a:cubicBezTo>
                      <a:pt x="0" y="89"/>
                      <a:pt x="0" y="79"/>
                      <a:pt x="0" y="69"/>
                    </a:cubicBezTo>
                    <a:cubicBezTo>
                      <a:pt x="0" y="57"/>
                      <a:pt x="0" y="46"/>
                      <a:pt x="0" y="35"/>
                    </a:cubicBezTo>
                    <a:cubicBezTo>
                      <a:pt x="0" y="30"/>
                      <a:pt x="0" y="25"/>
                      <a:pt x="0" y="21"/>
                    </a:cubicBezTo>
                    <a:cubicBezTo>
                      <a:pt x="0" y="18"/>
                      <a:pt x="1" y="15"/>
                      <a:pt x="1" y="12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4"/>
                      <a:pt x="8" y="0"/>
                      <a:pt x="14" y="1"/>
                    </a:cubicBezTo>
                    <a:cubicBezTo>
                      <a:pt x="20" y="2"/>
                      <a:pt x="23" y="8"/>
                      <a:pt x="23" y="14"/>
                    </a:cubicBezTo>
                    <a:lnTo>
                      <a:pt x="23" y="15"/>
                    </a:lnTo>
                    <a:cubicBezTo>
                      <a:pt x="22" y="17"/>
                      <a:pt x="22" y="19"/>
                      <a:pt x="22" y="22"/>
                    </a:cubicBezTo>
                    <a:cubicBezTo>
                      <a:pt x="21" y="30"/>
                      <a:pt x="21" y="38"/>
                      <a:pt x="21" y="46"/>
                    </a:cubicBezTo>
                    <a:cubicBezTo>
                      <a:pt x="21" y="56"/>
                      <a:pt x="21" y="65"/>
                      <a:pt x="21" y="74"/>
                    </a:cubicBezTo>
                    <a:cubicBezTo>
                      <a:pt x="21" y="84"/>
                      <a:pt x="21" y="93"/>
                      <a:pt x="22" y="103"/>
                    </a:cubicBezTo>
                    <a:cubicBezTo>
                      <a:pt x="22" y="114"/>
                      <a:pt x="22" y="124"/>
                      <a:pt x="22" y="135"/>
                    </a:cubicBezTo>
                    <a:cubicBezTo>
                      <a:pt x="22" y="141"/>
                      <a:pt x="18" y="145"/>
                      <a:pt x="12" y="1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9" name="Google Shape;3519;p40">
                <a:extLst>
                  <a:ext uri="{FF2B5EF4-FFF2-40B4-BE49-F238E27FC236}">
                    <a16:creationId xmlns:a16="http://schemas.microsoft.com/office/drawing/2014/main" id="{B40C5E1B-FA45-F5F9-DD9E-E0B2EEE6AE54}"/>
                  </a:ext>
                </a:extLst>
              </p:cNvPr>
              <p:cNvSpPr/>
              <p:nvPr/>
            </p:nvSpPr>
            <p:spPr>
              <a:xfrm>
                <a:off x="192240" y="4524840"/>
                <a:ext cx="9000" cy="42480"/>
              </a:xfrm>
              <a:custGeom>
                <a:avLst/>
                <a:gdLst/>
                <a:ahLst/>
                <a:cxnLst/>
                <a:rect l="l" t="t" r="r" b="b"/>
                <a:pathLst>
                  <a:path w="25" h="118" extrusionOk="0">
                    <a:moveTo>
                      <a:pt x="3" y="108"/>
                    </a:moveTo>
                    <a:cubicBezTo>
                      <a:pt x="2" y="91"/>
                      <a:pt x="1" y="74"/>
                      <a:pt x="1" y="56"/>
                    </a:cubicBezTo>
                    <a:cubicBezTo>
                      <a:pt x="1" y="49"/>
                      <a:pt x="1" y="41"/>
                      <a:pt x="1" y="33"/>
                    </a:cubicBezTo>
                    <a:cubicBezTo>
                      <a:pt x="1" y="26"/>
                      <a:pt x="0" y="18"/>
                      <a:pt x="1" y="11"/>
                    </a:cubicBezTo>
                    <a:cubicBezTo>
                      <a:pt x="1" y="5"/>
                      <a:pt x="7" y="0"/>
                      <a:pt x="14" y="2"/>
                    </a:cubicBezTo>
                    <a:cubicBezTo>
                      <a:pt x="20" y="3"/>
                      <a:pt x="24" y="9"/>
                      <a:pt x="23" y="15"/>
                    </a:cubicBezTo>
                    <a:cubicBezTo>
                      <a:pt x="22" y="15"/>
                      <a:pt x="22" y="16"/>
                      <a:pt x="22" y="17"/>
                    </a:cubicBezTo>
                    <a:cubicBezTo>
                      <a:pt x="22" y="28"/>
                      <a:pt x="22" y="39"/>
                      <a:pt x="22" y="50"/>
                    </a:cubicBezTo>
                    <a:cubicBezTo>
                      <a:pt x="22" y="60"/>
                      <a:pt x="22" y="71"/>
                      <a:pt x="22" y="82"/>
                    </a:cubicBezTo>
                    <a:cubicBezTo>
                      <a:pt x="22" y="85"/>
                      <a:pt x="23" y="89"/>
                      <a:pt x="23" y="92"/>
                    </a:cubicBezTo>
                    <a:lnTo>
                      <a:pt x="23" y="93"/>
                    </a:lnTo>
                    <a:cubicBezTo>
                      <a:pt x="23" y="97"/>
                      <a:pt x="24" y="102"/>
                      <a:pt x="24" y="106"/>
                    </a:cubicBezTo>
                    <a:cubicBezTo>
                      <a:pt x="24" y="112"/>
                      <a:pt x="21" y="117"/>
                      <a:pt x="14" y="117"/>
                    </a:cubicBezTo>
                    <a:cubicBezTo>
                      <a:pt x="8" y="117"/>
                      <a:pt x="3" y="113"/>
                      <a:pt x="3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0" name="Google Shape;3520;p40">
                <a:extLst>
                  <a:ext uri="{FF2B5EF4-FFF2-40B4-BE49-F238E27FC236}">
                    <a16:creationId xmlns:a16="http://schemas.microsoft.com/office/drawing/2014/main" id="{FB9A21B4-1327-C057-09BC-A771DFB20583}"/>
                  </a:ext>
                </a:extLst>
              </p:cNvPr>
              <p:cNvSpPr/>
              <p:nvPr/>
            </p:nvSpPr>
            <p:spPr>
              <a:xfrm>
                <a:off x="196200" y="4606560"/>
                <a:ext cx="10080" cy="36360"/>
              </a:xfrm>
              <a:custGeom>
                <a:avLst/>
                <a:gdLst/>
                <a:ahLst/>
                <a:cxnLst/>
                <a:rect l="l" t="t" r="r" b="b"/>
                <a:pathLst>
                  <a:path w="28" h="101" extrusionOk="0">
                    <a:moveTo>
                      <a:pt x="1" y="90"/>
                    </a:moveTo>
                    <a:cubicBezTo>
                      <a:pt x="1" y="75"/>
                      <a:pt x="0" y="60"/>
                      <a:pt x="0" y="44"/>
                    </a:cubicBezTo>
                    <a:cubicBezTo>
                      <a:pt x="0" y="38"/>
                      <a:pt x="0" y="31"/>
                      <a:pt x="1" y="25"/>
                    </a:cubicBezTo>
                    <a:cubicBezTo>
                      <a:pt x="1" y="22"/>
                      <a:pt x="2" y="19"/>
                      <a:pt x="3" y="15"/>
                    </a:cubicBezTo>
                    <a:cubicBezTo>
                      <a:pt x="3" y="13"/>
                      <a:pt x="4" y="10"/>
                      <a:pt x="5" y="8"/>
                    </a:cubicBezTo>
                    <a:cubicBezTo>
                      <a:pt x="7" y="3"/>
                      <a:pt x="13" y="0"/>
                      <a:pt x="17" y="1"/>
                    </a:cubicBezTo>
                    <a:cubicBezTo>
                      <a:pt x="24" y="2"/>
                      <a:pt x="27" y="8"/>
                      <a:pt x="27" y="13"/>
                    </a:cubicBezTo>
                    <a:cubicBezTo>
                      <a:pt x="27" y="16"/>
                      <a:pt x="25" y="17"/>
                      <a:pt x="24" y="19"/>
                    </a:cubicBezTo>
                    <a:lnTo>
                      <a:pt x="24" y="20"/>
                    </a:lnTo>
                    <a:cubicBezTo>
                      <a:pt x="24" y="23"/>
                      <a:pt x="23" y="26"/>
                      <a:pt x="22" y="28"/>
                    </a:cubicBezTo>
                    <a:cubicBezTo>
                      <a:pt x="21" y="48"/>
                      <a:pt x="21" y="69"/>
                      <a:pt x="22" y="89"/>
                    </a:cubicBezTo>
                    <a:cubicBezTo>
                      <a:pt x="22" y="94"/>
                      <a:pt x="18" y="99"/>
                      <a:pt x="13" y="100"/>
                    </a:cubicBezTo>
                    <a:lnTo>
                      <a:pt x="12" y="100"/>
                    </a:lnTo>
                    <a:cubicBezTo>
                      <a:pt x="7" y="100"/>
                      <a:pt x="2" y="96"/>
                      <a:pt x="1" y="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1" name="Google Shape;3521;p40">
                <a:extLst>
                  <a:ext uri="{FF2B5EF4-FFF2-40B4-BE49-F238E27FC236}">
                    <a16:creationId xmlns:a16="http://schemas.microsoft.com/office/drawing/2014/main" id="{41197631-7473-30B2-F2C5-AEE1786A2109}"/>
                  </a:ext>
                </a:extLst>
              </p:cNvPr>
              <p:cNvSpPr/>
              <p:nvPr/>
            </p:nvSpPr>
            <p:spPr>
              <a:xfrm>
                <a:off x="196920" y="4676760"/>
                <a:ext cx="900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5" h="24" extrusionOk="0">
                    <a:moveTo>
                      <a:pt x="0" y="11"/>
                    </a:moveTo>
                    <a:cubicBezTo>
                      <a:pt x="0" y="4"/>
                      <a:pt x="6" y="0"/>
                      <a:pt x="12" y="0"/>
                    </a:cubicBezTo>
                    <a:cubicBezTo>
                      <a:pt x="19" y="0"/>
                      <a:pt x="24" y="5"/>
                      <a:pt x="23" y="11"/>
                    </a:cubicBezTo>
                    <a:cubicBezTo>
                      <a:pt x="23" y="18"/>
                      <a:pt x="18" y="23"/>
                      <a:pt x="12" y="23"/>
                    </a:cubicBezTo>
                    <a:cubicBezTo>
                      <a:pt x="5" y="23"/>
                      <a:pt x="0" y="17"/>
                      <a:pt x="0" y="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2" name="Google Shape;3522;p40">
                <a:extLst>
                  <a:ext uri="{FF2B5EF4-FFF2-40B4-BE49-F238E27FC236}">
                    <a16:creationId xmlns:a16="http://schemas.microsoft.com/office/drawing/2014/main" id="{15E47990-F34B-5EE6-A756-C534BC6BAF73}"/>
                  </a:ext>
                </a:extLst>
              </p:cNvPr>
              <p:cNvSpPr/>
              <p:nvPr/>
            </p:nvSpPr>
            <p:spPr>
              <a:xfrm>
                <a:off x="194040" y="4296240"/>
                <a:ext cx="7632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212" h="33" extrusionOk="0">
                    <a:moveTo>
                      <a:pt x="161" y="32"/>
                    </a:moveTo>
                    <a:cubicBezTo>
                      <a:pt x="155" y="32"/>
                      <a:pt x="148" y="32"/>
                      <a:pt x="142" y="32"/>
                    </a:cubicBezTo>
                    <a:cubicBezTo>
                      <a:pt x="135" y="31"/>
                      <a:pt x="129" y="31"/>
                      <a:pt x="122" y="31"/>
                    </a:cubicBezTo>
                    <a:lnTo>
                      <a:pt x="123" y="31"/>
                    </a:lnTo>
                    <a:cubicBezTo>
                      <a:pt x="116" y="30"/>
                      <a:pt x="109" y="29"/>
                      <a:pt x="101" y="29"/>
                    </a:cubicBezTo>
                    <a:cubicBezTo>
                      <a:pt x="95" y="28"/>
                      <a:pt x="88" y="28"/>
                      <a:pt x="82" y="27"/>
                    </a:cubicBezTo>
                    <a:cubicBezTo>
                      <a:pt x="70" y="25"/>
                      <a:pt x="59" y="24"/>
                      <a:pt x="47" y="23"/>
                    </a:cubicBezTo>
                    <a:cubicBezTo>
                      <a:pt x="43" y="22"/>
                      <a:pt x="39" y="22"/>
                      <a:pt x="34" y="22"/>
                    </a:cubicBezTo>
                    <a:cubicBezTo>
                      <a:pt x="30" y="22"/>
                      <a:pt x="25" y="22"/>
                      <a:pt x="20" y="22"/>
                    </a:cubicBezTo>
                    <a:cubicBezTo>
                      <a:pt x="19" y="22"/>
                      <a:pt x="17" y="22"/>
                      <a:pt x="16" y="22"/>
                    </a:cubicBezTo>
                    <a:cubicBezTo>
                      <a:pt x="15" y="23"/>
                      <a:pt x="14" y="23"/>
                      <a:pt x="14" y="23"/>
                    </a:cubicBezTo>
                    <a:cubicBezTo>
                      <a:pt x="7" y="24"/>
                      <a:pt x="2" y="20"/>
                      <a:pt x="2" y="13"/>
                    </a:cubicBezTo>
                    <a:cubicBezTo>
                      <a:pt x="0" y="7"/>
                      <a:pt x="5" y="3"/>
                      <a:pt x="10" y="1"/>
                    </a:cubicBezTo>
                    <a:cubicBezTo>
                      <a:pt x="15" y="0"/>
                      <a:pt x="21" y="0"/>
                      <a:pt x="27" y="0"/>
                    </a:cubicBezTo>
                    <a:cubicBezTo>
                      <a:pt x="31" y="0"/>
                      <a:pt x="35" y="0"/>
                      <a:pt x="39" y="1"/>
                    </a:cubicBezTo>
                    <a:cubicBezTo>
                      <a:pt x="48" y="1"/>
                      <a:pt x="58" y="3"/>
                      <a:pt x="67" y="4"/>
                    </a:cubicBezTo>
                    <a:cubicBezTo>
                      <a:pt x="77" y="6"/>
                      <a:pt x="88" y="7"/>
                      <a:pt x="98" y="8"/>
                    </a:cubicBezTo>
                    <a:cubicBezTo>
                      <a:pt x="107" y="9"/>
                      <a:pt x="115" y="10"/>
                      <a:pt x="123" y="11"/>
                    </a:cubicBezTo>
                    <a:cubicBezTo>
                      <a:pt x="124" y="11"/>
                      <a:pt x="125" y="11"/>
                      <a:pt x="125" y="11"/>
                    </a:cubicBezTo>
                    <a:cubicBezTo>
                      <a:pt x="125" y="11"/>
                      <a:pt x="124" y="11"/>
                      <a:pt x="123" y="11"/>
                    </a:cubicBezTo>
                    <a:cubicBezTo>
                      <a:pt x="130" y="11"/>
                      <a:pt x="136" y="11"/>
                      <a:pt x="143" y="12"/>
                    </a:cubicBezTo>
                    <a:cubicBezTo>
                      <a:pt x="149" y="13"/>
                      <a:pt x="155" y="13"/>
                      <a:pt x="162" y="13"/>
                    </a:cubicBezTo>
                    <a:cubicBezTo>
                      <a:pt x="175" y="13"/>
                      <a:pt x="188" y="13"/>
                      <a:pt x="201" y="13"/>
                    </a:cubicBezTo>
                    <a:cubicBezTo>
                      <a:pt x="206" y="13"/>
                      <a:pt x="211" y="17"/>
                      <a:pt x="211" y="22"/>
                    </a:cubicBezTo>
                    <a:cubicBezTo>
                      <a:pt x="210" y="28"/>
                      <a:pt x="206" y="32"/>
                      <a:pt x="201" y="32"/>
                    </a:cubicBezTo>
                    <a:cubicBezTo>
                      <a:pt x="192" y="32"/>
                      <a:pt x="182" y="32"/>
                      <a:pt x="172" y="32"/>
                    </a:cubicBezTo>
                    <a:cubicBezTo>
                      <a:pt x="169" y="32"/>
                      <a:pt x="165" y="32"/>
                      <a:pt x="161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3" name="Google Shape;3523;p40">
                <a:extLst>
                  <a:ext uri="{FF2B5EF4-FFF2-40B4-BE49-F238E27FC236}">
                    <a16:creationId xmlns:a16="http://schemas.microsoft.com/office/drawing/2014/main" id="{7AA72A9C-5BFC-1354-6DAB-DB43DB573801}"/>
                  </a:ext>
                </a:extLst>
              </p:cNvPr>
              <p:cNvSpPr/>
              <p:nvPr/>
            </p:nvSpPr>
            <p:spPr>
              <a:xfrm>
                <a:off x="300240" y="4292640"/>
                <a:ext cx="48240" cy="936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26" extrusionOk="0">
                    <a:moveTo>
                      <a:pt x="36" y="25"/>
                    </a:moveTo>
                    <a:cubicBezTo>
                      <a:pt x="27" y="25"/>
                      <a:pt x="18" y="24"/>
                      <a:pt x="9" y="23"/>
                    </a:cubicBezTo>
                    <a:lnTo>
                      <a:pt x="10" y="23"/>
                    </a:lnTo>
                    <a:cubicBezTo>
                      <a:pt x="10" y="23"/>
                      <a:pt x="9" y="23"/>
                      <a:pt x="8" y="23"/>
                    </a:cubicBezTo>
                    <a:cubicBezTo>
                      <a:pt x="3" y="21"/>
                      <a:pt x="0" y="14"/>
                      <a:pt x="1" y="9"/>
                    </a:cubicBezTo>
                    <a:cubicBezTo>
                      <a:pt x="3" y="3"/>
                      <a:pt x="8" y="0"/>
                      <a:pt x="14" y="1"/>
                    </a:cubicBezTo>
                    <a:cubicBezTo>
                      <a:pt x="14" y="1"/>
                      <a:pt x="15" y="2"/>
                      <a:pt x="17" y="2"/>
                    </a:cubicBezTo>
                    <a:cubicBezTo>
                      <a:pt x="20" y="2"/>
                      <a:pt x="23" y="3"/>
                      <a:pt x="27" y="3"/>
                    </a:cubicBezTo>
                    <a:cubicBezTo>
                      <a:pt x="42" y="4"/>
                      <a:pt x="58" y="4"/>
                      <a:pt x="74" y="4"/>
                    </a:cubicBezTo>
                    <a:cubicBezTo>
                      <a:pt x="90" y="4"/>
                      <a:pt x="106" y="4"/>
                      <a:pt x="123" y="4"/>
                    </a:cubicBezTo>
                    <a:cubicBezTo>
                      <a:pt x="128" y="4"/>
                      <a:pt x="133" y="9"/>
                      <a:pt x="133" y="14"/>
                    </a:cubicBezTo>
                    <a:cubicBezTo>
                      <a:pt x="133" y="20"/>
                      <a:pt x="128" y="24"/>
                      <a:pt x="123" y="24"/>
                    </a:cubicBezTo>
                    <a:cubicBezTo>
                      <a:pt x="102" y="25"/>
                      <a:pt x="82" y="25"/>
                      <a:pt x="62" y="25"/>
                    </a:cubicBezTo>
                    <a:cubicBezTo>
                      <a:pt x="53" y="25"/>
                      <a:pt x="45" y="25"/>
                      <a:pt x="36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4" name="Google Shape;3524;p40">
                <a:extLst>
                  <a:ext uri="{FF2B5EF4-FFF2-40B4-BE49-F238E27FC236}">
                    <a16:creationId xmlns:a16="http://schemas.microsoft.com/office/drawing/2014/main" id="{7AF81500-49DD-9968-E065-A1544B030FF5}"/>
                  </a:ext>
                </a:extLst>
              </p:cNvPr>
              <p:cNvSpPr/>
              <p:nvPr/>
            </p:nvSpPr>
            <p:spPr>
              <a:xfrm>
                <a:off x="414360" y="4287240"/>
                <a:ext cx="6804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189" h="33" extrusionOk="0">
                    <a:moveTo>
                      <a:pt x="25" y="32"/>
                    </a:moveTo>
                    <a:cubicBezTo>
                      <a:pt x="19" y="31"/>
                      <a:pt x="15" y="31"/>
                      <a:pt x="10" y="30"/>
                    </a:cubicBezTo>
                    <a:cubicBezTo>
                      <a:pt x="4" y="29"/>
                      <a:pt x="0" y="24"/>
                      <a:pt x="1" y="18"/>
                    </a:cubicBezTo>
                    <a:cubicBezTo>
                      <a:pt x="2" y="12"/>
                      <a:pt x="7" y="8"/>
                      <a:pt x="13" y="8"/>
                    </a:cubicBezTo>
                    <a:cubicBezTo>
                      <a:pt x="17" y="9"/>
                      <a:pt x="21" y="10"/>
                      <a:pt x="24" y="10"/>
                    </a:cubicBezTo>
                    <a:cubicBezTo>
                      <a:pt x="30" y="10"/>
                      <a:pt x="36" y="10"/>
                      <a:pt x="42" y="10"/>
                    </a:cubicBezTo>
                    <a:cubicBezTo>
                      <a:pt x="47" y="10"/>
                      <a:pt x="52" y="10"/>
                      <a:pt x="57" y="9"/>
                    </a:cubicBezTo>
                    <a:cubicBezTo>
                      <a:pt x="76" y="8"/>
                      <a:pt x="95" y="7"/>
                      <a:pt x="114" y="6"/>
                    </a:cubicBezTo>
                    <a:cubicBezTo>
                      <a:pt x="123" y="5"/>
                      <a:pt x="132" y="5"/>
                      <a:pt x="141" y="4"/>
                    </a:cubicBezTo>
                    <a:cubicBezTo>
                      <a:pt x="153" y="3"/>
                      <a:pt x="165" y="2"/>
                      <a:pt x="177" y="1"/>
                    </a:cubicBezTo>
                    <a:cubicBezTo>
                      <a:pt x="182" y="0"/>
                      <a:pt x="187" y="4"/>
                      <a:pt x="188" y="10"/>
                    </a:cubicBezTo>
                    <a:cubicBezTo>
                      <a:pt x="188" y="15"/>
                      <a:pt x="184" y="19"/>
                      <a:pt x="179" y="20"/>
                    </a:cubicBezTo>
                    <a:cubicBezTo>
                      <a:pt x="155" y="22"/>
                      <a:pt x="131" y="25"/>
                      <a:pt x="106" y="26"/>
                    </a:cubicBezTo>
                    <a:cubicBezTo>
                      <a:pt x="84" y="28"/>
                      <a:pt x="61" y="30"/>
                      <a:pt x="39" y="31"/>
                    </a:cubicBezTo>
                    <a:cubicBezTo>
                      <a:pt x="35" y="31"/>
                      <a:pt x="31" y="32"/>
                      <a:pt x="28" y="32"/>
                    </a:cubicBezTo>
                    <a:cubicBezTo>
                      <a:pt x="26" y="32"/>
                      <a:pt x="26" y="32"/>
                      <a:pt x="25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5" name="Google Shape;3525;p40">
                <a:extLst>
                  <a:ext uri="{FF2B5EF4-FFF2-40B4-BE49-F238E27FC236}">
                    <a16:creationId xmlns:a16="http://schemas.microsoft.com/office/drawing/2014/main" id="{8028F504-F43E-F078-DDB3-B9A27D9E2256}"/>
                  </a:ext>
                </a:extLst>
              </p:cNvPr>
              <p:cNvSpPr/>
              <p:nvPr/>
            </p:nvSpPr>
            <p:spPr>
              <a:xfrm>
                <a:off x="504000" y="4290840"/>
                <a:ext cx="7992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22" h="24" extrusionOk="0">
                    <a:moveTo>
                      <a:pt x="40" y="23"/>
                    </a:moveTo>
                    <a:cubicBezTo>
                      <a:pt x="30" y="23"/>
                      <a:pt x="20" y="22"/>
                      <a:pt x="11" y="22"/>
                    </a:cubicBezTo>
                    <a:cubicBezTo>
                      <a:pt x="5" y="21"/>
                      <a:pt x="0" y="17"/>
                      <a:pt x="0" y="11"/>
                    </a:cubicBezTo>
                    <a:cubicBezTo>
                      <a:pt x="0" y="8"/>
                      <a:pt x="1" y="5"/>
                      <a:pt x="4" y="2"/>
                    </a:cubicBezTo>
                    <a:cubicBezTo>
                      <a:pt x="6" y="0"/>
                      <a:pt x="9" y="0"/>
                      <a:pt x="13" y="0"/>
                    </a:cubicBezTo>
                    <a:cubicBezTo>
                      <a:pt x="24" y="1"/>
                      <a:pt x="34" y="1"/>
                      <a:pt x="45" y="2"/>
                    </a:cubicBezTo>
                    <a:cubicBezTo>
                      <a:pt x="56" y="2"/>
                      <a:pt x="67" y="2"/>
                      <a:pt x="78" y="2"/>
                    </a:cubicBezTo>
                    <a:cubicBezTo>
                      <a:pt x="100" y="2"/>
                      <a:pt x="123" y="2"/>
                      <a:pt x="146" y="2"/>
                    </a:cubicBezTo>
                    <a:cubicBezTo>
                      <a:pt x="168" y="2"/>
                      <a:pt x="189" y="2"/>
                      <a:pt x="212" y="2"/>
                    </a:cubicBezTo>
                    <a:cubicBezTo>
                      <a:pt x="217" y="2"/>
                      <a:pt x="221" y="7"/>
                      <a:pt x="221" y="11"/>
                    </a:cubicBezTo>
                    <a:cubicBezTo>
                      <a:pt x="221" y="17"/>
                      <a:pt x="216" y="21"/>
                      <a:pt x="211" y="21"/>
                    </a:cubicBezTo>
                    <a:cubicBezTo>
                      <a:pt x="165" y="22"/>
                      <a:pt x="118" y="22"/>
                      <a:pt x="72" y="23"/>
                    </a:cubicBezTo>
                    <a:cubicBezTo>
                      <a:pt x="68" y="23"/>
                      <a:pt x="65" y="23"/>
                      <a:pt x="62" y="23"/>
                    </a:cubicBezTo>
                    <a:cubicBezTo>
                      <a:pt x="55" y="23"/>
                      <a:pt x="47" y="23"/>
                      <a:pt x="40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6" name="Google Shape;3526;p40">
                <a:extLst>
                  <a:ext uri="{FF2B5EF4-FFF2-40B4-BE49-F238E27FC236}">
                    <a16:creationId xmlns:a16="http://schemas.microsoft.com/office/drawing/2014/main" id="{F6B41602-CDBA-9C48-B206-3806790E134A}"/>
                  </a:ext>
                </a:extLst>
              </p:cNvPr>
              <p:cNvSpPr/>
              <p:nvPr/>
            </p:nvSpPr>
            <p:spPr>
              <a:xfrm>
                <a:off x="618480" y="4293720"/>
                <a:ext cx="41760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30" extrusionOk="0">
                    <a:moveTo>
                      <a:pt x="2" y="21"/>
                    </a:moveTo>
                    <a:cubicBezTo>
                      <a:pt x="0" y="14"/>
                      <a:pt x="5" y="8"/>
                      <a:pt x="11" y="7"/>
                    </a:cubicBezTo>
                    <a:cubicBezTo>
                      <a:pt x="14" y="7"/>
                      <a:pt x="17" y="6"/>
                      <a:pt x="20" y="6"/>
                    </a:cubicBezTo>
                    <a:cubicBezTo>
                      <a:pt x="24" y="6"/>
                      <a:pt x="28" y="5"/>
                      <a:pt x="32" y="5"/>
                    </a:cubicBezTo>
                    <a:cubicBezTo>
                      <a:pt x="39" y="4"/>
                      <a:pt x="47" y="4"/>
                      <a:pt x="55" y="3"/>
                    </a:cubicBezTo>
                    <a:cubicBezTo>
                      <a:pt x="70" y="2"/>
                      <a:pt x="87" y="1"/>
                      <a:pt x="103" y="0"/>
                    </a:cubicBezTo>
                    <a:cubicBezTo>
                      <a:pt x="108" y="0"/>
                      <a:pt x="113" y="4"/>
                      <a:pt x="114" y="9"/>
                    </a:cubicBezTo>
                    <a:cubicBezTo>
                      <a:pt x="115" y="15"/>
                      <a:pt x="110" y="20"/>
                      <a:pt x="105" y="21"/>
                    </a:cubicBezTo>
                    <a:cubicBezTo>
                      <a:pt x="89" y="22"/>
                      <a:pt x="74" y="23"/>
                      <a:pt x="59" y="24"/>
                    </a:cubicBezTo>
                    <a:cubicBezTo>
                      <a:pt x="46" y="25"/>
                      <a:pt x="34" y="26"/>
                      <a:pt x="21" y="28"/>
                    </a:cubicBezTo>
                    <a:cubicBezTo>
                      <a:pt x="19" y="28"/>
                      <a:pt x="17" y="28"/>
                      <a:pt x="15" y="29"/>
                    </a:cubicBezTo>
                    <a:cubicBezTo>
                      <a:pt x="15" y="29"/>
                      <a:pt x="14" y="29"/>
                      <a:pt x="13" y="29"/>
                    </a:cubicBezTo>
                    <a:cubicBezTo>
                      <a:pt x="8" y="29"/>
                      <a:pt x="3" y="26"/>
                      <a:pt x="2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7" name="Google Shape;3527;p40">
                <a:extLst>
                  <a:ext uri="{FF2B5EF4-FFF2-40B4-BE49-F238E27FC236}">
                    <a16:creationId xmlns:a16="http://schemas.microsoft.com/office/drawing/2014/main" id="{232102E6-A6F9-AC0E-3DD9-2A24B6B60308}"/>
                  </a:ext>
                </a:extLst>
              </p:cNvPr>
              <p:cNvSpPr/>
              <p:nvPr/>
            </p:nvSpPr>
            <p:spPr>
              <a:xfrm>
                <a:off x="720000" y="4291920"/>
                <a:ext cx="5004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139" h="27" extrusionOk="0">
                    <a:moveTo>
                      <a:pt x="68" y="26"/>
                    </a:moveTo>
                    <a:cubicBezTo>
                      <a:pt x="58" y="26"/>
                      <a:pt x="49" y="26"/>
                      <a:pt x="39" y="26"/>
                    </a:cubicBezTo>
                    <a:cubicBezTo>
                      <a:pt x="35" y="25"/>
                      <a:pt x="30" y="25"/>
                      <a:pt x="26" y="25"/>
                    </a:cubicBezTo>
                    <a:cubicBezTo>
                      <a:pt x="23" y="25"/>
                      <a:pt x="21" y="25"/>
                      <a:pt x="19" y="25"/>
                    </a:cubicBezTo>
                    <a:cubicBezTo>
                      <a:pt x="15" y="24"/>
                      <a:pt x="10" y="25"/>
                      <a:pt x="7" y="23"/>
                    </a:cubicBezTo>
                    <a:cubicBezTo>
                      <a:pt x="3" y="21"/>
                      <a:pt x="0" y="17"/>
                      <a:pt x="0" y="13"/>
                    </a:cubicBezTo>
                    <a:cubicBezTo>
                      <a:pt x="0" y="11"/>
                      <a:pt x="1" y="9"/>
                      <a:pt x="1" y="8"/>
                    </a:cubicBezTo>
                    <a:cubicBezTo>
                      <a:pt x="3" y="3"/>
                      <a:pt x="9" y="0"/>
                      <a:pt x="15" y="2"/>
                    </a:cubicBezTo>
                    <a:cubicBezTo>
                      <a:pt x="16" y="2"/>
                      <a:pt x="16" y="2"/>
                      <a:pt x="18" y="3"/>
                    </a:cubicBezTo>
                    <a:cubicBezTo>
                      <a:pt x="26" y="3"/>
                      <a:pt x="33" y="4"/>
                      <a:pt x="42" y="4"/>
                    </a:cubicBezTo>
                    <a:cubicBezTo>
                      <a:pt x="51" y="5"/>
                      <a:pt x="60" y="5"/>
                      <a:pt x="69" y="5"/>
                    </a:cubicBezTo>
                    <a:cubicBezTo>
                      <a:pt x="89" y="6"/>
                      <a:pt x="109" y="6"/>
                      <a:pt x="128" y="6"/>
                    </a:cubicBezTo>
                    <a:cubicBezTo>
                      <a:pt x="134" y="6"/>
                      <a:pt x="138" y="11"/>
                      <a:pt x="138" y="16"/>
                    </a:cubicBezTo>
                    <a:cubicBezTo>
                      <a:pt x="138" y="22"/>
                      <a:pt x="133" y="26"/>
                      <a:pt x="128" y="26"/>
                    </a:cubicBezTo>
                    <a:cubicBezTo>
                      <a:pt x="118" y="26"/>
                      <a:pt x="108" y="26"/>
                      <a:pt x="98" y="26"/>
                    </a:cubicBezTo>
                    <a:cubicBezTo>
                      <a:pt x="88" y="26"/>
                      <a:pt x="78" y="26"/>
                      <a:pt x="68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8" name="Google Shape;3528;p40">
                <a:extLst>
                  <a:ext uri="{FF2B5EF4-FFF2-40B4-BE49-F238E27FC236}">
                    <a16:creationId xmlns:a16="http://schemas.microsoft.com/office/drawing/2014/main" id="{FD2D89AC-DD6C-04FC-5C4B-9FBD51D8470D}"/>
                  </a:ext>
                </a:extLst>
              </p:cNvPr>
              <p:cNvSpPr/>
              <p:nvPr/>
            </p:nvSpPr>
            <p:spPr>
              <a:xfrm>
                <a:off x="812880" y="4290840"/>
                <a:ext cx="48960" cy="10440"/>
              </a:xfrm>
              <a:custGeom>
                <a:avLst/>
                <a:gdLst/>
                <a:ahLst/>
                <a:cxnLst/>
                <a:rect l="l" t="t" r="r" b="b"/>
                <a:pathLst>
                  <a:path w="136" h="29" extrusionOk="0">
                    <a:moveTo>
                      <a:pt x="32" y="28"/>
                    </a:moveTo>
                    <a:cubicBezTo>
                      <a:pt x="26" y="28"/>
                      <a:pt x="21" y="27"/>
                      <a:pt x="16" y="26"/>
                    </a:cubicBezTo>
                    <a:cubicBezTo>
                      <a:pt x="11" y="26"/>
                      <a:pt x="5" y="25"/>
                      <a:pt x="2" y="21"/>
                    </a:cubicBezTo>
                    <a:cubicBezTo>
                      <a:pt x="0" y="18"/>
                      <a:pt x="0" y="15"/>
                      <a:pt x="0" y="11"/>
                    </a:cubicBezTo>
                    <a:cubicBezTo>
                      <a:pt x="1" y="5"/>
                      <a:pt x="7" y="1"/>
                      <a:pt x="12" y="2"/>
                    </a:cubicBezTo>
                    <a:cubicBezTo>
                      <a:pt x="15" y="2"/>
                      <a:pt x="17" y="4"/>
                      <a:pt x="18" y="5"/>
                    </a:cubicBezTo>
                    <a:cubicBezTo>
                      <a:pt x="21" y="5"/>
                      <a:pt x="24" y="6"/>
                      <a:pt x="26" y="6"/>
                    </a:cubicBezTo>
                    <a:cubicBezTo>
                      <a:pt x="33" y="6"/>
                      <a:pt x="39" y="6"/>
                      <a:pt x="46" y="5"/>
                    </a:cubicBezTo>
                    <a:cubicBezTo>
                      <a:pt x="57" y="5"/>
                      <a:pt x="70" y="4"/>
                      <a:pt x="81" y="3"/>
                    </a:cubicBezTo>
                    <a:cubicBezTo>
                      <a:pt x="95" y="2"/>
                      <a:pt x="109" y="1"/>
                      <a:pt x="123" y="1"/>
                    </a:cubicBezTo>
                    <a:cubicBezTo>
                      <a:pt x="129" y="0"/>
                      <a:pt x="134" y="4"/>
                      <a:pt x="135" y="9"/>
                    </a:cubicBezTo>
                    <a:cubicBezTo>
                      <a:pt x="135" y="15"/>
                      <a:pt x="131" y="21"/>
                      <a:pt x="126" y="21"/>
                    </a:cubicBezTo>
                    <a:cubicBezTo>
                      <a:pt x="104" y="22"/>
                      <a:pt x="82" y="24"/>
                      <a:pt x="61" y="26"/>
                    </a:cubicBezTo>
                    <a:cubicBezTo>
                      <a:pt x="56" y="26"/>
                      <a:pt x="52" y="26"/>
                      <a:pt x="47" y="27"/>
                    </a:cubicBezTo>
                    <a:cubicBezTo>
                      <a:pt x="42" y="27"/>
                      <a:pt x="38" y="28"/>
                      <a:pt x="32" y="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9" name="Google Shape;3529;p40">
                <a:extLst>
                  <a:ext uri="{FF2B5EF4-FFF2-40B4-BE49-F238E27FC236}">
                    <a16:creationId xmlns:a16="http://schemas.microsoft.com/office/drawing/2014/main" id="{932573EB-A35B-EB7C-A858-D25961DA947D}"/>
                  </a:ext>
                </a:extLst>
              </p:cNvPr>
              <p:cNvSpPr/>
              <p:nvPr/>
            </p:nvSpPr>
            <p:spPr>
              <a:xfrm>
                <a:off x="899280" y="4290120"/>
                <a:ext cx="54360" cy="10440"/>
              </a:xfrm>
              <a:custGeom>
                <a:avLst/>
                <a:gdLst/>
                <a:ahLst/>
                <a:cxnLst/>
                <a:rect l="l" t="t" r="r" b="b"/>
                <a:pathLst>
                  <a:path w="151" h="29" extrusionOk="0">
                    <a:moveTo>
                      <a:pt x="57" y="27"/>
                    </a:moveTo>
                    <a:cubicBezTo>
                      <a:pt x="47" y="27"/>
                      <a:pt x="38" y="25"/>
                      <a:pt x="28" y="25"/>
                    </a:cubicBezTo>
                    <a:lnTo>
                      <a:pt x="29" y="25"/>
                    </a:lnTo>
                    <a:cubicBezTo>
                      <a:pt x="25" y="24"/>
                      <a:pt x="21" y="24"/>
                      <a:pt x="17" y="24"/>
                    </a:cubicBezTo>
                    <a:cubicBezTo>
                      <a:pt x="17" y="24"/>
                      <a:pt x="16" y="24"/>
                      <a:pt x="15" y="24"/>
                    </a:cubicBezTo>
                    <a:cubicBezTo>
                      <a:pt x="14" y="24"/>
                      <a:pt x="12" y="24"/>
                      <a:pt x="11" y="24"/>
                    </a:cubicBezTo>
                    <a:cubicBezTo>
                      <a:pt x="5" y="23"/>
                      <a:pt x="0" y="18"/>
                      <a:pt x="2" y="11"/>
                    </a:cubicBezTo>
                    <a:cubicBezTo>
                      <a:pt x="3" y="6"/>
                      <a:pt x="9" y="1"/>
                      <a:pt x="14" y="2"/>
                    </a:cubicBezTo>
                    <a:lnTo>
                      <a:pt x="15" y="2"/>
                    </a:lnTo>
                    <a:cubicBezTo>
                      <a:pt x="18" y="3"/>
                      <a:pt x="20" y="3"/>
                      <a:pt x="23" y="3"/>
                    </a:cubicBezTo>
                    <a:cubicBezTo>
                      <a:pt x="27" y="3"/>
                      <a:pt x="31" y="3"/>
                      <a:pt x="35" y="4"/>
                    </a:cubicBezTo>
                    <a:cubicBezTo>
                      <a:pt x="42" y="4"/>
                      <a:pt x="49" y="6"/>
                      <a:pt x="56" y="6"/>
                    </a:cubicBezTo>
                    <a:cubicBezTo>
                      <a:pt x="58" y="6"/>
                      <a:pt x="61" y="7"/>
                      <a:pt x="64" y="7"/>
                    </a:cubicBezTo>
                    <a:cubicBezTo>
                      <a:pt x="67" y="7"/>
                      <a:pt x="71" y="7"/>
                      <a:pt x="74" y="7"/>
                    </a:cubicBezTo>
                    <a:cubicBezTo>
                      <a:pt x="79" y="6"/>
                      <a:pt x="83" y="6"/>
                      <a:pt x="87" y="6"/>
                    </a:cubicBezTo>
                    <a:cubicBezTo>
                      <a:pt x="86" y="6"/>
                      <a:pt x="86" y="6"/>
                      <a:pt x="86" y="6"/>
                    </a:cubicBezTo>
                    <a:cubicBezTo>
                      <a:pt x="90" y="6"/>
                      <a:pt x="94" y="5"/>
                      <a:pt x="99" y="4"/>
                    </a:cubicBezTo>
                    <a:cubicBezTo>
                      <a:pt x="103" y="4"/>
                      <a:pt x="107" y="4"/>
                      <a:pt x="111" y="3"/>
                    </a:cubicBezTo>
                    <a:cubicBezTo>
                      <a:pt x="120" y="2"/>
                      <a:pt x="129" y="2"/>
                      <a:pt x="138" y="0"/>
                    </a:cubicBezTo>
                    <a:cubicBezTo>
                      <a:pt x="144" y="0"/>
                      <a:pt x="149" y="4"/>
                      <a:pt x="150" y="9"/>
                    </a:cubicBezTo>
                    <a:cubicBezTo>
                      <a:pt x="150" y="15"/>
                      <a:pt x="146" y="20"/>
                      <a:pt x="140" y="21"/>
                    </a:cubicBezTo>
                    <a:cubicBezTo>
                      <a:pt x="131" y="22"/>
                      <a:pt x="121" y="23"/>
                      <a:pt x="111" y="24"/>
                    </a:cubicBezTo>
                    <a:cubicBezTo>
                      <a:pt x="103" y="25"/>
                      <a:pt x="94" y="27"/>
                      <a:pt x="86" y="27"/>
                    </a:cubicBezTo>
                    <a:cubicBezTo>
                      <a:pt x="79" y="27"/>
                      <a:pt x="73" y="28"/>
                      <a:pt x="66" y="28"/>
                    </a:cubicBezTo>
                    <a:cubicBezTo>
                      <a:pt x="63" y="28"/>
                      <a:pt x="60" y="28"/>
                      <a:pt x="57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0" name="Google Shape;3530;p40">
                <a:extLst>
                  <a:ext uri="{FF2B5EF4-FFF2-40B4-BE49-F238E27FC236}">
                    <a16:creationId xmlns:a16="http://schemas.microsoft.com/office/drawing/2014/main" id="{A221F302-7184-CF2E-EDCE-C2241F0DF75E}"/>
                  </a:ext>
                </a:extLst>
              </p:cNvPr>
              <p:cNvSpPr/>
              <p:nvPr/>
            </p:nvSpPr>
            <p:spPr>
              <a:xfrm>
                <a:off x="957240" y="4292640"/>
                <a:ext cx="10800" cy="56160"/>
              </a:xfrm>
              <a:custGeom>
                <a:avLst/>
                <a:gdLst/>
                <a:ahLst/>
                <a:cxnLst/>
                <a:rect l="l" t="t" r="r" b="b"/>
                <a:pathLst>
                  <a:path w="30" h="156" extrusionOk="0">
                    <a:moveTo>
                      <a:pt x="9" y="146"/>
                    </a:moveTo>
                    <a:cubicBezTo>
                      <a:pt x="8" y="132"/>
                      <a:pt x="6" y="118"/>
                      <a:pt x="5" y="104"/>
                    </a:cubicBezTo>
                    <a:cubicBezTo>
                      <a:pt x="3" y="92"/>
                      <a:pt x="3" y="80"/>
                      <a:pt x="2" y="67"/>
                    </a:cubicBezTo>
                    <a:lnTo>
                      <a:pt x="2" y="66"/>
                    </a:lnTo>
                    <a:cubicBezTo>
                      <a:pt x="2" y="66"/>
                      <a:pt x="2" y="65"/>
                      <a:pt x="2" y="64"/>
                    </a:cubicBezTo>
                    <a:lnTo>
                      <a:pt x="2" y="65"/>
                    </a:lnTo>
                    <a:cubicBezTo>
                      <a:pt x="1" y="60"/>
                      <a:pt x="1" y="56"/>
                      <a:pt x="1" y="52"/>
                    </a:cubicBezTo>
                    <a:lnTo>
                      <a:pt x="1" y="51"/>
                    </a:lnTo>
                    <a:lnTo>
                      <a:pt x="1" y="50"/>
                    </a:lnTo>
                    <a:cubicBezTo>
                      <a:pt x="1" y="51"/>
                      <a:pt x="1" y="51"/>
                      <a:pt x="1" y="51"/>
                    </a:cubicBezTo>
                    <a:cubicBezTo>
                      <a:pt x="1" y="50"/>
                      <a:pt x="1" y="50"/>
                      <a:pt x="1" y="49"/>
                    </a:cubicBezTo>
                    <a:lnTo>
                      <a:pt x="1" y="50"/>
                    </a:lnTo>
                    <a:cubicBezTo>
                      <a:pt x="1" y="49"/>
                      <a:pt x="1" y="49"/>
                      <a:pt x="1" y="49"/>
                    </a:cubicBezTo>
                    <a:lnTo>
                      <a:pt x="1" y="48"/>
                    </a:lnTo>
                    <a:lnTo>
                      <a:pt x="1" y="49"/>
                    </a:lnTo>
                    <a:cubicBezTo>
                      <a:pt x="1" y="44"/>
                      <a:pt x="1" y="38"/>
                      <a:pt x="1" y="33"/>
                    </a:cubicBezTo>
                    <a:cubicBezTo>
                      <a:pt x="0" y="27"/>
                      <a:pt x="1" y="20"/>
                      <a:pt x="1" y="13"/>
                    </a:cubicBezTo>
                    <a:cubicBezTo>
                      <a:pt x="1" y="11"/>
                      <a:pt x="2" y="10"/>
                      <a:pt x="3" y="9"/>
                    </a:cubicBezTo>
                    <a:cubicBezTo>
                      <a:pt x="4" y="4"/>
                      <a:pt x="7" y="2"/>
                      <a:pt x="12" y="1"/>
                    </a:cubicBezTo>
                    <a:cubicBezTo>
                      <a:pt x="15" y="0"/>
                      <a:pt x="20" y="2"/>
                      <a:pt x="22" y="4"/>
                    </a:cubicBezTo>
                    <a:cubicBezTo>
                      <a:pt x="27" y="6"/>
                      <a:pt x="29" y="11"/>
                      <a:pt x="29" y="17"/>
                    </a:cubicBezTo>
                    <a:cubicBezTo>
                      <a:pt x="28" y="20"/>
                      <a:pt x="26" y="23"/>
                      <a:pt x="22" y="25"/>
                    </a:cubicBezTo>
                    <a:cubicBezTo>
                      <a:pt x="22" y="39"/>
                      <a:pt x="22" y="53"/>
                      <a:pt x="23" y="66"/>
                    </a:cubicBezTo>
                    <a:lnTo>
                      <a:pt x="23" y="65"/>
                    </a:lnTo>
                    <a:lnTo>
                      <a:pt x="23" y="66"/>
                    </a:lnTo>
                    <a:cubicBezTo>
                      <a:pt x="23" y="67"/>
                      <a:pt x="23" y="67"/>
                      <a:pt x="23" y="67"/>
                    </a:cubicBezTo>
                    <a:cubicBezTo>
                      <a:pt x="23" y="68"/>
                      <a:pt x="23" y="68"/>
                      <a:pt x="23" y="69"/>
                    </a:cubicBezTo>
                    <a:cubicBezTo>
                      <a:pt x="23" y="71"/>
                      <a:pt x="23" y="73"/>
                      <a:pt x="24" y="76"/>
                    </a:cubicBezTo>
                    <a:lnTo>
                      <a:pt x="24" y="77"/>
                    </a:lnTo>
                    <a:lnTo>
                      <a:pt x="24" y="78"/>
                    </a:lnTo>
                    <a:cubicBezTo>
                      <a:pt x="24" y="79"/>
                      <a:pt x="24" y="80"/>
                      <a:pt x="24" y="81"/>
                    </a:cubicBezTo>
                    <a:cubicBezTo>
                      <a:pt x="24" y="82"/>
                      <a:pt x="24" y="82"/>
                      <a:pt x="24" y="82"/>
                    </a:cubicBezTo>
                    <a:lnTo>
                      <a:pt x="24" y="81"/>
                    </a:lnTo>
                    <a:cubicBezTo>
                      <a:pt x="24" y="82"/>
                      <a:pt x="24" y="82"/>
                      <a:pt x="24" y="83"/>
                    </a:cubicBezTo>
                    <a:cubicBezTo>
                      <a:pt x="24" y="82"/>
                      <a:pt x="24" y="82"/>
                      <a:pt x="24" y="82"/>
                    </a:cubicBezTo>
                    <a:lnTo>
                      <a:pt x="24" y="83"/>
                    </a:lnTo>
                    <a:cubicBezTo>
                      <a:pt x="25" y="103"/>
                      <a:pt x="28" y="123"/>
                      <a:pt x="29" y="144"/>
                    </a:cubicBezTo>
                    <a:cubicBezTo>
                      <a:pt x="29" y="150"/>
                      <a:pt x="26" y="155"/>
                      <a:pt x="20" y="155"/>
                    </a:cubicBezTo>
                    <a:lnTo>
                      <a:pt x="19" y="155"/>
                    </a:lnTo>
                    <a:cubicBezTo>
                      <a:pt x="14" y="155"/>
                      <a:pt x="10" y="151"/>
                      <a:pt x="9" y="1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1" name="Google Shape;3531;p40">
                <a:extLst>
                  <a:ext uri="{FF2B5EF4-FFF2-40B4-BE49-F238E27FC236}">
                    <a16:creationId xmlns:a16="http://schemas.microsoft.com/office/drawing/2014/main" id="{56F2BA95-4D66-65B2-4721-6D514880FB19}"/>
                  </a:ext>
                </a:extLst>
              </p:cNvPr>
              <p:cNvSpPr/>
              <p:nvPr/>
            </p:nvSpPr>
            <p:spPr>
              <a:xfrm>
                <a:off x="959400" y="4376160"/>
                <a:ext cx="10080" cy="47160"/>
              </a:xfrm>
              <a:custGeom>
                <a:avLst/>
                <a:gdLst/>
                <a:ahLst/>
                <a:cxnLst/>
                <a:rect l="l" t="t" r="r" b="b"/>
                <a:pathLst>
                  <a:path w="28" h="131" extrusionOk="0">
                    <a:moveTo>
                      <a:pt x="6" y="120"/>
                    </a:moveTo>
                    <a:cubicBezTo>
                      <a:pt x="5" y="103"/>
                      <a:pt x="3" y="86"/>
                      <a:pt x="2" y="70"/>
                    </a:cubicBezTo>
                    <a:cubicBezTo>
                      <a:pt x="2" y="60"/>
                      <a:pt x="1" y="49"/>
                      <a:pt x="1" y="38"/>
                    </a:cubicBezTo>
                    <a:cubicBezTo>
                      <a:pt x="0" y="32"/>
                      <a:pt x="0" y="26"/>
                      <a:pt x="0" y="21"/>
                    </a:cubicBezTo>
                    <a:cubicBezTo>
                      <a:pt x="0" y="17"/>
                      <a:pt x="0" y="13"/>
                      <a:pt x="1" y="9"/>
                    </a:cubicBezTo>
                    <a:cubicBezTo>
                      <a:pt x="2" y="4"/>
                      <a:pt x="6" y="0"/>
                      <a:pt x="12" y="0"/>
                    </a:cubicBezTo>
                    <a:cubicBezTo>
                      <a:pt x="17" y="0"/>
                      <a:pt x="23" y="5"/>
                      <a:pt x="23" y="11"/>
                    </a:cubicBezTo>
                    <a:cubicBezTo>
                      <a:pt x="22" y="13"/>
                      <a:pt x="22" y="15"/>
                      <a:pt x="22" y="17"/>
                    </a:cubicBezTo>
                    <a:cubicBezTo>
                      <a:pt x="22" y="22"/>
                      <a:pt x="21" y="26"/>
                      <a:pt x="22" y="32"/>
                    </a:cubicBezTo>
                    <a:cubicBezTo>
                      <a:pt x="22" y="31"/>
                      <a:pt x="22" y="31"/>
                      <a:pt x="22" y="30"/>
                    </a:cubicBezTo>
                    <a:cubicBezTo>
                      <a:pt x="22" y="31"/>
                      <a:pt x="22" y="33"/>
                      <a:pt x="22" y="34"/>
                    </a:cubicBezTo>
                    <a:lnTo>
                      <a:pt x="22" y="33"/>
                    </a:lnTo>
                    <a:cubicBezTo>
                      <a:pt x="22" y="34"/>
                      <a:pt x="22" y="34"/>
                      <a:pt x="22" y="35"/>
                    </a:cubicBezTo>
                    <a:lnTo>
                      <a:pt x="22" y="36"/>
                    </a:lnTo>
                    <a:cubicBezTo>
                      <a:pt x="22" y="37"/>
                      <a:pt x="22" y="37"/>
                      <a:pt x="22" y="38"/>
                    </a:cubicBezTo>
                    <a:lnTo>
                      <a:pt x="22" y="37"/>
                    </a:lnTo>
                    <a:cubicBezTo>
                      <a:pt x="22" y="43"/>
                      <a:pt x="23" y="50"/>
                      <a:pt x="23" y="57"/>
                    </a:cubicBezTo>
                    <a:cubicBezTo>
                      <a:pt x="23" y="61"/>
                      <a:pt x="23" y="66"/>
                      <a:pt x="23" y="70"/>
                    </a:cubicBezTo>
                    <a:cubicBezTo>
                      <a:pt x="24" y="70"/>
                      <a:pt x="24" y="70"/>
                      <a:pt x="24" y="70"/>
                    </a:cubicBezTo>
                    <a:cubicBezTo>
                      <a:pt x="24" y="74"/>
                      <a:pt x="24" y="78"/>
                      <a:pt x="24" y="82"/>
                    </a:cubicBezTo>
                    <a:cubicBezTo>
                      <a:pt x="24" y="85"/>
                      <a:pt x="24" y="89"/>
                      <a:pt x="24" y="93"/>
                    </a:cubicBezTo>
                    <a:lnTo>
                      <a:pt x="25" y="94"/>
                    </a:lnTo>
                    <a:lnTo>
                      <a:pt x="25" y="93"/>
                    </a:lnTo>
                    <a:cubicBezTo>
                      <a:pt x="25" y="102"/>
                      <a:pt x="26" y="110"/>
                      <a:pt x="26" y="118"/>
                    </a:cubicBezTo>
                    <a:cubicBezTo>
                      <a:pt x="27" y="123"/>
                      <a:pt x="23" y="128"/>
                      <a:pt x="17" y="129"/>
                    </a:cubicBezTo>
                    <a:lnTo>
                      <a:pt x="16" y="130"/>
                    </a:lnTo>
                    <a:cubicBezTo>
                      <a:pt x="11" y="130"/>
                      <a:pt x="6" y="126"/>
                      <a:pt x="6" y="1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2" name="Google Shape;3532;p40">
                <a:extLst>
                  <a:ext uri="{FF2B5EF4-FFF2-40B4-BE49-F238E27FC236}">
                    <a16:creationId xmlns:a16="http://schemas.microsoft.com/office/drawing/2014/main" id="{34CA2AAC-59B4-EB81-58C1-ACB27EB600B0}"/>
                  </a:ext>
                </a:extLst>
              </p:cNvPr>
              <p:cNvSpPr/>
              <p:nvPr/>
            </p:nvSpPr>
            <p:spPr>
              <a:xfrm>
                <a:off x="959760" y="4482360"/>
                <a:ext cx="11160" cy="56880"/>
              </a:xfrm>
              <a:custGeom>
                <a:avLst/>
                <a:gdLst/>
                <a:ahLst/>
                <a:cxnLst/>
                <a:rect l="l" t="t" r="r" b="b"/>
                <a:pathLst>
                  <a:path w="31" h="158" extrusionOk="0">
                    <a:moveTo>
                      <a:pt x="10" y="157"/>
                    </a:moveTo>
                    <a:cubicBezTo>
                      <a:pt x="5" y="157"/>
                      <a:pt x="0" y="152"/>
                      <a:pt x="0" y="146"/>
                    </a:cubicBezTo>
                    <a:cubicBezTo>
                      <a:pt x="0" y="129"/>
                      <a:pt x="0" y="113"/>
                      <a:pt x="0" y="96"/>
                    </a:cubicBezTo>
                    <a:cubicBezTo>
                      <a:pt x="0" y="88"/>
                      <a:pt x="0" y="80"/>
                      <a:pt x="1" y="73"/>
                    </a:cubicBezTo>
                    <a:cubicBezTo>
                      <a:pt x="1" y="65"/>
                      <a:pt x="1" y="57"/>
                      <a:pt x="1" y="49"/>
                    </a:cubicBezTo>
                    <a:cubicBezTo>
                      <a:pt x="1" y="47"/>
                      <a:pt x="2" y="43"/>
                      <a:pt x="2" y="40"/>
                    </a:cubicBezTo>
                    <a:cubicBezTo>
                      <a:pt x="3" y="30"/>
                      <a:pt x="5" y="19"/>
                      <a:pt x="8" y="9"/>
                    </a:cubicBezTo>
                    <a:cubicBezTo>
                      <a:pt x="9" y="3"/>
                      <a:pt x="16" y="0"/>
                      <a:pt x="21" y="2"/>
                    </a:cubicBezTo>
                    <a:cubicBezTo>
                      <a:pt x="28" y="3"/>
                      <a:pt x="30" y="10"/>
                      <a:pt x="29" y="16"/>
                    </a:cubicBezTo>
                    <a:cubicBezTo>
                      <a:pt x="28" y="19"/>
                      <a:pt x="28" y="21"/>
                      <a:pt x="26" y="25"/>
                    </a:cubicBezTo>
                    <a:cubicBezTo>
                      <a:pt x="26" y="29"/>
                      <a:pt x="25" y="34"/>
                      <a:pt x="24" y="38"/>
                    </a:cubicBezTo>
                    <a:cubicBezTo>
                      <a:pt x="23" y="42"/>
                      <a:pt x="23" y="47"/>
                      <a:pt x="22" y="51"/>
                    </a:cubicBezTo>
                    <a:cubicBezTo>
                      <a:pt x="22" y="66"/>
                      <a:pt x="21" y="81"/>
                      <a:pt x="21" y="97"/>
                    </a:cubicBezTo>
                    <a:cubicBezTo>
                      <a:pt x="21" y="114"/>
                      <a:pt x="21" y="130"/>
                      <a:pt x="21" y="147"/>
                    </a:cubicBezTo>
                    <a:cubicBezTo>
                      <a:pt x="21" y="152"/>
                      <a:pt x="16" y="157"/>
                      <a:pt x="11" y="157"/>
                    </a:cubicBezTo>
                    <a:lnTo>
                      <a:pt x="10" y="15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3" name="Google Shape;3533;p40">
                <a:extLst>
                  <a:ext uri="{FF2B5EF4-FFF2-40B4-BE49-F238E27FC236}">
                    <a16:creationId xmlns:a16="http://schemas.microsoft.com/office/drawing/2014/main" id="{B3B622BA-B639-DD44-08AD-5EF2F6B964D1}"/>
                  </a:ext>
                </a:extLst>
              </p:cNvPr>
              <p:cNvSpPr/>
              <p:nvPr/>
            </p:nvSpPr>
            <p:spPr>
              <a:xfrm>
                <a:off x="958680" y="4581720"/>
                <a:ext cx="9720" cy="5580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55" extrusionOk="0">
                    <a:moveTo>
                      <a:pt x="12" y="154"/>
                    </a:moveTo>
                    <a:cubicBezTo>
                      <a:pt x="7" y="154"/>
                      <a:pt x="3" y="149"/>
                      <a:pt x="3" y="144"/>
                    </a:cubicBezTo>
                    <a:cubicBezTo>
                      <a:pt x="2" y="121"/>
                      <a:pt x="1" y="98"/>
                      <a:pt x="1" y="75"/>
                    </a:cubicBezTo>
                    <a:cubicBezTo>
                      <a:pt x="0" y="65"/>
                      <a:pt x="0" y="55"/>
                      <a:pt x="0" y="45"/>
                    </a:cubicBezTo>
                    <a:cubicBezTo>
                      <a:pt x="0" y="39"/>
                      <a:pt x="1" y="33"/>
                      <a:pt x="1" y="27"/>
                    </a:cubicBezTo>
                    <a:cubicBezTo>
                      <a:pt x="2" y="22"/>
                      <a:pt x="3" y="16"/>
                      <a:pt x="3" y="10"/>
                    </a:cubicBezTo>
                    <a:cubicBezTo>
                      <a:pt x="4" y="4"/>
                      <a:pt x="10" y="0"/>
                      <a:pt x="16" y="1"/>
                    </a:cubicBezTo>
                    <a:cubicBezTo>
                      <a:pt x="22" y="2"/>
                      <a:pt x="26" y="8"/>
                      <a:pt x="25" y="14"/>
                    </a:cubicBezTo>
                    <a:cubicBezTo>
                      <a:pt x="24" y="19"/>
                      <a:pt x="23" y="25"/>
                      <a:pt x="22" y="30"/>
                    </a:cubicBezTo>
                    <a:cubicBezTo>
                      <a:pt x="21" y="48"/>
                      <a:pt x="22" y="66"/>
                      <a:pt x="22" y="84"/>
                    </a:cubicBezTo>
                    <a:cubicBezTo>
                      <a:pt x="22" y="105"/>
                      <a:pt x="23" y="124"/>
                      <a:pt x="23" y="144"/>
                    </a:cubicBezTo>
                    <a:cubicBezTo>
                      <a:pt x="23" y="150"/>
                      <a:pt x="18" y="154"/>
                      <a:pt x="13" y="154"/>
                    </a:cubicBezTo>
                    <a:lnTo>
                      <a:pt x="12" y="154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4" name="Google Shape;3534;p40">
                <a:extLst>
                  <a:ext uri="{FF2B5EF4-FFF2-40B4-BE49-F238E27FC236}">
                    <a16:creationId xmlns:a16="http://schemas.microsoft.com/office/drawing/2014/main" id="{A7308895-F0D6-536F-91EF-1B1505270A98}"/>
                  </a:ext>
                </a:extLst>
              </p:cNvPr>
              <p:cNvSpPr/>
              <p:nvPr/>
            </p:nvSpPr>
            <p:spPr>
              <a:xfrm>
                <a:off x="960120" y="4678560"/>
                <a:ext cx="9360" cy="21240"/>
              </a:xfrm>
              <a:custGeom>
                <a:avLst/>
                <a:gdLst/>
                <a:ahLst/>
                <a:cxnLst/>
                <a:rect l="l" t="t" r="r" b="b"/>
                <a:pathLst>
                  <a:path w="26" h="59" extrusionOk="0">
                    <a:moveTo>
                      <a:pt x="12" y="58"/>
                    </a:moveTo>
                    <a:cubicBezTo>
                      <a:pt x="6" y="58"/>
                      <a:pt x="1" y="53"/>
                      <a:pt x="1" y="48"/>
                    </a:cubicBezTo>
                    <a:cubicBezTo>
                      <a:pt x="1" y="35"/>
                      <a:pt x="0" y="23"/>
                      <a:pt x="2" y="10"/>
                    </a:cubicBezTo>
                    <a:cubicBezTo>
                      <a:pt x="3" y="4"/>
                      <a:pt x="9" y="0"/>
                      <a:pt x="15" y="1"/>
                    </a:cubicBezTo>
                    <a:cubicBezTo>
                      <a:pt x="21" y="2"/>
                      <a:pt x="25" y="7"/>
                      <a:pt x="24" y="14"/>
                    </a:cubicBezTo>
                    <a:cubicBezTo>
                      <a:pt x="24" y="16"/>
                      <a:pt x="24" y="18"/>
                      <a:pt x="23" y="20"/>
                    </a:cubicBezTo>
                    <a:cubicBezTo>
                      <a:pt x="22" y="29"/>
                      <a:pt x="22" y="38"/>
                      <a:pt x="23" y="48"/>
                    </a:cubicBezTo>
                    <a:cubicBezTo>
                      <a:pt x="23" y="53"/>
                      <a:pt x="18" y="58"/>
                      <a:pt x="12" y="5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5" name="Google Shape;3535;p40">
                <a:extLst>
                  <a:ext uri="{FF2B5EF4-FFF2-40B4-BE49-F238E27FC236}">
                    <a16:creationId xmlns:a16="http://schemas.microsoft.com/office/drawing/2014/main" id="{831338D5-861B-AE6C-3FA9-F30209B99AC4}"/>
                  </a:ext>
                </a:extLst>
              </p:cNvPr>
              <p:cNvSpPr/>
              <p:nvPr/>
            </p:nvSpPr>
            <p:spPr>
              <a:xfrm>
                <a:off x="556920" y="3749040"/>
                <a:ext cx="16920" cy="1121400"/>
              </a:xfrm>
              <a:custGeom>
                <a:avLst/>
                <a:gdLst/>
                <a:ahLst/>
                <a:cxnLst/>
                <a:rect l="l" t="t" r="r" b="b"/>
                <a:pathLst>
                  <a:path w="47" h="3115" extrusionOk="0">
                    <a:moveTo>
                      <a:pt x="34" y="3114"/>
                    </a:moveTo>
                    <a:cubicBezTo>
                      <a:pt x="28" y="3114"/>
                      <a:pt x="24" y="3109"/>
                      <a:pt x="24" y="3103"/>
                    </a:cubicBezTo>
                    <a:cubicBezTo>
                      <a:pt x="24" y="3088"/>
                      <a:pt x="23" y="3072"/>
                      <a:pt x="23" y="3058"/>
                    </a:cubicBezTo>
                    <a:cubicBezTo>
                      <a:pt x="23" y="3044"/>
                      <a:pt x="23" y="3030"/>
                      <a:pt x="23" y="3016"/>
                    </a:cubicBezTo>
                    <a:cubicBezTo>
                      <a:pt x="23" y="3001"/>
                      <a:pt x="23" y="2986"/>
                      <a:pt x="23" y="2971"/>
                    </a:cubicBezTo>
                    <a:cubicBezTo>
                      <a:pt x="23" y="2956"/>
                      <a:pt x="23" y="2941"/>
                      <a:pt x="23" y="2926"/>
                    </a:cubicBezTo>
                    <a:cubicBezTo>
                      <a:pt x="23" y="2863"/>
                      <a:pt x="23" y="2800"/>
                      <a:pt x="22" y="2737"/>
                    </a:cubicBezTo>
                    <a:cubicBezTo>
                      <a:pt x="21" y="2606"/>
                      <a:pt x="21" y="2475"/>
                      <a:pt x="20" y="2343"/>
                    </a:cubicBezTo>
                    <a:cubicBezTo>
                      <a:pt x="18" y="2208"/>
                      <a:pt x="18" y="2073"/>
                      <a:pt x="17" y="1939"/>
                    </a:cubicBezTo>
                    <a:cubicBezTo>
                      <a:pt x="16" y="1808"/>
                      <a:pt x="15" y="1678"/>
                      <a:pt x="14" y="1547"/>
                    </a:cubicBezTo>
                    <a:cubicBezTo>
                      <a:pt x="13" y="1415"/>
                      <a:pt x="12" y="1283"/>
                      <a:pt x="11" y="1150"/>
                    </a:cubicBezTo>
                    <a:cubicBezTo>
                      <a:pt x="10" y="1018"/>
                      <a:pt x="9" y="885"/>
                      <a:pt x="7" y="753"/>
                    </a:cubicBezTo>
                    <a:cubicBezTo>
                      <a:pt x="6" y="620"/>
                      <a:pt x="5" y="486"/>
                      <a:pt x="4" y="353"/>
                    </a:cubicBezTo>
                    <a:cubicBezTo>
                      <a:pt x="4" y="294"/>
                      <a:pt x="3" y="237"/>
                      <a:pt x="2" y="179"/>
                    </a:cubicBezTo>
                    <a:cubicBezTo>
                      <a:pt x="2" y="151"/>
                      <a:pt x="2" y="121"/>
                      <a:pt x="2" y="93"/>
                    </a:cubicBezTo>
                    <a:cubicBezTo>
                      <a:pt x="1" y="78"/>
                      <a:pt x="1" y="63"/>
                      <a:pt x="1" y="49"/>
                    </a:cubicBezTo>
                    <a:cubicBezTo>
                      <a:pt x="0" y="36"/>
                      <a:pt x="0" y="24"/>
                      <a:pt x="0" y="11"/>
                    </a:cubicBezTo>
                    <a:cubicBezTo>
                      <a:pt x="0" y="5"/>
                      <a:pt x="5" y="0"/>
                      <a:pt x="12" y="0"/>
                    </a:cubicBezTo>
                    <a:cubicBezTo>
                      <a:pt x="17" y="0"/>
                      <a:pt x="22" y="5"/>
                      <a:pt x="22" y="11"/>
                    </a:cubicBezTo>
                    <a:cubicBezTo>
                      <a:pt x="22" y="25"/>
                      <a:pt x="22" y="38"/>
                      <a:pt x="22" y="51"/>
                    </a:cubicBezTo>
                    <a:cubicBezTo>
                      <a:pt x="22" y="68"/>
                      <a:pt x="22" y="85"/>
                      <a:pt x="22" y="101"/>
                    </a:cubicBezTo>
                    <a:cubicBezTo>
                      <a:pt x="22" y="134"/>
                      <a:pt x="22" y="167"/>
                      <a:pt x="23" y="200"/>
                    </a:cubicBezTo>
                    <a:cubicBezTo>
                      <a:pt x="23" y="265"/>
                      <a:pt x="23" y="329"/>
                      <a:pt x="24" y="394"/>
                    </a:cubicBezTo>
                    <a:cubicBezTo>
                      <a:pt x="24" y="526"/>
                      <a:pt x="25" y="659"/>
                      <a:pt x="26" y="793"/>
                    </a:cubicBezTo>
                    <a:cubicBezTo>
                      <a:pt x="27" y="926"/>
                      <a:pt x="28" y="1059"/>
                      <a:pt x="29" y="1193"/>
                    </a:cubicBezTo>
                    <a:cubicBezTo>
                      <a:pt x="30" y="1323"/>
                      <a:pt x="31" y="1454"/>
                      <a:pt x="32" y="1585"/>
                    </a:cubicBezTo>
                    <a:cubicBezTo>
                      <a:pt x="33" y="1719"/>
                      <a:pt x="34" y="1852"/>
                      <a:pt x="35" y="1986"/>
                    </a:cubicBezTo>
                    <a:cubicBezTo>
                      <a:pt x="36" y="2119"/>
                      <a:pt x="37" y="2251"/>
                      <a:pt x="38" y="2383"/>
                    </a:cubicBezTo>
                    <a:cubicBezTo>
                      <a:pt x="39" y="2514"/>
                      <a:pt x="41" y="2646"/>
                      <a:pt x="42" y="2778"/>
                    </a:cubicBezTo>
                    <a:cubicBezTo>
                      <a:pt x="42" y="2834"/>
                      <a:pt x="43" y="2890"/>
                      <a:pt x="44" y="2947"/>
                    </a:cubicBezTo>
                    <a:cubicBezTo>
                      <a:pt x="44" y="2959"/>
                      <a:pt x="45" y="2971"/>
                      <a:pt x="45" y="2984"/>
                    </a:cubicBezTo>
                    <a:cubicBezTo>
                      <a:pt x="45" y="2997"/>
                      <a:pt x="45" y="3011"/>
                      <a:pt x="45" y="3024"/>
                    </a:cubicBezTo>
                    <a:cubicBezTo>
                      <a:pt x="45" y="3036"/>
                      <a:pt x="45" y="3049"/>
                      <a:pt x="45" y="3061"/>
                    </a:cubicBezTo>
                    <a:cubicBezTo>
                      <a:pt x="45" y="3075"/>
                      <a:pt x="45" y="3089"/>
                      <a:pt x="46" y="3103"/>
                    </a:cubicBezTo>
                    <a:cubicBezTo>
                      <a:pt x="46" y="3109"/>
                      <a:pt x="41" y="3114"/>
                      <a:pt x="35" y="3114"/>
                    </a:cubicBezTo>
                    <a:lnTo>
                      <a:pt x="34" y="3114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6" name="Google Shape;3536;p40">
                <a:extLst>
                  <a:ext uri="{FF2B5EF4-FFF2-40B4-BE49-F238E27FC236}">
                    <a16:creationId xmlns:a16="http://schemas.microsoft.com/office/drawing/2014/main" id="{11182901-09F5-B037-CD83-15AD7D3E08BE}"/>
                  </a:ext>
                </a:extLst>
              </p:cNvPr>
              <p:cNvSpPr/>
              <p:nvPr/>
            </p:nvSpPr>
            <p:spPr>
              <a:xfrm>
                <a:off x="542520" y="3746880"/>
                <a:ext cx="39960" cy="87120"/>
              </a:xfrm>
              <a:custGeom>
                <a:avLst/>
                <a:gdLst/>
                <a:ahLst/>
                <a:cxnLst/>
                <a:rect l="l" t="t" r="r" b="b"/>
                <a:pathLst>
                  <a:path w="111" h="242" extrusionOk="0">
                    <a:moveTo>
                      <a:pt x="12" y="241"/>
                    </a:moveTo>
                    <a:cubicBezTo>
                      <a:pt x="5" y="241"/>
                      <a:pt x="0" y="235"/>
                      <a:pt x="1" y="229"/>
                    </a:cubicBezTo>
                    <a:cubicBezTo>
                      <a:pt x="3" y="219"/>
                      <a:pt x="4" y="211"/>
                      <a:pt x="6" y="201"/>
                    </a:cubicBezTo>
                    <a:cubicBezTo>
                      <a:pt x="7" y="198"/>
                      <a:pt x="7" y="194"/>
                      <a:pt x="8" y="191"/>
                    </a:cubicBezTo>
                    <a:cubicBezTo>
                      <a:pt x="9" y="186"/>
                      <a:pt x="10" y="182"/>
                      <a:pt x="10" y="178"/>
                    </a:cubicBezTo>
                    <a:lnTo>
                      <a:pt x="10" y="179"/>
                    </a:lnTo>
                    <a:cubicBezTo>
                      <a:pt x="10" y="178"/>
                      <a:pt x="11" y="176"/>
                      <a:pt x="11" y="175"/>
                    </a:cubicBezTo>
                    <a:cubicBezTo>
                      <a:pt x="11" y="171"/>
                      <a:pt x="12" y="168"/>
                      <a:pt x="12" y="164"/>
                    </a:cubicBezTo>
                    <a:cubicBezTo>
                      <a:pt x="16" y="141"/>
                      <a:pt x="19" y="119"/>
                      <a:pt x="22" y="97"/>
                    </a:cubicBezTo>
                    <a:cubicBezTo>
                      <a:pt x="25" y="76"/>
                      <a:pt x="28" y="55"/>
                      <a:pt x="31" y="34"/>
                    </a:cubicBezTo>
                    <a:cubicBezTo>
                      <a:pt x="31" y="31"/>
                      <a:pt x="31" y="30"/>
                      <a:pt x="31" y="28"/>
                    </a:cubicBezTo>
                    <a:cubicBezTo>
                      <a:pt x="32" y="22"/>
                      <a:pt x="36" y="18"/>
                      <a:pt x="42" y="18"/>
                    </a:cubicBezTo>
                    <a:cubicBezTo>
                      <a:pt x="43" y="18"/>
                      <a:pt x="45" y="18"/>
                      <a:pt x="46" y="19"/>
                    </a:cubicBezTo>
                    <a:cubicBezTo>
                      <a:pt x="47" y="16"/>
                      <a:pt x="47" y="13"/>
                      <a:pt x="47" y="10"/>
                    </a:cubicBezTo>
                    <a:cubicBezTo>
                      <a:pt x="49" y="5"/>
                      <a:pt x="52" y="2"/>
                      <a:pt x="57" y="1"/>
                    </a:cubicBezTo>
                    <a:cubicBezTo>
                      <a:pt x="63" y="0"/>
                      <a:pt x="68" y="4"/>
                      <a:pt x="69" y="9"/>
                    </a:cubicBezTo>
                    <a:cubicBezTo>
                      <a:pt x="70" y="12"/>
                      <a:pt x="70" y="16"/>
                      <a:pt x="70" y="19"/>
                    </a:cubicBezTo>
                    <a:cubicBezTo>
                      <a:pt x="71" y="23"/>
                      <a:pt x="72" y="26"/>
                      <a:pt x="72" y="30"/>
                    </a:cubicBezTo>
                    <a:cubicBezTo>
                      <a:pt x="72" y="30"/>
                      <a:pt x="72" y="29"/>
                      <a:pt x="72" y="28"/>
                    </a:cubicBezTo>
                    <a:cubicBezTo>
                      <a:pt x="77" y="53"/>
                      <a:pt x="84" y="77"/>
                      <a:pt x="88" y="101"/>
                    </a:cubicBezTo>
                    <a:cubicBezTo>
                      <a:pt x="88" y="100"/>
                      <a:pt x="88" y="100"/>
                      <a:pt x="88" y="99"/>
                    </a:cubicBezTo>
                    <a:cubicBezTo>
                      <a:pt x="88" y="101"/>
                      <a:pt x="88" y="101"/>
                      <a:pt x="88" y="102"/>
                    </a:cubicBezTo>
                    <a:cubicBezTo>
                      <a:pt x="89" y="108"/>
                      <a:pt x="90" y="113"/>
                      <a:pt x="91" y="117"/>
                    </a:cubicBezTo>
                    <a:lnTo>
                      <a:pt x="91" y="116"/>
                    </a:lnTo>
                    <a:cubicBezTo>
                      <a:pt x="92" y="123"/>
                      <a:pt x="93" y="130"/>
                      <a:pt x="94" y="136"/>
                    </a:cubicBezTo>
                    <a:lnTo>
                      <a:pt x="94" y="137"/>
                    </a:lnTo>
                    <a:cubicBezTo>
                      <a:pt x="95" y="137"/>
                      <a:pt x="95" y="137"/>
                      <a:pt x="95" y="137"/>
                    </a:cubicBezTo>
                    <a:cubicBezTo>
                      <a:pt x="95" y="142"/>
                      <a:pt x="96" y="147"/>
                      <a:pt x="97" y="152"/>
                    </a:cubicBezTo>
                    <a:cubicBezTo>
                      <a:pt x="97" y="151"/>
                      <a:pt x="97" y="151"/>
                      <a:pt x="97" y="151"/>
                    </a:cubicBezTo>
                    <a:lnTo>
                      <a:pt x="97" y="152"/>
                    </a:lnTo>
                    <a:lnTo>
                      <a:pt x="97" y="151"/>
                    </a:lnTo>
                    <a:cubicBezTo>
                      <a:pt x="100" y="171"/>
                      <a:pt x="105" y="191"/>
                      <a:pt x="109" y="212"/>
                    </a:cubicBezTo>
                    <a:cubicBezTo>
                      <a:pt x="110" y="218"/>
                      <a:pt x="107" y="223"/>
                      <a:pt x="101" y="225"/>
                    </a:cubicBezTo>
                    <a:cubicBezTo>
                      <a:pt x="96" y="226"/>
                      <a:pt x="90" y="222"/>
                      <a:pt x="89" y="217"/>
                    </a:cubicBezTo>
                    <a:cubicBezTo>
                      <a:pt x="87" y="209"/>
                      <a:pt x="85" y="201"/>
                      <a:pt x="84" y="193"/>
                    </a:cubicBezTo>
                    <a:lnTo>
                      <a:pt x="84" y="194"/>
                    </a:lnTo>
                    <a:cubicBezTo>
                      <a:pt x="84" y="193"/>
                      <a:pt x="84" y="191"/>
                      <a:pt x="84" y="190"/>
                    </a:cubicBezTo>
                    <a:cubicBezTo>
                      <a:pt x="84" y="191"/>
                      <a:pt x="84" y="191"/>
                      <a:pt x="84" y="192"/>
                    </a:cubicBezTo>
                    <a:cubicBezTo>
                      <a:pt x="83" y="190"/>
                      <a:pt x="83" y="187"/>
                      <a:pt x="82" y="185"/>
                    </a:cubicBezTo>
                    <a:lnTo>
                      <a:pt x="82" y="186"/>
                    </a:lnTo>
                    <a:cubicBezTo>
                      <a:pt x="82" y="185"/>
                      <a:pt x="82" y="184"/>
                      <a:pt x="82" y="183"/>
                    </a:cubicBezTo>
                    <a:cubicBezTo>
                      <a:pt x="81" y="178"/>
                      <a:pt x="80" y="173"/>
                      <a:pt x="79" y="169"/>
                    </a:cubicBezTo>
                    <a:lnTo>
                      <a:pt x="80" y="170"/>
                    </a:lnTo>
                    <a:cubicBezTo>
                      <a:pt x="79" y="165"/>
                      <a:pt x="78" y="161"/>
                      <a:pt x="77" y="156"/>
                    </a:cubicBezTo>
                    <a:cubicBezTo>
                      <a:pt x="77" y="157"/>
                      <a:pt x="77" y="157"/>
                      <a:pt x="78" y="157"/>
                    </a:cubicBezTo>
                    <a:cubicBezTo>
                      <a:pt x="77" y="157"/>
                      <a:pt x="77" y="155"/>
                      <a:pt x="77" y="155"/>
                    </a:cubicBezTo>
                    <a:lnTo>
                      <a:pt x="77" y="156"/>
                    </a:lnTo>
                    <a:cubicBezTo>
                      <a:pt x="77" y="151"/>
                      <a:pt x="75" y="145"/>
                      <a:pt x="74" y="141"/>
                    </a:cubicBezTo>
                    <a:cubicBezTo>
                      <a:pt x="74" y="140"/>
                      <a:pt x="74" y="140"/>
                      <a:pt x="74" y="140"/>
                    </a:cubicBezTo>
                    <a:cubicBezTo>
                      <a:pt x="73" y="134"/>
                      <a:pt x="72" y="128"/>
                      <a:pt x="71" y="122"/>
                    </a:cubicBezTo>
                    <a:lnTo>
                      <a:pt x="71" y="123"/>
                    </a:lnTo>
                    <a:cubicBezTo>
                      <a:pt x="70" y="116"/>
                      <a:pt x="68" y="109"/>
                      <a:pt x="67" y="103"/>
                    </a:cubicBezTo>
                    <a:cubicBezTo>
                      <a:pt x="68" y="104"/>
                      <a:pt x="68" y="104"/>
                      <a:pt x="68" y="104"/>
                    </a:cubicBezTo>
                    <a:cubicBezTo>
                      <a:pt x="66" y="98"/>
                      <a:pt x="65" y="91"/>
                      <a:pt x="63" y="84"/>
                    </a:cubicBezTo>
                    <a:cubicBezTo>
                      <a:pt x="61" y="77"/>
                      <a:pt x="60" y="70"/>
                      <a:pt x="58" y="63"/>
                    </a:cubicBezTo>
                    <a:cubicBezTo>
                      <a:pt x="58" y="64"/>
                      <a:pt x="57" y="66"/>
                      <a:pt x="57" y="68"/>
                    </a:cubicBezTo>
                    <a:cubicBezTo>
                      <a:pt x="53" y="84"/>
                      <a:pt x="50" y="100"/>
                      <a:pt x="46" y="116"/>
                    </a:cubicBezTo>
                    <a:cubicBezTo>
                      <a:pt x="42" y="131"/>
                      <a:pt x="38" y="147"/>
                      <a:pt x="34" y="162"/>
                    </a:cubicBezTo>
                    <a:cubicBezTo>
                      <a:pt x="35" y="162"/>
                      <a:pt x="35" y="161"/>
                      <a:pt x="35" y="161"/>
                    </a:cubicBezTo>
                    <a:cubicBezTo>
                      <a:pt x="29" y="185"/>
                      <a:pt x="26" y="208"/>
                      <a:pt x="23" y="232"/>
                    </a:cubicBezTo>
                    <a:cubicBezTo>
                      <a:pt x="22" y="237"/>
                      <a:pt x="18" y="241"/>
                      <a:pt x="12" y="2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7" name="Google Shape;3537;p40">
                <a:extLst>
                  <a:ext uri="{FF2B5EF4-FFF2-40B4-BE49-F238E27FC236}">
                    <a16:creationId xmlns:a16="http://schemas.microsoft.com/office/drawing/2014/main" id="{51E356BA-B560-C91A-F710-FAD6D7906DAD}"/>
                  </a:ext>
                </a:extLst>
              </p:cNvPr>
              <p:cNvSpPr/>
              <p:nvPr/>
            </p:nvSpPr>
            <p:spPr>
              <a:xfrm>
                <a:off x="16200" y="4703760"/>
                <a:ext cx="107784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2994" h="36" extrusionOk="0">
                    <a:moveTo>
                      <a:pt x="0" y="24"/>
                    </a:moveTo>
                    <a:cubicBezTo>
                      <a:pt x="1" y="18"/>
                      <a:pt x="6" y="14"/>
                      <a:pt x="12" y="14"/>
                    </a:cubicBezTo>
                    <a:cubicBezTo>
                      <a:pt x="26" y="13"/>
                      <a:pt x="41" y="14"/>
                      <a:pt x="55" y="14"/>
                    </a:cubicBezTo>
                    <a:cubicBezTo>
                      <a:pt x="71" y="14"/>
                      <a:pt x="87" y="14"/>
                      <a:pt x="103" y="14"/>
                    </a:cubicBezTo>
                    <a:cubicBezTo>
                      <a:pt x="134" y="14"/>
                      <a:pt x="165" y="14"/>
                      <a:pt x="197" y="14"/>
                    </a:cubicBezTo>
                    <a:cubicBezTo>
                      <a:pt x="259" y="13"/>
                      <a:pt x="322" y="13"/>
                      <a:pt x="384" y="13"/>
                    </a:cubicBezTo>
                    <a:cubicBezTo>
                      <a:pt x="510" y="13"/>
                      <a:pt x="635" y="11"/>
                      <a:pt x="761" y="11"/>
                    </a:cubicBezTo>
                    <a:cubicBezTo>
                      <a:pt x="887" y="11"/>
                      <a:pt x="1013" y="10"/>
                      <a:pt x="1139" y="10"/>
                    </a:cubicBezTo>
                    <a:cubicBezTo>
                      <a:pt x="1269" y="9"/>
                      <a:pt x="1398" y="8"/>
                      <a:pt x="1528" y="8"/>
                    </a:cubicBezTo>
                    <a:cubicBezTo>
                      <a:pt x="1655" y="7"/>
                      <a:pt x="1781" y="7"/>
                      <a:pt x="1907" y="6"/>
                    </a:cubicBezTo>
                    <a:cubicBezTo>
                      <a:pt x="2034" y="6"/>
                      <a:pt x="2160" y="6"/>
                      <a:pt x="2287" y="5"/>
                    </a:cubicBezTo>
                    <a:cubicBezTo>
                      <a:pt x="2415" y="4"/>
                      <a:pt x="2542" y="4"/>
                      <a:pt x="2669" y="3"/>
                    </a:cubicBezTo>
                    <a:cubicBezTo>
                      <a:pt x="2720" y="3"/>
                      <a:pt x="2771" y="3"/>
                      <a:pt x="2822" y="2"/>
                    </a:cubicBezTo>
                    <a:cubicBezTo>
                      <a:pt x="2848" y="2"/>
                      <a:pt x="2875" y="1"/>
                      <a:pt x="2901" y="1"/>
                    </a:cubicBezTo>
                    <a:cubicBezTo>
                      <a:pt x="2928" y="1"/>
                      <a:pt x="2956" y="1"/>
                      <a:pt x="2983" y="0"/>
                    </a:cubicBezTo>
                    <a:cubicBezTo>
                      <a:pt x="2989" y="0"/>
                      <a:pt x="2993" y="6"/>
                      <a:pt x="2993" y="11"/>
                    </a:cubicBezTo>
                    <a:cubicBezTo>
                      <a:pt x="2993" y="17"/>
                      <a:pt x="2988" y="22"/>
                      <a:pt x="2982" y="22"/>
                    </a:cubicBezTo>
                    <a:cubicBezTo>
                      <a:pt x="2950" y="21"/>
                      <a:pt x="2918" y="21"/>
                      <a:pt x="2885" y="21"/>
                    </a:cubicBezTo>
                    <a:cubicBezTo>
                      <a:pt x="2854" y="22"/>
                      <a:pt x="2824" y="22"/>
                      <a:pt x="2793" y="22"/>
                    </a:cubicBezTo>
                    <a:cubicBezTo>
                      <a:pt x="2730" y="22"/>
                      <a:pt x="2667" y="22"/>
                      <a:pt x="2604" y="22"/>
                    </a:cubicBezTo>
                    <a:cubicBezTo>
                      <a:pt x="2476" y="22"/>
                      <a:pt x="2348" y="24"/>
                      <a:pt x="2220" y="24"/>
                    </a:cubicBezTo>
                    <a:cubicBezTo>
                      <a:pt x="2094" y="25"/>
                      <a:pt x="1967" y="25"/>
                      <a:pt x="1842" y="26"/>
                    </a:cubicBezTo>
                    <a:cubicBezTo>
                      <a:pt x="1713" y="26"/>
                      <a:pt x="1585" y="27"/>
                      <a:pt x="1456" y="28"/>
                    </a:cubicBezTo>
                    <a:cubicBezTo>
                      <a:pt x="1394" y="28"/>
                      <a:pt x="1331" y="28"/>
                      <a:pt x="1269" y="29"/>
                    </a:cubicBezTo>
                    <a:cubicBezTo>
                      <a:pt x="1204" y="29"/>
                      <a:pt x="1139" y="29"/>
                      <a:pt x="1075" y="29"/>
                    </a:cubicBezTo>
                    <a:cubicBezTo>
                      <a:pt x="949" y="30"/>
                      <a:pt x="823" y="31"/>
                      <a:pt x="697" y="31"/>
                    </a:cubicBezTo>
                    <a:cubicBezTo>
                      <a:pt x="635" y="32"/>
                      <a:pt x="573" y="32"/>
                      <a:pt x="510" y="32"/>
                    </a:cubicBezTo>
                    <a:cubicBezTo>
                      <a:pt x="447" y="32"/>
                      <a:pt x="383" y="33"/>
                      <a:pt x="319" y="33"/>
                    </a:cubicBezTo>
                    <a:cubicBezTo>
                      <a:pt x="266" y="34"/>
                      <a:pt x="214" y="34"/>
                      <a:pt x="161" y="34"/>
                    </a:cubicBezTo>
                    <a:cubicBezTo>
                      <a:pt x="136" y="34"/>
                      <a:pt x="111" y="35"/>
                      <a:pt x="86" y="35"/>
                    </a:cubicBezTo>
                    <a:cubicBezTo>
                      <a:pt x="61" y="35"/>
                      <a:pt x="37" y="35"/>
                      <a:pt x="11" y="35"/>
                    </a:cubicBezTo>
                    <a:cubicBezTo>
                      <a:pt x="6" y="35"/>
                      <a:pt x="0" y="30"/>
                      <a:pt x="0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8" name="Google Shape;3538;p40">
                <a:extLst>
                  <a:ext uri="{FF2B5EF4-FFF2-40B4-BE49-F238E27FC236}">
                    <a16:creationId xmlns:a16="http://schemas.microsoft.com/office/drawing/2014/main" id="{5646958E-18D2-54CE-3E8E-5ECE22D2CEBD}"/>
                  </a:ext>
                </a:extLst>
              </p:cNvPr>
              <p:cNvSpPr/>
              <p:nvPr/>
            </p:nvSpPr>
            <p:spPr>
              <a:xfrm>
                <a:off x="1049040" y="4692960"/>
                <a:ext cx="71280" cy="40680"/>
              </a:xfrm>
              <a:custGeom>
                <a:avLst/>
                <a:gdLst/>
                <a:ahLst/>
                <a:cxnLst/>
                <a:rect l="l" t="t" r="r" b="b"/>
                <a:pathLst>
                  <a:path w="198" h="113" extrusionOk="0">
                    <a:moveTo>
                      <a:pt x="21" y="108"/>
                    </a:moveTo>
                    <a:cubicBezTo>
                      <a:pt x="17" y="104"/>
                      <a:pt x="17" y="97"/>
                      <a:pt x="21" y="93"/>
                    </a:cubicBezTo>
                    <a:cubicBezTo>
                      <a:pt x="29" y="86"/>
                      <a:pt x="39" y="79"/>
                      <a:pt x="49" y="74"/>
                    </a:cubicBezTo>
                    <a:cubicBezTo>
                      <a:pt x="53" y="72"/>
                      <a:pt x="58" y="69"/>
                      <a:pt x="63" y="67"/>
                    </a:cubicBezTo>
                    <a:cubicBezTo>
                      <a:pt x="67" y="65"/>
                      <a:pt x="71" y="63"/>
                      <a:pt x="76" y="61"/>
                    </a:cubicBezTo>
                    <a:cubicBezTo>
                      <a:pt x="81" y="59"/>
                      <a:pt x="85" y="58"/>
                      <a:pt x="90" y="57"/>
                    </a:cubicBezTo>
                    <a:cubicBezTo>
                      <a:pt x="100" y="53"/>
                      <a:pt x="110" y="50"/>
                      <a:pt x="120" y="47"/>
                    </a:cubicBezTo>
                    <a:cubicBezTo>
                      <a:pt x="125" y="45"/>
                      <a:pt x="130" y="43"/>
                      <a:pt x="135" y="41"/>
                    </a:cubicBezTo>
                    <a:cubicBezTo>
                      <a:pt x="133" y="41"/>
                      <a:pt x="131" y="41"/>
                      <a:pt x="130" y="41"/>
                    </a:cubicBezTo>
                    <a:cubicBezTo>
                      <a:pt x="123" y="41"/>
                      <a:pt x="117" y="40"/>
                      <a:pt x="110" y="40"/>
                    </a:cubicBezTo>
                    <a:cubicBezTo>
                      <a:pt x="99" y="38"/>
                      <a:pt x="88" y="36"/>
                      <a:pt x="77" y="34"/>
                    </a:cubicBezTo>
                    <a:cubicBezTo>
                      <a:pt x="66" y="33"/>
                      <a:pt x="54" y="30"/>
                      <a:pt x="43" y="28"/>
                    </a:cubicBezTo>
                    <a:lnTo>
                      <a:pt x="42" y="28"/>
                    </a:lnTo>
                    <a:cubicBezTo>
                      <a:pt x="43" y="28"/>
                      <a:pt x="43" y="28"/>
                      <a:pt x="43" y="28"/>
                    </a:cubicBezTo>
                    <a:cubicBezTo>
                      <a:pt x="35" y="26"/>
                      <a:pt x="28" y="24"/>
                      <a:pt x="21" y="23"/>
                    </a:cubicBezTo>
                    <a:cubicBezTo>
                      <a:pt x="18" y="24"/>
                      <a:pt x="16" y="24"/>
                      <a:pt x="14" y="23"/>
                    </a:cubicBezTo>
                    <a:cubicBezTo>
                      <a:pt x="11" y="23"/>
                      <a:pt x="8" y="22"/>
                      <a:pt x="6" y="20"/>
                    </a:cubicBezTo>
                    <a:cubicBezTo>
                      <a:pt x="3" y="18"/>
                      <a:pt x="0" y="14"/>
                      <a:pt x="2" y="9"/>
                    </a:cubicBezTo>
                    <a:cubicBezTo>
                      <a:pt x="2" y="5"/>
                      <a:pt x="6" y="1"/>
                      <a:pt x="11" y="0"/>
                    </a:cubicBezTo>
                    <a:cubicBezTo>
                      <a:pt x="15" y="0"/>
                      <a:pt x="19" y="1"/>
                      <a:pt x="23" y="2"/>
                    </a:cubicBezTo>
                    <a:cubicBezTo>
                      <a:pt x="27" y="2"/>
                      <a:pt x="29" y="3"/>
                      <a:pt x="33" y="3"/>
                    </a:cubicBezTo>
                    <a:cubicBezTo>
                      <a:pt x="38" y="5"/>
                      <a:pt x="43" y="6"/>
                      <a:pt x="48" y="7"/>
                    </a:cubicBezTo>
                    <a:cubicBezTo>
                      <a:pt x="47" y="7"/>
                      <a:pt x="46" y="7"/>
                      <a:pt x="46" y="7"/>
                    </a:cubicBezTo>
                    <a:cubicBezTo>
                      <a:pt x="52" y="8"/>
                      <a:pt x="57" y="9"/>
                      <a:pt x="63" y="10"/>
                    </a:cubicBezTo>
                    <a:cubicBezTo>
                      <a:pt x="74" y="13"/>
                      <a:pt x="84" y="15"/>
                      <a:pt x="95" y="16"/>
                    </a:cubicBezTo>
                    <a:cubicBezTo>
                      <a:pt x="104" y="18"/>
                      <a:pt x="114" y="19"/>
                      <a:pt x="124" y="20"/>
                    </a:cubicBezTo>
                    <a:cubicBezTo>
                      <a:pt x="133" y="21"/>
                      <a:pt x="142" y="21"/>
                      <a:pt x="151" y="21"/>
                    </a:cubicBezTo>
                    <a:cubicBezTo>
                      <a:pt x="161" y="22"/>
                      <a:pt x="169" y="22"/>
                      <a:pt x="178" y="22"/>
                    </a:cubicBezTo>
                    <a:cubicBezTo>
                      <a:pt x="185" y="22"/>
                      <a:pt x="193" y="23"/>
                      <a:pt x="195" y="30"/>
                    </a:cubicBezTo>
                    <a:cubicBezTo>
                      <a:pt x="197" y="34"/>
                      <a:pt x="196" y="39"/>
                      <a:pt x="193" y="43"/>
                    </a:cubicBezTo>
                    <a:cubicBezTo>
                      <a:pt x="190" y="46"/>
                      <a:pt x="186" y="48"/>
                      <a:pt x="181" y="49"/>
                    </a:cubicBezTo>
                    <a:cubicBezTo>
                      <a:pt x="172" y="52"/>
                      <a:pt x="162" y="55"/>
                      <a:pt x="153" y="58"/>
                    </a:cubicBezTo>
                    <a:cubicBezTo>
                      <a:pt x="152" y="58"/>
                      <a:pt x="152" y="58"/>
                      <a:pt x="152" y="58"/>
                    </a:cubicBezTo>
                    <a:lnTo>
                      <a:pt x="153" y="58"/>
                    </a:lnTo>
                    <a:cubicBezTo>
                      <a:pt x="152" y="58"/>
                      <a:pt x="151" y="58"/>
                      <a:pt x="151" y="59"/>
                    </a:cubicBezTo>
                    <a:lnTo>
                      <a:pt x="150" y="59"/>
                    </a:lnTo>
                    <a:lnTo>
                      <a:pt x="149" y="59"/>
                    </a:lnTo>
                    <a:lnTo>
                      <a:pt x="148" y="59"/>
                    </a:lnTo>
                    <a:lnTo>
                      <a:pt x="147" y="60"/>
                    </a:lnTo>
                    <a:lnTo>
                      <a:pt x="147" y="59"/>
                    </a:lnTo>
                    <a:cubicBezTo>
                      <a:pt x="147" y="60"/>
                      <a:pt x="147" y="60"/>
                      <a:pt x="146" y="60"/>
                    </a:cubicBezTo>
                    <a:cubicBezTo>
                      <a:pt x="145" y="61"/>
                      <a:pt x="143" y="61"/>
                      <a:pt x="142" y="62"/>
                    </a:cubicBezTo>
                    <a:cubicBezTo>
                      <a:pt x="142" y="61"/>
                      <a:pt x="142" y="61"/>
                      <a:pt x="142" y="61"/>
                    </a:cubicBezTo>
                    <a:lnTo>
                      <a:pt x="142" y="62"/>
                    </a:lnTo>
                    <a:cubicBezTo>
                      <a:pt x="141" y="62"/>
                      <a:pt x="141" y="62"/>
                      <a:pt x="141" y="62"/>
                    </a:cubicBezTo>
                    <a:lnTo>
                      <a:pt x="140" y="62"/>
                    </a:lnTo>
                    <a:cubicBezTo>
                      <a:pt x="135" y="64"/>
                      <a:pt x="131" y="65"/>
                      <a:pt x="126" y="66"/>
                    </a:cubicBezTo>
                    <a:cubicBezTo>
                      <a:pt x="127" y="66"/>
                      <a:pt x="127" y="66"/>
                      <a:pt x="127" y="66"/>
                    </a:cubicBezTo>
                    <a:cubicBezTo>
                      <a:pt x="117" y="69"/>
                      <a:pt x="107" y="72"/>
                      <a:pt x="98" y="76"/>
                    </a:cubicBezTo>
                    <a:cubicBezTo>
                      <a:pt x="94" y="77"/>
                      <a:pt x="89" y="79"/>
                      <a:pt x="85" y="80"/>
                    </a:cubicBezTo>
                    <a:cubicBezTo>
                      <a:pt x="80" y="82"/>
                      <a:pt x="76" y="84"/>
                      <a:pt x="71" y="86"/>
                    </a:cubicBezTo>
                    <a:cubicBezTo>
                      <a:pt x="64" y="90"/>
                      <a:pt x="57" y="93"/>
                      <a:pt x="50" y="97"/>
                    </a:cubicBezTo>
                    <a:cubicBezTo>
                      <a:pt x="47" y="99"/>
                      <a:pt x="44" y="101"/>
                      <a:pt x="41" y="104"/>
                    </a:cubicBezTo>
                    <a:cubicBezTo>
                      <a:pt x="39" y="105"/>
                      <a:pt x="38" y="107"/>
                      <a:pt x="36" y="109"/>
                    </a:cubicBezTo>
                    <a:cubicBezTo>
                      <a:pt x="34" y="111"/>
                      <a:pt x="31" y="112"/>
                      <a:pt x="29" y="112"/>
                    </a:cubicBezTo>
                    <a:cubicBezTo>
                      <a:pt x="26" y="112"/>
                      <a:pt x="23" y="111"/>
                      <a:pt x="21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9" name="Google Shape;3539;p40">
                <a:extLst>
                  <a:ext uri="{FF2B5EF4-FFF2-40B4-BE49-F238E27FC236}">
                    <a16:creationId xmlns:a16="http://schemas.microsoft.com/office/drawing/2014/main" id="{20EBC2B5-7A81-2FD9-3809-62082B37533F}"/>
                  </a:ext>
                </a:extLst>
              </p:cNvPr>
              <p:cNvSpPr/>
              <p:nvPr/>
            </p:nvSpPr>
            <p:spPr>
              <a:xfrm>
                <a:off x="193680" y="4141800"/>
                <a:ext cx="56520" cy="121320"/>
              </a:xfrm>
              <a:custGeom>
                <a:avLst/>
                <a:gdLst/>
                <a:ahLst/>
                <a:cxnLst/>
                <a:rect l="l" t="t" r="r" b="b"/>
                <a:pathLst>
                  <a:path w="157" h="337" extrusionOk="0">
                    <a:moveTo>
                      <a:pt x="25" y="335"/>
                    </a:moveTo>
                    <a:cubicBezTo>
                      <a:pt x="22" y="335"/>
                      <a:pt x="20" y="334"/>
                      <a:pt x="17" y="333"/>
                    </a:cubicBezTo>
                    <a:cubicBezTo>
                      <a:pt x="15" y="332"/>
                      <a:pt x="13" y="330"/>
                      <a:pt x="11" y="328"/>
                    </a:cubicBezTo>
                    <a:cubicBezTo>
                      <a:pt x="7" y="324"/>
                      <a:pt x="4" y="319"/>
                      <a:pt x="3" y="313"/>
                    </a:cubicBezTo>
                    <a:cubicBezTo>
                      <a:pt x="1" y="307"/>
                      <a:pt x="0" y="301"/>
                      <a:pt x="0" y="294"/>
                    </a:cubicBezTo>
                    <a:cubicBezTo>
                      <a:pt x="0" y="288"/>
                      <a:pt x="3" y="283"/>
                      <a:pt x="9" y="282"/>
                    </a:cubicBezTo>
                    <a:cubicBezTo>
                      <a:pt x="14" y="282"/>
                      <a:pt x="20" y="286"/>
                      <a:pt x="21" y="292"/>
                    </a:cubicBezTo>
                    <a:cubicBezTo>
                      <a:pt x="21" y="295"/>
                      <a:pt x="21" y="297"/>
                      <a:pt x="21" y="300"/>
                    </a:cubicBezTo>
                    <a:cubicBezTo>
                      <a:pt x="22" y="302"/>
                      <a:pt x="22" y="303"/>
                      <a:pt x="23" y="305"/>
                    </a:cubicBezTo>
                    <a:cubicBezTo>
                      <a:pt x="23" y="307"/>
                      <a:pt x="24" y="308"/>
                      <a:pt x="24" y="309"/>
                    </a:cubicBezTo>
                    <a:cubicBezTo>
                      <a:pt x="25" y="310"/>
                      <a:pt x="25" y="311"/>
                      <a:pt x="26" y="312"/>
                    </a:cubicBezTo>
                    <a:cubicBezTo>
                      <a:pt x="26" y="313"/>
                      <a:pt x="27" y="313"/>
                      <a:pt x="27" y="313"/>
                    </a:cubicBezTo>
                    <a:cubicBezTo>
                      <a:pt x="28" y="314"/>
                      <a:pt x="28" y="314"/>
                      <a:pt x="29" y="314"/>
                    </a:cubicBezTo>
                    <a:lnTo>
                      <a:pt x="30" y="314"/>
                    </a:lnTo>
                    <a:cubicBezTo>
                      <a:pt x="31" y="315"/>
                      <a:pt x="31" y="315"/>
                      <a:pt x="31" y="315"/>
                    </a:cubicBezTo>
                    <a:lnTo>
                      <a:pt x="32" y="315"/>
                    </a:lnTo>
                    <a:cubicBezTo>
                      <a:pt x="32" y="314"/>
                      <a:pt x="32" y="314"/>
                      <a:pt x="32" y="314"/>
                    </a:cubicBezTo>
                    <a:lnTo>
                      <a:pt x="32" y="313"/>
                    </a:lnTo>
                    <a:cubicBezTo>
                      <a:pt x="33" y="313"/>
                      <a:pt x="34" y="312"/>
                      <a:pt x="34" y="312"/>
                    </a:cubicBezTo>
                    <a:cubicBezTo>
                      <a:pt x="36" y="309"/>
                      <a:pt x="38" y="306"/>
                      <a:pt x="39" y="303"/>
                    </a:cubicBezTo>
                    <a:cubicBezTo>
                      <a:pt x="41" y="298"/>
                      <a:pt x="43" y="294"/>
                      <a:pt x="45" y="289"/>
                    </a:cubicBezTo>
                    <a:cubicBezTo>
                      <a:pt x="47" y="284"/>
                      <a:pt x="49" y="278"/>
                      <a:pt x="50" y="273"/>
                    </a:cubicBezTo>
                    <a:cubicBezTo>
                      <a:pt x="50" y="274"/>
                      <a:pt x="49" y="274"/>
                      <a:pt x="49" y="274"/>
                    </a:cubicBezTo>
                    <a:cubicBezTo>
                      <a:pt x="54" y="252"/>
                      <a:pt x="58" y="229"/>
                      <a:pt x="61" y="207"/>
                    </a:cubicBezTo>
                    <a:cubicBezTo>
                      <a:pt x="65" y="183"/>
                      <a:pt x="68" y="161"/>
                      <a:pt x="73" y="137"/>
                    </a:cubicBezTo>
                    <a:cubicBezTo>
                      <a:pt x="74" y="127"/>
                      <a:pt x="76" y="116"/>
                      <a:pt x="78" y="106"/>
                    </a:cubicBezTo>
                    <a:cubicBezTo>
                      <a:pt x="80" y="101"/>
                      <a:pt x="81" y="95"/>
                      <a:pt x="82" y="90"/>
                    </a:cubicBezTo>
                    <a:cubicBezTo>
                      <a:pt x="83" y="84"/>
                      <a:pt x="84" y="79"/>
                      <a:pt x="86" y="73"/>
                    </a:cubicBezTo>
                    <a:cubicBezTo>
                      <a:pt x="89" y="64"/>
                      <a:pt x="92" y="55"/>
                      <a:pt x="96" y="46"/>
                    </a:cubicBezTo>
                    <a:cubicBezTo>
                      <a:pt x="100" y="39"/>
                      <a:pt x="103" y="33"/>
                      <a:pt x="108" y="26"/>
                    </a:cubicBezTo>
                    <a:cubicBezTo>
                      <a:pt x="111" y="20"/>
                      <a:pt x="115" y="14"/>
                      <a:pt x="120" y="9"/>
                    </a:cubicBezTo>
                    <a:cubicBezTo>
                      <a:pt x="122" y="7"/>
                      <a:pt x="125" y="5"/>
                      <a:pt x="127" y="4"/>
                    </a:cubicBezTo>
                    <a:cubicBezTo>
                      <a:pt x="130" y="2"/>
                      <a:pt x="133" y="1"/>
                      <a:pt x="135" y="1"/>
                    </a:cubicBezTo>
                    <a:cubicBezTo>
                      <a:pt x="141" y="0"/>
                      <a:pt x="148" y="2"/>
                      <a:pt x="152" y="7"/>
                    </a:cubicBezTo>
                    <a:cubicBezTo>
                      <a:pt x="155" y="11"/>
                      <a:pt x="156" y="17"/>
                      <a:pt x="156" y="23"/>
                    </a:cubicBezTo>
                    <a:cubicBezTo>
                      <a:pt x="156" y="30"/>
                      <a:pt x="156" y="37"/>
                      <a:pt x="154" y="44"/>
                    </a:cubicBezTo>
                    <a:cubicBezTo>
                      <a:pt x="152" y="49"/>
                      <a:pt x="151" y="53"/>
                      <a:pt x="150" y="59"/>
                    </a:cubicBezTo>
                    <a:cubicBezTo>
                      <a:pt x="149" y="62"/>
                      <a:pt x="148" y="66"/>
                      <a:pt x="147" y="70"/>
                    </a:cubicBezTo>
                    <a:cubicBezTo>
                      <a:pt x="146" y="72"/>
                      <a:pt x="145" y="73"/>
                      <a:pt x="144" y="75"/>
                    </a:cubicBezTo>
                    <a:cubicBezTo>
                      <a:pt x="144" y="76"/>
                      <a:pt x="144" y="77"/>
                      <a:pt x="142" y="79"/>
                    </a:cubicBezTo>
                    <a:cubicBezTo>
                      <a:pt x="141" y="81"/>
                      <a:pt x="139" y="83"/>
                      <a:pt x="136" y="85"/>
                    </a:cubicBezTo>
                    <a:cubicBezTo>
                      <a:pt x="129" y="87"/>
                      <a:pt x="120" y="82"/>
                      <a:pt x="121" y="74"/>
                    </a:cubicBezTo>
                    <a:cubicBezTo>
                      <a:pt x="121" y="66"/>
                      <a:pt x="123" y="58"/>
                      <a:pt x="124" y="50"/>
                    </a:cubicBezTo>
                    <a:cubicBezTo>
                      <a:pt x="125" y="45"/>
                      <a:pt x="126" y="40"/>
                      <a:pt x="127" y="35"/>
                    </a:cubicBezTo>
                    <a:cubicBezTo>
                      <a:pt x="123" y="40"/>
                      <a:pt x="120" y="46"/>
                      <a:pt x="117" y="51"/>
                    </a:cubicBezTo>
                    <a:cubicBezTo>
                      <a:pt x="114" y="57"/>
                      <a:pt x="111" y="63"/>
                      <a:pt x="109" y="69"/>
                    </a:cubicBezTo>
                    <a:cubicBezTo>
                      <a:pt x="107" y="73"/>
                      <a:pt x="105" y="78"/>
                      <a:pt x="104" y="83"/>
                    </a:cubicBezTo>
                    <a:cubicBezTo>
                      <a:pt x="102" y="88"/>
                      <a:pt x="101" y="94"/>
                      <a:pt x="99" y="100"/>
                    </a:cubicBezTo>
                    <a:cubicBezTo>
                      <a:pt x="98" y="105"/>
                      <a:pt x="97" y="111"/>
                      <a:pt x="96" y="117"/>
                    </a:cubicBezTo>
                    <a:cubicBezTo>
                      <a:pt x="95" y="122"/>
                      <a:pt x="94" y="127"/>
                      <a:pt x="92" y="133"/>
                    </a:cubicBezTo>
                    <a:cubicBezTo>
                      <a:pt x="91" y="143"/>
                      <a:pt x="89" y="153"/>
                      <a:pt x="87" y="163"/>
                    </a:cubicBezTo>
                    <a:cubicBezTo>
                      <a:pt x="84" y="186"/>
                      <a:pt x="80" y="210"/>
                      <a:pt x="76" y="234"/>
                    </a:cubicBezTo>
                    <a:cubicBezTo>
                      <a:pt x="75" y="242"/>
                      <a:pt x="74" y="250"/>
                      <a:pt x="72" y="258"/>
                    </a:cubicBezTo>
                    <a:cubicBezTo>
                      <a:pt x="71" y="263"/>
                      <a:pt x="70" y="268"/>
                      <a:pt x="69" y="274"/>
                    </a:cubicBezTo>
                    <a:cubicBezTo>
                      <a:pt x="67" y="283"/>
                      <a:pt x="64" y="293"/>
                      <a:pt x="61" y="302"/>
                    </a:cubicBezTo>
                    <a:cubicBezTo>
                      <a:pt x="60" y="306"/>
                      <a:pt x="58" y="310"/>
                      <a:pt x="56" y="315"/>
                    </a:cubicBezTo>
                    <a:cubicBezTo>
                      <a:pt x="53" y="323"/>
                      <a:pt x="48" y="331"/>
                      <a:pt x="40" y="334"/>
                    </a:cubicBezTo>
                    <a:cubicBezTo>
                      <a:pt x="37" y="335"/>
                      <a:pt x="34" y="336"/>
                      <a:pt x="31" y="336"/>
                    </a:cubicBezTo>
                    <a:cubicBezTo>
                      <a:pt x="29" y="336"/>
                      <a:pt x="27" y="336"/>
                      <a:pt x="25" y="3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0" name="Google Shape;3540;p40">
                <a:extLst>
                  <a:ext uri="{FF2B5EF4-FFF2-40B4-BE49-F238E27FC236}">
                    <a16:creationId xmlns:a16="http://schemas.microsoft.com/office/drawing/2014/main" id="{B9511C30-487B-9BC1-7DEB-1095E7F88A5D}"/>
                  </a:ext>
                </a:extLst>
              </p:cNvPr>
              <p:cNvSpPr/>
              <p:nvPr/>
            </p:nvSpPr>
            <p:spPr>
              <a:xfrm>
                <a:off x="196920" y="4198680"/>
                <a:ext cx="4140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35" extrusionOk="0">
                    <a:moveTo>
                      <a:pt x="23" y="33"/>
                    </a:moveTo>
                    <a:cubicBezTo>
                      <a:pt x="19" y="32"/>
                      <a:pt x="16" y="32"/>
                      <a:pt x="13" y="31"/>
                    </a:cubicBezTo>
                    <a:cubicBezTo>
                      <a:pt x="10" y="30"/>
                      <a:pt x="7" y="28"/>
                      <a:pt x="5" y="26"/>
                    </a:cubicBezTo>
                    <a:cubicBezTo>
                      <a:pt x="2" y="25"/>
                      <a:pt x="1" y="22"/>
                      <a:pt x="1" y="19"/>
                    </a:cubicBezTo>
                    <a:cubicBezTo>
                      <a:pt x="0" y="15"/>
                      <a:pt x="2" y="12"/>
                      <a:pt x="4" y="10"/>
                    </a:cubicBezTo>
                    <a:cubicBezTo>
                      <a:pt x="5" y="8"/>
                      <a:pt x="6" y="8"/>
                      <a:pt x="8" y="7"/>
                    </a:cubicBezTo>
                    <a:cubicBezTo>
                      <a:pt x="9" y="6"/>
                      <a:pt x="10" y="5"/>
                      <a:pt x="12" y="5"/>
                    </a:cubicBezTo>
                    <a:cubicBezTo>
                      <a:pt x="15" y="4"/>
                      <a:pt x="17" y="3"/>
                      <a:pt x="20" y="2"/>
                    </a:cubicBezTo>
                    <a:cubicBezTo>
                      <a:pt x="26" y="0"/>
                      <a:pt x="32" y="3"/>
                      <a:pt x="34" y="8"/>
                    </a:cubicBezTo>
                    <a:cubicBezTo>
                      <a:pt x="34" y="10"/>
                      <a:pt x="35" y="11"/>
                      <a:pt x="35" y="12"/>
                    </a:cubicBezTo>
                    <a:cubicBezTo>
                      <a:pt x="41" y="12"/>
                      <a:pt x="48" y="12"/>
                      <a:pt x="55" y="12"/>
                    </a:cubicBezTo>
                    <a:cubicBezTo>
                      <a:pt x="62" y="11"/>
                      <a:pt x="68" y="11"/>
                      <a:pt x="75" y="11"/>
                    </a:cubicBezTo>
                    <a:cubicBezTo>
                      <a:pt x="84" y="10"/>
                      <a:pt x="93" y="9"/>
                      <a:pt x="102" y="8"/>
                    </a:cubicBezTo>
                    <a:cubicBezTo>
                      <a:pt x="108" y="7"/>
                      <a:pt x="112" y="11"/>
                      <a:pt x="113" y="17"/>
                    </a:cubicBezTo>
                    <a:cubicBezTo>
                      <a:pt x="114" y="22"/>
                      <a:pt x="110" y="27"/>
                      <a:pt x="104" y="28"/>
                    </a:cubicBezTo>
                    <a:cubicBezTo>
                      <a:pt x="93" y="29"/>
                      <a:pt x="82" y="31"/>
                      <a:pt x="71" y="32"/>
                    </a:cubicBezTo>
                    <a:cubicBezTo>
                      <a:pt x="62" y="33"/>
                      <a:pt x="54" y="33"/>
                      <a:pt x="46" y="34"/>
                    </a:cubicBezTo>
                    <a:cubicBezTo>
                      <a:pt x="44" y="34"/>
                      <a:pt x="42" y="34"/>
                      <a:pt x="40" y="34"/>
                    </a:cubicBezTo>
                    <a:cubicBezTo>
                      <a:pt x="34" y="34"/>
                      <a:pt x="29" y="33"/>
                      <a:pt x="23" y="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1" name="Google Shape;3541;p40">
                <a:extLst>
                  <a:ext uri="{FF2B5EF4-FFF2-40B4-BE49-F238E27FC236}">
                    <a16:creationId xmlns:a16="http://schemas.microsoft.com/office/drawing/2014/main" id="{078A0E02-F9AB-EEB5-4B75-10E9FF72E75B}"/>
                  </a:ext>
                </a:extLst>
              </p:cNvPr>
              <p:cNvSpPr/>
              <p:nvPr/>
            </p:nvSpPr>
            <p:spPr>
              <a:xfrm>
                <a:off x="276840" y="4147560"/>
                <a:ext cx="27720" cy="111240"/>
              </a:xfrm>
              <a:custGeom>
                <a:avLst/>
                <a:gdLst/>
                <a:ahLst/>
                <a:cxnLst/>
                <a:rect l="l" t="t" r="r" b="b"/>
                <a:pathLst>
                  <a:path w="77" h="309" extrusionOk="0">
                    <a:moveTo>
                      <a:pt x="16" y="301"/>
                    </a:moveTo>
                    <a:cubicBezTo>
                      <a:pt x="13" y="290"/>
                      <a:pt x="9" y="278"/>
                      <a:pt x="6" y="266"/>
                    </a:cubicBezTo>
                    <a:cubicBezTo>
                      <a:pt x="4" y="257"/>
                      <a:pt x="2" y="247"/>
                      <a:pt x="2" y="237"/>
                    </a:cubicBezTo>
                    <a:cubicBezTo>
                      <a:pt x="1" y="232"/>
                      <a:pt x="1" y="225"/>
                      <a:pt x="1" y="219"/>
                    </a:cubicBezTo>
                    <a:cubicBezTo>
                      <a:pt x="0" y="210"/>
                      <a:pt x="0" y="201"/>
                      <a:pt x="0" y="191"/>
                    </a:cubicBezTo>
                    <a:cubicBezTo>
                      <a:pt x="0" y="183"/>
                      <a:pt x="1" y="174"/>
                      <a:pt x="1" y="165"/>
                    </a:cubicBezTo>
                    <a:cubicBezTo>
                      <a:pt x="2" y="159"/>
                      <a:pt x="2" y="153"/>
                      <a:pt x="3" y="147"/>
                    </a:cubicBezTo>
                    <a:cubicBezTo>
                      <a:pt x="4" y="141"/>
                      <a:pt x="5" y="135"/>
                      <a:pt x="6" y="130"/>
                    </a:cubicBezTo>
                    <a:cubicBezTo>
                      <a:pt x="8" y="122"/>
                      <a:pt x="9" y="114"/>
                      <a:pt x="11" y="106"/>
                    </a:cubicBezTo>
                    <a:cubicBezTo>
                      <a:pt x="15" y="90"/>
                      <a:pt x="20" y="74"/>
                      <a:pt x="27" y="59"/>
                    </a:cubicBezTo>
                    <a:cubicBezTo>
                      <a:pt x="32" y="47"/>
                      <a:pt x="38" y="36"/>
                      <a:pt x="44" y="24"/>
                    </a:cubicBezTo>
                    <a:cubicBezTo>
                      <a:pt x="48" y="18"/>
                      <a:pt x="51" y="12"/>
                      <a:pt x="55" y="6"/>
                    </a:cubicBezTo>
                    <a:cubicBezTo>
                      <a:pt x="57" y="3"/>
                      <a:pt x="61" y="0"/>
                      <a:pt x="66" y="1"/>
                    </a:cubicBezTo>
                    <a:cubicBezTo>
                      <a:pt x="72" y="2"/>
                      <a:pt x="76" y="8"/>
                      <a:pt x="75" y="14"/>
                    </a:cubicBezTo>
                    <a:cubicBezTo>
                      <a:pt x="75" y="17"/>
                      <a:pt x="72" y="20"/>
                      <a:pt x="70" y="23"/>
                    </a:cubicBezTo>
                    <a:cubicBezTo>
                      <a:pt x="68" y="26"/>
                      <a:pt x="66" y="30"/>
                      <a:pt x="64" y="33"/>
                    </a:cubicBezTo>
                    <a:cubicBezTo>
                      <a:pt x="60" y="40"/>
                      <a:pt x="56" y="47"/>
                      <a:pt x="52" y="54"/>
                    </a:cubicBezTo>
                    <a:cubicBezTo>
                      <a:pt x="47" y="64"/>
                      <a:pt x="43" y="74"/>
                      <a:pt x="38" y="84"/>
                    </a:cubicBezTo>
                    <a:cubicBezTo>
                      <a:pt x="39" y="84"/>
                      <a:pt x="39" y="83"/>
                      <a:pt x="39" y="82"/>
                    </a:cubicBezTo>
                    <a:cubicBezTo>
                      <a:pt x="36" y="93"/>
                      <a:pt x="32" y="104"/>
                      <a:pt x="30" y="114"/>
                    </a:cubicBezTo>
                    <a:cubicBezTo>
                      <a:pt x="28" y="121"/>
                      <a:pt x="27" y="127"/>
                      <a:pt x="25" y="133"/>
                    </a:cubicBezTo>
                    <a:cubicBezTo>
                      <a:pt x="23" y="144"/>
                      <a:pt x="22" y="156"/>
                      <a:pt x="20" y="167"/>
                    </a:cubicBezTo>
                    <a:cubicBezTo>
                      <a:pt x="20" y="166"/>
                      <a:pt x="20" y="166"/>
                      <a:pt x="20" y="166"/>
                    </a:cubicBezTo>
                    <a:cubicBezTo>
                      <a:pt x="19" y="176"/>
                      <a:pt x="19" y="185"/>
                      <a:pt x="19" y="195"/>
                    </a:cubicBezTo>
                    <a:cubicBezTo>
                      <a:pt x="19" y="202"/>
                      <a:pt x="19" y="209"/>
                      <a:pt x="19" y="215"/>
                    </a:cubicBezTo>
                    <a:cubicBezTo>
                      <a:pt x="20" y="227"/>
                      <a:pt x="20" y="240"/>
                      <a:pt x="23" y="253"/>
                    </a:cubicBezTo>
                    <a:cubicBezTo>
                      <a:pt x="23" y="252"/>
                      <a:pt x="23" y="252"/>
                      <a:pt x="23" y="252"/>
                    </a:cubicBezTo>
                    <a:lnTo>
                      <a:pt x="23" y="253"/>
                    </a:lnTo>
                    <a:lnTo>
                      <a:pt x="23" y="254"/>
                    </a:lnTo>
                    <a:cubicBezTo>
                      <a:pt x="23" y="253"/>
                      <a:pt x="23" y="253"/>
                      <a:pt x="23" y="253"/>
                    </a:cubicBezTo>
                    <a:cubicBezTo>
                      <a:pt x="25" y="262"/>
                      <a:pt x="27" y="272"/>
                      <a:pt x="30" y="281"/>
                    </a:cubicBezTo>
                    <a:cubicBezTo>
                      <a:pt x="32" y="286"/>
                      <a:pt x="33" y="290"/>
                      <a:pt x="35" y="294"/>
                    </a:cubicBezTo>
                    <a:cubicBezTo>
                      <a:pt x="37" y="299"/>
                      <a:pt x="34" y="305"/>
                      <a:pt x="29" y="307"/>
                    </a:cubicBezTo>
                    <a:cubicBezTo>
                      <a:pt x="28" y="307"/>
                      <a:pt x="27" y="308"/>
                      <a:pt x="26" y="308"/>
                    </a:cubicBezTo>
                    <a:cubicBezTo>
                      <a:pt x="22" y="308"/>
                      <a:pt x="18" y="306"/>
                      <a:pt x="16" y="30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2" name="Google Shape;3542;p40">
                <a:extLst>
                  <a:ext uri="{FF2B5EF4-FFF2-40B4-BE49-F238E27FC236}">
                    <a16:creationId xmlns:a16="http://schemas.microsoft.com/office/drawing/2014/main" id="{F10A611F-3959-EBBA-7519-A6BC34B989CE}"/>
                  </a:ext>
                </a:extLst>
              </p:cNvPr>
              <p:cNvSpPr/>
              <p:nvPr/>
            </p:nvSpPr>
            <p:spPr>
              <a:xfrm>
                <a:off x="318960" y="4198680"/>
                <a:ext cx="37440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104" h="40" extrusionOk="0">
                    <a:moveTo>
                      <a:pt x="40" y="39"/>
                    </a:moveTo>
                    <a:cubicBezTo>
                      <a:pt x="31" y="38"/>
                      <a:pt x="22" y="36"/>
                      <a:pt x="13" y="34"/>
                    </a:cubicBezTo>
                    <a:cubicBezTo>
                      <a:pt x="10" y="33"/>
                      <a:pt x="7" y="32"/>
                      <a:pt x="4" y="30"/>
                    </a:cubicBezTo>
                    <a:cubicBezTo>
                      <a:pt x="2" y="27"/>
                      <a:pt x="0" y="24"/>
                      <a:pt x="0" y="20"/>
                    </a:cubicBezTo>
                    <a:cubicBezTo>
                      <a:pt x="0" y="14"/>
                      <a:pt x="5" y="10"/>
                      <a:pt x="11" y="7"/>
                    </a:cubicBezTo>
                    <a:cubicBezTo>
                      <a:pt x="14" y="6"/>
                      <a:pt x="18" y="4"/>
                      <a:pt x="21" y="3"/>
                    </a:cubicBezTo>
                    <a:cubicBezTo>
                      <a:pt x="26" y="0"/>
                      <a:pt x="33" y="3"/>
                      <a:pt x="35" y="9"/>
                    </a:cubicBezTo>
                    <a:cubicBezTo>
                      <a:pt x="36" y="11"/>
                      <a:pt x="36" y="14"/>
                      <a:pt x="35" y="17"/>
                    </a:cubicBezTo>
                    <a:cubicBezTo>
                      <a:pt x="38" y="17"/>
                      <a:pt x="41" y="18"/>
                      <a:pt x="44" y="18"/>
                    </a:cubicBezTo>
                    <a:cubicBezTo>
                      <a:pt x="60" y="19"/>
                      <a:pt x="76" y="19"/>
                      <a:pt x="93" y="18"/>
                    </a:cubicBezTo>
                    <a:cubicBezTo>
                      <a:pt x="98" y="18"/>
                      <a:pt x="102" y="23"/>
                      <a:pt x="103" y="27"/>
                    </a:cubicBezTo>
                    <a:cubicBezTo>
                      <a:pt x="103" y="32"/>
                      <a:pt x="99" y="38"/>
                      <a:pt x="94" y="39"/>
                    </a:cubicBezTo>
                    <a:cubicBezTo>
                      <a:pt x="83" y="39"/>
                      <a:pt x="74" y="39"/>
                      <a:pt x="64" y="39"/>
                    </a:cubicBezTo>
                    <a:cubicBezTo>
                      <a:pt x="56" y="39"/>
                      <a:pt x="48" y="39"/>
                      <a:pt x="40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3" name="Google Shape;3543;p40">
                <a:extLst>
                  <a:ext uri="{FF2B5EF4-FFF2-40B4-BE49-F238E27FC236}">
                    <a16:creationId xmlns:a16="http://schemas.microsoft.com/office/drawing/2014/main" id="{59E5AD27-8D79-4BDC-4534-BD985A3D9D2D}"/>
                  </a:ext>
                </a:extLst>
              </p:cNvPr>
              <p:cNvSpPr/>
              <p:nvPr/>
            </p:nvSpPr>
            <p:spPr>
              <a:xfrm>
                <a:off x="366480" y="4179240"/>
                <a:ext cx="44640" cy="5976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166" extrusionOk="0">
                    <a:moveTo>
                      <a:pt x="25" y="88"/>
                    </a:moveTo>
                    <a:cubicBezTo>
                      <a:pt x="27" y="86"/>
                      <a:pt x="29" y="85"/>
                      <a:pt x="31" y="84"/>
                    </a:cubicBezTo>
                    <a:cubicBezTo>
                      <a:pt x="34" y="81"/>
                      <a:pt x="35" y="79"/>
                      <a:pt x="38" y="77"/>
                    </a:cubicBezTo>
                    <a:cubicBezTo>
                      <a:pt x="45" y="70"/>
                      <a:pt x="51" y="62"/>
                      <a:pt x="57" y="53"/>
                    </a:cubicBezTo>
                    <a:cubicBezTo>
                      <a:pt x="59" y="51"/>
                      <a:pt x="60" y="49"/>
                      <a:pt x="62" y="46"/>
                    </a:cubicBezTo>
                    <a:cubicBezTo>
                      <a:pt x="63" y="44"/>
                      <a:pt x="64" y="42"/>
                      <a:pt x="65" y="40"/>
                    </a:cubicBezTo>
                    <a:cubicBezTo>
                      <a:pt x="67" y="38"/>
                      <a:pt x="70" y="37"/>
                      <a:pt x="72" y="35"/>
                    </a:cubicBezTo>
                    <a:cubicBezTo>
                      <a:pt x="78" y="32"/>
                      <a:pt x="86" y="37"/>
                      <a:pt x="87" y="44"/>
                    </a:cubicBezTo>
                    <a:cubicBezTo>
                      <a:pt x="87" y="46"/>
                      <a:pt x="87" y="49"/>
                      <a:pt x="87" y="51"/>
                    </a:cubicBezTo>
                    <a:lnTo>
                      <a:pt x="87" y="50"/>
                    </a:lnTo>
                    <a:cubicBezTo>
                      <a:pt x="88" y="46"/>
                      <a:pt x="90" y="42"/>
                      <a:pt x="91" y="37"/>
                    </a:cubicBezTo>
                    <a:cubicBezTo>
                      <a:pt x="91" y="34"/>
                      <a:pt x="92" y="30"/>
                      <a:pt x="92" y="27"/>
                    </a:cubicBezTo>
                    <a:lnTo>
                      <a:pt x="92" y="26"/>
                    </a:lnTo>
                    <a:lnTo>
                      <a:pt x="92" y="25"/>
                    </a:lnTo>
                    <a:lnTo>
                      <a:pt x="91" y="25"/>
                    </a:lnTo>
                    <a:lnTo>
                      <a:pt x="90" y="25"/>
                    </a:lnTo>
                    <a:cubicBezTo>
                      <a:pt x="91" y="25"/>
                      <a:pt x="91" y="25"/>
                      <a:pt x="91" y="25"/>
                    </a:cubicBezTo>
                    <a:cubicBezTo>
                      <a:pt x="90" y="25"/>
                      <a:pt x="90" y="24"/>
                      <a:pt x="90" y="24"/>
                    </a:cubicBezTo>
                    <a:lnTo>
                      <a:pt x="89" y="24"/>
                    </a:lnTo>
                    <a:cubicBezTo>
                      <a:pt x="88" y="24"/>
                      <a:pt x="87" y="24"/>
                      <a:pt x="87" y="25"/>
                    </a:cubicBezTo>
                    <a:cubicBezTo>
                      <a:pt x="87" y="25"/>
                      <a:pt x="87" y="24"/>
                      <a:pt x="88" y="24"/>
                    </a:cubicBezTo>
                    <a:cubicBezTo>
                      <a:pt x="87" y="25"/>
                      <a:pt x="86" y="25"/>
                      <a:pt x="85" y="25"/>
                    </a:cubicBezTo>
                    <a:cubicBezTo>
                      <a:pt x="83" y="26"/>
                      <a:pt x="81" y="26"/>
                      <a:pt x="79" y="27"/>
                    </a:cubicBezTo>
                    <a:cubicBezTo>
                      <a:pt x="77" y="29"/>
                      <a:pt x="74" y="30"/>
                      <a:pt x="72" y="32"/>
                    </a:cubicBezTo>
                    <a:cubicBezTo>
                      <a:pt x="67" y="35"/>
                      <a:pt x="62" y="38"/>
                      <a:pt x="58" y="42"/>
                    </a:cubicBezTo>
                    <a:cubicBezTo>
                      <a:pt x="53" y="46"/>
                      <a:pt x="49" y="50"/>
                      <a:pt x="45" y="54"/>
                    </a:cubicBezTo>
                    <a:cubicBezTo>
                      <a:pt x="44" y="56"/>
                      <a:pt x="42" y="58"/>
                      <a:pt x="40" y="60"/>
                    </a:cubicBezTo>
                    <a:cubicBezTo>
                      <a:pt x="37" y="65"/>
                      <a:pt x="33" y="71"/>
                      <a:pt x="30" y="77"/>
                    </a:cubicBezTo>
                    <a:cubicBezTo>
                      <a:pt x="28" y="81"/>
                      <a:pt x="27" y="84"/>
                      <a:pt x="25" y="88"/>
                    </a:cubicBezTo>
                    <a:moveTo>
                      <a:pt x="91" y="165"/>
                    </a:moveTo>
                    <a:cubicBezTo>
                      <a:pt x="88" y="164"/>
                      <a:pt x="85" y="164"/>
                      <a:pt x="82" y="162"/>
                    </a:cubicBezTo>
                    <a:cubicBezTo>
                      <a:pt x="78" y="159"/>
                      <a:pt x="77" y="156"/>
                      <a:pt x="75" y="152"/>
                    </a:cubicBezTo>
                    <a:cubicBezTo>
                      <a:pt x="73" y="148"/>
                      <a:pt x="72" y="142"/>
                      <a:pt x="70" y="137"/>
                    </a:cubicBezTo>
                    <a:cubicBezTo>
                      <a:pt x="69" y="134"/>
                      <a:pt x="69" y="131"/>
                      <a:pt x="68" y="127"/>
                    </a:cubicBezTo>
                    <a:cubicBezTo>
                      <a:pt x="68" y="128"/>
                      <a:pt x="68" y="128"/>
                      <a:pt x="68" y="128"/>
                    </a:cubicBezTo>
                    <a:cubicBezTo>
                      <a:pt x="67" y="125"/>
                      <a:pt x="67" y="122"/>
                      <a:pt x="66" y="118"/>
                    </a:cubicBezTo>
                    <a:cubicBezTo>
                      <a:pt x="65" y="109"/>
                      <a:pt x="64" y="100"/>
                      <a:pt x="64" y="90"/>
                    </a:cubicBezTo>
                    <a:cubicBezTo>
                      <a:pt x="63" y="86"/>
                      <a:pt x="64" y="82"/>
                      <a:pt x="64" y="78"/>
                    </a:cubicBezTo>
                    <a:cubicBezTo>
                      <a:pt x="63" y="79"/>
                      <a:pt x="62" y="81"/>
                      <a:pt x="61" y="82"/>
                    </a:cubicBezTo>
                    <a:cubicBezTo>
                      <a:pt x="59" y="85"/>
                      <a:pt x="57" y="87"/>
                      <a:pt x="55" y="89"/>
                    </a:cubicBezTo>
                    <a:cubicBezTo>
                      <a:pt x="51" y="93"/>
                      <a:pt x="47" y="97"/>
                      <a:pt x="43" y="101"/>
                    </a:cubicBezTo>
                    <a:cubicBezTo>
                      <a:pt x="34" y="109"/>
                      <a:pt x="18" y="120"/>
                      <a:pt x="6" y="110"/>
                    </a:cubicBezTo>
                    <a:cubicBezTo>
                      <a:pt x="4" y="109"/>
                      <a:pt x="3" y="106"/>
                      <a:pt x="2" y="103"/>
                    </a:cubicBezTo>
                    <a:cubicBezTo>
                      <a:pt x="0" y="100"/>
                      <a:pt x="0" y="97"/>
                      <a:pt x="1" y="95"/>
                    </a:cubicBezTo>
                    <a:cubicBezTo>
                      <a:pt x="2" y="90"/>
                      <a:pt x="3" y="87"/>
                      <a:pt x="4" y="83"/>
                    </a:cubicBezTo>
                    <a:cubicBezTo>
                      <a:pt x="7" y="78"/>
                      <a:pt x="9" y="72"/>
                      <a:pt x="11" y="67"/>
                    </a:cubicBezTo>
                    <a:cubicBezTo>
                      <a:pt x="17" y="58"/>
                      <a:pt x="23" y="48"/>
                      <a:pt x="31" y="40"/>
                    </a:cubicBezTo>
                    <a:cubicBezTo>
                      <a:pt x="35" y="35"/>
                      <a:pt x="41" y="30"/>
                      <a:pt x="46" y="25"/>
                    </a:cubicBezTo>
                    <a:cubicBezTo>
                      <a:pt x="52" y="20"/>
                      <a:pt x="58" y="15"/>
                      <a:pt x="65" y="11"/>
                    </a:cubicBezTo>
                    <a:cubicBezTo>
                      <a:pt x="74" y="5"/>
                      <a:pt x="86" y="0"/>
                      <a:pt x="98" y="4"/>
                    </a:cubicBezTo>
                    <a:cubicBezTo>
                      <a:pt x="102" y="5"/>
                      <a:pt x="106" y="9"/>
                      <a:pt x="109" y="12"/>
                    </a:cubicBezTo>
                    <a:cubicBezTo>
                      <a:pt x="111" y="15"/>
                      <a:pt x="112" y="17"/>
                      <a:pt x="113" y="20"/>
                    </a:cubicBezTo>
                    <a:cubicBezTo>
                      <a:pt x="114" y="22"/>
                      <a:pt x="114" y="24"/>
                      <a:pt x="114" y="26"/>
                    </a:cubicBezTo>
                    <a:cubicBezTo>
                      <a:pt x="114" y="30"/>
                      <a:pt x="113" y="33"/>
                      <a:pt x="113" y="37"/>
                    </a:cubicBezTo>
                    <a:cubicBezTo>
                      <a:pt x="112" y="39"/>
                      <a:pt x="112" y="42"/>
                      <a:pt x="111" y="43"/>
                    </a:cubicBezTo>
                    <a:cubicBezTo>
                      <a:pt x="110" y="48"/>
                      <a:pt x="109" y="52"/>
                      <a:pt x="108" y="57"/>
                    </a:cubicBezTo>
                    <a:cubicBezTo>
                      <a:pt x="108" y="56"/>
                      <a:pt x="108" y="56"/>
                      <a:pt x="109" y="55"/>
                    </a:cubicBezTo>
                    <a:cubicBezTo>
                      <a:pt x="108" y="59"/>
                      <a:pt x="107" y="63"/>
                      <a:pt x="106" y="67"/>
                    </a:cubicBezTo>
                    <a:cubicBezTo>
                      <a:pt x="106" y="72"/>
                      <a:pt x="101" y="77"/>
                      <a:pt x="95" y="77"/>
                    </a:cubicBezTo>
                    <a:cubicBezTo>
                      <a:pt x="92" y="77"/>
                      <a:pt x="90" y="75"/>
                      <a:pt x="88" y="73"/>
                    </a:cubicBezTo>
                    <a:cubicBezTo>
                      <a:pt x="87" y="72"/>
                      <a:pt x="86" y="71"/>
                      <a:pt x="85" y="70"/>
                    </a:cubicBezTo>
                    <a:cubicBezTo>
                      <a:pt x="85" y="72"/>
                      <a:pt x="85" y="74"/>
                      <a:pt x="85" y="75"/>
                    </a:cubicBezTo>
                    <a:cubicBezTo>
                      <a:pt x="84" y="82"/>
                      <a:pt x="84" y="89"/>
                      <a:pt x="84" y="96"/>
                    </a:cubicBezTo>
                    <a:cubicBezTo>
                      <a:pt x="85" y="103"/>
                      <a:pt x="85" y="109"/>
                      <a:pt x="87" y="115"/>
                    </a:cubicBezTo>
                    <a:cubicBezTo>
                      <a:pt x="87" y="118"/>
                      <a:pt x="88" y="121"/>
                      <a:pt x="88" y="124"/>
                    </a:cubicBezTo>
                    <a:cubicBezTo>
                      <a:pt x="90" y="129"/>
                      <a:pt x="91" y="133"/>
                      <a:pt x="92" y="137"/>
                    </a:cubicBezTo>
                    <a:cubicBezTo>
                      <a:pt x="92" y="139"/>
                      <a:pt x="93" y="141"/>
                      <a:pt x="94" y="142"/>
                    </a:cubicBezTo>
                    <a:cubicBezTo>
                      <a:pt x="94" y="143"/>
                      <a:pt x="94" y="144"/>
                      <a:pt x="94" y="144"/>
                    </a:cubicBezTo>
                    <a:cubicBezTo>
                      <a:pt x="95" y="144"/>
                      <a:pt x="95" y="144"/>
                      <a:pt x="95" y="144"/>
                    </a:cubicBezTo>
                    <a:cubicBezTo>
                      <a:pt x="95" y="144"/>
                      <a:pt x="96" y="144"/>
                      <a:pt x="97" y="144"/>
                    </a:cubicBezTo>
                    <a:cubicBezTo>
                      <a:pt x="99" y="143"/>
                      <a:pt x="102" y="142"/>
                      <a:pt x="106" y="141"/>
                    </a:cubicBezTo>
                    <a:cubicBezTo>
                      <a:pt x="105" y="141"/>
                      <a:pt x="105" y="141"/>
                      <a:pt x="105" y="141"/>
                    </a:cubicBezTo>
                    <a:cubicBezTo>
                      <a:pt x="106" y="141"/>
                      <a:pt x="108" y="141"/>
                      <a:pt x="109" y="140"/>
                    </a:cubicBezTo>
                    <a:cubicBezTo>
                      <a:pt x="114" y="138"/>
                      <a:pt x="119" y="142"/>
                      <a:pt x="122" y="146"/>
                    </a:cubicBezTo>
                    <a:cubicBezTo>
                      <a:pt x="123" y="152"/>
                      <a:pt x="121" y="158"/>
                      <a:pt x="115" y="160"/>
                    </a:cubicBezTo>
                    <a:cubicBezTo>
                      <a:pt x="109" y="162"/>
                      <a:pt x="102" y="165"/>
                      <a:pt x="94" y="165"/>
                    </a:cubicBezTo>
                    <a:cubicBezTo>
                      <a:pt x="94" y="165"/>
                      <a:pt x="92" y="165"/>
                      <a:pt x="91" y="1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4" name="Google Shape;3544;p40">
                <a:extLst>
                  <a:ext uri="{FF2B5EF4-FFF2-40B4-BE49-F238E27FC236}">
                    <a16:creationId xmlns:a16="http://schemas.microsoft.com/office/drawing/2014/main" id="{C4D34D2F-EF62-0FEC-8CD9-6C705ED787BB}"/>
                  </a:ext>
                </a:extLst>
              </p:cNvPr>
              <p:cNvSpPr/>
              <p:nvPr/>
            </p:nvSpPr>
            <p:spPr>
              <a:xfrm>
                <a:off x="416880" y="4151880"/>
                <a:ext cx="32040" cy="123120"/>
              </a:xfrm>
              <a:custGeom>
                <a:avLst/>
                <a:gdLst/>
                <a:ahLst/>
                <a:cxnLst/>
                <a:rect l="l" t="t" r="r" b="b"/>
                <a:pathLst>
                  <a:path w="89" h="342" extrusionOk="0">
                    <a:moveTo>
                      <a:pt x="3" y="337"/>
                    </a:moveTo>
                    <a:cubicBezTo>
                      <a:pt x="0" y="332"/>
                      <a:pt x="1" y="326"/>
                      <a:pt x="6" y="322"/>
                    </a:cubicBezTo>
                    <a:cubicBezTo>
                      <a:pt x="7" y="321"/>
                      <a:pt x="8" y="320"/>
                      <a:pt x="10" y="319"/>
                    </a:cubicBezTo>
                    <a:cubicBezTo>
                      <a:pt x="14" y="316"/>
                      <a:pt x="18" y="312"/>
                      <a:pt x="22" y="308"/>
                    </a:cubicBezTo>
                    <a:cubicBezTo>
                      <a:pt x="25" y="304"/>
                      <a:pt x="29" y="299"/>
                      <a:pt x="32" y="295"/>
                    </a:cubicBezTo>
                    <a:cubicBezTo>
                      <a:pt x="37" y="288"/>
                      <a:pt x="42" y="280"/>
                      <a:pt x="46" y="273"/>
                    </a:cubicBezTo>
                    <a:cubicBezTo>
                      <a:pt x="49" y="266"/>
                      <a:pt x="52" y="260"/>
                      <a:pt x="55" y="253"/>
                    </a:cubicBezTo>
                    <a:cubicBezTo>
                      <a:pt x="54" y="253"/>
                      <a:pt x="54" y="253"/>
                      <a:pt x="54" y="254"/>
                    </a:cubicBezTo>
                    <a:cubicBezTo>
                      <a:pt x="57" y="246"/>
                      <a:pt x="59" y="238"/>
                      <a:pt x="61" y="231"/>
                    </a:cubicBezTo>
                    <a:cubicBezTo>
                      <a:pt x="62" y="227"/>
                      <a:pt x="63" y="223"/>
                      <a:pt x="64" y="219"/>
                    </a:cubicBezTo>
                    <a:cubicBezTo>
                      <a:pt x="64" y="215"/>
                      <a:pt x="64" y="211"/>
                      <a:pt x="65" y="208"/>
                    </a:cubicBezTo>
                    <a:cubicBezTo>
                      <a:pt x="66" y="200"/>
                      <a:pt x="67" y="193"/>
                      <a:pt x="67" y="185"/>
                    </a:cubicBezTo>
                    <a:cubicBezTo>
                      <a:pt x="68" y="182"/>
                      <a:pt x="68" y="178"/>
                      <a:pt x="68" y="174"/>
                    </a:cubicBezTo>
                    <a:cubicBezTo>
                      <a:pt x="68" y="171"/>
                      <a:pt x="69" y="166"/>
                      <a:pt x="69" y="163"/>
                    </a:cubicBezTo>
                    <a:cubicBezTo>
                      <a:pt x="69" y="155"/>
                      <a:pt x="68" y="148"/>
                      <a:pt x="68" y="140"/>
                    </a:cubicBezTo>
                    <a:cubicBezTo>
                      <a:pt x="68" y="132"/>
                      <a:pt x="67" y="123"/>
                      <a:pt x="67" y="115"/>
                    </a:cubicBezTo>
                    <a:cubicBezTo>
                      <a:pt x="66" y="111"/>
                      <a:pt x="66" y="106"/>
                      <a:pt x="65" y="102"/>
                    </a:cubicBezTo>
                    <a:cubicBezTo>
                      <a:pt x="64" y="98"/>
                      <a:pt x="64" y="94"/>
                      <a:pt x="63" y="89"/>
                    </a:cubicBezTo>
                    <a:cubicBezTo>
                      <a:pt x="60" y="76"/>
                      <a:pt x="57" y="63"/>
                      <a:pt x="53" y="50"/>
                    </a:cubicBezTo>
                    <a:lnTo>
                      <a:pt x="54" y="51"/>
                    </a:lnTo>
                    <a:lnTo>
                      <a:pt x="53" y="50"/>
                    </a:lnTo>
                    <a:cubicBezTo>
                      <a:pt x="53" y="49"/>
                      <a:pt x="53" y="49"/>
                      <a:pt x="53" y="49"/>
                    </a:cubicBezTo>
                    <a:lnTo>
                      <a:pt x="53" y="50"/>
                    </a:lnTo>
                    <a:cubicBezTo>
                      <a:pt x="51" y="42"/>
                      <a:pt x="47" y="35"/>
                      <a:pt x="45" y="27"/>
                    </a:cubicBezTo>
                    <a:cubicBezTo>
                      <a:pt x="43" y="25"/>
                      <a:pt x="42" y="22"/>
                      <a:pt x="41" y="20"/>
                    </a:cubicBezTo>
                    <a:lnTo>
                      <a:pt x="42" y="21"/>
                    </a:lnTo>
                    <a:cubicBezTo>
                      <a:pt x="40" y="19"/>
                      <a:pt x="40" y="17"/>
                      <a:pt x="39" y="16"/>
                    </a:cubicBezTo>
                    <a:cubicBezTo>
                      <a:pt x="38" y="12"/>
                      <a:pt x="39" y="7"/>
                      <a:pt x="42" y="4"/>
                    </a:cubicBezTo>
                    <a:cubicBezTo>
                      <a:pt x="45" y="1"/>
                      <a:pt x="49" y="0"/>
                      <a:pt x="53" y="2"/>
                    </a:cubicBezTo>
                    <a:cubicBezTo>
                      <a:pt x="58" y="3"/>
                      <a:pt x="61" y="7"/>
                      <a:pt x="61" y="13"/>
                    </a:cubicBezTo>
                    <a:cubicBezTo>
                      <a:pt x="63" y="16"/>
                      <a:pt x="64" y="20"/>
                      <a:pt x="66" y="23"/>
                    </a:cubicBezTo>
                    <a:cubicBezTo>
                      <a:pt x="70" y="34"/>
                      <a:pt x="74" y="45"/>
                      <a:pt x="77" y="57"/>
                    </a:cubicBezTo>
                    <a:cubicBezTo>
                      <a:pt x="78" y="63"/>
                      <a:pt x="80" y="70"/>
                      <a:pt x="81" y="77"/>
                    </a:cubicBezTo>
                    <a:cubicBezTo>
                      <a:pt x="82" y="81"/>
                      <a:pt x="82" y="86"/>
                      <a:pt x="83" y="90"/>
                    </a:cubicBezTo>
                    <a:cubicBezTo>
                      <a:pt x="84" y="98"/>
                      <a:pt x="85" y="105"/>
                      <a:pt x="86" y="112"/>
                    </a:cubicBezTo>
                    <a:cubicBezTo>
                      <a:pt x="86" y="117"/>
                      <a:pt x="86" y="122"/>
                      <a:pt x="87" y="127"/>
                    </a:cubicBezTo>
                    <a:cubicBezTo>
                      <a:pt x="88" y="132"/>
                      <a:pt x="88" y="137"/>
                      <a:pt x="88" y="141"/>
                    </a:cubicBezTo>
                    <a:cubicBezTo>
                      <a:pt x="88" y="149"/>
                      <a:pt x="88" y="156"/>
                      <a:pt x="88" y="163"/>
                    </a:cubicBezTo>
                    <a:cubicBezTo>
                      <a:pt x="88" y="168"/>
                      <a:pt x="88" y="173"/>
                      <a:pt x="87" y="179"/>
                    </a:cubicBezTo>
                    <a:cubicBezTo>
                      <a:pt x="87" y="184"/>
                      <a:pt x="86" y="189"/>
                      <a:pt x="86" y="194"/>
                    </a:cubicBezTo>
                    <a:cubicBezTo>
                      <a:pt x="85" y="200"/>
                      <a:pt x="85" y="207"/>
                      <a:pt x="84" y="213"/>
                    </a:cubicBezTo>
                    <a:cubicBezTo>
                      <a:pt x="84" y="215"/>
                      <a:pt x="84" y="217"/>
                      <a:pt x="83" y="220"/>
                    </a:cubicBezTo>
                    <a:cubicBezTo>
                      <a:pt x="82" y="223"/>
                      <a:pt x="82" y="227"/>
                      <a:pt x="81" y="231"/>
                    </a:cubicBezTo>
                    <a:cubicBezTo>
                      <a:pt x="80" y="236"/>
                      <a:pt x="79" y="241"/>
                      <a:pt x="77" y="247"/>
                    </a:cubicBezTo>
                    <a:cubicBezTo>
                      <a:pt x="74" y="258"/>
                      <a:pt x="70" y="269"/>
                      <a:pt x="64" y="280"/>
                    </a:cubicBezTo>
                    <a:cubicBezTo>
                      <a:pt x="57" y="294"/>
                      <a:pt x="49" y="306"/>
                      <a:pt x="39" y="318"/>
                    </a:cubicBezTo>
                    <a:cubicBezTo>
                      <a:pt x="33" y="326"/>
                      <a:pt x="25" y="333"/>
                      <a:pt x="18" y="339"/>
                    </a:cubicBezTo>
                    <a:cubicBezTo>
                      <a:pt x="16" y="340"/>
                      <a:pt x="14" y="341"/>
                      <a:pt x="12" y="341"/>
                    </a:cubicBezTo>
                    <a:cubicBezTo>
                      <a:pt x="8" y="341"/>
                      <a:pt x="6" y="340"/>
                      <a:pt x="3" y="3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5" name="Google Shape;3545;p40">
                <a:extLst>
                  <a:ext uri="{FF2B5EF4-FFF2-40B4-BE49-F238E27FC236}">
                    <a16:creationId xmlns:a16="http://schemas.microsoft.com/office/drawing/2014/main" id="{7B5D410F-CDC5-5F5F-9891-E8ABC26D2AC7}"/>
                  </a:ext>
                </a:extLst>
              </p:cNvPr>
              <p:cNvSpPr/>
              <p:nvPr/>
            </p:nvSpPr>
            <p:spPr>
              <a:xfrm>
                <a:off x="145800" y="3965760"/>
                <a:ext cx="46800" cy="119880"/>
              </a:xfrm>
              <a:custGeom>
                <a:avLst/>
                <a:gdLst/>
                <a:ahLst/>
                <a:cxnLst/>
                <a:rect l="l" t="t" r="r" b="b"/>
                <a:pathLst>
                  <a:path w="130" h="333" extrusionOk="0">
                    <a:moveTo>
                      <a:pt x="40" y="311"/>
                    </a:moveTo>
                    <a:lnTo>
                      <a:pt x="40" y="310"/>
                    </a:lnTo>
                    <a:cubicBezTo>
                      <a:pt x="41" y="309"/>
                      <a:pt x="41" y="309"/>
                      <a:pt x="41" y="309"/>
                    </a:cubicBezTo>
                    <a:cubicBezTo>
                      <a:pt x="42" y="307"/>
                      <a:pt x="44" y="305"/>
                      <a:pt x="45" y="302"/>
                    </a:cubicBezTo>
                    <a:cubicBezTo>
                      <a:pt x="48" y="298"/>
                      <a:pt x="50" y="294"/>
                      <a:pt x="52" y="289"/>
                    </a:cubicBezTo>
                    <a:lnTo>
                      <a:pt x="51" y="290"/>
                    </a:lnTo>
                    <a:cubicBezTo>
                      <a:pt x="51" y="290"/>
                      <a:pt x="52" y="289"/>
                      <a:pt x="52" y="288"/>
                    </a:cubicBezTo>
                    <a:cubicBezTo>
                      <a:pt x="53" y="286"/>
                      <a:pt x="54" y="282"/>
                      <a:pt x="55" y="279"/>
                    </a:cubicBezTo>
                    <a:cubicBezTo>
                      <a:pt x="59" y="267"/>
                      <a:pt x="63" y="255"/>
                      <a:pt x="66" y="243"/>
                    </a:cubicBezTo>
                    <a:cubicBezTo>
                      <a:pt x="67" y="233"/>
                      <a:pt x="70" y="222"/>
                      <a:pt x="71" y="212"/>
                    </a:cubicBezTo>
                    <a:cubicBezTo>
                      <a:pt x="72" y="205"/>
                      <a:pt x="73" y="199"/>
                      <a:pt x="73" y="194"/>
                    </a:cubicBezTo>
                    <a:cubicBezTo>
                      <a:pt x="66" y="199"/>
                      <a:pt x="59" y="204"/>
                      <a:pt x="52" y="210"/>
                    </a:cubicBezTo>
                    <a:cubicBezTo>
                      <a:pt x="47" y="214"/>
                      <a:pt x="42" y="218"/>
                      <a:pt x="38" y="223"/>
                    </a:cubicBezTo>
                    <a:cubicBezTo>
                      <a:pt x="36" y="225"/>
                      <a:pt x="34" y="227"/>
                      <a:pt x="32" y="230"/>
                    </a:cubicBezTo>
                    <a:cubicBezTo>
                      <a:pt x="30" y="233"/>
                      <a:pt x="28" y="235"/>
                      <a:pt x="27" y="238"/>
                    </a:cubicBezTo>
                    <a:cubicBezTo>
                      <a:pt x="26" y="240"/>
                      <a:pt x="25" y="242"/>
                      <a:pt x="24" y="245"/>
                    </a:cubicBezTo>
                    <a:cubicBezTo>
                      <a:pt x="24" y="246"/>
                      <a:pt x="23" y="248"/>
                      <a:pt x="23" y="249"/>
                    </a:cubicBezTo>
                    <a:cubicBezTo>
                      <a:pt x="22" y="252"/>
                      <a:pt x="22" y="255"/>
                      <a:pt x="21" y="258"/>
                    </a:cubicBezTo>
                    <a:cubicBezTo>
                      <a:pt x="21" y="257"/>
                      <a:pt x="21" y="256"/>
                      <a:pt x="21" y="256"/>
                    </a:cubicBezTo>
                    <a:cubicBezTo>
                      <a:pt x="21" y="260"/>
                      <a:pt x="21" y="264"/>
                      <a:pt x="21" y="268"/>
                    </a:cubicBezTo>
                    <a:cubicBezTo>
                      <a:pt x="21" y="270"/>
                      <a:pt x="21" y="272"/>
                      <a:pt x="22" y="274"/>
                    </a:cubicBezTo>
                    <a:cubicBezTo>
                      <a:pt x="23" y="279"/>
                      <a:pt x="24" y="283"/>
                      <a:pt x="26" y="287"/>
                    </a:cubicBezTo>
                    <a:cubicBezTo>
                      <a:pt x="26" y="287"/>
                      <a:pt x="25" y="287"/>
                      <a:pt x="25" y="286"/>
                    </a:cubicBezTo>
                    <a:cubicBezTo>
                      <a:pt x="26" y="290"/>
                      <a:pt x="28" y="294"/>
                      <a:pt x="30" y="297"/>
                    </a:cubicBezTo>
                    <a:cubicBezTo>
                      <a:pt x="30" y="299"/>
                      <a:pt x="31" y="300"/>
                      <a:pt x="32" y="302"/>
                    </a:cubicBezTo>
                    <a:cubicBezTo>
                      <a:pt x="33" y="304"/>
                      <a:pt x="34" y="305"/>
                      <a:pt x="35" y="307"/>
                    </a:cubicBezTo>
                    <a:cubicBezTo>
                      <a:pt x="36" y="307"/>
                      <a:pt x="37" y="308"/>
                      <a:pt x="38" y="309"/>
                    </a:cubicBezTo>
                    <a:cubicBezTo>
                      <a:pt x="39" y="310"/>
                      <a:pt x="39" y="310"/>
                      <a:pt x="40" y="310"/>
                    </a:cubicBezTo>
                    <a:cubicBezTo>
                      <a:pt x="40" y="311"/>
                      <a:pt x="40" y="311"/>
                      <a:pt x="40" y="311"/>
                    </a:cubicBezTo>
                    <a:moveTo>
                      <a:pt x="36" y="332"/>
                    </a:moveTo>
                    <a:cubicBezTo>
                      <a:pt x="30" y="330"/>
                      <a:pt x="24" y="326"/>
                      <a:pt x="20" y="322"/>
                    </a:cubicBezTo>
                    <a:cubicBezTo>
                      <a:pt x="15" y="316"/>
                      <a:pt x="12" y="309"/>
                      <a:pt x="9" y="302"/>
                    </a:cubicBezTo>
                    <a:cubicBezTo>
                      <a:pt x="6" y="295"/>
                      <a:pt x="4" y="289"/>
                      <a:pt x="3" y="282"/>
                    </a:cubicBezTo>
                    <a:cubicBezTo>
                      <a:pt x="1" y="274"/>
                      <a:pt x="0" y="267"/>
                      <a:pt x="1" y="259"/>
                    </a:cubicBezTo>
                    <a:cubicBezTo>
                      <a:pt x="2" y="252"/>
                      <a:pt x="2" y="245"/>
                      <a:pt x="5" y="238"/>
                    </a:cubicBezTo>
                    <a:cubicBezTo>
                      <a:pt x="7" y="231"/>
                      <a:pt x="11" y="225"/>
                      <a:pt x="15" y="219"/>
                    </a:cubicBezTo>
                    <a:cubicBezTo>
                      <a:pt x="24" y="208"/>
                      <a:pt x="35" y="198"/>
                      <a:pt x="47" y="189"/>
                    </a:cubicBezTo>
                    <a:cubicBezTo>
                      <a:pt x="55" y="182"/>
                      <a:pt x="65" y="176"/>
                      <a:pt x="74" y="169"/>
                    </a:cubicBezTo>
                    <a:cubicBezTo>
                      <a:pt x="75" y="168"/>
                      <a:pt x="76" y="168"/>
                      <a:pt x="77" y="167"/>
                    </a:cubicBezTo>
                    <a:cubicBezTo>
                      <a:pt x="78" y="159"/>
                      <a:pt x="79" y="152"/>
                      <a:pt x="80" y="143"/>
                    </a:cubicBezTo>
                    <a:cubicBezTo>
                      <a:pt x="81" y="133"/>
                      <a:pt x="82" y="122"/>
                      <a:pt x="84" y="111"/>
                    </a:cubicBezTo>
                    <a:cubicBezTo>
                      <a:pt x="84" y="110"/>
                      <a:pt x="84" y="109"/>
                      <a:pt x="85" y="108"/>
                    </a:cubicBezTo>
                    <a:cubicBezTo>
                      <a:pt x="80" y="113"/>
                      <a:pt x="76" y="118"/>
                      <a:pt x="70" y="122"/>
                    </a:cubicBezTo>
                    <a:cubicBezTo>
                      <a:pt x="66" y="125"/>
                      <a:pt x="59" y="128"/>
                      <a:pt x="53" y="128"/>
                    </a:cubicBezTo>
                    <a:cubicBezTo>
                      <a:pt x="47" y="128"/>
                      <a:pt x="41" y="126"/>
                      <a:pt x="35" y="122"/>
                    </a:cubicBezTo>
                    <a:cubicBezTo>
                      <a:pt x="31" y="118"/>
                      <a:pt x="27" y="113"/>
                      <a:pt x="24" y="108"/>
                    </a:cubicBezTo>
                    <a:cubicBezTo>
                      <a:pt x="20" y="101"/>
                      <a:pt x="18" y="94"/>
                      <a:pt x="17" y="86"/>
                    </a:cubicBezTo>
                    <a:cubicBezTo>
                      <a:pt x="13" y="72"/>
                      <a:pt x="13" y="57"/>
                      <a:pt x="16" y="42"/>
                    </a:cubicBezTo>
                    <a:cubicBezTo>
                      <a:pt x="17" y="31"/>
                      <a:pt x="21" y="20"/>
                      <a:pt x="26" y="11"/>
                    </a:cubicBezTo>
                    <a:cubicBezTo>
                      <a:pt x="28" y="7"/>
                      <a:pt x="32" y="4"/>
                      <a:pt x="36" y="1"/>
                    </a:cubicBezTo>
                    <a:cubicBezTo>
                      <a:pt x="40" y="0"/>
                      <a:pt x="42" y="0"/>
                      <a:pt x="46" y="0"/>
                    </a:cubicBezTo>
                    <a:cubicBezTo>
                      <a:pt x="52" y="1"/>
                      <a:pt x="56" y="7"/>
                      <a:pt x="55" y="13"/>
                    </a:cubicBezTo>
                    <a:cubicBezTo>
                      <a:pt x="54" y="18"/>
                      <a:pt x="50" y="22"/>
                      <a:pt x="45" y="22"/>
                    </a:cubicBezTo>
                    <a:cubicBezTo>
                      <a:pt x="44" y="23"/>
                      <a:pt x="44" y="24"/>
                      <a:pt x="43" y="25"/>
                    </a:cubicBezTo>
                    <a:cubicBezTo>
                      <a:pt x="43" y="25"/>
                      <a:pt x="44" y="25"/>
                      <a:pt x="44" y="24"/>
                    </a:cubicBezTo>
                    <a:cubicBezTo>
                      <a:pt x="42" y="27"/>
                      <a:pt x="41" y="29"/>
                      <a:pt x="40" y="32"/>
                    </a:cubicBezTo>
                    <a:cubicBezTo>
                      <a:pt x="38" y="36"/>
                      <a:pt x="37" y="41"/>
                      <a:pt x="37" y="46"/>
                    </a:cubicBezTo>
                    <a:cubicBezTo>
                      <a:pt x="35" y="48"/>
                      <a:pt x="35" y="52"/>
                      <a:pt x="35" y="55"/>
                    </a:cubicBezTo>
                    <a:cubicBezTo>
                      <a:pt x="34" y="59"/>
                      <a:pt x="34" y="63"/>
                      <a:pt x="34" y="67"/>
                    </a:cubicBezTo>
                    <a:lnTo>
                      <a:pt x="34" y="66"/>
                    </a:lnTo>
                    <a:cubicBezTo>
                      <a:pt x="34" y="67"/>
                      <a:pt x="34" y="67"/>
                      <a:pt x="34" y="67"/>
                    </a:cubicBezTo>
                    <a:cubicBezTo>
                      <a:pt x="35" y="67"/>
                      <a:pt x="35" y="67"/>
                      <a:pt x="35" y="68"/>
                    </a:cubicBezTo>
                    <a:cubicBezTo>
                      <a:pt x="35" y="67"/>
                      <a:pt x="35" y="67"/>
                      <a:pt x="35" y="67"/>
                    </a:cubicBezTo>
                    <a:cubicBezTo>
                      <a:pt x="35" y="72"/>
                      <a:pt x="35" y="76"/>
                      <a:pt x="37" y="81"/>
                    </a:cubicBezTo>
                    <a:cubicBezTo>
                      <a:pt x="36" y="80"/>
                      <a:pt x="36" y="80"/>
                      <a:pt x="36" y="80"/>
                    </a:cubicBezTo>
                    <a:cubicBezTo>
                      <a:pt x="37" y="83"/>
                      <a:pt x="38" y="86"/>
                      <a:pt x="38" y="90"/>
                    </a:cubicBezTo>
                    <a:cubicBezTo>
                      <a:pt x="39" y="92"/>
                      <a:pt x="40" y="94"/>
                      <a:pt x="41" y="96"/>
                    </a:cubicBezTo>
                    <a:cubicBezTo>
                      <a:pt x="41" y="97"/>
                      <a:pt x="42" y="98"/>
                      <a:pt x="42" y="99"/>
                    </a:cubicBezTo>
                    <a:cubicBezTo>
                      <a:pt x="44" y="101"/>
                      <a:pt x="45" y="103"/>
                      <a:pt x="47" y="104"/>
                    </a:cubicBezTo>
                    <a:cubicBezTo>
                      <a:pt x="47" y="105"/>
                      <a:pt x="47" y="105"/>
                      <a:pt x="48" y="105"/>
                    </a:cubicBezTo>
                    <a:cubicBezTo>
                      <a:pt x="48" y="106"/>
                      <a:pt x="48" y="106"/>
                      <a:pt x="48" y="106"/>
                    </a:cubicBezTo>
                    <a:cubicBezTo>
                      <a:pt x="48" y="106"/>
                      <a:pt x="49" y="106"/>
                      <a:pt x="49" y="107"/>
                    </a:cubicBezTo>
                    <a:lnTo>
                      <a:pt x="49" y="106"/>
                    </a:lnTo>
                    <a:cubicBezTo>
                      <a:pt x="49" y="107"/>
                      <a:pt x="49" y="107"/>
                      <a:pt x="49" y="107"/>
                    </a:cubicBezTo>
                    <a:cubicBezTo>
                      <a:pt x="50" y="107"/>
                      <a:pt x="50" y="107"/>
                      <a:pt x="50" y="107"/>
                    </a:cubicBezTo>
                    <a:lnTo>
                      <a:pt x="49" y="107"/>
                    </a:lnTo>
                    <a:cubicBezTo>
                      <a:pt x="50" y="107"/>
                      <a:pt x="50" y="107"/>
                      <a:pt x="50" y="107"/>
                    </a:cubicBezTo>
                    <a:lnTo>
                      <a:pt x="49" y="107"/>
                    </a:lnTo>
                    <a:lnTo>
                      <a:pt x="49" y="106"/>
                    </a:lnTo>
                    <a:cubicBezTo>
                      <a:pt x="49" y="107"/>
                      <a:pt x="50" y="107"/>
                      <a:pt x="50" y="107"/>
                    </a:cubicBezTo>
                    <a:cubicBezTo>
                      <a:pt x="51" y="107"/>
                      <a:pt x="51" y="107"/>
                      <a:pt x="52" y="107"/>
                    </a:cubicBezTo>
                    <a:lnTo>
                      <a:pt x="53" y="107"/>
                    </a:lnTo>
                    <a:cubicBezTo>
                      <a:pt x="54" y="107"/>
                      <a:pt x="54" y="107"/>
                      <a:pt x="54" y="107"/>
                    </a:cubicBezTo>
                    <a:cubicBezTo>
                      <a:pt x="55" y="107"/>
                      <a:pt x="55" y="107"/>
                      <a:pt x="56" y="106"/>
                    </a:cubicBezTo>
                    <a:cubicBezTo>
                      <a:pt x="56" y="106"/>
                      <a:pt x="57" y="106"/>
                      <a:pt x="58" y="106"/>
                    </a:cubicBezTo>
                    <a:cubicBezTo>
                      <a:pt x="58" y="105"/>
                      <a:pt x="59" y="104"/>
                      <a:pt x="61" y="103"/>
                    </a:cubicBezTo>
                    <a:cubicBezTo>
                      <a:pt x="63" y="101"/>
                      <a:pt x="65" y="100"/>
                      <a:pt x="66" y="98"/>
                    </a:cubicBezTo>
                    <a:cubicBezTo>
                      <a:pt x="69" y="94"/>
                      <a:pt x="72" y="91"/>
                      <a:pt x="74" y="87"/>
                    </a:cubicBezTo>
                    <a:cubicBezTo>
                      <a:pt x="78" y="82"/>
                      <a:pt x="81" y="76"/>
                      <a:pt x="84" y="71"/>
                    </a:cubicBezTo>
                    <a:cubicBezTo>
                      <a:pt x="88" y="64"/>
                      <a:pt x="91" y="57"/>
                      <a:pt x="95" y="49"/>
                    </a:cubicBezTo>
                    <a:cubicBezTo>
                      <a:pt x="96" y="46"/>
                      <a:pt x="97" y="43"/>
                      <a:pt x="98" y="39"/>
                    </a:cubicBezTo>
                    <a:cubicBezTo>
                      <a:pt x="98" y="38"/>
                      <a:pt x="99" y="37"/>
                      <a:pt x="99" y="36"/>
                    </a:cubicBezTo>
                    <a:cubicBezTo>
                      <a:pt x="101" y="27"/>
                      <a:pt x="104" y="17"/>
                      <a:pt x="106" y="8"/>
                    </a:cubicBezTo>
                    <a:cubicBezTo>
                      <a:pt x="108" y="3"/>
                      <a:pt x="113" y="0"/>
                      <a:pt x="119" y="0"/>
                    </a:cubicBezTo>
                    <a:cubicBezTo>
                      <a:pt x="124" y="1"/>
                      <a:pt x="129" y="7"/>
                      <a:pt x="127" y="12"/>
                    </a:cubicBezTo>
                    <a:cubicBezTo>
                      <a:pt x="126" y="19"/>
                      <a:pt x="124" y="25"/>
                      <a:pt x="122" y="31"/>
                    </a:cubicBezTo>
                    <a:cubicBezTo>
                      <a:pt x="122" y="33"/>
                      <a:pt x="121" y="34"/>
                      <a:pt x="120" y="37"/>
                    </a:cubicBezTo>
                    <a:cubicBezTo>
                      <a:pt x="118" y="46"/>
                      <a:pt x="115" y="56"/>
                      <a:pt x="113" y="66"/>
                    </a:cubicBezTo>
                    <a:cubicBezTo>
                      <a:pt x="111" y="76"/>
                      <a:pt x="109" y="86"/>
                      <a:pt x="107" y="96"/>
                    </a:cubicBezTo>
                    <a:cubicBezTo>
                      <a:pt x="105" y="108"/>
                      <a:pt x="102" y="121"/>
                      <a:pt x="100" y="133"/>
                    </a:cubicBezTo>
                    <a:cubicBezTo>
                      <a:pt x="99" y="139"/>
                      <a:pt x="98" y="146"/>
                      <a:pt x="98" y="152"/>
                    </a:cubicBezTo>
                    <a:cubicBezTo>
                      <a:pt x="100" y="150"/>
                      <a:pt x="102" y="149"/>
                      <a:pt x="105" y="147"/>
                    </a:cubicBezTo>
                    <a:cubicBezTo>
                      <a:pt x="106" y="146"/>
                      <a:pt x="107" y="145"/>
                      <a:pt x="108" y="145"/>
                    </a:cubicBezTo>
                    <a:cubicBezTo>
                      <a:pt x="112" y="142"/>
                      <a:pt x="118" y="142"/>
                      <a:pt x="121" y="147"/>
                    </a:cubicBezTo>
                    <a:cubicBezTo>
                      <a:pt x="125" y="151"/>
                      <a:pt x="123" y="157"/>
                      <a:pt x="119" y="160"/>
                    </a:cubicBezTo>
                    <a:cubicBezTo>
                      <a:pt x="111" y="166"/>
                      <a:pt x="103" y="172"/>
                      <a:pt x="94" y="178"/>
                    </a:cubicBezTo>
                    <a:cubicBezTo>
                      <a:pt x="94" y="185"/>
                      <a:pt x="93" y="192"/>
                      <a:pt x="92" y="198"/>
                    </a:cubicBezTo>
                    <a:cubicBezTo>
                      <a:pt x="91" y="209"/>
                      <a:pt x="89" y="219"/>
                      <a:pt x="87" y="230"/>
                    </a:cubicBezTo>
                    <a:cubicBezTo>
                      <a:pt x="87" y="233"/>
                      <a:pt x="86" y="237"/>
                      <a:pt x="86" y="241"/>
                    </a:cubicBezTo>
                    <a:cubicBezTo>
                      <a:pt x="85" y="243"/>
                      <a:pt x="84" y="245"/>
                      <a:pt x="84" y="248"/>
                    </a:cubicBezTo>
                    <a:cubicBezTo>
                      <a:pt x="83" y="253"/>
                      <a:pt x="81" y="260"/>
                      <a:pt x="79" y="266"/>
                    </a:cubicBezTo>
                    <a:cubicBezTo>
                      <a:pt x="78" y="272"/>
                      <a:pt x="76" y="277"/>
                      <a:pt x="74" y="282"/>
                    </a:cubicBezTo>
                    <a:cubicBezTo>
                      <a:pt x="73" y="287"/>
                      <a:pt x="72" y="292"/>
                      <a:pt x="69" y="297"/>
                    </a:cubicBezTo>
                    <a:cubicBezTo>
                      <a:pt x="67" y="302"/>
                      <a:pt x="65" y="307"/>
                      <a:pt x="62" y="312"/>
                    </a:cubicBezTo>
                    <a:cubicBezTo>
                      <a:pt x="60" y="318"/>
                      <a:pt x="57" y="323"/>
                      <a:pt x="53" y="327"/>
                    </a:cubicBezTo>
                    <a:cubicBezTo>
                      <a:pt x="49" y="330"/>
                      <a:pt x="45" y="332"/>
                      <a:pt x="40" y="332"/>
                    </a:cubicBezTo>
                    <a:cubicBezTo>
                      <a:pt x="38" y="332"/>
                      <a:pt x="37" y="332"/>
                      <a:pt x="36" y="3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6" name="Google Shape;3546;p40">
                <a:extLst>
                  <a:ext uri="{FF2B5EF4-FFF2-40B4-BE49-F238E27FC236}">
                    <a16:creationId xmlns:a16="http://schemas.microsoft.com/office/drawing/2014/main" id="{5CBA08FE-F6D4-96F7-11FC-A81756F73C55}"/>
                  </a:ext>
                </a:extLst>
              </p:cNvPr>
              <p:cNvSpPr/>
              <p:nvPr/>
            </p:nvSpPr>
            <p:spPr>
              <a:xfrm>
                <a:off x="219240" y="3984120"/>
                <a:ext cx="26280" cy="11520"/>
              </a:xfrm>
              <a:custGeom>
                <a:avLst/>
                <a:gdLst/>
                <a:ahLst/>
                <a:cxnLst/>
                <a:rect l="l" t="t" r="r" b="b"/>
                <a:pathLst>
                  <a:path w="73" h="32" extrusionOk="0">
                    <a:moveTo>
                      <a:pt x="13" y="31"/>
                    </a:moveTo>
                    <a:cubicBezTo>
                      <a:pt x="9" y="30"/>
                      <a:pt x="7" y="29"/>
                      <a:pt x="4" y="27"/>
                    </a:cubicBezTo>
                    <a:cubicBezTo>
                      <a:pt x="0" y="23"/>
                      <a:pt x="0" y="15"/>
                      <a:pt x="5" y="11"/>
                    </a:cubicBezTo>
                    <a:cubicBezTo>
                      <a:pt x="10" y="7"/>
                      <a:pt x="17" y="6"/>
                      <a:pt x="23" y="5"/>
                    </a:cubicBezTo>
                    <a:cubicBezTo>
                      <a:pt x="27" y="4"/>
                      <a:pt x="31" y="4"/>
                      <a:pt x="35" y="3"/>
                    </a:cubicBezTo>
                    <a:cubicBezTo>
                      <a:pt x="43" y="2"/>
                      <a:pt x="52" y="1"/>
                      <a:pt x="60" y="0"/>
                    </a:cubicBezTo>
                    <a:cubicBezTo>
                      <a:pt x="66" y="0"/>
                      <a:pt x="71" y="4"/>
                      <a:pt x="71" y="10"/>
                    </a:cubicBezTo>
                    <a:cubicBezTo>
                      <a:pt x="72" y="16"/>
                      <a:pt x="68" y="21"/>
                      <a:pt x="62" y="22"/>
                    </a:cubicBezTo>
                    <a:cubicBezTo>
                      <a:pt x="52" y="23"/>
                      <a:pt x="43" y="24"/>
                      <a:pt x="33" y="25"/>
                    </a:cubicBezTo>
                    <a:cubicBezTo>
                      <a:pt x="30" y="26"/>
                      <a:pt x="26" y="27"/>
                      <a:pt x="23" y="28"/>
                    </a:cubicBezTo>
                    <a:cubicBezTo>
                      <a:pt x="20" y="29"/>
                      <a:pt x="17" y="31"/>
                      <a:pt x="14" y="31"/>
                    </a:cubicBezTo>
                    <a:lnTo>
                      <a:pt x="13" y="3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7" name="Google Shape;3547;p40">
                <a:extLst>
                  <a:ext uri="{FF2B5EF4-FFF2-40B4-BE49-F238E27FC236}">
                    <a16:creationId xmlns:a16="http://schemas.microsoft.com/office/drawing/2014/main" id="{EB533CCF-E661-DBD2-B360-30624F6818E2}"/>
                  </a:ext>
                </a:extLst>
              </p:cNvPr>
              <p:cNvSpPr/>
              <p:nvPr/>
            </p:nvSpPr>
            <p:spPr>
              <a:xfrm>
                <a:off x="210600" y="3980520"/>
                <a:ext cx="69840" cy="39240"/>
              </a:xfrm>
              <a:custGeom>
                <a:avLst/>
                <a:gdLst/>
                <a:ahLst/>
                <a:cxnLst/>
                <a:rect l="l" t="t" r="r" b="b"/>
                <a:pathLst>
                  <a:path w="194" h="109" extrusionOk="0">
                    <a:moveTo>
                      <a:pt x="14" y="108"/>
                    </a:moveTo>
                    <a:cubicBezTo>
                      <a:pt x="10" y="108"/>
                      <a:pt x="5" y="106"/>
                      <a:pt x="3" y="102"/>
                    </a:cubicBezTo>
                    <a:cubicBezTo>
                      <a:pt x="1" y="100"/>
                      <a:pt x="0" y="97"/>
                      <a:pt x="0" y="93"/>
                    </a:cubicBezTo>
                    <a:cubicBezTo>
                      <a:pt x="2" y="87"/>
                      <a:pt x="7" y="83"/>
                      <a:pt x="13" y="84"/>
                    </a:cubicBezTo>
                    <a:cubicBezTo>
                      <a:pt x="15" y="84"/>
                      <a:pt x="16" y="85"/>
                      <a:pt x="17" y="86"/>
                    </a:cubicBezTo>
                    <a:cubicBezTo>
                      <a:pt x="18" y="86"/>
                      <a:pt x="19" y="86"/>
                      <a:pt x="19" y="85"/>
                    </a:cubicBezTo>
                    <a:cubicBezTo>
                      <a:pt x="21" y="85"/>
                      <a:pt x="23" y="84"/>
                      <a:pt x="25" y="84"/>
                    </a:cubicBezTo>
                    <a:cubicBezTo>
                      <a:pt x="28" y="83"/>
                      <a:pt x="32" y="81"/>
                      <a:pt x="35" y="80"/>
                    </a:cubicBezTo>
                    <a:cubicBezTo>
                      <a:pt x="40" y="77"/>
                      <a:pt x="45" y="75"/>
                      <a:pt x="51" y="73"/>
                    </a:cubicBezTo>
                    <a:cubicBezTo>
                      <a:pt x="50" y="73"/>
                      <a:pt x="50" y="73"/>
                      <a:pt x="49" y="73"/>
                    </a:cubicBezTo>
                    <a:cubicBezTo>
                      <a:pt x="50" y="73"/>
                      <a:pt x="51" y="73"/>
                      <a:pt x="51" y="72"/>
                    </a:cubicBezTo>
                    <a:cubicBezTo>
                      <a:pt x="51" y="73"/>
                      <a:pt x="51" y="73"/>
                      <a:pt x="50" y="73"/>
                    </a:cubicBezTo>
                    <a:cubicBezTo>
                      <a:pt x="69" y="64"/>
                      <a:pt x="88" y="53"/>
                      <a:pt x="107" y="43"/>
                    </a:cubicBezTo>
                    <a:cubicBezTo>
                      <a:pt x="127" y="32"/>
                      <a:pt x="148" y="20"/>
                      <a:pt x="169" y="9"/>
                    </a:cubicBezTo>
                    <a:cubicBezTo>
                      <a:pt x="172" y="7"/>
                      <a:pt x="175" y="5"/>
                      <a:pt x="178" y="3"/>
                    </a:cubicBezTo>
                    <a:cubicBezTo>
                      <a:pt x="183" y="0"/>
                      <a:pt x="189" y="2"/>
                      <a:pt x="191" y="7"/>
                    </a:cubicBezTo>
                    <a:cubicBezTo>
                      <a:pt x="193" y="11"/>
                      <a:pt x="192" y="17"/>
                      <a:pt x="188" y="19"/>
                    </a:cubicBezTo>
                    <a:cubicBezTo>
                      <a:pt x="166" y="32"/>
                      <a:pt x="144" y="44"/>
                      <a:pt x="123" y="56"/>
                    </a:cubicBezTo>
                    <a:cubicBezTo>
                      <a:pt x="113" y="62"/>
                      <a:pt x="104" y="67"/>
                      <a:pt x="94" y="73"/>
                    </a:cubicBezTo>
                    <a:cubicBezTo>
                      <a:pt x="84" y="79"/>
                      <a:pt x="73" y="84"/>
                      <a:pt x="63" y="90"/>
                    </a:cubicBezTo>
                    <a:cubicBezTo>
                      <a:pt x="56" y="93"/>
                      <a:pt x="49" y="97"/>
                      <a:pt x="41" y="100"/>
                    </a:cubicBezTo>
                    <a:cubicBezTo>
                      <a:pt x="37" y="102"/>
                      <a:pt x="33" y="104"/>
                      <a:pt x="27" y="105"/>
                    </a:cubicBezTo>
                    <a:cubicBezTo>
                      <a:pt x="23" y="107"/>
                      <a:pt x="19" y="108"/>
                      <a:pt x="14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8" name="Google Shape;3548;p40">
                <a:extLst>
                  <a:ext uri="{FF2B5EF4-FFF2-40B4-BE49-F238E27FC236}">
                    <a16:creationId xmlns:a16="http://schemas.microsoft.com/office/drawing/2014/main" id="{7CD9B94B-14A0-7014-15AC-D37D0A7899B7}"/>
                  </a:ext>
                </a:extLst>
              </p:cNvPr>
              <p:cNvSpPr/>
              <p:nvPr/>
            </p:nvSpPr>
            <p:spPr>
              <a:xfrm>
                <a:off x="259200" y="3936600"/>
                <a:ext cx="75240" cy="136800"/>
              </a:xfrm>
              <a:custGeom>
                <a:avLst/>
                <a:gdLst/>
                <a:ahLst/>
                <a:cxnLst/>
                <a:rect l="l" t="t" r="r" b="b"/>
                <a:pathLst>
                  <a:path w="209" h="380" extrusionOk="0">
                    <a:moveTo>
                      <a:pt x="47" y="379"/>
                    </a:moveTo>
                    <a:cubicBezTo>
                      <a:pt x="35" y="378"/>
                      <a:pt x="23" y="373"/>
                      <a:pt x="14" y="364"/>
                    </a:cubicBezTo>
                    <a:cubicBezTo>
                      <a:pt x="5" y="354"/>
                      <a:pt x="1" y="340"/>
                      <a:pt x="0" y="327"/>
                    </a:cubicBezTo>
                    <a:cubicBezTo>
                      <a:pt x="0" y="320"/>
                      <a:pt x="2" y="313"/>
                      <a:pt x="4" y="307"/>
                    </a:cubicBezTo>
                    <a:cubicBezTo>
                      <a:pt x="6" y="299"/>
                      <a:pt x="9" y="292"/>
                      <a:pt x="12" y="285"/>
                    </a:cubicBezTo>
                    <a:cubicBezTo>
                      <a:pt x="13" y="280"/>
                      <a:pt x="20" y="277"/>
                      <a:pt x="25" y="280"/>
                    </a:cubicBezTo>
                    <a:cubicBezTo>
                      <a:pt x="30" y="282"/>
                      <a:pt x="32" y="288"/>
                      <a:pt x="30" y="293"/>
                    </a:cubicBezTo>
                    <a:cubicBezTo>
                      <a:pt x="29" y="294"/>
                      <a:pt x="29" y="296"/>
                      <a:pt x="28" y="297"/>
                    </a:cubicBezTo>
                    <a:cubicBezTo>
                      <a:pt x="29" y="296"/>
                      <a:pt x="29" y="296"/>
                      <a:pt x="29" y="296"/>
                    </a:cubicBezTo>
                    <a:cubicBezTo>
                      <a:pt x="26" y="303"/>
                      <a:pt x="23" y="309"/>
                      <a:pt x="22" y="317"/>
                    </a:cubicBezTo>
                    <a:cubicBezTo>
                      <a:pt x="22" y="319"/>
                      <a:pt x="21" y="321"/>
                      <a:pt x="21" y="322"/>
                    </a:cubicBezTo>
                    <a:cubicBezTo>
                      <a:pt x="21" y="324"/>
                      <a:pt x="21" y="326"/>
                      <a:pt x="21" y="328"/>
                    </a:cubicBezTo>
                    <a:cubicBezTo>
                      <a:pt x="21" y="330"/>
                      <a:pt x="21" y="331"/>
                      <a:pt x="22" y="332"/>
                    </a:cubicBezTo>
                    <a:cubicBezTo>
                      <a:pt x="22" y="334"/>
                      <a:pt x="22" y="335"/>
                      <a:pt x="22" y="336"/>
                    </a:cubicBezTo>
                    <a:cubicBezTo>
                      <a:pt x="23" y="338"/>
                      <a:pt x="24" y="340"/>
                      <a:pt x="25" y="341"/>
                    </a:cubicBezTo>
                    <a:cubicBezTo>
                      <a:pt x="25" y="343"/>
                      <a:pt x="26" y="344"/>
                      <a:pt x="27" y="346"/>
                    </a:cubicBezTo>
                    <a:cubicBezTo>
                      <a:pt x="27" y="346"/>
                      <a:pt x="28" y="347"/>
                      <a:pt x="29" y="348"/>
                    </a:cubicBezTo>
                    <a:cubicBezTo>
                      <a:pt x="30" y="349"/>
                      <a:pt x="30" y="350"/>
                      <a:pt x="32" y="351"/>
                    </a:cubicBezTo>
                    <a:cubicBezTo>
                      <a:pt x="32" y="351"/>
                      <a:pt x="33" y="353"/>
                      <a:pt x="34" y="353"/>
                    </a:cubicBezTo>
                    <a:cubicBezTo>
                      <a:pt x="34" y="354"/>
                      <a:pt x="36" y="354"/>
                      <a:pt x="37" y="355"/>
                    </a:cubicBezTo>
                    <a:cubicBezTo>
                      <a:pt x="38" y="355"/>
                      <a:pt x="39" y="355"/>
                      <a:pt x="40" y="356"/>
                    </a:cubicBezTo>
                    <a:cubicBezTo>
                      <a:pt x="41" y="357"/>
                      <a:pt x="42" y="357"/>
                      <a:pt x="43" y="357"/>
                    </a:cubicBezTo>
                    <a:cubicBezTo>
                      <a:pt x="45" y="357"/>
                      <a:pt x="47" y="358"/>
                      <a:pt x="48" y="358"/>
                    </a:cubicBezTo>
                    <a:cubicBezTo>
                      <a:pt x="50" y="358"/>
                      <a:pt x="51" y="358"/>
                      <a:pt x="52" y="358"/>
                    </a:cubicBezTo>
                    <a:cubicBezTo>
                      <a:pt x="53" y="358"/>
                      <a:pt x="54" y="358"/>
                      <a:pt x="54" y="358"/>
                    </a:cubicBezTo>
                    <a:cubicBezTo>
                      <a:pt x="55" y="358"/>
                      <a:pt x="55" y="358"/>
                      <a:pt x="55" y="357"/>
                    </a:cubicBezTo>
                    <a:lnTo>
                      <a:pt x="56" y="357"/>
                    </a:lnTo>
                    <a:cubicBezTo>
                      <a:pt x="58" y="356"/>
                      <a:pt x="60" y="355"/>
                      <a:pt x="61" y="354"/>
                    </a:cubicBezTo>
                    <a:cubicBezTo>
                      <a:pt x="64" y="353"/>
                      <a:pt x="66" y="351"/>
                      <a:pt x="68" y="350"/>
                    </a:cubicBezTo>
                    <a:cubicBezTo>
                      <a:pt x="70" y="347"/>
                      <a:pt x="72" y="345"/>
                      <a:pt x="75" y="343"/>
                    </a:cubicBezTo>
                    <a:cubicBezTo>
                      <a:pt x="78" y="339"/>
                      <a:pt x="82" y="334"/>
                      <a:pt x="85" y="330"/>
                    </a:cubicBezTo>
                    <a:cubicBezTo>
                      <a:pt x="85" y="330"/>
                      <a:pt x="84" y="331"/>
                      <a:pt x="84" y="332"/>
                    </a:cubicBezTo>
                    <a:cubicBezTo>
                      <a:pt x="87" y="326"/>
                      <a:pt x="91" y="321"/>
                      <a:pt x="94" y="315"/>
                    </a:cubicBezTo>
                    <a:cubicBezTo>
                      <a:pt x="97" y="310"/>
                      <a:pt x="99" y="305"/>
                      <a:pt x="101" y="300"/>
                    </a:cubicBezTo>
                    <a:cubicBezTo>
                      <a:pt x="103" y="296"/>
                      <a:pt x="104" y="291"/>
                      <a:pt x="105" y="286"/>
                    </a:cubicBezTo>
                    <a:cubicBezTo>
                      <a:pt x="107" y="275"/>
                      <a:pt x="109" y="264"/>
                      <a:pt x="111" y="254"/>
                    </a:cubicBezTo>
                    <a:cubicBezTo>
                      <a:pt x="111" y="246"/>
                      <a:pt x="113" y="238"/>
                      <a:pt x="114" y="231"/>
                    </a:cubicBezTo>
                    <a:cubicBezTo>
                      <a:pt x="115" y="215"/>
                      <a:pt x="117" y="199"/>
                      <a:pt x="118" y="182"/>
                    </a:cubicBezTo>
                    <a:lnTo>
                      <a:pt x="118" y="181"/>
                    </a:lnTo>
                    <a:lnTo>
                      <a:pt x="118" y="180"/>
                    </a:lnTo>
                    <a:cubicBezTo>
                      <a:pt x="118" y="181"/>
                      <a:pt x="118" y="181"/>
                      <a:pt x="118" y="181"/>
                    </a:cubicBezTo>
                    <a:cubicBezTo>
                      <a:pt x="118" y="179"/>
                      <a:pt x="119" y="176"/>
                      <a:pt x="119" y="173"/>
                    </a:cubicBezTo>
                    <a:cubicBezTo>
                      <a:pt x="119" y="174"/>
                      <a:pt x="119" y="174"/>
                      <a:pt x="119" y="174"/>
                    </a:cubicBezTo>
                    <a:cubicBezTo>
                      <a:pt x="119" y="173"/>
                      <a:pt x="120" y="171"/>
                      <a:pt x="120" y="170"/>
                    </a:cubicBezTo>
                    <a:cubicBezTo>
                      <a:pt x="120" y="169"/>
                      <a:pt x="120" y="168"/>
                      <a:pt x="120" y="167"/>
                    </a:cubicBezTo>
                    <a:lnTo>
                      <a:pt x="120" y="168"/>
                    </a:lnTo>
                    <a:cubicBezTo>
                      <a:pt x="120" y="167"/>
                      <a:pt x="120" y="165"/>
                      <a:pt x="120" y="164"/>
                    </a:cubicBezTo>
                    <a:lnTo>
                      <a:pt x="120" y="165"/>
                    </a:lnTo>
                    <a:cubicBezTo>
                      <a:pt x="120" y="164"/>
                      <a:pt x="120" y="163"/>
                      <a:pt x="120" y="162"/>
                    </a:cubicBezTo>
                    <a:cubicBezTo>
                      <a:pt x="120" y="161"/>
                      <a:pt x="120" y="160"/>
                      <a:pt x="120" y="159"/>
                    </a:cubicBezTo>
                    <a:lnTo>
                      <a:pt x="120" y="160"/>
                    </a:lnTo>
                    <a:cubicBezTo>
                      <a:pt x="120" y="159"/>
                      <a:pt x="121" y="157"/>
                      <a:pt x="121" y="156"/>
                    </a:cubicBezTo>
                    <a:cubicBezTo>
                      <a:pt x="121" y="157"/>
                      <a:pt x="121" y="157"/>
                      <a:pt x="121" y="157"/>
                    </a:cubicBezTo>
                    <a:cubicBezTo>
                      <a:pt x="121" y="156"/>
                      <a:pt x="121" y="154"/>
                      <a:pt x="121" y="153"/>
                    </a:cubicBezTo>
                    <a:lnTo>
                      <a:pt x="121" y="154"/>
                    </a:lnTo>
                    <a:cubicBezTo>
                      <a:pt x="121" y="152"/>
                      <a:pt x="121" y="149"/>
                      <a:pt x="121" y="147"/>
                    </a:cubicBezTo>
                    <a:lnTo>
                      <a:pt x="121" y="148"/>
                    </a:lnTo>
                    <a:cubicBezTo>
                      <a:pt x="121" y="148"/>
                      <a:pt x="121" y="147"/>
                      <a:pt x="121" y="146"/>
                    </a:cubicBezTo>
                    <a:lnTo>
                      <a:pt x="121" y="145"/>
                    </a:lnTo>
                    <a:cubicBezTo>
                      <a:pt x="121" y="146"/>
                      <a:pt x="121" y="146"/>
                      <a:pt x="121" y="146"/>
                    </a:cubicBezTo>
                    <a:cubicBezTo>
                      <a:pt x="122" y="134"/>
                      <a:pt x="124" y="123"/>
                      <a:pt x="125" y="111"/>
                    </a:cubicBezTo>
                    <a:cubicBezTo>
                      <a:pt x="126" y="107"/>
                      <a:pt x="127" y="103"/>
                      <a:pt x="128" y="98"/>
                    </a:cubicBezTo>
                    <a:cubicBezTo>
                      <a:pt x="129" y="92"/>
                      <a:pt x="129" y="86"/>
                      <a:pt x="131" y="80"/>
                    </a:cubicBezTo>
                    <a:cubicBezTo>
                      <a:pt x="132" y="74"/>
                      <a:pt x="134" y="68"/>
                      <a:pt x="135" y="61"/>
                    </a:cubicBezTo>
                    <a:cubicBezTo>
                      <a:pt x="137" y="54"/>
                      <a:pt x="139" y="46"/>
                      <a:pt x="142" y="39"/>
                    </a:cubicBezTo>
                    <a:cubicBezTo>
                      <a:pt x="145" y="33"/>
                      <a:pt x="147" y="26"/>
                      <a:pt x="151" y="20"/>
                    </a:cubicBezTo>
                    <a:cubicBezTo>
                      <a:pt x="154" y="15"/>
                      <a:pt x="160" y="10"/>
                      <a:pt x="166" y="6"/>
                    </a:cubicBezTo>
                    <a:cubicBezTo>
                      <a:pt x="171" y="2"/>
                      <a:pt x="177" y="1"/>
                      <a:pt x="183" y="1"/>
                    </a:cubicBezTo>
                    <a:cubicBezTo>
                      <a:pt x="186" y="0"/>
                      <a:pt x="189" y="2"/>
                      <a:pt x="192" y="3"/>
                    </a:cubicBezTo>
                    <a:cubicBezTo>
                      <a:pt x="195" y="5"/>
                      <a:pt x="197" y="7"/>
                      <a:pt x="199" y="9"/>
                    </a:cubicBezTo>
                    <a:cubicBezTo>
                      <a:pt x="203" y="13"/>
                      <a:pt x="206" y="18"/>
                      <a:pt x="206" y="24"/>
                    </a:cubicBezTo>
                    <a:cubicBezTo>
                      <a:pt x="208" y="30"/>
                      <a:pt x="206" y="36"/>
                      <a:pt x="205" y="41"/>
                    </a:cubicBezTo>
                    <a:cubicBezTo>
                      <a:pt x="203" y="49"/>
                      <a:pt x="200" y="57"/>
                      <a:pt x="197" y="64"/>
                    </a:cubicBezTo>
                    <a:cubicBezTo>
                      <a:pt x="196" y="67"/>
                      <a:pt x="195" y="71"/>
                      <a:pt x="193" y="74"/>
                    </a:cubicBezTo>
                    <a:cubicBezTo>
                      <a:pt x="192" y="76"/>
                      <a:pt x="191" y="78"/>
                      <a:pt x="190" y="79"/>
                    </a:cubicBezTo>
                    <a:cubicBezTo>
                      <a:pt x="188" y="82"/>
                      <a:pt x="187" y="85"/>
                      <a:pt x="185" y="88"/>
                    </a:cubicBezTo>
                    <a:cubicBezTo>
                      <a:pt x="182" y="90"/>
                      <a:pt x="180" y="92"/>
                      <a:pt x="176" y="92"/>
                    </a:cubicBezTo>
                    <a:cubicBezTo>
                      <a:pt x="172" y="92"/>
                      <a:pt x="168" y="89"/>
                      <a:pt x="167" y="86"/>
                    </a:cubicBezTo>
                    <a:cubicBezTo>
                      <a:pt x="166" y="84"/>
                      <a:pt x="165" y="82"/>
                      <a:pt x="165" y="80"/>
                    </a:cubicBezTo>
                    <a:cubicBezTo>
                      <a:pt x="165" y="79"/>
                      <a:pt x="166" y="78"/>
                      <a:pt x="166" y="76"/>
                    </a:cubicBezTo>
                    <a:cubicBezTo>
                      <a:pt x="166" y="72"/>
                      <a:pt x="168" y="69"/>
                      <a:pt x="171" y="68"/>
                    </a:cubicBezTo>
                    <a:cubicBezTo>
                      <a:pt x="172" y="67"/>
                      <a:pt x="173" y="65"/>
                      <a:pt x="174" y="64"/>
                    </a:cubicBezTo>
                    <a:cubicBezTo>
                      <a:pt x="176" y="60"/>
                      <a:pt x="178" y="54"/>
                      <a:pt x="180" y="50"/>
                    </a:cubicBezTo>
                    <a:cubicBezTo>
                      <a:pt x="181" y="48"/>
                      <a:pt x="181" y="47"/>
                      <a:pt x="182" y="45"/>
                    </a:cubicBezTo>
                    <a:cubicBezTo>
                      <a:pt x="183" y="41"/>
                      <a:pt x="184" y="38"/>
                      <a:pt x="185" y="34"/>
                    </a:cubicBezTo>
                    <a:cubicBezTo>
                      <a:pt x="185" y="33"/>
                      <a:pt x="185" y="32"/>
                      <a:pt x="185" y="30"/>
                    </a:cubicBezTo>
                    <a:lnTo>
                      <a:pt x="185" y="29"/>
                    </a:lnTo>
                    <a:cubicBezTo>
                      <a:pt x="185" y="28"/>
                      <a:pt x="185" y="27"/>
                      <a:pt x="185" y="27"/>
                    </a:cubicBezTo>
                    <a:lnTo>
                      <a:pt x="185" y="26"/>
                    </a:lnTo>
                    <a:cubicBezTo>
                      <a:pt x="185" y="25"/>
                      <a:pt x="185" y="25"/>
                      <a:pt x="184" y="25"/>
                    </a:cubicBezTo>
                    <a:lnTo>
                      <a:pt x="184" y="24"/>
                    </a:lnTo>
                    <a:cubicBezTo>
                      <a:pt x="184" y="23"/>
                      <a:pt x="183" y="23"/>
                      <a:pt x="183" y="23"/>
                    </a:cubicBezTo>
                    <a:cubicBezTo>
                      <a:pt x="182" y="23"/>
                      <a:pt x="182" y="22"/>
                      <a:pt x="182" y="22"/>
                    </a:cubicBezTo>
                    <a:lnTo>
                      <a:pt x="181" y="22"/>
                    </a:lnTo>
                    <a:cubicBezTo>
                      <a:pt x="180" y="22"/>
                      <a:pt x="179" y="23"/>
                      <a:pt x="178" y="23"/>
                    </a:cubicBezTo>
                    <a:lnTo>
                      <a:pt x="177" y="24"/>
                    </a:lnTo>
                    <a:cubicBezTo>
                      <a:pt x="175" y="25"/>
                      <a:pt x="174" y="26"/>
                      <a:pt x="173" y="27"/>
                    </a:cubicBezTo>
                    <a:cubicBezTo>
                      <a:pt x="171" y="28"/>
                      <a:pt x="171" y="29"/>
                      <a:pt x="170" y="29"/>
                    </a:cubicBezTo>
                    <a:cubicBezTo>
                      <a:pt x="170" y="29"/>
                      <a:pt x="170" y="30"/>
                      <a:pt x="169" y="30"/>
                    </a:cubicBezTo>
                    <a:cubicBezTo>
                      <a:pt x="168" y="32"/>
                      <a:pt x="167" y="34"/>
                      <a:pt x="166" y="36"/>
                    </a:cubicBezTo>
                    <a:cubicBezTo>
                      <a:pt x="164" y="40"/>
                      <a:pt x="162" y="44"/>
                      <a:pt x="160" y="48"/>
                    </a:cubicBezTo>
                    <a:cubicBezTo>
                      <a:pt x="156" y="60"/>
                      <a:pt x="153" y="71"/>
                      <a:pt x="150" y="82"/>
                    </a:cubicBezTo>
                    <a:cubicBezTo>
                      <a:pt x="150" y="88"/>
                      <a:pt x="149" y="93"/>
                      <a:pt x="148" y="98"/>
                    </a:cubicBezTo>
                    <a:cubicBezTo>
                      <a:pt x="147" y="101"/>
                      <a:pt x="146" y="106"/>
                      <a:pt x="146" y="109"/>
                    </a:cubicBezTo>
                    <a:cubicBezTo>
                      <a:pt x="145" y="111"/>
                      <a:pt x="145" y="112"/>
                      <a:pt x="145" y="114"/>
                    </a:cubicBezTo>
                    <a:cubicBezTo>
                      <a:pt x="144" y="120"/>
                      <a:pt x="143" y="125"/>
                      <a:pt x="143" y="131"/>
                    </a:cubicBezTo>
                    <a:cubicBezTo>
                      <a:pt x="142" y="136"/>
                      <a:pt x="142" y="142"/>
                      <a:pt x="141" y="148"/>
                    </a:cubicBezTo>
                    <a:cubicBezTo>
                      <a:pt x="139" y="160"/>
                      <a:pt x="138" y="172"/>
                      <a:pt x="137" y="184"/>
                    </a:cubicBezTo>
                    <a:lnTo>
                      <a:pt x="137" y="183"/>
                    </a:lnTo>
                    <a:cubicBezTo>
                      <a:pt x="135" y="206"/>
                      <a:pt x="132" y="228"/>
                      <a:pt x="129" y="251"/>
                    </a:cubicBezTo>
                    <a:cubicBezTo>
                      <a:pt x="129" y="255"/>
                      <a:pt x="128" y="260"/>
                      <a:pt x="127" y="265"/>
                    </a:cubicBezTo>
                    <a:cubicBezTo>
                      <a:pt x="126" y="273"/>
                      <a:pt x="125" y="282"/>
                      <a:pt x="123" y="290"/>
                    </a:cubicBezTo>
                    <a:cubicBezTo>
                      <a:pt x="120" y="305"/>
                      <a:pt x="114" y="319"/>
                      <a:pt x="106" y="332"/>
                    </a:cubicBezTo>
                    <a:cubicBezTo>
                      <a:pt x="99" y="344"/>
                      <a:pt x="90" y="356"/>
                      <a:pt x="80" y="365"/>
                    </a:cubicBezTo>
                    <a:cubicBezTo>
                      <a:pt x="75" y="369"/>
                      <a:pt x="70" y="373"/>
                      <a:pt x="65" y="376"/>
                    </a:cubicBezTo>
                    <a:cubicBezTo>
                      <a:pt x="61" y="378"/>
                      <a:pt x="55" y="379"/>
                      <a:pt x="51" y="379"/>
                    </a:cubicBezTo>
                    <a:cubicBezTo>
                      <a:pt x="50" y="379"/>
                      <a:pt x="48" y="379"/>
                      <a:pt x="47" y="3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9" name="Google Shape;3549;p40">
                <a:extLst>
                  <a:ext uri="{FF2B5EF4-FFF2-40B4-BE49-F238E27FC236}">
                    <a16:creationId xmlns:a16="http://schemas.microsoft.com/office/drawing/2014/main" id="{7B00F6B4-D7F7-163E-D471-757DFB43A2E3}"/>
                  </a:ext>
                </a:extLst>
              </p:cNvPr>
              <p:cNvSpPr/>
              <p:nvPr/>
            </p:nvSpPr>
            <p:spPr>
              <a:xfrm>
                <a:off x="276120" y="4002120"/>
                <a:ext cx="33120" cy="13680"/>
              </a:xfrm>
              <a:custGeom>
                <a:avLst/>
                <a:gdLst/>
                <a:ahLst/>
                <a:cxnLst/>
                <a:rect l="l" t="t" r="r" b="b"/>
                <a:pathLst>
                  <a:path w="92" h="38" extrusionOk="0">
                    <a:moveTo>
                      <a:pt x="11" y="37"/>
                    </a:moveTo>
                    <a:cubicBezTo>
                      <a:pt x="10" y="36"/>
                      <a:pt x="8" y="36"/>
                      <a:pt x="7" y="35"/>
                    </a:cubicBezTo>
                    <a:cubicBezTo>
                      <a:pt x="4" y="34"/>
                      <a:pt x="1" y="31"/>
                      <a:pt x="1" y="28"/>
                    </a:cubicBezTo>
                    <a:cubicBezTo>
                      <a:pt x="0" y="24"/>
                      <a:pt x="1" y="20"/>
                      <a:pt x="3" y="18"/>
                    </a:cubicBezTo>
                    <a:cubicBezTo>
                      <a:pt x="4" y="16"/>
                      <a:pt x="6" y="15"/>
                      <a:pt x="8" y="14"/>
                    </a:cubicBezTo>
                    <a:cubicBezTo>
                      <a:pt x="10" y="13"/>
                      <a:pt x="13" y="12"/>
                      <a:pt x="15" y="11"/>
                    </a:cubicBezTo>
                    <a:cubicBezTo>
                      <a:pt x="21" y="9"/>
                      <a:pt x="27" y="8"/>
                      <a:pt x="33" y="7"/>
                    </a:cubicBezTo>
                    <a:cubicBezTo>
                      <a:pt x="39" y="6"/>
                      <a:pt x="45" y="5"/>
                      <a:pt x="50" y="5"/>
                    </a:cubicBezTo>
                    <a:cubicBezTo>
                      <a:pt x="60" y="3"/>
                      <a:pt x="70" y="2"/>
                      <a:pt x="80" y="0"/>
                    </a:cubicBezTo>
                    <a:cubicBezTo>
                      <a:pt x="85" y="0"/>
                      <a:pt x="90" y="4"/>
                      <a:pt x="91" y="9"/>
                    </a:cubicBezTo>
                    <a:cubicBezTo>
                      <a:pt x="91" y="15"/>
                      <a:pt x="87" y="20"/>
                      <a:pt x="82" y="20"/>
                    </a:cubicBezTo>
                    <a:cubicBezTo>
                      <a:pt x="73" y="22"/>
                      <a:pt x="64" y="23"/>
                      <a:pt x="55" y="25"/>
                    </a:cubicBezTo>
                    <a:cubicBezTo>
                      <a:pt x="50" y="26"/>
                      <a:pt x="44" y="27"/>
                      <a:pt x="39" y="28"/>
                    </a:cubicBezTo>
                    <a:cubicBezTo>
                      <a:pt x="33" y="29"/>
                      <a:pt x="28" y="30"/>
                      <a:pt x="22" y="31"/>
                    </a:cubicBezTo>
                    <a:cubicBezTo>
                      <a:pt x="21" y="35"/>
                      <a:pt x="17" y="37"/>
                      <a:pt x="13" y="37"/>
                    </a:cubicBezTo>
                    <a:cubicBezTo>
                      <a:pt x="13" y="37"/>
                      <a:pt x="12" y="37"/>
                      <a:pt x="11" y="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0" name="Google Shape;3550;p40">
                <a:extLst>
                  <a:ext uri="{FF2B5EF4-FFF2-40B4-BE49-F238E27FC236}">
                    <a16:creationId xmlns:a16="http://schemas.microsoft.com/office/drawing/2014/main" id="{58A35DB0-4DFD-4B14-152C-C30402FF5498}"/>
                  </a:ext>
                </a:extLst>
              </p:cNvPr>
              <p:cNvSpPr/>
              <p:nvPr/>
            </p:nvSpPr>
            <p:spPr>
              <a:xfrm>
                <a:off x="334800" y="3932280"/>
                <a:ext cx="30240" cy="114120"/>
              </a:xfrm>
              <a:custGeom>
                <a:avLst/>
                <a:gdLst/>
                <a:ahLst/>
                <a:cxnLst/>
                <a:rect l="l" t="t" r="r" b="b"/>
                <a:pathLst>
                  <a:path w="84" h="317" extrusionOk="0">
                    <a:moveTo>
                      <a:pt x="45" y="313"/>
                    </a:moveTo>
                    <a:cubicBezTo>
                      <a:pt x="41" y="308"/>
                      <a:pt x="37" y="303"/>
                      <a:pt x="33" y="298"/>
                    </a:cubicBezTo>
                    <a:cubicBezTo>
                      <a:pt x="28" y="291"/>
                      <a:pt x="25" y="284"/>
                      <a:pt x="22" y="277"/>
                    </a:cubicBezTo>
                    <a:cubicBezTo>
                      <a:pt x="19" y="271"/>
                      <a:pt x="17" y="264"/>
                      <a:pt x="15" y="257"/>
                    </a:cubicBezTo>
                    <a:cubicBezTo>
                      <a:pt x="13" y="252"/>
                      <a:pt x="12" y="246"/>
                      <a:pt x="11" y="240"/>
                    </a:cubicBezTo>
                    <a:cubicBezTo>
                      <a:pt x="9" y="234"/>
                      <a:pt x="8" y="227"/>
                      <a:pt x="7" y="221"/>
                    </a:cubicBezTo>
                    <a:cubicBezTo>
                      <a:pt x="6" y="214"/>
                      <a:pt x="5" y="208"/>
                      <a:pt x="4" y="202"/>
                    </a:cubicBezTo>
                    <a:cubicBezTo>
                      <a:pt x="2" y="190"/>
                      <a:pt x="0" y="179"/>
                      <a:pt x="0" y="168"/>
                    </a:cubicBezTo>
                    <a:cubicBezTo>
                      <a:pt x="0" y="153"/>
                      <a:pt x="2" y="137"/>
                      <a:pt x="6" y="123"/>
                    </a:cubicBezTo>
                    <a:cubicBezTo>
                      <a:pt x="10" y="104"/>
                      <a:pt x="16" y="84"/>
                      <a:pt x="24" y="66"/>
                    </a:cubicBezTo>
                    <a:cubicBezTo>
                      <a:pt x="28" y="58"/>
                      <a:pt x="32" y="49"/>
                      <a:pt x="37" y="41"/>
                    </a:cubicBezTo>
                    <a:cubicBezTo>
                      <a:pt x="40" y="36"/>
                      <a:pt x="44" y="31"/>
                      <a:pt x="47" y="26"/>
                    </a:cubicBezTo>
                    <a:cubicBezTo>
                      <a:pt x="51" y="20"/>
                      <a:pt x="55" y="15"/>
                      <a:pt x="59" y="10"/>
                    </a:cubicBezTo>
                    <a:cubicBezTo>
                      <a:pt x="60" y="9"/>
                      <a:pt x="60" y="7"/>
                      <a:pt x="61" y="7"/>
                    </a:cubicBezTo>
                    <a:cubicBezTo>
                      <a:pt x="65" y="2"/>
                      <a:pt x="71" y="0"/>
                      <a:pt x="76" y="3"/>
                    </a:cubicBezTo>
                    <a:cubicBezTo>
                      <a:pt x="81" y="6"/>
                      <a:pt x="83" y="13"/>
                      <a:pt x="80" y="19"/>
                    </a:cubicBezTo>
                    <a:cubicBezTo>
                      <a:pt x="77" y="23"/>
                      <a:pt x="73" y="27"/>
                      <a:pt x="70" y="31"/>
                    </a:cubicBezTo>
                    <a:cubicBezTo>
                      <a:pt x="66" y="37"/>
                      <a:pt x="62" y="42"/>
                      <a:pt x="58" y="48"/>
                    </a:cubicBezTo>
                    <a:cubicBezTo>
                      <a:pt x="58" y="47"/>
                      <a:pt x="58" y="46"/>
                      <a:pt x="58" y="46"/>
                    </a:cubicBezTo>
                    <a:cubicBezTo>
                      <a:pt x="55" y="52"/>
                      <a:pt x="51" y="57"/>
                      <a:pt x="48" y="62"/>
                    </a:cubicBezTo>
                    <a:cubicBezTo>
                      <a:pt x="44" y="71"/>
                      <a:pt x="40" y="80"/>
                      <a:pt x="37" y="89"/>
                    </a:cubicBezTo>
                    <a:lnTo>
                      <a:pt x="37" y="88"/>
                    </a:lnTo>
                    <a:cubicBezTo>
                      <a:pt x="34" y="96"/>
                      <a:pt x="31" y="104"/>
                      <a:pt x="28" y="113"/>
                    </a:cubicBezTo>
                    <a:cubicBezTo>
                      <a:pt x="27" y="119"/>
                      <a:pt x="25" y="126"/>
                      <a:pt x="23" y="133"/>
                    </a:cubicBezTo>
                    <a:cubicBezTo>
                      <a:pt x="22" y="139"/>
                      <a:pt x="21" y="144"/>
                      <a:pt x="21" y="150"/>
                    </a:cubicBezTo>
                    <a:cubicBezTo>
                      <a:pt x="20" y="158"/>
                      <a:pt x="20" y="168"/>
                      <a:pt x="20" y="176"/>
                    </a:cubicBezTo>
                    <a:cubicBezTo>
                      <a:pt x="21" y="190"/>
                      <a:pt x="24" y="203"/>
                      <a:pt x="25" y="216"/>
                    </a:cubicBezTo>
                    <a:cubicBezTo>
                      <a:pt x="27" y="221"/>
                      <a:pt x="28" y="227"/>
                      <a:pt x="29" y="232"/>
                    </a:cubicBezTo>
                    <a:cubicBezTo>
                      <a:pt x="31" y="241"/>
                      <a:pt x="32" y="249"/>
                      <a:pt x="35" y="257"/>
                    </a:cubicBezTo>
                    <a:cubicBezTo>
                      <a:pt x="37" y="263"/>
                      <a:pt x="39" y="268"/>
                      <a:pt x="42" y="273"/>
                    </a:cubicBezTo>
                    <a:cubicBezTo>
                      <a:pt x="41" y="273"/>
                      <a:pt x="41" y="273"/>
                      <a:pt x="41" y="272"/>
                    </a:cubicBezTo>
                    <a:cubicBezTo>
                      <a:pt x="43" y="277"/>
                      <a:pt x="45" y="281"/>
                      <a:pt x="48" y="285"/>
                    </a:cubicBezTo>
                    <a:cubicBezTo>
                      <a:pt x="51" y="288"/>
                      <a:pt x="53" y="292"/>
                      <a:pt x="56" y="295"/>
                    </a:cubicBezTo>
                    <a:lnTo>
                      <a:pt x="55" y="295"/>
                    </a:lnTo>
                    <a:cubicBezTo>
                      <a:pt x="57" y="296"/>
                      <a:pt x="58" y="298"/>
                      <a:pt x="60" y="299"/>
                    </a:cubicBezTo>
                    <a:cubicBezTo>
                      <a:pt x="63" y="303"/>
                      <a:pt x="63" y="310"/>
                      <a:pt x="59" y="314"/>
                    </a:cubicBezTo>
                    <a:cubicBezTo>
                      <a:pt x="58" y="316"/>
                      <a:pt x="55" y="316"/>
                      <a:pt x="52" y="316"/>
                    </a:cubicBezTo>
                    <a:cubicBezTo>
                      <a:pt x="49" y="316"/>
                      <a:pt x="47" y="316"/>
                      <a:pt x="45" y="3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1" name="Google Shape;3551;p40">
                <a:extLst>
                  <a:ext uri="{FF2B5EF4-FFF2-40B4-BE49-F238E27FC236}">
                    <a16:creationId xmlns:a16="http://schemas.microsoft.com/office/drawing/2014/main" id="{7D0FC435-6D09-3182-4B73-F29E1F80FBF3}"/>
                  </a:ext>
                </a:extLst>
              </p:cNvPr>
              <p:cNvSpPr/>
              <p:nvPr/>
            </p:nvSpPr>
            <p:spPr>
              <a:xfrm>
                <a:off x="383760" y="3972960"/>
                <a:ext cx="38880" cy="54720"/>
              </a:xfrm>
              <a:custGeom>
                <a:avLst/>
                <a:gdLst/>
                <a:ahLst/>
                <a:cxnLst/>
                <a:rect l="l" t="t" r="r" b="b"/>
                <a:pathLst>
                  <a:path w="108" h="152" extrusionOk="0">
                    <a:moveTo>
                      <a:pt x="91" y="150"/>
                    </a:moveTo>
                    <a:cubicBezTo>
                      <a:pt x="86" y="146"/>
                      <a:pt x="81" y="143"/>
                      <a:pt x="77" y="139"/>
                    </a:cubicBezTo>
                    <a:cubicBezTo>
                      <a:pt x="74" y="136"/>
                      <a:pt x="71" y="133"/>
                      <a:pt x="68" y="130"/>
                    </a:cubicBezTo>
                    <a:cubicBezTo>
                      <a:pt x="64" y="127"/>
                      <a:pt x="61" y="123"/>
                      <a:pt x="58" y="120"/>
                    </a:cubicBezTo>
                    <a:cubicBezTo>
                      <a:pt x="51" y="112"/>
                      <a:pt x="44" y="105"/>
                      <a:pt x="38" y="97"/>
                    </a:cubicBezTo>
                    <a:cubicBezTo>
                      <a:pt x="29" y="85"/>
                      <a:pt x="20" y="73"/>
                      <a:pt x="13" y="59"/>
                    </a:cubicBezTo>
                    <a:cubicBezTo>
                      <a:pt x="10" y="54"/>
                      <a:pt x="8" y="48"/>
                      <a:pt x="5" y="42"/>
                    </a:cubicBezTo>
                    <a:cubicBezTo>
                      <a:pt x="3" y="35"/>
                      <a:pt x="1" y="29"/>
                      <a:pt x="1" y="23"/>
                    </a:cubicBezTo>
                    <a:cubicBezTo>
                      <a:pt x="0" y="17"/>
                      <a:pt x="1" y="12"/>
                      <a:pt x="4" y="6"/>
                    </a:cubicBezTo>
                    <a:cubicBezTo>
                      <a:pt x="6" y="3"/>
                      <a:pt x="10" y="1"/>
                      <a:pt x="15" y="0"/>
                    </a:cubicBezTo>
                    <a:cubicBezTo>
                      <a:pt x="21" y="0"/>
                      <a:pt x="25" y="6"/>
                      <a:pt x="25" y="12"/>
                    </a:cubicBezTo>
                    <a:cubicBezTo>
                      <a:pt x="25" y="15"/>
                      <a:pt x="24" y="17"/>
                      <a:pt x="22" y="20"/>
                    </a:cubicBezTo>
                    <a:lnTo>
                      <a:pt x="22" y="21"/>
                    </a:lnTo>
                    <a:cubicBezTo>
                      <a:pt x="22" y="22"/>
                      <a:pt x="22" y="24"/>
                      <a:pt x="22" y="25"/>
                    </a:cubicBezTo>
                    <a:cubicBezTo>
                      <a:pt x="23" y="27"/>
                      <a:pt x="24" y="30"/>
                      <a:pt x="24" y="31"/>
                    </a:cubicBezTo>
                    <a:lnTo>
                      <a:pt x="24" y="30"/>
                    </a:lnTo>
                    <a:cubicBezTo>
                      <a:pt x="26" y="37"/>
                      <a:pt x="29" y="44"/>
                      <a:pt x="32" y="50"/>
                    </a:cubicBezTo>
                    <a:cubicBezTo>
                      <a:pt x="34" y="55"/>
                      <a:pt x="36" y="59"/>
                      <a:pt x="39" y="63"/>
                    </a:cubicBezTo>
                    <a:lnTo>
                      <a:pt x="38" y="62"/>
                    </a:lnTo>
                    <a:cubicBezTo>
                      <a:pt x="44" y="71"/>
                      <a:pt x="50" y="80"/>
                      <a:pt x="57" y="88"/>
                    </a:cubicBezTo>
                    <a:cubicBezTo>
                      <a:pt x="62" y="94"/>
                      <a:pt x="67" y="100"/>
                      <a:pt x="72" y="105"/>
                    </a:cubicBezTo>
                    <a:cubicBezTo>
                      <a:pt x="77" y="111"/>
                      <a:pt x="82" y="116"/>
                      <a:pt x="87" y="121"/>
                    </a:cubicBezTo>
                    <a:cubicBezTo>
                      <a:pt x="90" y="123"/>
                      <a:pt x="93" y="126"/>
                      <a:pt x="96" y="129"/>
                    </a:cubicBezTo>
                    <a:cubicBezTo>
                      <a:pt x="98" y="130"/>
                      <a:pt x="100" y="131"/>
                      <a:pt x="101" y="132"/>
                    </a:cubicBezTo>
                    <a:cubicBezTo>
                      <a:pt x="106" y="135"/>
                      <a:pt x="107" y="141"/>
                      <a:pt x="104" y="146"/>
                    </a:cubicBezTo>
                    <a:cubicBezTo>
                      <a:pt x="103" y="149"/>
                      <a:pt x="99" y="151"/>
                      <a:pt x="96" y="151"/>
                    </a:cubicBezTo>
                    <a:cubicBezTo>
                      <a:pt x="94" y="151"/>
                      <a:pt x="92" y="151"/>
                      <a:pt x="91" y="1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2" name="Google Shape;3552;p40">
                <a:extLst>
                  <a:ext uri="{FF2B5EF4-FFF2-40B4-BE49-F238E27FC236}">
                    <a16:creationId xmlns:a16="http://schemas.microsoft.com/office/drawing/2014/main" id="{DE80BC78-BC21-DF97-4442-E1AE13C61BB7}"/>
                  </a:ext>
                </a:extLst>
              </p:cNvPr>
              <p:cNvSpPr/>
              <p:nvPr/>
            </p:nvSpPr>
            <p:spPr>
              <a:xfrm>
                <a:off x="385560" y="3981960"/>
                <a:ext cx="39240" cy="4284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119" extrusionOk="0">
                    <a:moveTo>
                      <a:pt x="10" y="118"/>
                    </a:moveTo>
                    <a:cubicBezTo>
                      <a:pt x="5" y="118"/>
                      <a:pt x="0" y="114"/>
                      <a:pt x="0" y="108"/>
                    </a:cubicBezTo>
                    <a:cubicBezTo>
                      <a:pt x="0" y="105"/>
                      <a:pt x="0" y="103"/>
                      <a:pt x="0" y="100"/>
                    </a:cubicBezTo>
                    <a:cubicBezTo>
                      <a:pt x="0" y="97"/>
                      <a:pt x="2" y="94"/>
                      <a:pt x="3" y="91"/>
                    </a:cubicBezTo>
                    <a:cubicBezTo>
                      <a:pt x="5" y="84"/>
                      <a:pt x="7" y="78"/>
                      <a:pt x="11" y="72"/>
                    </a:cubicBezTo>
                    <a:cubicBezTo>
                      <a:pt x="17" y="59"/>
                      <a:pt x="24" y="48"/>
                      <a:pt x="33" y="37"/>
                    </a:cubicBezTo>
                    <a:cubicBezTo>
                      <a:pt x="37" y="33"/>
                      <a:pt x="41" y="28"/>
                      <a:pt x="45" y="24"/>
                    </a:cubicBezTo>
                    <a:cubicBezTo>
                      <a:pt x="50" y="19"/>
                      <a:pt x="55" y="16"/>
                      <a:pt x="60" y="12"/>
                    </a:cubicBezTo>
                    <a:cubicBezTo>
                      <a:pt x="66" y="9"/>
                      <a:pt x="72" y="6"/>
                      <a:pt x="77" y="4"/>
                    </a:cubicBezTo>
                    <a:cubicBezTo>
                      <a:pt x="83" y="2"/>
                      <a:pt x="89" y="1"/>
                      <a:pt x="95" y="1"/>
                    </a:cubicBezTo>
                    <a:cubicBezTo>
                      <a:pt x="101" y="0"/>
                      <a:pt x="106" y="5"/>
                      <a:pt x="107" y="10"/>
                    </a:cubicBezTo>
                    <a:cubicBezTo>
                      <a:pt x="108" y="16"/>
                      <a:pt x="103" y="22"/>
                      <a:pt x="97" y="23"/>
                    </a:cubicBezTo>
                    <a:cubicBezTo>
                      <a:pt x="94" y="23"/>
                      <a:pt x="91" y="23"/>
                      <a:pt x="88" y="24"/>
                    </a:cubicBezTo>
                    <a:cubicBezTo>
                      <a:pt x="87" y="24"/>
                      <a:pt x="85" y="24"/>
                      <a:pt x="83" y="25"/>
                    </a:cubicBezTo>
                    <a:cubicBezTo>
                      <a:pt x="81" y="26"/>
                      <a:pt x="80" y="26"/>
                      <a:pt x="78" y="27"/>
                    </a:cubicBezTo>
                    <a:cubicBezTo>
                      <a:pt x="74" y="29"/>
                      <a:pt x="71" y="31"/>
                      <a:pt x="68" y="33"/>
                    </a:cubicBezTo>
                    <a:cubicBezTo>
                      <a:pt x="66" y="34"/>
                      <a:pt x="64" y="35"/>
                      <a:pt x="62" y="37"/>
                    </a:cubicBezTo>
                    <a:cubicBezTo>
                      <a:pt x="59" y="40"/>
                      <a:pt x="56" y="42"/>
                      <a:pt x="53" y="45"/>
                    </a:cubicBezTo>
                    <a:cubicBezTo>
                      <a:pt x="50" y="49"/>
                      <a:pt x="46" y="54"/>
                      <a:pt x="43" y="59"/>
                    </a:cubicBezTo>
                    <a:cubicBezTo>
                      <a:pt x="38" y="65"/>
                      <a:pt x="34" y="71"/>
                      <a:pt x="31" y="78"/>
                    </a:cubicBezTo>
                    <a:cubicBezTo>
                      <a:pt x="28" y="83"/>
                      <a:pt x="25" y="89"/>
                      <a:pt x="24" y="94"/>
                    </a:cubicBezTo>
                    <a:cubicBezTo>
                      <a:pt x="23" y="96"/>
                      <a:pt x="22" y="99"/>
                      <a:pt x="21" y="101"/>
                    </a:cubicBezTo>
                    <a:cubicBezTo>
                      <a:pt x="21" y="103"/>
                      <a:pt x="21" y="104"/>
                      <a:pt x="21" y="105"/>
                    </a:cubicBezTo>
                    <a:cubicBezTo>
                      <a:pt x="21" y="104"/>
                      <a:pt x="21" y="104"/>
                      <a:pt x="21" y="103"/>
                    </a:cubicBezTo>
                    <a:cubicBezTo>
                      <a:pt x="21" y="105"/>
                      <a:pt x="21" y="107"/>
                      <a:pt x="21" y="108"/>
                    </a:cubicBezTo>
                    <a:cubicBezTo>
                      <a:pt x="21" y="114"/>
                      <a:pt x="16" y="118"/>
                      <a:pt x="10" y="11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3" name="Google Shape;3553;p40">
                <a:extLst>
                  <a:ext uri="{FF2B5EF4-FFF2-40B4-BE49-F238E27FC236}">
                    <a16:creationId xmlns:a16="http://schemas.microsoft.com/office/drawing/2014/main" id="{75FEC940-2544-9E03-9D7E-2E282E39F12E}"/>
                  </a:ext>
                </a:extLst>
              </p:cNvPr>
              <p:cNvSpPr/>
              <p:nvPr/>
            </p:nvSpPr>
            <p:spPr>
              <a:xfrm>
                <a:off x="435600" y="3951360"/>
                <a:ext cx="28800" cy="114840"/>
              </a:xfrm>
              <a:custGeom>
                <a:avLst/>
                <a:gdLst/>
                <a:ahLst/>
                <a:cxnLst/>
                <a:rect l="l" t="t" r="r" b="b"/>
                <a:pathLst>
                  <a:path w="80" h="319" extrusionOk="0">
                    <a:moveTo>
                      <a:pt x="5" y="316"/>
                    </a:moveTo>
                    <a:cubicBezTo>
                      <a:pt x="1" y="312"/>
                      <a:pt x="0" y="306"/>
                      <a:pt x="4" y="301"/>
                    </a:cubicBezTo>
                    <a:cubicBezTo>
                      <a:pt x="9" y="295"/>
                      <a:pt x="14" y="289"/>
                      <a:pt x="19" y="282"/>
                    </a:cubicBezTo>
                    <a:cubicBezTo>
                      <a:pt x="21" y="280"/>
                      <a:pt x="23" y="277"/>
                      <a:pt x="25" y="274"/>
                    </a:cubicBezTo>
                    <a:cubicBezTo>
                      <a:pt x="27" y="271"/>
                      <a:pt x="29" y="268"/>
                      <a:pt x="30" y="265"/>
                    </a:cubicBezTo>
                    <a:cubicBezTo>
                      <a:pt x="33" y="259"/>
                      <a:pt x="36" y="253"/>
                      <a:pt x="40" y="248"/>
                    </a:cubicBezTo>
                    <a:cubicBezTo>
                      <a:pt x="42" y="243"/>
                      <a:pt x="44" y="238"/>
                      <a:pt x="47" y="232"/>
                    </a:cubicBezTo>
                    <a:cubicBezTo>
                      <a:pt x="49" y="225"/>
                      <a:pt x="51" y="218"/>
                      <a:pt x="53" y="211"/>
                    </a:cubicBezTo>
                    <a:cubicBezTo>
                      <a:pt x="55" y="199"/>
                      <a:pt x="57" y="186"/>
                      <a:pt x="58" y="174"/>
                    </a:cubicBezTo>
                    <a:lnTo>
                      <a:pt x="58" y="175"/>
                    </a:lnTo>
                    <a:cubicBezTo>
                      <a:pt x="59" y="161"/>
                      <a:pt x="60" y="148"/>
                      <a:pt x="59" y="135"/>
                    </a:cubicBezTo>
                    <a:cubicBezTo>
                      <a:pt x="58" y="127"/>
                      <a:pt x="58" y="120"/>
                      <a:pt x="57" y="112"/>
                    </a:cubicBezTo>
                    <a:cubicBezTo>
                      <a:pt x="56" y="109"/>
                      <a:pt x="55" y="105"/>
                      <a:pt x="55" y="101"/>
                    </a:cubicBezTo>
                    <a:cubicBezTo>
                      <a:pt x="54" y="95"/>
                      <a:pt x="53" y="89"/>
                      <a:pt x="51" y="83"/>
                    </a:cubicBezTo>
                    <a:lnTo>
                      <a:pt x="51" y="82"/>
                    </a:lnTo>
                    <a:cubicBezTo>
                      <a:pt x="49" y="72"/>
                      <a:pt x="47" y="61"/>
                      <a:pt x="45" y="51"/>
                    </a:cubicBezTo>
                    <a:cubicBezTo>
                      <a:pt x="44" y="45"/>
                      <a:pt x="43" y="38"/>
                      <a:pt x="41" y="33"/>
                    </a:cubicBezTo>
                    <a:cubicBezTo>
                      <a:pt x="41" y="28"/>
                      <a:pt x="40" y="24"/>
                      <a:pt x="40" y="20"/>
                    </a:cubicBezTo>
                    <a:cubicBezTo>
                      <a:pt x="40" y="18"/>
                      <a:pt x="40" y="16"/>
                      <a:pt x="40" y="14"/>
                    </a:cubicBezTo>
                    <a:cubicBezTo>
                      <a:pt x="40" y="13"/>
                      <a:pt x="40" y="12"/>
                      <a:pt x="41" y="10"/>
                    </a:cubicBezTo>
                    <a:cubicBezTo>
                      <a:pt x="41" y="7"/>
                      <a:pt x="43" y="5"/>
                      <a:pt x="46" y="3"/>
                    </a:cubicBezTo>
                    <a:cubicBezTo>
                      <a:pt x="48" y="1"/>
                      <a:pt x="53" y="0"/>
                      <a:pt x="57" y="2"/>
                    </a:cubicBezTo>
                    <a:cubicBezTo>
                      <a:pt x="58" y="3"/>
                      <a:pt x="59" y="3"/>
                      <a:pt x="60" y="5"/>
                    </a:cubicBezTo>
                    <a:cubicBezTo>
                      <a:pt x="65" y="8"/>
                      <a:pt x="66" y="16"/>
                      <a:pt x="62" y="20"/>
                    </a:cubicBezTo>
                    <a:lnTo>
                      <a:pt x="62" y="21"/>
                    </a:lnTo>
                    <a:cubicBezTo>
                      <a:pt x="62" y="26"/>
                      <a:pt x="63" y="31"/>
                      <a:pt x="64" y="35"/>
                    </a:cubicBezTo>
                    <a:cubicBezTo>
                      <a:pt x="64" y="41"/>
                      <a:pt x="65" y="47"/>
                      <a:pt x="67" y="53"/>
                    </a:cubicBezTo>
                    <a:cubicBezTo>
                      <a:pt x="67" y="52"/>
                      <a:pt x="67" y="52"/>
                      <a:pt x="67" y="52"/>
                    </a:cubicBezTo>
                    <a:lnTo>
                      <a:pt x="67" y="53"/>
                    </a:lnTo>
                    <a:cubicBezTo>
                      <a:pt x="67" y="55"/>
                      <a:pt x="67" y="57"/>
                      <a:pt x="68" y="59"/>
                    </a:cubicBezTo>
                    <a:cubicBezTo>
                      <a:pt x="68" y="59"/>
                      <a:pt x="68" y="58"/>
                      <a:pt x="67" y="58"/>
                    </a:cubicBezTo>
                    <a:cubicBezTo>
                      <a:pt x="68" y="59"/>
                      <a:pt x="68" y="60"/>
                      <a:pt x="68" y="62"/>
                    </a:cubicBezTo>
                    <a:cubicBezTo>
                      <a:pt x="68" y="62"/>
                      <a:pt x="68" y="61"/>
                      <a:pt x="68" y="60"/>
                    </a:cubicBezTo>
                    <a:cubicBezTo>
                      <a:pt x="68" y="62"/>
                      <a:pt x="68" y="63"/>
                      <a:pt x="68" y="63"/>
                    </a:cubicBezTo>
                    <a:cubicBezTo>
                      <a:pt x="69" y="65"/>
                      <a:pt x="69" y="66"/>
                      <a:pt x="69" y="67"/>
                    </a:cubicBezTo>
                    <a:cubicBezTo>
                      <a:pt x="69" y="67"/>
                      <a:pt x="69" y="68"/>
                      <a:pt x="69" y="69"/>
                    </a:cubicBezTo>
                    <a:cubicBezTo>
                      <a:pt x="69" y="70"/>
                      <a:pt x="70" y="72"/>
                      <a:pt x="70" y="73"/>
                    </a:cubicBezTo>
                    <a:lnTo>
                      <a:pt x="70" y="72"/>
                    </a:lnTo>
                    <a:cubicBezTo>
                      <a:pt x="71" y="74"/>
                      <a:pt x="71" y="76"/>
                      <a:pt x="71" y="77"/>
                    </a:cubicBezTo>
                    <a:lnTo>
                      <a:pt x="71" y="76"/>
                    </a:lnTo>
                    <a:cubicBezTo>
                      <a:pt x="71" y="77"/>
                      <a:pt x="71" y="78"/>
                      <a:pt x="71" y="79"/>
                    </a:cubicBezTo>
                    <a:lnTo>
                      <a:pt x="71" y="78"/>
                    </a:lnTo>
                    <a:cubicBezTo>
                      <a:pt x="72" y="83"/>
                      <a:pt x="72" y="88"/>
                      <a:pt x="73" y="93"/>
                    </a:cubicBezTo>
                    <a:cubicBezTo>
                      <a:pt x="75" y="101"/>
                      <a:pt x="76" y="108"/>
                      <a:pt x="77" y="116"/>
                    </a:cubicBezTo>
                    <a:cubicBezTo>
                      <a:pt x="78" y="131"/>
                      <a:pt x="79" y="146"/>
                      <a:pt x="78" y="160"/>
                    </a:cubicBezTo>
                    <a:cubicBezTo>
                      <a:pt x="77" y="175"/>
                      <a:pt x="75" y="190"/>
                      <a:pt x="73" y="206"/>
                    </a:cubicBezTo>
                    <a:cubicBezTo>
                      <a:pt x="70" y="220"/>
                      <a:pt x="67" y="233"/>
                      <a:pt x="61" y="246"/>
                    </a:cubicBezTo>
                    <a:cubicBezTo>
                      <a:pt x="58" y="253"/>
                      <a:pt x="54" y="261"/>
                      <a:pt x="50" y="268"/>
                    </a:cubicBezTo>
                    <a:cubicBezTo>
                      <a:pt x="45" y="277"/>
                      <a:pt x="40" y="286"/>
                      <a:pt x="34" y="294"/>
                    </a:cubicBezTo>
                    <a:lnTo>
                      <a:pt x="34" y="293"/>
                    </a:lnTo>
                    <a:cubicBezTo>
                      <a:pt x="32" y="296"/>
                      <a:pt x="30" y="299"/>
                      <a:pt x="28" y="302"/>
                    </a:cubicBezTo>
                    <a:cubicBezTo>
                      <a:pt x="25" y="306"/>
                      <a:pt x="22" y="310"/>
                      <a:pt x="19" y="314"/>
                    </a:cubicBezTo>
                    <a:cubicBezTo>
                      <a:pt x="17" y="317"/>
                      <a:pt x="14" y="318"/>
                      <a:pt x="11" y="318"/>
                    </a:cubicBezTo>
                    <a:cubicBezTo>
                      <a:pt x="9" y="318"/>
                      <a:pt x="7" y="317"/>
                      <a:pt x="5" y="31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4" name="Google Shape;3554;p40">
                <a:extLst>
                  <a:ext uri="{FF2B5EF4-FFF2-40B4-BE49-F238E27FC236}">
                    <a16:creationId xmlns:a16="http://schemas.microsoft.com/office/drawing/2014/main" id="{0FE78ECE-6BFD-432A-E07C-6E2805E9722D}"/>
                  </a:ext>
                </a:extLst>
              </p:cNvPr>
              <p:cNvSpPr/>
              <p:nvPr/>
            </p:nvSpPr>
            <p:spPr>
              <a:xfrm>
                <a:off x="453600" y="3764880"/>
                <a:ext cx="82080" cy="133200"/>
              </a:xfrm>
              <a:custGeom>
                <a:avLst/>
                <a:gdLst/>
                <a:ahLst/>
                <a:cxnLst/>
                <a:rect l="l" t="t" r="r" b="b"/>
                <a:pathLst>
                  <a:path w="228" h="370" extrusionOk="0">
                    <a:moveTo>
                      <a:pt x="29" y="345"/>
                    </a:moveTo>
                    <a:cubicBezTo>
                      <a:pt x="30" y="344"/>
                      <a:pt x="31" y="342"/>
                      <a:pt x="32" y="339"/>
                    </a:cubicBezTo>
                    <a:cubicBezTo>
                      <a:pt x="33" y="336"/>
                      <a:pt x="34" y="332"/>
                      <a:pt x="35" y="330"/>
                    </a:cubicBezTo>
                    <a:lnTo>
                      <a:pt x="35" y="331"/>
                    </a:lnTo>
                    <a:cubicBezTo>
                      <a:pt x="36" y="327"/>
                      <a:pt x="37" y="323"/>
                      <a:pt x="38" y="319"/>
                    </a:cubicBezTo>
                    <a:cubicBezTo>
                      <a:pt x="39" y="314"/>
                      <a:pt x="40" y="309"/>
                      <a:pt x="42" y="304"/>
                    </a:cubicBezTo>
                    <a:cubicBezTo>
                      <a:pt x="42" y="299"/>
                      <a:pt x="43" y="294"/>
                      <a:pt x="44" y="289"/>
                    </a:cubicBezTo>
                    <a:cubicBezTo>
                      <a:pt x="45" y="283"/>
                      <a:pt x="46" y="278"/>
                      <a:pt x="46" y="274"/>
                    </a:cubicBezTo>
                    <a:cubicBezTo>
                      <a:pt x="48" y="264"/>
                      <a:pt x="49" y="255"/>
                      <a:pt x="50" y="246"/>
                    </a:cubicBezTo>
                    <a:cubicBezTo>
                      <a:pt x="52" y="229"/>
                      <a:pt x="54" y="211"/>
                      <a:pt x="56" y="194"/>
                    </a:cubicBezTo>
                    <a:cubicBezTo>
                      <a:pt x="54" y="196"/>
                      <a:pt x="52" y="198"/>
                      <a:pt x="50" y="201"/>
                    </a:cubicBezTo>
                    <a:cubicBezTo>
                      <a:pt x="46" y="207"/>
                      <a:pt x="42" y="214"/>
                      <a:pt x="38" y="221"/>
                    </a:cubicBezTo>
                    <a:cubicBezTo>
                      <a:pt x="38" y="220"/>
                      <a:pt x="39" y="220"/>
                      <a:pt x="39" y="219"/>
                    </a:cubicBezTo>
                    <a:cubicBezTo>
                      <a:pt x="35" y="226"/>
                      <a:pt x="32" y="233"/>
                      <a:pt x="29" y="240"/>
                    </a:cubicBezTo>
                    <a:lnTo>
                      <a:pt x="29" y="239"/>
                    </a:lnTo>
                    <a:cubicBezTo>
                      <a:pt x="29" y="240"/>
                      <a:pt x="29" y="240"/>
                      <a:pt x="29" y="240"/>
                    </a:cubicBezTo>
                    <a:cubicBezTo>
                      <a:pt x="26" y="247"/>
                      <a:pt x="25" y="255"/>
                      <a:pt x="23" y="263"/>
                    </a:cubicBezTo>
                    <a:cubicBezTo>
                      <a:pt x="22" y="267"/>
                      <a:pt x="21" y="272"/>
                      <a:pt x="20" y="278"/>
                    </a:cubicBezTo>
                    <a:lnTo>
                      <a:pt x="20" y="279"/>
                    </a:lnTo>
                    <a:lnTo>
                      <a:pt x="20" y="278"/>
                    </a:lnTo>
                    <a:cubicBezTo>
                      <a:pt x="19" y="288"/>
                      <a:pt x="19" y="299"/>
                      <a:pt x="20" y="309"/>
                    </a:cubicBezTo>
                    <a:cubicBezTo>
                      <a:pt x="20" y="313"/>
                      <a:pt x="21" y="318"/>
                      <a:pt x="21" y="323"/>
                    </a:cubicBezTo>
                    <a:cubicBezTo>
                      <a:pt x="22" y="327"/>
                      <a:pt x="23" y="330"/>
                      <a:pt x="24" y="334"/>
                    </a:cubicBezTo>
                    <a:cubicBezTo>
                      <a:pt x="24" y="333"/>
                      <a:pt x="24" y="333"/>
                      <a:pt x="24" y="333"/>
                    </a:cubicBezTo>
                    <a:cubicBezTo>
                      <a:pt x="24" y="334"/>
                      <a:pt x="24" y="334"/>
                      <a:pt x="24" y="334"/>
                    </a:cubicBezTo>
                    <a:cubicBezTo>
                      <a:pt x="25" y="337"/>
                      <a:pt x="26" y="340"/>
                      <a:pt x="28" y="343"/>
                    </a:cubicBezTo>
                    <a:cubicBezTo>
                      <a:pt x="28" y="344"/>
                      <a:pt x="28" y="345"/>
                      <a:pt x="29" y="345"/>
                    </a:cubicBezTo>
                    <a:moveTo>
                      <a:pt x="26" y="369"/>
                    </a:moveTo>
                    <a:cubicBezTo>
                      <a:pt x="23" y="369"/>
                      <a:pt x="21" y="367"/>
                      <a:pt x="19" y="366"/>
                    </a:cubicBezTo>
                    <a:cubicBezTo>
                      <a:pt x="17" y="364"/>
                      <a:pt x="14" y="362"/>
                      <a:pt x="13" y="359"/>
                    </a:cubicBezTo>
                    <a:cubicBezTo>
                      <a:pt x="10" y="355"/>
                      <a:pt x="7" y="349"/>
                      <a:pt x="5" y="344"/>
                    </a:cubicBezTo>
                    <a:cubicBezTo>
                      <a:pt x="3" y="337"/>
                      <a:pt x="1" y="330"/>
                      <a:pt x="1" y="323"/>
                    </a:cubicBezTo>
                    <a:cubicBezTo>
                      <a:pt x="0" y="316"/>
                      <a:pt x="0" y="309"/>
                      <a:pt x="0" y="302"/>
                    </a:cubicBezTo>
                    <a:cubicBezTo>
                      <a:pt x="0" y="295"/>
                      <a:pt x="0" y="287"/>
                      <a:pt x="0" y="279"/>
                    </a:cubicBezTo>
                    <a:cubicBezTo>
                      <a:pt x="1" y="265"/>
                      <a:pt x="5" y="251"/>
                      <a:pt x="10" y="237"/>
                    </a:cubicBezTo>
                    <a:cubicBezTo>
                      <a:pt x="15" y="224"/>
                      <a:pt x="22" y="211"/>
                      <a:pt x="29" y="199"/>
                    </a:cubicBezTo>
                    <a:cubicBezTo>
                      <a:pt x="37" y="187"/>
                      <a:pt x="46" y="177"/>
                      <a:pt x="56" y="166"/>
                    </a:cubicBezTo>
                    <a:cubicBezTo>
                      <a:pt x="57" y="165"/>
                      <a:pt x="58" y="164"/>
                      <a:pt x="58" y="163"/>
                    </a:cubicBezTo>
                    <a:cubicBezTo>
                      <a:pt x="59" y="161"/>
                      <a:pt x="59" y="158"/>
                      <a:pt x="60" y="155"/>
                    </a:cubicBezTo>
                    <a:cubicBezTo>
                      <a:pt x="61" y="144"/>
                      <a:pt x="63" y="133"/>
                      <a:pt x="65" y="121"/>
                    </a:cubicBezTo>
                    <a:cubicBezTo>
                      <a:pt x="65" y="118"/>
                      <a:pt x="65" y="115"/>
                      <a:pt x="66" y="112"/>
                    </a:cubicBezTo>
                    <a:cubicBezTo>
                      <a:pt x="61" y="115"/>
                      <a:pt x="56" y="116"/>
                      <a:pt x="51" y="117"/>
                    </a:cubicBezTo>
                    <a:cubicBezTo>
                      <a:pt x="45" y="117"/>
                      <a:pt x="39" y="117"/>
                      <a:pt x="34" y="114"/>
                    </a:cubicBezTo>
                    <a:cubicBezTo>
                      <a:pt x="29" y="111"/>
                      <a:pt x="25" y="106"/>
                      <a:pt x="23" y="100"/>
                    </a:cubicBezTo>
                    <a:cubicBezTo>
                      <a:pt x="22" y="94"/>
                      <a:pt x="22" y="88"/>
                      <a:pt x="22" y="83"/>
                    </a:cubicBezTo>
                    <a:cubicBezTo>
                      <a:pt x="23" y="79"/>
                      <a:pt x="23" y="75"/>
                      <a:pt x="24" y="71"/>
                    </a:cubicBezTo>
                    <a:cubicBezTo>
                      <a:pt x="26" y="61"/>
                      <a:pt x="28" y="51"/>
                      <a:pt x="30" y="41"/>
                    </a:cubicBezTo>
                    <a:cubicBezTo>
                      <a:pt x="31" y="36"/>
                      <a:pt x="32" y="32"/>
                      <a:pt x="33" y="28"/>
                    </a:cubicBezTo>
                    <a:cubicBezTo>
                      <a:pt x="35" y="22"/>
                      <a:pt x="42" y="18"/>
                      <a:pt x="47" y="20"/>
                    </a:cubicBezTo>
                    <a:cubicBezTo>
                      <a:pt x="53" y="22"/>
                      <a:pt x="57" y="28"/>
                      <a:pt x="55" y="34"/>
                    </a:cubicBezTo>
                    <a:lnTo>
                      <a:pt x="55" y="35"/>
                    </a:lnTo>
                    <a:cubicBezTo>
                      <a:pt x="54" y="35"/>
                      <a:pt x="54" y="35"/>
                      <a:pt x="54" y="35"/>
                    </a:cubicBezTo>
                    <a:cubicBezTo>
                      <a:pt x="52" y="44"/>
                      <a:pt x="49" y="55"/>
                      <a:pt x="47" y="64"/>
                    </a:cubicBezTo>
                    <a:cubicBezTo>
                      <a:pt x="45" y="71"/>
                      <a:pt x="44" y="77"/>
                      <a:pt x="43" y="84"/>
                    </a:cubicBezTo>
                    <a:cubicBezTo>
                      <a:pt x="43" y="86"/>
                      <a:pt x="43" y="89"/>
                      <a:pt x="43" y="92"/>
                    </a:cubicBezTo>
                    <a:cubicBezTo>
                      <a:pt x="43" y="92"/>
                      <a:pt x="43" y="93"/>
                      <a:pt x="43" y="94"/>
                    </a:cubicBezTo>
                    <a:lnTo>
                      <a:pt x="43" y="95"/>
                    </a:lnTo>
                    <a:lnTo>
                      <a:pt x="44" y="95"/>
                    </a:lnTo>
                    <a:lnTo>
                      <a:pt x="45" y="95"/>
                    </a:lnTo>
                    <a:lnTo>
                      <a:pt x="45" y="96"/>
                    </a:lnTo>
                    <a:lnTo>
                      <a:pt x="46" y="96"/>
                    </a:lnTo>
                    <a:lnTo>
                      <a:pt x="47" y="96"/>
                    </a:lnTo>
                    <a:cubicBezTo>
                      <a:pt x="48" y="96"/>
                      <a:pt x="49" y="95"/>
                      <a:pt x="51" y="95"/>
                    </a:cubicBezTo>
                    <a:cubicBezTo>
                      <a:pt x="52" y="95"/>
                      <a:pt x="52" y="95"/>
                      <a:pt x="53" y="95"/>
                    </a:cubicBezTo>
                    <a:cubicBezTo>
                      <a:pt x="54" y="94"/>
                      <a:pt x="56" y="94"/>
                      <a:pt x="58" y="93"/>
                    </a:cubicBezTo>
                    <a:cubicBezTo>
                      <a:pt x="60" y="91"/>
                      <a:pt x="63" y="90"/>
                      <a:pt x="65" y="89"/>
                    </a:cubicBezTo>
                    <a:cubicBezTo>
                      <a:pt x="67" y="87"/>
                      <a:pt x="70" y="86"/>
                      <a:pt x="71" y="84"/>
                    </a:cubicBezTo>
                    <a:cubicBezTo>
                      <a:pt x="73" y="77"/>
                      <a:pt x="75" y="71"/>
                      <a:pt x="77" y="64"/>
                    </a:cubicBezTo>
                    <a:cubicBezTo>
                      <a:pt x="80" y="51"/>
                      <a:pt x="85" y="38"/>
                      <a:pt x="90" y="26"/>
                    </a:cubicBezTo>
                    <a:cubicBezTo>
                      <a:pt x="93" y="21"/>
                      <a:pt x="96" y="15"/>
                      <a:pt x="100" y="11"/>
                    </a:cubicBezTo>
                    <a:cubicBezTo>
                      <a:pt x="102" y="8"/>
                      <a:pt x="104" y="7"/>
                      <a:pt x="106" y="6"/>
                    </a:cubicBezTo>
                    <a:cubicBezTo>
                      <a:pt x="108" y="4"/>
                      <a:pt x="110" y="3"/>
                      <a:pt x="113" y="3"/>
                    </a:cubicBezTo>
                    <a:cubicBezTo>
                      <a:pt x="113" y="3"/>
                      <a:pt x="113" y="2"/>
                      <a:pt x="114" y="2"/>
                    </a:cubicBezTo>
                    <a:cubicBezTo>
                      <a:pt x="118" y="0"/>
                      <a:pt x="124" y="2"/>
                      <a:pt x="127" y="7"/>
                    </a:cubicBezTo>
                    <a:cubicBezTo>
                      <a:pt x="128" y="9"/>
                      <a:pt x="130" y="12"/>
                      <a:pt x="130" y="15"/>
                    </a:cubicBezTo>
                    <a:cubicBezTo>
                      <a:pt x="130" y="17"/>
                      <a:pt x="130" y="20"/>
                      <a:pt x="129" y="23"/>
                    </a:cubicBezTo>
                    <a:cubicBezTo>
                      <a:pt x="128" y="27"/>
                      <a:pt x="126" y="32"/>
                      <a:pt x="125" y="36"/>
                    </a:cubicBezTo>
                    <a:cubicBezTo>
                      <a:pt x="121" y="46"/>
                      <a:pt x="117" y="57"/>
                      <a:pt x="111" y="67"/>
                    </a:cubicBezTo>
                    <a:cubicBezTo>
                      <a:pt x="106" y="78"/>
                      <a:pt x="98" y="88"/>
                      <a:pt x="89" y="97"/>
                    </a:cubicBezTo>
                    <a:cubicBezTo>
                      <a:pt x="87" y="105"/>
                      <a:pt x="86" y="112"/>
                      <a:pt x="84" y="120"/>
                    </a:cubicBezTo>
                    <a:cubicBezTo>
                      <a:pt x="83" y="126"/>
                      <a:pt x="82" y="133"/>
                      <a:pt x="81" y="139"/>
                    </a:cubicBezTo>
                    <a:cubicBezTo>
                      <a:pt x="81" y="140"/>
                      <a:pt x="81" y="141"/>
                      <a:pt x="81" y="142"/>
                    </a:cubicBezTo>
                    <a:cubicBezTo>
                      <a:pt x="83" y="140"/>
                      <a:pt x="85" y="138"/>
                      <a:pt x="86" y="137"/>
                    </a:cubicBezTo>
                    <a:cubicBezTo>
                      <a:pt x="92" y="132"/>
                      <a:pt x="97" y="127"/>
                      <a:pt x="103" y="123"/>
                    </a:cubicBezTo>
                    <a:cubicBezTo>
                      <a:pt x="105" y="121"/>
                      <a:pt x="108" y="119"/>
                      <a:pt x="111" y="116"/>
                    </a:cubicBezTo>
                    <a:cubicBezTo>
                      <a:pt x="114" y="114"/>
                      <a:pt x="116" y="111"/>
                      <a:pt x="120" y="109"/>
                    </a:cubicBezTo>
                    <a:cubicBezTo>
                      <a:pt x="124" y="106"/>
                      <a:pt x="128" y="102"/>
                      <a:pt x="132" y="99"/>
                    </a:cubicBezTo>
                    <a:cubicBezTo>
                      <a:pt x="141" y="92"/>
                      <a:pt x="149" y="85"/>
                      <a:pt x="158" y="78"/>
                    </a:cubicBezTo>
                    <a:cubicBezTo>
                      <a:pt x="177" y="63"/>
                      <a:pt x="195" y="48"/>
                      <a:pt x="213" y="33"/>
                    </a:cubicBezTo>
                    <a:cubicBezTo>
                      <a:pt x="217" y="30"/>
                      <a:pt x="222" y="31"/>
                      <a:pt x="225" y="34"/>
                    </a:cubicBezTo>
                    <a:cubicBezTo>
                      <a:pt x="227" y="38"/>
                      <a:pt x="226" y="42"/>
                      <a:pt x="223" y="45"/>
                    </a:cubicBezTo>
                    <a:cubicBezTo>
                      <a:pt x="212" y="55"/>
                      <a:pt x="201" y="63"/>
                      <a:pt x="190" y="73"/>
                    </a:cubicBezTo>
                    <a:lnTo>
                      <a:pt x="189" y="73"/>
                    </a:lnTo>
                    <a:cubicBezTo>
                      <a:pt x="179" y="81"/>
                      <a:pt x="169" y="89"/>
                      <a:pt x="159" y="98"/>
                    </a:cubicBezTo>
                    <a:cubicBezTo>
                      <a:pt x="152" y="103"/>
                      <a:pt x="146" y="109"/>
                      <a:pt x="139" y="115"/>
                    </a:cubicBezTo>
                    <a:cubicBezTo>
                      <a:pt x="136" y="117"/>
                      <a:pt x="133" y="120"/>
                      <a:pt x="130" y="122"/>
                    </a:cubicBezTo>
                    <a:cubicBezTo>
                      <a:pt x="111" y="138"/>
                      <a:pt x="93" y="153"/>
                      <a:pt x="77" y="170"/>
                    </a:cubicBezTo>
                    <a:cubicBezTo>
                      <a:pt x="75" y="180"/>
                      <a:pt x="74" y="189"/>
                      <a:pt x="73" y="199"/>
                    </a:cubicBezTo>
                    <a:cubicBezTo>
                      <a:pt x="72" y="209"/>
                      <a:pt x="71" y="219"/>
                      <a:pt x="70" y="230"/>
                    </a:cubicBezTo>
                    <a:cubicBezTo>
                      <a:pt x="68" y="241"/>
                      <a:pt x="67" y="252"/>
                      <a:pt x="66" y="263"/>
                    </a:cubicBezTo>
                    <a:cubicBezTo>
                      <a:pt x="64" y="272"/>
                      <a:pt x="63" y="282"/>
                      <a:pt x="62" y="291"/>
                    </a:cubicBezTo>
                    <a:cubicBezTo>
                      <a:pt x="61" y="297"/>
                      <a:pt x="60" y="302"/>
                      <a:pt x="59" y="308"/>
                    </a:cubicBezTo>
                    <a:cubicBezTo>
                      <a:pt x="58" y="310"/>
                      <a:pt x="58" y="313"/>
                      <a:pt x="57" y="316"/>
                    </a:cubicBezTo>
                    <a:cubicBezTo>
                      <a:pt x="57" y="318"/>
                      <a:pt x="56" y="321"/>
                      <a:pt x="56" y="324"/>
                    </a:cubicBezTo>
                    <a:cubicBezTo>
                      <a:pt x="54" y="329"/>
                      <a:pt x="53" y="334"/>
                      <a:pt x="52" y="338"/>
                    </a:cubicBezTo>
                    <a:cubicBezTo>
                      <a:pt x="51" y="341"/>
                      <a:pt x="50" y="344"/>
                      <a:pt x="49" y="347"/>
                    </a:cubicBezTo>
                    <a:cubicBezTo>
                      <a:pt x="49" y="350"/>
                      <a:pt x="47" y="353"/>
                      <a:pt x="46" y="355"/>
                    </a:cubicBezTo>
                    <a:cubicBezTo>
                      <a:pt x="45" y="359"/>
                      <a:pt x="43" y="362"/>
                      <a:pt x="41" y="363"/>
                    </a:cubicBezTo>
                    <a:cubicBezTo>
                      <a:pt x="38" y="367"/>
                      <a:pt x="33" y="369"/>
                      <a:pt x="29" y="369"/>
                    </a:cubicBezTo>
                    <a:cubicBezTo>
                      <a:pt x="28" y="369"/>
                      <a:pt x="27" y="369"/>
                      <a:pt x="26" y="36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5" name="Google Shape;3555;p40">
                <a:extLst>
                  <a:ext uri="{FF2B5EF4-FFF2-40B4-BE49-F238E27FC236}">
                    <a16:creationId xmlns:a16="http://schemas.microsoft.com/office/drawing/2014/main" id="{5ACB1F44-FD55-4E30-D752-B21C54134F84}"/>
                  </a:ext>
                </a:extLst>
              </p:cNvPr>
              <p:cNvSpPr/>
              <p:nvPr/>
            </p:nvSpPr>
            <p:spPr>
              <a:xfrm>
                <a:off x="1148760" y="4785840"/>
                <a:ext cx="34200" cy="69120"/>
              </a:xfrm>
              <a:custGeom>
                <a:avLst/>
                <a:gdLst/>
                <a:ahLst/>
                <a:cxnLst/>
                <a:rect l="l" t="t" r="r" b="b"/>
                <a:pathLst>
                  <a:path w="95" h="192" extrusionOk="0">
                    <a:moveTo>
                      <a:pt x="73" y="185"/>
                    </a:moveTo>
                    <a:cubicBezTo>
                      <a:pt x="71" y="177"/>
                      <a:pt x="68" y="170"/>
                      <a:pt x="65" y="163"/>
                    </a:cubicBezTo>
                    <a:cubicBezTo>
                      <a:pt x="64" y="157"/>
                      <a:pt x="62" y="152"/>
                      <a:pt x="59" y="148"/>
                    </a:cubicBezTo>
                    <a:cubicBezTo>
                      <a:pt x="57" y="142"/>
                      <a:pt x="55" y="136"/>
                      <a:pt x="52" y="130"/>
                    </a:cubicBezTo>
                    <a:cubicBezTo>
                      <a:pt x="50" y="124"/>
                      <a:pt x="47" y="117"/>
                      <a:pt x="44" y="110"/>
                    </a:cubicBezTo>
                    <a:cubicBezTo>
                      <a:pt x="40" y="104"/>
                      <a:pt x="37" y="97"/>
                      <a:pt x="34" y="90"/>
                    </a:cubicBezTo>
                    <a:cubicBezTo>
                      <a:pt x="23" y="66"/>
                      <a:pt x="12" y="41"/>
                      <a:pt x="2" y="16"/>
                    </a:cubicBezTo>
                    <a:cubicBezTo>
                      <a:pt x="0" y="11"/>
                      <a:pt x="3" y="4"/>
                      <a:pt x="8" y="2"/>
                    </a:cubicBezTo>
                    <a:cubicBezTo>
                      <a:pt x="14" y="0"/>
                      <a:pt x="21" y="2"/>
                      <a:pt x="23" y="8"/>
                    </a:cubicBezTo>
                    <a:cubicBezTo>
                      <a:pt x="31" y="31"/>
                      <a:pt x="40" y="53"/>
                      <a:pt x="50" y="75"/>
                    </a:cubicBezTo>
                    <a:cubicBezTo>
                      <a:pt x="54" y="85"/>
                      <a:pt x="58" y="95"/>
                      <a:pt x="62" y="104"/>
                    </a:cubicBezTo>
                    <a:cubicBezTo>
                      <a:pt x="68" y="116"/>
                      <a:pt x="73" y="128"/>
                      <a:pt x="78" y="139"/>
                    </a:cubicBezTo>
                    <a:cubicBezTo>
                      <a:pt x="83" y="152"/>
                      <a:pt x="87" y="164"/>
                      <a:pt x="92" y="177"/>
                    </a:cubicBezTo>
                    <a:cubicBezTo>
                      <a:pt x="94" y="182"/>
                      <a:pt x="92" y="188"/>
                      <a:pt x="86" y="190"/>
                    </a:cubicBezTo>
                    <a:cubicBezTo>
                      <a:pt x="85" y="191"/>
                      <a:pt x="84" y="191"/>
                      <a:pt x="83" y="191"/>
                    </a:cubicBezTo>
                    <a:cubicBezTo>
                      <a:pt x="79" y="191"/>
                      <a:pt x="75" y="189"/>
                      <a:pt x="73" y="18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6" name="Google Shape;3556;p40">
                <a:extLst>
                  <a:ext uri="{FF2B5EF4-FFF2-40B4-BE49-F238E27FC236}">
                    <a16:creationId xmlns:a16="http://schemas.microsoft.com/office/drawing/2014/main" id="{A1418846-886F-5136-D37C-210BC368960E}"/>
                  </a:ext>
                </a:extLst>
              </p:cNvPr>
              <p:cNvSpPr/>
              <p:nvPr/>
            </p:nvSpPr>
            <p:spPr>
              <a:xfrm>
                <a:off x="1141920" y="4781520"/>
                <a:ext cx="64800" cy="64440"/>
              </a:xfrm>
              <a:custGeom>
                <a:avLst/>
                <a:gdLst/>
                <a:ahLst/>
                <a:cxnLst/>
                <a:rect l="l" t="t" r="r" b="b"/>
                <a:pathLst>
                  <a:path w="180" h="179" extrusionOk="0">
                    <a:moveTo>
                      <a:pt x="3" y="175"/>
                    </a:moveTo>
                    <a:cubicBezTo>
                      <a:pt x="0" y="171"/>
                      <a:pt x="0" y="165"/>
                      <a:pt x="3" y="161"/>
                    </a:cubicBezTo>
                    <a:cubicBezTo>
                      <a:pt x="10" y="155"/>
                      <a:pt x="16" y="150"/>
                      <a:pt x="23" y="144"/>
                    </a:cubicBezTo>
                    <a:cubicBezTo>
                      <a:pt x="28" y="139"/>
                      <a:pt x="33" y="134"/>
                      <a:pt x="38" y="129"/>
                    </a:cubicBezTo>
                    <a:cubicBezTo>
                      <a:pt x="44" y="123"/>
                      <a:pt x="50" y="118"/>
                      <a:pt x="55" y="113"/>
                    </a:cubicBezTo>
                    <a:cubicBezTo>
                      <a:pt x="60" y="107"/>
                      <a:pt x="66" y="101"/>
                      <a:pt x="71" y="96"/>
                    </a:cubicBezTo>
                    <a:lnTo>
                      <a:pt x="71" y="97"/>
                    </a:lnTo>
                    <a:lnTo>
                      <a:pt x="71" y="96"/>
                    </a:lnTo>
                    <a:lnTo>
                      <a:pt x="71" y="97"/>
                    </a:lnTo>
                    <a:cubicBezTo>
                      <a:pt x="78" y="89"/>
                      <a:pt x="84" y="81"/>
                      <a:pt x="91" y="74"/>
                    </a:cubicBezTo>
                    <a:lnTo>
                      <a:pt x="91" y="75"/>
                    </a:lnTo>
                    <a:cubicBezTo>
                      <a:pt x="91" y="76"/>
                      <a:pt x="91" y="76"/>
                      <a:pt x="90" y="76"/>
                    </a:cubicBezTo>
                    <a:cubicBezTo>
                      <a:pt x="91" y="75"/>
                      <a:pt x="91" y="75"/>
                      <a:pt x="91" y="75"/>
                    </a:cubicBezTo>
                    <a:cubicBezTo>
                      <a:pt x="94" y="72"/>
                      <a:pt x="97" y="68"/>
                      <a:pt x="100" y="65"/>
                    </a:cubicBezTo>
                    <a:cubicBezTo>
                      <a:pt x="103" y="61"/>
                      <a:pt x="106" y="58"/>
                      <a:pt x="109" y="54"/>
                    </a:cubicBezTo>
                    <a:cubicBezTo>
                      <a:pt x="109" y="55"/>
                      <a:pt x="109" y="55"/>
                      <a:pt x="109" y="55"/>
                    </a:cubicBezTo>
                    <a:cubicBezTo>
                      <a:pt x="116" y="47"/>
                      <a:pt x="123" y="39"/>
                      <a:pt x="131" y="31"/>
                    </a:cubicBezTo>
                    <a:cubicBezTo>
                      <a:pt x="134" y="27"/>
                      <a:pt x="138" y="24"/>
                      <a:pt x="142" y="20"/>
                    </a:cubicBezTo>
                    <a:cubicBezTo>
                      <a:pt x="147" y="15"/>
                      <a:pt x="153" y="10"/>
                      <a:pt x="158" y="5"/>
                    </a:cubicBezTo>
                    <a:cubicBezTo>
                      <a:pt x="163" y="0"/>
                      <a:pt x="170" y="0"/>
                      <a:pt x="174" y="5"/>
                    </a:cubicBezTo>
                    <a:cubicBezTo>
                      <a:pt x="178" y="9"/>
                      <a:pt x="179" y="17"/>
                      <a:pt x="174" y="21"/>
                    </a:cubicBezTo>
                    <a:cubicBezTo>
                      <a:pt x="168" y="26"/>
                      <a:pt x="162" y="31"/>
                      <a:pt x="157" y="36"/>
                    </a:cubicBezTo>
                    <a:cubicBezTo>
                      <a:pt x="153" y="40"/>
                      <a:pt x="150" y="44"/>
                      <a:pt x="146" y="47"/>
                    </a:cubicBezTo>
                    <a:cubicBezTo>
                      <a:pt x="139" y="54"/>
                      <a:pt x="132" y="62"/>
                      <a:pt x="125" y="69"/>
                    </a:cubicBezTo>
                    <a:cubicBezTo>
                      <a:pt x="124" y="69"/>
                      <a:pt x="124" y="69"/>
                      <a:pt x="124" y="70"/>
                    </a:cubicBezTo>
                    <a:cubicBezTo>
                      <a:pt x="124" y="69"/>
                      <a:pt x="124" y="69"/>
                      <a:pt x="125" y="69"/>
                    </a:cubicBezTo>
                    <a:cubicBezTo>
                      <a:pt x="118" y="76"/>
                      <a:pt x="112" y="82"/>
                      <a:pt x="106" y="89"/>
                    </a:cubicBezTo>
                    <a:cubicBezTo>
                      <a:pt x="106" y="88"/>
                      <a:pt x="106" y="88"/>
                      <a:pt x="106" y="88"/>
                    </a:cubicBezTo>
                    <a:cubicBezTo>
                      <a:pt x="99" y="96"/>
                      <a:pt x="92" y="103"/>
                      <a:pt x="85" y="111"/>
                    </a:cubicBezTo>
                    <a:cubicBezTo>
                      <a:pt x="79" y="117"/>
                      <a:pt x="72" y="124"/>
                      <a:pt x="65" y="130"/>
                    </a:cubicBezTo>
                    <a:cubicBezTo>
                      <a:pt x="49" y="146"/>
                      <a:pt x="33" y="160"/>
                      <a:pt x="16" y="175"/>
                    </a:cubicBezTo>
                    <a:cubicBezTo>
                      <a:pt x="14" y="176"/>
                      <a:pt x="12" y="178"/>
                      <a:pt x="10" y="178"/>
                    </a:cubicBezTo>
                    <a:cubicBezTo>
                      <a:pt x="7" y="178"/>
                      <a:pt x="5" y="176"/>
                      <a:pt x="3" y="17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7" name="Google Shape;3557;p40">
                <a:extLst>
                  <a:ext uri="{FF2B5EF4-FFF2-40B4-BE49-F238E27FC236}">
                    <a16:creationId xmlns:a16="http://schemas.microsoft.com/office/drawing/2014/main" id="{E0F51B94-36C6-D906-CE23-140C4D2912EF}"/>
                  </a:ext>
                </a:extLst>
              </p:cNvPr>
              <p:cNvSpPr/>
              <p:nvPr/>
            </p:nvSpPr>
            <p:spPr>
              <a:xfrm>
                <a:off x="944280" y="4811400"/>
                <a:ext cx="5436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151" h="120" extrusionOk="0">
                    <a:moveTo>
                      <a:pt x="47" y="95"/>
                    </a:moveTo>
                    <a:cubicBezTo>
                      <a:pt x="48" y="95"/>
                      <a:pt x="49" y="95"/>
                      <a:pt x="50" y="95"/>
                    </a:cubicBezTo>
                    <a:cubicBezTo>
                      <a:pt x="51" y="95"/>
                      <a:pt x="52" y="94"/>
                      <a:pt x="53" y="94"/>
                    </a:cubicBezTo>
                    <a:cubicBezTo>
                      <a:pt x="54" y="93"/>
                      <a:pt x="55" y="93"/>
                      <a:pt x="55" y="93"/>
                    </a:cubicBezTo>
                    <a:cubicBezTo>
                      <a:pt x="57" y="92"/>
                      <a:pt x="58" y="92"/>
                      <a:pt x="59" y="91"/>
                    </a:cubicBezTo>
                    <a:cubicBezTo>
                      <a:pt x="61" y="90"/>
                      <a:pt x="62" y="89"/>
                      <a:pt x="64" y="88"/>
                    </a:cubicBezTo>
                    <a:cubicBezTo>
                      <a:pt x="65" y="86"/>
                      <a:pt x="67" y="85"/>
                      <a:pt x="68" y="83"/>
                    </a:cubicBezTo>
                    <a:cubicBezTo>
                      <a:pt x="71" y="80"/>
                      <a:pt x="73" y="77"/>
                      <a:pt x="76" y="74"/>
                    </a:cubicBezTo>
                    <a:cubicBezTo>
                      <a:pt x="79" y="70"/>
                      <a:pt x="82" y="65"/>
                      <a:pt x="84" y="61"/>
                    </a:cubicBezTo>
                    <a:cubicBezTo>
                      <a:pt x="86" y="57"/>
                      <a:pt x="88" y="53"/>
                      <a:pt x="90" y="48"/>
                    </a:cubicBezTo>
                    <a:cubicBezTo>
                      <a:pt x="89" y="47"/>
                      <a:pt x="89" y="46"/>
                      <a:pt x="88" y="44"/>
                    </a:cubicBezTo>
                    <a:cubicBezTo>
                      <a:pt x="87" y="42"/>
                      <a:pt x="86" y="40"/>
                      <a:pt x="84" y="37"/>
                    </a:cubicBezTo>
                    <a:cubicBezTo>
                      <a:pt x="83" y="36"/>
                      <a:pt x="82" y="34"/>
                      <a:pt x="80" y="32"/>
                    </a:cubicBezTo>
                    <a:cubicBezTo>
                      <a:pt x="79" y="31"/>
                      <a:pt x="78" y="30"/>
                      <a:pt x="77" y="29"/>
                    </a:cubicBezTo>
                    <a:cubicBezTo>
                      <a:pt x="76" y="28"/>
                      <a:pt x="75" y="26"/>
                      <a:pt x="73" y="25"/>
                    </a:cubicBezTo>
                    <a:cubicBezTo>
                      <a:pt x="72" y="25"/>
                      <a:pt x="72" y="25"/>
                      <a:pt x="71" y="24"/>
                    </a:cubicBezTo>
                    <a:cubicBezTo>
                      <a:pt x="71" y="24"/>
                      <a:pt x="69" y="24"/>
                      <a:pt x="69" y="23"/>
                    </a:cubicBezTo>
                    <a:cubicBezTo>
                      <a:pt x="68" y="23"/>
                      <a:pt x="68" y="23"/>
                      <a:pt x="67" y="22"/>
                    </a:cubicBezTo>
                    <a:cubicBezTo>
                      <a:pt x="66" y="22"/>
                      <a:pt x="66" y="22"/>
                      <a:pt x="66" y="22"/>
                    </a:cubicBezTo>
                    <a:cubicBezTo>
                      <a:pt x="65" y="22"/>
                      <a:pt x="64" y="22"/>
                      <a:pt x="63" y="22"/>
                    </a:cubicBezTo>
                    <a:cubicBezTo>
                      <a:pt x="64" y="22"/>
                      <a:pt x="64" y="22"/>
                      <a:pt x="64" y="22"/>
                    </a:cubicBezTo>
                    <a:cubicBezTo>
                      <a:pt x="64" y="22"/>
                      <a:pt x="63" y="22"/>
                      <a:pt x="62" y="22"/>
                    </a:cubicBezTo>
                    <a:cubicBezTo>
                      <a:pt x="61" y="23"/>
                      <a:pt x="61" y="23"/>
                      <a:pt x="60" y="23"/>
                    </a:cubicBezTo>
                    <a:cubicBezTo>
                      <a:pt x="59" y="24"/>
                      <a:pt x="58" y="24"/>
                      <a:pt x="58" y="24"/>
                    </a:cubicBezTo>
                    <a:cubicBezTo>
                      <a:pt x="57" y="25"/>
                      <a:pt x="56" y="25"/>
                      <a:pt x="55" y="25"/>
                    </a:cubicBezTo>
                    <a:cubicBezTo>
                      <a:pt x="54" y="26"/>
                      <a:pt x="53" y="27"/>
                      <a:pt x="52" y="28"/>
                    </a:cubicBezTo>
                    <a:cubicBezTo>
                      <a:pt x="50" y="29"/>
                      <a:pt x="49" y="31"/>
                      <a:pt x="48" y="32"/>
                    </a:cubicBezTo>
                    <a:cubicBezTo>
                      <a:pt x="46" y="33"/>
                      <a:pt x="45" y="35"/>
                      <a:pt x="44" y="37"/>
                    </a:cubicBezTo>
                    <a:cubicBezTo>
                      <a:pt x="42" y="39"/>
                      <a:pt x="40" y="42"/>
                      <a:pt x="39" y="45"/>
                    </a:cubicBezTo>
                    <a:cubicBezTo>
                      <a:pt x="37" y="49"/>
                      <a:pt x="36" y="52"/>
                      <a:pt x="34" y="56"/>
                    </a:cubicBezTo>
                    <a:cubicBezTo>
                      <a:pt x="33" y="58"/>
                      <a:pt x="32" y="61"/>
                      <a:pt x="31" y="64"/>
                    </a:cubicBezTo>
                    <a:cubicBezTo>
                      <a:pt x="31" y="67"/>
                      <a:pt x="30" y="69"/>
                      <a:pt x="30" y="71"/>
                    </a:cubicBezTo>
                    <a:cubicBezTo>
                      <a:pt x="30" y="73"/>
                      <a:pt x="30" y="75"/>
                      <a:pt x="30" y="77"/>
                    </a:cubicBezTo>
                    <a:cubicBezTo>
                      <a:pt x="30" y="78"/>
                      <a:pt x="30" y="79"/>
                      <a:pt x="30" y="80"/>
                    </a:cubicBezTo>
                    <a:cubicBezTo>
                      <a:pt x="30" y="79"/>
                      <a:pt x="30" y="79"/>
                      <a:pt x="30" y="78"/>
                    </a:cubicBezTo>
                    <a:cubicBezTo>
                      <a:pt x="30" y="80"/>
                      <a:pt x="31" y="82"/>
                      <a:pt x="31" y="83"/>
                    </a:cubicBezTo>
                    <a:cubicBezTo>
                      <a:pt x="31" y="84"/>
                      <a:pt x="32" y="85"/>
                      <a:pt x="33" y="86"/>
                    </a:cubicBezTo>
                    <a:cubicBezTo>
                      <a:pt x="33" y="86"/>
                      <a:pt x="33" y="88"/>
                      <a:pt x="34" y="88"/>
                    </a:cubicBezTo>
                    <a:lnTo>
                      <a:pt x="33" y="88"/>
                    </a:lnTo>
                    <a:cubicBezTo>
                      <a:pt x="34" y="88"/>
                      <a:pt x="34" y="89"/>
                      <a:pt x="35" y="89"/>
                    </a:cubicBezTo>
                    <a:cubicBezTo>
                      <a:pt x="36" y="90"/>
                      <a:pt x="36" y="91"/>
                      <a:pt x="36" y="91"/>
                    </a:cubicBezTo>
                    <a:cubicBezTo>
                      <a:pt x="37" y="92"/>
                      <a:pt x="37" y="92"/>
                      <a:pt x="38" y="92"/>
                    </a:cubicBezTo>
                    <a:cubicBezTo>
                      <a:pt x="38" y="93"/>
                      <a:pt x="39" y="93"/>
                      <a:pt x="40" y="93"/>
                    </a:cubicBezTo>
                    <a:cubicBezTo>
                      <a:pt x="40" y="94"/>
                      <a:pt x="41" y="94"/>
                      <a:pt x="41" y="94"/>
                    </a:cubicBezTo>
                    <a:cubicBezTo>
                      <a:pt x="42" y="95"/>
                      <a:pt x="43" y="95"/>
                      <a:pt x="43" y="95"/>
                    </a:cubicBezTo>
                    <a:cubicBezTo>
                      <a:pt x="44" y="95"/>
                      <a:pt x="45" y="95"/>
                      <a:pt x="45" y="95"/>
                    </a:cubicBezTo>
                    <a:cubicBezTo>
                      <a:pt x="46" y="95"/>
                      <a:pt x="47" y="95"/>
                      <a:pt x="47" y="95"/>
                    </a:cubicBezTo>
                    <a:moveTo>
                      <a:pt x="130" y="114"/>
                    </a:moveTo>
                    <a:cubicBezTo>
                      <a:pt x="128" y="111"/>
                      <a:pt x="125" y="109"/>
                      <a:pt x="124" y="105"/>
                    </a:cubicBezTo>
                    <a:cubicBezTo>
                      <a:pt x="122" y="102"/>
                      <a:pt x="121" y="99"/>
                      <a:pt x="120" y="95"/>
                    </a:cubicBezTo>
                    <a:cubicBezTo>
                      <a:pt x="119" y="92"/>
                      <a:pt x="118" y="89"/>
                      <a:pt x="117" y="85"/>
                    </a:cubicBezTo>
                    <a:cubicBezTo>
                      <a:pt x="115" y="88"/>
                      <a:pt x="111" y="89"/>
                      <a:pt x="108" y="88"/>
                    </a:cubicBezTo>
                    <a:cubicBezTo>
                      <a:pt x="105" y="88"/>
                      <a:pt x="102" y="86"/>
                      <a:pt x="100" y="84"/>
                    </a:cubicBezTo>
                    <a:cubicBezTo>
                      <a:pt x="99" y="82"/>
                      <a:pt x="98" y="80"/>
                      <a:pt x="98" y="78"/>
                    </a:cubicBezTo>
                    <a:cubicBezTo>
                      <a:pt x="96" y="81"/>
                      <a:pt x="94" y="83"/>
                      <a:pt x="93" y="85"/>
                    </a:cubicBezTo>
                    <a:cubicBezTo>
                      <a:pt x="85" y="98"/>
                      <a:pt x="74" y="109"/>
                      <a:pt x="61" y="113"/>
                    </a:cubicBezTo>
                    <a:cubicBezTo>
                      <a:pt x="54" y="116"/>
                      <a:pt x="48" y="116"/>
                      <a:pt x="41" y="116"/>
                    </a:cubicBezTo>
                    <a:cubicBezTo>
                      <a:pt x="34" y="115"/>
                      <a:pt x="28" y="111"/>
                      <a:pt x="23" y="107"/>
                    </a:cubicBezTo>
                    <a:cubicBezTo>
                      <a:pt x="0" y="86"/>
                      <a:pt x="10" y="50"/>
                      <a:pt x="24" y="28"/>
                    </a:cubicBezTo>
                    <a:cubicBezTo>
                      <a:pt x="31" y="16"/>
                      <a:pt x="43" y="5"/>
                      <a:pt x="57" y="2"/>
                    </a:cubicBezTo>
                    <a:cubicBezTo>
                      <a:pt x="64" y="0"/>
                      <a:pt x="70" y="1"/>
                      <a:pt x="76" y="3"/>
                    </a:cubicBezTo>
                    <a:cubicBezTo>
                      <a:pt x="83" y="5"/>
                      <a:pt x="88" y="10"/>
                      <a:pt x="93" y="15"/>
                    </a:cubicBezTo>
                    <a:cubicBezTo>
                      <a:pt x="96" y="17"/>
                      <a:pt x="97" y="19"/>
                      <a:pt x="100" y="22"/>
                    </a:cubicBezTo>
                    <a:cubicBezTo>
                      <a:pt x="101" y="17"/>
                      <a:pt x="102" y="12"/>
                      <a:pt x="104" y="7"/>
                    </a:cubicBezTo>
                    <a:cubicBezTo>
                      <a:pt x="105" y="3"/>
                      <a:pt x="110" y="1"/>
                      <a:pt x="114" y="1"/>
                    </a:cubicBezTo>
                    <a:cubicBezTo>
                      <a:pt x="118" y="1"/>
                      <a:pt x="122" y="4"/>
                      <a:pt x="124" y="8"/>
                    </a:cubicBezTo>
                    <a:cubicBezTo>
                      <a:pt x="126" y="12"/>
                      <a:pt x="126" y="18"/>
                      <a:pt x="126" y="23"/>
                    </a:cubicBezTo>
                    <a:cubicBezTo>
                      <a:pt x="127" y="27"/>
                      <a:pt x="127" y="31"/>
                      <a:pt x="128" y="35"/>
                    </a:cubicBezTo>
                    <a:cubicBezTo>
                      <a:pt x="128" y="40"/>
                      <a:pt x="129" y="46"/>
                      <a:pt x="130" y="52"/>
                    </a:cubicBezTo>
                    <a:cubicBezTo>
                      <a:pt x="131" y="57"/>
                      <a:pt x="132" y="62"/>
                      <a:pt x="133" y="67"/>
                    </a:cubicBezTo>
                    <a:cubicBezTo>
                      <a:pt x="133" y="69"/>
                      <a:pt x="134" y="71"/>
                      <a:pt x="135" y="73"/>
                    </a:cubicBezTo>
                    <a:cubicBezTo>
                      <a:pt x="135" y="75"/>
                      <a:pt x="136" y="78"/>
                      <a:pt x="137" y="80"/>
                    </a:cubicBezTo>
                    <a:cubicBezTo>
                      <a:pt x="139" y="85"/>
                      <a:pt x="140" y="91"/>
                      <a:pt x="142" y="95"/>
                    </a:cubicBezTo>
                    <a:cubicBezTo>
                      <a:pt x="143" y="96"/>
                      <a:pt x="143" y="98"/>
                      <a:pt x="144" y="99"/>
                    </a:cubicBezTo>
                    <a:cubicBezTo>
                      <a:pt x="145" y="100"/>
                      <a:pt x="146" y="101"/>
                      <a:pt x="147" y="102"/>
                    </a:cubicBezTo>
                    <a:cubicBezTo>
                      <a:pt x="150" y="107"/>
                      <a:pt x="149" y="114"/>
                      <a:pt x="145" y="117"/>
                    </a:cubicBezTo>
                    <a:cubicBezTo>
                      <a:pt x="143" y="118"/>
                      <a:pt x="140" y="119"/>
                      <a:pt x="138" y="119"/>
                    </a:cubicBezTo>
                    <a:cubicBezTo>
                      <a:pt x="135" y="119"/>
                      <a:pt x="132" y="117"/>
                      <a:pt x="130" y="1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8" name="Google Shape;3558;p40">
                <a:extLst>
                  <a:ext uri="{FF2B5EF4-FFF2-40B4-BE49-F238E27FC236}">
                    <a16:creationId xmlns:a16="http://schemas.microsoft.com/office/drawing/2014/main" id="{A30F682B-757D-5F1B-8CE4-275AE43FEE2B}"/>
                  </a:ext>
                </a:extLst>
              </p:cNvPr>
              <p:cNvSpPr/>
              <p:nvPr/>
            </p:nvSpPr>
            <p:spPr>
              <a:xfrm>
                <a:off x="745920" y="4140000"/>
                <a:ext cx="73440" cy="131040"/>
              </a:xfrm>
              <a:custGeom>
                <a:avLst/>
                <a:gdLst/>
                <a:ahLst/>
                <a:cxnLst/>
                <a:rect l="l" t="t" r="r" b="b"/>
                <a:pathLst>
                  <a:path w="204" h="364" extrusionOk="0">
                    <a:moveTo>
                      <a:pt x="175" y="46"/>
                    </a:moveTo>
                    <a:cubicBezTo>
                      <a:pt x="175" y="44"/>
                      <a:pt x="176" y="42"/>
                      <a:pt x="176" y="40"/>
                    </a:cubicBezTo>
                    <a:cubicBezTo>
                      <a:pt x="176" y="40"/>
                      <a:pt x="176" y="41"/>
                      <a:pt x="175" y="42"/>
                    </a:cubicBezTo>
                    <a:cubicBezTo>
                      <a:pt x="175" y="43"/>
                      <a:pt x="174" y="44"/>
                      <a:pt x="173" y="45"/>
                    </a:cubicBezTo>
                    <a:cubicBezTo>
                      <a:pt x="174" y="46"/>
                      <a:pt x="174" y="46"/>
                      <a:pt x="175" y="46"/>
                    </a:cubicBezTo>
                    <a:moveTo>
                      <a:pt x="58" y="342"/>
                    </a:moveTo>
                    <a:cubicBezTo>
                      <a:pt x="59" y="341"/>
                      <a:pt x="60" y="341"/>
                      <a:pt x="61" y="341"/>
                    </a:cubicBezTo>
                    <a:lnTo>
                      <a:pt x="62" y="341"/>
                    </a:lnTo>
                    <a:cubicBezTo>
                      <a:pt x="63" y="340"/>
                      <a:pt x="65" y="340"/>
                      <a:pt x="66" y="339"/>
                    </a:cubicBezTo>
                    <a:cubicBezTo>
                      <a:pt x="68" y="338"/>
                      <a:pt x="70" y="337"/>
                      <a:pt x="72" y="336"/>
                    </a:cubicBezTo>
                    <a:cubicBezTo>
                      <a:pt x="73" y="335"/>
                      <a:pt x="74" y="335"/>
                      <a:pt x="74" y="334"/>
                    </a:cubicBezTo>
                    <a:cubicBezTo>
                      <a:pt x="75" y="334"/>
                      <a:pt x="76" y="333"/>
                      <a:pt x="76" y="332"/>
                    </a:cubicBezTo>
                    <a:cubicBezTo>
                      <a:pt x="77" y="331"/>
                      <a:pt x="78" y="330"/>
                      <a:pt x="79" y="329"/>
                    </a:cubicBezTo>
                    <a:cubicBezTo>
                      <a:pt x="81" y="326"/>
                      <a:pt x="83" y="322"/>
                      <a:pt x="85" y="319"/>
                    </a:cubicBezTo>
                    <a:cubicBezTo>
                      <a:pt x="87" y="314"/>
                      <a:pt x="90" y="310"/>
                      <a:pt x="92" y="306"/>
                    </a:cubicBezTo>
                    <a:cubicBezTo>
                      <a:pt x="94" y="301"/>
                      <a:pt x="95" y="297"/>
                      <a:pt x="97" y="293"/>
                    </a:cubicBezTo>
                    <a:cubicBezTo>
                      <a:pt x="99" y="286"/>
                      <a:pt x="102" y="279"/>
                      <a:pt x="104" y="273"/>
                    </a:cubicBezTo>
                    <a:cubicBezTo>
                      <a:pt x="106" y="266"/>
                      <a:pt x="107" y="260"/>
                      <a:pt x="109" y="254"/>
                    </a:cubicBezTo>
                    <a:cubicBezTo>
                      <a:pt x="110" y="248"/>
                      <a:pt x="111" y="243"/>
                      <a:pt x="112" y="238"/>
                    </a:cubicBezTo>
                    <a:cubicBezTo>
                      <a:pt x="113" y="234"/>
                      <a:pt x="113" y="230"/>
                      <a:pt x="114" y="226"/>
                    </a:cubicBezTo>
                    <a:cubicBezTo>
                      <a:pt x="110" y="227"/>
                      <a:pt x="106" y="227"/>
                      <a:pt x="102" y="228"/>
                    </a:cubicBezTo>
                    <a:cubicBezTo>
                      <a:pt x="97" y="229"/>
                      <a:pt x="91" y="230"/>
                      <a:pt x="85" y="230"/>
                    </a:cubicBezTo>
                    <a:cubicBezTo>
                      <a:pt x="73" y="232"/>
                      <a:pt x="61" y="232"/>
                      <a:pt x="49" y="234"/>
                    </a:cubicBezTo>
                    <a:lnTo>
                      <a:pt x="48" y="234"/>
                    </a:lnTo>
                    <a:lnTo>
                      <a:pt x="48" y="235"/>
                    </a:lnTo>
                    <a:cubicBezTo>
                      <a:pt x="48" y="234"/>
                      <a:pt x="48" y="234"/>
                      <a:pt x="48" y="234"/>
                    </a:cubicBezTo>
                    <a:cubicBezTo>
                      <a:pt x="45" y="240"/>
                      <a:pt x="42" y="245"/>
                      <a:pt x="39" y="250"/>
                    </a:cubicBezTo>
                    <a:cubicBezTo>
                      <a:pt x="35" y="255"/>
                      <a:pt x="31" y="261"/>
                      <a:pt x="28" y="267"/>
                    </a:cubicBezTo>
                    <a:cubicBezTo>
                      <a:pt x="27" y="268"/>
                      <a:pt x="26" y="270"/>
                      <a:pt x="25" y="272"/>
                    </a:cubicBezTo>
                    <a:cubicBezTo>
                      <a:pt x="24" y="275"/>
                      <a:pt x="23" y="279"/>
                      <a:pt x="23" y="282"/>
                    </a:cubicBezTo>
                    <a:cubicBezTo>
                      <a:pt x="22" y="285"/>
                      <a:pt x="21" y="288"/>
                      <a:pt x="21" y="291"/>
                    </a:cubicBezTo>
                    <a:cubicBezTo>
                      <a:pt x="21" y="293"/>
                      <a:pt x="21" y="294"/>
                      <a:pt x="21" y="296"/>
                    </a:cubicBezTo>
                    <a:cubicBezTo>
                      <a:pt x="21" y="299"/>
                      <a:pt x="21" y="301"/>
                      <a:pt x="22" y="303"/>
                    </a:cubicBezTo>
                    <a:cubicBezTo>
                      <a:pt x="23" y="306"/>
                      <a:pt x="23" y="308"/>
                      <a:pt x="24" y="311"/>
                    </a:cubicBezTo>
                    <a:cubicBezTo>
                      <a:pt x="25" y="314"/>
                      <a:pt x="26" y="317"/>
                      <a:pt x="27" y="320"/>
                    </a:cubicBezTo>
                    <a:cubicBezTo>
                      <a:pt x="28" y="322"/>
                      <a:pt x="30" y="324"/>
                      <a:pt x="31" y="326"/>
                    </a:cubicBezTo>
                    <a:cubicBezTo>
                      <a:pt x="32" y="328"/>
                      <a:pt x="32" y="329"/>
                      <a:pt x="34" y="331"/>
                    </a:cubicBezTo>
                    <a:cubicBezTo>
                      <a:pt x="35" y="331"/>
                      <a:pt x="35" y="332"/>
                      <a:pt x="37" y="333"/>
                    </a:cubicBezTo>
                    <a:cubicBezTo>
                      <a:pt x="38" y="334"/>
                      <a:pt x="39" y="335"/>
                      <a:pt x="40" y="336"/>
                    </a:cubicBezTo>
                    <a:cubicBezTo>
                      <a:pt x="41" y="336"/>
                      <a:pt x="42" y="337"/>
                      <a:pt x="43" y="338"/>
                    </a:cubicBezTo>
                    <a:cubicBezTo>
                      <a:pt x="44" y="338"/>
                      <a:pt x="45" y="339"/>
                      <a:pt x="46" y="339"/>
                    </a:cubicBezTo>
                    <a:cubicBezTo>
                      <a:pt x="48" y="340"/>
                      <a:pt x="49" y="340"/>
                      <a:pt x="51" y="340"/>
                    </a:cubicBezTo>
                    <a:cubicBezTo>
                      <a:pt x="52" y="341"/>
                      <a:pt x="53" y="341"/>
                      <a:pt x="55" y="341"/>
                    </a:cubicBezTo>
                    <a:cubicBezTo>
                      <a:pt x="56" y="342"/>
                      <a:pt x="57" y="342"/>
                      <a:pt x="58" y="342"/>
                    </a:cubicBezTo>
                    <a:moveTo>
                      <a:pt x="53" y="362"/>
                    </a:moveTo>
                    <a:cubicBezTo>
                      <a:pt x="46" y="361"/>
                      <a:pt x="39" y="360"/>
                      <a:pt x="32" y="356"/>
                    </a:cubicBezTo>
                    <a:cubicBezTo>
                      <a:pt x="27" y="353"/>
                      <a:pt x="23" y="349"/>
                      <a:pt x="18" y="345"/>
                    </a:cubicBezTo>
                    <a:cubicBezTo>
                      <a:pt x="14" y="339"/>
                      <a:pt x="10" y="333"/>
                      <a:pt x="7" y="327"/>
                    </a:cubicBezTo>
                    <a:cubicBezTo>
                      <a:pt x="5" y="320"/>
                      <a:pt x="3" y="313"/>
                      <a:pt x="2" y="307"/>
                    </a:cubicBezTo>
                    <a:cubicBezTo>
                      <a:pt x="0" y="299"/>
                      <a:pt x="0" y="292"/>
                      <a:pt x="1" y="285"/>
                    </a:cubicBezTo>
                    <a:cubicBezTo>
                      <a:pt x="2" y="278"/>
                      <a:pt x="4" y="272"/>
                      <a:pt x="6" y="265"/>
                    </a:cubicBezTo>
                    <a:cubicBezTo>
                      <a:pt x="8" y="260"/>
                      <a:pt x="10" y="255"/>
                      <a:pt x="13" y="251"/>
                    </a:cubicBezTo>
                    <a:cubicBezTo>
                      <a:pt x="16" y="246"/>
                      <a:pt x="20" y="241"/>
                      <a:pt x="23" y="237"/>
                    </a:cubicBezTo>
                    <a:cubicBezTo>
                      <a:pt x="24" y="234"/>
                      <a:pt x="25" y="232"/>
                      <a:pt x="27" y="230"/>
                    </a:cubicBezTo>
                    <a:cubicBezTo>
                      <a:pt x="27" y="230"/>
                      <a:pt x="26" y="230"/>
                      <a:pt x="26" y="231"/>
                    </a:cubicBezTo>
                    <a:cubicBezTo>
                      <a:pt x="28" y="227"/>
                      <a:pt x="30" y="223"/>
                      <a:pt x="32" y="220"/>
                    </a:cubicBezTo>
                    <a:cubicBezTo>
                      <a:pt x="37" y="214"/>
                      <a:pt x="45" y="213"/>
                      <a:pt x="52" y="212"/>
                    </a:cubicBezTo>
                    <a:cubicBezTo>
                      <a:pt x="61" y="211"/>
                      <a:pt x="71" y="210"/>
                      <a:pt x="80" y="209"/>
                    </a:cubicBezTo>
                    <a:cubicBezTo>
                      <a:pt x="87" y="209"/>
                      <a:pt x="94" y="208"/>
                      <a:pt x="100" y="208"/>
                    </a:cubicBezTo>
                    <a:cubicBezTo>
                      <a:pt x="106" y="207"/>
                      <a:pt x="112" y="206"/>
                      <a:pt x="117" y="205"/>
                    </a:cubicBezTo>
                    <a:cubicBezTo>
                      <a:pt x="118" y="201"/>
                      <a:pt x="119" y="197"/>
                      <a:pt x="119" y="193"/>
                    </a:cubicBezTo>
                    <a:cubicBezTo>
                      <a:pt x="123" y="171"/>
                      <a:pt x="126" y="149"/>
                      <a:pt x="131" y="127"/>
                    </a:cubicBezTo>
                    <a:cubicBezTo>
                      <a:pt x="133" y="116"/>
                      <a:pt x="135" y="105"/>
                      <a:pt x="138" y="94"/>
                    </a:cubicBezTo>
                    <a:cubicBezTo>
                      <a:pt x="140" y="87"/>
                      <a:pt x="141" y="80"/>
                      <a:pt x="143" y="72"/>
                    </a:cubicBezTo>
                    <a:cubicBezTo>
                      <a:pt x="145" y="62"/>
                      <a:pt x="149" y="51"/>
                      <a:pt x="153" y="41"/>
                    </a:cubicBezTo>
                    <a:cubicBezTo>
                      <a:pt x="156" y="34"/>
                      <a:pt x="159" y="28"/>
                      <a:pt x="163" y="22"/>
                    </a:cubicBezTo>
                    <a:cubicBezTo>
                      <a:pt x="166" y="16"/>
                      <a:pt x="171" y="10"/>
                      <a:pt x="176" y="5"/>
                    </a:cubicBezTo>
                    <a:cubicBezTo>
                      <a:pt x="180" y="2"/>
                      <a:pt x="186" y="0"/>
                      <a:pt x="191" y="1"/>
                    </a:cubicBezTo>
                    <a:cubicBezTo>
                      <a:pt x="197" y="1"/>
                      <a:pt x="201" y="6"/>
                      <a:pt x="203" y="12"/>
                    </a:cubicBezTo>
                    <a:cubicBezTo>
                      <a:pt x="203" y="17"/>
                      <a:pt x="203" y="22"/>
                      <a:pt x="201" y="26"/>
                    </a:cubicBezTo>
                    <a:cubicBezTo>
                      <a:pt x="201" y="29"/>
                      <a:pt x="200" y="33"/>
                      <a:pt x="199" y="36"/>
                    </a:cubicBezTo>
                    <a:cubicBezTo>
                      <a:pt x="197" y="43"/>
                      <a:pt x="195" y="50"/>
                      <a:pt x="193" y="57"/>
                    </a:cubicBezTo>
                    <a:cubicBezTo>
                      <a:pt x="190" y="63"/>
                      <a:pt x="188" y="68"/>
                      <a:pt x="185" y="74"/>
                    </a:cubicBezTo>
                    <a:cubicBezTo>
                      <a:pt x="182" y="80"/>
                      <a:pt x="178" y="86"/>
                      <a:pt x="173" y="91"/>
                    </a:cubicBezTo>
                    <a:cubicBezTo>
                      <a:pt x="171" y="93"/>
                      <a:pt x="169" y="94"/>
                      <a:pt x="166" y="95"/>
                    </a:cubicBezTo>
                    <a:cubicBezTo>
                      <a:pt x="164" y="96"/>
                      <a:pt x="162" y="96"/>
                      <a:pt x="159" y="95"/>
                    </a:cubicBezTo>
                    <a:cubicBezTo>
                      <a:pt x="158" y="95"/>
                      <a:pt x="158" y="95"/>
                      <a:pt x="158" y="95"/>
                    </a:cubicBezTo>
                    <a:cubicBezTo>
                      <a:pt x="157" y="99"/>
                      <a:pt x="155" y="103"/>
                      <a:pt x="154" y="107"/>
                    </a:cubicBezTo>
                    <a:cubicBezTo>
                      <a:pt x="152" y="119"/>
                      <a:pt x="150" y="130"/>
                      <a:pt x="147" y="141"/>
                    </a:cubicBezTo>
                    <a:cubicBezTo>
                      <a:pt x="145" y="151"/>
                      <a:pt x="143" y="162"/>
                      <a:pt x="141" y="173"/>
                    </a:cubicBezTo>
                    <a:cubicBezTo>
                      <a:pt x="140" y="182"/>
                      <a:pt x="138" y="192"/>
                      <a:pt x="137" y="201"/>
                    </a:cubicBezTo>
                    <a:cubicBezTo>
                      <a:pt x="147" y="199"/>
                      <a:pt x="157" y="197"/>
                      <a:pt x="166" y="195"/>
                    </a:cubicBezTo>
                    <a:cubicBezTo>
                      <a:pt x="172" y="194"/>
                      <a:pt x="177" y="197"/>
                      <a:pt x="179" y="202"/>
                    </a:cubicBezTo>
                    <a:cubicBezTo>
                      <a:pt x="180" y="207"/>
                      <a:pt x="176" y="212"/>
                      <a:pt x="171" y="214"/>
                    </a:cubicBezTo>
                    <a:cubicBezTo>
                      <a:pt x="159" y="217"/>
                      <a:pt x="146" y="220"/>
                      <a:pt x="133" y="223"/>
                    </a:cubicBezTo>
                    <a:cubicBezTo>
                      <a:pt x="132" y="228"/>
                      <a:pt x="131" y="234"/>
                      <a:pt x="130" y="239"/>
                    </a:cubicBezTo>
                    <a:cubicBezTo>
                      <a:pt x="129" y="250"/>
                      <a:pt x="126" y="261"/>
                      <a:pt x="123" y="272"/>
                    </a:cubicBezTo>
                    <a:cubicBezTo>
                      <a:pt x="120" y="283"/>
                      <a:pt x="117" y="293"/>
                      <a:pt x="113" y="304"/>
                    </a:cubicBezTo>
                    <a:lnTo>
                      <a:pt x="113" y="303"/>
                    </a:lnTo>
                    <a:cubicBezTo>
                      <a:pt x="109" y="314"/>
                      <a:pt x="104" y="325"/>
                      <a:pt x="98" y="335"/>
                    </a:cubicBezTo>
                    <a:cubicBezTo>
                      <a:pt x="96" y="340"/>
                      <a:pt x="92" y="345"/>
                      <a:pt x="88" y="349"/>
                    </a:cubicBezTo>
                    <a:cubicBezTo>
                      <a:pt x="83" y="354"/>
                      <a:pt x="77" y="357"/>
                      <a:pt x="71" y="360"/>
                    </a:cubicBezTo>
                    <a:cubicBezTo>
                      <a:pt x="67" y="361"/>
                      <a:pt x="62" y="363"/>
                      <a:pt x="58" y="363"/>
                    </a:cubicBezTo>
                    <a:cubicBezTo>
                      <a:pt x="56" y="363"/>
                      <a:pt x="55" y="363"/>
                      <a:pt x="53" y="3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9" name="Google Shape;3559;p40">
                <a:extLst>
                  <a:ext uri="{FF2B5EF4-FFF2-40B4-BE49-F238E27FC236}">
                    <a16:creationId xmlns:a16="http://schemas.microsoft.com/office/drawing/2014/main" id="{6813FF46-510C-256D-C72F-91DACCA3A564}"/>
                  </a:ext>
                </a:extLst>
              </p:cNvPr>
              <p:cNvSpPr/>
              <p:nvPr/>
            </p:nvSpPr>
            <p:spPr>
              <a:xfrm>
                <a:off x="825480" y="4139280"/>
                <a:ext cx="42480" cy="119160"/>
              </a:xfrm>
              <a:custGeom>
                <a:avLst/>
                <a:gdLst/>
                <a:ahLst/>
                <a:cxnLst/>
                <a:rect l="l" t="t" r="r" b="b"/>
                <a:pathLst>
                  <a:path w="118" h="331" extrusionOk="0">
                    <a:moveTo>
                      <a:pt x="49" y="328"/>
                    </a:moveTo>
                    <a:cubicBezTo>
                      <a:pt x="42" y="322"/>
                      <a:pt x="36" y="316"/>
                      <a:pt x="30" y="310"/>
                    </a:cubicBezTo>
                    <a:cubicBezTo>
                      <a:pt x="20" y="301"/>
                      <a:pt x="13" y="288"/>
                      <a:pt x="9" y="275"/>
                    </a:cubicBezTo>
                    <a:cubicBezTo>
                      <a:pt x="4" y="260"/>
                      <a:pt x="1" y="245"/>
                      <a:pt x="0" y="230"/>
                    </a:cubicBezTo>
                    <a:cubicBezTo>
                      <a:pt x="0" y="222"/>
                      <a:pt x="1" y="215"/>
                      <a:pt x="1" y="208"/>
                    </a:cubicBezTo>
                    <a:cubicBezTo>
                      <a:pt x="1" y="200"/>
                      <a:pt x="3" y="191"/>
                      <a:pt x="4" y="183"/>
                    </a:cubicBezTo>
                    <a:cubicBezTo>
                      <a:pt x="7" y="167"/>
                      <a:pt x="11" y="150"/>
                      <a:pt x="15" y="134"/>
                    </a:cubicBezTo>
                    <a:cubicBezTo>
                      <a:pt x="15" y="130"/>
                      <a:pt x="17" y="126"/>
                      <a:pt x="18" y="123"/>
                    </a:cubicBezTo>
                    <a:cubicBezTo>
                      <a:pt x="20" y="116"/>
                      <a:pt x="22" y="109"/>
                      <a:pt x="25" y="102"/>
                    </a:cubicBezTo>
                    <a:cubicBezTo>
                      <a:pt x="26" y="98"/>
                      <a:pt x="28" y="94"/>
                      <a:pt x="29" y="90"/>
                    </a:cubicBezTo>
                    <a:cubicBezTo>
                      <a:pt x="31" y="84"/>
                      <a:pt x="33" y="78"/>
                      <a:pt x="36" y="72"/>
                    </a:cubicBezTo>
                    <a:cubicBezTo>
                      <a:pt x="36" y="73"/>
                      <a:pt x="35" y="73"/>
                      <a:pt x="35" y="74"/>
                    </a:cubicBezTo>
                    <a:cubicBezTo>
                      <a:pt x="38" y="65"/>
                      <a:pt x="42" y="57"/>
                      <a:pt x="46" y="49"/>
                    </a:cubicBezTo>
                    <a:cubicBezTo>
                      <a:pt x="51" y="40"/>
                      <a:pt x="57" y="31"/>
                      <a:pt x="63" y="23"/>
                    </a:cubicBezTo>
                    <a:cubicBezTo>
                      <a:pt x="65" y="19"/>
                      <a:pt x="68" y="16"/>
                      <a:pt x="71" y="12"/>
                    </a:cubicBezTo>
                    <a:cubicBezTo>
                      <a:pt x="75" y="9"/>
                      <a:pt x="79" y="6"/>
                      <a:pt x="83" y="3"/>
                    </a:cubicBezTo>
                    <a:cubicBezTo>
                      <a:pt x="87" y="1"/>
                      <a:pt x="92" y="0"/>
                      <a:pt x="96" y="0"/>
                    </a:cubicBezTo>
                    <a:cubicBezTo>
                      <a:pt x="100" y="0"/>
                      <a:pt x="105" y="2"/>
                      <a:pt x="109" y="4"/>
                    </a:cubicBezTo>
                    <a:cubicBezTo>
                      <a:pt x="114" y="6"/>
                      <a:pt x="117" y="13"/>
                      <a:pt x="114" y="19"/>
                    </a:cubicBezTo>
                    <a:cubicBezTo>
                      <a:pt x="111" y="24"/>
                      <a:pt x="105" y="26"/>
                      <a:pt x="99" y="24"/>
                    </a:cubicBezTo>
                    <a:cubicBezTo>
                      <a:pt x="99" y="24"/>
                      <a:pt x="98" y="23"/>
                      <a:pt x="97" y="23"/>
                    </a:cubicBezTo>
                    <a:cubicBezTo>
                      <a:pt x="96" y="23"/>
                      <a:pt x="96" y="23"/>
                      <a:pt x="96" y="23"/>
                    </a:cubicBezTo>
                    <a:cubicBezTo>
                      <a:pt x="95" y="23"/>
                      <a:pt x="95" y="23"/>
                      <a:pt x="95" y="23"/>
                    </a:cubicBezTo>
                    <a:lnTo>
                      <a:pt x="94" y="23"/>
                    </a:lnTo>
                    <a:lnTo>
                      <a:pt x="93" y="23"/>
                    </a:lnTo>
                    <a:cubicBezTo>
                      <a:pt x="92" y="23"/>
                      <a:pt x="91" y="23"/>
                      <a:pt x="91" y="24"/>
                    </a:cubicBezTo>
                    <a:cubicBezTo>
                      <a:pt x="91" y="23"/>
                      <a:pt x="92" y="23"/>
                      <a:pt x="92" y="23"/>
                    </a:cubicBezTo>
                    <a:cubicBezTo>
                      <a:pt x="91" y="23"/>
                      <a:pt x="91" y="24"/>
                      <a:pt x="89" y="24"/>
                    </a:cubicBezTo>
                    <a:cubicBezTo>
                      <a:pt x="89" y="25"/>
                      <a:pt x="88" y="26"/>
                      <a:pt x="87" y="26"/>
                    </a:cubicBezTo>
                    <a:cubicBezTo>
                      <a:pt x="86" y="27"/>
                      <a:pt x="86" y="27"/>
                      <a:pt x="85" y="28"/>
                    </a:cubicBezTo>
                    <a:cubicBezTo>
                      <a:pt x="82" y="31"/>
                      <a:pt x="79" y="35"/>
                      <a:pt x="77" y="38"/>
                    </a:cubicBezTo>
                    <a:cubicBezTo>
                      <a:pt x="72" y="46"/>
                      <a:pt x="67" y="53"/>
                      <a:pt x="63" y="61"/>
                    </a:cubicBezTo>
                    <a:cubicBezTo>
                      <a:pt x="58" y="70"/>
                      <a:pt x="54" y="79"/>
                      <a:pt x="50" y="88"/>
                    </a:cubicBezTo>
                    <a:cubicBezTo>
                      <a:pt x="48" y="95"/>
                      <a:pt x="46" y="101"/>
                      <a:pt x="43" y="107"/>
                    </a:cubicBezTo>
                    <a:cubicBezTo>
                      <a:pt x="40" y="117"/>
                      <a:pt x="37" y="127"/>
                      <a:pt x="33" y="137"/>
                    </a:cubicBezTo>
                    <a:cubicBezTo>
                      <a:pt x="33" y="139"/>
                      <a:pt x="33" y="140"/>
                      <a:pt x="32" y="141"/>
                    </a:cubicBezTo>
                    <a:cubicBezTo>
                      <a:pt x="32" y="145"/>
                      <a:pt x="31" y="148"/>
                      <a:pt x="30" y="152"/>
                    </a:cubicBezTo>
                    <a:cubicBezTo>
                      <a:pt x="29" y="157"/>
                      <a:pt x="27" y="162"/>
                      <a:pt x="26" y="167"/>
                    </a:cubicBezTo>
                    <a:cubicBezTo>
                      <a:pt x="23" y="181"/>
                      <a:pt x="21" y="194"/>
                      <a:pt x="19" y="207"/>
                    </a:cubicBezTo>
                    <a:cubicBezTo>
                      <a:pt x="20" y="207"/>
                      <a:pt x="20" y="207"/>
                      <a:pt x="20" y="206"/>
                    </a:cubicBezTo>
                    <a:cubicBezTo>
                      <a:pt x="19" y="214"/>
                      <a:pt x="19" y="223"/>
                      <a:pt x="19" y="231"/>
                    </a:cubicBezTo>
                    <a:cubicBezTo>
                      <a:pt x="19" y="232"/>
                      <a:pt x="19" y="232"/>
                      <a:pt x="19" y="232"/>
                    </a:cubicBezTo>
                    <a:lnTo>
                      <a:pt x="19" y="231"/>
                    </a:lnTo>
                    <a:cubicBezTo>
                      <a:pt x="19" y="236"/>
                      <a:pt x="20" y="241"/>
                      <a:pt x="21" y="246"/>
                    </a:cubicBezTo>
                    <a:cubicBezTo>
                      <a:pt x="21" y="245"/>
                      <a:pt x="21" y="245"/>
                      <a:pt x="21" y="245"/>
                    </a:cubicBezTo>
                    <a:cubicBezTo>
                      <a:pt x="22" y="253"/>
                      <a:pt x="24" y="261"/>
                      <a:pt x="27" y="268"/>
                    </a:cubicBezTo>
                    <a:cubicBezTo>
                      <a:pt x="26" y="268"/>
                      <a:pt x="26" y="268"/>
                      <a:pt x="26" y="267"/>
                    </a:cubicBezTo>
                    <a:cubicBezTo>
                      <a:pt x="28" y="271"/>
                      <a:pt x="29" y="275"/>
                      <a:pt x="31" y="279"/>
                    </a:cubicBezTo>
                    <a:cubicBezTo>
                      <a:pt x="32" y="281"/>
                      <a:pt x="33" y="282"/>
                      <a:pt x="34" y="284"/>
                    </a:cubicBezTo>
                    <a:cubicBezTo>
                      <a:pt x="36" y="287"/>
                      <a:pt x="37" y="290"/>
                      <a:pt x="40" y="293"/>
                    </a:cubicBezTo>
                    <a:cubicBezTo>
                      <a:pt x="43" y="296"/>
                      <a:pt x="47" y="300"/>
                      <a:pt x="50" y="303"/>
                    </a:cubicBezTo>
                    <a:cubicBezTo>
                      <a:pt x="50" y="303"/>
                      <a:pt x="50" y="302"/>
                      <a:pt x="49" y="302"/>
                    </a:cubicBezTo>
                    <a:cubicBezTo>
                      <a:pt x="53" y="306"/>
                      <a:pt x="57" y="309"/>
                      <a:pt x="61" y="313"/>
                    </a:cubicBezTo>
                    <a:cubicBezTo>
                      <a:pt x="65" y="316"/>
                      <a:pt x="66" y="322"/>
                      <a:pt x="63" y="326"/>
                    </a:cubicBezTo>
                    <a:cubicBezTo>
                      <a:pt x="61" y="329"/>
                      <a:pt x="58" y="330"/>
                      <a:pt x="55" y="330"/>
                    </a:cubicBezTo>
                    <a:cubicBezTo>
                      <a:pt x="53" y="330"/>
                      <a:pt x="51" y="329"/>
                      <a:pt x="49" y="3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0" name="Google Shape;3560;p40">
                <a:extLst>
                  <a:ext uri="{FF2B5EF4-FFF2-40B4-BE49-F238E27FC236}">
                    <a16:creationId xmlns:a16="http://schemas.microsoft.com/office/drawing/2014/main" id="{E0350F46-A245-D903-B1F7-47DFB66E6BAD}"/>
                  </a:ext>
                </a:extLst>
              </p:cNvPr>
              <p:cNvSpPr/>
              <p:nvPr/>
            </p:nvSpPr>
            <p:spPr>
              <a:xfrm>
                <a:off x="871560" y="4129200"/>
                <a:ext cx="89280" cy="168840"/>
              </a:xfrm>
              <a:custGeom>
                <a:avLst/>
                <a:gdLst/>
                <a:ahLst/>
                <a:cxnLst/>
                <a:rect l="l" t="t" r="r" b="b"/>
                <a:pathLst>
                  <a:path w="248" h="469" extrusionOk="0">
                    <a:moveTo>
                      <a:pt x="32" y="271"/>
                    </a:moveTo>
                    <a:lnTo>
                      <a:pt x="34" y="271"/>
                    </a:lnTo>
                    <a:cubicBezTo>
                      <a:pt x="35" y="271"/>
                      <a:pt x="36" y="270"/>
                      <a:pt x="37" y="270"/>
                    </a:cubicBezTo>
                    <a:cubicBezTo>
                      <a:pt x="39" y="270"/>
                      <a:pt x="41" y="269"/>
                      <a:pt x="42" y="268"/>
                    </a:cubicBezTo>
                    <a:cubicBezTo>
                      <a:pt x="44" y="267"/>
                      <a:pt x="46" y="266"/>
                      <a:pt x="48" y="265"/>
                    </a:cubicBezTo>
                    <a:cubicBezTo>
                      <a:pt x="51" y="263"/>
                      <a:pt x="53" y="262"/>
                      <a:pt x="56" y="259"/>
                    </a:cubicBezTo>
                    <a:cubicBezTo>
                      <a:pt x="60" y="255"/>
                      <a:pt x="66" y="250"/>
                      <a:pt x="70" y="246"/>
                    </a:cubicBezTo>
                    <a:lnTo>
                      <a:pt x="70" y="245"/>
                    </a:lnTo>
                    <a:lnTo>
                      <a:pt x="71" y="245"/>
                    </a:lnTo>
                    <a:cubicBezTo>
                      <a:pt x="70" y="245"/>
                      <a:pt x="70" y="245"/>
                      <a:pt x="70" y="245"/>
                    </a:cubicBezTo>
                    <a:cubicBezTo>
                      <a:pt x="74" y="241"/>
                      <a:pt x="78" y="236"/>
                      <a:pt x="82" y="232"/>
                    </a:cubicBezTo>
                    <a:cubicBezTo>
                      <a:pt x="85" y="227"/>
                      <a:pt x="88" y="222"/>
                      <a:pt x="91" y="217"/>
                    </a:cubicBezTo>
                    <a:cubicBezTo>
                      <a:pt x="91" y="216"/>
                      <a:pt x="91" y="216"/>
                      <a:pt x="91" y="216"/>
                    </a:cubicBezTo>
                    <a:cubicBezTo>
                      <a:pt x="91" y="215"/>
                      <a:pt x="90" y="214"/>
                      <a:pt x="90" y="214"/>
                    </a:cubicBezTo>
                    <a:cubicBezTo>
                      <a:pt x="88" y="212"/>
                      <a:pt x="87" y="210"/>
                      <a:pt x="86" y="209"/>
                    </a:cubicBezTo>
                    <a:cubicBezTo>
                      <a:pt x="84" y="206"/>
                      <a:pt x="82" y="204"/>
                      <a:pt x="80" y="202"/>
                    </a:cubicBezTo>
                    <a:cubicBezTo>
                      <a:pt x="79" y="201"/>
                      <a:pt x="78" y="200"/>
                      <a:pt x="77" y="200"/>
                    </a:cubicBezTo>
                    <a:cubicBezTo>
                      <a:pt x="76" y="199"/>
                      <a:pt x="75" y="199"/>
                      <a:pt x="74" y="198"/>
                    </a:cubicBezTo>
                    <a:cubicBezTo>
                      <a:pt x="72" y="197"/>
                      <a:pt x="69" y="196"/>
                      <a:pt x="67" y="195"/>
                    </a:cubicBezTo>
                    <a:cubicBezTo>
                      <a:pt x="65" y="194"/>
                      <a:pt x="63" y="193"/>
                      <a:pt x="61" y="193"/>
                    </a:cubicBezTo>
                    <a:cubicBezTo>
                      <a:pt x="60" y="193"/>
                      <a:pt x="59" y="192"/>
                      <a:pt x="57" y="192"/>
                    </a:cubicBezTo>
                    <a:cubicBezTo>
                      <a:pt x="57" y="192"/>
                      <a:pt x="56" y="192"/>
                      <a:pt x="55" y="192"/>
                    </a:cubicBezTo>
                    <a:cubicBezTo>
                      <a:pt x="54" y="192"/>
                      <a:pt x="52" y="192"/>
                      <a:pt x="51" y="193"/>
                    </a:cubicBezTo>
                    <a:lnTo>
                      <a:pt x="50" y="193"/>
                    </a:lnTo>
                    <a:lnTo>
                      <a:pt x="49" y="193"/>
                    </a:lnTo>
                    <a:lnTo>
                      <a:pt x="50" y="193"/>
                    </a:lnTo>
                    <a:lnTo>
                      <a:pt x="49" y="193"/>
                    </a:lnTo>
                    <a:lnTo>
                      <a:pt x="50" y="193"/>
                    </a:lnTo>
                    <a:lnTo>
                      <a:pt x="51" y="193"/>
                    </a:lnTo>
                    <a:cubicBezTo>
                      <a:pt x="50" y="193"/>
                      <a:pt x="49" y="193"/>
                      <a:pt x="49" y="193"/>
                    </a:cubicBezTo>
                    <a:lnTo>
                      <a:pt x="48" y="194"/>
                    </a:lnTo>
                    <a:cubicBezTo>
                      <a:pt x="46" y="195"/>
                      <a:pt x="45" y="196"/>
                      <a:pt x="43" y="197"/>
                    </a:cubicBezTo>
                    <a:cubicBezTo>
                      <a:pt x="41" y="199"/>
                      <a:pt x="39" y="202"/>
                      <a:pt x="37" y="203"/>
                    </a:cubicBezTo>
                    <a:cubicBezTo>
                      <a:pt x="35" y="205"/>
                      <a:pt x="34" y="207"/>
                      <a:pt x="33" y="208"/>
                    </a:cubicBezTo>
                    <a:cubicBezTo>
                      <a:pt x="32" y="209"/>
                      <a:pt x="31" y="211"/>
                      <a:pt x="31" y="212"/>
                    </a:cubicBezTo>
                    <a:cubicBezTo>
                      <a:pt x="30" y="215"/>
                      <a:pt x="28" y="218"/>
                      <a:pt x="27" y="221"/>
                    </a:cubicBezTo>
                    <a:cubicBezTo>
                      <a:pt x="25" y="225"/>
                      <a:pt x="24" y="231"/>
                      <a:pt x="23" y="236"/>
                    </a:cubicBezTo>
                    <a:cubicBezTo>
                      <a:pt x="21" y="240"/>
                      <a:pt x="21" y="244"/>
                      <a:pt x="20" y="248"/>
                    </a:cubicBezTo>
                    <a:cubicBezTo>
                      <a:pt x="20" y="250"/>
                      <a:pt x="20" y="252"/>
                      <a:pt x="20" y="253"/>
                    </a:cubicBezTo>
                    <a:cubicBezTo>
                      <a:pt x="20" y="255"/>
                      <a:pt x="21" y="256"/>
                      <a:pt x="21" y="257"/>
                    </a:cubicBezTo>
                    <a:cubicBezTo>
                      <a:pt x="21" y="260"/>
                      <a:pt x="22" y="262"/>
                      <a:pt x="23" y="264"/>
                    </a:cubicBezTo>
                    <a:lnTo>
                      <a:pt x="23" y="263"/>
                    </a:lnTo>
                    <a:cubicBezTo>
                      <a:pt x="23" y="264"/>
                      <a:pt x="23" y="264"/>
                      <a:pt x="23" y="265"/>
                    </a:cubicBezTo>
                    <a:cubicBezTo>
                      <a:pt x="24" y="266"/>
                      <a:pt x="24" y="267"/>
                      <a:pt x="24" y="268"/>
                    </a:cubicBezTo>
                    <a:cubicBezTo>
                      <a:pt x="24" y="268"/>
                      <a:pt x="25" y="268"/>
                      <a:pt x="25" y="269"/>
                    </a:cubicBezTo>
                    <a:cubicBezTo>
                      <a:pt x="25" y="269"/>
                      <a:pt x="26" y="270"/>
                      <a:pt x="27" y="270"/>
                    </a:cubicBezTo>
                    <a:lnTo>
                      <a:pt x="28" y="271"/>
                    </a:lnTo>
                    <a:cubicBezTo>
                      <a:pt x="29" y="271"/>
                      <a:pt x="30" y="271"/>
                      <a:pt x="30" y="271"/>
                    </a:cubicBezTo>
                    <a:cubicBezTo>
                      <a:pt x="31" y="271"/>
                      <a:pt x="31" y="271"/>
                      <a:pt x="32" y="271"/>
                    </a:cubicBezTo>
                    <a:moveTo>
                      <a:pt x="102" y="467"/>
                    </a:moveTo>
                    <a:cubicBezTo>
                      <a:pt x="98" y="464"/>
                      <a:pt x="97" y="458"/>
                      <a:pt x="99" y="454"/>
                    </a:cubicBezTo>
                    <a:cubicBezTo>
                      <a:pt x="115" y="432"/>
                      <a:pt x="130" y="410"/>
                      <a:pt x="145" y="388"/>
                    </a:cubicBezTo>
                    <a:cubicBezTo>
                      <a:pt x="150" y="380"/>
                      <a:pt x="155" y="373"/>
                      <a:pt x="161" y="365"/>
                    </a:cubicBezTo>
                    <a:cubicBezTo>
                      <a:pt x="175" y="344"/>
                      <a:pt x="189" y="323"/>
                      <a:pt x="201" y="301"/>
                    </a:cubicBezTo>
                    <a:cubicBezTo>
                      <a:pt x="206" y="291"/>
                      <a:pt x="211" y="280"/>
                      <a:pt x="215" y="270"/>
                    </a:cubicBezTo>
                    <a:cubicBezTo>
                      <a:pt x="218" y="262"/>
                      <a:pt x="220" y="255"/>
                      <a:pt x="222" y="247"/>
                    </a:cubicBezTo>
                    <a:cubicBezTo>
                      <a:pt x="222" y="248"/>
                      <a:pt x="222" y="248"/>
                      <a:pt x="222" y="249"/>
                    </a:cubicBezTo>
                    <a:cubicBezTo>
                      <a:pt x="224" y="238"/>
                      <a:pt x="225" y="227"/>
                      <a:pt x="226" y="217"/>
                    </a:cubicBezTo>
                    <a:cubicBezTo>
                      <a:pt x="227" y="206"/>
                      <a:pt x="228" y="195"/>
                      <a:pt x="227" y="184"/>
                    </a:cubicBezTo>
                    <a:lnTo>
                      <a:pt x="227" y="183"/>
                    </a:lnTo>
                    <a:cubicBezTo>
                      <a:pt x="226" y="172"/>
                      <a:pt x="225" y="162"/>
                      <a:pt x="224" y="151"/>
                    </a:cubicBezTo>
                    <a:cubicBezTo>
                      <a:pt x="222" y="143"/>
                      <a:pt x="219" y="135"/>
                      <a:pt x="217" y="126"/>
                    </a:cubicBezTo>
                    <a:cubicBezTo>
                      <a:pt x="214" y="117"/>
                      <a:pt x="211" y="109"/>
                      <a:pt x="207" y="101"/>
                    </a:cubicBezTo>
                    <a:lnTo>
                      <a:pt x="207" y="100"/>
                    </a:lnTo>
                    <a:cubicBezTo>
                      <a:pt x="202" y="90"/>
                      <a:pt x="196" y="80"/>
                      <a:pt x="190" y="70"/>
                    </a:cubicBezTo>
                    <a:cubicBezTo>
                      <a:pt x="190" y="71"/>
                      <a:pt x="190" y="72"/>
                      <a:pt x="190" y="73"/>
                    </a:cubicBezTo>
                    <a:cubicBezTo>
                      <a:pt x="192" y="80"/>
                      <a:pt x="193" y="86"/>
                      <a:pt x="193" y="92"/>
                    </a:cubicBezTo>
                    <a:cubicBezTo>
                      <a:pt x="195" y="102"/>
                      <a:pt x="196" y="114"/>
                      <a:pt x="197" y="124"/>
                    </a:cubicBezTo>
                    <a:cubicBezTo>
                      <a:pt x="197" y="140"/>
                      <a:pt x="196" y="155"/>
                      <a:pt x="194" y="171"/>
                    </a:cubicBezTo>
                    <a:cubicBezTo>
                      <a:pt x="193" y="178"/>
                      <a:pt x="192" y="186"/>
                      <a:pt x="190" y="194"/>
                    </a:cubicBezTo>
                    <a:cubicBezTo>
                      <a:pt x="188" y="203"/>
                      <a:pt x="186" y="212"/>
                      <a:pt x="183" y="221"/>
                    </a:cubicBezTo>
                    <a:cubicBezTo>
                      <a:pt x="180" y="232"/>
                      <a:pt x="177" y="243"/>
                      <a:pt x="172" y="253"/>
                    </a:cubicBezTo>
                    <a:cubicBezTo>
                      <a:pt x="169" y="258"/>
                      <a:pt x="166" y="263"/>
                      <a:pt x="162" y="267"/>
                    </a:cubicBezTo>
                    <a:cubicBezTo>
                      <a:pt x="159" y="271"/>
                      <a:pt x="155" y="275"/>
                      <a:pt x="151" y="278"/>
                    </a:cubicBezTo>
                    <a:cubicBezTo>
                      <a:pt x="147" y="280"/>
                      <a:pt x="142" y="282"/>
                      <a:pt x="137" y="283"/>
                    </a:cubicBezTo>
                    <a:cubicBezTo>
                      <a:pt x="133" y="283"/>
                      <a:pt x="128" y="282"/>
                      <a:pt x="124" y="280"/>
                    </a:cubicBezTo>
                    <a:cubicBezTo>
                      <a:pt x="115" y="274"/>
                      <a:pt x="111" y="264"/>
                      <a:pt x="108" y="256"/>
                    </a:cubicBezTo>
                    <a:cubicBezTo>
                      <a:pt x="106" y="249"/>
                      <a:pt x="104" y="243"/>
                      <a:pt x="104" y="236"/>
                    </a:cubicBezTo>
                    <a:cubicBezTo>
                      <a:pt x="102" y="238"/>
                      <a:pt x="101" y="239"/>
                      <a:pt x="100" y="241"/>
                    </a:cubicBezTo>
                    <a:cubicBezTo>
                      <a:pt x="96" y="247"/>
                      <a:pt x="92" y="252"/>
                      <a:pt x="87" y="257"/>
                    </a:cubicBezTo>
                    <a:cubicBezTo>
                      <a:pt x="81" y="263"/>
                      <a:pt x="76" y="269"/>
                      <a:pt x="70" y="274"/>
                    </a:cubicBezTo>
                    <a:cubicBezTo>
                      <a:pt x="65" y="278"/>
                      <a:pt x="60" y="283"/>
                      <a:pt x="53" y="286"/>
                    </a:cubicBezTo>
                    <a:cubicBezTo>
                      <a:pt x="48" y="290"/>
                      <a:pt x="40" y="292"/>
                      <a:pt x="33" y="292"/>
                    </a:cubicBezTo>
                    <a:cubicBezTo>
                      <a:pt x="30" y="292"/>
                      <a:pt x="27" y="292"/>
                      <a:pt x="23" y="291"/>
                    </a:cubicBezTo>
                    <a:cubicBezTo>
                      <a:pt x="20" y="291"/>
                      <a:pt x="18" y="290"/>
                      <a:pt x="16" y="288"/>
                    </a:cubicBezTo>
                    <a:cubicBezTo>
                      <a:pt x="13" y="287"/>
                      <a:pt x="11" y="285"/>
                      <a:pt x="10" y="283"/>
                    </a:cubicBezTo>
                    <a:cubicBezTo>
                      <a:pt x="7" y="281"/>
                      <a:pt x="6" y="278"/>
                      <a:pt x="4" y="275"/>
                    </a:cubicBezTo>
                    <a:cubicBezTo>
                      <a:pt x="2" y="269"/>
                      <a:pt x="0" y="262"/>
                      <a:pt x="0" y="256"/>
                    </a:cubicBezTo>
                    <a:cubicBezTo>
                      <a:pt x="0" y="248"/>
                      <a:pt x="1" y="241"/>
                      <a:pt x="2" y="234"/>
                    </a:cubicBezTo>
                    <a:cubicBezTo>
                      <a:pt x="5" y="220"/>
                      <a:pt x="10" y="205"/>
                      <a:pt x="18" y="193"/>
                    </a:cubicBezTo>
                    <a:cubicBezTo>
                      <a:pt x="23" y="189"/>
                      <a:pt x="27" y="184"/>
                      <a:pt x="32" y="180"/>
                    </a:cubicBezTo>
                    <a:cubicBezTo>
                      <a:pt x="34" y="178"/>
                      <a:pt x="37" y="176"/>
                      <a:pt x="40" y="175"/>
                    </a:cubicBezTo>
                    <a:cubicBezTo>
                      <a:pt x="43" y="173"/>
                      <a:pt x="46" y="172"/>
                      <a:pt x="50" y="172"/>
                    </a:cubicBezTo>
                    <a:cubicBezTo>
                      <a:pt x="58" y="171"/>
                      <a:pt x="66" y="172"/>
                      <a:pt x="74" y="175"/>
                    </a:cubicBezTo>
                    <a:cubicBezTo>
                      <a:pt x="81" y="178"/>
                      <a:pt x="88" y="181"/>
                      <a:pt x="94" y="186"/>
                    </a:cubicBezTo>
                    <a:cubicBezTo>
                      <a:pt x="97" y="188"/>
                      <a:pt x="99" y="191"/>
                      <a:pt x="102" y="195"/>
                    </a:cubicBezTo>
                    <a:cubicBezTo>
                      <a:pt x="104" y="192"/>
                      <a:pt x="107" y="190"/>
                      <a:pt x="111" y="190"/>
                    </a:cubicBezTo>
                    <a:cubicBezTo>
                      <a:pt x="115" y="191"/>
                      <a:pt x="118" y="193"/>
                      <a:pt x="120" y="197"/>
                    </a:cubicBezTo>
                    <a:cubicBezTo>
                      <a:pt x="121" y="200"/>
                      <a:pt x="122" y="203"/>
                      <a:pt x="122" y="206"/>
                    </a:cubicBezTo>
                    <a:cubicBezTo>
                      <a:pt x="122" y="209"/>
                      <a:pt x="122" y="211"/>
                      <a:pt x="122" y="213"/>
                    </a:cubicBezTo>
                    <a:cubicBezTo>
                      <a:pt x="122" y="217"/>
                      <a:pt x="122" y="220"/>
                      <a:pt x="123" y="223"/>
                    </a:cubicBezTo>
                    <a:cubicBezTo>
                      <a:pt x="123" y="228"/>
                      <a:pt x="123" y="232"/>
                      <a:pt x="124" y="237"/>
                    </a:cubicBezTo>
                    <a:cubicBezTo>
                      <a:pt x="125" y="241"/>
                      <a:pt x="126" y="245"/>
                      <a:pt x="127" y="250"/>
                    </a:cubicBezTo>
                    <a:cubicBezTo>
                      <a:pt x="127" y="251"/>
                      <a:pt x="128" y="253"/>
                      <a:pt x="129" y="255"/>
                    </a:cubicBezTo>
                    <a:cubicBezTo>
                      <a:pt x="130" y="256"/>
                      <a:pt x="130" y="257"/>
                      <a:pt x="131" y="257"/>
                    </a:cubicBezTo>
                    <a:cubicBezTo>
                      <a:pt x="131" y="258"/>
                      <a:pt x="131" y="259"/>
                      <a:pt x="132" y="259"/>
                    </a:cubicBezTo>
                    <a:cubicBezTo>
                      <a:pt x="133" y="260"/>
                      <a:pt x="133" y="260"/>
                      <a:pt x="133" y="261"/>
                    </a:cubicBezTo>
                    <a:cubicBezTo>
                      <a:pt x="133" y="260"/>
                      <a:pt x="133" y="260"/>
                      <a:pt x="133" y="260"/>
                    </a:cubicBezTo>
                    <a:cubicBezTo>
                      <a:pt x="133" y="260"/>
                      <a:pt x="133" y="261"/>
                      <a:pt x="134" y="261"/>
                    </a:cubicBezTo>
                    <a:lnTo>
                      <a:pt x="134" y="262"/>
                    </a:lnTo>
                    <a:lnTo>
                      <a:pt x="135" y="262"/>
                    </a:lnTo>
                    <a:lnTo>
                      <a:pt x="136" y="262"/>
                    </a:lnTo>
                    <a:lnTo>
                      <a:pt x="137" y="262"/>
                    </a:lnTo>
                    <a:cubicBezTo>
                      <a:pt x="137" y="261"/>
                      <a:pt x="138" y="261"/>
                      <a:pt x="138" y="261"/>
                    </a:cubicBezTo>
                    <a:lnTo>
                      <a:pt x="139" y="260"/>
                    </a:lnTo>
                    <a:cubicBezTo>
                      <a:pt x="140" y="260"/>
                      <a:pt x="140" y="260"/>
                      <a:pt x="140" y="259"/>
                    </a:cubicBezTo>
                    <a:cubicBezTo>
                      <a:pt x="142" y="258"/>
                      <a:pt x="144" y="256"/>
                      <a:pt x="145" y="255"/>
                    </a:cubicBezTo>
                    <a:cubicBezTo>
                      <a:pt x="147" y="253"/>
                      <a:pt x="149" y="250"/>
                      <a:pt x="150" y="248"/>
                    </a:cubicBezTo>
                    <a:cubicBezTo>
                      <a:pt x="152" y="246"/>
                      <a:pt x="154" y="243"/>
                      <a:pt x="155" y="241"/>
                    </a:cubicBezTo>
                    <a:cubicBezTo>
                      <a:pt x="157" y="238"/>
                      <a:pt x="158" y="234"/>
                      <a:pt x="159" y="231"/>
                    </a:cubicBezTo>
                    <a:cubicBezTo>
                      <a:pt x="162" y="224"/>
                      <a:pt x="165" y="216"/>
                      <a:pt x="166" y="208"/>
                    </a:cubicBezTo>
                    <a:cubicBezTo>
                      <a:pt x="168" y="204"/>
                      <a:pt x="169" y="200"/>
                      <a:pt x="170" y="196"/>
                    </a:cubicBezTo>
                    <a:cubicBezTo>
                      <a:pt x="173" y="181"/>
                      <a:pt x="176" y="166"/>
                      <a:pt x="177" y="151"/>
                    </a:cubicBezTo>
                    <a:cubicBezTo>
                      <a:pt x="178" y="141"/>
                      <a:pt x="178" y="130"/>
                      <a:pt x="178" y="120"/>
                    </a:cubicBezTo>
                    <a:cubicBezTo>
                      <a:pt x="178" y="111"/>
                      <a:pt x="176" y="102"/>
                      <a:pt x="175" y="93"/>
                    </a:cubicBezTo>
                    <a:cubicBezTo>
                      <a:pt x="174" y="87"/>
                      <a:pt x="173" y="81"/>
                      <a:pt x="172" y="75"/>
                    </a:cubicBezTo>
                    <a:cubicBezTo>
                      <a:pt x="172" y="76"/>
                      <a:pt x="172" y="76"/>
                      <a:pt x="172" y="77"/>
                    </a:cubicBezTo>
                    <a:cubicBezTo>
                      <a:pt x="169" y="61"/>
                      <a:pt x="166" y="45"/>
                      <a:pt x="161" y="29"/>
                    </a:cubicBezTo>
                    <a:cubicBezTo>
                      <a:pt x="159" y="26"/>
                      <a:pt x="158" y="22"/>
                      <a:pt x="157" y="19"/>
                    </a:cubicBezTo>
                    <a:cubicBezTo>
                      <a:pt x="157" y="19"/>
                      <a:pt x="157" y="18"/>
                      <a:pt x="157" y="17"/>
                    </a:cubicBezTo>
                    <a:cubicBezTo>
                      <a:pt x="154" y="12"/>
                      <a:pt x="155" y="6"/>
                      <a:pt x="161" y="3"/>
                    </a:cubicBezTo>
                    <a:cubicBezTo>
                      <a:pt x="166" y="0"/>
                      <a:pt x="172" y="2"/>
                      <a:pt x="175" y="7"/>
                    </a:cubicBezTo>
                    <a:cubicBezTo>
                      <a:pt x="177" y="10"/>
                      <a:pt x="179" y="13"/>
                      <a:pt x="180" y="16"/>
                    </a:cubicBezTo>
                    <a:cubicBezTo>
                      <a:pt x="183" y="19"/>
                      <a:pt x="185" y="23"/>
                      <a:pt x="187" y="27"/>
                    </a:cubicBezTo>
                    <a:cubicBezTo>
                      <a:pt x="193" y="35"/>
                      <a:pt x="198" y="44"/>
                      <a:pt x="203" y="52"/>
                    </a:cubicBezTo>
                    <a:cubicBezTo>
                      <a:pt x="206" y="58"/>
                      <a:pt x="210" y="63"/>
                      <a:pt x="212" y="68"/>
                    </a:cubicBezTo>
                    <a:cubicBezTo>
                      <a:pt x="220" y="81"/>
                      <a:pt x="227" y="95"/>
                      <a:pt x="232" y="110"/>
                    </a:cubicBezTo>
                    <a:cubicBezTo>
                      <a:pt x="238" y="125"/>
                      <a:pt x="241" y="140"/>
                      <a:pt x="244" y="156"/>
                    </a:cubicBezTo>
                    <a:cubicBezTo>
                      <a:pt x="246" y="171"/>
                      <a:pt x="247" y="187"/>
                      <a:pt x="246" y="203"/>
                    </a:cubicBezTo>
                    <a:cubicBezTo>
                      <a:pt x="246" y="218"/>
                      <a:pt x="244" y="234"/>
                      <a:pt x="241" y="249"/>
                    </a:cubicBezTo>
                    <a:cubicBezTo>
                      <a:pt x="238" y="264"/>
                      <a:pt x="232" y="279"/>
                      <a:pt x="226" y="293"/>
                    </a:cubicBezTo>
                    <a:cubicBezTo>
                      <a:pt x="215" y="317"/>
                      <a:pt x="201" y="339"/>
                      <a:pt x="186" y="361"/>
                    </a:cubicBezTo>
                    <a:cubicBezTo>
                      <a:pt x="179" y="372"/>
                      <a:pt x="171" y="383"/>
                      <a:pt x="164" y="393"/>
                    </a:cubicBezTo>
                    <a:cubicBezTo>
                      <a:pt x="147" y="417"/>
                      <a:pt x="131" y="440"/>
                      <a:pt x="115" y="464"/>
                    </a:cubicBezTo>
                    <a:cubicBezTo>
                      <a:pt x="113" y="466"/>
                      <a:pt x="110" y="468"/>
                      <a:pt x="106" y="468"/>
                    </a:cubicBezTo>
                    <a:cubicBezTo>
                      <a:pt x="105" y="468"/>
                      <a:pt x="104" y="467"/>
                      <a:pt x="102" y="46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1" name="Google Shape;3561;p40">
                <a:extLst>
                  <a:ext uri="{FF2B5EF4-FFF2-40B4-BE49-F238E27FC236}">
                    <a16:creationId xmlns:a16="http://schemas.microsoft.com/office/drawing/2014/main" id="{0630D49D-1DB6-B61D-9FD6-AE6D5A7BC18F}"/>
                  </a:ext>
                </a:extLst>
              </p:cNvPr>
              <p:cNvSpPr/>
              <p:nvPr/>
            </p:nvSpPr>
            <p:spPr>
              <a:xfrm>
                <a:off x="471240" y="4776480"/>
                <a:ext cx="62640" cy="80280"/>
              </a:xfrm>
              <a:custGeom>
                <a:avLst/>
                <a:gdLst/>
                <a:ahLst/>
                <a:cxnLst/>
                <a:rect l="l" t="t" r="r" b="b"/>
                <a:pathLst>
                  <a:path w="174" h="223" extrusionOk="0">
                    <a:moveTo>
                      <a:pt x="91" y="222"/>
                    </a:moveTo>
                    <a:cubicBezTo>
                      <a:pt x="85" y="222"/>
                      <a:pt x="79" y="220"/>
                      <a:pt x="74" y="217"/>
                    </a:cubicBezTo>
                    <a:cubicBezTo>
                      <a:pt x="69" y="214"/>
                      <a:pt x="65" y="210"/>
                      <a:pt x="61" y="205"/>
                    </a:cubicBezTo>
                    <a:cubicBezTo>
                      <a:pt x="53" y="196"/>
                      <a:pt x="48" y="184"/>
                      <a:pt x="44" y="172"/>
                    </a:cubicBezTo>
                    <a:cubicBezTo>
                      <a:pt x="40" y="159"/>
                      <a:pt x="39" y="145"/>
                      <a:pt x="39" y="132"/>
                    </a:cubicBezTo>
                    <a:cubicBezTo>
                      <a:pt x="39" y="118"/>
                      <a:pt x="40" y="105"/>
                      <a:pt x="43" y="91"/>
                    </a:cubicBezTo>
                    <a:cubicBezTo>
                      <a:pt x="44" y="86"/>
                      <a:pt x="46" y="79"/>
                      <a:pt x="49" y="74"/>
                    </a:cubicBezTo>
                    <a:cubicBezTo>
                      <a:pt x="51" y="70"/>
                      <a:pt x="56" y="66"/>
                      <a:pt x="62" y="66"/>
                    </a:cubicBezTo>
                    <a:cubicBezTo>
                      <a:pt x="65" y="66"/>
                      <a:pt x="69" y="69"/>
                      <a:pt x="72" y="72"/>
                    </a:cubicBezTo>
                    <a:cubicBezTo>
                      <a:pt x="74" y="74"/>
                      <a:pt x="75" y="77"/>
                      <a:pt x="75" y="81"/>
                    </a:cubicBezTo>
                    <a:cubicBezTo>
                      <a:pt x="74" y="86"/>
                      <a:pt x="70" y="90"/>
                      <a:pt x="65" y="90"/>
                    </a:cubicBezTo>
                    <a:cubicBezTo>
                      <a:pt x="64" y="94"/>
                      <a:pt x="64" y="97"/>
                      <a:pt x="62" y="101"/>
                    </a:cubicBezTo>
                    <a:cubicBezTo>
                      <a:pt x="61" y="106"/>
                      <a:pt x="61" y="112"/>
                      <a:pt x="60" y="118"/>
                    </a:cubicBezTo>
                    <a:cubicBezTo>
                      <a:pt x="60" y="125"/>
                      <a:pt x="60" y="132"/>
                      <a:pt x="60" y="139"/>
                    </a:cubicBezTo>
                    <a:cubicBezTo>
                      <a:pt x="60" y="145"/>
                      <a:pt x="61" y="151"/>
                      <a:pt x="62" y="157"/>
                    </a:cubicBezTo>
                    <a:cubicBezTo>
                      <a:pt x="62" y="162"/>
                      <a:pt x="64" y="167"/>
                      <a:pt x="65" y="172"/>
                    </a:cubicBezTo>
                    <a:cubicBezTo>
                      <a:pt x="66" y="175"/>
                      <a:pt x="67" y="178"/>
                      <a:pt x="69" y="181"/>
                    </a:cubicBezTo>
                    <a:cubicBezTo>
                      <a:pt x="69" y="183"/>
                      <a:pt x="71" y="185"/>
                      <a:pt x="72" y="188"/>
                    </a:cubicBezTo>
                    <a:cubicBezTo>
                      <a:pt x="73" y="189"/>
                      <a:pt x="74" y="190"/>
                      <a:pt x="75" y="192"/>
                    </a:cubicBezTo>
                    <a:cubicBezTo>
                      <a:pt x="76" y="193"/>
                      <a:pt x="78" y="195"/>
                      <a:pt x="79" y="196"/>
                    </a:cubicBezTo>
                    <a:cubicBezTo>
                      <a:pt x="81" y="197"/>
                      <a:pt x="82" y="198"/>
                      <a:pt x="83" y="199"/>
                    </a:cubicBezTo>
                    <a:lnTo>
                      <a:pt x="84" y="200"/>
                    </a:lnTo>
                    <a:cubicBezTo>
                      <a:pt x="85" y="200"/>
                      <a:pt x="87" y="201"/>
                      <a:pt x="88" y="201"/>
                    </a:cubicBezTo>
                    <a:cubicBezTo>
                      <a:pt x="89" y="201"/>
                      <a:pt x="89" y="201"/>
                      <a:pt x="90" y="202"/>
                    </a:cubicBezTo>
                    <a:lnTo>
                      <a:pt x="92" y="202"/>
                    </a:lnTo>
                    <a:lnTo>
                      <a:pt x="93" y="202"/>
                    </a:lnTo>
                    <a:cubicBezTo>
                      <a:pt x="95" y="202"/>
                      <a:pt x="96" y="202"/>
                      <a:pt x="97" y="202"/>
                    </a:cubicBezTo>
                    <a:cubicBezTo>
                      <a:pt x="97" y="201"/>
                      <a:pt x="98" y="201"/>
                      <a:pt x="99" y="201"/>
                    </a:cubicBezTo>
                    <a:cubicBezTo>
                      <a:pt x="100" y="201"/>
                      <a:pt x="101" y="200"/>
                      <a:pt x="102" y="200"/>
                    </a:cubicBezTo>
                    <a:cubicBezTo>
                      <a:pt x="103" y="200"/>
                      <a:pt x="104" y="199"/>
                      <a:pt x="104" y="199"/>
                    </a:cubicBezTo>
                    <a:cubicBezTo>
                      <a:pt x="106" y="197"/>
                      <a:pt x="107" y="197"/>
                      <a:pt x="108" y="196"/>
                    </a:cubicBezTo>
                    <a:cubicBezTo>
                      <a:pt x="110" y="194"/>
                      <a:pt x="112" y="192"/>
                      <a:pt x="114" y="190"/>
                    </a:cubicBezTo>
                    <a:cubicBezTo>
                      <a:pt x="116" y="188"/>
                      <a:pt x="118" y="186"/>
                      <a:pt x="120" y="183"/>
                    </a:cubicBezTo>
                    <a:lnTo>
                      <a:pt x="120" y="184"/>
                    </a:lnTo>
                    <a:cubicBezTo>
                      <a:pt x="124" y="178"/>
                      <a:pt x="127" y="172"/>
                      <a:pt x="130" y="167"/>
                    </a:cubicBezTo>
                    <a:cubicBezTo>
                      <a:pt x="131" y="166"/>
                      <a:pt x="131" y="166"/>
                      <a:pt x="131" y="165"/>
                    </a:cubicBezTo>
                    <a:cubicBezTo>
                      <a:pt x="131" y="166"/>
                      <a:pt x="131" y="166"/>
                      <a:pt x="131" y="166"/>
                    </a:cubicBezTo>
                    <a:cubicBezTo>
                      <a:pt x="135" y="158"/>
                      <a:pt x="138" y="150"/>
                      <a:pt x="142" y="141"/>
                    </a:cubicBezTo>
                    <a:cubicBezTo>
                      <a:pt x="145" y="133"/>
                      <a:pt x="148" y="124"/>
                      <a:pt x="149" y="115"/>
                    </a:cubicBezTo>
                    <a:cubicBezTo>
                      <a:pt x="151" y="109"/>
                      <a:pt x="152" y="102"/>
                      <a:pt x="153" y="96"/>
                    </a:cubicBezTo>
                    <a:cubicBezTo>
                      <a:pt x="153" y="93"/>
                      <a:pt x="153" y="90"/>
                      <a:pt x="153" y="87"/>
                    </a:cubicBezTo>
                    <a:cubicBezTo>
                      <a:pt x="153" y="83"/>
                      <a:pt x="152" y="79"/>
                      <a:pt x="152" y="76"/>
                    </a:cubicBezTo>
                    <a:cubicBezTo>
                      <a:pt x="151" y="73"/>
                      <a:pt x="150" y="70"/>
                      <a:pt x="149" y="67"/>
                    </a:cubicBezTo>
                    <a:cubicBezTo>
                      <a:pt x="149" y="64"/>
                      <a:pt x="148" y="62"/>
                      <a:pt x="146" y="59"/>
                    </a:cubicBezTo>
                    <a:cubicBezTo>
                      <a:pt x="145" y="55"/>
                      <a:pt x="143" y="52"/>
                      <a:pt x="141" y="49"/>
                    </a:cubicBezTo>
                    <a:cubicBezTo>
                      <a:pt x="139" y="46"/>
                      <a:pt x="137" y="44"/>
                      <a:pt x="135" y="41"/>
                    </a:cubicBezTo>
                    <a:cubicBezTo>
                      <a:pt x="134" y="39"/>
                      <a:pt x="131" y="37"/>
                      <a:pt x="129" y="34"/>
                    </a:cubicBezTo>
                    <a:cubicBezTo>
                      <a:pt x="127" y="33"/>
                      <a:pt x="124" y="30"/>
                      <a:pt x="122" y="28"/>
                    </a:cubicBezTo>
                    <a:cubicBezTo>
                      <a:pt x="120" y="27"/>
                      <a:pt x="118" y="27"/>
                      <a:pt x="117" y="26"/>
                    </a:cubicBezTo>
                    <a:cubicBezTo>
                      <a:pt x="114" y="24"/>
                      <a:pt x="112" y="23"/>
                      <a:pt x="110" y="23"/>
                    </a:cubicBezTo>
                    <a:cubicBezTo>
                      <a:pt x="108" y="22"/>
                      <a:pt x="106" y="21"/>
                      <a:pt x="104" y="21"/>
                    </a:cubicBezTo>
                    <a:cubicBezTo>
                      <a:pt x="103" y="20"/>
                      <a:pt x="102" y="20"/>
                      <a:pt x="100" y="20"/>
                    </a:cubicBezTo>
                    <a:cubicBezTo>
                      <a:pt x="99" y="20"/>
                      <a:pt x="97" y="20"/>
                      <a:pt x="96" y="20"/>
                    </a:cubicBezTo>
                    <a:cubicBezTo>
                      <a:pt x="95" y="20"/>
                      <a:pt x="92" y="20"/>
                      <a:pt x="90" y="21"/>
                    </a:cubicBezTo>
                    <a:cubicBezTo>
                      <a:pt x="87" y="21"/>
                      <a:pt x="84" y="23"/>
                      <a:pt x="81" y="23"/>
                    </a:cubicBezTo>
                    <a:lnTo>
                      <a:pt x="82" y="23"/>
                    </a:lnTo>
                    <a:cubicBezTo>
                      <a:pt x="74" y="26"/>
                      <a:pt x="67" y="28"/>
                      <a:pt x="60" y="31"/>
                    </a:cubicBezTo>
                    <a:cubicBezTo>
                      <a:pt x="52" y="35"/>
                      <a:pt x="44" y="40"/>
                      <a:pt x="36" y="43"/>
                    </a:cubicBezTo>
                    <a:cubicBezTo>
                      <a:pt x="29" y="47"/>
                      <a:pt x="22" y="50"/>
                      <a:pt x="15" y="54"/>
                    </a:cubicBezTo>
                    <a:cubicBezTo>
                      <a:pt x="11" y="56"/>
                      <a:pt x="5" y="55"/>
                      <a:pt x="3" y="50"/>
                    </a:cubicBezTo>
                    <a:cubicBezTo>
                      <a:pt x="0" y="45"/>
                      <a:pt x="1" y="40"/>
                      <a:pt x="6" y="37"/>
                    </a:cubicBezTo>
                    <a:cubicBezTo>
                      <a:pt x="14" y="33"/>
                      <a:pt x="21" y="29"/>
                      <a:pt x="29" y="26"/>
                    </a:cubicBezTo>
                    <a:cubicBezTo>
                      <a:pt x="39" y="21"/>
                      <a:pt x="48" y="15"/>
                      <a:pt x="59" y="11"/>
                    </a:cubicBezTo>
                    <a:cubicBezTo>
                      <a:pt x="66" y="8"/>
                      <a:pt x="73" y="6"/>
                      <a:pt x="79" y="3"/>
                    </a:cubicBezTo>
                    <a:cubicBezTo>
                      <a:pt x="87" y="2"/>
                      <a:pt x="94" y="0"/>
                      <a:pt x="102" y="1"/>
                    </a:cubicBezTo>
                    <a:cubicBezTo>
                      <a:pt x="115" y="2"/>
                      <a:pt x="128" y="9"/>
                      <a:pt x="139" y="17"/>
                    </a:cubicBezTo>
                    <a:cubicBezTo>
                      <a:pt x="149" y="27"/>
                      <a:pt x="158" y="38"/>
                      <a:pt x="164" y="51"/>
                    </a:cubicBezTo>
                    <a:cubicBezTo>
                      <a:pt x="170" y="65"/>
                      <a:pt x="173" y="79"/>
                      <a:pt x="172" y="94"/>
                    </a:cubicBezTo>
                    <a:cubicBezTo>
                      <a:pt x="172" y="101"/>
                      <a:pt x="171" y="109"/>
                      <a:pt x="169" y="116"/>
                    </a:cubicBezTo>
                    <a:cubicBezTo>
                      <a:pt x="168" y="124"/>
                      <a:pt x="166" y="132"/>
                      <a:pt x="163" y="139"/>
                    </a:cubicBezTo>
                    <a:cubicBezTo>
                      <a:pt x="159" y="154"/>
                      <a:pt x="152" y="168"/>
                      <a:pt x="145" y="181"/>
                    </a:cubicBezTo>
                    <a:cubicBezTo>
                      <a:pt x="139" y="192"/>
                      <a:pt x="132" y="201"/>
                      <a:pt x="124" y="210"/>
                    </a:cubicBezTo>
                    <a:cubicBezTo>
                      <a:pt x="119" y="213"/>
                      <a:pt x="114" y="217"/>
                      <a:pt x="108" y="219"/>
                    </a:cubicBezTo>
                    <a:cubicBezTo>
                      <a:pt x="104" y="221"/>
                      <a:pt x="98" y="222"/>
                      <a:pt x="92" y="222"/>
                    </a:cubicBezTo>
                    <a:lnTo>
                      <a:pt x="91" y="22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2" name="Google Shape;3562;p40">
                <a:extLst>
                  <a:ext uri="{FF2B5EF4-FFF2-40B4-BE49-F238E27FC236}">
                    <a16:creationId xmlns:a16="http://schemas.microsoft.com/office/drawing/2014/main" id="{CD141F44-F265-29D8-206F-206FCE031A48}"/>
                  </a:ext>
                </a:extLst>
              </p:cNvPr>
              <p:cNvSpPr/>
              <p:nvPr/>
            </p:nvSpPr>
            <p:spPr>
              <a:xfrm>
                <a:off x="92520" y="4823280"/>
                <a:ext cx="37800" cy="17640"/>
              </a:xfrm>
              <a:custGeom>
                <a:avLst/>
                <a:gdLst/>
                <a:ahLst/>
                <a:cxnLst/>
                <a:rect l="l" t="t" r="r" b="b"/>
                <a:pathLst>
                  <a:path w="105" h="49" extrusionOk="0">
                    <a:moveTo>
                      <a:pt x="6" y="45"/>
                    </a:moveTo>
                    <a:cubicBezTo>
                      <a:pt x="4" y="44"/>
                      <a:pt x="2" y="41"/>
                      <a:pt x="2" y="38"/>
                    </a:cubicBezTo>
                    <a:cubicBezTo>
                      <a:pt x="0" y="35"/>
                      <a:pt x="2" y="33"/>
                      <a:pt x="3" y="30"/>
                    </a:cubicBezTo>
                    <a:cubicBezTo>
                      <a:pt x="6" y="24"/>
                      <a:pt x="13" y="22"/>
                      <a:pt x="18" y="20"/>
                    </a:cubicBezTo>
                    <a:cubicBezTo>
                      <a:pt x="23" y="18"/>
                      <a:pt x="28" y="16"/>
                      <a:pt x="33" y="15"/>
                    </a:cubicBezTo>
                    <a:cubicBezTo>
                      <a:pt x="39" y="13"/>
                      <a:pt x="45" y="11"/>
                      <a:pt x="52" y="10"/>
                    </a:cubicBezTo>
                    <a:cubicBezTo>
                      <a:pt x="65" y="7"/>
                      <a:pt x="78" y="4"/>
                      <a:pt x="91" y="1"/>
                    </a:cubicBezTo>
                    <a:cubicBezTo>
                      <a:pt x="96" y="0"/>
                      <a:pt x="102" y="3"/>
                      <a:pt x="103" y="8"/>
                    </a:cubicBezTo>
                    <a:cubicBezTo>
                      <a:pt x="104" y="13"/>
                      <a:pt x="101" y="19"/>
                      <a:pt x="95" y="20"/>
                    </a:cubicBezTo>
                    <a:cubicBezTo>
                      <a:pt x="85" y="23"/>
                      <a:pt x="74" y="25"/>
                      <a:pt x="64" y="28"/>
                    </a:cubicBezTo>
                    <a:cubicBezTo>
                      <a:pt x="55" y="31"/>
                      <a:pt x="45" y="33"/>
                      <a:pt x="35" y="36"/>
                    </a:cubicBezTo>
                    <a:cubicBezTo>
                      <a:pt x="32" y="37"/>
                      <a:pt x="28" y="38"/>
                      <a:pt x="25" y="40"/>
                    </a:cubicBezTo>
                    <a:lnTo>
                      <a:pt x="24" y="40"/>
                    </a:lnTo>
                    <a:cubicBezTo>
                      <a:pt x="24" y="42"/>
                      <a:pt x="23" y="44"/>
                      <a:pt x="21" y="44"/>
                    </a:cubicBezTo>
                    <a:cubicBezTo>
                      <a:pt x="19" y="45"/>
                      <a:pt x="17" y="46"/>
                      <a:pt x="16" y="47"/>
                    </a:cubicBezTo>
                    <a:cubicBezTo>
                      <a:pt x="15" y="47"/>
                      <a:pt x="14" y="48"/>
                      <a:pt x="13" y="48"/>
                    </a:cubicBezTo>
                    <a:cubicBezTo>
                      <a:pt x="11" y="48"/>
                      <a:pt x="9" y="46"/>
                      <a:pt x="6" y="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3" name="Google Shape;3563;p40">
                <a:extLst>
                  <a:ext uri="{FF2B5EF4-FFF2-40B4-BE49-F238E27FC236}">
                    <a16:creationId xmlns:a16="http://schemas.microsoft.com/office/drawing/2014/main" id="{1571974D-3A56-E788-3284-85D6BFE4F992}"/>
                  </a:ext>
                </a:extLst>
              </p:cNvPr>
              <p:cNvSpPr/>
              <p:nvPr/>
            </p:nvSpPr>
            <p:spPr>
              <a:xfrm>
                <a:off x="172440" y="4765680"/>
                <a:ext cx="10152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167" extrusionOk="0">
                    <a:moveTo>
                      <a:pt x="48" y="110"/>
                    </a:moveTo>
                    <a:lnTo>
                      <a:pt x="49" y="110"/>
                    </a:lnTo>
                    <a:cubicBezTo>
                      <a:pt x="51" y="110"/>
                      <a:pt x="51" y="109"/>
                      <a:pt x="52" y="109"/>
                    </a:cubicBezTo>
                    <a:cubicBezTo>
                      <a:pt x="53" y="109"/>
                      <a:pt x="54" y="109"/>
                      <a:pt x="55" y="108"/>
                    </a:cubicBezTo>
                    <a:cubicBezTo>
                      <a:pt x="56" y="107"/>
                      <a:pt x="57" y="107"/>
                      <a:pt x="58" y="106"/>
                    </a:cubicBezTo>
                    <a:cubicBezTo>
                      <a:pt x="59" y="106"/>
                      <a:pt x="60" y="104"/>
                      <a:pt x="62" y="104"/>
                    </a:cubicBezTo>
                    <a:cubicBezTo>
                      <a:pt x="63" y="103"/>
                      <a:pt x="65" y="101"/>
                      <a:pt x="66" y="100"/>
                    </a:cubicBezTo>
                    <a:cubicBezTo>
                      <a:pt x="67" y="98"/>
                      <a:pt x="69" y="96"/>
                      <a:pt x="70" y="95"/>
                    </a:cubicBezTo>
                    <a:cubicBezTo>
                      <a:pt x="72" y="92"/>
                      <a:pt x="73" y="89"/>
                      <a:pt x="75" y="86"/>
                    </a:cubicBezTo>
                    <a:cubicBezTo>
                      <a:pt x="73" y="86"/>
                      <a:pt x="70" y="85"/>
                      <a:pt x="67" y="84"/>
                    </a:cubicBezTo>
                    <a:cubicBezTo>
                      <a:pt x="62" y="81"/>
                      <a:pt x="60" y="74"/>
                      <a:pt x="62" y="69"/>
                    </a:cubicBezTo>
                    <a:cubicBezTo>
                      <a:pt x="65" y="64"/>
                      <a:pt x="72" y="61"/>
                      <a:pt x="77" y="64"/>
                    </a:cubicBezTo>
                    <a:lnTo>
                      <a:pt x="78" y="64"/>
                    </a:lnTo>
                    <a:cubicBezTo>
                      <a:pt x="78" y="62"/>
                      <a:pt x="79" y="60"/>
                      <a:pt x="79" y="57"/>
                    </a:cubicBezTo>
                    <a:cubicBezTo>
                      <a:pt x="80" y="54"/>
                      <a:pt x="80" y="52"/>
                      <a:pt x="81" y="49"/>
                    </a:cubicBezTo>
                    <a:cubicBezTo>
                      <a:pt x="81" y="47"/>
                      <a:pt x="82" y="44"/>
                      <a:pt x="83" y="42"/>
                    </a:cubicBezTo>
                    <a:cubicBezTo>
                      <a:pt x="83" y="41"/>
                      <a:pt x="84" y="40"/>
                      <a:pt x="85" y="39"/>
                    </a:cubicBezTo>
                    <a:cubicBezTo>
                      <a:pt x="84" y="37"/>
                      <a:pt x="84" y="35"/>
                      <a:pt x="83" y="33"/>
                    </a:cubicBezTo>
                    <a:cubicBezTo>
                      <a:pt x="83" y="33"/>
                      <a:pt x="83" y="32"/>
                      <a:pt x="82" y="32"/>
                    </a:cubicBezTo>
                    <a:cubicBezTo>
                      <a:pt x="82" y="32"/>
                      <a:pt x="81" y="32"/>
                      <a:pt x="81" y="31"/>
                    </a:cubicBezTo>
                    <a:lnTo>
                      <a:pt x="81" y="30"/>
                    </a:lnTo>
                    <a:cubicBezTo>
                      <a:pt x="80" y="30"/>
                      <a:pt x="79" y="29"/>
                      <a:pt x="78" y="28"/>
                    </a:cubicBezTo>
                    <a:cubicBezTo>
                      <a:pt x="77" y="28"/>
                      <a:pt x="75" y="26"/>
                      <a:pt x="74" y="26"/>
                    </a:cubicBezTo>
                    <a:cubicBezTo>
                      <a:pt x="71" y="24"/>
                      <a:pt x="69" y="23"/>
                      <a:pt x="66" y="22"/>
                    </a:cubicBezTo>
                    <a:cubicBezTo>
                      <a:pt x="65" y="22"/>
                      <a:pt x="63" y="21"/>
                      <a:pt x="62" y="21"/>
                    </a:cubicBezTo>
                    <a:cubicBezTo>
                      <a:pt x="60" y="21"/>
                      <a:pt x="59" y="21"/>
                      <a:pt x="59" y="21"/>
                    </a:cubicBezTo>
                    <a:cubicBezTo>
                      <a:pt x="58" y="21"/>
                      <a:pt x="56" y="22"/>
                      <a:pt x="55" y="22"/>
                    </a:cubicBezTo>
                    <a:cubicBezTo>
                      <a:pt x="53" y="23"/>
                      <a:pt x="51" y="23"/>
                      <a:pt x="49" y="24"/>
                    </a:cubicBezTo>
                    <a:cubicBezTo>
                      <a:pt x="48" y="25"/>
                      <a:pt x="48" y="25"/>
                      <a:pt x="47" y="25"/>
                    </a:cubicBezTo>
                    <a:cubicBezTo>
                      <a:pt x="46" y="26"/>
                      <a:pt x="46" y="26"/>
                      <a:pt x="45" y="27"/>
                    </a:cubicBezTo>
                    <a:cubicBezTo>
                      <a:pt x="46" y="26"/>
                      <a:pt x="46" y="26"/>
                      <a:pt x="46" y="26"/>
                    </a:cubicBezTo>
                    <a:cubicBezTo>
                      <a:pt x="45" y="27"/>
                      <a:pt x="45" y="28"/>
                      <a:pt x="44" y="29"/>
                    </a:cubicBezTo>
                    <a:lnTo>
                      <a:pt x="44" y="28"/>
                    </a:lnTo>
                    <a:cubicBezTo>
                      <a:pt x="42" y="30"/>
                      <a:pt x="40" y="33"/>
                      <a:pt x="38" y="36"/>
                    </a:cubicBezTo>
                    <a:cubicBezTo>
                      <a:pt x="36" y="39"/>
                      <a:pt x="34" y="43"/>
                      <a:pt x="31" y="46"/>
                    </a:cubicBezTo>
                    <a:lnTo>
                      <a:pt x="32" y="46"/>
                    </a:lnTo>
                    <a:cubicBezTo>
                      <a:pt x="30" y="50"/>
                      <a:pt x="28" y="53"/>
                      <a:pt x="27" y="57"/>
                    </a:cubicBezTo>
                    <a:cubicBezTo>
                      <a:pt x="25" y="61"/>
                      <a:pt x="24" y="64"/>
                      <a:pt x="23" y="68"/>
                    </a:cubicBezTo>
                    <a:cubicBezTo>
                      <a:pt x="23" y="71"/>
                      <a:pt x="23" y="73"/>
                      <a:pt x="22" y="76"/>
                    </a:cubicBezTo>
                    <a:cubicBezTo>
                      <a:pt x="22" y="78"/>
                      <a:pt x="22" y="79"/>
                      <a:pt x="22" y="82"/>
                    </a:cubicBezTo>
                    <a:cubicBezTo>
                      <a:pt x="22" y="83"/>
                      <a:pt x="22" y="85"/>
                      <a:pt x="23" y="86"/>
                    </a:cubicBezTo>
                    <a:cubicBezTo>
                      <a:pt x="23" y="88"/>
                      <a:pt x="23" y="89"/>
                      <a:pt x="24" y="90"/>
                    </a:cubicBezTo>
                    <a:cubicBezTo>
                      <a:pt x="24" y="92"/>
                      <a:pt x="24" y="93"/>
                      <a:pt x="25" y="94"/>
                    </a:cubicBezTo>
                    <a:cubicBezTo>
                      <a:pt x="25" y="95"/>
                      <a:pt x="26" y="96"/>
                      <a:pt x="27" y="97"/>
                    </a:cubicBezTo>
                    <a:cubicBezTo>
                      <a:pt x="27" y="99"/>
                      <a:pt x="28" y="99"/>
                      <a:pt x="29" y="100"/>
                    </a:cubicBezTo>
                    <a:cubicBezTo>
                      <a:pt x="30" y="101"/>
                      <a:pt x="31" y="102"/>
                      <a:pt x="31" y="103"/>
                    </a:cubicBezTo>
                    <a:cubicBezTo>
                      <a:pt x="32" y="104"/>
                      <a:pt x="34" y="105"/>
                      <a:pt x="35" y="106"/>
                    </a:cubicBezTo>
                    <a:cubicBezTo>
                      <a:pt x="36" y="106"/>
                      <a:pt x="37" y="107"/>
                      <a:pt x="38" y="108"/>
                    </a:cubicBezTo>
                    <a:cubicBezTo>
                      <a:pt x="39" y="108"/>
                      <a:pt x="39" y="109"/>
                      <a:pt x="40" y="109"/>
                    </a:cubicBezTo>
                    <a:cubicBezTo>
                      <a:pt x="41" y="109"/>
                      <a:pt x="42" y="109"/>
                      <a:pt x="43" y="110"/>
                    </a:cubicBezTo>
                    <a:cubicBezTo>
                      <a:pt x="44" y="110"/>
                      <a:pt x="45" y="110"/>
                      <a:pt x="45" y="110"/>
                    </a:cubicBezTo>
                    <a:cubicBezTo>
                      <a:pt x="46" y="110"/>
                      <a:pt x="46" y="110"/>
                      <a:pt x="48" y="110"/>
                    </a:cubicBezTo>
                    <a:moveTo>
                      <a:pt x="136" y="166"/>
                    </a:moveTo>
                    <a:cubicBezTo>
                      <a:pt x="130" y="165"/>
                      <a:pt x="125" y="163"/>
                      <a:pt x="119" y="161"/>
                    </a:cubicBezTo>
                    <a:cubicBezTo>
                      <a:pt x="114" y="159"/>
                      <a:pt x="108" y="156"/>
                      <a:pt x="104" y="153"/>
                    </a:cubicBezTo>
                    <a:cubicBezTo>
                      <a:pt x="99" y="149"/>
                      <a:pt x="95" y="146"/>
                      <a:pt x="93" y="142"/>
                    </a:cubicBezTo>
                    <a:cubicBezTo>
                      <a:pt x="89" y="137"/>
                      <a:pt x="87" y="132"/>
                      <a:pt x="85" y="127"/>
                    </a:cubicBezTo>
                    <a:cubicBezTo>
                      <a:pt x="83" y="123"/>
                      <a:pt x="81" y="119"/>
                      <a:pt x="80" y="114"/>
                    </a:cubicBezTo>
                    <a:cubicBezTo>
                      <a:pt x="74" y="121"/>
                      <a:pt x="66" y="127"/>
                      <a:pt x="57" y="130"/>
                    </a:cubicBezTo>
                    <a:cubicBezTo>
                      <a:pt x="51" y="131"/>
                      <a:pt x="44" y="131"/>
                      <a:pt x="38" y="130"/>
                    </a:cubicBezTo>
                    <a:cubicBezTo>
                      <a:pt x="31" y="128"/>
                      <a:pt x="25" y="124"/>
                      <a:pt x="20" y="120"/>
                    </a:cubicBezTo>
                    <a:cubicBezTo>
                      <a:pt x="9" y="111"/>
                      <a:pt x="3" y="99"/>
                      <a:pt x="2" y="85"/>
                    </a:cubicBezTo>
                    <a:cubicBezTo>
                      <a:pt x="0" y="71"/>
                      <a:pt x="5" y="56"/>
                      <a:pt x="10" y="43"/>
                    </a:cubicBezTo>
                    <a:cubicBezTo>
                      <a:pt x="13" y="37"/>
                      <a:pt x="16" y="30"/>
                      <a:pt x="20" y="25"/>
                    </a:cubicBezTo>
                    <a:cubicBezTo>
                      <a:pt x="22" y="22"/>
                      <a:pt x="24" y="19"/>
                      <a:pt x="26" y="17"/>
                    </a:cubicBezTo>
                    <a:cubicBezTo>
                      <a:pt x="28" y="14"/>
                      <a:pt x="31" y="11"/>
                      <a:pt x="34" y="9"/>
                    </a:cubicBezTo>
                    <a:cubicBezTo>
                      <a:pt x="39" y="5"/>
                      <a:pt x="45" y="3"/>
                      <a:pt x="51" y="1"/>
                    </a:cubicBezTo>
                    <a:cubicBezTo>
                      <a:pt x="57" y="0"/>
                      <a:pt x="64" y="0"/>
                      <a:pt x="70" y="1"/>
                    </a:cubicBezTo>
                    <a:cubicBezTo>
                      <a:pt x="76" y="3"/>
                      <a:pt x="82" y="6"/>
                      <a:pt x="87" y="9"/>
                    </a:cubicBezTo>
                    <a:cubicBezTo>
                      <a:pt x="93" y="12"/>
                      <a:pt x="97" y="16"/>
                      <a:pt x="100" y="21"/>
                    </a:cubicBezTo>
                    <a:cubicBezTo>
                      <a:pt x="103" y="26"/>
                      <a:pt x="105" y="31"/>
                      <a:pt x="106" y="37"/>
                    </a:cubicBezTo>
                    <a:cubicBezTo>
                      <a:pt x="106" y="37"/>
                      <a:pt x="106" y="38"/>
                      <a:pt x="107" y="39"/>
                    </a:cubicBezTo>
                    <a:cubicBezTo>
                      <a:pt x="108" y="41"/>
                      <a:pt x="109" y="44"/>
                      <a:pt x="109" y="47"/>
                    </a:cubicBezTo>
                    <a:cubicBezTo>
                      <a:pt x="109" y="50"/>
                      <a:pt x="108" y="53"/>
                      <a:pt x="108" y="56"/>
                    </a:cubicBezTo>
                    <a:cubicBezTo>
                      <a:pt x="108" y="60"/>
                      <a:pt x="106" y="64"/>
                      <a:pt x="105" y="68"/>
                    </a:cubicBezTo>
                    <a:cubicBezTo>
                      <a:pt x="104" y="74"/>
                      <a:pt x="101" y="81"/>
                      <a:pt x="98" y="86"/>
                    </a:cubicBezTo>
                    <a:cubicBezTo>
                      <a:pt x="98" y="87"/>
                      <a:pt x="98" y="88"/>
                      <a:pt x="97" y="88"/>
                    </a:cubicBezTo>
                    <a:cubicBezTo>
                      <a:pt x="97" y="89"/>
                      <a:pt x="97" y="90"/>
                      <a:pt x="97" y="90"/>
                    </a:cubicBezTo>
                    <a:cubicBezTo>
                      <a:pt x="98" y="95"/>
                      <a:pt x="98" y="100"/>
                      <a:pt x="99" y="104"/>
                    </a:cubicBezTo>
                    <a:cubicBezTo>
                      <a:pt x="99" y="107"/>
                      <a:pt x="101" y="111"/>
                      <a:pt x="101" y="114"/>
                    </a:cubicBezTo>
                    <a:cubicBezTo>
                      <a:pt x="102" y="117"/>
                      <a:pt x="104" y="121"/>
                      <a:pt x="105" y="124"/>
                    </a:cubicBezTo>
                    <a:cubicBezTo>
                      <a:pt x="106" y="125"/>
                      <a:pt x="106" y="127"/>
                      <a:pt x="107" y="128"/>
                    </a:cubicBezTo>
                    <a:cubicBezTo>
                      <a:pt x="108" y="128"/>
                      <a:pt x="108" y="130"/>
                      <a:pt x="109" y="130"/>
                    </a:cubicBezTo>
                    <a:cubicBezTo>
                      <a:pt x="110" y="132"/>
                      <a:pt x="111" y="133"/>
                      <a:pt x="113" y="134"/>
                    </a:cubicBezTo>
                    <a:cubicBezTo>
                      <a:pt x="113" y="135"/>
                      <a:pt x="115" y="136"/>
                      <a:pt x="116" y="137"/>
                    </a:cubicBezTo>
                    <a:cubicBezTo>
                      <a:pt x="118" y="138"/>
                      <a:pt x="120" y="139"/>
                      <a:pt x="122" y="141"/>
                    </a:cubicBezTo>
                    <a:cubicBezTo>
                      <a:pt x="123" y="141"/>
                      <a:pt x="125" y="142"/>
                      <a:pt x="127" y="142"/>
                    </a:cubicBezTo>
                    <a:cubicBezTo>
                      <a:pt x="129" y="144"/>
                      <a:pt x="132" y="144"/>
                      <a:pt x="134" y="145"/>
                    </a:cubicBezTo>
                    <a:cubicBezTo>
                      <a:pt x="136" y="145"/>
                      <a:pt x="138" y="146"/>
                      <a:pt x="140" y="146"/>
                    </a:cubicBezTo>
                    <a:cubicBezTo>
                      <a:pt x="142" y="146"/>
                      <a:pt x="144" y="146"/>
                      <a:pt x="146" y="146"/>
                    </a:cubicBezTo>
                    <a:cubicBezTo>
                      <a:pt x="148" y="146"/>
                      <a:pt x="151" y="145"/>
                      <a:pt x="154" y="145"/>
                    </a:cubicBezTo>
                    <a:cubicBezTo>
                      <a:pt x="158" y="144"/>
                      <a:pt x="163" y="143"/>
                      <a:pt x="168" y="141"/>
                    </a:cubicBezTo>
                    <a:cubicBezTo>
                      <a:pt x="172" y="140"/>
                      <a:pt x="175" y="138"/>
                      <a:pt x="179" y="137"/>
                    </a:cubicBezTo>
                    <a:cubicBezTo>
                      <a:pt x="184" y="135"/>
                      <a:pt x="189" y="132"/>
                      <a:pt x="193" y="130"/>
                    </a:cubicBezTo>
                    <a:cubicBezTo>
                      <a:pt x="201" y="124"/>
                      <a:pt x="210" y="117"/>
                      <a:pt x="217" y="110"/>
                    </a:cubicBezTo>
                    <a:cubicBezTo>
                      <a:pt x="225" y="103"/>
                      <a:pt x="233" y="97"/>
                      <a:pt x="241" y="90"/>
                    </a:cubicBezTo>
                    <a:cubicBezTo>
                      <a:pt x="249" y="84"/>
                      <a:pt x="257" y="76"/>
                      <a:pt x="266" y="69"/>
                    </a:cubicBezTo>
                    <a:cubicBezTo>
                      <a:pt x="269" y="66"/>
                      <a:pt x="275" y="65"/>
                      <a:pt x="278" y="70"/>
                    </a:cubicBezTo>
                    <a:cubicBezTo>
                      <a:pt x="281" y="73"/>
                      <a:pt x="281" y="79"/>
                      <a:pt x="278" y="82"/>
                    </a:cubicBezTo>
                    <a:cubicBezTo>
                      <a:pt x="270" y="89"/>
                      <a:pt x="261" y="97"/>
                      <a:pt x="253" y="104"/>
                    </a:cubicBezTo>
                    <a:cubicBezTo>
                      <a:pt x="245" y="111"/>
                      <a:pt x="236" y="119"/>
                      <a:pt x="228" y="126"/>
                    </a:cubicBezTo>
                    <a:cubicBezTo>
                      <a:pt x="220" y="133"/>
                      <a:pt x="211" y="140"/>
                      <a:pt x="202" y="146"/>
                    </a:cubicBezTo>
                    <a:cubicBezTo>
                      <a:pt x="192" y="153"/>
                      <a:pt x="182" y="158"/>
                      <a:pt x="170" y="162"/>
                    </a:cubicBezTo>
                    <a:cubicBezTo>
                      <a:pt x="161" y="164"/>
                      <a:pt x="153" y="166"/>
                      <a:pt x="143" y="166"/>
                    </a:cubicBezTo>
                    <a:cubicBezTo>
                      <a:pt x="141" y="166"/>
                      <a:pt x="139" y="166"/>
                      <a:pt x="136" y="1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3564" name="Google Shape;3564;p40">
            <a:extLst>
              <a:ext uri="{FF2B5EF4-FFF2-40B4-BE49-F238E27FC236}">
                <a16:creationId xmlns:a16="http://schemas.microsoft.com/office/drawing/2014/main" id="{E8601B0F-1709-5E4D-0511-2ABF9E6D6B9D}"/>
              </a:ext>
            </a:extLst>
          </p:cNvPr>
          <p:cNvGrpSpPr/>
          <p:nvPr/>
        </p:nvGrpSpPr>
        <p:grpSpPr>
          <a:xfrm>
            <a:off x="12" y="4126930"/>
            <a:ext cx="1517957" cy="954145"/>
            <a:chOff x="7180" y="3374638"/>
            <a:chExt cx="705600" cy="443520"/>
          </a:xfrm>
        </p:grpSpPr>
        <p:sp>
          <p:nvSpPr>
            <p:cNvPr id="3565" name="Google Shape;3565;p40">
              <a:extLst>
                <a:ext uri="{FF2B5EF4-FFF2-40B4-BE49-F238E27FC236}">
                  <a16:creationId xmlns:a16="http://schemas.microsoft.com/office/drawing/2014/main" id="{A212D5E3-2801-95A1-E731-FD02A504D718}"/>
                </a:ext>
              </a:extLst>
            </p:cNvPr>
            <p:cNvSpPr/>
            <p:nvPr/>
          </p:nvSpPr>
          <p:spPr>
            <a:xfrm>
              <a:off x="116260" y="3465357"/>
              <a:ext cx="7560" cy="349200"/>
            </a:xfrm>
            <a:custGeom>
              <a:avLst/>
              <a:gdLst/>
              <a:ahLst/>
              <a:cxnLst/>
              <a:rect l="l" t="t" r="r" b="b"/>
              <a:pathLst>
                <a:path w="21" h="970" extrusionOk="0">
                  <a:moveTo>
                    <a:pt x="9" y="969"/>
                  </a:moveTo>
                  <a:cubicBezTo>
                    <a:pt x="4" y="969"/>
                    <a:pt x="0" y="964"/>
                    <a:pt x="0" y="958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4"/>
                    <a:pt x="4" y="0"/>
                    <a:pt x="9" y="0"/>
                  </a:cubicBezTo>
                  <a:cubicBezTo>
                    <a:pt x="15" y="0"/>
                    <a:pt x="20" y="4"/>
                    <a:pt x="20" y="10"/>
                  </a:cubicBezTo>
                  <a:cubicBezTo>
                    <a:pt x="20" y="958"/>
                    <a:pt x="20" y="958"/>
                    <a:pt x="20" y="958"/>
                  </a:cubicBezTo>
                  <a:cubicBezTo>
                    <a:pt x="20" y="964"/>
                    <a:pt x="15" y="969"/>
                    <a:pt x="9" y="96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6" name="Google Shape;3566;p40">
              <a:extLst>
                <a:ext uri="{FF2B5EF4-FFF2-40B4-BE49-F238E27FC236}">
                  <a16:creationId xmlns:a16="http://schemas.microsoft.com/office/drawing/2014/main" id="{82F14A44-111D-2759-3DEB-FA3CCF72F0DF}"/>
                </a:ext>
              </a:extLst>
            </p:cNvPr>
            <p:cNvSpPr/>
            <p:nvPr/>
          </p:nvSpPr>
          <p:spPr>
            <a:xfrm>
              <a:off x="122740" y="3800158"/>
              <a:ext cx="502920" cy="18000"/>
            </a:xfrm>
            <a:custGeom>
              <a:avLst/>
              <a:gdLst/>
              <a:ahLst/>
              <a:cxnLst/>
              <a:rect l="l" t="t" r="r" b="b"/>
              <a:pathLst>
                <a:path w="1397" h="50" extrusionOk="0">
                  <a:moveTo>
                    <a:pt x="490" y="49"/>
                  </a:moveTo>
                  <a:cubicBezTo>
                    <a:pt x="326" y="49"/>
                    <a:pt x="167" y="44"/>
                    <a:pt x="10" y="35"/>
                  </a:cubicBezTo>
                  <a:cubicBezTo>
                    <a:pt x="4" y="35"/>
                    <a:pt x="0" y="30"/>
                    <a:pt x="0" y="25"/>
                  </a:cubicBezTo>
                  <a:cubicBezTo>
                    <a:pt x="1" y="19"/>
                    <a:pt x="5" y="15"/>
                    <a:pt x="11" y="15"/>
                  </a:cubicBezTo>
                  <a:cubicBezTo>
                    <a:pt x="396" y="36"/>
                    <a:pt x="797" y="32"/>
                    <a:pt x="1237" y="0"/>
                  </a:cubicBezTo>
                  <a:cubicBezTo>
                    <a:pt x="1386" y="0"/>
                    <a:pt x="1386" y="0"/>
                    <a:pt x="1386" y="0"/>
                  </a:cubicBezTo>
                  <a:cubicBezTo>
                    <a:pt x="1392" y="0"/>
                    <a:pt x="1396" y="4"/>
                    <a:pt x="1396" y="9"/>
                  </a:cubicBezTo>
                  <a:cubicBezTo>
                    <a:pt x="1396" y="15"/>
                    <a:pt x="1392" y="20"/>
                    <a:pt x="1386" y="20"/>
                  </a:cubicBezTo>
                  <a:cubicBezTo>
                    <a:pt x="1238" y="20"/>
                    <a:pt x="1238" y="20"/>
                    <a:pt x="1238" y="20"/>
                  </a:cubicBezTo>
                  <a:cubicBezTo>
                    <a:pt x="976" y="39"/>
                    <a:pt x="728" y="49"/>
                    <a:pt x="490" y="4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7" name="Google Shape;3567;p40">
              <a:extLst>
                <a:ext uri="{FF2B5EF4-FFF2-40B4-BE49-F238E27FC236}">
                  <a16:creationId xmlns:a16="http://schemas.microsoft.com/office/drawing/2014/main" id="{7EE1620B-AF10-3D12-402B-1CF378E10B1F}"/>
                </a:ext>
              </a:extLst>
            </p:cNvPr>
            <p:cNvSpPr/>
            <p:nvPr/>
          </p:nvSpPr>
          <p:spPr>
            <a:xfrm>
              <a:off x="123100" y="3478678"/>
              <a:ext cx="443160" cy="309600"/>
            </a:xfrm>
            <a:custGeom>
              <a:avLst/>
              <a:gdLst/>
              <a:ahLst/>
              <a:cxnLst/>
              <a:rect l="l" t="t" r="r" b="b"/>
              <a:pathLst>
                <a:path w="1231" h="860" extrusionOk="0">
                  <a:moveTo>
                    <a:pt x="11" y="859"/>
                  </a:moveTo>
                  <a:cubicBezTo>
                    <a:pt x="9" y="859"/>
                    <a:pt x="6" y="858"/>
                    <a:pt x="4" y="856"/>
                  </a:cubicBezTo>
                  <a:cubicBezTo>
                    <a:pt x="0" y="852"/>
                    <a:pt x="0" y="846"/>
                    <a:pt x="4" y="842"/>
                  </a:cubicBezTo>
                  <a:cubicBezTo>
                    <a:pt x="363" y="502"/>
                    <a:pt x="771" y="220"/>
                    <a:pt x="1214" y="3"/>
                  </a:cubicBezTo>
                  <a:cubicBezTo>
                    <a:pt x="1219" y="0"/>
                    <a:pt x="1225" y="2"/>
                    <a:pt x="1227" y="7"/>
                  </a:cubicBezTo>
                  <a:cubicBezTo>
                    <a:pt x="1230" y="12"/>
                    <a:pt x="1228" y="18"/>
                    <a:pt x="1223" y="21"/>
                  </a:cubicBezTo>
                  <a:cubicBezTo>
                    <a:pt x="781" y="237"/>
                    <a:pt x="376" y="519"/>
                    <a:pt x="18" y="856"/>
                  </a:cubicBezTo>
                  <a:cubicBezTo>
                    <a:pt x="17" y="859"/>
                    <a:pt x="14" y="859"/>
                    <a:pt x="11" y="85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" name="Google Shape;3568;p40">
              <a:extLst>
                <a:ext uri="{FF2B5EF4-FFF2-40B4-BE49-F238E27FC236}">
                  <a16:creationId xmlns:a16="http://schemas.microsoft.com/office/drawing/2014/main" id="{4935587C-934B-08BC-3482-01F02A594ED6}"/>
                </a:ext>
              </a:extLst>
            </p:cNvPr>
            <p:cNvSpPr/>
            <p:nvPr/>
          </p:nvSpPr>
          <p:spPr>
            <a:xfrm>
              <a:off x="479140" y="3471838"/>
              <a:ext cx="106200" cy="88200"/>
            </a:xfrm>
            <a:custGeom>
              <a:avLst/>
              <a:gdLst/>
              <a:ahLst/>
              <a:cxnLst/>
              <a:rect l="l" t="t" r="r" b="b"/>
              <a:pathLst>
                <a:path w="295" h="245" extrusionOk="0">
                  <a:moveTo>
                    <a:pt x="155" y="244"/>
                  </a:moveTo>
                  <a:cubicBezTo>
                    <a:pt x="153" y="244"/>
                    <a:pt x="151" y="243"/>
                    <a:pt x="149" y="243"/>
                  </a:cubicBezTo>
                  <a:cubicBezTo>
                    <a:pt x="145" y="240"/>
                    <a:pt x="143" y="233"/>
                    <a:pt x="146" y="229"/>
                  </a:cubicBezTo>
                  <a:cubicBezTo>
                    <a:pt x="265" y="22"/>
                    <a:pt x="265" y="22"/>
                    <a:pt x="265" y="22"/>
                  </a:cubicBezTo>
                  <a:cubicBezTo>
                    <a:pt x="256" y="23"/>
                    <a:pt x="248" y="23"/>
                    <a:pt x="239" y="24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0" y="98"/>
                    <a:pt x="5" y="96"/>
                    <a:pt x="2" y="91"/>
                  </a:cubicBezTo>
                  <a:cubicBezTo>
                    <a:pt x="0" y="87"/>
                    <a:pt x="2" y="81"/>
                    <a:pt x="7" y="78"/>
                  </a:cubicBezTo>
                  <a:cubicBezTo>
                    <a:pt x="76" y="36"/>
                    <a:pt x="154" y="11"/>
                    <a:pt x="235" y="4"/>
                  </a:cubicBezTo>
                  <a:cubicBezTo>
                    <a:pt x="244" y="1"/>
                    <a:pt x="244" y="1"/>
                    <a:pt x="244" y="1"/>
                  </a:cubicBezTo>
                  <a:cubicBezTo>
                    <a:pt x="248" y="0"/>
                    <a:pt x="251" y="1"/>
                    <a:pt x="254" y="3"/>
                  </a:cubicBezTo>
                  <a:cubicBezTo>
                    <a:pt x="263" y="2"/>
                    <a:pt x="273" y="2"/>
                    <a:pt x="283" y="2"/>
                  </a:cubicBezTo>
                  <a:cubicBezTo>
                    <a:pt x="287" y="2"/>
                    <a:pt x="290" y="4"/>
                    <a:pt x="292" y="7"/>
                  </a:cubicBezTo>
                  <a:cubicBezTo>
                    <a:pt x="294" y="10"/>
                    <a:pt x="294" y="14"/>
                    <a:pt x="292" y="17"/>
                  </a:cubicBezTo>
                  <a:cubicBezTo>
                    <a:pt x="163" y="239"/>
                    <a:pt x="163" y="239"/>
                    <a:pt x="163" y="239"/>
                  </a:cubicBezTo>
                  <a:cubicBezTo>
                    <a:pt x="162" y="242"/>
                    <a:pt x="158" y="244"/>
                    <a:pt x="155" y="24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" name="Google Shape;3569;p40">
              <a:extLst>
                <a:ext uri="{FF2B5EF4-FFF2-40B4-BE49-F238E27FC236}">
                  <a16:creationId xmlns:a16="http://schemas.microsoft.com/office/drawing/2014/main" id="{C19A8279-8151-B139-CA24-5FEA40144A35}"/>
                </a:ext>
              </a:extLst>
            </p:cNvPr>
            <p:cNvSpPr/>
            <p:nvPr/>
          </p:nvSpPr>
          <p:spPr>
            <a:xfrm>
              <a:off x="222820" y="3725998"/>
              <a:ext cx="32400" cy="88560"/>
            </a:xfrm>
            <a:custGeom>
              <a:avLst/>
              <a:gdLst/>
              <a:ahLst/>
              <a:cxnLst/>
              <a:rect l="l" t="t" r="r" b="b"/>
              <a:pathLst>
                <a:path w="90" h="246" extrusionOk="0">
                  <a:moveTo>
                    <a:pt x="66" y="245"/>
                  </a:moveTo>
                  <a:lnTo>
                    <a:pt x="65" y="244"/>
                  </a:lnTo>
                  <a:cubicBezTo>
                    <a:pt x="60" y="243"/>
                    <a:pt x="56" y="238"/>
                    <a:pt x="57" y="233"/>
                  </a:cubicBezTo>
                  <a:cubicBezTo>
                    <a:pt x="68" y="157"/>
                    <a:pt x="48" y="79"/>
                    <a:pt x="3" y="17"/>
                  </a:cubicBezTo>
                  <a:cubicBezTo>
                    <a:pt x="0" y="13"/>
                    <a:pt x="1" y="6"/>
                    <a:pt x="5" y="3"/>
                  </a:cubicBezTo>
                  <a:cubicBezTo>
                    <a:pt x="10" y="0"/>
                    <a:pt x="16" y="0"/>
                    <a:pt x="19" y="5"/>
                  </a:cubicBezTo>
                  <a:cubicBezTo>
                    <a:pt x="68" y="71"/>
                    <a:pt x="89" y="155"/>
                    <a:pt x="76" y="236"/>
                  </a:cubicBezTo>
                  <a:cubicBezTo>
                    <a:pt x="76" y="241"/>
                    <a:pt x="72" y="245"/>
                    <a:pt x="66" y="24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" name="Google Shape;3570;p40">
              <a:extLst>
                <a:ext uri="{FF2B5EF4-FFF2-40B4-BE49-F238E27FC236}">
                  <a16:creationId xmlns:a16="http://schemas.microsoft.com/office/drawing/2014/main" id="{DE72DB22-A33E-DDFE-D1C1-3EAB04F8C896}"/>
                </a:ext>
              </a:extLst>
            </p:cNvPr>
            <p:cNvSpPr/>
            <p:nvPr/>
          </p:nvSpPr>
          <p:spPr>
            <a:xfrm>
              <a:off x="298780" y="3663718"/>
              <a:ext cx="61200" cy="50040"/>
            </a:xfrm>
            <a:custGeom>
              <a:avLst/>
              <a:gdLst/>
              <a:ahLst/>
              <a:cxnLst/>
              <a:rect l="l" t="t" r="r" b="b"/>
              <a:pathLst>
                <a:path w="170" h="139" extrusionOk="0">
                  <a:moveTo>
                    <a:pt x="71" y="138"/>
                  </a:moveTo>
                  <a:cubicBezTo>
                    <a:pt x="46" y="138"/>
                    <a:pt x="21" y="128"/>
                    <a:pt x="4" y="110"/>
                  </a:cubicBezTo>
                  <a:cubicBezTo>
                    <a:pt x="0" y="106"/>
                    <a:pt x="0" y="100"/>
                    <a:pt x="4" y="96"/>
                  </a:cubicBezTo>
                  <a:cubicBezTo>
                    <a:pt x="8" y="92"/>
                    <a:pt x="15" y="92"/>
                    <a:pt x="19" y="96"/>
                  </a:cubicBezTo>
                  <a:cubicBezTo>
                    <a:pt x="40" y="119"/>
                    <a:pt x="79" y="124"/>
                    <a:pt x="106" y="109"/>
                  </a:cubicBezTo>
                  <a:cubicBezTo>
                    <a:pt x="132" y="93"/>
                    <a:pt x="146" y="59"/>
                    <a:pt x="139" y="29"/>
                  </a:cubicBezTo>
                  <a:cubicBezTo>
                    <a:pt x="121" y="20"/>
                    <a:pt x="101" y="28"/>
                    <a:pt x="89" y="38"/>
                  </a:cubicBezTo>
                  <a:cubicBezTo>
                    <a:pt x="75" y="49"/>
                    <a:pt x="62" y="68"/>
                    <a:pt x="71" y="88"/>
                  </a:cubicBezTo>
                  <a:cubicBezTo>
                    <a:pt x="73" y="94"/>
                    <a:pt x="70" y="99"/>
                    <a:pt x="65" y="101"/>
                  </a:cubicBezTo>
                  <a:cubicBezTo>
                    <a:pt x="59" y="103"/>
                    <a:pt x="54" y="101"/>
                    <a:pt x="52" y="96"/>
                  </a:cubicBezTo>
                  <a:cubicBezTo>
                    <a:pt x="42" y="71"/>
                    <a:pt x="51" y="42"/>
                    <a:pt x="76" y="22"/>
                  </a:cubicBezTo>
                  <a:cubicBezTo>
                    <a:pt x="101" y="3"/>
                    <a:pt x="131" y="0"/>
                    <a:pt x="153" y="15"/>
                  </a:cubicBezTo>
                  <a:cubicBezTo>
                    <a:pt x="155" y="16"/>
                    <a:pt x="156" y="18"/>
                    <a:pt x="157" y="20"/>
                  </a:cubicBezTo>
                  <a:cubicBezTo>
                    <a:pt x="169" y="60"/>
                    <a:pt x="151" y="105"/>
                    <a:pt x="116" y="126"/>
                  </a:cubicBezTo>
                  <a:cubicBezTo>
                    <a:pt x="102" y="134"/>
                    <a:pt x="86" y="138"/>
                    <a:pt x="71" y="13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" name="Google Shape;3571;p40">
              <a:extLst>
                <a:ext uri="{FF2B5EF4-FFF2-40B4-BE49-F238E27FC236}">
                  <a16:creationId xmlns:a16="http://schemas.microsoft.com/office/drawing/2014/main" id="{F29BB1F8-7034-B269-80BD-DF62E220D972}"/>
                </a:ext>
              </a:extLst>
            </p:cNvPr>
            <p:cNvSpPr/>
            <p:nvPr/>
          </p:nvSpPr>
          <p:spPr>
            <a:xfrm>
              <a:off x="7180" y="3374638"/>
              <a:ext cx="63720" cy="186840"/>
            </a:xfrm>
            <a:custGeom>
              <a:avLst/>
              <a:gdLst/>
              <a:ahLst/>
              <a:cxnLst/>
              <a:rect l="l" t="t" r="r" b="b"/>
              <a:pathLst>
                <a:path w="177" h="519" extrusionOk="0">
                  <a:moveTo>
                    <a:pt x="128" y="518"/>
                  </a:moveTo>
                  <a:cubicBezTo>
                    <a:pt x="100" y="517"/>
                    <a:pt x="73" y="503"/>
                    <a:pt x="53" y="480"/>
                  </a:cubicBezTo>
                  <a:cubicBezTo>
                    <a:pt x="33" y="458"/>
                    <a:pt x="23" y="429"/>
                    <a:pt x="25" y="401"/>
                  </a:cubicBezTo>
                  <a:cubicBezTo>
                    <a:pt x="28" y="374"/>
                    <a:pt x="42" y="347"/>
                    <a:pt x="65" y="328"/>
                  </a:cubicBezTo>
                  <a:cubicBezTo>
                    <a:pt x="85" y="311"/>
                    <a:pt x="109" y="302"/>
                    <a:pt x="134" y="302"/>
                  </a:cubicBezTo>
                  <a:cubicBezTo>
                    <a:pt x="148" y="97"/>
                    <a:pt x="148" y="97"/>
                    <a:pt x="148" y="97"/>
                  </a:cubicBezTo>
                  <a:cubicBezTo>
                    <a:pt x="142" y="106"/>
                    <a:pt x="134" y="114"/>
                    <a:pt x="126" y="121"/>
                  </a:cubicBezTo>
                  <a:cubicBezTo>
                    <a:pt x="92" y="150"/>
                    <a:pt x="48" y="162"/>
                    <a:pt x="8" y="153"/>
                  </a:cubicBezTo>
                  <a:cubicBezTo>
                    <a:pt x="3" y="151"/>
                    <a:pt x="0" y="146"/>
                    <a:pt x="1" y="140"/>
                  </a:cubicBezTo>
                  <a:cubicBezTo>
                    <a:pt x="23" y="37"/>
                    <a:pt x="23" y="37"/>
                    <a:pt x="23" y="37"/>
                  </a:cubicBezTo>
                  <a:cubicBezTo>
                    <a:pt x="25" y="32"/>
                    <a:pt x="30" y="28"/>
                    <a:pt x="36" y="29"/>
                  </a:cubicBezTo>
                  <a:cubicBezTo>
                    <a:pt x="41" y="30"/>
                    <a:pt x="44" y="36"/>
                    <a:pt x="43" y="41"/>
                  </a:cubicBezTo>
                  <a:cubicBezTo>
                    <a:pt x="23" y="135"/>
                    <a:pt x="23" y="135"/>
                    <a:pt x="23" y="135"/>
                  </a:cubicBezTo>
                  <a:cubicBezTo>
                    <a:pt x="53" y="139"/>
                    <a:pt x="86" y="128"/>
                    <a:pt x="113" y="106"/>
                  </a:cubicBezTo>
                  <a:cubicBezTo>
                    <a:pt x="133" y="88"/>
                    <a:pt x="146" y="66"/>
                    <a:pt x="152" y="43"/>
                  </a:cubicBezTo>
                  <a:cubicBezTo>
                    <a:pt x="155" y="9"/>
                    <a:pt x="155" y="9"/>
                    <a:pt x="155" y="9"/>
                  </a:cubicBezTo>
                  <a:cubicBezTo>
                    <a:pt x="155" y="4"/>
                    <a:pt x="159" y="0"/>
                    <a:pt x="164" y="0"/>
                  </a:cubicBezTo>
                  <a:cubicBezTo>
                    <a:pt x="170" y="0"/>
                    <a:pt x="174" y="4"/>
                    <a:pt x="175" y="9"/>
                  </a:cubicBezTo>
                  <a:cubicBezTo>
                    <a:pt x="176" y="22"/>
                    <a:pt x="175" y="34"/>
                    <a:pt x="172" y="46"/>
                  </a:cubicBezTo>
                  <a:cubicBezTo>
                    <a:pt x="153" y="309"/>
                    <a:pt x="153" y="309"/>
                    <a:pt x="153" y="309"/>
                  </a:cubicBezTo>
                  <a:cubicBezTo>
                    <a:pt x="153" y="311"/>
                    <a:pt x="154" y="312"/>
                    <a:pt x="153" y="313"/>
                  </a:cubicBezTo>
                  <a:cubicBezTo>
                    <a:pt x="153" y="315"/>
                    <a:pt x="153" y="316"/>
                    <a:pt x="152" y="318"/>
                  </a:cubicBezTo>
                  <a:cubicBezTo>
                    <a:pt x="139" y="509"/>
                    <a:pt x="139" y="509"/>
                    <a:pt x="139" y="509"/>
                  </a:cubicBezTo>
                  <a:cubicBezTo>
                    <a:pt x="138" y="514"/>
                    <a:pt x="134" y="518"/>
                    <a:pt x="128" y="518"/>
                  </a:cubicBezTo>
                  <a:moveTo>
                    <a:pt x="132" y="322"/>
                  </a:moveTo>
                  <a:cubicBezTo>
                    <a:pt x="113" y="323"/>
                    <a:pt x="94" y="330"/>
                    <a:pt x="78" y="344"/>
                  </a:cubicBezTo>
                  <a:cubicBezTo>
                    <a:pt x="59" y="359"/>
                    <a:pt x="47" y="381"/>
                    <a:pt x="46" y="403"/>
                  </a:cubicBezTo>
                  <a:cubicBezTo>
                    <a:pt x="44" y="425"/>
                    <a:pt x="52" y="449"/>
                    <a:pt x="68" y="467"/>
                  </a:cubicBezTo>
                  <a:cubicBezTo>
                    <a:pt x="82" y="482"/>
                    <a:pt x="100" y="493"/>
                    <a:pt x="119" y="496"/>
                  </a:cubicBezTo>
                  <a:lnTo>
                    <a:pt x="132" y="322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" name="Google Shape;3572;p40">
              <a:extLst>
                <a:ext uri="{FF2B5EF4-FFF2-40B4-BE49-F238E27FC236}">
                  <a16:creationId xmlns:a16="http://schemas.microsoft.com/office/drawing/2014/main" id="{88C39250-C4B2-508A-970F-19266B679817}"/>
                </a:ext>
              </a:extLst>
            </p:cNvPr>
            <p:cNvSpPr/>
            <p:nvPr/>
          </p:nvSpPr>
          <p:spPr>
            <a:xfrm>
              <a:off x="657340" y="3705838"/>
              <a:ext cx="55440" cy="34920"/>
            </a:xfrm>
            <a:custGeom>
              <a:avLst/>
              <a:gdLst/>
              <a:ahLst/>
              <a:cxnLst/>
              <a:rect l="l" t="t" r="r" b="b"/>
              <a:pathLst>
                <a:path w="154" h="97" extrusionOk="0">
                  <a:moveTo>
                    <a:pt x="142" y="96"/>
                  </a:moveTo>
                  <a:cubicBezTo>
                    <a:pt x="140" y="96"/>
                    <a:pt x="139" y="96"/>
                    <a:pt x="137" y="94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2" y="17"/>
                    <a:pt x="0" y="11"/>
                    <a:pt x="3" y="6"/>
                  </a:cubicBezTo>
                  <a:cubicBezTo>
                    <a:pt x="6" y="2"/>
                    <a:pt x="12" y="0"/>
                    <a:pt x="17" y="3"/>
                  </a:cubicBezTo>
                  <a:cubicBezTo>
                    <a:pt x="147" y="77"/>
                    <a:pt x="147" y="77"/>
                    <a:pt x="147" y="77"/>
                  </a:cubicBezTo>
                  <a:cubicBezTo>
                    <a:pt x="152" y="80"/>
                    <a:pt x="153" y="86"/>
                    <a:pt x="151" y="91"/>
                  </a:cubicBezTo>
                  <a:cubicBezTo>
                    <a:pt x="149" y="94"/>
                    <a:pt x="146" y="96"/>
                    <a:pt x="142" y="9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" name="Google Shape;3573;p40">
              <a:extLst>
                <a:ext uri="{FF2B5EF4-FFF2-40B4-BE49-F238E27FC236}">
                  <a16:creationId xmlns:a16="http://schemas.microsoft.com/office/drawing/2014/main" id="{71540C38-D477-7340-5718-611172D210D4}"/>
                </a:ext>
              </a:extLst>
            </p:cNvPr>
            <p:cNvSpPr/>
            <p:nvPr/>
          </p:nvSpPr>
          <p:spPr>
            <a:xfrm>
              <a:off x="657340" y="3681357"/>
              <a:ext cx="48960" cy="79200"/>
            </a:xfrm>
            <a:custGeom>
              <a:avLst/>
              <a:gdLst/>
              <a:ahLst/>
              <a:cxnLst/>
              <a:rect l="l" t="t" r="r" b="b"/>
              <a:pathLst>
                <a:path w="136" h="220" extrusionOk="0">
                  <a:moveTo>
                    <a:pt x="12" y="219"/>
                  </a:moveTo>
                  <a:cubicBezTo>
                    <a:pt x="10" y="219"/>
                    <a:pt x="8" y="219"/>
                    <a:pt x="7" y="218"/>
                  </a:cubicBezTo>
                  <a:cubicBezTo>
                    <a:pt x="2" y="215"/>
                    <a:pt x="0" y="210"/>
                    <a:pt x="3" y="205"/>
                  </a:cubicBezTo>
                  <a:cubicBezTo>
                    <a:pt x="96" y="40"/>
                    <a:pt x="96" y="40"/>
                    <a:pt x="96" y="40"/>
                  </a:cubicBezTo>
                  <a:cubicBezTo>
                    <a:pt x="17" y="88"/>
                    <a:pt x="17" y="88"/>
                    <a:pt x="17" y="88"/>
                  </a:cubicBezTo>
                  <a:cubicBezTo>
                    <a:pt x="12" y="91"/>
                    <a:pt x="6" y="90"/>
                    <a:pt x="3" y="85"/>
                  </a:cubicBezTo>
                  <a:cubicBezTo>
                    <a:pt x="0" y="80"/>
                    <a:pt x="2" y="74"/>
                    <a:pt x="6" y="71"/>
                  </a:cubicBezTo>
                  <a:cubicBezTo>
                    <a:pt x="119" y="3"/>
                    <a:pt x="119" y="3"/>
                    <a:pt x="119" y="3"/>
                  </a:cubicBezTo>
                  <a:cubicBezTo>
                    <a:pt x="122" y="0"/>
                    <a:pt x="128" y="0"/>
                    <a:pt x="131" y="4"/>
                  </a:cubicBezTo>
                  <a:cubicBezTo>
                    <a:pt x="134" y="7"/>
                    <a:pt x="135" y="12"/>
                    <a:pt x="133" y="16"/>
                  </a:cubicBezTo>
                  <a:cubicBezTo>
                    <a:pt x="20" y="215"/>
                    <a:pt x="20" y="215"/>
                    <a:pt x="20" y="215"/>
                  </a:cubicBezTo>
                  <a:cubicBezTo>
                    <a:pt x="19" y="218"/>
                    <a:pt x="15" y="219"/>
                    <a:pt x="12" y="21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951188793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816">
          <a:extLst>
            <a:ext uri="{FF2B5EF4-FFF2-40B4-BE49-F238E27FC236}">
              <a16:creationId xmlns:a16="http://schemas.microsoft.com/office/drawing/2014/main" id="{ED3D57FC-8F78-5FF5-0C6C-06CD59795AC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19" name="Google Shape;3819;p46">
            <a:extLst>
              <a:ext uri="{FF2B5EF4-FFF2-40B4-BE49-F238E27FC236}">
                <a16:creationId xmlns:a16="http://schemas.microsoft.com/office/drawing/2014/main" id="{F21CBD75-ADCB-B89A-53BF-216D3EE85EE8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989024"/>
            <a:ext cx="7704000" cy="1007198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Tests Used</a:t>
            </a:r>
            <a:endParaRPr dirty="0"/>
          </a:p>
        </p:txBody>
      </p:sp>
      <p:sp>
        <p:nvSpPr>
          <p:cNvPr id="3820" name="Google Shape;3820;p46">
            <a:extLst>
              <a:ext uri="{FF2B5EF4-FFF2-40B4-BE49-F238E27FC236}">
                <a16:creationId xmlns:a16="http://schemas.microsoft.com/office/drawing/2014/main" id="{90BE3A82-4A27-8977-78A5-E2D848DF26B9}"/>
              </a:ext>
            </a:extLst>
          </p:cNvPr>
          <p:cNvSpPr txBox="1">
            <a:spLocks noGrp="1"/>
          </p:cNvSpPr>
          <p:nvPr>
            <p:ph type="subTitle" idx="1"/>
          </p:nvPr>
        </p:nvSpPr>
        <p:spPr>
          <a:xfrm>
            <a:off x="1447034" y="2937154"/>
            <a:ext cx="2490525" cy="490791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 dirty="0"/>
              <a:t>Predicts a response using a single predictor.</a:t>
            </a:r>
            <a:endParaRPr sz="1100" dirty="0"/>
          </a:p>
        </p:txBody>
      </p:sp>
      <p:sp>
        <p:nvSpPr>
          <p:cNvPr id="3824" name="Google Shape;3824;p46">
            <a:extLst>
              <a:ext uri="{FF2B5EF4-FFF2-40B4-BE49-F238E27FC236}">
                <a16:creationId xmlns:a16="http://schemas.microsoft.com/office/drawing/2014/main" id="{A4FF1095-9522-FD55-A6D3-384DD07DD5FC}"/>
              </a:ext>
            </a:extLst>
          </p:cNvPr>
          <p:cNvSpPr txBox="1">
            <a:spLocks noGrp="1"/>
          </p:cNvSpPr>
          <p:nvPr>
            <p:ph type="subTitle" idx="7"/>
          </p:nvPr>
        </p:nvSpPr>
        <p:spPr>
          <a:xfrm>
            <a:off x="1762860" y="2544167"/>
            <a:ext cx="1984200" cy="427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/>
            <a:r>
              <a:rPr lang="en-US" sz="1400" dirty="0"/>
              <a:t>Simple regression</a:t>
            </a:r>
            <a:endParaRPr sz="1400" dirty="0"/>
          </a:p>
        </p:txBody>
      </p:sp>
      <p:sp>
        <p:nvSpPr>
          <p:cNvPr id="2" name="Google Shape;3820;p46">
            <a:extLst>
              <a:ext uri="{FF2B5EF4-FFF2-40B4-BE49-F238E27FC236}">
                <a16:creationId xmlns:a16="http://schemas.microsoft.com/office/drawing/2014/main" id="{6F528454-9321-41B5-2A44-721847629067}"/>
              </a:ext>
            </a:extLst>
          </p:cNvPr>
          <p:cNvSpPr txBox="1">
            <a:spLocks/>
          </p:cNvSpPr>
          <p:nvPr/>
        </p:nvSpPr>
        <p:spPr>
          <a:xfrm>
            <a:off x="4890617" y="2937154"/>
            <a:ext cx="2490525" cy="49079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None/>
              <a:defRPr sz="1400" b="0" i="0" u="none" strike="noStrike" cap="non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None/>
              <a:defRPr sz="1400" b="0" i="0" u="none" strike="noStrike" cap="non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None/>
              <a:defRPr sz="1400" b="0" i="0" u="none" strike="noStrike" cap="non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None/>
              <a:defRPr sz="1400" b="0" i="0" u="none" strike="noStrike" cap="non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None/>
              <a:defRPr sz="1400" b="0" i="0" u="none" strike="noStrike" cap="non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None/>
              <a:defRPr sz="1400" b="0" i="0" u="none" strike="noStrike" cap="non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None/>
              <a:defRPr sz="1400" b="0" i="0" u="none" strike="noStrike" cap="non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None/>
              <a:defRPr sz="1400" b="0" i="0" u="none" strike="noStrike" cap="non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None/>
              <a:defRPr sz="1400" b="0" i="0" u="none" strike="noStrike" cap="non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9pPr>
          </a:lstStyle>
          <a:p>
            <a:pPr marL="0" indent="0"/>
            <a:r>
              <a:rPr lang="en-US" sz="1100" dirty="0"/>
              <a:t>Uses two or more predictors to explain variation in the response.</a:t>
            </a:r>
          </a:p>
        </p:txBody>
      </p:sp>
      <p:sp>
        <p:nvSpPr>
          <p:cNvPr id="3" name="Google Shape;3824;p46">
            <a:extLst>
              <a:ext uri="{FF2B5EF4-FFF2-40B4-BE49-F238E27FC236}">
                <a16:creationId xmlns:a16="http://schemas.microsoft.com/office/drawing/2014/main" id="{6805D067-DE1A-D1DD-83B1-690639B280F1}"/>
              </a:ext>
            </a:extLst>
          </p:cNvPr>
          <p:cNvSpPr txBox="1">
            <a:spLocks/>
          </p:cNvSpPr>
          <p:nvPr/>
        </p:nvSpPr>
        <p:spPr>
          <a:xfrm>
            <a:off x="5206443" y="2544167"/>
            <a:ext cx="1984200" cy="42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sap"/>
              <a:buNone/>
              <a:defRPr sz="2000" b="0" i="0" u="none" strike="noStrike" cap="none">
                <a:solidFill>
                  <a:schemeClr val="lt2"/>
                </a:solidFill>
                <a:latin typeface="Asap SemiBold"/>
                <a:ea typeface="Asap SemiBold"/>
                <a:cs typeface="Asap SemiBold"/>
                <a:sym typeface="Asap SemiBold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sap"/>
              <a:buNone/>
              <a:defRPr sz="2400" b="1" i="0" u="none" strike="noStrike" cap="none">
                <a:solidFill>
                  <a:schemeClr val="dk1"/>
                </a:solidFill>
                <a:latin typeface="Asap"/>
                <a:ea typeface="Asap"/>
                <a:cs typeface="Asap"/>
                <a:sym typeface="Asap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sap"/>
              <a:buNone/>
              <a:defRPr sz="2400" b="1" i="0" u="none" strike="noStrike" cap="none">
                <a:solidFill>
                  <a:schemeClr val="dk1"/>
                </a:solidFill>
                <a:latin typeface="Asap"/>
                <a:ea typeface="Asap"/>
                <a:cs typeface="Asap"/>
                <a:sym typeface="Asap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sap"/>
              <a:buNone/>
              <a:defRPr sz="2400" b="1" i="0" u="none" strike="noStrike" cap="none">
                <a:solidFill>
                  <a:schemeClr val="dk1"/>
                </a:solidFill>
                <a:latin typeface="Asap"/>
                <a:ea typeface="Asap"/>
                <a:cs typeface="Asap"/>
                <a:sym typeface="Asap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sap"/>
              <a:buNone/>
              <a:defRPr sz="2400" b="1" i="0" u="none" strike="noStrike" cap="none">
                <a:solidFill>
                  <a:schemeClr val="dk1"/>
                </a:solidFill>
                <a:latin typeface="Asap"/>
                <a:ea typeface="Asap"/>
                <a:cs typeface="Asap"/>
                <a:sym typeface="Asap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sap"/>
              <a:buNone/>
              <a:defRPr sz="2400" b="1" i="0" u="none" strike="noStrike" cap="none">
                <a:solidFill>
                  <a:schemeClr val="dk1"/>
                </a:solidFill>
                <a:latin typeface="Asap"/>
                <a:ea typeface="Asap"/>
                <a:cs typeface="Asap"/>
                <a:sym typeface="Asap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sap"/>
              <a:buNone/>
              <a:defRPr sz="2400" b="1" i="0" u="none" strike="noStrike" cap="none">
                <a:solidFill>
                  <a:schemeClr val="dk1"/>
                </a:solidFill>
                <a:latin typeface="Asap"/>
                <a:ea typeface="Asap"/>
                <a:cs typeface="Asap"/>
                <a:sym typeface="Asap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sap"/>
              <a:buNone/>
              <a:defRPr sz="2400" b="1" i="0" u="none" strike="noStrike" cap="none">
                <a:solidFill>
                  <a:schemeClr val="dk1"/>
                </a:solidFill>
                <a:latin typeface="Asap"/>
                <a:ea typeface="Asap"/>
                <a:cs typeface="Asap"/>
                <a:sym typeface="Asap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sap"/>
              <a:buNone/>
              <a:defRPr sz="2400" b="1" i="0" u="none" strike="noStrike" cap="none">
                <a:solidFill>
                  <a:schemeClr val="dk1"/>
                </a:solidFill>
                <a:latin typeface="Asap"/>
                <a:ea typeface="Asap"/>
                <a:cs typeface="Asap"/>
                <a:sym typeface="Asap"/>
              </a:defRPr>
            </a:lvl9pPr>
          </a:lstStyle>
          <a:p>
            <a:pPr marL="0" indent="0"/>
            <a:r>
              <a:rPr lang="en-US" sz="1400" dirty="0"/>
              <a:t>Multiple regression</a:t>
            </a:r>
          </a:p>
        </p:txBody>
      </p:sp>
    </p:spTree>
    <p:extLst>
      <p:ext uri="{BB962C8B-B14F-4D97-AF65-F5344CB8AC3E}">
        <p14:creationId xmlns:p14="http://schemas.microsoft.com/office/powerpoint/2010/main" val="3165463066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270">
          <a:extLst>
            <a:ext uri="{FF2B5EF4-FFF2-40B4-BE49-F238E27FC236}">
              <a16:creationId xmlns:a16="http://schemas.microsoft.com/office/drawing/2014/main" id="{F9364C25-C8E6-B57A-83EC-A4AFCFA2854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72" name="Google Shape;4272;p50">
            <a:extLst>
              <a:ext uri="{FF2B5EF4-FFF2-40B4-BE49-F238E27FC236}">
                <a16:creationId xmlns:a16="http://schemas.microsoft.com/office/drawing/2014/main" id="{A6AA2ED9-F7D2-8783-B5C6-0AAD6E7355E3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13225" y="1216342"/>
            <a:ext cx="3740789" cy="862966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dirty="0"/>
              <a:t>Single Regression Visualization</a:t>
            </a:r>
            <a:endParaRPr dirty="0"/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8787C389-1E71-2C32-B84D-17D0551EB321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89987" y="1216342"/>
            <a:ext cx="4164965" cy="2710815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274" name="Google Shape;4274;p50">
            <a:extLst>
              <a:ext uri="{FF2B5EF4-FFF2-40B4-BE49-F238E27FC236}">
                <a16:creationId xmlns:a16="http://schemas.microsoft.com/office/drawing/2014/main" id="{B79BA3C8-2611-2283-14D7-8B2622C7C4FF}"/>
              </a:ext>
            </a:extLst>
          </p:cNvPr>
          <p:cNvGrpSpPr/>
          <p:nvPr/>
        </p:nvGrpSpPr>
        <p:grpSpPr>
          <a:xfrm>
            <a:off x="4836908" y="-395287"/>
            <a:ext cx="6589891" cy="5633946"/>
            <a:chOff x="4836908" y="-395287"/>
            <a:chExt cx="6589891" cy="5633946"/>
          </a:xfrm>
        </p:grpSpPr>
        <p:grpSp>
          <p:nvGrpSpPr>
            <p:cNvPr id="4275" name="Google Shape;4275;p50">
              <a:extLst>
                <a:ext uri="{FF2B5EF4-FFF2-40B4-BE49-F238E27FC236}">
                  <a16:creationId xmlns:a16="http://schemas.microsoft.com/office/drawing/2014/main" id="{F15A8BBD-7FFE-F901-C7C5-D10050E0FD2B}"/>
                </a:ext>
              </a:extLst>
            </p:cNvPr>
            <p:cNvGrpSpPr/>
            <p:nvPr/>
          </p:nvGrpSpPr>
          <p:grpSpPr>
            <a:xfrm>
              <a:off x="5062997" y="3699791"/>
              <a:ext cx="1669753" cy="1538868"/>
              <a:chOff x="1321200" y="687960"/>
              <a:chExt cx="776160" cy="715320"/>
            </a:xfrm>
          </p:grpSpPr>
          <p:sp>
            <p:nvSpPr>
              <p:cNvPr id="4276" name="Google Shape;4276;p50">
                <a:extLst>
                  <a:ext uri="{FF2B5EF4-FFF2-40B4-BE49-F238E27FC236}">
                    <a16:creationId xmlns:a16="http://schemas.microsoft.com/office/drawing/2014/main" id="{CF91D0C6-2820-75F2-E489-08130E2F6EB6}"/>
                  </a:ext>
                </a:extLst>
              </p:cNvPr>
              <p:cNvSpPr/>
              <p:nvPr/>
            </p:nvSpPr>
            <p:spPr>
              <a:xfrm>
                <a:off x="1462680" y="687960"/>
                <a:ext cx="15840" cy="715320"/>
              </a:xfrm>
              <a:custGeom>
                <a:avLst/>
                <a:gdLst/>
                <a:ahLst/>
                <a:cxnLst/>
                <a:rect l="l" t="t" r="r" b="b"/>
                <a:pathLst>
                  <a:path w="44" h="1987" extrusionOk="0">
                    <a:moveTo>
                      <a:pt x="18" y="1973"/>
                    </a:moveTo>
                    <a:cubicBezTo>
                      <a:pt x="17" y="1935"/>
                      <a:pt x="18" y="1898"/>
                      <a:pt x="18" y="1861"/>
                    </a:cubicBezTo>
                    <a:cubicBezTo>
                      <a:pt x="18" y="1819"/>
                      <a:pt x="17" y="1777"/>
                      <a:pt x="17" y="1736"/>
                    </a:cubicBezTo>
                    <a:cubicBezTo>
                      <a:pt x="17" y="1694"/>
                      <a:pt x="16" y="1652"/>
                      <a:pt x="16" y="1610"/>
                    </a:cubicBezTo>
                    <a:cubicBezTo>
                      <a:pt x="15" y="1568"/>
                      <a:pt x="15" y="1526"/>
                      <a:pt x="15" y="1484"/>
                    </a:cubicBezTo>
                    <a:cubicBezTo>
                      <a:pt x="14" y="1400"/>
                      <a:pt x="14" y="1315"/>
                      <a:pt x="13" y="1231"/>
                    </a:cubicBezTo>
                    <a:cubicBezTo>
                      <a:pt x="12" y="1147"/>
                      <a:pt x="11" y="1064"/>
                      <a:pt x="10" y="980"/>
                    </a:cubicBezTo>
                    <a:cubicBezTo>
                      <a:pt x="10" y="895"/>
                      <a:pt x="9" y="810"/>
                      <a:pt x="8" y="725"/>
                    </a:cubicBezTo>
                    <a:cubicBezTo>
                      <a:pt x="7" y="644"/>
                      <a:pt x="6" y="562"/>
                      <a:pt x="6" y="480"/>
                    </a:cubicBezTo>
                    <a:cubicBezTo>
                      <a:pt x="6" y="439"/>
                      <a:pt x="5" y="398"/>
                      <a:pt x="4" y="357"/>
                    </a:cubicBezTo>
                    <a:cubicBezTo>
                      <a:pt x="4" y="316"/>
                      <a:pt x="4" y="275"/>
                      <a:pt x="3" y="234"/>
                    </a:cubicBezTo>
                    <a:cubicBezTo>
                      <a:pt x="3" y="197"/>
                      <a:pt x="3" y="160"/>
                      <a:pt x="2" y="123"/>
                    </a:cubicBezTo>
                    <a:cubicBezTo>
                      <a:pt x="2" y="105"/>
                      <a:pt x="2" y="88"/>
                      <a:pt x="1" y="70"/>
                    </a:cubicBezTo>
                    <a:cubicBezTo>
                      <a:pt x="1" y="51"/>
                      <a:pt x="1" y="32"/>
                      <a:pt x="1" y="13"/>
                    </a:cubicBezTo>
                    <a:cubicBezTo>
                      <a:pt x="0" y="6"/>
                      <a:pt x="6" y="0"/>
                      <a:pt x="13" y="0"/>
                    </a:cubicBezTo>
                    <a:cubicBezTo>
                      <a:pt x="20" y="0"/>
                      <a:pt x="26" y="6"/>
                      <a:pt x="26" y="13"/>
                    </a:cubicBezTo>
                    <a:cubicBezTo>
                      <a:pt x="26" y="32"/>
                      <a:pt x="26" y="53"/>
                      <a:pt x="26" y="73"/>
                    </a:cubicBezTo>
                    <a:cubicBezTo>
                      <a:pt x="26" y="92"/>
                      <a:pt x="26" y="112"/>
                      <a:pt x="26" y="131"/>
                    </a:cubicBezTo>
                    <a:cubicBezTo>
                      <a:pt x="27" y="171"/>
                      <a:pt x="27" y="211"/>
                      <a:pt x="27" y="251"/>
                    </a:cubicBezTo>
                    <a:cubicBezTo>
                      <a:pt x="28" y="292"/>
                      <a:pt x="28" y="332"/>
                      <a:pt x="28" y="374"/>
                    </a:cubicBezTo>
                    <a:cubicBezTo>
                      <a:pt x="29" y="415"/>
                      <a:pt x="29" y="455"/>
                      <a:pt x="29" y="497"/>
                    </a:cubicBezTo>
                    <a:cubicBezTo>
                      <a:pt x="29" y="537"/>
                      <a:pt x="30" y="578"/>
                      <a:pt x="30" y="618"/>
                    </a:cubicBezTo>
                    <a:cubicBezTo>
                      <a:pt x="31" y="660"/>
                      <a:pt x="31" y="702"/>
                      <a:pt x="31" y="743"/>
                    </a:cubicBezTo>
                    <a:cubicBezTo>
                      <a:pt x="31" y="785"/>
                      <a:pt x="32" y="827"/>
                      <a:pt x="32" y="869"/>
                    </a:cubicBezTo>
                    <a:cubicBezTo>
                      <a:pt x="33" y="912"/>
                      <a:pt x="33" y="954"/>
                      <a:pt x="33" y="997"/>
                    </a:cubicBezTo>
                    <a:cubicBezTo>
                      <a:pt x="35" y="1080"/>
                      <a:pt x="35" y="1164"/>
                      <a:pt x="35" y="1247"/>
                    </a:cubicBezTo>
                    <a:cubicBezTo>
                      <a:pt x="36" y="1332"/>
                      <a:pt x="37" y="1417"/>
                      <a:pt x="38" y="1502"/>
                    </a:cubicBezTo>
                    <a:cubicBezTo>
                      <a:pt x="38" y="1544"/>
                      <a:pt x="39" y="1586"/>
                      <a:pt x="39" y="1628"/>
                    </a:cubicBezTo>
                    <a:cubicBezTo>
                      <a:pt x="39" y="1668"/>
                      <a:pt x="40" y="1710"/>
                      <a:pt x="40" y="1751"/>
                    </a:cubicBezTo>
                    <a:cubicBezTo>
                      <a:pt x="40" y="1791"/>
                      <a:pt x="41" y="1830"/>
                      <a:pt x="42" y="1869"/>
                    </a:cubicBezTo>
                    <a:cubicBezTo>
                      <a:pt x="42" y="1904"/>
                      <a:pt x="43" y="1938"/>
                      <a:pt x="43" y="1973"/>
                    </a:cubicBezTo>
                    <a:cubicBezTo>
                      <a:pt x="43" y="1980"/>
                      <a:pt x="38" y="1986"/>
                      <a:pt x="31" y="1986"/>
                    </a:cubicBezTo>
                    <a:cubicBezTo>
                      <a:pt x="24" y="1986"/>
                      <a:pt x="18" y="1980"/>
                      <a:pt x="18" y="19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7" name="Google Shape;4277;p50">
                <a:extLst>
                  <a:ext uri="{FF2B5EF4-FFF2-40B4-BE49-F238E27FC236}">
                    <a16:creationId xmlns:a16="http://schemas.microsoft.com/office/drawing/2014/main" id="{FAEBDC24-B146-A24F-1B7E-73F2A448CDE8}"/>
                  </a:ext>
                </a:extLst>
              </p:cNvPr>
              <p:cNvSpPr/>
              <p:nvPr/>
            </p:nvSpPr>
            <p:spPr>
              <a:xfrm>
                <a:off x="1321200" y="1259280"/>
                <a:ext cx="753480" cy="17280"/>
              </a:xfrm>
              <a:custGeom>
                <a:avLst/>
                <a:gdLst/>
                <a:ahLst/>
                <a:cxnLst/>
                <a:rect l="l" t="t" r="r" b="b"/>
                <a:pathLst>
                  <a:path w="2093" h="48" extrusionOk="0">
                    <a:moveTo>
                      <a:pt x="76" y="47"/>
                    </a:moveTo>
                    <a:cubicBezTo>
                      <a:pt x="68" y="46"/>
                      <a:pt x="59" y="45"/>
                      <a:pt x="51" y="44"/>
                    </a:cubicBezTo>
                    <a:cubicBezTo>
                      <a:pt x="45" y="43"/>
                      <a:pt x="40" y="42"/>
                      <a:pt x="35" y="42"/>
                    </a:cubicBezTo>
                    <a:cubicBezTo>
                      <a:pt x="33" y="42"/>
                      <a:pt x="30" y="42"/>
                      <a:pt x="28" y="42"/>
                    </a:cubicBezTo>
                    <a:cubicBezTo>
                      <a:pt x="23" y="42"/>
                      <a:pt x="17" y="42"/>
                      <a:pt x="12" y="41"/>
                    </a:cubicBezTo>
                    <a:cubicBezTo>
                      <a:pt x="4" y="40"/>
                      <a:pt x="0" y="32"/>
                      <a:pt x="2" y="25"/>
                    </a:cubicBezTo>
                    <a:cubicBezTo>
                      <a:pt x="2" y="21"/>
                      <a:pt x="7" y="17"/>
                      <a:pt x="12" y="16"/>
                    </a:cubicBezTo>
                    <a:cubicBezTo>
                      <a:pt x="17" y="16"/>
                      <a:pt x="22" y="16"/>
                      <a:pt x="27" y="17"/>
                    </a:cubicBezTo>
                    <a:cubicBezTo>
                      <a:pt x="29" y="17"/>
                      <a:pt x="31" y="17"/>
                      <a:pt x="33" y="18"/>
                    </a:cubicBezTo>
                    <a:cubicBezTo>
                      <a:pt x="39" y="18"/>
                      <a:pt x="45" y="18"/>
                      <a:pt x="51" y="18"/>
                    </a:cubicBezTo>
                    <a:cubicBezTo>
                      <a:pt x="62" y="18"/>
                      <a:pt x="73" y="18"/>
                      <a:pt x="85" y="18"/>
                    </a:cubicBezTo>
                    <a:cubicBezTo>
                      <a:pt x="107" y="18"/>
                      <a:pt x="129" y="18"/>
                      <a:pt x="150" y="18"/>
                    </a:cubicBezTo>
                    <a:cubicBezTo>
                      <a:pt x="195" y="18"/>
                      <a:pt x="239" y="18"/>
                      <a:pt x="283" y="17"/>
                    </a:cubicBezTo>
                    <a:cubicBezTo>
                      <a:pt x="372" y="17"/>
                      <a:pt x="460" y="16"/>
                      <a:pt x="550" y="16"/>
                    </a:cubicBezTo>
                    <a:cubicBezTo>
                      <a:pt x="594" y="15"/>
                      <a:pt x="640" y="14"/>
                      <a:pt x="685" y="14"/>
                    </a:cubicBezTo>
                    <a:cubicBezTo>
                      <a:pt x="727" y="14"/>
                      <a:pt x="770" y="14"/>
                      <a:pt x="813" y="13"/>
                    </a:cubicBezTo>
                    <a:cubicBezTo>
                      <a:pt x="903" y="13"/>
                      <a:pt x="992" y="13"/>
                      <a:pt x="1081" y="11"/>
                    </a:cubicBezTo>
                    <a:cubicBezTo>
                      <a:pt x="1172" y="11"/>
                      <a:pt x="1262" y="10"/>
                      <a:pt x="1353" y="10"/>
                    </a:cubicBezTo>
                    <a:cubicBezTo>
                      <a:pt x="1442" y="9"/>
                      <a:pt x="1530" y="8"/>
                      <a:pt x="1618" y="7"/>
                    </a:cubicBezTo>
                    <a:cubicBezTo>
                      <a:pt x="1663" y="6"/>
                      <a:pt x="1708" y="6"/>
                      <a:pt x="1753" y="5"/>
                    </a:cubicBezTo>
                    <a:cubicBezTo>
                      <a:pt x="1798" y="4"/>
                      <a:pt x="1843" y="4"/>
                      <a:pt x="1887" y="4"/>
                    </a:cubicBezTo>
                    <a:cubicBezTo>
                      <a:pt x="1921" y="3"/>
                      <a:pt x="1953" y="3"/>
                      <a:pt x="1986" y="2"/>
                    </a:cubicBezTo>
                    <a:cubicBezTo>
                      <a:pt x="2002" y="2"/>
                      <a:pt x="2017" y="2"/>
                      <a:pt x="2032" y="2"/>
                    </a:cubicBezTo>
                    <a:cubicBezTo>
                      <a:pt x="2048" y="1"/>
                      <a:pt x="2063" y="1"/>
                      <a:pt x="2079" y="0"/>
                    </a:cubicBezTo>
                    <a:cubicBezTo>
                      <a:pt x="2086" y="0"/>
                      <a:pt x="2092" y="6"/>
                      <a:pt x="2092" y="13"/>
                    </a:cubicBezTo>
                    <a:cubicBezTo>
                      <a:pt x="2092" y="20"/>
                      <a:pt x="2086" y="26"/>
                      <a:pt x="2079" y="26"/>
                    </a:cubicBezTo>
                    <a:cubicBezTo>
                      <a:pt x="2058" y="26"/>
                      <a:pt x="2037" y="26"/>
                      <a:pt x="2016" y="26"/>
                    </a:cubicBezTo>
                    <a:cubicBezTo>
                      <a:pt x="1995" y="26"/>
                      <a:pt x="1973" y="26"/>
                      <a:pt x="1951" y="26"/>
                    </a:cubicBezTo>
                    <a:cubicBezTo>
                      <a:pt x="1907" y="26"/>
                      <a:pt x="1861" y="26"/>
                      <a:pt x="1816" y="27"/>
                    </a:cubicBezTo>
                    <a:cubicBezTo>
                      <a:pt x="1728" y="27"/>
                      <a:pt x="1640" y="28"/>
                      <a:pt x="1552" y="28"/>
                    </a:cubicBezTo>
                    <a:cubicBezTo>
                      <a:pt x="1462" y="28"/>
                      <a:pt x="1371" y="30"/>
                      <a:pt x="1281" y="30"/>
                    </a:cubicBezTo>
                    <a:cubicBezTo>
                      <a:pt x="1190" y="31"/>
                      <a:pt x="1101" y="32"/>
                      <a:pt x="1010" y="32"/>
                    </a:cubicBezTo>
                    <a:cubicBezTo>
                      <a:pt x="924" y="33"/>
                      <a:pt x="836" y="34"/>
                      <a:pt x="749" y="35"/>
                    </a:cubicBezTo>
                    <a:cubicBezTo>
                      <a:pt x="704" y="36"/>
                      <a:pt x="659" y="36"/>
                      <a:pt x="614" y="37"/>
                    </a:cubicBezTo>
                    <a:cubicBezTo>
                      <a:pt x="569" y="37"/>
                      <a:pt x="526" y="37"/>
                      <a:pt x="481" y="38"/>
                    </a:cubicBezTo>
                    <a:cubicBezTo>
                      <a:pt x="392" y="38"/>
                      <a:pt x="302" y="39"/>
                      <a:pt x="213" y="40"/>
                    </a:cubicBezTo>
                    <a:cubicBezTo>
                      <a:pt x="180" y="41"/>
                      <a:pt x="146" y="41"/>
                      <a:pt x="113" y="41"/>
                    </a:cubicBezTo>
                    <a:cubicBezTo>
                      <a:pt x="104" y="41"/>
                      <a:pt x="96" y="41"/>
                      <a:pt x="87" y="42"/>
                    </a:cubicBezTo>
                    <a:cubicBezTo>
                      <a:pt x="85" y="45"/>
                      <a:pt x="81" y="47"/>
                      <a:pt x="77" y="47"/>
                    </a:cubicBezTo>
                    <a:lnTo>
                      <a:pt x="76" y="4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8" name="Google Shape;4278;p50">
                <a:extLst>
                  <a:ext uri="{FF2B5EF4-FFF2-40B4-BE49-F238E27FC236}">
                    <a16:creationId xmlns:a16="http://schemas.microsoft.com/office/drawing/2014/main" id="{E0CEA6EF-F486-604B-0359-808873D76E9A}"/>
                  </a:ext>
                </a:extLst>
              </p:cNvPr>
              <p:cNvSpPr/>
              <p:nvPr/>
            </p:nvSpPr>
            <p:spPr>
              <a:xfrm>
                <a:off x="2006280" y="1254600"/>
                <a:ext cx="79560" cy="25200"/>
              </a:xfrm>
              <a:custGeom>
                <a:avLst/>
                <a:gdLst/>
                <a:ahLst/>
                <a:cxnLst/>
                <a:rect l="l" t="t" r="r" b="b"/>
                <a:pathLst>
                  <a:path w="221" h="70" extrusionOk="0">
                    <a:moveTo>
                      <a:pt x="73" y="60"/>
                    </a:moveTo>
                    <a:cubicBezTo>
                      <a:pt x="72" y="54"/>
                      <a:pt x="76" y="47"/>
                      <a:pt x="82" y="45"/>
                    </a:cubicBezTo>
                    <a:cubicBezTo>
                      <a:pt x="102" y="40"/>
                      <a:pt x="122" y="36"/>
                      <a:pt x="142" y="32"/>
                    </a:cubicBezTo>
                    <a:cubicBezTo>
                      <a:pt x="123" y="29"/>
                      <a:pt x="104" y="27"/>
                      <a:pt x="84" y="26"/>
                    </a:cubicBezTo>
                    <a:cubicBezTo>
                      <a:pt x="72" y="25"/>
                      <a:pt x="60" y="25"/>
                      <a:pt x="48" y="25"/>
                    </a:cubicBezTo>
                    <a:cubicBezTo>
                      <a:pt x="37" y="25"/>
                      <a:pt x="26" y="26"/>
                      <a:pt x="14" y="26"/>
                    </a:cubicBezTo>
                    <a:cubicBezTo>
                      <a:pt x="14" y="26"/>
                      <a:pt x="13" y="26"/>
                      <a:pt x="12" y="26"/>
                    </a:cubicBezTo>
                    <a:cubicBezTo>
                      <a:pt x="6" y="26"/>
                      <a:pt x="0" y="21"/>
                      <a:pt x="0" y="14"/>
                    </a:cubicBezTo>
                    <a:cubicBezTo>
                      <a:pt x="0" y="7"/>
                      <a:pt x="6" y="1"/>
                      <a:pt x="12" y="1"/>
                    </a:cubicBezTo>
                    <a:cubicBezTo>
                      <a:pt x="17" y="2"/>
                      <a:pt x="22" y="1"/>
                      <a:pt x="27" y="1"/>
                    </a:cubicBezTo>
                    <a:cubicBezTo>
                      <a:pt x="34" y="1"/>
                      <a:pt x="40" y="1"/>
                      <a:pt x="46" y="1"/>
                    </a:cubicBezTo>
                    <a:cubicBezTo>
                      <a:pt x="60" y="0"/>
                      <a:pt x="73" y="1"/>
                      <a:pt x="87" y="2"/>
                    </a:cubicBezTo>
                    <a:cubicBezTo>
                      <a:pt x="113" y="4"/>
                      <a:pt x="139" y="8"/>
                      <a:pt x="165" y="10"/>
                    </a:cubicBezTo>
                    <a:cubicBezTo>
                      <a:pt x="175" y="11"/>
                      <a:pt x="184" y="12"/>
                      <a:pt x="193" y="13"/>
                    </a:cubicBezTo>
                    <a:cubicBezTo>
                      <a:pt x="196" y="13"/>
                      <a:pt x="198" y="13"/>
                      <a:pt x="201" y="14"/>
                    </a:cubicBezTo>
                    <a:cubicBezTo>
                      <a:pt x="204" y="14"/>
                      <a:pt x="208" y="14"/>
                      <a:pt x="213" y="15"/>
                    </a:cubicBezTo>
                    <a:cubicBezTo>
                      <a:pt x="217" y="17"/>
                      <a:pt x="220" y="22"/>
                      <a:pt x="220" y="26"/>
                    </a:cubicBezTo>
                    <a:cubicBezTo>
                      <a:pt x="220" y="31"/>
                      <a:pt x="217" y="36"/>
                      <a:pt x="213" y="38"/>
                    </a:cubicBezTo>
                    <a:cubicBezTo>
                      <a:pt x="207" y="40"/>
                      <a:pt x="202" y="41"/>
                      <a:pt x="197" y="42"/>
                    </a:cubicBezTo>
                    <a:cubicBezTo>
                      <a:pt x="192" y="44"/>
                      <a:pt x="186" y="45"/>
                      <a:pt x="181" y="46"/>
                    </a:cubicBezTo>
                    <a:cubicBezTo>
                      <a:pt x="172" y="49"/>
                      <a:pt x="162" y="51"/>
                      <a:pt x="152" y="53"/>
                    </a:cubicBezTo>
                    <a:cubicBezTo>
                      <a:pt x="131" y="58"/>
                      <a:pt x="110" y="64"/>
                      <a:pt x="88" y="69"/>
                    </a:cubicBezTo>
                    <a:cubicBezTo>
                      <a:pt x="88" y="69"/>
                      <a:pt x="87" y="69"/>
                      <a:pt x="86" y="69"/>
                    </a:cubicBezTo>
                    <a:cubicBezTo>
                      <a:pt x="80" y="69"/>
                      <a:pt x="75" y="66"/>
                      <a:pt x="73" y="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9" name="Google Shape;4279;p50">
                <a:extLst>
                  <a:ext uri="{FF2B5EF4-FFF2-40B4-BE49-F238E27FC236}">
                    <a16:creationId xmlns:a16="http://schemas.microsoft.com/office/drawing/2014/main" id="{3D6D6A8F-F65C-12DE-797E-8542870D404E}"/>
                  </a:ext>
                </a:extLst>
              </p:cNvPr>
              <p:cNvSpPr/>
              <p:nvPr/>
            </p:nvSpPr>
            <p:spPr>
              <a:xfrm>
                <a:off x="1449720" y="689040"/>
                <a:ext cx="36360" cy="79200"/>
              </a:xfrm>
              <a:custGeom>
                <a:avLst/>
                <a:gdLst/>
                <a:ahLst/>
                <a:cxnLst/>
                <a:rect l="l" t="t" r="r" b="b"/>
                <a:pathLst>
                  <a:path w="101" h="220" extrusionOk="0">
                    <a:moveTo>
                      <a:pt x="74" y="208"/>
                    </a:moveTo>
                    <a:cubicBezTo>
                      <a:pt x="72" y="184"/>
                      <a:pt x="68" y="160"/>
                      <a:pt x="65" y="137"/>
                    </a:cubicBezTo>
                    <a:cubicBezTo>
                      <a:pt x="64" y="128"/>
                      <a:pt x="62" y="119"/>
                      <a:pt x="61" y="110"/>
                    </a:cubicBezTo>
                    <a:cubicBezTo>
                      <a:pt x="60" y="116"/>
                      <a:pt x="57" y="122"/>
                      <a:pt x="55" y="127"/>
                    </a:cubicBezTo>
                    <a:cubicBezTo>
                      <a:pt x="50" y="140"/>
                      <a:pt x="46" y="152"/>
                      <a:pt x="41" y="165"/>
                    </a:cubicBezTo>
                    <a:cubicBezTo>
                      <a:pt x="38" y="171"/>
                      <a:pt x="36" y="177"/>
                      <a:pt x="33" y="184"/>
                    </a:cubicBezTo>
                    <a:cubicBezTo>
                      <a:pt x="30" y="191"/>
                      <a:pt x="27" y="198"/>
                      <a:pt x="23" y="205"/>
                    </a:cubicBezTo>
                    <a:cubicBezTo>
                      <a:pt x="21" y="209"/>
                      <a:pt x="15" y="211"/>
                      <a:pt x="11" y="211"/>
                    </a:cubicBezTo>
                    <a:cubicBezTo>
                      <a:pt x="5" y="210"/>
                      <a:pt x="1" y="205"/>
                      <a:pt x="0" y="200"/>
                    </a:cubicBezTo>
                    <a:cubicBezTo>
                      <a:pt x="0" y="198"/>
                      <a:pt x="0" y="196"/>
                      <a:pt x="1" y="194"/>
                    </a:cubicBezTo>
                    <a:lnTo>
                      <a:pt x="1" y="195"/>
                    </a:lnTo>
                    <a:cubicBezTo>
                      <a:pt x="1" y="193"/>
                      <a:pt x="2" y="190"/>
                      <a:pt x="4" y="188"/>
                    </a:cubicBezTo>
                    <a:cubicBezTo>
                      <a:pt x="4" y="187"/>
                      <a:pt x="5" y="186"/>
                      <a:pt x="5" y="186"/>
                    </a:cubicBezTo>
                    <a:cubicBezTo>
                      <a:pt x="19" y="158"/>
                      <a:pt x="30" y="130"/>
                      <a:pt x="40" y="101"/>
                    </a:cubicBezTo>
                    <a:cubicBezTo>
                      <a:pt x="44" y="90"/>
                      <a:pt x="47" y="79"/>
                      <a:pt x="50" y="68"/>
                    </a:cubicBezTo>
                    <a:cubicBezTo>
                      <a:pt x="50" y="69"/>
                      <a:pt x="50" y="69"/>
                      <a:pt x="50" y="69"/>
                    </a:cubicBezTo>
                    <a:cubicBezTo>
                      <a:pt x="52" y="59"/>
                      <a:pt x="54" y="49"/>
                      <a:pt x="55" y="38"/>
                    </a:cubicBezTo>
                    <a:cubicBezTo>
                      <a:pt x="55" y="36"/>
                      <a:pt x="55" y="33"/>
                      <a:pt x="55" y="31"/>
                    </a:cubicBezTo>
                    <a:cubicBezTo>
                      <a:pt x="55" y="24"/>
                      <a:pt x="54" y="16"/>
                      <a:pt x="57" y="9"/>
                    </a:cubicBezTo>
                    <a:cubicBezTo>
                      <a:pt x="59" y="4"/>
                      <a:pt x="65" y="0"/>
                      <a:pt x="71" y="1"/>
                    </a:cubicBezTo>
                    <a:cubicBezTo>
                      <a:pt x="76" y="2"/>
                      <a:pt x="80" y="5"/>
                      <a:pt x="82" y="11"/>
                    </a:cubicBezTo>
                    <a:cubicBezTo>
                      <a:pt x="83" y="15"/>
                      <a:pt x="82" y="19"/>
                      <a:pt x="82" y="24"/>
                    </a:cubicBezTo>
                    <a:cubicBezTo>
                      <a:pt x="82" y="27"/>
                      <a:pt x="81" y="30"/>
                      <a:pt x="81" y="33"/>
                    </a:cubicBezTo>
                    <a:cubicBezTo>
                      <a:pt x="81" y="36"/>
                      <a:pt x="80" y="38"/>
                      <a:pt x="79" y="40"/>
                    </a:cubicBezTo>
                    <a:cubicBezTo>
                      <a:pt x="79" y="45"/>
                      <a:pt x="80" y="50"/>
                      <a:pt x="80" y="54"/>
                    </a:cubicBezTo>
                    <a:cubicBezTo>
                      <a:pt x="81" y="63"/>
                      <a:pt x="81" y="71"/>
                      <a:pt x="81" y="80"/>
                    </a:cubicBezTo>
                    <a:cubicBezTo>
                      <a:pt x="85" y="122"/>
                      <a:pt x="92" y="163"/>
                      <a:pt x="99" y="205"/>
                    </a:cubicBezTo>
                    <a:cubicBezTo>
                      <a:pt x="100" y="212"/>
                      <a:pt x="95" y="218"/>
                      <a:pt x="88" y="219"/>
                    </a:cubicBezTo>
                    <a:cubicBezTo>
                      <a:pt x="88" y="219"/>
                      <a:pt x="87" y="219"/>
                      <a:pt x="86" y="219"/>
                    </a:cubicBezTo>
                    <a:cubicBezTo>
                      <a:pt x="81" y="219"/>
                      <a:pt x="75" y="215"/>
                      <a:pt x="74" y="2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0" name="Google Shape;4280;p50">
                <a:extLst>
                  <a:ext uri="{FF2B5EF4-FFF2-40B4-BE49-F238E27FC236}">
                    <a16:creationId xmlns:a16="http://schemas.microsoft.com/office/drawing/2014/main" id="{6AEC7527-8DA7-7649-31DD-A7B42C2B5BC4}"/>
                  </a:ext>
                </a:extLst>
              </p:cNvPr>
              <p:cNvSpPr/>
              <p:nvPr/>
            </p:nvSpPr>
            <p:spPr>
              <a:xfrm>
                <a:off x="2042640" y="1306440"/>
                <a:ext cx="40680" cy="2808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78" extrusionOk="0">
                    <a:moveTo>
                      <a:pt x="13" y="77"/>
                    </a:moveTo>
                    <a:cubicBezTo>
                      <a:pt x="6" y="76"/>
                      <a:pt x="1" y="70"/>
                      <a:pt x="2" y="63"/>
                    </a:cubicBezTo>
                    <a:cubicBezTo>
                      <a:pt x="3" y="58"/>
                      <a:pt x="3" y="54"/>
                      <a:pt x="4" y="48"/>
                    </a:cubicBezTo>
                    <a:cubicBezTo>
                      <a:pt x="4" y="46"/>
                      <a:pt x="4" y="43"/>
                      <a:pt x="4" y="40"/>
                    </a:cubicBezTo>
                    <a:cubicBezTo>
                      <a:pt x="3" y="36"/>
                      <a:pt x="3" y="32"/>
                      <a:pt x="2" y="28"/>
                    </a:cubicBezTo>
                    <a:cubicBezTo>
                      <a:pt x="1" y="21"/>
                      <a:pt x="0" y="13"/>
                      <a:pt x="4" y="7"/>
                    </a:cubicBezTo>
                    <a:cubicBezTo>
                      <a:pt x="7" y="4"/>
                      <a:pt x="13" y="1"/>
                      <a:pt x="17" y="0"/>
                    </a:cubicBezTo>
                    <a:cubicBezTo>
                      <a:pt x="20" y="0"/>
                      <a:pt x="23" y="0"/>
                      <a:pt x="26" y="1"/>
                    </a:cubicBezTo>
                    <a:cubicBezTo>
                      <a:pt x="29" y="2"/>
                      <a:pt x="33" y="3"/>
                      <a:pt x="36" y="4"/>
                    </a:cubicBezTo>
                    <a:cubicBezTo>
                      <a:pt x="43" y="7"/>
                      <a:pt x="49" y="10"/>
                      <a:pt x="56" y="14"/>
                    </a:cubicBezTo>
                    <a:cubicBezTo>
                      <a:pt x="64" y="19"/>
                      <a:pt x="73" y="24"/>
                      <a:pt x="81" y="30"/>
                    </a:cubicBezTo>
                    <a:cubicBezTo>
                      <a:pt x="89" y="35"/>
                      <a:pt x="98" y="42"/>
                      <a:pt x="106" y="49"/>
                    </a:cubicBezTo>
                    <a:cubicBezTo>
                      <a:pt x="111" y="54"/>
                      <a:pt x="112" y="61"/>
                      <a:pt x="108" y="66"/>
                    </a:cubicBezTo>
                    <a:cubicBezTo>
                      <a:pt x="104" y="71"/>
                      <a:pt x="96" y="73"/>
                      <a:pt x="91" y="68"/>
                    </a:cubicBezTo>
                    <a:cubicBezTo>
                      <a:pt x="86" y="64"/>
                      <a:pt x="81" y="59"/>
                      <a:pt x="75" y="55"/>
                    </a:cubicBezTo>
                    <a:cubicBezTo>
                      <a:pt x="71" y="51"/>
                      <a:pt x="66" y="48"/>
                      <a:pt x="61" y="44"/>
                    </a:cubicBezTo>
                    <a:cubicBezTo>
                      <a:pt x="52" y="39"/>
                      <a:pt x="43" y="34"/>
                      <a:pt x="34" y="30"/>
                    </a:cubicBezTo>
                    <a:cubicBezTo>
                      <a:pt x="31" y="28"/>
                      <a:pt x="29" y="27"/>
                      <a:pt x="26" y="26"/>
                    </a:cubicBezTo>
                    <a:cubicBezTo>
                      <a:pt x="27" y="33"/>
                      <a:pt x="28" y="38"/>
                      <a:pt x="28" y="45"/>
                    </a:cubicBezTo>
                    <a:cubicBezTo>
                      <a:pt x="28" y="52"/>
                      <a:pt x="27" y="59"/>
                      <a:pt x="26" y="67"/>
                    </a:cubicBezTo>
                    <a:cubicBezTo>
                      <a:pt x="26" y="73"/>
                      <a:pt x="20" y="77"/>
                      <a:pt x="14" y="77"/>
                    </a:cubicBezTo>
                    <a:cubicBezTo>
                      <a:pt x="13" y="77"/>
                      <a:pt x="13" y="77"/>
                      <a:pt x="13" y="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1" name="Google Shape;4281;p50">
                <a:extLst>
                  <a:ext uri="{FF2B5EF4-FFF2-40B4-BE49-F238E27FC236}">
                    <a16:creationId xmlns:a16="http://schemas.microsoft.com/office/drawing/2014/main" id="{3200992F-5E1F-D430-2292-B23BC499B0D3}"/>
                  </a:ext>
                </a:extLst>
              </p:cNvPr>
              <p:cNvSpPr/>
              <p:nvPr/>
            </p:nvSpPr>
            <p:spPr>
              <a:xfrm>
                <a:off x="2038680" y="1298520"/>
                <a:ext cx="58680" cy="70920"/>
              </a:xfrm>
              <a:custGeom>
                <a:avLst/>
                <a:gdLst/>
                <a:ahLst/>
                <a:cxnLst/>
                <a:rect l="l" t="t" r="r" b="b"/>
                <a:pathLst>
                  <a:path w="163" h="197" extrusionOk="0">
                    <a:moveTo>
                      <a:pt x="8" y="195"/>
                    </a:moveTo>
                    <a:cubicBezTo>
                      <a:pt x="3" y="193"/>
                      <a:pt x="0" y="186"/>
                      <a:pt x="2" y="180"/>
                    </a:cubicBezTo>
                    <a:cubicBezTo>
                      <a:pt x="5" y="173"/>
                      <a:pt x="9" y="165"/>
                      <a:pt x="12" y="158"/>
                    </a:cubicBezTo>
                    <a:cubicBezTo>
                      <a:pt x="12" y="159"/>
                      <a:pt x="12" y="159"/>
                      <a:pt x="12" y="159"/>
                    </a:cubicBezTo>
                    <a:cubicBezTo>
                      <a:pt x="18" y="148"/>
                      <a:pt x="24" y="137"/>
                      <a:pt x="30" y="126"/>
                    </a:cubicBezTo>
                    <a:cubicBezTo>
                      <a:pt x="36" y="115"/>
                      <a:pt x="43" y="104"/>
                      <a:pt x="50" y="94"/>
                    </a:cubicBezTo>
                    <a:cubicBezTo>
                      <a:pt x="57" y="83"/>
                      <a:pt x="64" y="72"/>
                      <a:pt x="72" y="62"/>
                    </a:cubicBezTo>
                    <a:cubicBezTo>
                      <a:pt x="77" y="57"/>
                      <a:pt x="81" y="51"/>
                      <a:pt x="85" y="46"/>
                    </a:cubicBezTo>
                    <a:cubicBezTo>
                      <a:pt x="90" y="41"/>
                      <a:pt x="95" y="35"/>
                      <a:pt x="100" y="30"/>
                    </a:cubicBezTo>
                    <a:cubicBezTo>
                      <a:pt x="107" y="22"/>
                      <a:pt x="116" y="15"/>
                      <a:pt x="124" y="10"/>
                    </a:cubicBezTo>
                    <a:cubicBezTo>
                      <a:pt x="132" y="4"/>
                      <a:pt x="140" y="1"/>
                      <a:pt x="149" y="0"/>
                    </a:cubicBezTo>
                    <a:cubicBezTo>
                      <a:pt x="156" y="0"/>
                      <a:pt x="162" y="6"/>
                      <a:pt x="162" y="13"/>
                    </a:cubicBezTo>
                    <a:cubicBezTo>
                      <a:pt x="162" y="20"/>
                      <a:pt x="156" y="26"/>
                      <a:pt x="149" y="25"/>
                    </a:cubicBezTo>
                    <a:lnTo>
                      <a:pt x="148" y="25"/>
                    </a:lnTo>
                    <a:lnTo>
                      <a:pt x="149" y="25"/>
                    </a:lnTo>
                    <a:cubicBezTo>
                      <a:pt x="148" y="25"/>
                      <a:pt x="148" y="25"/>
                      <a:pt x="146" y="25"/>
                    </a:cubicBezTo>
                    <a:cubicBezTo>
                      <a:pt x="146" y="26"/>
                      <a:pt x="146" y="26"/>
                      <a:pt x="145" y="26"/>
                    </a:cubicBezTo>
                    <a:cubicBezTo>
                      <a:pt x="144" y="27"/>
                      <a:pt x="143" y="27"/>
                      <a:pt x="142" y="28"/>
                    </a:cubicBezTo>
                    <a:cubicBezTo>
                      <a:pt x="139" y="29"/>
                      <a:pt x="137" y="30"/>
                      <a:pt x="134" y="32"/>
                    </a:cubicBezTo>
                    <a:cubicBezTo>
                      <a:pt x="131" y="34"/>
                      <a:pt x="128" y="36"/>
                      <a:pt x="125" y="39"/>
                    </a:cubicBezTo>
                    <a:cubicBezTo>
                      <a:pt x="117" y="46"/>
                      <a:pt x="109" y="55"/>
                      <a:pt x="102" y="63"/>
                    </a:cubicBezTo>
                    <a:cubicBezTo>
                      <a:pt x="95" y="70"/>
                      <a:pt x="89" y="77"/>
                      <a:pt x="84" y="85"/>
                    </a:cubicBezTo>
                    <a:cubicBezTo>
                      <a:pt x="81" y="88"/>
                      <a:pt x="78" y="92"/>
                      <a:pt x="75" y="95"/>
                    </a:cubicBezTo>
                    <a:cubicBezTo>
                      <a:pt x="72" y="100"/>
                      <a:pt x="70" y="105"/>
                      <a:pt x="66" y="109"/>
                    </a:cubicBezTo>
                    <a:cubicBezTo>
                      <a:pt x="61" y="116"/>
                      <a:pt x="57" y="124"/>
                      <a:pt x="53" y="131"/>
                    </a:cubicBezTo>
                    <a:cubicBezTo>
                      <a:pt x="47" y="140"/>
                      <a:pt x="43" y="150"/>
                      <a:pt x="37" y="158"/>
                    </a:cubicBezTo>
                    <a:cubicBezTo>
                      <a:pt x="33" y="169"/>
                      <a:pt x="28" y="179"/>
                      <a:pt x="24" y="189"/>
                    </a:cubicBezTo>
                    <a:cubicBezTo>
                      <a:pt x="22" y="193"/>
                      <a:pt x="17" y="196"/>
                      <a:pt x="12" y="196"/>
                    </a:cubicBezTo>
                    <a:cubicBezTo>
                      <a:pt x="11" y="196"/>
                      <a:pt x="10" y="196"/>
                      <a:pt x="8" y="19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2" name="Google Shape;4282;p50">
                <a:extLst>
                  <a:ext uri="{FF2B5EF4-FFF2-40B4-BE49-F238E27FC236}">
                    <a16:creationId xmlns:a16="http://schemas.microsoft.com/office/drawing/2014/main" id="{98DD064F-D737-D002-9153-F0EED57E99E1}"/>
                  </a:ext>
                </a:extLst>
              </p:cNvPr>
              <p:cNvSpPr/>
              <p:nvPr/>
            </p:nvSpPr>
            <p:spPr>
              <a:xfrm>
                <a:off x="1386360" y="691920"/>
                <a:ext cx="46080" cy="129960"/>
              </a:xfrm>
              <a:custGeom>
                <a:avLst/>
                <a:gdLst/>
                <a:ahLst/>
                <a:cxnLst/>
                <a:rect l="l" t="t" r="r" b="b"/>
                <a:pathLst>
                  <a:path w="128" h="361" extrusionOk="0">
                    <a:moveTo>
                      <a:pt x="54" y="336"/>
                    </a:moveTo>
                    <a:lnTo>
                      <a:pt x="54" y="335"/>
                    </a:lnTo>
                    <a:cubicBezTo>
                      <a:pt x="55" y="333"/>
                      <a:pt x="56" y="331"/>
                      <a:pt x="56" y="328"/>
                    </a:cubicBezTo>
                    <a:cubicBezTo>
                      <a:pt x="58" y="320"/>
                      <a:pt x="59" y="310"/>
                      <a:pt x="60" y="301"/>
                    </a:cubicBezTo>
                    <a:cubicBezTo>
                      <a:pt x="61" y="278"/>
                      <a:pt x="61" y="254"/>
                      <a:pt x="63" y="232"/>
                    </a:cubicBezTo>
                    <a:cubicBezTo>
                      <a:pt x="63" y="223"/>
                      <a:pt x="63" y="215"/>
                      <a:pt x="63" y="207"/>
                    </a:cubicBezTo>
                    <a:cubicBezTo>
                      <a:pt x="57" y="217"/>
                      <a:pt x="52" y="227"/>
                      <a:pt x="46" y="238"/>
                    </a:cubicBezTo>
                    <a:cubicBezTo>
                      <a:pt x="47" y="238"/>
                      <a:pt x="47" y="237"/>
                      <a:pt x="47" y="237"/>
                    </a:cubicBezTo>
                    <a:cubicBezTo>
                      <a:pt x="43" y="243"/>
                      <a:pt x="41" y="249"/>
                      <a:pt x="39" y="256"/>
                    </a:cubicBezTo>
                    <a:cubicBezTo>
                      <a:pt x="37" y="258"/>
                      <a:pt x="37" y="260"/>
                      <a:pt x="36" y="262"/>
                    </a:cubicBezTo>
                    <a:cubicBezTo>
                      <a:pt x="36" y="267"/>
                      <a:pt x="35" y="273"/>
                      <a:pt x="35" y="278"/>
                    </a:cubicBezTo>
                    <a:cubicBezTo>
                      <a:pt x="34" y="282"/>
                      <a:pt x="34" y="287"/>
                      <a:pt x="35" y="291"/>
                    </a:cubicBezTo>
                    <a:cubicBezTo>
                      <a:pt x="35" y="294"/>
                      <a:pt x="35" y="298"/>
                      <a:pt x="36" y="300"/>
                    </a:cubicBezTo>
                    <a:cubicBezTo>
                      <a:pt x="36" y="300"/>
                      <a:pt x="36" y="299"/>
                      <a:pt x="35" y="299"/>
                    </a:cubicBezTo>
                    <a:cubicBezTo>
                      <a:pt x="36" y="303"/>
                      <a:pt x="37" y="306"/>
                      <a:pt x="39" y="310"/>
                    </a:cubicBezTo>
                    <a:cubicBezTo>
                      <a:pt x="38" y="310"/>
                      <a:pt x="38" y="310"/>
                      <a:pt x="38" y="310"/>
                    </a:cubicBezTo>
                    <a:cubicBezTo>
                      <a:pt x="40" y="314"/>
                      <a:pt x="42" y="318"/>
                      <a:pt x="43" y="322"/>
                    </a:cubicBezTo>
                    <a:cubicBezTo>
                      <a:pt x="45" y="325"/>
                      <a:pt x="46" y="327"/>
                      <a:pt x="48" y="330"/>
                    </a:cubicBezTo>
                    <a:cubicBezTo>
                      <a:pt x="49" y="331"/>
                      <a:pt x="50" y="333"/>
                      <a:pt x="51" y="334"/>
                    </a:cubicBezTo>
                    <a:lnTo>
                      <a:pt x="52" y="335"/>
                    </a:lnTo>
                    <a:cubicBezTo>
                      <a:pt x="53" y="335"/>
                      <a:pt x="53" y="335"/>
                      <a:pt x="53" y="335"/>
                    </a:cubicBezTo>
                    <a:lnTo>
                      <a:pt x="54" y="336"/>
                    </a:lnTo>
                    <a:moveTo>
                      <a:pt x="53" y="360"/>
                    </a:moveTo>
                    <a:cubicBezTo>
                      <a:pt x="50" y="360"/>
                      <a:pt x="47" y="359"/>
                      <a:pt x="44" y="358"/>
                    </a:cubicBezTo>
                    <a:cubicBezTo>
                      <a:pt x="37" y="354"/>
                      <a:pt x="33" y="349"/>
                      <a:pt x="29" y="342"/>
                    </a:cubicBezTo>
                    <a:cubicBezTo>
                      <a:pt x="25" y="336"/>
                      <a:pt x="21" y="330"/>
                      <a:pt x="19" y="323"/>
                    </a:cubicBezTo>
                    <a:cubicBezTo>
                      <a:pt x="16" y="315"/>
                      <a:pt x="14" y="307"/>
                      <a:pt x="13" y="299"/>
                    </a:cubicBezTo>
                    <a:cubicBezTo>
                      <a:pt x="12" y="292"/>
                      <a:pt x="12" y="284"/>
                      <a:pt x="13" y="277"/>
                    </a:cubicBezTo>
                    <a:cubicBezTo>
                      <a:pt x="14" y="268"/>
                      <a:pt x="15" y="259"/>
                      <a:pt x="18" y="251"/>
                    </a:cubicBezTo>
                    <a:cubicBezTo>
                      <a:pt x="21" y="244"/>
                      <a:pt x="23" y="237"/>
                      <a:pt x="27" y="230"/>
                    </a:cubicBezTo>
                    <a:cubicBezTo>
                      <a:pt x="31" y="222"/>
                      <a:pt x="36" y="214"/>
                      <a:pt x="40" y="206"/>
                    </a:cubicBezTo>
                    <a:cubicBezTo>
                      <a:pt x="47" y="193"/>
                      <a:pt x="56" y="180"/>
                      <a:pt x="63" y="167"/>
                    </a:cubicBezTo>
                    <a:cubicBezTo>
                      <a:pt x="64" y="166"/>
                      <a:pt x="65" y="164"/>
                      <a:pt x="66" y="162"/>
                    </a:cubicBezTo>
                    <a:cubicBezTo>
                      <a:pt x="66" y="159"/>
                      <a:pt x="66" y="156"/>
                      <a:pt x="67" y="153"/>
                    </a:cubicBezTo>
                    <a:cubicBezTo>
                      <a:pt x="67" y="144"/>
                      <a:pt x="68" y="136"/>
                      <a:pt x="70" y="127"/>
                    </a:cubicBezTo>
                    <a:cubicBezTo>
                      <a:pt x="68" y="129"/>
                      <a:pt x="66" y="130"/>
                      <a:pt x="64" y="132"/>
                    </a:cubicBezTo>
                    <a:cubicBezTo>
                      <a:pt x="59" y="136"/>
                      <a:pt x="54" y="139"/>
                      <a:pt x="48" y="141"/>
                    </a:cubicBezTo>
                    <a:cubicBezTo>
                      <a:pt x="43" y="143"/>
                      <a:pt x="37" y="145"/>
                      <a:pt x="32" y="144"/>
                    </a:cubicBezTo>
                    <a:cubicBezTo>
                      <a:pt x="26" y="143"/>
                      <a:pt x="21" y="141"/>
                      <a:pt x="17" y="137"/>
                    </a:cubicBezTo>
                    <a:cubicBezTo>
                      <a:pt x="12" y="134"/>
                      <a:pt x="9" y="129"/>
                      <a:pt x="8" y="123"/>
                    </a:cubicBezTo>
                    <a:cubicBezTo>
                      <a:pt x="3" y="111"/>
                      <a:pt x="1" y="98"/>
                      <a:pt x="1" y="85"/>
                    </a:cubicBezTo>
                    <a:cubicBezTo>
                      <a:pt x="0" y="78"/>
                      <a:pt x="0" y="71"/>
                      <a:pt x="1" y="65"/>
                    </a:cubicBezTo>
                    <a:cubicBezTo>
                      <a:pt x="1" y="59"/>
                      <a:pt x="1" y="53"/>
                      <a:pt x="3" y="48"/>
                    </a:cubicBezTo>
                    <a:cubicBezTo>
                      <a:pt x="4" y="43"/>
                      <a:pt x="8" y="39"/>
                      <a:pt x="12" y="38"/>
                    </a:cubicBezTo>
                    <a:cubicBezTo>
                      <a:pt x="16" y="37"/>
                      <a:pt x="21" y="38"/>
                      <a:pt x="24" y="41"/>
                    </a:cubicBezTo>
                    <a:cubicBezTo>
                      <a:pt x="30" y="44"/>
                      <a:pt x="30" y="53"/>
                      <a:pt x="26" y="58"/>
                    </a:cubicBezTo>
                    <a:cubicBezTo>
                      <a:pt x="26" y="59"/>
                      <a:pt x="26" y="59"/>
                      <a:pt x="26" y="59"/>
                    </a:cubicBezTo>
                    <a:cubicBezTo>
                      <a:pt x="25" y="63"/>
                      <a:pt x="25" y="67"/>
                      <a:pt x="24" y="71"/>
                    </a:cubicBezTo>
                    <a:cubicBezTo>
                      <a:pt x="24" y="76"/>
                      <a:pt x="24" y="81"/>
                      <a:pt x="24" y="87"/>
                    </a:cubicBezTo>
                    <a:cubicBezTo>
                      <a:pt x="25" y="92"/>
                      <a:pt x="25" y="97"/>
                      <a:pt x="26" y="102"/>
                    </a:cubicBezTo>
                    <a:cubicBezTo>
                      <a:pt x="27" y="106"/>
                      <a:pt x="28" y="109"/>
                      <a:pt x="29" y="113"/>
                    </a:cubicBezTo>
                    <a:lnTo>
                      <a:pt x="29" y="112"/>
                    </a:lnTo>
                    <a:cubicBezTo>
                      <a:pt x="29" y="113"/>
                      <a:pt x="29" y="113"/>
                      <a:pt x="29" y="113"/>
                    </a:cubicBezTo>
                    <a:cubicBezTo>
                      <a:pt x="30" y="115"/>
                      <a:pt x="30" y="116"/>
                      <a:pt x="30" y="117"/>
                    </a:cubicBezTo>
                    <a:cubicBezTo>
                      <a:pt x="31" y="118"/>
                      <a:pt x="31" y="118"/>
                      <a:pt x="31" y="118"/>
                    </a:cubicBezTo>
                    <a:cubicBezTo>
                      <a:pt x="32" y="118"/>
                      <a:pt x="32" y="119"/>
                      <a:pt x="32" y="119"/>
                    </a:cubicBezTo>
                    <a:cubicBezTo>
                      <a:pt x="33" y="120"/>
                      <a:pt x="33" y="120"/>
                      <a:pt x="33" y="120"/>
                    </a:cubicBezTo>
                    <a:lnTo>
                      <a:pt x="34" y="120"/>
                    </a:lnTo>
                    <a:lnTo>
                      <a:pt x="35" y="120"/>
                    </a:lnTo>
                    <a:lnTo>
                      <a:pt x="36" y="120"/>
                    </a:lnTo>
                    <a:cubicBezTo>
                      <a:pt x="36" y="120"/>
                      <a:pt x="37" y="120"/>
                      <a:pt x="38" y="120"/>
                    </a:cubicBezTo>
                    <a:cubicBezTo>
                      <a:pt x="40" y="119"/>
                      <a:pt x="42" y="119"/>
                      <a:pt x="43" y="118"/>
                    </a:cubicBezTo>
                    <a:cubicBezTo>
                      <a:pt x="44" y="117"/>
                      <a:pt x="46" y="116"/>
                      <a:pt x="47" y="115"/>
                    </a:cubicBezTo>
                    <a:cubicBezTo>
                      <a:pt x="49" y="114"/>
                      <a:pt x="51" y="112"/>
                      <a:pt x="53" y="111"/>
                    </a:cubicBezTo>
                    <a:cubicBezTo>
                      <a:pt x="55" y="109"/>
                      <a:pt x="57" y="107"/>
                      <a:pt x="59" y="105"/>
                    </a:cubicBezTo>
                    <a:cubicBezTo>
                      <a:pt x="61" y="102"/>
                      <a:pt x="63" y="99"/>
                      <a:pt x="65" y="97"/>
                    </a:cubicBezTo>
                    <a:cubicBezTo>
                      <a:pt x="70" y="90"/>
                      <a:pt x="74" y="83"/>
                      <a:pt x="78" y="76"/>
                    </a:cubicBezTo>
                    <a:cubicBezTo>
                      <a:pt x="80" y="63"/>
                      <a:pt x="83" y="50"/>
                      <a:pt x="87" y="37"/>
                    </a:cubicBezTo>
                    <a:cubicBezTo>
                      <a:pt x="89" y="30"/>
                      <a:pt x="92" y="23"/>
                      <a:pt x="95" y="17"/>
                    </a:cubicBezTo>
                    <a:cubicBezTo>
                      <a:pt x="98" y="11"/>
                      <a:pt x="102" y="4"/>
                      <a:pt x="109" y="2"/>
                    </a:cubicBezTo>
                    <a:cubicBezTo>
                      <a:pt x="114" y="0"/>
                      <a:pt x="121" y="3"/>
                      <a:pt x="124" y="9"/>
                    </a:cubicBezTo>
                    <a:cubicBezTo>
                      <a:pt x="127" y="14"/>
                      <a:pt x="125" y="23"/>
                      <a:pt x="123" y="28"/>
                    </a:cubicBezTo>
                    <a:cubicBezTo>
                      <a:pt x="120" y="35"/>
                      <a:pt x="117" y="42"/>
                      <a:pt x="114" y="49"/>
                    </a:cubicBezTo>
                    <a:cubicBezTo>
                      <a:pt x="112" y="55"/>
                      <a:pt x="109" y="60"/>
                      <a:pt x="107" y="66"/>
                    </a:cubicBezTo>
                    <a:cubicBezTo>
                      <a:pt x="104" y="72"/>
                      <a:pt x="102" y="78"/>
                      <a:pt x="99" y="84"/>
                    </a:cubicBezTo>
                    <a:cubicBezTo>
                      <a:pt x="98" y="85"/>
                      <a:pt x="98" y="87"/>
                      <a:pt x="97" y="89"/>
                    </a:cubicBezTo>
                    <a:lnTo>
                      <a:pt x="97" y="88"/>
                    </a:lnTo>
                    <a:cubicBezTo>
                      <a:pt x="97" y="89"/>
                      <a:pt x="97" y="89"/>
                      <a:pt x="97" y="90"/>
                    </a:cubicBezTo>
                    <a:cubicBezTo>
                      <a:pt x="96" y="99"/>
                      <a:pt x="94" y="108"/>
                      <a:pt x="92" y="118"/>
                    </a:cubicBezTo>
                    <a:cubicBezTo>
                      <a:pt x="93" y="116"/>
                      <a:pt x="94" y="115"/>
                      <a:pt x="95" y="113"/>
                    </a:cubicBezTo>
                    <a:cubicBezTo>
                      <a:pt x="97" y="109"/>
                      <a:pt x="104" y="107"/>
                      <a:pt x="109" y="110"/>
                    </a:cubicBezTo>
                    <a:cubicBezTo>
                      <a:pt x="113" y="112"/>
                      <a:pt x="114" y="119"/>
                      <a:pt x="112" y="123"/>
                    </a:cubicBezTo>
                    <a:cubicBezTo>
                      <a:pt x="103" y="137"/>
                      <a:pt x="95" y="152"/>
                      <a:pt x="86" y="166"/>
                    </a:cubicBezTo>
                    <a:cubicBezTo>
                      <a:pt x="86" y="171"/>
                      <a:pt x="86" y="174"/>
                      <a:pt x="85" y="178"/>
                    </a:cubicBezTo>
                    <a:cubicBezTo>
                      <a:pt x="84" y="203"/>
                      <a:pt x="83" y="227"/>
                      <a:pt x="82" y="252"/>
                    </a:cubicBezTo>
                    <a:cubicBezTo>
                      <a:pt x="82" y="264"/>
                      <a:pt x="82" y="276"/>
                      <a:pt x="82" y="288"/>
                    </a:cubicBezTo>
                    <a:cubicBezTo>
                      <a:pt x="82" y="300"/>
                      <a:pt x="81" y="313"/>
                      <a:pt x="79" y="326"/>
                    </a:cubicBezTo>
                    <a:cubicBezTo>
                      <a:pt x="79" y="331"/>
                      <a:pt x="78" y="338"/>
                      <a:pt x="76" y="343"/>
                    </a:cubicBezTo>
                    <a:cubicBezTo>
                      <a:pt x="74" y="349"/>
                      <a:pt x="70" y="356"/>
                      <a:pt x="63" y="359"/>
                    </a:cubicBezTo>
                    <a:cubicBezTo>
                      <a:pt x="60" y="359"/>
                      <a:pt x="58" y="360"/>
                      <a:pt x="55" y="360"/>
                    </a:cubicBezTo>
                    <a:cubicBezTo>
                      <a:pt x="54" y="360"/>
                      <a:pt x="54" y="360"/>
                      <a:pt x="53" y="3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3" name="Google Shape;4283;p50">
                <a:extLst>
                  <a:ext uri="{FF2B5EF4-FFF2-40B4-BE49-F238E27FC236}">
                    <a16:creationId xmlns:a16="http://schemas.microsoft.com/office/drawing/2014/main" id="{CDFDD210-C3D8-3EF9-5C1F-AA46259E83C3}"/>
                  </a:ext>
                </a:extLst>
              </p:cNvPr>
              <p:cNvSpPr/>
              <p:nvPr/>
            </p:nvSpPr>
            <p:spPr>
              <a:xfrm>
                <a:off x="1354680" y="883080"/>
                <a:ext cx="497160" cy="492480"/>
              </a:xfrm>
              <a:custGeom>
                <a:avLst/>
                <a:gdLst/>
                <a:ahLst/>
                <a:cxnLst/>
                <a:rect l="l" t="t" r="r" b="b"/>
                <a:pathLst>
                  <a:path w="1381" h="1368" extrusionOk="0">
                    <a:moveTo>
                      <a:pt x="1356" y="1363"/>
                    </a:moveTo>
                    <a:cubicBezTo>
                      <a:pt x="1347" y="1354"/>
                      <a:pt x="1338" y="1344"/>
                      <a:pt x="1329" y="1336"/>
                    </a:cubicBezTo>
                    <a:cubicBezTo>
                      <a:pt x="1320" y="1326"/>
                      <a:pt x="1310" y="1316"/>
                      <a:pt x="1300" y="1306"/>
                    </a:cubicBezTo>
                    <a:cubicBezTo>
                      <a:pt x="1280" y="1284"/>
                      <a:pt x="1258" y="1264"/>
                      <a:pt x="1237" y="1243"/>
                    </a:cubicBezTo>
                    <a:cubicBezTo>
                      <a:pt x="1217" y="1223"/>
                      <a:pt x="1196" y="1202"/>
                      <a:pt x="1175" y="1182"/>
                    </a:cubicBezTo>
                    <a:cubicBezTo>
                      <a:pt x="1154" y="1161"/>
                      <a:pt x="1134" y="1140"/>
                      <a:pt x="1113" y="1119"/>
                    </a:cubicBezTo>
                    <a:cubicBezTo>
                      <a:pt x="1072" y="1079"/>
                      <a:pt x="1031" y="1038"/>
                      <a:pt x="991" y="998"/>
                    </a:cubicBezTo>
                    <a:cubicBezTo>
                      <a:pt x="949" y="956"/>
                      <a:pt x="907" y="914"/>
                      <a:pt x="865" y="873"/>
                    </a:cubicBezTo>
                    <a:cubicBezTo>
                      <a:pt x="823" y="831"/>
                      <a:pt x="781" y="789"/>
                      <a:pt x="739" y="748"/>
                    </a:cubicBezTo>
                    <a:cubicBezTo>
                      <a:pt x="697" y="706"/>
                      <a:pt x="656" y="665"/>
                      <a:pt x="614" y="624"/>
                    </a:cubicBezTo>
                    <a:cubicBezTo>
                      <a:pt x="572" y="582"/>
                      <a:pt x="530" y="540"/>
                      <a:pt x="488" y="498"/>
                    </a:cubicBezTo>
                    <a:cubicBezTo>
                      <a:pt x="447" y="458"/>
                      <a:pt x="406" y="417"/>
                      <a:pt x="365" y="377"/>
                    </a:cubicBezTo>
                    <a:cubicBezTo>
                      <a:pt x="322" y="333"/>
                      <a:pt x="278" y="290"/>
                      <a:pt x="234" y="247"/>
                    </a:cubicBezTo>
                    <a:cubicBezTo>
                      <a:pt x="193" y="206"/>
                      <a:pt x="152" y="165"/>
                      <a:pt x="110" y="125"/>
                    </a:cubicBezTo>
                    <a:cubicBezTo>
                      <a:pt x="93" y="108"/>
                      <a:pt x="76" y="90"/>
                      <a:pt x="59" y="74"/>
                    </a:cubicBezTo>
                    <a:cubicBezTo>
                      <a:pt x="49" y="65"/>
                      <a:pt x="39" y="56"/>
                      <a:pt x="30" y="46"/>
                    </a:cubicBezTo>
                    <a:cubicBezTo>
                      <a:pt x="26" y="42"/>
                      <a:pt x="21" y="37"/>
                      <a:pt x="17" y="33"/>
                    </a:cubicBezTo>
                    <a:cubicBezTo>
                      <a:pt x="12" y="29"/>
                      <a:pt x="8" y="26"/>
                      <a:pt x="4" y="22"/>
                    </a:cubicBezTo>
                    <a:cubicBezTo>
                      <a:pt x="0" y="17"/>
                      <a:pt x="0" y="9"/>
                      <a:pt x="4" y="4"/>
                    </a:cubicBezTo>
                    <a:cubicBezTo>
                      <a:pt x="10" y="0"/>
                      <a:pt x="17" y="0"/>
                      <a:pt x="22" y="4"/>
                    </a:cubicBezTo>
                    <a:cubicBezTo>
                      <a:pt x="26" y="8"/>
                      <a:pt x="31" y="13"/>
                      <a:pt x="35" y="18"/>
                    </a:cubicBezTo>
                    <a:cubicBezTo>
                      <a:pt x="41" y="23"/>
                      <a:pt x="47" y="29"/>
                      <a:pt x="53" y="36"/>
                    </a:cubicBezTo>
                    <a:cubicBezTo>
                      <a:pt x="63" y="45"/>
                      <a:pt x="72" y="55"/>
                      <a:pt x="82" y="65"/>
                    </a:cubicBezTo>
                    <a:cubicBezTo>
                      <a:pt x="103" y="87"/>
                      <a:pt x="125" y="109"/>
                      <a:pt x="146" y="130"/>
                    </a:cubicBezTo>
                    <a:cubicBezTo>
                      <a:pt x="187" y="171"/>
                      <a:pt x="228" y="211"/>
                      <a:pt x="269" y="252"/>
                    </a:cubicBezTo>
                    <a:cubicBezTo>
                      <a:pt x="312" y="295"/>
                      <a:pt x="356" y="338"/>
                      <a:pt x="399" y="381"/>
                    </a:cubicBezTo>
                    <a:cubicBezTo>
                      <a:pt x="440" y="421"/>
                      <a:pt x="481" y="462"/>
                      <a:pt x="522" y="502"/>
                    </a:cubicBezTo>
                    <a:cubicBezTo>
                      <a:pt x="564" y="544"/>
                      <a:pt x="606" y="585"/>
                      <a:pt x="648" y="627"/>
                    </a:cubicBezTo>
                    <a:cubicBezTo>
                      <a:pt x="689" y="668"/>
                      <a:pt x="731" y="709"/>
                      <a:pt x="773" y="751"/>
                    </a:cubicBezTo>
                    <a:cubicBezTo>
                      <a:pt x="815" y="792"/>
                      <a:pt x="856" y="833"/>
                      <a:pt x="898" y="875"/>
                    </a:cubicBezTo>
                    <a:cubicBezTo>
                      <a:pt x="940" y="916"/>
                      <a:pt x="981" y="957"/>
                      <a:pt x="1023" y="999"/>
                    </a:cubicBezTo>
                    <a:cubicBezTo>
                      <a:pt x="1065" y="1040"/>
                      <a:pt x="1107" y="1081"/>
                      <a:pt x="1149" y="1122"/>
                    </a:cubicBezTo>
                    <a:cubicBezTo>
                      <a:pt x="1190" y="1163"/>
                      <a:pt x="1231" y="1204"/>
                      <a:pt x="1272" y="1245"/>
                    </a:cubicBezTo>
                    <a:cubicBezTo>
                      <a:pt x="1290" y="1263"/>
                      <a:pt x="1308" y="1280"/>
                      <a:pt x="1326" y="1298"/>
                    </a:cubicBezTo>
                    <a:cubicBezTo>
                      <a:pt x="1334" y="1306"/>
                      <a:pt x="1343" y="1313"/>
                      <a:pt x="1351" y="1321"/>
                    </a:cubicBezTo>
                    <a:cubicBezTo>
                      <a:pt x="1359" y="1329"/>
                      <a:pt x="1367" y="1336"/>
                      <a:pt x="1375" y="1344"/>
                    </a:cubicBezTo>
                    <a:cubicBezTo>
                      <a:pt x="1380" y="1349"/>
                      <a:pt x="1380" y="1358"/>
                      <a:pt x="1375" y="1363"/>
                    </a:cubicBezTo>
                    <a:cubicBezTo>
                      <a:pt x="1372" y="1365"/>
                      <a:pt x="1369" y="1367"/>
                      <a:pt x="1365" y="1367"/>
                    </a:cubicBezTo>
                    <a:cubicBezTo>
                      <a:pt x="1362" y="1367"/>
                      <a:pt x="1358" y="1365"/>
                      <a:pt x="1356" y="13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4" name="Google Shape;4284;p50">
                <a:extLst>
                  <a:ext uri="{FF2B5EF4-FFF2-40B4-BE49-F238E27FC236}">
                    <a16:creationId xmlns:a16="http://schemas.microsoft.com/office/drawing/2014/main" id="{DBC88F58-3B25-6E5A-378A-B7A3F6C9B714}"/>
                  </a:ext>
                </a:extLst>
              </p:cNvPr>
              <p:cNvSpPr/>
              <p:nvPr/>
            </p:nvSpPr>
            <p:spPr>
              <a:xfrm>
                <a:off x="1398960" y="994680"/>
                <a:ext cx="36000" cy="65520"/>
              </a:xfrm>
              <a:custGeom>
                <a:avLst/>
                <a:gdLst/>
                <a:ahLst/>
                <a:cxnLst/>
                <a:rect l="l" t="t" r="r" b="b"/>
                <a:pathLst>
                  <a:path w="100" h="182" extrusionOk="0">
                    <a:moveTo>
                      <a:pt x="44" y="181"/>
                    </a:moveTo>
                    <a:cubicBezTo>
                      <a:pt x="37" y="180"/>
                      <a:pt x="32" y="173"/>
                      <a:pt x="33" y="167"/>
                    </a:cubicBezTo>
                    <a:cubicBezTo>
                      <a:pt x="36" y="154"/>
                      <a:pt x="39" y="141"/>
                      <a:pt x="41" y="128"/>
                    </a:cubicBezTo>
                    <a:cubicBezTo>
                      <a:pt x="44" y="116"/>
                      <a:pt x="46" y="104"/>
                      <a:pt x="49" y="92"/>
                    </a:cubicBezTo>
                    <a:cubicBezTo>
                      <a:pt x="51" y="84"/>
                      <a:pt x="54" y="75"/>
                      <a:pt x="56" y="67"/>
                    </a:cubicBezTo>
                    <a:cubicBezTo>
                      <a:pt x="53" y="71"/>
                      <a:pt x="49" y="75"/>
                      <a:pt x="46" y="78"/>
                    </a:cubicBezTo>
                    <a:cubicBezTo>
                      <a:pt x="41" y="83"/>
                      <a:pt x="36" y="88"/>
                      <a:pt x="32" y="93"/>
                    </a:cubicBezTo>
                    <a:cubicBezTo>
                      <a:pt x="30" y="95"/>
                      <a:pt x="28" y="97"/>
                      <a:pt x="26" y="99"/>
                    </a:cubicBezTo>
                    <a:cubicBezTo>
                      <a:pt x="25" y="100"/>
                      <a:pt x="23" y="102"/>
                      <a:pt x="22" y="103"/>
                    </a:cubicBezTo>
                    <a:cubicBezTo>
                      <a:pt x="19" y="105"/>
                      <a:pt x="15" y="106"/>
                      <a:pt x="12" y="106"/>
                    </a:cubicBezTo>
                    <a:cubicBezTo>
                      <a:pt x="8" y="105"/>
                      <a:pt x="4" y="102"/>
                      <a:pt x="2" y="98"/>
                    </a:cubicBezTo>
                    <a:cubicBezTo>
                      <a:pt x="0" y="92"/>
                      <a:pt x="2" y="86"/>
                      <a:pt x="8" y="82"/>
                    </a:cubicBezTo>
                    <a:cubicBezTo>
                      <a:pt x="8" y="82"/>
                      <a:pt x="9" y="82"/>
                      <a:pt x="9" y="81"/>
                    </a:cubicBezTo>
                    <a:cubicBezTo>
                      <a:pt x="24" y="67"/>
                      <a:pt x="38" y="53"/>
                      <a:pt x="51" y="38"/>
                    </a:cubicBezTo>
                    <a:cubicBezTo>
                      <a:pt x="58" y="30"/>
                      <a:pt x="64" y="23"/>
                      <a:pt x="69" y="15"/>
                    </a:cubicBezTo>
                    <a:cubicBezTo>
                      <a:pt x="72" y="11"/>
                      <a:pt x="75" y="6"/>
                      <a:pt x="78" y="4"/>
                    </a:cubicBezTo>
                    <a:cubicBezTo>
                      <a:pt x="83" y="1"/>
                      <a:pt x="88" y="0"/>
                      <a:pt x="92" y="2"/>
                    </a:cubicBezTo>
                    <a:cubicBezTo>
                      <a:pt x="96" y="5"/>
                      <a:pt x="99" y="10"/>
                      <a:pt x="98" y="15"/>
                    </a:cubicBezTo>
                    <a:cubicBezTo>
                      <a:pt x="97" y="20"/>
                      <a:pt x="95" y="25"/>
                      <a:pt x="93" y="30"/>
                    </a:cubicBezTo>
                    <a:cubicBezTo>
                      <a:pt x="91" y="35"/>
                      <a:pt x="89" y="39"/>
                      <a:pt x="88" y="44"/>
                    </a:cubicBezTo>
                    <a:cubicBezTo>
                      <a:pt x="79" y="70"/>
                      <a:pt x="71" y="96"/>
                      <a:pt x="65" y="123"/>
                    </a:cubicBezTo>
                    <a:cubicBezTo>
                      <a:pt x="62" y="139"/>
                      <a:pt x="60" y="155"/>
                      <a:pt x="58" y="170"/>
                    </a:cubicBezTo>
                    <a:cubicBezTo>
                      <a:pt x="57" y="176"/>
                      <a:pt x="51" y="181"/>
                      <a:pt x="46" y="181"/>
                    </a:cubicBezTo>
                    <a:cubicBezTo>
                      <a:pt x="45" y="181"/>
                      <a:pt x="44" y="181"/>
                      <a:pt x="44" y="1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5" name="Google Shape;4285;p50">
                <a:extLst>
                  <a:ext uri="{FF2B5EF4-FFF2-40B4-BE49-F238E27FC236}">
                    <a16:creationId xmlns:a16="http://schemas.microsoft.com/office/drawing/2014/main" id="{70209446-B14F-2FAF-914C-312B9DD0D17B}"/>
                  </a:ext>
                </a:extLst>
              </p:cNvPr>
              <p:cNvSpPr/>
              <p:nvPr/>
            </p:nvSpPr>
            <p:spPr>
              <a:xfrm>
                <a:off x="1705680" y="1290240"/>
                <a:ext cx="30600" cy="57600"/>
              </a:xfrm>
              <a:custGeom>
                <a:avLst/>
                <a:gdLst/>
                <a:ahLst/>
                <a:cxnLst/>
                <a:rect l="l" t="t" r="r" b="b"/>
                <a:pathLst>
                  <a:path w="85" h="160" extrusionOk="0">
                    <a:moveTo>
                      <a:pt x="26" y="159"/>
                    </a:moveTo>
                    <a:cubicBezTo>
                      <a:pt x="19" y="157"/>
                      <a:pt x="15" y="149"/>
                      <a:pt x="18" y="142"/>
                    </a:cubicBezTo>
                    <a:cubicBezTo>
                      <a:pt x="21" y="133"/>
                      <a:pt x="24" y="124"/>
                      <a:pt x="28" y="114"/>
                    </a:cubicBezTo>
                    <a:cubicBezTo>
                      <a:pt x="33" y="98"/>
                      <a:pt x="39" y="82"/>
                      <a:pt x="44" y="66"/>
                    </a:cubicBezTo>
                    <a:cubicBezTo>
                      <a:pt x="45" y="65"/>
                      <a:pt x="45" y="63"/>
                      <a:pt x="45" y="62"/>
                    </a:cubicBezTo>
                    <a:cubicBezTo>
                      <a:pt x="44" y="63"/>
                      <a:pt x="44" y="64"/>
                      <a:pt x="42" y="65"/>
                    </a:cubicBezTo>
                    <a:cubicBezTo>
                      <a:pt x="36" y="72"/>
                      <a:pt x="29" y="80"/>
                      <a:pt x="23" y="87"/>
                    </a:cubicBezTo>
                    <a:cubicBezTo>
                      <a:pt x="17" y="92"/>
                      <a:pt x="9" y="92"/>
                      <a:pt x="5" y="87"/>
                    </a:cubicBezTo>
                    <a:cubicBezTo>
                      <a:pt x="0" y="82"/>
                      <a:pt x="0" y="74"/>
                      <a:pt x="5" y="69"/>
                    </a:cubicBezTo>
                    <a:cubicBezTo>
                      <a:pt x="18" y="56"/>
                      <a:pt x="31" y="43"/>
                      <a:pt x="44" y="29"/>
                    </a:cubicBezTo>
                    <a:cubicBezTo>
                      <a:pt x="47" y="25"/>
                      <a:pt x="49" y="22"/>
                      <a:pt x="52" y="19"/>
                    </a:cubicBezTo>
                    <a:cubicBezTo>
                      <a:pt x="54" y="16"/>
                      <a:pt x="55" y="15"/>
                      <a:pt x="57" y="12"/>
                    </a:cubicBezTo>
                    <a:cubicBezTo>
                      <a:pt x="58" y="11"/>
                      <a:pt x="59" y="9"/>
                      <a:pt x="61" y="8"/>
                    </a:cubicBezTo>
                    <a:cubicBezTo>
                      <a:pt x="62" y="6"/>
                      <a:pt x="65" y="5"/>
                      <a:pt x="67" y="4"/>
                    </a:cubicBezTo>
                    <a:cubicBezTo>
                      <a:pt x="74" y="0"/>
                      <a:pt x="83" y="6"/>
                      <a:pt x="84" y="13"/>
                    </a:cubicBezTo>
                    <a:cubicBezTo>
                      <a:pt x="84" y="16"/>
                      <a:pt x="84" y="19"/>
                      <a:pt x="83" y="22"/>
                    </a:cubicBezTo>
                    <a:cubicBezTo>
                      <a:pt x="83" y="23"/>
                      <a:pt x="82" y="25"/>
                      <a:pt x="82" y="27"/>
                    </a:cubicBezTo>
                    <a:cubicBezTo>
                      <a:pt x="80" y="30"/>
                      <a:pt x="80" y="32"/>
                      <a:pt x="79" y="35"/>
                    </a:cubicBezTo>
                    <a:cubicBezTo>
                      <a:pt x="79" y="34"/>
                      <a:pt x="79" y="34"/>
                      <a:pt x="79" y="34"/>
                    </a:cubicBezTo>
                    <a:lnTo>
                      <a:pt x="79" y="35"/>
                    </a:lnTo>
                    <a:cubicBezTo>
                      <a:pt x="79" y="36"/>
                      <a:pt x="79" y="36"/>
                      <a:pt x="78" y="36"/>
                    </a:cubicBezTo>
                    <a:cubicBezTo>
                      <a:pt x="79" y="36"/>
                      <a:pt x="79" y="36"/>
                      <a:pt x="79" y="36"/>
                    </a:cubicBezTo>
                    <a:lnTo>
                      <a:pt x="79" y="35"/>
                    </a:lnTo>
                    <a:cubicBezTo>
                      <a:pt x="79" y="36"/>
                      <a:pt x="79" y="36"/>
                      <a:pt x="79" y="36"/>
                    </a:cubicBezTo>
                    <a:cubicBezTo>
                      <a:pt x="79" y="35"/>
                      <a:pt x="79" y="35"/>
                      <a:pt x="79" y="35"/>
                    </a:cubicBezTo>
                    <a:lnTo>
                      <a:pt x="79" y="36"/>
                    </a:lnTo>
                    <a:cubicBezTo>
                      <a:pt x="78" y="36"/>
                      <a:pt x="78" y="36"/>
                      <a:pt x="78" y="36"/>
                    </a:cubicBezTo>
                    <a:cubicBezTo>
                      <a:pt x="72" y="55"/>
                      <a:pt x="65" y="74"/>
                      <a:pt x="59" y="93"/>
                    </a:cubicBezTo>
                    <a:cubicBezTo>
                      <a:pt x="52" y="112"/>
                      <a:pt x="47" y="131"/>
                      <a:pt x="41" y="150"/>
                    </a:cubicBezTo>
                    <a:cubicBezTo>
                      <a:pt x="39" y="156"/>
                      <a:pt x="34" y="159"/>
                      <a:pt x="29" y="159"/>
                    </a:cubicBezTo>
                    <a:cubicBezTo>
                      <a:pt x="28" y="159"/>
                      <a:pt x="27" y="159"/>
                      <a:pt x="26" y="15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6" name="Google Shape;4286;p50">
                <a:extLst>
                  <a:ext uri="{FF2B5EF4-FFF2-40B4-BE49-F238E27FC236}">
                    <a16:creationId xmlns:a16="http://schemas.microsoft.com/office/drawing/2014/main" id="{0621257C-A8DF-0154-52CF-0749F93BE3D8}"/>
                  </a:ext>
                </a:extLst>
              </p:cNvPr>
              <p:cNvSpPr/>
              <p:nvPr/>
            </p:nvSpPr>
            <p:spPr>
              <a:xfrm>
                <a:off x="1400040" y="1305000"/>
                <a:ext cx="4140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120" extrusionOk="0">
                    <a:moveTo>
                      <a:pt x="62" y="96"/>
                    </a:moveTo>
                    <a:cubicBezTo>
                      <a:pt x="63" y="96"/>
                      <a:pt x="64" y="96"/>
                      <a:pt x="65" y="96"/>
                    </a:cubicBezTo>
                    <a:cubicBezTo>
                      <a:pt x="66" y="95"/>
                      <a:pt x="66" y="95"/>
                      <a:pt x="67" y="95"/>
                    </a:cubicBezTo>
                    <a:cubicBezTo>
                      <a:pt x="68" y="94"/>
                      <a:pt x="68" y="94"/>
                      <a:pt x="69" y="94"/>
                    </a:cubicBezTo>
                    <a:cubicBezTo>
                      <a:pt x="69" y="94"/>
                      <a:pt x="70" y="93"/>
                      <a:pt x="71" y="93"/>
                    </a:cubicBezTo>
                    <a:cubicBezTo>
                      <a:pt x="73" y="91"/>
                      <a:pt x="75" y="90"/>
                      <a:pt x="76" y="89"/>
                    </a:cubicBezTo>
                    <a:cubicBezTo>
                      <a:pt x="78" y="87"/>
                      <a:pt x="79" y="86"/>
                      <a:pt x="80" y="84"/>
                    </a:cubicBezTo>
                    <a:cubicBezTo>
                      <a:pt x="82" y="82"/>
                      <a:pt x="84" y="80"/>
                      <a:pt x="86" y="77"/>
                    </a:cubicBezTo>
                    <a:cubicBezTo>
                      <a:pt x="87" y="76"/>
                      <a:pt x="87" y="75"/>
                      <a:pt x="88" y="74"/>
                    </a:cubicBezTo>
                    <a:cubicBezTo>
                      <a:pt x="89" y="73"/>
                      <a:pt x="89" y="71"/>
                      <a:pt x="90" y="70"/>
                    </a:cubicBezTo>
                    <a:cubicBezTo>
                      <a:pt x="90" y="68"/>
                      <a:pt x="90" y="67"/>
                      <a:pt x="91" y="66"/>
                    </a:cubicBezTo>
                    <a:cubicBezTo>
                      <a:pt x="91" y="65"/>
                      <a:pt x="91" y="64"/>
                      <a:pt x="91" y="62"/>
                    </a:cubicBezTo>
                    <a:cubicBezTo>
                      <a:pt x="91" y="63"/>
                      <a:pt x="91" y="64"/>
                      <a:pt x="91" y="64"/>
                    </a:cubicBezTo>
                    <a:cubicBezTo>
                      <a:pt x="91" y="63"/>
                      <a:pt x="91" y="62"/>
                      <a:pt x="91" y="61"/>
                    </a:cubicBezTo>
                    <a:cubicBezTo>
                      <a:pt x="91" y="59"/>
                      <a:pt x="90" y="57"/>
                      <a:pt x="90" y="55"/>
                    </a:cubicBezTo>
                    <a:cubicBezTo>
                      <a:pt x="90" y="54"/>
                      <a:pt x="90" y="53"/>
                      <a:pt x="89" y="52"/>
                    </a:cubicBezTo>
                    <a:cubicBezTo>
                      <a:pt x="89" y="50"/>
                      <a:pt x="87" y="48"/>
                      <a:pt x="87" y="45"/>
                    </a:cubicBezTo>
                    <a:cubicBezTo>
                      <a:pt x="86" y="44"/>
                      <a:pt x="85" y="43"/>
                      <a:pt x="84" y="41"/>
                    </a:cubicBezTo>
                    <a:lnTo>
                      <a:pt x="83" y="40"/>
                    </a:lnTo>
                    <a:cubicBezTo>
                      <a:pt x="82" y="38"/>
                      <a:pt x="80" y="37"/>
                      <a:pt x="78" y="36"/>
                    </a:cubicBezTo>
                    <a:cubicBezTo>
                      <a:pt x="79" y="36"/>
                      <a:pt x="79" y="36"/>
                      <a:pt x="79" y="37"/>
                    </a:cubicBezTo>
                    <a:cubicBezTo>
                      <a:pt x="79" y="36"/>
                      <a:pt x="78" y="35"/>
                      <a:pt x="76" y="34"/>
                    </a:cubicBezTo>
                    <a:lnTo>
                      <a:pt x="75" y="33"/>
                    </a:lnTo>
                    <a:lnTo>
                      <a:pt x="74" y="33"/>
                    </a:lnTo>
                    <a:lnTo>
                      <a:pt x="75" y="33"/>
                    </a:lnTo>
                    <a:cubicBezTo>
                      <a:pt x="74" y="33"/>
                      <a:pt x="73" y="32"/>
                      <a:pt x="72" y="32"/>
                    </a:cubicBezTo>
                    <a:cubicBezTo>
                      <a:pt x="71" y="31"/>
                      <a:pt x="69" y="31"/>
                      <a:pt x="68" y="31"/>
                    </a:cubicBezTo>
                    <a:cubicBezTo>
                      <a:pt x="66" y="30"/>
                      <a:pt x="65" y="30"/>
                      <a:pt x="64" y="30"/>
                    </a:cubicBezTo>
                    <a:cubicBezTo>
                      <a:pt x="61" y="30"/>
                      <a:pt x="58" y="30"/>
                      <a:pt x="55" y="30"/>
                    </a:cubicBezTo>
                    <a:cubicBezTo>
                      <a:pt x="49" y="31"/>
                      <a:pt x="43" y="31"/>
                      <a:pt x="37" y="33"/>
                    </a:cubicBezTo>
                    <a:cubicBezTo>
                      <a:pt x="37" y="33"/>
                      <a:pt x="38" y="32"/>
                      <a:pt x="39" y="32"/>
                    </a:cubicBezTo>
                    <a:cubicBezTo>
                      <a:pt x="38" y="33"/>
                      <a:pt x="37" y="33"/>
                      <a:pt x="36" y="33"/>
                    </a:cubicBezTo>
                    <a:cubicBezTo>
                      <a:pt x="36" y="34"/>
                      <a:pt x="35" y="36"/>
                      <a:pt x="34" y="37"/>
                    </a:cubicBezTo>
                    <a:cubicBezTo>
                      <a:pt x="32" y="41"/>
                      <a:pt x="30" y="46"/>
                      <a:pt x="28" y="51"/>
                    </a:cubicBezTo>
                    <a:cubicBezTo>
                      <a:pt x="27" y="54"/>
                      <a:pt x="26" y="57"/>
                      <a:pt x="26" y="60"/>
                    </a:cubicBezTo>
                    <a:cubicBezTo>
                      <a:pt x="25" y="62"/>
                      <a:pt x="25" y="64"/>
                      <a:pt x="25" y="65"/>
                    </a:cubicBezTo>
                    <a:cubicBezTo>
                      <a:pt x="25" y="66"/>
                      <a:pt x="25" y="66"/>
                      <a:pt x="25" y="68"/>
                    </a:cubicBezTo>
                    <a:cubicBezTo>
                      <a:pt x="25" y="69"/>
                      <a:pt x="25" y="70"/>
                      <a:pt x="25" y="72"/>
                    </a:cubicBezTo>
                    <a:cubicBezTo>
                      <a:pt x="26" y="72"/>
                      <a:pt x="26" y="73"/>
                      <a:pt x="26" y="74"/>
                    </a:cubicBezTo>
                    <a:cubicBezTo>
                      <a:pt x="27" y="76"/>
                      <a:pt x="27" y="77"/>
                      <a:pt x="28" y="78"/>
                    </a:cubicBezTo>
                    <a:cubicBezTo>
                      <a:pt x="29" y="80"/>
                      <a:pt x="29" y="81"/>
                      <a:pt x="30" y="82"/>
                    </a:cubicBezTo>
                    <a:cubicBezTo>
                      <a:pt x="31" y="84"/>
                      <a:pt x="32" y="85"/>
                      <a:pt x="33" y="86"/>
                    </a:cubicBezTo>
                    <a:cubicBezTo>
                      <a:pt x="34" y="87"/>
                      <a:pt x="35" y="88"/>
                      <a:pt x="36" y="89"/>
                    </a:cubicBezTo>
                    <a:cubicBezTo>
                      <a:pt x="36" y="89"/>
                      <a:pt x="37" y="89"/>
                      <a:pt x="37" y="90"/>
                    </a:cubicBezTo>
                    <a:cubicBezTo>
                      <a:pt x="37" y="90"/>
                      <a:pt x="38" y="90"/>
                      <a:pt x="39" y="91"/>
                    </a:cubicBezTo>
                    <a:cubicBezTo>
                      <a:pt x="40" y="91"/>
                      <a:pt x="42" y="92"/>
                      <a:pt x="44" y="93"/>
                    </a:cubicBezTo>
                    <a:cubicBezTo>
                      <a:pt x="45" y="93"/>
                      <a:pt x="47" y="94"/>
                      <a:pt x="48" y="94"/>
                    </a:cubicBezTo>
                    <a:cubicBezTo>
                      <a:pt x="52" y="95"/>
                      <a:pt x="56" y="96"/>
                      <a:pt x="59" y="96"/>
                    </a:cubicBezTo>
                    <a:cubicBezTo>
                      <a:pt x="61" y="96"/>
                      <a:pt x="61" y="96"/>
                      <a:pt x="62" y="96"/>
                    </a:cubicBezTo>
                    <a:moveTo>
                      <a:pt x="50" y="118"/>
                    </a:moveTo>
                    <a:cubicBezTo>
                      <a:pt x="46" y="118"/>
                      <a:pt x="42" y="117"/>
                      <a:pt x="39" y="116"/>
                    </a:cubicBezTo>
                    <a:cubicBezTo>
                      <a:pt x="30" y="114"/>
                      <a:pt x="23" y="110"/>
                      <a:pt x="18" y="104"/>
                    </a:cubicBezTo>
                    <a:cubicBezTo>
                      <a:pt x="6" y="94"/>
                      <a:pt x="0" y="77"/>
                      <a:pt x="1" y="62"/>
                    </a:cubicBezTo>
                    <a:cubicBezTo>
                      <a:pt x="2" y="54"/>
                      <a:pt x="5" y="47"/>
                      <a:pt x="7" y="38"/>
                    </a:cubicBezTo>
                    <a:cubicBezTo>
                      <a:pt x="9" y="35"/>
                      <a:pt x="10" y="31"/>
                      <a:pt x="12" y="27"/>
                    </a:cubicBezTo>
                    <a:cubicBezTo>
                      <a:pt x="10" y="21"/>
                      <a:pt x="13" y="15"/>
                      <a:pt x="20" y="13"/>
                    </a:cubicBezTo>
                    <a:cubicBezTo>
                      <a:pt x="23" y="10"/>
                      <a:pt x="25" y="7"/>
                      <a:pt x="27" y="5"/>
                    </a:cubicBezTo>
                    <a:cubicBezTo>
                      <a:pt x="33" y="1"/>
                      <a:pt x="40" y="0"/>
                      <a:pt x="45" y="5"/>
                    </a:cubicBezTo>
                    <a:cubicBezTo>
                      <a:pt x="46" y="6"/>
                      <a:pt x="47" y="6"/>
                      <a:pt x="47" y="8"/>
                    </a:cubicBezTo>
                    <a:cubicBezTo>
                      <a:pt x="61" y="6"/>
                      <a:pt x="77" y="7"/>
                      <a:pt x="89" y="15"/>
                    </a:cubicBezTo>
                    <a:cubicBezTo>
                      <a:pt x="101" y="23"/>
                      <a:pt x="110" y="37"/>
                      <a:pt x="113" y="51"/>
                    </a:cubicBezTo>
                    <a:cubicBezTo>
                      <a:pt x="114" y="59"/>
                      <a:pt x="114" y="67"/>
                      <a:pt x="113" y="75"/>
                    </a:cubicBezTo>
                    <a:cubicBezTo>
                      <a:pt x="110" y="83"/>
                      <a:pt x="105" y="91"/>
                      <a:pt x="100" y="97"/>
                    </a:cubicBezTo>
                    <a:cubicBezTo>
                      <a:pt x="95" y="103"/>
                      <a:pt x="90" y="108"/>
                      <a:pt x="83" y="112"/>
                    </a:cubicBezTo>
                    <a:cubicBezTo>
                      <a:pt x="80" y="114"/>
                      <a:pt x="78" y="116"/>
                      <a:pt x="74" y="117"/>
                    </a:cubicBezTo>
                    <a:cubicBezTo>
                      <a:pt x="70" y="118"/>
                      <a:pt x="66" y="119"/>
                      <a:pt x="61" y="119"/>
                    </a:cubicBezTo>
                    <a:cubicBezTo>
                      <a:pt x="61" y="119"/>
                      <a:pt x="60" y="119"/>
                      <a:pt x="59" y="119"/>
                    </a:cubicBezTo>
                    <a:cubicBezTo>
                      <a:pt x="57" y="119"/>
                      <a:pt x="53" y="119"/>
                      <a:pt x="50" y="11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7" name="Google Shape;4287;p50">
                <a:extLst>
                  <a:ext uri="{FF2B5EF4-FFF2-40B4-BE49-F238E27FC236}">
                    <a16:creationId xmlns:a16="http://schemas.microsoft.com/office/drawing/2014/main" id="{FC142011-BCF7-D55C-125B-671C88CF178B}"/>
                  </a:ext>
                </a:extLst>
              </p:cNvPr>
              <p:cNvSpPr/>
              <p:nvPr/>
            </p:nvSpPr>
            <p:spPr>
              <a:xfrm>
                <a:off x="1547640" y="993600"/>
                <a:ext cx="10800" cy="40320"/>
              </a:xfrm>
              <a:custGeom>
                <a:avLst/>
                <a:gdLst/>
                <a:ahLst/>
                <a:cxnLst/>
                <a:rect l="l" t="t" r="r" b="b"/>
                <a:pathLst>
                  <a:path w="30" h="112" extrusionOk="0">
                    <a:moveTo>
                      <a:pt x="4" y="99"/>
                    </a:moveTo>
                    <a:cubicBezTo>
                      <a:pt x="4" y="85"/>
                      <a:pt x="3" y="71"/>
                      <a:pt x="3" y="57"/>
                    </a:cubicBezTo>
                    <a:cubicBezTo>
                      <a:pt x="3" y="50"/>
                      <a:pt x="3" y="43"/>
                      <a:pt x="3" y="36"/>
                    </a:cubicBezTo>
                    <a:cubicBezTo>
                      <a:pt x="3" y="31"/>
                      <a:pt x="3" y="25"/>
                      <a:pt x="3" y="19"/>
                    </a:cubicBezTo>
                    <a:cubicBezTo>
                      <a:pt x="0" y="12"/>
                      <a:pt x="4" y="4"/>
                      <a:pt x="11" y="2"/>
                    </a:cubicBezTo>
                    <a:cubicBezTo>
                      <a:pt x="17" y="0"/>
                      <a:pt x="23" y="3"/>
                      <a:pt x="26" y="8"/>
                    </a:cubicBezTo>
                    <a:cubicBezTo>
                      <a:pt x="29" y="12"/>
                      <a:pt x="28" y="19"/>
                      <a:pt x="28" y="24"/>
                    </a:cubicBezTo>
                    <a:cubicBezTo>
                      <a:pt x="27" y="31"/>
                      <a:pt x="27" y="38"/>
                      <a:pt x="26" y="45"/>
                    </a:cubicBezTo>
                    <a:cubicBezTo>
                      <a:pt x="26" y="58"/>
                      <a:pt x="26" y="72"/>
                      <a:pt x="28" y="86"/>
                    </a:cubicBezTo>
                    <a:cubicBezTo>
                      <a:pt x="27" y="85"/>
                      <a:pt x="27" y="85"/>
                      <a:pt x="27" y="85"/>
                    </a:cubicBezTo>
                    <a:cubicBezTo>
                      <a:pt x="28" y="89"/>
                      <a:pt x="28" y="93"/>
                      <a:pt x="28" y="98"/>
                    </a:cubicBezTo>
                    <a:cubicBezTo>
                      <a:pt x="29" y="104"/>
                      <a:pt x="25" y="110"/>
                      <a:pt x="18" y="111"/>
                    </a:cubicBezTo>
                    <a:cubicBezTo>
                      <a:pt x="17" y="111"/>
                      <a:pt x="17" y="111"/>
                      <a:pt x="17" y="111"/>
                    </a:cubicBezTo>
                    <a:cubicBezTo>
                      <a:pt x="10" y="111"/>
                      <a:pt x="5" y="106"/>
                      <a:pt x="4" y="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8" name="Google Shape;4288;p50">
                <a:extLst>
                  <a:ext uri="{FF2B5EF4-FFF2-40B4-BE49-F238E27FC236}">
                    <a16:creationId xmlns:a16="http://schemas.microsoft.com/office/drawing/2014/main" id="{D2841748-6673-5131-A29B-7CD838335446}"/>
                  </a:ext>
                </a:extLst>
              </p:cNvPr>
              <p:cNvSpPr/>
              <p:nvPr/>
            </p:nvSpPr>
            <p:spPr>
              <a:xfrm>
                <a:off x="1523160" y="1015200"/>
                <a:ext cx="69120" cy="15480"/>
              </a:xfrm>
              <a:custGeom>
                <a:avLst/>
                <a:gdLst/>
                <a:ahLst/>
                <a:cxnLst/>
                <a:rect l="l" t="t" r="r" b="b"/>
                <a:pathLst>
                  <a:path w="192" h="43" extrusionOk="0">
                    <a:moveTo>
                      <a:pt x="1" y="32"/>
                    </a:moveTo>
                    <a:cubicBezTo>
                      <a:pt x="0" y="25"/>
                      <a:pt x="5" y="19"/>
                      <a:pt x="12" y="18"/>
                    </a:cubicBezTo>
                    <a:cubicBezTo>
                      <a:pt x="26" y="17"/>
                      <a:pt x="40" y="16"/>
                      <a:pt x="54" y="14"/>
                    </a:cubicBezTo>
                    <a:cubicBezTo>
                      <a:pt x="68" y="13"/>
                      <a:pt x="82" y="11"/>
                      <a:pt x="96" y="10"/>
                    </a:cubicBezTo>
                    <a:cubicBezTo>
                      <a:pt x="108" y="8"/>
                      <a:pt x="121" y="6"/>
                      <a:pt x="135" y="5"/>
                    </a:cubicBezTo>
                    <a:cubicBezTo>
                      <a:pt x="149" y="3"/>
                      <a:pt x="166" y="0"/>
                      <a:pt x="180" y="4"/>
                    </a:cubicBezTo>
                    <a:cubicBezTo>
                      <a:pt x="181" y="4"/>
                      <a:pt x="181" y="4"/>
                      <a:pt x="181" y="4"/>
                    </a:cubicBezTo>
                    <a:cubicBezTo>
                      <a:pt x="187" y="5"/>
                      <a:pt x="191" y="12"/>
                      <a:pt x="189" y="19"/>
                    </a:cubicBezTo>
                    <a:cubicBezTo>
                      <a:pt x="188" y="26"/>
                      <a:pt x="181" y="31"/>
                      <a:pt x="174" y="28"/>
                    </a:cubicBezTo>
                    <a:cubicBezTo>
                      <a:pt x="173" y="28"/>
                      <a:pt x="172" y="28"/>
                      <a:pt x="171" y="27"/>
                    </a:cubicBezTo>
                    <a:cubicBezTo>
                      <a:pt x="168" y="27"/>
                      <a:pt x="166" y="26"/>
                      <a:pt x="164" y="26"/>
                    </a:cubicBezTo>
                    <a:cubicBezTo>
                      <a:pt x="160" y="26"/>
                      <a:pt x="156" y="26"/>
                      <a:pt x="153" y="26"/>
                    </a:cubicBezTo>
                    <a:cubicBezTo>
                      <a:pt x="130" y="29"/>
                      <a:pt x="107" y="32"/>
                      <a:pt x="85" y="34"/>
                    </a:cubicBezTo>
                    <a:cubicBezTo>
                      <a:pt x="61" y="37"/>
                      <a:pt x="38" y="39"/>
                      <a:pt x="15" y="42"/>
                    </a:cubicBezTo>
                    <a:cubicBezTo>
                      <a:pt x="14" y="42"/>
                      <a:pt x="13" y="42"/>
                      <a:pt x="13" y="42"/>
                    </a:cubicBezTo>
                    <a:cubicBezTo>
                      <a:pt x="7" y="42"/>
                      <a:pt x="2" y="38"/>
                      <a:pt x="1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9" name="Google Shape;4289;p50">
                <a:extLst>
                  <a:ext uri="{FF2B5EF4-FFF2-40B4-BE49-F238E27FC236}">
                    <a16:creationId xmlns:a16="http://schemas.microsoft.com/office/drawing/2014/main" id="{BF3BB581-D80C-196F-CEDA-7D66337548E1}"/>
                  </a:ext>
                </a:extLst>
              </p:cNvPr>
              <p:cNvSpPr/>
              <p:nvPr/>
            </p:nvSpPr>
            <p:spPr>
              <a:xfrm>
                <a:off x="1568880" y="1037160"/>
                <a:ext cx="34920" cy="29520"/>
              </a:xfrm>
              <a:custGeom>
                <a:avLst/>
                <a:gdLst/>
                <a:ahLst/>
                <a:cxnLst/>
                <a:rect l="l" t="t" r="r" b="b"/>
                <a:pathLst>
                  <a:path w="97" h="82" extrusionOk="0">
                    <a:moveTo>
                      <a:pt x="77" y="79"/>
                    </a:moveTo>
                    <a:cubicBezTo>
                      <a:pt x="62" y="70"/>
                      <a:pt x="47" y="60"/>
                      <a:pt x="33" y="50"/>
                    </a:cubicBezTo>
                    <a:cubicBezTo>
                      <a:pt x="27" y="45"/>
                      <a:pt x="21" y="41"/>
                      <a:pt x="15" y="36"/>
                    </a:cubicBezTo>
                    <a:cubicBezTo>
                      <a:pt x="11" y="32"/>
                      <a:pt x="7" y="29"/>
                      <a:pt x="3" y="25"/>
                    </a:cubicBezTo>
                    <a:cubicBezTo>
                      <a:pt x="2" y="23"/>
                      <a:pt x="1" y="21"/>
                      <a:pt x="0" y="19"/>
                    </a:cubicBezTo>
                    <a:cubicBezTo>
                      <a:pt x="0" y="17"/>
                      <a:pt x="0" y="16"/>
                      <a:pt x="0" y="14"/>
                    </a:cubicBezTo>
                    <a:cubicBezTo>
                      <a:pt x="0" y="10"/>
                      <a:pt x="2" y="7"/>
                      <a:pt x="5" y="5"/>
                    </a:cubicBezTo>
                    <a:cubicBezTo>
                      <a:pt x="11" y="0"/>
                      <a:pt x="20" y="3"/>
                      <a:pt x="23" y="9"/>
                    </a:cubicBezTo>
                    <a:cubicBezTo>
                      <a:pt x="24" y="10"/>
                      <a:pt x="24" y="10"/>
                      <a:pt x="25" y="11"/>
                    </a:cubicBezTo>
                    <a:cubicBezTo>
                      <a:pt x="30" y="16"/>
                      <a:pt x="36" y="21"/>
                      <a:pt x="41" y="26"/>
                    </a:cubicBezTo>
                    <a:cubicBezTo>
                      <a:pt x="50" y="34"/>
                      <a:pt x="60" y="41"/>
                      <a:pt x="70" y="47"/>
                    </a:cubicBezTo>
                    <a:cubicBezTo>
                      <a:pt x="69" y="46"/>
                      <a:pt x="69" y="46"/>
                      <a:pt x="69" y="46"/>
                    </a:cubicBezTo>
                    <a:cubicBezTo>
                      <a:pt x="75" y="51"/>
                      <a:pt x="82" y="55"/>
                      <a:pt x="89" y="59"/>
                    </a:cubicBezTo>
                    <a:cubicBezTo>
                      <a:pt x="94" y="62"/>
                      <a:pt x="96" y="69"/>
                      <a:pt x="93" y="74"/>
                    </a:cubicBezTo>
                    <a:cubicBezTo>
                      <a:pt x="91" y="78"/>
                      <a:pt x="87" y="81"/>
                      <a:pt x="83" y="81"/>
                    </a:cubicBezTo>
                    <a:cubicBezTo>
                      <a:pt x="81" y="81"/>
                      <a:pt x="79" y="80"/>
                      <a:pt x="77" y="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0" name="Google Shape;4290;p50">
                <a:extLst>
                  <a:ext uri="{FF2B5EF4-FFF2-40B4-BE49-F238E27FC236}">
                    <a16:creationId xmlns:a16="http://schemas.microsoft.com/office/drawing/2014/main" id="{0ABB1AF1-696D-7F44-BAEC-63628BCE399F}"/>
                  </a:ext>
                </a:extLst>
              </p:cNvPr>
              <p:cNvSpPr/>
              <p:nvPr/>
            </p:nvSpPr>
            <p:spPr>
              <a:xfrm>
                <a:off x="1577880" y="1047240"/>
                <a:ext cx="33120" cy="16920"/>
              </a:xfrm>
              <a:custGeom>
                <a:avLst/>
                <a:gdLst/>
                <a:ahLst/>
                <a:cxnLst/>
                <a:rect l="l" t="t" r="r" b="b"/>
                <a:pathLst>
                  <a:path w="92" h="47" extrusionOk="0">
                    <a:moveTo>
                      <a:pt x="4" y="42"/>
                    </a:moveTo>
                    <a:cubicBezTo>
                      <a:pt x="0" y="37"/>
                      <a:pt x="1" y="28"/>
                      <a:pt x="6" y="25"/>
                    </a:cubicBezTo>
                    <a:cubicBezTo>
                      <a:pt x="16" y="18"/>
                      <a:pt x="27" y="13"/>
                      <a:pt x="38" y="9"/>
                    </a:cubicBezTo>
                    <a:cubicBezTo>
                      <a:pt x="40" y="8"/>
                      <a:pt x="42" y="7"/>
                      <a:pt x="45" y="6"/>
                    </a:cubicBezTo>
                    <a:cubicBezTo>
                      <a:pt x="50" y="4"/>
                      <a:pt x="56" y="3"/>
                      <a:pt x="62" y="2"/>
                    </a:cubicBezTo>
                    <a:cubicBezTo>
                      <a:pt x="67" y="0"/>
                      <a:pt x="71" y="0"/>
                      <a:pt x="76" y="0"/>
                    </a:cubicBezTo>
                    <a:cubicBezTo>
                      <a:pt x="81" y="1"/>
                      <a:pt x="84" y="4"/>
                      <a:pt x="87" y="7"/>
                    </a:cubicBezTo>
                    <a:cubicBezTo>
                      <a:pt x="91" y="13"/>
                      <a:pt x="89" y="22"/>
                      <a:pt x="83" y="26"/>
                    </a:cubicBezTo>
                    <a:cubicBezTo>
                      <a:pt x="79" y="28"/>
                      <a:pt x="74" y="28"/>
                      <a:pt x="70" y="25"/>
                    </a:cubicBezTo>
                    <a:cubicBezTo>
                      <a:pt x="67" y="25"/>
                      <a:pt x="64" y="26"/>
                      <a:pt x="61" y="27"/>
                    </a:cubicBezTo>
                    <a:cubicBezTo>
                      <a:pt x="59" y="27"/>
                      <a:pt x="56" y="28"/>
                      <a:pt x="54" y="28"/>
                    </a:cubicBezTo>
                    <a:cubicBezTo>
                      <a:pt x="46" y="31"/>
                      <a:pt x="38" y="35"/>
                      <a:pt x="30" y="39"/>
                    </a:cubicBezTo>
                    <a:cubicBezTo>
                      <a:pt x="27" y="40"/>
                      <a:pt x="24" y="42"/>
                      <a:pt x="22" y="43"/>
                    </a:cubicBezTo>
                    <a:cubicBezTo>
                      <a:pt x="21" y="43"/>
                      <a:pt x="21" y="43"/>
                      <a:pt x="21" y="44"/>
                    </a:cubicBezTo>
                    <a:cubicBezTo>
                      <a:pt x="19" y="45"/>
                      <a:pt x="16" y="46"/>
                      <a:pt x="13" y="46"/>
                    </a:cubicBezTo>
                    <a:cubicBezTo>
                      <a:pt x="10" y="46"/>
                      <a:pt x="7" y="45"/>
                      <a:pt x="4" y="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1" name="Google Shape;4291;p50">
                <a:extLst>
                  <a:ext uri="{FF2B5EF4-FFF2-40B4-BE49-F238E27FC236}">
                    <a16:creationId xmlns:a16="http://schemas.microsoft.com/office/drawing/2014/main" id="{0D249230-9ABD-5E94-4666-54D0EB430715}"/>
                  </a:ext>
                </a:extLst>
              </p:cNvPr>
              <p:cNvSpPr/>
              <p:nvPr/>
            </p:nvSpPr>
            <p:spPr>
              <a:xfrm>
                <a:off x="1584720" y="1066680"/>
                <a:ext cx="66240" cy="54360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51" extrusionOk="0">
                    <a:moveTo>
                      <a:pt x="34" y="126"/>
                    </a:moveTo>
                    <a:cubicBezTo>
                      <a:pt x="34" y="126"/>
                      <a:pt x="33" y="126"/>
                      <a:pt x="32" y="127"/>
                    </a:cubicBezTo>
                    <a:cubicBezTo>
                      <a:pt x="34" y="126"/>
                      <a:pt x="37" y="125"/>
                      <a:pt x="38" y="125"/>
                    </a:cubicBezTo>
                    <a:lnTo>
                      <a:pt x="37" y="125"/>
                    </a:lnTo>
                    <a:cubicBezTo>
                      <a:pt x="40" y="125"/>
                      <a:pt x="44" y="124"/>
                      <a:pt x="47" y="123"/>
                    </a:cubicBezTo>
                    <a:cubicBezTo>
                      <a:pt x="54" y="120"/>
                      <a:pt x="61" y="117"/>
                      <a:pt x="68" y="114"/>
                    </a:cubicBezTo>
                    <a:cubicBezTo>
                      <a:pt x="66" y="114"/>
                      <a:pt x="64" y="113"/>
                      <a:pt x="62" y="113"/>
                    </a:cubicBezTo>
                    <a:cubicBezTo>
                      <a:pt x="63" y="113"/>
                      <a:pt x="63" y="113"/>
                      <a:pt x="63" y="113"/>
                    </a:cubicBezTo>
                    <a:cubicBezTo>
                      <a:pt x="55" y="113"/>
                      <a:pt x="47" y="113"/>
                      <a:pt x="39" y="113"/>
                    </a:cubicBezTo>
                    <a:cubicBezTo>
                      <a:pt x="36" y="113"/>
                      <a:pt x="33" y="113"/>
                      <a:pt x="30" y="114"/>
                    </a:cubicBezTo>
                    <a:cubicBezTo>
                      <a:pt x="29" y="114"/>
                      <a:pt x="28" y="114"/>
                      <a:pt x="27" y="115"/>
                    </a:cubicBezTo>
                    <a:cubicBezTo>
                      <a:pt x="26" y="115"/>
                      <a:pt x="25" y="115"/>
                      <a:pt x="25" y="116"/>
                    </a:cubicBezTo>
                    <a:lnTo>
                      <a:pt x="24" y="117"/>
                    </a:lnTo>
                    <a:cubicBezTo>
                      <a:pt x="24" y="118"/>
                      <a:pt x="24" y="119"/>
                      <a:pt x="24" y="120"/>
                    </a:cubicBezTo>
                    <a:cubicBezTo>
                      <a:pt x="24" y="120"/>
                      <a:pt x="25" y="120"/>
                      <a:pt x="25" y="121"/>
                    </a:cubicBezTo>
                    <a:lnTo>
                      <a:pt x="25" y="122"/>
                    </a:lnTo>
                    <a:lnTo>
                      <a:pt x="25" y="123"/>
                    </a:lnTo>
                    <a:cubicBezTo>
                      <a:pt x="26" y="123"/>
                      <a:pt x="26" y="123"/>
                      <a:pt x="26" y="124"/>
                    </a:cubicBezTo>
                    <a:cubicBezTo>
                      <a:pt x="27" y="124"/>
                      <a:pt x="27" y="124"/>
                      <a:pt x="28" y="125"/>
                    </a:cubicBezTo>
                    <a:cubicBezTo>
                      <a:pt x="28" y="124"/>
                      <a:pt x="27" y="124"/>
                      <a:pt x="27" y="124"/>
                    </a:cubicBezTo>
                    <a:cubicBezTo>
                      <a:pt x="27" y="124"/>
                      <a:pt x="28" y="124"/>
                      <a:pt x="28" y="125"/>
                    </a:cubicBezTo>
                    <a:cubicBezTo>
                      <a:pt x="29" y="125"/>
                      <a:pt x="29" y="125"/>
                      <a:pt x="30" y="125"/>
                    </a:cubicBezTo>
                    <a:cubicBezTo>
                      <a:pt x="30" y="126"/>
                      <a:pt x="30" y="126"/>
                      <a:pt x="31" y="126"/>
                    </a:cubicBezTo>
                    <a:cubicBezTo>
                      <a:pt x="31" y="126"/>
                      <a:pt x="32" y="126"/>
                      <a:pt x="32" y="127"/>
                    </a:cubicBezTo>
                    <a:cubicBezTo>
                      <a:pt x="32" y="126"/>
                      <a:pt x="32" y="126"/>
                      <a:pt x="31" y="126"/>
                    </a:cubicBezTo>
                    <a:lnTo>
                      <a:pt x="32" y="127"/>
                    </a:lnTo>
                    <a:cubicBezTo>
                      <a:pt x="31" y="127"/>
                      <a:pt x="31" y="126"/>
                      <a:pt x="31" y="126"/>
                    </a:cubicBezTo>
                    <a:lnTo>
                      <a:pt x="31" y="127"/>
                    </a:lnTo>
                    <a:cubicBezTo>
                      <a:pt x="31" y="126"/>
                      <a:pt x="31" y="126"/>
                      <a:pt x="31" y="126"/>
                    </a:cubicBezTo>
                    <a:cubicBezTo>
                      <a:pt x="32" y="127"/>
                      <a:pt x="33" y="127"/>
                      <a:pt x="34" y="126"/>
                    </a:cubicBezTo>
                    <a:moveTo>
                      <a:pt x="24" y="149"/>
                    </a:moveTo>
                    <a:cubicBezTo>
                      <a:pt x="20" y="149"/>
                      <a:pt x="18" y="147"/>
                      <a:pt x="15" y="145"/>
                    </a:cubicBezTo>
                    <a:cubicBezTo>
                      <a:pt x="12" y="143"/>
                      <a:pt x="9" y="141"/>
                      <a:pt x="7" y="138"/>
                    </a:cubicBezTo>
                    <a:cubicBezTo>
                      <a:pt x="3" y="133"/>
                      <a:pt x="0" y="127"/>
                      <a:pt x="0" y="121"/>
                    </a:cubicBezTo>
                    <a:cubicBezTo>
                      <a:pt x="0" y="114"/>
                      <a:pt x="1" y="107"/>
                      <a:pt x="4" y="102"/>
                    </a:cubicBezTo>
                    <a:cubicBezTo>
                      <a:pt x="7" y="97"/>
                      <a:pt x="14" y="93"/>
                      <a:pt x="19" y="92"/>
                    </a:cubicBezTo>
                    <a:cubicBezTo>
                      <a:pt x="27" y="90"/>
                      <a:pt x="34" y="89"/>
                      <a:pt x="41" y="89"/>
                    </a:cubicBezTo>
                    <a:cubicBezTo>
                      <a:pt x="51" y="89"/>
                      <a:pt x="62" y="91"/>
                      <a:pt x="71" y="92"/>
                    </a:cubicBezTo>
                    <a:cubicBezTo>
                      <a:pt x="77" y="93"/>
                      <a:pt x="82" y="99"/>
                      <a:pt x="81" y="104"/>
                    </a:cubicBezTo>
                    <a:cubicBezTo>
                      <a:pt x="81" y="106"/>
                      <a:pt x="80" y="107"/>
                      <a:pt x="80" y="107"/>
                    </a:cubicBezTo>
                    <a:cubicBezTo>
                      <a:pt x="84" y="106"/>
                      <a:pt x="88" y="103"/>
                      <a:pt x="92" y="102"/>
                    </a:cubicBezTo>
                    <a:cubicBezTo>
                      <a:pt x="91" y="102"/>
                      <a:pt x="91" y="102"/>
                      <a:pt x="91" y="102"/>
                    </a:cubicBezTo>
                    <a:lnTo>
                      <a:pt x="92" y="102"/>
                    </a:lnTo>
                    <a:lnTo>
                      <a:pt x="92" y="101"/>
                    </a:lnTo>
                    <a:cubicBezTo>
                      <a:pt x="94" y="100"/>
                      <a:pt x="97" y="99"/>
                      <a:pt x="98" y="98"/>
                    </a:cubicBezTo>
                    <a:cubicBezTo>
                      <a:pt x="98" y="99"/>
                      <a:pt x="98" y="99"/>
                      <a:pt x="98" y="99"/>
                    </a:cubicBezTo>
                    <a:cubicBezTo>
                      <a:pt x="106" y="95"/>
                      <a:pt x="113" y="91"/>
                      <a:pt x="122" y="87"/>
                    </a:cubicBezTo>
                    <a:cubicBezTo>
                      <a:pt x="118" y="86"/>
                      <a:pt x="114" y="85"/>
                      <a:pt x="110" y="84"/>
                    </a:cubicBezTo>
                    <a:cubicBezTo>
                      <a:pt x="97" y="81"/>
                      <a:pt x="85" y="74"/>
                      <a:pt x="77" y="64"/>
                    </a:cubicBezTo>
                    <a:cubicBezTo>
                      <a:pt x="73" y="60"/>
                      <a:pt x="70" y="55"/>
                      <a:pt x="68" y="49"/>
                    </a:cubicBezTo>
                    <a:cubicBezTo>
                      <a:pt x="67" y="47"/>
                      <a:pt x="67" y="43"/>
                      <a:pt x="67" y="41"/>
                    </a:cubicBezTo>
                    <a:cubicBezTo>
                      <a:pt x="67" y="37"/>
                      <a:pt x="68" y="35"/>
                      <a:pt x="69" y="32"/>
                    </a:cubicBezTo>
                    <a:cubicBezTo>
                      <a:pt x="72" y="27"/>
                      <a:pt x="77" y="23"/>
                      <a:pt x="82" y="19"/>
                    </a:cubicBezTo>
                    <a:cubicBezTo>
                      <a:pt x="87" y="15"/>
                      <a:pt x="94" y="12"/>
                      <a:pt x="100" y="10"/>
                    </a:cubicBezTo>
                    <a:cubicBezTo>
                      <a:pt x="108" y="7"/>
                      <a:pt x="117" y="4"/>
                      <a:pt x="126" y="2"/>
                    </a:cubicBezTo>
                    <a:cubicBezTo>
                      <a:pt x="132" y="1"/>
                      <a:pt x="139" y="0"/>
                      <a:pt x="145" y="1"/>
                    </a:cubicBezTo>
                    <a:cubicBezTo>
                      <a:pt x="148" y="2"/>
                      <a:pt x="151" y="2"/>
                      <a:pt x="152" y="4"/>
                    </a:cubicBezTo>
                    <a:cubicBezTo>
                      <a:pt x="154" y="5"/>
                      <a:pt x="155" y="7"/>
                      <a:pt x="156" y="8"/>
                    </a:cubicBezTo>
                    <a:lnTo>
                      <a:pt x="155" y="7"/>
                    </a:lnTo>
                    <a:lnTo>
                      <a:pt x="154" y="7"/>
                    </a:lnTo>
                    <a:cubicBezTo>
                      <a:pt x="157" y="9"/>
                      <a:pt x="159" y="12"/>
                      <a:pt x="159" y="16"/>
                    </a:cubicBezTo>
                    <a:cubicBezTo>
                      <a:pt x="159" y="21"/>
                      <a:pt x="157" y="25"/>
                      <a:pt x="152" y="27"/>
                    </a:cubicBezTo>
                    <a:cubicBezTo>
                      <a:pt x="149" y="29"/>
                      <a:pt x="145" y="29"/>
                      <a:pt x="141" y="28"/>
                    </a:cubicBezTo>
                    <a:cubicBezTo>
                      <a:pt x="140" y="27"/>
                      <a:pt x="138" y="26"/>
                      <a:pt x="138" y="25"/>
                    </a:cubicBezTo>
                    <a:cubicBezTo>
                      <a:pt x="137" y="25"/>
                      <a:pt x="137" y="25"/>
                      <a:pt x="136" y="25"/>
                    </a:cubicBezTo>
                    <a:cubicBezTo>
                      <a:pt x="134" y="25"/>
                      <a:pt x="133" y="26"/>
                      <a:pt x="131" y="26"/>
                    </a:cubicBezTo>
                    <a:cubicBezTo>
                      <a:pt x="123" y="28"/>
                      <a:pt x="116" y="30"/>
                      <a:pt x="109" y="32"/>
                    </a:cubicBezTo>
                    <a:cubicBezTo>
                      <a:pt x="106" y="33"/>
                      <a:pt x="103" y="35"/>
                      <a:pt x="99" y="36"/>
                    </a:cubicBezTo>
                    <a:cubicBezTo>
                      <a:pt x="99" y="36"/>
                      <a:pt x="98" y="37"/>
                      <a:pt x="97" y="37"/>
                    </a:cubicBezTo>
                    <a:cubicBezTo>
                      <a:pt x="96" y="39"/>
                      <a:pt x="95" y="39"/>
                      <a:pt x="93" y="40"/>
                    </a:cubicBezTo>
                    <a:cubicBezTo>
                      <a:pt x="93" y="41"/>
                      <a:pt x="92" y="42"/>
                      <a:pt x="92" y="42"/>
                    </a:cubicBezTo>
                    <a:lnTo>
                      <a:pt x="91" y="43"/>
                    </a:lnTo>
                    <a:cubicBezTo>
                      <a:pt x="91" y="44"/>
                      <a:pt x="92" y="44"/>
                      <a:pt x="92" y="44"/>
                    </a:cubicBezTo>
                    <a:cubicBezTo>
                      <a:pt x="92" y="44"/>
                      <a:pt x="92" y="45"/>
                      <a:pt x="92" y="46"/>
                    </a:cubicBezTo>
                    <a:cubicBezTo>
                      <a:pt x="94" y="47"/>
                      <a:pt x="94" y="48"/>
                      <a:pt x="95" y="49"/>
                    </a:cubicBezTo>
                    <a:cubicBezTo>
                      <a:pt x="97" y="50"/>
                      <a:pt x="98" y="52"/>
                      <a:pt x="99" y="53"/>
                    </a:cubicBezTo>
                    <a:cubicBezTo>
                      <a:pt x="101" y="54"/>
                      <a:pt x="102" y="56"/>
                      <a:pt x="104" y="56"/>
                    </a:cubicBezTo>
                    <a:cubicBezTo>
                      <a:pt x="105" y="57"/>
                      <a:pt x="107" y="58"/>
                      <a:pt x="109" y="59"/>
                    </a:cubicBezTo>
                    <a:cubicBezTo>
                      <a:pt x="112" y="60"/>
                      <a:pt x="114" y="61"/>
                      <a:pt x="117" y="62"/>
                    </a:cubicBezTo>
                    <a:cubicBezTo>
                      <a:pt x="124" y="64"/>
                      <a:pt x="130" y="66"/>
                      <a:pt x="137" y="67"/>
                    </a:cubicBezTo>
                    <a:cubicBezTo>
                      <a:pt x="143" y="68"/>
                      <a:pt x="148" y="69"/>
                      <a:pt x="154" y="69"/>
                    </a:cubicBezTo>
                    <a:cubicBezTo>
                      <a:pt x="155" y="69"/>
                      <a:pt x="157" y="69"/>
                      <a:pt x="158" y="69"/>
                    </a:cubicBezTo>
                    <a:lnTo>
                      <a:pt x="159" y="69"/>
                    </a:lnTo>
                    <a:cubicBezTo>
                      <a:pt x="159" y="69"/>
                      <a:pt x="160" y="69"/>
                      <a:pt x="161" y="69"/>
                    </a:cubicBezTo>
                    <a:cubicBezTo>
                      <a:pt x="162" y="70"/>
                      <a:pt x="165" y="70"/>
                      <a:pt x="166" y="70"/>
                    </a:cubicBezTo>
                    <a:cubicBezTo>
                      <a:pt x="169" y="70"/>
                      <a:pt x="171" y="69"/>
                      <a:pt x="173" y="70"/>
                    </a:cubicBezTo>
                    <a:cubicBezTo>
                      <a:pt x="179" y="71"/>
                      <a:pt x="183" y="76"/>
                      <a:pt x="183" y="82"/>
                    </a:cubicBezTo>
                    <a:cubicBezTo>
                      <a:pt x="183" y="88"/>
                      <a:pt x="179" y="93"/>
                      <a:pt x="173" y="94"/>
                    </a:cubicBezTo>
                    <a:cubicBezTo>
                      <a:pt x="172" y="94"/>
                      <a:pt x="171" y="94"/>
                      <a:pt x="171" y="94"/>
                    </a:cubicBezTo>
                    <a:cubicBezTo>
                      <a:pt x="165" y="95"/>
                      <a:pt x="159" y="97"/>
                      <a:pt x="154" y="99"/>
                    </a:cubicBezTo>
                    <a:cubicBezTo>
                      <a:pt x="147" y="101"/>
                      <a:pt x="140" y="104"/>
                      <a:pt x="133" y="107"/>
                    </a:cubicBezTo>
                    <a:cubicBezTo>
                      <a:pt x="127" y="110"/>
                      <a:pt x="121" y="113"/>
                      <a:pt x="115" y="116"/>
                    </a:cubicBezTo>
                    <a:cubicBezTo>
                      <a:pt x="114" y="116"/>
                      <a:pt x="113" y="116"/>
                      <a:pt x="113" y="117"/>
                    </a:cubicBezTo>
                    <a:cubicBezTo>
                      <a:pt x="113" y="116"/>
                      <a:pt x="113" y="116"/>
                      <a:pt x="114" y="116"/>
                    </a:cubicBezTo>
                    <a:cubicBezTo>
                      <a:pt x="104" y="121"/>
                      <a:pt x="94" y="126"/>
                      <a:pt x="85" y="131"/>
                    </a:cubicBezTo>
                    <a:cubicBezTo>
                      <a:pt x="71" y="138"/>
                      <a:pt x="57" y="146"/>
                      <a:pt x="43" y="149"/>
                    </a:cubicBezTo>
                    <a:cubicBezTo>
                      <a:pt x="40" y="150"/>
                      <a:pt x="37" y="150"/>
                      <a:pt x="34" y="150"/>
                    </a:cubicBezTo>
                    <a:cubicBezTo>
                      <a:pt x="34" y="150"/>
                      <a:pt x="33" y="150"/>
                      <a:pt x="32" y="150"/>
                    </a:cubicBezTo>
                    <a:cubicBezTo>
                      <a:pt x="29" y="150"/>
                      <a:pt x="27" y="150"/>
                      <a:pt x="24" y="1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2" name="Google Shape;4292;p50">
                <a:extLst>
                  <a:ext uri="{FF2B5EF4-FFF2-40B4-BE49-F238E27FC236}">
                    <a16:creationId xmlns:a16="http://schemas.microsoft.com/office/drawing/2014/main" id="{DE8716F7-EB01-D42B-D06C-25925807DAE6}"/>
                  </a:ext>
                </a:extLst>
              </p:cNvPr>
              <p:cNvSpPr/>
              <p:nvPr/>
            </p:nvSpPr>
            <p:spPr>
              <a:xfrm>
                <a:off x="1651320" y="1120320"/>
                <a:ext cx="16200" cy="14040"/>
              </a:xfrm>
              <a:custGeom>
                <a:avLst/>
                <a:gdLst/>
                <a:ahLst/>
                <a:cxnLst/>
                <a:rect l="l" t="t" r="r" b="b"/>
                <a:pathLst>
                  <a:path w="45" h="39" extrusionOk="0">
                    <a:moveTo>
                      <a:pt x="24" y="36"/>
                    </a:moveTo>
                    <a:cubicBezTo>
                      <a:pt x="23" y="36"/>
                      <a:pt x="22" y="35"/>
                      <a:pt x="22" y="35"/>
                    </a:cubicBezTo>
                    <a:cubicBezTo>
                      <a:pt x="21" y="34"/>
                      <a:pt x="19" y="33"/>
                      <a:pt x="18" y="33"/>
                    </a:cubicBezTo>
                    <a:cubicBezTo>
                      <a:pt x="13" y="34"/>
                      <a:pt x="7" y="33"/>
                      <a:pt x="4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3" y="26"/>
                      <a:pt x="2" y="25"/>
                      <a:pt x="1" y="24"/>
                    </a:cubicBezTo>
                    <a:cubicBezTo>
                      <a:pt x="0" y="19"/>
                      <a:pt x="1" y="14"/>
                      <a:pt x="4" y="11"/>
                    </a:cubicBezTo>
                    <a:cubicBezTo>
                      <a:pt x="14" y="0"/>
                      <a:pt x="29" y="10"/>
                      <a:pt x="38" y="16"/>
                    </a:cubicBezTo>
                    <a:cubicBezTo>
                      <a:pt x="43" y="20"/>
                      <a:pt x="44" y="28"/>
                      <a:pt x="40" y="33"/>
                    </a:cubicBezTo>
                    <a:cubicBezTo>
                      <a:pt x="38" y="36"/>
                      <a:pt x="35" y="38"/>
                      <a:pt x="31" y="38"/>
                    </a:cubicBezTo>
                    <a:cubicBezTo>
                      <a:pt x="28" y="38"/>
                      <a:pt x="26" y="37"/>
                      <a:pt x="24" y="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3" name="Google Shape;4293;p50">
                <a:extLst>
                  <a:ext uri="{FF2B5EF4-FFF2-40B4-BE49-F238E27FC236}">
                    <a16:creationId xmlns:a16="http://schemas.microsoft.com/office/drawing/2014/main" id="{1F05D42F-C949-04C3-CD35-1FB4E351122F}"/>
                  </a:ext>
                </a:extLst>
              </p:cNvPr>
              <p:cNvSpPr/>
              <p:nvPr/>
            </p:nvSpPr>
            <p:spPr>
              <a:xfrm>
                <a:off x="1635480" y="1124640"/>
                <a:ext cx="25560" cy="19800"/>
              </a:xfrm>
              <a:custGeom>
                <a:avLst/>
                <a:gdLst/>
                <a:ahLst/>
                <a:cxnLst/>
                <a:rect l="l" t="t" r="r" b="b"/>
                <a:pathLst>
                  <a:path w="71" h="55" extrusionOk="0">
                    <a:moveTo>
                      <a:pt x="52" y="52"/>
                    </a:moveTo>
                    <a:cubicBezTo>
                      <a:pt x="42" y="46"/>
                      <a:pt x="32" y="41"/>
                      <a:pt x="22" y="35"/>
                    </a:cubicBezTo>
                    <a:cubicBezTo>
                      <a:pt x="20" y="33"/>
                      <a:pt x="17" y="31"/>
                      <a:pt x="15" y="30"/>
                    </a:cubicBezTo>
                    <a:cubicBezTo>
                      <a:pt x="12" y="28"/>
                      <a:pt x="9" y="25"/>
                      <a:pt x="6" y="22"/>
                    </a:cubicBezTo>
                    <a:cubicBezTo>
                      <a:pt x="0" y="15"/>
                      <a:pt x="4" y="4"/>
                      <a:pt x="13" y="1"/>
                    </a:cubicBezTo>
                    <a:cubicBezTo>
                      <a:pt x="19" y="0"/>
                      <a:pt x="25" y="3"/>
                      <a:pt x="28" y="9"/>
                    </a:cubicBezTo>
                    <a:cubicBezTo>
                      <a:pt x="32" y="13"/>
                      <a:pt x="37" y="15"/>
                      <a:pt x="42" y="18"/>
                    </a:cubicBezTo>
                    <a:cubicBezTo>
                      <a:pt x="47" y="22"/>
                      <a:pt x="53" y="26"/>
                      <a:pt x="59" y="29"/>
                    </a:cubicBezTo>
                    <a:cubicBezTo>
                      <a:pt x="59" y="30"/>
                      <a:pt x="60" y="30"/>
                      <a:pt x="60" y="31"/>
                    </a:cubicBezTo>
                    <a:cubicBezTo>
                      <a:pt x="61" y="31"/>
                      <a:pt x="62" y="32"/>
                      <a:pt x="63" y="32"/>
                    </a:cubicBezTo>
                    <a:cubicBezTo>
                      <a:pt x="68" y="36"/>
                      <a:pt x="70" y="42"/>
                      <a:pt x="67" y="48"/>
                    </a:cubicBezTo>
                    <a:cubicBezTo>
                      <a:pt x="65" y="52"/>
                      <a:pt x="61" y="54"/>
                      <a:pt x="57" y="54"/>
                    </a:cubicBezTo>
                    <a:cubicBezTo>
                      <a:pt x="55" y="54"/>
                      <a:pt x="53" y="53"/>
                      <a:pt x="52" y="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4" name="Google Shape;4294;p50">
                <a:extLst>
                  <a:ext uri="{FF2B5EF4-FFF2-40B4-BE49-F238E27FC236}">
                    <a16:creationId xmlns:a16="http://schemas.microsoft.com/office/drawing/2014/main" id="{E7BDD2C5-2FF9-3213-10DE-96DC2A43ABC9}"/>
                  </a:ext>
                </a:extLst>
              </p:cNvPr>
              <p:cNvSpPr/>
              <p:nvPr/>
            </p:nvSpPr>
            <p:spPr>
              <a:xfrm>
                <a:off x="1663920" y="1139400"/>
                <a:ext cx="74160" cy="38520"/>
              </a:xfrm>
              <a:custGeom>
                <a:avLst/>
                <a:gdLst/>
                <a:ahLst/>
                <a:cxnLst/>
                <a:rect l="l" t="t" r="r" b="b"/>
                <a:pathLst>
                  <a:path w="206" h="107" extrusionOk="0">
                    <a:moveTo>
                      <a:pt x="4" y="100"/>
                    </a:moveTo>
                    <a:cubicBezTo>
                      <a:pt x="0" y="95"/>
                      <a:pt x="2" y="86"/>
                      <a:pt x="8" y="83"/>
                    </a:cubicBezTo>
                    <a:cubicBezTo>
                      <a:pt x="31" y="71"/>
                      <a:pt x="54" y="59"/>
                      <a:pt x="77" y="46"/>
                    </a:cubicBezTo>
                    <a:cubicBezTo>
                      <a:pt x="73" y="46"/>
                      <a:pt x="70" y="46"/>
                      <a:pt x="66" y="46"/>
                    </a:cubicBezTo>
                    <a:cubicBezTo>
                      <a:pt x="61" y="46"/>
                      <a:pt x="55" y="46"/>
                      <a:pt x="50" y="46"/>
                    </a:cubicBezTo>
                    <a:cubicBezTo>
                      <a:pt x="48" y="46"/>
                      <a:pt x="48" y="46"/>
                      <a:pt x="47" y="46"/>
                    </a:cubicBezTo>
                    <a:lnTo>
                      <a:pt x="46" y="46"/>
                    </a:lnTo>
                    <a:cubicBezTo>
                      <a:pt x="40" y="47"/>
                      <a:pt x="34" y="44"/>
                      <a:pt x="32" y="39"/>
                    </a:cubicBezTo>
                    <a:cubicBezTo>
                      <a:pt x="29" y="33"/>
                      <a:pt x="32" y="26"/>
                      <a:pt x="37" y="23"/>
                    </a:cubicBezTo>
                    <a:cubicBezTo>
                      <a:pt x="38" y="22"/>
                      <a:pt x="39" y="22"/>
                      <a:pt x="40" y="22"/>
                    </a:cubicBezTo>
                    <a:cubicBezTo>
                      <a:pt x="46" y="21"/>
                      <a:pt x="51" y="21"/>
                      <a:pt x="57" y="22"/>
                    </a:cubicBezTo>
                    <a:cubicBezTo>
                      <a:pt x="62" y="22"/>
                      <a:pt x="68" y="22"/>
                      <a:pt x="73" y="22"/>
                    </a:cubicBezTo>
                    <a:cubicBezTo>
                      <a:pt x="83" y="23"/>
                      <a:pt x="92" y="23"/>
                      <a:pt x="102" y="22"/>
                    </a:cubicBezTo>
                    <a:cubicBezTo>
                      <a:pt x="107" y="22"/>
                      <a:pt x="112" y="22"/>
                      <a:pt x="118" y="21"/>
                    </a:cubicBezTo>
                    <a:cubicBezTo>
                      <a:pt x="122" y="21"/>
                      <a:pt x="126" y="20"/>
                      <a:pt x="130" y="19"/>
                    </a:cubicBezTo>
                    <a:cubicBezTo>
                      <a:pt x="135" y="17"/>
                      <a:pt x="140" y="15"/>
                      <a:pt x="146" y="13"/>
                    </a:cubicBezTo>
                    <a:cubicBezTo>
                      <a:pt x="151" y="11"/>
                      <a:pt x="156" y="9"/>
                      <a:pt x="161" y="7"/>
                    </a:cubicBezTo>
                    <a:cubicBezTo>
                      <a:pt x="167" y="5"/>
                      <a:pt x="172" y="3"/>
                      <a:pt x="178" y="1"/>
                    </a:cubicBezTo>
                    <a:cubicBezTo>
                      <a:pt x="181" y="1"/>
                      <a:pt x="184" y="0"/>
                      <a:pt x="186" y="0"/>
                    </a:cubicBezTo>
                    <a:cubicBezTo>
                      <a:pt x="189" y="0"/>
                      <a:pt x="192" y="1"/>
                      <a:pt x="195" y="1"/>
                    </a:cubicBezTo>
                    <a:cubicBezTo>
                      <a:pt x="200" y="3"/>
                      <a:pt x="205" y="9"/>
                      <a:pt x="204" y="15"/>
                    </a:cubicBezTo>
                    <a:cubicBezTo>
                      <a:pt x="203" y="18"/>
                      <a:pt x="203" y="21"/>
                      <a:pt x="200" y="23"/>
                    </a:cubicBezTo>
                    <a:cubicBezTo>
                      <a:pt x="198" y="25"/>
                      <a:pt x="195" y="27"/>
                      <a:pt x="192" y="28"/>
                    </a:cubicBezTo>
                    <a:cubicBezTo>
                      <a:pt x="189" y="30"/>
                      <a:pt x="185" y="30"/>
                      <a:pt x="181" y="32"/>
                    </a:cubicBezTo>
                    <a:cubicBezTo>
                      <a:pt x="175" y="33"/>
                      <a:pt x="169" y="34"/>
                      <a:pt x="163" y="36"/>
                    </a:cubicBezTo>
                    <a:cubicBezTo>
                      <a:pt x="154" y="38"/>
                      <a:pt x="145" y="40"/>
                      <a:pt x="136" y="41"/>
                    </a:cubicBezTo>
                    <a:cubicBezTo>
                      <a:pt x="129" y="44"/>
                      <a:pt x="123" y="47"/>
                      <a:pt x="117" y="51"/>
                    </a:cubicBezTo>
                    <a:cubicBezTo>
                      <a:pt x="117" y="51"/>
                      <a:pt x="117" y="50"/>
                      <a:pt x="118" y="50"/>
                    </a:cubicBezTo>
                    <a:cubicBezTo>
                      <a:pt x="84" y="67"/>
                      <a:pt x="52" y="85"/>
                      <a:pt x="20" y="104"/>
                    </a:cubicBezTo>
                    <a:cubicBezTo>
                      <a:pt x="19" y="106"/>
                      <a:pt x="16" y="106"/>
                      <a:pt x="15" y="106"/>
                    </a:cubicBezTo>
                    <a:cubicBezTo>
                      <a:pt x="10" y="106"/>
                      <a:pt x="6" y="104"/>
                      <a:pt x="4" y="10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5" name="Google Shape;4295;p50">
                <a:extLst>
                  <a:ext uri="{FF2B5EF4-FFF2-40B4-BE49-F238E27FC236}">
                    <a16:creationId xmlns:a16="http://schemas.microsoft.com/office/drawing/2014/main" id="{35EF3961-54C3-8211-82D4-8639096DDC65}"/>
                  </a:ext>
                </a:extLst>
              </p:cNvPr>
              <p:cNvSpPr/>
              <p:nvPr/>
            </p:nvSpPr>
            <p:spPr>
              <a:xfrm>
                <a:off x="1465560" y="1028880"/>
                <a:ext cx="254880" cy="244440"/>
              </a:xfrm>
              <a:custGeom>
                <a:avLst/>
                <a:gdLst/>
                <a:ahLst/>
                <a:cxnLst/>
                <a:rect l="l" t="t" r="r" b="b"/>
                <a:pathLst>
                  <a:path w="708" h="679" extrusionOk="0">
                    <a:moveTo>
                      <a:pt x="276" y="677"/>
                    </a:moveTo>
                    <a:cubicBezTo>
                      <a:pt x="269" y="677"/>
                      <a:pt x="263" y="670"/>
                      <a:pt x="263" y="663"/>
                    </a:cubicBezTo>
                    <a:cubicBezTo>
                      <a:pt x="263" y="656"/>
                      <a:pt x="266" y="649"/>
                      <a:pt x="267" y="642"/>
                    </a:cubicBezTo>
                    <a:cubicBezTo>
                      <a:pt x="269" y="637"/>
                      <a:pt x="271" y="631"/>
                      <a:pt x="273" y="626"/>
                    </a:cubicBezTo>
                    <a:cubicBezTo>
                      <a:pt x="276" y="614"/>
                      <a:pt x="279" y="602"/>
                      <a:pt x="283" y="591"/>
                    </a:cubicBezTo>
                    <a:cubicBezTo>
                      <a:pt x="286" y="584"/>
                      <a:pt x="288" y="577"/>
                      <a:pt x="292" y="570"/>
                    </a:cubicBezTo>
                    <a:lnTo>
                      <a:pt x="291" y="571"/>
                    </a:lnTo>
                    <a:cubicBezTo>
                      <a:pt x="300" y="554"/>
                      <a:pt x="308" y="537"/>
                      <a:pt x="317" y="521"/>
                    </a:cubicBezTo>
                    <a:cubicBezTo>
                      <a:pt x="327" y="503"/>
                      <a:pt x="337" y="487"/>
                      <a:pt x="348" y="470"/>
                    </a:cubicBezTo>
                    <a:cubicBezTo>
                      <a:pt x="348" y="469"/>
                      <a:pt x="350" y="467"/>
                      <a:pt x="350" y="466"/>
                    </a:cubicBezTo>
                    <a:cubicBezTo>
                      <a:pt x="351" y="466"/>
                      <a:pt x="351" y="465"/>
                      <a:pt x="351" y="465"/>
                    </a:cubicBezTo>
                    <a:cubicBezTo>
                      <a:pt x="360" y="450"/>
                      <a:pt x="370" y="436"/>
                      <a:pt x="379" y="421"/>
                    </a:cubicBezTo>
                    <a:cubicBezTo>
                      <a:pt x="379" y="422"/>
                      <a:pt x="379" y="422"/>
                      <a:pt x="379" y="423"/>
                    </a:cubicBezTo>
                    <a:cubicBezTo>
                      <a:pt x="385" y="413"/>
                      <a:pt x="392" y="402"/>
                      <a:pt x="398" y="392"/>
                    </a:cubicBezTo>
                    <a:cubicBezTo>
                      <a:pt x="404" y="383"/>
                      <a:pt x="409" y="373"/>
                      <a:pt x="414" y="363"/>
                    </a:cubicBezTo>
                    <a:cubicBezTo>
                      <a:pt x="418" y="355"/>
                      <a:pt x="421" y="347"/>
                      <a:pt x="424" y="338"/>
                    </a:cubicBezTo>
                    <a:cubicBezTo>
                      <a:pt x="425" y="335"/>
                      <a:pt x="426" y="332"/>
                      <a:pt x="427" y="329"/>
                    </a:cubicBezTo>
                    <a:cubicBezTo>
                      <a:pt x="427" y="327"/>
                      <a:pt x="427" y="325"/>
                      <a:pt x="427" y="323"/>
                    </a:cubicBezTo>
                    <a:lnTo>
                      <a:pt x="427" y="322"/>
                    </a:lnTo>
                    <a:cubicBezTo>
                      <a:pt x="427" y="321"/>
                      <a:pt x="427" y="321"/>
                      <a:pt x="427" y="320"/>
                    </a:cubicBezTo>
                    <a:cubicBezTo>
                      <a:pt x="427" y="319"/>
                      <a:pt x="427" y="319"/>
                      <a:pt x="427" y="319"/>
                    </a:cubicBezTo>
                    <a:lnTo>
                      <a:pt x="426" y="319"/>
                    </a:lnTo>
                    <a:cubicBezTo>
                      <a:pt x="425" y="319"/>
                      <a:pt x="424" y="320"/>
                      <a:pt x="422" y="321"/>
                    </a:cubicBezTo>
                    <a:cubicBezTo>
                      <a:pt x="420" y="321"/>
                      <a:pt x="418" y="322"/>
                      <a:pt x="417" y="323"/>
                    </a:cubicBezTo>
                    <a:cubicBezTo>
                      <a:pt x="414" y="324"/>
                      <a:pt x="411" y="326"/>
                      <a:pt x="408" y="328"/>
                    </a:cubicBezTo>
                    <a:cubicBezTo>
                      <a:pt x="400" y="333"/>
                      <a:pt x="393" y="339"/>
                      <a:pt x="386" y="346"/>
                    </a:cubicBezTo>
                    <a:cubicBezTo>
                      <a:pt x="381" y="350"/>
                      <a:pt x="377" y="354"/>
                      <a:pt x="372" y="359"/>
                    </a:cubicBezTo>
                    <a:cubicBezTo>
                      <a:pt x="368" y="363"/>
                      <a:pt x="365" y="368"/>
                      <a:pt x="361" y="372"/>
                    </a:cubicBezTo>
                    <a:cubicBezTo>
                      <a:pt x="346" y="390"/>
                      <a:pt x="332" y="409"/>
                      <a:pt x="319" y="428"/>
                    </a:cubicBezTo>
                    <a:cubicBezTo>
                      <a:pt x="305" y="449"/>
                      <a:pt x="290" y="470"/>
                      <a:pt x="276" y="490"/>
                    </a:cubicBezTo>
                    <a:cubicBezTo>
                      <a:pt x="262" y="510"/>
                      <a:pt x="246" y="530"/>
                      <a:pt x="231" y="550"/>
                    </a:cubicBezTo>
                    <a:cubicBezTo>
                      <a:pt x="216" y="569"/>
                      <a:pt x="200" y="589"/>
                      <a:pt x="184" y="607"/>
                    </a:cubicBezTo>
                    <a:cubicBezTo>
                      <a:pt x="177" y="617"/>
                      <a:pt x="168" y="625"/>
                      <a:pt x="160" y="634"/>
                    </a:cubicBezTo>
                    <a:cubicBezTo>
                      <a:pt x="156" y="638"/>
                      <a:pt x="152" y="642"/>
                      <a:pt x="147" y="646"/>
                    </a:cubicBezTo>
                    <a:cubicBezTo>
                      <a:pt x="145" y="649"/>
                      <a:pt x="143" y="651"/>
                      <a:pt x="140" y="653"/>
                    </a:cubicBezTo>
                    <a:cubicBezTo>
                      <a:pt x="137" y="655"/>
                      <a:pt x="135" y="657"/>
                      <a:pt x="131" y="658"/>
                    </a:cubicBezTo>
                    <a:cubicBezTo>
                      <a:pt x="125" y="660"/>
                      <a:pt x="117" y="658"/>
                      <a:pt x="114" y="652"/>
                    </a:cubicBezTo>
                    <a:cubicBezTo>
                      <a:pt x="111" y="647"/>
                      <a:pt x="111" y="642"/>
                      <a:pt x="112" y="637"/>
                    </a:cubicBezTo>
                    <a:cubicBezTo>
                      <a:pt x="114" y="633"/>
                      <a:pt x="114" y="630"/>
                      <a:pt x="115" y="627"/>
                    </a:cubicBezTo>
                    <a:cubicBezTo>
                      <a:pt x="117" y="622"/>
                      <a:pt x="119" y="617"/>
                      <a:pt x="122" y="611"/>
                    </a:cubicBezTo>
                    <a:cubicBezTo>
                      <a:pt x="126" y="600"/>
                      <a:pt x="131" y="590"/>
                      <a:pt x="135" y="579"/>
                    </a:cubicBezTo>
                    <a:cubicBezTo>
                      <a:pt x="140" y="568"/>
                      <a:pt x="146" y="558"/>
                      <a:pt x="152" y="547"/>
                    </a:cubicBezTo>
                    <a:cubicBezTo>
                      <a:pt x="157" y="536"/>
                      <a:pt x="164" y="525"/>
                      <a:pt x="170" y="514"/>
                    </a:cubicBezTo>
                    <a:cubicBezTo>
                      <a:pt x="182" y="494"/>
                      <a:pt x="195" y="474"/>
                      <a:pt x="208" y="454"/>
                    </a:cubicBezTo>
                    <a:cubicBezTo>
                      <a:pt x="216" y="442"/>
                      <a:pt x="224" y="431"/>
                      <a:pt x="231" y="419"/>
                    </a:cubicBezTo>
                    <a:cubicBezTo>
                      <a:pt x="240" y="406"/>
                      <a:pt x="248" y="394"/>
                      <a:pt x="256" y="381"/>
                    </a:cubicBezTo>
                    <a:cubicBezTo>
                      <a:pt x="256" y="382"/>
                      <a:pt x="256" y="382"/>
                      <a:pt x="256" y="383"/>
                    </a:cubicBezTo>
                    <a:cubicBezTo>
                      <a:pt x="260" y="375"/>
                      <a:pt x="266" y="367"/>
                      <a:pt x="271" y="358"/>
                    </a:cubicBezTo>
                    <a:cubicBezTo>
                      <a:pt x="277" y="349"/>
                      <a:pt x="283" y="339"/>
                      <a:pt x="288" y="329"/>
                    </a:cubicBezTo>
                    <a:cubicBezTo>
                      <a:pt x="298" y="312"/>
                      <a:pt x="308" y="294"/>
                      <a:pt x="316" y="277"/>
                    </a:cubicBezTo>
                    <a:cubicBezTo>
                      <a:pt x="319" y="272"/>
                      <a:pt x="321" y="267"/>
                      <a:pt x="323" y="263"/>
                    </a:cubicBezTo>
                    <a:cubicBezTo>
                      <a:pt x="325" y="258"/>
                      <a:pt x="327" y="252"/>
                      <a:pt x="329" y="247"/>
                    </a:cubicBezTo>
                    <a:cubicBezTo>
                      <a:pt x="329" y="246"/>
                      <a:pt x="329" y="245"/>
                      <a:pt x="329" y="245"/>
                    </a:cubicBezTo>
                    <a:cubicBezTo>
                      <a:pt x="327" y="246"/>
                      <a:pt x="326" y="247"/>
                      <a:pt x="324" y="248"/>
                    </a:cubicBezTo>
                    <a:cubicBezTo>
                      <a:pt x="324" y="248"/>
                      <a:pt x="325" y="248"/>
                      <a:pt x="325" y="247"/>
                    </a:cubicBezTo>
                    <a:cubicBezTo>
                      <a:pt x="318" y="252"/>
                      <a:pt x="311" y="258"/>
                      <a:pt x="304" y="264"/>
                    </a:cubicBezTo>
                    <a:cubicBezTo>
                      <a:pt x="290" y="277"/>
                      <a:pt x="276" y="292"/>
                      <a:pt x="263" y="307"/>
                    </a:cubicBezTo>
                    <a:cubicBezTo>
                      <a:pt x="248" y="325"/>
                      <a:pt x="234" y="344"/>
                      <a:pt x="219" y="362"/>
                    </a:cubicBezTo>
                    <a:cubicBezTo>
                      <a:pt x="205" y="382"/>
                      <a:pt x="190" y="400"/>
                      <a:pt x="175" y="420"/>
                    </a:cubicBezTo>
                    <a:cubicBezTo>
                      <a:pt x="163" y="437"/>
                      <a:pt x="150" y="454"/>
                      <a:pt x="138" y="471"/>
                    </a:cubicBezTo>
                    <a:cubicBezTo>
                      <a:pt x="127" y="488"/>
                      <a:pt x="117" y="504"/>
                      <a:pt x="105" y="520"/>
                    </a:cubicBezTo>
                    <a:cubicBezTo>
                      <a:pt x="99" y="530"/>
                      <a:pt x="93" y="540"/>
                      <a:pt x="86" y="550"/>
                    </a:cubicBezTo>
                    <a:cubicBezTo>
                      <a:pt x="79" y="560"/>
                      <a:pt x="72" y="570"/>
                      <a:pt x="65" y="580"/>
                    </a:cubicBezTo>
                    <a:cubicBezTo>
                      <a:pt x="62" y="586"/>
                      <a:pt x="58" y="591"/>
                      <a:pt x="54" y="597"/>
                    </a:cubicBezTo>
                    <a:cubicBezTo>
                      <a:pt x="51" y="600"/>
                      <a:pt x="48" y="604"/>
                      <a:pt x="44" y="607"/>
                    </a:cubicBezTo>
                    <a:cubicBezTo>
                      <a:pt x="38" y="611"/>
                      <a:pt x="30" y="611"/>
                      <a:pt x="26" y="607"/>
                    </a:cubicBezTo>
                    <a:cubicBezTo>
                      <a:pt x="19" y="600"/>
                      <a:pt x="22" y="590"/>
                      <a:pt x="23" y="583"/>
                    </a:cubicBezTo>
                    <a:cubicBezTo>
                      <a:pt x="24" y="577"/>
                      <a:pt x="27" y="571"/>
                      <a:pt x="29" y="565"/>
                    </a:cubicBezTo>
                    <a:cubicBezTo>
                      <a:pt x="36" y="544"/>
                      <a:pt x="45" y="522"/>
                      <a:pt x="54" y="501"/>
                    </a:cubicBezTo>
                    <a:cubicBezTo>
                      <a:pt x="64" y="478"/>
                      <a:pt x="75" y="456"/>
                      <a:pt x="87" y="435"/>
                    </a:cubicBezTo>
                    <a:cubicBezTo>
                      <a:pt x="111" y="393"/>
                      <a:pt x="135" y="351"/>
                      <a:pt x="158" y="310"/>
                    </a:cubicBezTo>
                    <a:cubicBezTo>
                      <a:pt x="178" y="276"/>
                      <a:pt x="196" y="242"/>
                      <a:pt x="213" y="208"/>
                    </a:cubicBezTo>
                    <a:cubicBezTo>
                      <a:pt x="213" y="209"/>
                      <a:pt x="213" y="209"/>
                      <a:pt x="213" y="210"/>
                    </a:cubicBezTo>
                    <a:cubicBezTo>
                      <a:pt x="215" y="204"/>
                      <a:pt x="218" y="198"/>
                      <a:pt x="220" y="192"/>
                    </a:cubicBezTo>
                    <a:cubicBezTo>
                      <a:pt x="219" y="192"/>
                      <a:pt x="219" y="193"/>
                      <a:pt x="218" y="194"/>
                    </a:cubicBezTo>
                    <a:cubicBezTo>
                      <a:pt x="209" y="200"/>
                      <a:pt x="200" y="207"/>
                      <a:pt x="192" y="214"/>
                    </a:cubicBezTo>
                    <a:cubicBezTo>
                      <a:pt x="193" y="214"/>
                      <a:pt x="193" y="213"/>
                      <a:pt x="193" y="213"/>
                    </a:cubicBezTo>
                    <a:cubicBezTo>
                      <a:pt x="165" y="238"/>
                      <a:pt x="139" y="267"/>
                      <a:pt x="115" y="296"/>
                    </a:cubicBezTo>
                    <a:lnTo>
                      <a:pt x="115" y="295"/>
                    </a:lnTo>
                    <a:cubicBezTo>
                      <a:pt x="100" y="314"/>
                      <a:pt x="84" y="333"/>
                      <a:pt x="68" y="351"/>
                    </a:cubicBezTo>
                    <a:cubicBezTo>
                      <a:pt x="64" y="355"/>
                      <a:pt x="60" y="359"/>
                      <a:pt x="56" y="363"/>
                    </a:cubicBezTo>
                    <a:cubicBezTo>
                      <a:pt x="51" y="368"/>
                      <a:pt x="46" y="372"/>
                      <a:pt x="41" y="375"/>
                    </a:cubicBezTo>
                    <a:cubicBezTo>
                      <a:pt x="35" y="379"/>
                      <a:pt x="28" y="379"/>
                      <a:pt x="22" y="376"/>
                    </a:cubicBezTo>
                    <a:cubicBezTo>
                      <a:pt x="16" y="374"/>
                      <a:pt x="14" y="367"/>
                      <a:pt x="14" y="362"/>
                    </a:cubicBezTo>
                    <a:cubicBezTo>
                      <a:pt x="14" y="358"/>
                      <a:pt x="15" y="354"/>
                      <a:pt x="16" y="350"/>
                    </a:cubicBezTo>
                    <a:cubicBezTo>
                      <a:pt x="17" y="345"/>
                      <a:pt x="19" y="339"/>
                      <a:pt x="20" y="334"/>
                    </a:cubicBezTo>
                    <a:cubicBezTo>
                      <a:pt x="36" y="287"/>
                      <a:pt x="60" y="244"/>
                      <a:pt x="82" y="201"/>
                    </a:cubicBezTo>
                    <a:cubicBezTo>
                      <a:pt x="90" y="185"/>
                      <a:pt x="98" y="170"/>
                      <a:pt x="107" y="155"/>
                    </a:cubicBezTo>
                    <a:cubicBezTo>
                      <a:pt x="112" y="145"/>
                      <a:pt x="119" y="134"/>
                      <a:pt x="124" y="123"/>
                    </a:cubicBezTo>
                    <a:cubicBezTo>
                      <a:pt x="100" y="148"/>
                      <a:pt x="78" y="174"/>
                      <a:pt x="54" y="199"/>
                    </a:cubicBezTo>
                    <a:cubicBezTo>
                      <a:pt x="52" y="202"/>
                      <a:pt x="50" y="204"/>
                      <a:pt x="47" y="207"/>
                    </a:cubicBezTo>
                    <a:cubicBezTo>
                      <a:pt x="45" y="209"/>
                      <a:pt x="43" y="210"/>
                      <a:pt x="41" y="213"/>
                    </a:cubicBezTo>
                    <a:cubicBezTo>
                      <a:pt x="40" y="214"/>
                      <a:pt x="38" y="216"/>
                      <a:pt x="36" y="216"/>
                    </a:cubicBezTo>
                    <a:cubicBezTo>
                      <a:pt x="34" y="218"/>
                      <a:pt x="31" y="219"/>
                      <a:pt x="29" y="219"/>
                    </a:cubicBezTo>
                    <a:cubicBezTo>
                      <a:pt x="26" y="220"/>
                      <a:pt x="22" y="219"/>
                      <a:pt x="20" y="217"/>
                    </a:cubicBezTo>
                    <a:cubicBezTo>
                      <a:pt x="17" y="215"/>
                      <a:pt x="15" y="211"/>
                      <a:pt x="15" y="208"/>
                    </a:cubicBezTo>
                    <a:cubicBezTo>
                      <a:pt x="15" y="204"/>
                      <a:pt x="15" y="201"/>
                      <a:pt x="16" y="198"/>
                    </a:cubicBezTo>
                    <a:cubicBezTo>
                      <a:pt x="17" y="196"/>
                      <a:pt x="17" y="195"/>
                      <a:pt x="18" y="194"/>
                    </a:cubicBezTo>
                    <a:cubicBezTo>
                      <a:pt x="19" y="191"/>
                      <a:pt x="20" y="188"/>
                      <a:pt x="22" y="185"/>
                    </a:cubicBezTo>
                    <a:cubicBezTo>
                      <a:pt x="24" y="181"/>
                      <a:pt x="26" y="176"/>
                      <a:pt x="28" y="171"/>
                    </a:cubicBezTo>
                    <a:cubicBezTo>
                      <a:pt x="33" y="159"/>
                      <a:pt x="38" y="148"/>
                      <a:pt x="43" y="136"/>
                    </a:cubicBezTo>
                    <a:cubicBezTo>
                      <a:pt x="52" y="114"/>
                      <a:pt x="62" y="93"/>
                      <a:pt x="73" y="71"/>
                    </a:cubicBezTo>
                    <a:cubicBezTo>
                      <a:pt x="78" y="61"/>
                      <a:pt x="83" y="51"/>
                      <a:pt x="88" y="41"/>
                    </a:cubicBezTo>
                    <a:cubicBezTo>
                      <a:pt x="89" y="40"/>
                      <a:pt x="89" y="39"/>
                      <a:pt x="90" y="38"/>
                    </a:cubicBezTo>
                    <a:cubicBezTo>
                      <a:pt x="86" y="41"/>
                      <a:pt x="82" y="43"/>
                      <a:pt x="79" y="46"/>
                    </a:cubicBezTo>
                    <a:cubicBezTo>
                      <a:pt x="72" y="52"/>
                      <a:pt x="65" y="57"/>
                      <a:pt x="59" y="63"/>
                    </a:cubicBezTo>
                    <a:lnTo>
                      <a:pt x="59" y="62"/>
                    </a:lnTo>
                    <a:cubicBezTo>
                      <a:pt x="56" y="66"/>
                      <a:pt x="52" y="69"/>
                      <a:pt x="49" y="72"/>
                    </a:cubicBezTo>
                    <a:cubicBezTo>
                      <a:pt x="45" y="76"/>
                      <a:pt x="41" y="81"/>
                      <a:pt x="37" y="85"/>
                    </a:cubicBezTo>
                    <a:cubicBezTo>
                      <a:pt x="34" y="89"/>
                      <a:pt x="31" y="93"/>
                      <a:pt x="27" y="97"/>
                    </a:cubicBezTo>
                    <a:cubicBezTo>
                      <a:pt x="27" y="98"/>
                      <a:pt x="26" y="100"/>
                      <a:pt x="25" y="101"/>
                    </a:cubicBezTo>
                    <a:lnTo>
                      <a:pt x="24" y="101"/>
                    </a:lnTo>
                    <a:cubicBezTo>
                      <a:pt x="24" y="103"/>
                      <a:pt x="23" y="105"/>
                      <a:pt x="22" y="107"/>
                    </a:cubicBezTo>
                    <a:cubicBezTo>
                      <a:pt x="21" y="107"/>
                      <a:pt x="20" y="108"/>
                      <a:pt x="19" y="108"/>
                    </a:cubicBezTo>
                    <a:cubicBezTo>
                      <a:pt x="15" y="111"/>
                      <a:pt x="8" y="111"/>
                      <a:pt x="4" y="107"/>
                    </a:cubicBezTo>
                    <a:cubicBezTo>
                      <a:pt x="1" y="104"/>
                      <a:pt x="0" y="100"/>
                      <a:pt x="1" y="96"/>
                    </a:cubicBezTo>
                    <a:cubicBezTo>
                      <a:pt x="1" y="96"/>
                      <a:pt x="1" y="95"/>
                      <a:pt x="1" y="94"/>
                    </a:cubicBezTo>
                    <a:cubicBezTo>
                      <a:pt x="1" y="93"/>
                      <a:pt x="2" y="93"/>
                      <a:pt x="2" y="92"/>
                    </a:cubicBezTo>
                    <a:lnTo>
                      <a:pt x="2" y="91"/>
                    </a:lnTo>
                    <a:cubicBezTo>
                      <a:pt x="5" y="86"/>
                      <a:pt x="9" y="82"/>
                      <a:pt x="13" y="77"/>
                    </a:cubicBezTo>
                    <a:cubicBezTo>
                      <a:pt x="17" y="72"/>
                      <a:pt x="22" y="67"/>
                      <a:pt x="26" y="62"/>
                    </a:cubicBezTo>
                    <a:cubicBezTo>
                      <a:pt x="34" y="53"/>
                      <a:pt x="44" y="46"/>
                      <a:pt x="53" y="37"/>
                    </a:cubicBezTo>
                    <a:cubicBezTo>
                      <a:pt x="62" y="30"/>
                      <a:pt x="72" y="23"/>
                      <a:pt x="81" y="15"/>
                    </a:cubicBezTo>
                    <a:cubicBezTo>
                      <a:pt x="86" y="12"/>
                      <a:pt x="90" y="8"/>
                      <a:pt x="95" y="5"/>
                    </a:cubicBezTo>
                    <a:cubicBezTo>
                      <a:pt x="100" y="2"/>
                      <a:pt x="105" y="0"/>
                      <a:pt x="111" y="0"/>
                    </a:cubicBezTo>
                    <a:cubicBezTo>
                      <a:pt x="118" y="1"/>
                      <a:pt x="122" y="7"/>
                      <a:pt x="123" y="14"/>
                    </a:cubicBezTo>
                    <a:cubicBezTo>
                      <a:pt x="124" y="20"/>
                      <a:pt x="121" y="27"/>
                      <a:pt x="118" y="33"/>
                    </a:cubicBezTo>
                    <a:cubicBezTo>
                      <a:pt x="117" y="37"/>
                      <a:pt x="115" y="40"/>
                      <a:pt x="114" y="43"/>
                    </a:cubicBezTo>
                    <a:cubicBezTo>
                      <a:pt x="110" y="50"/>
                      <a:pt x="107" y="57"/>
                      <a:pt x="103" y="64"/>
                    </a:cubicBezTo>
                    <a:cubicBezTo>
                      <a:pt x="96" y="79"/>
                      <a:pt x="88" y="93"/>
                      <a:pt x="81" y="108"/>
                    </a:cubicBezTo>
                    <a:cubicBezTo>
                      <a:pt x="73" y="124"/>
                      <a:pt x="66" y="141"/>
                      <a:pt x="59" y="157"/>
                    </a:cubicBezTo>
                    <a:cubicBezTo>
                      <a:pt x="58" y="159"/>
                      <a:pt x="57" y="162"/>
                      <a:pt x="56" y="164"/>
                    </a:cubicBezTo>
                    <a:cubicBezTo>
                      <a:pt x="63" y="156"/>
                      <a:pt x="70" y="149"/>
                      <a:pt x="76" y="142"/>
                    </a:cubicBezTo>
                    <a:cubicBezTo>
                      <a:pt x="93" y="124"/>
                      <a:pt x="110" y="107"/>
                      <a:pt x="125" y="89"/>
                    </a:cubicBezTo>
                    <a:cubicBezTo>
                      <a:pt x="129" y="85"/>
                      <a:pt x="133" y="80"/>
                      <a:pt x="138" y="76"/>
                    </a:cubicBezTo>
                    <a:cubicBezTo>
                      <a:pt x="140" y="73"/>
                      <a:pt x="145" y="70"/>
                      <a:pt x="149" y="69"/>
                    </a:cubicBezTo>
                    <a:cubicBezTo>
                      <a:pt x="156" y="67"/>
                      <a:pt x="162" y="71"/>
                      <a:pt x="165" y="77"/>
                    </a:cubicBezTo>
                    <a:cubicBezTo>
                      <a:pt x="167" y="82"/>
                      <a:pt x="165" y="89"/>
                      <a:pt x="164" y="94"/>
                    </a:cubicBezTo>
                    <a:cubicBezTo>
                      <a:pt x="163" y="98"/>
                      <a:pt x="161" y="101"/>
                      <a:pt x="159" y="105"/>
                    </a:cubicBezTo>
                    <a:cubicBezTo>
                      <a:pt x="157" y="111"/>
                      <a:pt x="154" y="116"/>
                      <a:pt x="151" y="121"/>
                    </a:cubicBezTo>
                    <a:cubicBezTo>
                      <a:pt x="140" y="143"/>
                      <a:pt x="128" y="165"/>
                      <a:pt x="115" y="186"/>
                    </a:cubicBezTo>
                    <a:cubicBezTo>
                      <a:pt x="107" y="201"/>
                      <a:pt x="99" y="216"/>
                      <a:pt x="91" y="232"/>
                    </a:cubicBezTo>
                    <a:cubicBezTo>
                      <a:pt x="83" y="248"/>
                      <a:pt x="75" y="263"/>
                      <a:pt x="67" y="280"/>
                    </a:cubicBezTo>
                    <a:cubicBezTo>
                      <a:pt x="67" y="279"/>
                      <a:pt x="67" y="279"/>
                      <a:pt x="67" y="279"/>
                    </a:cubicBezTo>
                    <a:cubicBezTo>
                      <a:pt x="58" y="298"/>
                      <a:pt x="50" y="317"/>
                      <a:pt x="44" y="336"/>
                    </a:cubicBezTo>
                    <a:cubicBezTo>
                      <a:pt x="43" y="339"/>
                      <a:pt x="43" y="341"/>
                      <a:pt x="42" y="344"/>
                    </a:cubicBezTo>
                    <a:cubicBezTo>
                      <a:pt x="43" y="343"/>
                      <a:pt x="45" y="342"/>
                      <a:pt x="46" y="340"/>
                    </a:cubicBezTo>
                    <a:cubicBezTo>
                      <a:pt x="54" y="333"/>
                      <a:pt x="61" y="325"/>
                      <a:pt x="68" y="317"/>
                    </a:cubicBezTo>
                    <a:cubicBezTo>
                      <a:pt x="68" y="316"/>
                      <a:pt x="69" y="316"/>
                      <a:pt x="69" y="316"/>
                    </a:cubicBezTo>
                    <a:cubicBezTo>
                      <a:pt x="84" y="298"/>
                      <a:pt x="100" y="280"/>
                      <a:pt x="115" y="262"/>
                    </a:cubicBezTo>
                    <a:cubicBezTo>
                      <a:pt x="131" y="244"/>
                      <a:pt x="147" y="226"/>
                      <a:pt x="164" y="210"/>
                    </a:cubicBezTo>
                    <a:cubicBezTo>
                      <a:pt x="172" y="201"/>
                      <a:pt x="181" y="192"/>
                      <a:pt x="191" y="184"/>
                    </a:cubicBezTo>
                    <a:cubicBezTo>
                      <a:pt x="199" y="177"/>
                      <a:pt x="208" y="170"/>
                      <a:pt x="218" y="164"/>
                    </a:cubicBezTo>
                    <a:cubicBezTo>
                      <a:pt x="221" y="163"/>
                      <a:pt x="223" y="162"/>
                      <a:pt x="226" y="161"/>
                    </a:cubicBezTo>
                    <a:cubicBezTo>
                      <a:pt x="232" y="158"/>
                      <a:pt x="239" y="158"/>
                      <a:pt x="245" y="163"/>
                    </a:cubicBezTo>
                    <a:cubicBezTo>
                      <a:pt x="249" y="168"/>
                      <a:pt x="249" y="174"/>
                      <a:pt x="249" y="180"/>
                    </a:cubicBezTo>
                    <a:cubicBezTo>
                      <a:pt x="248" y="184"/>
                      <a:pt x="247" y="188"/>
                      <a:pt x="245" y="192"/>
                    </a:cubicBezTo>
                    <a:cubicBezTo>
                      <a:pt x="241" y="205"/>
                      <a:pt x="235" y="216"/>
                      <a:pt x="230" y="227"/>
                    </a:cubicBezTo>
                    <a:cubicBezTo>
                      <a:pt x="219" y="248"/>
                      <a:pt x="207" y="269"/>
                      <a:pt x="195" y="289"/>
                    </a:cubicBezTo>
                    <a:cubicBezTo>
                      <a:pt x="184" y="310"/>
                      <a:pt x="171" y="331"/>
                      <a:pt x="158" y="352"/>
                    </a:cubicBezTo>
                    <a:cubicBezTo>
                      <a:pt x="146" y="373"/>
                      <a:pt x="134" y="395"/>
                      <a:pt x="122" y="415"/>
                    </a:cubicBezTo>
                    <a:cubicBezTo>
                      <a:pt x="110" y="437"/>
                      <a:pt x="98" y="458"/>
                      <a:pt x="88" y="480"/>
                    </a:cubicBezTo>
                    <a:cubicBezTo>
                      <a:pt x="87" y="481"/>
                      <a:pt x="87" y="481"/>
                      <a:pt x="87" y="481"/>
                    </a:cubicBezTo>
                    <a:cubicBezTo>
                      <a:pt x="80" y="495"/>
                      <a:pt x="74" y="510"/>
                      <a:pt x="68" y="525"/>
                    </a:cubicBezTo>
                    <a:cubicBezTo>
                      <a:pt x="65" y="534"/>
                      <a:pt x="62" y="543"/>
                      <a:pt x="58" y="551"/>
                    </a:cubicBezTo>
                    <a:cubicBezTo>
                      <a:pt x="65" y="542"/>
                      <a:pt x="72" y="533"/>
                      <a:pt x="78" y="523"/>
                    </a:cubicBezTo>
                    <a:cubicBezTo>
                      <a:pt x="92" y="503"/>
                      <a:pt x="106" y="483"/>
                      <a:pt x="120" y="463"/>
                    </a:cubicBezTo>
                    <a:cubicBezTo>
                      <a:pt x="134" y="443"/>
                      <a:pt x="149" y="424"/>
                      <a:pt x="163" y="404"/>
                    </a:cubicBezTo>
                    <a:cubicBezTo>
                      <a:pt x="177" y="385"/>
                      <a:pt x="191" y="367"/>
                      <a:pt x="205" y="347"/>
                    </a:cubicBezTo>
                    <a:cubicBezTo>
                      <a:pt x="212" y="338"/>
                      <a:pt x="220" y="328"/>
                      <a:pt x="227" y="319"/>
                    </a:cubicBezTo>
                    <a:cubicBezTo>
                      <a:pt x="234" y="309"/>
                      <a:pt x="241" y="300"/>
                      <a:pt x="248" y="290"/>
                    </a:cubicBezTo>
                    <a:cubicBezTo>
                      <a:pt x="264" y="272"/>
                      <a:pt x="281" y="253"/>
                      <a:pt x="300" y="237"/>
                    </a:cubicBezTo>
                    <a:cubicBezTo>
                      <a:pt x="309" y="229"/>
                      <a:pt x="318" y="221"/>
                      <a:pt x="329" y="217"/>
                    </a:cubicBezTo>
                    <a:cubicBezTo>
                      <a:pt x="333" y="216"/>
                      <a:pt x="337" y="214"/>
                      <a:pt x="341" y="215"/>
                    </a:cubicBezTo>
                    <a:cubicBezTo>
                      <a:pt x="344" y="215"/>
                      <a:pt x="347" y="216"/>
                      <a:pt x="350" y="217"/>
                    </a:cubicBezTo>
                    <a:cubicBezTo>
                      <a:pt x="353" y="220"/>
                      <a:pt x="354" y="223"/>
                      <a:pt x="355" y="227"/>
                    </a:cubicBezTo>
                    <a:cubicBezTo>
                      <a:pt x="357" y="234"/>
                      <a:pt x="355" y="241"/>
                      <a:pt x="354" y="248"/>
                    </a:cubicBezTo>
                    <a:cubicBezTo>
                      <a:pt x="353" y="252"/>
                      <a:pt x="351" y="257"/>
                      <a:pt x="349" y="262"/>
                    </a:cubicBezTo>
                    <a:cubicBezTo>
                      <a:pt x="345" y="273"/>
                      <a:pt x="339" y="284"/>
                      <a:pt x="334" y="295"/>
                    </a:cubicBezTo>
                    <a:cubicBezTo>
                      <a:pt x="328" y="306"/>
                      <a:pt x="322" y="316"/>
                      <a:pt x="316" y="327"/>
                    </a:cubicBezTo>
                    <a:cubicBezTo>
                      <a:pt x="292" y="369"/>
                      <a:pt x="263" y="410"/>
                      <a:pt x="236" y="450"/>
                    </a:cubicBezTo>
                    <a:cubicBezTo>
                      <a:pt x="232" y="456"/>
                      <a:pt x="229" y="461"/>
                      <a:pt x="226" y="467"/>
                    </a:cubicBezTo>
                    <a:cubicBezTo>
                      <a:pt x="226" y="466"/>
                      <a:pt x="226" y="466"/>
                      <a:pt x="226" y="466"/>
                    </a:cubicBezTo>
                    <a:cubicBezTo>
                      <a:pt x="226" y="467"/>
                      <a:pt x="226" y="467"/>
                      <a:pt x="225" y="467"/>
                    </a:cubicBezTo>
                    <a:cubicBezTo>
                      <a:pt x="204" y="500"/>
                      <a:pt x="184" y="533"/>
                      <a:pt x="167" y="568"/>
                    </a:cubicBezTo>
                    <a:lnTo>
                      <a:pt x="167" y="567"/>
                    </a:lnTo>
                    <a:cubicBezTo>
                      <a:pt x="160" y="583"/>
                      <a:pt x="153" y="598"/>
                      <a:pt x="146" y="614"/>
                    </a:cubicBezTo>
                    <a:cubicBezTo>
                      <a:pt x="149" y="612"/>
                      <a:pt x="152" y="609"/>
                      <a:pt x="154" y="607"/>
                    </a:cubicBezTo>
                    <a:cubicBezTo>
                      <a:pt x="162" y="598"/>
                      <a:pt x="171" y="589"/>
                      <a:pt x="179" y="580"/>
                    </a:cubicBezTo>
                    <a:cubicBezTo>
                      <a:pt x="186" y="570"/>
                      <a:pt x="195" y="561"/>
                      <a:pt x="202" y="551"/>
                    </a:cubicBezTo>
                    <a:cubicBezTo>
                      <a:pt x="210" y="542"/>
                      <a:pt x="217" y="533"/>
                      <a:pt x="224" y="524"/>
                    </a:cubicBezTo>
                    <a:cubicBezTo>
                      <a:pt x="232" y="513"/>
                      <a:pt x="240" y="503"/>
                      <a:pt x="248" y="493"/>
                    </a:cubicBezTo>
                    <a:cubicBezTo>
                      <a:pt x="254" y="484"/>
                      <a:pt x="260" y="475"/>
                      <a:pt x="267" y="466"/>
                    </a:cubicBezTo>
                    <a:cubicBezTo>
                      <a:pt x="281" y="445"/>
                      <a:pt x="296" y="424"/>
                      <a:pt x="310" y="403"/>
                    </a:cubicBezTo>
                    <a:cubicBezTo>
                      <a:pt x="317" y="393"/>
                      <a:pt x="325" y="383"/>
                      <a:pt x="332" y="373"/>
                    </a:cubicBezTo>
                    <a:cubicBezTo>
                      <a:pt x="339" y="364"/>
                      <a:pt x="346" y="355"/>
                      <a:pt x="354" y="346"/>
                    </a:cubicBezTo>
                    <a:cubicBezTo>
                      <a:pt x="362" y="337"/>
                      <a:pt x="371" y="328"/>
                      <a:pt x="380" y="320"/>
                    </a:cubicBezTo>
                    <a:cubicBezTo>
                      <a:pt x="385" y="316"/>
                      <a:pt x="390" y="312"/>
                      <a:pt x="395" y="308"/>
                    </a:cubicBezTo>
                    <a:cubicBezTo>
                      <a:pt x="400" y="305"/>
                      <a:pt x="404" y="301"/>
                      <a:pt x="410" y="299"/>
                    </a:cubicBezTo>
                    <a:cubicBezTo>
                      <a:pt x="414" y="297"/>
                      <a:pt x="420" y="295"/>
                      <a:pt x="424" y="294"/>
                    </a:cubicBezTo>
                    <a:cubicBezTo>
                      <a:pt x="431" y="293"/>
                      <a:pt x="438" y="295"/>
                      <a:pt x="443" y="300"/>
                    </a:cubicBezTo>
                    <a:cubicBezTo>
                      <a:pt x="445" y="302"/>
                      <a:pt x="447" y="305"/>
                      <a:pt x="449" y="308"/>
                    </a:cubicBezTo>
                    <a:cubicBezTo>
                      <a:pt x="450" y="311"/>
                      <a:pt x="450" y="314"/>
                      <a:pt x="451" y="318"/>
                    </a:cubicBezTo>
                    <a:cubicBezTo>
                      <a:pt x="452" y="325"/>
                      <a:pt x="450" y="333"/>
                      <a:pt x="448" y="341"/>
                    </a:cubicBezTo>
                    <a:cubicBezTo>
                      <a:pt x="446" y="348"/>
                      <a:pt x="443" y="355"/>
                      <a:pt x="440" y="362"/>
                    </a:cubicBezTo>
                    <a:cubicBezTo>
                      <a:pt x="437" y="369"/>
                      <a:pt x="435" y="375"/>
                      <a:pt x="431" y="381"/>
                    </a:cubicBezTo>
                    <a:cubicBezTo>
                      <a:pt x="422" y="397"/>
                      <a:pt x="412" y="413"/>
                      <a:pt x="402" y="429"/>
                    </a:cubicBezTo>
                    <a:cubicBezTo>
                      <a:pt x="392" y="445"/>
                      <a:pt x="381" y="460"/>
                      <a:pt x="371" y="476"/>
                    </a:cubicBezTo>
                    <a:lnTo>
                      <a:pt x="371" y="475"/>
                    </a:lnTo>
                    <a:cubicBezTo>
                      <a:pt x="351" y="506"/>
                      <a:pt x="333" y="538"/>
                      <a:pt x="317" y="572"/>
                    </a:cubicBezTo>
                    <a:cubicBezTo>
                      <a:pt x="317" y="571"/>
                      <a:pt x="318" y="570"/>
                      <a:pt x="318" y="570"/>
                    </a:cubicBezTo>
                    <a:cubicBezTo>
                      <a:pt x="315" y="576"/>
                      <a:pt x="312" y="582"/>
                      <a:pt x="310" y="587"/>
                    </a:cubicBezTo>
                    <a:cubicBezTo>
                      <a:pt x="308" y="593"/>
                      <a:pt x="306" y="599"/>
                      <a:pt x="304" y="604"/>
                    </a:cubicBezTo>
                    <a:cubicBezTo>
                      <a:pt x="303" y="607"/>
                      <a:pt x="302" y="610"/>
                      <a:pt x="301" y="612"/>
                    </a:cubicBezTo>
                    <a:cubicBezTo>
                      <a:pt x="299" y="621"/>
                      <a:pt x="297" y="628"/>
                      <a:pt x="294" y="636"/>
                    </a:cubicBezTo>
                    <a:cubicBezTo>
                      <a:pt x="299" y="632"/>
                      <a:pt x="304" y="626"/>
                      <a:pt x="308" y="621"/>
                    </a:cubicBezTo>
                    <a:cubicBezTo>
                      <a:pt x="316" y="611"/>
                      <a:pt x="325" y="601"/>
                      <a:pt x="332" y="591"/>
                    </a:cubicBezTo>
                    <a:cubicBezTo>
                      <a:pt x="339" y="582"/>
                      <a:pt x="346" y="573"/>
                      <a:pt x="353" y="564"/>
                    </a:cubicBezTo>
                    <a:cubicBezTo>
                      <a:pt x="368" y="544"/>
                      <a:pt x="383" y="524"/>
                      <a:pt x="399" y="505"/>
                    </a:cubicBezTo>
                    <a:cubicBezTo>
                      <a:pt x="407" y="495"/>
                      <a:pt x="415" y="486"/>
                      <a:pt x="424" y="477"/>
                    </a:cubicBezTo>
                    <a:cubicBezTo>
                      <a:pt x="432" y="467"/>
                      <a:pt x="441" y="457"/>
                      <a:pt x="449" y="448"/>
                    </a:cubicBezTo>
                    <a:cubicBezTo>
                      <a:pt x="457" y="440"/>
                      <a:pt x="465" y="431"/>
                      <a:pt x="474" y="424"/>
                    </a:cubicBezTo>
                    <a:cubicBezTo>
                      <a:pt x="476" y="422"/>
                      <a:pt x="478" y="420"/>
                      <a:pt x="481" y="418"/>
                    </a:cubicBezTo>
                    <a:cubicBezTo>
                      <a:pt x="485" y="414"/>
                      <a:pt x="489" y="411"/>
                      <a:pt x="495" y="411"/>
                    </a:cubicBezTo>
                    <a:cubicBezTo>
                      <a:pt x="501" y="411"/>
                      <a:pt x="508" y="415"/>
                      <a:pt x="509" y="422"/>
                    </a:cubicBezTo>
                    <a:cubicBezTo>
                      <a:pt x="511" y="428"/>
                      <a:pt x="510" y="435"/>
                      <a:pt x="508" y="442"/>
                    </a:cubicBezTo>
                    <a:cubicBezTo>
                      <a:pt x="506" y="453"/>
                      <a:pt x="502" y="463"/>
                      <a:pt x="498" y="473"/>
                    </a:cubicBezTo>
                    <a:cubicBezTo>
                      <a:pt x="494" y="482"/>
                      <a:pt x="490" y="491"/>
                      <a:pt x="486" y="499"/>
                    </a:cubicBezTo>
                    <a:cubicBezTo>
                      <a:pt x="478" y="517"/>
                      <a:pt x="469" y="536"/>
                      <a:pt x="460" y="554"/>
                    </a:cubicBezTo>
                    <a:lnTo>
                      <a:pt x="460" y="555"/>
                    </a:lnTo>
                    <a:cubicBezTo>
                      <a:pt x="459" y="556"/>
                      <a:pt x="458" y="558"/>
                      <a:pt x="457" y="560"/>
                    </a:cubicBezTo>
                    <a:cubicBezTo>
                      <a:pt x="457" y="559"/>
                      <a:pt x="457" y="559"/>
                      <a:pt x="458" y="559"/>
                    </a:cubicBezTo>
                    <a:cubicBezTo>
                      <a:pt x="457" y="560"/>
                      <a:pt x="457" y="561"/>
                      <a:pt x="456" y="562"/>
                    </a:cubicBezTo>
                    <a:lnTo>
                      <a:pt x="457" y="561"/>
                    </a:lnTo>
                    <a:cubicBezTo>
                      <a:pt x="456" y="562"/>
                      <a:pt x="456" y="563"/>
                      <a:pt x="455" y="564"/>
                    </a:cubicBezTo>
                    <a:cubicBezTo>
                      <a:pt x="456" y="564"/>
                      <a:pt x="456" y="563"/>
                      <a:pt x="456" y="563"/>
                    </a:cubicBezTo>
                    <a:cubicBezTo>
                      <a:pt x="455" y="564"/>
                      <a:pt x="455" y="565"/>
                      <a:pt x="454" y="566"/>
                    </a:cubicBezTo>
                    <a:cubicBezTo>
                      <a:pt x="449" y="578"/>
                      <a:pt x="443" y="590"/>
                      <a:pt x="438" y="603"/>
                    </a:cubicBezTo>
                    <a:cubicBezTo>
                      <a:pt x="444" y="597"/>
                      <a:pt x="450" y="591"/>
                      <a:pt x="456" y="585"/>
                    </a:cubicBezTo>
                    <a:cubicBezTo>
                      <a:pt x="466" y="576"/>
                      <a:pt x="475" y="566"/>
                      <a:pt x="484" y="557"/>
                    </a:cubicBezTo>
                    <a:cubicBezTo>
                      <a:pt x="501" y="540"/>
                      <a:pt x="517" y="524"/>
                      <a:pt x="534" y="508"/>
                    </a:cubicBezTo>
                    <a:cubicBezTo>
                      <a:pt x="540" y="501"/>
                      <a:pt x="546" y="495"/>
                      <a:pt x="552" y="489"/>
                    </a:cubicBezTo>
                    <a:cubicBezTo>
                      <a:pt x="558" y="483"/>
                      <a:pt x="564" y="477"/>
                      <a:pt x="570" y="472"/>
                    </a:cubicBezTo>
                    <a:cubicBezTo>
                      <a:pt x="575" y="467"/>
                      <a:pt x="580" y="463"/>
                      <a:pt x="588" y="463"/>
                    </a:cubicBezTo>
                    <a:cubicBezTo>
                      <a:pt x="592" y="464"/>
                      <a:pt x="596" y="467"/>
                      <a:pt x="599" y="470"/>
                    </a:cubicBezTo>
                    <a:cubicBezTo>
                      <a:pt x="601" y="473"/>
                      <a:pt x="602" y="478"/>
                      <a:pt x="603" y="482"/>
                    </a:cubicBezTo>
                    <a:cubicBezTo>
                      <a:pt x="604" y="493"/>
                      <a:pt x="601" y="503"/>
                      <a:pt x="598" y="512"/>
                    </a:cubicBezTo>
                    <a:cubicBezTo>
                      <a:pt x="597" y="517"/>
                      <a:pt x="596" y="522"/>
                      <a:pt x="594" y="526"/>
                    </a:cubicBezTo>
                    <a:cubicBezTo>
                      <a:pt x="594" y="526"/>
                      <a:pt x="594" y="525"/>
                      <a:pt x="595" y="525"/>
                    </a:cubicBezTo>
                    <a:cubicBezTo>
                      <a:pt x="592" y="534"/>
                      <a:pt x="588" y="543"/>
                      <a:pt x="584" y="552"/>
                    </a:cubicBezTo>
                    <a:cubicBezTo>
                      <a:pt x="580" y="561"/>
                      <a:pt x="576" y="571"/>
                      <a:pt x="572" y="581"/>
                    </a:cubicBezTo>
                    <a:cubicBezTo>
                      <a:pt x="569" y="589"/>
                      <a:pt x="565" y="597"/>
                      <a:pt x="562" y="605"/>
                    </a:cubicBezTo>
                    <a:cubicBezTo>
                      <a:pt x="564" y="604"/>
                      <a:pt x="566" y="602"/>
                      <a:pt x="568" y="600"/>
                    </a:cubicBezTo>
                    <a:cubicBezTo>
                      <a:pt x="576" y="592"/>
                      <a:pt x="584" y="584"/>
                      <a:pt x="593" y="576"/>
                    </a:cubicBezTo>
                    <a:cubicBezTo>
                      <a:pt x="597" y="572"/>
                      <a:pt x="602" y="568"/>
                      <a:pt x="607" y="563"/>
                    </a:cubicBezTo>
                    <a:cubicBezTo>
                      <a:pt x="611" y="559"/>
                      <a:pt x="615" y="556"/>
                      <a:pt x="620" y="552"/>
                    </a:cubicBezTo>
                    <a:cubicBezTo>
                      <a:pt x="623" y="549"/>
                      <a:pt x="628" y="546"/>
                      <a:pt x="632" y="545"/>
                    </a:cubicBezTo>
                    <a:cubicBezTo>
                      <a:pt x="638" y="543"/>
                      <a:pt x="646" y="545"/>
                      <a:pt x="648" y="551"/>
                    </a:cubicBezTo>
                    <a:cubicBezTo>
                      <a:pt x="650" y="554"/>
                      <a:pt x="651" y="556"/>
                      <a:pt x="651" y="559"/>
                    </a:cubicBezTo>
                    <a:cubicBezTo>
                      <a:pt x="651" y="563"/>
                      <a:pt x="650" y="566"/>
                      <a:pt x="650" y="569"/>
                    </a:cubicBezTo>
                    <a:cubicBezTo>
                      <a:pt x="649" y="572"/>
                      <a:pt x="648" y="575"/>
                      <a:pt x="647" y="578"/>
                    </a:cubicBezTo>
                    <a:cubicBezTo>
                      <a:pt x="644" y="592"/>
                      <a:pt x="640" y="605"/>
                      <a:pt x="637" y="619"/>
                    </a:cubicBezTo>
                    <a:cubicBezTo>
                      <a:pt x="638" y="619"/>
                      <a:pt x="639" y="618"/>
                      <a:pt x="640" y="618"/>
                    </a:cubicBezTo>
                    <a:cubicBezTo>
                      <a:pt x="653" y="609"/>
                      <a:pt x="665" y="600"/>
                      <a:pt x="677" y="590"/>
                    </a:cubicBezTo>
                    <a:cubicBezTo>
                      <a:pt x="681" y="588"/>
                      <a:pt x="684" y="586"/>
                      <a:pt x="688" y="586"/>
                    </a:cubicBezTo>
                    <a:cubicBezTo>
                      <a:pt x="692" y="585"/>
                      <a:pt x="697" y="587"/>
                      <a:pt x="700" y="590"/>
                    </a:cubicBezTo>
                    <a:cubicBezTo>
                      <a:pt x="706" y="596"/>
                      <a:pt x="706" y="604"/>
                      <a:pt x="706" y="611"/>
                    </a:cubicBezTo>
                    <a:cubicBezTo>
                      <a:pt x="705" y="619"/>
                      <a:pt x="704" y="626"/>
                      <a:pt x="703" y="634"/>
                    </a:cubicBezTo>
                    <a:cubicBezTo>
                      <a:pt x="703" y="635"/>
                      <a:pt x="703" y="635"/>
                      <a:pt x="703" y="636"/>
                    </a:cubicBezTo>
                    <a:cubicBezTo>
                      <a:pt x="703" y="635"/>
                      <a:pt x="703" y="635"/>
                      <a:pt x="703" y="635"/>
                    </a:cubicBezTo>
                    <a:cubicBezTo>
                      <a:pt x="703" y="636"/>
                      <a:pt x="703" y="637"/>
                      <a:pt x="703" y="639"/>
                    </a:cubicBezTo>
                    <a:cubicBezTo>
                      <a:pt x="707" y="642"/>
                      <a:pt x="707" y="647"/>
                      <a:pt x="706" y="652"/>
                    </a:cubicBezTo>
                    <a:cubicBezTo>
                      <a:pt x="703" y="658"/>
                      <a:pt x="696" y="661"/>
                      <a:pt x="690" y="659"/>
                    </a:cubicBezTo>
                    <a:cubicBezTo>
                      <a:pt x="689" y="658"/>
                      <a:pt x="688" y="658"/>
                      <a:pt x="686" y="657"/>
                    </a:cubicBezTo>
                    <a:cubicBezTo>
                      <a:pt x="685" y="656"/>
                      <a:pt x="683" y="655"/>
                      <a:pt x="682" y="653"/>
                    </a:cubicBezTo>
                    <a:cubicBezTo>
                      <a:pt x="679" y="650"/>
                      <a:pt x="679" y="647"/>
                      <a:pt x="678" y="643"/>
                    </a:cubicBezTo>
                    <a:cubicBezTo>
                      <a:pt x="678" y="639"/>
                      <a:pt x="678" y="633"/>
                      <a:pt x="679" y="629"/>
                    </a:cubicBezTo>
                    <a:cubicBezTo>
                      <a:pt x="679" y="625"/>
                      <a:pt x="680" y="622"/>
                      <a:pt x="681" y="618"/>
                    </a:cubicBezTo>
                    <a:cubicBezTo>
                      <a:pt x="671" y="625"/>
                      <a:pt x="662" y="632"/>
                      <a:pt x="653" y="638"/>
                    </a:cubicBezTo>
                    <a:cubicBezTo>
                      <a:pt x="653" y="637"/>
                      <a:pt x="654" y="637"/>
                      <a:pt x="654" y="637"/>
                    </a:cubicBezTo>
                    <a:cubicBezTo>
                      <a:pt x="653" y="638"/>
                      <a:pt x="651" y="639"/>
                      <a:pt x="649" y="640"/>
                    </a:cubicBezTo>
                    <a:cubicBezTo>
                      <a:pt x="644" y="643"/>
                      <a:pt x="640" y="646"/>
                      <a:pt x="636" y="648"/>
                    </a:cubicBezTo>
                    <a:cubicBezTo>
                      <a:pt x="632" y="650"/>
                      <a:pt x="626" y="651"/>
                      <a:pt x="621" y="650"/>
                    </a:cubicBezTo>
                    <a:cubicBezTo>
                      <a:pt x="617" y="649"/>
                      <a:pt x="613" y="646"/>
                      <a:pt x="611" y="643"/>
                    </a:cubicBezTo>
                    <a:cubicBezTo>
                      <a:pt x="608" y="636"/>
                      <a:pt x="609" y="630"/>
                      <a:pt x="611" y="623"/>
                    </a:cubicBezTo>
                    <a:cubicBezTo>
                      <a:pt x="611" y="619"/>
                      <a:pt x="612" y="616"/>
                      <a:pt x="614" y="612"/>
                    </a:cubicBezTo>
                    <a:cubicBezTo>
                      <a:pt x="615" y="604"/>
                      <a:pt x="618" y="596"/>
                      <a:pt x="620" y="587"/>
                    </a:cubicBezTo>
                    <a:cubicBezTo>
                      <a:pt x="621" y="585"/>
                      <a:pt x="621" y="583"/>
                      <a:pt x="621" y="582"/>
                    </a:cubicBezTo>
                    <a:cubicBezTo>
                      <a:pt x="617" y="585"/>
                      <a:pt x="612" y="589"/>
                      <a:pt x="608" y="593"/>
                    </a:cubicBezTo>
                    <a:cubicBezTo>
                      <a:pt x="608" y="592"/>
                      <a:pt x="609" y="592"/>
                      <a:pt x="609" y="592"/>
                    </a:cubicBezTo>
                    <a:cubicBezTo>
                      <a:pt x="591" y="608"/>
                      <a:pt x="575" y="626"/>
                      <a:pt x="558" y="643"/>
                    </a:cubicBezTo>
                    <a:cubicBezTo>
                      <a:pt x="556" y="646"/>
                      <a:pt x="553" y="648"/>
                      <a:pt x="550" y="650"/>
                    </a:cubicBezTo>
                    <a:cubicBezTo>
                      <a:pt x="548" y="653"/>
                      <a:pt x="545" y="654"/>
                      <a:pt x="542" y="656"/>
                    </a:cubicBezTo>
                    <a:cubicBezTo>
                      <a:pt x="535" y="657"/>
                      <a:pt x="528" y="654"/>
                      <a:pt x="525" y="648"/>
                    </a:cubicBezTo>
                    <a:cubicBezTo>
                      <a:pt x="522" y="640"/>
                      <a:pt x="526" y="632"/>
                      <a:pt x="529" y="624"/>
                    </a:cubicBezTo>
                    <a:cubicBezTo>
                      <a:pt x="533" y="613"/>
                      <a:pt x="538" y="602"/>
                      <a:pt x="543" y="590"/>
                    </a:cubicBezTo>
                    <a:cubicBezTo>
                      <a:pt x="548" y="578"/>
                      <a:pt x="553" y="566"/>
                      <a:pt x="558" y="554"/>
                    </a:cubicBezTo>
                    <a:cubicBezTo>
                      <a:pt x="563" y="542"/>
                      <a:pt x="568" y="530"/>
                      <a:pt x="572" y="518"/>
                    </a:cubicBezTo>
                    <a:cubicBezTo>
                      <a:pt x="574" y="512"/>
                      <a:pt x="576" y="505"/>
                      <a:pt x="577" y="498"/>
                    </a:cubicBezTo>
                    <a:cubicBezTo>
                      <a:pt x="575" y="501"/>
                      <a:pt x="572" y="502"/>
                      <a:pt x="570" y="505"/>
                    </a:cubicBezTo>
                    <a:lnTo>
                      <a:pt x="570" y="504"/>
                    </a:lnTo>
                    <a:cubicBezTo>
                      <a:pt x="534" y="537"/>
                      <a:pt x="501" y="573"/>
                      <a:pt x="466" y="608"/>
                    </a:cubicBezTo>
                    <a:cubicBezTo>
                      <a:pt x="457" y="617"/>
                      <a:pt x="449" y="625"/>
                      <a:pt x="439" y="634"/>
                    </a:cubicBezTo>
                    <a:cubicBezTo>
                      <a:pt x="436" y="637"/>
                      <a:pt x="432" y="640"/>
                      <a:pt x="428" y="644"/>
                    </a:cubicBezTo>
                    <a:cubicBezTo>
                      <a:pt x="422" y="648"/>
                      <a:pt x="415" y="651"/>
                      <a:pt x="409" y="649"/>
                    </a:cubicBezTo>
                    <a:cubicBezTo>
                      <a:pt x="403" y="646"/>
                      <a:pt x="400" y="640"/>
                      <a:pt x="400" y="635"/>
                    </a:cubicBezTo>
                    <a:cubicBezTo>
                      <a:pt x="400" y="630"/>
                      <a:pt x="403" y="625"/>
                      <a:pt x="404" y="621"/>
                    </a:cubicBezTo>
                    <a:cubicBezTo>
                      <a:pt x="409" y="610"/>
                      <a:pt x="414" y="599"/>
                      <a:pt x="418" y="589"/>
                    </a:cubicBezTo>
                    <a:cubicBezTo>
                      <a:pt x="424" y="577"/>
                      <a:pt x="428" y="566"/>
                      <a:pt x="434" y="556"/>
                    </a:cubicBezTo>
                    <a:cubicBezTo>
                      <a:pt x="440" y="543"/>
                      <a:pt x="446" y="530"/>
                      <a:pt x="452" y="516"/>
                    </a:cubicBezTo>
                    <a:lnTo>
                      <a:pt x="452" y="517"/>
                    </a:lnTo>
                    <a:cubicBezTo>
                      <a:pt x="452" y="516"/>
                      <a:pt x="453" y="516"/>
                      <a:pt x="453" y="516"/>
                    </a:cubicBezTo>
                    <a:cubicBezTo>
                      <a:pt x="454" y="511"/>
                      <a:pt x="457" y="506"/>
                      <a:pt x="459" y="502"/>
                    </a:cubicBezTo>
                    <a:lnTo>
                      <a:pt x="459" y="503"/>
                    </a:lnTo>
                    <a:cubicBezTo>
                      <a:pt x="463" y="494"/>
                      <a:pt x="467" y="485"/>
                      <a:pt x="471" y="475"/>
                    </a:cubicBezTo>
                    <a:cubicBezTo>
                      <a:pt x="473" y="470"/>
                      <a:pt x="475" y="465"/>
                      <a:pt x="477" y="459"/>
                    </a:cubicBezTo>
                    <a:cubicBezTo>
                      <a:pt x="478" y="457"/>
                      <a:pt x="479" y="454"/>
                      <a:pt x="480" y="451"/>
                    </a:cubicBezTo>
                    <a:cubicBezTo>
                      <a:pt x="461" y="469"/>
                      <a:pt x="444" y="488"/>
                      <a:pt x="427" y="507"/>
                    </a:cubicBezTo>
                    <a:cubicBezTo>
                      <a:pt x="427" y="506"/>
                      <a:pt x="428" y="506"/>
                      <a:pt x="428" y="506"/>
                    </a:cubicBezTo>
                    <a:cubicBezTo>
                      <a:pt x="420" y="515"/>
                      <a:pt x="413" y="524"/>
                      <a:pt x="405" y="533"/>
                    </a:cubicBezTo>
                    <a:cubicBezTo>
                      <a:pt x="397" y="543"/>
                      <a:pt x="389" y="554"/>
                      <a:pt x="380" y="564"/>
                    </a:cubicBezTo>
                    <a:cubicBezTo>
                      <a:pt x="367" y="583"/>
                      <a:pt x="353" y="602"/>
                      <a:pt x="338" y="621"/>
                    </a:cubicBezTo>
                    <a:cubicBezTo>
                      <a:pt x="334" y="625"/>
                      <a:pt x="330" y="630"/>
                      <a:pt x="326" y="636"/>
                    </a:cubicBezTo>
                    <a:cubicBezTo>
                      <a:pt x="322" y="640"/>
                      <a:pt x="318" y="646"/>
                      <a:pt x="313" y="650"/>
                    </a:cubicBezTo>
                    <a:cubicBezTo>
                      <a:pt x="307" y="657"/>
                      <a:pt x="301" y="665"/>
                      <a:pt x="294" y="671"/>
                    </a:cubicBezTo>
                    <a:cubicBezTo>
                      <a:pt x="289" y="674"/>
                      <a:pt x="283" y="678"/>
                      <a:pt x="277" y="678"/>
                    </a:cubicBezTo>
                    <a:cubicBezTo>
                      <a:pt x="277" y="678"/>
                      <a:pt x="276" y="678"/>
                      <a:pt x="276" y="6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6" name="Google Shape;4296;p50">
                <a:extLst>
                  <a:ext uri="{FF2B5EF4-FFF2-40B4-BE49-F238E27FC236}">
                    <a16:creationId xmlns:a16="http://schemas.microsoft.com/office/drawing/2014/main" id="{7E907FDF-0255-9C1F-80EE-43441E783D73}"/>
                  </a:ext>
                </a:extLst>
              </p:cNvPr>
              <p:cNvSpPr/>
              <p:nvPr/>
            </p:nvSpPr>
            <p:spPr>
              <a:xfrm>
                <a:off x="1349280" y="874080"/>
                <a:ext cx="512280" cy="509400"/>
              </a:xfrm>
              <a:custGeom>
                <a:avLst/>
                <a:gdLst/>
                <a:ahLst/>
                <a:cxnLst/>
                <a:rect l="l" t="t" r="r" b="b"/>
                <a:pathLst>
                  <a:path w="1423" h="1415" extrusionOk="0">
                    <a:moveTo>
                      <a:pt x="1387" y="1412"/>
                    </a:moveTo>
                    <a:cubicBezTo>
                      <a:pt x="1369" y="1401"/>
                      <a:pt x="1353" y="1388"/>
                      <a:pt x="1337" y="1374"/>
                    </a:cubicBezTo>
                    <a:cubicBezTo>
                      <a:pt x="1320" y="1360"/>
                      <a:pt x="1303" y="1346"/>
                      <a:pt x="1287" y="1331"/>
                    </a:cubicBezTo>
                    <a:cubicBezTo>
                      <a:pt x="1271" y="1316"/>
                      <a:pt x="1256" y="1302"/>
                      <a:pt x="1241" y="1287"/>
                    </a:cubicBezTo>
                    <a:cubicBezTo>
                      <a:pt x="1224" y="1271"/>
                      <a:pt x="1209" y="1255"/>
                      <a:pt x="1194" y="1238"/>
                    </a:cubicBezTo>
                    <a:cubicBezTo>
                      <a:pt x="1185" y="1229"/>
                      <a:pt x="1176" y="1220"/>
                      <a:pt x="1168" y="1210"/>
                    </a:cubicBezTo>
                    <a:cubicBezTo>
                      <a:pt x="1138" y="1179"/>
                      <a:pt x="1105" y="1153"/>
                      <a:pt x="1073" y="1125"/>
                    </a:cubicBezTo>
                    <a:cubicBezTo>
                      <a:pt x="1056" y="1111"/>
                      <a:pt x="1040" y="1097"/>
                      <a:pt x="1024" y="1083"/>
                    </a:cubicBezTo>
                    <a:cubicBezTo>
                      <a:pt x="1009" y="1067"/>
                      <a:pt x="993" y="1052"/>
                      <a:pt x="977" y="1036"/>
                    </a:cubicBezTo>
                    <a:cubicBezTo>
                      <a:pt x="947" y="1006"/>
                      <a:pt x="916" y="976"/>
                      <a:pt x="885" y="947"/>
                    </a:cubicBezTo>
                    <a:cubicBezTo>
                      <a:pt x="856" y="919"/>
                      <a:pt x="826" y="893"/>
                      <a:pt x="798" y="864"/>
                    </a:cubicBezTo>
                    <a:lnTo>
                      <a:pt x="797" y="864"/>
                    </a:lnTo>
                    <a:lnTo>
                      <a:pt x="798" y="864"/>
                    </a:lnTo>
                    <a:cubicBezTo>
                      <a:pt x="781" y="847"/>
                      <a:pt x="765" y="829"/>
                      <a:pt x="749" y="812"/>
                    </a:cubicBezTo>
                    <a:lnTo>
                      <a:pt x="750" y="813"/>
                    </a:lnTo>
                    <a:cubicBezTo>
                      <a:pt x="720" y="782"/>
                      <a:pt x="689" y="752"/>
                      <a:pt x="660" y="721"/>
                    </a:cubicBezTo>
                    <a:cubicBezTo>
                      <a:pt x="646" y="705"/>
                      <a:pt x="632" y="689"/>
                      <a:pt x="619" y="673"/>
                    </a:cubicBezTo>
                    <a:cubicBezTo>
                      <a:pt x="607" y="658"/>
                      <a:pt x="595" y="642"/>
                      <a:pt x="582" y="627"/>
                    </a:cubicBezTo>
                    <a:cubicBezTo>
                      <a:pt x="573" y="616"/>
                      <a:pt x="563" y="606"/>
                      <a:pt x="554" y="596"/>
                    </a:cubicBezTo>
                    <a:lnTo>
                      <a:pt x="555" y="597"/>
                    </a:lnTo>
                    <a:cubicBezTo>
                      <a:pt x="554" y="596"/>
                      <a:pt x="554" y="596"/>
                      <a:pt x="554" y="596"/>
                    </a:cubicBezTo>
                    <a:cubicBezTo>
                      <a:pt x="554" y="596"/>
                      <a:pt x="553" y="595"/>
                      <a:pt x="552" y="594"/>
                    </a:cubicBezTo>
                    <a:cubicBezTo>
                      <a:pt x="553" y="595"/>
                      <a:pt x="553" y="595"/>
                      <a:pt x="554" y="596"/>
                    </a:cubicBezTo>
                    <a:cubicBezTo>
                      <a:pt x="524" y="565"/>
                      <a:pt x="492" y="536"/>
                      <a:pt x="462" y="506"/>
                    </a:cubicBezTo>
                    <a:cubicBezTo>
                      <a:pt x="446" y="491"/>
                      <a:pt x="430" y="474"/>
                      <a:pt x="415" y="457"/>
                    </a:cubicBezTo>
                    <a:cubicBezTo>
                      <a:pt x="401" y="441"/>
                      <a:pt x="389" y="424"/>
                      <a:pt x="375" y="408"/>
                    </a:cubicBezTo>
                    <a:cubicBezTo>
                      <a:pt x="365" y="396"/>
                      <a:pt x="354" y="385"/>
                      <a:pt x="344" y="374"/>
                    </a:cubicBezTo>
                    <a:cubicBezTo>
                      <a:pt x="293" y="321"/>
                      <a:pt x="238" y="272"/>
                      <a:pt x="187" y="219"/>
                    </a:cubicBezTo>
                    <a:cubicBezTo>
                      <a:pt x="157" y="187"/>
                      <a:pt x="122" y="160"/>
                      <a:pt x="91" y="130"/>
                    </a:cubicBezTo>
                    <a:cubicBezTo>
                      <a:pt x="76" y="115"/>
                      <a:pt x="62" y="100"/>
                      <a:pt x="48" y="84"/>
                    </a:cubicBezTo>
                    <a:cubicBezTo>
                      <a:pt x="35" y="69"/>
                      <a:pt x="22" y="54"/>
                      <a:pt x="9" y="39"/>
                    </a:cubicBezTo>
                    <a:cubicBezTo>
                      <a:pt x="0" y="30"/>
                      <a:pt x="0" y="16"/>
                      <a:pt x="9" y="8"/>
                    </a:cubicBezTo>
                    <a:cubicBezTo>
                      <a:pt x="19" y="0"/>
                      <a:pt x="34" y="2"/>
                      <a:pt x="40" y="13"/>
                    </a:cubicBezTo>
                    <a:cubicBezTo>
                      <a:pt x="41" y="13"/>
                      <a:pt x="41" y="13"/>
                      <a:pt x="41" y="13"/>
                    </a:cubicBezTo>
                    <a:cubicBezTo>
                      <a:pt x="41" y="14"/>
                      <a:pt x="41" y="14"/>
                      <a:pt x="41" y="15"/>
                    </a:cubicBezTo>
                    <a:cubicBezTo>
                      <a:pt x="42" y="15"/>
                      <a:pt x="42" y="15"/>
                      <a:pt x="42" y="15"/>
                    </a:cubicBezTo>
                    <a:lnTo>
                      <a:pt x="41" y="15"/>
                    </a:lnTo>
                    <a:cubicBezTo>
                      <a:pt x="42" y="15"/>
                      <a:pt x="43" y="16"/>
                      <a:pt x="43" y="17"/>
                    </a:cubicBezTo>
                    <a:cubicBezTo>
                      <a:pt x="52" y="28"/>
                      <a:pt x="62" y="39"/>
                      <a:pt x="71" y="50"/>
                    </a:cubicBezTo>
                    <a:cubicBezTo>
                      <a:pt x="81" y="60"/>
                      <a:pt x="90" y="71"/>
                      <a:pt x="100" y="81"/>
                    </a:cubicBezTo>
                    <a:cubicBezTo>
                      <a:pt x="130" y="112"/>
                      <a:pt x="163" y="140"/>
                      <a:pt x="195" y="169"/>
                    </a:cubicBezTo>
                    <a:cubicBezTo>
                      <a:pt x="211" y="183"/>
                      <a:pt x="225" y="199"/>
                      <a:pt x="240" y="214"/>
                    </a:cubicBezTo>
                    <a:cubicBezTo>
                      <a:pt x="255" y="230"/>
                      <a:pt x="271" y="245"/>
                      <a:pt x="287" y="261"/>
                    </a:cubicBezTo>
                    <a:cubicBezTo>
                      <a:pt x="319" y="292"/>
                      <a:pt x="352" y="322"/>
                      <a:pt x="382" y="355"/>
                    </a:cubicBezTo>
                    <a:cubicBezTo>
                      <a:pt x="397" y="371"/>
                      <a:pt x="411" y="387"/>
                      <a:pt x="425" y="404"/>
                    </a:cubicBezTo>
                    <a:cubicBezTo>
                      <a:pt x="438" y="421"/>
                      <a:pt x="452" y="437"/>
                      <a:pt x="466" y="452"/>
                    </a:cubicBezTo>
                    <a:cubicBezTo>
                      <a:pt x="505" y="491"/>
                      <a:pt x="545" y="527"/>
                      <a:pt x="583" y="566"/>
                    </a:cubicBezTo>
                    <a:cubicBezTo>
                      <a:pt x="585" y="568"/>
                      <a:pt x="586" y="569"/>
                      <a:pt x="588" y="571"/>
                    </a:cubicBezTo>
                    <a:lnTo>
                      <a:pt x="587" y="571"/>
                    </a:lnTo>
                    <a:cubicBezTo>
                      <a:pt x="588" y="571"/>
                      <a:pt x="588" y="571"/>
                      <a:pt x="589" y="571"/>
                    </a:cubicBezTo>
                    <a:cubicBezTo>
                      <a:pt x="589" y="572"/>
                      <a:pt x="589" y="572"/>
                      <a:pt x="590" y="572"/>
                    </a:cubicBezTo>
                    <a:cubicBezTo>
                      <a:pt x="589" y="572"/>
                      <a:pt x="589" y="572"/>
                      <a:pt x="589" y="572"/>
                    </a:cubicBezTo>
                    <a:cubicBezTo>
                      <a:pt x="599" y="582"/>
                      <a:pt x="608" y="593"/>
                      <a:pt x="618" y="603"/>
                    </a:cubicBezTo>
                    <a:cubicBezTo>
                      <a:pt x="627" y="615"/>
                      <a:pt x="636" y="626"/>
                      <a:pt x="644" y="638"/>
                    </a:cubicBezTo>
                    <a:cubicBezTo>
                      <a:pt x="664" y="662"/>
                      <a:pt x="684" y="685"/>
                      <a:pt x="704" y="707"/>
                    </a:cubicBezTo>
                    <a:cubicBezTo>
                      <a:pt x="721" y="724"/>
                      <a:pt x="738" y="741"/>
                      <a:pt x="755" y="758"/>
                    </a:cubicBezTo>
                    <a:cubicBezTo>
                      <a:pt x="772" y="774"/>
                      <a:pt x="788" y="792"/>
                      <a:pt x="805" y="809"/>
                    </a:cubicBezTo>
                    <a:cubicBezTo>
                      <a:pt x="804" y="809"/>
                      <a:pt x="804" y="808"/>
                      <a:pt x="802" y="807"/>
                    </a:cubicBezTo>
                    <a:cubicBezTo>
                      <a:pt x="805" y="809"/>
                      <a:pt x="807" y="812"/>
                      <a:pt x="809" y="813"/>
                    </a:cubicBezTo>
                    <a:cubicBezTo>
                      <a:pt x="808" y="813"/>
                      <a:pt x="808" y="812"/>
                      <a:pt x="807" y="812"/>
                    </a:cubicBezTo>
                    <a:cubicBezTo>
                      <a:pt x="809" y="813"/>
                      <a:pt x="811" y="816"/>
                      <a:pt x="812" y="818"/>
                    </a:cubicBezTo>
                    <a:cubicBezTo>
                      <a:pt x="812" y="817"/>
                      <a:pt x="811" y="816"/>
                      <a:pt x="811" y="816"/>
                    </a:cubicBezTo>
                    <a:cubicBezTo>
                      <a:pt x="812" y="817"/>
                      <a:pt x="813" y="818"/>
                      <a:pt x="814" y="819"/>
                    </a:cubicBezTo>
                    <a:lnTo>
                      <a:pt x="813" y="819"/>
                    </a:lnTo>
                    <a:cubicBezTo>
                      <a:pt x="821" y="827"/>
                      <a:pt x="829" y="834"/>
                      <a:pt x="837" y="843"/>
                    </a:cubicBezTo>
                    <a:cubicBezTo>
                      <a:pt x="836" y="843"/>
                      <a:pt x="836" y="842"/>
                      <a:pt x="836" y="842"/>
                    </a:cubicBezTo>
                    <a:cubicBezTo>
                      <a:pt x="836" y="843"/>
                      <a:pt x="837" y="843"/>
                      <a:pt x="837" y="843"/>
                    </a:cubicBezTo>
                    <a:cubicBezTo>
                      <a:pt x="837" y="843"/>
                      <a:pt x="837" y="844"/>
                      <a:pt x="838" y="844"/>
                    </a:cubicBezTo>
                    <a:cubicBezTo>
                      <a:pt x="837" y="844"/>
                      <a:pt x="837" y="844"/>
                      <a:pt x="837" y="843"/>
                    </a:cubicBezTo>
                    <a:cubicBezTo>
                      <a:pt x="851" y="857"/>
                      <a:pt x="865" y="871"/>
                      <a:pt x="879" y="883"/>
                    </a:cubicBezTo>
                    <a:cubicBezTo>
                      <a:pt x="894" y="898"/>
                      <a:pt x="910" y="912"/>
                      <a:pt x="925" y="926"/>
                    </a:cubicBezTo>
                    <a:cubicBezTo>
                      <a:pt x="957" y="955"/>
                      <a:pt x="987" y="986"/>
                      <a:pt x="1017" y="1017"/>
                    </a:cubicBezTo>
                    <a:cubicBezTo>
                      <a:pt x="1032" y="1032"/>
                      <a:pt x="1048" y="1047"/>
                      <a:pt x="1065" y="1062"/>
                    </a:cubicBezTo>
                    <a:cubicBezTo>
                      <a:pt x="1080" y="1076"/>
                      <a:pt x="1097" y="1090"/>
                      <a:pt x="1113" y="1104"/>
                    </a:cubicBezTo>
                    <a:cubicBezTo>
                      <a:pt x="1129" y="1117"/>
                      <a:pt x="1145" y="1130"/>
                      <a:pt x="1160" y="1144"/>
                    </a:cubicBezTo>
                    <a:cubicBezTo>
                      <a:pt x="1169" y="1151"/>
                      <a:pt x="1177" y="1159"/>
                      <a:pt x="1185" y="1167"/>
                    </a:cubicBezTo>
                    <a:cubicBezTo>
                      <a:pt x="1193" y="1175"/>
                      <a:pt x="1201" y="1183"/>
                      <a:pt x="1209" y="1192"/>
                    </a:cubicBezTo>
                    <a:cubicBezTo>
                      <a:pt x="1225" y="1208"/>
                      <a:pt x="1241" y="1226"/>
                      <a:pt x="1256" y="1243"/>
                    </a:cubicBezTo>
                    <a:lnTo>
                      <a:pt x="1256" y="1242"/>
                    </a:lnTo>
                    <a:cubicBezTo>
                      <a:pt x="1273" y="1259"/>
                      <a:pt x="1290" y="1275"/>
                      <a:pt x="1308" y="1292"/>
                    </a:cubicBezTo>
                    <a:cubicBezTo>
                      <a:pt x="1326" y="1308"/>
                      <a:pt x="1343" y="1324"/>
                      <a:pt x="1362" y="1339"/>
                    </a:cubicBezTo>
                    <a:cubicBezTo>
                      <a:pt x="1361" y="1338"/>
                      <a:pt x="1361" y="1338"/>
                      <a:pt x="1359" y="1337"/>
                    </a:cubicBezTo>
                    <a:cubicBezTo>
                      <a:pt x="1376" y="1350"/>
                      <a:pt x="1393" y="1362"/>
                      <a:pt x="1410" y="1375"/>
                    </a:cubicBezTo>
                    <a:cubicBezTo>
                      <a:pt x="1418" y="1382"/>
                      <a:pt x="1422" y="1393"/>
                      <a:pt x="1416" y="1403"/>
                    </a:cubicBezTo>
                    <a:cubicBezTo>
                      <a:pt x="1413" y="1410"/>
                      <a:pt x="1405" y="1414"/>
                      <a:pt x="1397" y="1414"/>
                    </a:cubicBezTo>
                    <a:cubicBezTo>
                      <a:pt x="1394" y="1414"/>
                      <a:pt x="1390" y="1414"/>
                      <a:pt x="1387" y="14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97" name="Google Shape;4297;p50">
              <a:extLst>
                <a:ext uri="{FF2B5EF4-FFF2-40B4-BE49-F238E27FC236}">
                  <a16:creationId xmlns:a16="http://schemas.microsoft.com/office/drawing/2014/main" id="{8636A1D3-F3B5-D666-D217-EDADED3046EB}"/>
                </a:ext>
              </a:extLst>
            </p:cNvPr>
            <p:cNvGrpSpPr/>
            <p:nvPr/>
          </p:nvGrpSpPr>
          <p:grpSpPr>
            <a:xfrm>
              <a:off x="7634229" y="-395287"/>
              <a:ext cx="3792570" cy="2175481"/>
              <a:chOff x="-1039340" y="3405957"/>
              <a:chExt cx="1762920" cy="1011240"/>
            </a:xfrm>
          </p:grpSpPr>
          <p:sp>
            <p:nvSpPr>
              <p:cNvPr id="4298" name="Google Shape;4298;p50">
                <a:extLst>
                  <a:ext uri="{FF2B5EF4-FFF2-40B4-BE49-F238E27FC236}">
                    <a16:creationId xmlns:a16="http://schemas.microsoft.com/office/drawing/2014/main" id="{FB292002-8F64-BFCD-971F-4F915DA3DF40}"/>
                  </a:ext>
                </a:extLst>
              </p:cNvPr>
              <p:cNvSpPr/>
              <p:nvPr/>
            </p:nvSpPr>
            <p:spPr>
              <a:xfrm>
                <a:off x="180340" y="3999597"/>
                <a:ext cx="51840" cy="84240"/>
              </a:xfrm>
              <a:custGeom>
                <a:avLst/>
                <a:gdLst/>
                <a:ahLst/>
                <a:cxnLst/>
                <a:rect l="l" t="t" r="r" b="b"/>
                <a:pathLst>
                  <a:path w="144" h="234" extrusionOk="0">
                    <a:moveTo>
                      <a:pt x="16" y="232"/>
                    </a:moveTo>
                    <a:cubicBezTo>
                      <a:pt x="8" y="229"/>
                      <a:pt x="3" y="221"/>
                      <a:pt x="1" y="213"/>
                    </a:cubicBezTo>
                    <a:cubicBezTo>
                      <a:pt x="0" y="209"/>
                      <a:pt x="1" y="205"/>
                      <a:pt x="2" y="201"/>
                    </a:cubicBezTo>
                    <a:cubicBezTo>
                      <a:pt x="4" y="195"/>
                      <a:pt x="5" y="191"/>
                      <a:pt x="8" y="186"/>
                    </a:cubicBezTo>
                    <a:cubicBezTo>
                      <a:pt x="10" y="180"/>
                      <a:pt x="13" y="175"/>
                      <a:pt x="16" y="169"/>
                    </a:cubicBezTo>
                    <a:cubicBezTo>
                      <a:pt x="19" y="165"/>
                      <a:pt x="24" y="162"/>
                      <a:pt x="30" y="165"/>
                    </a:cubicBezTo>
                    <a:cubicBezTo>
                      <a:pt x="35" y="167"/>
                      <a:pt x="37" y="173"/>
                      <a:pt x="34" y="178"/>
                    </a:cubicBezTo>
                    <a:cubicBezTo>
                      <a:pt x="31" y="184"/>
                      <a:pt x="28" y="191"/>
                      <a:pt x="26" y="197"/>
                    </a:cubicBezTo>
                    <a:cubicBezTo>
                      <a:pt x="24" y="200"/>
                      <a:pt x="23" y="202"/>
                      <a:pt x="23" y="205"/>
                    </a:cubicBezTo>
                    <a:cubicBezTo>
                      <a:pt x="23" y="206"/>
                      <a:pt x="23" y="207"/>
                      <a:pt x="22" y="208"/>
                    </a:cubicBezTo>
                    <a:lnTo>
                      <a:pt x="22" y="209"/>
                    </a:lnTo>
                    <a:cubicBezTo>
                      <a:pt x="23" y="209"/>
                      <a:pt x="23" y="210"/>
                      <a:pt x="23" y="210"/>
                    </a:cubicBezTo>
                    <a:lnTo>
                      <a:pt x="23" y="211"/>
                    </a:lnTo>
                    <a:lnTo>
                      <a:pt x="24" y="211"/>
                    </a:lnTo>
                    <a:cubicBezTo>
                      <a:pt x="25" y="210"/>
                      <a:pt x="26" y="210"/>
                      <a:pt x="27" y="210"/>
                    </a:cubicBezTo>
                    <a:cubicBezTo>
                      <a:pt x="29" y="209"/>
                      <a:pt x="30" y="209"/>
                      <a:pt x="31" y="209"/>
                    </a:cubicBezTo>
                    <a:cubicBezTo>
                      <a:pt x="33" y="208"/>
                      <a:pt x="35" y="208"/>
                      <a:pt x="37" y="207"/>
                    </a:cubicBezTo>
                    <a:cubicBezTo>
                      <a:pt x="40" y="206"/>
                      <a:pt x="43" y="204"/>
                      <a:pt x="46" y="202"/>
                    </a:cubicBezTo>
                    <a:cubicBezTo>
                      <a:pt x="48" y="201"/>
                      <a:pt x="51" y="199"/>
                      <a:pt x="54" y="197"/>
                    </a:cubicBezTo>
                    <a:cubicBezTo>
                      <a:pt x="57" y="195"/>
                      <a:pt x="58" y="193"/>
                      <a:pt x="60" y="191"/>
                    </a:cubicBezTo>
                    <a:cubicBezTo>
                      <a:pt x="62" y="190"/>
                      <a:pt x="63" y="188"/>
                      <a:pt x="64" y="187"/>
                    </a:cubicBezTo>
                    <a:cubicBezTo>
                      <a:pt x="66" y="184"/>
                      <a:pt x="68" y="181"/>
                      <a:pt x="70" y="178"/>
                    </a:cubicBezTo>
                    <a:cubicBezTo>
                      <a:pt x="72" y="173"/>
                      <a:pt x="74" y="169"/>
                      <a:pt x="76" y="164"/>
                    </a:cubicBezTo>
                    <a:cubicBezTo>
                      <a:pt x="78" y="159"/>
                      <a:pt x="80" y="155"/>
                      <a:pt x="82" y="149"/>
                    </a:cubicBezTo>
                    <a:cubicBezTo>
                      <a:pt x="83" y="144"/>
                      <a:pt x="85" y="138"/>
                      <a:pt x="87" y="131"/>
                    </a:cubicBezTo>
                    <a:cubicBezTo>
                      <a:pt x="90" y="121"/>
                      <a:pt x="93" y="110"/>
                      <a:pt x="97" y="100"/>
                    </a:cubicBezTo>
                    <a:cubicBezTo>
                      <a:pt x="97" y="97"/>
                      <a:pt x="98" y="93"/>
                      <a:pt x="99" y="91"/>
                    </a:cubicBezTo>
                    <a:cubicBezTo>
                      <a:pt x="98" y="93"/>
                      <a:pt x="96" y="95"/>
                      <a:pt x="94" y="98"/>
                    </a:cubicBezTo>
                    <a:cubicBezTo>
                      <a:pt x="89" y="105"/>
                      <a:pt x="83" y="112"/>
                      <a:pt x="78" y="120"/>
                    </a:cubicBezTo>
                    <a:cubicBezTo>
                      <a:pt x="78" y="120"/>
                      <a:pt x="79" y="119"/>
                      <a:pt x="79" y="118"/>
                    </a:cubicBezTo>
                    <a:cubicBezTo>
                      <a:pt x="75" y="124"/>
                      <a:pt x="69" y="130"/>
                      <a:pt x="65" y="135"/>
                    </a:cubicBezTo>
                    <a:cubicBezTo>
                      <a:pt x="59" y="141"/>
                      <a:pt x="54" y="146"/>
                      <a:pt x="47" y="151"/>
                    </a:cubicBezTo>
                    <a:cubicBezTo>
                      <a:pt x="42" y="155"/>
                      <a:pt x="36" y="158"/>
                      <a:pt x="29" y="159"/>
                    </a:cubicBezTo>
                    <a:cubicBezTo>
                      <a:pt x="26" y="159"/>
                      <a:pt x="23" y="159"/>
                      <a:pt x="20" y="159"/>
                    </a:cubicBezTo>
                    <a:cubicBezTo>
                      <a:pt x="17" y="158"/>
                      <a:pt x="13" y="156"/>
                      <a:pt x="10" y="153"/>
                    </a:cubicBezTo>
                    <a:cubicBezTo>
                      <a:pt x="6" y="149"/>
                      <a:pt x="5" y="143"/>
                      <a:pt x="4" y="138"/>
                    </a:cubicBezTo>
                    <a:cubicBezTo>
                      <a:pt x="4" y="132"/>
                      <a:pt x="4" y="128"/>
                      <a:pt x="4" y="123"/>
                    </a:cubicBezTo>
                    <a:cubicBezTo>
                      <a:pt x="5" y="117"/>
                      <a:pt x="5" y="111"/>
                      <a:pt x="6" y="106"/>
                    </a:cubicBezTo>
                    <a:cubicBezTo>
                      <a:pt x="7" y="100"/>
                      <a:pt x="8" y="94"/>
                      <a:pt x="9" y="88"/>
                    </a:cubicBezTo>
                    <a:cubicBezTo>
                      <a:pt x="10" y="82"/>
                      <a:pt x="12" y="77"/>
                      <a:pt x="13" y="71"/>
                    </a:cubicBezTo>
                    <a:cubicBezTo>
                      <a:pt x="15" y="60"/>
                      <a:pt x="19" y="49"/>
                      <a:pt x="22" y="37"/>
                    </a:cubicBezTo>
                    <a:cubicBezTo>
                      <a:pt x="25" y="28"/>
                      <a:pt x="28" y="18"/>
                      <a:pt x="31" y="8"/>
                    </a:cubicBezTo>
                    <a:cubicBezTo>
                      <a:pt x="33" y="3"/>
                      <a:pt x="39" y="0"/>
                      <a:pt x="45" y="1"/>
                    </a:cubicBezTo>
                    <a:cubicBezTo>
                      <a:pt x="51" y="3"/>
                      <a:pt x="54" y="10"/>
                      <a:pt x="52" y="15"/>
                    </a:cubicBezTo>
                    <a:cubicBezTo>
                      <a:pt x="49" y="25"/>
                      <a:pt x="45" y="34"/>
                      <a:pt x="43" y="44"/>
                    </a:cubicBezTo>
                    <a:cubicBezTo>
                      <a:pt x="41" y="49"/>
                      <a:pt x="39" y="55"/>
                      <a:pt x="37" y="60"/>
                    </a:cubicBezTo>
                    <a:cubicBezTo>
                      <a:pt x="36" y="65"/>
                      <a:pt x="34" y="70"/>
                      <a:pt x="33" y="75"/>
                    </a:cubicBezTo>
                    <a:cubicBezTo>
                      <a:pt x="32" y="81"/>
                      <a:pt x="30" y="86"/>
                      <a:pt x="29" y="92"/>
                    </a:cubicBezTo>
                    <a:cubicBezTo>
                      <a:pt x="28" y="99"/>
                      <a:pt x="27" y="105"/>
                      <a:pt x="26" y="111"/>
                    </a:cubicBezTo>
                    <a:cubicBezTo>
                      <a:pt x="26" y="118"/>
                      <a:pt x="25" y="125"/>
                      <a:pt x="25" y="132"/>
                    </a:cubicBezTo>
                    <a:cubicBezTo>
                      <a:pt x="25" y="134"/>
                      <a:pt x="25" y="135"/>
                      <a:pt x="26" y="137"/>
                    </a:cubicBezTo>
                    <a:lnTo>
                      <a:pt x="26" y="138"/>
                    </a:lnTo>
                    <a:lnTo>
                      <a:pt x="27" y="138"/>
                    </a:lnTo>
                    <a:cubicBezTo>
                      <a:pt x="27" y="138"/>
                      <a:pt x="27" y="137"/>
                      <a:pt x="28" y="137"/>
                    </a:cubicBezTo>
                    <a:cubicBezTo>
                      <a:pt x="29" y="137"/>
                      <a:pt x="30" y="137"/>
                      <a:pt x="31" y="137"/>
                    </a:cubicBezTo>
                    <a:cubicBezTo>
                      <a:pt x="31" y="136"/>
                      <a:pt x="32" y="135"/>
                      <a:pt x="33" y="135"/>
                    </a:cubicBezTo>
                    <a:cubicBezTo>
                      <a:pt x="35" y="134"/>
                      <a:pt x="37" y="132"/>
                      <a:pt x="40" y="130"/>
                    </a:cubicBezTo>
                    <a:cubicBezTo>
                      <a:pt x="39" y="131"/>
                      <a:pt x="39" y="131"/>
                      <a:pt x="38" y="131"/>
                    </a:cubicBezTo>
                    <a:cubicBezTo>
                      <a:pt x="43" y="128"/>
                      <a:pt x="47" y="124"/>
                      <a:pt x="51" y="120"/>
                    </a:cubicBezTo>
                    <a:cubicBezTo>
                      <a:pt x="59" y="110"/>
                      <a:pt x="67" y="100"/>
                      <a:pt x="75" y="91"/>
                    </a:cubicBezTo>
                    <a:cubicBezTo>
                      <a:pt x="87" y="74"/>
                      <a:pt x="99" y="56"/>
                      <a:pt x="109" y="38"/>
                    </a:cubicBezTo>
                    <a:cubicBezTo>
                      <a:pt x="111" y="36"/>
                      <a:pt x="112" y="33"/>
                      <a:pt x="114" y="31"/>
                    </a:cubicBezTo>
                    <a:cubicBezTo>
                      <a:pt x="113" y="31"/>
                      <a:pt x="113" y="31"/>
                      <a:pt x="112" y="32"/>
                    </a:cubicBezTo>
                    <a:cubicBezTo>
                      <a:pt x="113" y="31"/>
                      <a:pt x="113" y="31"/>
                      <a:pt x="113" y="31"/>
                    </a:cubicBezTo>
                    <a:cubicBezTo>
                      <a:pt x="114" y="31"/>
                      <a:pt x="114" y="30"/>
                      <a:pt x="114" y="30"/>
                    </a:cubicBezTo>
                    <a:lnTo>
                      <a:pt x="114" y="31"/>
                    </a:lnTo>
                    <a:cubicBezTo>
                      <a:pt x="117" y="25"/>
                      <a:pt x="119" y="19"/>
                      <a:pt x="122" y="13"/>
                    </a:cubicBezTo>
                    <a:cubicBezTo>
                      <a:pt x="125" y="9"/>
                      <a:pt x="131" y="7"/>
                      <a:pt x="135" y="9"/>
                    </a:cubicBezTo>
                    <a:cubicBezTo>
                      <a:pt x="140" y="10"/>
                      <a:pt x="143" y="15"/>
                      <a:pt x="142" y="21"/>
                    </a:cubicBezTo>
                    <a:cubicBezTo>
                      <a:pt x="142" y="25"/>
                      <a:pt x="140" y="29"/>
                      <a:pt x="139" y="33"/>
                    </a:cubicBezTo>
                    <a:cubicBezTo>
                      <a:pt x="137" y="36"/>
                      <a:pt x="136" y="40"/>
                      <a:pt x="135" y="44"/>
                    </a:cubicBezTo>
                    <a:cubicBezTo>
                      <a:pt x="133" y="49"/>
                      <a:pt x="132" y="54"/>
                      <a:pt x="131" y="60"/>
                    </a:cubicBezTo>
                    <a:cubicBezTo>
                      <a:pt x="127" y="70"/>
                      <a:pt x="124" y="81"/>
                      <a:pt x="121" y="91"/>
                    </a:cubicBezTo>
                    <a:cubicBezTo>
                      <a:pt x="114" y="114"/>
                      <a:pt x="107" y="137"/>
                      <a:pt x="100" y="159"/>
                    </a:cubicBezTo>
                    <a:cubicBezTo>
                      <a:pt x="99" y="163"/>
                      <a:pt x="98" y="166"/>
                      <a:pt x="97" y="170"/>
                    </a:cubicBezTo>
                    <a:cubicBezTo>
                      <a:pt x="94" y="177"/>
                      <a:pt x="90" y="184"/>
                      <a:pt x="86" y="192"/>
                    </a:cubicBezTo>
                    <a:cubicBezTo>
                      <a:pt x="81" y="201"/>
                      <a:pt x="74" y="208"/>
                      <a:pt x="66" y="215"/>
                    </a:cubicBezTo>
                    <a:cubicBezTo>
                      <a:pt x="58" y="220"/>
                      <a:pt x="50" y="225"/>
                      <a:pt x="41" y="229"/>
                    </a:cubicBezTo>
                    <a:cubicBezTo>
                      <a:pt x="37" y="230"/>
                      <a:pt x="33" y="232"/>
                      <a:pt x="29" y="232"/>
                    </a:cubicBezTo>
                    <a:cubicBezTo>
                      <a:pt x="27" y="232"/>
                      <a:pt x="24" y="233"/>
                      <a:pt x="23" y="233"/>
                    </a:cubicBezTo>
                    <a:cubicBezTo>
                      <a:pt x="20" y="233"/>
                      <a:pt x="18" y="232"/>
                      <a:pt x="16" y="2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9" name="Google Shape;4299;p50">
                <a:extLst>
                  <a:ext uri="{FF2B5EF4-FFF2-40B4-BE49-F238E27FC236}">
                    <a16:creationId xmlns:a16="http://schemas.microsoft.com/office/drawing/2014/main" id="{D08DB104-9005-5931-62A6-5A092B95BE70}"/>
                  </a:ext>
                </a:extLst>
              </p:cNvPr>
              <p:cNvSpPr/>
              <p:nvPr/>
            </p:nvSpPr>
            <p:spPr>
              <a:xfrm>
                <a:off x="244780" y="3988438"/>
                <a:ext cx="24840" cy="29520"/>
              </a:xfrm>
              <a:custGeom>
                <a:avLst/>
                <a:gdLst/>
                <a:ahLst/>
                <a:cxnLst/>
                <a:rect l="l" t="t" r="r" b="b"/>
                <a:pathLst>
                  <a:path w="69" h="82" extrusionOk="0">
                    <a:moveTo>
                      <a:pt x="26" y="81"/>
                    </a:moveTo>
                    <a:cubicBezTo>
                      <a:pt x="22" y="81"/>
                      <a:pt x="18" y="80"/>
                      <a:pt x="15" y="77"/>
                    </a:cubicBezTo>
                    <a:cubicBezTo>
                      <a:pt x="14" y="75"/>
                      <a:pt x="12" y="74"/>
                      <a:pt x="11" y="73"/>
                    </a:cubicBezTo>
                    <a:cubicBezTo>
                      <a:pt x="10" y="71"/>
                      <a:pt x="10" y="69"/>
                      <a:pt x="10" y="67"/>
                    </a:cubicBezTo>
                    <a:cubicBezTo>
                      <a:pt x="9" y="61"/>
                      <a:pt x="14" y="56"/>
                      <a:pt x="17" y="50"/>
                    </a:cubicBezTo>
                    <a:cubicBezTo>
                      <a:pt x="17" y="50"/>
                      <a:pt x="17" y="49"/>
                      <a:pt x="18" y="48"/>
                    </a:cubicBezTo>
                    <a:cubicBezTo>
                      <a:pt x="17" y="48"/>
                      <a:pt x="17" y="48"/>
                      <a:pt x="17" y="48"/>
                    </a:cubicBezTo>
                    <a:cubicBezTo>
                      <a:pt x="11" y="49"/>
                      <a:pt x="5" y="46"/>
                      <a:pt x="3" y="40"/>
                    </a:cubicBezTo>
                    <a:cubicBezTo>
                      <a:pt x="0" y="32"/>
                      <a:pt x="2" y="25"/>
                      <a:pt x="4" y="18"/>
                    </a:cubicBezTo>
                    <a:cubicBezTo>
                      <a:pt x="7" y="12"/>
                      <a:pt x="12" y="6"/>
                      <a:pt x="19" y="3"/>
                    </a:cubicBezTo>
                    <a:cubicBezTo>
                      <a:pt x="22" y="1"/>
                      <a:pt x="25" y="0"/>
                      <a:pt x="29" y="0"/>
                    </a:cubicBezTo>
                    <a:cubicBezTo>
                      <a:pt x="32" y="0"/>
                      <a:pt x="36" y="2"/>
                      <a:pt x="39" y="4"/>
                    </a:cubicBezTo>
                    <a:cubicBezTo>
                      <a:pt x="41" y="6"/>
                      <a:pt x="43" y="10"/>
                      <a:pt x="45" y="13"/>
                    </a:cubicBezTo>
                    <a:cubicBezTo>
                      <a:pt x="46" y="17"/>
                      <a:pt x="46" y="20"/>
                      <a:pt x="46" y="24"/>
                    </a:cubicBezTo>
                    <a:cubicBezTo>
                      <a:pt x="46" y="31"/>
                      <a:pt x="44" y="39"/>
                      <a:pt x="42" y="45"/>
                    </a:cubicBezTo>
                    <a:cubicBezTo>
                      <a:pt x="40" y="49"/>
                      <a:pt x="40" y="52"/>
                      <a:pt x="38" y="56"/>
                    </a:cubicBezTo>
                    <a:cubicBezTo>
                      <a:pt x="38" y="56"/>
                      <a:pt x="38" y="57"/>
                      <a:pt x="37" y="58"/>
                    </a:cubicBezTo>
                    <a:cubicBezTo>
                      <a:pt x="43" y="57"/>
                      <a:pt x="49" y="56"/>
                      <a:pt x="56" y="56"/>
                    </a:cubicBezTo>
                    <a:cubicBezTo>
                      <a:pt x="61" y="55"/>
                      <a:pt x="66" y="59"/>
                      <a:pt x="67" y="63"/>
                    </a:cubicBezTo>
                    <a:cubicBezTo>
                      <a:pt x="68" y="69"/>
                      <a:pt x="64" y="75"/>
                      <a:pt x="59" y="76"/>
                    </a:cubicBezTo>
                    <a:cubicBezTo>
                      <a:pt x="54" y="77"/>
                      <a:pt x="49" y="78"/>
                      <a:pt x="44" y="78"/>
                    </a:cubicBezTo>
                    <a:cubicBezTo>
                      <a:pt x="38" y="80"/>
                      <a:pt x="32" y="81"/>
                      <a:pt x="26" y="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0" name="Google Shape;4300;p50">
                <a:extLst>
                  <a:ext uri="{FF2B5EF4-FFF2-40B4-BE49-F238E27FC236}">
                    <a16:creationId xmlns:a16="http://schemas.microsoft.com/office/drawing/2014/main" id="{8D5B73B1-C270-65FF-E771-5A417A50EBBC}"/>
                  </a:ext>
                </a:extLst>
              </p:cNvPr>
              <p:cNvSpPr/>
              <p:nvPr/>
            </p:nvSpPr>
            <p:spPr>
              <a:xfrm>
                <a:off x="267460" y="4026958"/>
                <a:ext cx="29520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82" h="30" extrusionOk="0">
                    <a:moveTo>
                      <a:pt x="21" y="28"/>
                    </a:moveTo>
                    <a:cubicBezTo>
                      <a:pt x="15" y="28"/>
                      <a:pt x="10" y="27"/>
                      <a:pt x="6" y="24"/>
                    </a:cubicBezTo>
                    <a:cubicBezTo>
                      <a:pt x="3" y="21"/>
                      <a:pt x="0" y="17"/>
                      <a:pt x="1" y="13"/>
                    </a:cubicBezTo>
                    <a:cubicBezTo>
                      <a:pt x="2" y="10"/>
                      <a:pt x="4" y="7"/>
                      <a:pt x="7" y="5"/>
                    </a:cubicBezTo>
                    <a:cubicBezTo>
                      <a:pt x="11" y="2"/>
                      <a:pt x="17" y="3"/>
                      <a:pt x="21" y="6"/>
                    </a:cubicBezTo>
                    <a:lnTo>
                      <a:pt x="22" y="7"/>
                    </a:lnTo>
                    <a:cubicBezTo>
                      <a:pt x="25" y="7"/>
                      <a:pt x="28" y="7"/>
                      <a:pt x="30" y="7"/>
                    </a:cubicBezTo>
                    <a:lnTo>
                      <a:pt x="29" y="7"/>
                    </a:lnTo>
                    <a:cubicBezTo>
                      <a:pt x="30" y="7"/>
                      <a:pt x="30" y="7"/>
                      <a:pt x="30" y="7"/>
                    </a:cubicBezTo>
                    <a:cubicBezTo>
                      <a:pt x="36" y="7"/>
                      <a:pt x="42" y="6"/>
                      <a:pt x="47" y="5"/>
                    </a:cubicBezTo>
                    <a:cubicBezTo>
                      <a:pt x="54" y="4"/>
                      <a:pt x="60" y="3"/>
                      <a:pt x="66" y="2"/>
                    </a:cubicBezTo>
                    <a:cubicBezTo>
                      <a:pt x="72" y="0"/>
                      <a:pt x="78" y="4"/>
                      <a:pt x="79" y="10"/>
                    </a:cubicBezTo>
                    <a:cubicBezTo>
                      <a:pt x="81" y="16"/>
                      <a:pt x="77" y="21"/>
                      <a:pt x="71" y="23"/>
                    </a:cubicBezTo>
                    <a:cubicBezTo>
                      <a:pt x="60" y="25"/>
                      <a:pt x="49" y="27"/>
                      <a:pt x="37" y="28"/>
                    </a:cubicBezTo>
                    <a:cubicBezTo>
                      <a:pt x="33" y="28"/>
                      <a:pt x="29" y="29"/>
                      <a:pt x="25" y="29"/>
                    </a:cubicBezTo>
                    <a:cubicBezTo>
                      <a:pt x="24" y="29"/>
                      <a:pt x="22" y="28"/>
                      <a:pt x="21" y="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1" name="Google Shape;4301;p50">
                <a:extLst>
                  <a:ext uri="{FF2B5EF4-FFF2-40B4-BE49-F238E27FC236}">
                    <a16:creationId xmlns:a16="http://schemas.microsoft.com/office/drawing/2014/main" id="{36CA5AD8-7EC9-2EF4-EE04-B5928FB4853F}"/>
                  </a:ext>
                </a:extLst>
              </p:cNvPr>
              <p:cNvSpPr/>
              <p:nvPr/>
            </p:nvSpPr>
            <p:spPr>
              <a:xfrm>
                <a:off x="262420" y="4037397"/>
                <a:ext cx="48600" cy="15840"/>
              </a:xfrm>
              <a:custGeom>
                <a:avLst/>
                <a:gdLst/>
                <a:ahLst/>
                <a:cxnLst/>
                <a:rect l="l" t="t" r="r" b="b"/>
                <a:pathLst>
                  <a:path w="135" h="44" extrusionOk="0">
                    <a:moveTo>
                      <a:pt x="8" y="41"/>
                    </a:moveTo>
                    <a:cubicBezTo>
                      <a:pt x="3" y="38"/>
                      <a:pt x="0" y="31"/>
                      <a:pt x="3" y="26"/>
                    </a:cubicBezTo>
                    <a:cubicBezTo>
                      <a:pt x="4" y="23"/>
                      <a:pt x="6" y="21"/>
                      <a:pt x="9" y="20"/>
                    </a:cubicBezTo>
                    <a:cubicBezTo>
                      <a:pt x="12" y="19"/>
                      <a:pt x="15" y="19"/>
                      <a:pt x="18" y="20"/>
                    </a:cubicBezTo>
                    <a:lnTo>
                      <a:pt x="19" y="21"/>
                    </a:lnTo>
                    <a:cubicBezTo>
                      <a:pt x="21" y="21"/>
                      <a:pt x="24" y="21"/>
                      <a:pt x="26" y="21"/>
                    </a:cubicBezTo>
                    <a:cubicBezTo>
                      <a:pt x="31" y="20"/>
                      <a:pt x="37" y="20"/>
                      <a:pt x="43" y="19"/>
                    </a:cubicBezTo>
                    <a:cubicBezTo>
                      <a:pt x="48" y="18"/>
                      <a:pt x="54" y="18"/>
                      <a:pt x="59" y="16"/>
                    </a:cubicBezTo>
                    <a:cubicBezTo>
                      <a:pt x="66" y="15"/>
                      <a:pt x="72" y="13"/>
                      <a:pt x="79" y="12"/>
                    </a:cubicBezTo>
                    <a:cubicBezTo>
                      <a:pt x="93" y="9"/>
                      <a:pt x="107" y="5"/>
                      <a:pt x="121" y="1"/>
                    </a:cubicBezTo>
                    <a:cubicBezTo>
                      <a:pt x="125" y="0"/>
                      <a:pt x="131" y="3"/>
                      <a:pt x="132" y="8"/>
                    </a:cubicBezTo>
                    <a:cubicBezTo>
                      <a:pt x="134" y="12"/>
                      <a:pt x="131" y="19"/>
                      <a:pt x="126" y="20"/>
                    </a:cubicBezTo>
                    <a:cubicBezTo>
                      <a:pt x="109" y="26"/>
                      <a:pt x="92" y="30"/>
                      <a:pt x="75" y="34"/>
                    </a:cubicBezTo>
                    <a:cubicBezTo>
                      <a:pt x="65" y="36"/>
                      <a:pt x="57" y="38"/>
                      <a:pt x="47" y="40"/>
                    </a:cubicBezTo>
                    <a:cubicBezTo>
                      <a:pt x="43" y="41"/>
                      <a:pt x="39" y="41"/>
                      <a:pt x="35" y="42"/>
                    </a:cubicBezTo>
                    <a:cubicBezTo>
                      <a:pt x="31" y="43"/>
                      <a:pt x="27" y="43"/>
                      <a:pt x="24" y="43"/>
                    </a:cubicBezTo>
                    <a:cubicBezTo>
                      <a:pt x="22" y="43"/>
                      <a:pt x="21" y="43"/>
                      <a:pt x="20" y="43"/>
                    </a:cubicBezTo>
                    <a:cubicBezTo>
                      <a:pt x="16" y="43"/>
                      <a:pt x="12" y="43"/>
                      <a:pt x="8" y="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2" name="Google Shape;4302;p50">
                <a:extLst>
                  <a:ext uri="{FF2B5EF4-FFF2-40B4-BE49-F238E27FC236}">
                    <a16:creationId xmlns:a16="http://schemas.microsoft.com/office/drawing/2014/main" id="{9316FBD6-24CA-9325-E502-18F7D25E24F7}"/>
                  </a:ext>
                </a:extLst>
              </p:cNvPr>
              <p:cNvSpPr/>
              <p:nvPr/>
            </p:nvSpPr>
            <p:spPr>
              <a:xfrm>
                <a:off x="343420" y="3990598"/>
                <a:ext cx="83520" cy="67320"/>
              </a:xfrm>
              <a:custGeom>
                <a:avLst/>
                <a:gdLst/>
                <a:ahLst/>
                <a:cxnLst/>
                <a:rect l="l" t="t" r="r" b="b"/>
                <a:pathLst>
                  <a:path w="232" h="187" extrusionOk="0">
                    <a:moveTo>
                      <a:pt x="33" y="186"/>
                    </a:moveTo>
                    <a:cubicBezTo>
                      <a:pt x="26" y="185"/>
                      <a:pt x="20" y="182"/>
                      <a:pt x="15" y="178"/>
                    </a:cubicBezTo>
                    <a:cubicBezTo>
                      <a:pt x="10" y="174"/>
                      <a:pt x="7" y="167"/>
                      <a:pt x="5" y="161"/>
                    </a:cubicBezTo>
                    <a:cubicBezTo>
                      <a:pt x="0" y="146"/>
                      <a:pt x="0" y="129"/>
                      <a:pt x="3" y="114"/>
                    </a:cubicBezTo>
                    <a:cubicBezTo>
                      <a:pt x="4" y="109"/>
                      <a:pt x="5" y="104"/>
                      <a:pt x="7" y="99"/>
                    </a:cubicBezTo>
                    <a:cubicBezTo>
                      <a:pt x="9" y="92"/>
                      <a:pt x="11" y="86"/>
                      <a:pt x="14" y="79"/>
                    </a:cubicBezTo>
                    <a:cubicBezTo>
                      <a:pt x="16" y="69"/>
                      <a:pt x="21" y="61"/>
                      <a:pt x="26" y="52"/>
                    </a:cubicBezTo>
                    <a:cubicBezTo>
                      <a:pt x="31" y="43"/>
                      <a:pt x="37" y="34"/>
                      <a:pt x="43" y="27"/>
                    </a:cubicBezTo>
                    <a:cubicBezTo>
                      <a:pt x="49" y="20"/>
                      <a:pt x="57" y="14"/>
                      <a:pt x="64" y="10"/>
                    </a:cubicBezTo>
                    <a:cubicBezTo>
                      <a:pt x="73" y="6"/>
                      <a:pt x="82" y="5"/>
                      <a:pt x="92" y="8"/>
                    </a:cubicBezTo>
                    <a:cubicBezTo>
                      <a:pt x="95" y="9"/>
                      <a:pt x="98" y="11"/>
                      <a:pt x="100" y="13"/>
                    </a:cubicBezTo>
                    <a:cubicBezTo>
                      <a:pt x="101" y="12"/>
                      <a:pt x="101" y="11"/>
                      <a:pt x="102" y="9"/>
                    </a:cubicBezTo>
                    <a:cubicBezTo>
                      <a:pt x="104" y="4"/>
                      <a:pt x="110" y="0"/>
                      <a:pt x="116" y="2"/>
                    </a:cubicBezTo>
                    <a:cubicBezTo>
                      <a:pt x="122" y="4"/>
                      <a:pt x="125" y="11"/>
                      <a:pt x="123" y="16"/>
                    </a:cubicBezTo>
                    <a:cubicBezTo>
                      <a:pt x="121" y="22"/>
                      <a:pt x="119" y="28"/>
                      <a:pt x="117" y="34"/>
                    </a:cubicBezTo>
                    <a:cubicBezTo>
                      <a:pt x="117" y="37"/>
                      <a:pt x="115" y="40"/>
                      <a:pt x="115" y="43"/>
                    </a:cubicBezTo>
                    <a:cubicBezTo>
                      <a:pt x="114" y="44"/>
                      <a:pt x="114" y="46"/>
                      <a:pt x="113" y="48"/>
                    </a:cubicBezTo>
                    <a:cubicBezTo>
                      <a:pt x="112" y="51"/>
                      <a:pt x="110" y="53"/>
                      <a:pt x="107" y="54"/>
                    </a:cubicBezTo>
                    <a:cubicBezTo>
                      <a:pt x="104" y="56"/>
                      <a:pt x="100" y="56"/>
                      <a:pt x="96" y="54"/>
                    </a:cubicBezTo>
                    <a:cubicBezTo>
                      <a:pt x="93" y="52"/>
                      <a:pt x="91" y="48"/>
                      <a:pt x="91" y="44"/>
                    </a:cubicBezTo>
                    <a:cubicBezTo>
                      <a:pt x="91" y="43"/>
                      <a:pt x="91" y="42"/>
                      <a:pt x="91" y="41"/>
                    </a:cubicBezTo>
                    <a:lnTo>
                      <a:pt x="91" y="40"/>
                    </a:lnTo>
                    <a:cubicBezTo>
                      <a:pt x="91" y="41"/>
                      <a:pt x="91" y="41"/>
                      <a:pt x="91" y="41"/>
                    </a:cubicBezTo>
                    <a:lnTo>
                      <a:pt x="91" y="40"/>
                    </a:lnTo>
                    <a:cubicBezTo>
                      <a:pt x="91" y="39"/>
                      <a:pt x="90" y="38"/>
                      <a:pt x="90" y="37"/>
                    </a:cubicBezTo>
                    <a:cubicBezTo>
                      <a:pt x="90" y="36"/>
                      <a:pt x="90" y="36"/>
                      <a:pt x="89" y="34"/>
                    </a:cubicBezTo>
                    <a:cubicBezTo>
                      <a:pt x="89" y="33"/>
                      <a:pt x="89" y="33"/>
                      <a:pt x="88" y="32"/>
                    </a:cubicBezTo>
                    <a:lnTo>
                      <a:pt x="88" y="31"/>
                    </a:lnTo>
                    <a:cubicBezTo>
                      <a:pt x="87" y="30"/>
                      <a:pt x="86" y="30"/>
                      <a:pt x="86" y="30"/>
                    </a:cubicBezTo>
                    <a:cubicBezTo>
                      <a:pt x="86" y="29"/>
                      <a:pt x="85" y="29"/>
                      <a:pt x="85" y="29"/>
                    </a:cubicBezTo>
                    <a:lnTo>
                      <a:pt x="84" y="28"/>
                    </a:lnTo>
                    <a:cubicBezTo>
                      <a:pt x="83" y="28"/>
                      <a:pt x="83" y="28"/>
                      <a:pt x="83" y="28"/>
                    </a:cubicBezTo>
                    <a:cubicBezTo>
                      <a:pt x="82" y="27"/>
                      <a:pt x="82" y="27"/>
                      <a:pt x="82" y="27"/>
                    </a:cubicBezTo>
                    <a:cubicBezTo>
                      <a:pt x="81" y="27"/>
                      <a:pt x="81" y="27"/>
                      <a:pt x="81" y="27"/>
                    </a:cubicBezTo>
                    <a:cubicBezTo>
                      <a:pt x="80" y="27"/>
                      <a:pt x="79" y="27"/>
                      <a:pt x="79" y="28"/>
                    </a:cubicBezTo>
                    <a:cubicBezTo>
                      <a:pt x="77" y="28"/>
                      <a:pt x="76" y="28"/>
                      <a:pt x="75" y="29"/>
                    </a:cubicBezTo>
                    <a:cubicBezTo>
                      <a:pt x="75" y="29"/>
                      <a:pt x="76" y="29"/>
                      <a:pt x="76" y="28"/>
                    </a:cubicBezTo>
                    <a:cubicBezTo>
                      <a:pt x="75" y="29"/>
                      <a:pt x="75" y="29"/>
                      <a:pt x="74" y="29"/>
                    </a:cubicBezTo>
                    <a:cubicBezTo>
                      <a:pt x="72" y="30"/>
                      <a:pt x="71" y="30"/>
                      <a:pt x="70" y="31"/>
                    </a:cubicBezTo>
                    <a:cubicBezTo>
                      <a:pt x="69" y="32"/>
                      <a:pt x="67" y="33"/>
                      <a:pt x="66" y="34"/>
                    </a:cubicBezTo>
                    <a:cubicBezTo>
                      <a:pt x="64" y="36"/>
                      <a:pt x="62" y="37"/>
                      <a:pt x="60" y="39"/>
                    </a:cubicBezTo>
                    <a:cubicBezTo>
                      <a:pt x="58" y="41"/>
                      <a:pt x="55" y="44"/>
                      <a:pt x="54" y="47"/>
                    </a:cubicBezTo>
                    <a:lnTo>
                      <a:pt x="54" y="46"/>
                    </a:lnTo>
                    <a:cubicBezTo>
                      <a:pt x="50" y="52"/>
                      <a:pt x="46" y="59"/>
                      <a:pt x="41" y="66"/>
                    </a:cubicBezTo>
                    <a:cubicBezTo>
                      <a:pt x="38" y="72"/>
                      <a:pt x="36" y="78"/>
                      <a:pt x="33" y="84"/>
                    </a:cubicBezTo>
                    <a:cubicBezTo>
                      <a:pt x="29" y="94"/>
                      <a:pt x="26" y="104"/>
                      <a:pt x="24" y="113"/>
                    </a:cubicBezTo>
                    <a:cubicBezTo>
                      <a:pt x="23" y="118"/>
                      <a:pt x="22" y="122"/>
                      <a:pt x="22" y="126"/>
                    </a:cubicBezTo>
                    <a:cubicBezTo>
                      <a:pt x="22" y="129"/>
                      <a:pt x="22" y="132"/>
                      <a:pt x="22" y="136"/>
                    </a:cubicBezTo>
                    <a:cubicBezTo>
                      <a:pt x="22" y="139"/>
                      <a:pt x="22" y="142"/>
                      <a:pt x="22" y="146"/>
                    </a:cubicBezTo>
                    <a:cubicBezTo>
                      <a:pt x="23" y="146"/>
                      <a:pt x="23" y="146"/>
                      <a:pt x="23" y="147"/>
                    </a:cubicBezTo>
                    <a:cubicBezTo>
                      <a:pt x="23" y="146"/>
                      <a:pt x="23" y="146"/>
                      <a:pt x="22" y="146"/>
                    </a:cubicBezTo>
                    <a:cubicBezTo>
                      <a:pt x="23" y="149"/>
                      <a:pt x="23" y="151"/>
                      <a:pt x="25" y="154"/>
                    </a:cubicBezTo>
                    <a:cubicBezTo>
                      <a:pt x="25" y="155"/>
                      <a:pt x="25" y="156"/>
                      <a:pt x="26" y="157"/>
                    </a:cubicBezTo>
                    <a:cubicBezTo>
                      <a:pt x="26" y="158"/>
                      <a:pt x="26" y="159"/>
                      <a:pt x="27" y="160"/>
                    </a:cubicBezTo>
                    <a:cubicBezTo>
                      <a:pt x="27" y="160"/>
                      <a:pt x="26" y="159"/>
                      <a:pt x="26" y="158"/>
                    </a:cubicBezTo>
                    <a:cubicBezTo>
                      <a:pt x="27" y="160"/>
                      <a:pt x="27" y="160"/>
                      <a:pt x="27" y="161"/>
                    </a:cubicBezTo>
                    <a:cubicBezTo>
                      <a:pt x="28" y="161"/>
                      <a:pt x="29" y="162"/>
                      <a:pt x="29" y="163"/>
                    </a:cubicBezTo>
                    <a:lnTo>
                      <a:pt x="29" y="162"/>
                    </a:lnTo>
                    <a:cubicBezTo>
                      <a:pt x="29" y="163"/>
                      <a:pt x="29" y="163"/>
                      <a:pt x="30" y="163"/>
                    </a:cubicBezTo>
                    <a:lnTo>
                      <a:pt x="30" y="164"/>
                    </a:lnTo>
                    <a:cubicBezTo>
                      <a:pt x="31" y="164"/>
                      <a:pt x="31" y="164"/>
                      <a:pt x="31" y="164"/>
                    </a:cubicBezTo>
                    <a:cubicBezTo>
                      <a:pt x="32" y="164"/>
                      <a:pt x="32" y="164"/>
                      <a:pt x="33" y="164"/>
                    </a:cubicBezTo>
                    <a:lnTo>
                      <a:pt x="34" y="164"/>
                    </a:lnTo>
                    <a:lnTo>
                      <a:pt x="36" y="164"/>
                    </a:lnTo>
                    <a:lnTo>
                      <a:pt x="37" y="164"/>
                    </a:lnTo>
                    <a:cubicBezTo>
                      <a:pt x="39" y="164"/>
                      <a:pt x="40" y="164"/>
                      <a:pt x="41" y="164"/>
                    </a:cubicBezTo>
                    <a:cubicBezTo>
                      <a:pt x="43" y="163"/>
                      <a:pt x="46" y="162"/>
                      <a:pt x="48" y="161"/>
                    </a:cubicBezTo>
                    <a:cubicBezTo>
                      <a:pt x="50" y="160"/>
                      <a:pt x="53" y="158"/>
                      <a:pt x="55" y="157"/>
                    </a:cubicBezTo>
                    <a:cubicBezTo>
                      <a:pt x="57" y="156"/>
                      <a:pt x="60" y="154"/>
                      <a:pt x="61" y="153"/>
                    </a:cubicBezTo>
                    <a:cubicBezTo>
                      <a:pt x="67" y="149"/>
                      <a:pt x="71" y="144"/>
                      <a:pt x="75" y="140"/>
                    </a:cubicBezTo>
                    <a:cubicBezTo>
                      <a:pt x="79" y="137"/>
                      <a:pt x="82" y="133"/>
                      <a:pt x="85" y="130"/>
                    </a:cubicBezTo>
                    <a:cubicBezTo>
                      <a:pt x="88" y="126"/>
                      <a:pt x="92" y="122"/>
                      <a:pt x="95" y="117"/>
                    </a:cubicBezTo>
                    <a:cubicBezTo>
                      <a:pt x="95" y="118"/>
                      <a:pt x="94" y="118"/>
                      <a:pt x="94" y="118"/>
                    </a:cubicBezTo>
                    <a:cubicBezTo>
                      <a:pt x="97" y="115"/>
                      <a:pt x="99" y="111"/>
                      <a:pt x="101" y="107"/>
                    </a:cubicBezTo>
                    <a:cubicBezTo>
                      <a:pt x="105" y="101"/>
                      <a:pt x="108" y="94"/>
                      <a:pt x="111" y="87"/>
                    </a:cubicBezTo>
                    <a:cubicBezTo>
                      <a:pt x="111" y="86"/>
                      <a:pt x="112" y="85"/>
                      <a:pt x="112" y="84"/>
                    </a:cubicBezTo>
                    <a:cubicBezTo>
                      <a:pt x="113" y="83"/>
                      <a:pt x="113" y="82"/>
                      <a:pt x="113" y="82"/>
                    </a:cubicBezTo>
                    <a:cubicBezTo>
                      <a:pt x="115" y="76"/>
                      <a:pt x="121" y="73"/>
                      <a:pt x="127" y="75"/>
                    </a:cubicBezTo>
                    <a:cubicBezTo>
                      <a:pt x="132" y="76"/>
                      <a:pt x="136" y="83"/>
                      <a:pt x="134" y="89"/>
                    </a:cubicBezTo>
                    <a:lnTo>
                      <a:pt x="134" y="90"/>
                    </a:lnTo>
                    <a:cubicBezTo>
                      <a:pt x="133" y="91"/>
                      <a:pt x="132" y="93"/>
                      <a:pt x="132" y="94"/>
                    </a:cubicBezTo>
                    <a:cubicBezTo>
                      <a:pt x="131" y="97"/>
                      <a:pt x="131" y="100"/>
                      <a:pt x="131" y="103"/>
                    </a:cubicBezTo>
                    <a:cubicBezTo>
                      <a:pt x="131" y="105"/>
                      <a:pt x="130" y="108"/>
                      <a:pt x="130" y="110"/>
                    </a:cubicBezTo>
                    <a:cubicBezTo>
                      <a:pt x="130" y="112"/>
                      <a:pt x="131" y="115"/>
                      <a:pt x="131" y="117"/>
                    </a:cubicBezTo>
                    <a:cubicBezTo>
                      <a:pt x="131" y="118"/>
                      <a:pt x="131" y="119"/>
                      <a:pt x="132" y="121"/>
                    </a:cubicBezTo>
                    <a:cubicBezTo>
                      <a:pt x="132" y="121"/>
                      <a:pt x="132" y="122"/>
                      <a:pt x="132" y="123"/>
                    </a:cubicBezTo>
                    <a:cubicBezTo>
                      <a:pt x="133" y="124"/>
                      <a:pt x="134" y="125"/>
                      <a:pt x="134" y="125"/>
                    </a:cubicBezTo>
                    <a:cubicBezTo>
                      <a:pt x="134" y="126"/>
                      <a:pt x="135" y="126"/>
                      <a:pt x="135" y="126"/>
                    </a:cubicBezTo>
                    <a:cubicBezTo>
                      <a:pt x="135" y="127"/>
                      <a:pt x="136" y="128"/>
                      <a:pt x="136" y="128"/>
                    </a:cubicBezTo>
                    <a:lnTo>
                      <a:pt x="137" y="129"/>
                    </a:lnTo>
                    <a:lnTo>
                      <a:pt x="138" y="129"/>
                    </a:lnTo>
                    <a:lnTo>
                      <a:pt x="137" y="129"/>
                    </a:lnTo>
                    <a:lnTo>
                      <a:pt x="136" y="129"/>
                    </a:lnTo>
                    <a:lnTo>
                      <a:pt x="136" y="128"/>
                    </a:lnTo>
                    <a:lnTo>
                      <a:pt x="136" y="129"/>
                    </a:lnTo>
                    <a:lnTo>
                      <a:pt x="137" y="129"/>
                    </a:lnTo>
                    <a:lnTo>
                      <a:pt x="138" y="129"/>
                    </a:lnTo>
                    <a:cubicBezTo>
                      <a:pt x="139" y="130"/>
                      <a:pt x="139" y="130"/>
                      <a:pt x="139" y="130"/>
                    </a:cubicBezTo>
                    <a:cubicBezTo>
                      <a:pt x="140" y="130"/>
                      <a:pt x="141" y="130"/>
                      <a:pt x="141" y="130"/>
                    </a:cubicBezTo>
                    <a:cubicBezTo>
                      <a:pt x="141" y="130"/>
                      <a:pt x="142" y="130"/>
                      <a:pt x="142" y="131"/>
                    </a:cubicBezTo>
                    <a:cubicBezTo>
                      <a:pt x="142" y="130"/>
                      <a:pt x="143" y="130"/>
                      <a:pt x="143" y="130"/>
                    </a:cubicBezTo>
                    <a:cubicBezTo>
                      <a:pt x="145" y="130"/>
                      <a:pt x="146" y="129"/>
                      <a:pt x="147" y="129"/>
                    </a:cubicBezTo>
                    <a:cubicBezTo>
                      <a:pt x="149" y="129"/>
                      <a:pt x="150" y="128"/>
                      <a:pt x="152" y="128"/>
                    </a:cubicBezTo>
                    <a:cubicBezTo>
                      <a:pt x="153" y="127"/>
                      <a:pt x="154" y="126"/>
                      <a:pt x="156" y="126"/>
                    </a:cubicBezTo>
                    <a:cubicBezTo>
                      <a:pt x="157" y="125"/>
                      <a:pt x="159" y="124"/>
                      <a:pt x="161" y="122"/>
                    </a:cubicBezTo>
                    <a:cubicBezTo>
                      <a:pt x="164" y="119"/>
                      <a:pt x="167" y="117"/>
                      <a:pt x="170" y="114"/>
                    </a:cubicBezTo>
                    <a:cubicBezTo>
                      <a:pt x="174" y="109"/>
                      <a:pt x="178" y="104"/>
                      <a:pt x="182" y="99"/>
                    </a:cubicBezTo>
                    <a:cubicBezTo>
                      <a:pt x="189" y="89"/>
                      <a:pt x="196" y="79"/>
                      <a:pt x="202" y="68"/>
                    </a:cubicBezTo>
                    <a:cubicBezTo>
                      <a:pt x="204" y="65"/>
                      <a:pt x="205" y="62"/>
                      <a:pt x="206" y="59"/>
                    </a:cubicBezTo>
                    <a:cubicBezTo>
                      <a:pt x="207" y="58"/>
                      <a:pt x="208" y="56"/>
                      <a:pt x="208" y="54"/>
                    </a:cubicBezTo>
                    <a:cubicBezTo>
                      <a:pt x="208" y="53"/>
                      <a:pt x="209" y="51"/>
                      <a:pt x="209" y="50"/>
                    </a:cubicBezTo>
                    <a:cubicBezTo>
                      <a:pt x="209" y="49"/>
                      <a:pt x="209" y="48"/>
                      <a:pt x="209" y="47"/>
                    </a:cubicBezTo>
                    <a:cubicBezTo>
                      <a:pt x="209" y="48"/>
                      <a:pt x="209" y="48"/>
                      <a:pt x="209" y="49"/>
                    </a:cubicBezTo>
                    <a:cubicBezTo>
                      <a:pt x="209" y="48"/>
                      <a:pt x="209" y="47"/>
                      <a:pt x="209" y="45"/>
                    </a:cubicBezTo>
                    <a:cubicBezTo>
                      <a:pt x="209" y="45"/>
                      <a:pt x="209" y="44"/>
                      <a:pt x="208" y="43"/>
                    </a:cubicBezTo>
                    <a:cubicBezTo>
                      <a:pt x="208" y="41"/>
                      <a:pt x="207" y="40"/>
                      <a:pt x="206" y="38"/>
                    </a:cubicBezTo>
                    <a:lnTo>
                      <a:pt x="206" y="37"/>
                    </a:lnTo>
                    <a:lnTo>
                      <a:pt x="206" y="36"/>
                    </a:lnTo>
                    <a:cubicBezTo>
                      <a:pt x="205" y="36"/>
                      <a:pt x="204" y="35"/>
                      <a:pt x="203" y="34"/>
                    </a:cubicBezTo>
                    <a:lnTo>
                      <a:pt x="202" y="33"/>
                    </a:lnTo>
                    <a:lnTo>
                      <a:pt x="201" y="32"/>
                    </a:lnTo>
                    <a:cubicBezTo>
                      <a:pt x="200" y="32"/>
                      <a:pt x="199" y="32"/>
                      <a:pt x="199" y="31"/>
                    </a:cubicBezTo>
                    <a:cubicBezTo>
                      <a:pt x="198" y="30"/>
                      <a:pt x="196" y="30"/>
                      <a:pt x="195" y="30"/>
                    </a:cubicBezTo>
                    <a:cubicBezTo>
                      <a:pt x="194" y="30"/>
                      <a:pt x="193" y="29"/>
                      <a:pt x="192" y="29"/>
                    </a:cubicBezTo>
                    <a:cubicBezTo>
                      <a:pt x="191" y="29"/>
                      <a:pt x="189" y="29"/>
                      <a:pt x="188" y="29"/>
                    </a:cubicBezTo>
                    <a:cubicBezTo>
                      <a:pt x="187" y="29"/>
                      <a:pt x="186" y="29"/>
                      <a:pt x="185" y="29"/>
                    </a:cubicBezTo>
                    <a:cubicBezTo>
                      <a:pt x="184" y="30"/>
                      <a:pt x="182" y="30"/>
                      <a:pt x="181" y="30"/>
                    </a:cubicBezTo>
                    <a:cubicBezTo>
                      <a:pt x="180" y="31"/>
                      <a:pt x="178" y="32"/>
                      <a:pt x="177" y="32"/>
                    </a:cubicBezTo>
                    <a:cubicBezTo>
                      <a:pt x="174" y="33"/>
                      <a:pt x="172" y="34"/>
                      <a:pt x="170" y="36"/>
                    </a:cubicBezTo>
                    <a:cubicBezTo>
                      <a:pt x="167" y="37"/>
                      <a:pt x="165" y="39"/>
                      <a:pt x="163" y="41"/>
                    </a:cubicBezTo>
                    <a:cubicBezTo>
                      <a:pt x="162" y="41"/>
                      <a:pt x="161" y="42"/>
                      <a:pt x="160" y="43"/>
                    </a:cubicBezTo>
                    <a:cubicBezTo>
                      <a:pt x="159" y="44"/>
                      <a:pt x="158" y="45"/>
                      <a:pt x="157" y="46"/>
                    </a:cubicBezTo>
                    <a:cubicBezTo>
                      <a:pt x="153" y="51"/>
                      <a:pt x="147" y="51"/>
                      <a:pt x="142" y="47"/>
                    </a:cubicBezTo>
                    <a:cubicBezTo>
                      <a:pt x="138" y="44"/>
                      <a:pt x="138" y="37"/>
                      <a:pt x="141" y="33"/>
                    </a:cubicBezTo>
                    <a:cubicBezTo>
                      <a:pt x="143" y="30"/>
                      <a:pt x="145" y="28"/>
                      <a:pt x="148" y="26"/>
                    </a:cubicBezTo>
                    <a:cubicBezTo>
                      <a:pt x="150" y="23"/>
                      <a:pt x="153" y="22"/>
                      <a:pt x="156" y="19"/>
                    </a:cubicBezTo>
                    <a:cubicBezTo>
                      <a:pt x="162" y="15"/>
                      <a:pt x="169" y="12"/>
                      <a:pt x="175" y="9"/>
                    </a:cubicBezTo>
                    <a:cubicBezTo>
                      <a:pt x="188" y="6"/>
                      <a:pt x="204" y="7"/>
                      <a:pt x="215" y="16"/>
                    </a:cubicBezTo>
                    <a:cubicBezTo>
                      <a:pt x="220" y="19"/>
                      <a:pt x="224" y="25"/>
                      <a:pt x="227" y="30"/>
                    </a:cubicBezTo>
                    <a:cubicBezTo>
                      <a:pt x="230" y="37"/>
                      <a:pt x="231" y="44"/>
                      <a:pt x="230" y="52"/>
                    </a:cubicBezTo>
                    <a:cubicBezTo>
                      <a:pt x="229" y="63"/>
                      <a:pt x="223" y="74"/>
                      <a:pt x="217" y="84"/>
                    </a:cubicBezTo>
                    <a:cubicBezTo>
                      <a:pt x="215" y="89"/>
                      <a:pt x="212" y="93"/>
                      <a:pt x="209" y="98"/>
                    </a:cubicBezTo>
                    <a:cubicBezTo>
                      <a:pt x="202" y="108"/>
                      <a:pt x="195" y="118"/>
                      <a:pt x="187" y="126"/>
                    </a:cubicBezTo>
                    <a:cubicBezTo>
                      <a:pt x="182" y="132"/>
                      <a:pt x="177" y="137"/>
                      <a:pt x="170" y="142"/>
                    </a:cubicBezTo>
                    <a:cubicBezTo>
                      <a:pt x="164" y="146"/>
                      <a:pt x="157" y="149"/>
                      <a:pt x="149" y="151"/>
                    </a:cubicBezTo>
                    <a:cubicBezTo>
                      <a:pt x="143" y="153"/>
                      <a:pt x="136" y="152"/>
                      <a:pt x="130" y="150"/>
                    </a:cubicBezTo>
                    <a:cubicBezTo>
                      <a:pt x="124" y="147"/>
                      <a:pt x="118" y="142"/>
                      <a:pt x="114" y="136"/>
                    </a:cubicBezTo>
                    <a:cubicBezTo>
                      <a:pt x="113" y="133"/>
                      <a:pt x="113" y="131"/>
                      <a:pt x="111" y="129"/>
                    </a:cubicBezTo>
                    <a:cubicBezTo>
                      <a:pt x="107" y="135"/>
                      <a:pt x="101" y="142"/>
                      <a:pt x="96" y="147"/>
                    </a:cubicBezTo>
                    <a:cubicBezTo>
                      <a:pt x="89" y="156"/>
                      <a:pt x="81" y="164"/>
                      <a:pt x="72" y="170"/>
                    </a:cubicBezTo>
                    <a:cubicBezTo>
                      <a:pt x="67" y="175"/>
                      <a:pt x="61" y="178"/>
                      <a:pt x="55" y="181"/>
                    </a:cubicBezTo>
                    <a:cubicBezTo>
                      <a:pt x="48" y="184"/>
                      <a:pt x="41" y="186"/>
                      <a:pt x="34" y="186"/>
                    </a:cubicBezTo>
                    <a:lnTo>
                      <a:pt x="33" y="18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3" name="Google Shape;4303;p50">
                <a:extLst>
                  <a:ext uri="{FF2B5EF4-FFF2-40B4-BE49-F238E27FC236}">
                    <a16:creationId xmlns:a16="http://schemas.microsoft.com/office/drawing/2014/main" id="{38EBF3DB-73B5-2D70-56A0-5514D66C2544}"/>
                  </a:ext>
                </a:extLst>
              </p:cNvPr>
              <p:cNvSpPr/>
              <p:nvPr/>
            </p:nvSpPr>
            <p:spPr>
              <a:xfrm>
                <a:off x="421540" y="3990958"/>
                <a:ext cx="39960" cy="61560"/>
              </a:xfrm>
              <a:custGeom>
                <a:avLst/>
                <a:gdLst/>
                <a:ahLst/>
                <a:cxnLst/>
                <a:rect l="l" t="t" r="r" b="b"/>
                <a:pathLst>
                  <a:path w="111" h="171" extrusionOk="0">
                    <a:moveTo>
                      <a:pt x="1" y="160"/>
                    </a:moveTo>
                    <a:cubicBezTo>
                      <a:pt x="0" y="155"/>
                      <a:pt x="5" y="149"/>
                      <a:pt x="10" y="148"/>
                    </a:cubicBezTo>
                    <a:cubicBezTo>
                      <a:pt x="17" y="148"/>
                      <a:pt x="24" y="148"/>
                      <a:pt x="31" y="147"/>
                    </a:cubicBezTo>
                    <a:cubicBezTo>
                      <a:pt x="38" y="145"/>
                      <a:pt x="44" y="144"/>
                      <a:pt x="50" y="143"/>
                    </a:cubicBezTo>
                    <a:cubicBezTo>
                      <a:pt x="52" y="142"/>
                      <a:pt x="55" y="141"/>
                      <a:pt x="57" y="140"/>
                    </a:cubicBezTo>
                    <a:cubicBezTo>
                      <a:pt x="58" y="140"/>
                      <a:pt x="58" y="140"/>
                      <a:pt x="59" y="140"/>
                    </a:cubicBezTo>
                    <a:cubicBezTo>
                      <a:pt x="59" y="139"/>
                      <a:pt x="60" y="139"/>
                      <a:pt x="60" y="138"/>
                    </a:cubicBezTo>
                    <a:cubicBezTo>
                      <a:pt x="60" y="138"/>
                      <a:pt x="59" y="138"/>
                      <a:pt x="59" y="137"/>
                    </a:cubicBezTo>
                    <a:cubicBezTo>
                      <a:pt x="59" y="138"/>
                      <a:pt x="60" y="138"/>
                      <a:pt x="60" y="138"/>
                    </a:cubicBezTo>
                    <a:cubicBezTo>
                      <a:pt x="56" y="134"/>
                      <a:pt x="51" y="130"/>
                      <a:pt x="47" y="126"/>
                    </a:cubicBezTo>
                    <a:cubicBezTo>
                      <a:pt x="47" y="126"/>
                      <a:pt x="48" y="126"/>
                      <a:pt x="48" y="127"/>
                    </a:cubicBezTo>
                    <a:cubicBezTo>
                      <a:pt x="41" y="120"/>
                      <a:pt x="34" y="113"/>
                      <a:pt x="28" y="106"/>
                    </a:cubicBezTo>
                    <a:cubicBezTo>
                      <a:pt x="24" y="102"/>
                      <a:pt x="21" y="97"/>
                      <a:pt x="18" y="92"/>
                    </a:cubicBezTo>
                    <a:cubicBezTo>
                      <a:pt x="16" y="88"/>
                      <a:pt x="13" y="83"/>
                      <a:pt x="12" y="78"/>
                    </a:cubicBezTo>
                    <a:cubicBezTo>
                      <a:pt x="9" y="67"/>
                      <a:pt x="10" y="56"/>
                      <a:pt x="14" y="45"/>
                    </a:cubicBezTo>
                    <a:cubicBezTo>
                      <a:pt x="17" y="35"/>
                      <a:pt x="24" y="27"/>
                      <a:pt x="32" y="20"/>
                    </a:cubicBezTo>
                    <a:cubicBezTo>
                      <a:pt x="40" y="13"/>
                      <a:pt x="51" y="8"/>
                      <a:pt x="61" y="4"/>
                    </a:cubicBezTo>
                    <a:cubicBezTo>
                      <a:pt x="66" y="3"/>
                      <a:pt x="72" y="2"/>
                      <a:pt x="76" y="2"/>
                    </a:cubicBezTo>
                    <a:cubicBezTo>
                      <a:pt x="83" y="0"/>
                      <a:pt x="88" y="2"/>
                      <a:pt x="94" y="3"/>
                    </a:cubicBezTo>
                    <a:cubicBezTo>
                      <a:pt x="102" y="6"/>
                      <a:pt x="109" y="12"/>
                      <a:pt x="110" y="20"/>
                    </a:cubicBezTo>
                    <a:cubicBezTo>
                      <a:pt x="110" y="22"/>
                      <a:pt x="110" y="24"/>
                      <a:pt x="109" y="25"/>
                    </a:cubicBezTo>
                    <a:cubicBezTo>
                      <a:pt x="109" y="27"/>
                      <a:pt x="108" y="29"/>
                      <a:pt x="106" y="30"/>
                    </a:cubicBezTo>
                    <a:cubicBezTo>
                      <a:pt x="104" y="33"/>
                      <a:pt x="100" y="34"/>
                      <a:pt x="95" y="32"/>
                    </a:cubicBezTo>
                    <a:cubicBezTo>
                      <a:pt x="92" y="31"/>
                      <a:pt x="89" y="28"/>
                      <a:pt x="88" y="25"/>
                    </a:cubicBezTo>
                    <a:cubicBezTo>
                      <a:pt x="88" y="25"/>
                      <a:pt x="88" y="24"/>
                      <a:pt x="87" y="24"/>
                    </a:cubicBezTo>
                    <a:lnTo>
                      <a:pt x="86" y="24"/>
                    </a:lnTo>
                    <a:cubicBezTo>
                      <a:pt x="85" y="24"/>
                      <a:pt x="83" y="24"/>
                      <a:pt x="82" y="23"/>
                    </a:cubicBezTo>
                    <a:cubicBezTo>
                      <a:pt x="81" y="23"/>
                      <a:pt x="80" y="23"/>
                      <a:pt x="79" y="23"/>
                    </a:cubicBezTo>
                    <a:lnTo>
                      <a:pt x="80" y="23"/>
                    </a:lnTo>
                    <a:cubicBezTo>
                      <a:pt x="79" y="23"/>
                      <a:pt x="77" y="24"/>
                      <a:pt x="76" y="24"/>
                    </a:cubicBezTo>
                    <a:cubicBezTo>
                      <a:pt x="73" y="24"/>
                      <a:pt x="70" y="25"/>
                      <a:pt x="68" y="25"/>
                    </a:cubicBezTo>
                    <a:cubicBezTo>
                      <a:pt x="65" y="27"/>
                      <a:pt x="60" y="28"/>
                      <a:pt x="58" y="30"/>
                    </a:cubicBezTo>
                    <a:cubicBezTo>
                      <a:pt x="55" y="30"/>
                      <a:pt x="53" y="31"/>
                      <a:pt x="51" y="32"/>
                    </a:cubicBezTo>
                    <a:cubicBezTo>
                      <a:pt x="50" y="34"/>
                      <a:pt x="48" y="35"/>
                      <a:pt x="46" y="36"/>
                    </a:cubicBezTo>
                    <a:cubicBezTo>
                      <a:pt x="45" y="37"/>
                      <a:pt x="44" y="38"/>
                      <a:pt x="43" y="39"/>
                    </a:cubicBezTo>
                    <a:cubicBezTo>
                      <a:pt x="42" y="41"/>
                      <a:pt x="41" y="42"/>
                      <a:pt x="39" y="43"/>
                    </a:cubicBezTo>
                    <a:cubicBezTo>
                      <a:pt x="38" y="45"/>
                      <a:pt x="37" y="47"/>
                      <a:pt x="36" y="48"/>
                    </a:cubicBezTo>
                    <a:cubicBezTo>
                      <a:pt x="35" y="49"/>
                      <a:pt x="35" y="51"/>
                      <a:pt x="34" y="52"/>
                    </a:cubicBezTo>
                    <a:cubicBezTo>
                      <a:pt x="34" y="53"/>
                      <a:pt x="33" y="55"/>
                      <a:pt x="33" y="56"/>
                    </a:cubicBezTo>
                    <a:cubicBezTo>
                      <a:pt x="32" y="57"/>
                      <a:pt x="32" y="59"/>
                      <a:pt x="32" y="60"/>
                    </a:cubicBezTo>
                    <a:cubicBezTo>
                      <a:pt x="32" y="61"/>
                      <a:pt x="32" y="62"/>
                      <a:pt x="32" y="64"/>
                    </a:cubicBezTo>
                    <a:cubicBezTo>
                      <a:pt x="32" y="66"/>
                      <a:pt x="32" y="67"/>
                      <a:pt x="32" y="70"/>
                    </a:cubicBezTo>
                    <a:cubicBezTo>
                      <a:pt x="33" y="71"/>
                      <a:pt x="33" y="73"/>
                      <a:pt x="34" y="74"/>
                    </a:cubicBezTo>
                    <a:cubicBezTo>
                      <a:pt x="34" y="75"/>
                      <a:pt x="35" y="77"/>
                      <a:pt x="35" y="78"/>
                    </a:cubicBezTo>
                    <a:cubicBezTo>
                      <a:pt x="36" y="80"/>
                      <a:pt x="37" y="81"/>
                      <a:pt x="37" y="82"/>
                    </a:cubicBezTo>
                    <a:cubicBezTo>
                      <a:pt x="38" y="84"/>
                      <a:pt x="40" y="87"/>
                      <a:pt x="42" y="89"/>
                    </a:cubicBezTo>
                    <a:cubicBezTo>
                      <a:pt x="48" y="96"/>
                      <a:pt x="55" y="103"/>
                      <a:pt x="62" y="110"/>
                    </a:cubicBezTo>
                    <a:cubicBezTo>
                      <a:pt x="66" y="113"/>
                      <a:pt x="69" y="116"/>
                      <a:pt x="72" y="119"/>
                    </a:cubicBezTo>
                    <a:cubicBezTo>
                      <a:pt x="75" y="122"/>
                      <a:pt x="79" y="124"/>
                      <a:pt x="80" y="129"/>
                    </a:cubicBezTo>
                    <a:cubicBezTo>
                      <a:pt x="81" y="131"/>
                      <a:pt x="83" y="133"/>
                      <a:pt x="83" y="135"/>
                    </a:cubicBezTo>
                    <a:cubicBezTo>
                      <a:pt x="83" y="138"/>
                      <a:pt x="83" y="141"/>
                      <a:pt x="82" y="145"/>
                    </a:cubicBezTo>
                    <a:cubicBezTo>
                      <a:pt x="80" y="150"/>
                      <a:pt x="76" y="154"/>
                      <a:pt x="72" y="157"/>
                    </a:cubicBezTo>
                    <a:cubicBezTo>
                      <a:pt x="67" y="160"/>
                      <a:pt x="62" y="162"/>
                      <a:pt x="56" y="163"/>
                    </a:cubicBezTo>
                    <a:cubicBezTo>
                      <a:pt x="49" y="165"/>
                      <a:pt x="42" y="166"/>
                      <a:pt x="34" y="168"/>
                    </a:cubicBezTo>
                    <a:cubicBezTo>
                      <a:pt x="35" y="168"/>
                      <a:pt x="35" y="168"/>
                      <a:pt x="35" y="168"/>
                    </a:cubicBezTo>
                    <a:cubicBezTo>
                      <a:pt x="28" y="169"/>
                      <a:pt x="20" y="169"/>
                      <a:pt x="13" y="170"/>
                    </a:cubicBezTo>
                    <a:cubicBezTo>
                      <a:pt x="12" y="170"/>
                      <a:pt x="12" y="170"/>
                      <a:pt x="12" y="170"/>
                    </a:cubicBezTo>
                    <a:cubicBezTo>
                      <a:pt x="6" y="170"/>
                      <a:pt x="2" y="166"/>
                      <a:pt x="1" y="1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4" name="Google Shape;4304;p50">
                <a:extLst>
                  <a:ext uri="{FF2B5EF4-FFF2-40B4-BE49-F238E27FC236}">
                    <a16:creationId xmlns:a16="http://schemas.microsoft.com/office/drawing/2014/main" id="{7F7AD4CA-59CD-FD26-87D7-A8AC086D0679}"/>
                  </a:ext>
                </a:extLst>
              </p:cNvPr>
              <p:cNvSpPr/>
              <p:nvPr/>
            </p:nvSpPr>
            <p:spPr>
              <a:xfrm>
                <a:off x="468700" y="3988438"/>
                <a:ext cx="52920" cy="6840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190" extrusionOk="0">
                    <a:moveTo>
                      <a:pt x="23" y="162"/>
                    </a:moveTo>
                    <a:cubicBezTo>
                      <a:pt x="24" y="161"/>
                      <a:pt x="25" y="160"/>
                      <a:pt x="26" y="159"/>
                    </a:cubicBezTo>
                    <a:cubicBezTo>
                      <a:pt x="30" y="155"/>
                      <a:pt x="34" y="150"/>
                      <a:pt x="38" y="146"/>
                    </a:cubicBezTo>
                    <a:cubicBezTo>
                      <a:pt x="37" y="146"/>
                      <a:pt x="37" y="146"/>
                      <a:pt x="36" y="147"/>
                    </a:cubicBezTo>
                    <a:cubicBezTo>
                      <a:pt x="35" y="147"/>
                      <a:pt x="33" y="148"/>
                      <a:pt x="32" y="148"/>
                    </a:cubicBezTo>
                    <a:cubicBezTo>
                      <a:pt x="32" y="149"/>
                      <a:pt x="31" y="149"/>
                      <a:pt x="30" y="149"/>
                    </a:cubicBezTo>
                    <a:cubicBezTo>
                      <a:pt x="29" y="151"/>
                      <a:pt x="29" y="151"/>
                      <a:pt x="28" y="152"/>
                    </a:cubicBezTo>
                    <a:cubicBezTo>
                      <a:pt x="27" y="154"/>
                      <a:pt x="26" y="155"/>
                      <a:pt x="25" y="156"/>
                    </a:cubicBezTo>
                    <a:cubicBezTo>
                      <a:pt x="25" y="157"/>
                      <a:pt x="25" y="158"/>
                      <a:pt x="24" y="159"/>
                    </a:cubicBezTo>
                    <a:cubicBezTo>
                      <a:pt x="23" y="160"/>
                      <a:pt x="23" y="161"/>
                      <a:pt x="23" y="161"/>
                    </a:cubicBezTo>
                    <a:cubicBezTo>
                      <a:pt x="23" y="162"/>
                      <a:pt x="23" y="162"/>
                      <a:pt x="23" y="162"/>
                    </a:cubicBezTo>
                    <a:moveTo>
                      <a:pt x="12" y="187"/>
                    </a:moveTo>
                    <a:cubicBezTo>
                      <a:pt x="7" y="185"/>
                      <a:pt x="3" y="180"/>
                      <a:pt x="1" y="175"/>
                    </a:cubicBezTo>
                    <a:cubicBezTo>
                      <a:pt x="0" y="168"/>
                      <a:pt x="1" y="161"/>
                      <a:pt x="3" y="154"/>
                    </a:cubicBezTo>
                    <a:cubicBezTo>
                      <a:pt x="5" y="148"/>
                      <a:pt x="8" y="141"/>
                      <a:pt x="13" y="137"/>
                    </a:cubicBezTo>
                    <a:cubicBezTo>
                      <a:pt x="18" y="131"/>
                      <a:pt x="25" y="128"/>
                      <a:pt x="32" y="126"/>
                    </a:cubicBezTo>
                    <a:cubicBezTo>
                      <a:pt x="39" y="123"/>
                      <a:pt x="46" y="122"/>
                      <a:pt x="53" y="122"/>
                    </a:cubicBezTo>
                    <a:cubicBezTo>
                      <a:pt x="54" y="122"/>
                      <a:pt x="54" y="122"/>
                      <a:pt x="55" y="122"/>
                    </a:cubicBezTo>
                    <a:cubicBezTo>
                      <a:pt x="55" y="122"/>
                      <a:pt x="55" y="121"/>
                      <a:pt x="55" y="120"/>
                    </a:cubicBezTo>
                    <a:cubicBezTo>
                      <a:pt x="59" y="115"/>
                      <a:pt x="62" y="110"/>
                      <a:pt x="65" y="105"/>
                    </a:cubicBezTo>
                    <a:cubicBezTo>
                      <a:pt x="68" y="99"/>
                      <a:pt x="71" y="93"/>
                      <a:pt x="74" y="87"/>
                    </a:cubicBezTo>
                    <a:cubicBezTo>
                      <a:pt x="75" y="84"/>
                      <a:pt x="76" y="81"/>
                      <a:pt x="78" y="78"/>
                    </a:cubicBezTo>
                    <a:cubicBezTo>
                      <a:pt x="78" y="78"/>
                      <a:pt x="78" y="77"/>
                      <a:pt x="79" y="76"/>
                    </a:cubicBezTo>
                    <a:cubicBezTo>
                      <a:pt x="77" y="76"/>
                      <a:pt x="76" y="77"/>
                      <a:pt x="74" y="76"/>
                    </a:cubicBezTo>
                    <a:cubicBezTo>
                      <a:pt x="68" y="75"/>
                      <a:pt x="64" y="70"/>
                      <a:pt x="64" y="64"/>
                    </a:cubicBezTo>
                    <a:cubicBezTo>
                      <a:pt x="65" y="57"/>
                      <a:pt x="67" y="50"/>
                      <a:pt x="69" y="44"/>
                    </a:cubicBezTo>
                    <a:cubicBezTo>
                      <a:pt x="71" y="41"/>
                      <a:pt x="72" y="39"/>
                      <a:pt x="73" y="36"/>
                    </a:cubicBezTo>
                    <a:cubicBezTo>
                      <a:pt x="75" y="31"/>
                      <a:pt x="78" y="26"/>
                      <a:pt x="81" y="21"/>
                    </a:cubicBezTo>
                    <a:cubicBezTo>
                      <a:pt x="83" y="16"/>
                      <a:pt x="85" y="12"/>
                      <a:pt x="88" y="8"/>
                    </a:cubicBezTo>
                    <a:cubicBezTo>
                      <a:pt x="90" y="6"/>
                      <a:pt x="92" y="3"/>
                      <a:pt x="94" y="2"/>
                    </a:cubicBezTo>
                    <a:cubicBezTo>
                      <a:pt x="97" y="1"/>
                      <a:pt x="100" y="0"/>
                      <a:pt x="103" y="1"/>
                    </a:cubicBezTo>
                    <a:cubicBezTo>
                      <a:pt x="109" y="2"/>
                      <a:pt x="113" y="7"/>
                      <a:pt x="114" y="12"/>
                    </a:cubicBezTo>
                    <a:cubicBezTo>
                      <a:pt x="116" y="20"/>
                      <a:pt x="114" y="27"/>
                      <a:pt x="113" y="34"/>
                    </a:cubicBezTo>
                    <a:cubicBezTo>
                      <a:pt x="112" y="42"/>
                      <a:pt x="110" y="49"/>
                      <a:pt x="108" y="56"/>
                    </a:cubicBezTo>
                    <a:cubicBezTo>
                      <a:pt x="106" y="63"/>
                      <a:pt x="103" y="70"/>
                      <a:pt x="100" y="77"/>
                    </a:cubicBezTo>
                    <a:cubicBezTo>
                      <a:pt x="97" y="84"/>
                      <a:pt x="95" y="89"/>
                      <a:pt x="92" y="95"/>
                    </a:cubicBezTo>
                    <a:cubicBezTo>
                      <a:pt x="90" y="101"/>
                      <a:pt x="87" y="106"/>
                      <a:pt x="84" y="112"/>
                    </a:cubicBezTo>
                    <a:cubicBezTo>
                      <a:pt x="82" y="116"/>
                      <a:pt x="80" y="120"/>
                      <a:pt x="77" y="124"/>
                    </a:cubicBezTo>
                    <a:cubicBezTo>
                      <a:pt x="89" y="127"/>
                      <a:pt x="100" y="133"/>
                      <a:pt x="110" y="138"/>
                    </a:cubicBezTo>
                    <a:cubicBezTo>
                      <a:pt x="118" y="143"/>
                      <a:pt x="125" y="147"/>
                      <a:pt x="134" y="152"/>
                    </a:cubicBezTo>
                    <a:cubicBezTo>
                      <a:pt x="135" y="152"/>
                      <a:pt x="137" y="154"/>
                      <a:pt x="139" y="154"/>
                    </a:cubicBezTo>
                    <a:cubicBezTo>
                      <a:pt x="144" y="156"/>
                      <a:pt x="146" y="163"/>
                      <a:pt x="143" y="169"/>
                    </a:cubicBezTo>
                    <a:cubicBezTo>
                      <a:pt x="141" y="174"/>
                      <a:pt x="135" y="176"/>
                      <a:pt x="129" y="174"/>
                    </a:cubicBezTo>
                    <a:cubicBezTo>
                      <a:pt x="118" y="169"/>
                      <a:pt x="109" y="162"/>
                      <a:pt x="98" y="156"/>
                    </a:cubicBezTo>
                    <a:cubicBezTo>
                      <a:pt x="92" y="153"/>
                      <a:pt x="86" y="150"/>
                      <a:pt x="80" y="147"/>
                    </a:cubicBezTo>
                    <a:cubicBezTo>
                      <a:pt x="80" y="147"/>
                      <a:pt x="81" y="147"/>
                      <a:pt x="81" y="148"/>
                    </a:cubicBezTo>
                    <a:cubicBezTo>
                      <a:pt x="81" y="147"/>
                      <a:pt x="80" y="147"/>
                      <a:pt x="80" y="147"/>
                    </a:cubicBezTo>
                    <a:lnTo>
                      <a:pt x="79" y="147"/>
                    </a:lnTo>
                    <a:lnTo>
                      <a:pt x="80" y="147"/>
                    </a:lnTo>
                    <a:cubicBezTo>
                      <a:pt x="76" y="146"/>
                      <a:pt x="74" y="145"/>
                      <a:pt x="70" y="144"/>
                    </a:cubicBezTo>
                    <a:cubicBezTo>
                      <a:pt x="69" y="144"/>
                      <a:pt x="67" y="144"/>
                      <a:pt x="65" y="143"/>
                    </a:cubicBezTo>
                    <a:cubicBezTo>
                      <a:pt x="59" y="152"/>
                      <a:pt x="52" y="162"/>
                      <a:pt x="45" y="170"/>
                    </a:cubicBezTo>
                    <a:cubicBezTo>
                      <a:pt x="40" y="176"/>
                      <a:pt x="36" y="181"/>
                      <a:pt x="30" y="184"/>
                    </a:cubicBezTo>
                    <a:cubicBezTo>
                      <a:pt x="26" y="187"/>
                      <a:pt x="22" y="189"/>
                      <a:pt x="18" y="189"/>
                    </a:cubicBezTo>
                    <a:cubicBezTo>
                      <a:pt x="16" y="189"/>
                      <a:pt x="14" y="189"/>
                      <a:pt x="12" y="1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5" name="Google Shape;4305;p50">
                <a:extLst>
                  <a:ext uri="{FF2B5EF4-FFF2-40B4-BE49-F238E27FC236}">
                    <a16:creationId xmlns:a16="http://schemas.microsoft.com/office/drawing/2014/main" id="{65EDB74D-23A7-D87D-1C1C-F36720AEA9A0}"/>
                  </a:ext>
                </a:extLst>
              </p:cNvPr>
              <p:cNvSpPr/>
              <p:nvPr/>
            </p:nvSpPr>
            <p:spPr>
              <a:xfrm>
                <a:off x="536740" y="4004638"/>
                <a:ext cx="18000" cy="32760"/>
              </a:xfrm>
              <a:custGeom>
                <a:avLst/>
                <a:gdLst/>
                <a:ahLst/>
                <a:cxnLst/>
                <a:rect l="l" t="t" r="r" b="b"/>
                <a:pathLst>
                  <a:path w="50" h="91" extrusionOk="0">
                    <a:moveTo>
                      <a:pt x="25" y="82"/>
                    </a:moveTo>
                    <a:cubicBezTo>
                      <a:pt x="21" y="70"/>
                      <a:pt x="15" y="58"/>
                      <a:pt x="10" y="46"/>
                    </a:cubicBezTo>
                    <a:cubicBezTo>
                      <a:pt x="6" y="37"/>
                      <a:pt x="3" y="28"/>
                      <a:pt x="1" y="18"/>
                    </a:cubicBezTo>
                    <a:cubicBezTo>
                      <a:pt x="0" y="15"/>
                      <a:pt x="0" y="12"/>
                      <a:pt x="1" y="10"/>
                    </a:cubicBezTo>
                    <a:cubicBezTo>
                      <a:pt x="2" y="7"/>
                      <a:pt x="4" y="4"/>
                      <a:pt x="6" y="3"/>
                    </a:cubicBezTo>
                    <a:cubicBezTo>
                      <a:pt x="9" y="1"/>
                      <a:pt x="13" y="0"/>
                      <a:pt x="16" y="1"/>
                    </a:cubicBezTo>
                    <a:cubicBezTo>
                      <a:pt x="17" y="1"/>
                      <a:pt x="18" y="1"/>
                      <a:pt x="20" y="2"/>
                    </a:cubicBezTo>
                    <a:cubicBezTo>
                      <a:pt x="26" y="4"/>
                      <a:pt x="29" y="10"/>
                      <a:pt x="27" y="16"/>
                    </a:cubicBezTo>
                    <a:cubicBezTo>
                      <a:pt x="27" y="18"/>
                      <a:pt x="26" y="19"/>
                      <a:pt x="24" y="21"/>
                    </a:cubicBezTo>
                    <a:cubicBezTo>
                      <a:pt x="27" y="30"/>
                      <a:pt x="31" y="40"/>
                      <a:pt x="35" y="49"/>
                    </a:cubicBezTo>
                    <a:cubicBezTo>
                      <a:pt x="39" y="57"/>
                      <a:pt x="42" y="66"/>
                      <a:pt x="46" y="75"/>
                    </a:cubicBezTo>
                    <a:cubicBezTo>
                      <a:pt x="49" y="81"/>
                      <a:pt x="45" y="87"/>
                      <a:pt x="39" y="89"/>
                    </a:cubicBezTo>
                    <a:cubicBezTo>
                      <a:pt x="38" y="89"/>
                      <a:pt x="37" y="90"/>
                      <a:pt x="36" y="90"/>
                    </a:cubicBezTo>
                    <a:cubicBezTo>
                      <a:pt x="31" y="89"/>
                      <a:pt x="27" y="87"/>
                      <a:pt x="25" y="8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6" name="Google Shape;4306;p50">
                <a:extLst>
                  <a:ext uri="{FF2B5EF4-FFF2-40B4-BE49-F238E27FC236}">
                    <a16:creationId xmlns:a16="http://schemas.microsoft.com/office/drawing/2014/main" id="{4247D71F-7D6A-F02D-6A9C-60ABF0AD4F25}"/>
                  </a:ext>
                </a:extLst>
              </p:cNvPr>
              <p:cNvSpPr/>
              <p:nvPr/>
            </p:nvSpPr>
            <p:spPr>
              <a:xfrm>
                <a:off x="527020" y="4007158"/>
                <a:ext cx="45360" cy="4392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122" extrusionOk="0">
                    <a:moveTo>
                      <a:pt x="5" y="118"/>
                    </a:moveTo>
                    <a:cubicBezTo>
                      <a:pt x="1" y="115"/>
                      <a:pt x="0" y="108"/>
                      <a:pt x="4" y="103"/>
                    </a:cubicBezTo>
                    <a:cubicBezTo>
                      <a:pt x="17" y="88"/>
                      <a:pt x="31" y="72"/>
                      <a:pt x="45" y="56"/>
                    </a:cubicBezTo>
                    <a:cubicBezTo>
                      <a:pt x="52" y="48"/>
                      <a:pt x="59" y="39"/>
                      <a:pt x="67" y="31"/>
                    </a:cubicBezTo>
                    <a:cubicBezTo>
                      <a:pt x="75" y="22"/>
                      <a:pt x="84" y="13"/>
                      <a:pt x="94" y="5"/>
                    </a:cubicBezTo>
                    <a:cubicBezTo>
                      <a:pt x="98" y="3"/>
                      <a:pt x="104" y="0"/>
                      <a:pt x="109" y="0"/>
                    </a:cubicBezTo>
                    <a:cubicBezTo>
                      <a:pt x="114" y="0"/>
                      <a:pt x="118" y="1"/>
                      <a:pt x="122" y="5"/>
                    </a:cubicBezTo>
                    <a:cubicBezTo>
                      <a:pt x="125" y="10"/>
                      <a:pt x="125" y="16"/>
                      <a:pt x="121" y="21"/>
                    </a:cubicBezTo>
                    <a:cubicBezTo>
                      <a:pt x="117" y="24"/>
                      <a:pt x="112" y="25"/>
                      <a:pt x="108" y="22"/>
                    </a:cubicBezTo>
                    <a:lnTo>
                      <a:pt x="108" y="23"/>
                    </a:lnTo>
                    <a:cubicBezTo>
                      <a:pt x="107" y="24"/>
                      <a:pt x="105" y="25"/>
                      <a:pt x="103" y="26"/>
                    </a:cubicBezTo>
                    <a:cubicBezTo>
                      <a:pt x="98" y="30"/>
                      <a:pt x="93" y="35"/>
                      <a:pt x="88" y="39"/>
                    </a:cubicBezTo>
                    <a:cubicBezTo>
                      <a:pt x="89" y="39"/>
                      <a:pt x="89" y="39"/>
                      <a:pt x="89" y="39"/>
                    </a:cubicBezTo>
                    <a:cubicBezTo>
                      <a:pt x="77" y="51"/>
                      <a:pt x="65" y="65"/>
                      <a:pt x="54" y="78"/>
                    </a:cubicBezTo>
                    <a:cubicBezTo>
                      <a:pt x="42" y="91"/>
                      <a:pt x="31" y="104"/>
                      <a:pt x="21" y="117"/>
                    </a:cubicBezTo>
                    <a:cubicBezTo>
                      <a:pt x="19" y="120"/>
                      <a:pt x="16" y="121"/>
                      <a:pt x="12" y="121"/>
                    </a:cubicBezTo>
                    <a:cubicBezTo>
                      <a:pt x="10" y="121"/>
                      <a:pt x="8" y="120"/>
                      <a:pt x="5" y="11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7" name="Google Shape;4307;p50">
                <a:extLst>
                  <a:ext uri="{FF2B5EF4-FFF2-40B4-BE49-F238E27FC236}">
                    <a16:creationId xmlns:a16="http://schemas.microsoft.com/office/drawing/2014/main" id="{BA8E8911-FD9F-5380-BFC1-8482B7F5D750}"/>
                  </a:ext>
                </a:extLst>
              </p:cNvPr>
              <p:cNvSpPr/>
              <p:nvPr/>
            </p:nvSpPr>
            <p:spPr>
              <a:xfrm>
                <a:off x="576340" y="3984838"/>
                <a:ext cx="64800" cy="40320"/>
              </a:xfrm>
              <a:custGeom>
                <a:avLst/>
                <a:gdLst/>
                <a:ahLst/>
                <a:cxnLst/>
                <a:rect l="l" t="t" r="r" b="b"/>
                <a:pathLst>
                  <a:path w="180" h="112" extrusionOk="0">
                    <a:moveTo>
                      <a:pt x="30" y="23"/>
                    </a:moveTo>
                    <a:lnTo>
                      <a:pt x="29" y="23"/>
                    </a:lnTo>
                    <a:lnTo>
                      <a:pt x="28" y="23"/>
                    </a:lnTo>
                    <a:lnTo>
                      <a:pt x="27" y="23"/>
                    </a:lnTo>
                    <a:cubicBezTo>
                      <a:pt x="28" y="23"/>
                      <a:pt x="28" y="23"/>
                      <a:pt x="30" y="23"/>
                    </a:cubicBezTo>
                    <a:moveTo>
                      <a:pt x="37" y="110"/>
                    </a:moveTo>
                    <a:cubicBezTo>
                      <a:pt x="36" y="109"/>
                      <a:pt x="35" y="109"/>
                      <a:pt x="34" y="109"/>
                    </a:cubicBezTo>
                    <a:cubicBezTo>
                      <a:pt x="32" y="108"/>
                      <a:pt x="32" y="107"/>
                      <a:pt x="31" y="106"/>
                    </a:cubicBezTo>
                    <a:cubicBezTo>
                      <a:pt x="28" y="105"/>
                      <a:pt x="27" y="102"/>
                      <a:pt x="26" y="99"/>
                    </a:cubicBezTo>
                    <a:cubicBezTo>
                      <a:pt x="24" y="94"/>
                      <a:pt x="26" y="89"/>
                      <a:pt x="27" y="84"/>
                    </a:cubicBezTo>
                    <a:cubicBezTo>
                      <a:pt x="30" y="75"/>
                      <a:pt x="31" y="66"/>
                      <a:pt x="32" y="56"/>
                    </a:cubicBezTo>
                    <a:cubicBezTo>
                      <a:pt x="32" y="53"/>
                      <a:pt x="32" y="49"/>
                      <a:pt x="32" y="46"/>
                    </a:cubicBezTo>
                    <a:cubicBezTo>
                      <a:pt x="30" y="47"/>
                      <a:pt x="28" y="46"/>
                      <a:pt x="25" y="45"/>
                    </a:cubicBezTo>
                    <a:lnTo>
                      <a:pt x="24" y="45"/>
                    </a:lnTo>
                    <a:cubicBezTo>
                      <a:pt x="19" y="44"/>
                      <a:pt x="13" y="44"/>
                      <a:pt x="9" y="40"/>
                    </a:cubicBezTo>
                    <a:cubicBezTo>
                      <a:pt x="2" y="34"/>
                      <a:pt x="0" y="24"/>
                      <a:pt x="4" y="16"/>
                    </a:cubicBezTo>
                    <a:cubicBezTo>
                      <a:pt x="6" y="12"/>
                      <a:pt x="9" y="7"/>
                      <a:pt x="13" y="5"/>
                    </a:cubicBezTo>
                    <a:cubicBezTo>
                      <a:pt x="17" y="2"/>
                      <a:pt x="21" y="0"/>
                      <a:pt x="27" y="0"/>
                    </a:cubicBezTo>
                    <a:cubicBezTo>
                      <a:pt x="36" y="0"/>
                      <a:pt x="45" y="5"/>
                      <a:pt x="49" y="13"/>
                    </a:cubicBezTo>
                    <a:cubicBezTo>
                      <a:pt x="55" y="23"/>
                      <a:pt x="55" y="35"/>
                      <a:pt x="55" y="46"/>
                    </a:cubicBezTo>
                    <a:cubicBezTo>
                      <a:pt x="54" y="53"/>
                      <a:pt x="53" y="60"/>
                      <a:pt x="52" y="68"/>
                    </a:cubicBezTo>
                    <a:cubicBezTo>
                      <a:pt x="52" y="72"/>
                      <a:pt x="51" y="76"/>
                      <a:pt x="51" y="80"/>
                    </a:cubicBezTo>
                    <a:cubicBezTo>
                      <a:pt x="50" y="82"/>
                      <a:pt x="49" y="85"/>
                      <a:pt x="49" y="88"/>
                    </a:cubicBezTo>
                    <a:cubicBezTo>
                      <a:pt x="52" y="87"/>
                      <a:pt x="55" y="87"/>
                      <a:pt x="58" y="85"/>
                    </a:cubicBezTo>
                    <a:cubicBezTo>
                      <a:pt x="71" y="82"/>
                      <a:pt x="83" y="77"/>
                      <a:pt x="95" y="72"/>
                    </a:cubicBezTo>
                    <a:cubicBezTo>
                      <a:pt x="102" y="69"/>
                      <a:pt x="108" y="66"/>
                      <a:pt x="115" y="63"/>
                    </a:cubicBezTo>
                    <a:cubicBezTo>
                      <a:pt x="132" y="56"/>
                      <a:pt x="148" y="50"/>
                      <a:pt x="164" y="43"/>
                    </a:cubicBezTo>
                    <a:cubicBezTo>
                      <a:pt x="169" y="41"/>
                      <a:pt x="175" y="44"/>
                      <a:pt x="176" y="49"/>
                    </a:cubicBezTo>
                    <a:cubicBezTo>
                      <a:pt x="179" y="54"/>
                      <a:pt x="176" y="59"/>
                      <a:pt x="171" y="62"/>
                    </a:cubicBezTo>
                    <a:cubicBezTo>
                      <a:pt x="152" y="70"/>
                      <a:pt x="133" y="78"/>
                      <a:pt x="114" y="85"/>
                    </a:cubicBezTo>
                    <a:cubicBezTo>
                      <a:pt x="101" y="91"/>
                      <a:pt x="87" y="97"/>
                      <a:pt x="74" y="102"/>
                    </a:cubicBezTo>
                    <a:cubicBezTo>
                      <a:pt x="68" y="105"/>
                      <a:pt x="62" y="107"/>
                      <a:pt x="55" y="109"/>
                    </a:cubicBezTo>
                    <a:cubicBezTo>
                      <a:pt x="52" y="109"/>
                      <a:pt x="49" y="110"/>
                      <a:pt x="46" y="111"/>
                    </a:cubicBezTo>
                    <a:cubicBezTo>
                      <a:pt x="45" y="111"/>
                      <a:pt x="44" y="111"/>
                      <a:pt x="42" y="111"/>
                    </a:cubicBezTo>
                    <a:cubicBezTo>
                      <a:pt x="40" y="111"/>
                      <a:pt x="38" y="110"/>
                      <a:pt x="37" y="1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8" name="Google Shape;4308;p50">
                <a:extLst>
                  <a:ext uri="{FF2B5EF4-FFF2-40B4-BE49-F238E27FC236}">
                    <a16:creationId xmlns:a16="http://schemas.microsoft.com/office/drawing/2014/main" id="{4BCAC045-1801-946D-6E3B-D5A5D771027C}"/>
                  </a:ext>
                </a:extLst>
              </p:cNvPr>
              <p:cNvSpPr/>
              <p:nvPr/>
            </p:nvSpPr>
            <p:spPr>
              <a:xfrm>
                <a:off x="-115580" y="4234318"/>
                <a:ext cx="70200" cy="128520"/>
              </a:xfrm>
              <a:custGeom>
                <a:avLst/>
                <a:gdLst/>
                <a:ahLst/>
                <a:cxnLst/>
                <a:rect l="l" t="t" r="r" b="b"/>
                <a:pathLst>
                  <a:path w="195" h="357" extrusionOk="0">
                    <a:moveTo>
                      <a:pt x="32" y="354"/>
                    </a:moveTo>
                    <a:cubicBezTo>
                      <a:pt x="28" y="353"/>
                      <a:pt x="24" y="350"/>
                      <a:pt x="21" y="347"/>
                    </a:cubicBezTo>
                    <a:cubicBezTo>
                      <a:pt x="6" y="332"/>
                      <a:pt x="0" y="310"/>
                      <a:pt x="0" y="289"/>
                    </a:cubicBezTo>
                    <a:cubicBezTo>
                      <a:pt x="1" y="279"/>
                      <a:pt x="4" y="268"/>
                      <a:pt x="8" y="259"/>
                    </a:cubicBezTo>
                    <a:cubicBezTo>
                      <a:pt x="13" y="249"/>
                      <a:pt x="18" y="240"/>
                      <a:pt x="25" y="231"/>
                    </a:cubicBezTo>
                    <a:cubicBezTo>
                      <a:pt x="32" y="223"/>
                      <a:pt x="39" y="215"/>
                      <a:pt x="47" y="206"/>
                    </a:cubicBezTo>
                    <a:cubicBezTo>
                      <a:pt x="51" y="202"/>
                      <a:pt x="57" y="202"/>
                      <a:pt x="61" y="205"/>
                    </a:cubicBezTo>
                    <a:cubicBezTo>
                      <a:pt x="65" y="209"/>
                      <a:pt x="66" y="215"/>
                      <a:pt x="62" y="219"/>
                    </a:cubicBezTo>
                    <a:cubicBezTo>
                      <a:pt x="55" y="227"/>
                      <a:pt x="47" y="236"/>
                      <a:pt x="40" y="245"/>
                    </a:cubicBezTo>
                    <a:cubicBezTo>
                      <a:pt x="37" y="250"/>
                      <a:pt x="34" y="254"/>
                      <a:pt x="31" y="259"/>
                    </a:cubicBezTo>
                    <a:cubicBezTo>
                      <a:pt x="29" y="262"/>
                      <a:pt x="28" y="265"/>
                      <a:pt x="27" y="269"/>
                    </a:cubicBezTo>
                    <a:cubicBezTo>
                      <a:pt x="25" y="272"/>
                      <a:pt x="24" y="276"/>
                      <a:pt x="23" y="279"/>
                    </a:cubicBezTo>
                    <a:cubicBezTo>
                      <a:pt x="22" y="282"/>
                      <a:pt x="22" y="284"/>
                      <a:pt x="22" y="287"/>
                    </a:cubicBezTo>
                    <a:cubicBezTo>
                      <a:pt x="22" y="289"/>
                      <a:pt x="21" y="291"/>
                      <a:pt x="21" y="293"/>
                    </a:cubicBezTo>
                    <a:cubicBezTo>
                      <a:pt x="22" y="297"/>
                      <a:pt x="22" y="300"/>
                      <a:pt x="22" y="303"/>
                    </a:cubicBezTo>
                    <a:cubicBezTo>
                      <a:pt x="23" y="306"/>
                      <a:pt x="24" y="309"/>
                      <a:pt x="24" y="312"/>
                    </a:cubicBezTo>
                    <a:cubicBezTo>
                      <a:pt x="25" y="314"/>
                      <a:pt x="26" y="316"/>
                      <a:pt x="27" y="318"/>
                    </a:cubicBezTo>
                    <a:cubicBezTo>
                      <a:pt x="28" y="320"/>
                      <a:pt x="28" y="322"/>
                      <a:pt x="29" y="324"/>
                    </a:cubicBezTo>
                    <a:cubicBezTo>
                      <a:pt x="31" y="325"/>
                      <a:pt x="31" y="326"/>
                      <a:pt x="32" y="328"/>
                    </a:cubicBezTo>
                    <a:cubicBezTo>
                      <a:pt x="34" y="329"/>
                      <a:pt x="34" y="330"/>
                      <a:pt x="35" y="331"/>
                    </a:cubicBezTo>
                    <a:cubicBezTo>
                      <a:pt x="36" y="332"/>
                      <a:pt x="36" y="332"/>
                      <a:pt x="38" y="333"/>
                    </a:cubicBezTo>
                    <a:cubicBezTo>
                      <a:pt x="39" y="334"/>
                      <a:pt x="39" y="334"/>
                      <a:pt x="40" y="335"/>
                    </a:cubicBezTo>
                    <a:lnTo>
                      <a:pt x="41" y="335"/>
                    </a:lnTo>
                    <a:lnTo>
                      <a:pt x="42" y="335"/>
                    </a:lnTo>
                    <a:cubicBezTo>
                      <a:pt x="43" y="335"/>
                      <a:pt x="43" y="335"/>
                      <a:pt x="43" y="335"/>
                    </a:cubicBezTo>
                    <a:cubicBezTo>
                      <a:pt x="45" y="335"/>
                      <a:pt x="46" y="334"/>
                      <a:pt x="48" y="334"/>
                    </a:cubicBezTo>
                    <a:cubicBezTo>
                      <a:pt x="49" y="333"/>
                      <a:pt x="49" y="333"/>
                      <a:pt x="50" y="333"/>
                    </a:cubicBezTo>
                    <a:cubicBezTo>
                      <a:pt x="52" y="332"/>
                      <a:pt x="52" y="332"/>
                      <a:pt x="53" y="331"/>
                    </a:cubicBezTo>
                    <a:cubicBezTo>
                      <a:pt x="54" y="331"/>
                      <a:pt x="55" y="331"/>
                      <a:pt x="55" y="331"/>
                    </a:cubicBezTo>
                    <a:cubicBezTo>
                      <a:pt x="56" y="330"/>
                      <a:pt x="56" y="329"/>
                      <a:pt x="56" y="329"/>
                    </a:cubicBezTo>
                    <a:cubicBezTo>
                      <a:pt x="59" y="327"/>
                      <a:pt x="60" y="325"/>
                      <a:pt x="62" y="322"/>
                    </a:cubicBezTo>
                    <a:lnTo>
                      <a:pt x="62" y="323"/>
                    </a:lnTo>
                    <a:cubicBezTo>
                      <a:pt x="62" y="322"/>
                      <a:pt x="62" y="322"/>
                      <a:pt x="62" y="322"/>
                    </a:cubicBezTo>
                    <a:lnTo>
                      <a:pt x="63" y="322"/>
                    </a:lnTo>
                    <a:lnTo>
                      <a:pt x="62" y="322"/>
                    </a:lnTo>
                    <a:cubicBezTo>
                      <a:pt x="66" y="318"/>
                      <a:pt x="68" y="313"/>
                      <a:pt x="71" y="308"/>
                    </a:cubicBezTo>
                    <a:cubicBezTo>
                      <a:pt x="75" y="301"/>
                      <a:pt x="78" y="294"/>
                      <a:pt x="81" y="287"/>
                    </a:cubicBezTo>
                    <a:lnTo>
                      <a:pt x="81" y="288"/>
                    </a:lnTo>
                    <a:cubicBezTo>
                      <a:pt x="83" y="283"/>
                      <a:pt x="85" y="277"/>
                      <a:pt x="87" y="273"/>
                    </a:cubicBezTo>
                    <a:cubicBezTo>
                      <a:pt x="89" y="268"/>
                      <a:pt x="91" y="262"/>
                      <a:pt x="92" y="257"/>
                    </a:cubicBezTo>
                    <a:cubicBezTo>
                      <a:pt x="96" y="246"/>
                      <a:pt x="99" y="235"/>
                      <a:pt x="102" y="224"/>
                    </a:cubicBezTo>
                    <a:cubicBezTo>
                      <a:pt x="109" y="202"/>
                      <a:pt x="116" y="180"/>
                      <a:pt x="123" y="158"/>
                    </a:cubicBezTo>
                    <a:cubicBezTo>
                      <a:pt x="129" y="137"/>
                      <a:pt x="136" y="116"/>
                      <a:pt x="143" y="95"/>
                    </a:cubicBezTo>
                    <a:cubicBezTo>
                      <a:pt x="144" y="92"/>
                      <a:pt x="145" y="89"/>
                      <a:pt x="146" y="86"/>
                    </a:cubicBezTo>
                    <a:cubicBezTo>
                      <a:pt x="145" y="88"/>
                      <a:pt x="143" y="90"/>
                      <a:pt x="141" y="92"/>
                    </a:cubicBezTo>
                    <a:cubicBezTo>
                      <a:pt x="139" y="94"/>
                      <a:pt x="137" y="96"/>
                      <a:pt x="135" y="99"/>
                    </a:cubicBezTo>
                    <a:cubicBezTo>
                      <a:pt x="130" y="104"/>
                      <a:pt x="125" y="109"/>
                      <a:pt x="120" y="113"/>
                    </a:cubicBezTo>
                    <a:cubicBezTo>
                      <a:pt x="115" y="119"/>
                      <a:pt x="109" y="124"/>
                      <a:pt x="102" y="129"/>
                    </a:cubicBezTo>
                    <a:cubicBezTo>
                      <a:pt x="92" y="137"/>
                      <a:pt x="78" y="145"/>
                      <a:pt x="65" y="142"/>
                    </a:cubicBezTo>
                    <a:cubicBezTo>
                      <a:pt x="59" y="141"/>
                      <a:pt x="54" y="136"/>
                      <a:pt x="50" y="131"/>
                    </a:cubicBezTo>
                    <a:cubicBezTo>
                      <a:pt x="46" y="125"/>
                      <a:pt x="46" y="118"/>
                      <a:pt x="46" y="111"/>
                    </a:cubicBezTo>
                    <a:cubicBezTo>
                      <a:pt x="47" y="94"/>
                      <a:pt x="50" y="77"/>
                      <a:pt x="54" y="59"/>
                    </a:cubicBezTo>
                    <a:cubicBezTo>
                      <a:pt x="55" y="50"/>
                      <a:pt x="57" y="42"/>
                      <a:pt x="60" y="33"/>
                    </a:cubicBezTo>
                    <a:cubicBezTo>
                      <a:pt x="62" y="26"/>
                      <a:pt x="64" y="18"/>
                      <a:pt x="66" y="11"/>
                    </a:cubicBezTo>
                    <a:cubicBezTo>
                      <a:pt x="66" y="10"/>
                      <a:pt x="66" y="10"/>
                      <a:pt x="67" y="9"/>
                    </a:cubicBezTo>
                    <a:cubicBezTo>
                      <a:pt x="66" y="9"/>
                      <a:pt x="66" y="10"/>
                      <a:pt x="66" y="10"/>
                    </a:cubicBezTo>
                    <a:cubicBezTo>
                      <a:pt x="67" y="9"/>
                      <a:pt x="67" y="9"/>
                      <a:pt x="67" y="9"/>
                    </a:cubicBezTo>
                    <a:cubicBezTo>
                      <a:pt x="68" y="3"/>
                      <a:pt x="74" y="0"/>
                      <a:pt x="81" y="1"/>
                    </a:cubicBezTo>
                    <a:cubicBezTo>
                      <a:pt x="86" y="3"/>
                      <a:pt x="90" y="10"/>
                      <a:pt x="88" y="15"/>
                    </a:cubicBezTo>
                    <a:cubicBezTo>
                      <a:pt x="88" y="16"/>
                      <a:pt x="88" y="16"/>
                      <a:pt x="88" y="17"/>
                    </a:cubicBezTo>
                    <a:cubicBezTo>
                      <a:pt x="88" y="16"/>
                      <a:pt x="88" y="16"/>
                      <a:pt x="88" y="16"/>
                    </a:cubicBezTo>
                    <a:cubicBezTo>
                      <a:pt x="87" y="17"/>
                      <a:pt x="87" y="17"/>
                      <a:pt x="87" y="17"/>
                    </a:cubicBezTo>
                    <a:cubicBezTo>
                      <a:pt x="84" y="28"/>
                      <a:pt x="80" y="37"/>
                      <a:pt x="78" y="48"/>
                    </a:cubicBezTo>
                    <a:cubicBezTo>
                      <a:pt x="78" y="47"/>
                      <a:pt x="78" y="47"/>
                      <a:pt x="78" y="47"/>
                    </a:cubicBezTo>
                    <a:lnTo>
                      <a:pt x="78" y="48"/>
                    </a:lnTo>
                    <a:cubicBezTo>
                      <a:pt x="77" y="48"/>
                      <a:pt x="77" y="48"/>
                      <a:pt x="77" y="48"/>
                    </a:cubicBezTo>
                    <a:lnTo>
                      <a:pt x="78" y="48"/>
                    </a:lnTo>
                    <a:cubicBezTo>
                      <a:pt x="77" y="53"/>
                      <a:pt x="75" y="57"/>
                      <a:pt x="74" y="61"/>
                    </a:cubicBezTo>
                    <a:cubicBezTo>
                      <a:pt x="73" y="66"/>
                      <a:pt x="73" y="71"/>
                      <a:pt x="71" y="75"/>
                    </a:cubicBezTo>
                    <a:cubicBezTo>
                      <a:pt x="70" y="83"/>
                      <a:pt x="69" y="91"/>
                      <a:pt x="68" y="100"/>
                    </a:cubicBezTo>
                    <a:cubicBezTo>
                      <a:pt x="68" y="104"/>
                      <a:pt x="67" y="109"/>
                      <a:pt x="67" y="114"/>
                    </a:cubicBezTo>
                    <a:cubicBezTo>
                      <a:pt x="67" y="116"/>
                      <a:pt x="68" y="117"/>
                      <a:pt x="68" y="118"/>
                    </a:cubicBezTo>
                    <a:lnTo>
                      <a:pt x="68" y="119"/>
                    </a:lnTo>
                    <a:lnTo>
                      <a:pt x="68" y="120"/>
                    </a:lnTo>
                    <a:lnTo>
                      <a:pt x="69" y="120"/>
                    </a:lnTo>
                    <a:cubicBezTo>
                      <a:pt x="69" y="120"/>
                      <a:pt x="69" y="121"/>
                      <a:pt x="70" y="121"/>
                    </a:cubicBezTo>
                    <a:lnTo>
                      <a:pt x="71" y="121"/>
                    </a:lnTo>
                    <a:cubicBezTo>
                      <a:pt x="72" y="121"/>
                      <a:pt x="73" y="121"/>
                      <a:pt x="74" y="120"/>
                    </a:cubicBezTo>
                    <a:cubicBezTo>
                      <a:pt x="75" y="120"/>
                      <a:pt x="77" y="120"/>
                      <a:pt x="78" y="119"/>
                    </a:cubicBezTo>
                    <a:cubicBezTo>
                      <a:pt x="80" y="118"/>
                      <a:pt x="82" y="117"/>
                      <a:pt x="83" y="116"/>
                    </a:cubicBezTo>
                    <a:cubicBezTo>
                      <a:pt x="88" y="114"/>
                      <a:pt x="92" y="111"/>
                      <a:pt x="95" y="108"/>
                    </a:cubicBezTo>
                    <a:cubicBezTo>
                      <a:pt x="104" y="101"/>
                      <a:pt x="112" y="93"/>
                      <a:pt x="120" y="85"/>
                    </a:cubicBezTo>
                    <a:cubicBezTo>
                      <a:pt x="120" y="85"/>
                      <a:pt x="120" y="86"/>
                      <a:pt x="119" y="86"/>
                    </a:cubicBezTo>
                    <a:cubicBezTo>
                      <a:pt x="123" y="82"/>
                      <a:pt x="127" y="78"/>
                      <a:pt x="131" y="74"/>
                    </a:cubicBezTo>
                    <a:cubicBezTo>
                      <a:pt x="133" y="72"/>
                      <a:pt x="134" y="70"/>
                      <a:pt x="136" y="68"/>
                    </a:cubicBezTo>
                    <a:cubicBezTo>
                      <a:pt x="137" y="65"/>
                      <a:pt x="139" y="63"/>
                      <a:pt x="141" y="61"/>
                    </a:cubicBezTo>
                    <a:cubicBezTo>
                      <a:pt x="146" y="54"/>
                      <a:pt x="151" y="47"/>
                      <a:pt x="156" y="39"/>
                    </a:cubicBezTo>
                    <a:cubicBezTo>
                      <a:pt x="159" y="36"/>
                      <a:pt x="161" y="33"/>
                      <a:pt x="163" y="29"/>
                    </a:cubicBezTo>
                    <a:cubicBezTo>
                      <a:pt x="164" y="27"/>
                      <a:pt x="165" y="25"/>
                      <a:pt x="167" y="23"/>
                    </a:cubicBezTo>
                    <a:cubicBezTo>
                      <a:pt x="167" y="22"/>
                      <a:pt x="169" y="21"/>
                      <a:pt x="169" y="19"/>
                    </a:cubicBezTo>
                    <a:cubicBezTo>
                      <a:pt x="171" y="17"/>
                      <a:pt x="173" y="14"/>
                      <a:pt x="175" y="12"/>
                    </a:cubicBezTo>
                    <a:cubicBezTo>
                      <a:pt x="178" y="8"/>
                      <a:pt x="184" y="8"/>
                      <a:pt x="188" y="11"/>
                    </a:cubicBezTo>
                    <a:cubicBezTo>
                      <a:pt x="192" y="14"/>
                      <a:pt x="194" y="19"/>
                      <a:pt x="192" y="23"/>
                    </a:cubicBezTo>
                    <a:cubicBezTo>
                      <a:pt x="190" y="31"/>
                      <a:pt x="186" y="39"/>
                      <a:pt x="183" y="47"/>
                    </a:cubicBezTo>
                    <a:cubicBezTo>
                      <a:pt x="180" y="54"/>
                      <a:pt x="176" y="63"/>
                      <a:pt x="173" y="70"/>
                    </a:cubicBezTo>
                    <a:cubicBezTo>
                      <a:pt x="173" y="70"/>
                      <a:pt x="174" y="70"/>
                      <a:pt x="174" y="69"/>
                    </a:cubicBezTo>
                    <a:cubicBezTo>
                      <a:pt x="170" y="79"/>
                      <a:pt x="166" y="89"/>
                      <a:pt x="163" y="99"/>
                    </a:cubicBezTo>
                    <a:cubicBezTo>
                      <a:pt x="159" y="109"/>
                      <a:pt x="155" y="120"/>
                      <a:pt x="151" y="131"/>
                    </a:cubicBezTo>
                    <a:cubicBezTo>
                      <a:pt x="145" y="152"/>
                      <a:pt x="137" y="173"/>
                      <a:pt x="131" y="194"/>
                    </a:cubicBezTo>
                    <a:cubicBezTo>
                      <a:pt x="124" y="217"/>
                      <a:pt x="117" y="239"/>
                      <a:pt x="110" y="262"/>
                    </a:cubicBezTo>
                    <a:cubicBezTo>
                      <a:pt x="109" y="267"/>
                      <a:pt x="108" y="272"/>
                      <a:pt x="106" y="278"/>
                    </a:cubicBezTo>
                    <a:cubicBezTo>
                      <a:pt x="104" y="283"/>
                      <a:pt x="102" y="288"/>
                      <a:pt x="100" y="293"/>
                    </a:cubicBezTo>
                    <a:cubicBezTo>
                      <a:pt x="98" y="298"/>
                      <a:pt x="96" y="304"/>
                      <a:pt x="93" y="309"/>
                    </a:cubicBezTo>
                    <a:cubicBezTo>
                      <a:pt x="91" y="315"/>
                      <a:pt x="88" y="321"/>
                      <a:pt x="84" y="326"/>
                    </a:cubicBezTo>
                    <a:cubicBezTo>
                      <a:pt x="80" y="333"/>
                      <a:pt x="76" y="339"/>
                      <a:pt x="71" y="344"/>
                    </a:cubicBezTo>
                    <a:cubicBezTo>
                      <a:pt x="64" y="351"/>
                      <a:pt x="56" y="354"/>
                      <a:pt x="47" y="356"/>
                    </a:cubicBezTo>
                    <a:cubicBezTo>
                      <a:pt x="45" y="356"/>
                      <a:pt x="43" y="356"/>
                      <a:pt x="42" y="356"/>
                    </a:cubicBezTo>
                    <a:cubicBezTo>
                      <a:pt x="39" y="356"/>
                      <a:pt x="36" y="356"/>
                      <a:pt x="32" y="3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9" name="Google Shape;4309;p50">
                <a:extLst>
                  <a:ext uri="{FF2B5EF4-FFF2-40B4-BE49-F238E27FC236}">
                    <a16:creationId xmlns:a16="http://schemas.microsoft.com/office/drawing/2014/main" id="{71C9A8A0-B4D1-8DE7-BEF3-5C63B1C483FE}"/>
                  </a:ext>
                </a:extLst>
              </p:cNvPr>
              <p:cNvSpPr/>
              <p:nvPr/>
            </p:nvSpPr>
            <p:spPr>
              <a:xfrm>
                <a:off x="-3620" y="4251238"/>
                <a:ext cx="27720" cy="9360"/>
              </a:xfrm>
              <a:custGeom>
                <a:avLst/>
                <a:gdLst/>
                <a:ahLst/>
                <a:cxnLst/>
                <a:rect l="l" t="t" r="r" b="b"/>
                <a:pathLst>
                  <a:path w="77" h="26" extrusionOk="0">
                    <a:moveTo>
                      <a:pt x="15" y="25"/>
                    </a:moveTo>
                    <a:cubicBezTo>
                      <a:pt x="13" y="25"/>
                      <a:pt x="11" y="24"/>
                      <a:pt x="10" y="24"/>
                    </a:cubicBezTo>
                    <a:cubicBezTo>
                      <a:pt x="4" y="23"/>
                      <a:pt x="0" y="18"/>
                      <a:pt x="0" y="13"/>
                    </a:cubicBezTo>
                    <a:cubicBezTo>
                      <a:pt x="0" y="7"/>
                      <a:pt x="6" y="2"/>
                      <a:pt x="11" y="2"/>
                    </a:cubicBezTo>
                    <a:cubicBezTo>
                      <a:pt x="14" y="2"/>
                      <a:pt x="16" y="2"/>
                      <a:pt x="17" y="2"/>
                    </a:cubicBezTo>
                    <a:cubicBezTo>
                      <a:pt x="32" y="2"/>
                      <a:pt x="48" y="0"/>
                      <a:pt x="63" y="0"/>
                    </a:cubicBezTo>
                    <a:cubicBezTo>
                      <a:pt x="69" y="0"/>
                      <a:pt x="74" y="3"/>
                      <a:pt x="75" y="10"/>
                    </a:cubicBezTo>
                    <a:cubicBezTo>
                      <a:pt x="76" y="15"/>
                      <a:pt x="71" y="21"/>
                      <a:pt x="65" y="21"/>
                    </a:cubicBezTo>
                    <a:cubicBezTo>
                      <a:pt x="56" y="21"/>
                      <a:pt x="46" y="22"/>
                      <a:pt x="37" y="23"/>
                    </a:cubicBezTo>
                    <a:cubicBezTo>
                      <a:pt x="32" y="23"/>
                      <a:pt x="27" y="23"/>
                      <a:pt x="23" y="24"/>
                    </a:cubicBezTo>
                    <a:cubicBezTo>
                      <a:pt x="21" y="25"/>
                      <a:pt x="19" y="25"/>
                      <a:pt x="17" y="25"/>
                    </a:cubicBezTo>
                    <a:cubicBezTo>
                      <a:pt x="16" y="25"/>
                      <a:pt x="16" y="25"/>
                      <a:pt x="15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0" name="Google Shape;4310;p50">
                <a:extLst>
                  <a:ext uri="{FF2B5EF4-FFF2-40B4-BE49-F238E27FC236}">
                    <a16:creationId xmlns:a16="http://schemas.microsoft.com/office/drawing/2014/main" id="{8F36E037-E243-F53F-9A89-FE3FBB7128F5}"/>
                  </a:ext>
                </a:extLst>
              </p:cNvPr>
              <p:cNvSpPr/>
              <p:nvPr/>
            </p:nvSpPr>
            <p:spPr>
              <a:xfrm>
                <a:off x="-17660" y="4264918"/>
                <a:ext cx="52560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146" h="40" extrusionOk="0">
                    <a:moveTo>
                      <a:pt x="9" y="39"/>
                    </a:moveTo>
                    <a:cubicBezTo>
                      <a:pt x="4" y="38"/>
                      <a:pt x="0" y="33"/>
                      <a:pt x="0" y="28"/>
                    </a:cubicBezTo>
                    <a:cubicBezTo>
                      <a:pt x="0" y="26"/>
                      <a:pt x="0" y="26"/>
                      <a:pt x="0" y="25"/>
                    </a:cubicBezTo>
                    <a:lnTo>
                      <a:pt x="0" y="26"/>
                    </a:lnTo>
                    <a:cubicBezTo>
                      <a:pt x="0" y="25"/>
                      <a:pt x="0" y="25"/>
                      <a:pt x="0" y="24"/>
                    </a:cubicBezTo>
                    <a:cubicBezTo>
                      <a:pt x="2" y="18"/>
                      <a:pt x="9" y="15"/>
                      <a:pt x="15" y="17"/>
                    </a:cubicBezTo>
                    <a:lnTo>
                      <a:pt x="16" y="17"/>
                    </a:lnTo>
                    <a:cubicBezTo>
                      <a:pt x="27" y="16"/>
                      <a:pt x="38" y="14"/>
                      <a:pt x="49" y="13"/>
                    </a:cubicBezTo>
                    <a:cubicBezTo>
                      <a:pt x="58" y="11"/>
                      <a:pt x="67" y="10"/>
                      <a:pt x="76" y="8"/>
                    </a:cubicBezTo>
                    <a:cubicBezTo>
                      <a:pt x="95" y="6"/>
                      <a:pt x="115" y="3"/>
                      <a:pt x="134" y="0"/>
                    </a:cubicBezTo>
                    <a:cubicBezTo>
                      <a:pt x="138" y="0"/>
                      <a:pt x="143" y="3"/>
                      <a:pt x="144" y="8"/>
                    </a:cubicBezTo>
                    <a:cubicBezTo>
                      <a:pt x="145" y="13"/>
                      <a:pt x="142" y="18"/>
                      <a:pt x="137" y="19"/>
                    </a:cubicBezTo>
                    <a:cubicBezTo>
                      <a:pt x="116" y="22"/>
                      <a:pt x="97" y="26"/>
                      <a:pt x="77" y="29"/>
                    </a:cubicBezTo>
                    <a:cubicBezTo>
                      <a:pt x="69" y="31"/>
                      <a:pt x="60" y="32"/>
                      <a:pt x="52" y="33"/>
                    </a:cubicBezTo>
                    <a:cubicBezTo>
                      <a:pt x="47" y="34"/>
                      <a:pt x="41" y="35"/>
                      <a:pt x="36" y="36"/>
                    </a:cubicBezTo>
                    <a:cubicBezTo>
                      <a:pt x="33" y="36"/>
                      <a:pt x="30" y="37"/>
                      <a:pt x="28" y="38"/>
                    </a:cubicBezTo>
                    <a:cubicBezTo>
                      <a:pt x="25" y="38"/>
                      <a:pt x="22" y="39"/>
                      <a:pt x="19" y="39"/>
                    </a:cubicBezTo>
                    <a:cubicBezTo>
                      <a:pt x="17" y="39"/>
                      <a:pt x="15" y="39"/>
                      <a:pt x="13" y="39"/>
                    </a:cubicBezTo>
                    <a:cubicBezTo>
                      <a:pt x="11" y="39"/>
                      <a:pt x="10" y="39"/>
                      <a:pt x="9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1" name="Google Shape;4311;p50">
                <a:extLst>
                  <a:ext uri="{FF2B5EF4-FFF2-40B4-BE49-F238E27FC236}">
                    <a16:creationId xmlns:a16="http://schemas.microsoft.com/office/drawing/2014/main" id="{4853482E-83EC-7E07-A9C4-0BA63C35B8B6}"/>
                  </a:ext>
                </a:extLst>
              </p:cNvPr>
              <p:cNvSpPr/>
              <p:nvPr/>
            </p:nvSpPr>
            <p:spPr>
              <a:xfrm>
                <a:off x="38860" y="4218118"/>
                <a:ext cx="57600" cy="87480"/>
              </a:xfrm>
              <a:custGeom>
                <a:avLst/>
                <a:gdLst/>
                <a:ahLst/>
                <a:cxnLst/>
                <a:rect l="l" t="t" r="r" b="b"/>
                <a:pathLst>
                  <a:path w="160" h="243" extrusionOk="0">
                    <a:moveTo>
                      <a:pt x="25" y="211"/>
                    </a:moveTo>
                    <a:cubicBezTo>
                      <a:pt x="30" y="207"/>
                      <a:pt x="35" y="203"/>
                      <a:pt x="39" y="198"/>
                    </a:cubicBezTo>
                    <a:lnTo>
                      <a:pt x="38" y="198"/>
                    </a:lnTo>
                    <a:cubicBezTo>
                      <a:pt x="47" y="189"/>
                      <a:pt x="56" y="179"/>
                      <a:pt x="64" y="169"/>
                    </a:cubicBezTo>
                    <a:cubicBezTo>
                      <a:pt x="66" y="168"/>
                      <a:pt x="66" y="167"/>
                      <a:pt x="67" y="166"/>
                    </a:cubicBezTo>
                    <a:lnTo>
                      <a:pt x="66" y="166"/>
                    </a:lnTo>
                    <a:cubicBezTo>
                      <a:pt x="65" y="166"/>
                      <a:pt x="64" y="166"/>
                      <a:pt x="64" y="165"/>
                    </a:cubicBezTo>
                    <a:cubicBezTo>
                      <a:pt x="63" y="165"/>
                      <a:pt x="63" y="165"/>
                      <a:pt x="63" y="165"/>
                    </a:cubicBezTo>
                    <a:cubicBezTo>
                      <a:pt x="61" y="165"/>
                      <a:pt x="61" y="165"/>
                      <a:pt x="60" y="166"/>
                    </a:cubicBezTo>
                    <a:cubicBezTo>
                      <a:pt x="60" y="166"/>
                      <a:pt x="59" y="166"/>
                      <a:pt x="58" y="166"/>
                    </a:cubicBezTo>
                    <a:lnTo>
                      <a:pt x="59" y="166"/>
                    </a:lnTo>
                    <a:lnTo>
                      <a:pt x="58" y="166"/>
                    </a:lnTo>
                    <a:lnTo>
                      <a:pt x="57" y="166"/>
                    </a:lnTo>
                    <a:lnTo>
                      <a:pt x="58" y="166"/>
                    </a:lnTo>
                    <a:cubicBezTo>
                      <a:pt x="57" y="166"/>
                      <a:pt x="56" y="167"/>
                      <a:pt x="56" y="168"/>
                    </a:cubicBezTo>
                    <a:cubicBezTo>
                      <a:pt x="54" y="168"/>
                      <a:pt x="53" y="169"/>
                      <a:pt x="53" y="169"/>
                    </a:cubicBezTo>
                    <a:cubicBezTo>
                      <a:pt x="52" y="170"/>
                      <a:pt x="50" y="171"/>
                      <a:pt x="49" y="172"/>
                    </a:cubicBezTo>
                    <a:cubicBezTo>
                      <a:pt x="47" y="175"/>
                      <a:pt x="45" y="177"/>
                      <a:pt x="43" y="180"/>
                    </a:cubicBezTo>
                    <a:cubicBezTo>
                      <a:pt x="43" y="180"/>
                      <a:pt x="42" y="180"/>
                      <a:pt x="42" y="181"/>
                    </a:cubicBezTo>
                    <a:lnTo>
                      <a:pt x="43" y="180"/>
                    </a:lnTo>
                    <a:cubicBezTo>
                      <a:pt x="39" y="186"/>
                      <a:pt x="35" y="191"/>
                      <a:pt x="32" y="197"/>
                    </a:cubicBezTo>
                    <a:cubicBezTo>
                      <a:pt x="30" y="200"/>
                      <a:pt x="28" y="204"/>
                      <a:pt x="27" y="208"/>
                    </a:cubicBezTo>
                    <a:cubicBezTo>
                      <a:pt x="26" y="210"/>
                      <a:pt x="26" y="211"/>
                      <a:pt x="25" y="211"/>
                    </a:cubicBezTo>
                    <a:moveTo>
                      <a:pt x="11" y="241"/>
                    </a:moveTo>
                    <a:cubicBezTo>
                      <a:pt x="9" y="240"/>
                      <a:pt x="8" y="239"/>
                      <a:pt x="6" y="238"/>
                    </a:cubicBezTo>
                    <a:cubicBezTo>
                      <a:pt x="3" y="235"/>
                      <a:pt x="1" y="231"/>
                      <a:pt x="1" y="227"/>
                    </a:cubicBezTo>
                    <a:cubicBezTo>
                      <a:pt x="0" y="223"/>
                      <a:pt x="1" y="218"/>
                      <a:pt x="3" y="214"/>
                    </a:cubicBezTo>
                    <a:cubicBezTo>
                      <a:pt x="4" y="208"/>
                      <a:pt x="6" y="204"/>
                      <a:pt x="8" y="198"/>
                    </a:cubicBezTo>
                    <a:cubicBezTo>
                      <a:pt x="11" y="189"/>
                      <a:pt x="17" y="180"/>
                      <a:pt x="22" y="173"/>
                    </a:cubicBezTo>
                    <a:cubicBezTo>
                      <a:pt x="28" y="165"/>
                      <a:pt x="33" y="157"/>
                      <a:pt x="41" y="151"/>
                    </a:cubicBezTo>
                    <a:cubicBezTo>
                      <a:pt x="49" y="146"/>
                      <a:pt x="58" y="143"/>
                      <a:pt x="67" y="144"/>
                    </a:cubicBezTo>
                    <a:cubicBezTo>
                      <a:pt x="72" y="145"/>
                      <a:pt x="77" y="147"/>
                      <a:pt x="81" y="149"/>
                    </a:cubicBezTo>
                    <a:cubicBezTo>
                      <a:pt x="84" y="144"/>
                      <a:pt x="88" y="140"/>
                      <a:pt x="91" y="136"/>
                    </a:cubicBezTo>
                    <a:lnTo>
                      <a:pt x="90" y="137"/>
                    </a:lnTo>
                    <a:cubicBezTo>
                      <a:pt x="94" y="131"/>
                      <a:pt x="98" y="126"/>
                      <a:pt x="101" y="120"/>
                    </a:cubicBezTo>
                    <a:cubicBezTo>
                      <a:pt x="107" y="112"/>
                      <a:pt x="113" y="103"/>
                      <a:pt x="118" y="94"/>
                    </a:cubicBezTo>
                    <a:cubicBezTo>
                      <a:pt x="122" y="86"/>
                      <a:pt x="126" y="78"/>
                      <a:pt x="129" y="70"/>
                    </a:cubicBezTo>
                    <a:lnTo>
                      <a:pt x="129" y="71"/>
                    </a:lnTo>
                    <a:cubicBezTo>
                      <a:pt x="131" y="64"/>
                      <a:pt x="134" y="57"/>
                      <a:pt x="135" y="50"/>
                    </a:cubicBezTo>
                    <a:cubicBezTo>
                      <a:pt x="135" y="49"/>
                      <a:pt x="135" y="49"/>
                      <a:pt x="136" y="49"/>
                    </a:cubicBezTo>
                    <a:cubicBezTo>
                      <a:pt x="135" y="49"/>
                      <a:pt x="135" y="49"/>
                      <a:pt x="135" y="49"/>
                    </a:cubicBezTo>
                    <a:cubicBezTo>
                      <a:pt x="137" y="46"/>
                      <a:pt x="137" y="42"/>
                      <a:pt x="138" y="38"/>
                    </a:cubicBezTo>
                    <a:cubicBezTo>
                      <a:pt x="138" y="34"/>
                      <a:pt x="138" y="31"/>
                      <a:pt x="138" y="27"/>
                    </a:cubicBezTo>
                    <a:cubicBezTo>
                      <a:pt x="138" y="27"/>
                      <a:pt x="138" y="26"/>
                      <a:pt x="138" y="25"/>
                    </a:cubicBezTo>
                    <a:lnTo>
                      <a:pt x="138" y="24"/>
                    </a:lnTo>
                    <a:cubicBezTo>
                      <a:pt x="137" y="24"/>
                      <a:pt x="137" y="24"/>
                      <a:pt x="137" y="23"/>
                    </a:cubicBezTo>
                    <a:cubicBezTo>
                      <a:pt x="137" y="24"/>
                      <a:pt x="137" y="24"/>
                      <a:pt x="137" y="24"/>
                    </a:cubicBezTo>
                    <a:cubicBezTo>
                      <a:pt x="135" y="25"/>
                      <a:pt x="135" y="25"/>
                      <a:pt x="134" y="27"/>
                    </a:cubicBezTo>
                    <a:cubicBezTo>
                      <a:pt x="130" y="31"/>
                      <a:pt x="127" y="35"/>
                      <a:pt x="123" y="39"/>
                    </a:cubicBezTo>
                    <a:cubicBezTo>
                      <a:pt x="121" y="42"/>
                      <a:pt x="119" y="46"/>
                      <a:pt x="117" y="49"/>
                    </a:cubicBezTo>
                    <a:cubicBezTo>
                      <a:pt x="115" y="53"/>
                      <a:pt x="113" y="56"/>
                      <a:pt x="112" y="60"/>
                    </a:cubicBezTo>
                    <a:cubicBezTo>
                      <a:pt x="111" y="62"/>
                      <a:pt x="110" y="64"/>
                      <a:pt x="110" y="66"/>
                    </a:cubicBezTo>
                    <a:cubicBezTo>
                      <a:pt x="113" y="69"/>
                      <a:pt x="116" y="74"/>
                      <a:pt x="114" y="78"/>
                    </a:cubicBezTo>
                    <a:cubicBezTo>
                      <a:pt x="112" y="84"/>
                      <a:pt x="106" y="88"/>
                      <a:pt x="100" y="86"/>
                    </a:cubicBezTo>
                    <a:cubicBezTo>
                      <a:pt x="96" y="84"/>
                      <a:pt x="92" y="82"/>
                      <a:pt x="89" y="78"/>
                    </a:cubicBezTo>
                    <a:cubicBezTo>
                      <a:pt x="87" y="72"/>
                      <a:pt x="87" y="65"/>
                      <a:pt x="89" y="59"/>
                    </a:cubicBezTo>
                    <a:cubicBezTo>
                      <a:pt x="91" y="52"/>
                      <a:pt x="94" y="45"/>
                      <a:pt x="98" y="39"/>
                    </a:cubicBezTo>
                    <a:cubicBezTo>
                      <a:pt x="101" y="34"/>
                      <a:pt x="105" y="29"/>
                      <a:pt x="108" y="24"/>
                    </a:cubicBezTo>
                    <a:cubicBezTo>
                      <a:pt x="110" y="22"/>
                      <a:pt x="112" y="20"/>
                      <a:pt x="113" y="17"/>
                    </a:cubicBezTo>
                    <a:cubicBezTo>
                      <a:pt x="114" y="16"/>
                      <a:pt x="115" y="15"/>
                      <a:pt x="116" y="14"/>
                    </a:cubicBezTo>
                    <a:cubicBezTo>
                      <a:pt x="119" y="11"/>
                      <a:pt x="121" y="7"/>
                      <a:pt x="124" y="6"/>
                    </a:cubicBezTo>
                    <a:cubicBezTo>
                      <a:pt x="126" y="4"/>
                      <a:pt x="127" y="4"/>
                      <a:pt x="129" y="3"/>
                    </a:cubicBezTo>
                    <a:cubicBezTo>
                      <a:pt x="130" y="2"/>
                      <a:pt x="132" y="1"/>
                      <a:pt x="134" y="1"/>
                    </a:cubicBezTo>
                    <a:cubicBezTo>
                      <a:pt x="136" y="0"/>
                      <a:pt x="140" y="1"/>
                      <a:pt x="142" y="1"/>
                    </a:cubicBezTo>
                    <a:cubicBezTo>
                      <a:pt x="148" y="3"/>
                      <a:pt x="154" y="7"/>
                      <a:pt x="156" y="13"/>
                    </a:cubicBezTo>
                    <a:cubicBezTo>
                      <a:pt x="158" y="15"/>
                      <a:pt x="158" y="18"/>
                      <a:pt x="159" y="21"/>
                    </a:cubicBezTo>
                    <a:cubicBezTo>
                      <a:pt x="159" y="25"/>
                      <a:pt x="159" y="28"/>
                      <a:pt x="159" y="31"/>
                    </a:cubicBezTo>
                    <a:cubicBezTo>
                      <a:pt x="159" y="39"/>
                      <a:pt x="158" y="47"/>
                      <a:pt x="155" y="55"/>
                    </a:cubicBezTo>
                    <a:cubicBezTo>
                      <a:pt x="152" y="70"/>
                      <a:pt x="145" y="84"/>
                      <a:pt x="138" y="98"/>
                    </a:cubicBezTo>
                    <a:cubicBezTo>
                      <a:pt x="133" y="108"/>
                      <a:pt x="127" y="118"/>
                      <a:pt x="121" y="127"/>
                    </a:cubicBezTo>
                    <a:cubicBezTo>
                      <a:pt x="116" y="133"/>
                      <a:pt x="112" y="140"/>
                      <a:pt x="107" y="145"/>
                    </a:cubicBezTo>
                    <a:cubicBezTo>
                      <a:pt x="104" y="151"/>
                      <a:pt x="100" y="156"/>
                      <a:pt x="96" y="161"/>
                    </a:cubicBezTo>
                    <a:cubicBezTo>
                      <a:pt x="99" y="165"/>
                      <a:pt x="103" y="169"/>
                      <a:pt x="106" y="173"/>
                    </a:cubicBezTo>
                    <a:cubicBezTo>
                      <a:pt x="110" y="177"/>
                      <a:pt x="110" y="184"/>
                      <a:pt x="105" y="188"/>
                    </a:cubicBezTo>
                    <a:cubicBezTo>
                      <a:pt x="101" y="191"/>
                      <a:pt x="94" y="191"/>
                      <a:pt x="90" y="187"/>
                    </a:cubicBezTo>
                    <a:cubicBezTo>
                      <a:pt x="88" y="184"/>
                      <a:pt x="85" y="181"/>
                      <a:pt x="82" y="178"/>
                    </a:cubicBezTo>
                    <a:cubicBezTo>
                      <a:pt x="80" y="181"/>
                      <a:pt x="78" y="184"/>
                      <a:pt x="75" y="187"/>
                    </a:cubicBezTo>
                    <a:cubicBezTo>
                      <a:pt x="69" y="194"/>
                      <a:pt x="63" y="201"/>
                      <a:pt x="57" y="208"/>
                    </a:cubicBezTo>
                    <a:cubicBezTo>
                      <a:pt x="51" y="215"/>
                      <a:pt x="45" y="221"/>
                      <a:pt x="39" y="228"/>
                    </a:cubicBezTo>
                    <a:cubicBezTo>
                      <a:pt x="39" y="228"/>
                      <a:pt x="39" y="227"/>
                      <a:pt x="40" y="227"/>
                    </a:cubicBezTo>
                    <a:cubicBezTo>
                      <a:pt x="39" y="228"/>
                      <a:pt x="38" y="229"/>
                      <a:pt x="37" y="229"/>
                    </a:cubicBezTo>
                    <a:cubicBezTo>
                      <a:pt x="38" y="229"/>
                      <a:pt x="38" y="229"/>
                      <a:pt x="38" y="229"/>
                    </a:cubicBezTo>
                    <a:cubicBezTo>
                      <a:pt x="38" y="229"/>
                      <a:pt x="36" y="230"/>
                      <a:pt x="36" y="231"/>
                    </a:cubicBezTo>
                    <a:lnTo>
                      <a:pt x="35" y="231"/>
                    </a:lnTo>
                    <a:cubicBezTo>
                      <a:pt x="35" y="232"/>
                      <a:pt x="35" y="232"/>
                      <a:pt x="35" y="232"/>
                    </a:cubicBezTo>
                    <a:cubicBezTo>
                      <a:pt x="30" y="237"/>
                      <a:pt x="24" y="242"/>
                      <a:pt x="17" y="242"/>
                    </a:cubicBezTo>
                    <a:lnTo>
                      <a:pt x="16" y="242"/>
                    </a:lnTo>
                    <a:cubicBezTo>
                      <a:pt x="14" y="242"/>
                      <a:pt x="13" y="241"/>
                      <a:pt x="11" y="2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2" name="Google Shape;4312;p50">
                <a:extLst>
                  <a:ext uri="{FF2B5EF4-FFF2-40B4-BE49-F238E27FC236}">
                    <a16:creationId xmlns:a16="http://schemas.microsoft.com/office/drawing/2014/main" id="{2DC253FD-E6FF-2184-D85C-ECC5EF6B4908}"/>
                  </a:ext>
                </a:extLst>
              </p:cNvPr>
              <p:cNvSpPr/>
              <p:nvPr/>
            </p:nvSpPr>
            <p:spPr>
              <a:xfrm>
                <a:off x="116980" y="4236838"/>
                <a:ext cx="74160" cy="50040"/>
              </a:xfrm>
              <a:custGeom>
                <a:avLst/>
                <a:gdLst/>
                <a:ahLst/>
                <a:cxnLst/>
                <a:rect l="l" t="t" r="r" b="b"/>
                <a:pathLst>
                  <a:path w="206" h="139" extrusionOk="0">
                    <a:moveTo>
                      <a:pt x="30" y="137"/>
                    </a:moveTo>
                    <a:cubicBezTo>
                      <a:pt x="23" y="137"/>
                      <a:pt x="15" y="135"/>
                      <a:pt x="10" y="131"/>
                    </a:cubicBezTo>
                    <a:cubicBezTo>
                      <a:pt x="7" y="129"/>
                      <a:pt x="5" y="127"/>
                      <a:pt x="4" y="124"/>
                    </a:cubicBezTo>
                    <a:cubicBezTo>
                      <a:pt x="3" y="121"/>
                      <a:pt x="2" y="118"/>
                      <a:pt x="1" y="115"/>
                    </a:cubicBezTo>
                    <a:cubicBezTo>
                      <a:pt x="0" y="111"/>
                      <a:pt x="0" y="108"/>
                      <a:pt x="0" y="104"/>
                    </a:cubicBezTo>
                    <a:cubicBezTo>
                      <a:pt x="0" y="100"/>
                      <a:pt x="0" y="96"/>
                      <a:pt x="0" y="91"/>
                    </a:cubicBezTo>
                    <a:cubicBezTo>
                      <a:pt x="2" y="75"/>
                      <a:pt x="8" y="60"/>
                      <a:pt x="16" y="47"/>
                    </a:cubicBezTo>
                    <a:cubicBezTo>
                      <a:pt x="20" y="40"/>
                      <a:pt x="24" y="35"/>
                      <a:pt x="28" y="29"/>
                    </a:cubicBezTo>
                    <a:cubicBezTo>
                      <a:pt x="33" y="22"/>
                      <a:pt x="39" y="17"/>
                      <a:pt x="45" y="12"/>
                    </a:cubicBezTo>
                    <a:cubicBezTo>
                      <a:pt x="49" y="9"/>
                      <a:pt x="55" y="7"/>
                      <a:pt x="60" y="5"/>
                    </a:cubicBezTo>
                    <a:cubicBezTo>
                      <a:pt x="66" y="4"/>
                      <a:pt x="72" y="5"/>
                      <a:pt x="77" y="7"/>
                    </a:cubicBezTo>
                    <a:cubicBezTo>
                      <a:pt x="83" y="8"/>
                      <a:pt x="88" y="12"/>
                      <a:pt x="92" y="18"/>
                    </a:cubicBezTo>
                    <a:cubicBezTo>
                      <a:pt x="95" y="21"/>
                      <a:pt x="97" y="26"/>
                      <a:pt x="95" y="31"/>
                    </a:cubicBezTo>
                    <a:cubicBezTo>
                      <a:pt x="95" y="32"/>
                      <a:pt x="94" y="34"/>
                      <a:pt x="93" y="35"/>
                    </a:cubicBezTo>
                    <a:cubicBezTo>
                      <a:pt x="87" y="42"/>
                      <a:pt x="76" y="39"/>
                      <a:pt x="73" y="30"/>
                    </a:cubicBezTo>
                    <a:lnTo>
                      <a:pt x="73" y="29"/>
                    </a:lnTo>
                    <a:cubicBezTo>
                      <a:pt x="73" y="29"/>
                      <a:pt x="72" y="29"/>
                      <a:pt x="72" y="28"/>
                    </a:cubicBezTo>
                    <a:cubicBezTo>
                      <a:pt x="72" y="29"/>
                      <a:pt x="72" y="29"/>
                      <a:pt x="73" y="29"/>
                    </a:cubicBezTo>
                    <a:cubicBezTo>
                      <a:pt x="72" y="28"/>
                      <a:pt x="72" y="28"/>
                      <a:pt x="71" y="28"/>
                    </a:cubicBezTo>
                    <a:cubicBezTo>
                      <a:pt x="70" y="28"/>
                      <a:pt x="69" y="27"/>
                      <a:pt x="68" y="27"/>
                    </a:cubicBezTo>
                    <a:cubicBezTo>
                      <a:pt x="67" y="27"/>
                      <a:pt x="67" y="27"/>
                      <a:pt x="66" y="26"/>
                    </a:cubicBezTo>
                    <a:cubicBezTo>
                      <a:pt x="67" y="26"/>
                      <a:pt x="67" y="26"/>
                      <a:pt x="67" y="27"/>
                    </a:cubicBezTo>
                    <a:lnTo>
                      <a:pt x="68" y="27"/>
                    </a:lnTo>
                    <a:cubicBezTo>
                      <a:pt x="67" y="27"/>
                      <a:pt x="67" y="27"/>
                      <a:pt x="67" y="26"/>
                    </a:cubicBezTo>
                    <a:lnTo>
                      <a:pt x="66" y="26"/>
                    </a:lnTo>
                    <a:cubicBezTo>
                      <a:pt x="67" y="26"/>
                      <a:pt x="67" y="26"/>
                      <a:pt x="67" y="26"/>
                    </a:cubicBezTo>
                    <a:cubicBezTo>
                      <a:pt x="66" y="26"/>
                      <a:pt x="66" y="26"/>
                      <a:pt x="66" y="26"/>
                    </a:cubicBezTo>
                    <a:cubicBezTo>
                      <a:pt x="65" y="26"/>
                      <a:pt x="64" y="27"/>
                      <a:pt x="63" y="27"/>
                    </a:cubicBezTo>
                    <a:lnTo>
                      <a:pt x="62" y="27"/>
                    </a:lnTo>
                    <a:cubicBezTo>
                      <a:pt x="63" y="27"/>
                      <a:pt x="63" y="27"/>
                      <a:pt x="63" y="27"/>
                    </a:cubicBezTo>
                    <a:cubicBezTo>
                      <a:pt x="62" y="27"/>
                      <a:pt x="62" y="28"/>
                      <a:pt x="60" y="28"/>
                    </a:cubicBezTo>
                    <a:cubicBezTo>
                      <a:pt x="60" y="28"/>
                      <a:pt x="59" y="28"/>
                      <a:pt x="59" y="29"/>
                    </a:cubicBezTo>
                    <a:cubicBezTo>
                      <a:pt x="57" y="29"/>
                      <a:pt x="56" y="30"/>
                      <a:pt x="55" y="32"/>
                    </a:cubicBezTo>
                    <a:cubicBezTo>
                      <a:pt x="53" y="33"/>
                      <a:pt x="52" y="34"/>
                      <a:pt x="51" y="36"/>
                    </a:cubicBezTo>
                    <a:cubicBezTo>
                      <a:pt x="51" y="35"/>
                      <a:pt x="51" y="35"/>
                      <a:pt x="51" y="35"/>
                    </a:cubicBezTo>
                    <a:cubicBezTo>
                      <a:pt x="51" y="35"/>
                      <a:pt x="51" y="36"/>
                      <a:pt x="50" y="36"/>
                    </a:cubicBezTo>
                    <a:cubicBezTo>
                      <a:pt x="47" y="39"/>
                      <a:pt x="45" y="42"/>
                      <a:pt x="42" y="46"/>
                    </a:cubicBezTo>
                    <a:lnTo>
                      <a:pt x="42" y="45"/>
                    </a:lnTo>
                    <a:cubicBezTo>
                      <a:pt x="38" y="50"/>
                      <a:pt x="35" y="56"/>
                      <a:pt x="32" y="61"/>
                    </a:cubicBezTo>
                    <a:cubicBezTo>
                      <a:pt x="30" y="65"/>
                      <a:pt x="28" y="69"/>
                      <a:pt x="27" y="73"/>
                    </a:cubicBezTo>
                    <a:cubicBezTo>
                      <a:pt x="25" y="77"/>
                      <a:pt x="24" y="80"/>
                      <a:pt x="23" y="84"/>
                    </a:cubicBezTo>
                    <a:cubicBezTo>
                      <a:pt x="23" y="87"/>
                      <a:pt x="22" y="91"/>
                      <a:pt x="21" y="94"/>
                    </a:cubicBezTo>
                    <a:cubicBezTo>
                      <a:pt x="21" y="96"/>
                      <a:pt x="21" y="99"/>
                      <a:pt x="21" y="101"/>
                    </a:cubicBezTo>
                    <a:cubicBezTo>
                      <a:pt x="21" y="104"/>
                      <a:pt x="21" y="107"/>
                      <a:pt x="22" y="111"/>
                    </a:cubicBezTo>
                    <a:cubicBezTo>
                      <a:pt x="23" y="112"/>
                      <a:pt x="23" y="113"/>
                      <a:pt x="23" y="113"/>
                    </a:cubicBezTo>
                    <a:cubicBezTo>
                      <a:pt x="23" y="114"/>
                      <a:pt x="23" y="114"/>
                      <a:pt x="23" y="114"/>
                    </a:cubicBezTo>
                    <a:lnTo>
                      <a:pt x="24" y="114"/>
                    </a:lnTo>
                    <a:lnTo>
                      <a:pt x="23" y="114"/>
                    </a:lnTo>
                    <a:cubicBezTo>
                      <a:pt x="24" y="114"/>
                      <a:pt x="24" y="114"/>
                      <a:pt x="24" y="114"/>
                    </a:cubicBezTo>
                    <a:lnTo>
                      <a:pt x="24" y="115"/>
                    </a:lnTo>
                    <a:cubicBezTo>
                      <a:pt x="25" y="115"/>
                      <a:pt x="25" y="115"/>
                      <a:pt x="26" y="115"/>
                    </a:cubicBezTo>
                    <a:cubicBezTo>
                      <a:pt x="26" y="115"/>
                      <a:pt x="26" y="116"/>
                      <a:pt x="27" y="116"/>
                    </a:cubicBezTo>
                    <a:lnTo>
                      <a:pt x="28" y="116"/>
                    </a:lnTo>
                    <a:cubicBezTo>
                      <a:pt x="30" y="116"/>
                      <a:pt x="31" y="116"/>
                      <a:pt x="33" y="116"/>
                    </a:cubicBezTo>
                    <a:cubicBezTo>
                      <a:pt x="32" y="116"/>
                      <a:pt x="31" y="116"/>
                      <a:pt x="31" y="116"/>
                    </a:cubicBezTo>
                    <a:cubicBezTo>
                      <a:pt x="32" y="116"/>
                      <a:pt x="34" y="116"/>
                      <a:pt x="35" y="116"/>
                    </a:cubicBezTo>
                    <a:cubicBezTo>
                      <a:pt x="36" y="115"/>
                      <a:pt x="37" y="115"/>
                      <a:pt x="38" y="114"/>
                    </a:cubicBezTo>
                    <a:cubicBezTo>
                      <a:pt x="41" y="114"/>
                      <a:pt x="44" y="113"/>
                      <a:pt x="46" y="112"/>
                    </a:cubicBezTo>
                    <a:cubicBezTo>
                      <a:pt x="51" y="110"/>
                      <a:pt x="56" y="107"/>
                      <a:pt x="61" y="104"/>
                    </a:cubicBezTo>
                    <a:cubicBezTo>
                      <a:pt x="68" y="100"/>
                      <a:pt x="74" y="95"/>
                      <a:pt x="81" y="91"/>
                    </a:cubicBezTo>
                    <a:cubicBezTo>
                      <a:pt x="84" y="88"/>
                      <a:pt x="87" y="85"/>
                      <a:pt x="90" y="82"/>
                    </a:cubicBezTo>
                    <a:cubicBezTo>
                      <a:pt x="91" y="81"/>
                      <a:pt x="91" y="80"/>
                      <a:pt x="92" y="79"/>
                    </a:cubicBezTo>
                    <a:cubicBezTo>
                      <a:pt x="94" y="74"/>
                      <a:pt x="97" y="70"/>
                      <a:pt x="102" y="68"/>
                    </a:cubicBezTo>
                    <a:cubicBezTo>
                      <a:pt x="107" y="66"/>
                      <a:pt x="112" y="68"/>
                      <a:pt x="115" y="72"/>
                    </a:cubicBezTo>
                    <a:cubicBezTo>
                      <a:pt x="121" y="80"/>
                      <a:pt x="114" y="89"/>
                      <a:pt x="108" y="95"/>
                    </a:cubicBezTo>
                    <a:lnTo>
                      <a:pt x="108" y="96"/>
                    </a:lnTo>
                    <a:cubicBezTo>
                      <a:pt x="107" y="97"/>
                      <a:pt x="107" y="99"/>
                      <a:pt x="106" y="101"/>
                    </a:cubicBezTo>
                    <a:cubicBezTo>
                      <a:pt x="106" y="102"/>
                      <a:pt x="106" y="103"/>
                      <a:pt x="105" y="104"/>
                    </a:cubicBezTo>
                    <a:cubicBezTo>
                      <a:pt x="105" y="106"/>
                      <a:pt x="105" y="107"/>
                      <a:pt x="105" y="109"/>
                    </a:cubicBezTo>
                    <a:lnTo>
                      <a:pt x="105" y="110"/>
                    </a:lnTo>
                    <a:lnTo>
                      <a:pt x="105" y="109"/>
                    </a:lnTo>
                    <a:cubicBezTo>
                      <a:pt x="105" y="110"/>
                      <a:pt x="106" y="111"/>
                      <a:pt x="106" y="111"/>
                    </a:cubicBezTo>
                    <a:cubicBezTo>
                      <a:pt x="107" y="112"/>
                      <a:pt x="107" y="113"/>
                      <a:pt x="107" y="113"/>
                    </a:cubicBezTo>
                    <a:cubicBezTo>
                      <a:pt x="107" y="114"/>
                      <a:pt x="108" y="114"/>
                      <a:pt x="108" y="114"/>
                    </a:cubicBezTo>
                    <a:lnTo>
                      <a:pt x="108" y="115"/>
                    </a:lnTo>
                    <a:cubicBezTo>
                      <a:pt x="109" y="115"/>
                      <a:pt x="110" y="115"/>
                      <a:pt x="111" y="115"/>
                    </a:cubicBezTo>
                    <a:lnTo>
                      <a:pt x="110" y="115"/>
                    </a:lnTo>
                    <a:cubicBezTo>
                      <a:pt x="111" y="115"/>
                      <a:pt x="111" y="115"/>
                      <a:pt x="112" y="115"/>
                    </a:cubicBezTo>
                    <a:cubicBezTo>
                      <a:pt x="113" y="114"/>
                      <a:pt x="114" y="114"/>
                      <a:pt x="115" y="114"/>
                    </a:cubicBezTo>
                    <a:cubicBezTo>
                      <a:pt x="116" y="114"/>
                      <a:pt x="116" y="113"/>
                      <a:pt x="118" y="113"/>
                    </a:cubicBezTo>
                    <a:cubicBezTo>
                      <a:pt x="119" y="112"/>
                      <a:pt x="121" y="111"/>
                      <a:pt x="123" y="110"/>
                    </a:cubicBezTo>
                    <a:cubicBezTo>
                      <a:pt x="126" y="108"/>
                      <a:pt x="129" y="106"/>
                      <a:pt x="132" y="104"/>
                    </a:cubicBezTo>
                    <a:cubicBezTo>
                      <a:pt x="136" y="100"/>
                      <a:pt x="141" y="96"/>
                      <a:pt x="145" y="92"/>
                    </a:cubicBezTo>
                    <a:cubicBezTo>
                      <a:pt x="152" y="85"/>
                      <a:pt x="159" y="77"/>
                      <a:pt x="165" y="69"/>
                    </a:cubicBezTo>
                    <a:cubicBezTo>
                      <a:pt x="167" y="66"/>
                      <a:pt x="169" y="63"/>
                      <a:pt x="171" y="60"/>
                    </a:cubicBezTo>
                    <a:cubicBezTo>
                      <a:pt x="174" y="57"/>
                      <a:pt x="176" y="53"/>
                      <a:pt x="178" y="49"/>
                    </a:cubicBezTo>
                    <a:cubicBezTo>
                      <a:pt x="179" y="47"/>
                      <a:pt x="181" y="44"/>
                      <a:pt x="182" y="42"/>
                    </a:cubicBezTo>
                    <a:cubicBezTo>
                      <a:pt x="182" y="41"/>
                      <a:pt x="182" y="41"/>
                      <a:pt x="182" y="40"/>
                    </a:cubicBezTo>
                    <a:lnTo>
                      <a:pt x="182" y="41"/>
                    </a:lnTo>
                    <a:cubicBezTo>
                      <a:pt x="182" y="40"/>
                      <a:pt x="182" y="40"/>
                      <a:pt x="182" y="39"/>
                    </a:cubicBezTo>
                    <a:lnTo>
                      <a:pt x="182" y="38"/>
                    </a:lnTo>
                    <a:cubicBezTo>
                      <a:pt x="182" y="37"/>
                      <a:pt x="182" y="37"/>
                      <a:pt x="182" y="37"/>
                    </a:cubicBezTo>
                    <a:cubicBezTo>
                      <a:pt x="182" y="36"/>
                      <a:pt x="182" y="36"/>
                      <a:pt x="182" y="36"/>
                    </a:cubicBezTo>
                    <a:cubicBezTo>
                      <a:pt x="182" y="35"/>
                      <a:pt x="182" y="35"/>
                      <a:pt x="182" y="35"/>
                    </a:cubicBezTo>
                    <a:cubicBezTo>
                      <a:pt x="182" y="35"/>
                      <a:pt x="181" y="34"/>
                      <a:pt x="181" y="33"/>
                    </a:cubicBezTo>
                    <a:cubicBezTo>
                      <a:pt x="179" y="32"/>
                      <a:pt x="178" y="30"/>
                      <a:pt x="177" y="29"/>
                    </a:cubicBezTo>
                    <a:cubicBezTo>
                      <a:pt x="176" y="28"/>
                      <a:pt x="175" y="27"/>
                      <a:pt x="174" y="26"/>
                    </a:cubicBezTo>
                    <a:cubicBezTo>
                      <a:pt x="173" y="26"/>
                      <a:pt x="172" y="25"/>
                      <a:pt x="171" y="25"/>
                    </a:cubicBezTo>
                    <a:cubicBezTo>
                      <a:pt x="170" y="24"/>
                      <a:pt x="169" y="24"/>
                      <a:pt x="169" y="23"/>
                    </a:cubicBezTo>
                    <a:cubicBezTo>
                      <a:pt x="168" y="23"/>
                      <a:pt x="168" y="23"/>
                      <a:pt x="167" y="23"/>
                    </a:cubicBezTo>
                    <a:cubicBezTo>
                      <a:pt x="166" y="23"/>
                      <a:pt x="164" y="22"/>
                      <a:pt x="163" y="22"/>
                    </a:cubicBezTo>
                    <a:cubicBezTo>
                      <a:pt x="162" y="22"/>
                      <a:pt x="161" y="22"/>
                      <a:pt x="160" y="22"/>
                    </a:cubicBezTo>
                    <a:cubicBezTo>
                      <a:pt x="159" y="22"/>
                      <a:pt x="158" y="22"/>
                      <a:pt x="157" y="22"/>
                    </a:cubicBezTo>
                    <a:cubicBezTo>
                      <a:pt x="154" y="23"/>
                      <a:pt x="151" y="23"/>
                      <a:pt x="148" y="24"/>
                    </a:cubicBezTo>
                    <a:cubicBezTo>
                      <a:pt x="146" y="25"/>
                      <a:pt x="144" y="26"/>
                      <a:pt x="141" y="27"/>
                    </a:cubicBezTo>
                    <a:cubicBezTo>
                      <a:pt x="142" y="27"/>
                      <a:pt x="142" y="27"/>
                      <a:pt x="142" y="26"/>
                    </a:cubicBezTo>
                    <a:cubicBezTo>
                      <a:pt x="140" y="28"/>
                      <a:pt x="139" y="28"/>
                      <a:pt x="137" y="29"/>
                    </a:cubicBezTo>
                    <a:cubicBezTo>
                      <a:pt x="136" y="30"/>
                      <a:pt x="134" y="31"/>
                      <a:pt x="133" y="32"/>
                    </a:cubicBezTo>
                    <a:cubicBezTo>
                      <a:pt x="132" y="33"/>
                      <a:pt x="130" y="35"/>
                      <a:pt x="128" y="37"/>
                    </a:cubicBezTo>
                    <a:cubicBezTo>
                      <a:pt x="126" y="39"/>
                      <a:pt x="123" y="42"/>
                      <a:pt x="121" y="45"/>
                    </a:cubicBezTo>
                    <a:cubicBezTo>
                      <a:pt x="118" y="50"/>
                      <a:pt x="114" y="56"/>
                      <a:pt x="111" y="61"/>
                    </a:cubicBezTo>
                    <a:cubicBezTo>
                      <a:pt x="108" y="66"/>
                      <a:pt x="101" y="67"/>
                      <a:pt x="96" y="64"/>
                    </a:cubicBezTo>
                    <a:cubicBezTo>
                      <a:pt x="91" y="61"/>
                      <a:pt x="90" y="55"/>
                      <a:pt x="93" y="50"/>
                    </a:cubicBezTo>
                    <a:cubicBezTo>
                      <a:pt x="99" y="40"/>
                      <a:pt x="106" y="29"/>
                      <a:pt x="114" y="21"/>
                    </a:cubicBezTo>
                    <a:cubicBezTo>
                      <a:pt x="119" y="15"/>
                      <a:pt x="125" y="11"/>
                      <a:pt x="132" y="8"/>
                    </a:cubicBezTo>
                    <a:cubicBezTo>
                      <a:pt x="139" y="4"/>
                      <a:pt x="147" y="2"/>
                      <a:pt x="155" y="1"/>
                    </a:cubicBezTo>
                    <a:cubicBezTo>
                      <a:pt x="162" y="0"/>
                      <a:pt x="171" y="1"/>
                      <a:pt x="177" y="4"/>
                    </a:cubicBezTo>
                    <a:cubicBezTo>
                      <a:pt x="185" y="7"/>
                      <a:pt x="190" y="11"/>
                      <a:pt x="196" y="17"/>
                    </a:cubicBezTo>
                    <a:cubicBezTo>
                      <a:pt x="200" y="22"/>
                      <a:pt x="203" y="28"/>
                      <a:pt x="204" y="35"/>
                    </a:cubicBezTo>
                    <a:cubicBezTo>
                      <a:pt x="205" y="42"/>
                      <a:pt x="203" y="49"/>
                      <a:pt x="199" y="55"/>
                    </a:cubicBezTo>
                    <a:cubicBezTo>
                      <a:pt x="197" y="59"/>
                      <a:pt x="194" y="63"/>
                      <a:pt x="192" y="67"/>
                    </a:cubicBezTo>
                    <a:cubicBezTo>
                      <a:pt x="189" y="72"/>
                      <a:pt x="185" y="78"/>
                      <a:pt x="181" y="82"/>
                    </a:cubicBezTo>
                    <a:cubicBezTo>
                      <a:pt x="172" y="93"/>
                      <a:pt x="163" y="104"/>
                      <a:pt x="153" y="113"/>
                    </a:cubicBezTo>
                    <a:cubicBezTo>
                      <a:pt x="143" y="123"/>
                      <a:pt x="133" y="131"/>
                      <a:pt x="120" y="135"/>
                    </a:cubicBezTo>
                    <a:cubicBezTo>
                      <a:pt x="115" y="137"/>
                      <a:pt x="108" y="138"/>
                      <a:pt x="102" y="136"/>
                    </a:cubicBezTo>
                    <a:cubicBezTo>
                      <a:pt x="96" y="134"/>
                      <a:pt x="91" y="130"/>
                      <a:pt x="88" y="125"/>
                    </a:cubicBezTo>
                    <a:cubicBezTo>
                      <a:pt x="86" y="121"/>
                      <a:pt x="84" y="118"/>
                      <a:pt x="84" y="114"/>
                    </a:cubicBezTo>
                    <a:cubicBezTo>
                      <a:pt x="83" y="115"/>
                      <a:pt x="83" y="116"/>
                      <a:pt x="81" y="116"/>
                    </a:cubicBezTo>
                    <a:cubicBezTo>
                      <a:pt x="72" y="122"/>
                      <a:pt x="62" y="128"/>
                      <a:pt x="51" y="133"/>
                    </a:cubicBezTo>
                    <a:cubicBezTo>
                      <a:pt x="45" y="135"/>
                      <a:pt x="37" y="138"/>
                      <a:pt x="30" y="1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3" name="Google Shape;4313;p50">
                <a:extLst>
                  <a:ext uri="{FF2B5EF4-FFF2-40B4-BE49-F238E27FC236}">
                    <a16:creationId xmlns:a16="http://schemas.microsoft.com/office/drawing/2014/main" id="{08838F63-79B4-5E85-0EC8-50C3A1F40CD2}"/>
                  </a:ext>
                </a:extLst>
              </p:cNvPr>
              <p:cNvSpPr/>
              <p:nvPr/>
            </p:nvSpPr>
            <p:spPr>
              <a:xfrm>
                <a:off x="187540" y="4232878"/>
                <a:ext cx="31320" cy="57960"/>
              </a:xfrm>
              <a:custGeom>
                <a:avLst/>
                <a:gdLst/>
                <a:ahLst/>
                <a:cxnLst/>
                <a:rect l="l" t="t" r="r" b="b"/>
                <a:pathLst>
                  <a:path w="87" h="161" extrusionOk="0">
                    <a:moveTo>
                      <a:pt x="14" y="152"/>
                    </a:moveTo>
                    <a:cubicBezTo>
                      <a:pt x="13" y="146"/>
                      <a:pt x="16" y="139"/>
                      <a:pt x="22" y="138"/>
                    </a:cubicBezTo>
                    <a:cubicBezTo>
                      <a:pt x="30" y="136"/>
                      <a:pt x="37" y="135"/>
                      <a:pt x="44" y="132"/>
                    </a:cubicBezTo>
                    <a:lnTo>
                      <a:pt x="45" y="132"/>
                    </a:lnTo>
                    <a:lnTo>
                      <a:pt x="44" y="132"/>
                    </a:lnTo>
                    <a:cubicBezTo>
                      <a:pt x="48" y="131"/>
                      <a:pt x="52" y="130"/>
                      <a:pt x="55" y="128"/>
                    </a:cubicBezTo>
                    <a:cubicBezTo>
                      <a:pt x="57" y="128"/>
                      <a:pt x="59" y="127"/>
                      <a:pt x="60" y="126"/>
                    </a:cubicBezTo>
                    <a:cubicBezTo>
                      <a:pt x="60" y="125"/>
                      <a:pt x="61" y="125"/>
                      <a:pt x="62" y="125"/>
                    </a:cubicBezTo>
                    <a:cubicBezTo>
                      <a:pt x="62" y="125"/>
                      <a:pt x="61" y="125"/>
                      <a:pt x="60" y="125"/>
                    </a:cubicBezTo>
                    <a:cubicBezTo>
                      <a:pt x="62" y="125"/>
                      <a:pt x="62" y="124"/>
                      <a:pt x="63" y="124"/>
                    </a:cubicBezTo>
                    <a:lnTo>
                      <a:pt x="63" y="123"/>
                    </a:lnTo>
                    <a:lnTo>
                      <a:pt x="64" y="122"/>
                    </a:lnTo>
                    <a:cubicBezTo>
                      <a:pt x="63" y="122"/>
                      <a:pt x="63" y="122"/>
                      <a:pt x="63" y="122"/>
                    </a:cubicBezTo>
                    <a:lnTo>
                      <a:pt x="64" y="122"/>
                    </a:lnTo>
                    <a:cubicBezTo>
                      <a:pt x="63" y="122"/>
                      <a:pt x="63" y="122"/>
                      <a:pt x="63" y="122"/>
                    </a:cubicBezTo>
                    <a:lnTo>
                      <a:pt x="63" y="121"/>
                    </a:lnTo>
                    <a:cubicBezTo>
                      <a:pt x="63" y="122"/>
                      <a:pt x="63" y="122"/>
                      <a:pt x="63" y="122"/>
                    </a:cubicBezTo>
                    <a:cubicBezTo>
                      <a:pt x="63" y="122"/>
                      <a:pt x="63" y="121"/>
                      <a:pt x="62" y="121"/>
                    </a:cubicBezTo>
                    <a:cubicBezTo>
                      <a:pt x="58" y="117"/>
                      <a:pt x="53" y="113"/>
                      <a:pt x="49" y="110"/>
                    </a:cubicBezTo>
                    <a:lnTo>
                      <a:pt x="50" y="111"/>
                    </a:lnTo>
                    <a:cubicBezTo>
                      <a:pt x="42" y="104"/>
                      <a:pt x="33" y="98"/>
                      <a:pt x="25" y="92"/>
                    </a:cubicBezTo>
                    <a:cubicBezTo>
                      <a:pt x="17" y="85"/>
                      <a:pt x="9" y="76"/>
                      <a:pt x="4" y="66"/>
                    </a:cubicBezTo>
                    <a:cubicBezTo>
                      <a:pt x="0" y="55"/>
                      <a:pt x="1" y="42"/>
                      <a:pt x="6" y="31"/>
                    </a:cubicBezTo>
                    <a:cubicBezTo>
                      <a:pt x="7" y="26"/>
                      <a:pt x="11" y="21"/>
                      <a:pt x="15" y="18"/>
                    </a:cubicBezTo>
                    <a:cubicBezTo>
                      <a:pt x="19" y="14"/>
                      <a:pt x="24" y="11"/>
                      <a:pt x="28" y="8"/>
                    </a:cubicBezTo>
                    <a:cubicBezTo>
                      <a:pt x="39" y="1"/>
                      <a:pt x="52" y="0"/>
                      <a:pt x="63" y="2"/>
                    </a:cubicBezTo>
                    <a:cubicBezTo>
                      <a:pt x="69" y="2"/>
                      <a:pt x="73" y="5"/>
                      <a:pt x="77" y="8"/>
                    </a:cubicBezTo>
                    <a:cubicBezTo>
                      <a:pt x="78" y="10"/>
                      <a:pt x="80" y="12"/>
                      <a:pt x="80" y="14"/>
                    </a:cubicBezTo>
                    <a:cubicBezTo>
                      <a:pt x="81" y="16"/>
                      <a:pt x="81" y="19"/>
                      <a:pt x="81" y="21"/>
                    </a:cubicBezTo>
                    <a:cubicBezTo>
                      <a:pt x="81" y="23"/>
                      <a:pt x="80" y="26"/>
                      <a:pt x="80" y="29"/>
                    </a:cubicBezTo>
                    <a:cubicBezTo>
                      <a:pt x="79" y="31"/>
                      <a:pt x="78" y="33"/>
                      <a:pt x="78" y="34"/>
                    </a:cubicBezTo>
                    <a:cubicBezTo>
                      <a:pt x="78" y="35"/>
                      <a:pt x="78" y="36"/>
                      <a:pt x="78" y="36"/>
                    </a:cubicBezTo>
                    <a:cubicBezTo>
                      <a:pt x="77" y="43"/>
                      <a:pt x="71" y="47"/>
                      <a:pt x="64" y="46"/>
                    </a:cubicBezTo>
                    <a:cubicBezTo>
                      <a:pt x="58" y="45"/>
                      <a:pt x="54" y="39"/>
                      <a:pt x="56" y="32"/>
                    </a:cubicBezTo>
                    <a:cubicBezTo>
                      <a:pt x="56" y="31"/>
                      <a:pt x="56" y="29"/>
                      <a:pt x="56" y="28"/>
                    </a:cubicBezTo>
                    <a:cubicBezTo>
                      <a:pt x="57" y="26"/>
                      <a:pt x="58" y="25"/>
                      <a:pt x="58" y="23"/>
                    </a:cubicBezTo>
                    <a:cubicBezTo>
                      <a:pt x="57" y="23"/>
                      <a:pt x="56" y="23"/>
                      <a:pt x="56" y="23"/>
                    </a:cubicBezTo>
                    <a:cubicBezTo>
                      <a:pt x="54" y="23"/>
                      <a:pt x="53" y="23"/>
                      <a:pt x="51" y="23"/>
                    </a:cubicBezTo>
                    <a:lnTo>
                      <a:pt x="49" y="23"/>
                    </a:lnTo>
                    <a:cubicBezTo>
                      <a:pt x="48" y="23"/>
                      <a:pt x="46" y="24"/>
                      <a:pt x="45" y="24"/>
                    </a:cubicBezTo>
                    <a:cubicBezTo>
                      <a:pt x="44" y="25"/>
                      <a:pt x="43" y="25"/>
                      <a:pt x="42" y="25"/>
                    </a:cubicBezTo>
                    <a:cubicBezTo>
                      <a:pt x="41" y="26"/>
                      <a:pt x="39" y="27"/>
                      <a:pt x="38" y="28"/>
                    </a:cubicBezTo>
                    <a:cubicBezTo>
                      <a:pt x="36" y="29"/>
                      <a:pt x="35" y="29"/>
                      <a:pt x="34" y="30"/>
                    </a:cubicBezTo>
                    <a:cubicBezTo>
                      <a:pt x="32" y="32"/>
                      <a:pt x="31" y="33"/>
                      <a:pt x="29" y="34"/>
                    </a:cubicBezTo>
                    <a:cubicBezTo>
                      <a:pt x="29" y="35"/>
                      <a:pt x="28" y="36"/>
                      <a:pt x="28" y="36"/>
                    </a:cubicBezTo>
                    <a:cubicBezTo>
                      <a:pt x="27" y="37"/>
                      <a:pt x="26" y="38"/>
                      <a:pt x="25" y="39"/>
                    </a:cubicBezTo>
                    <a:cubicBezTo>
                      <a:pt x="25" y="40"/>
                      <a:pt x="25" y="40"/>
                      <a:pt x="25" y="41"/>
                    </a:cubicBezTo>
                    <a:cubicBezTo>
                      <a:pt x="25" y="41"/>
                      <a:pt x="24" y="42"/>
                      <a:pt x="24" y="43"/>
                    </a:cubicBezTo>
                    <a:cubicBezTo>
                      <a:pt x="24" y="44"/>
                      <a:pt x="24" y="46"/>
                      <a:pt x="24" y="47"/>
                    </a:cubicBezTo>
                    <a:cubicBezTo>
                      <a:pt x="24" y="48"/>
                      <a:pt x="24" y="48"/>
                      <a:pt x="24" y="50"/>
                    </a:cubicBezTo>
                    <a:cubicBezTo>
                      <a:pt x="24" y="52"/>
                      <a:pt x="24" y="54"/>
                      <a:pt x="24" y="56"/>
                    </a:cubicBezTo>
                    <a:cubicBezTo>
                      <a:pt x="24" y="55"/>
                      <a:pt x="24" y="55"/>
                      <a:pt x="24" y="55"/>
                    </a:cubicBezTo>
                    <a:lnTo>
                      <a:pt x="24" y="57"/>
                    </a:lnTo>
                    <a:cubicBezTo>
                      <a:pt x="25" y="58"/>
                      <a:pt x="25" y="60"/>
                      <a:pt x="25" y="61"/>
                    </a:cubicBezTo>
                    <a:cubicBezTo>
                      <a:pt x="25" y="60"/>
                      <a:pt x="25" y="60"/>
                      <a:pt x="25" y="60"/>
                    </a:cubicBezTo>
                    <a:cubicBezTo>
                      <a:pt x="25" y="60"/>
                      <a:pt x="26" y="61"/>
                      <a:pt x="27" y="62"/>
                    </a:cubicBezTo>
                    <a:cubicBezTo>
                      <a:pt x="27" y="63"/>
                      <a:pt x="28" y="64"/>
                      <a:pt x="28" y="65"/>
                    </a:cubicBezTo>
                    <a:cubicBezTo>
                      <a:pt x="28" y="64"/>
                      <a:pt x="28" y="64"/>
                      <a:pt x="28" y="64"/>
                    </a:cubicBezTo>
                    <a:cubicBezTo>
                      <a:pt x="30" y="66"/>
                      <a:pt x="31" y="68"/>
                      <a:pt x="32" y="69"/>
                    </a:cubicBezTo>
                    <a:cubicBezTo>
                      <a:pt x="38" y="75"/>
                      <a:pt x="45" y="79"/>
                      <a:pt x="51" y="85"/>
                    </a:cubicBezTo>
                    <a:cubicBezTo>
                      <a:pt x="56" y="88"/>
                      <a:pt x="60" y="92"/>
                      <a:pt x="65" y="95"/>
                    </a:cubicBezTo>
                    <a:lnTo>
                      <a:pt x="64" y="95"/>
                    </a:lnTo>
                    <a:cubicBezTo>
                      <a:pt x="66" y="95"/>
                      <a:pt x="66" y="96"/>
                      <a:pt x="67" y="97"/>
                    </a:cubicBezTo>
                    <a:lnTo>
                      <a:pt x="67" y="96"/>
                    </a:lnTo>
                    <a:cubicBezTo>
                      <a:pt x="72" y="100"/>
                      <a:pt x="77" y="104"/>
                      <a:pt x="81" y="108"/>
                    </a:cubicBezTo>
                    <a:cubicBezTo>
                      <a:pt x="85" y="113"/>
                      <a:pt x="86" y="118"/>
                      <a:pt x="86" y="124"/>
                    </a:cubicBezTo>
                    <a:cubicBezTo>
                      <a:pt x="86" y="130"/>
                      <a:pt x="82" y="136"/>
                      <a:pt x="78" y="140"/>
                    </a:cubicBezTo>
                    <a:cubicBezTo>
                      <a:pt x="74" y="144"/>
                      <a:pt x="69" y="146"/>
                      <a:pt x="63" y="149"/>
                    </a:cubicBezTo>
                    <a:cubicBezTo>
                      <a:pt x="58" y="151"/>
                      <a:pt x="53" y="152"/>
                      <a:pt x="48" y="154"/>
                    </a:cubicBezTo>
                    <a:cubicBezTo>
                      <a:pt x="41" y="156"/>
                      <a:pt x="34" y="158"/>
                      <a:pt x="27" y="160"/>
                    </a:cubicBezTo>
                    <a:cubicBezTo>
                      <a:pt x="26" y="160"/>
                      <a:pt x="25" y="160"/>
                      <a:pt x="24" y="160"/>
                    </a:cubicBezTo>
                    <a:cubicBezTo>
                      <a:pt x="20" y="160"/>
                      <a:pt x="15" y="156"/>
                      <a:pt x="14" y="1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4" name="Google Shape;4314;p50">
                <a:extLst>
                  <a:ext uri="{FF2B5EF4-FFF2-40B4-BE49-F238E27FC236}">
                    <a16:creationId xmlns:a16="http://schemas.microsoft.com/office/drawing/2014/main" id="{600B2513-A85C-0E51-6C75-BAF011CBB6BC}"/>
                  </a:ext>
                </a:extLst>
              </p:cNvPr>
              <p:cNvSpPr/>
              <p:nvPr/>
            </p:nvSpPr>
            <p:spPr>
              <a:xfrm>
                <a:off x="236140" y="4200118"/>
                <a:ext cx="40320" cy="10584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294" extrusionOk="0">
                    <a:moveTo>
                      <a:pt x="30" y="290"/>
                    </a:moveTo>
                    <a:cubicBezTo>
                      <a:pt x="25" y="286"/>
                      <a:pt x="21" y="281"/>
                      <a:pt x="17" y="276"/>
                    </a:cubicBezTo>
                    <a:cubicBezTo>
                      <a:pt x="12" y="271"/>
                      <a:pt x="9" y="264"/>
                      <a:pt x="6" y="257"/>
                    </a:cubicBezTo>
                    <a:cubicBezTo>
                      <a:pt x="0" y="244"/>
                      <a:pt x="0" y="228"/>
                      <a:pt x="2" y="213"/>
                    </a:cubicBezTo>
                    <a:cubicBezTo>
                      <a:pt x="2" y="201"/>
                      <a:pt x="4" y="190"/>
                      <a:pt x="6" y="177"/>
                    </a:cubicBezTo>
                    <a:cubicBezTo>
                      <a:pt x="7" y="172"/>
                      <a:pt x="7" y="166"/>
                      <a:pt x="9" y="160"/>
                    </a:cubicBezTo>
                    <a:cubicBezTo>
                      <a:pt x="10" y="154"/>
                      <a:pt x="12" y="147"/>
                      <a:pt x="13" y="141"/>
                    </a:cubicBezTo>
                    <a:cubicBezTo>
                      <a:pt x="16" y="130"/>
                      <a:pt x="19" y="119"/>
                      <a:pt x="22" y="107"/>
                    </a:cubicBezTo>
                    <a:cubicBezTo>
                      <a:pt x="23" y="104"/>
                      <a:pt x="24" y="100"/>
                      <a:pt x="25" y="96"/>
                    </a:cubicBezTo>
                    <a:cubicBezTo>
                      <a:pt x="27" y="92"/>
                      <a:pt x="28" y="88"/>
                      <a:pt x="30" y="84"/>
                    </a:cubicBezTo>
                    <a:cubicBezTo>
                      <a:pt x="29" y="84"/>
                      <a:pt x="29" y="84"/>
                      <a:pt x="29" y="85"/>
                    </a:cubicBezTo>
                    <a:cubicBezTo>
                      <a:pt x="30" y="83"/>
                      <a:pt x="31" y="81"/>
                      <a:pt x="32" y="79"/>
                    </a:cubicBezTo>
                    <a:cubicBezTo>
                      <a:pt x="31" y="79"/>
                      <a:pt x="31" y="80"/>
                      <a:pt x="31" y="81"/>
                    </a:cubicBezTo>
                    <a:cubicBezTo>
                      <a:pt x="32" y="79"/>
                      <a:pt x="32" y="78"/>
                      <a:pt x="32" y="77"/>
                    </a:cubicBezTo>
                    <a:lnTo>
                      <a:pt x="32" y="78"/>
                    </a:lnTo>
                    <a:cubicBezTo>
                      <a:pt x="32" y="77"/>
                      <a:pt x="33" y="75"/>
                      <a:pt x="34" y="75"/>
                    </a:cubicBezTo>
                    <a:cubicBezTo>
                      <a:pt x="33" y="75"/>
                      <a:pt x="33" y="75"/>
                      <a:pt x="33" y="76"/>
                    </a:cubicBezTo>
                    <a:cubicBezTo>
                      <a:pt x="33" y="75"/>
                      <a:pt x="34" y="74"/>
                      <a:pt x="34" y="73"/>
                    </a:cubicBezTo>
                    <a:cubicBezTo>
                      <a:pt x="34" y="72"/>
                      <a:pt x="35" y="71"/>
                      <a:pt x="35" y="70"/>
                    </a:cubicBezTo>
                    <a:cubicBezTo>
                      <a:pt x="35" y="71"/>
                      <a:pt x="35" y="71"/>
                      <a:pt x="35" y="71"/>
                    </a:cubicBezTo>
                    <a:cubicBezTo>
                      <a:pt x="36" y="68"/>
                      <a:pt x="37" y="66"/>
                      <a:pt x="38" y="63"/>
                    </a:cubicBezTo>
                    <a:cubicBezTo>
                      <a:pt x="39" y="61"/>
                      <a:pt x="41" y="58"/>
                      <a:pt x="42" y="56"/>
                    </a:cubicBezTo>
                    <a:cubicBezTo>
                      <a:pt x="45" y="48"/>
                      <a:pt x="49" y="41"/>
                      <a:pt x="53" y="34"/>
                    </a:cubicBezTo>
                    <a:cubicBezTo>
                      <a:pt x="56" y="28"/>
                      <a:pt x="61" y="21"/>
                      <a:pt x="66" y="16"/>
                    </a:cubicBezTo>
                    <a:cubicBezTo>
                      <a:pt x="70" y="11"/>
                      <a:pt x="76" y="7"/>
                      <a:pt x="82" y="4"/>
                    </a:cubicBezTo>
                    <a:cubicBezTo>
                      <a:pt x="87" y="1"/>
                      <a:pt x="95" y="0"/>
                      <a:pt x="100" y="3"/>
                    </a:cubicBezTo>
                    <a:cubicBezTo>
                      <a:pt x="102" y="3"/>
                      <a:pt x="103" y="4"/>
                      <a:pt x="104" y="5"/>
                    </a:cubicBezTo>
                    <a:cubicBezTo>
                      <a:pt x="105" y="6"/>
                      <a:pt x="106" y="8"/>
                      <a:pt x="108" y="9"/>
                    </a:cubicBezTo>
                    <a:cubicBezTo>
                      <a:pt x="109" y="11"/>
                      <a:pt x="110" y="12"/>
                      <a:pt x="110" y="15"/>
                    </a:cubicBezTo>
                    <a:cubicBezTo>
                      <a:pt x="111" y="21"/>
                      <a:pt x="108" y="26"/>
                      <a:pt x="102" y="28"/>
                    </a:cubicBezTo>
                    <a:cubicBezTo>
                      <a:pt x="98" y="29"/>
                      <a:pt x="93" y="27"/>
                      <a:pt x="91" y="24"/>
                    </a:cubicBezTo>
                    <a:cubicBezTo>
                      <a:pt x="90" y="24"/>
                      <a:pt x="90" y="24"/>
                      <a:pt x="90" y="24"/>
                    </a:cubicBezTo>
                    <a:cubicBezTo>
                      <a:pt x="89" y="25"/>
                      <a:pt x="88" y="25"/>
                      <a:pt x="87" y="26"/>
                    </a:cubicBezTo>
                    <a:cubicBezTo>
                      <a:pt x="85" y="26"/>
                      <a:pt x="84" y="27"/>
                      <a:pt x="84" y="28"/>
                    </a:cubicBezTo>
                    <a:cubicBezTo>
                      <a:pt x="83" y="29"/>
                      <a:pt x="82" y="29"/>
                      <a:pt x="81" y="30"/>
                    </a:cubicBezTo>
                    <a:cubicBezTo>
                      <a:pt x="80" y="32"/>
                      <a:pt x="78" y="33"/>
                      <a:pt x="77" y="35"/>
                    </a:cubicBezTo>
                    <a:cubicBezTo>
                      <a:pt x="78" y="34"/>
                      <a:pt x="78" y="34"/>
                      <a:pt x="78" y="33"/>
                    </a:cubicBezTo>
                    <a:cubicBezTo>
                      <a:pt x="74" y="39"/>
                      <a:pt x="70" y="45"/>
                      <a:pt x="67" y="51"/>
                    </a:cubicBezTo>
                    <a:cubicBezTo>
                      <a:pt x="65" y="54"/>
                      <a:pt x="63" y="58"/>
                      <a:pt x="61" y="62"/>
                    </a:cubicBezTo>
                    <a:cubicBezTo>
                      <a:pt x="59" y="65"/>
                      <a:pt x="58" y="68"/>
                      <a:pt x="56" y="72"/>
                    </a:cubicBezTo>
                    <a:cubicBezTo>
                      <a:pt x="53" y="78"/>
                      <a:pt x="50" y="85"/>
                      <a:pt x="48" y="92"/>
                    </a:cubicBezTo>
                    <a:cubicBezTo>
                      <a:pt x="46" y="96"/>
                      <a:pt x="45" y="100"/>
                      <a:pt x="43" y="104"/>
                    </a:cubicBezTo>
                    <a:cubicBezTo>
                      <a:pt x="42" y="107"/>
                      <a:pt x="41" y="110"/>
                      <a:pt x="41" y="113"/>
                    </a:cubicBezTo>
                    <a:cubicBezTo>
                      <a:pt x="38" y="121"/>
                      <a:pt x="36" y="130"/>
                      <a:pt x="34" y="138"/>
                    </a:cubicBezTo>
                    <a:cubicBezTo>
                      <a:pt x="31" y="149"/>
                      <a:pt x="28" y="160"/>
                      <a:pt x="27" y="171"/>
                    </a:cubicBezTo>
                    <a:cubicBezTo>
                      <a:pt x="25" y="175"/>
                      <a:pt x="25" y="179"/>
                      <a:pt x="24" y="183"/>
                    </a:cubicBezTo>
                    <a:cubicBezTo>
                      <a:pt x="24" y="185"/>
                      <a:pt x="24" y="187"/>
                      <a:pt x="23" y="189"/>
                    </a:cubicBezTo>
                    <a:cubicBezTo>
                      <a:pt x="23" y="196"/>
                      <a:pt x="22" y="203"/>
                      <a:pt x="21" y="209"/>
                    </a:cubicBezTo>
                    <a:lnTo>
                      <a:pt x="21" y="208"/>
                    </a:lnTo>
                    <a:cubicBezTo>
                      <a:pt x="21" y="216"/>
                      <a:pt x="20" y="223"/>
                      <a:pt x="21" y="231"/>
                    </a:cubicBezTo>
                    <a:cubicBezTo>
                      <a:pt x="21" y="230"/>
                      <a:pt x="21" y="230"/>
                      <a:pt x="21" y="230"/>
                    </a:cubicBezTo>
                    <a:cubicBezTo>
                      <a:pt x="21" y="232"/>
                      <a:pt x="21" y="235"/>
                      <a:pt x="21" y="238"/>
                    </a:cubicBezTo>
                    <a:cubicBezTo>
                      <a:pt x="21" y="240"/>
                      <a:pt x="22" y="242"/>
                      <a:pt x="23" y="244"/>
                    </a:cubicBezTo>
                    <a:cubicBezTo>
                      <a:pt x="24" y="247"/>
                      <a:pt x="24" y="249"/>
                      <a:pt x="25" y="251"/>
                    </a:cubicBezTo>
                    <a:cubicBezTo>
                      <a:pt x="27" y="254"/>
                      <a:pt x="28" y="256"/>
                      <a:pt x="29" y="258"/>
                    </a:cubicBezTo>
                    <a:cubicBezTo>
                      <a:pt x="31" y="261"/>
                      <a:pt x="32" y="263"/>
                      <a:pt x="34" y="265"/>
                    </a:cubicBezTo>
                    <a:cubicBezTo>
                      <a:pt x="36" y="268"/>
                      <a:pt x="38" y="270"/>
                      <a:pt x="40" y="272"/>
                    </a:cubicBezTo>
                    <a:cubicBezTo>
                      <a:pt x="41" y="273"/>
                      <a:pt x="42" y="274"/>
                      <a:pt x="43" y="275"/>
                    </a:cubicBezTo>
                    <a:cubicBezTo>
                      <a:pt x="48" y="279"/>
                      <a:pt x="48" y="285"/>
                      <a:pt x="45" y="289"/>
                    </a:cubicBezTo>
                    <a:cubicBezTo>
                      <a:pt x="43" y="291"/>
                      <a:pt x="39" y="293"/>
                      <a:pt x="36" y="293"/>
                    </a:cubicBezTo>
                    <a:cubicBezTo>
                      <a:pt x="34" y="293"/>
                      <a:pt x="32" y="292"/>
                      <a:pt x="30" y="2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5" name="Google Shape;4315;p50">
                <a:extLst>
                  <a:ext uri="{FF2B5EF4-FFF2-40B4-BE49-F238E27FC236}">
                    <a16:creationId xmlns:a16="http://schemas.microsoft.com/office/drawing/2014/main" id="{D66DEA4F-5877-99EF-2B1E-81C1C3DC37D2}"/>
                  </a:ext>
                </a:extLst>
              </p:cNvPr>
              <p:cNvSpPr/>
              <p:nvPr/>
            </p:nvSpPr>
            <p:spPr>
              <a:xfrm>
                <a:off x="263140" y="4225318"/>
                <a:ext cx="38880" cy="65160"/>
              </a:xfrm>
              <a:custGeom>
                <a:avLst/>
                <a:gdLst/>
                <a:ahLst/>
                <a:cxnLst/>
                <a:rect l="l" t="t" r="r" b="b"/>
                <a:pathLst>
                  <a:path w="108" h="181" extrusionOk="0">
                    <a:moveTo>
                      <a:pt x="80" y="62"/>
                    </a:moveTo>
                    <a:cubicBezTo>
                      <a:pt x="81" y="60"/>
                      <a:pt x="82" y="57"/>
                      <a:pt x="82" y="55"/>
                    </a:cubicBezTo>
                    <a:cubicBezTo>
                      <a:pt x="83" y="51"/>
                      <a:pt x="84" y="46"/>
                      <a:pt x="84" y="42"/>
                    </a:cubicBezTo>
                    <a:cubicBezTo>
                      <a:pt x="85" y="37"/>
                      <a:pt x="85" y="32"/>
                      <a:pt x="85" y="27"/>
                    </a:cubicBezTo>
                    <a:cubicBezTo>
                      <a:pt x="84" y="28"/>
                      <a:pt x="84" y="29"/>
                      <a:pt x="84" y="30"/>
                    </a:cubicBezTo>
                    <a:cubicBezTo>
                      <a:pt x="83" y="32"/>
                      <a:pt x="83" y="35"/>
                      <a:pt x="82" y="36"/>
                    </a:cubicBezTo>
                    <a:cubicBezTo>
                      <a:pt x="81" y="40"/>
                      <a:pt x="80" y="43"/>
                      <a:pt x="80" y="46"/>
                    </a:cubicBezTo>
                    <a:cubicBezTo>
                      <a:pt x="80" y="50"/>
                      <a:pt x="80" y="53"/>
                      <a:pt x="80" y="55"/>
                    </a:cubicBezTo>
                    <a:cubicBezTo>
                      <a:pt x="80" y="58"/>
                      <a:pt x="80" y="60"/>
                      <a:pt x="80" y="62"/>
                    </a:cubicBezTo>
                    <a:moveTo>
                      <a:pt x="23" y="157"/>
                    </a:moveTo>
                    <a:lnTo>
                      <a:pt x="24" y="157"/>
                    </a:lnTo>
                    <a:cubicBezTo>
                      <a:pt x="24" y="156"/>
                      <a:pt x="24" y="156"/>
                      <a:pt x="24" y="156"/>
                    </a:cubicBezTo>
                    <a:cubicBezTo>
                      <a:pt x="25" y="156"/>
                      <a:pt x="26" y="156"/>
                      <a:pt x="26" y="155"/>
                    </a:cubicBezTo>
                    <a:cubicBezTo>
                      <a:pt x="27" y="154"/>
                      <a:pt x="29" y="152"/>
                      <a:pt x="30" y="151"/>
                    </a:cubicBezTo>
                    <a:cubicBezTo>
                      <a:pt x="31" y="150"/>
                      <a:pt x="33" y="149"/>
                      <a:pt x="33" y="148"/>
                    </a:cubicBezTo>
                    <a:cubicBezTo>
                      <a:pt x="33" y="148"/>
                      <a:pt x="32" y="148"/>
                      <a:pt x="31" y="148"/>
                    </a:cubicBezTo>
                    <a:lnTo>
                      <a:pt x="30" y="148"/>
                    </a:lnTo>
                    <a:lnTo>
                      <a:pt x="29" y="148"/>
                    </a:lnTo>
                    <a:lnTo>
                      <a:pt x="28" y="148"/>
                    </a:lnTo>
                    <a:cubicBezTo>
                      <a:pt x="28" y="149"/>
                      <a:pt x="27" y="149"/>
                      <a:pt x="27" y="149"/>
                    </a:cubicBezTo>
                    <a:cubicBezTo>
                      <a:pt x="27" y="149"/>
                      <a:pt x="26" y="149"/>
                      <a:pt x="26" y="150"/>
                    </a:cubicBezTo>
                    <a:lnTo>
                      <a:pt x="25" y="150"/>
                    </a:lnTo>
                    <a:lnTo>
                      <a:pt x="24" y="151"/>
                    </a:lnTo>
                    <a:cubicBezTo>
                      <a:pt x="24" y="152"/>
                      <a:pt x="24" y="152"/>
                      <a:pt x="24" y="152"/>
                    </a:cubicBezTo>
                    <a:lnTo>
                      <a:pt x="24" y="153"/>
                    </a:lnTo>
                    <a:lnTo>
                      <a:pt x="23" y="153"/>
                    </a:lnTo>
                    <a:lnTo>
                      <a:pt x="23" y="154"/>
                    </a:lnTo>
                    <a:cubicBezTo>
                      <a:pt x="23" y="155"/>
                      <a:pt x="23" y="155"/>
                      <a:pt x="23" y="156"/>
                    </a:cubicBezTo>
                    <a:lnTo>
                      <a:pt x="23" y="157"/>
                    </a:lnTo>
                    <a:moveTo>
                      <a:pt x="17" y="178"/>
                    </a:moveTo>
                    <a:cubicBezTo>
                      <a:pt x="12" y="177"/>
                      <a:pt x="8" y="174"/>
                      <a:pt x="5" y="170"/>
                    </a:cubicBezTo>
                    <a:cubicBezTo>
                      <a:pt x="0" y="162"/>
                      <a:pt x="0" y="150"/>
                      <a:pt x="5" y="142"/>
                    </a:cubicBezTo>
                    <a:cubicBezTo>
                      <a:pt x="10" y="132"/>
                      <a:pt x="20" y="126"/>
                      <a:pt x="31" y="126"/>
                    </a:cubicBezTo>
                    <a:cubicBezTo>
                      <a:pt x="36" y="125"/>
                      <a:pt x="42" y="127"/>
                      <a:pt x="47" y="128"/>
                    </a:cubicBezTo>
                    <a:lnTo>
                      <a:pt x="48" y="128"/>
                    </a:lnTo>
                    <a:cubicBezTo>
                      <a:pt x="51" y="122"/>
                      <a:pt x="55" y="116"/>
                      <a:pt x="59" y="109"/>
                    </a:cubicBezTo>
                    <a:cubicBezTo>
                      <a:pt x="59" y="110"/>
                      <a:pt x="58" y="110"/>
                      <a:pt x="58" y="110"/>
                    </a:cubicBezTo>
                    <a:cubicBezTo>
                      <a:pt x="64" y="100"/>
                      <a:pt x="69" y="89"/>
                      <a:pt x="74" y="78"/>
                    </a:cubicBezTo>
                    <a:cubicBezTo>
                      <a:pt x="73" y="78"/>
                      <a:pt x="72" y="79"/>
                      <a:pt x="70" y="79"/>
                    </a:cubicBezTo>
                    <a:cubicBezTo>
                      <a:pt x="63" y="79"/>
                      <a:pt x="58" y="74"/>
                      <a:pt x="58" y="67"/>
                    </a:cubicBezTo>
                    <a:cubicBezTo>
                      <a:pt x="58" y="62"/>
                      <a:pt x="58" y="55"/>
                      <a:pt x="58" y="50"/>
                    </a:cubicBezTo>
                    <a:cubicBezTo>
                      <a:pt x="59" y="44"/>
                      <a:pt x="59" y="38"/>
                      <a:pt x="61" y="32"/>
                    </a:cubicBezTo>
                    <a:cubicBezTo>
                      <a:pt x="62" y="28"/>
                      <a:pt x="63" y="25"/>
                      <a:pt x="64" y="21"/>
                    </a:cubicBezTo>
                    <a:cubicBezTo>
                      <a:pt x="66" y="15"/>
                      <a:pt x="70" y="8"/>
                      <a:pt x="75" y="4"/>
                    </a:cubicBezTo>
                    <a:cubicBezTo>
                      <a:pt x="78" y="2"/>
                      <a:pt x="80" y="1"/>
                      <a:pt x="84" y="1"/>
                    </a:cubicBezTo>
                    <a:cubicBezTo>
                      <a:pt x="87" y="0"/>
                      <a:pt x="90" y="1"/>
                      <a:pt x="94" y="2"/>
                    </a:cubicBezTo>
                    <a:cubicBezTo>
                      <a:pt x="100" y="4"/>
                      <a:pt x="104" y="8"/>
                      <a:pt x="105" y="14"/>
                    </a:cubicBezTo>
                    <a:cubicBezTo>
                      <a:pt x="107" y="21"/>
                      <a:pt x="107" y="28"/>
                      <a:pt x="107" y="35"/>
                    </a:cubicBezTo>
                    <a:cubicBezTo>
                      <a:pt x="106" y="42"/>
                      <a:pt x="105" y="50"/>
                      <a:pt x="102" y="58"/>
                    </a:cubicBezTo>
                    <a:cubicBezTo>
                      <a:pt x="100" y="70"/>
                      <a:pt x="96" y="81"/>
                      <a:pt x="90" y="92"/>
                    </a:cubicBezTo>
                    <a:cubicBezTo>
                      <a:pt x="88" y="97"/>
                      <a:pt x="85" y="103"/>
                      <a:pt x="83" y="108"/>
                    </a:cubicBezTo>
                    <a:cubicBezTo>
                      <a:pt x="80" y="114"/>
                      <a:pt x="77" y="119"/>
                      <a:pt x="73" y="125"/>
                    </a:cubicBezTo>
                    <a:cubicBezTo>
                      <a:pt x="71" y="129"/>
                      <a:pt x="69" y="134"/>
                      <a:pt x="66" y="138"/>
                    </a:cubicBezTo>
                    <a:cubicBezTo>
                      <a:pt x="68" y="139"/>
                      <a:pt x="70" y="141"/>
                      <a:pt x="73" y="143"/>
                    </a:cubicBezTo>
                    <a:cubicBezTo>
                      <a:pt x="82" y="148"/>
                      <a:pt x="91" y="153"/>
                      <a:pt x="100" y="158"/>
                    </a:cubicBezTo>
                    <a:cubicBezTo>
                      <a:pt x="104" y="161"/>
                      <a:pt x="105" y="169"/>
                      <a:pt x="102" y="173"/>
                    </a:cubicBezTo>
                    <a:cubicBezTo>
                      <a:pt x="101" y="175"/>
                      <a:pt x="99" y="177"/>
                      <a:pt x="96" y="177"/>
                    </a:cubicBezTo>
                    <a:cubicBezTo>
                      <a:pt x="93" y="178"/>
                      <a:pt x="90" y="177"/>
                      <a:pt x="88" y="176"/>
                    </a:cubicBezTo>
                    <a:cubicBezTo>
                      <a:pt x="81" y="172"/>
                      <a:pt x="74" y="169"/>
                      <a:pt x="68" y="164"/>
                    </a:cubicBezTo>
                    <a:cubicBezTo>
                      <a:pt x="65" y="163"/>
                      <a:pt x="61" y="161"/>
                      <a:pt x="58" y="159"/>
                    </a:cubicBezTo>
                    <a:cubicBezTo>
                      <a:pt x="57" y="158"/>
                      <a:pt x="55" y="157"/>
                      <a:pt x="54" y="156"/>
                    </a:cubicBezTo>
                    <a:cubicBezTo>
                      <a:pt x="54" y="157"/>
                      <a:pt x="53" y="157"/>
                      <a:pt x="52" y="158"/>
                    </a:cubicBezTo>
                    <a:cubicBezTo>
                      <a:pt x="52" y="159"/>
                      <a:pt x="52" y="159"/>
                      <a:pt x="51" y="160"/>
                    </a:cubicBezTo>
                    <a:cubicBezTo>
                      <a:pt x="51" y="159"/>
                      <a:pt x="51" y="159"/>
                      <a:pt x="52" y="159"/>
                    </a:cubicBezTo>
                    <a:cubicBezTo>
                      <a:pt x="51" y="160"/>
                      <a:pt x="51" y="160"/>
                      <a:pt x="50" y="161"/>
                    </a:cubicBezTo>
                    <a:lnTo>
                      <a:pt x="51" y="160"/>
                    </a:lnTo>
                    <a:cubicBezTo>
                      <a:pt x="48" y="164"/>
                      <a:pt x="45" y="167"/>
                      <a:pt x="42" y="170"/>
                    </a:cubicBezTo>
                    <a:cubicBezTo>
                      <a:pt x="38" y="174"/>
                      <a:pt x="35" y="176"/>
                      <a:pt x="30" y="178"/>
                    </a:cubicBezTo>
                    <a:cubicBezTo>
                      <a:pt x="28" y="179"/>
                      <a:pt x="25" y="180"/>
                      <a:pt x="22" y="180"/>
                    </a:cubicBezTo>
                    <a:cubicBezTo>
                      <a:pt x="20" y="180"/>
                      <a:pt x="19" y="179"/>
                      <a:pt x="17" y="1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6" name="Google Shape;4316;p50">
                <a:extLst>
                  <a:ext uri="{FF2B5EF4-FFF2-40B4-BE49-F238E27FC236}">
                    <a16:creationId xmlns:a16="http://schemas.microsoft.com/office/drawing/2014/main" id="{385BD0C3-A6F5-36D0-AAB1-E016856A55D4}"/>
                  </a:ext>
                </a:extLst>
              </p:cNvPr>
              <p:cNvSpPr/>
              <p:nvPr/>
            </p:nvSpPr>
            <p:spPr>
              <a:xfrm>
                <a:off x="338740" y="4238278"/>
                <a:ext cx="25920" cy="49320"/>
              </a:xfrm>
              <a:custGeom>
                <a:avLst/>
                <a:gdLst/>
                <a:ahLst/>
                <a:cxnLst/>
                <a:rect l="l" t="t" r="r" b="b"/>
                <a:pathLst>
                  <a:path w="72" h="137" extrusionOk="0">
                    <a:moveTo>
                      <a:pt x="49" y="130"/>
                    </a:moveTo>
                    <a:cubicBezTo>
                      <a:pt x="39" y="113"/>
                      <a:pt x="29" y="96"/>
                      <a:pt x="20" y="78"/>
                    </a:cubicBezTo>
                    <a:cubicBezTo>
                      <a:pt x="15" y="69"/>
                      <a:pt x="12" y="60"/>
                      <a:pt x="8" y="50"/>
                    </a:cubicBezTo>
                    <a:cubicBezTo>
                      <a:pt x="6" y="46"/>
                      <a:pt x="5" y="40"/>
                      <a:pt x="3" y="36"/>
                    </a:cubicBezTo>
                    <a:cubicBezTo>
                      <a:pt x="2" y="30"/>
                      <a:pt x="0" y="24"/>
                      <a:pt x="0" y="18"/>
                    </a:cubicBezTo>
                    <a:cubicBezTo>
                      <a:pt x="0" y="16"/>
                      <a:pt x="0" y="13"/>
                      <a:pt x="1" y="11"/>
                    </a:cubicBezTo>
                    <a:cubicBezTo>
                      <a:pt x="1" y="8"/>
                      <a:pt x="2" y="6"/>
                      <a:pt x="4" y="4"/>
                    </a:cubicBezTo>
                    <a:cubicBezTo>
                      <a:pt x="7" y="1"/>
                      <a:pt x="11" y="0"/>
                      <a:pt x="15" y="1"/>
                    </a:cubicBezTo>
                    <a:lnTo>
                      <a:pt x="16" y="1"/>
                    </a:lnTo>
                    <a:lnTo>
                      <a:pt x="15" y="1"/>
                    </a:lnTo>
                    <a:cubicBezTo>
                      <a:pt x="21" y="2"/>
                      <a:pt x="25" y="7"/>
                      <a:pt x="24" y="14"/>
                    </a:cubicBezTo>
                    <a:cubicBezTo>
                      <a:pt x="24" y="15"/>
                      <a:pt x="23" y="17"/>
                      <a:pt x="22" y="18"/>
                    </a:cubicBezTo>
                    <a:cubicBezTo>
                      <a:pt x="22" y="19"/>
                      <a:pt x="22" y="21"/>
                      <a:pt x="22" y="23"/>
                    </a:cubicBezTo>
                    <a:cubicBezTo>
                      <a:pt x="24" y="26"/>
                      <a:pt x="24" y="31"/>
                      <a:pt x="25" y="35"/>
                    </a:cubicBezTo>
                    <a:cubicBezTo>
                      <a:pt x="28" y="42"/>
                      <a:pt x="31" y="49"/>
                      <a:pt x="34" y="56"/>
                    </a:cubicBezTo>
                    <a:cubicBezTo>
                      <a:pt x="33" y="56"/>
                      <a:pt x="33" y="55"/>
                      <a:pt x="33" y="54"/>
                    </a:cubicBezTo>
                    <a:cubicBezTo>
                      <a:pt x="35" y="60"/>
                      <a:pt x="37" y="64"/>
                      <a:pt x="39" y="69"/>
                    </a:cubicBezTo>
                    <a:cubicBezTo>
                      <a:pt x="42" y="75"/>
                      <a:pt x="45" y="81"/>
                      <a:pt x="49" y="87"/>
                    </a:cubicBezTo>
                    <a:cubicBezTo>
                      <a:pt x="54" y="98"/>
                      <a:pt x="61" y="109"/>
                      <a:pt x="68" y="120"/>
                    </a:cubicBezTo>
                    <a:cubicBezTo>
                      <a:pt x="71" y="126"/>
                      <a:pt x="68" y="133"/>
                      <a:pt x="63" y="135"/>
                    </a:cubicBezTo>
                    <a:cubicBezTo>
                      <a:pt x="61" y="135"/>
                      <a:pt x="60" y="136"/>
                      <a:pt x="59" y="136"/>
                    </a:cubicBezTo>
                    <a:cubicBezTo>
                      <a:pt x="54" y="136"/>
                      <a:pt x="51" y="134"/>
                      <a:pt x="49" y="1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7" name="Google Shape;4317;p50">
                <a:extLst>
                  <a:ext uri="{FF2B5EF4-FFF2-40B4-BE49-F238E27FC236}">
                    <a16:creationId xmlns:a16="http://schemas.microsoft.com/office/drawing/2014/main" id="{99A25D32-3E21-8CB7-266C-1775B79A60F5}"/>
                  </a:ext>
                </a:extLst>
              </p:cNvPr>
              <p:cNvSpPr/>
              <p:nvPr/>
            </p:nvSpPr>
            <p:spPr>
              <a:xfrm>
                <a:off x="335140" y="4245838"/>
                <a:ext cx="44640" cy="5904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164" extrusionOk="0">
                    <a:moveTo>
                      <a:pt x="6" y="162"/>
                    </a:moveTo>
                    <a:cubicBezTo>
                      <a:pt x="2" y="160"/>
                      <a:pt x="0" y="154"/>
                      <a:pt x="2" y="149"/>
                    </a:cubicBezTo>
                    <a:cubicBezTo>
                      <a:pt x="7" y="137"/>
                      <a:pt x="12" y="126"/>
                      <a:pt x="17" y="114"/>
                    </a:cubicBezTo>
                    <a:cubicBezTo>
                      <a:pt x="22" y="103"/>
                      <a:pt x="28" y="94"/>
                      <a:pt x="34" y="85"/>
                    </a:cubicBezTo>
                    <a:cubicBezTo>
                      <a:pt x="39" y="75"/>
                      <a:pt x="46" y="66"/>
                      <a:pt x="52" y="56"/>
                    </a:cubicBezTo>
                    <a:cubicBezTo>
                      <a:pt x="56" y="51"/>
                      <a:pt x="60" y="45"/>
                      <a:pt x="64" y="40"/>
                    </a:cubicBezTo>
                    <a:cubicBezTo>
                      <a:pt x="67" y="35"/>
                      <a:pt x="71" y="30"/>
                      <a:pt x="76" y="25"/>
                    </a:cubicBezTo>
                    <a:cubicBezTo>
                      <a:pt x="77" y="22"/>
                      <a:pt x="80" y="21"/>
                      <a:pt x="81" y="18"/>
                    </a:cubicBezTo>
                    <a:cubicBezTo>
                      <a:pt x="85" y="14"/>
                      <a:pt x="89" y="10"/>
                      <a:pt x="93" y="7"/>
                    </a:cubicBezTo>
                    <a:cubicBezTo>
                      <a:pt x="97" y="4"/>
                      <a:pt x="101" y="1"/>
                      <a:pt x="105" y="0"/>
                    </a:cubicBezTo>
                    <a:cubicBezTo>
                      <a:pt x="108" y="0"/>
                      <a:pt x="111" y="0"/>
                      <a:pt x="114" y="1"/>
                    </a:cubicBezTo>
                    <a:cubicBezTo>
                      <a:pt x="120" y="2"/>
                      <a:pt x="123" y="9"/>
                      <a:pt x="122" y="15"/>
                    </a:cubicBezTo>
                    <a:cubicBezTo>
                      <a:pt x="120" y="20"/>
                      <a:pt x="115" y="24"/>
                      <a:pt x="109" y="22"/>
                    </a:cubicBezTo>
                    <a:cubicBezTo>
                      <a:pt x="108" y="24"/>
                      <a:pt x="107" y="24"/>
                      <a:pt x="106" y="25"/>
                    </a:cubicBezTo>
                    <a:cubicBezTo>
                      <a:pt x="102" y="28"/>
                      <a:pt x="99" y="31"/>
                      <a:pt x="96" y="34"/>
                    </a:cubicBezTo>
                    <a:cubicBezTo>
                      <a:pt x="91" y="40"/>
                      <a:pt x="85" y="46"/>
                      <a:pt x="81" y="52"/>
                    </a:cubicBezTo>
                    <a:lnTo>
                      <a:pt x="81" y="51"/>
                    </a:lnTo>
                    <a:cubicBezTo>
                      <a:pt x="77" y="56"/>
                      <a:pt x="73" y="62"/>
                      <a:pt x="69" y="67"/>
                    </a:cubicBezTo>
                    <a:cubicBezTo>
                      <a:pt x="66" y="72"/>
                      <a:pt x="63" y="77"/>
                      <a:pt x="59" y="82"/>
                    </a:cubicBezTo>
                    <a:cubicBezTo>
                      <a:pt x="53" y="91"/>
                      <a:pt x="47" y="100"/>
                      <a:pt x="42" y="110"/>
                    </a:cubicBezTo>
                    <a:cubicBezTo>
                      <a:pt x="39" y="114"/>
                      <a:pt x="38" y="117"/>
                      <a:pt x="36" y="121"/>
                    </a:cubicBezTo>
                    <a:cubicBezTo>
                      <a:pt x="34" y="125"/>
                      <a:pt x="32" y="128"/>
                      <a:pt x="31" y="133"/>
                    </a:cubicBezTo>
                    <a:cubicBezTo>
                      <a:pt x="27" y="141"/>
                      <a:pt x="23" y="149"/>
                      <a:pt x="20" y="158"/>
                    </a:cubicBezTo>
                    <a:cubicBezTo>
                      <a:pt x="18" y="161"/>
                      <a:pt x="14" y="163"/>
                      <a:pt x="10" y="163"/>
                    </a:cubicBezTo>
                    <a:cubicBezTo>
                      <a:pt x="9" y="163"/>
                      <a:pt x="7" y="163"/>
                      <a:pt x="6" y="1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8" name="Google Shape;4318;p50">
                <a:extLst>
                  <a:ext uri="{FF2B5EF4-FFF2-40B4-BE49-F238E27FC236}">
                    <a16:creationId xmlns:a16="http://schemas.microsoft.com/office/drawing/2014/main" id="{264C17FE-CF03-7878-6044-6F38B3A73B14}"/>
                  </a:ext>
                </a:extLst>
              </p:cNvPr>
              <p:cNvSpPr/>
              <p:nvPr/>
            </p:nvSpPr>
            <p:spPr>
              <a:xfrm>
                <a:off x="389140" y="4265638"/>
                <a:ext cx="58320" cy="15120"/>
              </a:xfrm>
              <a:custGeom>
                <a:avLst/>
                <a:gdLst/>
                <a:ahLst/>
                <a:cxnLst/>
                <a:rect l="l" t="t" r="r" b="b"/>
                <a:pathLst>
                  <a:path w="162" h="42" extrusionOk="0">
                    <a:moveTo>
                      <a:pt x="7" y="40"/>
                    </a:moveTo>
                    <a:cubicBezTo>
                      <a:pt x="4" y="38"/>
                      <a:pt x="1" y="35"/>
                      <a:pt x="1" y="31"/>
                    </a:cubicBezTo>
                    <a:cubicBezTo>
                      <a:pt x="0" y="27"/>
                      <a:pt x="2" y="22"/>
                      <a:pt x="7" y="19"/>
                    </a:cubicBezTo>
                    <a:cubicBezTo>
                      <a:pt x="12" y="17"/>
                      <a:pt x="18" y="15"/>
                      <a:pt x="24" y="14"/>
                    </a:cubicBezTo>
                    <a:cubicBezTo>
                      <a:pt x="27" y="13"/>
                      <a:pt x="30" y="13"/>
                      <a:pt x="33" y="12"/>
                    </a:cubicBezTo>
                    <a:cubicBezTo>
                      <a:pt x="39" y="12"/>
                      <a:pt x="44" y="11"/>
                      <a:pt x="49" y="10"/>
                    </a:cubicBezTo>
                    <a:cubicBezTo>
                      <a:pt x="60" y="8"/>
                      <a:pt x="71" y="7"/>
                      <a:pt x="82" y="6"/>
                    </a:cubicBezTo>
                    <a:cubicBezTo>
                      <a:pt x="105" y="4"/>
                      <a:pt x="127" y="2"/>
                      <a:pt x="149" y="0"/>
                    </a:cubicBezTo>
                    <a:cubicBezTo>
                      <a:pt x="155" y="0"/>
                      <a:pt x="160" y="4"/>
                      <a:pt x="161" y="9"/>
                    </a:cubicBezTo>
                    <a:cubicBezTo>
                      <a:pt x="161" y="14"/>
                      <a:pt x="157" y="19"/>
                      <a:pt x="152" y="20"/>
                    </a:cubicBezTo>
                    <a:cubicBezTo>
                      <a:pt x="137" y="21"/>
                      <a:pt x="121" y="22"/>
                      <a:pt x="106" y="24"/>
                    </a:cubicBezTo>
                    <a:cubicBezTo>
                      <a:pt x="99" y="24"/>
                      <a:pt x="91" y="26"/>
                      <a:pt x="84" y="26"/>
                    </a:cubicBezTo>
                    <a:cubicBezTo>
                      <a:pt x="77" y="27"/>
                      <a:pt x="70" y="28"/>
                      <a:pt x="63" y="29"/>
                    </a:cubicBezTo>
                    <a:cubicBezTo>
                      <a:pt x="49" y="31"/>
                      <a:pt x="36" y="33"/>
                      <a:pt x="22" y="37"/>
                    </a:cubicBezTo>
                    <a:cubicBezTo>
                      <a:pt x="21" y="37"/>
                      <a:pt x="20" y="38"/>
                      <a:pt x="18" y="38"/>
                    </a:cubicBezTo>
                    <a:cubicBezTo>
                      <a:pt x="16" y="40"/>
                      <a:pt x="14" y="41"/>
                      <a:pt x="11" y="40"/>
                    </a:cubicBezTo>
                    <a:cubicBezTo>
                      <a:pt x="10" y="40"/>
                      <a:pt x="8" y="40"/>
                      <a:pt x="7" y="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9" name="Google Shape;4319;p50">
                <a:extLst>
                  <a:ext uri="{FF2B5EF4-FFF2-40B4-BE49-F238E27FC236}">
                    <a16:creationId xmlns:a16="http://schemas.microsoft.com/office/drawing/2014/main" id="{28D0CA8E-C6E8-058A-78BC-199D730F8A94}"/>
                  </a:ext>
                </a:extLst>
              </p:cNvPr>
              <p:cNvSpPr/>
              <p:nvPr/>
            </p:nvSpPr>
            <p:spPr>
              <a:xfrm>
                <a:off x="457540" y="4225678"/>
                <a:ext cx="29520" cy="78480"/>
              </a:xfrm>
              <a:custGeom>
                <a:avLst/>
                <a:gdLst/>
                <a:ahLst/>
                <a:cxnLst/>
                <a:rect l="l" t="t" r="r" b="b"/>
                <a:pathLst>
                  <a:path w="82" h="218" extrusionOk="0">
                    <a:moveTo>
                      <a:pt x="9" y="217"/>
                    </a:moveTo>
                    <a:cubicBezTo>
                      <a:pt x="4" y="215"/>
                      <a:pt x="0" y="209"/>
                      <a:pt x="2" y="203"/>
                    </a:cubicBezTo>
                    <a:cubicBezTo>
                      <a:pt x="9" y="180"/>
                      <a:pt x="16" y="158"/>
                      <a:pt x="23" y="135"/>
                    </a:cubicBezTo>
                    <a:cubicBezTo>
                      <a:pt x="29" y="113"/>
                      <a:pt x="35" y="91"/>
                      <a:pt x="41" y="69"/>
                    </a:cubicBezTo>
                    <a:cubicBezTo>
                      <a:pt x="43" y="59"/>
                      <a:pt x="46" y="48"/>
                      <a:pt x="49" y="38"/>
                    </a:cubicBezTo>
                    <a:cubicBezTo>
                      <a:pt x="52" y="28"/>
                      <a:pt x="54" y="20"/>
                      <a:pt x="57" y="10"/>
                    </a:cubicBezTo>
                    <a:cubicBezTo>
                      <a:pt x="58" y="4"/>
                      <a:pt x="65" y="0"/>
                      <a:pt x="72" y="1"/>
                    </a:cubicBezTo>
                    <a:cubicBezTo>
                      <a:pt x="78" y="4"/>
                      <a:pt x="81" y="11"/>
                      <a:pt x="78" y="17"/>
                    </a:cubicBezTo>
                    <a:cubicBezTo>
                      <a:pt x="71" y="38"/>
                      <a:pt x="65" y="60"/>
                      <a:pt x="59" y="81"/>
                    </a:cubicBezTo>
                    <a:cubicBezTo>
                      <a:pt x="53" y="104"/>
                      <a:pt x="47" y="126"/>
                      <a:pt x="40" y="148"/>
                    </a:cubicBezTo>
                    <a:cubicBezTo>
                      <a:pt x="34" y="169"/>
                      <a:pt x="29" y="189"/>
                      <a:pt x="23" y="209"/>
                    </a:cubicBezTo>
                    <a:cubicBezTo>
                      <a:pt x="22" y="214"/>
                      <a:pt x="17" y="217"/>
                      <a:pt x="12" y="217"/>
                    </a:cubicBezTo>
                    <a:cubicBezTo>
                      <a:pt x="11" y="217"/>
                      <a:pt x="10" y="217"/>
                      <a:pt x="9" y="2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0" name="Google Shape;4320;p50">
                <a:extLst>
                  <a:ext uri="{FF2B5EF4-FFF2-40B4-BE49-F238E27FC236}">
                    <a16:creationId xmlns:a16="http://schemas.microsoft.com/office/drawing/2014/main" id="{8E779BA2-BABC-6BB5-1A8C-E7AA2220A540}"/>
                  </a:ext>
                </a:extLst>
              </p:cNvPr>
              <p:cNvSpPr/>
              <p:nvPr/>
            </p:nvSpPr>
            <p:spPr>
              <a:xfrm>
                <a:off x="476260" y="4240798"/>
                <a:ext cx="21960" cy="55800"/>
              </a:xfrm>
              <a:custGeom>
                <a:avLst/>
                <a:gdLst/>
                <a:ahLst/>
                <a:cxnLst/>
                <a:rect l="l" t="t" r="r" b="b"/>
                <a:pathLst>
                  <a:path w="61" h="155" extrusionOk="0">
                    <a:moveTo>
                      <a:pt x="9" y="154"/>
                    </a:moveTo>
                    <a:cubicBezTo>
                      <a:pt x="7" y="153"/>
                      <a:pt x="4" y="152"/>
                      <a:pt x="2" y="149"/>
                    </a:cubicBezTo>
                    <a:cubicBezTo>
                      <a:pt x="1" y="147"/>
                      <a:pt x="0" y="144"/>
                      <a:pt x="1" y="140"/>
                    </a:cubicBezTo>
                    <a:cubicBezTo>
                      <a:pt x="1" y="139"/>
                      <a:pt x="2" y="138"/>
                      <a:pt x="2" y="137"/>
                    </a:cubicBezTo>
                    <a:cubicBezTo>
                      <a:pt x="2" y="137"/>
                      <a:pt x="2" y="136"/>
                      <a:pt x="2" y="135"/>
                    </a:cubicBezTo>
                    <a:cubicBezTo>
                      <a:pt x="7" y="116"/>
                      <a:pt x="11" y="96"/>
                      <a:pt x="16" y="77"/>
                    </a:cubicBezTo>
                    <a:cubicBezTo>
                      <a:pt x="18" y="67"/>
                      <a:pt x="20" y="59"/>
                      <a:pt x="22" y="50"/>
                    </a:cubicBezTo>
                    <a:cubicBezTo>
                      <a:pt x="23" y="42"/>
                      <a:pt x="26" y="35"/>
                      <a:pt x="27" y="28"/>
                    </a:cubicBezTo>
                    <a:cubicBezTo>
                      <a:pt x="30" y="22"/>
                      <a:pt x="32" y="17"/>
                      <a:pt x="35" y="11"/>
                    </a:cubicBezTo>
                    <a:cubicBezTo>
                      <a:pt x="37" y="8"/>
                      <a:pt x="39" y="5"/>
                      <a:pt x="43" y="3"/>
                    </a:cubicBezTo>
                    <a:lnTo>
                      <a:pt x="44" y="3"/>
                    </a:lnTo>
                    <a:cubicBezTo>
                      <a:pt x="50" y="0"/>
                      <a:pt x="57" y="4"/>
                      <a:pt x="59" y="11"/>
                    </a:cubicBezTo>
                    <a:cubicBezTo>
                      <a:pt x="60" y="15"/>
                      <a:pt x="58" y="20"/>
                      <a:pt x="54" y="22"/>
                    </a:cubicBezTo>
                    <a:cubicBezTo>
                      <a:pt x="53" y="24"/>
                      <a:pt x="53" y="24"/>
                      <a:pt x="52" y="25"/>
                    </a:cubicBezTo>
                    <a:cubicBezTo>
                      <a:pt x="51" y="28"/>
                      <a:pt x="50" y="29"/>
                      <a:pt x="50" y="32"/>
                    </a:cubicBezTo>
                    <a:cubicBezTo>
                      <a:pt x="46" y="41"/>
                      <a:pt x="43" y="51"/>
                      <a:pt x="41" y="61"/>
                    </a:cubicBezTo>
                    <a:cubicBezTo>
                      <a:pt x="34" y="89"/>
                      <a:pt x="28" y="117"/>
                      <a:pt x="22" y="145"/>
                    </a:cubicBezTo>
                    <a:cubicBezTo>
                      <a:pt x="21" y="151"/>
                      <a:pt x="16" y="154"/>
                      <a:pt x="11" y="154"/>
                    </a:cubicBezTo>
                    <a:cubicBezTo>
                      <a:pt x="11" y="154"/>
                      <a:pt x="10" y="154"/>
                      <a:pt x="9" y="1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1" name="Google Shape;4321;p50">
                <a:extLst>
                  <a:ext uri="{FF2B5EF4-FFF2-40B4-BE49-F238E27FC236}">
                    <a16:creationId xmlns:a16="http://schemas.microsoft.com/office/drawing/2014/main" id="{77EC1500-1D74-1FD0-6B95-6CED861D618B}"/>
                  </a:ext>
                </a:extLst>
              </p:cNvPr>
              <p:cNvSpPr/>
              <p:nvPr/>
            </p:nvSpPr>
            <p:spPr>
              <a:xfrm>
                <a:off x="446020" y="4217758"/>
                <a:ext cx="97200" cy="27360"/>
              </a:xfrm>
              <a:custGeom>
                <a:avLst/>
                <a:gdLst/>
                <a:ahLst/>
                <a:cxnLst/>
                <a:rect l="l" t="t" r="r" b="b"/>
                <a:pathLst>
                  <a:path w="270" h="76" extrusionOk="0">
                    <a:moveTo>
                      <a:pt x="11" y="74"/>
                    </a:moveTo>
                    <a:cubicBezTo>
                      <a:pt x="7" y="72"/>
                      <a:pt x="4" y="68"/>
                      <a:pt x="2" y="64"/>
                    </a:cubicBezTo>
                    <a:cubicBezTo>
                      <a:pt x="0" y="58"/>
                      <a:pt x="2" y="52"/>
                      <a:pt x="6" y="47"/>
                    </a:cubicBezTo>
                    <a:cubicBezTo>
                      <a:pt x="15" y="36"/>
                      <a:pt x="28" y="30"/>
                      <a:pt x="41" y="26"/>
                    </a:cubicBezTo>
                    <a:cubicBezTo>
                      <a:pt x="51" y="22"/>
                      <a:pt x="62" y="19"/>
                      <a:pt x="73" y="18"/>
                    </a:cubicBezTo>
                    <a:cubicBezTo>
                      <a:pt x="80" y="16"/>
                      <a:pt x="88" y="15"/>
                      <a:pt x="96" y="13"/>
                    </a:cubicBezTo>
                    <a:cubicBezTo>
                      <a:pt x="100" y="12"/>
                      <a:pt x="104" y="12"/>
                      <a:pt x="109" y="11"/>
                    </a:cubicBezTo>
                    <a:cubicBezTo>
                      <a:pt x="113" y="11"/>
                      <a:pt x="117" y="10"/>
                      <a:pt x="121" y="9"/>
                    </a:cubicBezTo>
                    <a:cubicBezTo>
                      <a:pt x="122" y="9"/>
                      <a:pt x="124" y="9"/>
                      <a:pt x="126" y="9"/>
                    </a:cubicBezTo>
                    <a:cubicBezTo>
                      <a:pt x="132" y="8"/>
                      <a:pt x="139" y="8"/>
                      <a:pt x="145" y="7"/>
                    </a:cubicBezTo>
                    <a:cubicBezTo>
                      <a:pt x="150" y="7"/>
                      <a:pt x="155" y="6"/>
                      <a:pt x="160" y="6"/>
                    </a:cubicBezTo>
                    <a:cubicBezTo>
                      <a:pt x="193" y="4"/>
                      <a:pt x="225" y="2"/>
                      <a:pt x="258" y="1"/>
                    </a:cubicBezTo>
                    <a:cubicBezTo>
                      <a:pt x="263" y="0"/>
                      <a:pt x="267" y="4"/>
                      <a:pt x="268" y="9"/>
                    </a:cubicBezTo>
                    <a:cubicBezTo>
                      <a:pt x="269" y="14"/>
                      <a:pt x="265" y="19"/>
                      <a:pt x="259" y="19"/>
                    </a:cubicBezTo>
                    <a:cubicBezTo>
                      <a:pt x="234" y="21"/>
                      <a:pt x="209" y="22"/>
                      <a:pt x="184" y="24"/>
                    </a:cubicBezTo>
                    <a:cubicBezTo>
                      <a:pt x="173" y="25"/>
                      <a:pt x="162" y="25"/>
                      <a:pt x="151" y="26"/>
                    </a:cubicBezTo>
                    <a:cubicBezTo>
                      <a:pt x="143" y="27"/>
                      <a:pt x="136" y="28"/>
                      <a:pt x="129" y="29"/>
                    </a:cubicBezTo>
                    <a:cubicBezTo>
                      <a:pt x="124" y="29"/>
                      <a:pt x="119" y="30"/>
                      <a:pt x="114" y="30"/>
                    </a:cubicBezTo>
                    <a:cubicBezTo>
                      <a:pt x="110" y="32"/>
                      <a:pt x="106" y="32"/>
                      <a:pt x="102" y="33"/>
                    </a:cubicBezTo>
                    <a:cubicBezTo>
                      <a:pt x="96" y="34"/>
                      <a:pt x="90" y="35"/>
                      <a:pt x="85" y="36"/>
                    </a:cubicBezTo>
                    <a:cubicBezTo>
                      <a:pt x="82" y="37"/>
                      <a:pt x="78" y="37"/>
                      <a:pt x="75" y="38"/>
                    </a:cubicBezTo>
                    <a:cubicBezTo>
                      <a:pt x="69" y="39"/>
                      <a:pt x="64" y="41"/>
                      <a:pt x="58" y="42"/>
                    </a:cubicBezTo>
                    <a:cubicBezTo>
                      <a:pt x="59" y="42"/>
                      <a:pt x="59" y="42"/>
                      <a:pt x="59" y="42"/>
                    </a:cubicBezTo>
                    <a:cubicBezTo>
                      <a:pt x="52" y="44"/>
                      <a:pt x="46" y="46"/>
                      <a:pt x="40" y="49"/>
                    </a:cubicBezTo>
                    <a:cubicBezTo>
                      <a:pt x="36" y="50"/>
                      <a:pt x="33" y="52"/>
                      <a:pt x="30" y="54"/>
                    </a:cubicBezTo>
                    <a:cubicBezTo>
                      <a:pt x="29" y="54"/>
                      <a:pt x="29" y="55"/>
                      <a:pt x="27" y="56"/>
                    </a:cubicBezTo>
                    <a:cubicBezTo>
                      <a:pt x="27" y="57"/>
                      <a:pt x="26" y="57"/>
                      <a:pt x="25" y="58"/>
                    </a:cubicBezTo>
                    <a:cubicBezTo>
                      <a:pt x="27" y="60"/>
                      <a:pt x="27" y="64"/>
                      <a:pt x="26" y="67"/>
                    </a:cubicBezTo>
                    <a:cubicBezTo>
                      <a:pt x="25" y="72"/>
                      <a:pt x="20" y="75"/>
                      <a:pt x="16" y="75"/>
                    </a:cubicBezTo>
                    <a:cubicBezTo>
                      <a:pt x="14" y="75"/>
                      <a:pt x="12" y="74"/>
                      <a:pt x="11" y="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2" name="Google Shape;4322;p50">
                <a:extLst>
                  <a:ext uri="{FF2B5EF4-FFF2-40B4-BE49-F238E27FC236}">
                    <a16:creationId xmlns:a16="http://schemas.microsoft.com/office/drawing/2014/main" id="{37F8DD95-0CE3-2760-ADED-4DBDF78D264E}"/>
                  </a:ext>
                </a:extLst>
              </p:cNvPr>
              <p:cNvSpPr/>
              <p:nvPr/>
            </p:nvSpPr>
            <p:spPr>
              <a:xfrm>
                <a:off x="504700" y="4214518"/>
                <a:ext cx="56160" cy="11988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333" extrusionOk="0">
                    <a:moveTo>
                      <a:pt x="9" y="331"/>
                    </a:moveTo>
                    <a:cubicBezTo>
                      <a:pt x="3" y="330"/>
                      <a:pt x="0" y="323"/>
                      <a:pt x="3" y="317"/>
                    </a:cubicBezTo>
                    <a:cubicBezTo>
                      <a:pt x="12" y="295"/>
                      <a:pt x="22" y="272"/>
                      <a:pt x="31" y="250"/>
                    </a:cubicBezTo>
                    <a:cubicBezTo>
                      <a:pt x="39" y="231"/>
                      <a:pt x="47" y="212"/>
                      <a:pt x="56" y="193"/>
                    </a:cubicBezTo>
                    <a:cubicBezTo>
                      <a:pt x="74" y="150"/>
                      <a:pt x="92" y="107"/>
                      <a:pt x="110" y="64"/>
                    </a:cubicBezTo>
                    <a:cubicBezTo>
                      <a:pt x="116" y="51"/>
                      <a:pt x="121" y="37"/>
                      <a:pt x="127" y="23"/>
                    </a:cubicBezTo>
                    <a:lnTo>
                      <a:pt x="127" y="24"/>
                    </a:lnTo>
                    <a:cubicBezTo>
                      <a:pt x="128" y="20"/>
                      <a:pt x="130" y="14"/>
                      <a:pt x="132" y="10"/>
                    </a:cubicBezTo>
                    <a:cubicBezTo>
                      <a:pt x="134" y="4"/>
                      <a:pt x="140" y="0"/>
                      <a:pt x="146" y="3"/>
                    </a:cubicBezTo>
                    <a:cubicBezTo>
                      <a:pt x="151" y="5"/>
                      <a:pt x="155" y="11"/>
                      <a:pt x="153" y="17"/>
                    </a:cubicBezTo>
                    <a:cubicBezTo>
                      <a:pt x="149" y="27"/>
                      <a:pt x="145" y="37"/>
                      <a:pt x="140" y="48"/>
                    </a:cubicBezTo>
                    <a:cubicBezTo>
                      <a:pt x="136" y="58"/>
                      <a:pt x="131" y="67"/>
                      <a:pt x="127" y="77"/>
                    </a:cubicBezTo>
                    <a:cubicBezTo>
                      <a:pt x="117" y="98"/>
                      <a:pt x="109" y="118"/>
                      <a:pt x="99" y="139"/>
                    </a:cubicBezTo>
                    <a:cubicBezTo>
                      <a:pt x="81" y="180"/>
                      <a:pt x="63" y="221"/>
                      <a:pt x="46" y="263"/>
                    </a:cubicBezTo>
                    <a:cubicBezTo>
                      <a:pt x="42" y="272"/>
                      <a:pt x="39" y="282"/>
                      <a:pt x="35" y="292"/>
                    </a:cubicBezTo>
                    <a:cubicBezTo>
                      <a:pt x="35" y="291"/>
                      <a:pt x="35" y="291"/>
                      <a:pt x="35" y="291"/>
                    </a:cubicBezTo>
                    <a:cubicBezTo>
                      <a:pt x="31" y="302"/>
                      <a:pt x="26" y="313"/>
                      <a:pt x="22" y="324"/>
                    </a:cubicBezTo>
                    <a:cubicBezTo>
                      <a:pt x="21" y="329"/>
                      <a:pt x="17" y="332"/>
                      <a:pt x="12" y="332"/>
                    </a:cubicBezTo>
                    <a:cubicBezTo>
                      <a:pt x="11" y="332"/>
                      <a:pt x="10" y="332"/>
                      <a:pt x="9" y="3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3" name="Google Shape;4323;p50">
                <a:extLst>
                  <a:ext uri="{FF2B5EF4-FFF2-40B4-BE49-F238E27FC236}">
                    <a16:creationId xmlns:a16="http://schemas.microsoft.com/office/drawing/2014/main" id="{6D1627B2-C7E8-DC1A-0618-74266462CB58}"/>
                  </a:ext>
                </a:extLst>
              </p:cNvPr>
              <p:cNvSpPr/>
              <p:nvPr/>
            </p:nvSpPr>
            <p:spPr>
              <a:xfrm>
                <a:off x="539620" y="4246918"/>
                <a:ext cx="3384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94" h="167" extrusionOk="0">
                    <a:moveTo>
                      <a:pt x="27" y="160"/>
                    </a:moveTo>
                    <a:cubicBezTo>
                      <a:pt x="24" y="155"/>
                      <a:pt x="26" y="148"/>
                      <a:pt x="31" y="145"/>
                    </a:cubicBezTo>
                    <a:cubicBezTo>
                      <a:pt x="32" y="145"/>
                      <a:pt x="33" y="144"/>
                      <a:pt x="34" y="143"/>
                    </a:cubicBezTo>
                    <a:cubicBezTo>
                      <a:pt x="39" y="140"/>
                      <a:pt x="44" y="136"/>
                      <a:pt x="49" y="132"/>
                    </a:cubicBezTo>
                    <a:cubicBezTo>
                      <a:pt x="52" y="131"/>
                      <a:pt x="53" y="129"/>
                      <a:pt x="56" y="127"/>
                    </a:cubicBezTo>
                    <a:cubicBezTo>
                      <a:pt x="58" y="125"/>
                      <a:pt x="60" y="123"/>
                      <a:pt x="62" y="120"/>
                    </a:cubicBezTo>
                    <a:cubicBezTo>
                      <a:pt x="63" y="118"/>
                      <a:pt x="64" y="116"/>
                      <a:pt x="65" y="114"/>
                    </a:cubicBezTo>
                    <a:cubicBezTo>
                      <a:pt x="66" y="113"/>
                      <a:pt x="67" y="111"/>
                      <a:pt x="67" y="110"/>
                    </a:cubicBezTo>
                    <a:cubicBezTo>
                      <a:pt x="67" y="109"/>
                      <a:pt x="68" y="109"/>
                      <a:pt x="68" y="108"/>
                    </a:cubicBezTo>
                    <a:cubicBezTo>
                      <a:pt x="68" y="107"/>
                      <a:pt x="69" y="106"/>
                      <a:pt x="69" y="104"/>
                    </a:cubicBezTo>
                    <a:lnTo>
                      <a:pt x="69" y="103"/>
                    </a:lnTo>
                    <a:lnTo>
                      <a:pt x="69" y="104"/>
                    </a:lnTo>
                    <a:lnTo>
                      <a:pt x="69" y="103"/>
                    </a:lnTo>
                    <a:lnTo>
                      <a:pt x="69" y="104"/>
                    </a:lnTo>
                    <a:cubicBezTo>
                      <a:pt x="69" y="103"/>
                      <a:pt x="69" y="102"/>
                      <a:pt x="69" y="101"/>
                    </a:cubicBezTo>
                    <a:cubicBezTo>
                      <a:pt x="69" y="100"/>
                      <a:pt x="68" y="100"/>
                      <a:pt x="68" y="99"/>
                    </a:cubicBezTo>
                    <a:lnTo>
                      <a:pt x="67" y="98"/>
                    </a:lnTo>
                    <a:cubicBezTo>
                      <a:pt x="67" y="97"/>
                      <a:pt x="67" y="97"/>
                      <a:pt x="67" y="97"/>
                    </a:cubicBezTo>
                    <a:cubicBezTo>
                      <a:pt x="66" y="96"/>
                      <a:pt x="66" y="96"/>
                      <a:pt x="66" y="95"/>
                    </a:cubicBezTo>
                    <a:cubicBezTo>
                      <a:pt x="65" y="95"/>
                      <a:pt x="65" y="94"/>
                      <a:pt x="64" y="93"/>
                    </a:cubicBezTo>
                    <a:cubicBezTo>
                      <a:pt x="65" y="93"/>
                      <a:pt x="65" y="93"/>
                      <a:pt x="65" y="94"/>
                    </a:cubicBezTo>
                    <a:cubicBezTo>
                      <a:pt x="65" y="93"/>
                      <a:pt x="65" y="93"/>
                      <a:pt x="64" y="93"/>
                    </a:cubicBezTo>
                    <a:lnTo>
                      <a:pt x="63" y="93"/>
                    </a:lnTo>
                    <a:cubicBezTo>
                      <a:pt x="64" y="93"/>
                      <a:pt x="64" y="93"/>
                      <a:pt x="64" y="93"/>
                    </a:cubicBezTo>
                    <a:cubicBezTo>
                      <a:pt x="64" y="93"/>
                      <a:pt x="63" y="93"/>
                      <a:pt x="63" y="92"/>
                    </a:cubicBezTo>
                    <a:cubicBezTo>
                      <a:pt x="62" y="92"/>
                      <a:pt x="61" y="91"/>
                      <a:pt x="60" y="90"/>
                    </a:cubicBezTo>
                    <a:cubicBezTo>
                      <a:pt x="59" y="90"/>
                      <a:pt x="58" y="89"/>
                      <a:pt x="57" y="89"/>
                    </a:cubicBezTo>
                    <a:cubicBezTo>
                      <a:pt x="56" y="89"/>
                      <a:pt x="54" y="88"/>
                      <a:pt x="53" y="88"/>
                    </a:cubicBezTo>
                    <a:cubicBezTo>
                      <a:pt x="51" y="88"/>
                      <a:pt x="49" y="87"/>
                      <a:pt x="48" y="87"/>
                    </a:cubicBezTo>
                    <a:cubicBezTo>
                      <a:pt x="45" y="87"/>
                      <a:pt x="41" y="87"/>
                      <a:pt x="37" y="86"/>
                    </a:cubicBezTo>
                    <a:cubicBezTo>
                      <a:pt x="32" y="84"/>
                      <a:pt x="28" y="79"/>
                      <a:pt x="28" y="74"/>
                    </a:cubicBezTo>
                    <a:cubicBezTo>
                      <a:pt x="28" y="69"/>
                      <a:pt x="31" y="65"/>
                      <a:pt x="34" y="62"/>
                    </a:cubicBezTo>
                    <a:cubicBezTo>
                      <a:pt x="35" y="60"/>
                      <a:pt x="37" y="58"/>
                      <a:pt x="38" y="56"/>
                    </a:cubicBezTo>
                    <a:cubicBezTo>
                      <a:pt x="40" y="52"/>
                      <a:pt x="42" y="48"/>
                      <a:pt x="44" y="44"/>
                    </a:cubicBezTo>
                    <a:cubicBezTo>
                      <a:pt x="44" y="43"/>
                      <a:pt x="45" y="42"/>
                      <a:pt x="45" y="40"/>
                    </a:cubicBezTo>
                    <a:cubicBezTo>
                      <a:pt x="45" y="39"/>
                      <a:pt x="45" y="37"/>
                      <a:pt x="45" y="36"/>
                    </a:cubicBezTo>
                    <a:cubicBezTo>
                      <a:pt x="46" y="35"/>
                      <a:pt x="46" y="33"/>
                      <a:pt x="46" y="32"/>
                    </a:cubicBezTo>
                    <a:cubicBezTo>
                      <a:pt x="46" y="31"/>
                      <a:pt x="46" y="30"/>
                      <a:pt x="45" y="30"/>
                    </a:cubicBezTo>
                    <a:cubicBezTo>
                      <a:pt x="45" y="29"/>
                      <a:pt x="45" y="29"/>
                      <a:pt x="45" y="29"/>
                    </a:cubicBezTo>
                    <a:cubicBezTo>
                      <a:pt x="45" y="28"/>
                      <a:pt x="45" y="28"/>
                      <a:pt x="45" y="28"/>
                    </a:cubicBezTo>
                    <a:cubicBezTo>
                      <a:pt x="45" y="29"/>
                      <a:pt x="45" y="29"/>
                      <a:pt x="45" y="29"/>
                    </a:cubicBezTo>
                    <a:lnTo>
                      <a:pt x="45" y="28"/>
                    </a:lnTo>
                    <a:cubicBezTo>
                      <a:pt x="45" y="28"/>
                      <a:pt x="45" y="27"/>
                      <a:pt x="44" y="27"/>
                    </a:cubicBezTo>
                    <a:cubicBezTo>
                      <a:pt x="44" y="26"/>
                      <a:pt x="44" y="25"/>
                      <a:pt x="42" y="25"/>
                    </a:cubicBezTo>
                    <a:cubicBezTo>
                      <a:pt x="43" y="25"/>
                      <a:pt x="44" y="25"/>
                      <a:pt x="44" y="26"/>
                    </a:cubicBezTo>
                    <a:cubicBezTo>
                      <a:pt x="43" y="25"/>
                      <a:pt x="42" y="25"/>
                      <a:pt x="42" y="24"/>
                    </a:cubicBezTo>
                    <a:cubicBezTo>
                      <a:pt x="42" y="23"/>
                      <a:pt x="42" y="23"/>
                      <a:pt x="41" y="23"/>
                    </a:cubicBezTo>
                    <a:lnTo>
                      <a:pt x="40" y="23"/>
                    </a:lnTo>
                    <a:lnTo>
                      <a:pt x="39" y="23"/>
                    </a:lnTo>
                    <a:lnTo>
                      <a:pt x="38" y="23"/>
                    </a:lnTo>
                    <a:cubicBezTo>
                      <a:pt x="37" y="23"/>
                      <a:pt x="36" y="24"/>
                      <a:pt x="35" y="25"/>
                    </a:cubicBezTo>
                    <a:cubicBezTo>
                      <a:pt x="34" y="25"/>
                      <a:pt x="33" y="26"/>
                      <a:pt x="32" y="26"/>
                    </a:cubicBezTo>
                    <a:cubicBezTo>
                      <a:pt x="31" y="26"/>
                      <a:pt x="31" y="27"/>
                      <a:pt x="30" y="28"/>
                    </a:cubicBezTo>
                    <a:cubicBezTo>
                      <a:pt x="29" y="28"/>
                      <a:pt x="28" y="29"/>
                      <a:pt x="27" y="30"/>
                    </a:cubicBezTo>
                    <a:cubicBezTo>
                      <a:pt x="27" y="30"/>
                      <a:pt x="27" y="31"/>
                      <a:pt x="26" y="31"/>
                    </a:cubicBezTo>
                    <a:cubicBezTo>
                      <a:pt x="26" y="32"/>
                      <a:pt x="25" y="32"/>
                      <a:pt x="25" y="32"/>
                    </a:cubicBezTo>
                    <a:cubicBezTo>
                      <a:pt x="25" y="33"/>
                      <a:pt x="25" y="33"/>
                      <a:pt x="25" y="33"/>
                    </a:cubicBezTo>
                    <a:cubicBezTo>
                      <a:pt x="25" y="34"/>
                      <a:pt x="25" y="35"/>
                      <a:pt x="24" y="35"/>
                    </a:cubicBezTo>
                    <a:cubicBezTo>
                      <a:pt x="25" y="35"/>
                      <a:pt x="25" y="34"/>
                      <a:pt x="25" y="34"/>
                    </a:cubicBezTo>
                    <a:cubicBezTo>
                      <a:pt x="25" y="35"/>
                      <a:pt x="24" y="35"/>
                      <a:pt x="24" y="36"/>
                    </a:cubicBezTo>
                    <a:cubicBezTo>
                      <a:pt x="23" y="42"/>
                      <a:pt x="16" y="45"/>
                      <a:pt x="10" y="43"/>
                    </a:cubicBezTo>
                    <a:cubicBezTo>
                      <a:pt x="5" y="41"/>
                      <a:pt x="0" y="35"/>
                      <a:pt x="3" y="29"/>
                    </a:cubicBezTo>
                    <a:lnTo>
                      <a:pt x="3" y="28"/>
                    </a:lnTo>
                    <a:cubicBezTo>
                      <a:pt x="4" y="26"/>
                      <a:pt x="5" y="25"/>
                      <a:pt x="6" y="23"/>
                    </a:cubicBezTo>
                    <a:cubicBezTo>
                      <a:pt x="7" y="19"/>
                      <a:pt x="9" y="16"/>
                      <a:pt x="12" y="14"/>
                    </a:cubicBezTo>
                    <a:cubicBezTo>
                      <a:pt x="17" y="9"/>
                      <a:pt x="23" y="5"/>
                      <a:pt x="30" y="2"/>
                    </a:cubicBezTo>
                    <a:cubicBezTo>
                      <a:pt x="37" y="0"/>
                      <a:pt x="44" y="0"/>
                      <a:pt x="51" y="4"/>
                    </a:cubicBezTo>
                    <a:cubicBezTo>
                      <a:pt x="58" y="7"/>
                      <a:pt x="63" y="13"/>
                      <a:pt x="65" y="20"/>
                    </a:cubicBezTo>
                    <a:cubicBezTo>
                      <a:pt x="68" y="28"/>
                      <a:pt x="67" y="35"/>
                      <a:pt x="66" y="43"/>
                    </a:cubicBezTo>
                    <a:cubicBezTo>
                      <a:pt x="65" y="49"/>
                      <a:pt x="62" y="55"/>
                      <a:pt x="60" y="61"/>
                    </a:cubicBezTo>
                    <a:cubicBezTo>
                      <a:pt x="59" y="63"/>
                      <a:pt x="58" y="65"/>
                      <a:pt x="57" y="67"/>
                    </a:cubicBezTo>
                    <a:cubicBezTo>
                      <a:pt x="58" y="67"/>
                      <a:pt x="58" y="67"/>
                      <a:pt x="59" y="67"/>
                    </a:cubicBezTo>
                    <a:cubicBezTo>
                      <a:pt x="66" y="69"/>
                      <a:pt x="73" y="72"/>
                      <a:pt x="79" y="78"/>
                    </a:cubicBezTo>
                    <a:cubicBezTo>
                      <a:pt x="90" y="88"/>
                      <a:pt x="93" y="104"/>
                      <a:pt x="87" y="119"/>
                    </a:cubicBezTo>
                    <a:cubicBezTo>
                      <a:pt x="84" y="126"/>
                      <a:pt x="79" y="133"/>
                      <a:pt x="74" y="139"/>
                    </a:cubicBezTo>
                    <a:cubicBezTo>
                      <a:pt x="70" y="143"/>
                      <a:pt x="65" y="148"/>
                      <a:pt x="60" y="152"/>
                    </a:cubicBezTo>
                    <a:cubicBezTo>
                      <a:pt x="54" y="157"/>
                      <a:pt x="48" y="161"/>
                      <a:pt x="41" y="165"/>
                    </a:cubicBezTo>
                    <a:cubicBezTo>
                      <a:pt x="40" y="166"/>
                      <a:pt x="38" y="166"/>
                      <a:pt x="37" y="166"/>
                    </a:cubicBezTo>
                    <a:cubicBezTo>
                      <a:pt x="32" y="166"/>
                      <a:pt x="28" y="164"/>
                      <a:pt x="27" y="1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4" name="Google Shape;4324;p50">
                <a:extLst>
                  <a:ext uri="{FF2B5EF4-FFF2-40B4-BE49-F238E27FC236}">
                    <a16:creationId xmlns:a16="http://schemas.microsoft.com/office/drawing/2014/main" id="{64339E4A-5880-B078-55DA-9EB4CB92A402}"/>
                  </a:ext>
                </a:extLst>
              </p:cNvPr>
              <p:cNvSpPr/>
              <p:nvPr/>
            </p:nvSpPr>
            <p:spPr>
              <a:xfrm>
                <a:off x="583540" y="4196877"/>
                <a:ext cx="27360" cy="149040"/>
              </a:xfrm>
              <a:custGeom>
                <a:avLst/>
                <a:gdLst/>
                <a:ahLst/>
                <a:cxnLst/>
                <a:rect l="l" t="t" r="r" b="b"/>
                <a:pathLst>
                  <a:path w="76" h="414" extrusionOk="0">
                    <a:moveTo>
                      <a:pt x="5" y="410"/>
                    </a:moveTo>
                    <a:cubicBezTo>
                      <a:pt x="1" y="407"/>
                      <a:pt x="0" y="400"/>
                      <a:pt x="4" y="395"/>
                    </a:cubicBezTo>
                    <a:cubicBezTo>
                      <a:pt x="5" y="394"/>
                      <a:pt x="6" y="392"/>
                      <a:pt x="7" y="391"/>
                    </a:cubicBezTo>
                    <a:cubicBezTo>
                      <a:pt x="8" y="390"/>
                      <a:pt x="8" y="389"/>
                      <a:pt x="9" y="388"/>
                    </a:cubicBezTo>
                    <a:lnTo>
                      <a:pt x="10" y="388"/>
                    </a:lnTo>
                    <a:lnTo>
                      <a:pt x="10" y="387"/>
                    </a:lnTo>
                    <a:lnTo>
                      <a:pt x="11" y="387"/>
                    </a:lnTo>
                    <a:cubicBezTo>
                      <a:pt x="10" y="387"/>
                      <a:pt x="10" y="387"/>
                      <a:pt x="10" y="387"/>
                    </a:cubicBezTo>
                    <a:cubicBezTo>
                      <a:pt x="11" y="387"/>
                      <a:pt x="11" y="387"/>
                      <a:pt x="11" y="387"/>
                    </a:cubicBezTo>
                    <a:cubicBezTo>
                      <a:pt x="11" y="386"/>
                      <a:pt x="11" y="386"/>
                      <a:pt x="11" y="386"/>
                    </a:cubicBezTo>
                    <a:cubicBezTo>
                      <a:pt x="17" y="378"/>
                      <a:pt x="21" y="370"/>
                      <a:pt x="25" y="362"/>
                    </a:cubicBezTo>
                    <a:cubicBezTo>
                      <a:pt x="29" y="356"/>
                      <a:pt x="32" y="350"/>
                      <a:pt x="35" y="344"/>
                    </a:cubicBezTo>
                    <a:cubicBezTo>
                      <a:pt x="37" y="337"/>
                      <a:pt x="39" y="330"/>
                      <a:pt x="41" y="323"/>
                    </a:cubicBezTo>
                    <a:cubicBezTo>
                      <a:pt x="42" y="316"/>
                      <a:pt x="44" y="310"/>
                      <a:pt x="45" y="303"/>
                    </a:cubicBezTo>
                    <a:cubicBezTo>
                      <a:pt x="47" y="298"/>
                      <a:pt x="47" y="292"/>
                      <a:pt x="49" y="287"/>
                    </a:cubicBezTo>
                    <a:cubicBezTo>
                      <a:pt x="49" y="282"/>
                      <a:pt x="50" y="277"/>
                      <a:pt x="50" y="272"/>
                    </a:cubicBezTo>
                    <a:cubicBezTo>
                      <a:pt x="51" y="266"/>
                      <a:pt x="52" y="259"/>
                      <a:pt x="53" y="253"/>
                    </a:cubicBezTo>
                    <a:cubicBezTo>
                      <a:pt x="53" y="248"/>
                      <a:pt x="53" y="243"/>
                      <a:pt x="54" y="239"/>
                    </a:cubicBezTo>
                    <a:cubicBezTo>
                      <a:pt x="54" y="234"/>
                      <a:pt x="54" y="229"/>
                      <a:pt x="54" y="225"/>
                    </a:cubicBezTo>
                    <a:cubicBezTo>
                      <a:pt x="55" y="214"/>
                      <a:pt x="55" y="204"/>
                      <a:pt x="55" y="194"/>
                    </a:cubicBezTo>
                    <a:cubicBezTo>
                      <a:pt x="55" y="188"/>
                      <a:pt x="54" y="182"/>
                      <a:pt x="54" y="177"/>
                    </a:cubicBezTo>
                    <a:cubicBezTo>
                      <a:pt x="54" y="172"/>
                      <a:pt x="54" y="168"/>
                      <a:pt x="54" y="163"/>
                    </a:cubicBezTo>
                    <a:cubicBezTo>
                      <a:pt x="53" y="151"/>
                      <a:pt x="52" y="140"/>
                      <a:pt x="51" y="129"/>
                    </a:cubicBezTo>
                    <a:cubicBezTo>
                      <a:pt x="48" y="105"/>
                      <a:pt x="45" y="81"/>
                      <a:pt x="43" y="57"/>
                    </a:cubicBezTo>
                    <a:cubicBezTo>
                      <a:pt x="42" y="52"/>
                      <a:pt x="42" y="47"/>
                      <a:pt x="41" y="41"/>
                    </a:cubicBezTo>
                    <a:cubicBezTo>
                      <a:pt x="41" y="34"/>
                      <a:pt x="40" y="27"/>
                      <a:pt x="41" y="20"/>
                    </a:cubicBezTo>
                    <a:cubicBezTo>
                      <a:pt x="42" y="16"/>
                      <a:pt x="43" y="10"/>
                      <a:pt x="46" y="6"/>
                    </a:cubicBezTo>
                    <a:cubicBezTo>
                      <a:pt x="49" y="2"/>
                      <a:pt x="53" y="0"/>
                      <a:pt x="58" y="0"/>
                    </a:cubicBezTo>
                    <a:cubicBezTo>
                      <a:pt x="64" y="0"/>
                      <a:pt x="70" y="4"/>
                      <a:pt x="71" y="10"/>
                    </a:cubicBezTo>
                    <a:cubicBezTo>
                      <a:pt x="71" y="16"/>
                      <a:pt x="68" y="20"/>
                      <a:pt x="63" y="22"/>
                    </a:cubicBezTo>
                    <a:cubicBezTo>
                      <a:pt x="63" y="23"/>
                      <a:pt x="63" y="24"/>
                      <a:pt x="63" y="24"/>
                    </a:cubicBezTo>
                    <a:cubicBezTo>
                      <a:pt x="63" y="29"/>
                      <a:pt x="63" y="34"/>
                      <a:pt x="63" y="38"/>
                    </a:cubicBezTo>
                    <a:cubicBezTo>
                      <a:pt x="63" y="52"/>
                      <a:pt x="64" y="66"/>
                      <a:pt x="66" y="80"/>
                    </a:cubicBezTo>
                    <a:cubicBezTo>
                      <a:pt x="67" y="92"/>
                      <a:pt x="68" y="104"/>
                      <a:pt x="70" y="116"/>
                    </a:cubicBezTo>
                    <a:cubicBezTo>
                      <a:pt x="71" y="128"/>
                      <a:pt x="72" y="140"/>
                      <a:pt x="73" y="153"/>
                    </a:cubicBezTo>
                    <a:cubicBezTo>
                      <a:pt x="74" y="165"/>
                      <a:pt x="74" y="176"/>
                      <a:pt x="74" y="189"/>
                    </a:cubicBezTo>
                    <a:cubicBezTo>
                      <a:pt x="75" y="200"/>
                      <a:pt x="74" y="213"/>
                      <a:pt x="74" y="224"/>
                    </a:cubicBezTo>
                    <a:cubicBezTo>
                      <a:pt x="74" y="229"/>
                      <a:pt x="74" y="234"/>
                      <a:pt x="73" y="239"/>
                    </a:cubicBezTo>
                    <a:cubicBezTo>
                      <a:pt x="73" y="244"/>
                      <a:pt x="72" y="250"/>
                      <a:pt x="72" y="256"/>
                    </a:cubicBezTo>
                    <a:cubicBezTo>
                      <a:pt x="71" y="267"/>
                      <a:pt x="70" y="278"/>
                      <a:pt x="68" y="289"/>
                    </a:cubicBezTo>
                    <a:cubicBezTo>
                      <a:pt x="67" y="295"/>
                      <a:pt x="66" y="301"/>
                      <a:pt x="65" y="306"/>
                    </a:cubicBezTo>
                    <a:cubicBezTo>
                      <a:pt x="63" y="313"/>
                      <a:pt x="62" y="320"/>
                      <a:pt x="60" y="326"/>
                    </a:cubicBezTo>
                    <a:cubicBezTo>
                      <a:pt x="59" y="331"/>
                      <a:pt x="58" y="336"/>
                      <a:pt x="56" y="341"/>
                    </a:cubicBezTo>
                    <a:cubicBezTo>
                      <a:pt x="54" y="348"/>
                      <a:pt x="51" y="354"/>
                      <a:pt x="49" y="361"/>
                    </a:cubicBezTo>
                    <a:cubicBezTo>
                      <a:pt x="46" y="368"/>
                      <a:pt x="42" y="374"/>
                      <a:pt x="38" y="381"/>
                    </a:cubicBezTo>
                    <a:cubicBezTo>
                      <a:pt x="33" y="391"/>
                      <a:pt x="27" y="400"/>
                      <a:pt x="21" y="409"/>
                    </a:cubicBezTo>
                    <a:cubicBezTo>
                      <a:pt x="18" y="412"/>
                      <a:pt x="15" y="413"/>
                      <a:pt x="12" y="413"/>
                    </a:cubicBezTo>
                    <a:cubicBezTo>
                      <a:pt x="10" y="413"/>
                      <a:pt x="7" y="412"/>
                      <a:pt x="5" y="4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5" name="Google Shape;4325;p50">
                <a:extLst>
                  <a:ext uri="{FF2B5EF4-FFF2-40B4-BE49-F238E27FC236}">
                    <a16:creationId xmlns:a16="http://schemas.microsoft.com/office/drawing/2014/main" id="{6704FA8D-A2F6-826D-6AF5-3E3FC42AC47A}"/>
                  </a:ext>
                </a:extLst>
              </p:cNvPr>
              <p:cNvSpPr/>
              <p:nvPr/>
            </p:nvSpPr>
            <p:spPr>
              <a:xfrm>
                <a:off x="637540" y="4265278"/>
                <a:ext cx="31680" cy="11520"/>
              </a:xfrm>
              <a:custGeom>
                <a:avLst/>
                <a:gdLst/>
                <a:ahLst/>
                <a:cxnLst/>
                <a:rect l="l" t="t" r="r" b="b"/>
                <a:pathLst>
                  <a:path w="88" h="32" extrusionOk="0">
                    <a:moveTo>
                      <a:pt x="20" y="30"/>
                    </a:moveTo>
                    <a:cubicBezTo>
                      <a:pt x="13" y="29"/>
                      <a:pt x="5" y="27"/>
                      <a:pt x="2" y="20"/>
                    </a:cubicBezTo>
                    <a:cubicBezTo>
                      <a:pt x="0" y="14"/>
                      <a:pt x="3" y="7"/>
                      <a:pt x="9" y="5"/>
                    </a:cubicBezTo>
                    <a:cubicBezTo>
                      <a:pt x="10" y="5"/>
                      <a:pt x="12" y="4"/>
                      <a:pt x="14" y="4"/>
                    </a:cubicBezTo>
                    <a:cubicBezTo>
                      <a:pt x="17" y="5"/>
                      <a:pt x="20" y="6"/>
                      <a:pt x="22" y="8"/>
                    </a:cubicBezTo>
                    <a:cubicBezTo>
                      <a:pt x="25" y="9"/>
                      <a:pt x="28" y="9"/>
                      <a:pt x="31" y="9"/>
                    </a:cubicBezTo>
                    <a:cubicBezTo>
                      <a:pt x="32" y="9"/>
                      <a:pt x="32" y="9"/>
                      <a:pt x="32" y="9"/>
                    </a:cubicBezTo>
                    <a:cubicBezTo>
                      <a:pt x="34" y="9"/>
                      <a:pt x="36" y="10"/>
                      <a:pt x="38" y="10"/>
                    </a:cubicBezTo>
                    <a:cubicBezTo>
                      <a:pt x="40" y="9"/>
                      <a:pt x="43" y="9"/>
                      <a:pt x="45" y="9"/>
                    </a:cubicBezTo>
                    <a:cubicBezTo>
                      <a:pt x="50" y="8"/>
                      <a:pt x="55" y="7"/>
                      <a:pt x="59" y="6"/>
                    </a:cubicBezTo>
                    <a:cubicBezTo>
                      <a:pt x="63" y="5"/>
                      <a:pt x="68" y="3"/>
                      <a:pt x="72" y="2"/>
                    </a:cubicBezTo>
                    <a:cubicBezTo>
                      <a:pt x="77" y="0"/>
                      <a:pt x="83" y="2"/>
                      <a:pt x="85" y="8"/>
                    </a:cubicBezTo>
                    <a:cubicBezTo>
                      <a:pt x="87" y="13"/>
                      <a:pt x="84" y="20"/>
                      <a:pt x="79" y="21"/>
                    </a:cubicBezTo>
                    <a:cubicBezTo>
                      <a:pt x="69" y="25"/>
                      <a:pt x="58" y="29"/>
                      <a:pt x="48" y="30"/>
                    </a:cubicBezTo>
                    <a:cubicBezTo>
                      <a:pt x="44" y="31"/>
                      <a:pt x="40" y="31"/>
                      <a:pt x="36" y="31"/>
                    </a:cubicBezTo>
                    <a:cubicBezTo>
                      <a:pt x="30" y="31"/>
                      <a:pt x="25" y="31"/>
                      <a:pt x="20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6" name="Google Shape;4326;p50">
                <a:extLst>
                  <a:ext uri="{FF2B5EF4-FFF2-40B4-BE49-F238E27FC236}">
                    <a16:creationId xmlns:a16="http://schemas.microsoft.com/office/drawing/2014/main" id="{F6D8850E-103D-6331-0F67-15E9990E6835}"/>
                  </a:ext>
                </a:extLst>
              </p:cNvPr>
              <p:cNvSpPr/>
              <p:nvPr/>
            </p:nvSpPr>
            <p:spPr>
              <a:xfrm>
                <a:off x="650500" y="4239718"/>
                <a:ext cx="14040" cy="52920"/>
              </a:xfrm>
              <a:custGeom>
                <a:avLst/>
                <a:gdLst/>
                <a:ahLst/>
                <a:cxnLst/>
                <a:rect l="l" t="t" r="r" b="b"/>
                <a:pathLst>
                  <a:path w="39" h="147" extrusionOk="0">
                    <a:moveTo>
                      <a:pt x="9" y="146"/>
                    </a:moveTo>
                    <a:cubicBezTo>
                      <a:pt x="4" y="145"/>
                      <a:pt x="0" y="141"/>
                      <a:pt x="0" y="135"/>
                    </a:cubicBezTo>
                    <a:cubicBezTo>
                      <a:pt x="0" y="124"/>
                      <a:pt x="0" y="113"/>
                      <a:pt x="0" y="102"/>
                    </a:cubicBezTo>
                    <a:cubicBezTo>
                      <a:pt x="0" y="91"/>
                      <a:pt x="1" y="81"/>
                      <a:pt x="2" y="70"/>
                    </a:cubicBezTo>
                    <a:cubicBezTo>
                      <a:pt x="4" y="50"/>
                      <a:pt x="7" y="29"/>
                      <a:pt x="14" y="9"/>
                    </a:cubicBezTo>
                    <a:cubicBezTo>
                      <a:pt x="16" y="3"/>
                      <a:pt x="22" y="0"/>
                      <a:pt x="29" y="2"/>
                    </a:cubicBezTo>
                    <a:cubicBezTo>
                      <a:pt x="35" y="4"/>
                      <a:pt x="38" y="11"/>
                      <a:pt x="35" y="17"/>
                    </a:cubicBezTo>
                    <a:cubicBezTo>
                      <a:pt x="35" y="18"/>
                      <a:pt x="34" y="19"/>
                      <a:pt x="34" y="20"/>
                    </a:cubicBezTo>
                    <a:cubicBezTo>
                      <a:pt x="33" y="24"/>
                      <a:pt x="31" y="28"/>
                      <a:pt x="30" y="33"/>
                    </a:cubicBezTo>
                    <a:cubicBezTo>
                      <a:pt x="29" y="36"/>
                      <a:pt x="28" y="39"/>
                      <a:pt x="27" y="43"/>
                    </a:cubicBezTo>
                    <a:cubicBezTo>
                      <a:pt x="27" y="46"/>
                      <a:pt x="26" y="50"/>
                      <a:pt x="26" y="54"/>
                    </a:cubicBezTo>
                    <a:cubicBezTo>
                      <a:pt x="25" y="60"/>
                      <a:pt x="23" y="67"/>
                      <a:pt x="23" y="74"/>
                    </a:cubicBezTo>
                    <a:cubicBezTo>
                      <a:pt x="22" y="83"/>
                      <a:pt x="21" y="93"/>
                      <a:pt x="21" y="102"/>
                    </a:cubicBezTo>
                    <a:cubicBezTo>
                      <a:pt x="20" y="113"/>
                      <a:pt x="20" y="124"/>
                      <a:pt x="20" y="136"/>
                    </a:cubicBezTo>
                    <a:cubicBezTo>
                      <a:pt x="20" y="141"/>
                      <a:pt x="15" y="146"/>
                      <a:pt x="10" y="146"/>
                    </a:cubicBezTo>
                    <a:lnTo>
                      <a:pt x="9" y="14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7" name="Google Shape;4327;p50">
                <a:extLst>
                  <a:ext uri="{FF2B5EF4-FFF2-40B4-BE49-F238E27FC236}">
                    <a16:creationId xmlns:a16="http://schemas.microsoft.com/office/drawing/2014/main" id="{53342782-50D1-8F4E-EEAE-1C678588547E}"/>
                  </a:ext>
                </a:extLst>
              </p:cNvPr>
              <p:cNvSpPr/>
              <p:nvPr/>
            </p:nvSpPr>
            <p:spPr>
              <a:xfrm>
                <a:off x="687940" y="4213797"/>
                <a:ext cx="35640" cy="91440"/>
              </a:xfrm>
              <a:custGeom>
                <a:avLst/>
                <a:gdLst/>
                <a:ahLst/>
                <a:cxnLst/>
                <a:rect l="l" t="t" r="r" b="b"/>
                <a:pathLst>
                  <a:path w="99" h="254" extrusionOk="0">
                    <a:moveTo>
                      <a:pt x="24" y="253"/>
                    </a:moveTo>
                    <a:cubicBezTo>
                      <a:pt x="21" y="253"/>
                      <a:pt x="18" y="252"/>
                      <a:pt x="16" y="250"/>
                    </a:cubicBezTo>
                    <a:cubicBezTo>
                      <a:pt x="13" y="247"/>
                      <a:pt x="13" y="244"/>
                      <a:pt x="13" y="241"/>
                    </a:cubicBezTo>
                    <a:cubicBezTo>
                      <a:pt x="15" y="223"/>
                      <a:pt x="17" y="206"/>
                      <a:pt x="20" y="188"/>
                    </a:cubicBezTo>
                    <a:cubicBezTo>
                      <a:pt x="22" y="180"/>
                      <a:pt x="24" y="171"/>
                      <a:pt x="25" y="162"/>
                    </a:cubicBezTo>
                    <a:cubicBezTo>
                      <a:pt x="27" y="155"/>
                      <a:pt x="28" y="147"/>
                      <a:pt x="30" y="139"/>
                    </a:cubicBezTo>
                    <a:cubicBezTo>
                      <a:pt x="30" y="140"/>
                      <a:pt x="30" y="140"/>
                      <a:pt x="30" y="141"/>
                    </a:cubicBezTo>
                    <a:cubicBezTo>
                      <a:pt x="30" y="139"/>
                      <a:pt x="30" y="139"/>
                      <a:pt x="30" y="138"/>
                    </a:cubicBezTo>
                    <a:cubicBezTo>
                      <a:pt x="31" y="138"/>
                      <a:pt x="31" y="137"/>
                      <a:pt x="31" y="136"/>
                    </a:cubicBezTo>
                    <a:lnTo>
                      <a:pt x="31" y="135"/>
                    </a:lnTo>
                    <a:lnTo>
                      <a:pt x="31" y="136"/>
                    </a:lnTo>
                    <a:cubicBezTo>
                      <a:pt x="31" y="134"/>
                      <a:pt x="32" y="131"/>
                      <a:pt x="32" y="129"/>
                    </a:cubicBezTo>
                    <a:lnTo>
                      <a:pt x="32" y="130"/>
                    </a:lnTo>
                    <a:cubicBezTo>
                      <a:pt x="32" y="129"/>
                      <a:pt x="32" y="129"/>
                      <a:pt x="32" y="129"/>
                    </a:cubicBezTo>
                    <a:cubicBezTo>
                      <a:pt x="32" y="130"/>
                      <a:pt x="31" y="132"/>
                      <a:pt x="30" y="133"/>
                    </a:cubicBezTo>
                    <a:cubicBezTo>
                      <a:pt x="29" y="135"/>
                      <a:pt x="28" y="136"/>
                      <a:pt x="27" y="138"/>
                    </a:cubicBezTo>
                    <a:cubicBezTo>
                      <a:pt x="27" y="139"/>
                      <a:pt x="26" y="139"/>
                      <a:pt x="26" y="139"/>
                    </a:cubicBezTo>
                    <a:lnTo>
                      <a:pt x="27" y="139"/>
                    </a:lnTo>
                    <a:cubicBezTo>
                      <a:pt x="25" y="140"/>
                      <a:pt x="25" y="141"/>
                      <a:pt x="24" y="143"/>
                    </a:cubicBezTo>
                    <a:cubicBezTo>
                      <a:pt x="24" y="142"/>
                      <a:pt x="25" y="142"/>
                      <a:pt x="25" y="141"/>
                    </a:cubicBezTo>
                    <a:cubicBezTo>
                      <a:pt x="24" y="142"/>
                      <a:pt x="24" y="143"/>
                      <a:pt x="23" y="145"/>
                    </a:cubicBezTo>
                    <a:cubicBezTo>
                      <a:pt x="21" y="150"/>
                      <a:pt x="14" y="152"/>
                      <a:pt x="9" y="150"/>
                    </a:cubicBezTo>
                    <a:cubicBezTo>
                      <a:pt x="3" y="148"/>
                      <a:pt x="0" y="141"/>
                      <a:pt x="3" y="135"/>
                    </a:cubicBezTo>
                    <a:cubicBezTo>
                      <a:pt x="7" y="127"/>
                      <a:pt x="12" y="120"/>
                      <a:pt x="17" y="114"/>
                    </a:cubicBezTo>
                    <a:cubicBezTo>
                      <a:pt x="18" y="111"/>
                      <a:pt x="21" y="108"/>
                      <a:pt x="23" y="106"/>
                    </a:cubicBezTo>
                    <a:lnTo>
                      <a:pt x="22" y="107"/>
                    </a:lnTo>
                    <a:cubicBezTo>
                      <a:pt x="32" y="93"/>
                      <a:pt x="42" y="79"/>
                      <a:pt x="51" y="64"/>
                    </a:cubicBezTo>
                    <a:cubicBezTo>
                      <a:pt x="54" y="56"/>
                      <a:pt x="56" y="48"/>
                      <a:pt x="59" y="41"/>
                    </a:cubicBezTo>
                    <a:cubicBezTo>
                      <a:pt x="61" y="37"/>
                      <a:pt x="63" y="32"/>
                      <a:pt x="64" y="28"/>
                    </a:cubicBezTo>
                    <a:cubicBezTo>
                      <a:pt x="66" y="25"/>
                      <a:pt x="67" y="22"/>
                      <a:pt x="68" y="19"/>
                    </a:cubicBezTo>
                    <a:cubicBezTo>
                      <a:pt x="69" y="16"/>
                      <a:pt x="71" y="14"/>
                      <a:pt x="72" y="11"/>
                    </a:cubicBezTo>
                    <a:cubicBezTo>
                      <a:pt x="73" y="9"/>
                      <a:pt x="75" y="7"/>
                      <a:pt x="77" y="5"/>
                    </a:cubicBezTo>
                    <a:cubicBezTo>
                      <a:pt x="80" y="1"/>
                      <a:pt x="86" y="0"/>
                      <a:pt x="90" y="2"/>
                    </a:cubicBezTo>
                    <a:cubicBezTo>
                      <a:pt x="92" y="4"/>
                      <a:pt x="95" y="5"/>
                      <a:pt x="96" y="7"/>
                    </a:cubicBezTo>
                    <a:cubicBezTo>
                      <a:pt x="98" y="9"/>
                      <a:pt x="98" y="12"/>
                      <a:pt x="98" y="15"/>
                    </a:cubicBezTo>
                    <a:cubicBezTo>
                      <a:pt x="98" y="19"/>
                      <a:pt x="97" y="22"/>
                      <a:pt x="95" y="25"/>
                    </a:cubicBezTo>
                    <a:cubicBezTo>
                      <a:pt x="95" y="26"/>
                      <a:pt x="94" y="27"/>
                      <a:pt x="94" y="29"/>
                    </a:cubicBezTo>
                    <a:cubicBezTo>
                      <a:pt x="91" y="34"/>
                      <a:pt x="88" y="39"/>
                      <a:pt x="86" y="44"/>
                    </a:cubicBezTo>
                    <a:cubicBezTo>
                      <a:pt x="81" y="54"/>
                      <a:pt x="76" y="64"/>
                      <a:pt x="70" y="74"/>
                    </a:cubicBezTo>
                    <a:cubicBezTo>
                      <a:pt x="69" y="75"/>
                      <a:pt x="69" y="76"/>
                      <a:pt x="69" y="77"/>
                    </a:cubicBezTo>
                    <a:cubicBezTo>
                      <a:pt x="67" y="82"/>
                      <a:pt x="65" y="87"/>
                      <a:pt x="63" y="93"/>
                    </a:cubicBezTo>
                    <a:cubicBezTo>
                      <a:pt x="62" y="97"/>
                      <a:pt x="61" y="101"/>
                      <a:pt x="60" y="106"/>
                    </a:cubicBezTo>
                    <a:cubicBezTo>
                      <a:pt x="58" y="111"/>
                      <a:pt x="56" y="117"/>
                      <a:pt x="55" y="122"/>
                    </a:cubicBezTo>
                    <a:lnTo>
                      <a:pt x="55" y="123"/>
                    </a:lnTo>
                    <a:cubicBezTo>
                      <a:pt x="55" y="122"/>
                      <a:pt x="55" y="122"/>
                      <a:pt x="55" y="122"/>
                    </a:cubicBezTo>
                    <a:cubicBezTo>
                      <a:pt x="53" y="128"/>
                      <a:pt x="52" y="134"/>
                      <a:pt x="51" y="141"/>
                    </a:cubicBezTo>
                    <a:cubicBezTo>
                      <a:pt x="51" y="140"/>
                      <a:pt x="51" y="140"/>
                      <a:pt x="51" y="139"/>
                    </a:cubicBezTo>
                    <a:cubicBezTo>
                      <a:pt x="51" y="141"/>
                      <a:pt x="50" y="142"/>
                      <a:pt x="50" y="143"/>
                    </a:cubicBezTo>
                    <a:lnTo>
                      <a:pt x="50" y="144"/>
                    </a:lnTo>
                    <a:lnTo>
                      <a:pt x="50" y="145"/>
                    </a:lnTo>
                    <a:lnTo>
                      <a:pt x="49" y="145"/>
                    </a:lnTo>
                    <a:lnTo>
                      <a:pt x="49" y="146"/>
                    </a:lnTo>
                    <a:lnTo>
                      <a:pt x="49" y="145"/>
                    </a:lnTo>
                    <a:cubicBezTo>
                      <a:pt x="50" y="145"/>
                      <a:pt x="50" y="145"/>
                      <a:pt x="50" y="145"/>
                    </a:cubicBezTo>
                    <a:cubicBezTo>
                      <a:pt x="46" y="158"/>
                      <a:pt x="44" y="172"/>
                      <a:pt x="42" y="186"/>
                    </a:cubicBezTo>
                    <a:cubicBezTo>
                      <a:pt x="39" y="201"/>
                      <a:pt x="38" y="216"/>
                      <a:pt x="37" y="230"/>
                    </a:cubicBezTo>
                    <a:lnTo>
                      <a:pt x="37" y="231"/>
                    </a:lnTo>
                    <a:lnTo>
                      <a:pt x="36" y="231"/>
                    </a:lnTo>
                    <a:lnTo>
                      <a:pt x="37" y="231"/>
                    </a:lnTo>
                    <a:cubicBezTo>
                      <a:pt x="36" y="235"/>
                      <a:pt x="35" y="239"/>
                      <a:pt x="35" y="242"/>
                    </a:cubicBezTo>
                    <a:cubicBezTo>
                      <a:pt x="35" y="249"/>
                      <a:pt x="30" y="253"/>
                      <a:pt x="24" y="25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8" name="Google Shape;4328;p50">
                <a:extLst>
                  <a:ext uri="{FF2B5EF4-FFF2-40B4-BE49-F238E27FC236}">
                    <a16:creationId xmlns:a16="http://schemas.microsoft.com/office/drawing/2014/main" id="{0FA7546B-6476-CC80-DF56-FE4CB01A09C6}"/>
                  </a:ext>
                </a:extLst>
              </p:cNvPr>
              <p:cNvSpPr/>
              <p:nvPr/>
            </p:nvSpPr>
            <p:spPr>
              <a:xfrm>
                <a:off x="-969140" y="3740398"/>
                <a:ext cx="892800" cy="488880"/>
              </a:xfrm>
              <a:custGeom>
                <a:avLst/>
                <a:gdLst/>
                <a:ahLst/>
                <a:cxnLst/>
                <a:rect l="l" t="t" r="r" b="b"/>
                <a:pathLst>
                  <a:path w="2480" h="1358" extrusionOk="0">
                    <a:moveTo>
                      <a:pt x="123" y="1356"/>
                    </a:moveTo>
                    <a:cubicBezTo>
                      <a:pt x="107" y="1355"/>
                      <a:pt x="90" y="1354"/>
                      <a:pt x="73" y="1354"/>
                    </a:cubicBezTo>
                    <a:cubicBezTo>
                      <a:pt x="54" y="1353"/>
                      <a:pt x="36" y="1353"/>
                      <a:pt x="17" y="1352"/>
                    </a:cubicBezTo>
                    <a:cubicBezTo>
                      <a:pt x="8" y="1352"/>
                      <a:pt x="0" y="1345"/>
                      <a:pt x="0" y="1335"/>
                    </a:cubicBezTo>
                    <a:cubicBezTo>
                      <a:pt x="0" y="1326"/>
                      <a:pt x="8" y="1317"/>
                      <a:pt x="17" y="1318"/>
                    </a:cubicBezTo>
                    <a:cubicBezTo>
                      <a:pt x="40" y="1319"/>
                      <a:pt x="62" y="1320"/>
                      <a:pt x="84" y="1321"/>
                    </a:cubicBezTo>
                    <a:cubicBezTo>
                      <a:pt x="107" y="1322"/>
                      <a:pt x="129" y="1323"/>
                      <a:pt x="151" y="1323"/>
                    </a:cubicBezTo>
                    <a:cubicBezTo>
                      <a:pt x="175" y="1323"/>
                      <a:pt x="199" y="1323"/>
                      <a:pt x="223" y="1322"/>
                    </a:cubicBezTo>
                    <a:cubicBezTo>
                      <a:pt x="243" y="1322"/>
                      <a:pt x="263" y="1322"/>
                      <a:pt x="284" y="1320"/>
                    </a:cubicBezTo>
                    <a:cubicBezTo>
                      <a:pt x="323" y="1317"/>
                      <a:pt x="361" y="1313"/>
                      <a:pt x="399" y="1305"/>
                    </a:cubicBezTo>
                    <a:cubicBezTo>
                      <a:pt x="421" y="1301"/>
                      <a:pt x="442" y="1295"/>
                      <a:pt x="463" y="1290"/>
                    </a:cubicBezTo>
                    <a:cubicBezTo>
                      <a:pt x="488" y="1283"/>
                      <a:pt x="513" y="1276"/>
                      <a:pt x="537" y="1267"/>
                    </a:cubicBezTo>
                    <a:cubicBezTo>
                      <a:pt x="563" y="1259"/>
                      <a:pt x="588" y="1248"/>
                      <a:pt x="614" y="1235"/>
                    </a:cubicBezTo>
                    <a:cubicBezTo>
                      <a:pt x="641" y="1223"/>
                      <a:pt x="667" y="1210"/>
                      <a:pt x="694" y="1196"/>
                    </a:cubicBezTo>
                    <a:cubicBezTo>
                      <a:pt x="693" y="1197"/>
                      <a:pt x="693" y="1197"/>
                      <a:pt x="692" y="1197"/>
                    </a:cubicBezTo>
                    <a:cubicBezTo>
                      <a:pt x="714" y="1186"/>
                      <a:pt x="736" y="1175"/>
                      <a:pt x="757" y="1164"/>
                    </a:cubicBezTo>
                    <a:cubicBezTo>
                      <a:pt x="779" y="1152"/>
                      <a:pt x="800" y="1140"/>
                      <a:pt x="821" y="1128"/>
                    </a:cubicBezTo>
                    <a:cubicBezTo>
                      <a:pt x="863" y="1104"/>
                      <a:pt x="905" y="1079"/>
                      <a:pt x="946" y="1053"/>
                    </a:cubicBezTo>
                    <a:cubicBezTo>
                      <a:pt x="957" y="1046"/>
                      <a:pt x="968" y="1038"/>
                      <a:pt x="979" y="1031"/>
                    </a:cubicBezTo>
                    <a:cubicBezTo>
                      <a:pt x="997" y="1019"/>
                      <a:pt x="1016" y="1006"/>
                      <a:pt x="1034" y="992"/>
                    </a:cubicBezTo>
                    <a:cubicBezTo>
                      <a:pt x="1052" y="979"/>
                      <a:pt x="1069" y="966"/>
                      <a:pt x="1086" y="951"/>
                    </a:cubicBezTo>
                    <a:cubicBezTo>
                      <a:pt x="1095" y="943"/>
                      <a:pt x="1104" y="934"/>
                      <a:pt x="1113" y="925"/>
                    </a:cubicBezTo>
                    <a:cubicBezTo>
                      <a:pt x="1118" y="918"/>
                      <a:pt x="1123" y="912"/>
                      <a:pt x="1128" y="904"/>
                    </a:cubicBezTo>
                    <a:cubicBezTo>
                      <a:pt x="1135" y="894"/>
                      <a:pt x="1142" y="884"/>
                      <a:pt x="1148" y="873"/>
                    </a:cubicBezTo>
                    <a:cubicBezTo>
                      <a:pt x="1157" y="859"/>
                      <a:pt x="1165" y="846"/>
                      <a:pt x="1173" y="832"/>
                    </a:cubicBezTo>
                    <a:cubicBezTo>
                      <a:pt x="1179" y="819"/>
                      <a:pt x="1184" y="806"/>
                      <a:pt x="1189" y="793"/>
                    </a:cubicBezTo>
                    <a:cubicBezTo>
                      <a:pt x="1194" y="780"/>
                      <a:pt x="1198" y="766"/>
                      <a:pt x="1203" y="752"/>
                    </a:cubicBezTo>
                    <a:cubicBezTo>
                      <a:pt x="1203" y="753"/>
                      <a:pt x="1203" y="753"/>
                      <a:pt x="1202" y="755"/>
                    </a:cubicBezTo>
                    <a:cubicBezTo>
                      <a:pt x="1203" y="753"/>
                      <a:pt x="1203" y="751"/>
                      <a:pt x="1204" y="749"/>
                    </a:cubicBezTo>
                    <a:cubicBezTo>
                      <a:pt x="1204" y="750"/>
                      <a:pt x="1204" y="751"/>
                      <a:pt x="1203" y="752"/>
                    </a:cubicBezTo>
                    <a:cubicBezTo>
                      <a:pt x="1214" y="721"/>
                      <a:pt x="1224" y="690"/>
                      <a:pt x="1232" y="659"/>
                    </a:cubicBezTo>
                    <a:cubicBezTo>
                      <a:pt x="1239" y="630"/>
                      <a:pt x="1247" y="601"/>
                      <a:pt x="1257" y="573"/>
                    </a:cubicBezTo>
                    <a:lnTo>
                      <a:pt x="1257" y="572"/>
                    </a:lnTo>
                    <a:cubicBezTo>
                      <a:pt x="1265" y="548"/>
                      <a:pt x="1275" y="525"/>
                      <a:pt x="1285" y="502"/>
                    </a:cubicBezTo>
                    <a:cubicBezTo>
                      <a:pt x="1295" y="483"/>
                      <a:pt x="1305" y="464"/>
                      <a:pt x="1317" y="445"/>
                    </a:cubicBezTo>
                    <a:cubicBezTo>
                      <a:pt x="1342" y="402"/>
                      <a:pt x="1374" y="363"/>
                      <a:pt x="1409" y="328"/>
                    </a:cubicBezTo>
                    <a:cubicBezTo>
                      <a:pt x="1418" y="320"/>
                      <a:pt x="1426" y="312"/>
                      <a:pt x="1435" y="304"/>
                    </a:cubicBezTo>
                    <a:cubicBezTo>
                      <a:pt x="1434" y="304"/>
                      <a:pt x="1434" y="305"/>
                      <a:pt x="1434" y="305"/>
                    </a:cubicBezTo>
                    <a:cubicBezTo>
                      <a:pt x="1436" y="304"/>
                      <a:pt x="1437" y="302"/>
                      <a:pt x="1438" y="302"/>
                    </a:cubicBezTo>
                    <a:cubicBezTo>
                      <a:pt x="1437" y="302"/>
                      <a:pt x="1437" y="302"/>
                      <a:pt x="1437" y="302"/>
                    </a:cubicBezTo>
                    <a:cubicBezTo>
                      <a:pt x="1454" y="287"/>
                      <a:pt x="1472" y="273"/>
                      <a:pt x="1490" y="259"/>
                    </a:cubicBezTo>
                    <a:cubicBezTo>
                      <a:pt x="1509" y="245"/>
                      <a:pt x="1529" y="231"/>
                      <a:pt x="1550" y="219"/>
                    </a:cubicBezTo>
                    <a:cubicBezTo>
                      <a:pt x="1572" y="206"/>
                      <a:pt x="1595" y="192"/>
                      <a:pt x="1619" y="181"/>
                    </a:cubicBezTo>
                    <a:cubicBezTo>
                      <a:pt x="1641" y="170"/>
                      <a:pt x="1663" y="160"/>
                      <a:pt x="1686" y="151"/>
                    </a:cubicBezTo>
                    <a:cubicBezTo>
                      <a:pt x="1709" y="142"/>
                      <a:pt x="1732" y="134"/>
                      <a:pt x="1756" y="126"/>
                    </a:cubicBezTo>
                    <a:cubicBezTo>
                      <a:pt x="1780" y="118"/>
                      <a:pt x="1804" y="110"/>
                      <a:pt x="1829" y="102"/>
                    </a:cubicBezTo>
                    <a:cubicBezTo>
                      <a:pt x="1854" y="94"/>
                      <a:pt x="1880" y="87"/>
                      <a:pt x="1905" y="81"/>
                    </a:cubicBezTo>
                    <a:cubicBezTo>
                      <a:pt x="1929" y="75"/>
                      <a:pt x="1954" y="69"/>
                      <a:pt x="1977" y="64"/>
                    </a:cubicBezTo>
                    <a:cubicBezTo>
                      <a:pt x="2028" y="52"/>
                      <a:pt x="2079" y="43"/>
                      <a:pt x="2131" y="34"/>
                    </a:cubicBezTo>
                    <a:cubicBezTo>
                      <a:pt x="2181" y="26"/>
                      <a:pt x="2230" y="19"/>
                      <a:pt x="2280" y="13"/>
                    </a:cubicBezTo>
                    <a:cubicBezTo>
                      <a:pt x="2319" y="9"/>
                      <a:pt x="2357" y="7"/>
                      <a:pt x="2395" y="4"/>
                    </a:cubicBezTo>
                    <a:lnTo>
                      <a:pt x="2394" y="4"/>
                    </a:lnTo>
                    <a:cubicBezTo>
                      <a:pt x="2396" y="4"/>
                      <a:pt x="2398" y="4"/>
                      <a:pt x="2399" y="4"/>
                    </a:cubicBezTo>
                    <a:cubicBezTo>
                      <a:pt x="2398" y="4"/>
                      <a:pt x="2398" y="4"/>
                      <a:pt x="2397" y="4"/>
                    </a:cubicBezTo>
                    <a:cubicBezTo>
                      <a:pt x="2403" y="4"/>
                      <a:pt x="2409" y="4"/>
                      <a:pt x="2415" y="3"/>
                    </a:cubicBezTo>
                    <a:cubicBezTo>
                      <a:pt x="2421" y="2"/>
                      <a:pt x="2427" y="2"/>
                      <a:pt x="2434" y="2"/>
                    </a:cubicBezTo>
                    <a:cubicBezTo>
                      <a:pt x="2441" y="1"/>
                      <a:pt x="2448" y="1"/>
                      <a:pt x="2455" y="1"/>
                    </a:cubicBezTo>
                    <a:lnTo>
                      <a:pt x="2456" y="1"/>
                    </a:lnTo>
                    <a:cubicBezTo>
                      <a:pt x="2460" y="0"/>
                      <a:pt x="2466" y="0"/>
                      <a:pt x="2470" y="1"/>
                    </a:cubicBezTo>
                    <a:cubicBezTo>
                      <a:pt x="2471" y="2"/>
                      <a:pt x="2473" y="3"/>
                      <a:pt x="2474" y="4"/>
                    </a:cubicBezTo>
                    <a:cubicBezTo>
                      <a:pt x="2477" y="8"/>
                      <a:pt x="2479" y="12"/>
                      <a:pt x="2479" y="16"/>
                    </a:cubicBezTo>
                    <a:lnTo>
                      <a:pt x="2479" y="17"/>
                    </a:lnTo>
                    <a:lnTo>
                      <a:pt x="2479" y="18"/>
                    </a:lnTo>
                    <a:cubicBezTo>
                      <a:pt x="2479" y="20"/>
                      <a:pt x="2477" y="22"/>
                      <a:pt x="2476" y="25"/>
                    </a:cubicBezTo>
                    <a:cubicBezTo>
                      <a:pt x="2475" y="27"/>
                      <a:pt x="2473" y="29"/>
                      <a:pt x="2470" y="30"/>
                    </a:cubicBezTo>
                    <a:cubicBezTo>
                      <a:pt x="2467" y="33"/>
                      <a:pt x="2463" y="33"/>
                      <a:pt x="2460" y="33"/>
                    </a:cubicBezTo>
                    <a:cubicBezTo>
                      <a:pt x="2453" y="32"/>
                      <a:pt x="2447" y="33"/>
                      <a:pt x="2441" y="33"/>
                    </a:cubicBezTo>
                    <a:cubicBezTo>
                      <a:pt x="2430" y="33"/>
                      <a:pt x="2419" y="33"/>
                      <a:pt x="2409" y="34"/>
                    </a:cubicBezTo>
                    <a:cubicBezTo>
                      <a:pt x="2385" y="36"/>
                      <a:pt x="2361" y="38"/>
                      <a:pt x="2337" y="40"/>
                    </a:cubicBezTo>
                    <a:cubicBezTo>
                      <a:pt x="2312" y="43"/>
                      <a:pt x="2287" y="44"/>
                      <a:pt x="2262" y="47"/>
                    </a:cubicBezTo>
                    <a:cubicBezTo>
                      <a:pt x="2212" y="52"/>
                      <a:pt x="2162" y="60"/>
                      <a:pt x="2113" y="68"/>
                    </a:cubicBezTo>
                    <a:cubicBezTo>
                      <a:pt x="2087" y="72"/>
                      <a:pt x="2062" y="77"/>
                      <a:pt x="2037" y="82"/>
                    </a:cubicBezTo>
                    <a:cubicBezTo>
                      <a:pt x="2036" y="82"/>
                      <a:pt x="2036" y="82"/>
                      <a:pt x="2035" y="83"/>
                    </a:cubicBezTo>
                    <a:cubicBezTo>
                      <a:pt x="2036" y="83"/>
                      <a:pt x="2036" y="83"/>
                      <a:pt x="2036" y="82"/>
                    </a:cubicBezTo>
                    <a:cubicBezTo>
                      <a:pt x="1995" y="91"/>
                      <a:pt x="1955" y="100"/>
                      <a:pt x="1915" y="110"/>
                    </a:cubicBezTo>
                    <a:cubicBezTo>
                      <a:pt x="1875" y="121"/>
                      <a:pt x="1836" y="132"/>
                      <a:pt x="1797" y="146"/>
                    </a:cubicBezTo>
                    <a:cubicBezTo>
                      <a:pt x="1769" y="156"/>
                      <a:pt x="1741" y="166"/>
                      <a:pt x="1713" y="176"/>
                    </a:cubicBezTo>
                    <a:cubicBezTo>
                      <a:pt x="1685" y="187"/>
                      <a:pt x="1658" y="198"/>
                      <a:pt x="1631" y="212"/>
                    </a:cubicBezTo>
                    <a:cubicBezTo>
                      <a:pt x="1630" y="212"/>
                      <a:pt x="1629" y="212"/>
                      <a:pt x="1628" y="213"/>
                    </a:cubicBezTo>
                    <a:lnTo>
                      <a:pt x="1627" y="213"/>
                    </a:lnTo>
                    <a:cubicBezTo>
                      <a:pt x="1627" y="213"/>
                      <a:pt x="1626" y="214"/>
                      <a:pt x="1624" y="215"/>
                    </a:cubicBezTo>
                    <a:cubicBezTo>
                      <a:pt x="1625" y="215"/>
                      <a:pt x="1626" y="214"/>
                      <a:pt x="1626" y="214"/>
                    </a:cubicBezTo>
                    <a:cubicBezTo>
                      <a:pt x="1595" y="230"/>
                      <a:pt x="1566" y="247"/>
                      <a:pt x="1536" y="266"/>
                    </a:cubicBezTo>
                    <a:cubicBezTo>
                      <a:pt x="1510" y="284"/>
                      <a:pt x="1485" y="304"/>
                      <a:pt x="1461" y="325"/>
                    </a:cubicBezTo>
                    <a:cubicBezTo>
                      <a:pt x="1441" y="343"/>
                      <a:pt x="1422" y="363"/>
                      <a:pt x="1404" y="383"/>
                    </a:cubicBezTo>
                    <a:cubicBezTo>
                      <a:pt x="1388" y="401"/>
                      <a:pt x="1374" y="420"/>
                      <a:pt x="1360" y="439"/>
                    </a:cubicBezTo>
                    <a:cubicBezTo>
                      <a:pt x="1360" y="439"/>
                      <a:pt x="1361" y="439"/>
                      <a:pt x="1361" y="438"/>
                    </a:cubicBezTo>
                    <a:cubicBezTo>
                      <a:pt x="1361" y="439"/>
                      <a:pt x="1360" y="439"/>
                      <a:pt x="1360" y="439"/>
                    </a:cubicBezTo>
                    <a:cubicBezTo>
                      <a:pt x="1360" y="440"/>
                      <a:pt x="1360" y="440"/>
                      <a:pt x="1360" y="440"/>
                    </a:cubicBezTo>
                    <a:lnTo>
                      <a:pt x="1360" y="439"/>
                    </a:lnTo>
                    <a:cubicBezTo>
                      <a:pt x="1346" y="461"/>
                      <a:pt x="1334" y="482"/>
                      <a:pt x="1322" y="505"/>
                    </a:cubicBezTo>
                    <a:cubicBezTo>
                      <a:pt x="1316" y="517"/>
                      <a:pt x="1310" y="530"/>
                      <a:pt x="1304" y="543"/>
                    </a:cubicBezTo>
                    <a:cubicBezTo>
                      <a:pt x="1299" y="555"/>
                      <a:pt x="1295" y="569"/>
                      <a:pt x="1290" y="582"/>
                    </a:cubicBezTo>
                    <a:cubicBezTo>
                      <a:pt x="1282" y="604"/>
                      <a:pt x="1276" y="626"/>
                      <a:pt x="1270" y="649"/>
                    </a:cubicBezTo>
                    <a:cubicBezTo>
                      <a:pt x="1264" y="672"/>
                      <a:pt x="1257" y="695"/>
                      <a:pt x="1250" y="718"/>
                    </a:cubicBezTo>
                    <a:cubicBezTo>
                      <a:pt x="1243" y="741"/>
                      <a:pt x="1236" y="764"/>
                      <a:pt x="1228" y="787"/>
                    </a:cubicBezTo>
                    <a:cubicBezTo>
                      <a:pt x="1225" y="797"/>
                      <a:pt x="1221" y="806"/>
                      <a:pt x="1217" y="816"/>
                    </a:cubicBezTo>
                    <a:cubicBezTo>
                      <a:pt x="1213" y="826"/>
                      <a:pt x="1208" y="836"/>
                      <a:pt x="1203" y="846"/>
                    </a:cubicBezTo>
                    <a:cubicBezTo>
                      <a:pt x="1191" y="870"/>
                      <a:pt x="1178" y="893"/>
                      <a:pt x="1163" y="915"/>
                    </a:cubicBezTo>
                    <a:cubicBezTo>
                      <a:pt x="1158" y="923"/>
                      <a:pt x="1152" y="931"/>
                      <a:pt x="1146" y="938"/>
                    </a:cubicBezTo>
                    <a:cubicBezTo>
                      <a:pt x="1138" y="947"/>
                      <a:pt x="1130" y="955"/>
                      <a:pt x="1121" y="963"/>
                    </a:cubicBezTo>
                    <a:cubicBezTo>
                      <a:pt x="1104" y="979"/>
                      <a:pt x="1085" y="995"/>
                      <a:pt x="1067" y="1009"/>
                    </a:cubicBezTo>
                    <a:cubicBezTo>
                      <a:pt x="1048" y="1023"/>
                      <a:pt x="1029" y="1037"/>
                      <a:pt x="1010" y="1050"/>
                    </a:cubicBezTo>
                    <a:cubicBezTo>
                      <a:pt x="989" y="1064"/>
                      <a:pt x="968" y="1078"/>
                      <a:pt x="946" y="1091"/>
                    </a:cubicBezTo>
                    <a:cubicBezTo>
                      <a:pt x="926" y="1104"/>
                      <a:pt x="906" y="1117"/>
                      <a:pt x="886" y="1129"/>
                    </a:cubicBezTo>
                    <a:cubicBezTo>
                      <a:pt x="864" y="1143"/>
                      <a:pt x="842" y="1155"/>
                      <a:pt x="820" y="1167"/>
                    </a:cubicBezTo>
                    <a:cubicBezTo>
                      <a:pt x="777" y="1190"/>
                      <a:pt x="734" y="1213"/>
                      <a:pt x="690" y="1235"/>
                    </a:cubicBezTo>
                    <a:cubicBezTo>
                      <a:pt x="669" y="1246"/>
                      <a:pt x="647" y="1257"/>
                      <a:pt x="625" y="1267"/>
                    </a:cubicBezTo>
                    <a:cubicBezTo>
                      <a:pt x="603" y="1277"/>
                      <a:pt x="580" y="1287"/>
                      <a:pt x="558" y="1295"/>
                    </a:cubicBezTo>
                    <a:cubicBezTo>
                      <a:pt x="533" y="1304"/>
                      <a:pt x="508" y="1311"/>
                      <a:pt x="483" y="1319"/>
                    </a:cubicBezTo>
                    <a:cubicBezTo>
                      <a:pt x="460" y="1325"/>
                      <a:pt x="438" y="1331"/>
                      <a:pt x="415" y="1337"/>
                    </a:cubicBezTo>
                    <a:cubicBezTo>
                      <a:pt x="391" y="1341"/>
                      <a:pt x="368" y="1345"/>
                      <a:pt x="344" y="1348"/>
                    </a:cubicBezTo>
                    <a:cubicBezTo>
                      <a:pt x="320" y="1351"/>
                      <a:pt x="295" y="1353"/>
                      <a:pt x="270" y="1354"/>
                    </a:cubicBezTo>
                    <a:cubicBezTo>
                      <a:pt x="248" y="1355"/>
                      <a:pt x="225" y="1356"/>
                      <a:pt x="202" y="1357"/>
                    </a:cubicBezTo>
                    <a:cubicBezTo>
                      <a:pt x="196" y="1357"/>
                      <a:pt x="190" y="1357"/>
                      <a:pt x="184" y="1357"/>
                    </a:cubicBezTo>
                    <a:cubicBezTo>
                      <a:pt x="164" y="1357"/>
                      <a:pt x="143" y="1356"/>
                      <a:pt x="123" y="135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9" name="Google Shape;4329;p50">
                <a:extLst>
                  <a:ext uri="{FF2B5EF4-FFF2-40B4-BE49-F238E27FC236}">
                    <a16:creationId xmlns:a16="http://schemas.microsoft.com/office/drawing/2014/main" id="{EC002781-6F93-ACD7-DA4C-07AB03879819}"/>
                  </a:ext>
                </a:extLst>
              </p:cNvPr>
              <p:cNvSpPr/>
              <p:nvPr/>
            </p:nvSpPr>
            <p:spPr>
              <a:xfrm>
                <a:off x="-530660" y="3427918"/>
                <a:ext cx="11880" cy="989280"/>
              </a:xfrm>
              <a:custGeom>
                <a:avLst/>
                <a:gdLst/>
                <a:ahLst/>
                <a:cxnLst/>
                <a:rect l="l" t="t" r="r" b="b"/>
                <a:pathLst>
                  <a:path w="33" h="2748" extrusionOk="0">
                    <a:moveTo>
                      <a:pt x="12" y="2737"/>
                    </a:moveTo>
                    <a:cubicBezTo>
                      <a:pt x="12" y="2731"/>
                      <a:pt x="12" y="2726"/>
                      <a:pt x="12" y="2720"/>
                    </a:cubicBezTo>
                    <a:cubicBezTo>
                      <a:pt x="12" y="2713"/>
                      <a:pt x="12" y="2705"/>
                      <a:pt x="12" y="2698"/>
                    </a:cubicBezTo>
                    <a:cubicBezTo>
                      <a:pt x="12" y="2684"/>
                      <a:pt x="12" y="2670"/>
                      <a:pt x="12" y="2656"/>
                    </a:cubicBezTo>
                    <a:cubicBezTo>
                      <a:pt x="12" y="2628"/>
                      <a:pt x="12" y="2599"/>
                      <a:pt x="12" y="2571"/>
                    </a:cubicBezTo>
                    <a:cubicBezTo>
                      <a:pt x="12" y="2513"/>
                      <a:pt x="11" y="2455"/>
                      <a:pt x="11" y="2397"/>
                    </a:cubicBezTo>
                    <a:cubicBezTo>
                      <a:pt x="11" y="2283"/>
                      <a:pt x="10" y="2169"/>
                      <a:pt x="10" y="2054"/>
                    </a:cubicBezTo>
                    <a:cubicBezTo>
                      <a:pt x="10" y="1942"/>
                      <a:pt x="8" y="1829"/>
                      <a:pt x="8" y="1716"/>
                    </a:cubicBezTo>
                    <a:cubicBezTo>
                      <a:pt x="7" y="1603"/>
                      <a:pt x="7" y="1490"/>
                      <a:pt x="7" y="1377"/>
                    </a:cubicBezTo>
                    <a:cubicBezTo>
                      <a:pt x="6" y="1263"/>
                      <a:pt x="6" y="1148"/>
                      <a:pt x="6" y="1034"/>
                    </a:cubicBezTo>
                    <a:cubicBezTo>
                      <a:pt x="5" y="917"/>
                      <a:pt x="4" y="801"/>
                      <a:pt x="4" y="685"/>
                    </a:cubicBezTo>
                    <a:cubicBezTo>
                      <a:pt x="3" y="572"/>
                      <a:pt x="3" y="457"/>
                      <a:pt x="2" y="344"/>
                    </a:cubicBezTo>
                    <a:cubicBezTo>
                      <a:pt x="1" y="234"/>
                      <a:pt x="1" y="124"/>
                      <a:pt x="0" y="15"/>
                    </a:cubicBezTo>
                    <a:cubicBezTo>
                      <a:pt x="0" y="13"/>
                      <a:pt x="0" y="12"/>
                      <a:pt x="0" y="10"/>
                    </a:cubicBezTo>
                    <a:cubicBezTo>
                      <a:pt x="0" y="5"/>
                      <a:pt x="4" y="0"/>
                      <a:pt x="10" y="0"/>
                    </a:cubicBezTo>
                    <a:cubicBezTo>
                      <a:pt x="15" y="0"/>
                      <a:pt x="20" y="5"/>
                      <a:pt x="20" y="10"/>
                    </a:cubicBezTo>
                    <a:cubicBezTo>
                      <a:pt x="20" y="38"/>
                      <a:pt x="19" y="65"/>
                      <a:pt x="20" y="93"/>
                    </a:cubicBezTo>
                    <a:cubicBezTo>
                      <a:pt x="20" y="121"/>
                      <a:pt x="20" y="149"/>
                      <a:pt x="20" y="177"/>
                    </a:cubicBezTo>
                    <a:cubicBezTo>
                      <a:pt x="20" y="232"/>
                      <a:pt x="21" y="287"/>
                      <a:pt x="21" y="342"/>
                    </a:cubicBezTo>
                    <a:cubicBezTo>
                      <a:pt x="21" y="399"/>
                      <a:pt x="21" y="456"/>
                      <a:pt x="21" y="513"/>
                    </a:cubicBezTo>
                    <a:cubicBezTo>
                      <a:pt x="21" y="570"/>
                      <a:pt x="22" y="627"/>
                      <a:pt x="22" y="684"/>
                    </a:cubicBezTo>
                    <a:cubicBezTo>
                      <a:pt x="22" y="799"/>
                      <a:pt x="23" y="915"/>
                      <a:pt x="24" y="1031"/>
                    </a:cubicBezTo>
                    <a:cubicBezTo>
                      <a:pt x="24" y="1088"/>
                      <a:pt x="24" y="1145"/>
                      <a:pt x="24" y="1203"/>
                    </a:cubicBezTo>
                    <a:cubicBezTo>
                      <a:pt x="25" y="1260"/>
                      <a:pt x="25" y="1317"/>
                      <a:pt x="25" y="1375"/>
                    </a:cubicBezTo>
                    <a:cubicBezTo>
                      <a:pt x="26" y="1488"/>
                      <a:pt x="26" y="1602"/>
                      <a:pt x="27" y="1715"/>
                    </a:cubicBezTo>
                    <a:cubicBezTo>
                      <a:pt x="27" y="1828"/>
                      <a:pt x="28" y="1941"/>
                      <a:pt x="28" y="2054"/>
                    </a:cubicBezTo>
                    <a:cubicBezTo>
                      <a:pt x="29" y="2167"/>
                      <a:pt x="29" y="2281"/>
                      <a:pt x="29" y="2395"/>
                    </a:cubicBezTo>
                    <a:cubicBezTo>
                      <a:pt x="30" y="2452"/>
                      <a:pt x="30" y="2510"/>
                      <a:pt x="31" y="2568"/>
                    </a:cubicBezTo>
                    <a:cubicBezTo>
                      <a:pt x="31" y="2597"/>
                      <a:pt x="31" y="2625"/>
                      <a:pt x="31" y="2654"/>
                    </a:cubicBezTo>
                    <a:cubicBezTo>
                      <a:pt x="31" y="2668"/>
                      <a:pt x="31" y="2683"/>
                      <a:pt x="31" y="2697"/>
                    </a:cubicBezTo>
                    <a:cubicBezTo>
                      <a:pt x="31" y="2710"/>
                      <a:pt x="32" y="2723"/>
                      <a:pt x="32" y="2736"/>
                    </a:cubicBezTo>
                    <a:cubicBezTo>
                      <a:pt x="32" y="2737"/>
                      <a:pt x="32" y="2737"/>
                      <a:pt x="32" y="2737"/>
                    </a:cubicBezTo>
                    <a:cubicBezTo>
                      <a:pt x="32" y="2742"/>
                      <a:pt x="28" y="2747"/>
                      <a:pt x="22" y="2747"/>
                    </a:cubicBezTo>
                    <a:cubicBezTo>
                      <a:pt x="17" y="2747"/>
                      <a:pt x="12" y="2742"/>
                      <a:pt x="12" y="27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0" name="Google Shape;4330;p50">
                <a:extLst>
                  <a:ext uri="{FF2B5EF4-FFF2-40B4-BE49-F238E27FC236}">
                    <a16:creationId xmlns:a16="http://schemas.microsoft.com/office/drawing/2014/main" id="{1D5B8410-9536-497D-0F3F-9C2595ECA398}"/>
                  </a:ext>
                </a:extLst>
              </p:cNvPr>
              <p:cNvSpPr/>
              <p:nvPr/>
            </p:nvSpPr>
            <p:spPr>
              <a:xfrm>
                <a:off x="-1039340" y="3976198"/>
                <a:ext cx="1027080" cy="13680"/>
              </a:xfrm>
              <a:custGeom>
                <a:avLst/>
                <a:gdLst/>
                <a:ahLst/>
                <a:cxnLst/>
                <a:rect l="l" t="t" r="r" b="b"/>
                <a:pathLst>
                  <a:path w="2853" h="38" extrusionOk="0">
                    <a:moveTo>
                      <a:pt x="0" y="27"/>
                    </a:moveTo>
                    <a:cubicBezTo>
                      <a:pt x="0" y="22"/>
                      <a:pt x="4" y="17"/>
                      <a:pt x="10" y="17"/>
                    </a:cubicBezTo>
                    <a:cubicBezTo>
                      <a:pt x="14" y="17"/>
                      <a:pt x="18" y="17"/>
                      <a:pt x="23" y="17"/>
                    </a:cubicBezTo>
                    <a:cubicBezTo>
                      <a:pt x="30" y="17"/>
                      <a:pt x="36" y="17"/>
                      <a:pt x="43" y="17"/>
                    </a:cubicBezTo>
                    <a:cubicBezTo>
                      <a:pt x="59" y="17"/>
                      <a:pt x="73" y="17"/>
                      <a:pt x="88" y="17"/>
                    </a:cubicBezTo>
                    <a:cubicBezTo>
                      <a:pt x="117" y="17"/>
                      <a:pt x="147" y="17"/>
                      <a:pt x="176" y="17"/>
                    </a:cubicBezTo>
                    <a:cubicBezTo>
                      <a:pt x="237" y="17"/>
                      <a:pt x="298" y="17"/>
                      <a:pt x="359" y="16"/>
                    </a:cubicBezTo>
                    <a:cubicBezTo>
                      <a:pt x="478" y="15"/>
                      <a:pt x="596" y="15"/>
                      <a:pt x="714" y="14"/>
                    </a:cubicBezTo>
                    <a:cubicBezTo>
                      <a:pt x="836" y="13"/>
                      <a:pt x="959" y="13"/>
                      <a:pt x="1081" y="12"/>
                    </a:cubicBezTo>
                    <a:cubicBezTo>
                      <a:pt x="1203" y="12"/>
                      <a:pt x="1326" y="11"/>
                      <a:pt x="1449" y="10"/>
                    </a:cubicBezTo>
                    <a:cubicBezTo>
                      <a:pt x="1572" y="9"/>
                      <a:pt x="1695" y="9"/>
                      <a:pt x="1818" y="8"/>
                    </a:cubicBezTo>
                    <a:cubicBezTo>
                      <a:pt x="1939" y="7"/>
                      <a:pt x="2061" y="6"/>
                      <a:pt x="2182" y="5"/>
                    </a:cubicBezTo>
                    <a:cubicBezTo>
                      <a:pt x="2303" y="5"/>
                      <a:pt x="2424" y="3"/>
                      <a:pt x="2545" y="3"/>
                    </a:cubicBezTo>
                    <a:cubicBezTo>
                      <a:pt x="2595" y="3"/>
                      <a:pt x="2645" y="2"/>
                      <a:pt x="2695" y="2"/>
                    </a:cubicBezTo>
                    <a:cubicBezTo>
                      <a:pt x="2720" y="2"/>
                      <a:pt x="2745" y="2"/>
                      <a:pt x="2770" y="1"/>
                    </a:cubicBezTo>
                    <a:cubicBezTo>
                      <a:pt x="2794" y="1"/>
                      <a:pt x="2818" y="0"/>
                      <a:pt x="2842" y="0"/>
                    </a:cubicBezTo>
                    <a:cubicBezTo>
                      <a:pt x="2848" y="0"/>
                      <a:pt x="2852" y="5"/>
                      <a:pt x="2852" y="10"/>
                    </a:cubicBezTo>
                    <a:cubicBezTo>
                      <a:pt x="2852" y="16"/>
                      <a:pt x="2848" y="20"/>
                      <a:pt x="2842" y="20"/>
                    </a:cubicBezTo>
                    <a:cubicBezTo>
                      <a:pt x="2814" y="20"/>
                      <a:pt x="2785" y="20"/>
                      <a:pt x="2757" y="20"/>
                    </a:cubicBezTo>
                    <a:cubicBezTo>
                      <a:pt x="2727" y="20"/>
                      <a:pt x="2697" y="20"/>
                      <a:pt x="2668" y="20"/>
                    </a:cubicBezTo>
                    <a:cubicBezTo>
                      <a:pt x="2607" y="20"/>
                      <a:pt x="2547" y="21"/>
                      <a:pt x="2486" y="22"/>
                    </a:cubicBezTo>
                    <a:cubicBezTo>
                      <a:pt x="2427" y="22"/>
                      <a:pt x="2368" y="22"/>
                      <a:pt x="2309" y="22"/>
                    </a:cubicBezTo>
                    <a:cubicBezTo>
                      <a:pt x="2248" y="23"/>
                      <a:pt x="2188" y="23"/>
                      <a:pt x="2128" y="23"/>
                    </a:cubicBezTo>
                    <a:cubicBezTo>
                      <a:pt x="2067" y="23"/>
                      <a:pt x="2006" y="23"/>
                      <a:pt x="1946" y="24"/>
                    </a:cubicBezTo>
                    <a:cubicBezTo>
                      <a:pt x="1885" y="24"/>
                      <a:pt x="1823" y="24"/>
                      <a:pt x="1762" y="25"/>
                    </a:cubicBezTo>
                    <a:cubicBezTo>
                      <a:pt x="1638" y="26"/>
                      <a:pt x="1515" y="26"/>
                      <a:pt x="1391" y="27"/>
                    </a:cubicBezTo>
                    <a:cubicBezTo>
                      <a:pt x="1269" y="28"/>
                      <a:pt x="1146" y="29"/>
                      <a:pt x="1024" y="29"/>
                    </a:cubicBezTo>
                    <a:cubicBezTo>
                      <a:pt x="903" y="30"/>
                      <a:pt x="783" y="31"/>
                      <a:pt x="662" y="32"/>
                    </a:cubicBezTo>
                    <a:cubicBezTo>
                      <a:pt x="541" y="33"/>
                      <a:pt x="421" y="33"/>
                      <a:pt x="300" y="34"/>
                    </a:cubicBezTo>
                    <a:cubicBezTo>
                      <a:pt x="249" y="34"/>
                      <a:pt x="198" y="34"/>
                      <a:pt x="147" y="35"/>
                    </a:cubicBezTo>
                    <a:cubicBezTo>
                      <a:pt x="123" y="35"/>
                      <a:pt x="98" y="36"/>
                      <a:pt x="74" y="36"/>
                    </a:cubicBezTo>
                    <a:cubicBezTo>
                      <a:pt x="63" y="36"/>
                      <a:pt x="50" y="36"/>
                      <a:pt x="39" y="36"/>
                    </a:cubicBezTo>
                    <a:cubicBezTo>
                      <a:pt x="32" y="36"/>
                      <a:pt x="27" y="37"/>
                      <a:pt x="20" y="37"/>
                    </a:cubicBezTo>
                    <a:cubicBezTo>
                      <a:pt x="17" y="37"/>
                      <a:pt x="13" y="37"/>
                      <a:pt x="10" y="37"/>
                    </a:cubicBezTo>
                    <a:cubicBezTo>
                      <a:pt x="4" y="37"/>
                      <a:pt x="0" y="32"/>
                      <a:pt x="0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1" name="Google Shape;4331;p50">
                <a:extLst>
                  <a:ext uri="{FF2B5EF4-FFF2-40B4-BE49-F238E27FC236}">
                    <a16:creationId xmlns:a16="http://schemas.microsoft.com/office/drawing/2014/main" id="{846EF31C-9941-946F-3F98-D5F18C524968}"/>
                  </a:ext>
                </a:extLst>
              </p:cNvPr>
              <p:cNvSpPr/>
              <p:nvPr/>
            </p:nvSpPr>
            <p:spPr>
              <a:xfrm>
                <a:off x="-68060" y="3962877"/>
                <a:ext cx="60480" cy="33840"/>
              </a:xfrm>
              <a:custGeom>
                <a:avLst/>
                <a:gdLst/>
                <a:ahLst/>
                <a:cxnLst/>
                <a:rect l="l" t="t" r="r" b="b"/>
                <a:pathLst>
                  <a:path w="168" h="94" extrusionOk="0">
                    <a:moveTo>
                      <a:pt x="83" y="88"/>
                    </a:moveTo>
                    <a:cubicBezTo>
                      <a:pt x="80" y="83"/>
                      <a:pt x="83" y="77"/>
                      <a:pt x="87" y="74"/>
                    </a:cubicBezTo>
                    <a:cubicBezTo>
                      <a:pt x="97" y="68"/>
                      <a:pt x="107" y="62"/>
                      <a:pt x="116" y="56"/>
                    </a:cubicBezTo>
                    <a:cubicBezTo>
                      <a:pt x="122" y="52"/>
                      <a:pt x="129" y="47"/>
                      <a:pt x="135" y="43"/>
                    </a:cubicBezTo>
                    <a:cubicBezTo>
                      <a:pt x="132" y="43"/>
                      <a:pt x="128" y="42"/>
                      <a:pt x="125" y="42"/>
                    </a:cubicBezTo>
                    <a:cubicBezTo>
                      <a:pt x="115" y="40"/>
                      <a:pt x="105" y="39"/>
                      <a:pt x="96" y="38"/>
                    </a:cubicBezTo>
                    <a:cubicBezTo>
                      <a:pt x="75" y="34"/>
                      <a:pt x="54" y="31"/>
                      <a:pt x="33" y="27"/>
                    </a:cubicBezTo>
                    <a:cubicBezTo>
                      <a:pt x="34" y="27"/>
                      <a:pt x="34" y="27"/>
                      <a:pt x="34" y="27"/>
                    </a:cubicBezTo>
                    <a:cubicBezTo>
                      <a:pt x="30" y="26"/>
                      <a:pt x="26" y="25"/>
                      <a:pt x="21" y="24"/>
                    </a:cubicBezTo>
                    <a:cubicBezTo>
                      <a:pt x="19" y="23"/>
                      <a:pt x="17" y="22"/>
                      <a:pt x="15" y="22"/>
                    </a:cubicBezTo>
                    <a:cubicBezTo>
                      <a:pt x="13" y="21"/>
                      <a:pt x="12" y="21"/>
                      <a:pt x="10" y="20"/>
                    </a:cubicBezTo>
                    <a:cubicBezTo>
                      <a:pt x="4" y="19"/>
                      <a:pt x="0" y="11"/>
                      <a:pt x="4" y="6"/>
                    </a:cubicBezTo>
                    <a:cubicBezTo>
                      <a:pt x="6" y="0"/>
                      <a:pt x="13" y="0"/>
                      <a:pt x="18" y="3"/>
                    </a:cubicBezTo>
                    <a:cubicBezTo>
                      <a:pt x="19" y="3"/>
                      <a:pt x="20" y="3"/>
                      <a:pt x="21" y="4"/>
                    </a:cubicBezTo>
                    <a:cubicBezTo>
                      <a:pt x="29" y="6"/>
                      <a:pt x="35" y="8"/>
                      <a:pt x="43" y="9"/>
                    </a:cubicBezTo>
                    <a:cubicBezTo>
                      <a:pt x="64" y="13"/>
                      <a:pt x="84" y="16"/>
                      <a:pt x="105" y="19"/>
                    </a:cubicBezTo>
                    <a:cubicBezTo>
                      <a:pt x="115" y="20"/>
                      <a:pt x="124" y="22"/>
                      <a:pt x="134" y="23"/>
                    </a:cubicBezTo>
                    <a:cubicBezTo>
                      <a:pt x="138" y="24"/>
                      <a:pt x="143" y="24"/>
                      <a:pt x="147" y="25"/>
                    </a:cubicBezTo>
                    <a:cubicBezTo>
                      <a:pt x="154" y="27"/>
                      <a:pt x="164" y="27"/>
                      <a:pt x="166" y="35"/>
                    </a:cubicBezTo>
                    <a:cubicBezTo>
                      <a:pt x="167" y="37"/>
                      <a:pt x="167" y="39"/>
                      <a:pt x="166" y="40"/>
                    </a:cubicBezTo>
                    <a:cubicBezTo>
                      <a:pt x="166" y="43"/>
                      <a:pt x="165" y="45"/>
                      <a:pt x="163" y="46"/>
                    </a:cubicBezTo>
                    <a:cubicBezTo>
                      <a:pt x="161" y="49"/>
                      <a:pt x="158" y="51"/>
                      <a:pt x="155" y="53"/>
                    </a:cubicBezTo>
                    <a:cubicBezTo>
                      <a:pt x="151" y="56"/>
                      <a:pt x="148" y="57"/>
                      <a:pt x="145" y="60"/>
                    </a:cubicBezTo>
                    <a:cubicBezTo>
                      <a:pt x="138" y="64"/>
                      <a:pt x="131" y="69"/>
                      <a:pt x="124" y="74"/>
                    </a:cubicBezTo>
                    <a:cubicBezTo>
                      <a:pt x="124" y="73"/>
                      <a:pt x="125" y="73"/>
                      <a:pt x="125" y="73"/>
                    </a:cubicBezTo>
                    <a:cubicBezTo>
                      <a:pt x="116" y="79"/>
                      <a:pt x="107" y="85"/>
                      <a:pt x="97" y="92"/>
                    </a:cubicBezTo>
                    <a:cubicBezTo>
                      <a:pt x="96" y="93"/>
                      <a:pt x="94" y="93"/>
                      <a:pt x="92" y="93"/>
                    </a:cubicBezTo>
                    <a:cubicBezTo>
                      <a:pt x="89" y="93"/>
                      <a:pt x="85" y="91"/>
                      <a:pt x="83" y="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2" name="Google Shape;4332;p50">
                <a:extLst>
                  <a:ext uri="{FF2B5EF4-FFF2-40B4-BE49-F238E27FC236}">
                    <a16:creationId xmlns:a16="http://schemas.microsoft.com/office/drawing/2014/main" id="{1FBF8B6C-5A42-87B6-9BD0-3F97943FC33E}"/>
                  </a:ext>
                </a:extLst>
              </p:cNvPr>
              <p:cNvSpPr/>
              <p:nvPr/>
            </p:nvSpPr>
            <p:spPr>
              <a:xfrm>
                <a:off x="-542540" y="3428278"/>
                <a:ext cx="3204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89" h="167" extrusionOk="0">
                    <a:moveTo>
                      <a:pt x="4" y="164"/>
                    </a:moveTo>
                    <a:cubicBezTo>
                      <a:pt x="1" y="162"/>
                      <a:pt x="0" y="159"/>
                      <a:pt x="1" y="156"/>
                    </a:cubicBezTo>
                    <a:cubicBezTo>
                      <a:pt x="1" y="149"/>
                      <a:pt x="3" y="143"/>
                      <a:pt x="5" y="137"/>
                    </a:cubicBezTo>
                    <a:cubicBezTo>
                      <a:pt x="5" y="135"/>
                      <a:pt x="6" y="134"/>
                      <a:pt x="6" y="132"/>
                    </a:cubicBezTo>
                    <a:cubicBezTo>
                      <a:pt x="12" y="99"/>
                      <a:pt x="18" y="66"/>
                      <a:pt x="21" y="33"/>
                    </a:cubicBezTo>
                    <a:cubicBezTo>
                      <a:pt x="21" y="26"/>
                      <a:pt x="21" y="19"/>
                      <a:pt x="21" y="13"/>
                    </a:cubicBezTo>
                    <a:cubicBezTo>
                      <a:pt x="19" y="7"/>
                      <a:pt x="24" y="0"/>
                      <a:pt x="31" y="0"/>
                    </a:cubicBezTo>
                    <a:cubicBezTo>
                      <a:pt x="38" y="0"/>
                      <a:pt x="42" y="7"/>
                      <a:pt x="40" y="13"/>
                    </a:cubicBezTo>
                    <a:cubicBezTo>
                      <a:pt x="40" y="16"/>
                      <a:pt x="40" y="18"/>
                      <a:pt x="40" y="21"/>
                    </a:cubicBezTo>
                    <a:cubicBezTo>
                      <a:pt x="42" y="21"/>
                      <a:pt x="43" y="22"/>
                      <a:pt x="44" y="23"/>
                    </a:cubicBezTo>
                    <a:cubicBezTo>
                      <a:pt x="49" y="26"/>
                      <a:pt x="51" y="32"/>
                      <a:pt x="53" y="37"/>
                    </a:cubicBezTo>
                    <a:cubicBezTo>
                      <a:pt x="55" y="42"/>
                      <a:pt x="57" y="47"/>
                      <a:pt x="59" y="51"/>
                    </a:cubicBezTo>
                    <a:cubicBezTo>
                      <a:pt x="63" y="61"/>
                      <a:pt x="65" y="72"/>
                      <a:pt x="68" y="82"/>
                    </a:cubicBezTo>
                    <a:cubicBezTo>
                      <a:pt x="71" y="93"/>
                      <a:pt x="74" y="104"/>
                      <a:pt x="77" y="116"/>
                    </a:cubicBezTo>
                    <a:cubicBezTo>
                      <a:pt x="80" y="127"/>
                      <a:pt x="84" y="139"/>
                      <a:pt x="86" y="151"/>
                    </a:cubicBezTo>
                    <a:cubicBezTo>
                      <a:pt x="88" y="156"/>
                      <a:pt x="85" y="162"/>
                      <a:pt x="79" y="163"/>
                    </a:cubicBezTo>
                    <a:cubicBezTo>
                      <a:pt x="74" y="164"/>
                      <a:pt x="69" y="162"/>
                      <a:pt x="67" y="156"/>
                    </a:cubicBezTo>
                    <a:cubicBezTo>
                      <a:pt x="63" y="140"/>
                      <a:pt x="59" y="123"/>
                      <a:pt x="55" y="107"/>
                    </a:cubicBezTo>
                    <a:cubicBezTo>
                      <a:pt x="53" y="99"/>
                      <a:pt x="51" y="90"/>
                      <a:pt x="49" y="82"/>
                    </a:cubicBezTo>
                    <a:cubicBezTo>
                      <a:pt x="46" y="74"/>
                      <a:pt x="44" y="67"/>
                      <a:pt x="42" y="59"/>
                    </a:cubicBezTo>
                    <a:cubicBezTo>
                      <a:pt x="41" y="61"/>
                      <a:pt x="41" y="64"/>
                      <a:pt x="40" y="66"/>
                    </a:cubicBezTo>
                    <a:cubicBezTo>
                      <a:pt x="39" y="76"/>
                      <a:pt x="36" y="86"/>
                      <a:pt x="34" y="96"/>
                    </a:cubicBezTo>
                    <a:cubicBezTo>
                      <a:pt x="32" y="104"/>
                      <a:pt x="30" y="113"/>
                      <a:pt x="28" y="121"/>
                    </a:cubicBezTo>
                    <a:cubicBezTo>
                      <a:pt x="27" y="125"/>
                      <a:pt x="26" y="128"/>
                      <a:pt x="26" y="132"/>
                    </a:cubicBezTo>
                    <a:cubicBezTo>
                      <a:pt x="25" y="137"/>
                      <a:pt x="25" y="142"/>
                      <a:pt x="24" y="147"/>
                    </a:cubicBezTo>
                    <a:cubicBezTo>
                      <a:pt x="23" y="150"/>
                      <a:pt x="22" y="153"/>
                      <a:pt x="21" y="156"/>
                    </a:cubicBezTo>
                    <a:cubicBezTo>
                      <a:pt x="21" y="158"/>
                      <a:pt x="19" y="160"/>
                      <a:pt x="18" y="162"/>
                    </a:cubicBezTo>
                    <a:cubicBezTo>
                      <a:pt x="17" y="164"/>
                      <a:pt x="15" y="165"/>
                      <a:pt x="12" y="166"/>
                    </a:cubicBezTo>
                    <a:cubicBezTo>
                      <a:pt x="12" y="166"/>
                      <a:pt x="11" y="166"/>
                      <a:pt x="10" y="166"/>
                    </a:cubicBezTo>
                    <a:cubicBezTo>
                      <a:pt x="8" y="166"/>
                      <a:pt x="6" y="166"/>
                      <a:pt x="4" y="16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3" name="Google Shape;4333;p50">
                <a:extLst>
                  <a:ext uri="{FF2B5EF4-FFF2-40B4-BE49-F238E27FC236}">
                    <a16:creationId xmlns:a16="http://schemas.microsoft.com/office/drawing/2014/main" id="{B5AEFF69-FAA6-A2D0-CD5F-94B78607B59A}"/>
                  </a:ext>
                </a:extLst>
              </p:cNvPr>
              <p:cNvSpPr/>
              <p:nvPr/>
            </p:nvSpPr>
            <p:spPr>
              <a:xfrm>
                <a:off x="-542180" y="3745438"/>
                <a:ext cx="62640" cy="8280"/>
              </a:xfrm>
              <a:custGeom>
                <a:avLst/>
                <a:gdLst/>
                <a:ahLst/>
                <a:cxnLst/>
                <a:rect l="l" t="t" r="r" b="b"/>
                <a:pathLst>
                  <a:path w="174" h="23" extrusionOk="0">
                    <a:moveTo>
                      <a:pt x="164" y="20"/>
                    </a:moveTo>
                    <a:cubicBezTo>
                      <a:pt x="121" y="20"/>
                      <a:pt x="78" y="20"/>
                      <a:pt x="36" y="19"/>
                    </a:cubicBezTo>
                    <a:cubicBezTo>
                      <a:pt x="28" y="19"/>
                      <a:pt x="21" y="19"/>
                      <a:pt x="14" y="20"/>
                    </a:cubicBezTo>
                    <a:cubicBezTo>
                      <a:pt x="6" y="22"/>
                      <a:pt x="0" y="14"/>
                      <a:pt x="2" y="8"/>
                    </a:cubicBezTo>
                    <a:cubicBezTo>
                      <a:pt x="3" y="4"/>
                      <a:pt x="6" y="1"/>
                      <a:pt x="9" y="1"/>
                    </a:cubicBezTo>
                    <a:cubicBezTo>
                      <a:pt x="10" y="0"/>
                      <a:pt x="12" y="0"/>
                      <a:pt x="14" y="0"/>
                    </a:cubicBezTo>
                    <a:cubicBezTo>
                      <a:pt x="18" y="1"/>
                      <a:pt x="23" y="1"/>
                      <a:pt x="27" y="1"/>
                    </a:cubicBezTo>
                    <a:cubicBezTo>
                      <a:pt x="32" y="1"/>
                      <a:pt x="37" y="1"/>
                      <a:pt x="42" y="1"/>
                    </a:cubicBezTo>
                    <a:cubicBezTo>
                      <a:pt x="52" y="1"/>
                      <a:pt x="63" y="1"/>
                      <a:pt x="74" y="1"/>
                    </a:cubicBezTo>
                    <a:cubicBezTo>
                      <a:pt x="95" y="1"/>
                      <a:pt x="115" y="1"/>
                      <a:pt x="136" y="1"/>
                    </a:cubicBezTo>
                    <a:cubicBezTo>
                      <a:pt x="145" y="1"/>
                      <a:pt x="155" y="1"/>
                      <a:pt x="164" y="2"/>
                    </a:cubicBezTo>
                    <a:cubicBezTo>
                      <a:pt x="169" y="2"/>
                      <a:pt x="173" y="6"/>
                      <a:pt x="173" y="11"/>
                    </a:cubicBezTo>
                    <a:cubicBezTo>
                      <a:pt x="173" y="16"/>
                      <a:pt x="169" y="20"/>
                      <a:pt x="164" y="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4" name="Google Shape;4334;p50">
                <a:extLst>
                  <a:ext uri="{FF2B5EF4-FFF2-40B4-BE49-F238E27FC236}">
                    <a16:creationId xmlns:a16="http://schemas.microsoft.com/office/drawing/2014/main" id="{6A77B5FA-3ED9-C6CE-000F-620216913F9A}"/>
                  </a:ext>
                </a:extLst>
              </p:cNvPr>
              <p:cNvSpPr/>
              <p:nvPr/>
            </p:nvSpPr>
            <p:spPr>
              <a:xfrm>
                <a:off x="-439940" y="3740398"/>
                <a:ext cx="60840" cy="756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21" extrusionOk="0">
                    <a:moveTo>
                      <a:pt x="0" y="11"/>
                    </a:moveTo>
                    <a:cubicBezTo>
                      <a:pt x="0" y="4"/>
                      <a:pt x="5" y="0"/>
                      <a:pt x="11" y="1"/>
                    </a:cubicBezTo>
                    <a:cubicBezTo>
                      <a:pt x="12" y="1"/>
                      <a:pt x="13" y="1"/>
                      <a:pt x="13" y="1"/>
                    </a:cubicBezTo>
                    <a:lnTo>
                      <a:pt x="12" y="1"/>
                    </a:lnTo>
                    <a:cubicBezTo>
                      <a:pt x="22" y="1"/>
                      <a:pt x="31" y="1"/>
                      <a:pt x="41" y="1"/>
                    </a:cubicBezTo>
                    <a:cubicBezTo>
                      <a:pt x="51" y="1"/>
                      <a:pt x="61" y="1"/>
                      <a:pt x="71" y="1"/>
                    </a:cubicBezTo>
                    <a:cubicBezTo>
                      <a:pt x="91" y="1"/>
                      <a:pt x="112" y="1"/>
                      <a:pt x="132" y="1"/>
                    </a:cubicBezTo>
                    <a:cubicBezTo>
                      <a:pt x="141" y="1"/>
                      <a:pt x="150" y="1"/>
                      <a:pt x="159" y="1"/>
                    </a:cubicBezTo>
                    <a:cubicBezTo>
                      <a:pt x="164" y="1"/>
                      <a:pt x="168" y="5"/>
                      <a:pt x="168" y="9"/>
                    </a:cubicBezTo>
                    <a:cubicBezTo>
                      <a:pt x="168" y="15"/>
                      <a:pt x="164" y="19"/>
                      <a:pt x="159" y="19"/>
                    </a:cubicBezTo>
                    <a:cubicBezTo>
                      <a:pt x="117" y="19"/>
                      <a:pt x="75" y="19"/>
                      <a:pt x="33" y="20"/>
                    </a:cubicBezTo>
                    <a:cubicBezTo>
                      <a:pt x="26" y="20"/>
                      <a:pt x="19" y="20"/>
                      <a:pt x="12" y="20"/>
                    </a:cubicBezTo>
                    <a:lnTo>
                      <a:pt x="13" y="20"/>
                    </a:lnTo>
                    <a:cubicBezTo>
                      <a:pt x="13" y="20"/>
                      <a:pt x="12" y="20"/>
                      <a:pt x="11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5" y="20"/>
                      <a:pt x="0" y="16"/>
                      <a:pt x="0" y="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5" name="Google Shape;4335;p50">
                <a:extLst>
                  <a:ext uri="{FF2B5EF4-FFF2-40B4-BE49-F238E27FC236}">
                    <a16:creationId xmlns:a16="http://schemas.microsoft.com/office/drawing/2014/main" id="{FCD1ED58-09E6-303F-A8D8-0DEE4D146146}"/>
                  </a:ext>
                </a:extLst>
              </p:cNvPr>
              <p:cNvSpPr/>
              <p:nvPr/>
            </p:nvSpPr>
            <p:spPr>
              <a:xfrm>
                <a:off x="-343100" y="3741838"/>
                <a:ext cx="72000" cy="7560"/>
              </a:xfrm>
              <a:custGeom>
                <a:avLst/>
                <a:gdLst/>
                <a:ahLst/>
                <a:cxnLst/>
                <a:rect l="l" t="t" r="r" b="b"/>
                <a:pathLst>
                  <a:path w="200" h="21" extrusionOk="0">
                    <a:moveTo>
                      <a:pt x="7" y="19"/>
                    </a:moveTo>
                    <a:cubicBezTo>
                      <a:pt x="2" y="17"/>
                      <a:pt x="0" y="12"/>
                      <a:pt x="1" y="8"/>
                    </a:cubicBezTo>
                    <a:cubicBezTo>
                      <a:pt x="1" y="5"/>
                      <a:pt x="4" y="2"/>
                      <a:pt x="7" y="1"/>
                    </a:cubicBezTo>
                    <a:cubicBezTo>
                      <a:pt x="9" y="0"/>
                      <a:pt x="11" y="0"/>
                      <a:pt x="13" y="0"/>
                    </a:cubicBezTo>
                    <a:cubicBezTo>
                      <a:pt x="17" y="0"/>
                      <a:pt x="21" y="0"/>
                      <a:pt x="25" y="0"/>
                    </a:cubicBezTo>
                    <a:cubicBezTo>
                      <a:pt x="30" y="0"/>
                      <a:pt x="34" y="0"/>
                      <a:pt x="39" y="0"/>
                    </a:cubicBezTo>
                    <a:cubicBezTo>
                      <a:pt x="50" y="0"/>
                      <a:pt x="61" y="0"/>
                      <a:pt x="71" y="0"/>
                    </a:cubicBezTo>
                    <a:cubicBezTo>
                      <a:pt x="91" y="0"/>
                      <a:pt x="110" y="0"/>
                      <a:pt x="130" y="0"/>
                    </a:cubicBezTo>
                    <a:cubicBezTo>
                      <a:pt x="150" y="0"/>
                      <a:pt x="170" y="0"/>
                      <a:pt x="190" y="0"/>
                    </a:cubicBezTo>
                    <a:cubicBezTo>
                      <a:pt x="195" y="0"/>
                      <a:pt x="199" y="4"/>
                      <a:pt x="199" y="9"/>
                    </a:cubicBezTo>
                    <a:cubicBezTo>
                      <a:pt x="199" y="14"/>
                      <a:pt x="195" y="18"/>
                      <a:pt x="190" y="18"/>
                    </a:cubicBezTo>
                    <a:cubicBezTo>
                      <a:pt x="148" y="18"/>
                      <a:pt x="107" y="17"/>
                      <a:pt x="65" y="18"/>
                    </a:cubicBezTo>
                    <a:cubicBezTo>
                      <a:pt x="49" y="18"/>
                      <a:pt x="33" y="18"/>
                      <a:pt x="17" y="19"/>
                    </a:cubicBezTo>
                    <a:cubicBezTo>
                      <a:pt x="16" y="19"/>
                      <a:pt x="15" y="19"/>
                      <a:pt x="15" y="19"/>
                    </a:cubicBezTo>
                    <a:cubicBezTo>
                      <a:pt x="14" y="19"/>
                      <a:pt x="12" y="20"/>
                      <a:pt x="11" y="20"/>
                    </a:cubicBezTo>
                    <a:cubicBezTo>
                      <a:pt x="9" y="20"/>
                      <a:pt x="8" y="19"/>
                      <a:pt x="7" y="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6" name="Google Shape;4336;p50">
                <a:extLst>
                  <a:ext uri="{FF2B5EF4-FFF2-40B4-BE49-F238E27FC236}">
                    <a16:creationId xmlns:a16="http://schemas.microsoft.com/office/drawing/2014/main" id="{8C8001D0-8872-44F3-8A50-39EC0273B507}"/>
                  </a:ext>
                </a:extLst>
              </p:cNvPr>
              <p:cNvSpPr/>
              <p:nvPr/>
            </p:nvSpPr>
            <p:spPr>
              <a:xfrm>
                <a:off x="-243380" y="3743638"/>
                <a:ext cx="5472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24" extrusionOk="0">
                    <a:moveTo>
                      <a:pt x="5" y="20"/>
                    </a:moveTo>
                    <a:cubicBezTo>
                      <a:pt x="0" y="16"/>
                      <a:pt x="2" y="7"/>
                      <a:pt x="8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9" y="3"/>
                      <a:pt x="12" y="3"/>
                      <a:pt x="14" y="3"/>
                    </a:cubicBezTo>
                    <a:cubicBezTo>
                      <a:pt x="17" y="3"/>
                      <a:pt x="19" y="3"/>
                      <a:pt x="21" y="3"/>
                    </a:cubicBezTo>
                    <a:cubicBezTo>
                      <a:pt x="27" y="3"/>
                      <a:pt x="32" y="2"/>
                      <a:pt x="37" y="2"/>
                    </a:cubicBezTo>
                    <a:cubicBezTo>
                      <a:pt x="48" y="2"/>
                      <a:pt x="58" y="2"/>
                      <a:pt x="68" y="1"/>
                    </a:cubicBezTo>
                    <a:cubicBezTo>
                      <a:pt x="88" y="1"/>
                      <a:pt x="109" y="0"/>
                      <a:pt x="129" y="0"/>
                    </a:cubicBezTo>
                    <a:cubicBezTo>
                      <a:pt x="133" y="0"/>
                      <a:pt x="138" y="0"/>
                      <a:pt x="143" y="0"/>
                    </a:cubicBezTo>
                    <a:cubicBezTo>
                      <a:pt x="147" y="0"/>
                      <a:pt x="151" y="4"/>
                      <a:pt x="151" y="9"/>
                    </a:cubicBezTo>
                    <a:cubicBezTo>
                      <a:pt x="151" y="14"/>
                      <a:pt x="147" y="17"/>
                      <a:pt x="143" y="18"/>
                    </a:cubicBezTo>
                    <a:cubicBezTo>
                      <a:pt x="123" y="18"/>
                      <a:pt x="104" y="18"/>
                      <a:pt x="85" y="19"/>
                    </a:cubicBezTo>
                    <a:cubicBezTo>
                      <a:pt x="67" y="20"/>
                      <a:pt x="49" y="20"/>
                      <a:pt x="31" y="21"/>
                    </a:cubicBezTo>
                    <a:cubicBezTo>
                      <a:pt x="30" y="21"/>
                      <a:pt x="28" y="21"/>
                      <a:pt x="27" y="21"/>
                    </a:cubicBezTo>
                    <a:cubicBezTo>
                      <a:pt x="24" y="22"/>
                      <a:pt x="20" y="22"/>
                      <a:pt x="16" y="23"/>
                    </a:cubicBezTo>
                    <a:cubicBezTo>
                      <a:pt x="15" y="23"/>
                      <a:pt x="15" y="23"/>
                      <a:pt x="14" y="23"/>
                    </a:cubicBezTo>
                    <a:cubicBezTo>
                      <a:pt x="14" y="23"/>
                      <a:pt x="13" y="23"/>
                      <a:pt x="12" y="23"/>
                    </a:cubicBezTo>
                    <a:cubicBezTo>
                      <a:pt x="9" y="23"/>
                      <a:pt x="7" y="23"/>
                      <a:pt x="5" y="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7" name="Google Shape;4337;p50">
                <a:extLst>
                  <a:ext uri="{FF2B5EF4-FFF2-40B4-BE49-F238E27FC236}">
                    <a16:creationId xmlns:a16="http://schemas.microsoft.com/office/drawing/2014/main" id="{496B6534-6201-3AE7-EBFF-8196A9718549}"/>
                  </a:ext>
                </a:extLst>
              </p:cNvPr>
              <p:cNvSpPr/>
              <p:nvPr/>
            </p:nvSpPr>
            <p:spPr>
              <a:xfrm>
                <a:off x="-198020" y="3744357"/>
                <a:ext cx="9360" cy="26640"/>
              </a:xfrm>
              <a:custGeom>
                <a:avLst/>
                <a:gdLst/>
                <a:ahLst/>
                <a:cxnLst/>
                <a:rect l="l" t="t" r="r" b="b"/>
                <a:pathLst>
                  <a:path w="26" h="74" extrusionOk="0">
                    <a:moveTo>
                      <a:pt x="6" y="65"/>
                    </a:moveTo>
                    <a:cubicBezTo>
                      <a:pt x="6" y="56"/>
                      <a:pt x="5" y="47"/>
                      <a:pt x="4" y="37"/>
                    </a:cubicBezTo>
                    <a:cubicBezTo>
                      <a:pt x="4" y="30"/>
                      <a:pt x="3" y="22"/>
                      <a:pt x="2" y="14"/>
                    </a:cubicBezTo>
                    <a:cubicBezTo>
                      <a:pt x="0" y="8"/>
                      <a:pt x="4" y="2"/>
                      <a:pt x="10" y="1"/>
                    </a:cubicBezTo>
                    <a:cubicBezTo>
                      <a:pt x="13" y="0"/>
                      <a:pt x="17" y="1"/>
                      <a:pt x="18" y="4"/>
                    </a:cubicBezTo>
                    <a:cubicBezTo>
                      <a:pt x="21" y="6"/>
                      <a:pt x="22" y="9"/>
                      <a:pt x="21" y="12"/>
                    </a:cubicBezTo>
                    <a:cubicBezTo>
                      <a:pt x="22" y="10"/>
                      <a:pt x="21" y="12"/>
                      <a:pt x="21" y="12"/>
                    </a:cubicBezTo>
                    <a:cubicBezTo>
                      <a:pt x="22" y="12"/>
                      <a:pt x="22" y="14"/>
                      <a:pt x="22" y="14"/>
                    </a:cubicBezTo>
                    <a:cubicBezTo>
                      <a:pt x="22" y="15"/>
                      <a:pt x="22" y="16"/>
                      <a:pt x="22" y="17"/>
                    </a:cubicBezTo>
                    <a:cubicBezTo>
                      <a:pt x="22" y="18"/>
                      <a:pt x="22" y="18"/>
                      <a:pt x="22" y="19"/>
                    </a:cubicBezTo>
                    <a:cubicBezTo>
                      <a:pt x="22" y="19"/>
                      <a:pt x="22" y="20"/>
                      <a:pt x="22" y="21"/>
                    </a:cubicBezTo>
                    <a:cubicBezTo>
                      <a:pt x="22" y="27"/>
                      <a:pt x="23" y="33"/>
                      <a:pt x="24" y="39"/>
                    </a:cubicBezTo>
                    <a:cubicBezTo>
                      <a:pt x="24" y="47"/>
                      <a:pt x="25" y="56"/>
                      <a:pt x="25" y="64"/>
                    </a:cubicBezTo>
                    <a:cubicBezTo>
                      <a:pt x="25" y="68"/>
                      <a:pt x="21" y="72"/>
                      <a:pt x="17" y="72"/>
                    </a:cubicBezTo>
                    <a:cubicBezTo>
                      <a:pt x="17" y="73"/>
                      <a:pt x="16" y="73"/>
                      <a:pt x="16" y="73"/>
                    </a:cubicBezTo>
                    <a:cubicBezTo>
                      <a:pt x="11" y="73"/>
                      <a:pt x="7" y="70"/>
                      <a:pt x="6" y="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8" name="Google Shape;4338;p50">
                <a:extLst>
                  <a:ext uri="{FF2B5EF4-FFF2-40B4-BE49-F238E27FC236}">
                    <a16:creationId xmlns:a16="http://schemas.microsoft.com/office/drawing/2014/main" id="{CE6B1B42-ABCF-DEF5-388F-0FB88001EC2D}"/>
                  </a:ext>
                </a:extLst>
              </p:cNvPr>
              <p:cNvSpPr/>
              <p:nvPr/>
            </p:nvSpPr>
            <p:spPr>
              <a:xfrm>
                <a:off x="-194420" y="3822118"/>
                <a:ext cx="7200" cy="48240"/>
              </a:xfrm>
              <a:custGeom>
                <a:avLst/>
                <a:gdLst/>
                <a:ahLst/>
                <a:cxnLst/>
                <a:rect l="l" t="t" r="r" b="b"/>
                <a:pathLst>
                  <a:path w="20" h="134" extrusionOk="0">
                    <a:moveTo>
                      <a:pt x="0" y="123"/>
                    </a:moveTo>
                    <a:cubicBezTo>
                      <a:pt x="0" y="104"/>
                      <a:pt x="0" y="84"/>
                      <a:pt x="0" y="64"/>
                    </a:cubicBezTo>
                    <a:cubicBezTo>
                      <a:pt x="0" y="56"/>
                      <a:pt x="0" y="47"/>
                      <a:pt x="0" y="38"/>
                    </a:cubicBezTo>
                    <a:cubicBezTo>
                      <a:pt x="0" y="32"/>
                      <a:pt x="0" y="25"/>
                      <a:pt x="0" y="19"/>
                    </a:cubicBezTo>
                    <a:cubicBezTo>
                      <a:pt x="0" y="18"/>
                      <a:pt x="0" y="17"/>
                      <a:pt x="0" y="15"/>
                    </a:cubicBezTo>
                    <a:cubicBezTo>
                      <a:pt x="0" y="14"/>
                      <a:pt x="0" y="12"/>
                      <a:pt x="0" y="11"/>
                    </a:cubicBezTo>
                    <a:cubicBezTo>
                      <a:pt x="0" y="10"/>
                      <a:pt x="0" y="10"/>
                      <a:pt x="0" y="9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4"/>
                      <a:pt x="3" y="2"/>
                      <a:pt x="7" y="1"/>
                    </a:cubicBezTo>
                    <a:cubicBezTo>
                      <a:pt x="11" y="0"/>
                      <a:pt x="17" y="2"/>
                      <a:pt x="18" y="7"/>
                    </a:cubicBezTo>
                    <a:cubicBezTo>
                      <a:pt x="19" y="8"/>
                      <a:pt x="19" y="11"/>
                      <a:pt x="19" y="13"/>
                    </a:cubicBezTo>
                    <a:cubicBezTo>
                      <a:pt x="19" y="14"/>
                      <a:pt x="19" y="14"/>
                      <a:pt x="19" y="15"/>
                    </a:cubicBezTo>
                    <a:cubicBezTo>
                      <a:pt x="19" y="17"/>
                      <a:pt x="19" y="18"/>
                      <a:pt x="19" y="20"/>
                    </a:cubicBezTo>
                    <a:cubicBezTo>
                      <a:pt x="18" y="35"/>
                      <a:pt x="18" y="50"/>
                      <a:pt x="18" y="65"/>
                    </a:cubicBezTo>
                    <a:cubicBezTo>
                      <a:pt x="18" y="85"/>
                      <a:pt x="18" y="104"/>
                      <a:pt x="18" y="123"/>
                    </a:cubicBezTo>
                    <a:cubicBezTo>
                      <a:pt x="18" y="129"/>
                      <a:pt x="14" y="133"/>
                      <a:pt x="9" y="133"/>
                    </a:cubicBezTo>
                    <a:cubicBezTo>
                      <a:pt x="4" y="133"/>
                      <a:pt x="0" y="129"/>
                      <a:pt x="0" y="1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9" name="Google Shape;4339;p50">
                <a:extLst>
                  <a:ext uri="{FF2B5EF4-FFF2-40B4-BE49-F238E27FC236}">
                    <a16:creationId xmlns:a16="http://schemas.microsoft.com/office/drawing/2014/main" id="{26F307E1-946C-60EE-37ED-D095F18EEBB1}"/>
                  </a:ext>
                </a:extLst>
              </p:cNvPr>
              <p:cNvSpPr/>
              <p:nvPr/>
            </p:nvSpPr>
            <p:spPr>
              <a:xfrm>
                <a:off x="-195860" y="3900598"/>
                <a:ext cx="9360" cy="52200"/>
              </a:xfrm>
              <a:custGeom>
                <a:avLst/>
                <a:gdLst/>
                <a:ahLst/>
                <a:cxnLst/>
                <a:rect l="l" t="t" r="r" b="b"/>
                <a:pathLst>
                  <a:path w="26" h="145" extrusionOk="0">
                    <a:moveTo>
                      <a:pt x="6" y="135"/>
                    </a:moveTo>
                    <a:cubicBezTo>
                      <a:pt x="5" y="114"/>
                      <a:pt x="4" y="94"/>
                      <a:pt x="4" y="74"/>
                    </a:cubicBezTo>
                    <a:cubicBezTo>
                      <a:pt x="2" y="54"/>
                      <a:pt x="2" y="34"/>
                      <a:pt x="1" y="14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4"/>
                      <a:pt x="1" y="13"/>
                    </a:cubicBezTo>
                    <a:cubicBezTo>
                      <a:pt x="0" y="7"/>
                      <a:pt x="4" y="0"/>
                      <a:pt x="11" y="0"/>
                    </a:cubicBezTo>
                    <a:cubicBezTo>
                      <a:pt x="18" y="0"/>
                      <a:pt x="22" y="7"/>
                      <a:pt x="21" y="12"/>
                    </a:cubicBezTo>
                    <a:cubicBezTo>
                      <a:pt x="21" y="32"/>
                      <a:pt x="21" y="52"/>
                      <a:pt x="22" y="71"/>
                    </a:cubicBezTo>
                    <a:cubicBezTo>
                      <a:pt x="22" y="92"/>
                      <a:pt x="23" y="114"/>
                      <a:pt x="24" y="135"/>
                    </a:cubicBezTo>
                    <a:cubicBezTo>
                      <a:pt x="25" y="140"/>
                      <a:pt x="20" y="144"/>
                      <a:pt x="15" y="144"/>
                    </a:cubicBezTo>
                    <a:cubicBezTo>
                      <a:pt x="10" y="144"/>
                      <a:pt x="6" y="140"/>
                      <a:pt x="6" y="1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0" name="Google Shape;4340;p50">
                <a:extLst>
                  <a:ext uri="{FF2B5EF4-FFF2-40B4-BE49-F238E27FC236}">
                    <a16:creationId xmlns:a16="http://schemas.microsoft.com/office/drawing/2014/main" id="{7061CBBA-A81D-475F-3448-5D8F3A6DECBB}"/>
                  </a:ext>
                </a:extLst>
              </p:cNvPr>
              <p:cNvSpPr/>
              <p:nvPr/>
            </p:nvSpPr>
            <p:spPr>
              <a:xfrm>
                <a:off x="-194060" y="3963958"/>
                <a:ext cx="7920" cy="32400"/>
              </a:xfrm>
              <a:custGeom>
                <a:avLst/>
                <a:gdLst/>
                <a:ahLst/>
                <a:cxnLst/>
                <a:rect l="l" t="t" r="r" b="b"/>
                <a:pathLst>
                  <a:path w="22" h="90" extrusionOk="0">
                    <a:moveTo>
                      <a:pt x="0" y="81"/>
                    </a:moveTo>
                    <a:cubicBezTo>
                      <a:pt x="1" y="68"/>
                      <a:pt x="2" y="57"/>
                      <a:pt x="2" y="44"/>
                    </a:cubicBezTo>
                    <a:cubicBezTo>
                      <a:pt x="2" y="34"/>
                      <a:pt x="2" y="23"/>
                      <a:pt x="2" y="12"/>
                    </a:cubicBezTo>
                    <a:cubicBezTo>
                      <a:pt x="1" y="11"/>
                      <a:pt x="1" y="10"/>
                      <a:pt x="2" y="8"/>
                    </a:cubicBezTo>
                    <a:cubicBezTo>
                      <a:pt x="2" y="8"/>
                      <a:pt x="2" y="7"/>
                      <a:pt x="2" y="6"/>
                    </a:cubicBezTo>
                    <a:cubicBezTo>
                      <a:pt x="2" y="5"/>
                      <a:pt x="3" y="4"/>
                      <a:pt x="3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6" y="2"/>
                      <a:pt x="7" y="1"/>
                      <a:pt x="9" y="0"/>
                    </a:cubicBezTo>
                    <a:cubicBezTo>
                      <a:pt x="10" y="0"/>
                      <a:pt x="10" y="0"/>
                      <a:pt x="11" y="0"/>
                    </a:cubicBezTo>
                    <a:cubicBezTo>
                      <a:pt x="12" y="0"/>
                      <a:pt x="13" y="0"/>
                      <a:pt x="14" y="0"/>
                    </a:cubicBezTo>
                    <a:cubicBezTo>
                      <a:pt x="16" y="1"/>
                      <a:pt x="17" y="1"/>
                      <a:pt x="18" y="3"/>
                    </a:cubicBezTo>
                    <a:cubicBezTo>
                      <a:pt x="18" y="3"/>
                      <a:pt x="19" y="3"/>
                      <a:pt x="19" y="4"/>
                    </a:cubicBezTo>
                    <a:cubicBezTo>
                      <a:pt x="20" y="4"/>
                      <a:pt x="20" y="5"/>
                      <a:pt x="21" y="6"/>
                    </a:cubicBezTo>
                    <a:cubicBezTo>
                      <a:pt x="21" y="7"/>
                      <a:pt x="21" y="7"/>
                      <a:pt x="21" y="8"/>
                    </a:cubicBezTo>
                    <a:cubicBezTo>
                      <a:pt x="21" y="10"/>
                      <a:pt x="21" y="11"/>
                      <a:pt x="21" y="12"/>
                    </a:cubicBezTo>
                    <a:cubicBezTo>
                      <a:pt x="20" y="35"/>
                      <a:pt x="20" y="58"/>
                      <a:pt x="18" y="81"/>
                    </a:cubicBezTo>
                    <a:cubicBezTo>
                      <a:pt x="18" y="85"/>
                      <a:pt x="14" y="89"/>
                      <a:pt x="10" y="89"/>
                    </a:cubicBezTo>
                    <a:cubicBezTo>
                      <a:pt x="4" y="89"/>
                      <a:pt x="0" y="85"/>
                      <a:pt x="0" y="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1" name="Google Shape;4341;p50">
                <a:extLst>
                  <a:ext uri="{FF2B5EF4-FFF2-40B4-BE49-F238E27FC236}">
                    <a16:creationId xmlns:a16="http://schemas.microsoft.com/office/drawing/2014/main" id="{604B0C0B-5E1D-B5F4-D3CD-1DCF8118B938}"/>
                  </a:ext>
                </a:extLst>
              </p:cNvPr>
              <p:cNvSpPr/>
              <p:nvPr/>
            </p:nvSpPr>
            <p:spPr>
              <a:xfrm>
                <a:off x="29500" y="3956398"/>
                <a:ext cx="13680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38" h="185" extrusionOk="0">
                    <a:moveTo>
                      <a:pt x="17" y="176"/>
                    </a:moveTo>
                    <a:cubicBezTo>
                      <a:pt x="16" y="154"/>
                      <a:pt x="14" y="132"/>
                      <a:pt x="12" y="111"/>
                    </a:cubicBezTo>
                    <a:cubicBezTo>
                      <a:pt x="10" y="91"/>
                      <a:pt x="7" y="71"/>
                      <a:pt x="4" y="51"/>
                    </a:cubicBezTo>
                    <a:cubicBezTo>
                      <a:pt x="3" y="45"/>
                      <a:pt x="2" y="38"/>
                      <a:pt x="2" y="31"/>
                    </a:cubicBezTo>
                    <a:cubicBezTo>
                      <a:pt x="1" y="25"/>
                      <a:pt x="0" y="18"/>
                      <a:pt x="0" y="11"/>
                    </a:cubicBezTo>
                    <a:cubicBezTo>
                      <a:pt x="1" y="5"/>
                      <a:pt x="6" y="0"/>
                      <a:pt x="12" y="1"/>
                    </a:cubicBezTo>
                    <a:cubicBezTo>
                      <a:pt x="17" y="2"/>
                      <a:pt x="22" y="8"/>
                      <a:pt x="20" y="14"/>
                    </a:cubicBezTo>
                    <a:cubicBezTo>
                      <a:pt x="20" y="15"/>
                      <a:pt x="20" y="16"/>
                      <a:pt x="20" y="17"/>
                    </a:cubicBezTo>
                    <a:cubicBezTo>
                      <a:pt x="20" y="21"/>
                      <a:pt x="20" y="24"/>
                      <a:pt x="20" y="28"/>
                    </a:cubicBezTo>
                    <a:cubicBezTo>
                      <a:pt x="20" y="27"/>
                      <a:pt x="20" y="26"/>
                      <a:pt x="20" y="26"/>
                    </a:cubicBezTo>
                    <a:cubicBezTo>
                      <a:pt x="20" y="28"/>
                      <a:pt x="20" y="28"/>
                      <a:pt x="20" y="29"/>
                    </a:cubicBezTo>
                    <a:cubicBezTo>
                      <a:pt x="20" y="30"/>
                      <a:pt x="20" y="31"/>
                      <a:pt x="20" y="31"/>
                    </a:cubicBezTo>
                    <a:cubicBezTo>
                      <a:pt x="20" y="32"/>
                      <a:pt x="20" y="33"/>
                      <a:pt x="20" y="34"/>
                    </a:cubicBezTo>
                    <a:cubicBezTo>
                      <a:pt x="23" y="54"/>
                      <a:pt x="26" y="74"/>
                      <a:pt x="28" y="93"/>
                    </a:cubicBezTo>
                    <a:cubicBezTo>
                      <a:pt x="30" y="114"/>
                      <a:pt x="33" y="135"/>
                      <a:pt x="35" y="155"/>
                    </a:cubicBezTo>
                    <a:cubicBezTo>
                      <a:pt x="35" y="161"/>
                      <a:pt x="36" y="167"/>
                      <a:pt x="37" y="173"/>
                    </a:cubicBezTo>
                    <a:cubicBezTo>
                      <a:pt x="37" y="178"/>
                      <a:pt x="34" y="183"/>
                      <a:pt x="28" y="184"/>
                    </a:cubicBezTo>
                    <a:lnTo>
                      <a:pt x="27" y="184"/>
                    </a:lnTo>
                    <a:cubicBezTo>
                      <a:pt x="23" y="184"/>
                      <a:pt x="18" y="181"/>
                      <a:pt x="17" y="1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2" name="Google Shape;4342;p50">
                <a:extLst>
                  <a:ext uri="{FF2B5EF4-FFF2-40B4-BE49-F238E27FC236}">
                    <a16:creationId xmlns:a16="http://schemas.microsoft.com/office/drawing/2014/main" id="{EF44E8DF-33E5-D569-4912-80D8AC8A38EE}"/>
                  </a:ext>
                </a:extLst>
              </p:cNvPr>
              <p:cNvSpPr/>
              <p:nvPr/>
            </p:nvSpPr>
            <p:spPr>
              <a:xfrm>
                <a:off x="13660" y="3975478"/>
                <a:ext cx="5112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142" h="167" extrusionOk="0">
                    <a:moveTo>
                      <a:pt x="4" y="164"/>
                    </a:moveTo>
                    <a:cubicBezTo>
                      <a:pt x="0" y="161"/>
                      <a:pt x="0" y="155"/>
                      <a:pt x="3" y="151"/>
                    </a:cubicBezTo>
                    <a:cubicBezTo>
                      <a:pt x="27" y="117"/>
                      <a:pt x="52" y="84"/>
                      <a:pt x="78" y="51"/>
                    </a:cubicBezTo>
                    <a:cubicBezTo>
                      <a:pt x="85" y="43"/>
                      <a:pt x="91" y="35"/>
                      <a:pt x="98" y="28"/>
                    </a:cubicBezTo>
                    <a:cubicBezTo>
                      <a:pt x="101" y="24"/>
                      <a:pt x="104" y="20"/>
                      <a:pt x="107" y="17"/>
                    </a:cubicBezTo>
                    <a:cubicBezTo>
                      <a:pt x="110" y="14"/>
                      <a:pt x="113" y="12"/>
                      <a:pt x="115" y="10"/>
                    </a:cubicBezTo>
                    <a:cubicBezTo>
                      <a:pt x="117" y="8"/>
                      <a:pt x="120" y="5"/>
                      <a:pt x="122" y="4"/>
                    </a:cubicBezTo>
                    <a:cubicBezTo>
                      <a:pt x="125" y="2"/>
                      <a:pt x="130" y="0"/>
                      <a:pt x="134" y="2"/>
                    </a:cubicBezTo>
                    <a:cubicBezTo>
                      <a:pt x="137" y="3"/>
                      <a:pt x="139" y="7"/>
                      <a:pt x="140" y="10"/>
                    </a:cubicBezTo>
                    <a:cubicBezTo>
                      <a:pt x="141" y="14"/>
                      <a:pt x="138" y="19"/>
                      <a:pt x="134" y="21"/>
                    </a:cubicBezTo>
                    <a:cubicBezTo>
                      <a:pt x="133" y="21"/>
                      <a:pt x="132" y="21"/>
                      <a:pt x="131" y="21"/>
                    </a:cubicBezTo>
                    <a:lnTo>
                      <a:pt x="131" y="22"/>
                    </a:lnTo>
                    <a:cubicBezTo>
                      <a:pt x="128" y="23"/>
                      <a:pt x="127" y="25"/>
                      <a:pt x="124" y="26"/>
                    </a:cubicBezTo>
                    <a:cubicBezTo>
                      <a:pt x="120" y="31"/>
                      <a:pt x="116" y="34"/>
                      <a:pt x="113" y="38"/>
                    </a:cubicBezTo>
                    <a:cubicBezTo>
                      <a:pt x="109" y="42"/>
                      <a:pt x="106" y="46"/>
                      <a:pt x="103" y="49"/>
                    </a:cubicBezTo>
                    <a:cubicBezTo>
                      <a:pt x="77" y="79"/>
                      <a:pt x="53" y="112"/>
                      <a:pt x="29" y="145"/>
                    </a:cubicBezTo>
                    <a:cubicBezTo>
                      <a:pt x="25" y="151"/>
                      <a:pt x="21" y="156"/>
                      <a:pt x="17" y="162"/>
                    </a:cubicBezTo>
                    <a:cubicBezTo>
                      <a:pt x="15" y="165"/>
                      <a:pt x="12" y="166"/>
                      <a:pt x="10" y="166"/>
                    </a:cubicBezTo>
                    <a:cubicBezTo>
                      <a:pt x="8" y="166"/>
                      <a:pt x="5" y="165"/>
                      <a:pt x="4" y="16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3" name="Google Shape;4343;p50">
                <a:extLst>
                  <a:ext uri="{FF2B5EF4-FFF2-40B4-BE49-F238E27FC236}">
                    <a16:creationId xmlns:a16="http://schemas.microsoft.com/office/drawing/2014/main" id="{6E362BBB-9500-54F1-2288-7B200755F186}"/>
                  </a:ext>
                </a:extLst>
              </p:cNvPr>
              <p:cNvSpPr/>
              <p:nvPr/>
            </p:nvSpPr>
            <p:spPr>
              <a:xfrm>
                <a:off x="-632180" y="3405957"/>
                <a:ext cx="53640" cy="115920"/>
              </a:xfrm>
              <a:custGeom>
                <a:avLst/>
                <a:gdLst/>
                <a:ahLst/>
                <a:cxnLst/>
                <a:rect l="l" t="t" r="r" b="b"/>
                <a:pathLst>
                  <a:path w="149" h="322" extrusionOk="0">
                    <a:moveTo>
                      <a:pt x="29" y="299"/>
                    </a:moveTo>
                    <a:cubicBezTo>
                      <a:pt x="29" y="296"/>
                      <a:pt x="31" y="293"/>
                      <a:pt x="32" y="291"/>
                    </a:cubicBezTo>
                    <a:cubicBezTo>
                      <a:pt x="33" y="286"/>
                      <a:pt x="35" y="281"/>
                      <a:pt x="36" y="275"/>
                    </a:cubicBezTo>
                    <a:cubicBezTo>
                      <a:pt x="36" y="271"/>
                      <a:pt x="38" y="268"/>
                      <a:pt x="38" y="264"/>
                    </a:cubicBezTo>
                    <a:cubicBezTo>
                      <a:pt x="40" y="256"/>
                      <a:pt x="42" y="247"/>
                      <a:pt x="43" y="239"/>
                    </a:cubicBezTo>
                    <a:cubicBezTo>
                      <a:pt x="45" y="235"/>
                      <a:pt x="46" y="229"/>
                      <a:pt x="47" y="225"/>
                    </a:cubicBezTo>
                    <a:lnTo>
                      <a:pt x="46" y="225"/>
                    </a:lnTo>
                    <a:cubicBezTo>
                      <a:pt x="48" y="219"/>
                      <a:pt x="49" y="212"/>
                      <a:pt x="50" y="207"/>
                    </a:cubicBezTo>
                    <a:lnTo>
                      <a:pt x="50" y="208"/>
                    </a:lnTo>
                    <a:cubicBezTo>
                      <a:pt x="51" y="203"/>
                      <a:pt x="52" y="198"/>
                      <a:pt x="53" y="193"/>
                    </a:cubicBezTo>
                    <a:cubicBezTo>
                      <a:pt x="48" y="201"/>
                      <a:pt x="43" y="208"/>
                      <a:pt x="39" y="217"/>
                    </a:cubicBezTo>
                    <a:cubicBezTo>
                      <a:pt x="40" y="216"/>
                      <a:pt x="40" y="216"/>
                      <a:pt x="40" y="215"/>
                    </a:cubicBezTo>
                    <a:cubicBezTo>
                      <a:pt x="38" y="219"/>
                      <a:pt x="36" y="223"/>
                      <a:pt x="35" y="227"/>
                    </a:cubicBezTo>
                    <a:cubicBezTo>
                      <a:pt x="32" y="236"/>
                      <a:pt x="29" y="245"/>
                      <a:pt x="28" y="254"/>
                    </a:cubicBezTo>
                    <a:lnTo>
                      <a:pt x="28" y="253"/>
                    </a:lnTo>
                    <a:cubicBezTo>
                      <a:pt x="26" y="260"/>
                      <a:pt x="25" y="266"/>
                      <a:pt x="25" y="272"/>
                    </a:cubicBezTo>
                    <a:cubicBezTo>
                      <a:pt x="25" y="275"/>
                      <a:pt x="25" y="279"/>
                      <a:pt x="25" y="282"/>
                    </a:cubicBezTo>
                    <a:cubicBezTo>
                      <a:pt x="25" y="285"/>
                      <a:pt x="25" y="288"/>
                      <a:pt x="26" y="291"/>
                    </a:cubicBezTo>
                    <a:cubicBezTo>
                      <a:pt x="26" y="293"/>
                      <a:pt x="27" y="295"/>
                      <a:pt x="28" y="296"/>
                    </a:cubicBezTo>
                    <a:cubicBezTo>
                      <a:pt x="28" y="298"/>
                      <a:pt x="28" y="298"/>
                      <a:pt x="29" y="299"/>
                    </a:cubicBezTo>
                    <a:moveTo>
                      <a:pt x="19" y="317"/>
                    </a:moveTo>
                    <a:cubicBezTo>
                      <a:pt x="15" y="313"/>
                      <a:pt x="12" y="307"/>
                      <a:pt x="11" y="302"/>
                    </a:cubicBezTo>
                    <a:cubicBezTo>
                      <a:pt x="9" y="296"/>
                      <a:pt x="8" y="291"/>
                      <a:pt x="8" y="285"/>
                    </a:cubicBezTo>
                    <a:cubicBezTo>
                      <a:pt x="7" y="278"/>
                      <a:pt x="8" y="271"/>
                      <a:pt x="9" y="264"/>
                    </a:cubicBezTo>
                    <a:cubicBezTo>
                      <a:pt x="11" y="251"/>
                      <a:pt x="14" y="238"/>
                      <a:pt x="18" y="225"/>
                    </a:cubicBezTo>
                    <a:cubicBezTo>
                      <a:pt x="22" y="212"/>
                      <a:pt x="29" y="201"/>
                      <a:pt x="36" y="190"/>
                    </a:cubicBezTo>
                    <a:cubicBezTo>
                      <a:pt x="43" y="178"/>
                      <a:pt x="52" y="166"/>
                      <a:pt x="59" y="155"/>
                    </a:cubicBezTo>
                    <a:cubicBezTo>
                      <a:pt x="60" y="154"/>
                      <a:pt x="60" y="154"/>
                      <a:pt x="60" y="153"/>
                    </a:cubicBezTo>
                    <a:cubicBezTo>
                      <a:pt x="64" y="134"/>
                      <a:pt x="67" y="114"/>
                      <a:pt x="71" y="94"/>
                    </a:cubicBezTo>
                    <a:cubicBezTo>
                      <a:pt x="73" y="89"/>
                      <a:pt x="74" y="83"/>
                      <a:pt x="75" y="77"/>
                    </a:cubicBezTo>
                    <a:cubicBezTo>
                      <a:pt x="66" y="85"/>
                      <a:pt x="55" y="93"/>
                      <a:pt x="42" y="96"/>
                    </a:cubicBezTo>
                    <a:cubicBezTo>
                      <a:pt x="31" y="98"/>
                      <a:pt x="19" y="95"/>
                      <a:pt x="11" y="86"/>
                    </a:cubicBezTo>
                    <a:cubicBezTo>
                      <a:pt x="4" y="77"/>
                      <a:pt x="1" y="65"/>
                      <a:pt x="0" y="53"/>
                    </a:cubicBezTo>
                    <a:cubicBezTo>
                      <a:pt x="0" y="44"/>
                      <a:pt x="0" y="34"/>
                      <a:pt x="0" y="24"/>
                    </a:cubicBezTo>
                    <a:cubicBezTo>
                      <a:pt x="0" y="21"/>
                      <a:pt x="0" y="17"/>
                      <a:pt x="0" y="13"/>
                    </a:cubicBezTo>
                    <a:cubicBezTo>
                      <a:pt x="0" y="13"/>
                      <a:pt x="0" y="12"/>
                      <a:pt x="0" y="11"/>
                    </a:cubicBezTo>
                    <a:lnTo>
                      <a:pt x="0" y="10"/>
                    </a:lnTo>
                    <a:lnTo>
                      <a:pt x="0" y="9"/>
                    </a:lnTo>
                    <a:cubicBezTo>
                      <a:pt x="0" y="5"/>
                      <a:pt x="4" y="1"/>
                      <a:pt x="8" y="0"/>
                    </a:cubicBezTo>
                    <a:cubicBezTo>
                      <a:pt x="14" y="0"/>
                      <a:pt x="19" y="3"/>
                      <a:pt x="19" y="9"/>
                    </a:cubicBezTo>
                    <a:cubicBezTo>
                      <a:pt x="19" y="10"/>
                      <a:pt x="19" y="10"/>
                      <a:pt x="20" y="11"/>
                    </a:cubicBezTo>
                    <a:cubicBezTo>
                      <a:pt x="20" y="13"/>
                      <a:pt x="19" y="14"/>
                      <a:pt x="19" y="15"/>
                    </a:cubicBezTo>
                    <a:cubicBezTo>
                      <a:pt x="18" y="19"/>
                      <a:pt x="18" y="23"/>
                      <a:pt x="18" y="26"/>
                    </a:cubicBezTo>
                    <a:cubicBezTo>
                      <a:pt x="18" y="32"/>
                      <a:pt x="18" y="39"/>
                      <a:pt x="18" y="46"/>
                    </a:cubicBezTo>
                    <a:cubicBezTo>
                      <a:pt x="18" y="51"/>
                      <a:pt x="19" y="55"/>
                      <a:pt x="19" y="59"/>
                    </a:cubicBezTo>
                    <a:cubicBezTo>
                      <a:pt x="20" y="62"/>
                      <a:pt x="21" y="64"/>
                      <a:pt x="21" y="66"/>
                    </a:cubicBezTo>
                    <a:cubicBezTo>
                      <a:pt x="22" y="67"/>
                      <a:pt x="22" y="69"/>
                      <a:pt x="23" y="70"/>
                    </a:cubicBezTo>
                    <a:cubicBezTo>
                      <a:pt x="24" y="71"/>
                      <a:pt x="24" y="71"/>
                      <a:pt x="25" y="73"/>
                    </a:cubicBezTo>
                    <a:cubicBezTo>
                      <a:pt x="25" y="73"/>
                      <a:pt x="25" y="74"/>
                      <a:pt x="26" y="74"/>
                    </a:cubicBezTo>
                    <a:cubicBezTo>
                      <a:pt x="26" y="74"/>
                      <a:pt x="26" y="75"/>
                      <a:pt x="27" y="75"/>
                    </a:cubicBezTo>
                    <a:cubicBezTo>
                      <a:pt x="27" y="76"/>
                      <a:pt x="28" y="76"/>
                      <a:pt x="28" y="76"/>
                    </a:cubicBezTo>
                    <a:cubicBezTo>
                      <a:pt x="29" y="77"/>
                      <a:pt x="29" y="77"/>
                      <a:pt x="29" y="77"/>
                    </a:cubicBezTo>
                    <a:cubicBezTo>
                      <a:pt x="30" y="77"/>
                      <a:pt x="31" y="77"/>
                      <a:pt x="31" y="78"/>
                    </a:cubicBezTo>
                    <a:lnTo>
                      <a:pt x="32" y="78"/>
                    </a:lnTo>
                    <a:cubicBezTo>
                      <a:pt x="33" y="78"/>
                      <a:pt x="34" y="78"/>
                      <a:pt x="35" y="78"/>
                    </a:cubicBezTo>
                    <a:lnTo>
                      <a:pt x="36" y="78"/>
                    </a:lnTo>
                    <a:cubicBezTo>
                      <a:pt x="37" y="78"/>
                      <a:pt x="38" y="78"/>
                      <a:pt x="39" y="78"/>
                    </a:cubicBezTo>
                    <a:cubicBezTo>
                      <a:pt x="40" y="77"/>
                      <a:pt x="42" y="77"/>
                      <a:pt x="43" y="77"/>
                    </a:cubicBezTo>
                    <a:cubicBezTo>
                      <a:pt x="45" y="76"/>
                      <a:pt x="47" y="75"/>
                      <a:pt x="49" y="74"/>
                    </a:cubicBezTo>
                    <a:lnTo>
                      <a:pt x="48" y="74"/>
                    </a:lnTo>
                    <a:cubicBezTo>
                      <a:pt x="50" y="73"/>
                      <a:pt x="52" y="72"/>
                      <a:pt x="54" y="71"/>
                    </a:cubicBezTo>
                    <a:cubicBezTo>
                      <a:pt x="59" y="68"/>
                      <a:pt x="63" y="64"/>
                      <a:pt x="66" y="62"/>
                    </a:cubicBezTo>
                    <a:cubicBezTo>
                      <a:pt x="72" y="56"/>
                      <a:pt x="78" y="51"/>
                      <a:pt x="82" y="45"/>
                    </a:cubicBezTo>
                    <a:cubicBezTo>
                      <a:pt x="84" y="44"/>
                      <a:pt x="84" y="43"/>
                      <a:pt x="85" y="42"/>
                    </a:cubicBezTo>
                    <a:cubicBezTo>
                      <a:pt x="86" y="39"/>
                      <a:pt x="87" y="37"/>
                      <a:pt x="88" y="34"/>
                    </a:cubicBezTo>
                    <a:cubicBezTo>
                      <a:pt x="90" y="31"/>
                      <a:pt x="92" y="28"/>
                      <a:pt x="96" y="28"/>
                    </a:cubicBezTo>
                    <a:cubicBezTo>
                      <a:pt x="99" y="28"/>
                      <a:pt x="102" y="29"/>
                      <a:pt x="105" y="32"/>
                    </a:cubicBezTo>
                    <a:cubicBezTo>
                      <a:pt x="106" y="34"/>
                      <a:pt x="107" y="36"/>
                      <a:pt x="107" y="38"/>
                    </a:cubicBezTo>
                    <a:cubicBezTo>
                      <a:pt x="107" y="39"/>
                      <a:pt x="107" y="41"/>
                      <a:pt x="106" y="42"/>
                    </a:cubicBezTo>
                    <a:cubicBezTo>
                      <a:pt x="106" y="43"/>
                      <a:pt x="106" y="44"/>
                      <a:pt x="105" y="45"/>
                    </a:cubicBezTo>
                    <a:cubicBezTo>
                      <a:pt x="104" y="49"/>
                      <a:pt x="102" y="52"/>
                      <a:pt x="99" y="55"/>
                    </a:cubicBezTo>
                    <a:cubicBezTo>
                      <a:pt x="93" y="76"/>
                      <a:pt x="88" y="97"/>
                      <a:pt x="83" y="119"/>
                    </a:cubicBezTo>
                    <a:cubicBezTo>
                      <a:pt x="88" y="111"/>
                      <a:pt x="93" y="103"/>
                      <a:pt x="98" y="95"/>
                    </a:cubicBezTo>
                    <a:cubicBezTo>
                      <a:pt x="102" y="90"/>
                      <a:pt x="106" y="85"/>
                      <a:pt x="109" y="79"/>
                    </a:cubicBezTo>
                    <a:cubicBezTo>
                      <a:pt x="109" y="80"/>
                      <a:pt x="109" y="80"/>
                      <a:pt x="109" y="80"/>
                    </a:cubicBezTo>
                    <a:cubicBezTo>
                      <a:pt x="112" y="76"/>
                      <a:pt x="115" y="71"/>
                      <a:pt x="118" y="66"/>
                    </a:cubicBezTo>
                    <a:cubicBezTo>
                      <a:pt x="118" y="67"/>
                      <a:pt x="117" y="67"/>
                      <a:pt x="117" y="67"/>
                    </a:cubicBezTo>
                    <a:cubicBezTo>
                      <a:pt x="123" y="59"/>
                      <a:pt x="128" y="52"/>
                      <a:pt x="133" y="45"/>
                    </a:cubicBezTo>
                    <a:cubicBezTo>
                      <a:pt x="135" y="41"/>
                      <a:pt x="141" y="41"/>
                      <a:pt x="144" y="43"/>
                    </a:cubicBezTo>
                    <a:cubicBezTo>
                      <a:pt x="147" y="46"/>
                      <a:pt x="148" y="51"/>
                      <a:pt x="145" y="54"/>
                    </a:cubicBezTo>
                    <a:cubicBezTo>
                      <a:pt x="140" y="61"/>
                      <a:pt x="135" y="68"/>
                      <a:pt x="130" y="76"/>
                    </a:cubicBezTo>
                    <a:cubicBezTo>
                      <a:pt x="127" y="80"/>
                      <a:pt x="125" y="84"/>
                      <a:pt x="122" y="88"/>
                    </a:cubicBezTo>
                    <a:lnTo>
                      <a:pt x="121" y="88"/>
                    </a:lnTo>
                    <a:lnTo>
                      <a:pt x="121" y="89"/>
                    </a:lnTo>
                    <a:cubicBezTo>
                      <a:pt x="121" y="88"/>
                      <a:pt x="121" y="88"/>
                      <a:pt x="121" y="88"/>
                    </a:cubicBezTo>
                    <a:cubicBezTo>
                      <a:pt x="118" y="94"/>
                      <a:pt x="114" y="99"/>
                      <a:pt x="110" y="105"/>
                    </a:cubicBezTo>
                    <a:lnTo>
                      <a:pt x="111" y="104"/>
                    </a:lnTo>
                    <a:cubicBezTo>
                      <a:pt x="107" y="111"/>
                      <a:pt x="103" y="116"/>
                      <a:pt x="99" y="123"/>
                    </a:cubicBezTo>
                    <a:cubicBezTo>
                      <a:pt x="94" y="130"/>
                      <a:pt x="89" y="137"/>
                      <a:pt x="85" y="144"/>
                    </a:cubicBezTo>
                    <a:cubicBezTo>
                      <a:pt x="81" y="149"/>
                      <a:pt x="78" y="154"/>
                      <a:pt x="75" y="159"/>
                    </a:cubicBezTo>
                    <a:cubicBezTo>
                      <a:pt x="70" y="188"/>
                      <a:pt x="65" y="218"/>
                      <a:pt x="60" y="247"/>
                    </a:cubicBezTo>
                    <a:cubicBezTo>
                      <a:pt x="58" y="257"/>
                      <a:pt x="56" y="267"/>
                      <a:pt x="54" y="277"/>
                    </a:cubicBezTo>
                    <a:cubicBezTo>
                      <a:pt x="53" y="282"/>
                      <a:pt x="53" y="287"/>
                      <a:pt x="51" y="292"/>
                    </a:cubicBezTo>
                    <a:cubicBezTo>
                      <a:pt x="50" y="298"/>
                      <a:pt x="47" y="303"/>
                      <a:pt x="45" y="309"/>
                    </a:cubicBezTo>
                    <a:cubicBezTo>
                      <a:pt x="42" y="313"/>
                      <a:pt x="38" y="319"/>
                      <a:pt x="33" y="320"/>
                    </a:cubicBezTo>
                    <a:cubicBezTo>
                      <a:pt x="32" y="320"/>
                      <a:pt x="30" y="321"/>
                      <a:pt x="29" y="321"/>
                    </a:cubicBezTo>
                    <a:cubicBezTo>
                      <a:pt x="25" y="321"/>
                      <a:pt x="22" y="319"/>
                      <a:pt x="19" y="3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4" name="Google Shape;4344;p50">
                <a:extLst>
                  <a:ext uri="{FF2B5EF4-FFF2-40B4-BE49-F238E27FC236}">
                    <a16:creationId xmlns:a16="http://schemas.microsoft.com/office/drawing/2014/main" id="{33083C33-A7C8-DAF9-FC68-40F232E85D19}"/>
                  </a:ext>
                </a:extLst>
              </p:cNvPr>
              <p:cNvSpPr/>
              <p:nvPr/>
            </p:nvSpPr>
            <p:spPr>
              <a:xfrm>
                <a:off x="-489260" y="4141078"/>
                <a:ext cx="58680" cy="124200"/>
              </a:xfrm>
              <a:custGeom>
                <a:avLst/>
                <a:gdLst/>
                <a:ahLst/>
                <a:cxnLst/>
                <a:rect l="l" t="t" r="r" b="b"/>
                <a:pathLst>
                  <a:path w="163" h="345" extrusionOk="0">
                    <a:moveTo>
                      <a:pt x="24" y="344"/>
                    </a:moveTo>
                    <a:cubicBezTo>
                      <a:pt x="18" y="343"/>
                      <a:pt x="11" y="340"/>
                      <a:pt x="5" y="336"/>
                    </a:cubicBezTo>
                    <a:cubicBezTo>
                      <a:pt x="1" y="332"/>
                      <a:pt x="0" y="326"/>
                      <a:pt x="4" y="322"/>
                    </a:cubicBezTo>
                    <a:cubicBezTo>
                      <a:pt x="7" y="317"/>
                      <a:pt x="13" y="316"/>
                      <a:pt x="18" y="320"/>
                    </a:cubicBezTo>
                    <a:cubicBezTo>
                      <a:pt x="18" y="320"/>
                      <a:pt x="19" y="321"/>
                      <a:pt x="20" y="322"/>
                    </a:cubicBezTo>
                    <a:cubicBezTo>
                      <a:pt x="22" y="323"/>
                      <a:pt x="22" y="323"/>
                      <a:pt x="23" y="323"/>
                    </a:cubicBezTo>
                    <a:cubicBezTo>
                      <a:pt x="25" y="324"/>
                      <a:pt x="26" y="324"/>
                      <a:pt x="27" y="324"/>
                    </a:cubicBezTo>
                    <a:cubicBezTo>
                      <a:pt x="29" y="325"/>
                      <a:pt x="32" y="325"/>
                      <a:pt x="33" y="326"/>
                    </a:cubicBezTo>
                    <a:cubicBezTo>
                      <a:pt x="34" y="326"/>
                      <a:pt x="36" y="326"/>
                      <a:pt x="37" y="326"/>
                    </a:cubicBezTo>
                    <a:cubicBezTo>
                      <a:pt x="37" y="326"/>
                      <a:pt x="38" y="325"/>
                      <a:pt x="39" y="325"/>
                    </a:cubicBezTo>
                    <a:lnTo>
                      <a:pt x="38" y="325"/>
                    </a:lnTo>
                    <a:cubicBezTo>
                      <a:pt x="39" y="325"/>
                      <a:pt x="39" y="325"/>
                      <a:pt x="39" y="325"/>
                    </a:cubicBezTo>
                    <a:lnTo>
                      <a:pt x="38" y="325"/>
                    </a:lnTo>
                    <a:lnTo>
                      <a:pt x="39" y="325"/>
                    </a:lnTo>
                    <a:lnTo>
                      <a:pt x="40" y="324"/>
                    </a:lnTo>
                    <a:lnTo>
                      <a:pt x="41" y="324"/>
                    </a:lnTo>
                    <a:cubicBezTo>
                      <a:pt x="41" y="323"/>
                      <a:pt x="42" y="323"/>
                      <a:pt x="43" y="323"/>
                    </a:cubicBezTo>
                    <a:cubicBezTo>
                      <a:pt x="43" y="322"/>
                      <a:pt x="43" y="322"/>
                      <a:pt x="44" y="322"/>
                    </a:cubicBezTo>
                    <a:cubicBezTo>
                      <a:pt x="44" y="321"/>
                      <a:pt x="45" y="320"/>
                      <a:pt x="45" y="319"/>
                    </a:cubicBezTo>
                    <a:cubicBezTo>
                      <a:pt x="46" y="318"/>
                      <a:pt x="47" y="317"/>
                      <a:pt x="48" y="315"/>
                    </a:cubicBezTo>
                    <a:cubicBezTo>
                      <a:pt x="48" y="313"/>
                      <a:pt x="50" y="311"/>
                      <a:pt x="50" y="309"/>
                    </a:cubicBezTo>
                    <a:cubicBezTo>
                      <a:pt x="56" y="292"/>
                      <a:pt x="60" y="276"/>
                      <a:pt x="64" y="258"/>
                    </a:cubicBezTo>
                    <a:cubicBezTo>
                      <a:pt x="68" y="238"/>
                      <a:pt x="71" y="217"/>
                      <a:pt x="75" y="197"/>
                    </a:cubicBezTo>
                    <a:cubicBezTo>
                      <a:pt x="78" y="176"/>
                      <a:pt x="82" y="156"/>
                      <a:pt x="85" y="136"/>
                    </a:cubicBezTo>
                    <a:cubicBezTo>
                      <a:pt x="86" y="135"/>
                      <a:pt x="86" y="133"/>
                      <a:pt x="86" y="132"/>
                    </a:cubicBezTo>
                    <a:cubicBezTo>
                      <a:pt x="86" y="133"/>
                      <a:pt x="86" y="133"/>
                      <a:pt x="86" y="133"/>
                    </a:cubicBezTo>
                    <a:cubicBezTo>
                      <a:pt x="87" y="124"/>
                      <a:pt x="89" y="115"/>
                      <a:pt x="92" y="105"/>
                    </a:cubicBezTo>
                    <a:cubicBezTo>
                      <a:pt x="93" y="100"/>
                      <a:pt x="94" y="94"/>
                      <a:pt x="95" y="88"/>
                    </a:cubicBezTo>
                    <a:cubicBezTo>
                      <a:pt x="96" y="83"/>
                      <a:pt x="98" y="78"/>
                      <a:pt x="99" y="73"/>
                    </a:cubicBezTo>
                    <a:cubicBezTo>
                      <a:pt x="101" y="64"/>
                      <a:pt x="104" y="55"/>
                      <a:pt x="108" y="47"/>
                    </a:cubicBezTo>
                    <a:cubicBezTo>
                      <a:pt x="112" y="34"/>
                      <a:pt x="118" y="21"/>
                      <a:pt x="128" y="12"/>
                    </a:cubicBezTo>
                    <a:cubicBezTo>
                      <a:pt x="129" y="9"/>
                      <a:pt x="132" y="7"/>
                      <a:pt x="134" y="6"/>
                    </a:cubicBezTo>
                    <a:cubicBezTo>
                      <a:pt x="136" y="5"/>
                      <a:pt x="138" y="3"/>
                      <a:pt x="140" y="2"/>
                    </a:cubicBezTo>
                    <a:cubicBezTo>
                      <a:pt x="142" y="2"/>
                      <a:pt x="144" y="2"/>
                      <a:pt x="146" y="2"/>
                    </a:cubicBezTo>
                    <a:cubicBezTo>
                      <a:pt x="148" y="0"/>
                      <a:pt x="150" y="0"/>
                      <a:pt x="153" y="0"/>
                    </a:cubicBezTo>
                    <a:cubicBezTo>
                      <a:pt x="156" y="0"/>
                      <a:pt x="158" y="2"/>
                      <a:pt x="159" y="4"/>
                    </a:cubicBezTo>
                    <a:cubicBezTo>
                      <a:pt x="161" y="6"/>
                      <a:pt x="162" y="10"/>
                      <a:pt x="161" y="13"/>
                    </a:cubicBezTo>
                    <a:lnTo>
                      <a:pt x="161" y="14"/>
                    </a:lnTo>
                    <a:cubicBezTo>
                      <a:pt x="161" y="16"/>
                      <a:pt x="161" y="17"/>
                      <a:pt x="161" y="19"/>
                    </a:cubicBezTo>
                    <a:cubicBezTo>
                      <a:pt x="161" y="21"/>
                      <a:pt x="161" y="23"/>
                      <a:pt x="160" y="25"/>
                    </a:cubicBezTo>
                    <a:cubicBezTo>
                      <a:pt x="160" y="27"/>
                      <a:pt x="159" y="30"/>
                      <a:pt x="158" y="31"/>
                    </a:cubicBezTo>
                    <a:cubicBezTo>
                      <a:pt x="157" y="34"/>
                      <a:pt x="156" y="35"/>
                      <a:pt x="153" y="37"/>
                    </a:cubicBezTo>
                    <a:cubicBezTo>
                      <a:pt x="150" y="38"/>
                      <a:pt x="147" y="38"/>
                      <a:pt x="144" y="36"/>
                    </a:cubicBezTo>
                    <a:cubicBezTo>
                      <a:pt x="143" y="35"/>
                      <a:pt x="141" y="34"/>
                      <a:pt x="140" y="32"/>
                    </a:cubicBezTo>
                    <a:cubicBezTo>
                      <a:pt x="139" y="30"/>
                      <a:pt x="139" y="28"/>
                      <a:pt x="139" y="26"/>
                    </a:cubicBezTo>
                    <a:cubicBezTo>
                      <a:pt x="138" y="27"/>
                      <a:pt x="136" y="29"/>
                      <a:pt x="135" y="31"/>
                    </a:cubicBezTo>
                    <a:cubicBezTo>
                      <a:pt x="133" y="34"/>
                      <a:pt x="131" y="38"/>
                      <a:pt x="129" y="41"/>
                    </a:cubicBezTo>
                    <a:lnTo>
                      <a:pt x="129" y="42"/>
                    </a:lnTo>
                    <a:cubicBezTo>
                      <a:pt x="126" y="48"/>
                      <a:pt x="124" y="55"/>
                      <a:pt x="121" y="61"/>
                    </a:cubicBezTo>
                    <a:cubicBezTo>
                      <a:pt x="121" y="62"/>
                      <a:pt x="121" y="62"/>
                      <a:pt x="121" y="62"/>
                    </a:cubicBezTo>
                    <a:cubicBezTo>
                      <a:pt x="117" y="72"/>
                      <a:pt x="115" y="82"/>
                      <a:pt x="112" y="93"/>
                    </a:cubicBezTo>
                    <a:cubicBezTo>
                      <a:pt x="111" y="96"/>
                      <a:pt x="110" y="100"/>
                      <a:pt x="110" y="103"/>
                    </a:cubicBezTo>
                    <a:cubicBezTo>
                      <a:pt x="108" y="107"/>
                      <a:pt x="108" y="110"/>
                      <a:pt x="107" y="114"/>
                    </a:cubicBezTo>
                    <a:lnTo>
                      <a:pt x="107" y="115"/>
                    </a:lnTo>
                    <a:cubicBezTo>
                      <a:pt x="107" y="114"/>
                      <a:pt x="107" y="114"/>
                      <a:pt x="107" y="114"/>
                    </a:cubicBezTo>
                    <a:cubicBezTo>
                      <a:pt x="106" y="122"/>
                      <a:pt x="104" y="129"/>
                      <a:pt x="103" y="137"/>
                    </a:cubicBezTo>
                    <a:cubicBezTo>
                      <a:pt x="99" y="155"/>
                      <a:pt x="96" y="175"/>
                      <a:pt x="93" y="194"/>
                    </a:cubicBezTo>
                    <a:cubicBezTo>
                      <a:pt x="89" y="214"/>
                      <a:pt x="86" y="235"/>
                      <a:pt x="82" y="256"/>
                    </a:cubicBezTo>
                    <a:cubicBezTo>
                      <a:pt x="79" y="271"/>
                      <a:pt x="76" y="287"/>
                      <a:pt x="72" y="302"/>
                    </a:cubicBezTo>
                    <a:cubicBezTo>
                      <a:pt x="70" y="309"/>
                      <a:pt x="68" y="316"/>
                      <a:pt x="65" y="323"/>
                    </a:cubicBezTo>
                    <a:cubicBezTo>
                      <a:pt x="64" y="327"/>
                      <a:pt x="61" y="330"/>
                      <a:pt x="59" y="334"/>
                    </a:cubicBezTo>
                    <a:cubicBezTo>
                      <a:pt x="55" y="337"/>
                      <a:pt x="52" y="340"/>
                      <a:pt x="47" y="342"/>
                    </a:cubicBezTo>
                    <a:cubicBezTo>
                      <a:pt x="44" y="344"/>
                      <a:pt x="40" y="344"/>
                      <a:pt x="36" y="344"/>
                    </a:cubicBezTo>
                    <a:cubicBezTo>
                      <a:pt x="32" y="344"/>
                      <a:pt x="28" y="344"/>
                      <a:pt x="24" y="3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5" name="Google Shape;4345;p50">
                <a:extLst>
                  <a:ext uri="{FF2B5EF4-FFF2-40B4-BE49-F238E27FC236}">
                    <a16:creationId xmlns:a16="http://schemas.microsoft.com/office/drawing/2014/main" id="{D14362A0-C57D-5E30-9EBD-7867B2E096DA}"/>
                  </a:ext>
                </a:extLst>
              </p:cNvPr>
              <p:cNvSpPr/>
              <p:nvPr/>
            </p:nvSpPr>
            <p:spPr>
              <a:xfrm>
                <a:off x="-479180" y="4201918"/>
                <a:ext cx="1260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35" h="25" extrusionOk="0">
                    <a:moveTo>
                      <a:pt x="5" y="21"/>
                    </a:moveTo>
                    <a:cubicBezTo>
                      <a:pt x="3" y="20"/>
                      <a:pt x="2" y="17"/>
                      <a:pt x="1" y="14"/>
                    </a:cubicBezTo>
                    <a:cubicBezTo>
                      <a:pt x="0" y="10"/>
                      <a:pt x="3" y="6"/>
                      <a:pt x="7" y="4"/>
                    </a:cubicBezTo>
                    <a:cubicBezTo>
                      <a:pt x="9" y="3"/>
                      <a:pt x="12" y="2"/>
                      <a:pt x="15" y="2"/>
                    </a:cubicBezTo>
                    <a:cubicBezTo>
                      <a:pt x="15" y="2"/>
                      <a:pt x="14" y="2"/>
                      <a:pt x="13" y="2"/>
                    </a:cubicBezTo>
                    <a:cubicBezTo>
                      <a:pt x="16" y="2"/>
                      <a:pt x="19" y="1"/>
                      <a:pt x="22" y="0"/>
                    </a:cubicBezTo>
                    <a:cubicBezTo>
                      <a:pt x="27" y="0"/>
                      <a:pt x="31" y="3"/>
                      <a:pt x="33" y="7"/>
                    </a:cubicBezTo>
                    <a:cubicBezTo>
                      <a:pt x="34" y="12"/>
                      <a:pt x="31" y="18"/>
                      <a:pt x="26" y="19"/>
                    </a:cubicBezTo>
                    <a:cubicBezTo>
                      <a:pt x="23" y="20"/>
                      <a:pt x="20" y="20"/>
                      <a:pt x="18" y="21"/>
                    </a:cubicBezTo>
                    <a:cubicBezTo>
                      <a:pt x="16" y="23"/>
                      <a:pt x="14" y="24"/>
                      <a:pt x="11" y="24"/>
                    </a:cubicBezTo>
                    <a:cubicBezTo>
                      <a:pt x="9" y="24"/>
                      <a:pt x="7" y="23"/>
                      <a:pt x="5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6" name="Google Shape;4346;p50">
                <a:extLst>
                  <a:ext uri="{FF2B5EF4-FFF2-40B4-BE49-F238E27FC236}">
                    <a16:creationId xmlns:a16="http://schemas.microsoft.com/office/drawing/2014/main" id="{CAB43973-EDDB-6979-3D30-ABF3B6FC2E5A}"/>
                  </a:ext>
                </a:extLst>
              </p:cNvPr>
              <p:cNvSpPr/>
              <p:nvPr/>
            </p:nvSpPr>
            <p:spPr>
              <a:xfrm>
                <a:off x="-474860" y="4200838"/>
                <a:ext cx="4536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25" extrusionOk="0">
                    <a:moveTo>
                      <a:pt x="116" y="24"/>
                    </a:moveTo>
                    <a:cubicBezTo>
                      <a:pt x="98" y="23"/>
                      <a:pt x="80" y="22"/>
                      <a:pt x="62" y="21"/>
                    </a:cubicBezTo>
                    <a:cubicBezTo>
                      <a:pt x="58" y="20"/>
                      <a:pt x="54" y="20"/>
                      <a:pt x="50" y="20"/>
                    </a:cubicBezTo>
                    <a:cubicBezTo>
                      <a:pt x="46" y="20"/>
                      <a:pt x="42" y="20"/>
                      <a:pt x="39" y="20"/>
                    </a:cubicBezTo>
                    <a:cubicBezTo>
                      <a:pt x="29" y="20"/>
                      <a:pt x="19" y="20"/>
                      <a:pt x="10" y="20"/>
                    </a:cubicBezTo>
                    <a:cubicBezTo>
                      <a:pt x="5" y="20"/>
                      <a:pt x="0" y="16"/>
                      <a:pt x="0" y="10"/>
                    </a:cubicBezTo>
                    <a:cubicBezTo>
                      <a:pt x="0" y="5"/>
                      <a:pt x="5" y="0"/>
                      <a:pt x="10" y="0"/>
                    </a:cubicBezTo>
                    <a:cubicBezTo>
                      <a:pt x="19" y="0"/>
                      <a:pt x="29" y="0"/>
                      <a:pt x="39" y="0"/>
                    </a:cubicBezTo>
                    <a:cubicBezTo>
                      <a:pt x="42" y="0"/>
                      <a:pt x="46" y="0"/>
                      <a:pt x="50" y="0"/>
                    </a:cubicBezTo>
                    <a:cubicBezTo>
                      <a:pt x="54" y="1"/>
                      <a:pt x="59" y="1"/>
                      <a:pt x="64" y="1"/>
                    </a:cubicBezTo>
                    <a:cubicBezTo>
                      <a:pt x="82" y="3"/>
                      <a:pt x="99" y="5"/>
                      <a:pt x="117" y="6"/>
                    </a:cubicBezTo>
                    <a:cubicBezTo>
                      <a:pt x="121" y="6"/>
                      <a:pt x="125" y="11"/>
                      <a:pt x="125" y="15"/>
                    </a:cubicBezTo>
                    <a:cubicBezTo>
                      <a:pt x="125" y="20"/>
                      <a:pt x="121" y="24"/>
                      <a:pt x="116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7" name="Google Shape;4347;p50">
                <a:extLst>
                  <a:ext uri="{FF2B5EF4-FFF2-40B4-BE49-F238E27FC236}">
                    <a16:creationId xmlns:a16="http://schemas.microsoft.com/office/drawing/2014/main" id="{71C3EB03-2CEE-6974-B6E1-B0893F982253}"/>
                  </a:ext>
                </a:extLst>
              </p:cNvPr>
              <p:cNvSpPr/>
              <p:nvPr/>
            </p:nvSpPr>
            <p:spPr>
              <a:xfrm>
                <a:off x="-430580" y="4144677"/>
                <a:ext cx="34200" cy="109440"/>
              </a:xfrm>
              <a:custGeom>
                <a:avLst/>
                <a:gdLst/>
                <a:ahLst/>
                <a:cxnLst/>
                <a:rect l="l" t="t" r="r" b="b"/>
                <a:pathLst>
                  <a:path w="95" h="304" extrusionOk="0">
                    <a:moveTo>
                      <a:pt x="39" y="300"/>
                    </a:moveTo>
                    <a:cubicBezTo>
                      <a:pt x="27" y="286"/>
                      <a:pt x="16" y="271"/>
                      <a:pt x="10" y="253"/>
                    </a:cubicBezTo>
                    <a:cubicBezTo>
                      <a:pt x="5" y="242"/>
                      <a:pt x="3" y="229"/>
                      <a:pt x="1" y="217"/>
                    </a:cubicBezTo>
                    <a:cubicBezTo>
                      <a:pt x="0" y="206"/>
                      <a:pt x="0" y="194"/>
                      <a:pt x="1" y="183"/>
                    </a:cubicBezTo>
                    <a:lnTo>
                      <a:pt x="1" y="182"/>
                    </a:lnTo>
                    <a:cubicBezTo>
                      <a:pt x="1" y="181"/>
                      <a:pt x="1" y="180"/>
                      <a:pt x="1" y="179"/>
                    </a:cubicBezTo>
                    <a:cubicBezTo>
                      <a:pt x="1" y="180"/>
                      <a:pt x="1" y="180"/>
                      <a:pt x="1" y="180"/>
                    </a:cubicBezTo>
                    <a:cubicBezTo>
                      <a:pt x="1" y="180"/>
                      <a:pt x="1" y="179"/>
                      <a:pt x="1" y="178"/>
                    </a:cubicBezTo>
                    <a:cubicBezTo>
                      <a:pt x="1" y="179"/>
                      <a:pt x="1" y="179"/>
                      <a:pt x="1" y="179"/>
                    </a:cubicBezTo>
                    <a:cubicBezTo>
                      <a:pt x="1" y="178"/>
                      <a:pt x="1" y="175"/>
                      <a:pt x="1" y="173"/>
                    </a:cubicBezTo>
                    <a:lnTo>
                      <a:pt x="1" y="172"/>
                    </a:lnTo>
                    <a:cubicBezTo>
                      <a:pt x="1" y="171"/>
                      <a:pt x="1" y="169"/>
                      <a:pt x="2" y="168"/>
                    </a:cubicBezTo>
                    <a:cubicBezTo>
                      <a:pt x="2" y="166"/>
                      <a:pt x="2" y="166"/>
                      <a:pt x="2" y="165"/>
                    </a:cubicBezTo>
                    <a:lnTo>
                      <a:pt x="2" y="166"/>
                    </a:lnTo>
                    <a:cubicBezTo>
                      <a:pt x="2" y="165"/>
                      <a:pt x="2" y="164"/>
                      <a:pt x="2" y="162"/>
                    </a:cubicBezTo>
                    <a:cubicBezTo>
                      <a:pt x="2" y="161"/>
                      <a:pt x="2" y="161"/>
                      <a:pt x="2" y="159"/>
                    </a:cubicBezTo>
                    <a:lnTo>
                      <a:pt x="3" y="159"/>
                    </a:lnTo>
                    <a:cubicBezTo>
                      <a:pt x="3" y="158"/>
                      <a:pt x="3" y="158"/>
                      <a:pt x="3" y="157"/>
                    </a:cubicBezTo>
                    <a:cubicBezTo>
                      <a:pt x="3" y="153"/>
                      <a:pt x="3" y="149"/>
                      <a:pt x="4" y="145"/>
                    </a:cubicBezTo>
                    <a:cubicBezTo>
                      <a:pt x="4" y="139"/>
                      <a:pt x="5" y="133"/>
                      <a:pt x="7" y="127"/>
                    </a:cubicBezTo>
                    <a:cubicBezTo>
                      <a:pt x="9" y="116"/>
                      <a:pt x="12" y="106"/>
                      <a:pt x="15" y="95"/>
                    </a:cubicBezTo>
                    <a:cubicBezTo>
                      <a:pt x="19" y="85"/>
                      <a:pt x="23" y="75"/>
                      <a:pt x="28" y="65"/>
                    </a:cubicBezTo>
                    <a:cubicBezTo>
                      <a:pt x="29" y="60"/>
                      <a:pt x="32" y="56"/>
                      <a:pt x="34" y="52"/>
                    </a:cubicBezTo>
                    <a:cubicBezTo>
                      <a:pt x="37" y="46"/>
                      <a:pt x="42" y="39"/>
                      <a:pt x="46" y="34"/>
                    </a:cubicBezTo>
                    <a:cubicBezTo>
                      <a:pt x="50" y="28"/>
                      <a:pt x="54" y="22"/>
                      <a:pt x="59" y="17"/>
                    </a:cubicBezTo>
                    <a:cubicBezTo>
                      <a:pt x="62" y="13"/>
                      <a:pt x="65" y="10"/>
                      <a:pt x="70" y="6"/>
                    </a:cubicBezTo>
                    <a:cubicBezTo>
                      <a:pt x="72" y="4"/>
                      <a:pt x="76" y="2"/>
                      <a:pt x="80" y="1"/>
                    </a:cubicBezTo>
                    <a:cubicBezTo>
                      <a:pt x="85" y="0"/>
                      <a:pt x="91" y="3"/>
                      <a:pt x="92" y="9"/>
                    </a:cubicBezTo>
                    <a:cubicBezTo>
                      <a:pt x="94" y="14"/>
                      <a:pt x="90" y="20"/>
                      <a:pt x="84" y="21"/>
                    </a:cubicBezTo>
                    <a:cubicBezTo>
                      <a:pt x="83" y="21"/>
                      <a:pt x="82" y="22"/>
                      <a:pt x="82" y="22"/>
                    </a:cubicBezTo>
                    <a:cubicBezTo>
                      <a:pt x="80" y="23"/>
                      <a:pt x="79" y="24"/>
                      <a:pt x="78" y="25"/>
                    </a:cubicBezTo>
                    <a:cubicBezTo>
                      <a:pt x="75" y="28"/>
                      <a:pt x="73" y="30"/>
                      <a:pt x="71" y="32"/>
                    </a:cubicBezTo>
                    <a:cubicBezTo>
                      <a:pt x="67" y="38"/>
                      <a:pt x="63" y="43"/>
                      <a:pt x="58" y="48"/>
                    </a:cubicBezTo>
                    <a:cubicBezTo>
                      <a:pt x="57" y="52"/>
                      <a:pt x="54" y="55"/>
                      <a:pt x="52" y="59"/>
                    </a:cubicBezTo>
                    <a:cubicBezTo>
                      <a:pt x="49" y="63"/>
                      <a:pt x="47" y="69"/>
                      <a:pt x="44" y="73"/>
                    </a:cubicBezTo>
                    <a:cubicBezTo>
                      <a:pt x="40" y="82"/>
                      <a:pt x="36" y="91"/>
                      <a:pt x="33" y="101"/>
                    </a:cubicBezTo>
                    <a:cubicBezTo>
                      <a:pt x="29" y="111"/>
                      <a:pt x="27" y="120"/>
                      <a:pt x="25" y="130"/>
                    </a:cubicBezTo>
                    <a:lnTo>
                      <a:pt x="25" y="131"/>
                    </a:lnTo>
                    <a:cubicBezTo>
                      <a:pt x="22" y="140"/>
                      <a:pt x="21" y="150"/>
                      <a:pt x="20" y="159"/>
                    </a:cubicBezTo>
                    <a:cubicBezTo>
                      <a:pt x="19" y="168"/>
                      <a:pt x="19" y="176"/>
                      <a:pt x="18" y="185"/>
                    </a:cubicBezTo>
                    <a:lnTo>
                      <a:pt x="18" y="184"/>
                    </a:lnTo>
                    <a:cubicBezTo>
                      <a:pt x="18" y="193"/>
                      <a:pt x="18" y="201"/>
                      <a:pt x="18" y="210"/>
                    </a:cubicBezTo>
                    <a:cubicBezTo>
                      <a:pt x="19" y="217"/>
                      <a:pt x="19" y="223"/>
                      <a:pt x="21" y="229"/>
                    </a:cubicBezTo>
                    <a:lnTo>
                      <a:pt x="21" y="230"/>
                    </a:lnTo>
                    <a:cubicBezTo>
                      <a:pt x="22" y="235"/>
                      <a:pt x="23" y="239"/>
                      <a:pt x="25" y="244"/>
                    </a:cubicBezTo>
                    <a:cubicBezTo>
                      <a:pt x="26" y="248"/>
                      <a:pt x="28" y="252"/>
                      <a:pt x="30" y="256"/>
                    </a:cubicBezTo>
                    <a:cubicBezTo>
                      <a:pt x="32" y="260"/>
                      <a:pt x="35" y="264"/>
                      <a:pt x="37" y="269"/>
                    </a:cubicBezTo>
                    <a:cubicBezTo>
                      <a:pt x="42" y="274"/>
                      <a:pt x="46" y="280"/>
                      <a:pt x="50" y="285"/>
                    </a:cubicBezTo>
                    <a:lnTo>
                      <a:pt x="49" y="284"/>
                    </a:lnTo>
                    <a:cubicBezTo>
                      <a:pt x="50" y="285"/>
                      <a:pt x="51" y="286"/>
                      <a:pt x="52" y="288"/>
                    </a:cubicBezTo>
                    <a:cubicBezTo>
                      <a:pt x="56" y="291"/>
                      <a:pt x="56" y="296"/>
                      <a:pt x="52" y="300"/>
                    </a:cubicBezTo>
                    <a:cubicBezTo>
                      <a:pt x="50" y="302"/>
                      <a:pt x="48" y="303"/>
                      <a:pt x="46" y="303"/>
                    </a:cubicBezTo>
                    <a:cubicBezTo>
                      <a:pt x="43" y="303"/>
                      <a:pt x="41" y="302"/>
                      <a:pt x="39" y="30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8" name="Google Shape;4348;p50">
                <a:extLst>
                  <a:ext uri="{FF2B5EF4-FFF2-40B4-BE49-F238E27FC236}">
                    <a16:creationId xmlns:a16="http://schemas.microsoft.com/office/drawing/2014/main" id="{23B7EFF3-DFA7-9684-BCAF-F1AFA129DACC}"/>
                  </a:ext>
                </a:extLst>
              </p:cNvPr>
              <p:cNvSpPr/>
              <p:nvPr/>
            </p:nvSpPr>
            <p:spPr>
              <a:xfrm>
                <a:off x="-388820" y="4190038"/>
                <a:ext cx="32040" cy="12240"/>
              </a:xfrm>
              <a:custGeom>
                <a:avLst/>
                <a:gdLst/>
                <a:ahLst/>
                <a:cxnLst/>
                <a:rect l="l" t="t" r="r" b="b"/>
                <a:pathLst>
                  <a:path w="89" h="34" extrusionOk="0">
                    <a:moveTo>
                      <a:pt x="79" y="33"/>
                    </a:moveTo>
                    <a:cubicBezTo>
                      <a:pt x="68" y="33"/>
                      <a:pt x="57" y="32"/>
                      <a:pt x="45" y="32"/>
                    </a:cubicBezTo>
                    <a:cubicBezTo>
                      <a:pt x="40" y="31"/>
                      <a:pt x="35" y="31"/>
                      <a:pt x="30" y="30"/>
                    </a:cubicBezTo>
                    <a:cubicBezTo>
                      <a:pt x="23" y="29"/>
                      <a:pt x="17" y="28"/>
                      <a:pt x="11" y="26"/>
                    </a:cubicBezTo>
                    <a:cubicBezTo>
                      <a:pt x="7" y="25"/>
                      <a:pt x="1" y="21"/>
                      <a:pt x="1" y="16"/>
                    </a:cubicBezTo>
                    <a:cubicBezTo>
                      <a:pt x="0" y="14"/>
                      <a:pt x="0" y="12"/>
                      <a:pt x="1" y="10"/>
                    </a:cubicBezTo>
                    <a:cubicBezTo>
                      <a:pt x="1" y="9"/>
                      <a:pt x="1" y="8"/>
                      <a:pt x="2" y="7"/>
                    </a:cubicBezTo>
                    <a:cubicBezTo>
                      <a:pt x="4" y="3"/>
                      <a:pt x="10" y="0"/>
                      <a:pt x="15" y="2"/>
                    </a:cubicBezTo>
                    <a:cubicBezTo>
                      <a:pt x="18" y="3"/>
                      <a:pt x="20" y="6"/>
                      <a:pt x="21" y="8"/>
                    </a:cubicBezTo>
                    <a:cubicBezTo>
                      <a:pt x="22" y="9"/>
                      <a:pt x="23" y="10"/>
                      <a:pt x="25" y="10"/>
                    </a:cubicBezTo>
                    <a:cubicBezTo>
                      <a:pt x="36" y="12"/>
                      <a:pt x="47" y="12"/>
                      <a:pt x="58" y="14"/>
                    </a:cubicBezTo>
                    <a:cubicBezTo>
                      <a:pt x="65" y="14"/>
                      <a:pt x="72" y="14"/>
                      <a:pt x="79" y="15"/>
                    </a:cubicBezTo>
                    <a:cubicBezTo>
                      <a:pt x="84" y="15"/>
                      <a:pt x="88" y="19"/>
                      <a:pt x="88" y="24"/>
                    </a:cubicBezTo>
                    <a:cubicBezTo>
                      <a:pt x="88" y="29"/>
                      <a:pt x="84" y="33"/>
                      <a:pt x="79" y="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9" name="Google Shape;4349;p50">
                <a:extLst>
                  <a:ext uri="{FF2B5EF4-FFF2-40B4-BE49-F238E27FC236}">
                    <a16:creationId xmlns:a16="http://schemas.microsoft.com/office/drawing/2014/main" id="{3F4F4EEF-1B0B-A068-3239-1B151FDCA692}"/>
                  </a:ext>
                </a:extLst>
              </p:cNvPr>
              <p:cNvSpPr/>
              <p:nvPr/>
            </p:nvSpPr>
            <p:spPr>
              <a:xfrm>
                <a:off x="-344900" y="4174918"/>
                <a:ext cx="5940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165" h="135" extrusionOk="0">
                    <a:moveTo>
                      <a:pt x="27" y="115"/>
                    </a:moveTo>
                    <a:lnTo>
                      <a:pt x="28" y="115"/>
                    </a:lnTo>
                    <a:cubicBezTo>
                      <a:pt x="27" y="115"/>
                      <a:pt x="27" y="115"/>
                      <a:pt x="27" y="115"/>
                    </a:cubicBezTo>
                    <a:cubicBezTo>
                      <a:pt x="28" y="115"/>
                      <a:pt x="28" y="114"/>
                      <a:pt x="30" y="114"/>
                    </a:cubicBezTo>
                    <a:cubicBezTo>
                      <a:pt x="30" y="114"/>
                      <a:pt x="30" y="113"/>
                      <a:pt x="31" y="113"/>
                    </a:cubicBezTo>
                    <a:cubicBezTo>
                      <a:pt x="33" y="112"/>
                      <a:pt x="34" y="112"/>
                      <a:pt x="35" y="110"/>
                    </a:cubicBezTo>
                    <a:cubicBezTo>
                      <a:pt x="37" y="110"/>
                      <a:pt x="38" y="109"/>
                      <a:pt x="39" y="108"/>
                    </a:cubicBezTo>
                    <a:cubicBezTo>
                      <a:pt x="42" y="105"/>
                      <a:pt x="45" y="102"/>
                      <a:pt x="47" y="99"/>
                    </a:cubicBezTo>
                    <a:cubicBezTo>
                      <a:pt x="51" y="95"/>
                      <a:pt x="54" y="91"/>
                      <a:pt x="58" y="86"/>
                    </a:cubicBezTo>
                    <a:cubicBezTo>
                      <a:pt x="62" y="79"/>
                      <a:pt x="67" y="71"/>
                      <a:pt x="71" y="63"/>
                    </a:cubicBezTo>
                    <a:cubicBezTo>
                      <a:pt x="73" y="58"/>
                      <a:pt x="76" y="53"/>
                      <a:pt x="78" y="48"/>
                    </a:cubicBezTo>
                    <a:cubicBezTo>
                      <a:pt x="79" y="46"/>
                      <a:pt x="79" y="43"/>
                      <a:pt x="79" y="41"/>
                    </a:cubicBezTo>
                    <a:cubicBezTo>
                      <a:pt x="80" y="36"/>
                      <a:pt x="81" y="32"/>
                      <a:pt x="83" y="28"/>
                    </a:cubicBezTo>
                    <a:cubicBezTo>
                      <a:pt x="83" y="26"/>
                      <a:pt x="84" y="24"/>
                      <a:pt x="85" y="22"/>
                    </a:cubicBezTo>
                    <a:cubicBezTo>
                      <a:pt x="86" y="21"/>
                      <a:pt x="86" y="21"/>
                      <a:pt x="87" y="20"/>
                    </a:cubicBezTo>
                    <a:cubicBezTo>
                      <a:pt x="86" y="20"/>
                      <a:pt x="86" y="20"/>
                      <a:pt x="84" y="20"/>
                    </a:cubicBezTo>
                    <a:cubicBezTo>
                      <a:pt x="83" y="20"/>
                      <a:pt x="81" y="20"/>
                      <a:pt x="80" y="20"/>
                    </a:cubicBezTo>
                    <a:cubicBezTo>
                      <a:pt x="78" y="20"/>
                      <a:pt x="76" y="20"/>
                      <a:pt x="74" y="20"/>
                    </a:cubicBezTo>
                    <a:cubicBezTo>
                      <a:pt x="73" y="21"/>
                      <a:pt x="72" y="21"/>
                      <a:pt x="70" y="21"/>
                    </a:cubicBezTo>
                    <a:cubicBezTo>
                      <a:pt x="67" y="22"/>
                      <a:pt x="66" y="23"/>
                      <a:pt x="63" y="24"/>
                    </a:cubicBezTo>
                    <a:cubicBezTo>
                      <a:pt x="62" y="25"/>
                      <a:pt x="59" y="27"/>
                      <a:pt x="58" y="28"/>
                    </a:cubicBezTo>
                    <a:cubicBezTo>
                      <a:pt x="55" y="29"/>
                      <a:pt x="53" y="31"/>
                      <a:pt x="51" y="33"/>
                    </a:cubicBezTo>
                    <a:cubicBezTo>
                      <a:pt x="49" y="35"/>
                      <a:pt x="47" y="37"/>
                      <a:pt x="45" y="39"/>
                    </a:cubicBezTo>
                    <a:cubicBezTo>
                      <a:pt x="42" y="42"/>
                      <a:pt x="39" y="46"/>
                      <a:pt x="37" y="50"/>
                    </a:cubicBezTo>
                    <a:cubicBezTo>
                      <a:pt x="34" y="54"/>
                      <a:pt x="32" y="58"/>
                      <a:pt x="30" y="61"/>
                    </a:cubicBezTo>
                    <a:cubicBezTo>
                      <a:pt x="28" y="66"/>
                      <a:pt x="26" y="70"/>
                      <a:pt x="24" y="74"/>
                    </a:cubicBezTo>
                    <a:cubicBezTo>
                      <a:pt x="23" y="80"/>
                      <a:pt x="21" y="85"/>
                      <a:pt x="20" y="91"/>
                    </a:cubicBezTo>
                    <a:cubicBezTo>
                      <a:pt x="20" y="94"/>
                      <a:pt x="19" y="96"/>
                      <a:pt x="19" y="99"/>
                    </a:cubicBezTo>
                    <a:cubicBezTo>
                      <a:pt x="19" y="101"/>
                      <a:pt x="19" y="102"/>
                      <a:pt x="19" y="104"/>
                    </a:cubicBezTo>
                    <a:cubicBezTo>
                      <a:pt x="19" y="105"/>
                      <a:pt x="19" y="106"/>
                      <a:pt x="19" y="108"/>
                    </a:cubicBezTo>
                    <a:lnTo>
                      <a:pt x="19" y="107"/>
                    </a:lnTo>
                    <a:cubicBezTo>
                      <a:pt x="19" y="108"/>
                      <a:pt x="20" y="109"/>
                      <a:pt x="20" y="109"/>
                    </a:cubicBezTo>
                    <a:cubicBezTo>
                      <a:pt x="20" y="110"/>
                      <a:pt x="20" y="110"/>
                      <a:pt x="20" y="111"/>
                    </a:cubicBezTo>
                    <a:cubicBezTo>
                      <a:pt x="21" y="112"/>
                      <a:pt x="21" y="112"/>
                      <a:pt x="21" y="112"/>
                    </a:cubicBezTo>
                    <a:cubicBezTo>
                      <a:pt x="21" y="113"/>
                      <a:pt x="21" y="113"/>
                      <a:pt x="21" y="113"/>
                    </a:cubicBezTo>
                    <a:lnTo>
                      <a:pt x="22" y="113"/>
                    </a:lnTo>
                    <a:cubicBezTo>
                      <a:pt x="22" y="113"/>
                      <a:pt x="23" y="113"/>
                      <a:pt x="23" y="114"/>
                    </a:cubicBezTo>
                    <a:lnTo>
                      <a:pt x="24" y="115"/>
                    </a:lnTo>
                    <a:cubicBezTo>
                      <a:pt x="23" y="115"/>
                      <a:pt x="23" y="114"/>
                      <a:pt x="23" y="114"/>
                    </a:cubicBezTo>
                    <a:lnTo>
                      <a:pt x="24" y="115"/>
                    </a:lnTo>
                    <a:lnTo>
                      <a:pt x="25" y="115"/>
                    </a:lnTo>
                    <a:cubicBezTo>
                      <a:pt x="26" y="115"/>
                      <a:pt x="26" y="115"/>
                      <a:pt x="26" y="115"/>
                    </a:cubicBezTo>
                    <a:cubicBezTo>
                      <a:pt x="27" y="115"/>
                      <a:pt x="27" y="115"/>
                      <a:pt x="28" y="115"/>
                    </a:cubicBezTo>
                    <a:cubicBezTo>
                      <a:pt x="27" y="115"/>
                      <a:pt x="27" y="115"/>
                      <a:pt x="27" y="115"/>
                    </a:cubicBezTo>
                    <a:moveTo>
                      <a:pt x="20" y="133"/>
                    </a:moveTo>
                    <a:cubicBezTo>
                      <a:pt x="15" y="132"/>
                      <a:pt x="10" y="128"/>
                      <a:pt x="7" y="124"/>
                    </a:cubicBezTo>
                    <a:cubicBezTo>
                      <a:pt x="5" y="122"/>
                      <a:pt x="4" y="120"/>
                      <a:pt x="3" y="117"/>
                    </a:cubicBezTo>
                    <a:cubicBezTo>
                      <a:pt x="2" y="114"/>
                      <a:pt x="1" y="111"/>
                      <a:pt x="0" y="108"/>
                    </a:cubicBezTo>
                    <a:cubicBezTo>
                      <a:pt x="0" y="101"/>
                      <a:pt x="0" y="94"/>
                      <a:pt x="2" y="88"/>
                    </a:cubicBezTo>
                    <a:cubicBezTo>
                      <a:pt x="3" y="81"/>
                      <a:pt x="5" y="73"/>
                      <a:pt x="7" y="67"/>
                    </a:cubicBezTo>
                    <a:cubicBezTo>
                      <a:pt x="13" y="53"/>
                      <a:pt x="20" y="40"/>
                      <a:pt x="29" y="28"/>
                    </a:cubicBezTo>
                    <a:cubicBezTo>
                      <a:pt x="38" y="17"/>
                      <a:pt x="51" y="7"/>
                      <a:pt x="65" y="3"/>
                    </a:cubicBezTo>
                    <a:cubicBezTo>
                      <a:pt x="72" y="1"/>
                      <a:pt x="79" y="0"/>
                      <a:pt x="86" y="0"/>
                    </a:cubicBezTo>
                    <a:cubicBezTo>
                      <a:pt x="93" y="0"/>
                      <a:pt x="100" y="2"/>
                      <a:pt x="105" y="6"/>
                    </a:cubicBezTo>
                    <a:cubicBezTo>
                      <a:pt x="111" y="9"/>
                      <a:pt x="116" y="15"/>
                      <a:pt x="118" y="21"/>
                    </a:cubicBezTo>
                    <a:cubicBezTo>
                      <a:pt x="119" y="25"/>
                      <a:pt x="120" y="28"/>
                      <a:pt x="120" y="32"/>
                    </a:cubicBezTo>
                    <a:cubicBezTo>
                      <a:pt x="120" y="32"/>
                      <a:pt x="120" y="33"/>
                      <a:pt x="120" y="34"/>
                    </a:cubicBezTo>
                    <a:cubicBezTo>
                      <a:pt x="122" y="37"/>
                      <a:pt x="123" y="41"/>
                      <a:pt x="120" y="44"/>
                    </a:cubicBezTo>
                    <a:cubicBezTo>
                      <a:pt x="119" y="48"/>
                      <a:pt x="115" y="50"/>
                      <a:pt x="111" y="50"/>
                    </a:cubicBezTo>
                    <a:cubicBezTo>
                      <a:pt x="107" y="50"/>
                      <a:pt x="104" y="48"/>
                      <a:pt x="102" y="44"/>
                    </a:cubicBezTo>
                    <a:cubicBezTo>
                      <a:pt x="102" y="43"/>
                      <a:pt x="101" y="42"/>
                      <a:pt x="101" y="41"/>
                    </a:cubicBezTo>
                    <a:cubicBezTo>
                      <a:pt x="101" y="42"/>
                      <a:pt x="101" y="43"/>
                      <a:pt x="100" y="43"/>
                    </a:cubicBezTo>
                    <a:cubicBezTo>
                      <a:pt x="99" y="46"/>
                      <a:pt x="98" y="49"/>
                      <a:pt x="97" y="51"/>
                    </a:cubicBezTo>
                    <a:cubicBezTo>
                      <a:pt x="97" y="55"/>
                      <a:pt x="96" y="59"/>
                      <a:pt x="95" y="63"/>
                    </a:cubicBezTo>
                    <a:cubicBezTo>
                      <a:pt x="95" y="68"/>
                      <a:pt x="95" y="73"/>
                      <a:pt x="95" y="78"/>
                    </a:cubicBezTo>
                    <a:cubicBezTo>
                      <a:pt x="96" y="81"/>
                      <a:pt x="97" y="84"/>
                      <a:pt x="97" y="88"/>
                    </a:cubicBezTo>
                    <a:cubicBezTo>
                      <a:pt x="98" y="91"/>
                      <a:pt x="98" y="93"/>
                      <a:pt x="99" y="95"/>
                    </a:cubicBezTo>
                    <a:cubicBezTo>
                      <a:pt x="100" y="98"/>
                      <a:pt x="101" y="99"/>
                      <a:pt x="101" y="101"/>
                    </a:cubicBezTo>
                    <a:cubicBezTo>
                      <a:pt x="102" y="102"/>
                      <a:pt x="102" y="103"/>
                      <a:pt x="104" y="105"/>
                    </a:cubicBezTo>
                    <a:cubicBezTo>
                      <a:pt x="104" y="105"/>
                      <a:pt x="105" y="106"/>
                      <a:pt x="105" y="107"/>
                    </a:cubicBezTo>
                    <a:cubicBezTo>
                      <a:pt x="106" y="108"/>
                      <a:pt x="106" y="108"/>
                      <a:pt x="107" y="108"/>
                    </a:cubicBezTo>
                    <a:cubicBezTo>
                      <a:pt x="107" y="109"/>
                      <a:pt x="108" y="109"/>
                      <a:pt x="108" y="109"/>
                    </a:cubicBezTo>
                    <a:lnTo>
                      <a:pt x="109" y="109"/>
                    </a:lnTo>
                    <a:cubicBezTo>
                      <a:pt x="109" y="110"/>
                      <a:pt x="109" y="110"/>
                      <a:pt x="109" y="110"/>
                    </a:cubicBezTo>
                    <a:cubicBezTo>
                      <a:pt x="109" y="110"/>
                      <a:pt x="110" y="110"/>
                      <a:pt x="111" y="110"/>
                    </a:cubicBezTo>
                    <a:lnTo>
                      <a:pt x="112" y="110"/>
                    </a:lnTo>
                    <a:lnTo>
                      <a:pt x="113" y="110"/>
                    </a:lnTo>
                    <a:cubicBezTo>
                      <a:pt x="115" y="110"/>
                      <a:pt x="116" y="110"/>
                      <a:pt x="117" y="110"/>
                    </a:cubicBezTo>
                    <a:cubicBezTo>
                      <a:pt x="116" y="110"/>
                      <a:pt x="116" y="110"/>
                      <a:pt x="115" y="110"/>
                    </a:cubicBezTo>
                    <a:cubicBezTo>
                      <a:pt x="116" y="110"/>
                      <a:pt x="118" y="110"/>
                      <a:pt x="118" y="109"/>
                    </a:cubicBezTo>
                    <a:cubicBezTo>
                      <a:pt x="119" y="109"/>
                      <a:pt x="120" y="109"/>
                      <a:pt x="122" y="108"/>
                    </a:cubicBezTo>
                    <a:cubicBezTo>
                      <a:pt x="124" y="107"/>
                      <a:pt x="126" y="106"/>
                      <a:pt x="128" y="104"/>
                    </a:cubicBezTo>
                    <a:cubicBezTo>
                      <a:pt x="134" y="100"/>
                      <a:pt x="139" y="96"/>
                      <a:pt x="144" y="91"/>
                    </a:cubicBezTo>
                    <a:cubicBezTo>
                      <a:pt x="145" y="91"/>
                      <a:pt x="146" y="89"/>
                      <a:pt x="147" y="89"/>
                    </a:cubicBezTo>
                    <a:cubicBezTo>
                      <a:pt x="151" y="85"/>
                      <a:pt x="156" y="85"/>
                      <a:pt x="160" y="89"/>
                    </a:cubicBezTo>
                    <a:cubicBezTo>
                      <a:pt x="164" y="92"/>
                      <a:pt x="164" y="98"/>
                      <a:pt x="160" y="102"/>
                    </a:cubicBezTo>
                    <a:cubicBezTo>
                      <a:pt x="151" y="110"/>
                      <a:pt x="141" y="119"/>
                      <a:pt x="131" y="125"/>
                    </a:cubicBezTo>
                    <a:cubicBezTo>
                      <a:pt x="123" y="128"/>
                      <a:pt x="115" y="130"/>
                      <a:pt x="107" y="129"/>
                    </a:cubicBezTo>
                    <a:cubicBezTo>
                      <a:pt x="100" y="128"/>
                      <a:pt x="94" y="123"/>
                      <a:pt x="89" y="117"/>
                    </a:cubicBezTo>
                    <a:cubicBezTo>
                      <a:pt x="84" y="110"/>
                      <a:pt x="81" y="102"/>
                      <a:pt x="79" y="94"/>
                    </a:cubicBezTo>
                    <a:cubicBezTo>
                      <a:pt x="79" y="92"/>
                      <a:pt x="78" y="91"/>
                      <a:pt x="78" y="88"/>
                    </a:cubicBezTo>
                    <a:cubicBezTo>
                      <a:pt x="71" y="99"/>
                      <a:pt x="63" y="110"/>
                      <a:pt x="54" y="120"/>
                    </a:cubicBezTo>
                    <a:cubicBezTo>
                      <a:pt x="46" y="127"/>
                      <a:pt x="37" y="134"/>
                      <a:pt x="26" y="134"/>
                    </a:cubicBezTo>
                    <a:cubicBezTo>
                      <a:pt x="24" y="134"/>
                      <a:pt x="22" y="134"/>
                      <a:pt x="20" y="1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0" name="Google Shape;4350;p50">
                <a:extLst>
                  <a:ext uri="{FF2B5EF4-FFF2-40B4-BE49-F238E27FC236}">
                    <a16:creationId xmlns:a16="http://schemas.microsoft.com/office/drawing/2014/main" id="{EE089C98-B568-D724-5571-1791940CBAB5}"/>
                  </a:ext>
                </a:extLst>
              </p:cNvPr>
              <p:cNvSpPr/>
              <p:nvPr/>
            </p:nvSpPr>
            <p:spPr>
              <a:xfrm>
                <a:off x="-294500" y="4147198"/>
                <a:ext cx="32760" cy="121680"/>
              </a:xfrm>
              <a:custGeom>
                <a:avLst/>
                <a:gdLst/>
                <a:ahLst/>
                <a:cxnLst/>
                <a:rect l="l" t="t" r="r" b="b"/>
                <a:pathLst>
                  <a:path w="91" h="338" extrusionOk="0">
                    <a:moveTo>
                      <a:pt x="3" y="333"/>
                    </a:moveTo>
                    <a:cubicBezTo>
                      <a:pt x="0" y="329"/>
                      <a:pt x="1" y="323"/>
                      <a:pt x="5" y="320"/>
                    </a:cubicBezTo>
                    <a:cubicBezTo>
                      <a:pt x="11" y="316"/>
                      <a:pt x="17" y="312"/>
                      <a:pt x="22" y="307"/>
                    </a:cubicBezTo>
                    <a:cubicBezTo>
                      <a:pt x="27" y="303"/>
                      <a:pt x="31" y="299"/>
                      <a:pt x="35" y="294"/>
                    </a:cubicBezTo>
                    <a:cubicBezTo>
                      <a:pt x="35" y="295"/>
                      <a:pt x="34" y="295"/>
                      <a:pt x="34" y="295"/>
                    </a:cubicBezTo>
                    <a:cubicBezTo>
                      <a:pt x="40" y="288"/>
                      <a:pt x="45" y="282"/>
                      <a:pt x="50" y="274"/>
                    </a:cubicBezTo>
                    <a:cubicBezTo>
                      <a:pt x="50" y="275"/>
                      <a:pt x="50" y="275"/>
                      <a:pt x="50" y="275"/>
                    </a:cubicBezTo>
                    <a:lnTo>
                      <a:pt x="50" y="274"/>
                    </a:lnTo>
                    <a:cubicBezTo>
                      <a:pt x="54" y="268"/>
                      <a:pt x="57" y="263"/>
                      <a:pt x="60" y="257"/>
                    </a:cubicBezTo>
                    <a:cubicBezTo>
                      <a:pt x="63" y="253"/>
                      <a:pt x="64" y="247"/>
                      <a:pt x="66" y="243"/>
                    </a:cubicBezTo>
                    <a:cubicBezTo>
                      <a:pt x="68" y="239"/>
                      <a:pt x="69" y="234"/>
                      <a:pt x="70" y="230"/>
                    </a:cubicBezTo>
                    <a:cubicBezTo>
                      <a:pt x="71" y="225"/>
                      <a:pt x="71" y="219"/>
                      <a:pt x="72" y="215"/>
                    </a:cubicBezTo>
                    <a:cubicBezTo>
                      <a:pt x="73" y="205"/>
                      <a:pt x="73" y="195"/>
                      <a:pt x="71" y="185"/>
                    </a:cubicBezTo>
                    <a:cubicBezTo>
                      <a:pt x="71" y="173"/>
                      <a:pt x="69" y="161"/>
                      <a:pt x="67" y="150"/>
                    </a:cubicBezTo>
                    <a:lnTo>
                      <a:pt x="67" y="149"/>
                    </a:lnTo>
                    <a:cubicBezTo>
                      <a:pt x="64" y="138"/>
                      <a:pt x="61" y="127"/>
                      <a:pt x="59" y="117"/>
                    </a:cubicBezTo>
                    <a:cubicBezTo>
                      <a:pt x="57" y="113"/>
                      <a:pt x="56" y="110"/>
                      <a:pt x="55" y="106"/>
                    </a:cubicBezTo>
                    <a:cubicBezTo>
                      <a:pt x="54" y="103"/>
                      <a:pt x="53" y="99"/>
                      <a:pt x="51" y="95"/>
                    </a:cubicBezTo>
                    <a:cubicBezTo>
                      <a:pt x="49" y="90"/>
                      <a:pt x="47" y="84"/>
                      <a:pt x="45" y="79"/>
                    </a:cubicBezTo>
                    <a:cubicBezTo>
                      <a:pt x="43" y="74"/>
                      <a:pt x="41" y="69"/>
                      <a:pt x="39" y="64"/>
                    </a:cubicBezTo>
                    <a:cubicBezTo>
                      <a:pt x="36" y="56"/>
                      <a:pt x="31" y="46"/>
                      <a:pt x="27" y="38"/>
                    </a:cubicBezTo>
                    <a:cubicBezTo>
                      <a:pt x="27" y="37"/>
                      <a:pt x="26" y="36"/>
                      <a:pt x="25" y="35"/>
                    </a:cubicBezTo>
                    <a:cubicBezTo>
                      <a:pt x="24" y="34"/>
                      <a:pt x="23" y="33"/>
                      <a:pt x="22" y="32"/>
                    </a:cubicBezTo>
                    <a:cubicBezTo>
                      <a:pt x="21" y="29"/>
                      <a:pt x="19" y="27"/>
                      <a:pt x="18" y="24"/>
                    </a:cubicBezTo>
                    <a:cubicBezTo>
                      <a:pt x="16" y="21"/>
                      <a:pt x="14" y="17"/>
                      <a:pt x="13" y="14"/>
                    </a:cubicBezTo>
                    <a:cubicBezTo>
                      <a:pt x="11" y="10"/>
                      <a:pt x="14" y="5"/>
                      <a:pt x="17" y="3"/>
                    </a:cubicBezTo>
                    <a:cubicBezTo>
                      <a:pt x="21" y="0"/>
                      <a:pt x="26" y="1"/>
                      <a:pt x="29" y="4"/>
                    </a:cubicBezTo>
                    <a:cubicBezTo>
                      <a:pt x="34" y="9"/>
                      <a:pt x="37" y="15"/>
                      <a:pt x="40" y="20"/>
                    </a:cubicBezTo>
                    <a:cubicBezTo>
                      <a:pt x="42" y="24"/>
                      <a:pt x="44" y="28"/>
                      <a:pt x="46" y="32"/>
                    </a:cubicBezTo>
                    <a:cubicBezTo>
                      <a:pt x="48" y="37"/>
                      <a:pt x="50" y="42"/>
                      <a:pt x="52" y="47"/>
                    </a:cubicBezTo>
                    <a:cubicBezTo>
                      <a:pt x="56" y="56"/>
                      <a:pt x="60" y="66"/>
                      <a:pt x="63" y="75"/>
                    </a:cubicBezTo>
                    <a:cubicBezTo>
                      <a:pt x="71" y="97"/>
                      <a:pt x="78" y="119"/>
                      <a:pt x="84" y="142"/>
                    </a:cubicBezTo>
                    <a:cubicBezTo>
                      <a:pt x="88" y="161"/>
                      <a:pt x="90" y="181"/>
                      <a:pt x="90" y="201"/>
                    </a:cubicBezTo>
                    <a:cubicBezTo>
                      <a:pt x="90" y="211"/>
                      <a:pt x="89" y="221"/>
                      <a:pt x="88" y="230"/>
                    </a:cubicBezTo>
                    <a:cubicBezTo>
                      <a:pt x="87" y="240"/>
                      <a:pt x="83" y="249"/>
                      <a:pt x="80" y="259"/>
                    </a:cubicBezTo>
                    <a:cubicBezTo>
                      <a:pt x="71" y="277"/>
                      <a:pt x="60" y="293"/>
                      <a:pt x="46" y="308"/>
                    </a:cubicBezTo>
                    <a:cubicBezTo>
                      <a:pt x="41" y="314"/>
                      <a:pt x="35" y="320"/>
                      <a:pt x="29" y="326"/>
                    </a:cubicBezTo>
                    <a:cubicBezTo>
                      <a:pt x="24" y="328"/>
                      <a:pt x="20" y="331"/>
                      <a:pt x="16" y="335"/>
                    </a:cubicBezTo>
                    <a:cubicBezTo>
                      <a:pt x="14" y="336"/>
                      <a:pt x="13" y="337"/>
                      <a:pt x="10" y="337"/>
                    </a:cubicBezTo>
                    <a:cubicBezTo>
                      <a:pt x="8" y="337"/>
                      <a:pt x="5" y="335"/>
                      <a:pt x="3" y="3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1" name="Google Shape;4351;p50">
                <a:extLst>
                  <a:ext uri="{FF2B5EF4-FFF2-40B4-BE49-F238E27FC236}">
                    <a16:creationId xmlns:a16="http://schemas.microsoft.com/office/drawing/2014/main" id="{643041FA-63FC-C23F-8487-DD626AFA60E8}"/>
                  </a:ext>
                </a:extLst>
              </p:cNvPr>
              <p:cNvSpPr/>
              <p:nvPr/>
            </p:nvSpPr>
            <p:spPr>
              <a:xfrm>
                <a:off x="-217100" y="3996718"/>
                <a:ext cx="6768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188" h="120" extrusionOk="0">
                    <a:moveTo>
                      <a:pt x="27" y="100"/>
                    </a:moveTo>
                    <a:cubicBezTo>
                      <a:pt x="27" y="100"/>
                      <a:pt x="28" y="100"/>
                      <a:pt x="28" y="99"/>
                    </a:cubicBezTo>
                    <a:cubicBezTo>
                      <a:pt x="29" y="99"/>
                      <a:pt x="29" y="99"/>
                      <a:pt x="29" y="99"/>
                    </a:cubicBezTo>
                    <a:cubicBezTo>
                      <a:pt x="30" y="99"/>
                      <a:pt x="31" y="99"/>
                      <a:pt x="32" y="98"/>
                    </a:cubicBezTo>
                    <a:lnTo>
                      <a:pt x="34" y="97"/>
                    </a:lnTo>
                    <a:cubicBezTo>
                      <a:pt x="35" y="96"/>
                      <a:pt x="36" y="95"/>
                      <a:pt x="38" y="94"/>
                    </a:cubicBezTo>
                    <a:cubicBezTo>
                      <a:pt x="40" y="92"/>
                      <a:pt x="42" y="90"/>
                      <a:pt x="44" y="88"/>
                    </a:cubicBezTo>
                    <a:cubicBezTo>
                      <a:pt x="47" y="85"/>
                      <a:pt x="49" y="81"/>
                      <a:pt x="52" y="77"/>
                    </a:cubicBezTo>
                    <a:cubicBezTo>
                      <a:pt x="56" y="71"/>
                      <a:pt x="60" y="64"/>
                      <a:pt x="64" y="57"/>
                    </a:cubicBezTo>
                    <a:cubicBezTo>
                      <a:pt x="65" y="54"/>
                      <a:pt x="67" y="50"/>
                      <a:pt x="68" y="47"/>
                    </a:cubicBezTo>
                    <a:cubicBezTo>
                      <a:pt x="67" y="46"/>
                      <a:pt x="66" y="45"/>
                      <a:pt x="64" y="43"/>
                    </a:cubicBezTo>
                    <a:cubicBezTo>
                      <a:pt x="64" y="41"/>
                      <a:pt x="64" y="39"/>
                      <a:pt x="64" y="37"/>
                    </a:cubicBezTo>
                    <a:cubicBezTo>
                      <a:pt x="63" y="35"/>
                      <a:pt x="63" y="33"/>
                      <a:pt x="63" y="31"/>
                    </a:cubicBezTo>
                    <a:cubicBezTo>
                      <a:pt x="63" y="30"/>
                      <a:pt x="62" y="29"/>
                      <a:pt x="62" y="27"/>
                    </a:cubicBezTo>
                    <a:cubicBezTo>
                      <a:pt x="61" y="27"/>
                      <a:pt x="61" y="27"/>
                      <a:pt x="61" y="27"/>
                    </a:cubicBezTo>
                    <a:lnTo>
                      <a:pt x="62" y="27"/>
                    </a:lnTo>
                    <a:cubicBezTo>
                      <a:pt x="61" y="26"/>
                      <a:pt x="61" y="26"/>
                      <a:pt x="61" y="25"/>
                    </a:cubicBezTo>
                    <a:cubicBezTo>
                      <a:pt x="60" y="25"/>
                      <a:pt x="60" y="24"/>
                      <a:pt x="59" y="23"/>
                    </a:cubicBezTo>
                    <a:lnTo>
                      <a:pt x="60" y="24"/>
                    </a:lnTo>
                    <a:cubicBezTo>
                      <a:pt x="59" y="23"/>
                      <a:pt x="59" y="23"/>
                      <a:pt x="59" y="23"/>
                    </a:cubicBezTo>
                    <a:cubicBezTo>
                      <a:pt x="58" y="22"/>
                      <a:pt x="58" y="22"/>
                      <a:pt x="57" y="22"/>
                    </a:cubicBezTo>
                    <a:lnTo>
                      <a:pt x="56" y="21"/>
                    </a:lnTo>
                    <a:cubicBezTo>
                      <a:pt x="56" y="21"/>
                      <a:pt x="55" y="21"/>
                      <a:pt x="54" y="20"/>
                    </a:cubicBezTo>
                    <a:cubicBezTo>
                      <a:pt x="55" y="20"/>
                      <a:pt x="55" y="20"/>
                      <a:pt x="55" y="20"/>
                    </a:cubicBezTo>
                    <a:lnTo>
                      <a:pt x="54" y="20"/>
                    </a:lnTo>
                    <a:lnTo>
                      <a:pt x="53" y="20"/>
                    </a:lnTo>
                    <a:lnTo>
                      <a:pt x="52" y="20"/>
                    </a:lnTo>
                    <a:cubicBezTo>
                      <a:pt x="52" y="20"/>
                      <a:pt x="51" y="20"/>
                      <a:pt x="50" y="20"/>
                    </a:cubicBezTo>
                    <a:lnTo>
                      <a:pt x="49" y="21"/>
                    </a:lnTo>
                    <a:cubicBezTo>
                      <a:pt x="48" y="21"/>
                      <a:pt x="48" y="22"/>
                      <a:pt x="47" y="22"/>
                    </a:cubicBezTo>
                    <a:cubicBezTo>
                      <a:pt x="46" y="22"/>
                      <a:pt x="46" y="22"/>
                      <a:pt x="45" y="23"/>
                    </a:cubicBezTo>
                    <a:cubicBezTo>
                      <a:pt x="44" y="24"/>
                      <a:pt x="42" y="25"/>
                      <a:pt x="41" y="26"/>
                    </a:cubicBezTo>
                    <a:cubicBezTo>
                      <a:pt x="40" y="27"/>
                      <a:pt x="39" y="28"/>
                      <a:pt x="38" y="29"/>
                    </a:cubicBezTo>
                    <a:cubicBezTo>
                      <a:pt x="36" y="31"/>
                      <a:pt x="35" y="33"/>
                      <a:pt x="33" y="36"/>
                    </a:cubicBezTo>
                    <a:cubicBezTo>
                      <a:pt x="32" y="38"/>
                      <a:pt x="30" y="40"/>
                      <a:pt x="29" y="43"/>
                    </a:cubicBezTo>
                    <a:cubicBezTo>
                      <a:pt x="27" y="46"/>
                      <a:pt x="26" y="50"/>
                      <a:pt x="25" y="52"/>
                    </a:cubicBezTo>
                    <a:cubicBezTo>
                      <a:pt x="23" y="57"/>
                      <a:pt x="22" y="62"/>
                      <a:pt x="21" y="66"/>
                    </a:cubicBezTo>
                    <a:lnTo>
                      <a:pt x="21" y="65"/>
                    </a:lnTo>
                    <a:cubicBezTo>
                      <a:pt x="20" y="71"/>
                      <a:pt x="20" y="76"/>
                      <a:pt x="19" y="82"/>
                    </a:cubicBezTo>
                    <a:cubicBezTo>
                      <a:pt x="19" y="84"/>
                      <a:pt x="19" y="86"/>
                      <a:pt x="19" y="89"/>
                    </a:cubicBezTo>
                    <a:cubicBezTo>
                      <a:pt x="20" y="90"/>
                      <a:pt x="20" y="92"/>
                      <a:pt x="20" y="93"/>
                    </a:cubicBezTo>
                    <a:lnTo>
                      <a:pt x="20" y="94"/>
                    </a:lnTo>
                    <a:cubicBezTo>
                      <a:pt x="20" y="95"/>
                      <a:pt x="21" y="96"/>
                      <a:pt x="21" y="96"/>
                    </a:cubicBezTo>
                    <a:lnTo>
                      <a:pt x="21" y="97"/>
                    </a:lnTo>
                    <a:cubicBezTo>
                      <a:pt x="21" y="97"/>
                      <a:pt x="22" y="97"/>
                      <a:pt x="22" y="98"/>
                    </a:cubicBezTo>
                    <a:cubicBezTo>
                      <a:pt x="22" y="99"/>
                      <a:pt x="23" y="99"/>
                      <a:pt x="23" y="99"/>
                    </a:cubicBezTo>
                    <a:lnTo>
                      <a:pt x="24" y="99"/>
                    </a:lnTo>
                    <a:cubicBezTo>
                      <a:pt x="25" y="99"/>
                      <a:pt x="25" y="99"/>
                      <a:pt x="25" y="100"/>
                    </a:cubicBezTo>
                    <a:lnTo>
                      <a:pt x="26" y="100"/>
                    </a:lnTo>
                    <a:cubicBezTo>
                      <a:pt x="27" y="100"/>
                      <a:pt x="27" y="100"/>
                      <a:pt x="27" y="100"/>
                    </a:cubicBezTo>
                    <a:cubicBezTo>
                      <a:pt x="26" y="100"/>
                      <a:pt x="26" y="100"/>
                      <a:pt x="26" y="100"/>
                    </a:cubicBezTo>
                    <a:lnTo>
                      <a:pt x="27" y="100"/>
                    </a:lnTo>
                    <a:cubicBezTo>
                      <a:pt x="26" y="100"/>
                      <a:pt x="26" y="100"/>
                      <a:pt x="26" y="100"/>
                    </a:cubicBezTo>
                    <a:lnTo>
                      <a:pt x="27" y="100"/>
                    </a:lnTo>
                    <a:moveTo>
                      <a:pt x="4" y="105"/>
                    </a:moveTo>
                    <a:cubicBezTo>
                      <a:pt x="1" y="100"/>
                      <a:pt x="0" y="94"/>
                      <a:pt x="0" y="88"/>
                    </a:cubicBezTo>
                    <a:cubicBezTo>
                      <a:pt x="0" y="80"/>
                      <a:pt x="1" y="72"/>
                      <a:pt x="2" y="64"/>
                    </a:cubicBezTo>
                    <a:cubicBezTo>
                      <a:pt x="5" y="51"/>
                      <a:pt x="10" y="37"/>
                      <a:pt x="17" y="25"/>
                    </a:cubicBezTo>
                    <a:cubicBezTo>
                      <a:pt x="24" y="15"/>
                      <a:pt x="33" y="5"/>
                      <a:pt x="45" y="2"/>
                    </a:cubicBezTo>
                    <a:cubicBezTo>
                      <a:pt x="53" y="0"/>
                      <a:pt x="60" y="1"/>
                      <a:pt x="67" y="5"/>
                    </a:cubicBezTo>
                    <a:cubicBezTo>
                      <a:pt x="69" y="2"/>
                      <a:pt x="72" y="0"/>
                      <a:pt x="76" y="0"/>
                    </a:cubicBezTo>
                    <a:cubicBezTo>
                      <a:pt x="81" y="0"/>
                      <a:pt x="86" y="4"/>
                      <a:pt x="86" y="9"/>
                    </a:cubicBezTo>
                    <a:cubicBezTo>
                      <a:pt x="86" y="11"/>
                      <a:pt x="86" y="13"/>
                      <a:pt x="86" y="15"/>
                    </a:cubicBezTo>
                    <a:cubicBezTo>
                      <a:pt x="85" y="20"/>
                      <a:pt x="85" y="25"/>
                      <a:pt x="84" y="30"/>
                    </a:cubicBezTo>
                    <a:cubicBezTo>
                      <a:pt x="88" y="32"/>
                      <a:pt x="91" y="36"/>
                      <a:pt x="91" y="40"/>
                    </a:cubicBezTo>
                    <a:cubicBezTo>
                      <a:pt x="92" y="46"/>
                      <a:pt x="91" y="52"/>
                      <a:pt x="92" y="58"/>
                    </a:cubicBezTo>
                    <a:cubicBezTo>
                      <a:pt x="92" y="60"/>
                      <a:pt x="92" y="62"/>
                      <a:pt x="92" y="64"/>
                    </a:cubicBezTo>
                    <a:lnTo>
                      <a:pt x="92" y="63"/>
                    </a:lnTo>
                    <a:cubicBezTo>
                      <a:pt x="92" y="64"/>
                      <a:pt x="92" y="65"/>
                      <a:pt x="93" y="66"/>
                    </a:cubicBezTo>
                    <a:cubicBezTo>
                      <a:pt x="93" y="67"/>
                      <a:pt x="94" y="68"/>
                      <a:pt x="94" y="69"/>
                    </a:cubicBezTo>
                    <a:cubicBezTo>
                      <a:pt x="95" y="70"/>
                      <a:pt x="95" y="71"/>
                      <a:pt x="96" y="72"/>
                    </a:cubicBezTo>
                    <a:cubicBezTo>
                      <a:pt x="96" y="72"/>
                      <a:pt x="96" y="73"/>
                      <a:pt x="97" y="73"/>
                    </a:cubicBezTo>
                    <a:lnTo>
                      <a:pt x="98" y="74"/>
                    </a:lnTo>
                    <a:cubicBezTo>
                      <a:pt x="98" y="74"/>
                      <a:pt x="97" y="74"/>
                      <a:pt x="97" y="73"/>
                    </a:cubicBezTo>
                    <a:cubicBezTo>
                      <a:pt x="98" y="74"/>
                      <a:pt x="98" y="75"/>
                      <a:pt x="99" y="75"/>
                    </a:cubicBezTo>
                    <a:cubicBezTo>
                      <a:pt x="99" y="76"/>
                      <a:pt x="100" y="76"/>
                      <a:pt x="101" y="77"/>
                    </a:cubicBezTo>
                    <a:cubicBezTo>
                      <a:pt x="102" y="78"/>
                      <a:pt x="103" y="78"/>
                      <a:pt x="103" y="79"/>
                    </a:cubicBezTo>
                    <a:cubicBezTo>
                      <a:pt x="105" y="79"/>
                      <a:pt x="106" y="80"/>
                      <a:pt x="108" y="80"/>
                    </a:cubicBezTo>
                    <a:cubicBezTo>
                      <a:pt x="110" y="81"/>
                      <a:pt x="112" y="82"/>
                      <a:pt x="114" y="82"/>
                    </a:cubicBezTo>
                    <a:cubicBezTo>
                      <a:pt x="116" y="82"/>
                      <a:pt x="117" y="82"/>
                      <a:pt x="119" y="83"/>
                    </a:cubicBezTo>
                    <a:cubicBezTo>
                      <a:pt x="120" y="83"/>
                      <a:pt x="122" y="83"/>
                      <a:pt x="124" y="83"/>
                    </a:cubicBezTo>
                    <a:cubicBezTo>
                      <a:pt x="126" y="82"/>
                      <a:pt x="128" y="82"/>
                      <a:pt x="130" y="82"/>
                    </a:cubicBezTo>
                    <a:cubicBezTo>
                      <a:pt x="133" y="81"/>
                      <a:pt x="135" y="80"/>
                      <a:pt x="137" y="80"/>
                    </a:cubicBezTo>
                    <a:cubicBezTo>
                      <a:pt x="140" y="79"/>
                      <a:pt x="144" y="77"/>
                      <a:pt x="147" y="76"/>
                    </a:cubicBezTo>
                    <a:cubicBezTo>
                      <a:pt x="152" y="73"/>
                      <a:pt x="157" y="70"/>
                      <a:pt x="162" y="67"/>
                    </a:cubicBezTo>
                    <a:cubicBezTo>
                      <a:pt x="165" y="65"/>
                      <a:pt x="168" y="62"/>
                      <a:pt x="171" y="60"/>
                    </a:cubicBezTo>
                    <a:cubicBezTo>
                      <a:pt x="175" y="57"/>
                      <a:pt x="181" y="58"/>
                      <a:pt x="184" y="62"/>
                    </a:cubicBezTo>
                    <a:cubicBezTo>
                      <a:pt x="187" y="66"/>
                      <a:pt x="187" y="72"/>
                      <a:pt x="183" y="75"/>
                    </a:cubicBezTo>
                    <a:cubicBezTo>
                      <a:pt x="162" y="92"/>
                      <a:pt x="137" y="106"/>
                      <a:pt x="109" y="101"/>
                    </a:cubicBezTo>
                    <a:cubicBezTo>
                      <a:pt x="102" y="99"/>
                      <a:pt x="95" y="97"/>
                      <a:pt x="89" y="93"/>
                    </a:cubicBezTo>
                    <a:cubicBezTo>
                      <a:pt x="83" y="88"/>
                      <a:pt x="78" y="82"/>
                      <a:pt x="75" y="75"/>
                    </a:cubicBezTo>
                    <a:cubicBezTo>
                      <a:pt x="74" y="77"/>
                      <a:pt x="73" y="79"/>
                      <a:pt x="72" y="81"/>
                    </a:cubicBezTo>
                    <a:cubicBezTo>
                      <a:pt x="69" y="86"/>
                      <a:pt x="66" y="91"/>
                      <a:pt x="63" y="95"/>
                    </a:cubicBezTo>
                    <a:cubicBezTo>
                      <a:pt x="55" y="106"/>
                      <a:pt x="45" y="115"/>
                      <a:pt x="33" y="118"/>
                    </a:cubicBezTo>
                    <a:cubicBezTo>
                      <a:pt x="31" y="119"/>
                      <a:pt x="29" y="119"/>
                      <a:pt x="27" y="119"/>
                    </a:cubicBezTo>
                    <a:cubicBezTo>
                      <a:pt x="17" y="119"/>
                      <a:pt x="8" y="114"/>
                      <a:pt x="4" y="1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2" name="Google Shape;4352;p50">
                <a:extLst>
                  <a:ext uri="{FF2B5EF4-FFF2-40B4-BE49-F238E27FC236}">
                    <a16:creationId xmlns:a16="http://schemas.microsoft.com/office/drawing/2014/main" id="{36941C15-DFF4-A06F-CB33-AC79BD231A52}"/>
                  </a:ext>
                </a:extLst>
              </p:cNvPr>
              <p:cNvSpPr/>
              <p:nvPr/>
            </p:nvSpPr>
            <p:spPr>
              <a:xfrm>
                <a:off x="-612380" y="3865318"/>
                <a:ext cx="59400" cy="76680"/>
              </a:xfrm>
              <a:custGeom>
                <a:avLst/>
                <a:gdLst/>
                <a:ahLst/>
                <a:cxnLst/>
                <a:rect l="l" t="t" r="r" b="b"/>
                <a:pathLst>
                  <a:path w="165" h="213" extrusionOk="0">
                    <a:moveTo>
                      <a:pt x="51" y="193"/>
                    </a:moveTo>
                    <a:cubicBezTo>
                      <a:pt x="52" y="193"/>
                      <a:pt x="53" y="193"/>
                      <a:pt x="55" y="193"/>
                    </a:cubicBezTo>
                    <a:cubicBezTo>
                      <a:pt x="57" y="192"/>
                      <a:pt x="58" y="191"/>
                      <a:pt x="60" y="191"/>
                    </a:cubicBezTo>
                    <a:cubicBezTo>
                      <a:pt x="63" y="190"/>
                      <a:pt x="65" y="189"/>
                      <a:pt x="68" y="188"/>
                    </a:cubicBezTo>
                    <a:cubicBezTo>
                      <a:pt x="70" y="187"/>
                      <a:pt x="73" y="185"/>
                      <a:pt x="75" y="183"/>
                    </a:cubicBezTo>
                    <a:cubicBezTo>
                      <a:pt x="80" y="180"/>
                      <a:pt x="85" y="176"/>
                      <a:pt x="89" y="173"/>
                    </a:cubicBezTo>
                    <a:cubicBezTo>
                      <a:pt x="95" y="168"/>
                      <a:pt x="100" y="162"/>
                      <a:pt x="105" y="157"/>
                    </a:cubicBezTo>
                    <a:cubicBezTo>
                      <a:pt x="111" y="150"/>
                      <a:pt x="116" y="144"/>
                      <a:pt x="120" y="137"/>
                    </a:cubicBezTo>
                    <a:cubicBezTo>
                      <a:pt x="120" y="137"/>
                      <a:pt x="121" y="137"/>
                      <a:pt x="121" y="136"/>
                    </a:cubicBezTo>
                    <a:cubicBezTo>
                      <a:pt x="121" y="137"/>
                      <a:pt x="121" y="137"/>
                      <a:pt x="120" y="137"/>
                    </a:cubicBezTo>
                    <a:cubicBezTo>
                      <a:pt x="125" y="130"/>
                      <a:pt x="129" y="123"/>
                      <a:pt x="132" y="116"/>
                    </a:cubicBezTo>
                    <a:cubicBezTo>
                      <a:pt x="135" y="111"/>
                      <a:pt x="138" y="105"/>
                      <a:pt x="139" y="100"/>
                    </a:cubicBezTo>
                    <a:lnTo>
                      <a:pt x="139" y="99"/>
                    </a:lnTo>
                    <a:lnTo>
                      <a:pt x="140" y="99"/>
                    </a:lnTo>
                    <a:cubicBezTo>
                      <a:pt x="139" y="99"/>
                      <a:pt x="139" y="99"/>
                      <a:pt x="139" y="99"/>
                    </a:cubicBezTo>
                    <a:cubicBezTo>
                      <a:pt x="141" y="94"/>
                      <a:pt x="143" y="89"/>
                      <a:pt x="144" y="83"/>
                    </a:cubicBezTo>
                    <a:cubicBezTo>
                      <a:pt x="144" y="84"/>
                      <a:pt x="144" y="84"/>
                      <a:pt x="144" y="84"/>
                    </a:cubicBezTo>
                    <a:cubicBezTo>
                      <a:pt x="145" y="80"/>
                      <a:pt x="145" y="76"/>
                      <a:pt x="145" y="71"/>
                    </a:cubicBezTo>
                    <a:cubicBezTo>
                      <a:pt x="146" y="67"/>
                      <a:pt x="146" y="63"/>
                      <a:pt x="145" y="59"/>
                    </a:cubicBezTo>
                    <a:cubicBezTo>
                      <a:pt x="145" y="55"/>
                      <a:pt x="145" y="52"/>
                      <a:pt x="144" y="49"/>
                    </a:cubicBezTo>
                    <a:cubicBezTo>
                      <a:pt x="144" y="45"/>
                      <a:pt x="143" y="42"/>
                      <a:pt x="142" y="39"/>
                    </a:cubicBezTo>
                    <a:cubicBezTo>
                      <a:pt x="141" y="38"/>
                      <a:pt x="141" y="38"/>
                      <a:pt x="141" y="37"/>
                    </a:cubicBezTo>
                    <a:cubicBezTo>
                      <a:pt x="140" y="36"/>
                      <a:pt x="139" y="34"/>
                      <a:pt x="138" y="33"/>
                    </a:cubicBezTo>
                    <a:cubicBezTo>
                      <a:pt x="137" y="32"/>
                      <a:pt x="137" y="31"/>
                      <a:pt x="135" y="29"/>
                    </a:cubicBezTo>
                    <a:cubicBezTo>
                      <a:pt x="134" y="28"/>
                      <a:pt x="132" y="27"/>
                      <a:pt x="131" y="25"/>
                    </a:cubicBezTo>
                    <a:cubicBezTo>
                      <a:pt x="130" y="24"/>
                      <a:pt x="128" y="22"/>
                      <a:pt x="126" y="21"/>
                    </a:cubicBezTo>
                    <a:cubicBezTo>
                      <a:pt x="127" y="21"/>
                      <a:pt x="127" y="21"/>
                      <a:pt x="127" y="22"/>
                    </a:cubicBezTo>
                    <a:cubicBezTo>
                      <a:pt x="127" y="21"/>
                      <a:pt x="126" y="21"/>
                      <a:pt x="125" y="20"/>
                    </a:cubicBezTo>
                    <a:cubicBezTo>
                      <a:pt x="124" y="20"/>
                      <a:pt x="123" y="20"/>
                      <a:pt x="123" y="20"/>
                    </a:cubicBezTo>
                    <a:cubicBezTo>
                      <a:pt x="122" y="19"/>
                      <a:pt x="121" y="19"/>
                      <a:pt x="120" y="18"/>
                    </a:cubicBezTo>
                    <a:cubicBezTo>
                      <a:pt x="119" y="18"/>
                      <a:pt x="118" y="18"/>
                      <a:pt x="117" y="18"/>
                    </a:cubicBezTo>
                    <a:cubicBezTo>
                      <a:pt x="116" y="18"/>
                      <a:pt x="115" y="18"/>
                      <a:pt x="114" y="18"/>
                    </a:cubicBezTo>
                    <a:cubicBezTo>
                      <a:pt x="113" y="18"/>
                      <a:pt x="111" y="18"/>
                      <a:pt x="110" y="19"/>
                    </a:cubicBezTo>
                    <a:cubicBezTo>
                      <a:pt x="108" y="20"/>
                      <a:pt x="106" y="20"/>
                      <a:pt x="104" y="21"/>
                    </a:cubicBezTo>
                    <a:cubicBezTo>
                      <a:pt x="102" y="21"/>
                      <a:pt x="101" y="22"/>
                      <a:pt x="99" y="22"/>
                    </a:cubicBezTo>
                    <a:cubicBezTo>
                      <a:pt x="97" y="24"/>
                      <a:pt x="95" y="25"/>
                      <a:pt x="92" y="27"/>
                    </a:cubicBezTo>
                    <a:cubicBezTo>
                      <a:pt x="89" y="29"/>
                      <a:pt x="85" y="32"/>
                      <a:pt x="81" y="35"/>
                    </a:cubicBezTo>
                    <a:lnTo>
                      <a:pt x="82" y="35"/>
                    </a:lnTo>
                    <a:cubicBezTo>
                      <a:pt x="79" y="38"/>
                      <a:pt x="76" y="41"/>
                      <a:pt x="73" y="44"/>
                    </a:cubicBezTo>
                    <a:cubicBezTo>
                      <a:pt x="73" y="45"/>
                      <a:pt x="73" y="45"/>
                      <a:pt x="73" y="46"/>
                    </a:cubicBezTo>
                    <a:cubicBezTo>
                      <a:pt x="73" y="52"/>
                      <a:pt x="68" y="56"/>
                      <a:pt x="63" y="56"/>
                    </a:cubicBezTo>
                    <a:lnTo>
                      <a:pt x="62" y="56"/>
                    </a:lnTo>
                    <a:cubicBezTo>
                      <a:pt x="58" y="61"/>
                      <a:pt x="54" y="66"/>
                      <a:pt x="51" y="71"/>
                    </a:cubicBezTo>
                    <a:cubicBezTo>
                      <a:pt x="44" y="80"/>
                      <a:pt x="39" y="90"/>
                      <a:pt x="33" y="100"/>
                    </a:cubicBezTo>
                    <a:cubicBezTo>
                      <a:pt x="31" y="103"/>
                      <a:pt x="29" y="106"/>
                      <a:pt x="27" y="110"/>
                    </a:cubicBezTo>
                    <a:cubicBezTo>
                      <a:pt x="26" y="113"/>
                      <a:pt x="26" y="116"/>
                      <a:pt x="25" y="119"/>
                    </a:cubicBezTo>
                    <a:cubicBezTo>
                      <a:pt x="25" y="118"/>
                      <a:pt x="25" y="117"/>
                      <a:pt x="25" y="117"/>
                    </a:cubicBezTo>
                    <a:cubicBezTo>
                      <a:pt x="24" y="122"/>
                      <a:pt x="23" y="127"/>
                      <a:pt x="23" y="131"/>
                    </a:cubicBezTo>
                    <a:cubicBezTo>
                      <a:pt x="22" y="137"/>
                      <a:pt x="22" y="143"/>
                      <a:pt x="21" y="148"/>
                    </a:cubicBezTo>
                    <a:cubicBezTo>
                      <a:pt x="21" y="152"/>
                      <a:pt x="21" y="157"/>
                      <a:pt x="21" y="162"/>
                    </a:cubicBezTo>
                    <a:cubicBezTo>
                      <a:pt x="21" y="164"/>
                      <a:pt x="22" y="167"/>
                      <a:pt x="22" y="169"/>
                    </a:cubicBezTo>
                    <a:cubicBezTo>
                      <a:pt x="22" y="171"/>
                      <a:pt x="23" y="173"/>
                      <a:pt x="23" y="175"/>
                    </a:cubicBezTo>
                    <a:cubicBezTo>
                      <a:pt x="24" y="176"/>
                      <a:pt x="25" y="178"/>
                      <a:pt x="25" y="179"/>
                    </a:cubicBezTo>
                    <a:cubicBezTo>
                      <a:pt x="26" y="180"/>
                      <a:pt x="26" y="182"/>
                      <a:pt x="28" y="183"/>
                    </a:cubicBezTo>
                    <a:lnTo>
                      <a:pt x="29" y="184"/>
                    </a:lnTo>
                    <a:cubicBezTo>
                      <a:pt x="29" y="185"/>
                      <a:pt x="30" y="186"/>
                      <a:pt x="31" y="187"/>
                    </a:cubicBezTo>
                    <a:cubicBezTo>
                      <a:pt x="32" y="187"/>
                      <a:pt x="33" y="188"/>
                      <a:pt x="34" y="189"/>
                    </a:cubicBezTo>
                    <a:cubicBezTo>
                      <a:pt x="35" y="189"/>
                      <a:pt x="36" y="190"/>
                      <a:pt x="37" y="191"/>
                    </a:cubicBezTo>
                    <a:cubicBezTo>
                      <a:pt x="38" y="191"/>
                      <a:pt x="39" y="191"/>
                      <a:pt x="39" y="191"/>
                    </a:cubicBezTo>
                    <a:cubicBezTo>
                      <a:pt x="40" y="192"/>
                      <a:pt x="42" y="192"/>
                      <a:pt x="43" y="193"/>
                    </a:cubicBezTo>
                    <a:cubicBezTo>
                      <a:pt x="44" y="193"/>
                      <a:pt x="46" y="193"/>
                      <a:pt x="47" y="193"/>
                    </a:cubicBezTo>
                    <a:cubicBezTo>
                      <a:pt x="48" y="193"/>
                      <a:pt x="49" y="193"/>
                      <a:pt x="51" y="193"/>
                    </a:cubicBezTo>
                    <a:moveTo>
                      <a:pt x="37" y="211"/>
                    </a:moveTo>
                    <a:cubicBezTo>
                      <a:pt x="31" y="209"/>
                      <a:pt x="25" y="206"/>
                      <a:pt x="21" y="202"/>
                    </a:cubicBezTo>
                    <a:cubicBezTo>
                      <a:pt x="15" y="198"/>
                      <a:pt x="11" y="193"/>
                      <a:pt x="9" y="187"/>
                    </a:cubicBezTo>
                    <a:cubicBezTo>
                      <a:pt x="0" y="168"/>
                      <a:pt x="3" y="145"/>
                      <a:pt x="5" y="125"/>
                    </a:cubicBezTo>
                    <a:cubicBezTo>
                      <a:pt x="5" y="124"/>
                      <a:pt x="5" y="124"/>
                      <a:pt x="5" y="124"/>
                    </a:cubicBezTo>
                    <a:cubicBezTo>
                      <a:pt x="3" y="121"/>
                      <a:pt x="3" y="117"/>
                      <a:pt x="4" y="114"/>
                    </a:cubicBezTo>
                    <a:cubicBezTo>
                      <a:pt x="6" y="111"/>
                      <a:pt x="7" y="109"/>
                      <a:pt x="8" y="106"/>
                    </a:cubicBezTo>
                    <a:cubicBezTo>
                      <a:pt x="10" y="102"/>
                      <a:pt x="11" y="98"/>
                      <a:pt x="12" y="94"/>
                    </a:cubicBezTo>
                    <a:cubicBezTo>
                      <a:pt x="16" y="80"/>
                      <a:pt x="21" y="67"/>
                      <a:pt x="28" y="55"/>
                    </a:cubicBezTo>
                    <a:cubicBezTo>
                      <a:pt x="30" y="49"/>
                      <a:pt x="34" y="44"/>
                      <a:pt x="38" y="39"/>
                    </a:cubicBezTo>
                    <a:cubicBezTo>
                      <a:pt x="42" y="35"/>
                      <a:pt x="47" y="31"/>
                      <a:pt x="53" y="29"/>
                    </a:cubicBezTo>
                    <a:cubicBezTo>
                      <a:pt x="55" y="28"/>
                      <a:pt x="58" y="28"/>
                      <a:pt x="60" y="29"/>
                    </a:cubicBezTo>
                    <a:cubicBezTo>
                      <a:pt x="61" y="29"/>
                      <a:pt x="61" y="29"/>
                      <a:pt x="61" y="29"/>
                    </a:cubicBezTo>
                    <a:cubicBezTo>
                      <a:pt x="63" y="28"/>
                      <a:pt x="63" y="27"/>
                      <a:pt x="64" y="26"/>
                    </a:cubicBezTo>
                    <a:cubicBezTo>
                      <a:pt x="69" y="21"/>
                      <a:pt x="74" y="17"/>
                      <a:pt x="79" y="13"/>
                    </a:cubicBezTo>
                    <a:cubicBezTo>
                      <a:pt x="85" y="9"/>
                      <a:pt x="90" y="6"/>
                      <a:pt x="97" y="3"/>
                    </a:cubicBezTo>
                    <a:cubicBezTo>
                      <a:pt x="103" y="2"/>
                      <a:pt x="109" y="0"/>
                      <a:pt x="115" y="0"/>
                    </a:cubicBezTo>
                    <a:cubicBezTo>
                      <a:pt x="121" y="0"/>
                      <a:pt x="127" y="1"/>
                      <a:pt x="133" y="4"/>
                    </a:cubicBezTo>
                    <a:cubicBezTo>
                      <a:pt x="138" y="6"/>
                      <a:pt x="142" y="10"/>
                      <a:pt x="146" y="14"/>
                    </a:cubicBezTo>
                    <a:cubicBezTo>
                      <a:pt x="151" y="18"/>
                      <a:pt x="155" y="24"/>
                      <a:pt x="158" y="30"/>
                    </a:cubicBezTo>
                    <a:cubicBezTo>
                      <a:pt x="160" y="35"/>
                      <a:pt x="162" y="42"/>
                      <a:pt x="162" y="48"/>
                    </a:cubicBezTo>
                    <a:cubicBezTo>
                      <a:pt x="164" y="55"/>
                      <a:pt x="164" y="63"/>
                      <a:pt x="164" y="70"/>
                    </a:cubicBezTo>
                    <a:cubicBezTo>
                      <a:pt x="162" y="98"/>
                      <a:pt x="151" y="125"/>
                      <a:pt x="135" y="148"/>
                    </a:cubicBezTo>
                    <a:cubicBezTo>
                      <a:pt x="127" y="159"/>
                      <a:pt x="118" y="170"/>
                      <a:pt x="108" y="180"/>
                    </a:cubicBezTo>
                    <a:cubicBezTo>
                      <a:pt x="99" y="190"/>
                      <a:pt x="88" y="198"/>
                      <a:pt x="76" y="205"/>
                    </a:cubicBezTo>
                    <a:cubicBezTo>
                      <a:pt x="70" y="208"/>
                      <a:pt x="64" y="210"/>
                      <a:pt x="57" y="211"/>
                    </a:cubicBezTo>
                    <a:cubicBezTo>
                      <a:pt x="55" y="212"/>
                      <a:pt x="52" y="212"/>
                      <a:pt x="49" y="212"/>
                    </a:cubicBezTo>
                    <a:cubicBezTo>
                      <a:pt x="45" y="212"/>
                      <a:pt x="41" y="211"/>
                      <a:pt x="37" y="2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3" name="Google Shape;4353;p50">
                <a:extLst>
                  <a:ext uri="{FF2B5EF4-FFF2-40B4-BE49-F238E27FC236}">
                    <a16:creationId xmlns:a16="http://schemas.microsoft.com/office/drawing/2014/main" id="{14AF51EE-E92E-6E1F-9A5B-26304A3F200C}"/>
                  </a:ext>
                </a:extLst>
              </p:cNvPr>
              <p:cNvSpPr/>
              <p:nvPr/>
            </p:nvSpPr>
            <p:spPr>
              <a:xfrm>
                <a:off x="-749900" y="3653278"/>
                <a:ext cx="69480" cy="129960"/>
              </a:xfrm>
              <a:custGeom>
                <a:avLst/>
                <a:gdLst/>
                <a:ahLst/>
                <a:cxnLst/>
                <a:rect l="l" t="t" r="r" b="b"/>
                <a:pathLst>
                  <a:path w="193" h="361" extrusionOk="0">
                    <a:moveTo>
                      <a:pt x="9" y="344"/>
                    </a:moveTo>
                    <a:cubicBezTo>
                      <a:pt x="7" y="342"/>
                      <a:pt x="6" y="339"/>
                      <a:pt x="5" y="336"/>
                    </a:cubicBezTo>
                    <a:cubicBezTo>
                      <a:pt x="4" y="332"/>
                      <a:pt x="3" y="329"/>
                      <a:pt x="2" y="326"/>
                    </a:cubicBezTo>
                    <a:cubicBezTo>
                      <a:pt x="1" y="319"/>
                      <a:pt x="0" y="312"/>
                      <a:pt x="0" y="305"/>
                    </a:cubicBezTo>
                    <a:cubicBezTo>
                      <a:pt x="0" y="295"/>
                      <a:pt x="3" y="284"/>
                      <a:pt x="6" y="274"/>
                    </a:cubicBezTo>
                    <a:cubicBezTo>
                      <a:pt x="8" y="265"/>
                      <a:pt x="12" y="257"/>
                      <a:pt x="16" y="249"/>
                    </a:cubicBezTo>
                    <a:cubicBezTo>
                      <a:pt x="21" y="240"/>
                      <a:pt x="26" y="232"/>
                      <a:pt x="31" y="223"/>
                    </a:cubicBezTo>
                    <a:cubicBezTo>
                      <a:pt x="33" y="219"/>
                      <a:pt x="39" y="218"/>
                      <a:pt x="43" y="221"/>
                    </a:cubicBezTo>
                    <a:cubicBezTo>
                      <a:pt x="47" y="223"/>
                      <a:pt x="48" y="228"/>
                      <a:pt x="46" y="232"/>
                    </a:cubicBezTo>
                    <a:cubicBezTo>
                      <a:pt x="41" y="241"/>
                      <a:pt x="37" y="250"/>
                      <a:pt x="31" y="259"/>
                    </a:cubicBezTo>
                    <a:cubicBezTo>
                      <a:pt x="32" y="258"/>
                      <a:pt x="32" y="258"/>
                      <a:pt x="32" y="258"/>
                    </a:cubicBezTo>
                    <a:cubicBezTo>
                      <a:pt x="29" y="263"/>
                      <a:pt x="27" y="269"/>
                      <a:pt x="24" y="275"/>
                    </a:cubicBezTo>
                    <a:cubicBezTo>
                      <a:pt x="23" y="279"/>
                      <a:pt x="22" y="284"/>
                      <a:pt x="21" y="289"/>
                    </a:cubicBezTo>
                    <a:lnTo>
                      <a:pt x="21" y="288"/>
                    </a:lnTo>
                    <a:cubicBezTo>
                      <a:pt x="20" y="292"/>
                      <a:pt x="20" y="296"/>
                      <a:pt x="19" y="300"/>
                    </a:cubicBezTo>
                    <a:cubicBezTo>
                      <a:pt x="19" y="304"/>
                      <a:pt x="19" y="307"/>
                      <a:pt x="19" y="310"/>
                    </a:cubicBezTo>
                    <a:cubicBezTo>
                      <a:pt x="19" y="314"/>
                      <a:pt x="20" y="318"/>
                      <a:pt x="21" y="323"/>
                    </a:cubicBezTo>
                    <a:cubicBezTo>
                      <a:pt x="21" y="322"/>
                      <a:pt x="21" y="321"/>
                      <a:pt x="20" y="321"/>
                    </a:cubicBezTo>
                    <a:cubicBezTo>
                      <a:pt x="21" y="323"/>
                      <a:pt x="21" y="325"/>
                      <a:pt x="22" y="328"/>
                    </a:cubicBezTo>
                    <a:cubicBezTo>
                      <a:pt x="23" y="329"/>
                      <a:pt x="24" y="331"/>
                      <a:pt x="24" y="332"/>
                    </a:cubicBezTo>
                    <a:cubicBezTo>
                      <a:pt x="25" y="334"/>
                      <a:pt x="25" y="334"/>
                      <a:pt x="25" y="335"/>
                    </a:cubicBezTo>
                    <a:cubicBezTo>
                      <a:pt x="26" y="335"/>
                      <a:pt x="26" y="335"/>
                      <a:pt x="26" y="335"/>
                    </a:cubicBezTo>
                    <a:cubicBezTo>
                      <a:pt x="27" y="336"/>
                      <a:pt x="27" y="336"/>
                      <a:pt x="27" y="336"/>
                    </a:cubicBezTo>
                    <a:cubicBezTo>
                      <a:pt x="28" y="337"/>
                      <a:pt x="29" y="338"/>
                      <a:pt x="31" y="339"/>
                    </a:cubicBezTo>
                    <a:lnTo>
                      <a:pt x="32" y="340"/>
                    </a:lnTo>
                    <a:lnTo>
                      <a:pt x="33" y="341"/>
                    </a:lnTo>
                    <a:cubicBezTo>
                      <a:pt x="34" y="341"/>
                      <a:pt x="34" y="341"/>
                      <a:pt x="35" y="341"/>
                    </a:cubicBezTo>
                    <a:lnTo>
                      <a:pt x="36" y="341"/>
                    </a:lnTo>
                    <a:cubicBezTo>
                      <a:pt x="38" y="340"/>
                      <a:pt x="39" y="339"/>
                      <a:pt x="41" y="339"/>
                    </a:cubicBezTo>
                    <a:cubicBezTo>
                      <a:pt x="43" y="338"/>
                      <a:pt x="45" y="336"/>
                      <a:pt x="46" y="335"/>
                    </a:cubicBezTo>
                    <a:cubicBezTo>
                      <a:pt x="48" y="334"/>
                      <a:pt x="49" y="334"/>
                      <a:pt x="51" y="332"/>
                    </a:cubicBezTo>
                    <a:cubicBezTo>
                      <a:pt x="53" y="330"/>
                      <a:pt x="55" y="328"/>
                      <a:pt x="57" y="326"/>
                    </a:cubicBezTo>
                    <a:cubicBezTo>
                      <a:pt x="59" y="324"/>
                      <a:pt x="61" y="321"/>
                      <a:pt x="63" y="318"/>
                    </a:cubicBezTo>
                    <a:cubicBezTo>
                      <a:pt x="66" y="314"/>
                      <a:pt x="68" y="310"/>
                      <a:pt x="70" y="306"/>
                    </a:cubicBezTo>
                    <a:cubicBezTo>
                      <a:pt x="73" y="300"/>
                      <a:pt x="75" y="295"/>
                      <a:pt x="77" y="289"/>
                    </a:cubicBezTo>
                    <a:lnTo>
                      <a:pt x="77" y="290"/>
                    </a:lnTo>
                    <a:cubicBezTo>
                      <a:pt x="79" y="283"/>
                      <a:pt x="81" y="275"/>
                      <a:pt x="83" y="268"/>
                    </a:cubicBezTo>
                    <a:lnTo>
                      <a:pt x="83" y="269"/>
                    </a:lnTo>
                    <a:cubicBezTo>
                      <a:pt x="87" y="249"/>
                      <a:pt x="89" y="229"/>
                      <a:pt x="91" y="209"/>
                    </a:cubicBezTo>
                    <a:cubicBezTo>
                      <a:pt x="94" y="188"/>
                      <a:pt x="95" y="169"/>
                      <a:pt x="98" y="148"/>
                    </a:cubicBezTo>
                    <a:cubicBezTo>
                      <a:pt x="101" y="120"/>
                      <a:pt x="105" y="91"/>
                      <a:pt x="114" y="64"/>
                    </a:cubicBezTo>
                    <a:cubicBezTo>
                      <a:pt x="118" y="50"/>
                      <a:pt x="123" y="38"/>
                      <a:pt x="131" y="27"/>
                    </a:cubicBezTo>
                    <a:cubicBezTo>
                      <a:pt x="134" y="21"/>
                      <a:pt x="139" y="16"/>
                      <a:pt x="143" y="12"/>
                    </a:cubicBezTo>
                    <a:cubicBezTo>
                      <a:pt x="147" y="7"/>
                      <a:pt x="153" y="4"/>
                      <a:pt x="159" y="2"/>
                    </a:cubicBezTo>
                    <a:cubicBezTo>
                      <a:pt x="164" y="0"/>
                      <a:pt x="171" y="1"/>
                      <a:pt x="176" y="3"/>
                    </a:cubicBezTo>
                    <a:cubicBezTo>
                      <a:pt x="181" y="4"/>
                      <a:pt x="185" y="9"/>
                      <a:pt x="188" y="14"/>
                    </a:cubicBezTo>
                    <a:cubicBezTo>
                      <a:pt x="191" y="18"/>
                      <a:pt x="192" y="24"/>
                      <a:pt x="192" y="29"/>
                    </a:cubicBezTo>
                    <a:cubicBezTo>
                      <a:pt x="192" y="36"/>
                      <a:pt x="190" y="42"/>
                      <a:pt x="189" y="48"/>
                    </a:cubicBezTo>
                    <a:cubicBezTo>
                      <a:pt x="187" y="54"/>
                      <a:pt x="184" y="59"/>
                      <a:pt x="180" y="64"/>
                    </a:cubicBezTo>
                    <a:cubicBezTo>
                      <a:pt x="177" y="70"/>
                      <a:pt x="173" y="74"/>
                      <a:pt x="168" y="77"/>
                    </a:cubicBezTo>
                    <a:cubicBezTo>
                      <a:pt x="163" y="79"/>
                      <a:pt x="158" y="77"/>
                      <a:pt x="154" y="74"/>
                    </a:cubicBezTo>
                    <a:cubicBezTo>
                      <a:pt x="151" y="72"/>
                      <a:pt x="149" y="69"/>
                      <a:pt x="148" y="64"/>
                    </a:cubicBezTo>
                    <a:cubicBezTo>
                      <a:pt x="148" y="62"/>
                      <a:pt x="148" y="59"/>
                      <a:pt x="149" y="57"/>
                    </a:cubicBezTo>
                    <a:cubicBezTo>
                      <a:pt x="151" y="54"/>
                      <a:pt x="154" y="52"/>
                      <a:pt x="157" y="52"/>
                    </a:cubicBezTo>
                    <a:cubicBezTo>
                      <a:pt x="159" y="52"/>
                      <a:pt x="162" y="52"/>
                      <a:pt x="164" y="54"/>
                    </a:cubicBezTo>
                    <a:cubicBezTo>
                      <a:pt x="165" y="52"/>
                      <a:pt x="167" y="49"/>
                      <a:pt x="168" y="46"/>
                    </a:cubicBezTo>
                    <a:cubicBezTo>
                      <a:pt x="169" y="45"/>
                      <a:pt x="169" y="43"/>
                      <a:pt x="170" y="42"/>
                    </a:cubicBezTo>
                    <a:cubicBezTo>
                      <a:pt x="171" y="41"/>
                      <a:pt x="171" y="38"/>
                      <a:pt x="172" y="36"/>
                    </a:cubicBezTo>
                    <a:cubicBezTo>
                      <a:pt x="172" y="35"/>
                      <a:pt x="172" y="33"/>
                      <a:pt x="172" y="31"/>
                    </a:cubicBezTo>
                    <a:cubicBezTo>
                      <a:pt x="172" y="31"/>
                      <a:pt x="172" y="29"/>
                      <a:pt x="172" y="28"/>
                    </a:cubicBezTo>
                    <a:cubicBezTo>
                      <a:pt x="172" y="28"/>
                      <a:pt x="172" y="27"/>
                      <a:pt x="172" y="26"/>
                    </a:cubicBezTo>
                    <a:cubicBezTo>
                      <a:pt x="172" y="25"/>
                      <a:pt x="172" y="25"/>
                      <a:pt x="172" y="24"/>
                    </a:cubicBezTo>
                    <a:cubicBezTo>
                      <a:pt x="171" y="24"/>
                      <a:pt x="171" y="24"/>
                      <a:pt x="171" y="23"/>
                    </a:cubicBezTo>
                    <a:cubicBezTo>
                      <a:pt x="171" y="22"/>
                      <a:pt x="171" y="22"/>
                      <a:pt x="171" y="22"/>
                    </a:cubicBezTo>
                    <a:lnTo>
                      <a:pt x="170" y="22"/>
                    </a:lnTo>
                    <a:cubicBezTo>
                      <a:pt x="170" y="22"/>
                      <a:pt x="169" y="22"/>
                      <a:pt x="169" y="21"/>
                    </a:cubicBezTo>
                    <a:lnTo>
                      <a:pt x="168" y="21"/>
                    </a:lnTo>
                    <a:lnTo>
                      <a:pt x="167" y="21"/>
                    </a:lnTo>
                    <a:lnTo>
                      <a:pt x="166" y="21"/>
                    </a:lnTo>
                    <a:lnTo>
                      <a:pt x="165" y="21"/>
                    </a:lnTo>
                    <a:lnTo>
                      <a:pt x="164" y="21"/>
                    </a:lnTo>
                    <a:cubicBezTo>
                      <a:pt x="163" y="22"/>
                      <a:pt x="162" y="22"/>
                      <a:pt x="162" y="22"/>
                    </a:cubicBezTo>
                    <a:cubicBezTo>
                      <a:pt x="161" y="23"/>
                      <a:pt x="160" y="23"/>
                      <a:pt x="159" y="24"/>
                    </a:cubicBezTo>
                    <a:cubicBezTo>
                      <a:pt x="158" y="25"/>
                      <a:pt x="157" y="25"/>
                      <a:pt x="157" y="26"/>
                    </a:cubicBezTo>
                    <a:cubicBezTo>
                      <a:pt x="155" y="27"/>
                      <a:pt x="154" y="28"/>
                      <a:pt x="152" y="30"/>
                    </a:cubicBezTo>
                    <a:cubicBezTo>
                      <a:pt x="151" y="32"/>
                      <a:pt x="148" y="35"/>
                      <a:pt x="147" y="38"/>
                    </a:cubicBezTo>
                    <a:cubicBezTo>
                      <a:pt x="144" y="42"/>
                      <a:pt x="141" y="46"/>
                      <a:pt x="139" y="50"/>
                    </a:cubicBezTo>
                    <a:cubicBezTo>
                      <a:pt x="140" y="50"/>
                      <a:pt x="140" y="50"/>
                      <a:pt x="140" y="49"/>
                    </a:cubicBezTo>
                    <a:cubicBezTo>
                      <a:pt x="137" y="55"/>
                      <a:pt x="134" y="62"/>
                      <a:pt x="132" y="67"/>
                    </a:cubicBezTo>
                    <a:cubicBezTo>
                      <a:pt x="128" y="80"/>
                      <a:pt x="125" y="93"/>
                      <a:pt x="122" y="106"/>
                    </a:cubicBezTo>
                    <a:lnTo>
                      <a:pt x="122" y="105"/>
                    </a:lnTo>
                    <a:cubicBezTo>
                      <a:pt x="120" y="115"/>
                      <a:pt x="119" y="126"/>
                      <a:pt x="117" y="136"/>
                    </a:cubicBezTo>
                    <a:cubicBezTo>
                      <a:pt x="116" y="140"/>
                      <a:pt x="116" y="145"/>
                      <a:pt x="115" y="149"/>
                    </a:cubicBezTo>
                    <a:cubicBezTo>
                      <a:pt x="115" y="155"/>
                      <a:pt x="114" y="161"/>
                      <a:pt x="113" y="166"/>
                    </a:cubicBezTo>
                    <a:cubicBezTo>
                      <a:pt x="112" y="176"/>
                      <a:pt x="111" y="186"/>
                      <a:pt x="110" y="197"/>
                    </a:cubicBezTo>
                    <a:cubicBezTo>
                      <a:pt x="109" y="206"/>
                      <a:pt x="108" y="216"/>
                      <a:pt x="106" y="226"/>
                    </a:cubicBezTo>
                    <a:cubicBezTo>
                      <a:pt x="106" y="231"/>
                      <a:pt x="105" y="236"/>
                      <a:pt x="104" y="241"/>
                    </a:cubicBezTo>
                    <a:cubicBezTo>
                      <a:pt x="104" y="245"/>
                      <a:pt x="104" y="249"/>
                      <a:pt x="102" y="253"/>
                    </a:cubicBezTo>
                    <a:cubicBezTo>
                      <a:pt x="102" y="259"/>
                      <a:pt x="101" y="265"/>
                      <a:pt x="99" y="271"/>
                    </a:cubicBezTo>
                    <a:cubicBezTo>
                      <a:pt x="98" y="276"/>
                      <a:pt x="97" y="282"/>
                      <a:pt x="95" y="287"/>
                    </a:cubicBezTo>
                    <a:cubicBezTo>
                      <a:pt x="94" y="293"/>
                      <a:pt x="91" y="300"/>
                      <a:pt x="89" y="306"/>
                    </a:cubicBezTo>
                    <a:cubicBezTo>
                      <a:pt x="84" y="318"/>
                      <a:pt x="77" y="330"/>
                      <a:pt x="69" y="340"/>
                    </a:cubicBezTo>
                    <a:cubicBezTo>
                      <a:pt x="65" y="345"/>
                      <a:pt x="60" y="349"/>
                      <a:pt x="55" y="352"/>
                    </a:cubicBezTo>
                    <a:cubicBezTo>
                      <a:pt x="53" y="353"/>
                      <a:pt x="50" y="355"/>
                      <a:pt x="48" y="356"/>
                    </a:cubicBezTo>
                    <a:cubicBezTo>
                      <a:pt x="45" y="358"/>
                      <a:pt x="41" y="359"/>
                      <a:pt x="38" y="360"/>
                    </a:cubicBezTo>
                    <a:cubicBezTo>
                      <a:pt x="37" y="360"/>
                      <a:pt x="36" y="360"/>
                      <a:pt x="35" y="360"/>
                    </a:cubicBezTo>
                    <a:cubicBezTo>
                      <a:pt x="24" y="360"/>
                      <a:pt x="14" y="353"/>
                      <a:pt x="9" y="3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4" name="Google Shape;4354;p50">
                <a:extLst>
                  <a:ext uri="{FF2B5EF4-FFF2-40B4-BE49-F238E27FC236}">
                    <a16:creationId xmlns:a16="http://schemas.microsoft.com/office/drawing/2014/main" id="{2E3252E2-1943-2688-C05A-2B1610AD824C}"/>
                  </a:ext>
                </a:extLst>
              </p:cNvPr>
              <p:cNvSpPr/>
              <p:nvPr/>
            </p:nvSpPr>
            <p:spPr>
              <a:xfrm>
                <a:off x="-733700" y="3704038"/>
                <a:ext cx="53640" cy="16920"/>
              </a:xfrm>
              <a:custGeom>
                <a:avLst/>
                <a:gdLst/>
                <a:ahLst/>
                <a:cxnLst/>
                <a:rect l="l" t="t" r="r" b="b"/>
                <a:pathLst>
                  <a:path w="149" h="47" extrusionOk="0">
                    <a:moveTo>
                      <a:pt x="24" y="46"/>
                    </a:moveTo>
                    <a:cubicBezTo>
                      <a:pt x="21" y="46"/>
                      <a:pt x="18" y="45"/>
                      <a:pt x="15" y="45"/>
                    </a:cubicBezTo>
                    <a:cubicBezTo>
                      <a:pt x="14" y="45"/>
                      <a:pt x="13" y="45"/>
                      <a:pt x="12" y="45"/>
                    </a:cubicBezTo>
                    <a:cubicBezTo>
                      <a:pt x="10" y="45"/>
                      <a:pt x="8" y="44"/>
                      <a:pt x="7" y="43"/>
                    </a:cubicBezTo>
                    <a:cubicBezTo>
                      <a:pt x="5" y="42"/>
                      <a:pt x="4" y="41"/>
                      <a:pt x="3" y="39"/>
                    </a:cubicBezTo>
                    <a:cubicBezTo>
                      <a:pt x="0" y="35"/>
                      <a:pt x="0" y="29"/>
                      <a:pt x="5" y="25"/>
                    </a:cubicBezTo>
                    <a:cubicBezTo>
                      <a:pt x="7" y="24"/>
                      <a:pt x="8" y="22"/>
                      <a:pt x="11" y="21"/>
                    </a:cubicBezTo>
                    <a:cubicBezTo>
                      <a:pt x="14" y="20"/>
                      <a:pt x="17" y="19"/>
                      <a:pt x="20" y="18"/>
                    </a:cubicBezTo>
                    <a:cubicBezTo>
                      <a:pt x="25" y="16"/>
                      <a:pt x="30" y="14"/>
                      <a:pt x="35" y="13"/>
                    </a:cubicBezTo>
                    <a:cubicBezTo>
                      <a:pt x="40" y="13"/>
                      <a:pt x="44" y="11"/>
                      <a:pt x="49" y="10"/>
                    </a:cubicBezTo>
                    <a:cubicBezTo>
                      <a:pt x="53" y="10"/>
                      <a:pt x="59" y="9"/>
                      <a:pt x="63" y="8"/>
                    </a:cubicBezTo>
                    <a:cubicBezTo>
                      <a:pt x="68" y="7"/>
                      <a:pt x="72" y="7"/>
                      <a:pt x="76" y="6"/>
                    </a:cubicBezTo>
                    <a:cubicBezTo>
                      <a:pt x="96" y="4"/>
                      <a:pt x="117" y="2"/>
                      <a:pt x="137" y="0"/>
                    </a:cubicBezTo>
                    <a:cubicBezTo>
                      <a:pt x="142" y="0"/>
                      <a:pt x="146" y="3"/>
                      <a:pt x="147" y="7"/>
                    </a:cubicBezTo>
                    <a:cubicBezTo>
                      <a:pt x="148" y="12"/>
                      <a:pt x="144" y="17"/>
                      <a:pt x="140" y="17"/>
                    </a:cubicBezTo>
                    <a:cubicBezTo>
                      <a:pt x="131" y="18"/>
                      <a:pt x="123" y="20"/>
                      <a:pt x="114" y="20"/>
                    </a:cubicBezTo>
                    <a:cubicBezTo>
                      <a:pt x="107" y="21"/>
                      <a:pt x="99" y="22"/>
                      <a:pt x="92" y="23"/>
                    </a:cubicBezTo>
                    <a:cubicBezTo>
                      <a:pt x="84" y="24"/>
                      <a:pt x="76" y="25"/>
                      <a:pt x="68" y="26"/>
                    </a:cubicBezTo>
                    <a:cubicBezTo>
                      <a:pt x="63" y="27"/>
                      <a:pt x="57" y="28"/>
                      <a:pt x="52" y="29"/>
                    </a:cubicBezTo>
                    <a:cubicBezTo>
                      <a:pt x="46" y="31"/>
                      <a:pt x="40" y="32"/>
                      <a:pt x="34" y="34"/>
                    </a:cubicBezTo>
                    <a:cubicBezTo>
                      <a:pt x="35" y="35"/>
                      <a:pt x="35" y="35"/>
                      <a:pt x="35" y="35"/>
                    </a:cubicBezTo>
                    <a:cubicBezTo>
                      <a:pt x="35" y="41"/>
                      <a:pt x="30" y="46"/>
                      <a:pt x="25" y="46"/>
                    </a:cubicBezTo>
                    <a:cubicBezTo>
                      <a:pt x="24" y="46"/>
                      <a:pt x="24" y="46"/>
                      <a:pt x="24" y="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5" name="Google Shape;4355;p50">
                <a:extLst>
                  <a:ext uri="{FF2B5EF4-FFF2-40B4-BE49-F238E27FC236}">
                    <a16:creationId xmlns:a16="http://schemas.microsoft.com/office/drawing/2014/main" id="{FA21F0AA-6FCA-5AF4-FC8E-FF8C44BFDC81}"/>
                  </a:ext>
                </a:extLst>
              </p:cNvPr>
              <p:cNvSpPr/>
              <p:nvPr/>
            </p:nvSpPr>
            <p:spPr>
              <a:xfrm>
                <a:off x="-672860" y="3660477"/>
                <a:ext cx="33840" cy="91440"/>
              </a:xfrm>
              <a:custGeom>
                <a:avLst/>
                <a:gdLst/>
                <a:ahLst/>
                <a:cxnLst/>
                <a:rect l="l" t="t" r="r" b="b"/>
                <a:pathLst>
                  <a:path w="94" h="254" extrusionOk="0">
                    <a:moveTo>
                      <a:pt x="11" y="248"/>
                    </a:moveTo>
                    <a:cubicBezTo>
                      <a:pt x="7" y="235"/>
                      <a:pt x="3" y="224"/>
                      <a:pt x="1" y="212"/>
                    </a:cubicBezTo>
                    <a:cubicBezTo>
                      <a:pt x="0" y="200"/>
                      <a:pt x="0" y="188"/>
                      <a:pt x="0" y="176"/>
                    </a:cubicBezTo>
                    <a:cubicBezTo>
                      <a:pt x="0" y="170"/>
                      <a:pt x="1" y="163"/>
                      <a:pt x="2" y="156"/>
                    </a:cubicBezTo>
                    <a:cubicBezTo>
                      <a:pt x="3" y="149"/>
                      <a:pt x="4" y="143"/>
                      <a:pt x="5" y="136"/>
                    </a:cubicBezTo>
                    <a:cubicBezTo>
                      <a:pt x="5" y="136"/>
                      <a:pt x="6" y="135"/>
                      <a:pt x="6" y="134"/>
                    </a:cubicBezTo>
                    <a:cubicBezTo>
                      <a:pt x="6" y="134"/>
                      <a:pt x="6" y="133"/>
                      <a:pt x="6" y="132"/>
                    </a:cubicBezTo>
                    <a:lnTo>
                      <a:pt x="6" y="133"/>
                    </a:lnTo>
                    <a:cubicBezTo>
                      <a:pt x="7" y="131"/>
                      <a:pt x="7" y="129"/>
                      <a:pt x="7" y="127"/>
                    </a:cubicBezTo>
                    <a:cubicBezTo>
                      <a:pt x="8" y="125"/>
                      <a:pt x="8" y="124"/>
                      <a:pt x="8" y="122"/>
                    </a:cubicBezTo>
                    <a:lnTo>
                      <a:pt x="8" y="123"/>
                    </a:lnTo>
                    <a:cubicBezTo>
                      <a:pt x="9" y="118"/>
                      <a:pt x="11" y="114"/>
                      <a:pt x="12" y="110"/>
                    </a:cubicBezTo>
                    <a:cubicBezTo>
                      <a:pt x="13" y="106"/>
                      <a:pt x="14" y="101"/>
                      <a:pt x="15" y="97"/>
                    </a:cubicBezTo>
                    <a:lnTo>
                      <a:pt x="15" y="96"/>
                    </a:lnTo>
                    <a:lnTo>
                      <a:pt x="16" y="95"/>
                    </a:lnTo>
                    <a:cubicBezTo>
                      <a:pt x="16" y="95"/>
                      <a:pt x="15" y="95"/>
                      <a:pt x="15" y="96"/>
                    </a:cubicBezTo>
                    <a:cubicBezTo>
                      <a:pt x="16" y="95"/>
                      <a:pt x="16" y="95"/>
                      <a:pt x="16" y="95"/>
                    </a:cubicBezTo>
                    <a:cubicBezTo>
                      <a:pt x="17" y="93"/>
                      <a:pt x="17" y="92"/>
                      <a:pt x="17" y="90"/>
                    </a:cubicBezTo>
                    <a:cubicBezTo>
                      <a:pt x="17" y="91"/>
                      <a:pt x="17" y="91"/>
                      <a:pt x="17" y="92"/>
                    </a:cubicBezTo>
                    <a:cubicBezTo>
                      <a:pt x="17" y="90"/>
                      <a:pt x="18" y="90"/>
                      <a:pt x="18" y="89"/>
                    </a:cubicBezTo>
                    <a:lnTo>
                      <a:pt x="18" y="90"/>
                    </a:lnTo>
                    <a:cubicBezTo>
                      <a:pt x="18" y="89"/>
                      <a:pt x="19" y="87"/>
                      <a:pt x="19" y="85"/>
                    </a:cubicBezTo>
                    <a:cubicBezTo>
                      <a:pt x="19" y="86"/>
                      <a:pt x="19" y="86"/>
                      <a:pt x="19" y="86"/>
                    </a:cubicBezTo>
                    <a:cubicBezTo>
                      <a:pt x="19" y="86"/>
                      <a:pt x="19" y="85"/>
                      <a:pt x="19" y="83"/>
                    </a:cubicBezTo>
                    <a:cubicBezTo>
                      <a:pt x="19" y="84"/>
                      <a:pt x="19" y="85"/>
                      <a:pt x="19" y="85"/>
                    </a:cubicBezTo>
                    <a:cubicBezTo>
                      <a:pt x="20" y="83"/>
                      <a:pt x="20" y="82"/>
                      <a:pt x="21" y="81"/>
                    </a:cubicBezTo>
                    <a:cubicBezTo>
                      <a:pt x="21" y="81"/>
                      <a:pt x="21" y="82"/>
                      <a:pt x="20" y="82"/>
                    </a:cubicBezTo>
                    <a:cubicBezTo>
                      <a:pt x="21" y="81"/>
                      <a:pt x="21" y="81"/>
                      <a:pt x="21" y="79"/>
                    </a:cubicBezTo>
                    <a:cubicBezTo>
                      <a:pt x="22" y="78"/>
                      <a:pt x="22" y="77"/>
                      <a:pt x="22" y="76"/>
                    </a:cubicBezTo>
                    <a:lnTo>
                      <a:pt x="23" y="75"/>
                    </a:lnTo>
                    <a:cubicBezTo>
                      <a:pt x="23" y="74"/>
                      <a:pt x="23" y="74"/>
                      <a:pt x="24" y="73"/>
                    </a:cubicBezTo>
                    <a:cubicBezTo>
                      <a:pt x="24" y="74"/>
                      <a:pt x="23" y="74"/>
                      <a:pt x="23" y="74"/>
                    </a:cubicBezTo>
                    <a:cubicBezTo>
                      <a:pt x="26" y="66"/>
                      <a:pt x="29" y="58"/>
                      <a:pt x="33" y="51"/>
                    </a:cubicBezTo>
                    <a:cubicBezTo>
                      <a:pt x="37" y="42"/>
                      <a:pt x="42" y="33"/>
                      <a:pt x="47" y="25"/>
                    </a:cubicBezTo>
                    <a:cubicBezTo>
                      <a:pt x="52" y="18"/>
                      <a:pt x="58" y="11"/>
                      <a:pt x="66" y="5"/>
                    </a:cubicBezTo>
                    <a:cubicBezTo>
                      <a:pt x="69" y="4"/>
                      <a:pt x="72" y="2"/>
                      <a:pt x="75" y="1"/>
                    </a:cubicBezTo>
                    <a:cubicBezTo>
                      <a:pt x="78" y="0"/>
                      <a:pt x="81" y="0"/>
                      <a:pt x="83" y="0"/>
                    </a:cubicBezTo>
                    <a:cubicBezTo>
                      <a:pt x="89" y="0"/>
                      <a:pt x="93" y="5"/>
                      <a:pt x="93" y="10"/>
                    </a:cubicBezTo>
                    <a:cubicBezTo>
                      <a:pt x="93" y="15"/>
                      <a:pt x="89" y="21"/>
                      <a:pt x="83" y="20"/>
                    </a:cubicBezTo>
                    <a:cubicBezTo>
                      <a:pt x="82" y="20"/>
                      <a:pt x="81" y="20"/>
                      <a:pt x="79" y="20"/>
                    </a:cubicBezTo>
                    <a:cubicBezTo>
                      <a:pt x="79" y="21"/>
                      <a:pt x="79" y="21"/>
                      <a:pt x="79" y="21"/>
                    </a:cubicBezTo>
                    <a:cubicBezTo>
                      <a:pt x="78" y="21"/>
                      <a:pt x="77" y="22"/>
                      <a:pt x="77" y="22"/>
                    </a:cubicBezTo>
                    <a:cubicBezTo>
                      <a:pt x="75" y="23"/>
                      <a:pt x="74" y="25"/>
                      <a:pt x="72" y="26"/>
                    </a:cubicBezTo>
                    <a:cubicBezTo>
                      <a:pt x="70" y="27"/>
                      <a:pt x="68" y="29"/>
                      <a:pt x="67" y="30"/>
                    </a:cubicBezTo>
                    <a:cubicBezTo>
                      <a:pt x="65" y="33"/>
                      <a:pt x="63" y="35"/>
                      <a:pt x="61" y="38"/>
                    </a:cubicBezTo>
                    <a:cubicBezTo>
                      <a:pt x="57" y="44"/>
                      <a:pt x="54" y="50"/>
                      <a:pt x="51" y="57"/>
                    </a:cubicBezTo>
                    <a:lnTo>
                      <a:pt x="51" y="56"/>
                    </a:lnTo>
                    <a:cubicBezTo>
                      <a:pt x="46" y="65"/>
                      <a:pt x="42" y="75"/>
                      <a:pt x="39" y="85"/>
                    </a:cubicBezTo>
                    <a:cubicBezTo>
                      <a:pt x="36" y="91"/>
                      <a:pt x="35" y="97"/>
                      <a:pt x="32" y="103"/>
                    </a:cubicBezTo>
                    <a:cubicBezTo>
                      <a:pt x="31" y="110"/>
                      <a:pt x="28" y="117"/>
                      <a:pt x="26" y="125"/>
                    </a:cubicBezTo>
                    <a:cubicBezTo>
                      <a:pt x="25" y="128"/>
                      <a:pt x="25" y="130"/>
                      <a:pt x="25" y="133"/>
                    </a:cubicBezTo>
                    <a:cubicBezTo>
                      <a:pt x="24" y="136"/>
                      <a:pt x="23" y="140"/>
                      <a:pt x="22" y="143"/>
                    </a:cubicBezTo>
                    <a:cubicBezTo>
                      <a:pt x="21" y="149"/>
                      <a:pt x="20" y="154"/>
                      <a:pt x="19" y="159"/>
                    </a:cubicBezTo>
                    <a:cubicBezTo>
                      <a:pt x="19" y="165"/>
                      <a:pt x="18" y="171"/>
                      <a:pt x="18" y="177"/>
                    </a:cubicBezTo>
                    <a:cubicBezTo>
                      <a:pt x="18" y="185"/>
                      <a:pt x="18" y="193"/>
                      <a:pt x="18" y="201"/>
                    </a:cubicBezTo>
                    <a:lnTo>
                      <a:pt x="18" y="200"/>
                    </a:lnTo>
                    <a:cubicBezTo>
                      <a:pt x="18" y="206"/>
                      <a:pt x="19" y="212"/>
                      <a:pt x="20" y="217"/>
                    </a:cubicBezTo>
                    <a:cubicBezTo>
                      <a:pt x="22" y="224"/>
                      <a:pt x="24" y="230"/>
                      <a:pt x="26" y="236"/>
                    </a:cubicBezTo>
                    <a:cubicBezTo>
                      <a:pt x="25" y="235"/>
                      <a:pt x="25" y="235"/>
                      <a:pt x="25" y="235"/>
                    </a:cubicBezTo>
                    <a:cubicBezTo>
                      <a:pt x="26" y="237"/>
                      <a:pt x="26" y="238"/>
                      <a:pt x="27" y="240"/>
                    </a:cubicBezTo>
                    <a:cubicBezTo>
                      <a:pt x="29" y="245"/>
                      <a:pt x="27" y="250"/>
                      <a:pt x="22" y="252"/>
                    </a:cubicBezTo>
                    <a:cubicBezTo>
                      <a:pt x="21" y="253"/>
                      <a:pt x="20" y="253"/>
                      <a:pt x="19" y="253"/>
                    </a:cubicBezTo>
                    <a:cubicBezTo>
                      <a:pt x="15" y="253"/>
                      <a:pt x="12" y="251"/>
                      <a:pt x="11" y="24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6" name="Google Shape;4356;p50">
                <a:extLst>
                  <a:ext uri="{FF2B5EF4-FFF2-40B4-BE49-F238E27FC236}">
                    <a16:creationId xmlns:a16="http://schemas.microsoft.com/office/drawing/2014/main" id="{6880A2E0-6C9B-88C7-681B-1E8955F33791}"/>
                  </a:ext>
                </a:extLst>
              </p:cNvPr>
              <p:cNvSpPr/>
              <p:nvPr/>
            </p:nvSpPr>
            <p:spPr>
              <a:xfrm>
                <a:off x="-627500" y="3693598"/>
                <a:ext cx="54720" cy="3888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108" extrusionOk="0">
                    <a:moveTo>
                      <a:pt x="22" y="88"/>
                    </a:moveTo>
                    <a:cubicBezTo>
                      <a:pt x="22" y="88"/>
                      <a:pt x="22" y="87"/>
                      <a:pt x="21" y="87"/>
                    </a:cubicBezTo>
                    <a:cubicBezTo>
                      <a:pt x="22" y="87"/>
                      <a:pt x="22" y="87"/>
                      <a:pt x="22" y="87"/>
                    </a:cubicBezTo>
                    <a:lnTo>
                      <a:pt x="23" y="88"/>
                    </a:lnTo>
                    <a:lnTo>
                      <a:pt x="24" y="88"/>
                    </a:lnTo>
                    <a:cubicBezTo>
                      <a:pt x="25" y="88"/>
                      <a:pt x="25" y="88"/>
                      <a:pt x="25" y="88"/>
                    </a:cubicBezTo>
                    <a:cubicBezTo>
                      <a:pt x="26" y="87"/>
                      <a:pt x="27" y="87"/>
                      <a:pt x="28" y="86"/>
                    </a:cubicBezTo>
                    <a:cubicBezTo>
                      <a:pt x="28" y="86"/>
                      <a:pt x="28" y="87"/>
                      <a:pt x="27" y="87"/>
                    </a:cubicBezTo>
                    <a:cubicBezTo>
                      <a:pt x="28" y="86"/>
                      <a:pt x="29" y="86"/>
                      <a:pt x="30" y="86"/>
                    </a:cubicBezTo>
                    <a:cubicBezTo>
                      <a:pt x="31" y="85"/>
                      <a:pt x="32" y="85"/>
                      <a:pt x="33" y="83"/>
                    </a:cubicBezTo>
                    <a:cubicBezTo>
                      <a:pt x="35" y="82"/>
                      <a:pt x="38" y="81"/>
                      <a:pt x="39" y="79"/>
                    </a:cubicBezTo>
                    <a:cubicBezTo>
                      <a:pt x="41" y="78"/>
                      <a:pt x="43" y="75"/>
                      <a:pt x="45" y="74"/>
                    </a:cubicBezTo>
                    <a:cubicBezTo>
                      <a:pt x="48" y="70"/>
                      <a:pt x="50" y="67"/>
                      <a:pt x="53" y="63"/>
                    </a:cubicBezTo>
                    <a:cubicBezTo>
                      <a:pt x="56" y="59"/>
                      <a:pt x="58" y="55"/>
                      <a:pt x="60" y="51"/>
                    </a:cubicBezTo>
                    <a:lnTo>
                      <a:pt x="60" y="52"/>
                    </a:lnTo>
                    <a:cubicBezTo>
                      <a:pt x="62" y="47"/>
                      <a:pt x="64" y="42"/>
                      <a:pt x="67" y="37"/>
                    </a:cubicBezTo>
                    <a:cubicBezTo>
                      <a:pt x="67" y="36"/>
                      <a:pt x="67" y="35"/>
                      <a:pt x="67" y="33"/>
                    </a:cubicBezTo>
                    <a:cubicBezTo>
                      <a:pt x="68" y="32"/>
                      <a:pt x="68" y="31"/>
                      <a:pt x="68" y="30"/>
                    </a:cubicBezTo>
                    <a:cubicBezTo>
                      <a:pt x="69" y="28"/>
                      <a:pt x="70" y="27"/>
                      <a:pt x="71" y="26"/>
                    </a:cubicBezTo>
                    <a:cubicBezTo>
                      <a:pt x="72" y="24"/>
                      <a:pt x="74" y="23"/>
                      <a:pt x="77" y="22"/>
                    </a:cubicBezTo>
                    <a:cubicBezTo>
                      <a:pt x="76" y="22"/>
                      <a:pt x="75" y="22"/>
                      <a:pt x="75" y="22"/>
                    </a:cubicBezTo>
                    <a:cubicBezTo>
                      <a:pt x="74" y="21"/>
                      <a:pt x="72" y="21"/>
                      <a:pt x="71" y="21"/>
                    </a:cubicBezTo>
                    <a:cubicBezTo>
                      <a:pt x="70" y="21"/>
                      <a:pt x="69" y="21"/>
                      <a:pt x="68" y="20"/>
                    </a:cubicBezTo>
                    <a:cubicBezTo>
                      <a:pt x="67" y="20"/>
                      <a:pt x="65" y="20"/>
                      <a:pt x="64" y="20"/>
                    </a:cubicBezTo>
                    <a:cubicBezTo>
                      <a:pt x="63" y="21"/>
                      <a:pt x="63" y="21"/>
                      <a:pt x="62" y="21"/>
                    </a:cubicBezTo>
                    <a:cubicBezTo>
                      <a:pt x="60" y="21"/>
                      <a:pt x="59" y="21"/>
                      <a:pt x="58" y="22"/>
                    </a:cubicBezTo>
                    <a:cubicBezTo>
                      <a:pt x="56" y="22"/>
                      <a:pt x="55" y="23"/>
                      <a:pt x="54" y="24"/>
                    </a:cubicBezTo>
                    <a:cubicBezTo>
                      <a:pt x="53" y="24"/>
                      <a:pt x="53" y="24"/>
                      <a:pt x="53" y="24"/>
                    </a:cubicBezTo>
                    <a:cubicBezTo>
                      <a:pt x="50" y="26"/>
                      <a:pt x="47" y="28"/>
                      <a:pt x="46" y="30"/>
                    </a:cubicBezTo>
                    <a:cubicBezTo>
                      <a:pt x="43" y="32"/>
                      <a:pt x="40" y="35"/>
                      <a:pt x="38" y="38"/>
                    </a:cubicBezTo>
                    <a:cubicBezTo>
                      <a:pt x="36" y="40"/>
                      <a:pt x="35" y="42"/>
                      <a:pt x="33" y="43"/>
                    </a:cubicBezTo>
                    <a:cubicBezTo>
                      <a:pt x="31" y="47"/>
                      <a:pt x="29" y="50"/>
                      <a:pt x="27" y="53"/>
                    </a:cubicBezTo>
                    <a:cubicBezTo>
                      <a:pt x="26" y="56"/>
                      <a:pt x="25" y="59"/>
                      <a:pt x="24" y="63"/>
                    </a:cubicBezTo>
                    <a:cubicBezTo>
                      <a:pt x="22" y="66"/>
                      <a:pt x="21" y="69"/>
                      <a:pt x="21" y="72"/>
                    </a:cubicBezTo>
                    <a:cubicBezTo>
                      <a:pt x="20" y="75"/>
                      <a:pt x="20" y="76"/>
                      <a:pt x="19" y="79"/>
                    </a:cubicBezTo>
                    <a:cubicBezTo>
                      <a:pt x="19" y="80"/>
                      <a:pt x="19" y="82"/>
                      <a:pt x="19" y="83"/>
                    </a:cubicBezTo>
                    <a:lnTo>
                      <a:pt x="20" y="83"/>
                    </a:lnTo>
                    <a:cubicBezTo>
                      <a:pt x="20" y="84"/>
                      <a:pt x="20" y="85"/>
                      <a:pt x="20" y="85"/>
                    </a:cubicBezTo>
                    <a:lnTo>
                      <a:pt x="21" y="85"/>
                    </a:lnTo>
                    <a:cubicBezTo>
                      <a:pt x="21" y="86"/>
                      <a:pt x="21" y="86"/>
                      <a:pt x="21" y="86"/>
                    </a:cubicBezTo>
                    <a:cubicBezTo>
                      <a:pt x="22" y="87"/>
                      <a:pt x="22" y="87"/>
                      <a:pt x="22" y="88"/>
                    </a:cubicBezTo>
                    <a:moveTo>
                      <a:pt x="14" y="105"/>
                    </a:moveTo>
                    <a:cubicBezTo>
                      <a:pt x="10" y="103"/>
                      <a:pt x="5" y="99"/>
                      <a:pt x="3" y="94"/>
                    </a:cubicBezTo>
                    <a:cubicBezTo>
                      <a:pt x="2" y="91"/>
                      <a:pt x="1" y="89"/>
                      <a:pt x="1" y="86"/>
                    </a:cubicBezTo>
                    <a:cubicBezTo>
                      <a:pt x="0" y="82"/>
                      <a:pt x="1" y="78"/>
                      <a:pt x="1" y="75"/>
                    </a:cubicBezTo>
                    <a:cubicBezTo>
                      <a:pt x="2" y="68"/>
                      <a:pt x="4" y="62"/>
                      <a:pt x="6" y="56"/>
                    </a:cubicBezTo>
                    <a:cubicBezTo>
                      <a:pt x="8" y="48"/>
                      <a:pt x="12" y="42"/>
                      <a:pt x="16" y="35"/>
                    </a:cubicBezTo>
                    <a:cubicBezTo>
                      <a:pt x="19" y="29"/>
                      <a:pt x="24" y="24"/>
                      <a:pt x="29" y="19"/>
                    </a:cubicBezTo>
                    <a:cubicBezTo>
                      <a:pt x="33" y="14"/>
                      <a:pt x="39" y="10"/>
                      <a:pt x="45" y="7"/>
                    </a:cubicBezTo>
                    <a:cubicBezTo>
                      <a:pt x="50" y="3"/>
                      <a:pt x="57" y="1"/>
                      <a:pt x="64" y="1"/>
                    </a:cubicBezTo>
                    <a:cubicBezTo>
                      <a:pt x="70" y="0"/>
                      <a:pt x="77" y="1"/>
                      <a:pt x="83" y="4"/>
                    </a:cubicBezTo>
                    <a:cubicBezTo>
                      <a:pt x="89" y="5"/>
                      <a:pt x="93" y="10"/>
                      <a:pt x="96" y="15"/>
                    </a:cubicBezTo>
                    <a:cubicBezTo>
                      <a:pt x="99" y="19"/>
                      <a:pt x="100" y="25"/>
                      <a:pt x="99" y="31"/>
                    </a:cubicBezTo>
                    <a:cubicBezTo>
                      <a:pt x="98" y="34"/>
                      <a:pt x="96" y="36"/>
                      <a:pt x="92" y="38"/>
                    </a:cubicBezTo>
                    <a:cubicBezTo>
                      <a:pt x="93" y="39"/>
                      <a:pt x="93" y="42"/>
                      <a:pt x="94" y="44"/>
                    </a:cubicBezTo>
                    <a:cubicBezTo>
                      <a:pt x="95" y="48"/>
                      <a:pt x="96" y="52"/>
                      <a:pt x="98" y="56"/>
                    </a:cubicBezTo>
                    <a:cubicBezTo>
                      <a:pt x="99" y="62"/>
                      <a:pt x="100" y="67"/>
                      <a:pt x="102" y="73"/>
                    </a:cubicBezTo>
                    <a:cubicBezTo>
                      <a:pt x="103" y="75"/>
                      <a:pt x="104" y="78"/>
                      <a:pt x="105" y="79"/>
                    </a:cubicBezTo>
                    <a:cubicBezTo>
                      <a:pt x="106" y="81"/>
                      <a:pt x="106" y="82"/>
                      <a:pt x="107" y="83"/>
                    </a:cubicBezTo>
                    <a:cubicBezTo>
                      <a:pt x="107" y="83"/>
                      <a:pt x="108" y="84"/>
                      <a:pt x="109" y="85"/>
                    </a:cubicBezTo>
                    <a:cubicBezTo>
                      <a:pt x="109" y="85"/>
                      <a:pt x="110" y="85"/>
                      <a:pt x="110" y="86"/>
                    </a:cubicBezTo>
                    <a:cubicBezTo>
                      <a:pt x="111" y="86"/>
                      <a:pt x="111" y="85"/>
                      <a:pt x="111" y="85"/>
                    </a:cubicBezTo>
                    <a:cubicBezTo>
                      <a:pt x="112" y="85"/>
                      <a:pt x="112" y="85"/>
                      <a:pt x="112" y="85"/>
                    </a:cubicBezTo>
                    <a:cubicBezTo>
                      <a:pt x="113" y="85"/>
                      <a:pt x="114" y="85"/>
                      <a:pt x="115" y="84"/>
                    </a:cubicBezTo>
                    <a:lnTo>
                      <a:pt x="116" y="83"/>
                    </a:lnTo>
                    <a:cubicBezTo>
                      <a:pt x="118" y="82"/>
                      <a:pt x="120" y="81"/>
                      <a:pt x="121" y="79"/>
                    </a:cubicBezTo>
                    <a:cubicBezTo>
                      <a:pt x="123" y="77"/>
                      <a:pt x="126" y="75"/>
                      <a:pt x="128" y="72"/>
                    </a:cubicBezTo>
                    <a:cubicBezTo>
                      <a:pt x="129" y="71"/>
                      <a:pt x="131" y="68"/>
                      <a:pt x="132" y="67"/>
                    </a:cubicBezTo>
                    <a:cubicBezTo>
                      <a:pt x="135" y="63"/>
                      <a:pt x="142" y="62"/>
                      <a:pt x="146" y="65"/>
                    </a:cubicBezTo>
                    <a:cubicBezTo>
                      <a:pt x="150" y="68"/>
                      <a:pt x="151" y="74"/>
                      <a:pt x="147" y="78"/>
                    </a:cubicBezTo>
                    <a:cubicBezTo>
                      <a:pt x="139" y="89"/>
                      <a:pt x="130" y="100"/>
                      <a:pt x="116" y="104"/>
                    </a:cubicBezTo>
                    <a:cubicBezTo>
                      <a:pt x="110" y="106"/>
                      <a:pt x="103" y="105"/>
                      <a:pt x="98" y="101"/>
                    </a:cubicBezTo>
                    <a:cubicBezTo>
                      <a:pt x="92" y="97"/>
                      <a:pt x="89" y="91"/>
                      <a:pt x="86" y="85"/>
                    </a:cubicBezTo>
                    <a:cubicBezTo>
                      <a:pt x="84" y="78"/>
                      <a:pt x="82" y="71"/>
                      <a:pt x="79" y="64"/>
                    </a:cubicBezTo>
                    <a:cubicBezTo>
                      <a:pt x="79" y="62"/>
                      <a:pt x="78" y="60"/>
                      <a:pt x="78" y="58"/>
                    </a:cubicBezTo>
                    <a:cubicBezTo>
                      <a:pt x="76" y="61"/>
                      <a:pt x="74" y="64"/>
                      <a:pt x="72" y="68"/>
                    </a:cubicBezTo>
                    <a:cubicBezTo>
                      <a:pt x="66" y="78"/>
                      <a:pt x="58" y="88"/>
                      <a:pt x="49" y="96"/>
                    </a:cubicBezTo>
                    <a:cubicBezTo>
                      <a:pt x="43" y="100"/>
                      <a:pt x="38" y="103"/>
                      <a:pt x="32" y="106"/>
                    </a:cubicBezTo>
                    <a:cubicBezTo>
                      <a:pt x="29" y="106"/>
                      <a:pt x="27" y="107"/>
                      <a:pt x="24" y="107"/>
                    </a:cubicBezTo>
                    <a:cubicBezTo>
                      <a:pt x="21" y="107"/>
                      <a:pt x="18" y="106"/>
                      <a:pt x="14" y="1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7" name="Google Shape;4357;p50">
                <a:extLst>
                  <a:ext uri="{FF2B5EF4-FFF2-40B4-BE49-F238E27FC236}">
                    <a16:creationId xmlns:a16="http://schemas.microsoft.com/office/drawing/2014/main" id="{814D20AF-F782-7B58-2656-88BB22251CC1}"/>
                  </a:ext>
                </a:extLst>
              </p:cNvPr>
              <p:cNvSpPr/>
              <p:nvPr/>
            </p:nvSpPr>
            <p:spPr>
              <a:xfrm>
                <a:off x="-594020" y="3656878"/>
                <a:ext cx="42840" cy="13680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380" extrusionOk="0">
                    <a:moveTo>
                      <a:pt x="4" y="377"/>
                    </a:moveTo>
                    <a:cubicBezTo>
                      <a:pt x="0" y="374"/>
                      <a:pt x="0" y="368"/>
                      <a:pt x="4" y="364"/>
                    </a:cubicBezTo>
                    <a:cubicBezTo>
                      <a:pt x="10" y="359"/>
                      <a:pt x="16" y="352"/>
                      <a:pt x="22" y="346"/>
                    </a:cubicBezTo>
                    <a:cubicBezTo>
                      <a:pt x="31" y="338"/>
                      <a:pt x="39" y="329"/>
                      <a:pt x="47" y="320"/>
                    </a:cubicBezTo>
                    <a:cubicBezTo>
                      <a:pt x="52" y="314"/>
                      <a:pt x="57" y="308"/>
                      <a:pt x="61" y="301"/>
                    </a:cubicBezTo>
                    <a:lnTo>
                      <a:pt x="61" y="302"/>
                    </a:lnTo>
                    <a:cubicBezTo>
                      <a:pt x="68" y="292"/>
                      <a:pt x="75" y="280"/>
                      <a:pt x="81" y="269"/>
                    </a:cubicBezTo>
                    <a:lnTo>
                      <a:pt x="80" y="269"/>
                    </a:lnTo>
                    <a:cubicBezTo>
                      <a:pt x="84" y="261"/>
                      <a:pt x="88" y="253"/>
                      <a:pt x="91" y="244"/>
                    </a:cubicBezTo>
                    <a:cubicBezTo>
                      <a:pt x="94" y="236"/>
                      <a:pt x="96" y="229"/>
                      <a:pt x="98" y="220"/>
                    </a:cubicBezTo>
                    <a:cubicBezTo>
                      <a:pt x="99" y="215"/>
                      <a:pt x="99" y="211"/>
                      <a:pt x="100" y="205"/>
                    </a:cubicBezTo>
                    <a:cubicBezTo>
                      <a:pt x="100" y="198"/>
                      <a:pt x="100" y="191"/>
                      <a:pt x="100" y="184"/>
                    </a:cubicBezTo>
                    <a:cubicBezTo>
                      <a:pt x="100" y="177"/>
                      <a:pt x="99" y="169"/>
                      <a:pt x="99" y="162"/>
                    </a:cubicBezTo>
                    <a:cubicBezTo>
                      <a:pt x="98" y="150"/>
                      <a:pt x="96" y="138"/>
                      <a:pt x="95" y="127"/>
                    </a:cubicBezTo>
                    <a:lnTo>
                      <a:pt x="94" y="127"/>
                    </a:lnTo>
                    <a:lnTo>
                      <a:pt x="94" y="126"/>
                    </a:lnTo>
                    <a:cubicBezTo>
                      <a:pt x="92" y="113"/>
                      <a:pt x="88" y="101"/>
                      <a:pt x="84" y="88"/>
                    </a:cubicBezTo>
                    <a:cubicBezTo>
                      <a:pt x="84" y="89"/>
                      <a:pt x="84" y="89"/>
                      <a:pt x="84" y="89"/>
                    </a:cubicBezTo>
                    <a:cubicBezTo>
                      <a:pt x="80" y="78"/>
                      <a:pt x="75" y="67"/>
                      <a:pt x="70" y="56"/>
                    </a:cubicBezTo>
                    <a:cubicBezTo>
                      <a:pt x="70" y="55"/>
                      <a:pt x="70" y="55"/>
                      <a:pt x="70" y="54"/>
                    </a:cubicBezTo>
                    <a:cubicBezTo>
                      <a:pt x="70" y="55"/>
                      <a:pt x="70" y="55"/>
                      <a:pt x="70" y="55"/>
                    </a:cubicBezTo>
                    <a:cubicBezTo>
                      <a:pt x="67" y="49"/>
                      <a:pt x="63" y="43"/>
                      <a:pt x="60" y="37"/>
                    </a:cubicBezTo>
                    <a:cubicBezTo>
                      <a:pt x="59" y="36"/>
                      <a:pt x="58" y="35"/>
                      <a:pt x="57" y="34"/>
                    </a:cubicBezTo>
                    <a:cubicBezTo>
                      <a:pt x="56" y="33"/>
                      <a:pt x="56" y="32"/>
                      <a:pt x="55" y="31"/>
                    </a:cubicBezTo>
                    <a:cubicBezTo>
                      <a:pt x="55" y="32"/>
                      <a:pt x="55" y="32"/>
                      <a:pt x="56" y="32"/>
                    </a:cubicBezTo>
                    <a:cubicBezTo>
                      <a:pt x="55" y="31"/>
                      <a:pt x="55" y="31"/>
                      <a:pt x="54" y="31"/>
                    </a:cubicBezTo>
                    <a:cubicBezTo>
                      <a:pt x="53" y="28"/>
                      <a:pt x="51" y="25"/>
                      <a:pt x="49" y="22"/>
                    </a:cubicBezTo>
                    <a:cubicBezTo>
                      <a:pt x="46" y="21"/>
                      <a:pt x="44" y="18"/>
                      <a:pt x="42" y="16"/>
                    </a:cubicBezTo>
                    <a:cubicBezTo>
                      <a:pt x="39" y="12"/>
                      <a:pt x="41" y="5"/>
                      <a:pt x="45" y="3"/>
                    </a:cubicBezTo>
                    <a:cubicBezTo>
                      <a:pt x="49" y="0"/>
                      <a:pt x="54" y="0"/>
                      <a:pt x="58" y="4"/>
                    </a:cubicBezTo>
                    <a:cubicBezTo>
                      <a:pt x="60" y="5"/>
                      <a:pt x="62" y="8"/>
                      <a:pt x="64" y="10"/>
                    </a:cubicBezTo>
                    <a:cubicBezTo>
                      <a:pt x="64" y="11"/>
                      <a:pt x="66" y="12"/>
                      <a:pt x="67" y="13"/>
                    </a:cubicBezTo>
                    <a:cubicBezTo>
                      <a:pt x="69" y="17"/>
                      <a:pt x="71" y="19"/>
                      <a:pt x="74" y="23"/>
                    </a:cubicBezTo>
                    <a:cubicBezTo>
                      <a:pt x="74" y="24"/>
                      <a:pt x="74" y="25"/>
                      <a:pt x="75" y="25"/>
                    </a:cubicBezTo>
                    <a:cubicBezTo>
                      <a:pt x="84" y="38"/>
                      <a:pt x="90" y="53"/>
                      <a:pt x="96" y="68"/>
                    </a:cubicBezTo>
                    <a:cubicBezTo>
                      <a:pt x="106" y="95"/>
                      <a:pt x="114" y="124"/>
                      <a:pt x="116" y="153"/>
                    </a:cubicBezTo>
                    <a:cubicBezTo>
                      <a:pt x="117" y="162"/>
                      <a:pt x="117" y="171"/>
                      <a:pt x="117" y="180"/>
                    </a:cubicBezTo>
                    <a:cubicBezTo>
                      <a:pt x="118" y="186"/>
                      <a:pt x="118" y="192"/>
                      <a:pt x="118" y="199"/>
                    </a:cubicBezTo>
                    <a:cubicBezTo>
                      <a:pt x="117" y="227"/>
                      <a:pt x="108" y="254"/>
                      <a:pt x="95" y="279"/>
                    </a:cubicBezTo>
                    <a:cubicBezTo>
                      <a:pt x="88" y="293"/>
                      <a:pt x="78" y="307"/>
                      <a:pt x="69" y="320"/>
                    </a:cubicBezTo>
                    <a:cubicBezTo>
                      <a:pt x="62" y="330"/>
                      <a:pt x="54" y="339"/>
                      <a:pt x="45" y="347"/>
                    </a:cubicBezTo>
                    <a:cubicBezTo>
                      <a:pt x="35" y="357"/>
                      <a:pt x="25" y="367"/>
                      <a:pt x="15" y="377"/>
                    </a:cubicBezTo>
                    <a:cubicBezTo>
                      <a:pt x="14" y="378"/>
                      <a:pt x="12" y="379"/>
                      <a:pt x="10" y="379"/>
                    </a:cubicBezTo>
                    <a:cubicBezTo>
                      <a:pt x="7" y="379"/>
                      <a:pt x="5" y="378"/>
                      <a:pt x="4" y="3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8" name="Google Shape;4358;p50">
                <a:extLst>
                  <a:ext uri="{FF2B5EF4-FFF2-40B4-BE49-F238E27FC236}">
                    <a16:creationId xmlns:a16="http://schemas.microsoft.com/office/drawing/2014/main" id="{E22189A0-9E43-0CB6-A0F2-A3FD2E0C1B9D}"/>
                  </a:ext>
                </a:extLst>
              </p:cNvPr>
              <p:cNvSpPr/>
              <p:nvPr/>
            </p:nvSpPr>
            <p:spPr>
              <a:xfrm>
                <a:off x="-924500" y="3906718"/>
                <a:ext cx="7056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196" h="33" extrusionOk="0">
                    <a:moveTo>
                      <a:pt x="0" y="22"/>
                    </a:moveTo>
                    <a:cubicBezTo>
                      <a:pt x="0" y="16"/>
                      <a:pt x="5" y="11"/>
                      <a:pt x="10" y="11"/>
                    </a:cubicBezTo>
                    <a:cubicBezTo>
                      <a:pt x="26" y="11"/>
                      <a:pt x="41" y="12"/>
                      <a:pt x="57" y="12"/>
                    </a:cubicBezTo>
                    <a:cubicBezTo>
                      <a:pt x="65" y="12"/>
                      <a:pt x="72" y="12"/>
                      <a:pt x="80" y="12"/>
                    </a:cubicBezTo>
                    <a:cubicBezTo>
                      <a:pt x="88" y="12"/>
                      <a:pt x="96" y="11"/>
                      <a:pt x="103" y="11"/>
                    </a:cubicBezTo>
                    <a:cubicBezTo>
                      <a:pt x="110" y="10"/>
                      <a:pt x="117" y="9"/>
                      <a:pt x="123" y="9"/>
                    </a:cubicBezTo>
                    <a:cubicBezTo>
                      <a:pt x="128" y="8"/>
                      <a:pt x="133" y="8"/>
                      <a:pt x="138" y="7"/>
                    </a:cubicBezTo>
                    <a:cubicBezTo>
                      <a:pt x="153" y="5"/>
                      <a:pt x="168" y="3"/>
                      <a:pt x="184" y="1"/>
                    </a:cubicBezTo>
                    <a:cubicBezTo>
                      <a:pt x="189" y="0"/>
                      <a:pt x="193" y="4"/>
                      <a:pt x="194" y="8"/>
                    </a:cubicBezTo>
                    <a:cubicBezTo>
                      <a:pt x="195" y="13"/>
                      <a:pt x="191" y="18"/>
                      <a:pt x="186" y="18"/>
                    </a:cubicBezTo>
                    <a:cubicBezTo>
                      <a:pt x="164" y="22"/>
                      <a:pt x="142" y="25"/>
                      <a:pt x="120" y="28"/>
                    </a:cubicBezTo>
                    <a:cubicBezTo>
                      <a:pt x="115" y="28"/>
                      <a:pt x="110" y="29"/>
                      <a:pt x="104" y="29"/>
                    </a:cubicBezTo>
                    <a:cubicBezTo>
                      <a:pt x="103" y="29"/>
                      <a:pt x="100" y="29"/>
                      <a:pt x="99" y="29"/>
                    </a:cubicBezTo>
                    <a:cubicBezTo>
                      <a:pt x="94" y="30"/>
                      <a:pt x="91" y="30"/>
                      <a:pt x="87" y="30"/>
                    </a:cubicBezTo>
                    <a:cubicBezTo>
                      <a:pt x="78" y="30"/>
                      <a:pt x="69" y="30"/>
                      <a:pt x="59" y="30"/>
                    </a:cubicBezTo>
                    <a:cubicBezTo>
                      <a:pt x="43" y="31"/>
                      <a:pt x="26" y="32"/>
                      <a:pt x="10" y="32"/>
                    </a:cubicBezTo>
                    <a:cubicBezTo>
                      <a:pt x="5" y="32"/>
                      <a:pt x="0" y="27"/>
                      <a:pt x="0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9" name="Google Shape;4359;p50">
                <a:extLst>
                  <a:ext uri="{FF2B5EF4-FFF2-40B4-BE49-F238E27FC236}">
                    <a16:creationId xmlns:a16="http://schemas.microsoft.com/office/drawing/2014/main" id="{87E72AA5-2899-488D-D5DE-9F7B91E21770}"/>
                  </a:ext>
                </a:extLst>
              </p:cNvPr>
              <p:cNvSpPr/>
              <p:nvPr/>
            </p:nvSpPr>
            <p:spPr>
              <a:xfrm>
                <a:off x="-851420" y="3893038"/>
                <a:ext cx="54720" cy="4248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118" extrusionOk="0">
                    <a:moveTo>
                      <a:pt x="30" y="95"/>
                    </a:moveTo>
                    <a:cubicBezTo>
                      <a:pt x="31" y="95"/>
                      <a:pt x="32" y="95"/>
                      <a:pt x="33" y="95"/>
                    </a:cubicBezTo>
                    <a:cubicBezTo>
                      <a:pt x="35" y="94"/>
                      <a:pt x="37" y="93"/>
                      <a:pt x="38" y="93"/>
                    </a:cubicBezTo>
                    <a:cubicBezTo>
                      <a:pt x="40" y="92"/>
                      <a:pt x="42" y="92"/>
                      <a:pt x="44" y="91"/>
                    </a:cubicBezTo>
                    <a:cubicBezTo>
                      <a:pt x="46" y="89"/>
                      <a:pt x="49" y="88"/>
                      <a:pt x="52" y="86"/>
                    </a:cubicBezTo>
                    <a:cubicBezTo>
                      <a:pt x="55" y="83"/>
                      <a:pt x="59" y="81"/>
                      <a:pt x="62" y="78"/>
                    </a:cubicBezTo>
                    <a:cubicBezTo>
                      <a:pt x="66" y="74"/>
                      <a:pt x="70" y="70"/>
                      <a:pt x="74" y="66"/>
                    </a:cubicBezTo>
                    <a:cubicBezTo>
                      <a:pt x="77" y="62"/>
                      <a:pt x="81" y="57"/>
                      <a:pt x="84" y="52"/>
                    </a:cubicBezTo>
                    <a:cubicBezTo>
                      <a:pt x="82" y="46"/>
                      <a:pt x="82" y="39"/>
                      <a:pt x="81" y="33"/>
                    </a:cubicBezTo>
                    <a:cubicBezTo>
                      <a:pt x="81" y="31"/>
                      <a:pt x="81" y="29"/>
                      <a:pt x="81" y="28"/>
                    </a:cubicBezTo>
                    <a:cubicBezTo>
                      <a:pt x="81" y="27"/>
                      <a:pt x="81" y="26"/>
                      <a:pt x="81" y="26"/>
                    </a:cubicBezTo>
                    <a:cubicBezTo>
                      <a:pt x="80" y="25"/>
                      <a:pt x="80" y="25"/>
                      <a:pt x="80" y="24"/>
                    </a:cubicBezTo>
                    <a:cubicBezTo>
                      <a:pt x="79" y="23"/>
                      <a:pt x="79" y="23"/>
                      <a:pt x="79" y="23"/>
                    </a:cubicBezTo>
                    <a:cubicBezTo>
                      <a:pt x="78" y="22"/>
                      <a:pt x="78" y="22"/>
                      <a:pt x="78" y="22"/>
                    </a:cubicBezTo>
                    <a:cubicBezTo>
                      <a:pt x="77" y="22"/>
                      <a:pt x="77" y="21"/>
                      <a:pt x="77" y="21"/>
                    </a:cubicBezTo>
                    <a:cubicBezTo>
                      <a:pt x="78" y="22"/>
                      <a:pt x="78" y="22"/>
                      <a:pt x="78" y="22"/>
                    </a:cubicBezTo>
                    <a:lnTo>
                      <a:pt x="77" y="21"/>
                    </a:lnTo>
                    <a:cubicBezTo>
                      <a:pt x="78" y="22"/>
                      <a:pt x="78" y="22"/>
                      <a:pt x="78" y="22"/>
                    </a:cubicBezTo>
                    <a:lnTo>
                      <a:pt x="77" y="21"/>
                    </a:lnTo>
                    <a:lnTo>
                      <a:pt x="76" y="21"/>
                    </a:lnTo>
                    <a:lnTo>
                      <a:pt x="75" y="20"/>
                    </a:lnTo>
                    <a:lnTo>
                      <a:pt x="74" y="20"/>
                    </a:lnTo>
                    <a:lnTo>
                      <a:pt x="74" y="19"/>
                    </a:lnTo>
                    <a:lnTo>
                      <a:pt x="74" y="20"/>
                    </a:lnTo>
                    <a:cubicBezTo>
                      <a:pt x="74" y="19"/>
                      <a:pt x="73" y="19"/>
                      <a:pt x="73" y="19"/>
                    </a:cubicBezTo>
                    <a:cubicBezTo>
                      <a:pt x="72" y="19"/>
                      <a:pt x="71" y="19"/>
                      <a:pt x="71" y="19"/>
                    </a:cubicBezTo>
                    <a:cubicBezTo>
                      <a:pt x="70" y="19"/>
                      <a:pt x="70" y="19"/>
                      <a:pt x="69" y="19"/>
                    </a:cubicBezTo>
                    <a:cubicBezTo>
                      <a:pt x="68" y="19"/>
                      <a:pt x="67" y="19"/>
                      <a:pt x="67" y="19"/>
                    </a:cubicBezTo>
                    <a:cubicBezTo>
                      <a:pt x="65" y="20"/>
                      <a:pt x="64" y="20"/>
                      <a:pt x="62" y="21"/>
                    </a:cubicBezTo>
                    <a:cubicBezTo>
                      <a:pt x="61" y="21"/>
                      <a:pt x="60" y="22"/>
                      <a:pt x="58" y="22"/>
                    </a:cubicBezTo>
                    <a:cubicBezTo>
                      <a:pt x="56" y="24"/>
                      <a:pt x="55" y="25"/>
                      <a:pt x="53" y="26"/>
                    </a:cubicBezTo>
                    <a:cubicBezTo>
                      <a:pt x="51" y="27"/>
                      <a:pt x="49" y="28"/>
                      <a:pt x="47" y="30"/>
                    </a:cubicBezTo>
                    <a:cubicBezTo>
                      <a:pt x="45" y="32"/>
                      <a:pt x="42" y="35"/>
                      <a:pt x="40" y="38"/>
                    </a:cubicBezTo>
                    <a:cubicBezTo>
                      <a:pt x="40" y="37"/>
                      <a:pt x="40" y="37"/>
                      <a:pt x="40" y="37"/>
                    </a:cubicBezTo>
                    <a:cubicBezTo>
                      <a:pt x="38" y="40"/>
                      <a:pt x="35" y="43"/>
                      <a:pt x="33" y="46"/>
                    </a:cubicBezTo>
                    <a:lnTo>
                      <a:pt x="32" y="47"/>
                    </a:lnTo>
                    <a:lnTo>
                      <a:pt x="33" y="46"/>
                    </a:lnTo>
                    <a:cubicBezTo>
                      <a:pt x="31" y="50"/>
                      <a:pt x="29" y="53"/>
                      <a:pt x="27" y="56"/>
                    </a:cubicBezTo>
                    <a:cubicBezTo>
                      <a:pt x="25" y="60"/>
                      <a:pt x="24" y="64"/>
                      <a:pt x="23" y="67"/>
                    </a:cubicBezTo>
                    <a:cubicBezTo>
                      <a:pt x="21" y="71"/>
                      <a:pt x="20" y="74"/>
                      <a:pt x="20" y="78"/>
                    </a:cubicBezTo>
                    <a:cubicBezTo>
                      <a:pt x="19" y="80"/>
                      <a:pt x="19" y="81"/>
                      <a:pt x="19" y="83"/>
                    </a:cubicBezTo>
                    <a:cubicBezTo>
                      <a:pt x="19" y="84"/>
                      <a:pt x="19" y="85"/>
                      <a:pt x="19" y="86"/>
                    </a:cubicBezTo>
                    <a:cubicBezTo>
                      <a:pt x="19" y="87"/>
                      <a:pt x="19" y="88"/>
                      <a:pt x="19" y="89"/>
                    </a:cubicBezTo>
                    <a:lnTo>
                      <a:pt x="20" y="89"/>
                    </a:lnTo>
                    <a:cubicBezTo>
                      <a:pt x="20" y="90"/>
                      <a:pt x="20" y="90"/>
                      <a:pt x="20" y="91"/>
                    </a:cubicBezTo>
                    <a:lnTo>
                      <a:pt x="21" y="92"/>
                    </a:lnTo>
                    <a:cubicBezTo>
                      <a:pt x="21" y="93"/>
                      <a:pt x="22" y="93"/>
                      <a:pt x="22" y="93"/>
                    </a:cubicBezTo>
                    <a:cubicBezTo>
                      <a:pt x="23" y="93"/>
                      <a:pt x="23" y="93"/>
                      <a:pt x="23" y="93"/>
                    </a:cubicBezTo>
                    <a:cubicBezTo>
                      <a:pt x="24" y="94"/>
                      <a:pt x="24" y="94"/>
                      <a:pt x="25" y="94"/>
                    </a:cubicBezTo>
                    <a:cubicBezTo>
                      <a:pt x="25" y="95"/>
                      <a:pt x="25" y="95"/>
                      <a:pt x="26" y="95"/>
                    </a:cubicBezTo>
                    <a:cubicBezTo>
                      <a:pt x="27" y="95"/>
                      <a:pt x="27" y="95"/>
                      <a:pt x="28" y="95"/>
                    </a:cubicBezTo>
                    <a:cubicBezTo>
                      <a:pt x="28" y="95"/>
                      <a:pt x="29" y="95"/>
                      <a:pt x="30" y="95"/>
                    </a:cubicBezTo>
                    <a:moveTo>
                      <a:pt x="115" y="116"/>
                    </a:moveTo>
                    <a:cubicBezTo>
                      <a:pt x="109" y="115"/>
                      <a:pt x="104" y="113"/>
                      <a:pt x="100" y="109"/>
                    </a:cubicBezTo>
                    <a:cubicBezTo>
                      <a:pt x="95" y="105"/>
                      <a:pt x="92" y="100"/>
                      <a:pt x="90" y="95"/>
                    </a:cubicBezTo>
                    <a:cubicBezTo>
                      <a:pt x="88" y="91"/>
                      <a:pt x="86" y="85"/>
                      <a:pt x="85" y="81"/>
                    </a:cubicBezTo>
                    <a:cubicBezTo>
                      <a:pt x="81" y="86"/>
                      <a:pt x="75" y="91"/>
                      <a:pt x="70" y="96"/>
                    </a:cubicBezTo>
                    <a:cubicBezTo>
                      <a:pt x="59" y="105"/>
                      <a:pt x="47" y="112"/>
                      <a:pt x="33" y="114"/>
                    </a:cubicBezTo>
                    <a:cubicBezTo>
                      <a:pt x="27" y="114"/>
                      <a:pt x="21" y="113"/>
                      <a:pt x="16" y="112"/>
                    </a:cubicBezTo>
                    <a:cubicBezTo>
                      <a:pt x="10" y="109"/>
                      <a:pt x="6" y="105"/>
                      <a:pt x="3" y="99"/>
                    </a:cubicBezTo>
                    <a:cubicBezTo>
                      <a:pt x="0" y="95"/>
                      <a:pt x="0" y="88"/>
                      <a:pt x="0" y="83"/>
                    </a:cubicBezTo>
                    <a:cubicBezTo>
                      <a:pt x="0" y="75"/>
                      <a:pt x="2" y="68"/>
                      <a:pt x="4" y="62"/>
                    </a:cubicBezTo>
                    <a:cubicBezTo>
                      <a:pt x="9" y="49"/>
                      <a:pt x="16" y="36"/>
                      <a:pt x="25" y="26"/>
                    </a:cubicBezTo>
                    <a:cubicBezTo>
                      <a:pt x="34" y="15"/>
                      <a:pt x="44" y="7"/>
                      <a:pt x="56" y="3"/>
                    </a:cubicBezTo>
                    <a:cubicBezTo>
                      <a:pt x="60" y="1"/>
                      <a:pt x="63" y="0"/>
                      <a:pt x="67" y="0"/>
                    </a:cubicBezTo>
                    <a:cubicBezTo>
                      <a:pt x="71" y="0"/>
                      <a:pt x="75" y="0"/>
                      <a:pt x="78" y="1"/>
                    </a:cubicBezTo>
                    <a:cubicBezTo>
                      <a:pt x="85" y="2"/>
                      <a:pt x="92" y="7"/>
                      <a:pt x="96" y="13"/>
                    </a:cubicBezTo>
                    <a:cubicBezTo>
                      <a:pt x="98" y="17"/>
                      <a:pt x="100" y="21"/>
                      <a:pt x="101" y="26"/>
                    </a:cubicBezTo>
                    <a:cubicBezTo>
                      <a:pt x="102" y="25"/>
                      <a:pt x="105" y="26"/>
                      <a:pt x="106" y="26"/>
                    </a:cubicBezTo>
                    <a:cubicBezTo>
                      <a:pt x="110" y="28"/>
                      <a:pt x="112" y="32"/>
                      <a:pt x="113" y="35"/>
                    </a:cubicBezTo>
                    <a:cubicBezTo>
                      <a:pt x="113" y="40"/>
                      <a:pt x="111" y="44"/>
                      <a:pt x="109" y="48"/>
                    </a:cubicBezTo>
                    <a:cubicBezTo>
                      <a:pt x="108" y="49"/>
                      <a:pt x="107" y="50"/>
                      <a:pt x="106" y="52"/>
                    </a:cubicBezTo>
                    <a:cubicBezTo>
                      <a:pt x="106" y="53"/>
                      <a:pt x="105" y="55"/>
                      <a:pt x="105" y="57"/>
                    </a:cubicBezTo>
                    <a:cubicBezTo>
                      <a:pt x="105" y="60"/>
                      <a:pt x="104" y="63"/>
                      <a:pt x="104" y="66"/>
                    </a:cubicBezTo>
                    <a:cubicBezTo>
                      <a:pt x="104" y="68"/>
                      <a:pt x="104" y="71"/>
                      <a:pt x="104" y="73"/>
                    </a:cubicBezTo>
                    <a:cubicBezTo>
                      <a:pt x="104" y="75"/>
                      <a:pt x="104" y="77"/>
                      <a:pt x="104" y="78"/>
                    </a:cubicBezTo>
                    <a:cubicBezTo>
                      <a:pt x="105" y="80"/>
                      <a:pt x="105" y="82"/>
                      <a:pt x="106" y="84"/>
                    </a:cubicBezTo>
                    <a:cubicBezTo>
                      <a:pt x="106" y="85"/>
                      <a:pt x="107" y="87"/>
                      <a:pt x="108" y="88"/>
                    </a:cubicBezTo>
                    <a:cubicBezTo>
                      <a:pt x="108" y="89"/>
                      <a:pt x="109" y="90"/>
                      <a:pt x="109" y="91"/>
                    </a:cubicBezTo>
                    <a:cubicBezTo>
                      <a:pt x="110" y="92"/>
                      <a:pt x="110" y="92"/>
                      <a:pt x="111" y="93"/>
                    </a:cubicBezTo>
                    <a:cubicBezTo>
                      <a:pt x="111" y="93"/>
                      <a:pt x="112" y="93"/>
                      <a:pt x="112" y="94"/>
                    </a:cubicBezTo>
                    <a:cubicBezTo>
                      <a:pt x="112" y="95"/>
                      <a:pt x="113" y="95"/>
                      <a:pt x="113" y="95"/>
                    </a:cubicBezTo>
                    <a:cubicBezTo>
                      <a:pt x="114" y="96"/>
                      <a:pt x="115" y="96"/>
                      <a:pt x="115" y="96"/>
                    </a:cubicBezTo>
                    <a:cubicBezTo>
                      <a:pt x="116" y="96"/>
                      <a:pt x="116" y="96"/>
                      <a:pt x="117" y="97"/>
                    </a:cubicBezTo>
                    <a:cubicBezTo>
                      <a:pt x="118" y="97"/>
                      <a:pt x="118" y="97"/>
                      <a:pt x="119" y="98"/>
                    </a:cubicBezTo>
                    <a:lnTo>
                      <a:pt x="120" y="98"/>
                    </a:lnTo>
                    <a:cubicBezTo>
                      <a:pt x="121" y="98"/>
                      <a:pt x="122" y="98"/>
                      <a:pt x="123" y="98"/>
                    </a:cubicBezTo>
                    <a:lnTo>
                      <a:pt x="124" y="98"/>
                    </a:lnTo>
                    <a:cubicBezTo>
                      <a:pt x="125" y="97"/>
                      <a:pt x="126" y="97"/>
                      <a:pt x="127" y="96"/>
                    </a:cubicBezTo>
                    <a:cubicBezTo>
                      <a:pt x="128" y="96"/>
                      <a:pt x="129" y="96"/>
                      <a:pt x="130" y="95"/>
                    </a:cubicBezTo>
                    <a:cubicBezTo>
                      <a:pt x="132" y="94"/>
                      <a:pt x="134" y="93"/>
                      <a:pt x="136" y="92"/>
                    </a:cubicBezTo>
                    <a:cubicBezTo>
                      <a:pt x="140" y="89"/>
                      <a:pt x="146" y="91"/>
                      <a:pt x="149" y="95"/>
                    </a:cubicBezTo>
                    <a:cubicBezTo>
                      <a:pt x="151" y="100"/>
                      <a:pt x="150" y="106"/>
                      <a:pt x="145" y="108"/>
                    </a:cubicBezTo>
                    <a:cubicBezTo>
                      <a:pt x="140" y="111"/>
                      <a:pt x="136" y="114"/>
                      <a:pt x="130" y="116"/>
                    </a:cubicBezTo>
                    <a:cubicBezTo>
                      <a:pt x="127" y="117"/>
                      <a:pt x="125" y="117"/>
                      <a:pt x="122" y="117"/>
                    </a:cubicBezTo>
                    <a:cubicBezTo>
                      <a:pt x="119" y="117"/>
                      <a:pt x="116" y="117"/>
                      <a:pt x="115" y="11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0" name="Google Shape;4360;p50">
                <a:extLst>
                  <a:ext uri="{FF2B5EF4-FFF2-40B4-BE49-F238E27FC236}">
                    <a16:creationId xmlns:a16="http://schemas.microsoft.com/office/drawing/2014/main" id="{4AB017C9-1662-CF54-5D2B-7097C018EFDE}"/>
                  </a:ext>
                </a:extLst>
              </p:cNvPr>
              <p:cNvSpPr/>
              <p:nvPr/>
            </p:nvSpPr>
            <p:spPr>
              <a:xfrm>
                <a:off x="-866180" y="3984118"/>
                <a:ext cx="9000" cy="52560"/>
              </a:xfrm>
              <a:custGeom>
                <a:avLst/>
                <a:gdLst/>
                <a:ahLst/>
                <a:cxnLst/>
                <a:rect l="l" t="t" r="r" b="b"/>
                <a:pathLst>
                  <a:path w="25" h="146" extrusionOk="0">
                    <a:moveTo>
                      <a:pt x="5" y="136"/>
                    </a:moveTo>
                    <a:cubicBezTo>
                      <a:pt x="4" y="115"/>
                      <a:pt x="3" y="94"/>
                      <a:pt x="2" y="72"/>
                    </a:cubicBezTo>
                    <a:cubicBezTo>
                      <a:pt x="2" y="62"/>
                      <a:pt x="2" y="51"/>
                      <a:pt x="1" y="40"/>
                    </a:cubicBezTo>
                    <a:cubicBezTo>
                      <a:pt x="1" y="35"/>
                      <a:pt x="1" y="29"/>
                      <a:pt x="1" y="23"/>
                    </a:cubicBezTo>
                    <a:cubicBezTo>
                      <a:pt x="0" y="19"/>
                      <a:pt x="0" y="15"/>
                      <a:pt x="0" y="10"/>
                    </a:cubicBezTo>
                    <a:cubicBezTo>
                      <a:pt x="0" y="5"/>
                      <a:pt x="5" y="0"/>
                      <a:pt x="10" y="0"/>
                    </a:cubicBezTo>
                    <a:cubicBezTo>
                      <a:pt x="16" y="0"/>
                      <a:pt x="20" y="5"/>
                      <a:pt x="20" y="10"/>
                    </a:cubicBezTo>
                    <a:cubicBezTo>
                      <a:pt x="20" y="20"/>
                      <a:pt x="20" y="29"/>
                      <a:pt x="20" y="39"/>
                    </a:cubicBezTo>
                    <a:cubicBezTo>
                      <a:pt x="21" y="50"/>
                      <a:pt x="21" y="61"/>
                      <a:pt x="22" y="72"/>
                    </a:cubicBezTo>
                    <a:cubicBezTo>
                      <a:pt x="22" y="93"/>
                      <a:pt x="23" y="115"/>
                      <a:pt x="24" y="136"/>
                    </a:cubicBezTo>
                    <a:cubicBezTo>
                      <a:pt x="24" y="141"/>
                      <a:pt x="19" y="145"/>
                      <a:pt x="15" y="145"/>
                    </a:cubicBezTo>
                    <a:cubicBezTo>
                      <a:pt x="9" y="145"/>
                      <a:pt x="6" y="141"/>
                      <a:pt x="5" y="1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1" name="Google Shape;4361;p50">
                <a:extLst>
                  <a:ext uri="{FF2B5EF4-FFF2-40B4-BE49-F238E27FC236}">
                    <a16:creationId xmlns:a16="http://schemas.microsoft.com/office/drawing/2014/main" id="{139C188F-315C-9653-6277-18D17D6534F8}"/>
                  </a:ext>
                </a:extLst>
              </p:cNvPr>
              <p:cNvSpPr/>
              <p:nvPr/>
            </p:nvSpPr>
            <p:spPr>
              <a:xfrm>
                <a:off x="-865460" y="4063318"/>
                <a:ext cx="10080" cy="39240"/>
              </a:xfrm>
              <a:custGeom>
                <a:avLst/>
                <a:gdLst/>
                <a:ahLst/>
                <a:cxnLst/>
                <a:rect l="l" t="t" r="r" b="b"/>
                <a:pathLst>
                  <a:path w="28" h="109" extrusionOk="0">
                    <a:moveTo>
                      <a:pt x="7" y="100"/>
                    </a:moveTo>
                    <a:cubicBezTo>
                      <a:pt x="6" y="92"/>
                      <a:pt x="4" y="84"/>
                      <a:pt x="3" y="76"/>
                    </a:cubicBezTo>
                    <a:cubicBezTo>
                      <a:pt x="2" y="68"/>
                      <a:pt x="2" y="60"/>
                      <a:pt x="1" y="53"/>
                    </a:cubicBezTo>
                    <a:cubicBezTo>
                      <a:pt x="0" y="46"/>
                      <a:pt x="0" y="38"/>
                      <a:pt x="0" y="31"/>
                    </a:cubicBezTo>
                    <a:cubicBezTo>
                      <a:pt x="0" y="27"/>
                      <a:pt x="0" y="23"/>
                      <a:pt x="0" y="19"/>
                    </a:cubicBezTo>
                    <a:cubicBezTo>
                      <a:pt x="0" y="16"/>
                      <a:pt x="0" y="13"/>
                      <a:pt x="0" y="1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8"/>
                      <a:pt x="1" y="6"/>
                      <a:pt x="3" y="4"/>
                    </a:cubicBezTo>
                    <a:cubicBezTo>
                      <a:pt x="4" y="1"/>
                      <a:pt x="7" y="0"/>
                      <a:pt x="10" y="0"/>
                    </a:cubicBezTo>
                    <a:cubicBezTo>
                      <a:pt x="13" y="0"/>
                      <a:pt x="16" y="1"/>
                      <a:pt x="17" y="3"/>
                    </a:cubicBezTo>
                    <a:cubicBezTo>
                      <a:pt x="20" y="6"/>
                      <a:pt x="20" y="8"/>
                      <a:pt x="20" y="11"/>
                    </a:cubicBezTo>
                    <a:lnTo>
                      <a:pt x="20" y="10"/>
                    </a:lnTo>
                    <a:cubicBezTo>
                      <a:pt x="20" y="24"/>
                      <a:pt x="19" y="37"/>
                      <a:pt x="20" y="51"/>
                    </a:cubicBezTo>
                    <a:cubicBezTo>
                      <a:pt x="20" y="58"/>
                      <a:pt x="21" y="66"/>
                      <a:pt x="22" y="73"/>
                    </a:cubicBezTo>
                    <a:cubicBezTo>
                      <a:pt x="23" y="81"/>
                      <a:pt x="25" y="89"/>
                      <a:pt x="26" y="98"/>
                    </a:cubicBezTo>
                    <a:cubicBezTo>
                      <a:pt x="27" y="103"/>
                      <a:pt x="23" y="108"/>
                      <a:pt x="18" y="108"/>
                    </a:cubicBezTo>
                    <a:cubicBezTo>
                      <a:pt x="17" y="108"/>
                      <a:pt x="17" y="108"/>
                      <a:pt x="17" y="108"/>
                    </a:cubicBezTo>
                    <a:cubicBezTo>
                      <a:pt x="12" y="108"/>
                      <a:pt x="8" y="105"/>
                      <a:pt x="7" y="10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2" name="Google Shape;4362;p50">
                <a:extLst>
                  <a:ext uri="{FF2B5EF4-FFF2-40B4-BE49-F238E27FC236}">
                    <a16:creationId xmlns:a16="http://schemas.microsoft.com/office/drawing/2014/main" id="{00F5399F-9FB6-51FF-87F2-2422A987415D}"/>
                  </a:ext>
                </a:extLst>
              </p:cNvPr>
              <p:cNvSpPr/>
              <p:nvPr/>
            </p:nvSpPr>
            <p:spPr>
              <a:xfrm>
                <a:off x="-862580" y="4122358"/>
                <a:ext cx="756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21" h="120" extrusionOk="0">
                    <a:moveTo>
                      <a:pt x="5" y="117"/>
                    </a:moveTo>
                    <a:cubicBezTo>
                      <a:pt x="2" y="115"/>
                      <a:pt x="1" y="113"/>
                      <a:pt x="1" y="110"/>
                    </a:cubicBezTo>
                    <a:cubicBezTo>
                      <a:pt x="1" y="109"/>
                      <a:pt x="1" y="109"/>
                      <a:pt x="1" y="108"/>
                    </a:cubicBezTo>
                    <a:cubicBezTo>
                      <a:pt x="0" y="92"/>
                      <a:pt x="0" y="75"/>
                      <a:pt x="0" y="59"/>
                    </a:cubicBezTo>
                    <a:cubicBezTo>
                      <a:pt x="0" y="43"/>
                      <a:pt x="0" y="26"/>
                      <a:pt x="0" y="10"/>
                    </a:cubicBezTo>
                    <a:cubicBezTo>
                      <a:pt x="1" y="5"/>
                      <a:pt x="5" y="0"/>
                      <a:pt x="10" y="0"/>
                    </a:cubicBezTo>
                    <a:cubicBezTo>
                      <a:pt x="16" y="0"/>
                      <a:pt x="20" y="5"/>
                      <a:pt x="20" y="10"/>
                    </a:cubicBezTo>
                    <a:cubicBezTo>
                      <a:pt x="20" y="26"/>
                      <a:pt x="19" y="41"/>
                      <a:pt x="19" y="58"/>
                    </a:cubicBezTo>
                    <a:cubicBezTo>
                      <a:pt x="19" y="73"/>
                      <a:pt x="19" y="90"/>
                      <a:pt x="20" y="106"/>
                    </a:cubicBezTo>
                    <a:lnTo>
                      <a:pt x="20" y="105"/>
                    </a:lnTo>
                    <a:cubicBezTo>
                      <a:pt x="20" y="106"/>
                      <a:pt x="20" y="107"/>
                      <a:pt x="20" y="108"/>
                    </a:cubicBezTo>
                    <a:cubicBezTo>
                      <a:pt x="20" y="111"/>
                      <a:pt x="20" y="113"/>
                      <a:pt x="18" y="115"/>
                    </a:cubicBezTo>
                    <a:cubicBezTo>
                      <a:pt x="17" y="117"/>
                      <a:pt x="14" y="118"/>
                      <a:pt x="12" y="119"/>
                    </a:cubicBezTo>
                    <a:cubicBezTo>
                      <a:pt x="12" y="119"/>
                      <a:pt x="11" y="119"/>
                      <a:pt x="10" y="119"/>
                    </a:cubicBezTo>
                    <a:cubicBezTo>
                      <a:pt x="9" y="119"/>
                      <a:pt x="6" y="118"/>
                      <a:pt x="5" y="1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3" name="Google Shape;4363;p50">
                <a:extLst>
                  <a:ext uri="{FF2B5EF4-FFF2-40B4-BE49-F238E27FC236}">
                    <a16:creationId xmlns:a16="http://schemas.microsoft.com/office/drawing/2014/main" id="{895AC85C-4340-C028-BB66-52BAD95C5298}"/>
                  </a:ext>
                </a:extLst>
              </p:cNvPr>
              <p:cNvSpPr/>
              <p:nvPr/>
            </p:nvSpPr>
            <p:spPr>
              <a:xfrm>
                <a:off x="-863300" y="4187518"/>
                <a:ext cx="11160" cy="33120"/>
              </a:xfrm>
              <a:custGeom>
                <a:avLst/>
                <a:gdLst/>
                <a:ahLst/>
                <a:cxnLst/>
                <a:rect l="l" t="t" r="r" b="b"/>
                <a:pathLst>
                  <a:path w="31" h="92" extrusionOk="0">
                    <a:moveTo>
                      <a:pt x="11" y="86"/>
                    </a:moveTo>
                    <a:cubicBezTo>
                      <a:pt x="7" y="79"/>
                      <a:pt x="4" y="71"/>
                      <a:pt x="3" y="64"/>
                    </a:cubicBezTo>
                    <a:cubicBezTo>
                      <a:pt x="0" y="56"/>
                      <a:pt x="0" y="47"/>
                      <a:pt x="0" y="40"/>
                    </a:cubicBezTo>
                    <a:cubicBezTo>
                      <a:pt x="0" y="33"/>
                      <a:pt x="1" y="26"/>
                      <a:pt x="1" y="20"/>
                    </a:cubicBezTo>
                    <a:lnTo>
                      <a:pt x="1" y="21"/>
                    </a:lnTo>
                    <a:cubicBezTo>
                      <a:pt x="2" y="18"/>
                      <a:pt x="2" y="14"/>
                      <a:pt x="3" y="11"/>
                    </a:cubicBezTo>
                    <a:lnTo>
                      <a:pt x="3" y="10"/>
                    </a:lnTo>
                    <a:cubicBezTo>
                      <a:pt x="3" y="4"/>
                      <a:pt x="8" y="0"/>
                      <a:pt x="14" y="0"/>
                    </a:cubicBezTo>
                    <a:cubicBezTo>
                      <a:pt x="16" y="0"/>
                      <a:pt x="19" y="1"/>
                      <a:pt x="21" y="4"/>
                    </a:cubicBezTo>
                    <a:cubicBezTo>
                      <a:pt x="22" y="6"/>
                      <a:pt x="23" y="9"/>
                      <a:pt x="23" y="13"/>
                    </a:cubicBezTo>
                    <a:cubicBezTo>
                      <a:pt x="22" y="16"/>
                      <a:pt x="22" y="20"/>
                      <a:pt x="21" y="24"/>
                    </a:cubicBezTo>
                    <a:cubicBezTo>
                      <a:pt x="20" y="30"/>
                      <a:pt x="19" y="36"/>
                      <a:pt x="19" y="43"/>
                    </a:cubicBezTo>
                    <a:cubicBezTo>
                      <a:pt x="19" y="47"/>
                      <a:pt x="20" y="51"/>
                      <a:pt x="20" y="55"/>
                    </a:cubicBezTo>
                    <a:cubicBezTo>
                      <a:pt x="21" y="57"/>
                      <a:pt x="21" y="59"/>
                      <a:pt x="22" y="61"/>
                    </a:cubicBezTo>
                    <a:cubicBezTo>
                      <a:pt x="23" y="65"/>
                      <a:pt x="24" y="69"/>
                      <a:pt x="26" y="73"/>
                    </a:cubicBezTo>
                    <a:cubicBezTo>
                      <a:pt x="26" y="74"/>
                      <a:pt x="27" y="76"/>
                      <a:pt x="28" y="78"/>
                    </a:cubicBezTo>
                    <a:cubicBezTo>
                      <a:pt x="30" y="82"/>
                      <a:pt x="28" y="88"/>
                      <a:pt x="23" y="91"/>
                    </a:cubicBezTo>
                    <a:cubicBezTo>
                      <a:pt x="22" y="91"/>
                      <a:pt x="21" y="91"/>
                      <a:pt x="19" y="91"/>
                    </a:cubicBezTo>
                    <a:cubicBezTo>
                      <a:pt x="16" y="91"/>
                      <a:pt x="12" y="89"/>
                      <a:pt x="11" y="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4" name="Google Shape;4364;p50">
                <a:extLst>
                  <a:ext uri="{FF2B5EF4-FFF2-40B4-BE49-F238E27FC236}">
                    <a16:creationId xmlns:a16="http://schemas.microsoft.com/office/drawing/2014/main" id="{A75B1970-F03D-5AA0-A2EF-4E7C0671C162}"/>
                  </a:ext>
                </a:extLst>
              </p:cNvPr>
              <p:cNvSpPr/>
              <p:nvPr/>
            </p:nvSpPr>
            <p:spPr>
              <a:xfrm>
                <a:off x="-831260" y="4214518"/>
                <a:ext cx="8028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223" h="28" extrusionOk="0">
                    <a:moveTo>
                      <a:pt x="212" y="27"/>
                    </a:moveTo>
                    <a:cubicBezTo>
                      <a:pt x="191" y="25"/>
                      <a:pt x="169" y="24"/>
                      <a:pt x="148" y="24"/>
                    </a:cubicBezTo>
                    <a:cubicBezTo>
                      <a:pt x="141" y="24"/>
                      <a:pt x="134" y="24"/>
                      <a:pt x="128" y="24"/>
                    </a:cubicBezTo>
                    <a:cubicBezTo>
                      <a:pt x="112" y="24"/>
                      <a:pt x="97" y="25"/>
                      <a:pt x="82" y="25"/>
                    </a:cubicBezTo>
                    <a:cubicBezTo>
                      <a:pt x="73" y="26"/>
                      <a:pt x="64" y="26"/>
                      <a:pt x="55" y="26"/>
                    </a:cubicBezTo>
                    <a:cubicBezTo>
                      <a:pt x="52" y="26"/>
                      <a:pt x="48" y="26"/>
                      <a:pt x="45" y="25"/>
                    </a:cubicBezTo>
                    <a:cubicBezTo>
                      <a:pt x="40" y="25"/>
                      <a:pt x="36" y="25"/>
                      <a:pt x="31" y="25"/>
                    </a:cubicBezTo>
                    <a:cubicBezTo>
                      <a:pt x="31" y="25"/>
                      <a:pt x="30" y="25"/>
                      <a:pt x="29" y="24"/>
                    </a:cubicBezTo>
                    <a:cubicBezTo>
                      <a:pt x="30" y="25"/>
                      <a:pt x="30" y="25"/>
                      <a:pt x="31" y="25"/>
                    </a:cubicBezTo>
                    <a:cubicBezTo>
                      <a:pt x="29" y="24"/>
                      <a:pt x="28" y="24"/>
                      <a:pt x="27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5" y="24"/>
                      <a:pt x="24" y="24"/>
                      <a:pt x="23" y="24"/>
                    </a:cubicBezTo>
                    <a:lnTo>
                      <a:pt x="24" y="24"/>
                    </a:lnTo>
                    <a:cubicBezTo>
                      <a:pt x="21" y="24"/>
                      <a:pt x="18" y="23"/>
                      <a:pt x="16" y="23"/>
                    </a:cubicBezTo>
                    <a:cubicBezTo>
                      <a:pt x="13" y="22"/>
                      <a:pt x="9" y="21"/>
                      <a:pt x="6" y="18"/>
                    </a:cubicBezTo>
                    <a:cubicBezTo>
                      <a:pt x="0" y="13"/>
                      <a:pt x="3" y="3"/>
                      <a:pt x="10" y="1"/>
                    </a:cubicBezTo>
                    <a:cubicBezTo>
                      <a:pt x="14" y="0"/>
                      <a:pt x="18" y="2"/>
                      <a:pt x="22" y="2"/>
                    </a:cubicBezTo>
                    <a:cubicBezTo>
                      <a:pt x="24" y="2"/>
                      <a:pt x="26" y="3"/>
                      <a:pt x="27" y="5"/>
                    </a:cubicBezTo>
                    <a:cubicBezTo>
                      <a:pt x="29" y="5"/>
                      <a:pt x="32" y="6"/>
                      <a:pt x="35" y="6"/>
                    </a:cubicBezTo>
                    <a:cubicBezTo>
                      <a:pt x="39" y="6"/>
                      <a:pt x="44" y="7"/>
                      <a:pt x="49" y="7"/>
                    </a:cubicBezTo>
                    <a:cubicBezTo>
                      <a:pt x="55" y="7"/>
                      <a:pt x="61" y="7"/>
                      <a:pt x="67" y="7"/>
                    </a:cubicBezTo>
                    <a:cubicBezTo>
                      <a:pt x="66" y="7"/>
                      <a:pt x="66" y="7"/>
                      <a:pt x="66" y="7"/>
                    </a:cubicBezTo>
                    <a:cubicBezTo>
                      <a:pt x="76" y="7"/>
                      <a:pt x="87" y="7"/>
                      <a:pt x="98" y="7"/>
                    </a:cubicBezTo>
                    <a:cubicBezTo>
                      <a:pt x="108" y="6"/>
                      <a:pt x="118" y="6"/>
                      <a:pt x="128" y="6"/>
                    </a:cubicBezTo>
                    <a:lnTo>
                      <a:pt x="127" y="6"/>
                    </a:lnTo>
                    <a:cubicBezTo>
                      <a:pt x="129" y="6"/>
                      <a:pt x="129" y="6"/>
                      <a:pt x="130" y="6"/>
                    </a:cubicBezTo>
                    <a:lnTo>
                      <a:pt x="129" y="6"/>
                    </a:lnTo>
                    <a:cubicBezTo>
                      <a:pt x="134" y="6"/>
                      <a:pt x="140" y="6"/>
                      <a:pt x="146" y="6"/>
                    </a:cubicBezTo>
                    <a:lnTo>
                      <a:pt x="147" y="6"/>
                    </a:lnTo>
                    <a:cubicBezTo>
                      <a:pt x="169" y="6"/>
                      <a:pt x="191" y="7"/>
                      <a:pt x="213" y="9"/>
                    </a:cubicBezTo>
                    <a:cubicBezTo>
                      <a:pt x="218" y="10"/>
                      <a:pt x="222" y="14"/>
                      <a:pt x="221" y="19"/>
                    </a:cubicBezTo>
                    <a:cubicBezTo>
                      <a:pt x="221" y="23"/>
                      <a:pt x="217" y="27"/>
                      <a:pt x="212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5" name="Google Shape;4365;p50">
                <a:extLst>
                  <a:ext uri="{FF2B5EF4-FFF2-40B4-BE49-F238E27FC236}">
                    <a16:creationId xmlns:a16="http://schemas.microsoft.com/office/drawing/2014/main" id="{9CEB1980-89F3-22C0-19B8-C754D32FB3D9}"/>
                  </a:ext>
                </a:extLst>
              </p:cNvPr>
              <p:cNvSpPr/>
              <p:nvPr/>
            </p:nvSpPr>
            <p:spPr>
              <a:xfrm>
                <a:off x="-725420" y="4213798"/>
                <a:ext cx="6444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179" h="25" extrusionOk="0">
                    <a:moveTo>
                      <a:pt x="5" y="8"/>
                    </a:moveTo>
                    <a:cubicBezTo>
                      <a:pt x="6" y="7"/>
                      <a:pt x="6" y="7"/>
                      <a:pt x="7" y="7"/>
                    </a:cubicBezTo>
                    <a:cubicBezTo>
                      <a:pt x="9" y="4"/>
                      <a:pt x="12" y="4"/>
                      <a:pt x="15" y="4"/>
                    </a:cubicBezTo>
                    <a:cubicBezTo>
                      <a:pt x="24" y="4"/>
                      <a:pt x="33" y="3"/>
                      <a:pt x="41" y="3"/>
                    </a:cubicBezTo>
                    <a:cubicBezTo>
                      <a:pt x="52" y="2"/>
                      <a:pt x="62" y="1"/>
                      <a:pt x="72" y="1"/>
                    </a:cubicBezTo>
                    <a:cubicBezTo>
                      <a:pt x="78" y="1"/>
                      <a:pt x="84" y="1"/>
                      <a:pt x="90" y="1"/>
                    </a:cubicBezTo>
                    <a:cubicBezTo>
                      <a:pt x="95" y="0"/>
                      <a:pt x="100" y="0"/>
                      <a:pt x="105" y="0"/>
                    </a:cubicBezTo>
                    <a:cubicBezTo>
                      <a:pt x="115" y="0"/>
                      <a:pt x="125" y="0"/>
                      <a:pt x="134" y="1"/>
                    </a:cubicBezTo>
                    <a:cubicBezTo>
                      <a:pt x="146" y="1"/>
                      <a:pt x="158" y="1"/>
                      <a:pt x="170" y="2"/>
                    </a:cubicBezTo>
                    <a:cubicBezTo>
                      <a:pt x="174" y="2"/>
                      <a:pt x="178" y="7"/>
                      <a:pt x="178" y="12"/>
                    </a:cubicBezTo>
                    <a:cubicBezTo>
                      <a:pt x="178" y="16"/>
                      <a:pt x="174" y="20"/>
                      <a:pt x="169" y="20"/>
                    </a:cubicBezTo>
                    <a:cubicBezTo>
                      <a:pt x="158" y="19"/>
                      <a:pt x="149" y="19"/>
                      <a:pt x="138" y="19"/>
                    </a:cubicBezTo>
                    <a:cubicBezTo>
                      <a:pt x="129" y="19"/>
                      <a:pt x="119" y="19"/>
                      <a:pt x="110" y="18"/>
                    </a:cubicBezTo>
                    <a:cubicBezTo>
                      <a:pt x="102" y="19"/>
                      <a:pt x="95" y="19"/>
                      <a:pt x="87" y="19"/>
                    </a:cubicBezTo>
                    <a:cubicBezTo>
                      <a:pt x="79" y="20"/>
                      <a:pt x="69" y="20"/>
                      <a:pt x="60" y="21"/>
                    </a:cubicBezTo>
                    <a:cubicBezTo>
                      <a:pt x="45" y="22"/>
                      <a:pt x="29" y="23"/>
                      <a:pt x="14" y="24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5" y="24"/>
                      <a:pt x="0" y="14"/>
                      <a:pt x="5" y="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6" name="Google Shape;4366;p50">
                <a:extLst>
                  <a:ext uri="{FF2B5EF4-FFF2-40B4-BE49-F238E27FC236}">
                    <a16:creationId xmlns:a16="http://schemas.microsoft.com/office/drawing/2014/main" id="{A96BC00C-700F-D4A3-DF22-A86C24481BD5}"/>
                  </a:ext>
                </a:extLst>
              </p:cNvPr>
              <p:cNvSpPr/>
              <p:nvPr/>
            </p:nvSpPr>
            <p:spPr>
              <a:xfrm>
                <a:off x="-633260" y="4214518"/>
                <a:ext cx="4356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27" extrusionOk="0">
                    <a:moveTo>
                      <a:pt x="1" y="18"/>
                    </a:moveTo>
                    <a:cubicBezTo>
                      <a:pt x="0" y="16"/>
                      <a:pt x="1" y="13"/>
                      <a:pt x="3" y="11"/>
                    </a:cubicBezTo>
                    <a:cubicBezTo>
                      <a:pt x="5" y="8"/>
                      <a:pt x="7" y="7"/>
                      <a:pt x="10" y="6"/>
                    </a:cubicBezTo>
                    <a:cubicBezTo>
                      <a:pt x="26" y="5"/>
                      <a:pt x="42" y="3"/>
                      <a:pt x="58" y="3"/>
                    </a:cubicBezTo>
                    <a:cubicBezTo>
                      <a:pt x="75" y="2"/>
                      <a:pt x="92" y="2"/>
                      <a:pt x="109" y="1"/>
                    </a:cubicBezTo>
                    <a:cubicBezTo>
                      <a:pt x="115" y="0"/>
                      <a:pt x="119" y="5"/>
                      <a:pt x="119" y="10"/>
                    </a:cubicBezTo>
                    <a:cubicBezTo>
                      <a:pt x="120" y="14"/>
                      <a:pt x="116" y="19"/>
                      <a:pt x="111" y="20"/>
                    </a:cubicBezTo>
                    <a:cubicBezTo>
                      <a:pt x="97" y="20"/>
                      <a:pt x="83" y="21"/>
                      <a:pt x="69" y="21"/>
                    </a:cubicBezTo>
                    <a:cubicBezTo>
                      <a:pt x="56" y="21"/>
                      <a:pt x="42" y="23"/>
                      <a:pt x="28" y="24"/>
                    </a:cubicBezTo>
                    <a:cubicBezTo>
                      <a:pt x="26" y="24"/>
                      <a:pt x="23" y="25"/>
                      <a:pt x="21" y="25"/>
                    </a:cubicBezTo>
                    <a:cubicBezTo>
                      <a:pt x="19" y="25"/>
                      <a:pt x="16" y="25"/>
                      <a:pt x="13" y="26"/>
                    </a:cubicBezTo>
                    <a:lnTo>
                      <a:pt x="12" y="26"/>
                    </a:lnTo>
                    <a:cubicBezTo>
                      <a:pt x="6" y="26"/>
                      <a:pt x="2" y="23"/>
                      <a:pt x="1" y="1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7" name="Google Shape;4367;p50">
                <a:extLst>
                  <a:ext uri="{FF2B5EF4-FFF2-40B4-BE49-F238E27FC236}">
                    <a16:creationId xmlns:a16="http://schemas.microsoft.com/office/drawing/2014/main" id="{9119A0E8-23CF-EEDC-BBCE-49DBD828395D}"/>
                  </a:ext>
                </a:extLst>
              </p:cNvPr>
              <p:cNvSpPr/>
              <p:nvPr/>
            </p:nvSpPr>
            <p:spPr>
              <a:xfrm>
                <a:off x="-553340" y="4211278"/>
                <a:ext cx="2664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74" h="27" extrusionOk="0">
                    <a:moveTo>
                      <a:pt x="62" y="26"/>
                    </a:moveTo>
                    <a:cubicBezTo>
                      <a:pt x="53" y="25"/>
                      <a:pt x="44" y="25"/>
                      <a:pt x="35" y="25"/>
                    </a:cubicBezTo>
                    <a:cubicBezTo>
                      <a:pt x="31" y="24"/>
                      <a:pt x="28" y="24"/>
                      <a:pt x="24" y="24"/>
                    </a:cubicBezTo>
                    <a:cubicBezTo>
                      <a:pt x="22" y="23"/>
                      <a:pt x="19" y="23"/>
                      <a:pt x="16" y="23"/>
                    </a:cubicBezTo>
                    <a:cubicBezTo>
                      <a:pt x="12" y="22"/>
                      <a:pt x="7" y="22"/>
                      <a:pt x="4" y="19"/>
                    </a:cubicBezTo>
                    <a:cubicBezTo>
                      <a:pt x="0" y="15"/>
                      <a:pt x="0" y="9"/>
                      <a:pt x="3" y="5"/>
                    </a:cubicBezTo>
                    <a:cubicBezTo>
                      <a:pt x="6" y="1"/>
                      <a:pt x="12" y="0"/>
                      <a:pt x="16" y="2"/>
                    </a:cubicBezTo>
                    <a:lnTo>
                      <a:pt x="17" y="2"/>
                    </a:lnTo>
                    <a:cubicBezTo>
                      <a:pt x="18" y="3"/>
                      <a:pt x="20" y="4"/>
                      <a:pt x="22" y="4"/>
                    </a:cubicBezTo>
                    <a:cubicBezTo>
                      <a:pt x="36" y="5"/>
                      <a:pt x="50" y="5"/>
                      <a:pt x="63" y="7"/>
                    </a:cubicBezTo>
                    <a:cubicBezTo>
                      <a:pt x="69" y="7"/>
                      <a:pt x="73" y="11"/>
                      <a:pt x="73" y="16"/>
                    </a:cubicBezTo>
                    <a:cubicBezTo>
                      <a:pt x="72" y="22"/>
                      <a:pt x="68" y="26"/>
                      <a:pt x="63" y="26"/>
                    </a:cubicBezTo>
                    <a:lnTo>
                      <a:pt x="62" y="2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68" name="Google Shape;4368;p50">
              <a:extLst>
                <a:ext uri="{FF2B5EF4-FFF2-40B4-BE49-F238E27FC236}">
                  <a16:creationId xmlns:a16="http://schemas.microsoft.com/office/drawing/2014/main" id="{CD78D8B2-1170-6E8A-F253-69F013A5B088}"/>
                </a:ext>
              </a:extLst>
            </p:cNvPr>
            <p:cNvGrpSpPr/>
            <p:nvPr/>
          </p:nvGrpSpPr>
          <p:grpSpPr>
            <a:xfrm>
              <a:off x="4836908" y="352465"/>
              <a:ext cx="1169447" cy="374068"/>
              <a:chOff x="1605960" y="528480"/>
              <a:chExt cx="543600" cy="173880"/>
            </a:xfrm>
          </p:grpSpPr>
          <p:sp>
            <p:nvSpPr>
              <p:cNvPr id="4369" name="Google Shape;4369;p50">
                <a:extLst>
                  <a:ext uri="{FF2B5EF4-FFF2-40B4-BE49-F238E27FC236}">
                    <a16:creationId xmlns:a16="http://schemas.microsoft.com/office/drawing/2014/main" id="{E90B568E-5629-D301-C028-E935F99018DD}"/>
                  </a:ext>
                </a:extLst>
              </p:cNvPr>
              <p:cNvSpPr/>
              <p:nvPr/>
            </p:nvSpPr>
            <p:spPr>
              <a:xfrm>
                <a:off x="1732680" y="531720"/>
                <a:ext cx="416880" cy="128880"/>
              </a:xfrm>
              <a:custGeom>
                <a:avLst/>
                <a:gdLst/>
                <a:ahLst/>
                <a:cxnLst/>
                <a:rect l="l" t="t" r="r" b="b"/>
                <a:pathLst>
                  <a:path w="1158" h="358" extrusionOk="0">
                    <a:moveTo>
                      <a:pt x="124" y="357"/>
                    </a:moveTo>
                    <a:cubicBezTo>
                      <a:pt x="119" y="357"/>
                      <a:pt x="115" y="353"/>
                      <a:pt x="114" y="349"/>
                    </a:cubicBezTo>
                    <a:cubicBezTo>
                      <a:pt x="106" y="268"/>
                      <a:pt x="65" y="192"/>
                      <a:pt x="4" y="140"/>
                    </a:cubicBezTo>
                    <a:cubicBezTo>
                      <a:pt x="0" y="135"/>
                      <a:pt x="0" y="129"/>
                      <a:pt x="4" y="125"/>
                    </a:cubicBezTo>
                    <a:cubicBezTo>
                      <a:pt x="7" y="121"/>
                      <a:pt x="14" y="120"/>
                      <a:pt x="18" y="124"/>
                    </a:cubicBezTo>
                    <a:cubicBezTo>
                      <a:pt x="64" y="164"/>
                      <a:pt x="99" y="218"/>
                      <a:pt x="119" y="276"/>
                    </a:cubicBezTo>
                    <a:cubicBezTo>
                      <a:pt x="136" y="23"/>
                      <a:pt x="136" y="23"/>
                      <a:pt x="136" y="23"/>
                    </a:cubicBezTo>
                    <a:cubicBezTo>
                      <a:pt x="136" y="18"/>
                      <a:pt x="141" y="14"/>
                      <a:pt x="146" y="14"/>
                    </a:cubicBezTo>
                    <a:cubicBezTo>
                      <a:pt x="1145" y="0"/>
                      <a:pt x="1145" y="0"/>
                      <a:pt x="1145" y="0"/>
                    </a:cubicBezTo>
                    <a:cubicBezTo>
                      <a:pt x="1148" y="0"/>
                      <a:pt x="1150" y="1"/>
                      <a:pt x="1152" y="3"/>
                    </a:cubicBezTo>
                    <a:cubicBezTo>
                      <a:pt x="1154" y="5"/>
                      <a:pt x="1155" y="7"/>
                      <a:pt x="1156" y="10"/>
                    </a:cubicBezTo>
                    <a:cubicBezTo>
                      <a:pt x="1157" y="167"/>
                      <a:pt x="1157" y="167"/>
                      <a:pt x="1157" y="167"/>
                    </a:cubicBezTo>
                    <a:cubicBezTo>
                      <a:pt x="1157" y="173"/>
                      <a:pt x="1152" y="178"/>
                      <a:pt x="1146" y="178"/>
                    </a:cubicBezTo>
                    <a:cubicBezTo>
                      <a:pt x="1141" y="178"/>
                      <a:pt x="1136" y="173"/>
                      <a:pt x="1136" y="167"/>
                    </a:cubicBezTo>
                    <a:cubicBezTo>
                      <a:pt x="1135" y="20"/>
                      <a:pt x="1135" y="20"/>
                      <a:pt x="1135" y="20"/>
                    </a:cubicBezTo>
                    <a:cubicBezTo>
                      <a:pt x="155" y="33"/>
                      <a:pt x="155" y="33"/>
                      <a:pt x="155" y="33"/>
                    </a:cubicBezTo>
                    <a:cubicBezTo>
                      <a:pt x="134" y="348"/>
                      <a:pt x="134" y="348"/>
                      <a:pt x="134" y="348"/>
                    </a:cubicBezTo>
                    <a:cubicBezTo>
                      <a:pt x="134" y="353"/>
                      <a:pt x="129" y="357"/>
                      <a:pt x="124" y="3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0" name="Google Shape;4370;p50">
                <a:extLst>
                  <a:ext uri="{FF2B5EF4-FFF2-40B4-BE49-F238E27FC236}">
                    <a16:creationId xmlns:a16="http://schemas.microsoft.com/office/drawing/2014/main" id="{1F4E984A-6040-50ED-E027-BD458FF588BA}"/>
                  </a:ext>
                </a:extLst>
              </p:cNvPr>
              <p:cNvSpPr/>
              <p:nvPr/>
            </p:nvSpPr>
            <p:spPr>
              <a:xfrm>
                <a:off x="1605960" y="528480"/>
                <a:ext cx="128160" cy="121680"/>
              </a:xfrm>
              <a:custGeom>
                <a:avLst/>
                <a:gdLst/>
                <a:ahLst/>
                <a:cxnLst/>
                <a:rect l="l" t="t" r="r" b="b"/>
                <a:pathLst>
                  <a:path w="356" h="338" extrusionOk="0">
                    <a:moveTo>
                      <a:pt x="53" y="337"/>
                    </a:moveTo>
                    <a:cubicBezTo>
                      <a:pt x="49" y="337"/>
                      <a:pt x="46" y="334"/>
                      <a:pt x="44" y="331"/>
                    </a:cubicBezTo>
                    <a:cubicBezTo>
                      <a:pt x="42" y="327"/>
                      <a:pt x="44" y="323"/>
                      <a:pt x="46" y="320"/>
                    </a:cubicBezTo>
                    <a:cubicBezTo>
                      <a:pt x="118" y="241"/>
                      <a:pt x="148" y="128"/>
                      <a:pt x="128" y="23"/>
                    </a:cubicBezTo>
                    <a:cubicBezTo>
                      <a:pt x="84" y="38"/>
                      <a:pt x="45" y="69"/>
                      <a:pt x="21" y="109"/>
                    </a:cubicBezTo>
                    <a:cubicBezTo>
                      <a:pt x="18" y="114"/>
                      <a:pt x="11" y="115"/>
                      <a:pt x="7" y="112"/>
                    </a:cubicBezTo>
                    <a:cubicBezTo>
                      <a:pt x="2" y="109"/>
                      <a:pt x="0" y="103"/>
                      <a:pt x="3" y="98"/>
                    </a:cubicBezTo>
                    <a:cubicBezTo>
                      <a:pt x="32" y="51"/>
                      <a:pt x="80" y="16"/>
                      <a:pt x="133" y="1"/>
                    </a:cubicBezTo>
                    <a:cubicBezTo>
                      <a:pt x="135" y="0"/>
                      <a:pt x="138" y="1"/>
                      <a:pt x="140" y="2"/>
                    </a:cubicBezTo>
                    <a:cubicBezTo>
                      <a:pt x="143" y="3"/>
                      <a:pt x="144" y="5"/>
                      <a:pt x="145" y="8"/>
                    </a:cubicBezTo>
                    <a:cubicBezTo>
                      <a:pt x="170" y="115"/>
                      <a:pt x="143" y="231"/>
                      <a:pt x="76" y="316"/>
                    </a:cubicBezTo>
                    <a:cubicBezTo>
                      <a:pt x="345" y="315"/>
                      <a:pt x="345" y="315"/>
                      <a:pt x="345" y="315"/>
                    </a:cubicBezTo>
                    <a:cubicBezTo>
                      <a:pt x="350" y="315"/>
                      <a:pt x="355" y="320"/>
                      <a:pt x="355" y="326"/>
                    </a:cubicBezTo>
                    <a:cubicBezTo>
                      <a:pt x="355" y="331"/>
                      <a:pt x="350" y="336"/>
                      <a:pt x="345" y="336"/>
                    </a:cubicBezTo>
                    <a:cubicBezTo>
                      <a:pt x="53" y="337"/>
                      <a:pt x="53" y="337"/>
                      <a:pt x="53" y="3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1" name="Google Shape;4371;p50">
                <a:extLst>
                  <a:ext uri="{FF2B5EF4-FFF2-40B4-BE49-F238E27FC236}">
                    <a16:creationId xmlns:a16="http://schemas.microsoft.com/office/drawing/2014/main" id="{F66FB6C5-D32C-7EDC-46FC-B76821F3E6DF}"/>
                  </a:ext>
                </a:extLst>
              </p:cNvPr>
              <p:cNvSpPr/>
              <p:nvPr/>
            </p:nvSpPr>
            <p:spPr>
              <a:xfrm>
                <a:off x="1826640" y="581400"/>
                <a:ext cx="48600" cy="120960"/>
              </a:xfrm>
              <a:custGeom>
                <a:avLst/>
                <a:gdLst/>
                <a:ahLst/>
                <a:cxnLst/>
                <a:rect l="l" t="t" r="r" b="b"/>
                <a:pathLst>
                  <a:path w="135" h="336" extrusionOk="0">
                    <a:moveTo>
                      <a:pt x="99" y="335"/>
                    </a:moveTo>
                    <a:cubicBezTo>
                      <a:pt x="98" y="335"/>
                      <a:pt x="98" y="335"/>
                      <a:pt x="98" y="335"/>
                    </a:cubicBezTo>
                    <a:cubicBezTo>
                      <a:pt x="71" y="335"/>
                      <a:pt x="45" y="317"/>
                      <a:pt x="31" y="288"/>
                    </a:cubicBezTo>
                    <a:cubicBezTo>
                      <a:pt x="18" y="259"/>
                      <a:pt x="20" y="228"/>
                      <a:pt x="37" y="207"/>
                    </a:cubicBezTo>
                    <a:cubicBezTo>
                      <a:pt x="41" y="202"/>
                      <a:pt x="47" y="201"/>
                      <a:pt x="51" y="205"/>
                    </a:cubicBezTo>
                    <a:cubicBezTo>
                      <a:pt x="56" y="208"/>
                      <a:pt x="57" y="215"/>
                      <a:pt x="53" y="219"/>
                    </a:cubicBezTo>
                    <a:cubicBezTo>
                      <a:pt x="38" y="237"/>
                      <a:pt x="42" y="263"/>
                      <a:pt x="50" y="279"/>
                    </a:cubicBezTo>
                    <a:cubicBezTo>
                      <a:pt x="57" y="294"/>
                      <a:pt x="70" y="310"/>
                      <a:pt x="89" y="314"/>
                    </a:cubicBezTo>
                    <a:cubicBezTo>
                      <a:pt x="102" y="141"/>
                      <a:pt x="102" y="141"/>
                      <a:pt x="102" y="141"/>
                    </a:cubicBezTo>
                    <a:cubicBezTo>
                      <a:pt x="101" y="141"/>
                      <a:pt x="100" y="142"/>
                      <a:pt x="100" y="143"/>
                    </a:cubicBezTo>
                    <a:cubicBezTo>
                      <a:pt x="73" y="168"/>
                      <a:pt x="37" y="177"/>
                      <a:pt x="7" y="166"/>
                    </a:cubicBezTo>
                    <a:cubicBezTo>
                      <a:pt x="2" y="165"/>
                      <a:pt x="0" y="160"/>
                      <a:pt x="0" y="155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4"/>
                      <a:pt x="19" y="0"/>
                      <a:pt x="25" y="0"/>
                    </a:cubicBezTo>
                    <a:cubicBezTo>
                      <a:pt x="30" y="1"/>
                      <a:pt x="35" y="6"/>
                      <a:pt x="34" y="11"/>
                    </a:cubicBezTo>
                    <a:cubicBezTo>
                      <a:pt x="21" y="150"/>
                      <a:pt x="21" y="150"/>
                      <a:pt x="21" y="150"/>
                    </a:cubicBezTo>
                    <a:cubicBezTo>
                      <a:pt x="46" y="155"/>
                      <a:pt x="71" y="143"/>
                      <a:pt x="86" y="128"/>
                    </a:cubicBezTo>
                    <a:cubicBezTo>
                      <a:pt x="93" y="121"/>
                      <a:pt x="99" y="113"/>
                      <a:pt x="104" y="103"/>
                    </a:cubicBezTo>
                    <a:cubicBezTo>
                      <a:pt x="108" y="53"/>
                      <a:pt x="108" y="53"/>
                      <a:pt x="108" y="53"/>
                    </a:cubicBezTo>
                    <a:cubicBezTo>
                      <a:pt x="108" y="48"/>
                      <a:pt x="112" y="44"/>
                      <a:pt x="117" y="43"/>
                    </a:cubicBezTo>
                    <a:cubicBezTo>
                      <a:pt x="121" y="43"/>
                      <a:pt x="126" y="46"/>
                      <a:pt x="127" y="50"/>
                    </a:cubicBezTo>
                    <a:cubicBezTo>
                      <a:pt x="134" y="69"/>
                      <a:pt x="132" y="89"/>
                      <a:pt x="124" y="108"/>
                    </a:cubicBezTo>
                    <a:cubicBezTo>
                      <a:pt x="109" y="326"/>
                      <a:pt x="109" y="326"/>
                      <a:pt x="109" y="326"/>
                    </a:cubicBezTo>
                    <a:cubicBezTo>
                      <a:pt x="108" y="331"/>
                      <a:pt x="104" y="335"/>
                      <a:pt x="99" y="3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2" name="Google Shape;4372;p50">
                <a:extLst>
                  <a:ext uri="{FF2B5EF4-FFF2-40B4-BE49-F238E27FC236}">
                    <a16:creationId xmlns:a16="http://schemas.microsoft.com/office/drawing/2014/main" id="{7EC49BD7-9DC0-0B9F-DC92-F94487DF9B04}"/>
                  </a:ext>
                </a:extLst>
              </p:cNvPr>
              <p:cNvSpPr/>
              <p:nvPr/>
            </p:nvSpPr>
            <p:spPr>
              <a:xfrm>
                <a:off x="1889280" y="572040"/>
                <a:ext cx="46440" cy="44280"/>
              </a:xfrm>
              <a:custGeom>
                <a:avLst/>
                <a:gdLst/>
                <a:ahLst/>
                <a:cxnLst/>
                <a:rect l="l" t="t" r="r" b="b"/>
                <a:pathLst>
                  <a:path w="129" h="123" extrusionOk="0">
                    <a:moveTo>
                      <a:pt x="37" y="122"/>
                    </a:moveTo>
                    <a:cubicBezTo>
                      <a:pt x="27" y="122"/>
                      <a:pt x="17" y="121"/>
                      <a:pt x="8" y="118"/>
                    </a:cubicBezTo>
                    <a:cubicBezTo>
                      <a:pt x="3" y="117"/>
                      <a:pt x="0" y="113"/>
                      <a:pt x="0" y="108"/>
                    </a:cubicBezTo>
                    <a:cubicBezTo>
                      <a:pt x="1" y="103"/>
                      <a:pt x="4" y="99"/>
                      <a:pt x="9" y="99"/>
                    </a:cubicBezTo>
                    <a:cubicBezTo>
                      <a:pt x="42" y="92"/>
                      <a:pt x="68" y="62"/>
                      <a:pt x="70" y="29"/>
                    </a:cubicBezTo>
                    <a:cubicBezTo>
                      <a:pt x="56" y="24"/>
                      <a:pt x="38" y="29"/>
                      <a:pt x="29" y="41"/>
                    </a:cubicBezTo>
                    <a:cubicBezTo>
                      <a:pt x="26" y="46"/>
                      <a:pt x="20" y="46"/>
                      <a:pt x="15" y="43"/>
                    </a:cubicBezTo>
                    <a:cubicBezTo>
                      <a:pt x="10" y="40"/>
                      <a:pt x="10" y="33"/>
                      <a:pt x="13" y="29"/>
                    </a:cubicBezTo>
                    <a:cubicBezTo>
                      <a:pt x="29" y="7"/>
                      <a:pt x="61" y="0"/>
                      <a:pt x="85" y="14"/>
                    </a:cubicBezTo>
                    <a:cubicBezTo>
                      <a:pt x="88" y="15"/>
                      <a:pt x="90" y="18"/>
                      <a:pt x="90" y="22"/>
                    </a:cubicBezTo>
                    <a:cubicBezTo>
                      <a:pt x="91" y="52"/>
                      <a:pt x="76" y="82"/>
                      <a:pt x="52" y="100"/>
                    </a:cubicBezTo>
                    <a:cubicBezTo>
                      <a:pt x="74" y="97"/>
                      <a:pt x="95" y="85"/>
                      <a:pt x="109" y="68"/>
                    </a:cubicBezTo>
                    <a:cubicBezTo>
                      <a:pt x="113" y="64"/>
                      <a:pt x="119" y="63"/>
                      <a:pt x="123" y="67"/>
                    </a:cubicBezTo>
                    <a:cubicBezTo>
                      <a:pt x="127" y="71"/>
                      <a:pt x="128" y="77"/>
                      <a:pt x="124" y="81"/>
                    </a:cubicBezTo>
                    <a:cubicBezTo>
                      <a:pt x="103" y="107"/>
                      <a:pt x="70" y="122"/>
                      <a:pt x="37" y="1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3" name="Google Shape;4373;p50">
                <a:extLst>
                  <a:ext uri="{FF2B5EF4-FFF2-40B4-BE49-F238E27FC236}">
                    <a16:creationId xmlns:a16="http://schemas.microsoft.com/office/drawing/2014/main" id="{C3619871-9328-CFF6-851F-45096939B2BA}"/>
                  </a:ext>
                </a:extLst>
              </p:cNvPr>
              <p:cNvSpPr/>
              <p:nvPr/>
            </p:nvSpPr>
            <p:spPr>
              <a:xfrm>
                <a:off x="1947240" y="627480"/>
                <a:ext cx="48240" cy="1476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41" extrusionOk="0">
                    <a:moveTo>
                      <a:pt x="11" y="40"/>
                    </a:moveTo>
                    <a:cubicBezTo>
                      <a:pt x="6" y="40"/>
                      <a:pt x="2" y="37"/>
                      <a:pt x="1" y="31"/>
                    </a:cubicBezTo>
                    <a:cubicBezTo>
                      <a:pt x="0" y="26"/>
                      <a:pt x="4" y="21"/>
                      <a:pt x="9" y="20"/>
                    </a:cubicBezTo>
                    <a:cubicBezTo>
                      <a:pt x="121" y="1"/>
                      <a:pt x="121" y="1"/>
                      <a:pt x="121" y="1"/>
                    </a:cubicBezTo>
                    <a:cubicBezTo>
                      <a:pt x="126" y="0"/>
                      <a:pt x="131" y="3"/>
                      <a:pt x="132" y="9"/>
                    </a:cubicBezTo>
                    <a:cubicBezTo>
                      <a:pt x="133" y="15"/>
                      <a:pt x="130" y="20"/>
                      <a:pt x="124" y="20"/>
                    </a:cubicBezTo>
                    <a:cubicBezTo>
                      <a:pt x="12" y="40"/>
                      <a:pt x="12" y="40"/>
                      <a:pt x="12" y="40"/>
                    </a:cubicBezTo>
                    <a:lnTo>
                      <a:pt x="11" y="4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4" name="Google Shape;4374;p50">
                <a:extLst>
                  <a:ext uri="{FF2B5EF4-FFF2-40B4-BE49-F238E27FC236}">
                    <a16:creationId xmlns:a16="http://schemas.microsoft.com/office/drawing/2014/main" id="{B2227DAF-4174-0063-B2D2-B0025BF8098B}"/>
                  </a:ext>
                </a:extLst>
              </p:cNvPr>
              <p:cNvSpPr/>
              <p:nvPr/>
            </p:nvSpPr>
            <p:spPr>
              <a:xfrm>
                <a:off x="1995480" y="606960"/>
                <a:ext cx="73800" cy="43560"/>
              </a:xfrm>
              <a:custGeom>
                <a:avLst/>
                <a:gdLst/>
                <a:ahLst/>
                <a:cxnLst/>
                <a:rect l="l" t="t" r="r" b="b"/>
                <a:pathLst>
                  <a:path w="205" h="121" extrusionOk="0">
                    <a:moveTo>
                      <a:pt x="193" y="120"/>
                    </a:moveTo>
                    <a:lnTo>
                      <a:pt x="192" y="120"/>
                    </a:lnTo>
                    <a:cubicBezTo>
                      <a:pt x="118" y="116"/>
                      <a:pt x="47" y="78"/>
                      <a:pt x="2" y="18"/>
                    </a:cubicBezTo>
                    <a:cubicBezTo>
                      <a:pt x="0" y="13"/>
                      <a:pt x="0" y="7"/>
                      <a:pt x="5" y="4"/>
                    </a:cubicBezTo>
                    <a:cubicBezTo>
                      <a:pt x="9" y="0"/>
                      <a:pt x="16" y="2"/>
                      <a:pt x="19" y="6"/>
                    </a:cubicBezTo>
                    <a:cubicBezTo>
                      <a:pt x="60" y="62"/>
                      <a:pt x="125" y="97"/>
                      <a:pt x="194" y="101"/>
                    </a:cubicBezTo>
                    <a:cubicBezTo>
                      <a:pt x="199" y="101"/>
                      <a:pt x="204" y="105"/>
                      <a:pt x="203" y="111"/>
                    </a:cubicBezTo>
                    <a:cubicBezTo>
                      <a:pt x="203" y="116"/>
                      <a:pt x="198" y="120"/>
                      <a:pt x="193" y="1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5" name="Google Shape;4375;p50">
                <a:extLst>
                  <a:ext uri="{FF2B5EF4-FFF2-40B4-BE49-F238E27FC236}">
                    <a16:creationId xmlns:a16="http://schemas.microsoft.com/office/drawing/2014/main" id="{48054883-EABD-2524-C2A6-9A0B0680CF3A}"/>
                  </a:ext>
                </a:extLst>
              </p:cNvPr>
              <p:cNvSpPr/>
              <p:nvPr/>
            </p:nvSpPr>
            <p:spPr>
              <a:xfrm>
                <a:off x="1994040" y="603000"/>
                <a:ext cx="49320" cy="65160"/>
              </a:xfrm>
              <a:custGeom>
                <a:avLst/>
                <a:gdLst/>
                <a:ahLst/>
                <a:cxnLst/>
                <a:rect l="l" t="t" r="r" b="b"/>
                <a:pathLst>
                  <a:path w="137" h="181" extrusionOk="0">
                    <a:moveTo>
                      <a:pt x="24" y="180"/>
                    </a:moveTo>
                    <a:cubicBezTo>
                      <a:pt x="22" y="180"/>
                      <a:pt x="20" y="180"/>
                      <a:pt x="19" y="179"/>
                    </a:cubicBezTo>
                    <a:cubicBezTo>
                      <a:pt x="14" y="176"/>
                      <a:pt x="12" y="170"/>
                      <a:pt x="15" y="165"/>
                    </a:cubicBezTo>
                    <a:cubicBezTo>
                      <a:pt x="106" y="23"/>
                      <a:pt x="106" y="23"/>
                      <a:pt x="106" y="23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6" y="34"/>
                      <a:pt x="1" y="29"/>
                      <a:pt x="1" y="24"/>
                    </a:cubicBezTo>
                    <a:cubicBezTo>
                      <a:pt x="0" y="18"/>
                      <a:pt x="4" y="13"/>
                      <a:pt x="10" y="13"/>
                    </a:cubicBezTo>
                    <a:cubicBezTo>
                      <a:pt x="124" y="1"/>
                      <a:pt x="124" y="1"/>
                      <a:pt x="124" y="1"/>
                    </a:cubicBezTo>
                    <a:cubicBezTo>
                      <a:pt x="128" y="0"/>
                      <a:pt x="132" y="3"/>
                      <a:pt x="134" y="6"/>
                    </a:cubicBezTo>
                    <a:cubicBezTo>
                      <a:pt x="136" y="9"/>
                      <a:pt x="136" y="13"/>
                      <a:pt x="134" y="17"/>
                    </a:cubicBezTo>
                    <a:cubicBezTo>
                      <a:pt x="33" y="176"/>
                      <a:pt x="33" y="176"/>
                      <a:pt x="33" y="176"/>
                    </a:cubicBezTo>
                    <a:cubicBezTo>
                      <a:pt x="30" y="179"/>
                      <a:pt x="27" y="180"/>
                      <a:pt x="24" y="1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6" name="Google Shape;4376;p50">
                <a:extLst>
                  <a:ext uri="{FF2B5EF4-FFF2-40B4-BE49-F238E27FC236}">
                    <a16:creationId xmlns:a16="http://schemas.microsoft.com/office/drawing/2014/main" id="{370C9327-B306-C39A-38CE-8102FD94AB68}"/>
                  </a:ext>
                </a:extLst>
              </p:cNvPr>
              <p:cNvSpPr/>
              <p:nvPr/>
            </p:nvSpPr>
            <p:spPr>
              <a:xfrm>
                <a:off x="2088360" y="596880"/>
                <a:ext cx="24840" cy="40680"/>
              </a:xfrm>
              <a:custGeom>
                <a:avLst/>
                <a:gdLst/>
                <a:ahLst/>
                <a:cxnLst/>
                <a:rect l="l" t="t" r="r" b="b"/>
                <a:pathLst>
                  <a:path w="69" h="113" extrusionOk="0">
                    <a:moveTo>
                      <a:pt x="11" y="112"/>
                    </a:moveTo>
                    <a:cubicBezTo>
                      <a:pt x="7" y="112"/>
                      <a:pt x="3" y="109"/>
                      <a:pt x="2" y="105"/>
                    </a:cubicBezTo>
                    <a:cubicBezTo>
                      <a:pt x="0" y="101"/>
                      <a:pt x="2" y="94"/>
                      <a:pt x="7" y="93"/>
                    </a:cubicBezTo>
                    <a:cubicBezTo>
                      <a:pt x="46" y="76"/>
                      <a:pt x="46" y="76"/>
                      <a:pt x="46" y="76"/>
                    </a:cubicBezTo>
                    <a:cubicBezTo>
                      <a:pt x="34" y="25"/>
                      <a:pt x="34" y="25"/>
                      <a:pt x="34" y="25"/>
                    </a:cubicBezTo>
                    <a:cubicBezTo>
                      <a:pt x="33" y="27"/>
                      <a:pt x="32" y="28"/>
                      <a:pt x="31" y="29"/>
                    </a:cubicBezTo>
                    <a:cubicBezTo>
                      <a:pt x="31" y="31"/>
                      <a:pt x="29" y="37"/>
                      <a:pt x="32" y="39"/>
                    </a:cubicBezTo>
                    <a:cubicBezTo>
                      <a:pt x="37" y="41"/>
                      <a:pt x="39" y="47"/>
                      <a:pt x="37" y="52"/>
                    </a:cubicBezTo>
                    <a:cubicBezTo>
                      <a:pt x="35" y="57"/>
                      <a:pt x="28" y="59"/>
                      <a:pt x="24" y="57"/>
                    </a:cubicBezTo>
                    <a:cubicBezTo>
                      <a:pt x="11" y="51"/>
                      <a:pt x="7" y="36"/>
                      <a:pt x="13" y="21"/>
                    </a:cubicBezTo>
                    <a:cubicBezTo>
                      <a:pt x="18" y="7"/>
                      <a:pt x="32" y="0"/>
                      <a:pt x="45" y="4"/>
                    </a:cubicBezTo>
                    <a:cubicBezTo>
                      <a:pt x="48" y="5"/>
                      <a:pt x="51" y="8"/>
                      <a:pt x="52" y="12"/>
                    </a:cubicBezTo>
                    <a:cubicBezTo>
                      <a:pt x="67" y="79"/>
                      <a:pt x="67" y="79"/>
                      <a:pt x="67" y="79"/>
                    </a:cubicBezTo>
                    <a:cubicBezTo>
                      <a:pt x="68" y="84"/>
                      <a:pt x="66" y="88"/>
                      <a:pt x="61" y="91"/>
                    </a:cubicBezTo>
                    <a:cubicBezTo>
                      <a:pt x="15" y="111"/>
                      <a:pt x="15" y="111"/>
                      <a:pt x="15" y="111"/>
                    </a:cubicBezTo>
                    <a:cubicBezTo>
                      <a:pt x="14" y="111"/>
                      <a:pt x="13" y="112"/>
                      <a:pt x="11" y="1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4" name="Google Shape;4273;p50">
            <a:extLst>
              <a:ext uri="{FF2B5EF4-FFF2-40B4-BE49-F238E27FC236}">
                <a16:creationId xmlns:a16="http://schemas.microsoft.com/office/drawing/2014/main" id="{F6D4AD99-0CD1-0338-1C67-C3BFC587DC05}"/>
              </a:ext>
            </a:extLst>
          </p:cNvPr>
          <p:cNvSpPr txBox="1">
            <a:spLocks noGrp="1"/>
          </p:cNvSpPr>
          <p:nvPr>
            <p:ph type="subTitle" idx="1"/>
          </p:nvPr>
        </p:nvSpPr>
        <p:spPr>
          <a:xfrm>
            <a:off x="713226" y="2162176"/>
            <a:ext cx="3220599" cy="1764981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en-US" dirty="0"/>
              <a:t>There’s a very high correlation between Global Active Power and Global Intensity, which means that Global Intensity is strong predictor of consumption.</a:t>
            </a:r>
          </a:p>
          <a:p>
            <a:pPr marL="0" lvl="0" indent="0"/>
            <a:endParaRPr lang="en-US" dirty="0"/>
          </a:p>
          <a:p>
            <a:pPr marL="0" lvl="0" indent="0"/>
            <a:endParaRPr lang="en-US" dirty="0"/>
          </a:p>
          <a:p>
            <a:pPr marL="0" lvl="0" indent="0"/>
            <a:endParaRPr dirty="0"/>
          </a:p>
        </p:txBody>
      </p:sp>
    </p:spTree>
    <p:extLst>
      <p:ext uri="{BB962C8B-B14F-4D97-AF65-F5344CB8AC3E}">
        <p14:creationId xmlns:p14="http://schemas.microsoft.com/office/powerpoint/2010/main" val="998467298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936">
          <a:extLst>
            <a:ext uri="{FF2B5EF4-FFF2-40B4-BE49-F238E27FC236}">
              <a16:creationId xmlns:a16="http://schemas.microsoft.com/office/drawing/2014/main" id="{07A7FC0E-42F6-6BD7-F784-C9EC65B1FEA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37" name="Google Shape;4937;p59">
            <a:extLst>
              <a:ext uri="{FF2B5EF4-FFF2-40B4-BE49-F238E27FC236}">
                <a16:creationId xmlns:a16="http://schemas.microsoft.com/office/drawing/2014/main" id="{2E00D747-FF6B-9A24-CCD7-F6B4C8C851A9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Induced Formulas</a:t>
            </a:r>
            <a:endParaRPr dirty="0"/>
          </a:p>
        </p:txBody>
      </p:sp>
      <mc:AlternateContent xmlns:mc="http://schemas.openxmlformats.org/markup-compatibility/2006">
        <mc:Choice xmlns:a14="http://schemas.microsoft.com/office/drawing/2010/main" Requires="a14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8FE5BCB8-22FD-98F7-EBB0-0D9F8087B54F}"/>
                  </a:ext>
                </a:extLst>
              </p:cNvPr>
              <p:cNvSpPr txBox="1"/>
              <p:nvPr/>
            </p:nvSpPr>
            <p:spPr>
              <a:xfrm>
                <a:off x="1276350" y="1873418"/>
                <a:ext cx="6591300" cy="139666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:r>
                  <a:rPr lang="en-US" b="1" dirty="0"/>
                  <a:t>Single Regression (Global Intensity):</a:t>
                </a:r>
                <a:endParaRPr lang="en-US" i="1" dirty="0">
                  <a:latin typeface="Cambria Math" panose="02040503050406030204" pitchFamily="18" charset="0"/>
                </a:endParaRPr>
              </a:p>
              <a:p>
                <a:pPr marL="0" indent="0" algn="ctr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acc>
                        <m:accPr>
                          <m:chr m:val="̂"/>
                          <m:ctrlPr>
                            <a:rPr lang="en-US" i="1" smtClean="0">
                              <a:latin typeface="Cambria Math" panose="02040503050406030204" pitchFamily="18" charset="0"/>
                            </a:rPr>
                          </m:ctrlPr>
                        </m:accPr>
                        <m:e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𝑌</m:t>
                          </m:r>
                        </m:e>
                      </m:acc>
                      <m:r>
                        <a:rPr lang="en-US" i="1">
                          <a:latin typeface="Cambria Math" panose="02040503050406030204" pitchFamily="18" charset="0"/>
                        </a:rPr>
                        <m:t>=−0.008749 + 0.237811∗</m:t>
                      </m:r>
                      <m:r>
                        <a:rPr lang="en-US" i="1">
                          <a:latin typeface="Cambria Math" panose="02040503050406030204" pitchFamily="18" charset="0"/>
                        </a:rPr>
                        <m:t>𝐼𝑛𝑡𝑒𝑛𝑠𝑖𝑡𝑦</m:t>
                      </m:r>
                    </m:oMath>
                  </m:oMathPara>
                </a14:m>
                <a:endParaRPr lang="en-US" dirty="0"/>
              </a:p>
              <a:p>
                <a:pPr marL="0" indent="0" algn="ctr"/>
                <a:endParaRPr lang="en-US" dirty="0"/>
              </a:p>
              <a:p>
                <a:pPr marL="0" indent="0" algn="ctr"/>
                <a:endParaRPr lang="en-US" dirty="0"/>
              </a:p>
              <a:p>
                <a:pPr marL="0" indent="0" algn="ctr"/>
                <a:r>
                  <a:rPr lang="en-US" b="1" dirty="0"/>
                  <a:t>Multiple Regression (Global Intensity, Voltage, Reactive):</a:t>
                </a:r>
                <a:endParaRPr lang="en-US" dirty="0"/>
              </a:p>
              <a:p>
                <a:pPr marL="0" indent="0" algn="ctr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acc>
                        <m:accPr>
                          <m:chr m:val="̂"/>
                          <m:ctrlPr>
                            <a:rPr lang="en-US" i="1">
                              <a:latin typeface="Cambria Math" panose="02040503050406030204" pitchFamily="18" charset="0"/>
                            </a:rPr>
                          </m:ctrlPr>
                        </m:accPr>
                        <m:e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𝑌</m:t>
                          </m:r>
                        </m:e>
                      </m:acc>
                      <m:r>
                        <a:rPr lang="en-US" i="1">
                          <a:latin typeface="Cambria Math" panose="02040503050406030204" pitchFamily="18" charset="0"/>
                        </a:rPr>
                        <m:t>=−1.05305+0.24042×</m:t>
                      </m:r>
                      <m:r>
                        <m:rPr>
                          <m:nor/>
                        </m:rPr>
                        <a:rPr lang="en-US"/>
                        <m:t>Intensity</m:t>
                      </m:r>
                      <m:r>
                        <a:rPr lang="en-US" i="1">
                          <a:latin typeface="Cambria Math" panose="02040503050406030204" pitchFamily="18" charset="0"/>
                        </a:rPr>
                        <m:t>+0.004385×</m:t>
                      </m:r>
                      <m:r>
                        <m:rPr>
                          <m:nor/>
                        </m:rPr>
                        <a:rPr lang="en-US"/>
                        <m:t>Voltage</m:t>
                      </m:r>
                      <m:r>
                        <a:rPr lang="en-US" i="1">
                          <a:latin typeface="Cambria Math" panose="02040503050406030204" pitchFamily="18" charset="0"/>
                        </a:rPr>
                        <m:t>−0.19182×</m:t>
                      </m:r>
                      <m:r>
                        <m:rPr>
                          <m:nor/>
                        </m:rPr>
                        <a:rPr lang="en-US"/>
                        <m:t>Reactive</m:t>
                      </m:r>
                    </m:oMath>
                  </m:oMathPara>
                </a14:m>
                <a:endParaRPr lang="en-US" dirty="0"/>
              </a:p>
            </p:txBody>
          </p:sp>
        </mc:Choice>
        <mc:Fallback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8FE5BCB8-22FD-98F7-EBB0-0D9F8087B54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76350" y="1873418"/>
                <a:ext cx="6591300" cy="1396664"/>
              </a:xfrm>
              <a:prstGeom prst="rect">
                <a:avLst/>
              </a:prstGeom>
              <a:blipFill>
                <a:blip r:embed="rId3"/>
                <a:stretch>
                  <a:fillRect t="-437" b="-174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788608062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464">
          <a:extLst>
            <a:ext uri="{FF2B5EF4-FFF2-40B4-BE49-F238E27FC236}">
              <a16:creationId xmlns:a16="http://schemas.microsoft.com/office/drawing/2014/main" id="{80E8544E-0FAF-0D9A-2E63-C1C68D7B36F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65" name="Google Shape;3465;p40">
            <a:extLst>
              <a:ext uri="{FF2B5EF4-FFF2-40B4-BE49-F238E27FC236}">
                <a16:creationId xmlns:a16="http://schemas.microsoft.com/office/drawing/2014/main" id="{87CF539E-C541-9F1A-1408-7C18B8ECD914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413025" y="2673915"/>
            <a:ext cx="6318000" cy="9159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r>
              <a:rPr lang="en-US" dirty="0"/>
              <a:t>Independence of Categorical Variables</a:t>
            </a:r>
            <a:endParaRPr dirty="0"/>
          </a:p>
        </p:txBody>
      </p:sp>
      <p:sp>
        <p:nvSpPr>
          <p:cNvPr id="3466" name="Google Shape;3466;p40">
            <a:extLst>
              <a:ext uri="{FF2B5EF4-FFF2-40B4-BE49-F238E27FC236}">
                <a16:creationId xmlns:a16="http://schemas.microsoft.com/office/drawing/2014/main" id="{EA1294C7-1981-DE90-4D1C-98FC9A808C74}"/>
              </a:ext>
            </a:extLst>
          </p:cNvPr>
          <p:cNvSpPr txBox="1">
            <a:spLocks noGrp="1"/>
          </p:cNvSpPr>
          <p:nvPr>
            <p:ph type="title" idx="2"/>
          </p:nvPr>
        </p:nvSpPr>
        <p:spPr>
          <a:xfrm>
            <a:off x="3745950" y="1040834"/>
            <a:ext cx="1652100" cy="915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05</a:t>
            </a:r>
            <a:endParaRPr dirty="0"/>
          </a:p>
        </p:txBody>
      </p:sp>
      <p:sp>
        <p:nvSpPr>
          <p:cNvPr id="3467" name="Google Shape;3467;p40">
            <a:extLst>
              <a:ext uri="{FF2B5EF4-FFF2-40B4-BE49-F238E27FC236}">
                <a16:creationId xmlns:a16="http://schemas.microsoft.com/office/drawing/2014/main" id="{FA2815DA-E949-8A1A-D01E-C8AB9F486B3A}"/>
              </a:ext>
            </a:extLst>
          </p:cNvPr>
          <p:cNvSpPr txBox="1">
            <a:spLocks noGrp="1"/>
          </p:cNvSpPr>
          <p:nvPr>
            <p:ph type="subTitle" idx="1"/>
          </p:nvPr>
        </p:nvSpPr>
        <p:spPr>
          <a:xfrm>
            <a:off x="1413025" y="3615894"/>
            <a:ext cx="6318000" cy="706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en-US" dirty="0"/>
              <a:t>Are categorical variables (hour, day type, season) independent of consumption levels?</a:t>
            </a:r>
            <a:endParaRPr dirty="0"/>
          </a:p>
        </p:txBody>
      </p:sp>
      <p:grpSp>
        <p:nvGrpSpPr>
          <p:cNvPr id="3468" name="Google Shape;3468;p40">
            <a:extLst>
              <a:ext uri="{FF2B5EF4-FFF2-40B4-BE49-F238E27FC236}">
                <a16:creationId xmlns:a16="http://schemas.microsoft.com/office/drawing/2014/main" id="{27788859-CD48-28B1-BAD4-225F6CA1480D}"/>
              </a:ext>
            </a:extLst>
          </p:cNvPr>
          <p:cNvGrpSpPr/>
          <p:nvPr/>
        </p:nvGrpSpPr>
        <p:grpSpPr>
          <a:xfrm>
            <a:off x="7003755" y="223512"/>
            <a:ext cx="3654904" cy="5589048"/>
            <a:chOff x="7003755" y="223512"/>
            <a:chExt cx="3654904" cy="5589048"/>
          </a:xfrm>
        </p:grpSpPr>
        <p:grpSp>
          <p:nvGrpSpPr>
            <p:cNvPr id="3469" name="Google Shape;3469;p40">
              <a:extLst>
                <a:ext uri="{FF2B5EF4-FFF2-40B4-BE49-F238E27FC236}">
                  <a16:creationId xmlns:a16="http://schemas.microsoft.com/office/drawing/2014/main" id="{DF5CCD54-0C12-908B-C8D4-170A2FEE5C2A}"/>
                </a:ext>
              </a:extLst>
            </p:cNvPr>
            <p:cNvGrpSpPr/>
            <p:nvPr/>
          </p:nvGrpSpPr>
          <p:grpSpPr>
            <a:xfrm>
              <a:off x="7003755" y="223512"/>
              <a:ext cx="2501532" cy="631966"/>
              <a:chOff x="720" y="669960"/>
              <a:chExt cx="1162800" cy="293760"/>
            </a:xfrm>
          </p:grpSpPr>
          <p:sp>
            <p:nvSpPr>
              <p:cNvPr id="3470" name="Google Shape;3470;p40">
                <a:extLst>
                  <a:ext uri="{FF2B5EF4-FFF2-40B4-BE49-F238E27FC236}">
                    <a16:creationId xmlns:a16="http://schemas.microsoft.com/office/drawing/2014/main" id="{27F7C97B-9B36-7DD9-4007-559FC60E06C9}"/>
                  </a:ext>
                </a:extLst>
              </p:cNvPr>
              <p:cNvSpPr/>
              <p:nvPr/>
            </p:nvSpPr>
            <p:spPr>
              <a:xfrm>
                <a:off x="720" y="703080"/>
                <a:ext cx="84960" cy="101520"/>
              </a:xfrm>
              <a:custGeom>
                <a:avLst/>
                <a:gdLst/>
                <a:ahLst/>
                <a:cxnLst/>
                <a:rect l="l" t="t" r="r" b="b"/>
                <a:pathLst>
                  <a:path w="236" h="282" extrusionOk="0">
                    <a:moveTo>
                      <a:pt x="109" y="276"/>
                    </a:moveTo>
                    <a:cubicBezTo>
                      <a:pt x="106" y="273"/>
                      <a:pt x="105" y="270"/>
                      <a:pt x="104" y="266"/>
                    </a:cubicBezTo>
                    <a:cubicBezTo>
                      <a:pt x="104" y="263"/>
                      <a:pt x="103" y="260"/>
                      <a:pt x="103" y="258"/>
                    </a:cubicBezTo>
                    <a:cubicBezTo>
                      <a:pt x="102" y="254"/>
                      <a:pt x="102" y="251"/>
                      <a:pt x="101" y="247"/>
                    </a:cubicBezTo>
                    <a:cubicBezTo>
                      <a:pt x="99" y="237"/>
                      <a:pt x="97" y="228"/>
                      <a:pt x="95" y="218"/>
                    </a:cubicBezTo>
                    <a:cubicBezTo>
                      <a:pt x="94" y="214"/>
                      <a:pt x="92" y="209"/>
                      <a:pt x="91" y="204"/>
                    </a:cubicBezTo>
                    <a:cubicBezTo>
                      <a:pt x="89" y="198"/>
                      <a:pt x="88" y="193"/>
                      <a:pt x="86" y="187"/>
                    </a:cubicBezTo>
                    <a:cubicBezTo>
                      <a:pt x="84" y="181"/>
                      <a:pt x="82" y="176"/>
                      <a:pt x="80" y="170"/>
                    </a:cubicBezTo>
                    <a:cubicBezTo>
                      <a:pt x="78" y="165"/>
                      <a:pt x="76" y="160"/>
                      <a:pt x="74" y="155"/>
                    </a:cubicBezTo>
                    <a:cubicBezTo>
                      <a:pt x="73" y="151"/>
                      <a:pt x="71" y="146"/>
                      <a:pt x="68" y="141"/>
                    </a:cubicBezTo>
                    <a:cubicBezTo>
                      <a:pt x="66" y="135"/>
                      <a:pt x="63" y="130"/>
                      <a:pt x="60" y="124"/>
                    </a:cubicBezTo>
                    <a:cubicBezTo>
                      <a:pt x="56" y="116"/>
                      <a:pt x="52" y="108"/>
                      <a:pt x="47" y="100"/>
                    </a:cubicBezTo>
                    <a:cubicBezTo>
                      <a:pt x="42" y="91"/>
                      <a:pt x="37" y="81"/>
                      <a:pt x="32" y="73"/>
                    </a:cubicBezTo>
                    <a:cubicBezTo>
                      <a:pt x="26" y="64"/>
                      <a:pt x="22" y="57"/>
                      <a:pt x="17" y="49"/>
                    </a:cubicBezTo>
                    <a:cubicBezTo>
                      <a:pt x="13" y="39"/>
                      <a:pt x="7" y="29"/>
                      <a:pt x="3" y="20"/>
                    </a:cubicBezTo>
                    <a:cubicBezTo>
                      <a:pt x="0" y="13"/>
                      <a:pt x="4" y="6"/>
                      <a:pt x="10" y="3"/>
                    </a:cubicBezTo>
                    <a:cubicBezTo>
                      <a:pt x="16" y="0"/>
                      <a:pt x="23" y="4"/>
                      <a:pt x="26" y="10"/>
                    </a:cubicBezTo>
                    <a:cubicBezTo>
                      <a:pt x="28" y="15"/>
                      <a:pt x="30" y="21"/>
                      <a:pt x="32" y="25"/>
                    </a:cubicBezTo>
                    <a:cubicBezTo>
                      <a:pt x="35" y="31"/>
                      <a:pt x="38" y="35"/>
                      <a:pt x="40" y="40"/>
                    </a:cubicBezTo>
                    <a:cubicBezTo>
                      <a:pt x="43" y="46"/>
                      <a:pt x="46" y="52"/>
                      <a:pt x="49" y="57"/>
                    </a:cubicBezTo>
                    <a:cubicBezTo>
                      <a:pt x="56" y="68"/>
                      <a:pt x="62" y="80"/>
                      <a:pt x="68" y="91"/>
                    </a:cubicBezTo>
                    <a:cubicBezTo>
                      <a:pt x="72" y="98"/>
                      <a:pt x="75" y="104"/>
                      <a:pt x="78" y="110"/>
                    </a:cubicBezTo>
                    <a:cubicBezTo>
                      <a:pt x="81" y="115"/>
                      <a:pt x="83" y="120"/>
                      <a:pt x="85" y="126"/>
                    </a:cubicBezTo>
                    <a:cubicBezTo>
                      <a:pt x="88" y="131"/>
                      <a:pt x="90" y="136"/>
                      <a:pt x="92" y="141"/>
                    </a:cubicBezTo>
                    <a:cubicBezTo>
                      <a:pt x="95" y="147"/>
                      <a:pt x="97" y="153"/>
                      <a:pt x="99" y="159"/>
                    </a:cubicBezTo>
                    <a:cubicBezTo>
                      <a:pt x="102" y="168"/>
                      <a:pt x="105" y="176"/>
                      <a:pt x="107" y="184"/>
                    </a:cubicBezTo>
                    <a:cubicBezTo>
                      <a:pt x="110" y="193"/>
                      <a:pt x="113" y="202"/>
                      <a:pt x="116" y="211"/>
                    </a:cubicBezTo>
                    <a:cubicBezTo>
                      <a:pt x="117" y="216"/>
                      <a:pt x="119" y="222"/>
                      <a:pt x="120" y="227"/>
                    </a:cubicBezTo>
                    <a:cubicBezTo>
                      <a:pt x="123" y="213"/>
                      <a:pt x="127" y="199"/>
                      <a:pt x="131" y="185"/>
                    </a:cubicBezTo>
                    <a:cubicBezTo>
                      <a:pt x="134" y="177"/>
                      <a:pt x="136" y="170"/>
                      <a:pt x="139" y="163"/>
                    </a:cubicBezTo>
                    <a:cubicBezTo>
                      <a:pt x="141" y="157"/>
                      <a:pt x="143" y="151"/>
                      <a:pt x="145" y="145"/>
                    </a:cubicBezTo>
                    <a:cubicBezTo>
                      <a:pt x="147" y="141"/>
                      <a:pt x="149" y="135"/>
                      <a:pt x="151" y="131"/>
                    </a:cubicBezTo>
                    <a:cubicBezTo>
                      <a:pt x="154" y="124"/>
                      <a:pt x="158" y="117"/>
                      <a:pt x="161" y="110"/>
                    </a:cubicBezTo>
                    <a:cubicBezTo>
                      <a:pt x="162" y="108"/>
                      <a:pt x="163" y="105"/>
                      <a:pt x="164" y="102"/>
                    </a:cubicBezTo>
                    <a:cubicBezTo>
                      <a:pt x="166" y="98"/>
                      <a:pt x="168" y="95"/>
                      <a:pt x="170" y="91"/>
                    </a:cubicBezTo>
                    <a:cubicBezTo>
                      <a:pt x="173" y="84"/>
                      <a:pt x="177" y="78"/>
                      <a:pt x="181" y="72"/>
                    </a:cubicBezTo>
                    <a:cubicBezTo>
                      <a:pt x="184" y="67"/>
                      <a:pt x="188" y="61"/>
                      <a:pt x="191" y="56"/>
                    </a:cubicBezTo>
                    <a:cubicBezTo>
                      <a:pt x="195" y="50"/>
                      <a:pt x="200" y="43"/>
                      <a:pt x="204" y="37"/>
                    </a:cubicBezTo>
                    <a:cubicBezTo>
                      <a:pt x="204" y="37"/>
                      <a:pt x="204" y="36"/>
                      <a:pt x="205" y="36"/>
                    </a:cubicBezTo>
                    <a:lnTo>
                      <a:pt x="205" y="35"/>
                    </a:lnTo>
                    <a:cubicBezTo>
                      <a:pt x="208" y="32"/>
                      <a:pt x="211" y="28"/>
                      <a:pt x="213" y="25"/>
                    </a:cubicBezTo>
                    <a:cubicBezTo>
                      <a:pt x="217" y="20"/>
                      <a:pt x="225" y="19"/>
                      <a:pt x="229" y="23"/>
                    </a:cubicBezTo>
                    <a:cubicBezTo>
                      <a:pt x="235" y="27"/>
                      <a:pt x="235" y="35"/>
                      <a:pt x="231" y="39"/>
                    </a:cubicBezTo>
                    <a:cubicBezTo>
                      <a:pt x="223" y="49"/>
                      <a:pt x="215" y="60"/>
                      <a:pt x="207" y="71"/>
                    </a:cubicBezTo>
                    <a:cubicBezTo>
                      <a:pt x="208" y="70"/>
                      <a:pt x="208" y="70"/>
                      <a:pt x="208" y="70"/>
                    </a:cubicBezTo>
                    <a:cubicBezTo>
                      <a:pt x="205" y="74"/>
                      <a:pt x="202" y="78"/>
                      <a:pt x="199" y="84"/>
                    </a:cubicBezTo>
                    <a:cubicBezTo>
                      <a:pt x="196" y="89"/>
                      <a:pt x="193" y="94"/>
                      <a:pt x="189" y="100"/>
                    </a:cubicBezTo>
                    <a:cubicBezTo>
                      <a:pt x="186" y="106"/>
                      <a:pt x="183" y="111"/>
                      <a:pt x="180" y="117"/>
                    </a:cubicBezTo>
                    <a:cubicBezTo>
                      <a:pt x="177" y="123"/>
                      <a:pt x="175" y="129"/>
                      <a:pt x="172" y="135"/>
                    </a:cubicBezTo>
                    <a:cubicBezTo>
                      <a:pt x="168" y="146"/>
                      <a:pt x="163" y="158"/>
                      <a:pt x="159" y="169"/>
                    </a:cubicBezTo>
                    <a:cubicBezTo>
                      <a:pt x="157" y="177"/>
                      <a:pt x="154" y="186"/>
                      <a:pt x="151" y="195"/>
                    </a:cubicBezTo>
                    <a:cubicBezTo>
                      <a:pt x="149" y="203"/>
                      <a:pt x="147" y="212"/>
                      <a:pt x="145" y="220"/>
                    </a:cubicBezTo>
                    <a:cubicBezTo>
                      <a:pt x="142" y="228"/>
                      <a:pt x="141" y="236"/>
                      <a:pt x="139" y="244"/>
                    </a:cubicBezTo>
                    <a:cubicBezTo>
                      <a:pt x="138" y="248"/>
                      <a:pt x="137" y="252"/>
                      <a:pt x="136" y="255"/>
                    </a:cubicBezTo>
                    <a:cubicBezTo>
                      <a:pt x="135" y="257"/>
                      <a:pt x="135" y="259"/>
                      <a:pt x="135" y="261"/>
                    </a:cubicBezTo>
                    <a:cubicBezTo>
                      <a:pt x="134" y="263"/>
                      <a:pt x="134" y="266"/>
                      <a:pt x="133" y="268"/>
                    </a:cubicBezTo>
                    <a:cubicBezTo>
                      <a:pt x="131" y="271"/>
                      <a:pt x="130" y="273"/>
                      <a:pt x="128" y="275"/>
                    </a:cubicBezTo>
                    <a:cubicBezTo>
                      <a:pt x="127" y="278"/>
                      <a:pt x="124" y="280"/>
                      <a:pt x="120" y="281"/>
                    </a:cubicBezTo>
                    <a:cubicBezTo>
                      <a:pt x="119" y="281"/>
                      <a:pt x="119" y="281"/>
                      <a:pt x="119" y="281"/>
                    </a:cubicBezTo>
                    <a:cubicBezTo>
                      <a:pt x="114" y="281"/>
                      <a:pt x="111" y="279"/>
                      <a:pt x="109" y="2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1" name="Google Shape;3471;p40">
                <a:extLst>
                  <a:ext uri="{FF2B5EF4-FFF2-40B4-BE49-F238E27FC236}">
                    <a16:creationId xmlns:a16="http://schemas.microsoft.com/office/drawing/2014/main" id="{D6DF4C7B-DD27-ED51-F1A9-496E463FC36E}"/>
                  </a:ext>
                </a:extLst>
              </p:cNvPr>
              <p:cNvSpPr/>
              <p:nvPr/>
            </p:nvSpPr>
            <p:spPr>
              <a:xfrm>
                <a:off x="104400" y="728280"/>
                <a:ext cx="1008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28" h="28" extrusionOk="0">
                    <a:moveTo>
                      <a:pt x="0" y="13"/>
                    </a:moveTo>
                    <a:cubicBezTo>
                      <a:pt x="0" y="5"/>
                      <a:pt x="6" y="0"/>
                      <a:pt x="14" y="0"/>
                    </a:cubicBezTo>
                    <a:cubicBezTo>
                      <a:pt x="21" y="0"/>
                      <a:pt x="27" y="6"/>
                      <a:pt x="27" y="14"/>
                    </a:cubicBezTo>
                    <a:cubicBezTo>
                      <a:pt x="27" y="21"/>
                      <a:pt x="21" y="27"/>
                      <a:pt x="13" y="27"/>
                    </a:cubicBezTo>
                    <a:cubicBezTo>
                      <a:pt x="5" y="27"/>
                      <a:pt x="0" y="21"/>
                      <a:pt x="0" y="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2" name="Google Shape;3472;p40">
                <a:extLst>
                  <a:ext uri="{FF2B5EF4-FFF2-40B4-BE49-F238E27FC236}">
                    <a16:creationId xmlns:a16="http://schemas.microsoft.com/office/drawing/2014/main" id="{20A537F8-4618-C3C8-2B69-90AEB5FE6F50}"/>
                  </a:ext>
                </a:extLst>
              </p:cNvPr>
              <p:cNvSpPr/>
              <p:nvPr/>
            </p:nvSpPr>
            <p:spPr>
              <a:xfrm>
                <a:off x="101880" y="763200"/>
                <a:ext cx="1008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28" h="28" extrusionOk="0">
                    <a:moveTo>
                      <a:pt x="0" y="13"/>
                    </a:moveTo>
                    <a:cubicBezTo>
                      <a:pt x="0" y="6"/>
                      <a:pt x="6" y="0"/>
                      <a:pt x="14" y="0"/>
                    </a:cubicBezTo>
                    <a:cubicBezTo>
                      <a:pt x="21" y="0"/>
                      <a:pt x="27" y="6"/>
                      <a:pt x="27" y="13"/>
                    </a:cubicBezTo>
                    <a:cubicBezTo>
                      <a:pt x="27" y="21"/>
                      <a:pt x="21" y="27"/>
                      <a:pt x="13" y="27"/>
                    </a:cubicBezTo>
                    <a:cubicBezTo>
                      <a:pt x="6" y="27"/>
                      <a:pt x="0" y="21"/>
                      <a:pt x="0" y="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3" name="Google Shape;3473;p40">
                <a:extLst>
                  <a:ext uri="{FF2B5EF4-FFF2-40B4-BE49-F238E27FC236}">
                    <a16:creationId xmlns:a16="http://schemas.microsoft.com/office/drawing/2014/main" id="{4C289840-9CB9-9422-ADC6-A40BD5A5018B}"/>
                  </a:ext>
                </a:extLst>
              </p:cNvPr>
              <p:cNvSpPr/>
              <p:nvPr/>
            </p:nvSpPr>
            <p:spPr>
              <a:xfrm>
                <a:off x="187200" y="725040"/>
                <a:ext cx="57600" cy="70920"/>
              </a:xfrm>
              <a:custGeom>
                <a:avLst/>
                <a:gdLst/>
                <a:ahLst/>
                <a:cxnLst/>
                <a:rect l="l" t="t" r="r" b="b"/>
                <a:pathLst>
                  <a:path w="160" h="197" extrusionOk="0">
                    <a:moveTo>
                      <a:pt x="22" y="196"/>
                    </a:moveTo>
                    <a:cubicBezTo>
                      <a:pt x="15" y="195"/>
                      <a:pt x="7" y="192"/>
                      <a:pt x="3" y="185"/>
                    </a:cubicBezTo>
                    <a:cubicBezTo>
                      <a:pt x="1" y="183"/>
                      <a:pt x="0" y="181"/>
                      <a:pt x="0" y="178"/>
                    </a:cubicBezTo>
                    <a:cubicBezTo>
                      <a:pt x="0" y="174"/>
                      <a:pt x="1" y="171"/>
                      <a:pt x="2" y="168"/>
                    </a:cubicBezTo>
                    <a:cubicBezTo>
                      <a:pt x="3" y="165"/>
                      <a:pt x="5" y="162"/>
                      <a:pt x="7" y="160"/>
                    </a:cubicBezTo>
                    <a:cubicBezTo>
                      <a:pt x="8" y="159"/>
                      <a:pt x="10" y="158"/>
                      <a:pt x="11" y="156"/>
                    </a:cubicBezTo>
                    <a:cubicBezTo>
                      <a:pt x="20" y="147"/>
                      <a:pt x="29" y="139"/>
                      <a:pt x="38" y="130"/>
                    </a:cubicBezTo>
                    <a:cubicBezTo>
                      <a:pt x="47" y="120"/>
                      <a:pt x="57" y="112"/>
                      <a:pt x="67" y="102"/>
                    </a:cubicBezTo>
                    <a:cubicBezTo>
                      <a:pt x="79" y="91"/>
                      <a:pt x="91" y="80"/>
                      <a:pt x="102" y="67"/>
                    </a:cubicBezTo>
                    <a:cubicBezTo>
                      <a:pt x="102" y="67"/>
                      <a:pt x="102" y="68"/>
                      <a:pt x="102" y="69"/>
                    </a:cubicBezTo>
                    <a:cubicBezTo>
                      <a:pt x="106" y="63"/>
                      <a:pt x="111" y="58"/>
                      <a:pt x="115" y="52"/>
                    </a:cubicBezTo>
                    <a:cubicBezTo>
                      <a:pt x="117" y="49"/>
                      <a:pt x="119" y="47"/>
                      <a:pt x="120" y="44"/>
                    </a:cubicBezTo>
                    <a:cubicBezTo>
                      <a:pt x="121" y="42"/>
                      <a:pt x="121" y="41"/>
                      <a:pt x="122" y="40"/>
                    </a:cubicBezTo>
                    <a:cubicBezTo>
                      <a:pt x="122" y="39"/>
                      <a:pt x="123" y="38"/>
                      <a:pt x="123" y="37"/>
                    </a:cubicBezTo>
                    <a:lnTo>
                      <a:pt x="123" y="36"/>
                    </a:lnTo>
                    <a:cubicBezTo>
                      <a:pt x="123" y="35"/>
                      <a:pt x="123" y="35"/>
                      <a:pt x="123" y="35"/>
                    </a:cubicBezTo>
                    <a:cubicBezTo>
                      <a:pt x="123" y="34"/>
                      <a:pt x="123" y="34"/>
                      <a:pt x="123" y="34"/>
                    </a:cubicBezTo>
                    <a:lnTo>
                      <a:pt x="123" y="33"/>
                    </a:lnTo>
                    <a:lnTo>
                      <a:pt x="122" y="33"/>
                    </a:lnTo>
                    <a:lnTo>
                      <a:pt x="121" y="33"/>
                    </a:lnTo>
                    <a:cubicBezTo>
                      <a:pt x="121" y="32"/>
                      <a:pt x="120" y="31"/>
                      <a:pt x="120" y="31"/>
                    </a:cubicBezTo>
                    <a:lnTo>
                      <a:pt x="121" y="31"/>
                    </a:lnTo>
                    <a:cubicBezTo>
                      <a:pt x="120" y="31"/>
                      <a:pt x="120" y="31"/>
                      <a:pt x="119" y="31"/>
                    </a:cubicBezTo>
                    <a:cubicBezTo>
                      <a:pt x="117" y="30"/>
                      <a:pt x="116" y="30"/>
                      <a:pt x="114" y="30"/>
                    </a:cubicBezTo>
                    <a:cubicBezTo>
                      <a:pt x="100" y="27"/>
                      <a:pt x="86" y="26"/>
                      <a:pt x="73" y="24"/>
                    </a:cubicBezTo>
                    <a:cubicBezTo>
                      <a:pt x="65" y="24"/>
                      <a:pt x="57" y="24"/>
                      <a:pt x="50" y="24"/>
                    </a:cubicBezTo>
                    <a:cubicBezTo>
                      <a:pt x="47" y="29"/>
                      <a:pt x="41" y="33"/>
                      <a:pt x="35" y="30"/>
                    </a:cubicBezTo>
                    <a:cubicBezTo>
                      <a:pt x="32" y="29"/>
                      <a:pt x="28" y="28"/>
                      <a:pt x="24" y="26"/>
                    </a:cubicBezTo>
                    <a:cubicBezTo>
                      <a:pt x="19" y="23"/>
                      <a:pt x="17" y="16"/>
                      <a:pt x="19" y="10"/>
                    </a:cubicBezTo>
                    <a:cubicBezTo>
                      <a:pt x="22" y="4"/>
                      <a:pt x="28" y="2"/>
                      <a:pt x="34" y="1"/>
                    </a:cubicBezTo>
                    <a:cubicBezTo>
                      <a:pt x="40" y="0"/>
                      <a:pt x="47" y="0"/>
                      <a:pt x="53" y="0"/>
                    </a:cubicBezTo>
                    <a:cubicBezTo>
                      <a:pt x="67" y="0"/>
                      <a:pt x="81" y="1"/>
                      <a:pt x="94" y="3"/>
                    </a:cubicBezTo>
                    <a:cubicBezTo>
                      <a:pt x="100" y="3"/>
                      <a:pt x="107" y="5"/>
                      <a:pt x="113" y="5"/>
                    </a:cubicBezTo>
                    <a:cubicBezTo>
                      <a:pt x="120" y="6"/>
                      <a:pt x="126" y="7"/>
                      <a:pt x="132" y="10"/>
                    </a:cubicBezTo>
                    <a:cubicBezTo>
                      <a:pt x="135" y="12"/>
                      <a:pt x="138" y="14"/>
                      <a:pt x="140" y="17"/>
                    </a:cubicBezTo>
                    <a:cubicBezTo>
                      <a:pt x="143" y="20"/>
                      <a:pt x="145" y="24"/>
                      <a:pt x="146" y="27"/>
                    </a:cubicBezTo>
                    <a:cubicBezTo>
                      <a:pt x="148" y="34"/>
                      <a:pt x="146" y="42"/>
                      <a:pt x="144" y="49"/>
                    </a:cubicBezTo>
                    <a:cubicBezTo>
                      <a:pt x="141" y="56"/>
                      <a:pt x="136" y="64"/>
                      <a:pt x="130" y="70"/>
                    </a:cubicBezTo>
                    <a:cubicBezTo>
                      <a:pt x="123" y="80"/>
                      <a:pt x="114" y="88"/>
                      <a:pt x="105" y="97"/>
                    </a:cubicBezTo>
                    <a:cubicBezTo>
                      <a:pt x="84" y="118"/>
                      <a:pt x="60" y="139"/>
                      <a:pt x="39" y="161"/>
                    </a:cubicBezTo>
                    <a:cubicBezTo>
                      <a:pt x="40" y="161"/>
                      <a:pt x="40" y="160"/>
                      <a:pt x="40" y="160"/>
                    </a:cubicBezTo>
                    <a:cubicBezTo>
                      <a:pt x="37" y="164"/>
                      <a:pt x="33" y="168"/>
                      <a:pt x="30" y="172"/>
                    </a:cubicBezTo>
                    <a:cubicBezTo>
                      <a:pt x="36" y="172"/>
                      <a:pt x="43" y="172"/>
                      <a:pt x="49" y="172"/>
                    </a:cubicBezTo>
                    <a:cubicBezTo>
                      <a:pt x="65" y="171"/>
                      <a:pt x="81" y="169"/>
                      <a:pt x="96" y="168"/>
                    </a:cubicBezTo>
                    <a:cubicBezTo>
                      <a:pt x="113" y="167"/>
                      <a:pt x="130" y="164"/>
                      <a:pt x="147" y="164"/>
                    </a:cubicBezTo>
                    <a:cubicBezTo>
                      <a:pt x="153" y="165"/>
                      <a:pt x="159" y="170"/>
                      <a:pt x="159" y="177"/>
                    </a:cubicBezTo>
                    <a:cubicBezTo>
                      <a:pt x="159" y="183"/>
                      <a:pt x="153" y="189"/>
                      <a:pt x="147" y="189"/>
                    </a:cubicBezTo>
                    <a:cubicBezTo>
                      <a:pt x="139" y="189"/>
                      <a:pt x="131" y="189"/>
                      <a:pt x="124" y="189"/>
                    </a:cubicBezTo>
                    <a:cubicBezTo>
                      <a:pt x="123" y="189"/>
                      <a:pt x="123" y="189"/>
                      <a:pt x="122" y="189"/>
                    </a:cubicBezTo>
                    <a:cubicBezTo>
                      <a:pt x="121" y="189"/>
                      <a:pt x="121" y="189"/>
                      <a:pt x="120" y="189"/>
                    </a:cubicBezTo>
                    <a:cubicBezTo>
                      <a:pt x="119" y="189"/>
                      <a:pt x="117" y="189"/>
                      <a:pt x="116" y="189"/>
                    </a:cubicBezTo>
                    <a:lnTo>
                      <a:pt x="117" y="189"/>
                    </a:lnTo>
                    <a:cubicBezTo>
                      <a:pt x="105" y="190"/>
                      <a:pt x="92" y="192"/>
                      <a:pt x="79" y="193"/>
                    </a:cubicBezTo>
                    <a:cubicBezTo>
                      <a:pt x="66" y="194"/>
                      <a:pt x="52" y="195"/>
                      <a:pt x="38" y="196"/>
                    </a:cubicBezTo>
                    <a:cubicBezTo>
                      <a:pt x="36" y="196"/>
                      <a:pt x="34" y="196"/>
                      <a:pt x="32" y="196"/>
                    </a:cubicBezTo>
                    <a:cubicBezTo>
                      <a:pt x="28" y="196"/>
                      <a:pt x="25" y="196"/>
                      <a:pt x="22" y="1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4" name="Google Shape;3474;p40">
                <a:extLst>
                  <a:ext uri="{FF2B5EF4-FFF2-40B4-BE49-F238E27FC236}">
                    <a16:creationId xmlns:a16="http://schemas.microsoft.com/office/drawing/2014/main" id="{272AA165-9D5B-E649-16F8-CB7FB6E684F1}"/>
                  </a:ext>
                </a:extLst>
              </p:cNvPr>
              <p:cNvSpPr/>
              <p:nvPr/>
            </p:nvSpPr>
            <p:spPr>
              <a:xfrm>
                <a:off x="191880" y="747360"/>
                <a:ext cx="60120" cy="1548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43" extrusionOk="0">
                    <a:moveTo>
                      <a:pt x="1" y="36"/>
                    </a:moveTo>
                    <a:cubicBezTo>
                      <a:pt x="0" y="32"/>
                      <a:pt x="0" y="26"/>
                      <a:pt x="1" y="22"/>
                    </a:cubicBezTo>
                    <a:cubicBezTo>
                      <a:pt x="5" y="17"/>
                      <a:pt x="11" y="15"/>
                      <a:pt x="17" y="14"/>
                    </a:cubicBezTo>
                    <a:cubicBezTo>
                      <a:pt x="26" y="12"/>
                      <a:pt x="36" y="11"/>
                      <a:pt x="46" y="10"/>
                    </a:cubicBezTo>
                    <a:cubicBezTo>
                      <a:pt x="57" y="8"/>
                      <a:pt x="69" y="7"/>
                      <a:pt x="81" y="6"/>
                    </a:cubicBezTo>
                    <a:cubicBezTo>
                      <a:pt x="105" y="4"/>
                      <a:pt x="129" y="3"/>
                      <a:pt x="153" y="1"/>
                    </a:cubicBezTo>
                    <a:cubicBezTo>
                      <a:pt x="159" y="0"/>
                      <a:pt x="165" y="4"/>
                      <a:pt x="165" y="10"/>
                    </a:cubicBezTo>
                    <a:cubicBezTo>
                      <a:pt x="166" y="15"/>
                      <a:pt x="162" y="21"/>
                      <a:pt x="156" y="22"/>
                    </a:cubicBezTo>
                    <a:cubicBezTo>
                      <a:pt x="135" y="24"/>
                      <a:pt x="114" y="26"/>
                      <a:pt x="94" y="28"/>
                    </a:cubicBezTo>
                    <a:cubicBezTo>
                      <a:pt x="73" y="30"/>
                      <a:pt x="52" y="32"/>
                      <a:pt x="32" y="36"/>
                    </a:cubicBezTo>
                    <a:cubicBezTo>
                      <a:pt x="31" y="36"/>
                      <a:pt x="31" y="36"/>
                      <a:pt x="31" y="36"/>
                    </a:cubicBezTo>
                    <a:cubicBezTo>
                      <a:pt x="28" y="36"/>
                      <a:pt x="25" y="37"/>
                      <a:pt x="22" y="38"/>
                    </a:cubicBezTo>
                    <a:cubicBezTo>
                      <a:pt x="21" y="39"/>
                      <a:pt x="21" y="39"/>
                      <a:pt x="20" y="40"/>
                    </a:cubicBezTo>
                    <a:cubicBezTo>
                      <a:pt x="18" y="42"/>
                      <a:pt x="15" y="42"/>
                      <a:pt x="12" y="42"/>
                    </a:cubicBezTo>
                    <a:cubicBezTo>
                      <a:pt x="8" y="42"/>
                      <a:pt x="4" y="40"/>
                      <a:pt x="1" y="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5" name="Google Shape;3475;p40">
                <a:extLst>
                  <a:ext uri="{FF2B5EF4-FFF2-40B4-BE49-F238E27FC236}">
                    <a16:creationId xmlns:a16="http://schemas.microsoft.com/office/drawing/2014/main" id="{6013D1D8-377D-CA35-831E-A45D8EF9B09F}"/>
                  </a:ext>
                </a:extLst>
              </p:cNvPr>
              <p:cNvSpPr/>
              <p:nvPr/>
            </p:nvSpPr>
            <p:spPr>
              <a:xfrm>
                <a:off x="271800" y="745200"/>
                <a:ext cx="29880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83" h="40" extrusionOk="0">
                    <a:moveTo>
                      <a:pt x="66" y="39"/>
                    </a:moveTo>
                    <a:cubicBezTo>
                      <a:pt x="56" y="37"/>
                      <a:pt x="45" y="34"/>
                      <a:pt x="35" y="31"/>
                    </a:cubicBezTo>
                    <a:cubicBezTo>
                      <a:pt x="30" y="30"/>
                      <a:pt x="26" y="29"/>
                      <a:pt x="20" y="28"/>
                    </a:cubicBezTo>
                    <a:cubicBezTo>
                      <a:pt x="18" y="27"/>
                      <a:pt x="16" y="26"/>
                      <a:pt x="13" y="25"/>
                    </a:cubicBezTo>
                    <a:cubicBezTo>
                      <a:pt x="10" y="24"/>
                      <a:pt x="6" y="23"/>
                      <a:pt x="5" y="19"/>
                    </a:cubicBezTo>
                    <a:cubicBezTo>
                      <a:pt x="0" y="12"/>
                      <a:pt x="5" y="3"/>
                      <a:pt x="12" y="1"/>
                    </a:cubicBezTo>
                    <a:cubicBezTo>
                      <a:pt x="16" y="0"/>
                      <a:pt x="19" y="0"/>
                      <a:pt x="22" y="2"/>
                    </a:cubicBezTo>
                    <a:lnTo>
                      <a:pt x="23" y="3"/>
                    </a:lnTo>
                    <a:cubicBezTo>
                      <a:pt x="40" y="9"/>
                      <a:pt x="56" y="13"/>
                      <a:pt x="73" y="17"/>
                    </a:cubicBezTo>
                    <a:cubicBezTo>
                      <a:pt x="79" y="18"/>
                      <a:pt x="82" y="25"/>
                      <a:pt x="81" y="31"/>
                    </a:cubicBezTo>
                    <a:cubicBezTo>
                      <a:pt x="80" y="34"/>
                      <a:pt x="78" y="37"/>
                      <a:pt x="75" y="38"/>
                    </a:cubicBezTo>
                    <a:cubicBezTo>
                      <a:pt x="73" y="39"/>
                      <a:pt x="72" y="39"/>
                      <a:pt x="70" y="39"/>
                    </a:cubicBezTo>
                    <a:cubicBezTo>
                      <a:pt x="69" y="39"/>
                      <a:pt x="68" y="39"/>
                      <a:pt x="66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6" name="Google Shape;3476;p40">
                <a:extLst>
                  <a:ext uri="{FF2B5EF4-FFF2-40B4-BE49-F238E27FC236}">
                    <a16:creationId xmlns:a16="http://schemas.microsoft.com/office/drawing/2014/main" id="{7465A3E0-792C-BC84-C228-D6C55A13A105}"/>
                  </a:ext>
                </a:extLst>
              </p:cNvPr>
              <p:cNvSpPr/>
              <p:nvPr/>
            </p:nvSpPr>
            <p:spPr>
              <a:xfrm>
                <a:off x="274680" y="758880"/>
                <a:ext cx="44640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40" extrusionOk="0">
                    <a:moveTo>
                      <a:pt x="12" y="39"/>
                    </a:moveTo>
                    <a:cubicBezTo>
                      <a:pt x="5" y="38"/>
                      <a:pt x="0" y="32"/>
                      <a:pt x="1" y="24"/>
                    </a:cubicBezTo>
                    <a:cubicBezTo>
                      <a:pt x="2" y="17"/>
                      <a:pt x="10" y="12"/>
                      <a:pt x="17" y="14"/>
                    </a:cubicBezTo>
                    <a:cubicBezTo>
                      <a:pt x="17" y="14"/>
                      <a:pt x="18" y="14"/>
                      <a:pt x="19" y="15"/>
                    </a:cubicBezTo>
                    <a:cubicBezTo>
                      <a:pt x="20" y="15"/>
                      <a:pt x="21" y="15"/>
                      <a:pt x="22" y="15"/>
                    </a:cubicBezTo>
                    <a:cubicBezTo>
                      <a:pt x="39" y="14"/>
                      <a:pt x="55" y="11"/>
                      <a:pt x="71" y="8"/>
                    </a:cubicBezTo>
                    <a:cubicBezTo>
                      <a:pt x="84" y="6"/>
                      <a:pt x="98" y="3"/>
                      <a:pt x="110" y="1"/>
                    </a:cubicBezTo>
                    <a:cubicBezTo>
                      <a:pt x="116" y="0"/>
                      <a:pt x="121" y="4"/>
                      <a:pt x="122" y="9"/>
                    </a:cubicBezTo>
                    <a:cubicBezTo>
                      <a:pt x="123" y="14"/>
                      <a:pt x="120" y="20"/>
                      <a:pt x="114" y="22"/>
                    </a:cubicBezTo>
                    <a:cubicBezTo>
                      <a:pt x="100" y="25"/>
                      <a:pt x="85" y="28"/>
                      <a:pt x="70" y="31"/>
                    </a:cubicBezTo>
                    <a:cubicBezTo>
                      <a:pt x="60" y="33"/>
                      <a:pt x="49" y="35"/>
                      <a:pt x="39" y="37"/>
                    </a:cubicBezTo>
                    <a:cubicBezTo>
                      <a:pt x="32" y="38"/>
                      <a:pt x="25" y="39"/>
                      <a:pt x="18" y="39"/>
                    </a:cubicBezTo>
                    <a:cubicBezTo>
                      <a:pt x="17" y="39"/>
                      <a:pt x="15" y="39"/>
                      <a:pt x="12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7" name="Google Shape;3477;p40">
                <a:extLst>
                  <a:ext uri="{FF2B5EF4-FFF2-40B4-BE49-F238E27FC236}">
                    <a16:creationId xmlns:a16="http://schemas.microsoft.com/office/drawing/2014/main" id="{96BD883D-4329-138C-BBCB-67C3B8350A54}"/>
                  </a:ext>
                </a:extLst>
              </p:cNvPr>
              <p:cNvSpPr/>
              <p:nvPr/>
            </p:nvSpPr>
            <p:spPr>
              <a:xfrm>
                <a:off x="342720" y="707760"/>
                <a:ext cx="34920" cy="81720"/>
              </a:xfrm>
              <a:custGeom>
                <a:avLst/>
                <a:gdLst/>
                <a:ahLst/>
                <a:cxnLst/>
                <a:rect l="l" t="t" r="r" b="b"/>
                <a:pathLst>
                  <a:path w="97" h="227" extrusionOk="0">
                    <a:moveTo>
                      <a:pt x="38" y="226"/>
                    </a:moveTo>
                    <a:cubicBezTo>
                      <a:pt x="32" y="226"/>
                      <a:pt x="27" y="220"/>
                      <a:pt x="26" y="214"/>
                    </a:cubicBezTo>
                    <a:cubicBezTo>
                      <a:pt x="26" y="206"/>
                      <a:pt x="29" y="198"/>
                      <a:pt x="31" y="191"/>
                    </a:cubicBezTo>
                    <a:cubicBezTo>
                      <a:pt x="32" y="185"/>
                      <a:pt x="33" y="180"/>
                      <a:pt x="34" y="174"/>
                    </a:cubicBezTo>
                    <a:cubicBezTo>
                      <a:pt x="38" y="158"/>
                      <a:pt x="41" y="142"/>
                      <a:pt x="44" y="127"/>
                    </a:cubicBezTo>
                    <a:cubicBezTo>
                      <a:pt x="46" y="114"/>
                      <a:pt x="48" y="100"/>
                      <a:pt x="51" y="87"/>
                    </a:cubicBezTo>
                    <a:cubicBezTo>
                      <a:pt x="48" y="92"/>
                      <a:pt x="45" y="96"/>
                      <a:pt x="42" y="101"/>
                    </a:cubicBezTo>
                    <a:cubicBezTo>
                      <a:pt x="39" y="104"/>
                      <a:pt x="36" y="108"/>
                      <a:pt x="33" y="112"/>
                    </a:cubicBezTo>
                    <a:cubicBezTo>
                      <a:pt x="29" y="117"/>
                      <a:pt x="25" y="122"/>
                      <a:pt x="20" y="125"/>
                    </a:cubicBezTo>
                    <a:cubicBezTo>
                      <a:pt x="16" y="129"/>
                      <a:pt x="10" y="129"/>
                      <a:pt x="6" y="126"/>
                    </a:cubicBezTo>
                    <a:cubicBezTo>
                      <a:pt x="2" y="124"/>
                      <a:pt x="0" y="120"/>
                      <a:pt x="1" y="115"/>
                    </a:cubicBezTo>
                    <a:cubicBezTo>
                      <a:pt x="1" y="111"/>
                      <a:pt x="3" y="107"/>
                      <a:pt x="7" y="104"/>
                    </a:cubicBezTo>
                    <a:cubicBezTo>
                      <a:pt x="9" y="103"/>
                      <a:pt x="10" y="101"/>
                      <a:pt x="12" y="99"/>
                    </a:cubicBezTo>
                    <a:cubicBezTo>
                      <a:pt x="15" y="96"/>
                      <a:pt x="17" y="93"/>
                      <a:pt x="20" y="90"/>
                    </a:cubicBezTo>
                    <a:cubicBezTo>
                      <a:pt x="23" y="86"/>
                      <a:pt x="26" y="82"/>
                      <a:pt x="29" y="79"/>
                    </a:cubicBezTo>
                    <a:cubicBezTo>
                      <a:pt x="35" y="70"/>
                      <a:pt x="41" y="61"/>
                      <a:pt x="47" y="52"/>
                    </a:cubicBezTo>
                    <a:cubicBezTo>
                      <a:pt x="52" y="43"/>
                      <a:pt x="57" y="34"/>
                      <a:pt x="62" y="25"/>
                    </a:cubicBezTo>
                    <a:cubicBezTo>
                      <a:pt x="64" y="22"/>
                      <a:pt x="65" y="19"/>
                      <a:pt x="67" y="15"/>
                    </a:cubicBezTo>
                    <a:cubicBezTo>
                      <a:pt x="68" y="13"/>
                      <a:pt x="69" y="11"/>
                      <a:pt x="70" y="9"/>
                    </a:cubicBezTo>
                    <a:cubicBezTo>
                      <a:pt x="72" y="5"/>
                      <a:pt x="75" y="3"/>
                      <a:pt x="79" y="2"/>
                    </a:cubicBezTo>
                    <a:cubicBezTo>
                      <a:pt x="87" y="0"/>
                      <a:pt x="96" y="8"/>
                      <a:pt x="93" y="17"/>
                    </a:cubicBezTo>
                    <a:cubicBezTo>
                      <a:pt x="89" y="28"/>
                      <a:pt x="86" y="39"/>
                      <a:pt x="83" y="50"/>
                    </a:cubicBezTo>
                    <a:cubicBezTo>
                      <a:pt x="80" y="61"/>
                      <a:pt x="77" y="73"/>
                      <a:pt x="75" y="84"/>
                    </a:cubicBezTo>
                    <a:cubicBezTo>
                      <a:pt x="70" y="106"/>
                      <a:pt x="66" y="127"/>
                      <a:pt x="62" y="149"/>
                    </a:cubicBezTo>
                    <a:cubicBezTo>
                      <a:pt x="60" y="159"/>
                      <a:pt x="58" y="168"/>
                      <a:pt x="57" y="178"/>
                    </a:cubicBezTo>
                    <a:cubicBezTo>
                      <a:pt x="55" y="184"/>
                      <a:pt x="54" y="189"/>
                      <a:pt x="54" y="195"/>
                    </a:cubicBezTo>
                    <a:cubicBezTo>
                      <a:pt x="52" y="201"/>
                      <a:pt x="51" y="206"/>
                      <a:pt x="51" y="212"/>
                    </a:cubicBezTo>
                    <a:cubicBezTo>
                      <a:pt x="51" y="212"/>
                      <a:pt x="51" y="213"/>
                      <a:pt x="51" y="214"/>
                    </a:cubicBezTo>
                    <a:cubicBezTo>
                      <a:pt x="51" y="221"/>
                      <a:pt x="45" y="226"/>
                      <a:pt x="38" y="2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8" name="Google Shape;3478;p40">
                <a:extLst>
                  <a:ext uri="{FF2B5EF4-FFF2-40B4-BE49-F238E27FC236}">
                    <a16:creationId xmlns:a16="http://schemas.microsoft.com/office/drawing/2014/main" id="{2E576408-9C70-E44A-71A2-C46AFCFA412C}"/>
                  </a:ext>
                </a:extLst>
              </p:cNvPr>
              <p:cNvSpPr/>
              <p:nvPr/>
            </p:nvSpPr>
            <p:spPr>
              <a:xfrm>
                <a:off x="386280" y="703800"/>
                <a:ext cx="55080" cy="7560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210" extrusionOk="0">
                    <a:moveTo>
                      <a:pt x="23" y="154"/>
                    </a:moveTo>
                    <a:cubicBezTo>
                      <a:pt x="23" y="156"/>
                      <a:pt x="23" y="158"/>
                      <a:pt x="23" y="160"/>
                    </a:cubicBezTo>
                    <a:cubicBezTo>
                      <a:pt x="24" y="150"/>
                      <a:pt x="25" y="141"/>
                      <a:pt x="26" y="132"/>
                    </a:cubicBezTo>
                    <a:cubicBezTo>
                      <a:pt x="28" y="126"/>
                      <a:pt x="28" y="121"/>
                      <a:pt x="29" y="115"/>
                    </a:cubicBezTo>
                    <a:cubicBezTo>
                      <a:pt x="28" y="117"/>
                      <a:pt x="28" y="119"/>
                      <a:pt x="27" y="121"/>
                    </a:cubicBezTo>
                    <a:cubicBezTo>
                      <a:pt x="25" y="129"/>
                      <a:pt x="25" y="136"/>
                      <a:pt x="23" y="143"/>
                    </a:cubicBezTo>
                    <a:cubicBezTo>
                      <a:pt x="23" y="147"/>
                      <a:pt x="23" y="150"/>
                      <a:pt x="23" y="154"/>
                    </a:cubicBezTo>
                    <a:moveTo>
                      <a:pt x="49" y="125"/>
                    </a:moveTo>
                    <a:cubicBezTo>
                      <a:pt x="49" y="131"/>
                      <a:pt x="47" y="138"/>
                      <a:pt x="47" y="145"/>
                    </a:cubicBezTo>
                    <a:cubicBezTo>
                      <a:pt x="45" y="157"/>
                      <a:pt x="44" y="169"/>
                      <a:pt x="42" y="182"/>
                    </a:cubicBezTo>
                    <a:cubicBezTo>
                      <a:pt x="42" y="182"/>
                      <a:pt x="42" y="183"/>
                      <a:pt x="42" y="184"/>
                    </a:cubicBezTo>
                    <a:cubicBezTo>
                      <a:pt x="42" y="184"/>
                      <a:pt x="43" y="184"/>
                      <a:pt x="44" y="183"/>
                    </a:cubicBezTo>
                    <a:cubicBezTo>
                      <a:pt x="46" y="182"/>
                      <a:pt x="47" y="182"/>
                      <a:pt x="49" y="181"/>
                    </a:cubicBezTo>
                    <a:cubicBezTo>
                      <a:pt x="51" y="179"/>
                      <a:pt x="53" y="177"/>
                      <a:pt x="56" y="175"/>
                    </a:cubicBezTo>
                    <a:cubicBezTo>
                      <a:pt x="61" y="171"/>
                      <a:pt x="65" y="166"/>
                      <a:pt x="71" y="161"/>
                    </a:cubicBezTo>
                    <a:cubicBezTo>
                      <a:pt x="78" y="152"/>
                      <a:pt x="85" y="143"/>
                      <a:pt x="92" y="134"/>
                    </a:cubicBezTo>
                    <a:cubicBezTo>
                      <a:pt x="96" y="128"/>
                      <a:pt x="100" y="122"/>
                      <a:pt x="104" y="117"/>
                    </a:cubicBezTo>
                    <a:cubicBezTo>
                      <a:pt x="106" y="114"/>
                      <a:pt x="107" y="111"/>
                      <a:pt x="109" y="108"/>
                    </a:cubicBezTo>
                    <a:cubicBezTo>
                      <a:pt x="111" y="104"/>
                      <a:pt x="113" y="101"/>
                      <a:pt x="114" y="98"/>
                    </a:cubicBezTo>
                    <a:cubicBezTo>
                      <a:pt x="118" y="90"/>
                      <a:pt x="122" y="83"/>
                      <a:pt x="125" y="75"/>
                    </a:cubicBezTo>
                    <a:cubicBezTo>
                      <a:pt x="126" y="71"/>
                      <a:pt x="127" y="68"/>
                      <a:pt x="128" y="64"/>
                    </a:cubicBezTo>
                    <a:cubicBezTo>
                      <a:pt x="128" y="61"/>
                      <a:pt x="129" y="58"/>
                      <a:pt x="129" y="55"/>
                    </a:cubicBezTo>
                    <a:cubicBezTo>
                      <a:pt x="129" y="53"/>
                      <a:pt x="130" y="51"/>
                      <a:pt x="129" y="49"/>
                    </a:cubicBezTo>
                    <a:cubicBezTo>
                      <a:pt x="129" y="47"/>
                      <a:pt x="129" y="45"/>
                      <a:pt x="128" y="44"/>
                    </a:cubicBezTo>
                    <a:cubicBezTo>
                      <a:pt x="128" y="43"/>
                      <a:pt x="128" y="43"/>
                      <a:pt x="128" y="41"/>
                    </a:cubicBezTo>
                    <a:cubicBezTo>
                      <a:pt x="127" y="40"/>
                      <a:pt x="127" y="38"/>
                      <a:pt x="126" y="37"/>
                    </a:cubicBezTo>
                    <a:cubicBezTo>
                      <a:pt x="125" y="36"/>
                      <a:pt x="125" y="34"/>
                      <a:pt x="124" y="33"/>
                    </a:cubicBezTo>
                    <a:cubicBezTo>
                      <a:pt x="123" y="32"/>
                      <a:pt x="123" y="31"/>
                      <a:pt x="122" y="30"/>
                    </a:cubicBezTo>
                    <a:cubicBezTo>
                      <a:pt x="122" y="30"/>
                      <a:pt x="121" y="30"/>
                      <a:pt x="121" y="29"/>
                    </a:cubicBezTo>
                    <a:cubicBezTo>
                      <a:pt x="121" y="29"/>
                      <a:pt x="120" y="29"/>
                      <a:pt x="120" y="28"/>
                    </a:cubicBezTo>
                    <a:cubicBezTo>
                      <a:pt x="119" y="27"/>
                      <a:pt x="118" y="27"/>
                      <a:pt x="118" y="27"/>
                    </a:cubicBezTo>
                    <a:cubicBezTo>
                      <a:pt x="117" y="27"/>
                      <a:pt x="117" y="27"/>
                      <a:pt x="117" y="26"/>
                    </a:cubicBezTo>
                    <a:lnTo>
                      <a:pt x="117" y="27"/>
                    </a:lnTo>
                    <a:lnTo>
                      <a:pt x="118" y="27"/>
                    </a:lnTo>
                    <a:lnTo>
                      <a:pt x="117" y="27"/>
                    </a:lnTo>
                    <a:cubicBezTo>
                      <a:pt x="117" y="26"/>
                      <a:pt x="117" y="26"/>
                      <a:pt x="117" y="26"/>
                    </a:cubicBezTo>
                    <a:lnTo>
                      <a:pt x="117" y="27"/>
                    </a:lnTo>
                    <a:cubicBezTo>
                      <a:pt x="117" y="26"/>
                      <a:pt x="116" y="26"/>
                      <a:pt x="116" y="26"/>
                    </a:cubicBezTo>
                    <a:cubicBezTo>
                      <a:pt x="114" y="26"/>
                      <a:pt x="114" y="26"/>
                      <a:pt x="113" y="26"/>
                    </a:cubicBezTo>
                    <a:cubicBezTo>
                      <a:pt x="112" y="26"/>
                      <a:pt x="111" y="26"/>
                      <a:pt x="110" y="26"/>
                    </a:cubicBezTo>
                    <a:cubicBezTo>
                      <a:pt x="109" y="26"/>
                      <a:pt x="108" y="26"/>
                      <a:pt x="107" y="26"/>
                    </a:cubicBezTo>
                    <a:cubicBezTo>
                      <a:pt x="106" y="26"/>
                      <a:pt x="104" y="27"/>
                      <a:pt x="103" y="27"/>
                    </a:cubicBezTo>
                    <a:cubicBezTo>
                      <a:pt x="101" y="28"/>
                      <a:pt x="99" y="29"/>
                      <a:pt x="96" y="30"/>
                    </a:cubicBezTo>
                    <a:cubicBezTo>
                      <a:pt x="94" y="31"/>
                      <a:pt x="92" y="32"/>
                      <a:pt x="90" y="33"/>
                    </a:cubicBezTo>
                    <a:cubicBezTo>
                      <a:pt x="87" y="36"/>
                      <a:pt x="84" y="37"/>
                      <a:pt x="81" y="40"/>
                    </a:cubicBezTo>
                    <a:cubicBezTo>
                      <a:pt x="79" y="41"/>
                      <a:pt x="77" y="43"/>
                      <a:pt x="75" y="45"/>
                    </a:cubicBezTo>
                    <a:cubicBezTo>
                      <a:pt x="72" y="49"/>
                      <a:pt x="68" y="54"/>
                      <a:pt x="65" y="58"/>
                    </a:cubicBezTo>
                    <a:cubicBezTo>
                      <a:pt x="64" y="59"/>
                      <a:pt x="63" y="61"/>
                      <a:pt x="62" y="63"/>
                    </a:cubicBezTo>
                    <a:cubicBezTo>
                      <a:pt x="61" y="65"/>
                      <a:pt x="60" y="67"/>
                      <a:pt x="60" y="69"/>
                    </a:cubicBezTo>
                    <a:cubicBezTo>
                      <a:pt x="57" y="76"/>
                      <a:pt x="56" y="83"/>
                      <a:pt x="54" y="89"/>
                    </a:cubicBezTo>
                    <a:lnTo>
                      <a:pt x="54" y="88"/>
                    </a:lnTo>
                    <a:cubicBezTo>
                      <a:pt x="52" y="100"/>
                      <a:pt x="51" y="112"/>
                      <a:pt x="49" y="125"/>
                    </a:cubicBezTo>
                    <a:moveTo>
                      <a:pt x="18" y="206"/>
                    </a:moveTo>
                    <a:cubicBezTo>
                      <a:pt x="4" y="199"/>
                      <a:pt x="1" y="182"/>
                      <a:pt x="0" y="168"/>
                    </a:cubicBezTo>
                    <a:cubicBezTo>
                      <a:pt x="0" y="161"/>
                      <a:pt x="0" y="154"/>
                      <a:pt x="0" y="147"/>
                    </a:cubicBezTo>
                    <a:cubicBezTo>
                      <a:pt x="1" y="135"/>
                      <a:pt x="3" y="123"/>
                      <a:pt x="5" y="111"/>
                    </a:cubicBezTo>
                    <a:cubicBezTo>
                      <a:pt x="8" y="100"/>
                      <a:pt x="12" y="89"/>
                      <a:pt x="18" y="78"/>
                    </a:cubicBezTo>
                    <a:cubicBezTo>
                      <a:pt x="23" y="68"/>
                      <a:pt x="30" y="58"/>
                      <a:pt x="39" y="51"/>
                    </a:cubicBezTo>
                    <a:cubicBezTo>
                      <a:pt x="41" y="49"/>
                      <a:pt x="43" y="48"/>
                      <a:pt x="46" y="47"/>
                    </a:cubicBezTo>
                    <a:cubicBezTo>
                      <a:pt x="47" y="45"/>
                      <a:pt x="49" y="43"/>
                      <a:pt x="50" y="41"/>
                    </a:cubicBezTo>
                    <a:cubicBezTo>
                      <a:pt x="53" y="37"/>
                      <a:pt x="56" y="34"/>
                      <a:pt x="58" y="31"/>
                    </a:cubicBezTo>
                    <a:cubicBezTo>
                      <a:pt x="64" y="25"/>
                      <a:pt x="70" y="19"/>
                      <a:pt x="77" y="15"/>
                    </a:cubicBezTo>
                    <a:cubicBezTo>
                      <a:pt x="89" y="6"/>
                      <a:pt x="105" y="0"/>
                      <a:pt x="120" y="4"/>
                    </a:cubicBezTo>
                    <a:cubicBezTo>
                      <a:pt x="128" y="5"/>
                      <a:pt x="134" y="9"/>
                      <a:pt x="139" y="15"/>
                    </a:cubicBezTo>
                    <a:cubicBezTo>
                      <a:pt x="144" y="20"/>
                      <a:pt x="148" y="28"/>
                      <a:pt x="150" y="35"/>
                    </a:cubicBezTo>
                    <a:cubicBezTo>
                      <a:pt x="152" y="42"/>
                      <a:pt x="152" y="50"/>
                      <a:pt x="151" y="57"/>
                    </a:cubicBezTo>
                    <a:cubicBezTo>
                      <a:pt x="151" y="66"/>
                      <a:pt x="148" y="75"/>
                      <a:pt x="145" y="83"/>
                    </a:cubicBezTo>
                    <a:cubicBezTo>
                      <a:pt x="141" y="94"/>
                      <a:pt x="135" y="105"/>
                      <a:pt x="130" y="115"/>
                    </a:cubicBezTo>
                    <a:cubicBezTo>
                      <a:pt x="127" y="121"/>
                      <a:pt x="124" y="126"/>
                      <a:pt x="121" y="131"/>
                    </a:cubicBezTo>
                    <a:cubicBezTo>
                      <a:pt x="117" y="137"/>
                      <a:pt x="113" y="143"/>
                      <a:pt x="109" y="148"/>
                    </a:cubicBezTo>
                    <a:cubicBezTo>
                      <a:pt x="105" y="154"/>
                      <a:pt x="100" y="160"/>
                      <a:pt x="96" y="165"/>
                    </a:cubicBezTo>
                    <a:cubicBezTo>
                      <a:pt x="92" y="171"/>
                      <a:pt x="86" y="177"/>
                      <a:pt x="81" y="182"/>
                    </a:cubicBezTo>
                    <a:cubicBezTo>
                      <a:pt x="75" y="189"/>
                      <a:pt x="68" y="195"/>
                      <a:pt x="61" y="199"/>
                    </a:cubicBezTo>
                    <a:cubicBezTo>
                      <a:pt x="54" y="205"/>
                      <a:pt x="43" y="209"/>
                      <a:pt x="33" y="209"/>
                    </a:cubicBezTo>
                    <a:cubicBezTo>
                      <a:pt x="28" y="209"/>
                      <a:pt x="23" y="209"/>
                      <a:pt x="18" y="20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9" name="Google Shape;3479;p40">
                <a:extLst>
                  <a:ext uri="{FF2B5EF4-FFF2-40B4-BE49-F238E27FC236}">
                    <a16:creationId xmlns:a16="http://schemas.microsoft.com/office/drawing/2014/main" id="{89C45F7D-80D5-E2BB-F743-B42244396EB3}"/>
                  </a:ext>
                </a:extLst>
              </p:cNvPr>
              <p:cNvSpPr/>
              <p:nvPr/>
            </p:nvSpPr>
            <p:spPr>
              <a:xfrm>
                <a:off x="461520" y="687600"/>
                <a:ext cx="39960" cy="115560"/>
              </a:xfrm>
              <a:custGeom>
                <a:avLst/>
                <a:gdLst/>
                <a:ahLst/>
                <a:cxnLst/>
                <a:rect l="l" t="t" r="r" b="b"/>
                <a:pathLst>
                  <a:path w="111" h="321" extrusionOk="0">
                    <a:moveTo>
                      <a:pt x="32" y="314"/>
                    </a:moveTo>
                    <a:cubicBezTo>
                      <a:pt x="28" y="307"/>
                      <a:pt x="24" y="301"/>
                      <a:pt x="21" y="294"/>
                    </a:cubicBezTo>
                    <a:cubicBezTo>
                      <a:pt x="17" y="286"/>
                      <a:pt x="13" y="277"/>
                      <a:pt x="10" y="269"/>
                    </a:cubicBezTo>
                    <a:cubicBezTo>
                      <a:pt x="4" y="252"/>
                      <a:pt x="2" y="235"/>
                      <a:pt x="1" y="218"/>
                    </a:cubicBezTo>
                    <a:cubicBezTo>
                      <a:pt x="0" y="200"/>
                      <a:pt x="0" y="181"/>
                      <a:pt x="3" y="164"/>
                    </a:cubicBezTo>
                    <a:cubicBezTo>
                      <a:pt x="5" y="146"/>
                      <a:pt x="10" y="129"/>
                      <a:pt x="16" y="112"/>
                    </a:cubicBezTo>
                    <a:cubicBezTo>
                      <a:pt x="22" y="96"/>
                      <a:pt x="30" y="80"/>
                      <a:pt x="38" y="65"/>
                    </a:cubicBezTo>
                    <a:cubicBezTo>
                      <a:pt x="48" y="49"/>
                      <a:pt x="59" y="33"/>
                      <a:pt x="72" y="19"/>
                    </a:cubicBezTo>
                    <a:cubicBezTo>
                      <a:pt x="77" y="14"/>
                      <a:pt x="82" y="9"/>
                      <a:pt x="87" y="4"/>
                    </a:cubicBezTo>
                    <a:cubicBezTo>
                      <a:pt x="92" y="0"/>
                      <a:pt x="100" y="0"/>
                      <a:pt x="105" y="4"/>
                    </a:cubicBezTo>
                    <a:cubicBezTo>
                      <a:pt x="110" y="10"/>
                      <a:pt x="109" y="19"/>
                      <a:pt x="103" y="23"/>
                    </a:cubicBezTo>
                    <a:cubicBezTo>
                      <a:pt x="102" y="24"/>
                      <a:pt x="101" y="25"/>
                      <a:pt x="99" y="26"/>
                    </a:cubicBezTo>
                    <a:cubicBezTo>
                      <a:pt x="93" y="32"/>
                      <a:pt x="87" y="38"/>
                      <a:pt x="81" y="44"/>
                    </a:cubicBezTo>
                    <a:lnTo>
                      <a:pt x="82" y="44"/>
                    </a:lnTo>
                    <a:cubicBezTo>
                      <a:pt x="77" y="50"/>
                      <a:pt x="72" y="56"/>
                      <a:pt x="67" y="62"/>
                    </a:cubicBezTo>
                    <a:cubicBezTo>
                      <a:pt x="60" y="72"/>
                      <a:pt x="54" y="83"/>
                      <a:pt x="48" y="95"/>
                    </a:cubicBezTo>
                    <a:cubicBezTo>
                      <a:pt x="43" y="105"/>
                      <a:pt x="38" y="116"/>
                      <a:pt x="34" y="127"/>
                    </a:cubicBezTo>
                    <a:cubicBezTo>
                      <a:pt x="31" y="136"/>
                      <a:pt x="28" y="145"/>
                      <a:pt x="26" y="155"/>
                    </a:cubicBezTo>
                    <a:cubicBezTo>
                      <a:pt x="24" y="164"/>
                      <a:pt x="23" y="173"/>
                      <a:pt x="22" y="182"/>
                    </a:cubicBezTo>
                    <a:cubicBezTo>
                      <a:pt x="21" y="192"/>
                      <a:pt x="21" y="203"/>
                      <a:pt x="22" y="213"/>
                    </a:cubicBezTo>
                    <a:cubicBezTo>
                      <a:pt x="22" y="214"/>
                      <a:pt x="22" y="214"/>
                      <a:pt x="22" y="215"/>
                    </a:cubicBezTo>
                    <a:lnTo>
                      <a:pt x="22" y="214"/>
                    </a:lnTo>
                    <a:cubicBezTo>
                      <a:pt x="23" y="224"/>
                      <a:pt x="24" y="233"/>
                      <a:pt x="25" y="243"/>
                    </a:cubicBezTo>
                    <a:cubicBezTo>
                      <a:pt x="26" y="248"/>
                      <a:pt x="27" y="252"/>
                      <a:pt x="29" y="257"/>
                    </a:cubicBezTo>
                    <a:cubicBezTo>
                      <a:pt x="32" y="266"/>
                      <a:pt x="36" y="275"/>
                      <a:pt x="41" y="284"/>
                    </a:cubicBezTo>
                    <a:cubicBezTo>
                      <a:pt x="40" y="283"/>
                      <a:pt x="40" y="283"/>
                      <a:pt x="40" y="283"/>
                    </a:cubicBezTo>
                    <a:cubicBezTo>
                      <a:pt x="43" y="290"/>
                      <a:pt x="47" y="297"/>
                      <a:pt x="51" y="304"/>
                    </a:cubicBezTo>
                    <a:cubicBezTo>
                      <a:pt x="54" y="309"/>
                      <a:pt x="52" y="315"/>
                      <a:pt x="46" y="318"/>
                    </a:cubicBezTo>
                    <a:cubicBezTo>
                      <a:pt x="45" y="319"/>
                      <a:pt x="43" y="320"/>
                      <a:pt x="41" y="320"/>
                    </a:cubicBezTo>
                    <a:cubicBezTo>
                      <a:pt x="38" y="320"/>
                      <a:pt x="34" y="318"/>
                      <a:pt x="32" y="3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0" name="Google Shape;3480;p40">
                <a:extLst>
                  <a:ext uri="{FF2B5EF4-FFF2-40B4-BE49-F238E27FC236}">
                    <a16:creationId xmlns:a16="http://schemas.microsoft.com/office/drawing/2014/main" id="{687D5614-00CB-C13D-F8B2-008EF5DF3AA7}"/>
                  </a:ext>
                </a:extLst>
              </p:cNvPr>
              <p:cNvSpPr/>
              <p:nvPr/>
            </p:nvSpPr>
            <p:spPr>
              <a:xfrm>
                <a:off x="502920" y="718560"/>
                <a:ext cx="29520" cy="51840"/>
              </a:xfrm>
              <a:custGeom>
                <a:avLst/>
                <a:gdLst/>
                <a:ahLst/>
                <a:cxnLst/>
                <a:rect l="l" t="t" r="r" b="b"/>
                <a:pathLst>
                  <a:path w="82" h="144" extrusionOk="0">
                    <a:moveTo>
                      <a:pt x="60" y="140"/>
                    </a:moveTo>
                    <a:cubicBezTo>
                      <a:pt x="53" y="132"/>
                      <a:pt x="46" y="123"/>
                      <a:pt x="39" y="114"/>
                    </a:cubicBezTo>
                    <a:cubicBezTo>
                      <a:pt x="34" y="106"/>
                      <a:pt x="29" y="98"/>
                      <a:pt x="24" y="90"/>
                    </a:cubicBezTo>
                    <a:cubicBezTo>
                      <a:pt x="19" y="83"/>
                      <a:pt x="15" y="75"/>
                      <a:pt x="11" y="67"/>
                    </a:cubicBezTo>
                    <a:cubicBezTo>
                      <a:pt x="5" y="56"/>
                      <a:pt x="1" y="45"/>
                      <a:pt x="0" y="32"/>
                    </a:cubicBezTo>
                    <a:cubicBezTo>
                      <a:pt x="0" y="27"/>
                      <a:pt x="0" y="21"/>
                      <a:pt x="2" y="16"/>
                    </a:cubicBezTo>
                    <a:cubicBezTo>
                      <a:pt x="3" y="13"/>
                      <a:pt x="4" y="10"/>
                      <a:pt x="6" y="8"/>
                    </a:cubicBezTo>
                    <a:cubicBezTo>
                      <a:pt x="9" y="2"/>
                      <a:pt x="17" y="0"/>
                      <a:pt x="23" y="3"/>
                    </a:cubicBezTo>
                    <a:cubicBezTo>
                      <a:pt x="29" y="7"/>
                      <a:pt x="31" y="15"/>
                      <a:pt x="27" y="21"/>
                    </a:cubicBezTo>
                    <a:cubicBezTo>
                      <a:pt x="26" y="22"/>
                      <a:pt x="26" y="23"/>
                      <a:pt x="25" y="25"/>
                    </a:cubicBezTo>
                    <a:lnTo>
                      <a:pt x="25" y="26"/>
                    </a:lnTo>
                    <a:cubicBezTo>
                      <a:pt x="25" y="28"/>
                      <a:pt x="25" y="30"/>
                      <a:pt x="25" y="32"/>
                    </a:cubicBezTo>
                    <a:cubicBezTo>
                      <a:pt x="25" y="34"/>
                      <a:pt x="25" y="36"/>
                      <a:pt x="25" y="38"/>
                    </a:cubicBezTo>
                    <a:cubicBezTo>
                      <a:pt x="26" y="41"/>
                      <a:pt x="26" y="44"/>
                      <a:pt x="27" y="46"/>
                    </a:cubicBezTo>
                    <a:cubicBezTo>
                      <a:pt x="29" y="50"/>
                      <a:pt x="30" y="53"/>
                      <a:pt x="32" y="56"/>
                    </a:cubicBezTo>
                    <a:cubicBezTo>
                      <a:pt x="35" y="63"/>
                      <a:pt x="39" y="70"/>
                      <a:pt x="42" y="76"/>
                    </a:cubicBezTo>
                    <a:cubicBezTo>
                      <a:pt x="46" y="82"/>
                      <a:pt x="49" y="88"/>
                      <a:pt x="53" y="94"/>
                    </a:cubicBezTo>
                    <a:cubicBezTo>
                      <a:pt x="57" y="100"/>
                      <a:pt x="61" y="106"/>
                      <a:pt x="67" y="112"/>
                    </a:cubicBezTo>
                    <a:cubicBezTo>
                      <a:pt x="70" y="116"/>
                      <a:pt x="73" y="120"/>
                      <a:pt x="76" y="123"/>
                    </a:cubicBezTo>
                    <a:cubicBezTo>
                      <a:pt x="81" y="128"/>
                      <a:pt x="81" y="136"/>
                      <a:pt x="76" y="140"/>
                    </a:cubicBezTo>
                    <a:cubicBezTo>
                      <a:pt x="74" y="142"/>
                      <a:pt x="71" y="143"/>
                      <a:pt x="68" y="143"/>
                    </a:cubicBezTo>
                    <a:cubicBezTo>
                      <a:pt x="65" y="143"/>
                      <a:pt x="62" y="142"/>
                      <a:pt x="60" y="1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1" name="Google Shape;3481;p40">
                <a:extLst>
                  <a:ext uri="{FF2B5EF4-FFF2-40B4-BE49-F238E27FC236}">
                    <a16:creationId xmlns:a16="http://schemas.microsoft.com/office/drawing/2014/main" id="{649B6100-906C-EFDB-A52F-AC3C266F49E8}"/>
                  </a:ext>
                </a:extLst>
              </p:cNvPr>
              <p:cNvSpPr/>
              <p:nvPr/>
            </p:nvSpPr>
            <p:spPr>
              <a:xfrm>
                <a:off x="501840" y="724680"/>
                <a:ext cx="57600" cy="55440"/>
              </a:xfrm>
              <a:custGeom>
                <a:avLst/>
                <a:gdLst/>
                <a:ahLst/>
                <a:cxnLst/>
                <a:rect l="l" t="t" r="r" b="b"/>
                <a:pathLst>
                  <a:path w="160" h="154" extrusionOk="0">
                    <a:moveTo>
                      <a:pt x="8" y="151"/>
                    </a:moveTo>
                    <a:cubicBezTo>
                      <a:pt x="2" y="148"/>
                      <a:pt x="0" y="140"/>
                      <a:pt x="4" y="135"/>
                    </a:cubicBezTo>
                    <a:cubicBezTo>
                      <a:pt x="11" y="124"/>
                      <a:pt x="18" y="113"/>
                      <a:pt x="26" y="103"/>
                    </a:cubicBezTo>
                    <a:cubicBezTo>
                      <a:pt x="33" y="93"/>
                      <a:pt x="40" y="83"/>
                      <a:pt x="47" y="74"/>
                    </a:cubicBezTo>
                    <a:cubicBezTo>
                      <a:pt x="55" y="64"/>
                      <a:pt x="63" y="54"/>
                      <a:pt x="71" y="44"/>
                    </a:cubicBezTo>
                    <a:cubicBezTo>
                      <a:pt x="82" y="32"/>
                      <a:pt x="93" y="21"/>
                      <a:pt x="106" y="12"/>
                    </a:cubicBezTo>
                    <a:cubicBezTo>
                      <a:pt x="113" y="8"/>
                      <a:pt x="119" y="4"/>
                      <a:pt x="126" y="3"/>
                    </a:cubicBezTo>
                    <a:cubicBezTo>
                      <a:pt x="133" y="1"/>
                      <a:pt x="140" y="0"/>
                      <a:pt x="147" y="1"/>
                    </a:cubicBezTo>
                    <a:cubicBezTo>
                      <a:pt x="154" y="2"/>
                      <a:pt x="159" y="8"/>
                      <a:pt x="158" y="15"/>
                    </a:cubicBezTo>
                    <a:cubicBezTo>
                      <a:pt x="157" y="22"/>
                      <a:pt x="151" y="27"/>
                      <a:pt x="144" y="26"/>
                    </a:cubicBezTo>
                    <a:cubicBezTo>
                      <a:pt x="142" y="26"/>
                      <a:pt x="141" y="25"/>
                      <a:pt x="139" y="25"/>
                    </a:cubicBezTo>
                    <a:cubicBezTo>
                      <a:pt x="138" y="25"/>
                      <a:pt x="138" y="25"/>
                      <a:pt x="137" y="25"/>
                    </a:cubicBezTo>
                    <a:cubicBezTo>
                      <a:pt x="135" y="25"/>
                      <a:pt x="133" y="26"/>
                      <a:pt x="131" y="26"/>
                    </a:cubicBezTo>
                    <a:lnTo>
                      <a:pt x="130" y="27"/>
                    </a:lnTo>
                    <a:cubicBezTo>
                      <a:pt x="128" y="27"/>
                      <a:pt x="127" y="27"/>
                      <a:pt x="126" y="28"/>
                    </a:cubicBezTo>
                    <a:cubicBezTo>
                      <a:pt x="125" y="28"/>
                      <a:pt x="124" y="29"/>
                      <a:pt x="122" y="30"/>
                    </a:cubicBezTo>
                    <a:cubicBezTo>
                      <a:pt x="117" y="34"/>
                      <a:pt x="113" y="37"/>
                      <a:pt x="108" y="41"/>
                    </a:cubicBezTo>
                    <a:cubicBezTo>
                      <a:pt x="101" y="47"/>
                      <a:pt x="94" y="53"/>
                      <a:pt x="88" y="60"/>
                    </a:cubicBezTo>
                    <a:cubicBezTo>
                      <a:pt x="81" y="68"/>
                      <a:pt x="74" y="75"/>
                      <a:pt x="68" y="83"/>
                    </a:cubicBezTo>
                    <a:cubicBezTo>
                      <a:pt x="61" y="92"/>
                      <a:pt x="55" y="101"/>
                      <a:pt x="49" y="109"/>
                    </a:cubicBezTo>
                    <a:cubicBezTo>
                      <a:pt x="40" y="121"/>
                      <a:pt x="32" y="134"/>
                      <a:pt x="24" y="147"/>
                    </a:cubicBezTo>
                    <a:cubicBezTo>
                      <a:pt x="22" y="151"/>
                      <a:pt x="18" y="153"/>
                      <a:pt x="14" y="153"/>
                    </a:cubicBezTo>
                    <a:cubicBezTo>
                      <a:pt x="11" y="153"/>
                      <a:pt x="10" y="152"/>
                      <a:pt x="8" y="1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2" name="Google Shape;3482;p40">
                <a:extLst>
                  <a:ext uri="{FF2B5EF4-FFF2-40B4-BE49-F238E27FC236}">
                    <a16:creationId xmlns:a16="http://schemas.microsoft.com/office/drawing/2014/main" id="{F61C908A-E478-4A65-08F3-E0C929F364D0}"/>
                  </a:ext>
                </a:extLst>
              </p:cNvPr>
              <p:cNvSpPr/>
              <p:nvPr/>
            </p:nvSpPr>
            <p:spPr>
              <a:xfrm>
                <a:off x="563400" y="737640"/>
                <a:ext cx="43560" cy="1476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41" extrusionOk="0">
                    <a:moveTo>
                      <a:pt x="105" y="40"/>
                    </a:moveTo>
                    <a:cubicBezTo>
                      <a:pt x="89" y="38"/>
                      <a:pt x="73" y="37"/>
                      <a:pt x="56" y="34"/>
                    </a:cubicBezTo>
                    <a:cubicBezTo>
                      <a:pt x="49" y="33"/>
                      <a:pt x="42" y="32"/>
                      <a:pt x="34" y="31"/>
                    </a:cubicBezTo>
                    <a:cubicBezTo>
                      <a:pt x="27" y="29"/>
                      <a:pt x="19" y="28"/>
                      <a:pt x="12" y="27"/>
                    </a:cubicBezTo>
                    <a:cubicBezTo>
                      <a:pt x="5" y="25"/>
                      <a:pt x="0" y="20"/>
                      <a:pt x="0" y="14"/>
                    </a:cubicBezTo>
                    <a:cubicBezTo>
                      <a:pt x="0" y="7"/>
                      <a:pt x="7" y="0"/>
                      <a:pt x="15" y="2"/>
                    </a:cubicBezTo>
                    <a:cubicBezTo>
                      <a:pt x="21" y="3"/>
                      <a:pt x="27" y="4"/>
                      <a:pt x="33" y="6"/>
                    </a:cubicBezTo>
                    <a:cubicBezTo>
                      <a:pt x="58" y="10"/>
                      <a:pt x="83" y="14"/>
                      <a:pt x="109" y="16"/>
                    </a:cubicBezTo>
                    <a:cubicBezTo>
                      <a:pt x="115" y="17"/>
                      <a:pt x="120" y="24"/>
                      <a:pt x="119" y="30"/>
                    </a:cubicBezTo>
                    <a:cubicBezTo>
                      <a:pt x="118" y="36"/>
                      <a:pt x="112" y="40"/>
                      <a:pt x="107" y="40"/>
                    </a:cubicBezTo>
                    <a:cubicBezTo>
                      <a:pt x="106" y="40"/>
                      <a:pt x="106" y="40"/>
                      <a:pt x="105" y="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3" name="Google Shape;3483;p40">
                <a:extLst>
                  <a:ext uri="{FF2B5EF4-FFF2-40B4-BE49-F238E27FC236}">
                    <a16:creationId xmlns:a16="http://schemas.microsoft.com/office/drawing/2014/main" id="{A55EFCAE-5DD3-A637-04B5-98EABE9C0B74}"/>
                  </a:ext>
                </a:extLst>
              </p:cNvPr>
              <p:cNvSpPr/>
              <p:nvPr/>
            </p:nvSpPr>
            <p:spPr>
              <a:xfrm>
                <a:off x="583560" y="721080"/>
                <a:ext cx="19080" cy="39240"/>
              </a:xfrm>
              <a:custGeom>
                <a:avLst/>
                <a:gdLst/>
                <a:ahLst/>
                <a:cxnLst/>
                <a:rect l="l" t="t" r="r" b="b"/>
                <a:pathLst>
                  <a:path w="53" h="109" extrusionOk="0">
                    <a:moveTo>
                      <a:pt x="12" y="108"/>
                    </a:moveTo>
                    <a:cubicBezTo>
                      <a:pt x="6" y="108"/>
                      <a:pt x="0" y="103"/>
                      <a:pt x="1" y="97"/>
                    </a:cubicBezTo>
                    <a:cubicBezTo>
                      <a:pt x="2" y="81"/>
                      <a:pt x="3" y="66"/>
                      <a:pt x="6" y="51"/>
                    </a:cubicBezTo>
                    <a:cubicBezTo>
                      <a:pt x="8" y="39"/>
                      <a:pt x="13" y="27"/>
                      <a:pt x="18" y="17"/>
                    </a:cubicBezTo>
                    <a:cubicBezTo>
                      <a:pt x="23" y="9"/>
                      <a:pt x="30" y="0"/>
                      <a:pt x="39" y="2"/>
                    </a:cubicBezTo>
                    <a:cubicBezTo>
                      <a:pt x="47" y="3"/>
                      <a:pt x="52" y="11"/>
                      <a:pt x="50" y="18"/>
                    </a:cubicBezTo>
                    <a:cubicBezTo>
                      <a:pt x="49" y="23"/>
                      <a:pt x="45" y="25"/>
                      <a:pt x="41" y="27"/>
                    </a:cubicBezTo>
                    <a:cubicBezTo>
                      <a:pt x="41" y="27"/>
                      <a:pt x="40" y="28"/>
                      <a:pt x="39" y="29"/>
                    </a:cubicBezTo>
                    <a:cubicBezTo>
                      <a:pt x="40" y="28"/>
                      <a:pt x="40" y="28"/>
                      <a:pt x="41" y="27"/>
                    </a:cubicBezTo>
                    <a:cubicBezTo>
                      <a:pt x="39" y="30"/>
                      <a:pt x="38" y="31"/>
                      <a:pt x="37" y="33"/>
                    </a:cubicBezTo>
                    <a:cubicBezTo>
                      <a:pt x="35" y="37"/>
                      <a:pt x="34" y="41"/>
                      <a:pt x="32" y="44"/>
                    </a:cubicBezTo>
                    <a:cubicBezTo>
                      <a:pt x="31" y="49"/>
                      <a:pt x="30" y="53"/>
                      <a:pt x="28" y="58"/>
                    </a:cubicBezTo>
                    <a:cubicBezTo>
                      <a:pt x="26" y="69"/>
                      <a:pt x="25" y="80"/>
                      <a:pt x="24" y="91"/>
                    </a:cubicBezTo>
                    <a:lnTo>
                      <a:pt x="24" y="90"/>
                    </a:lnTo>
                    <a:cubicBezTo>
                      <a:pt x="24" y="92"/>
                      <a:pt x="24" y="95"/>
                      <a:pt x="24" y="97"/>
                    </a:cubicBezTo>
                    <a:cubicBezTo>
                      <a:pt x="23" y="103"/>
                      <a:pt x="19" y="108"/>
                      <a:pt x="12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4" name="Google Shape;3484;p40">
                <a:extLst>
                  <a:ext uri="{FF2B5EF4-FFF2-40B4-BE49-F238E27FC236}">
                    <a16:creationId xmlns:a16="http://schemas.microsoft.com/office/drawing/2014/main" id="{87B6D277-F244-09D8-5C37-27FD41277662}"/>
                  </a:ext>
                </a:extLst>
              </p:cNvPr>
              <p:cNvSpPr/>
              <p:nvPr/>
            </p:nvSpPr>
            <p:spPr>
              <a:xfrm>
                <a:off x="636120" y="708480"/>
                <a:ext cx="38160" cy="76320"/>
              </a:xfrm>
              <a:custGeom>
                <a:avLst/>
                <a:gdLst/>
                <a:ahLst/>
                <a:cxnLst/>
                <a:rect l="l" t="t" r="r" b="b"/>
                <a:pathLst>
                  <a:path w="106" h="212" extrusionOk="0">
                    <a:moveTo>
                      <a:pt x="16" y="202"/>
                    </a:moveTo>
                    <a:cubicBezTo>
                      <a:pt x="14" y="195"/>
                      <a:pt x="18" y="188"/>
                      <a:pt x="25" y="186"/>
                    </a:cubicBezTo>
                    <a:cubicBezTo>
                      <a:pt x="26" y="186"/>
                      <a:pt x="27" y="186"/>
                      <a:pt x="28" y="186"/>
                    </a:cubicBezTo>
                    <a:cubicBezTo>
                      <a:pt x="29" y="185"/>
                      <a:pt x="30" y="185"/>
                      <a:pt x="31" y="185"/>
                    </a:cubicBezTo>
                    <a:cubicBezTo>
                      <a:pt x="34" y="183"/>
                      <a:pt x="37" y="182"/>
                      <a:pt x="40" y="181"/>
                    </a:cubicBezTo>
                    <a:cubicBezTo>
                      <a:pt x="46" y="178"/>
                      <a:pt x="51" y="175"/>
                      <a:pt x="57" y="172"/>
                    </a:cubicBezTo>
                    <a:cubicBezTo>
                      <a:pt x="60" y="170"/>
                      <a:pt x="61" y="169"/>
                      <a:pt x="63" y="168"/>
                    </a:cubicBezTo>
                    <a:cubicBezTo>
                      <a:pt x="64" y="166"/>
                      <a:pt x="65" y="165"/>
                      <a:pt x="67" y="164"/>
                    </a:cubicBezTo>
                    <a:cubicBezTo>
                      <a:pt x="68" y="163"/>
                      <a:pt x="69" y="161"/>
                      <a:pt x="70" y="160"/>
                    </a:cubicBezTo>
                    <a:cubicBezTo>
                      <a:pt x="72" y="157"/>
                      <a:pt x="74" y="153"/>
                      <a:pt x="76" y="150"/>
                    </a:cubicBezTo>
                    <a:cubicBezTo>
                      <a:pt x="77" y="148"/>
                      <a:pt x="78" y="146"/>
                      <a:pt x="79" y="144"/>
                    </a:cubicBezTo>
                    <a:cubicBezTo>
                      <a:pt x="79" y="142"/>
                      <a:pt x="80" y="140"/>
                      <a:pt x="81" y="139"/>
                    </a:cubicBezTo>
                    <a:cubicBezTo>
                      <a:pt x="81" y="137"/>
                      <a:pt x="81" y="136"/>
                      <a:pt x="81" y="134"/>
                    </a:cubicBezTo>
                    <a:cubicBezTo>
                      <a:pt x="81" y="133"/>
                      <a:pt x="81" y="132"/>
                      <a:pt x="81" y="130"/>
                    </a:cubicBezTo>
                    <a:cubicBezTo>
                      <a:pt x="81" y="130"/>
                      <a:pt x="81" y="131"/>
                      <a:pt x="81" y="132"/>
                    </a:cubicBezTo>
                    <a:cubicBezTo>
                      <a:pt x="81" y="127"/>
                      <a:pt x="80" y="122"/>
                      <a:pt x="79" y="118"/>
                    </a:cubicBezTo>
                    <a:cubicBezTo>
                      <a:pt x="79" y="115"/>
                      <a:pt x="78" y="112"/>
                      <a:pt x="77" y="109"/>
                    </a:cubicBezTo>
                    <a:cubicBezTo>
                      <a:pt x="76" y="108"/>
                      <a:pt x="76" y="106"/>
                      <a:pt x="75" y="105"/>
                    </a:cubicBezTo>
                    <a:cubicBezTo>
                      <a:pt x="75" y="104"/>
                      <a:pt x="74" y="102"/>
                      <a:pt x="73" y="101"/>
                    </a:cubicBezTo>
                    <a:cubicBezTo>
                      <a:pt x="73" y="100"/>
                      <a:pt x="72" y="99"/>
                      <a:pt x="72" y="99"/>
                    </a:cubicBezTo>
                    <a:cubicBezTo>
                      <a:pt x="71" y="98"/>
                      <a:pt x="71" y="98"/>
                      <a:pt x="70" y="97"/>
                    </a:cubicBezTo>
                    <a:cubicBezTo>
                      <a:pt x="70" y="97"/>
                      <a:pt x="69" y="97"/>
                      <a:pt x="69" y="96"/>
                    </a:cubicBezTo>
                    <a:cubicBezTo>
                      <a:pt x="69" y="97"/>
                      <a:pt x="69" y="97"/>
                      <a:pt x="69" y="97"/>
                    </a:cubicBezTo>
                    <a:lnTo>
                      <a:pt x="70" y="97"/>
                    </a:lnTo>
                    <a:lnTo>
                      <a:pt x="69" y="97"/>
                    </a:lnTo>
                    <a:cubicBezTo>
                      <a:pt x="70" y="97"/>
                      <a:pt x="70" y="97"/>
                      <a:pt x="71" y="97"/>
                    </a:cubicBezTo>
                    <a:cubicBezTo>
                      <a:pt x="70" y="97"/>
                      <a:pt x="70" y="97"/>
                      <a:pt x="69" y="97"/>
                    </a:cubicBezTo>
                    <a:cubicBezTo>
                      <a:pt x="69" y="96"/>
                      <a:pt x="68" y="95"/>
                      <a:pt x="68" y="95"/>
                    </a:cubicBezTo>
                    <a:cubicBezTo>
                      <a:pt x="66" y="94"/>
                      <a:pt x="64" y="94"/>
                      <a:pt x="63" y="93"/>
                    </a:cubicBezTo>
                    <a:cubicBezTo>
                      <a:pt x="61" y="93"/>
                      <a:pt x="60" y="92"/>
                      <a:pt x="58" y="92"/>
                    </a:cubicBezTo>
                    <a:cubicBezTo>
                      <a:pt x="56" y="91"/>
                      <a:pt x="54" y="91"/>
                      <a:pt x="52" y="91"/>
                    </a:cubicBezTo>
                    <a:cubicBezTo>
                      <a:pt x="51" y="91"/>
                      <a:pt x="50" y="91"/>
                      <a:pt x="49" y="91"/>
                    </a:cubicBezTo>
                    <a:cubicBezTo>
                      <a:pt x="48" y="91"/>
                      <a:pt x="47" y="91"/>
                      <a:pt x="46" y="91"/>
                    </a:cubicBezTo>
                    <a:cubicBezTo>
                      <a:pt x="45" y="91"/>
                      <a:pt x="44" y="91"/>
                      <a:pt x="44" y="92"/>
                    </a:cubicBezTo>
                    <a:cubicBezTo>
                      <a:pt x="43" y="92"/>
                      <a:pt x="43" y="92"/>
                      <a:pt x="43" y="92"/>
                    </a:cubicBezTo>
                    <a:cubicBezTo>
                      <a:pt x="41" y="94"/>
                      <a:pt x="40" y="95"/>
                      <a:pt x="39" y="97"/>
                    </a:cubicBezTo>
                    <a:cubicBezTo>
                      <a:pt x="36" y="99"/>
                      <a:pt x="34" y="102"/>
                      <a:pt x="30" y="105"/>
                    </a:cubicBezTo>
                    <a:cubicBezTo>
                      <a:pt x="26" y="108"/>
                      <a:pt x="20" y="109"/>
                      <a:pt x="15" y="106"/>
                    </a:cubicBezTo>
                    <a:cubicBezTo>
                      <a:pt x="9" y="103"/>
                      <a:pt x="7" y="96"/>
                      <a:pt x="9" y="90"/>
                    </a:cubicBezTo>
                    <a:cubicBezTo>
                      <a:pt x="11" y="84"/>
                      <a:pt x="15" y="81"/>
                      <a:pt x="19" y="77"/>
                    </a:cubicBezTo>
                    <a:cubicBezTo>
                      <a:pt x="21" y="76"/>
                      <a:pt x="24" y="74"/>
                      <a:pt x="27" y="73"/>
                    </a:cubicBezTo>
                    <a:cubicBezTo>
                      <a:pt x="31" y="69"/>
                      <a:pt x="34" y="64"/>
                      <a:pt x="37" y="59"/>
                    </a:cubicBezTo>
                    <a:lnTo>
                      <a:pt x="37" y="60"/>
                    </a:lnTo>
                    <a:cubicBezTo>
                      <a:pt x="38" y="58"/>
                      <a:pt x="39" y="56"/>
                      <a:pt x="40" y="54"/>
                    </a:cubicBezTo>
                    <a:cubicBezTo>
                      <a:pt x="44" y="48"/>
                      <a:pt x="47" y="42"/>
                      <a:pt x="49" y="35"/>
                    </a:cubicBezTo>
                    <a:cubicBezTo>
                      <a:pt x="50" y="34"/>
                      <a:pt x="50" y="31"/>
                      <a:pt x="51" y="30"/>
                    </a:cubicBezTo>
                    <a:cubicBezTo>
                      <a:pt x="51" y="29"/>
                      <a:pt x="51" y="28"/>
                      <a:pt x="51" y="27"/>
                    </a:cubicBezTo>
                    <a:cubicBezTo>
                      <a:pt x="47" y="30"/>
                      <a:pt x="43" y="34"/>
                      <a:pt x="40" y="38"/>
                    </a:cubicBezTo>
                    <a:cubicBezTo>
                      <a:pt x="36" y="42"/>
                      <a:pt x="32" y="47"/>
                      <a:pt x="29" y="52"/>
                    </a:cubicBezTo>
                    <a:cubicBezTo>
                      <a:pt x="27" y="53"/>
                      <a:pt x="27" y="55"/>
                      <a:pt x="26" y="57"/>
                    </a:cubicBezTo>
                    <a:cubicBezTo>
                      <a:pt x="26" y="56"/>
                      <a:pt x="26" y="56"/>
                      <a:pt x="26" y="55"/>
                    </a:cubicBezTo>
                    <a:cubicBezTo>
                      <a:pt x="26" y="56"/>
                      <a:pt x="26" y="57"/>
                      <a:pt x="25" y="58"/>
                    </a:cubicBezTo>
                    <a:cubicBezTo>
                      <a:pt x="26" y="64"/>
                      <a:pt x="20" y="70"/>
                      <a:pt x="14" y="70"/>
                    </a:cubicBezTo>
                    <a:cubicBezTo>
                      <a:pt x="14" y="70"/>
                      <a:pt x="13" y="70"/>
                      <a:pt x="12" y="70"/>
                    </a:cubicBezTo>
                    <a:cubicBezTo>
                      <a:pt x="8" y="70"/>
                      <a:pt x="4" y="69"/>
                      <a:pt x="2" y="64"/>
                    </a:cubicBezTo>
                    <a:cubicBezTo>
                      <a:pt x="0" y="60"/>
                      <a:pt x="0" y="56"/>
                      <a:pt x="1" y="52"/>
                    </a:cubicBezTo>
                    <a:cubicBezTo>
                      <a:pt x="2" y="47"/>
                      <a:pt x="7" y="42"/>
                      <a:pt x="9" y="37"/>
                    </a:cubicBezTo>
                    <a:cubicBezTo>
                      <a:pt x="12" y="34"/>
                      <a:pt x="16" y="30"/>
                      <a:pt x="19" y="26"/>
                    </a:cubicBezTo>
                    <a:cubicBezTo>
                      <a:pt x="22" y="22"/>
                      <a:pt x="26" y="18"/>
                      <a:pt x="29" y="14"/>
                    </a:cubicBezTo>
                    <a:cubicBezTo>
                      <a:pt x="32" y="12"/>
                      <a:pt x="34" y="9"/>
                      <a:pt x="37" y="6"/>
                    </a:cubicBezTo>
                    <a:cubicBezTo>
                      <a:pt x="40" y="5"/>
                      <a:pt x="42" y="3"/>
                      <a:pt x="44" y="2"/>
                    </a:cubicBezTo>
                    <a:cubicBezTo>
                      <a:pt x="46" y="2"/>
                      <a:pt x="47" y="1"/>
                      <a:pt x="48" y="1"/>
                    </a:cubicBezTo>
                    <a:cubicBezTo>
                      <a:pt x="50" y="0"/>
                      <a:pt x="51" y="0"/>
                      <a:pt x="53" y="0"/>
                    </a:cubicBezTo>
                    <a:cubicBezTo>
                      <a:pt x="58" y="0"/>
                      <a:pt x="64" y="3"/>
                      <a:pt x="68" y="7"/>
                    </a:cubicBezTo>
                    <a:cubicBezTo>
                      <a:pt x="69" y="9"/>
                      <a:pt x="71" y="11"/>
                      <a:pt x="72" y="14"/>
                    </a:cubicBezTo>
                    <a:cubicBezTo>
                      <a:pt x="74" y="17"/>
                      <a:pt x="74" y="19"/>
                      <a:pt x="75" y="23"/>
                    </a:cubicBezTo>
                    <a:cubicBezTo>
                      <a:pt x="76" y="28"/>
                      <a:pt x="74" y="35"/>
                      <a:pt x="72" y="41"/>
                    </a:cubicBezTo>
                    <a:cubicBezTo>
                      <a:pt x="70" y="46"/>
                      <a:pt x="68" y="52"/>
                      <a:pt x="65" y="57"/>
                    </a:cubicBezTo>
                    <a:cubicBezTo>
                      <a:pt x="63" y="60"/>
                      <a:pt x="61" y="65"/>
                      <a:pt x="60" y="68"/>
                    </a:cubicBezTo>
                    <a:cubicBezTo>
                      <a:pt x="65" y="69"/>
                      <a:pt x="71" y="71"/>
                      <a:pt x="76" y="73"/>
                    </a:cubicBezTo>
                    <a:cubicBezTo>
                      <a:pt x="81" y="76"/>
                      <a:pt x="86" y="80"/>
                      <a:pt x="90" y="84"/>
                    </a:cubicBezTo>
                    <a:cubicBezTo>
                      <a:pt x="94" y="90"/>
                      <a:pt x="97" y="95"/>
                      <a:pt x="99" y="101"/>
                    </a:cubicBezTo>
                    <a:cubicBezTo>
                      <a:pt x="101" y="107"/>
                      <a:pt x="102" y="113"/>
                      <a:pt x="103" y="120"/>
                    </a:cubicBezTo>
                    <a:cubicBezTo>
                      <a:pt x="104" y="127"/>
                      <a:pt x="105" y="135"/>
                      <a:pt x="104" y="143"/>
                    </a:cubicBezTo>
                    <a:cubicBezTo>
                      <a:pt x="101" y="155"/>
                      <a:pt x="94" y="166"/>
                      <a:pt x="87" y="177"/>
                    </a:cubicBezTo>
                    <a:cubicBezTo>
                      <a:pt x="81" y="186"/>
                      <a:pt x="72" y="191"/>
                      <a:pt x="63" y="196"/>
                    </a:cubicBezTo>
                    <a:cubicBezTo>
                      <a:pt x="53" y="203"/>
                      <a:pt x="42" y="208"/>
                      <a:pt x="31" y="211"/>
                    </a:cubicBezTo>
                    <a:cubicBezTo>
                      <a:pt x="30" y="211"/>
                      <a:pt x="29" y="211"/>
                      <a:pt x="28" y="211"/>
                    </a:cubicBezTo>
                    <a:cubicBezTo>
                      <a:pt x="22" y="211"/>
                      <a:pt x="17" y="207"/>
                      <a:pt x="16" y="20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5" name="Google Shape;3485;p40">
                <a:extLst>
                  <a:ext uri="{FF2B5EF4-FFF2-40B4-BE49-F238E27FC236}">
                    <a16:creationId xmlns:a16="http://schemas.microsoft.com/office/drawing/2014/main" id="{7012BCDB-11EB-5174-34BD-4ECCDEE4E8AD}"/>
                  </a:ext>
                </a:extLst>
              </p:cNvPr>
              <p:cNvSpPr/>
              <p:nvPr/>
            </p:nvSpPr>
            <p:spPr>
              <a:xfrm>
                <a:off x="694440" y="717480"/>
                <a:ext cx="54720" cy="12348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343" extrusionOk="0">
                    <a:moveTo>
                      <a:pt x="52" y="319"/>
                    </a:moveTo>
                    <a:cubicBezTo>
                      <a:pt x="53" y="319"/>
                      <a:pt x="53" y="319"/>
                      <a:pt x="54" y="319"/>
                    </a:cubicBezTo>
                    <a:cubicBezTo>
                      <a:pt x="54" y="318"/>
                      <a:pt x="55" y="318"/>
                      <a:pt x="55" y="318"/>
                    </a:cubicBezTo>
                    <a:cubicBezTo>
                      <a:pt x="55" y="317"/>
                      <a:pt x="56" y="317"/>
                      <a:pt x="57" y="317"/>
                    </a:cubicBezTo>
                    <a:cubicBezTo>
                      <a:pt x="57" y="317"/>
                      <a:pt x="58" y="317"/>
                      <a:pt x="58" y="316"/>
                    </a:cubicBezTo>
                    <a:cubicBezTo>
                      <a:pt x="59" y="316"/>
                      <a:pt x="60" y="316"/>
                      <a:pt x="60" y="315"/>
                    </a:cubicBezTo>
                    <a:cubicBezTo>
                      <a:pt x="61" y="314"/>
                      <a:pt x="61" y="314"/>
                      <a:pt x="62" y="313"/>
                    </a:cubicBezTo>
                    <a:cubicBezTo>
                      <a:pt x="62" y="313"/>
                      <a:pt x="63" y="312"/>
                      <a:pt x="64" y="312"/>
                    </a:cubicBezTo>
                    <a:cubicBezTo>
                      <a:pt x="64" y="310"/>
                      <a:pt x="65" y="309"/>
                      <a:pt x="66" y="308"/>
                    </a:cubicBezTo>
                    <a:cubicBezTo>
                      <a:pt x="67" y="306"/>
                      <a:pt x="68" y="303"/>
                      <a:pt x="68" y="302"/>
                    </a:cubicBezTo>
                    <a:cubicBezTo>
                      <a:pt x="72" y="292"/>
                      <a:pt x="74" y="282"/>
                      <a:pt x="77" y="272"/>
                    </a:cubicBezTo>
                    <a:cubicBezTo>
                      <a:pt x="79" y="260"/>
                      <a:pt x="81" y="249"/>
                      <a:pt x="82" y="237"/>
                    </a:cubicBezTo>
                    <a:cubicBezTo>
                      <a:pt x="84" y="223"/>
                      <a:pt x="86" y="209"/>
                      <a:pt x="87" y="195"/>
                    </a:cubicBezTo>
                    <a:cubicBezTo>
                      <a:pt x="88" y="183"/>
                      <a:pt x="89" y="170"/>
                      <a:pt x="90" y="158"/>
                    </a:cubicBezTo>
                    <a:cubicBezTo>
                      <a:pt x="83" y="165"/>
                      <a:pt x="77" y="172"/>
                      <a:pt x="71" y="181"/>
                    </a:cubicBezTo>
                    <a:cubicBezTo>
                      <a:pt x="67" y="184"/>
                      <a:pt x="64" y="188"/>
                      <a:pt x="61" y="192"/>
                    </a:cubicBezTo>
                    <a:cubicBezTo>
                      <a:pt x="57" y="198"/>
                      <a:pt x="53" y="203"/>
                      <a:pt x="49" y="209"/>
                    </a:cubicBezTo>
                    <a:cubicBezTo>
                      <a:pt x="49" y="208"/>
                      <a:pt x="50" y="208"/>
                      <a:pt x="50" y="207"/>
                    </a:cubicBezTo>
                    <a:cubicBezTo>
                      <a:pt x="46" y="213"/>
                      <a:pt x="43" y="218"/>
                      <a:pt x="40" y="224"/>
                    </a:cubicBezTo>
                    <a:cubicBezTo>
                      <a:pt x="36" y="231"/>
                      <a:pt x="33" y="238"/>
                      <a:pt x="31" y="245"/>
                    </a:cubicBezTo>
                    <a:cubicBezTo>
                      <a:pt x="29" y="251"/>
                      <a:pt x="27" y="257"/>
                      <a:pt x="26" y="264"/>
                    </a:cubicBezTo>
                    <a:cubicBezTo>
                      <a:pt x="25" y="267"/>
                      <a:pt x="24" y="271"/>
                      <a:pt x="24" y="274"/>
                    </a:cubicBezTo>
                    <a:cubicBezTo>
                      <a:pt x="24" y="277"/>
                      <a:pt x="24" y="279"/>
                      <a:pt x="24" y="281"/>
                    </a:cubicBezTo>
                    <a:cubicBezTo>
                      <a:pt x="24" y="284"/>
                      <a:pt x="25" y="287"/>
                      <a:pt x="25" y="289"/>
                    </a:cubicBezTo>
                    <a:cubicBezTo>
                      <a:pt x="25" y="292"/>
                      <a:pt x="26" y="294"/>
                      <a:pt x="26" y="295"/>
                    </a:cubicBezTo>
                    <a:cubicBezTo>
                      <a:pt x="27" y="298"/>
                      <a:pt x="27" y="299"/>
                      <a:pt x="29" y="301"/>
                    </a:cubicBezTo>
                    <a:cubicBezTo>
                      <a:pt x="29" y="302"/>
                      <a:pt x="30" y="303"/>
                      <a:pt x="30" y="305"/>
                    </a:cubicBezTo>
                    <a:cubicBezTo>
                      <a:pt x="32" y="306"/>
                      <a:pt x="32" y="308"/>
                      <a:pt x="33" y="309"/>
                    </a:cubicBezTo>
                    <a:cubicBezTo>
                      <a:pt x="34" y="310"/>
                      <a:pt x="35" y="310"/>
                      <a:pt x="36" y="312"/>
                    </a:cubicBezTo>
                    <a:cubicBezTo>
                      <a:pt x="37" y="312"/>
                      <a:pt x="38" y="313"/>
                      <a:pt x="39" y="314"/>
                    </a:cubicBezTo>
                    <a:cubicBezTo>
                      <a:pt x="40" y="314"/>
                      <a:pt x="41" y="315"/>
                      <a:pt x="41" y="316"/>
                    </a:cubicBezTo>
                    <a:cubicBezTo>
                      <a:pt x="43" y="316"/>
                      <a:pt x="44" y="317"/>
                      <a:pt x="45" y="317"/>
                    </a:cubicBezTo>
                    <a:cubicBezTo>
                      <a:pt x="46" y="317"/>
                      <a:pt x="47" y="318"/>
                      <a:pt x="48" y="318"/>
                    </a:cubicBezTo>
                    <a:cubicBezTo>
                      <a:pt x="49" y="318"/>
                      <a:pt x="50" y="319"/>
                      <a:pt x="50" y="319"/>
                    </a:cubicBezTo>
                    <a:cubicBezTo>
                      <a:pt x="51" y="319"/>
                      <a:pt x="51" y="319"/>
                      <a:pt x="52" y="319"/>
                    </a:cubicBezTo>
                    <a:moveTo>
                      <a:pt x="34" y="338"/>
                    </a:moveTo>
                    <a:cubicBezTo>
                      <a:pt x="27" y="335"/>
                      <a:pt x="20" y="330"/>
                      <a:pt x="16" y="324"/>
                    </a:cubicBezTo>
                    <a:cubicBezTo>
                      <a:pt x="5" y="312"/>
                      <a:pt x="1" y="297"/>
                      <a:pt x="1" y="281"/>
                    </a:cubicBezTo>
                    <a:cubicBezTo>
                      <a:pt x="0" y="274"/>
                      <a:pt x="1" y="266"/>
                      <a:pt x="3" y="258"/>
                    </a:cubicBezTo>
                    <a:cubicBezTo>
                      <a:pt x="5" y="249"/>
                      <a:pt x="8" y="240"/>
                      <a:pt x="11" y="232"/>
                    </a:cubicBezTo>
                    <a:cubicBezTo>
                      <a:pt x="17" y="218"/>
                      <a:pt x="24" y="206"/>
                      <a:pt x="33" y="194"/>
                    </a:cubicBezTo>
                    <a:cubicBezTo>
                      <a:pt x="36" y="189"/>
                      <a:pt x="40" y="183"/>
                      <a:pt x="44" y="178"/>
                    </a:cubicBezTo>
                    <a:cubicBezTo>
                      <a:pt x="45" y="176"/>
                      <a:pt x="46" y="175"/>
                      <a:pt x="47" y="174"/>
                    </a:cubicBezTo>
                    <a:cubicBezTo>
                      <a:pt x="50" y="171"/>
                      <a:pt x="53" y="168"/>
                      <a:pt x="55" y="165"/>
                    </a:cubicBezTo>
                    <a:cubicBezTo>
                      <a:pt x="59" y="160"/>
                      <a:pt x="63" y="155"/>
                      <a:pt x="67" y="151"/>
                    </a:cubicBezTo>
                    <a:cubicBezTo>
                      <a:pt x="67" y="152"/>
                      <a:pt x="65" y="153"/>
                      <a:pt x="64" y="153"/>
                    </a:cubicBezTo>
                    <a:cubicBezTo>
                      <a:pt x="58" y="157"/>
                      <a:pt x="53" y="160"/>
                      <a:pt x="45" y="161"/>
                    </a:cubicBezTo>
                    <a:cubicBezTo>
                      <a:pt x="37" y="161"/>
                      <a:pt x="31" y="158"/>
                      <a:pt x="26" y="153"/>
                    </a:cubicBezTo>
                    <a:cubicBezTo>
                      <a:pt x="23" y="150"/>
                      <a:pt x="22" y="147"/>
                      <a:pt x="20" y="144"/>
                    </a:cubicBezTo>
                    <a:cubicBezTo>
                      <a:pt x="19" y="140"/>
                      <a:pt x="19" y="137"/>
                      <a:pt x="19" y="133"/>
                    </a:cubicBezTo>
                    <a:cubicBezTo>
                      <a:pt x="18" y="128"/>
                      <a:pt x="18" y="122"/>
                      <a:pt x="19" y="116"/>
                    </a:cubicBezTo>
                    <a:cubicBezTo>
                      <a:pt x="19" y="109"/>
                      <a:pt x="20" y="101"/>
                      <a:pt x="20" y="94"/>
                    </a:cubicBezTo>
                    <a:cubicBezTo>
                      <a:pt x="21" y="88"/>
                      <a:pt x="22" y="82"/>
                      <a:pt x="23" y="76"/>
                    </a:cubicBezTo>
                    <a:cubicBezTo>
                      <a:pt x="23" y="72"/>
                      <a:pt x="24" y="69"/>
                      <a:pt x="25" y="65"/>
                    </a:cubicBezTo>
                    <a:cubicBezTo>
                      <a:pt x="26" y="59"/>
                      <a:pt x="27" y="53"/>
                      <a:pt x="28" y="47"/>
                    </a:cubicBezTo>
                    <a:cubicBezTo>
                      <a:pt x="31" y="36"/>
                      <a:pt x="34" y="25"/>
                      <a:pt x="40" y="15"/>
                    </a:cubicBezTo>
                    <a:cubicBezTo>
                      <a:pt x="42" y="10"/>
                      <a:pt x="45" y="7"/>
                      <a:pt x="48" y="3"/>
                    </a:cubicBezTo>
                    <a:cubicBezTo>
                      <a:pt x="52" y="1"/>
                      <a:pt x="56" y="0"/>
                      <a:pt x="60" y="0"/>
                    </a:cubicBezTo>
                    <a:cubicBezTo>
                      <a:pt x="67" y="0"/>
                      <a:pt x="73" y="6"/>
                      <a:pt x="73" y="13"/>
                    </a:cubicBezTo>
                    <a:cubicBezTo>
                      <a:pt x="73" y="20"/>
                      <a:pt x="68" y="24"/>
                      <a:pt x="62" y="26"/>
                    </a:cubicBezTo>
                    <a:cubicBezTo>
                      <a:pt x="61" y="26"/>
                      <a:pt x="61" y="27"/>
                      <a:pt x="60" y="28"/>
                    </a:cubicBezTo>
                    <a:cubicBezTo>
                      <a:pt x="58" y="33"/>
                      <a:pt x="56" y="37"/>
                      <a:pt x="54" y="41"/>
                    </a:cubicBezTo>
                    <a:cubicBezTo>
                      <a:pt x="55" y="41"/>
                      <a:pt x="55" y="40"/>
                      <a:pt x="55" y="40"/>
                    </a:cubicBezTo>
                    <a:cubicBezTo>
                      <a:pt x="53" y="46"/>
                      <a:pt x="51" y="52"/>
                      <a:pt x="50" y="59"/>
                    </a:cubicBezTo>
                    <a:cubicBezTo>
                      <a:pt x="48" y="66"/>
                      <a:pt x="46" y="74"/>
                      <a:pt x="45" y="83"/>
                    </a:cubicBezTo>
                    <a:cubicBezTo>
                      <a:pt x="44" y="87"/>
                      <a:pt x="44" y="91"/>
                      <a:pt x="43" y="95"/>
                    </a:cubicBezTo>
                    <a:cubicBezTo>
                      <a:pt x="43" y="100"/>
                      <a:pt x="43" y="104"/>
                      <a:pt x="42" y="109"/>
                    </a:cubicBezTo>
                    <a:cubicBezTo>
                      <a:pt x="42" y="108"/>
                      <a:pt x="42" y="108"/>
                      <a:pt x="42" y="108"/>
                    </a:cubicBezTo>
                    <a:cubicBezTo>
                      <a:pt x="42" y="114"/>
                      <a:pt x="41" y="121"/>
                      <a:pt x="41" y="128"/>
                    </a:cubicBezTo>
                    <a:cubicBezTo>
                      <a:pt x="41" y="129"/>
                      <a:pt x="42" y="132"/>
                      <a:pt x="42" y="133"/>
                    </a:cubicBezTo>
                    <a:cubicBezTo>
                      <a:pt x="43" y="135"/>
                      <a:pt x="43" y="135"/>
                      <a:pt x="43" y="136"/>
                    </a:cubicBezTo>
                    <a:lnTo>
                      <a:pt x="43" y="135"/>
                    </a:lnTo>
                    <a:cubicBezTo>
                      <a:pt x="43" y="136"/>
                      <a:pt x="43" y="136"/>
                      <a:pt x="43" y="136"/>
                    </a:cubicBezTo>
                    <a:cubicBezTo>
                      <a:pt x="43" y="137"/>
                      <a:pt x="43" y="137"/>
                      <a:pt x="43" y="137"/>
                    </a:cubicBezTo>
                    <a:lnTo>
                      <a:pt x="44" y="137"/>
                    </a:lnTo>
                    <a:cubicBezTo>
                      <a:pt x="45" y="137"/>
                      <a:pt x="46" y="136"/>
                      <a:pt x="46" y="136"/>
                    </a:cubicBezTo>
                    <a:lnTo>
                      <a:pt x="46" y="137"/>
                    </a:lnTo>
                    <a:cubicBezTo>
                      <a:pt x="45" y="137"/>
                      <a:pt x="45" y="137"/>
                      <a:pt x="45" y="137"/>
                    </a:cubicBezTo>
                    <a:lnTo>
                      <a:pt x="46" y="137"/>
                    </a:lnTo>
                    <a:cubicBezTo>
                      <a:pt x="45" y="137"/>
                      <a:pt x="45" y="137"/>
                      <a:pt x="45" y="137"/>
                    </a:cubicBezTo>
                    <a:lnTo>
                      <a:pt x="46" y="137"/>
                    </a:lnTo>
                    <a:lnTo>
                      <a:pt x="46" y="136"/>
                    </a:lnTo>
                    <a:lnTo>
                      <a:pt x="46" y="137"/>
                    </a:lnTo>
                    <a:cubicBezTo>
                      <a:pt x="46" y="136"/>
                      <a:pt x="47" y="136"/>
                      <a:pt x="47" y="136"/>
                    </a:cubicBezTo>
                    <a:cubicBezTo>
                      <a:pt x="48" y="135"/>
                      <a:pt x="50" y="135"/>
                      <a:pt x="51" y="134"/>
                    </a:cubicBezTo>
                    <a:cubicBezTo>
                      <a:pt x="53" y="132"/>
                      <a:pt x="55" y="130"/>
                      <a:pt x="58" y="129"/>
                    </a:cubicBezTo>
                    <a:cubicBezTo>
                      <a:pt x="61" y="126"/>
                      <a:pt x="65" y="122"/>
                      <a:pt x="68" y="119"/>
                    </a:cubicBezTo>
                    <a:cubicBezTo>
                      <a:pt x="74" y="112"/>
                      <a:pt x="80" y="104"/>
                      <a:pt x="86" y="97"/>
                    </a:cubicBezTo>
                    <a:cubicBezTo>
                      <a:pt x="89" y="92"/>
                      <a:pt x="92" y="87"/>
                      <a:pt x="95" y="82"/>
                    </a:cubicBezTo>
                    <a:cubicBezTo>
                      <a:pt x="99" y="76"/>
                      <a:pt x="102" y="70"/>
                      <a:pt x="105" y="65"/>
                    </a:cubicBezTo>
                    <a:cubicBezTo>
                      <a:pt x="106" y="64"/>
                      <a:pt x="106" y="63"/>
                      <a:pt x="107" y="62"/>
                    </a:cubicBezTo>
                    <a:cubicBezTo>
                      <a:pt x="108" y="58"/>
                      <a:pt x="110" y="53"/>
                      <a:pt x="113" y="48"/>
                    </a:cubicBezTo>
                    <a:cubicBezTo>
                      <a:pt x="115" y="43"/>
                      <a:pt x="122" y="41"/>
                      <a:pt x="127" y="44"/>
                    </a:cubicBezTo>
                    <a:cubicBezTo>
                      <a:pt x="133" y="46"/>
                      <a:pt x="136" y="52"/>
                      <a:pt x="134" y="58"/>
                    </a:cubicBezTo>
                    <a:cubicBezTo>
                      <a:pt x="133" y="62"/>
                      <a:pt x="131" y="66"/>
                      <a:pt x="128" y="70"/>
                    </a:cubicBezTo>
                    <a:lnTo>
                      <a:pt x="128" y="71"/>
                    </a:lnTo>
                    <a:cubicBezTo>
                      <a:pt x="126" y="77"/>
                      <a:pt x="124" y="83"/>
                      <a:pt x="122" y="90"/>
                    </a:cubicBezTo>
                    <a:cubicBezTo>
                      <a:pt x="125" y="86"/>
                      <a:pt x="128" y="83"/>
                      <a:pt x="131" y="80"/>
                    </a:cubicBezTo>
                    <a:cubicBezTo>
                      <a:pt x="135" y="76"/>
                      <a:pt x="141" y="74"/>
                      <a:pt x="146" y="79"/>
                    </a:cubicBezTo>
                    <a:cubicBezTo>
                      <a:pt x="150" y="81"/>
                      <a:pt x="151" y="88"/>
                      <a:pt x="148" y="93"/>
                    </a:cubicBezTo>
                    <a:cubicBezTo>
                      <a:pt x="136" y="105"/>
                      <a:pt x="126" y="117"/>
                      <a:pt x="115" y="129"/>
                    </a:cubicBezTo>
                    <a:cubicBezTo>
                      <a:pt x="115" y="132"/>
                      <a:pt x="114" y="136"/>
                      <a:pt x="114" y="139"/>
                    </a:cubicBezTo>
                    <a:cubicBezTo>
                      <a:pt x="113" y="151"/>
                      <a:pt x="111" y="164"/>
                      <a:pt x="110" y="176"/>
                    </a:cubicBezTo>
                    <a:cubicBezTo>
                      <a:pt x="108" y="202"/>
                      <a:pt x="106" y="228"/>
                      <a:pt x="102" y="253"/>
                    </a:cubicBezTo>
                    <a:cubicBezTo>
                      <a:pt x="101" y="260"/>
                      <a:pt x="100" y="266"/>
                      <a:pt x="99" y="273"/>
                    </a:cubicBezTo>
                    <a:cubicBezTo>
                      <a:pt x="98" y="278"/>
                      <a:pt x="96" y="284"/>
                      <a:pt x="95" y="290"/>
                    </a:cubicBezTo>
                    <a:cubicBezTo>
                      <a:pt x="94" y="293"/>
                      <a:pt x="93" y="296"/>
                      <a:pt x="93" y="299"/>
                    </a:cubicBezTo>
                    <a:cubicBezTo>
                      <a:pt x="91" y="306"/>
                      <a:pt x="89" y="312"/>
                      <a:pt x="87" y="317"/>
                    </a:cubicBezTo>
                    <a:cubicBezTo>
                      <a:pt x="81" y="331"/>
                      <a:pt x="69" y="341"/>
                      <a:pt x="55" y="342"/>
                    </a:cubicBezTo>
                    <a:cubicBezTo>
                      <a:pt x="54" y="342"/>
                      <a:pt x="53" y="342"/>
                      <a:pt x="51" y="342"/>
                    </a:cubicBezTo>
                    <a:cubicBezTo>
                      <a:pt x="46" y="342"/>
                      <a:pt x="40" y="341"/>
                      <a:pt x="34" y="3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6" name="Google Shape;3486;p40">
                <a:extLst>
                  <a:ext uri="{FF2B5EF4-FFF2-40B4-BE49-F238E27FC236}">
                    <a16:creationId xmlns:a16="http://schemas.microsoft.com/office/drawing/2014/main" id="{3BD26B78-F7B9-61B0-B0C0-5B384E63C1F7}"/>
                  </a:ext>
                </a:extLst>
              </p:cNvPr>
              <p:cNvSpPr/>
              <p:nvPr/>
            </p:nvSpPr>
            <p:spPr>
              <a:xfrm>
                <a:off x="749880" y="669960"/>
                <a:ext cx="2628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73" h="350" extrusionOk="0">
                    <a:moveTo>
                      <a:pt x="23" y="347"/>
                    </a:moveTo>
                    <a:cubicBezTo>
                      <a:pt x="17" y="343"/>
                      <a:pt x="16" y="335"/>
                      <a:pt x="20" y="329"/>
                    </a:cubicBezTo>
                    <a:cubicBezTo>
                      <a:pt x="21" y="328"/>
                      <a:pt x="23" y="327"/>
                      <a:pt x="24" y="325"/>
                    </a:cubicBezTo>
                    <a:cubicBezTo>
                      <a:pt x="27" y="320"/>
                      <a:pt x="31" y="314"/>
                      <a:pt x="34" y="308"/>
                    </a:cubicBezTo>
                    <a:lnTo>
                      <a:pt x="34" y="309"/>
                    </a:lnTo>
                    <a:lnTo>
                      <a:pt x="34" y="308"/>
                    </a:lnTo>
                    <a:cubicBezTo>
                      <a:pt x="35" y="305"/>
                      <a:pt x="37" y="301"/>
                      <a:pt x="38" y="298"/>
                    </a:cubicBezTo>
                    <a:cubicBezTo>
                      <a:pt x="41" y="289"/>
                      <a:pt x="44" y="279"/>
                      <a:pt x="45" y="270"/>
                    </a:cubicBezTo>
                    <a:cubicBezTo>
                      <a:pt x="47" y="263"/>
                      <a:pt x="48" y="255"/>
                      <a:pt x="49" y="248"/>
                    </a:cubicBezTo>
                    <a:cubicBezTo>
                      <a:pt x="50" y="230"/>
                      <a:pt x="50" y="213"/>
                      <a:pt x="49" y="195"/>
                    </a:cubicBezTo>
                    <a:cubicBezTo>
                      <a:pt x="49" y="183"/>
                      <a:pt x="47" y="170"/>
                      <a:pt x="45" y="158"/>
                    </a:cubicBezTo>
                    <a:cubicBezTo>
                      <a:pt x="43" y="149"/>
                      <a:pt x="41" y="139"/>
                      <a:pt x="39" y="130"/>
                    </a:cubicBezTo>
                    <a:cubicBezTo>
                      <a:pt x="38" y="125"/>
                      <a:pt x="37" y="120"/>
                      <a:pt x="35" y="116"/>
                    </a:cubicBezTo>
                    <a:cubicBezTo>
                      <a:pt x="34" y="111"/>
                      <a:pt x="33" y="106"/>
                      <a:pt x="31" y="101"/>
                    </a:cubicBezTo>
                    <a:cubicBezTo>
                      <a:pt x="27" y="90"/>
                      <a:pt x="24" y="78"/>
                      <a:pt x="19" y="67"/>
                    </a:cubicBezTo>
                    <a:cubicBezTo>
                      <a:pt x="17" y="61"/>
                      <a:pt x="15" y="56"/>
                      <a:pt x="13" y="50"/>
                    </a:cubicBezTo>
                    <a:cubicBezTo>
                      <a:pt x="9" y="41"/>
                      <a:pt x="5" y="32"/>
                      <a:pt x="2" y="22"/>
                    </a:cubicBezTo>
                    <a:cubicBezTo>
                      <a:pt x="2" y="23"/>
                      <a:pt x="2" y="23"/>
                      <a:pt x="2" y="24"/>
                    </a:cubicBezTo>
                    <a:cubicBezTo>
                      <a:pt x="1" y="19"/>
                      <a:pt x="0" y="15"/>
                      <a:pt x="1" y="10"/>
                    </a:cubicBezTo>
                    <a:cubicBezTo>
                      <a:pt x="2" y="5"/>
                      <a:pt x="6" y="3"/>
                      <a:pt x="10" y="1"/>
                    </a:cubicBezTo>
                    <a:cubicBezTo>
                      <a:pt x="15" y="0"/>
                      <a:pt x="19" y="1"/>
                      <a:pt x="23" y="4"/>
                    </a:cubicBezTo>
                    <a:cubicBezTo>
                      <a:pt x="25" y="5"/>
                      <a:pt x="27" y="8"/>
                      <a:pt x="28" y="10"/>
                    </a:cubicBezTo>
                    <a:cubicBezTo>
                      <a:pt x="30" y="11"/>
                      <a:pt x="31" y="12"/>
                      <a:pt x="32" y="14"/>
                    </a:cubicBezTo>
                    <a:cubicBezTo>
                      <a:pt x="37" y="19"/>
                      <a:pt x="37" y="27"/>
                      <a:pt x="31" y="32"/>
                    </a:cubicBezTo>
                    <a:cubicBezTo>
                      <a:pt x="35" y="42"/>
                      <a:pt x="38" y="53"/>
                      <a:pt x="42" y="63"/>
                    </a:cubicBezTo>
                    <a:cubicBezTo>
                      <a:pt x="44" y="68"/>
                      <a:pt x="45" y="73"/>
                      <a:pt x="47" y="78"/>
                    </a:cubicBezTo>
                    <a:cubicBezTo>
                      <a:pt x="49" y="84"/>
                      <a:pt x="51" y="90"/>
                      <a:pt x="53" y="96"/>
                    </a:cubicBezTo>
                    <a:cubicBezTo>
                      <a:pt x="56" y="108"/>
                      <a:pt x="59" y="120"/>
                      <a:pt x="62" y="132"/>
                    </a:cubicBezTo>
                    <a:cubicBezTo>
                      <a:pt x="63" y="139"/>
                      <a:pt x="65" y="146"/>
                      <a:pt x="66" y="153"/>
                    </a:cubicBezTo>
                    <a:cubicBezTo>
                      <a:pt x="68" y="162"/>
                      <a:pt x="69" y="170"/>
                      <a:pt x="69" y="178"/>
                    </a:cubicBezTo>
                    <a:cubicBezTo>
                      <a:pt x="70" y="187"/>
                      <a:pt x="71" y="197"/>
                      <a:pt x="71" y="205"/>
                    </a:cubicBezTo>
                    <a:cubicBezTo>
                      <a:pt x="72" y="216"/>
                      <a:pt x="71" y="226"/>
                      <a:pt x="71" y="236"/>
                    </a:cubicBezTo>
                    <a:cubicBezTo>
                      <a:pt x="70" y="250"/>
                      <a:pt x="69" y="264"/>
                      <a:pt x="66" y="278"/>
                    </a:cubicBezTo>
                    <a:cubicBezTo>
                      <a:pt x="63" y="291"/>
                      <a:pt x="61" y="304"/>
                      <a:pt x="55" y="316"/>
                    </a:cubicBezTo>
                    <a:cubicBezTo>
                      <a:pt x="51" y="325"/>
                      <a:pt x="45" y="335"/>
                      <a:pt x="40" y="343"/>
                    </a:cubicBezTo>
                    <a:cubicBezTo>
                      <a:pt x="37" y="347"/>
                      <a:pt x="34" y="349"/>
                      <a:pt x="30" y="349"/>
                    </a:cubicBezTo>
                    <a:cubicBezTo>
                      <a:pt x="27" y="349"/>
                      <a:pt x="26" y="348"/>
                      <a:pt x="23" y="34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7" name="Google Shape;3487;p40">
                <a:extLst>
                  <a:ext uri="{FF2B5EF4-FFF2-40B4-BE49-F238E27FC236}">
                    <a16:creationId xmlns:a16="http://schemas.microsoft.com/office/drawing/2014/main" id="{9F8488A1-F181-F81F-BB22-57E88C64D448}"/>
                  </a:ext>
                </a:extLst>
              </p:cNvPr>
              <p:cNvSpPr/>
              <p:nvPr/>
            </p:nvSpPr>
            <p:spPr>
              <a:xfrm>
                <a:off x="783720" y="761760"/>
                <a:ext cx="18000" cy="4824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4" extrusionOk="0">
                    <a:moveTo>
                      <a:pt x="10" y="133"/>
                    </a:moveTo>
                    <a:cubicBezTo>
                      <a:pt x="4" y="131"/>
                      <a:pt x="0" y="125"/>
                      <a:pt x="2" y="119"/>
                    </a:cubicBezTo>
                    <a:cubicBezTo>
                      <a:pt x="5" y="102"/>
                      <a:pt x="10" y="86"/>
                      <a:pt x="13" y="70"/>
                    </a:cubicBezTo>
                    <a:cubicBezTo>
                      <a:pt x="15" y="60"/>
                      <a:pt x="17" y="51"/>
                      <a:pt x="18" y="42"/>
                    </a:cubicBezTo>
                    <a:cubicBezTo>
                      <a:pt x="19" y="36"/>
                      <a:pt x="21" y="31"/>
                      <a:pt x="21" y="25"/>
                    </a:cubicBezTo>
                    <a:cubicBezTo>
                      <a:pt x="22" y="23"/>
                      <a:pt x="22" y="20"/>
                      <a:pt x="22" y="17"/>
                    </a:cubicBezTo>
                    <a:cubicBezTo>
                      <a:pt x="22" y="15"/>
                      <a:pt x="22" y="13"/>
                      <a:pt x="23" y="10"/>
                    </a:cubicBezTo>
                    <a:cubicBezTo>
                      <a:pt x="25" y="4"/>
                      <a:pt x="32" y="0"/>
                      <a:pt x="39" y="2"/>
                    </a:cubicBezTo>
                    <a:cubicBezTo>
                      <a:pt x="46" y="4"/>
                      <a:pt x="49" y="11"/>
                      <a:pt x="47" y="17"/>
                    </a:cubicBezTo>
                    <a:lnTo>
                      <a:pt x="47" y="18"/>
                    </a:lnTo>
                    <a:cubicBezTo>
                      <a:pt x="46" y="26"/>
                      <a:pt x="45" y="34"/>
                      <a:pt x="43" y="42"/>
                    </a:cubicBezTo>
                    <a:cubicBezTo>
                      <a:pt x="42" y="51"/>
                      <a:pt x="39" y="59"/>
                      <a:pt x="38" y="68"/>
                    </a:cubicBezTo>
                    <a:cubicBezTo>
                      <a:pt x="33" y="87"/>
                      <a:pt x="29" y="106"/>
                      <a:pt x="24" y="125"/>
                    </a:cubicBezTo>
                    <a:cubicBezTo>
                      <a:pt x="23" y="130"/>
                      <a:pt x="18" y="133"/>
                      <a:pt x="13" y="133"/>
                    </a:cubicBezTo>
                    <a:cubicBezTo>
                      <a:pt x="12" y="133"/>
                      <a:pt x="11" y="133"/>
                      <a:pt x="10" y="1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8" name="Google Shape;3488;p40">
                <a:extLst>
                  <a:ext uri="{FF2B5EF4-FFF2-40B4-BE49-F238E27FC236}">
                    <a16:creationId xmlns:a16="http://schemas.microsoft.com/office/drawing/2014/main" id="{3C2E00F5-406E-9144-9F00-DBF56BD1A4F3}"/>
                  </a:ext>
                </a:extLst>
              </p:cNvPr>
              <p:cNvSpPr/>
              <p:nvPr/>
            </p:nvSpPr>
            <p:spPr>
              <a:xfrm>
                <a:off x="840960" y="730080"/>
                <a:ext cx="33120" cy="39240"/>
              </a:xfrm>
              <a:custGeom>
                <a:avLst/>
                <a:gdLst/>
                <a:ahLst/>
                <a:cxnLst/>
                <a:rect l="l" t="t" r="r" b="b"/>
                <a:pathLst>
                  <a:path w="92" h="109" extrusionOk="0">
                    <a:moveTo>
                      <a:pt x="67" y="102"/>
                    </a:moveTo>
                    <a:cubicBezTo>
                      <a:pt x="62" y="91"/>
                      <a:pt x="55" y="80"/>
                      <a:pt x="49" y="70"/>
                    </a:cubicBezTo>
                    <a:cubicBezTo>
                      <a:pt x="46" y="66"/>
                      <a:pt x="43" y="61"/>
                      <a:pt x="40" y="57"/>
                    </a:cubicBezTo>
                    <a:cubicBezTo>
                      <a:pt x="36" y="52"/>
                      <a:pt x="33" y="48"/>
                      <a:pt x="29" y="43"/>
                    </a:cubicBezTo>
                    <a:cubicBezTo>
                      <a:pt x="26" y="40"/>
                      <a:pt x="23" y="37"/>
                      <a:pt x="20" y="33"/>
                    </a:cubicBezTo>
                    <a:cubicBezTo>
                      <a:pt x="19" y="33"/>
                      <a:pt x="18" y="32"/>
                      <a:pt x="17" y="31"/>
                    </a:cubicBezTo>
                    <a:cubicBezTo>
                      <a:pt x="16" y="32"/>
                      <a:pt x="15" y="32"/>
                      <a:pt x="13" y="31"/>
                    </a:cubicBezTo>
                    <a:cubicBezTo>
                      <a:pt x="9" y="31"/>
                      <a:pt x="6" y="28"/>
                      <a:pt x="4" y="25"/>
                    </a:cubicBezTo>
                    <a:cubicBezTo>
                      <a:pt x="4" y="25"/>
                      <a:pt x="4" y="24"/>
                      <a:pt x="3" y="24"/>
                    </a:cubicBezTo>
                    <a:cubicBezTo>
                      <a:pt x="3" y="23"/>
                      <a:pt x="1" y="21"/>
                      <a:pt x="1" y="20"/>
                    </a:cubicBezTo>
                    <a:cubicBezTo>
                      <a:pt x="0" y="17"/>
                      <a:pt x="0" y="14"/>
                      <a:pt x="1" y="11"/>
                    </a:cubicBezTo>
                    <a:cubicBezTo>
                      <a:pt x="3" y="4"/>
                      <a:pt x="10" y="0"/>
                      <a:pt x="17" y="2"/>
                    </a:cubicBezTo>
                    <a:cubicBezTo>
                      <a:pt x="18" y="3"/>
                      <a:pt x="20" y="3"/>
                      <a:pt x="21" y="4"/>
                    </a:cubicBezTo>
                    <a:cubicBezTo>
                      <a:pt x="24" y="5"/>
                      <a:pt x="25" y="6"/>
                      <a:pt x="27" y="7"/>
                    </a:cubicBezTo>
                    <a:cubicBezTo>
                      <a:pt x="29" y="10"/>
                      <a:pt x="32" y="12"/>
                      <a:pt x="34" y="14"/>
                    </a:cubicBezTo>
                    <a:cubicBezTo>
                      <a:pt x="37" y="17"/>
                      <a:pt x="40" y="20"/>
                      <a:pt x="42" y="23"/>
                    </a:cubicBezTo>
                    <a:cubicBezTo>
                      <a:pt x="49" y="30"/>
                      <a:pt x="54" y="37"/>
                      <a:pt x="59" y="44"/>
                    </a:cubicBezTo>
                    <a:cubicBezTo>
                      <a:pt x="70" y="59"/>
                      <a:pt x="79" y="74"/>
                      <a:pt x="88" y="90"/>
                    </a:cubicBezTo>
                    <a:cubicBezTo>
                      <a:pt x="91" y="95"/>
                      <a:pt x="89" y="103"/>
                      <a:pt x="83" y="106"/>
                    </a:cubicBezTo>
                    <a:cubicBezTo>
                      <a:pt x="81" y="107"/>
                      <a:pt x="80" y="108"/>
                      <a:pt x="77" y="108"/>
                    </a:cubicBezTo>
                    <a:cubicBezTo>
                      <a:pt x="73" y="108"/>
                      <a:pt x="69" y="105"/>
                      <a:pt x="67" y="10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9" name="Google Shape;3489;p40">
                <a:extLst>
                  <a:ext uri="{FF2B5EF4-FFF2-40B4-BE49-F238E27FC236}">
                    <a16:creationId xmlns:a16="http://schemas.microsoft.com/office/drawing/2014/main" id="{C34595C2-A4E7-1745-05BA-D4846961A825}"/>
                  </a:ext>
                </a:extLst>
              </p:cNvPr>
              <p:cNvSpPr/>
              <p:nvPr/>
            </p:nvSpPr>
            <p:spPr>
              <a:xfrm>
                <a:off x="850680" y="720360"/>
                <a:ext cx="47160" cy="47880"/>
              </a:xfrm>
              <a:custGeom>
                <a:avLst/>
                <a:gdLst/>
                <a:ahLst/>
                <a:cxnLst/>
                <a:rect l="l" t="t" r="r" b="b"/>
                <a:pathLst>
                  <a:path w="131" h="133" extrusionOk="0">
                    <a:moveTo>
                      <a:pt x="6" y="129"/>
                    </a:moveTo>
                    <a:cubicBezTo>
                      <a:pt x="1" y="125"/>
                      <a:pt x="0" y="117"/>
                      <a:pt x="4" y="113"/>
                    </a:cubicBezTo>
                    <a:cubicBezTo>
                      <a:pt x="18" y="94"/>
                      <a:pt x="33" y="78"/>
                      <a:pt x="48" y="60"/>
                    </a:cubicBezTo>
                    <a:cubicBezTo>
                      <a:pt x="54" y="53"/>
                      <a:pt x="61" y="45"/>
                      <a:pt x="68" y="37"/>
                    </a:cubicBezTo>
                    <a:cubicBezTo>
                      <a:pt x="75" y="30"/>
                      <a:pt x="81" y="24"/>
                      <a:pt x="88" y="18"/>
                    </a:cubicBezTo>
                    <a:cubicBezTo>
                      <a:pt x="95" y="12"/>
                      <a:pt x="102" y="8"/>
                      <a:pt x="110" y="4"/>
                    </a:cubicBezTo>
                    <a:cubicBezTo>
                      <a:pt x="116" y="0"/>
                      <a:pt x="123" y="2"/>
                      <a:pt x="127" y="8"/>
                    </a:cubicBezTo>
                    <a:cubicBezTo>
                      <a:pt x="130" y="14"/>
                      <a:pt x="128" y="22"/>
                      <a:pt x="122" y="26"/>
                    </a:cubicBezTo>
                    <a:cubicBezTo>
                      <a:pt x="117" y="28"/>
                      <a:pt x="113" y="30"/>
                      <a:pt x="109" y="33"/>
                    </a:cubicBezTo>
                    <a:lnTo>
                      <a:pt x="110" y="32"/>
                    </a:lnTo>
                    <a:cubicBezTo>
                      <a:pt x="107" y="34"/>
                      <a:pt x="104" y="37"/>
                      <a:pt x="101" y="39"/>
                    </a:cubicBezTo>
                    <a:cubicBezTo>
                      <a:pt x="94" y="46"/>
                      <a:pt x="87" y="53"/>
                      <a:pt x="80" y="60"/>
                    </a:cubicBezTo>
                    <a:lnTo>
                      <a:pt x="81" y="59"/>
                    </a:lnTo>
                    <a:cubicBezTo>
                      <a:pt x="61" y="81"/>
                      <a:pt x="41" y="103"/>
                      <a:pt x="23" y="127"/>
                    </a:cubicBezTo>
                    <a:cubicBezTo>
                      <a:pt x="21" y="130"/>
                      <a:pt x="17" y="132"/>
                      <a:pt x="14" y="132"/>
                    </a:cubicBezTo>
                    <a:cubicBezTo>
                      <a:pt x="11" y="132"/>
                      <a:pt x="8" y="131"/>
                      <a:pt x="6" y="1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0" name="Google Shape;3490;p40">
                <a:extLst>
                  <a:ext uri="{FF2B5EF4-FFF2-40B4-BE49-F238E27FC236}">
                    <a16:creationId xmlns:a16="http://schemas.microsoft.com/office/drawing/2014/main" id="{FB57BB1A-BBE2-32E0-EA3C-7B8FDE743425}"/>
                  </a:ext>
                </a:extLst>
              </p:cNvPr>
              <p:cNvSpPr/>
              <p:nvPr/>
            </p:nvSpPr>
            <p:spPr>
              <a:xfrm>
                <a:off x="920520" y="738720"/>
                <a:ext cx="26280" cy="14040"/>
              </a:xfrm>
              <a:custGeom>
                <a:avLst/>
                <a:gdLst/>
                <a:ahLst/>
                <a:cxnLst/>
                <a:rect l="l" t="t" r="r" b="b"/>
                <a:pathLst>
                  <a:path w="73" h="39" extrusionOk="0">
                    <a:moveTo>
                      <a:pt x="12" y="37"/>
                    </a:moveTo>
                    <a:cubicBezTo>
                      <a:pt x="4" y="35"/>
                      <a:pt x="0" y="24"/>
                      <a:pt x="5" y="17"/>
                    </a:cubicBezTo>
                    <a:cubicBezTo>
                      <a:pt x="7" y="16"/>
                      <a:pt x="7" y="15"/>
                      <a:pt x="8" y="14"/>
                    </a:cubicBezTo>
                    <a:cubicBezTo>
                      <a:pt x="11" y="12"/>
                      <a:pt x="15" y="10"/>
                      <a:pt x="18" y="9"/>
                    </a:cubicBezTo>
                    <a:cubicBezTo>
                      <a:pt x="22" y="7"/>
                      <a:pt x="27" y="6"/>
                      <a:pt x="32" y="6"/>
                    </a:cubicBezTo>
                    <a:cubicBezTo>
                      <a:pt x="40" y="4"/>
                      <a:pt x="49" y="3"/>
                      <a:pt x="58" y="1"/>
                    </a:cubicBezTo>
                    <a:cubicBezTo>
                      <a:pt x="64" y="0"/>
                      <a:pt x="71" y="5"/>
                      <a:pt x="71" y="11"/>
                    </a:cubicBezTo>
                    <a:cubicBezTo>
                      <a:pt x="72" y="18"/>
                      <a:pt x="67" y="24"/>
                      <a:pt x="61" y="25"/>
                    </a:cubicBezTo>
                    <a:cubicBezTo>
                      <a:pt x="55" y="26"/>
                      <a:pt x="49" y="27"/>
                      <a:pt x="43" y="28"/>
                    </a:cubicBezTo>
                    <a:cubicBezTo>
                      <a:pt x="37" y="29"/>
                      <a:pt x="33" y="30"/>
                      <a:pt x="28" y="32"/>
                    </a:cubicBezTo>
                    <a:cubicBezTo>
                      <a:pt x="27" y="32"/>
                      <a:pt x="26" y="32"/>
                      <a:pt x="26" y="32"/>
                    </a:cubicBezTo>
                    <a:cubicBezTo>
                      <a:pt x="23" y="36"/>
                      <a:pt x="20" y="38"/>
                      <a:pt x="16" y="38"/>
                    </a:cubicBezTo>
                    <a:cubicBezTo>
                      <a:pt x="15" y="38"/>
                      <a:pt x="14" y="38"/>
                      <a:pt x="12" y="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1" name="Google Shape;3491;p40">
                <a:extLst>
                  <a:ext uri="{FF2B5EF4-FFF2-40B4-BE49-F238E27FC236}">
                    <a16:creationId xmlns:a16="http://schemas.microsoft.com/office/drawing/2014/main" id="{73CFF489-9E54-327F-64B4-28D75C132F8D}"/>
                  </a:ext>
                </a:extLst>
              </p:cNvPr>
              <p:cNvSpPr/>
              <p:nvPr/>
            </p:nvSpPr>
            <p:spPr>
              <a:xfrm>
                <a:off x="927360" y="716400"/>
                <a:ext cx="18720" cy="42480"/>
              </a:xfrm>
              <a:custGeom>
                <a:avLst/>
                <a:gdLst/>
                <a:ahLst/>
                <a:cxnLst/>
                <a:rect l="l" t="t" r="r" b="b"/>
                <a:pathLst>
                  <a:path w="52" h="118" extrusionOk="0">
                    <a:moveTo>
                      <a:pt x="12" y="117"/>
                    </a:moveTo>
                    <a:cubicBezTo>
                      <a:pt x="6" y="117"/>
                      <a:pt x="0" y="112"/>
                      <a:pt x="0" y="105"/>
                    </a:cubicBezTo>
                    <a:cubicBezTo>
                      <a:pt x="1" y="97"/>
                      <a:pt x="2" y="88"/>
                      <a:pt x="3" y="79"/>
                    </a:cubicBezTo>
                    <a:cubicBezTo>
                      <a:pt x="5" y="71"/>
                      <a:pt x="6" y="63"/>
                      <a:pt x="9" y="55"/>
                    </a:cubicBezTo>
                    <a:cubicBezTo>
                      <a:pt x="11" y="47"/>
                      <a:pt x="13" y="40"/>
                      <a:pt x="16" y="31"/>
                    </a:cubicBezTo>
                    <a:cubicBezTo>
                      <a:pt x="17" y="28"/>
                      <a:pt x="18" y="24"/>
                      <a:pt x="20" y="20"/>
                    </a:cubicBezTo>
                    <a:cubicBezTo>
                      <a:pt x="22" y="14"/>
                      <a:pt x="25" y="7"/>
                      <a:pt x="31" y="3"/>
                    </a:cubicBezTo>
                    <a:cubicBezTo>
                      <a:pt x="38" y="0"/>
                      <a:pt x="46" y="3"/>
                      <a:pt x="49" y="10"/>
                    </a:cubicBezTo>
                    <a:cubicBezTo>
                      <a:pt x="51" y="15"/>
                      <a:pt x="49" y="22"/>
                      <a:pt x="45" y="24"/>
                    </a:cubicBezTo>
                    <a:cubicBezTo>
                      <a:pt x="45" y="25"/>
                      <a:pt x="45" y="26"/>
                      <a:pt x="44" y="26"/>
                    </a:cubicBezTo>
                    <a:cubicBezTo>
                      <a:pt x="42" y="30"/>
                      <a:pt x="41" y="34"/>
                      <a:pt x="38" y="39"/>
                    </a:cubicBezTo>
                    <a:cubicBezTo>
                      <a:pt x="37" y="44"/>
                      <a:pt x="35" y="50"/>
                      <a:pt x="34" y="55"/>
                    </a:cubicBezTo>
                    <a:cubicBezTo>
                      <a:pt x="32" y="61"/>
                      <a:pt x="30" y="67"/>
                      <a:pt x="28" y="73"/>
                    </a:cubicBezTo>
                    <a:cubicBezTo>
                      <a:pt x="27" y="84"/>
                      <a:pt x="25" y="96"/>
                      <a:pt x="24" y="107"/>
                    </a:cubicBezTo>
                    <a:cubicBezTo>
                      <a:pt x="23" y="113"/>
                      <a:pt x="18" y="117"/>
                      <a:pt x="12" y="1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2" name="Google Shape;3492;p40">
                <a:extLst>
                  <a:ext uri="{FF2B5EF4-FFF2-40B4-BE49-F238E27FC236}">
                    <a16:creationId xmlns:a16="http://schemas.microsoft.com/office/drawing/2014/main" id="{6540F6F0-06AD-F4F5-8551-7E4E8D3C470C}"/>
                  </a:ext>
                </a:extLst>
              </p:cNvPr>
              <p:cNvSpPr/>
              <p:nvPr/>
            </p:nvSpPr>
            <p:spPr>
              <a:xfrm>
                <a:off x="975600" y="707760"/>
                <a:ext cx="61920" cy="119880"/>
              </a:xfrm>
              <a:custGeom>
                <a:avLst/>
                <a:gdLst/>
                <a:ahLst/>
                <a:cxnLst/>
                <a:rect l="l" t="t" r="r" b="b"/>
                <a:pathLst>
                  <a:path w="172" h="333" extrusionOk="0">
                    <a:moveTo>
                      <a:pt x="66" y="306"/>
                    </a:moveTo>
                    <a:cubicBezTo>
                      <a:pt x="66" y="305"/>
                      <a:pt x="66" y="305"/>
                      <a:pt x="66" y="305"/>
                    </a:cubicBezTo>
                    <a:cubicBezTo>
                      <a:pt x="70" y="295"/>
                      <a:pt x="71" y="285"/>
                      <a:pt x="74" y="275"/>
                    </a:cubicBezTo>
                    <a:lnTo>
                      <a:pt x="74" y="276"/>
                    </a:lnTo>
                    <a:cubicBezTo>
                      <a:pt x="76" y="263"/>
                      <a:pt x="78" y="251"/>
                      <a:pt x="81" y="239"/>
                    </a:cubicBezTo>
                    <a:cubicBezTo>
                      <a:pt x="83" y="226"/>
                      <a:pt x="85" y="214"/>
                      <a:pt x="87" y="202"/>
                    </a:cubicBezTo>
                    <a:cubicBezTo>
                      <a:pt x="88" y="195"/>
                      <a:pt x="89" y="188"/>
                      <a:pt x="90" y="181"/>
                    </a:cubicBezTo>
                    <a:cubicBezTo>
                      <a:pt x="84" y="187"/>
                      <a:pt x="78" y="193"/>
                      <a:pt x="73" y="199"/>
                    </a:cubicBezTo>
                    <a:cubicBezTo>
                      <a:pt x="67" y="205"/>
                      <a:pt x="63" y="210"/>
                      <a:pt x="59" y="216"/>
                    </a:cubicBezTo>
                    <a:cubicBezTo>
                      <a:pt x="56" y="220"/>
                      <a:pt x="53" y="225"/>
                      <a:pt x="51" y="230"/>
                    </a:cubicBezTo>
                    <a:lnTo>
                      <a:pt x="51" y="229"/>
                    </a:lnTo>
                    <a:cubicBezTo>
                      <a:pt x="50" y="231"/>
                      <a:pt x="49" y="233"/>
                      <a:pt x="48" y="236"/>
                    </a:cubicBezTo>
                    <a:cubicBezTo>
                      <a:pt x="47" y="238"/>
                      <a:pt x="46" y="241"/>
                      <a:pt x="45" y="244"/>
                    </a:cubicBezTo>
                    <a:cubicBezTo>
                      <a:pt x="45" y="248"/>
                      <a:pt x="44" y="252"/>
                      <a:pt x="44" y="255"/>
                    </a:cubicBezTo>
                    <a:cubicBezTo>
                      <a:pt x="44" y="258"/>
                      <a:pt x="44" y="261"/>
                      <a:pt x="44" y="264"/>
                    </a:cubicBezTo>
                    <a:cubicBezTo>
                      <a:pt x="44" y="266"/>
                      <a:pt x="44" y="269"/>
                      <a:pt x="45" y="271"/>
                    </a:cubicBezTo>
                    <a:cubicBezTo>
                      <a:pt x="45" y="273"/>
                      <a:pt x="45" y="275"/>
                      <a:pt x="46" y="277"/>
                    </a:cubicBezTo>
                    <a:cubicBezTo>
                      <a:pt x="47" y="280"/>
                      <a:pt x="48" y="283"/>
                      <a:pt x="49" y="286"/>
                    </a:cubicBezTo>
                    <a:cubicBezTo>
                      <a:pt x="51" y="288"/>
                      <a:pt x="52" y="290"/>
                      <a:pt x="53" y="293"/>
                    </a:cubicBezTo>
                    <a:cubicBezTo>
                      <a:pt x="55" y="294"/>
                      <a:pt x="56" y="297"/>
                      <a:pt x="58" y="298"/>
                    </a:cubicBezTo>
                    <a:cubicBezTo>
                      <a:pt x="59" y="300"/>
                      <a:pt x="60" y="301"/>
                      <a:pt x="62" y="303"/>
                    </a:cubicBezTo>
                    <a:cubicBezTo>
                      <a:pt x="63" y="304"/>
                      <a:pt x="63" y="304"/>
                      <a:pt x="64" y="304"/>
                    </a:cubicBezTo>
                    <a:cubicBezTo>
                      <a:pt x="64" y="305"/>
                      <a:pt x="65" y="305"/>
                      <a:pt x="66" y="306"/>
                    </a:cubicBezTo>
                    <a:moveTo>
                      <a:pt x="70" y="332"/>
                    </a:moveTo>
                    <a:cubicBezTo>
                      <a:pt x="62" y="332"/>
                      <a:pt x="55" y="328"/>
                      <a:pt x="49" y="323"/>
                    </a:cubicBezTo>
                    <a:cubicBezTo>
                      <a:pt x="43" y="319"/>
                      <a:pt x="38" y="312"/>
                      <a:pt x="34" y="307"/>
                    </a:cubicBezTo>
                    <a:cubicBezTo>
                      <a:pt x="30" y="300"/>
                      <a:pt x="26" y="293"/>
                      <a:pt x="24" y="285"/>
                    </a:cubicBezTo>
                    <a:cubicBezTo>
                      <a:pt x="18" y="269"/>
                      <a:pt x="20" y="252"/>
                      <a:pt x="24" y="237"/>
                    </a:cubicBezTo>
                    <a:cubicBezTo>
                      <a:pt x="28" y="220"/>
                      <a:pt x="38" y="207"/>
                      <a:pt x="48" y="194"/>
                    </a:cubicBezTo>
                    <a:cubicBezTo>
                      <a:pt x="56" y="184"/>
                      <a:pt x="67" y="174"/>
                      <a:pt x="77" y="164"/>
                    </a:cubicBezTo>
                    <a:cubicBezTo>
                      <a:pt x="83" y="159"/>
                      <a:pt x="88" y="154"/>
                      <a:pt x="94" y="149"/>
                    </a:cubicBezTo>
                    <a:cubicBezTo>
                      <a:pt x="95" y="148"/>
                      <a:pt x="96" y="147"/>
                      <a:pt x="97" y="146"/>
                    </a:cubicBezTo>
                    <a:cubicBezTo>
                      <a:pt x="98" y="141"/>
                      <a:pt x="99" y="134"/>
                      <a:pt x="101" y="128"/>
                    </a:cubicBezTo>
                    <a:cubicBezTo>
                      <a:pt x="102" y="125"/>
                      <a:pt x="103" y="121"/>
                      <a:pt x="104" y="117"/>
                    </a:cubicBezTo>
                    <a:cubicBezTo>
                      <a:pt x="105" y="113"/>
                      <a:pt x="106" y="108"/>
                      <a:pt x="108" y="104"/>
                    </a:cubicBezTo>
                    <a:cubicBezTo>
                      <a:pt x="101" y="113"/>
                      <a:pt x="93" y="121"/>
                      <a:pt x="84" y="128"/>
                    </a:cubicBezTo>
                    <a:cubicBezTo>
                      <a:pt x="78" y="134"/>
                      <a:pt x="73" y="139"/>
                      <a:pt x="66" y="143"/>
                    </a:cubicBezTo>
                    <a:cubicBezTo>
                      <a:pt x="59" y="147"/>
                      <a:pt x="52" y="149"/>
                      <a:pt x="44" y="149"/>
                    </a:cubicBezTo>
                    <a:cubicBezTo>
                      <a:pt x="38" y="150"/>
                      <a:pt x="31" y="149"/>
                      <a:pt x="25" y="146"/>
                    </a:cubicBezTo>
                    <a:cubicBezTo>
                      <a:pt x="18" y="142"/>
                      <a:pt x="14" y="135"/>
                      <a:pt x="11" y="128"/>
                    </a:cubicBezTo>
                    <a:cubicBezTo>
                      <a:pt x="7" y="122"/>
                      <a:pt x="5" y="114"/>
                      <a:pt x="4" y="107"/>
                    </a:cubicBezTo>
                    <a:cubicBezTo>
                      <a:pt x="3" y="101"/>
                      <a:pt x="2" y="96"/>
                      <a:pt x="2" y="90"/>
                    </a:cubicBezTo>
                    <a:cubicBezTo>
                      <a:pt x="1" y="86"/>
                      <a:pt x="1" y="83"/>
                      <a:pt x="0" y="79"/>
                    </a:cubicBezTo>
                    <a:cubicBezTo>
                      <a:pt x="0" y="76"/>
                      <a:pt x="0" y="72"/>
                      <a:pt x="0" y="69"/>
                    </a:cubicBezTo>
                    <a:cubicBezTo>
                      <a:pt x="0" y="56"/>
                      <a:pt x="0" y="43"/>
                      <a:pt x="3" y="30"/>
                    </a:cubicBezTo>
                    <a:cubicBezTo>
                      <a:pt x="4" y="23"/>
                      <a:pt x="7" y="15"/>
                      <a:pt x="10" y="8"/>
                    </a:cubicBezTo>
                    <a:cubicBezTo>
                      <a:pt x="12" y="6"/>
                      <a:pt x="14" y="4"/>
                      <a:pt x="16" y="3"/>
                    </a:cubicBezTo>
                    <a:cubicBezTo>
                      <a:pt x="18" y="2"/>
                      <a:pt x="20" y="1"/>
                      <a:pt x="23" y="1"/>
                    </a:cubicBezTo>
                    <a:cubicBezTo>
                      <a:pt x="22" y="1"/>
                      <a:pt x="22" y="1"/>
                      <a:pt x="21" y="1"/>
                    </a:cubicBezTo>
                    <a:cubicBezTo>
                      <a:pt x="30" y="0"/>
                      <a:pt x="37" y="9"/>
                      <a:pt x="35" y="17"/>
                    </a:cubicBezTo>
                    <a:cubicBezTo>
                      <a:pt x="34" y="20"/>
                      <a:pt x="32" y="22"/>
                      <a:pt x="30" y="24"/>
                    </a:cubicBezTo>
                    <a:lnTo>
                      <a:pt x="30" y="25"/>
                    </a:lnTo>
                    <a:cubicBezTo>
                      <a:pt x="30" y="25"/>
                      <a:pt x="29" y="26"/>
                      <a:pt x="28" y="27"/>
                    </a:cubicBezTo>
                    <a:cubicBezTo>
                      <a:pt x="28" y="30"/>
                      <a:pt x="27" y="33"/>
                      <a:pt x="26" y="35"/>
                    </a:cubicBezTo>
                    <a:cubicBezTo>
                      <a:pt x="27" y="35"/>
                      <a:pt x="27" y="34"/>
                      <a:pt x="27" y="34"/>
                    </a:cubicBezTo>
                    <a:cubicBezTo>
                      <a:pt x="25" y="41"/>
                      <a:pt x="24" y="48"/>
                      <a:pt x="24" y="55"/>
                    </a:cubicBezTo>
                    <a:cubicBezTo>
                      <a:pt x="23" y="62"/>
                      <a:pt x="23" y="70"/>
                      <a:pt x="23" y="77"/>
                    </a:cubicBezTo>
                    <a:cubicBezTo>
                      <a:pt x="24" y="85"/>
                      <a:pt x="24" y="93"/>
                      <a:pt x="26" y="100"/>
                    </a:cubicBezTo>
                    <a:cubicBezTo>
                      <a:pt x="27" y="104"/>
                      <a:pt x="28" y="107"/>
                      <a:pt x="28" y="111"/>
                    </a:cubicBezTo>
                    <a:cubicBezTo>
                      <a:pt x="30" y="113"/>
                      <a:pt x="30" y="114"/>
                      <a:pt x="31" y="116"/>
                    </a:cubicBezTo>
                    <a:cubicBezTo>
                      <a:pt x="31" y="118"/>
                      <a:pt x="32" y="119"/>
                      <a:pt x="33" y="120"/>
                    </a:cubicBezTo>
                    <a:cubicBezTo>
                      <a:pt x="34" y="122"/>
                      <a:pt x="35" y="123"/>
                      <a:pt x="36" y="124"/>
                    </a:cubicBezTo>
                    <a:cubicBezTo>
                      <a:pt x="36" y="125"/>
                      <a:pt x="37" y="125"/>
                      <a:pt x="37" y="125"/>
                    </a:cubicBezTo>
                    <a:lnTo>
                      <a:pt x="38" y="125"/>
                    </a:lnTo>
                    <a:cubicBezTo>
                      <a:pt x="37" y="125"/>
                      <a:pt x="37" y="125"/>
                      <a:pt x="37" y="125"/>
                    </a:cubicBezTo>
                    <a:cubicBezTo>
                      <a:pt x="38" y="125"/>
                      <a:pt x="38" y="125"/>
                      <a:pt x="38" y="126"/>
                    </a:cubicBezTo>
                    <a:cubicBezTo>
                      <a:pt x="38" y="125"/>
                      <a:pt x="38" y="125"/>
                      <a:pt x="38" y="125"/>
                    </a:cubicBezTo>
                    <a:lnTo>
                      <a:pt x="39" y="126"/>
                    </a:lnTo>
                    <a:lnTo>
                      <a:pt x="40" y="126"/>
                    </a:lnTo>
                    <a:cubicBezTo>
                      <a:pt x="41" y="126"/>
                      <a:pt x="42" y="126"/>
                      <a:pt x="42" y="126"/>
                    </a:cubicBezTo>
                    <a:cubicBezTo>
                      <a:pt x="45" y="126"/>
                      <a:pt x="46" y="125"/>
                      <a:pt x="48" y="125"/>
                    </a:cubicBezTo>
                    <a:cubicBezTo>
                      <a:pt x="49" y="125"/>
                      <a:pt x="50" y="125"/>
                      <a:pt x="51" y="125"/>
                    </a:cubicBezTo>
                    <a:cubicBezTo>
                      <a:pt x="51" y="124"/>
                      <a:pt x="52" y="124"/>
                      <a:pt x="52" y="124"/>
                    </a:cubicBezTo>
                    <a:cubicBezTo>
                      <a:pt x="54" y="123"/>
                      <a:pt x="56" y="122"/>
                      <a:pt x="58" y="121"/>
                    </a:cubicBezTo>
                    <a:cubicBezTo>
                      <a:pt x="61" y="119"/>
                      <a:pt x="64" y="117"/>
                      <a:pt x="67" y="114"/>
                    </a:cubicBezTo>
                    <a:cubicBezTo>
                      <a:pt x="73" y="109"/>
                      <a:pt x="78" y="104"/>
                      <a:pt x="83" y="99"/>
                    </a:cubicBezTo>
                    <a:cubicBezTo>
                      <a:pt x="88" y="92"/>
                      <a:pt x="94" y="86"/>
                      <a:pt x="99" y="79"/>
                    </a:cubicBezTo>
                    <a:cubicBezTo>
                      <a:pt x="105" y="72"/>
                      <a:pt x="110" y="64"/>
                      <a:pt x="116" y="57"/>
                    </a:cubicBezTo>
                    <a:cubicBezTo>
                      <a:pt x="122" y="47"/>
                      <a:pt x="129" y="37"/>
                      <a:pt x="134" y="27"/>
                    </a:cubicBezTo>
                    <a:cubicBezTo>
                      <a:pt x="134" y="26"/>
                      <a:pt x="135" y="26"/>
                      <a:pt x="135" y="25"/>
                    </a:cubicBezTo>
                    <a:cubicBezTo>
                      <a:pt x="138" y="19"/>
                      <a:pt x="144" y="16"/>
                      <a:pt x="151" y="19"/>
                    </a:cubicBezTo>
                    <a:cubicBezTo>
                      <a:pt x="154" y="20"/>
                      <a:pt x="156" y="23"/>
                      <a:pt x="157" y="25"/>
                    </a:cubicBezTo>
                    <a:cubicBezTo>
                      <a:pt x="158" y="29"/>
                      <a:pt x="158" y="33"/>
                      <a:pt x="156" y="36"/>
                    </a:cubicBezTo>
                    <a:cubicBezTo>
                      <a:pt x="152" y="44"/>
                      <a:pt x="149" y="52"/>
                      <a:pt x="146" y="60"/>
                    </a:cubicBezTo>
                    <a:cubicBezTo>
                      <a:pt x="141" y="74"/>
                      <a:pt x="136" y="89"/>
                      <a:pt x="131" y="103"/>
                    </a:cubicBezTo>
                    <a:cubicBezTo>
                      <a:pt x="129" y="108"/>
                      <a:pt x="127" y="114"/>
                      <a:pt x="126" y="120"/>
                    </a:cubicBezTo>
                    <a:cubicBezTo>
                      <a:pt x="134" y="112"/>
                      <a:pt x="143" y="104"/>
                      <a:pt x="152" y="96"/>
                    </a:cubicBezTo>
                    <a:cubicBezTo>
                      <a:pt x="157" y="93"/>
                      <a:pt x="163" y="93"/>
                      <a:pt x="167" y="97"/>
                    </a:cubicBezTo>
                    <a:cubicBezTo>
                      <a:pt x="171" y="101"/>
                      <a:pt x="171" y="107"/>
                      <a:pt x="166" y="111"/>
                    </a:cubicBezTo>
                    <a:cubicBezTo>
                      <a:pt x="151" y="125"/>
                      <a:pt x="136" y="139"/>
                      <a:pt x="120" y="154"/>
                    </a:cubicBezTo>
                    <a:cubicBezTo>
                      <a:pt x="119" y="155"/>
                      <a:pt x="118" y="156"/>
                      <a:pt x="117" y="157"/>
                    </a:cubicBezTo>
                    <a:cubicBezTo>
                      <a:pt x="116" y="161"/>
                      <a:pt x="115" y="165"/>
                      <a:pt x="114" y="169"/>
                    </a:cubicBezTo>
                    <a:lnTo>
                      <a:pt x="114" y="168"/>
                    </a:lnTo>
                    <a:cubicBezTo>
                      <a:pt x="109" y="192"/>
                      <a:pt x="106" y="216"/>
                      <a:pt x="102" y="240"/>
                    </a:cubicBezTo>
                    <a:cubicBezTo>
                      <a:pt x="100" y="253"/>
                      <a:pt x="98" y="266"/>
                      <a:pt x="96" y="279"/>
                    </a:cubicBezTo>
                    <a:cubicBezTo>
                      <a:pt x="95" y="284"/>
                      <a:pt x="94" y="290"/>
                      <a:pt x="93" y="296"/>
                    </a:cubicBezTo>
                    <a:cubicBezTo>
                      <a:pt x="91" y="305"/>
                      <a:pt x="90" y="315"/>
                      <a:pt x="85" y="323"/>
                    </a:cubicBezTo>
                    <a:cubicBezTo>
                      <a:pt x="82" y="328"/>
                      <a:pt x="76" y="332"/>
                      <a:pt x="70" y="3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3" name="Google Shape;3493;p40">
                <a:extLst>
                  <a:ext uri="{FF2B5EF4-FFF2-40B4-BE49-F238E27FC236}">
                    <a16:creationId xmlns:a16="http://schemas.microsoft.com/office/drawing/2014/main" id="{CF6C4E82-C2D1-755B-01F3-40AAEC494C59}"/>
                  </a:ext>
                </a:extLst>
              </p:cNvPr>
              <p:cNvSpPr/>
              <p:nvPr/>
            </p:nvSpPr>
            <p:spPr>
              <a:xfrm>
                <a:off x="1067040" y="726840"/>
                <a:ext cx="1548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43" h="28" extrusionOk="0">
                    <a:moveTo>
                      <a:pt x="13" y="26"/>
                    </a:moveTo>
                    <a:lnTo>
                      <a:pt x="12" y="26"/>
                    </a:lnTo>
                    <a:cubicBezTo>
                      <a:pt x="10" y="26"/>
                      <a:pt x="9" y="26"/>
                      <a:pt x="9" y="25"/>
                    </a:cubicBezTo>
                    <a:cubicBezTo>
                      <a:pt x="3" y="23"/>
                      <a:pt x="0" y="17"/>
                      <a:pt x="1" y="12"/>
                    </a:cubicBezTo>
                    <a:cubicBezTo>
                      <a:pt x="2" y="7"/>
                      <a:pt x="6" y="2"/>
                      <a:pt x="10" y="1"/>
                    </a:cubicBezTo>
                    <a:cubicBezTo>
                      <a:pt x="12" y="1"/>
                      <a:pt x="13" y="1"/>
                      <a:pt x="14" y="1"/>
                    </a:cubicBezTo>
                    <a:cubicBezTo>
                      <a:pt x="20" y="0"/>
                      <a:pt x="25" y="0"/>
                      <a:pt x="30" y="0"/>
                    </a:cubicBezTo>
                    <a:cubicBezTo>
                      <a:pt x="37" y="0"/>
                      <a:pt x="42" y="6"/>
                      <a:pt x="42" y="12"/>
                    </a:cubicBezTo>
                    <a:cubicBezTo>
                      <a:pt x="42" y="19"/>
                      <a:pt x="36" y="25"/>
                      <a:pt x="30" y="25"/>
                    </a:cubicBezTo>
                    <a:cubicBezTo>
                      <a:pt x="27" y="25"/>
                      <a:pt x="26" y="25"/>
                      <a:pt x="24" y="25"/>
                    </a:cubicBezTo>
                    <a:lnTo>
                      <a:pt x="25" y="25"/>
                    </a:lnTo>
                    <a:cubicBezTo>
                      <a:pt x="24" y="25"/>
                      <a:pt x="24" y="25"/>
                      <a:pt x="24" y="25"/>
                    </a:cubicBezTo>
                    <a:cubicBezTo>
                      <a:pt x="21" y="26"/>
                      <a:pt x="19" y="27"/>
                      <a:pt x="17" y="27"/>
                    </a:cubicBezTo>
                    <a:cubicBezTo>
                      <a:pt x="16" y="27"/>
                      <a:pt x="14" y="27"/>
                      <a:pt x="13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4" name="Google Shape;3494;p40">
                <a:extLst>
                  <a:ext uri="{FF2B5EF4-FFF2-40B4-BE49-F238E27FC236}">
                    <a16:creationId xmlns:a16="http://schemas.microsoft.com/office/drawing/2014/main" id="{AF383D15-B8ED-B1A0-313D-915DA44027FB}"/>
                  </a:ext>
                </a:extLst>
              </p:cNvPr>
              <p:cNvSpPr/>
              <p:nvPr/>
            </p:nvSpPr>
            <p:spPr>
              <a:xfrm>
                <a:off x="1059120" y="739080"/>
                <a:ext cx="13320" cy="12240"/>
              </a:xfrm>
              <a:custGeom>
                <a:avLst/>
                <a:gdLst/>
                <a:ahLst/>
                <a:cxnLst/>
                <a:rect l="l" t="t" r="r" b="b"/>
                <a:pathLst>
                  <a:path w="37" h="34" extrusionOk="0">
                    <a:moveTo>
                      <a:pt x="21" y="33"/>
                    </a:moveTo>
                    <a:cubicBezTo>
                      <a:pt x="17" y="33"/>
                      <a:pt x="12" y="32"/>
                      <a:pt x="8" y="30"/>
                    </a:cubicBezTo>
                    <a:cubicBezTo>
                      <a:pt x="4" y="27"/>
                      <a:pt x="1" y="24"/>
                      <a:pt x="1" y="19"/>
                    </a:cubicBezTo>
                    <a:cubicBezTo>
                      <a:pt x="0" y="14"/>
                      <a:pt x="2" y="10"/>
                      <a:pt x="6" y="7"/>
                    </a:cubicBezTo>
                    <a:cubicBezTo>
                      <a:pt x="7" y="5"/>
                      <a:pt x="9" y="4"/>
                      <a:pt x="11" y="3"/>
                    </a:cubicBezTo>
                    <a:cubicBezTo>
                      <a:pt x="14" y="1"/>
                      <a:pt x="17" y="0"/>
                      <a:pt x="21" y="1"/>
                    </a:cubicBezTo>
                    <a:cubicBezTo>
                      <a:pt x="24" y="1"/>
                      <a:pt x="27" y="3"/>
                      <a:pt x="29" y="5"/>
                    </a:cubicBezTo>
                    <a:cubicBezTo>
                      <a:pt x="30" y="8"/>
                      <a:pt x="31" y="10"/>
                      <a:pt x="31" y="12"/>
                    </a:cubicBezTo>
                    <a:cubicBezTo>
                      <a:pt x="34" y="14"/>
                      <a:pt x="36" y="19"/>
                      <a:pt x="35" y="23"/>
                    </a:cubicBezTo>
                    <a:cubicBezTo>
                      <a:pt x="34" y="29"/>
                      <a:pt x="29" y="33"/>
                      <a:pt x="22" y="33"/>
                    </a:cubicBezTo>
                    <a:lnTo>
                      <a:pt x="21" y="3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5" name="Google Shape;3495;p40">
                <a:extLst>
                  <a:ext uri="{FF2B5EF4-FFF2-40B4-BE49-F238E27FC236}">
                    <a16:creationId xmlns:a16="http://schemas.microsoft.com/office/drawing/2014/main" id="{92583E93-0F13-28A7-CD13-9E7A24635D13}"/>
                  </a:ext>
                </a:extLst>
              </p:cNvPr>
              <p:cNvSpPr/>
              <p:nvPr/>
            </p:nvSpPr>
            <p:spPr>
              <a:xfrm>
                <a:off x="1120680" y="684720"/>
                <a:ext cx="42840" cy="9900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275" extrusionOk="0">
                    <a:moveTo>
                      <a:pt x="39" y="274"/>
                    </a:moveTo>
                    <a:cubicBezTo>
                      <a:pt x="33" y="273"/>
                      <a:pt x="28" y="267"/>
                      <a:pt x="29" y="260"/>
                    </a:cubicBezTo>
                    <a:cubicBezTo>
                      <a:pt x="31" y="246"/>
                      <a:pt x="33" y="233"/>
                      <a:pt x="36" y="220"/>
                    </a:cubicBezTo>
                    <a:cubicBezTo>
                      <a:pt x="38" y="207"/>
                      <a:pt x="40" y="193"/>
                      <a:pt x="43" y="181"/>
                    </a:cubicBezTo>
                    <a:cubicBezTo>
                      <a:pt x="46" y="164"/>
                      <a:pt x="50" y="148"/>
                      <a:pt x="54" y="132"/>
                    </a:cubicBezTo>
                    <a:cubicBezTo>
                      <a:pt x="50" y="137"/>
                      <a:pt x="46" y="142"/>
                      <a:pt x="43" y="147"/>
                    </a:cubicBezTo>
                    <a:cubicBezTo>
                      <a:pt x="39" y="152"/>
                      <a:pt x="36" y="157"/>
                      <a:pt x="32" y="162"/>
                    </a:cubicBezTo>
                    <a:cubicBezTo>
                      <a:pt x="32" y="161"/>
                      <a:pt x="32" y="161"/>
                      <a:pt x="33" y="161"/>
                    </a:cubicBezTo>
                    <a:cubicBezTo>
                      <a:pt x="32" y="161"/>
                      <a:pt x="32" y="163"/>
                      <a:pt x="31" y="164"/>
                    </a:cubicBezTo>
                    <a:cubicBezTo>
                      <a:pt x="31" y="163"/>
                      <a:pt x="31" y="163"/>
                      <a:pt x="31" y="163"/>
                    </a:cubicBezTo>
                    <a:cubicBezTo>
                      <a:pt x="30" y="164"/>
                      <a:pt x="30" y="164"/>
                      <a:pt x="30" y="164"/>
                    </a:cubicBezTo>
                    <a:lnTo>
                      <a:pt x="31" y="164"/>
                    </a:lnTo>
                    <a:cubicBezTo>
                      <a:pt x="29" y="167"/>
                      <a:pt x="26" y="171"/>
                      <a:pt x="23" y="174"/>
                    </a:cubicBezTo>
                    <a:cubicBezTo>
                      <a:pt x="20" y="179"/>
                      <a:pt x="11" y="180"/>
                      <a:pt x="6" y="176"/>
                    </a:cubicBezTo>
                    <a:cubicBezTo>
                      <a:pt x="1" y="171"/>
                      <a:pt x="0" y="164"/>
                      <a:pt x="4" y="158"/>
                    </a:cubicBezTo>
                    <a:cubicBezTo>
                      <a:pt x="12" y="148"/>
                      <a:pt x="20" y="138"/>
                      <a:pt x="28" y="128"/>
                    </a:cubicBezTo>
                    <a:cubicBezTo>
                      <a:pt x="36" y="117"/>
                      <a:pt x="44" y="107"/>
                      <a:pt x="52" y="96"/>
                    </a:cubicBezTo>
                    <a:cubicBezTo>
                      <a:pt x="51" y="97"/>
                      <a:pt x="51" y="97"/>
                      <a:pt x="51" y="97"/>
                    </a:cubicBezTo>
                    <a:cubicBezTo>
                      <a:pt x="55" y="91"/>
                      <a:pt x="60" y="85"/>
                      <a:pt x="64" y="78"/>
                    </a:cubicBezTo>
                    <a:cubicBezTo>
                      <a:pt x="67" y="72"/>
                      <a:pt x="70" y="66"/>
                      <a:pt x="74" y="61"/>
                    </a:cubicBezTo>
                    <a:cubicBezTo>
                      <a:pt x="74" y="59"/>
                      <a:pt x="74" y="59"/>
                      <a:pt x="74" y="58"/>
                    </a:cubicBezTo>
                    <a:cubicBezTo>
                      <a:pt x="76" y="51"/>
                      <a:pt x="79" y="43"/>
                      <a:pt x="82" y="35"/>
                    </a:cubicBezTo>
                    <a:cubicBezTo>
                      <a:pt x="83" y="31"/>
                      <a:pt x="85" y="27"/>
                      <a:pt x="86" y="24"/>
                    </a:cubicBezTo>
                    <a:cubicBezTo>
                      <a:pt x="89" y="17"/>
                      <a:pt x="91" y="11"/>
                      <a:pt x="95" y="5"/>
                    </a:cubicBezTo>
                    <a:cubicBezTo>
                      <a:pt x="99" y="1"/>
                      <a:pt x="104" y="0"/>
                      <a:pt x="110" y="2"/>
                    </a:cubicBezTo>
                    <a:cubicBezTo>
                      <a:pt x="114" y="4"/>
                      <a:pt x="117" y="8"/>
                      <a:pt x="117" y="12"/>
                    </a:cubicBezTo>
                    <a:cubicBezTo>
                      <a:pt x="118" y="20"/>
                      <a:pt x="114" y="28"/>
                      <a:pt x="111" y="35"/>
                    </a:cubicBezTo>
                    <a:cubicBezTo>
                      <a:pt x="109" y="40"/>
                      <a:pt x="106" y="45"/>
                      <a:pt x="104" y="51"/>
                    </a:cubicBezTo>
                    <a:cubicBezTo>
                      <a:pt x="100" y="58"/>
                      <a:pt x="97" y="65"/>
                      <a:pt x="93" y="72"/>
                    </a:cubicBezTo>
                    <a:cubicBezTo>
                      <a:pt x="92" y="76"/>
                      <a:pt x="90" y="81"/>
                      <a:pt x="89" y="85"/>
                    </a:cubicBezTo>
                    <a:cubicBezTo>
                      <a:pt x="86" y="93"/>
                      <a:pt x="84" y="101"/>
                      <a:pt x="82" y="109"/>
                    </a:cubicBezTo>
                    <a:cubicBezTo>
                      <a:pt x="79" y="118"/>
                      <a:pt x="77" y="126"/>
                      <a:pt x="75" y="135"/>
                    </a:cubicBezTo>
                    <a:cubicBezTo>
                      <a:pt x="73" y="143"/>
                      <a:pt x="71" y="152"/>
                      <a:pt x="69" y="160"/>
                    </a:cubicBezTo>
                    <a:cubicBezTo>
                      <a:pt x="66" y="177"/>
                      <a:pt x="62" y="193"/>
                      <a:pt x="60" y="210"/>
                    </a:cubicBezTo>
                    <a:cubicBezTo>
                      <a:pt x="57" y="228"/>
                      <a:pt x="55" y="246"/>
                      <a:pt x="53" y="264"/>
                    </a:cubicBezTo>
                    <a:cubicBezTo>
                      <a:pt x="53" y="270"/>
                      <a:pt x="47" y="274"/>
                      <a:pt x="41" y="274"/>
                    </a:cubicBezTo>
                    <a:cubicBezTo>
                      <a:pt x="40" y="274"/>
                      <a:pt x="40" y="274"/>
                      <a:pt x="39" y="2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6" name="Google Shape;3496;p40">
                <a:extLst>
                  <a:ext uri="{FF2B5EF4-FFF2-40B4-BE49-F238E27FC236}">
                    <a16:creationId xmlns:a16="http://schemas.microsoft.com/office/drawing/2014/main" id="{65850557-CD6C-A39D-C46F-5A5A8AE94E61}"/>
                  </a:ext>
                </a:extLst>
              </p:cNvPr>
              <p:cNvSpPr/>
              <p:nvPr/>
            </p:nvSpPr>
            <p:spPr>
              <a:xfrm>
                <a:off x="1058040" y="743040"/>
                <a:ext cx="32040" cy="14760"/>
              </a:xfrm>
              <a:custGeom>
                <a:avLst/>
                <a:gdLst/>
                <a:ahLst/>
                <a:cxnLst/>
                <a:rect l="l" t="t" r="r" b="b"/>
                <a:pathLst>
                  <a:path w="89" h="41" extrusionOk="0">
                    <a:moveTo>
                      <a:pt x="9" y="38"/>
                    </a:moveTo>
                    <a:cubicBezTo>
                      <a:pt x="6" y="36"/>
                      <a:pt x="4" y="33"/>
                      <a:pt x="3" y="30"/>
                    </a:cubicBezTo>
                    <a:cubicBezTo>
                      <a:pt x="1" y="28"/>
                      <a:pt x="0" y="25"/>
                      <a:pt x="0" y="22"/>
                    </a:cubicBezTo>
                    <a:cubicBezTo>
                      <a:pt x="0" y="19"/>
                      <a:pt x="2" y="16"/>
                      <a:pt x="4" y="13"/>
                    </a:cubicBezTo>
                    <a:cubicBezTo>
                      <a:pt x="9" y="8"/>
                      <a:pt x="16" y="8"/>
                      <a:pt x="22" y="7"/>
                    </a:cubicBezTo>
                    <a:cubicBezTo>
                      <a:pt x="25" y="6"/>
                      <a:pt x="28" y="6"/>
                      <a:pt x="31" y="6"/>
                    </a:cubicBezTo>
                    <a:cubicBezTo>
                      <a:pt x="45" y="5"/>
                      <a:pt x="60" y="3"/>
                      <a:pt x="74" y="1"/>
                    </a:cubicBezTo>
                    <a:cubicBezTo>
                      <a:pt x="81" y="0"/>
                      <a:pt x="87" y="5"/>
                      <a:pt x="88" y="11"/>
                    </a:cubicBezTo>
                    <a:cubicBezTo>
                      <a:pt x="88" y="17"/>
                      <a:pt x="84" y="23"/>
                      <a:pt x="77" y="24"/>
                    </a:cubicBezTo>
                    <a:cubicBezTo>
                      <a:pt x="67" y="26"/>
                      <a:pt x="57" y="27"/>
                      <a:pt x="48" y="28"/>
                    </a:cubicBezTo>
                    <a:cubicBezTo>
                      <a:pt x="41" y="29"/>
                      <a:pt x="34" y="30"/>
                      <a:pt x="27" y="31"/>
                    </a:cubicBezTo>
                    <a:cubicBezTo>
                      <a:pt x="25" y="36"/>
                      <a:pt x="20" y="40"/>
                      <a:pt x="15" y="40"/>
                    </a:cubicBezTo>
                    <a:cubicBezTo>
                      <a:pt x="13" y="40"/>
                      <a:pt x="10" y="39"/>
                      <a:pt x="9" y="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7" name="Google Shape;3497;p40">
                <a:extLst>
                  <a:ext uri="{FF2B5EF4-FFF2-40B4-BE49-F238E27FC236}">
                    <a16:creationId xmlns:a16="http://schemas.microsoft.com/office/drawing/2014/main" id="{9305C2FA-C9F1-0DFC-864B-6869BDB89ABB}"/>
                  </a:ext>
                </a:extLst>
              </p:cNvPr>
              <p:cNvSpPr/>
              <p:nvPr/>
            </p:nvSpPr>
            <p:spPr>
              <a:xfrm>
                <a:off x="1062720" y="727560"/>
                <a:ext cx="2196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61" h="27" extrusionOk="0">
                    <a:moveTo>
                      <a:pt x="10" y="24"/>
                    </a:moveTo>
                    <a:cubicBezTo>
                      <a:pt x="0" y="21"/>
                      <a:pt x="0" y="6"/>
                      <a:pt x="8" y="2"/>
                    </a:cubicBezTo>
                    <a:cubicBezTo>
                      <a:pt x="11" y="1"/>
                      <a:pt x="14" y="0"/>
                      <a:pt x="17" y="0"/>
                    </a:cubicBezTo>
                    <a:cubicBezTo>
                      <a:pt x="18" y="0"/>
                      <a:pt x="19" y="1"/>
                      <a:pt x="20" y="2"/>
                    </a:cubicBezTo>
                    <a:cubicBezTo>
                      <a:pt x="21" y="2"/>
                      <a:pt x="21" y="2"/>
                      <a:pt x="22" y="2"/>
                    </a:cubicBezTo>
                    <a:lnTo>
                      <a:pt x="21" y="2"/>
                    </a:lnTo>
                    <a:cubicBezTo>
                      <a:pt x="30" y="2"/>
                      <a:pt x="39" y="2"/>
                      <a:pt x="48" y="1"/>
                    </a:cubicBezTo>
                    <a:cubicBezTo>
                      <a:pt x="54" y="0"/>
                      <a:pt x="59" y="6"/>
                      <a:pt x="60" y="12"/>
                    </a:cubicBezTo>
                    <a:cubicBezTo>
                      <a:pt x="60" y="18"/>
                      <a:pt x="56" y="24"/>
                      <a:pt x="49" y="25"/>
                    </a:cubicBezTo>
                    <a:cubicBezTo>
                      <a:pt x="43" y="25"/>
                      <a:pt x="36" y="26"/>
                      <a:pt x="30" y="26"/>
                    </a:cubicBezTo>
                    <a:cubicBezTo>
                      <a:pt x="28" y="26"/>
                      <a:pt x="25" y="26"/>
                      <a:pt x="22" y="26"/>
                    </a:cubicBezTo>
                    <a:cubicBezTo>
                      <a:pt x="18" y="26"/>
                      <a:pt x="13" y="26"/>
                      <a:pt x="10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8" name="Google Shape;3498;p40">
                <a:extLst>
                  <a:ext uri="{FF2B5EF4-FFF2-40B4-BE49-F238E27FC236}">
                    <a16:creationId xmlns:a16="http://schemas.microsoft.com/office/drawing/2014/main" id="{7B9F2B5B-A671-78B9-4825-81CD6DFC7CAB}"/>
                  </a:ext>
                </a:extLst>
              </p:cNvPr>
              <p:cNvSpPr/>
              <p:nvPr/>
            </p:nvSpPr>
            <p:spPr>
              <a:xfrm>
                <a:off x="174600" y="844200"/>
                <a:ext cx="60480" cy="67680"/>
              </a:xfrm>
              <a:custGeom>
                <a:avLst/>
                <a:gdLst/>
                <a:ahLst/>
                <a:cxnLst/>
                <a:rect l="l" t="t" r="r" b="b"/>
                <a:pathLst>
                  <a:path w="168" h="188" extrusionOk="0">
                    <a:moveTo>
                      <a:pt x="145" y="183"/>
                    </a:moveTo>
                    <a:cubicBezTo>
                      <a:pt x="140" y="175"/>
                      <a:pt x="135" y="168"/>
                      <a:pt x="130" y="160"/>
                    </a:cubicBezTo>
                    <a:cubicBezTo>
                      <a:pt x="127" y="157"/>
                      <a:pt x="124" y="153"/>
                      <a:pt x="122" y="150"/>
                    </a:cubicBezTo>
                    <a:cubicBezTo>
                      <a:pt x="119" y="147"/>
                      <a:pt x="117" y="144"/>
                      <a:pt x="114" y="141"/>
                    </a:cubicBezTo>
                    <a:cubicBezTo>
                      <a:pt x="106" y="131"/>
                      <a:pt x="98" y="122"/>
                      <a:pt x="89" y="114"/>
                    </a:cubicBezTo>
                    <a:cubicBezTo>
                      <a:pt x="80" y="103"/>
                      <a:pt x="69" y="94"/>
                      <a:pt x="59" y="83"/>
                    </a:cubicBezTo>
                    <a:cubicBezTo>
                      <a:pt x="54" y="80"/>
                      <a:pt x="51" y="76"/>
                      <a:pt x="47" y="71"/>
                    </a:cubicBezTo>
                    <a:cubicBezTo>
                      <a:pt x="42" y="67"/>
                      <a:pt x="38" y="63"/>
                      <a:pt x="34" y="58"/>
                    </a:cubicBezTo>
                    <a:cubicBezTo>
                      <a:pt x="29" y="53"/>
                      <a:pt x="25" y="48"/>
                      <a:pt x="20" y="43"/>
                    </a:cubicBezTo>
                    <a:cubicBezTo>
                      <a:pt x="15" y="36"/>
                      <a:pt x="10" y="30"/>
                      <a:pt x="6" y="24"/>
                    </a:cubicBezTo>
                    <a:cubicBezTo>
                      <a:pt x="5" y="23"/>
                      <a:pt x="4" y="23"/>
                      <a:pt x="4" y="23"/>
                    </a:cubicBezTo>
                    <a:cubicBezTo>
                      <a:pt x="0" y="17"/>
                      <a:pt x="1" y="9"/>
                      <a:pt x="7" y="4"/>
                    </a:cubicBezTo>
                    <a:cubicBezTo>
                      <a:pt x="13" y="0"/>
                      <a:pt x="21" y="2"/>
                      <a:pt x="25" y="7"/>
                    </a:cubicBezTo>
                    <a:cubicBezTo>
                      <a:pt x="30" y="14"/>
                      <a:pt x="35" y="21"/>
                      <a:pt x="40" y="28"/>
                    </a:cubicBezTo>
                    <a:cubicBezTo>
                      <a:pt x="45" y="34"/>
                      <a:pt x="49" y="38"/>
                      <a:pt x="53" y="43"/>
                    </a:cubicBezTo>
                    <a:cubicBezTo>
                      <a:pt x="58" y="48"/>
                      <a:pt x="63" y="53"/>
                      <a:pt x="67" y="58"/>
                    </a:cubicBezTo>
                    <a:cubicBezTo>
                      <a:pt x="75" y="66"/>
                      <a:pt x="84" y="74"/>
                      <a:pt x="92" y="83"/>
                    </a:cubicBezTo>
                    <a:cubicBezTo>
                      <a:pt x="110" y="102"/>
                      <a:pt x="128" y="122"/>
                      <a:pt x="145" y="143"/>
                    </a:cubicBezTo>
                    <a:cubicBezTo>
                      <a:pt x="151" y="152"/>
                      <a:pt x="158" y="161"/>
                      <a:pt x="163" y="169"/>
                    </a:cubicBezTo>
                    <a:cubicBezTo>
                      <a:pt x="167" y="175"/>
                      <a:pt x="166" y="182"/>
                      <a:pt x="161" y="186"/>
                    </a:cubicBezTo>
                    <a:cubicBezTo>
                      <a:pt x="159" y="187"/>
                      <a:pt x="157" y="187"/>
                      <a:pt x="154" y="187"/>
                    </a:cubicBezTo>
                    <a:cubicBezTo>
                      <a:pt x="151" y="187"/>
                      <a:pt x="147" y="186"/>
                      <a:pt x="145" y="18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9" name="Google Shape;3499;p40">
                <a:extLst>
                  <a:ext uri="{FF2B5EF4-FFF2-40B4-BE49-F238E27FC236}">
                    <a16:creationId xmlns:a16="http://schemas.microsoft.com/office/drawing/2014/main" id="{A5CD175D-1E71-138A-8E67-D6EFB40D94EA}"/>
                  </a:ext>
                </a:extLst>
              </p:cNvPr>
              <p:cNvSpPr/>
              <p:nvPr/>
            </p:nvSpPr>
            <p:spPr>
              <a:xfrm>
                <a:off x="180000" y="840600"/>
                <a:ext cx="60480" cy="72720"/>
              </a:xfrm>
              <a:custGeom>
                <a:avLst/>
                <a:gdLst/>
                <a:ahLst/>
                <a:cxnLst/>
                <a:rect l="l" t="t" r="r" b="b"/>
                <a:pathLst>
                  <a:path w="168" h="202" extrusionOk="0">
                    <a:moveTo>
                      <a:pt x="6" y="199"/>
                    </a:moveTo>
                    <a:cubicBezTo>
                      <a:pt x="1" y="194"/>
                      <a:pt x="0" y="187"/>
                      <a:pt x="4" y="182"/>
                    </a:cubicBezTo>
                    <a:cubicBezTo>
                      <a:pt x="19" y="165"/>
                      <a:pt x="34" y="147"/>
                      <a:pt x="49" y="129"/>
                    </a:cubicBezTo>
                    <a:cubicBezTo>
                      <a:pt x="62" y="113"/>
                      <a:pt x="75" y="96"/>
                      <a:pt x="87" y="79"/>
                    </a:cubicBezTo>
                    <a:cubicBezTo>
                      <a:pt x="88" y="78"/>
                      <a:pt x="88" y="78"/>
                      <a:pt x="88" y="78"/>
                    </a:cubicBezTo>
                    <a:cubicBezTo>
                      <a:pt x="97" y="65"/>
                      <a:pt x="105" y="52"/>
                      <a:pt x="115" y="40"/>
                    </a:cubicBezTo>
                    <a:cubicBezTo>
                      <a:pt x="123" y="27"/>
                      <a:pt x="133" y="14"/>
                      <a:pt x="144" y="5"/>
                    </a:cubicBezTo>
                    <a:cubicBezTo>
                      <a:pt x="150" y="0"/>
                      <a:pt x="158" y="0"/>
                      <a:pt x="162" y="5"/>
                    </a:cubicBezTo>
                    <a:cubicBezTo>
                      <a:pt x="167" y="9"/>
                      <a:pt x="167" y="18"/>
                      <a:pt x="162" y="23"/>
                    </a:cubicBezTo>
                    <a:cubicBezTo>
                      <a:pt x="157" y="27"/>
                      <a:pt x="151" y="32"/>
                      <a:pt x="146" y="37"/>
                    </a:cubicBezTo>
                    <a:cubicBezTo>
                      <a:pt x="130" y="56"/>
                      <a:pt x="117" y="77"/>
                      <a:pt x="102" y="97"/>
                    </a:cubicBezTo>
                    <a:cubicBezTo>
                      <a:pt x="87" y="117"/>
                      <a:pt x="71" y="137"/>
                      <a:pt x="55" y="157"/>
                    </a:cubicBezTo>
                    <a:cubicBezTo>
                      <a:pt x="44" y="170"/>
                      <a:pt x="32" y="183"/>
                      <a:pt x="21" y="197"/>
                    </a:cubicBezTo>
                    <a:cubicBezTo>
                      <a:pt x="19" y="200"/>
                      <a:pt x="16" y="201"/>
                      <a:pt x="13" y="201"/>
                    </a:cubicBezTo>
                    <a:cubicBezTo>
                      <a:pt x="10" y="201"/>
                      <a:pt x="7" y="200"/>
                      <a:pt x="6" y="1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0" name="Google Shape;3500;p40">
                <a:extLst>
                  <a:ext uri="{FF2B5EF4-FFF2-40B4-BE49-F238E27FC236}">
                    <a16:creationId xmlns:a16="http://schemas.microsoft.com/office/drawing/2014/main" id="{8517BB60-0AE1-25C4-4335-D658C881AAAB}"/>
                  </a:ext>
                </a:extLst>
              </p:cNvPr>
              <p:cNvSpPr/>
              <p:nvPr/>
            </p:nvSpPr>
            <p:spPr>
              <a:xfrm>
                <a:off x="261360" y="866880"/>
                <a:ext cx="3348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93" h="35" extrusionOk="0">
                    <a:moveTo>
                      <a:pt x="80" y="34"/>
                    </a:moveTo>
                    <a:cubicBezTo>
                      <a:pt x="69" y="32"/>
                      <a:pt x="57" y="31"/>
                      <a:pt x="45" y="30"/>
                    </a:cubicBezTo>
                    <a:cubicBezTo>
                      <a:pt x="40" y="29"/>
                      <a:pt x="35" y="29"/>
                      <a:pt x="31" y="28"/>
                    </a:cubicBezTo>
                    <a:cubicBezTo>
                      <a:pt x="24" y="28"/>
                      <a:pt x="17" y="28"/>
                      <a:pt x="10" y="25"/>
                    </a:cubicBezTo>
                    <a:cubicBezTo>
                      <a:pt x="6" y="24"/>
                      <a:pt x="2" y="20"/>
                      <a:pt x="1" y="15"/>
                    </a:cubicBezTo>
                    <a:cubicBezTo>
                      <a:pt x="0" y="10"/>
                      <a:pt x="4" y="4"/>
                      <a:pt x="9" y="2"/>
                    </a:cubicBezTo>
                    <a:cubicBezTo>
                      <a:pt x="12" y="1"/>
                      <a:pt x="14" y="1"/>
                      <a:pt x="17" y="1"/>
                    </a:cubicBezTo>
                    <a:cubicBezTo>
                      <a:pt x="19" y="1"/>
                      <a:pt x="20" y="1"/>
                      <a:pt x="22" y="1"/>
                    </a:cubicBezTo>
                    <a:cubicBezTo>
                      <a:pt x="25" y="1"/>
                      <a:pt x="28" y="0"/>
                      <a:pt x="32" y="0"/>
                    </a:cubicBezTo>
                    <a:cubicBezTo>
                      <a:pt x="36" y="0"/>
                      <a:pt x="40" y="3"/>
                      <a:pt x="42" y="6"/>
                    </a:cubicBezTo>
                    <a:cubicBezTo>
                      <a:pt x="44" y="6"/>
                      <a:pt x="46" y="6"/>
                      <a:pt x="48" y="7"/>
                    </a:cubicBezTo>
                    <a:cubicBezTo>
                      <a:pt x="57" y="7"/>
                      <a:pt x="66" y="8"/>
                      <a:pt x="76" y="10"/>
                    </a:cubicBezTo>
                    <a:cubicBezTo>
                      <a:pt x="77" y="10"/>
                      <a:pt x="79" y="10"/>
                      <a:pt x="80" y="10"/>
                    </a:cubicBezTo>
                    <a:cubicBezTo>
                      <a:pt x="87" y="10"/>
                      <a:pt x="92" y="15"/>
                      <a:pt x="92" y="22"/>
                    </a:cubicBezTo>
                    <a:cubicBezTo>
                      <a:pt x="92" y="28"/>
                      <a:pt x="87" y="34"/>
                      <a:pt x="81" y="34"/>
                    </a:cubicBezTo>
                    <a:cubicBezTo>
                      <a:pt x="80" y="34"/>
                      <a:pt x="80" y="34"/>
                      <a:pt x="80" y="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1" name="Google Shape;3501;p40">
                <a:extLst>
                  <a:ext uri="{FF2B5EF4-FFF2-40B4-BE49-F238E27FC236}">
                    <a16:creationId xmlns:a16="http://schemas.microsoft.com/office/drawing/2014/main" id="{4380EF51-9493-3B4D-55CF-2868FA60C8CD}"/>
                  </a:ext>
                </a:extLst>
              </p:cNvPr>
              <p:cNvSpPr/>
              <p:nvPr/>
            </p:nvSpPr>
            <p:spPr>
              <a:xfrm>
                <a:off x="260640" y="876960"/>
                <a:ext cx="52560" cy="18000"/>
              </a:xfrm>
              <a:custGeom>
                <a:avLst/>
                <a:gdLst/>
                <a:ahLst/>
                <a:cxnLst/>
                <a:rect l="l" t="t" r="r" b="b"/>
                <a:pathLst>
                  <a:path w="146" h="50" extrusionOk="0">
                    <a:moveTo>
                      <a:pt x="16" y="49"/>
                    </a:moveTo>
                    <a:cubicBezTo>
                      <a:pt x="12" y="48"/>
                      <a:pt x="8" y="46"/>
                      <a:pt x="4" y="43"/>
                    </a:cubicBezTo>
                    <a:cubicBezTo>
                      <a:pt x="1" y="40"/>
                      <a:pt x="0" y="35"/>
                      <a:pt x="1" y="31"/>
                    </a:cubicBezTo>
                    <a:cubicBezTo>
                      <a:pt x="2" y="29"/>
                      <a:pt x="2" y="27"/>
                      <a:pt x="4" y="25"/>
                    </a:cubicBezTo>
                    <a:cubicBezTo>
                      <a:pt x="5" y="24"/>
                      <a:pt x="7" y="22"/>
                      <a:pt x="8" y="21"/>
                    </a:cubicBezTo>
                    <a:cubicBezTo>
                      <a:pt x="14" y="17"/>
                      <a:pt x="21" y="19"/>
                      <a:pt x="25" y="24"/>
                    </a:cubicBezTo>
                    <a:lnTo>
                      <a:pt x="26" y="25"/>
                    </a:lnTo>
                    <a:cubicBezTo>
                      <a:pt x="27" y="25"/>
                      <a:pt x="28" y="24"/>
                      <a:pt x="29" y="24"/>
                    </a:cubicBezTo>
                    <a:cubicBezTo>
                      <a:pt x="29" y="24"/>
                      <a:pt x="28" y="24"/>
                      <a:pt x="28" y="25"/>
                    </a:cubicBezTo>
                    <a:cubicBezTo>
                      <a:pt x="38" y="24"/>
                      <a:pt x="49" y="22"/>
                      <a:pt x="60" y="20"/>
                    </a:cubicBezTo>
                    <a:cubicBezTo>
                      <a:pt x="65" y="19"/>
                      <a:pt x="71" y="18"/>
                      <a:pt x="76" y="17"/>
                    </a:cubicBezTo>
                    <a:cubicBezTo>
                      <a:pt x="82" y="15"/>
                      <a:pt x="88" y="13"/>
                      <a:pt x="93" y="12"/>
                    </a:cubicBezTo>
                    <a:cubicBezTo>
                      <a:pt x="106" y="8"/>
                      <a:pt x="117" y="5"/>
                      <a:pt x="130" y="1"/>
                    </a:cubicBezTo>
                    <a:cubicBezTo>
                      <a:pt x="135" y="0"/>
                      <a:pt x="141" y="4"/>
                      <a:pt x="143" y="10"/>
                    </a:cubicBezTo>
                    <a:cubicBezTo>
                      <a:pt x="145" y="15"/>
                      <a:pt x="141" y="21"/>
                      <a:pt x="135" y="23"/>
                    </a:cubicBezTo>
                    <a:cubicBezTo>
                      <a:pt x="125" y="26"/>
                      <a:pt x="114" y="29"/>
                      <a:pt x="104" y="32"/>
                    </a:cubicBezTo>
                    <a:cubicBezTo>
                      <a:pt x="97" y="35"/>
                      <a:pt x="89" y="37"/>
                      <a:pt x="82" y="39"/>
                    </a:cubicBezTo>
                    <a:cubicBezTo>
                      <a:pt x="72" y="41"/>
                      <a:pt x="63" y="43"/>
                      <a:pt x="54" y="45"/>
                    </a:cubicBezTo>
                    <a:cubicBezTo>
                      <a:pt x="47" y="46"/>
                      <a:pt x="40" y="47"/>
                      <a:pt x="33" y="48"/>
                    </a:cubicBezTo>
                    <a:cubicBezTo>
                      <a:pt x="29" y="49"/>
                      <a:pt x="26" y="49"/>
                      <a:pt x="23" y="49"/>
                    </a:cubicBezTo>
                    <a:cubicBezTo>
                      <a:pt x="21" y="49"/>
                      <a:pt x="19" y="49"/>
                      <a:pt x="16" y="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2" name="Google Shape;3502;p40">
                <a:extLst>
                  <a:ext uri="{FF2B5EF4-FFF2-40B4-BE49-F238E27FC236}">
                    <a16:creationId xmlns:a16="http://schemas.microsoft.com/office/drawing/2014/main" id="{D46BF885-1CAE-E84A-11CC-D1515AAA7204}"/>
                  </a:ext>
                </a:extLst>
              </p:cNvPr>
              <p:cNvSpPr/>
              <p:nvPr/>
            </p:nvSpPr>
            <p:spPr>
              <a:xfrm>
                <a:off x="330480" y="833760"/>
                <a:ext cx="70200" cy="68400"/>
              </a:xfrm>
              <a:custGeom>
                <a:avLst/>
                <a:gdLst/>
                <a:ahLst/>
                <a:cxnLst/>
                <a:rect l="l" t="t" r="r" b="b"/>
                <a:pathLst>
                  <a:path w="195" h="190" extrusionOk="0">
                    <a:moveTo>
                      <a:pt x="53" y="166"/>
                    </a:moveTo>
                    <a:cubicBezTo>
                      <a:pt x="55" y="166"/>
                      <a:pt x="56" y="166"/>
                      <a:pt x="58" y="165"/>
                    </a:cubicBezTo>
                    <a:cubicBezTo>
                      <a:pt x="60" y="165"/>
                      <a:pt x="62" y="165"/>
                      <a:pt x="64" y="163"/>
                    </a:cubicBezTo>
                    <a:cubicBezTo>
                      <a:pt x="67" y="163"/>
                      <a:pt x="70" y="162"/>
                      <a:pt x="72" y="160"/>
                    </a:cubicBezTo>
                    <a:cubicBezTo>
                      <a:pt x="71" y="161"/>
                      <a:pt x="71" y="161"/>
                      <a:pt x="70" y="161"/>
                    </a:cubicBezTo>
                    <a:cubicBezTo>
                      <a:pt x="75" y="159"/>
                      <a:pt x="79" y="157"/>
                      <a:pt x="83" y="155"/>
                    </a:cubicBezTo>
                    <a:cubicBezTo>
                      <a:pt x="89" y="150"/>
                      <a:pt x="96" y="145"/>
                      <a:pt x="102" y="140"/>
                    </a:cubicBezTo>
                    <a:cubicBezTo>
                      <a:pt x="111" y="132"/>
                      <a:pt x="121" y="123"/>
                      <a:pt x="130" y="114"/>
                    </a:cubicBezTo>
                    <a:lnTo>
                      <a:pt x="129" y="114"/>
                    </a:lnTo>
                    <a:cubicBezTo>
                      <a:pt x="138" y="105"/>
                      <a:pt x="145" y="95"/>
                      <a:pt x="152" y="85"/>
                    </a:cubicBezTo>
                    <a:cubicBezTo>
                      <a:pt x="156" y="78"/>
                      <a:pt x="161" y="71"/>
                      <a:pt x="165" y="64"/>
                    </a:cubicBezTo>
                    <a:cubicBezTo>
                      <a:pt x="166" y="60"/>
                      <a:pt x="168" y="57"/>
                      <a:pt x="169" y="54"/>
                    </a:cubicBezTo>
                    <a:cubicBezTo>
                      <a:pt x="170" y="52"/>
                      <a:pt x="170" y="51"/>
                      <a:pt x="170" y="49"/>
                    </a:cubicBezTo>
                    <a:cubicBezTo>
                      <a:pt x="171" y="48"/>
                      <a:pt x="171" y="46"/>
                      <a:pt x="171" y="45"/>
                    </a:cubicBezTo>
                    <a:cubicBezTo>
                      <a:pt x="171" y="44"/>
                      <a:pt x="171" y="43"/>
                      <a:pt x="171" y="43"/>
                    </a:cubicBezTo>
                    <a:cubicBezTo>
                      <a:pt x="171" y="42"/>
                      <a:pt x="171" y="42"/>
                      <a:pt x="171" y="40"/>
                    </a:cubicBezTo>
                    <a:lnTo>
                      <a:pt x="171" y="41"/>
                    </a:lnTo>
                    <a:lnTo>
                      <a:pt x="171" y="40"/>
                    </a:lnTo>
                    <a:cubicBezTo>
                      <a:pt x="171" y="40"/>
                      <a:pt x="170" y="40"/>
                      <a:pt x="170" y="39"/>
                    </a:cubicBezTo>
                    <a:cubicBezTo>
                      <a:pt x="170" y="40"/>
                      <a:pt x="171" y="40"/>
                      <a:pt x="171" y="40"/>
                    </a:cubicBezTo>
                    <a:cubicBezTo>
                      <a:pt x="171" y="41"/>
                      <a:pt x="171" y="41"/>
                      <a:pt x="171" y="42"/>
                    </a:cubicBezTo>
                    <a:cubicBezTo>
                      <a:pt x="171" y="40"/>
                      <a:pt x="170" y="40"/>
                      <a:pt x="170" y="39"/>
                    </a:cubicBezTo>
                    <a:lnTo>
                      <a:pt x="170" y="38"/>
                    </a:lnTo>
                    <a:cubicBezTo>
                      <a:pt x="169" y="37"/>
                      <a:pt x="169" y="36"/>
                      <a:pt x="169" y="36"/>
                    </a:cubicBezTo>
                    <a:cubicBezTo>
                      <a:pt x="169" y="35"/>
                      <a:pt x="168" y="35"/>
                      <a:pt x="168" y="35"/>
                    </a:cubicBezTo>
                    <a:cubicBezTo>
                      <a:pt x="167" y="34"/>
                      <a:pt x="167" y="33"/>
                      <a:pt x="166" y="33"/>
                    </a:cubicBezTo>
                    <a:cubicBezTo>
                      <a:pt x="165" y="31"/>
                      <a:pt x="163" y="30"/>
                      <a:pt x="161" y="29"/>
                    </a:cubicBezTo>
                    <a:cubicBezTo>
                      <a:pt x="160" y="28"/>
                      <a:pt x="159" y="27"/>
                      <a:pt x="158" y="26"/>
                    </a:cubicBezTo>
                    <a:cubicBezTo>
                      <a:pt x="155" y="25"/>
                      <a:pt x="153" y="25"/>
                      <a:pt x="151" y="24"/>
                    </a:cubicBezTo>
                    <a:cubicBezTo>
                      <a:pt x="151" y="24"/>
                      <a:pt x="149" y="23"/>
                      <a:pt x="148" y="23"/>
                    </a:cubicBezTo>
                    <a:cubicBezTo>
                      <a:pt x="148" y="23"/>
                      <a:pt x="147" y="22"/>
                      <a:pt x="146" y="22"/>
                    </a:cubicBezTo>
                    <a:cubicBezTo>
                      <a:pt x="145" y="22"/>
                      <a:pt x="144" y="22"/>
                      <a:pt x="142" y="22"/>
                    </a:cubicBezTo>
                    <a:cubicBezTo>
                      <a:pt x="139" y="23"/>
                      <a:pt x="136" y="23"/>
                      <a:pt x="133" y="24"/>
                    </a:cubicBezTo>
                    <a:cubicBezTo>
                      <a:pt x="131" y="24"/>
                      <a:pt x="128" y="25"/>
                      <a:pt x="126" y="25"/>
                    </a:cubicBezTo>
                    <a:cubicBezTo>
                      <a:pt x="123" y="26"/>
                      <a:pt x="120" y="28"/>
                      <a:pt x="117" y="29"/>
                    </a:cubicBezTo>
                    <a:cubicBezTo>
                      <a:pt x="113" y="31"/>
                      <a:pt x="109" y="33"/>
                      <a:pt x="105" y="36"/>
                    </a:cubicBezTo>
                    <a:cubicBezTo>
                      <a:pt x="102" y="38"/>
                      <a:pt x="98" y="40"/>
                      <a:pt x="95" y="43"/>
                    </a:cubicBezTo>
                    <a:cubicBezTo>
                      <a:pt x="93" y="45"/>
                      <a:pt x="91" y="47"/>
                      <a:pt x="89" y="49"/>
                    </a:cubicBezTo>
                    <a:cubicBezTo>
                      <a:pt x="86" y="52"/>
                      <a:pt x="84" y="54"/>
                      <a:pt x="82" y="58"/>
                    </a:cubicBezTo>
                    <a:cubicBezTo>
                      <a:pt x="80" y="60"/>
                      <a:pt x="78" y="63"/>
                      <a:pt x="77" y="67"/>
                    </a:cubicBezTo>
                    <a:cubicBezTo>
                      <a:pt x="70" y="78"/>
                      <a:pt x="65" y="91"/>
                      <a:pt x="61" y="104"/>
                    </a:cubicBezTo>
                    <a:cubicBezTo>
                      <a:pt x="60" y="105"/>
                      <a:pt x="60" y="106"/>
                      <a:pt x="60" y="108"/>
                    </a:cubicBezTo>
                    <a:cubicBezTo>
                      <a:pt x="57" y="113"/>
                      <a:pt x="50" y="116"/>
                      <a:pt x="45" y="113"/>
                    </a:cubicBezTo>
                    <a:cubicBezTo>
                      <a:pt x="42" y="112"/>
                      <a:pt x="40" y="110"/>
                      <a:pt x="39" y="107"/>
                    </a:cubicBezTo>
                    <a:cubicBezTo>
                      <a:pt x="38" y="105"/>
                      <a:pt x="38" y="102"/>
                      <a:pt x="39" y="99"/>
                    </a:cubicBezTo>
                    <a:cubicBezTo>
                      <a:pt x="39" y="99"/>
                      <a:pt x="39" y="98"/>
                      <a:pt x="40" y="98"/>
                    </a:cubicBezTo>
                    <a:cubicBezTo>
                      <a:pt x="43" y="88"/>
                      <a:pt x="47" y="78"/>
                      <a:pt x="51" y="68"/>
                    </a:cubicBezTo>
                    <a:cubicBezTo>
                      <a:pt x="54" y="61"/>
                      <a:pt x="57" y="55"/>
                      <a:pt x="61" y="49"/>
                    </a:cubicBezTo>
                    <a:lnTo>
                      <a:pt x="60" y="49"/>
                    </a:lnTo>
                    <a:cubicBezTo>
                      <a:pt x="58" y="51"/>
                      <a:pt x="56" y="53"/>
                      <a:pt x="54" y="54"/>
                    </a:cubicBezTo>
                    <a:cubicBezTo>
                      <a:pt x="54" y="54"/>
                      <a:pt x="55" y="54"/>
                      <a:pt x="56" y="54"/>
                    </a:cubicBezTo>
                    <a:cubicBezTo>
                      <a:pt x="53" y="56"/>
                      <a:pt x="51" y="57"/>
                      <a:pt x="49" y="60"/>
                    </a:cubicBezTo>
                    <a:cubicBezTo>
                      <a:pt x="46" y="63"/>
                      <a:pt x="43" y="67"/>
                      <a:pt x="40" y="70"/>
                    </a:cubicBezTo>
                    <a:cubicBezTo>
                      <a:pt x="38" y="74"/>
                      <a:pt x="36" y="77"/>
                      <a:pt x="34" y="81"/>
                    </a:cubicBezTo>
                    <a:cubicBezTo>
                      <a:pt x="32" y="85"/>
                      <a:pt x="30" y="89"/>
                      <a:pt x="28" y="94"/>
                    </a:cubicBezTo>
                    <a:cubicBezTo>
                      <a:pt x="27" y="97"/>
                      <a:pt x="26" y="100"/>
                      <a:pt x="26" y="103"/>
                    </a:cubicBezTo>
                    <a:cubicBezTo>
                      <a:pt x="25" y="107"/>
                      <a:pt x="24" y="112"/>
                      <a:pt x="24" y="117"/>
                    </a:cubicBezTo>
                    <a:cubicBezTo>
                      <a:pt x="24" y="122"/>
                      <a:pt x="24" y="127"/>
                      <a:pt x="24" y="132"/>
                    </a:cubicBezTo>
                    <a:cubicBezTo>
                      <a:pt x="24" y="134"/>
                      <a:pt x="24" y="136"/>
                      <a:pt x="24" y="138"/>
                    </a:cubicBezTo>
                    <a:cubicBezTo>
                      <a:pt x="25" y="139"/>
                      <a:pt x="25" y="141"/>
                      <a:pt x="25" y="142"/>
                    </a:cubicBezTo>
                    <a:lnTo>
                      <a:pt x="26" y="143"/>
                    </a:lnTo>
                    <a:cubicBezTo>
                      <a:pt x="26" y="143"/>
                      <a:pt x="26" y="142"/>
                      <a:pt x="25" y="142"/>
                    </a:cubicBezTo>
                    <a:cubicBezTo>
                      <a:pt x="26" y="144"/>
                      <a:pt x="27" y="146"/>
                      <a:pt x="28" y="148"/>
                    </a:cubicBezTo>
                    <a:cubicBezTo>
                      <a:pt x="28" y="149"/>
                      <a:pt x="29" y="150"/>
                      <a:pt x="30" y="152"/>
                    </a:cubicBezTo>
                    <a:cubicBezTo>
                      <a:pt x="30" y="153"/>
                      <a:pt x="32" y="154"/>
                      <a:pt x="32" y="155"/>
                    </a:cubicBezTo>
                    <a:cubicBezTo>
                      <a:pt x="33" y="156"/>
                      <a:pt x="34" y="157"/>
                      <a:pt x="35" y="158"/>
                    </a:cubicBezTo>
                    <a:cubicBezTo>
                      <a:pt x="36" y="159"/>
                      <a:pt x="37" y="159"/>
                      <a:pt x="38" y="160"/>
                    </a:cubicBezTo>
                    <a:cubicBezTo>
                      <a:pt x="40" y="162"/>
                      <a:pt x="42" y="163"/>
                      <a:pt x="44" y="164"/>
                    </a:cubicBezTo>
                    <a:cubicBezTo>
                      <a:pt x="44" y="164"/>
                      <a:pt x="45" y="164"/>
                      <a:pt x="45" y="165"/>
                    </a:cubicBezTo>
                    <a:cubicBezTo>
                      <a:pt x="47" y="165"/>
                      <a:pt x="48" y="165"/>
                      <a:pt x="50" y="166"/>
                    </a:cubicBezTo>
                    <a:lnTo>
                      <a:pt x="51" y="166"/>
                    </a:lnTo>
                    <a:cubicBezTo>
                      <a:pt x="52" y="166"/>
                      <a:pt x="53" y="166"/>
                      <a:pt x="53" y="166"/>
                    </a:cubicBezTo>
                    <a:moveTo>
                      <a:pt x="37" y="186"/>
                    </a:moveTo>
                    <a:cubicBezTo>
                      <a:pt x="30" y="184"/>
                      <a:pt x="25" y="180"/>
                      <a:pt x="19" y="175"/>
                    </a:cubicBezTo>
                    <a:cubicBezTo>
                      <a:pt x="10" y="167"/>
                      <a:pt x="5" y="155"/>
                      <a:pt x="2" y="143"/>
                    </a:cubicBezTo>
                    <a:cubicBezTo>
                      <a:pt x="1" y="137"/>
                      <a:pt x="1" y="130"/>
                      <a:pt x="0" y="123"/>
                    </a:cubicBezTo>
                    <a:cubicBezTo>
                      <a:pt x="0" y="116"/>
                      <a:pt x="1" y="108"/>
                      <a:pt x="3" y="101"/>
                    </a:cubicBezTo>
                    <a:cubicBezTo>
                      <a:pt x="5" y="87"/>
                      <a:pt x="10" y="74"/>
                      <a:pt x="17" y="62"/>
                    </a:cubicBezTo>
                    <a:cubicBezTo>
                      <a:pt x="21" y="56"/>
                      <a:pt x="25" y="50"/>
                      <a:pt x="30" y="44"/>
                    </a:cubicBezTo>
                    <a:cubicBezTo>
                      <a:pt x="35" y="38"/>
                      <a:pt x="40" y="34"/>
                      <a:pt x="46" y="29"/>
                    </a:cubicBezTo>
                    <a:cubicBezTo>
                      <a:pt x="51" y="25"/>
                      <a:pt x="59" y="26"/>
                      <a:pt x="63" y="32"/>
                    </a:cubicBezTo>
                    <a:cubicBezTo>
                      <a:pt x="65" y="35"/>
                      <a:pt x="66" y="40"/>
                      <a:pt x="65" y="43"/>
                    </a:cubicBezTo>
                    <a:cubicBezTo>
                      <a:pt x="69" y="38"/>
                      <a:pt x="73" y="33"/>
                      <a:pt x="78" y="28"/>
                    </a:cubicBezTo>
                    <a:cubicBezTo>
                      <a:pt x="84" y="23"/>
                      <a:pt x="90" y="19"/>
                      <a:pt x="96" y="15"/>
                    </a:cubicBezTo>
                    <a:cubicBezTo>
                      <a:pt x="104" y="10"/>
                      <a:pt x="111" y="6"/>
                      <a:pt x="120" y="4"/>
                    </a:cubicBezTo>
                    <a:cubicBezTo>
                      <a:pt x="127" y="1"/>
                      <a:pt x="135" y="0"/>
                      <a:pt x="143" y="0"/>
                    </a:cubicBezTo>
                    <a:cubicBezTo>
                      <a:pt x="147" y="0"/>
                      <a:pt x="151" y="0"/>
                      <a:pt x="154" y="1"/>
                    </a:cubicBezTo>
                    <a:cubicBezTo>
                      <a:pt x="159" y="2"/>
                      <a:pt x="163" y="4"/>
                      <a:pt x="167" y="6"/>
                    </a:cubicBezTo>
                    <a:cubicBezTo>
                      <a:pt x="174" y="9"/>
                      <a:pt x="180" y="14"/>
                      <a:pt x="184" y="19"/>
                    </a:cubicBezTo>
                    <a:cubicBezTo>
                      <a:pt x="190" y="25"/>
                      <a:pt x="192" y="32"/>
                      <a:pt x="193" y="39"/>
                    </a:cubicBezTo>
                    <a:cubicBezTo>
                      <a:pt x="194" y="42"/>
                      <a:pt x="194" y="46"/>
                      <a:pt x="193" y="49"/>
                    </a:cubicBezTo>
                    <a:cubicBezTo>
                      <a:pt x="192" y="53"/>
                      <a:pt x="191" y="57"/>
                      <a:pt x="190" y="60"/>
                    </a:cubicBezTo>
                    <a:cubicBezTo>
                      <a:pt x="187" y="67"/>
                      <a:pt x="184" y="75"/>
                      <a:pt x="180" y="82"/>
                    </a:cubicBezTo>
                    <a:cubicBezTo>
                      <a:pt x="176" y="87"/>
                      <a:pt x="173" y="92"/>
                      <a:pt x="169" y="98"/>
                    </a:cubicBezTo>
                    <a:cubicBezTo>
                      <a:pt x="165" y="103"/>
                      <a:pt x="161" y="109"/>
                      <a:pt x="157" y="115"/>
                    </a:cubicBezTo>
                    <a:cubicBezTo>
                      <a:pt x="148" y="127"/>
                      <a:pt x="138" y="138"/>
                      <a:pt x="127" y="148"/>
                    </a:cubicBezTo>
                    <a:cubicBezTo>
                      <a:pt x="117" y="158"/>
                      <a:pt x="105" y="167"/>
                      <a:pt x="93" y="175"/>
                    </a:cubicBezTo>
                    <a:cubicBezTo>
                      <a:pt x="82" y="183"/>
                      <a:pt x="68" y="189"/>
                      <a:pt x="54" y="189"/>
                    </a:cubicBezTo>
                    <a:lnTo>
                      <a:pt x="53" y="189"/>
                    </a:lnTo>
                    <a:cubicBezTo>
                      <a:pt x="47" y="189"/>
                      <a:pt x="42" y="188"/>
                      <a:pt x="37" y="1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3" name="Google Shape;3503;p40">
                <a:extLst>
                  <a:ext uri="{FF2B5EF4-FFF2-40B4-BE49-F238E27FC236}">
                    <a16:creationId xmlns:a16="http://schemas.microsoft.com/office/drawing/2014/main" id="{715E5FC8-1616-9AED-2494-29C2C6C86339}"/>
                  </a:ext>
                </a:extLst>
              </p:cNvPr>
              <p:cNvSpPr/>
              <p:nvPr/>
            </p:nvSpPr>
            <p:spPr>
              <a:xfrm>
                <a:off x="387000" y="889560"/>
                <a:ext cx="21240" cy="44640"/>
              </a:xfrm>
              <a:custGeom>
                <a:avLst/>
                <a:gdLst/>
                <a:ahLst/>
                <a:cxnLst/>
                <a:rect l="l" t="t" r="r" b="b"/>
                <a:pathLst>
                  <a:path w="59" h="124" extrusionOk="0">
                    <a:moveTo>
                      <a:pt x="8" y="121"/>
                    </a:moveTo>
                    <a:cubicBezTo>
                      <a:pt x="2" y="119"/>
                      <a:pt x="0" y="111"/>
                      <a:pt x="3" y="106"/>
                    </a:cubicBezTo>
                    <a:cubicBezTo>
                      <a:pt x="7" y="100"/>
                      <a:pt x="10" y="94"/>
                      <a:pt x="13" y="88"/>
                    </a:cubicBezTo>
                    <a:cubicBezTo>
                      <a:pt x="16" y="82"/>
                      <a:pt x="19" y="75"/>
                      <a:pt x="21" y="69"/>
                    </a:cubicBezTo>
                    <a:cubicBezTo>
                      <a:pt x="24" y="64"/>
                      <a:pt x="25" y="58"/>
                      <a:pt x="26" y="53"/>
                    </a:cubicBezTo>
                    <a:cubicBezTo>
                      <a:pt x="28" y="42"/>
                      <a:pt x="31" y="30"/>
                      <a:pt x="32" y="18"/>
                    </a:cubicBezTo>
                    <a:cubicBezTo>
                      <a:pt x="33" y="16"/>
                      <a:pt x="33" y="14"/>
                      <a:pt x="33" y="12"/>
                    </a:cubicBezTo>
                    <a:cubicBezTo>
                      <a:pt x="33" y="6"/>
                      <a:pt x="38" y="0"/>
                      <a:pt x="45" y="0"/>
                    </a:cubicBezTo>
                    <a:cubicBezTo>
                      <a:pt x="52" y="0"/>
                      <a:pt x="58" y="6"/>
                      <a:pt x="58" y="13"/>
                    </a:cubicBezTo>
                    <a:cubicBezTo>
                      <a:pt x="57" y="21"/>
                      <a:pt x="56" y="28"/>
                      <a:pt x="54" y="35"/>
                    </a:cubicBezTo>
                    <a:cubicBezTo>
                      <a:pt x="53" y="43"/>
                      <a:pt x="51" y="51"/>
                      <a:pt x="49" y="58"/>
                    </a:cubicBezTo>
                    <a:cubicBezTo>
                      <a:pt x="44" y="80"/>
                      <a:pt x="35" y="99"/>
                      <a:pt x="23" y="117"/>
                    </a:cubicBezTo>
                    <a:cubicBezTo>
                      <a:pt x="21" y="121"/>
                      <a:pt x="17" y="123"/>
                      <a:pt x="13" y="123"/>
                    </a:cubicBezTo>
                    <a:cubicBezTo>
                      <a:pt x="11" y="123"/>
                      <a:pt x="9" y="123"/>
                      <a:pt x="8" y="1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4" name="Google Shape;3504;p40">
                <a:extLst>
                  <a:ext uri="{FF2B5EF4-FFF2-40B4-BE49-F238E27FC236}">
                    <a16:creationId xmlns:a16="http://schemas.microsoft.com/office/drawing/2014/main" id="{EE404D07-2EE2-0E19-617A-E233345B1B19}"/>
                  </a:ext>
                </a:extLst>
              </p:cNvPr>
              <p:cNvSpPr/>
              <p:nvPr/>
            </p:nvSpPr>
            <p:spPr>
              <a:xfrm>
                <a:off x="461520" y="828000"/>
                <a:ext cx="58680" cy="135720"/>
              </a:xfrm>
              <a:custGeom>
                <a:avLst/>
                <a:gdLst/>
                <a:ahLst/>
                <a:cxnLst/>
                <a:rect l="l" t="t" r="r" b="b"/>
                <a:pathLst>
                  <a:path w="163" h="377" extrusionOk="0">
                    <a:moveTo>
                      <a:pt x="59" y="352"/>
                    </a:moveTo>
                    <a:lnTo>
                      <a:pt x="60" y="352"/>
                    </a:lnTo>
                    <a:cubicBezTo>
                      <a:pt x="60" y="351"/>
                      <a:pt x="61" y="351"/>
                      <a:pt x="61" y="351"/>
                    </a:cubicBezTo>
                    <a:lnTo>
                      <a:pt x="60" y="351"/>
                    </a:lnTo>
                    <a:lnTo>
                      <a:pt x="61" y="351"/>
                    </a:lnTo>
                    <a:cubicBezTo>
                      <a:pt x="61" y="351"/>
                      <a:pt x="62" y="350"/>
                      <a:pt x="63" y="349"/>
                    </a:cubicBezTo>
                    <a:cubicBezTo>
                      <a:pt x="62" y="350"/>
                      <a:pt x="62" y="350"/>
                      <a:pt x="61" y="350"/>
                    </a:cubicBezTo>
                    <a:lnTo>
                      <a:pt x="62" y="350"/>
                    </a:lnTo>
                    <a:cubicBezTo>
                      <a:pt x="62" y="350"/>
                      <a:pt x="63" y="349"/>
                      <a:pt x="63" y="348"/>
                    </a:cubicBezTo>
                    <a:cubicBezTo>
                      <a:pt x="64" y="345"/>
                      <a:pt x="66" y="342"/>
                      <a:pt x="67" y="338"/>
                    </a:cubicBezTo>
                    <a:cubicBezTo>
                      <a:pt x="72" y="322"/>
                      <a:pt x="76" y="305"/>
                      <a:pt x="80" y="289"/>
                    </a:cubicBezTo>
                    <a:cubicBezTo>
                      <a:pt x="82" y="277"/>
                      <a:pt x="85" y="266"/>
                      <a:pt x="87" y="255"/>
                    </a:cubicBezTo>
                    <a:cubicBezTo>
                      <a:pt x="87" y="248"/>
                      <a:pt x="88" y="241"/>
                      <a:pt x="89" y="233"/>
                    </a:cubicBezTo>
                    <a:cubicBezTo>
                      <a:pt x="84" y="237"/>
                      <a:pt x="80" y="241"/>
                      <a:pt x="75" y="245"/>
                    </a:cubicBezTo>
                    <a:cubicBezTo>
                      <a:pt x="66" y="252"/>
                      <a:pt x="58" y="259"/>
                      <a:pt x="50" y="267"/>
                    </a:cubicBezTo>
                    <a:cubicBezTo>
                      <a:pt x="47" y="270"/>
                      <a:pt x="44" y="274"/>
                      <a:pt x="41" y="278"/>
                    </a:cubicBezTo>
                    <a:cubicBezTo>
                      <a:pt x="38" y="283"/>
                      <a:pt x="35" y="288"/>
                      <a:pt x="32" y="294"/>
                    </a:cubicBezTo>
                    <a:cubicBezTo>
                      <a:pt x="31" y="296"/>
                      <a:pt x="29" y="299"/>
                      <a:pt x="28" y="303"/>
                    </a:cubicBezTo>
                    <a:cubicBezTo>
                      <a:pt x="27" y="304"/>
                      <a:pt x="27" y="306"/>
                      <a:pt x="27" y="308"/>
                    </a:cubicBezTo>
                    <a:cubicBezTo>
                      <a:pt x="26" y="310"/>
                      <a:pt x="26" y="312"/>
                      <a:pt x="25" y="314"/>
                    </a:cubicBezTo>
                    <a:cubicBezTo>
                      <a:pt x="25" y="316"/>
                      <a:pt x="25" y="318"/>
                      <a:pt x="25" y="320"/>
                    </a:cubicBezTo>
                    <a:cubicBezTo>
                      <a:pt x="25" y="322"/>
                      <a:pt x="25" y="323"/>
                      <a:pt x="26" y="324"/>
                    </a:cubicBezTo>
                    <a:cubicBezTo>
                      <a:pt x="26" y="327"/>
                      <a:pt x="27" y="329"/>
                      <a:pt x="27" y="330"/>
                    </a:cubicBezTo>
                    <a:cubicBezTo>
                      <a:pt x="28" y="331"/>
                      <a:pt x="28" y="332"/>
                      <a:pt x="28" y="333"/>
                    </a:cubicBezTo>
                    <a:cubicBezTo>
                      <a:pt x="29" y="334"/>
                      <a:pt x="30" y="336"/>
                      <a:pt x="30" y="337"/>
                    </a:cubicBezTo>
                    <a:cubicBezTo>
                      <a:pt x="31" y="337"/>
                      <a:pt x="32" y="338"/>
                      <a:pt x="32" y="340"/>
                    </a:cubicBezTo>
                    <a:cubicBezTo>
                      <a:pt x="34" y="341"/>
                      <a:pt x="34" y="341"/>
                      <a:pt x="35" y="343"/>
                    </a:cubicBezTo>
                    <a:cubicBezTo>
                      <a:pt x="36" y="343"/>
                      <a:pt x="38" y="344"/>
                      <a:pt x="39" y="345"/>
                    </a:cubicBezTo>
                    <a:cubicBezTo>
                      <a:pt x="40" y="346"/>
                      <a:pt x="41" y="347"/>
                      <a:pt x="43" y="348"/>
                    </a:cubicBezTo>
                    <a:cubicBezTo>
                      <a:pt x="45" y="348"/>
                      <a:pt x="46" y="350"/>
                      <a:pt x="48" y="350"/>
                    </a:cubicBezTo>
                    <a:cubicBezTo>
                      <a:pt x="50" y="351"/>
                      <a:pt x="52" y="351"/>
                      <a:pt x="53" y="351"/>
                    </a:cubicBezTo>
                    <a:cubicBezTo>
                      <a:pt x="55" y="352"/>
                      <a:pt x="56" y="352"/>
                      <a:pt x="57" y="352"/>
                    </a:cubicBezTo>
                    <a:cubicBezTo>
                      <a:pt x="57" y="352"/>
                      <a:pt x="58" y="352"/>
                      <a:pt x="59" y="352"/>
                    </a:cubicBezTo>
                    <a:moveTo>
                      <a:pt x="36" y="371"/>
                    </a:moveTo>
                    <a:cubicBezTo>
                      <a:pt x="22" y="365"/>
                      <a:pt x="10" y="353"/>
                      <a:pt x="5" y="338"/>
                    </a:cubicBezTo>
                    <a:cubicBezTo>
                      <a:pt x="0" y="324"/>
                      <a:pt x="1" y="308"/>
                      <a:pt x="7" y="293"/>
                    </a:cubicBezTo>
                    <a:cubicBezTo>
                      <a:pt x="10" y="285"/>
                      <a:pt x="14" y="279"/>
                      <a:pt x="18" y="273"/>
                    </a:cubicBezTo>
                    <a:cubicBezTo>
                      <a:pt x="22" y="266"/>
                      <a:pt x="27" y="259"/>
                      <a:pt x="33" y="253"/>
                    </a:cubicBezTo>
                    <a:cubicBezTo>
                      <a:pt x="39" y="247"/>
                      <a:pt x="45" y="241"/>
                      <a:pt x="51" y="236"/>
                    </a:cubicBezTo>
                    <a:cubicBezTo>
                      <a:pt x="55" y="233"/>
                      <a:pt x="59" y="229"/>
                      <a:pt x="63" y="227"/>
                    </a:cubicBezTo>
                    <a:cubicBezTo>
                      <a:pt x="73" y="218"/>
                      <a:pt x="82" y="211"/>
                      <a:pt x="92" y="203"/>
                    </a:cubicBezTo>
                    <a:cubicBezTo>
                      <a:pt x="94" y="195"/>
                      <a:pt x="94" y="188"/>
                      <a:pt x="95" y="181"/>
                    </a:cubicBezTo>
                    <a:cubicBezTo>
                      <a:pt x="96" y="175"/>
                      <a:pt x="96" y="169"/>
                      <a:pt x="98" y="163"/>
                    </a:cubicBezTo>
                    <a:cubicBezTo>
                      <a:pt x="99" y="155"/>
                      <a:pt x="100" y="148"/>
                      <a:pt x="101" y="142"/>
                    </a:cubicBezTo>
                    <a:cubicBezTo>
                      <a:pt x="102" y="136"/>
                      <a:pt x="102" y="131"/>
                      <a:pt x="104" y="126"/>
                    </a:cubicBezTo>
                    <a:cubicBezTo>
                      <a:pt x="105" y="121"/>
                      <a:pt x="106" y="115"/>
                      <a:pt x="108" y="110"/>
                    </a:cubicBezTo>
                    <a:cubicBezTo>
                      <a:pt x="108" y="108"/>
                      <a:pt x="108" y="107"/>
                      <a:pt x="108" y="105"/>
                    </a:cubicBezTo>
                    <a:cubicBezTo>
                      <a:pt x="105" y="110"/>
                      <a:pt x="102" y="115"/>
                      <a:pt x="98" y="120"/>
                    </a:cubicBezTo>
                    <a:cubicBezTo>
                      <a:pt x="90" y="132"/>
                      <a:pt x="80" y="143"/>
                      <a:pt x="68" y="153"/>
                    </a:cubicBezTo>
                    <a:cubicBezTo>
                      <a:pt x="63" y="158"/>
                      <a:pt x="57" y="162"/>
                      <a:pt x="50" y="165"/>
                    </a:cubicBezTo>
                    <a:cubicBezTo>
                      <a:pt x="43" y="168"/>
                      <a:pt x="35" y="168"/>
                      <a:pt x="28" y="165"/>
                    </a:cubicBezTo>
                    <a:cubicBezTo>
                      <a:pt x="24" y="164"/>
                      <a:pt x="20" y="162"/>
                      <a:pt x="17" y="159"/>
                    </a:cubicBezTo>
                    <a:cubicBezTo>
                      <a:pt x="14" y="155"/>
                      <a:pt x="13" y="151"/>
                      <a:pt x="11" y="146"/>
                    </a:cubicBezTo>
                    <a:cubicBezTo>
                      <a:pt x="10" y="135"/>
                      <a:pt x="11" y="124"/>
                      <a:pt x="12" y="113"/>
                    </a:cubicBezTo>
                    <a:cubicBezTo>
                      <a:pt x="13" y="102"/>
                      <a:pt x="16" y="92"/>
                      <a:pt x="18" y="81"/>
                    </a:cubicBezTo>
                    <a:cubicBezTo>
                      <a:pt x="20" y="74"/>
                      <a:pt x="23" y="66"/>
                      <a:pt x="25" y="58"/>
                    </a:cubicBezTo>
                    <a:cubicBezTo>
                      <a:pt x="27" y="51"/>
                      <a:pt x="30" y="43"/>
                      <a:pt x="32" y="35"/>
                    </a:cubicBezTo>
                    <a:lnTo>
                      <a:pt x="32" y="34"/>
                    </a:lnTo>
                    <a:cubicBezTo>
                      <a:pt x="34" y="27"/>
                      <a:pt x="41" y="23"/>
                      <a:pt x="48" y="25"/>
                    </a:cubicBezTo>
                    <a:cubicBezTo>
                      <a:pt x="55" y="27"/>
                      <a:pt x="57" y="34"/>
                      <a:pt x="56" y="41"/>
                    </a:cubicBezTo>
                    <a:cubicBezTo>
                      <a:pt x="56" y="42"/>
                      <a:pt x="56" y="42"/>
                      <a:pt x="55" y="43"/>
                    </a:cubicBezTo>
                    <a:cubicBezTo>
                      <a:pt x="49" y="61"/>
                      <a:pt x="43" y="79"/>
                      <a:pt x="38" y="97"/>
                    </a:cubicBezTo>
                    <a:cubicBezTo>
                      <a:pt x="38" y="100"/>
                      <a:pt x="37" y="102"/>
                      <a:pt x="36" y="106"/>
                    </a:cubicBezTo>
                    <a:cubicBezTo>
                      <a:pt x="35" y="111"/>
                      <a:pt x="35" y="117"/>
                      <a:pt x="34" y="122"/>
                    </a:cubicBezTo>
                    <a:cubicBezTo>
                      <a:pt x="34" y="127"/>
                      <a:pt x="34" y="131"/>
                      <a:pt x="34" y="135"/>
                    </a:cubicBezTo>
                    <a:cubicBezTo>
                      <a:pt x="34" y="137"/>
                      <a:pt x="34" y="139"/>
                      <a:pt x="35" y="141"/>
                    </a:cubicBezTo>
                    <a:lnTo>
                      <a:pt x="35" y="142"/>
                    </a:lnTo>
                    <a:lnTo>
                      <a:pt x="35" y="143"/>
                    </a:lnTo>
                    <a:cubicBezTo>
                      <a:pt x="36" y="143"/>
                      <a:pt x="36" y="143"/>
                      <a:pt x="36" y="143"/>
                    </a:cubicBezTo>
                    <a:cubicBezTo>
                      <a:pt x="37" y="143"/>
                      <a:pt x="37" y="143"/>
                      <a:pt x="38" y="143"/>
                    </a:cubicBezTo>
                    <a:cubicBezTo>
                      <a:pt x="38" y="143"/>
                      <a:pt x="39" y="143"/>
                      <a:pt x="40" y="143"/>
                    </a:cubicBezTo>
                    <a:cubicBezTo>
                      <a:pt x="41" y="143"/>
                      <a:pt x="41" y="143"/>
                      <a:pt x="42" y="143"/>
                    </a:cubicBezTo>
                    <a:cubicBezTo>
                      <a:pt x="43" y="142"/>
                      <a:pt x="43" y="142"/>
                      <a:pt x="44" y="142"/>
                    </a:cubicBezTo>
                    <a:cubicBezTo>
                      <a:pt x="45" y="142"/>
                      <a:pt x="45" y="141"/>
                      <a:pt x="46" y="140"/>
                    </a:cubicBezTo>
                    <a:cubicBezTo>
                      <a:pt x="49" y="139"/>
                      <a:pt x="52" y="137"/>
                      <a:pt x="55" y="135"/>
                    </a:cubicBezTo>
                    <a:cubicBezTo>
                      <a:pt x="54" y="135"/>
                      <a:pt x="54" y="135"/>
                      <a:pt x="54" y="135"/>
                    </a:cubicBezTo>
                    <a:lnTo>
                      <a:pt x="55" y="135"/>
                    </a:lnTo>
                    <a:cubicBezTo>
                      <a:pt x="55" y="134"/>
                      <a:pt x="55" y="134"/>
                      <a:pt x="55" y="134"/>
                    </a:cubicBezTo>
                    <a:cubicBezTo>
                      <a:pt x="60" y="130"/>
                      <a:pt x="64" y="125"/>
                      <a:pt x="69" y="120"/>
                    </a:cubicBezTo>
                    <a:cubicBezTo>
                      <a:pt x="78" y="111"/>
                      <a:pt x="85" y="100"/>
                      <a:pt x="92" y="89"/>
                    </a:cubicBezTo>
                    <a:cubicBezTo>
                      <a:pt x="98" y="81"/>
                      <a:pt x="103" y="72"/>
                      <a:pt x="109" y="63"/>
                    </a:cubicBezTo>
                    <a:cubicBezTo>
                      <a:pt x="115" y="54"/>
                      <a:pt x="120" y="43"/>
                      <a:pt x="126" y="33"/>
                    </a:cubicBezTo>
                    <a:cubicBezTo>
                      <a:pt x="126" y="33"/>
                      <a:pt x="126" y="34"/>
                      <a:pt x="125" y="34"/>
                    </a:cubicBezTo>
                    <a:cubicBezTo>
                      <a:pt x="126" y="34"/>
                      <a:pt x="126" y="33"/>
                      <a:pt x="126" y="33"/>
                    </a:cubicBezTo>
                    <a:cubicBezTo>
                      <a:pt x="127" y="30"/>
                      <a:pt x="129" y="27"/>
                      <a:pt x="130" y="24"/>
                    </a:cubicBezTo>
                    <a:cubicBezTo>
                      <a:pt x="130" y="24"/>
                      <a:pt x="131" y="24"/>
                      <a:pt x="131" y="23"/>
                    </a:cubicBezTo>
                    <a:lnTo>
                      <a:pt x="131" y="22"/>
                    </a:lnTo>
                    <a:cubicBezTo>
                      <a:pt x="133" y="19"/>
                      <a:pt x="134" y="16"/>
                      <a:pt x="135" y="14"/>
                    </a:cubicBezTo>
                    <a:cubicBezTo>
                      <a:pt x="136" y="12"/>
                      <a:pt x="137" y="10"/>
                      <a:pt x="138" y="9"/>
                    </a:cubicBezTo>
                    <a:cubicBezTo>
                      <a:pt x="140" y="6"/>
                      <a:pt x="141" y="5"/>
                      <a:pt x="144" y="3"/>
                    </a:cubicBezTo>
                    <a:cubicBezTo>
                      <a:pt x="152" y="0"/>
                      <a:pt x="162" y="9"/>
                      <a:pt x="159" y="17"/>
                    </a:cubicBezTo>
                    <a:cubicBezTo>
                      <a:pt x="156" y="27"/>
                      <a:pt x="153" y="36"/>
                      <a:pt x="149" y="45"/>
                    </a:cubicBezTo>
                    <a:cubicBezTo>
                      <a:pt x="147" y="52"/>
                      <a:pt x="144" y="60"/>
                      <a:pt x="142" y="68"/>
                    </a:cubicBezTo>
                    <a:cubicBezTo>
                      <a:pt x="139" y="75"/>
                      <a:pt x="137" y="82"/>
                      <a:pt x="135" y="90"/>
                    </a:cubicBezTo>
                    <a:cubicBezTo>
                      <a:pt x="131" y="103"/>
                      <a:pt x="128" y="117"/>
                      <a:pt x="124" y="131"/>
                    </a:cubicBezTo>
                    <a:cubicBezTo>
                      <a:pt x="123" y="137"/>
                      <a:pt x="123" y="143"/>
                      <a:pt x="122" y="148"/>
                    </a:cubicBezTo>
                    <a:cubicBezTo>
                      <a:pt x="120" y="154"/>
                      <a:pt x="119" y="160"/>
                      <a:pt x="118" y="166"/>
                    </a:cubicBezTo>
                    <a:cubicBezTo>
                      <a:pt x="117" y="172"/>
                      <a:pt x="116" y="179"/>
                      <a:pt x="116" y="185"/>
                    </a:cubicBezTo>
                    <a:cubicBezTo>
                      <a:pt x="118" y="183"/>
                      <a:pt x="120" y="182"/>
                      <a:pt x="122" y="180"/>
                    </a:cubicBezTo>
                    <a:cubicBezTo>
                      <a:pt x="127" y="176"/>
                      <a:pt x="133" y="178"/>
                      <a:pt x="137" y="182"/>
                    </a:cubicBezTo>
                    <a:cubicBezTo>
                      <a:pt x="140" y="187"/>
                      <a:pt x="139" y="193"/>
                      <a:pt x="134" y="197"/>
                    </a:cubicBezTo>
                    <a:cubicBezTo>
                      <a:pt x="127" y="203"/>
                      <a:pt x="119" y="209"/>
                      <a:pt x="112" y="215"/>
                    </a:cubicBezTo>
                    <a:cubicBezTo>
                      <a:pt x="111" y="223"/>
                      <a:pt x="110" y="231"/>
                      <a:pt x="109" y="239"/>
                    </a:cubicBezTo>
                    <a:cubicBezTo>
                      <a:pt x="108" y="252"/>
                      <a:pt x="106" y="264"/>
                      <a:pt x="103" y="277"/>
                    </a:cubicBezTo>
                    <a:cubicBezTo>
                      <a:pt x="102" y="287"/>
                      <a:pt x="99" y="298"/>
                      <a:pt x="97" y="308"/>
                    </a:cubicBezTo>
                    <a:cubicBezTo>
                      <a:pt x="95" y="319"/>
                      <a:pt x="92" y="331"/>
                      <a:pt x="89" y="343"/>
                    </a:cubicBezTo>
                    <a:cubicBezTo>
                      <a:pt x="88" y="345"/>
                      <a:pt x="87" y="348"/>
                      <a:pt x="87" y="351"/>
                    </a:cubicBezTo>
                    <a:cubicBezTo>
                      <a:pt x="86" y="354"/>
                      <a:pt x="85" y="357"/>
                      <a:pt x="84" y="359"/>
                    </a:cubicBezTo>
                    <a:cubicBezTo>
                      <a:pt x="82" y="363"/>
                      <a:pt x="80" y="366"/>
                      <a:pt x="76" y="369"/>
                    </a:cubicBezTo>
                    <a:cubicBezTo>
                      <a:pt x="71" y="374"/>
                      <a:pt x="64" y="376"/>
                      <a:pt x="58" y="376"/>
                    </a:cubicBezTo>
                    <a:cubicBezTo>
                      <a:pt x="50" y="376"/>
                      <a:pt x="42" y="374"/>
                      <a:pt x="36" y="37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5" name="Google Shape;3505;p40">
                <a:extLst>
                  <a:ext uri="{FF2B5EF4-FFF2-40B4-BE49-F238E27FC236}">
                    <a16:creationId xmlns:a16="http://schemas.microsoft.com/office/drawing/2014/main" id="{25C46663-24D4-4C50-5056-C9DC75335A5B}"/>
                  </a:ext>
                </a:extLst>
              </p:cNvPr>
              <p:cNvSpPr/>
              <p:nvPr/>
            </p:nvSpPr>
            <p:spPr>
              <a:xfrm>
                <a:off x="538920" y="858960"/>
                <a:ext cx="16920" cy="12240"/>
              </a:xfrm>
              <a:custGeom>
                <a:avLst/>
                <a:gdLst/>
                <a:ahLst/>
                <a:cxnLst/>
                <a:rect l="l" t="t" r="r" b="b"/>
                <a:pathLst>
                  <a:path w="47" h="34" extrusionOk="0">
                    <a:moveTo>
                      <a:pt x="9" y="32"/>
                    </a:moveTo>
                    <a:lnTo>
                      <a:pt x="10" y="32"/>
                    </a:lnTo>
                    <a:cubicBezTo>
                      <a:pt x="10" y="32"/>
                      <a:pt x="9" y="32"/>
                      <a:pt x="8" y="32"/>
                    </a:cubicBezTo>
                    <a:cubicBezTo>
                      <a:pt x="2" y="29"/>
                      <a:pt x="0" y="22"/>
                      <a:pt x="1" y="16"/>
                    </a:cubicBezTo>
                    <a:cubicBezTo>
                      <a:pt x="3" y="9"/>
                      <a:pt x="10" y="7"/>
                      <a:pt x="17" y="5"/>
                    </a:cubicBezTo>
                    <a:cubicBezTo>
                      <a:pt x="21" y="4"/>
                      <a:pt x="26" y="2"/>
                      <a:pt x="31" y="1"/>
                    </a:cubicBezTo>
                    <a:cubicBezTo>
                      <a:pt x="38" y="0"/>
                      <a:pt x="44" y="6"/>
                      <a:pt x="45" y="12"/>
                    </a:cubicBezTo>
                    <a:cubicBezTo>
                      <a:pt x="46" y="19"/>
                      <a:pt x="41" y="25"/>
                      <a:pt x="34" y="26"/>
                    </a:cubicBezTo>
                    <a:lnTo>
                      <a:pt x="33" y="26"/>
                    </a:lnTo>
                    <a:cubicBezTo>
                      <a:pt x="30" y="26"/>
                      <a:pt x="27" y="28"/>
                      <a:pt x="24" y="28"/>
                    </a:cubicBezTo>
                    <a:cubicBezTo>
                      <a:pt x="24" y="28"/>
                      <a:pt x="23" y="29"/>
                      <a:pt x="22" y="29"/>
                    </a:cubicBezTo>
                    <a:cubicBezTo>
                      <a:pt x="21" y="30"/>
                      <a:pt x="21" y="30"/>
                      <a:pt x="20" y="31"/>
                    </a:cubicBezTo>
                    <a:cubicBezTo>
                      <a:pt x="18" y="32"/>
                      <a:pt x="15" y="33"/>
                      <a:pt x="14" y="33"/>
                    </a:cubicBezTo>
                    <a:cubicBezTo>
                      <a:pt x="12" y="33"/>
                      <a:pt x="11" y="32"/>
                      <a:pt x="9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6" name="Google Shape;3506;p40">
                <a:extLst>
                  <a:ext uri="{FF2B5EF4-FFF2-40B4-BE49-F238E27FC236}">
                    <a16:creationId xmlns:a16="http://schemas.microsoft.com/office/drawing/2014/main" id="{0B318AA6-694B-EF49-8AC6-BF9B4B6E9689}"/>
                  </a:ext>
                </a:extLst>
              </p:cNvPr>
              <p:cNvSpPr/>
              <p:nvPr/>
            </p:nvSpPr>
            <p:spPr>
              <a:xfrm>
                <a:off x="532080" y="874080"/>
                <a:ext cx="42840" cy="1548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43" extrusionOk="0">
                    <a:moveTo>
                      <a:pt x="10" y="40"/>
                    </a:moveTo>
                    <a:cubicBezTo>
                      <a:pt x="7" y="39"/>
                      <a:pt x="4" y="37"/>
                      <a:pt x="2" y="33"/>
                    </a:cubicBezTo>
                    <a:cubicBezTo>
                      <a:pt x="1" y="31"/>
                      <a:pt x="0" y="27"/>
                      <a:pt x="1" y="25"/>
                    </a:cubicBezTo>
                    <a:cubicBezTo>
                      <a:pt x="1" y="18"/>
                      <a:pt x="8" y="13"/>
                      <a:pt x="15" y="14"/>
                    </a:cubicBezTo>
                    <a:cubicBezTo>
                      <a:pt x="17" y="15"/>
                      <a:pt x="19" y="16"/>
                      <a:pt x="21" y="17"/>
                    </a:cubicBezTo>
                    <a:cubicBezTo>
                      <a:pt x="22" y="17"/>
                      <a:pt x="22" y="17"/>
                      <a:pt x="23" y="17"/>
                    </a:cubicBezTo>
                    <a:cubicBezTo>
                      <a:pt x="22" y="17"/>
                      <a:pt x="22" y="17"/>
                      <a:pt x="21" y="17"/>
                    </a:cubicBezTo>
                    <a:cubicBezTo>
                      <a:pt x="29" y="16"/>
                      <a:pt x="37" y="15"/>
                      <a:pt x="45" y="14"/>
                    </a:cubicBezTo>
                    <a:cubicBezTo>
                      <a:pt x="65" y="9"/>
                      <a:pt x="85" y="5"/>
                      <a:pt x="104" y="1"/>
                    </a:cubicBezTo>
                    <a:cubicBezTo>
                      <a:pt x="110" y="0"/>
                      <a:pt x="115" y="3"/>
                      <a:pt x="117" y="9"/>
                    </a:cubicBezTo>
                    <a:cubicBezTo>
                      <a:pt x="118" y="15"/>
                      <a:pt x="115" y="20"/>
                      <a:pt x="110" y="22"/>
                    </a:cubicBezTo>
                    <a:cubicBezTo>
                      <a:pt x="95" y="26"/>
                      <a:pt x="81" y="29"/>
                      <a:pt x="67" y="33"/>
                    </a:cubicBezTo>
                    <a:cubicBezTo>
                      <a:pt x="57" y="35"/>
                      <a:pt x="47" y="38"/>
                      <a:pt x="37" y="40"/>
                    </a:cubicBezTo>
                    <a:cubicBezTo>
                      <a:pt x="32" y="40"/>
                      <a:pt x="27" y="41"/>
                      <a:pt x="22" y="41"/>
                    </a:cubicBezTo>
                    <a:cubicBezTo>
                      <a:pt x="21" y="41"/>
                      <a:pt x="20" y="42"/>
                      <a:pt x="19" y="42"/>
                    </a:cubicBezTo>
                    <a:cubicBezTo>
                      <a:pt x="16" y="42"/>
                      <a:pt x="13" y="41"/>
                      <a:pt x="10" y="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7" name="Google Shape;3507;p40">
                <a:extLst>
                  <a:ext uri="{FF2B5EF4-FFF2-40B4-BE49-F238E27FC236}">
                    <a16:creationId xmlns:a16="http://schemas.microsoft.com/office/drawing/2014/main" id="{8A373034-7B83-70B6-07CE-ECF55DBDF607}"/>
                  </a:ext>
                </a:extLst>
              </p:cNvPr>
              <p:cNvSpPr/>
              <p:nvPr/>
            </p:nvSpPr>
            <p:spPr>
              <a:xfrm>
                <a:off x="607320" y="825840"/>
                <a:ext cx="55440" cy="72720"/>
              </a:xfrm>
              <a:custGeom>
                <a:avLst/>
                <a:gdLst/>
                <a:ahLst/>
                <a:cxnLst/>
                <a:rect l="l" t="t" r="r" b="b"/>
                <a:pathLst>
                  <a:path w="154" h="202" extrusionOk="0">
                    <a:moveTo>
                      <a:pt x="25" y="178"/>
                    </a:moveTo>
                    <a:lnTo>
                      <a:pt x="26" y="177"/>
                    </a:lnTo>
                    <a:cubicBezTo>
                      <a:pt x="28" y="177"/>
                      <a:pt x="29" y="177"/>
                      <a:pt x="30" y="177"/>
                    </a:cubicBezTo>
                    <a:cubicBezTo>
                      <a:pt x="31" y="176"/>
                      <a:pt x="32" y="175"/>
                      <a:pt x="33" y="175"/>
                    </a:cubicBezTo>
                    <a:cubicBezTo>
                      <a:pt x="36" y="174"/>
                      <a:pt x="38" y="173"/>
                      <a:pt x="39" y="171"/>
                    </a:cubicBezTo>
                    <a:cubicBezTo>
                      <a:pt x="44" y="168"/>
                      <a:pt x="49" y="166"/>
                      <a:pt x="53" y="162"/>
                    </a:cubicBezTo>
                    <a:cubicBezTo>
                      <a:pt x="62" y="154"/>
                      <a:pt x="71" y="145"/>
                      <a:pt x="79" y="136"/>
                    </a:cubicBezTo>
                    <a:cubicBezTo>
                      <a:pt x="79" y="137"/>
                      <a:pt x="78" y="137"/>
                      <a:pt x="78" y="138"/>
                    </a:cubicBezTo>
                    <a:cubicBezTo>
                      <a:pt x="84" y="131"/>
                      <a:pt x="89" y="125"/>
                      <a:pt x="94" y="119"/>
                    </a:cubicBezTo>
                    <a:cubicBezTo>
                      <a:pt x="96" y="117"/>
                      <a:pt x="98" y="114"/>
                      <a:pt x="100" y="111"/>
                    </a:cubicBezTo>
                    <a:cubicBezTo>
                      <a:pt x="102" y="108"/>
                      <a:pt x="105" y="104"/>
                      <a:pt x="107" y="101"/>
                    </a:cubicBezTo>
                    <a:cubicBezTo>
                      <a:pt x="112" y="94"/>
                      <a:pt x="116" y="87"/>
                      <a:pt x="120" y="79"/>
                    </a:cubicBezTo>
                    <a:lnTo>
                      <a:pt x="120" y="80"/>
                    </a:lnTo>
                    <a:cubicBezTo>
                      <a:pt x="122" y="76"/>
                      <a:pt x="124" y="72"/>
                      <a:pt x="125" y="69"/>
                    </a:cubicBezTo>
                    <a:cubicBezTo>
                      <a:pt x="126" y="67"/>
                      <a:pt x="127" y="64"/>
                      <a:pt x="127" y="61"/>
                    </a:cubicBezTo>
                    <a:cubicBezTo>
                      <a:pt x="128" y="59"/>
                      <a:pt x="128" y="56"/>
                      <a:pt x="128" y="54"/>
                    </a:cubicBezTo>
                    <a:cubicBezTo>
                      <a:pt x="128" y="52"/>
                      <a:pt x="128" y="50"/>
                      <a:pt x="128" y="49"/>
                    </a:cubicBezTo>
                    <a:cubicBezTo>
                      <a:pt x="128" y="47"/>
                      <a:pt x="128" y="46"/>
                      <a:pt x="128" y="44"/>
                    </a:cubicBezTo>
                    <a:cubicBezTo>
                      <a:pt x="127" y="43"/>
                      <a:pt x="127" y="42"/>
                      <a:pt x="127" y="41"/>
                    </a:cubicBezTo>
                    <a:cubicBezTo>
                      <a:pt x="127" y="40"/>
                      <a:pt x="126" y="39"/>
                      <a:pt x="126" y="39"/>
                    </a:cubicBezTo>
                    <a:cubicBezTo>
                      <a:pt x="126" y="37"/>
                      <a:pt x="125" y="37"/>
                      <a:pt x="124" y="36"/>
                    </a:cubicBezTo>
                    <a:cubicBezTo>
                      <a:pt x="124" y="35"/>
                      <a:pt x="123" y="34"/>
                      <a:pt x="123" y="33"/>
                    </a:cubicBezTo>
                    <a:cubicBezTo>
                      <a:pt x="122" y="33"/>
                      <a:pt x="121" y="32"/>
                      <a:pt x="120" y="30"/>
                    </a:cubicBezTo>
                    <a:cubicBezTo>
                      <a:pt x="119" y="30"/>
                      <a:pt x="119" y="29"/>
                      <a:pt x="118" y="29"/>
                    </a:cubicBezTo>
                    <a:cubicBezTo>
                      <a:pt x="117" y="28"/>
                      <a:pt x="116" y="27"/>
                      <a:pt x="115" y="27"/>
                    </a:cubicBezTo>
                    <a:cubicBezTo>
                      <a:pt x="114" y="27"/>
                      <a:pt x="114" y="26"/>
                      <a:pt x="113" y="26"/>
                    </a:cubicBezTo>
                    <a:cubicBezTo>
                      <a:pt x="112" y="26"/>
                      <a:pt x="111" y="26"/>
                      <a:pt x="110" y="25"/>
                    </a:cubicBezTo>
                    <a:cubicBezTo>
                      <a:pt x="109" y="25"/>
                      <a:pt x="108" y="25"/>
                      <a:pt x="107" y="25"/>
                    </a:cubicBezTo>
                    <a:cubicBezTo>
                      <a:pt x="106" y="25"/>
                      <a:pt x="105" y="25"/>
                      <a:pt x="104" y="25"/>
                    </a:cubicBezTo>
                    <a:cubicBezTo>
                      <a:pt x="102" y="25"/>
                      <a:pt x="101" y="25"/>
                      <a:pt x="99" y="26"/>
                    </a:cubicBezTo>
                    <a:cubicBezTo>
                      <a:pt x="98" y="26"/>
                      <a:pt x="96" y="26"/>
                      <a:pt x="95" y="27"/>
                    </a:cubicBezTo>
                    <a:cubicBezTo>
                      <a:pt x="93" y="27"/>
                      <a:pt x="91" y="28"/>
                      <a:pt x="89" y="29"/>
                    </a:cubicBezTo>
                    <a:cubicBezTo>
                      <a:pt x="87" y="30"/>
                      <a:pt x="85" y="31"/>
                      <a:pt x="83" y="33"/>
                    </a:cubicBezTo>
                    <a:cubicBezTo>
                      <a:pt x="81" y="34"/>
                      <a:pt x="80" y="35"/>
                      <a:pt x="78" y="36"/>
                    </a:cubicBezTo>
                    <a:cubicBezTo>
                      <a:pt x="75" y="39"/>
                      <a:pt x="73" y="41"/>
                      <a:pt x="71" y="43"/>
                    </a:cubicBezTo>
                    <a:cubicBezTo>
                      <a:pt x="68" y="46"/>
                      <a:pt x="66" y="48"/>
                      <a:pt x="64" y="51"/>
                    </a:cubicBezTo>
                    <a:cubicBezTo>
                      <a:pt x="61" y="55"/>
                      <a:pt x="59" y="60"/>
                      <a:pt x="57" y="64"/>
                    </a:cubicBezTo>
                    <a:cubicBezTo>
                      <a:pt x="54" y="68"/>
                      <a:pt x="53" y="72"/>
                      <a:pt x="51" y="76"/>
                    </a:cubicBezTo>
                    <a:cubicBezTo>
                      <a:pt x="50" y="81"/>
                      <a:pt x="48" y="85"/>
                      <a:pt x="47" y="90"/>
                    </a:cubicBezTo>
                    <a:cubicBezTo>
                      <a:pt x="45" y="96"/>
                      <a:pt x="39" y="99"/>
                      <a:pt x="33" y="97"/>
                    </a:cubicBezTo>
                    <a:cubicBezTo>
                      <a:pt x="32" y="97"/>
                      <a:pt x="32" y="97"/>
                      <a:pt x="31" y="96"/>
                    </a:cubicBezTo>
                    <a:cubicBezTo>
                      <a:pt x="30" y="101"/>
                      <a:pt x="29" y="105"/>
                      <a:pt x="28" y="110"/>
                    </a:cubicBezTo>
                    <a:cubicBezTo>
                      <a:pt x="26" y="119"/>
                      <a:pt x="25" y="128"/>
                      <a:pt x="24" y="137"/>
                    </a:cubicBezTo>
                    <a:cubicBezTo>
                      <a:pt x="23" y="146"/>
                      <a:pt x="22" y="156"/>
                      <a:pt x="23" y="164"/>
                    </a:cubicBezTo>
                    <a:cubicBezTo>
                      <a:pt x="24" y="168"/>
                      <a:pt x="24" y="172"/>
                      <a:pt x="24" y="175"/>
                    </a:cubicBezTo>
                    <a:lnTo>
                      <a:pt x="24" y="176"/>
                    </a:lnTo>
                    <a:cubicBezTo>
                      <a:pt x="25" y="177"/>
                      <a:pt x="25" y="177"/>
                      <a:pt x="25" y="178"/>
                    </a:cubicBezTo>
                    <a:moveTo>
                      <a:pt x="15" y="199"/>
                    </a:moveTo>
                    <a:cubicBezTo>
                      <a:pt x="9" y="196"/>
                      <a:pt x="5" y="191"/>
                      <a:pt x="3" y="185"/>
                    </a:cubicBezTo>
                    <a:cubicBezTo>
                      <a:pt x="0" y="178"/>
                      <a:pt x="0" y="170"/>
                      <a:pt x="0" y="163"/>
                    </a:cubicBezTo>
                    <a:cubicBezTo>
                      <a:pt x="0" y="160"/>
                      <a:pt x="0" y="156"/>
                      <a:pt x="0" y="153"/>
                    </a:cubicBezTo>
                    <a:cubicBezTo>
                      <a:pt x="0" y="148"/>
                      <a:pt x="0" y="142"/>
                      <a:pt x="1" y="136"/>
                    </a:cubicBezTo>
                    <a:cubicBezTo>
                      <a:pt x="1" y="120"/>
                      <a:pt x="4" y="103"/>
                      <a:pt x="8" y="87"/>
                    </a:cubicBezTo>
                    <a:cubicBezTo>
                      <a:pt x="11" y="81"/>
                      <a:pt x="13" y="74"/>
                      <a:pt x="15" y="67"/>
                    </a:cubicBezTo>
                    <a:cubicBezTo>
                      <a:pt x="17" y="63"/>
                      <a:pt x="18" y="60"/>
                      <a:pt x="20" y="56"/>
                    </a:cubicBezTo>
                    <a:cubicBezTo>
                      <a:pt x="21" y="53"/>
                      <a:pt x="23" y="51"/>
                      <a:pt x="25" y="49"/>
                    </a:cubicBezTo>
                    <a:cubicBezTo>
                      <a:pt x="29" y="46"/>
                      <a:pt x="35" y="46"/>
                      <a:pt x="39" y="48"/>
                    </a:cubicBezTo>
                    <a:cubicBezTo>
                      <a:pt x="47" y="35"/>
                      <a:pt x="56" y="23"/>
                      <a:pt x="68" y="15"/>
                    </a:cubicBezTo>
                    <a:cubicBezTo>
                      <a:pt x="81" y="6"/>
                      <a:pt x="97" y="0"/>
                      <a:pt x="112" y="2"/>
                    </a:cubicBezTo>
                    <a:cubicBezTo>
                      <a:pt x="127" y="5"/>
                      <a:pt x="141" y="15"/>
                      <a:pt x="147" y="29"/>
                    </a:cubicBezTo>
                    <a:cubicBezTo>
                      <a:pt x="153" y="45"/>
                      <a:pt x="151" y="61"/>
                      <a:pt x="145" y="77"/>
                    </a:cubicBezTo>
                    <a:cubicBezTo>
                      <a:pt x="142" y="85"/>
                      <a:pt x="138" y="92"/>
                      <a:pt x="134" y="99"/>
                    </a:cubicBezTo>
                    <a:cubicBezTo>
                      <a:pt x="131" y="104"/>
                      <a:pt x="127" y="110"/>
                      <a:pt x="124" y="115"/>
                    </a:cubicBezTo>
                    <a:cubicBezTo>
                      <a:pt x="120" y="121"/>
                      <a:pt x="116" y="127"/>
                      <a:pt x="112" y="132"/>
                    </a:cubicBezTo>
                    <a:cubicBezTo>
                      <a:pt x="110" y="135"/>
                      <a:pt x="108" y="136"/>
                      <a:pt x="106" y="139"/>
                    </a:cubicBezTo>
                    <a:cubicBezTo>
                      <a:pt x="103" y="142"/>
                      <a:pt x="100" y="146"/>
                      <a:pt x="98" y="149"/>
                    </a:cubicBezTo>
                    <a:cubicBezTo>
                      <a:pt x="90" y="159"/>
                      <a:pt x="81" y="167"/>
                      <a:pt x="73" y="175"/>
                    </a:cubicBezTo>
                    <a:cubicBezTo>
                      <a:pt x="67" y="181"/>
                      <a:pt x="60" y="186"/>
                      <a:pt x="53" y="191"/>
                    </a:cubicBezTo>
                    <a:cubicBezTo>
                      <a:pt x="47" y="195"/>
                      <a:pt x="40" y="198"/>
                      <a:pt x="33" y="200"/>
                    </a:cubicBezTo>
                    <a:cubicBezTo>
                      <a:pt x="31" y="201"/>
                      <a:pt x="28" y="201"/>
                      <a:pt x="25" y="201"/>
                    </a:cubicBezTo>
                    <a:cubicBezTo>
                      <a:pt x="22" y="201"/>
                      <a:pt x="18" y="201"/>
                      <a:pt x="15" y="1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8" name="Google Shape;3508;p40">
                <a:extLst>
                  <a:ext uri="{FF2B5EF4-FFF2-40B4-BE49-F238E27FC236}">
                    <a16:creationId xmlns:a16="http://schemas.microsoft.com/office/drawing/2014/main" id="{414044B0-25DC-1CC8-B731-5F0283C1FCDC}"/>
                  </a:ext>
                </a:extLst>
              </p:cNvPr>
              <p:cNvSpPr/>
              <p:nvPr/>
            </p:nvSpPr>
            <p:spPr>
              <a:xfrm>
                <a:off x="659160" y="885600"/>
                <a:ext cx="21960" cy="55080"/>
              </a:xfrm>
              <a:custGeom>
                <a:avLst/>
                <a:gdLst/>
                <a:ahLst/>
                <a:cxnLst/>
                <a:rect l="l" t="t" r="r" b="b"/>
                <a:pathLst>
                  <a:path w="61" h="153" extrusionOk="0">
                    <a:moveTo>
                      <a:pt x="10" y="152"/>
                    </a:moveTo>
                    <a:cubicBezTo>
                      <a:pt x="4" y="150"/>
                      <a:pt x="0" y="143"/>
                      <a:pt x="2" y="137"/>
                    </a:cubicBezTo>
                    <a:cubicBezTo>
                      <a:pt x="7" y="123"/>
                      <a:pt x="12" y="107"/>
                      <a:pt x="16" y="92"/>
                    </a:cubicBezTo>
                    <a:cubicBezTo>
                      <a:pt x="19" y="79"/>
                      <a:pt x="22" y="65"/>
                      <a:pt x="26" y="52"/>
                    </a:cubicBezTo>
                    <a:cubicBezTo>
                      <a:pt x="27" y="45"/>
                      <a:pt x="28" y="38"/>
                      <a:pt x="29" y="32"/>
                    </a:cubicBezTo>
                    <a:cubicBezTo>
                      <a:pt x="30" y="24"/>
                      <a:pt x="32" y="17"/>
                      <a:pt x="33" y="10"/>
                    </a:cubicBezTo>
                    <a:cubicBezTo>
                      <a:pt x="35" y="4"/>
                      <a:pt x="42" y="0"/>
                      <a:pt x="49" y="1"/>
                    </a:cubicBezTo>
                    <a:cubicBezTo>
                      <a:pt x="56" y="3"/>
                      <a:pt x="60" y="11"/>
                      <a:pt x="57" y="18"/>
                    </a:cubicBezTo>
                    <a:cubicBezTo>
                      <a:pt x="56" y="22"/>
                      <a:pt x="56" y="25"/>
                      <a:pt x="54" y="29"/>
                    </a:cubicBezTo>
                    <a:cubicBezTo>
                      <a:pt x="51" y="48"/>
                      <a:pt x="47" y="67"/>
                      <a:pt x="42" y="85"/>
                    </a:cubicBezTo>
                    <a:cubicBezTo>
                      <a:pt x="40" y="94"/>
                      <a:pt x="37" y="103"/>
                      <a:pt x="34" y="113"/>
                    </a:cubicBezTo>
                    <a:cubicBezTo>
                      <a:pt x="31" y="123"/>
                      <a:pt x="28" y="134"/>
                      <a:pt x="24" y="143"/>
                    </a:cubicBezTo>
                    <a:cubicBezTo>
                      <a:pt x="23" y="149"/>
                      <a:pt x="18" y="152"/>
                      <a:pt x="13" y="152"/>
                    </a:cubicBezTo>
                    <a:cubicBezTo>
                      <a:pt x="12" y="152"/>
                      <a:pt x="11" y="152"/>
                      <a:pt x="10" y="1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9" name="Google Shape;3509;p40">
                <a:extLst>
                  <a:ext uri="{FF2B5EF4-FFF2-40B4-BE49-F238E27FC236}">
                    <a16:creationId xmlns:a16="http://schemas.microsoft.com/office/drawing/2014/main" id="{F87E824E-2C57-7B58-9C70-1C0EADE98B26}"/>
                  </a:ext>
                </a:extLst>
              </p:cNvPr>
              <p:cNvSpPr/>
              <p:nvPr/>
            </p:nvSpPr>
            <p:spPr>
              <a:xfrm>
                <a:off x="738360" y="833760"/>
                <a:ext cx="46080" cy="68040"/>
              </a:xfrm>
              <a:custGeom>
                <a:avLst/>
                <a:gdLst/>
                <a:ahLst/>
                <a:cxnLst/>
                <a:rect l="l" t="t" r="r" b="b"/>
                <a:pathLst>
                  <a:path w="128" h="189" extrusionOk="0">
                    <a:moveTo>
                      <a:pt x="37" y="187"/>
                    </a:moveTo>
                    <a:cubicBezTo>
                      <a:pt x="29" y="187"/>
                      <a:pt x="21" y="184"/>
                      <a:pt x="14" y="180"/>
                    </a:cubicBezTo>
                    <a:cubicBezTo>
                      <a:pt x="9" y="176"/>
                      <a:pt x="3" y="170"/>
                      <a:pt x="2" y="163"/>
                    </a:cubicBezTo>
                    <a:cubicBezTo>
                      <a:pt x="0" y="156"/>
                      <a:pt x="1" y="149"/>
                      <a:pt x="5" y="144"/>
                    </a:cubicBezTo>
                    <a:cubicBezTo>
                      <a:pt x="6" y="140"/>
                      <a:pt x="9" y="137"/>
                      <a:pt x="11" y="134"/>
                    </a:cubicBezTo>
                    <a:cubicBezTo>
                      <a:pt x="27" y="112"/>
                      <a:pt x="45" y="93"/>
                      <a:pt x="62" y="73"/>
                    </a:cubicBezTo>
                    <a:cubicBezTo>
                      <a:pt x="66" y="68"/>
                      <a:pt x="70" y="64"/>
                      <a:pt x="74" y="59"/>
                    </a:cubicBezTo>
                    <a:cubicBezTo>
                      <a:pt x="81" y="51"/>
                      <a:pt x="88" y="43"/>
                      <a:pt x="94" y="34"/>
                    </a:cubicBezTo>
                    <a:lnTo>
                      <a:pt x="94" y="35"/>
                    </a:lnTo>
                    <a:cubicBezTo>
                      <a:pt x="94" y="35"/>
                      <a:pt x="94" y="34"/>
                      <a:pt x="95" y="33"/>
                    </a:cubicBezTo>
                    <a:cubicBezTo>
                      <a:pt x="96" y="32"/>
                      <a:pt x="97" y="30"/>
                      <a:pt x="98" y="28"/>
                    </a:cubicBezTo>
                    <a:cubicBezTo>
                      <a:pt x="97" y="28"/>
                      <a:pt x="95" y="29"/>
                      <a:pt x="93" y="29"/>
                    </a:cubicBezTo>
                    <a:lnTo>
                      <a:pt x="94" y="29"/>
                    </a:lnTo>
                    <a:cubicBezTo>
                      <a:pt x="86" y="32"/>
                      <a:pt x="77" y="35"/>
                      <a:pt x="69" y="38"/>
                    </a:cubicBezTo>
                    <a:cubicBezTo>
                      <a:pt x="62" y="40"/>
                      <a:pt x="55" y="42"/>
                      <a:pt x="49" y="45"/>
                    </a:cubicBezTo>
                    <a:cubicBezTo>
                      <a:pt x="46" y="51"/>
                      <a:pt x="39" y="54"/>
                      <a:pt x="34" y="53"/>
                    </a:cubicBezTo>
                    <a:cubicBezTo>
                      <a:pt x="32" y="52"/>
                      <a:pt x="31" y="52"/>
                      <a:pt x="30" y="52"/>
                    </a:cubicBezTo>
                    <a:cubicBezTo>
                      <a:pt x="27" y="50"/>
                      <a:pt x="24" y="48"/>
                      <a:pt x="23" y="45"/>
                    </a:cubicBezTo>
                    <a:cubicBezTo>
                      <a:pt x="20" y="41"/>
                      <a:pt x="21" y="36"/>
                      <a:pt x="23" y="32"/>
                    </a:cubicBezTo>
                    <a:cubicBezTo>
                      <a:pt x="24" y="30"/>
                      <a:pt x="27" y="28"/>
                      <a:pt x="30" y="26"/>
                    </a:cubicBezTo>
                    <a:cubicBezTo>
                      <a:pt x="32" y="25"/>
                      <a:pt x="35" y="24"/>
                      <a:pt x="38" y="22"/>
                    </a:cubicBezTo>
                    <a:cubicBezTo>
                      <a:pt x="42" y="21"/>
                      <a:pt x="45" y="20"/>
                      <a:pt x="48" y="19"/>
                    </a:cubicBezTo>
                    <a:cubicBezTo>
                      <a:pt x="54" y="17"/>
                      <a:pt x="61" y="15"/>
                      <a:pt x="67" y="12"/>
                    </a:cubicBezTo>
                    <a:cubicBezTo>
                      <a:pt x="79" y="8"/>
                      <a:pt x="91" y="4"/>
                      <a:pt x="103" y="1"/>
                    </a:cubicBezTo>
                    <a:cubicBezTo>
                      <a:pt x="109" y="0"/>
                      <a:pt x="116" y="1"/>
                      <a:pt x="120" y="4"/>
                    </a:cubicBezTo>
                    <a:cubicBezTo>
                      <a:pt x="123" y="7"/>
                      <a:pt x="125" y="9"/>
                      <a:pt x="126" y="12"/>
                    </a:cubicBezTo>
                    <a:cubicBezTo>
                      <a:pt x="127" y="15"/>
                      <a:pt x="127" y="19"/>
                      <a:pt x="126" y="24"/>
                    </a:cubicBezTo>
                    <a:cubicBezTo>
                      <a:pt x="125" y="31"/>
                      <a:pt x="121" y="38"/>
                      <a:pt x="117" y="44"/>
                    </a:cubicBezTo>
                    <a:cubicBezTo>
                      <a:pt x="113" y="50"/>
                      <a:pt x="108" y="56"/>
                      <a:pt x="103" y="61"/>
                    </a:cubicBezTo>
                    <a:cubicBezTo>
                      <a:pt x="94" y="71"/>
                      <a:pt x="86" y="82"/>
                      <a:pt x="77" y="91"/>
                    </a:cubicBezTo>
                    <a:cubicBezTo>
                      <a:pt x="69" y="99"/>
                      <a:pt x="62" y="107"/>
                      <a:pt x="55" y="116"/>
                    </a:cubicBezTo>
                    <a:cubicBezTo>
                      <a:pt x="47" y="125"/>
                      <a:pt x="40" y="134"/>
                      <a:pt x="33" y="143"/>
                    </a:cubicBezTo>
                    <a:cubicBezTo>
                      <a:pt x="30" y="146"/>
                      <a:pt x="28" y="151"/>
                      <a:pt x="26" y="155"/>
                    </a:cubicBezTo>
                    <a:cubicBezTo>
                      <a:pt x="26" y="156"/>
                      <a:pt x="26" y="156"/>
                      <a:pt x="25" y="156"/>
                    </a:cubicBezTo>
                    <a:cubicBezTo>
                      <a:pt x="26" y="156"/>
                      <a:pt x="26" y="157"/>
                      <a:pt x="26" y="157"/>
                    </a:cubicBezTo>
                    <a:lnTo>
                      <a:pt x="26" y="158"/>
                    </a:lnTo>
                    <a:cubicBezTo>
                      <a:pt x="26" y="158"/>
                      <a:pt x="27" y="158"/>
                      <a:pt x="27" y="159"/>
                    </a:cubicBezTo>
                    <a:cubicBezTo>
                      <a:pt x="27" y="159"/>
                      <a:pt x="28" y="159"/>
                      <a:pt x="28" y="160"/>
                    </a:cubicBezTo>
                    <a:cubicBezTo>
                      <a:pt x="28" y="159"/>
                      <a:pt x="27" y="159"/>
                      <a:pt x="27" y="159"/>
                    </a:cubicBezTo>
                    <a:cubicBezTo>
                      <a:pt x="28" y="159"/>
                      <a:pt x="28" y="159"/>
                      <a:pt x="28" y="160"/>
                    </a:cubicBezTo>
                    <a:cubicBezTo>
                      <a:pt x="29" y="160"/>
                      <a:pt x="30" y="160"/>
                      <a:pt x="30" y="161"/>
                    </a:cubicBezTo>
                    <a:cubicBezTo>
                      <a:pt x="31" y="161"/>
                      <a:pt x="31" y="162"/>
                      <a:pt x="32" y="162"/>
                    </a:cubicBezTo>
                    <a:cubicBezTo>
                      <a:pt x="34" y="162"/>
                      <a:pt x="35" y="163"/>
                      <a:pt x="37" y="163"/>
                    </a:cubicBezTo>
                    <a:cubicBezTo>
                      <a:pt x="38" y="163"/>
                      <a:pt x="38" y="163"/>
                      <a:pt x="39" y="163"/>
                    </a:cubicBezTo>
                    <a:cubicBezTo>
                      <a:pt x="43" y="163"/>
                      <a:pt x="46" y="163"/>
                      <a:pt x="50" y="163"/>
                    </a:cubicBezTo>
                    <a:cubicBezTo>
                      <a:pt x="56" y="163"/>
                      <a:pt x="61" y="163"/>
                      <a:pt x="66" y="162"/>
                    </a:cubicBezTo>
                    <a:cubicBezTo>
                      <a:pt x="75" y="160"/>
                      <a:pt x="83" y="158"/>
                      <a:pt x="91" y="155"/>
                    </a:cubicBezTo>
                    <a:cubicBezTo>
                      <a:pt x="92" y="155"/>
                      <a:pt x="93" y="155"/>
                      <a:pt x="93" y="155"/>
                    </a:cubicBezTo>
                    <a:lnTo>
                      <a:pt x="92" y="155"/>
                    </a:lnTo>
                    <a:cubicBezTo>
                      <a:pt x="93" y="155"/>
                      <a:pt x="95" y="154"/>
                      <a:pt x="96" y="153"/>
                    </a:cubicBezTo>
                    <a:cubicBezTo>
                      <a:pt x="102" y="151"/>
                      <a:pt x="109" y="153"/>
                      <a:pt x="112" y="160"/>
                    </a:cubicBezTo>
                    <a:cubicBezTo>
                      <a:pt x="113" y="163"/>
                      <a:pt x="113" y="166"/>
                      <a:pt x="111" y="169"/>
                    </a:cubicBezTo>
                    <a:cubicBezTo>
                      <a:pt x="110" y="173"/>
                      <a:pt x="107" y="175"/>
                      <a:pt x="104" y="176"/>
                    </a:cubicBezTo>
                    <a:cubicBezTo>
                      <a:pt x="96" y="179"/>
                      <a:pt x="89" y="180"/>
                      <a:pt x="82" y="183"/>
                    </a:cubicBezTo>
                    <a:cubicBezTo>
                      <a:pt x="76" y="184"/>
                      <a:pt x="69" y="186"/>
                      <a:pt x="63" y="186"/>
                    </a:cubicBezTo>
                    <a:cubicBezTo>
                      <a:pt x="56" y="187"/>
                      <a:pt x="51" y="188"/>
                      <a:pt x="45" y="188"/>
                    </a:cubicBezTo>
                    <a:cubicBezTo>
                      <a:pt x="42" y="188"/>
                      <a:pt x="39" y="188"/>
                      <a:pt x="37" y="1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0" name="Google Shape;3510;p40">
                <a:extLst>
                  <a:ext uri="{FF2B5EF4-FFF2-40B4-BE49-F238E27FC236}">
                    <a16:creationId xmlns:a16="http://schemas.microsoft.com/office/drawing/2014/main" id="{380A40D8-4419-B145-3EB1-A3A106D79F88}"/>
                  </a:ext>
                </a:extLst>
              </p:cNvPr>
              <p:cNvSpPr/>
              <p:nvPr/>
            </p:nvSpPr>
            <p:spPr>
              <a:xfrm>
                <a:off x="736560" y="860040"/>
                <a:ext cx="59040" cy="19440"/>
              </a:xfrm>
              <a:custGeom>
                <a:avLst/>
                <a:gdLst/>
                <a:ahLst/>
                <a:cxnLst/>
                <a:rect l="l" t="t" r="r" b="b"/>
                <a:pathLst>
                  <a:path w="164" h="54" extrusionOk="0">
                    <a:moveTo>
                      <a:pt x="12" y="51"/>
                    </a:moveTo>
                    <a:cubicBezTo>
                      <a:pt x="5" y="48"/>
                      <a:pt x="0" y="40"/>
                      <a:pt x="3" y="33"/>
                    </a:cubicBezTo>
                    <a:cubicBezTo>
                      <a:pt x="4" y="29"/>
                      <a:pt x="7" y="25"/>
                      <a:pt x="11" y="22"/>
                    </a:cubicBezTo>
                    <a:cubicBezTo>
                      <a:pt x="16" y="19"/>
                      <a:pt x="22" y="16"/>
                      <a:pt x="28" y="15"/>
                    </a:cubicBezTo>
                    <a:cubicBezTo>
                      <a:pt x="47" y="7"/>
                      <a:pt x="68" y="4"/>
                      <a:pt x="88" y="2"/>
                    </a:cubicBezTo>
                    <a:cubicBezTo>
                      <a:pt x="110" y="0"/>
                      <a:pt x="131" y="1"/>
                      <a:pt x="152" y="1"/>
                    </a:cubicBezTo>
                    <a:cubicBezTo>
                      <a:pt x="159" y="1"/>
                      <a:pt x="163" y="6"/>
                      <a:pt x="163" y="12"/>
                    </a:cubicBezTo>
                    <a:cubicBezTo>
                      <a:pt x="163" y="18"/>
                      <a:pt x="158" y="23"/>
                      <a:pt x="152" y="23"/>
                    </a:cubicBezTo>
                    <a:cubicBezTo>
                      <a:pt x="134" y="23"/>
                      <a:pt x="116" y="23"/>
                      <a:pt x="98" y="25"/>
                    </a:cubicBezTo>
                    <a:cubicBezTo>
                      <a:pt x="88" y="26"/>
                      <a:pt x="77" y="27"/>
                      <a:pt x="67" y="29"/>
                    </a:cubicBezTo>
                    <a:lnTo>
                      <a:pt x="66" y="29"/>
                    </a:lnTo>
                    <a:lnTo>
                      <a:pt x="65" y="29"/>
                    </a:lnTo>
                    <a:lnTo>
                      <a:pt x="66" y="29"/>
                    </a:lnTo>
                    <a:cubicBezTo>
                      <a:pt x="58" y="30"/>
                      <a:pt x="50" y="32"/>
                      <a:pt x="43" y="34"/>
                    </a:cubicBezTo>
                    <a:cubicBezTo>
                      <a:pt x="39" y="36"/>
                      <a:pt x="35" y="38"/>
                      <a:pt x="30" y="40"/>
                    </a:cubicBezTo>
                    <a:cubicBezTo>
                      <a:pt x="30" y="41"/>
                      <a:pt x="30" y="42"/>
                      <a:pt x="29" y="43"/>
                    </a:cubicBezTo>
                    <a:cubicBezTo>
                      <a:pt x="28" y="49"/>
                      <a:pt x="22" y="53"/>
                      <a:pt x="17" y="53"/>
                    </a:cubicBezTo>
                    <a:cubicBezTo>
                      <a:pt x="15" y="53"/>
                      <a:pt x="14" y="52"/>
                      <a:pt x="12" y="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1" name="Google Shape;3511;p40">
                <a:extLst>
                  <a:ext uri="{FF2B5EF4-FFF2-40B4-BE49-F238E27FC236}">
                    <a16:creationId xmlns:a16="http://schemas.microsoft.com/office/drawing/2014/main" id="{5F42AB88-AD35-02C6-BBD5-B66E3A770857}"/>
                  </a:ext>
                </a:extLst>
              </p:cNvPr>
              <p:cNvSpPr/>
              <p:nvPr/>
            </p:nvSpPr>
            <p:spPr>
              <a:xfrm>
                <a:off x="815760" y="851040"/>
                <a:ext cx="2412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67" h="31" extrusionOk="0">
                    <a:moveTo>
                      <a:pt x="13" y="30"/>
                    </a:moveTo>
                    <a:cubicBezTo>
                      <a:pt x="6" y="29"/>
                      <a:pt x="0" y="24"/>
                      <a:pt x="0" y="17"/>
                    </a:cubicBezTo>
                    <a:cubicBezTo>
                      <a:pt x="1" y="10"/>
                      <a:pt x="6" y="4"/>
                      <a:pt x="13" y="4"/>
                    </a:cubicBezTo>
                    <a:cubicBezTo>
                      <a:pt x="19" y="4"/>
                      <a:pt x="24" y="3"/>
                      <a:pt x="30" y="2"/>
                    </a:cubicBezTo>
                    <a:cubicBezTo>
                      <a:pt x="37" y="2"/>
                      <a:pt x="44" y="1"/>
                      <a:pt x="52" y="1"/>
                    </a:cubicBezTo>
                    <a:cubicBezTo>
                      <a:pt x="58" y="0"/>
                      <a:pt x="64" y="4"/>
                      <a:pt x="65" y="11"/>
                    </a:cubicBezTo>
                    <a:cubicBezTo>
                      <a:pt x="66" y="17"/>
                      <a:pt x="61" y="23"/>
                      <a:pt x="55" y="24"/>
                    </a:cubicBezTo>
                    <a:cubicBezTo>
                      <a:pt x="47" y="24"/>
                      <a:pt x="39" y="26"/>
                      <a:pt x="32" y="27"/>
                    </a:cubicBezTo>
                    <a:cubicBezTo>
                      <a:pt x="29" y="27"/>
                      <a:pt x="25" y="27"/>
                      <a:pt x="23" y="28"/>
                    </a:cubicBezTo>
                    <a:cubicBezTo>
                      <a:pt x="20" y="29"/>
                      <a:pt x="17" y="30"/>
                      <a:pt x="14" y="30"/>
                    </a:cubicBezTo>
                    <a:lnTo>
                      <a:pt x="13" y="3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2" name="Google Shape;3512;p40">
                <a:extLst>
                  <a:ext uri="{FF2B5EF4-FFF2-40B4-BE49-F238E27FC236}">
                    <a16:creationId xmlns:a16="http://schemas.microsoft.com/office/drawing/2014/main" id="{187DD43A-BB1D-8037-FEF5-C3A88D50E7B5}"/>
                  </a:ext>
                </a:extLst>
              </p:cNvPr>
              <p:cNvSpPr/>
              <p:nvPr/>
            </p:nvSpPr>
            <p:spPr>
              <a:xfrm>
                <a:off x="808920" y="856440"/>
                <a:ext cx="70920" cy="27000"/>
              </a:xfrm>
              <a:custGeom>
                <a:avLst/>
                <a:gdLst/>
                <a:ahLst/>
                <a:cxnLst/>
                <a:rect l="l" t="t" r="r" b="b"/>
                <a:pathLst>
                  <a:path w="197" h="75" extrusionOk="0">
                    <a:moveTo>
                      <a:pt x="2" y="64"/>
                    </a:moveTo>
                    <a:cubicBezTo>
                      <a:pt x="0" y="57"/>
                      <a:pt x="5" y="51"/>
                      <a:pt x="11" y="49"/>
                    </a:cubicBezTo>
                    <a:lnTo>
                      <a:pt x="12" y="49"/>
                    </a:lnTo>
                    <a:cubicBezTo>
                      <a:pt x="11" y="49"/>
                      <a:pt x="11" y="49"/>
                      <a:pt x="11" y="49"/>
                    </a:cubicBezTo>
                    <a:cubicBezTo>
                      <a:pt x="11" y="49"/>
                      <a:pt x="12" y="49"/>
                      <a:pt x="13" y="49"/>
                    </a:cubicBezTo>
                    <a:cubicBezTo>
                      <a:pt x="17" y="47"/>
                      <a:pt x="22" y="44"/>
                      <a:pt x="28" y="43"/>
                    </a:cubicBezTo>
                    <a:cubicBezTo>
                      <a:pt x="34" y="40"/>
                      <a:pt x="41" y="37"/>
                      <a:pt x="47" y="35"/>
                    </a:cubicBezTo>
                    <a:cubicBezTo>
                      <a:pt x="52" y="33"/>
                      <a:pt x="57" y="32"/>
                      <a:pt x="63" y="29"/>
                    </a:cubicBezTo>
                    <a:cubicBezTo>
                      <a:pt x="69" y="28"/>
                      <a:pt x="74" y="26"/>
                      <a:pt x="80" y="24"/>
                    </a:cubicBezTo>
                    <a:cubicBezTo>
                      <a:pt x="87" y="22"/>
                      <a:pt x="94" y="20"/>
                      <a:pt x="101" y="18"/>
                    </a:cubicBezTo>
                    <a:cubicBezTo>
                      <a:pt x="107" y="16"/>
                      <a:pt x="114" y="15"/>
                      <a:pt x="120" y="14"/>
                    </a:cubicBezTo>
                    <a:cubicBezTo>
                      <a:pt x="132" y="11"/>
                      <a:pt x="143" y="8"/>
                      <a:pt x="155" y="6"/>
                    </a:cubicBezTo>
                    <a:cubicBezTo>
                      <a:pt x="163" y="4"/>
                      <a:pt x="172" y="2"/>
                      <a:pt x="182" y="0"/>
                    </a:cubicBezTo>
                    <a:cubicBezTo>
                      <a:pt x="187" y="0"/>
                      <a:pt x="193" y="2"/>
                      <a:pt x="194" y="8"/>
                    </a:cubicBezTo>
                    <a:cubicBezTo>
                      <a:pt x="196" y="13"/>
                      <a:pt x="192" y="19"/>
                      <a:pt x="187" y="21"/>
                    </a:cubicBezTo>
                    <a:cubicBezTo>
                      <a:pt x="168" y="25"/>
                      <a:pt x="150" y="29"/>
                      <a:pt x="131" y="33"/>
                    </a:cubicBezTo>
                    <a:cubicBezTo>
                      <a:pt x="123" y="36"/>
                      <a:pt x="115" y="38"/>
                      <a:pt x="106" y="40"/>
                    </a:cubicBezTo>
                    <a:cubicBezTo>
                      <a:pt x="99" y="42"/>
                      <a:pt x="92" y="44"/>
                      <a:pt x="84" y="47"/>
                    </a:cubicBezTo>
                    <a:cubicBezTo>
                      <a:pt x="73" y="51"/>
                      <a:pt x="62" y="54"/>
                      <a:pt x="50" y="59"/>
                    </a:cubicBezTo>
                    <a:cubicBezTo>
                      <a:pt x="45" y="61"/>
                      <a:pt x="39" y="64"/>
                      <a:pt x="34" y="66"/>
                    </a:cubicBezTo>
                    <a:cubicBezTo>
                      <a:pt x="29" y="68"/>
                      <a:pt x="24" y="71"/>
                      <a:pt x="19" y="73"/>
                    </a:cubicBezTo>
                    <a:cubicBezTo>
                      <a:pt x="17" y="74"/>
                      <a:pt x="16" y="74"/>
                      <a:pt x="14" y="74"/>
                    </a:cubicBezTo>
                    <a:cubicBezTo>
                      <a:pt x="9" y="74"/>
                      <a:pt x="4" y="70"/>
                      <a:pt x="2" y="6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3" name="Google Shape;3513;p40">
                <a:extLst>
                  <a:ext uri="{FF2B5EF4-FFF2-40B4-BE49-F238E27FC236}">
                    <a16:creationId xmlns:a16="http://schemas.microsoft.com/office/drawing/2014/main" id="{6C960558-7A2C-9FF8-4FD8-731E3C0BF7C5}"/>
                  </a:ext>
                </a:extLst>
              </p:cNvPr>
              <p:cNvSpPr/>
              <p:nvPr/>
            </p:nvSpPr>
            <p:spPr>
              <a:xfrm>
                <a:off x="853920" y="824760"/>
                <a:ext cx="91080" cy="70560"/>
              </a:xfrm>
              <a:custGeom>
                <a:avLst/>
                <a:gdLst/>
                <a:ahLst/>
                <a:cxnLst/>
                <a:rect l="l" t="t" r="r" b="b"/>
                <a:pathLst>
                  <a:path w="253" h="196" extrusionOk="0">
                    <a:moveTo>
                      <a:pt x="108" y="172"/>
                    </a:moveTo>
                    <a:cubicBezTo>
                      <a:pt x="109" y="171"/>
                      <a:pt x="109" y="171"/>
                      <a:pt x="109" y="171"/>
                    </a:cubicBezTo>
                    <a:cubicBezTo>
                      <a:pt x="111" y="171"/>
                      <a:pt x="112" y="171"/>
                      <a:pt x="113" y="171"/>
                    </a:cubicBezTo>
                    <a:cubicBezTo>
                      <a:pt x="115" y="170"/>
                      <a:pt x="118" y="169"/>
                      <a:pt x="120" y="168"/>
                    </a:cubicBezTo>
                    <a:cubicBezTo>
                      <a:pt x="124" y="166"/>
                      <a:pt x="128" y="163"/>
                      <a:pt x="132" y="161"/>
                    </a:cubicBezTo>
                    <a:lnTo>
                      <a:pt x="132" y="162"/>
                    </a:lnTo>
                    <a:cubicBezTo>
                      <a:pt x="132" y="161"/>
                      <a:pt x="132" y="161"/>
                      <a:pt x="133" y="160"/>
                    </a:cubicBezTo>
                    <a:cubicBezTo>
                      <a:pt x="144" y="153"/>
                      <a:pt x="156" y="145"/>
                      <a:pt x="167" y="135"/>
                    </a:cubicBezTo>
                    <a:cubicBezTo>
                      <a:pt x="173" y="131"/>
                      <a:pt x="179" y="126"/>
                      <a:pt x="185" y="121"/>
                    </a:cubicBezTo>
                    <a:cubicBezTo>
                      <a:pt x="193" y="114"/>
                      <a:pt x="201" y="106"/>
                      <a:pt x="209" y="98"/>
                    </a:cubicBezTo>
                    <a:cubicBezTo>
                      <a:pt x="213" y="95"/>
                      <a:pt x="215" y="90"/>
                      <a:pt x="218" y="87"/>
                    </a:cubicBezTo>
                    <a:cubicBezTo>
                      <a:pt x="221" y="84"/>
                      <a:pt x="222" y="80"/>
                      <a:pt x="225" y="77"/>
                    </a:cubicBezTo>
                    <a:cubicBezTo>
                      <a:pt x="226" y="74"/>
                      <a:pt x="227" y="72"/>
                      <a:pt x="228" y="70"/>
                    </a:cubicBezTo>
                    <a:cubicBezTo>
                      <a:pt x="228" y="68"/>
                      <a:pt x="228" y="67"/>
                      <a:pt x="229" y="65"/>
                    </a:cubicBezTo>
                    <a:cubicBezTo>
                      <a:pt x="229" y="65"/>
                      <a:pt x="229" y="64"/>
                      <a:pt x="229" y="63"/>
                    </a:cubicBezTo>
                    <a:cubicBezTo>
                      <a:pt x="229" y="61"/>
                      <a:pt x="229" y="60"/>
                      <a:pt x="229" y="58"/>
                    </a:cubicBezTo>
                    <a:cubicBezTo>
                      <a:pt x="229" y="57"/>
                      <a:pt x="229" y="56"/>
                      <a:pt x="229" y="55"/>
                    </a:cubicBezTo>
                    <a:cubicBezTo>
                      <a:pt x="229" y="56"/>
                      <a:pt x="229" y="56"/>
                      <a:pt x="229" y="57"/>
                    </a:cubicBezTo>
                    <a:cubicBezTo>
                      <a:pt x="229" y="56"/>
                      <a:pt x="229" y="54"/>
                      <a:pt x="228" y="53"/>
                    </a:cubicBezTo>
                    <a:cubicBezTo>
                      <a:pt x="228" y="53"/>
                      <a:pt x="228" y="52"/>
                      <a:pt x="228" y="51"/>
                    </a:cubicBezTo>
                    <a:cubicBezTo>
                      <a:pt x="227" y="50"/>
                      <a:pt x="227" y="49"/>
                      <a:pt x="226" y="48"/>
                    </a:cubicBezTo>
                    <a:cubicBezTo>
                      <a:pt x="225" y="47"/>
                      <a:pt x="224" y="46"/>
                      <a:pt x="223" y="44"/>
                    </a:cubicBezTo>
                    <a:cubicBezTo>
                      <a:pt x="222" y="43"/>
                      <a:pt x="220" y="42"/>
                      <a:pt x="219" y="40"/>
                    </a:cubicBezTo>
                    <a:cubicBezTo>
                      <a:pt x="217" y="39"/>
                      <a:pt x="215" y="37"/>
                      <a:pt x="214" y="36"/>
                    </a:cubicBezTo>
                    <a:cubicBezTo>
                      <a:pt x="211" y="34"/>
                      <a:pt x="208" y="33"/>
                      <a:pt x="206" y="31"/>
                    </a:cubicBezTo>
                    <a:cubicBezTo>
                      <a:pt x="204" y="30"/>
                      <a:pt x="202" y="29"/>
                      <a:pt x="200" y="29"/>
                    </a:cubicBezTo>
                    <a:cubicBezTo>
                      <a:pt x="197" y="28"/>
                      <a:pt x="193" y="26"/>
                      <a:pt x="190" y="26"/>
                    </a:cubicBezTo>
                    <a:cubicBezTo>
                      <a:pt x="187" y="25"/>
                      <a:pt x="183" y="25"/>
                      <a:pt x="180" y="24"/>
                    </a:cubicBezTo>
                    <a:cubicBezTo>
                      <a:pt x="176" y="24"/>
                      <a:pt x="172" y="24"/>
                      <a:pt x="169" y="24"/>
                    </a:cubicBezTo>
                    <a:cubicBezTo>
                      <a:pt x="168" y="24"/>
                      <a:pt x="168" y="24"/>
                      <a:pt x="168" y="24"/>
                    </a:cubicBezTo>
                    <a:cubicBezTo>
                      <a:pt x="161" y="25"/>
                      <a:pt x="154" y="25"/>
                      <a:pt x="147" y="27"/>
                    </a:cubicBezTo>
                    <a:cubicBezTo>
                      <a:pt x="137" y="28"/>
                      <a:pt x="129" y="30"/>
                      <a:pt x="120" y="33"/>
                    </a:cubicBezTo>
                    <a:cubicBezTo>
                      <a:pt x="115" y="35"/>
                      <a:pt x="109" y="37"/>
                      <a:pt x="104" y="40"/>
                    </a:cubicBezTo>
                    <a:cubicBezTo>
                      <a:pt x="102" y="41"/>
                      <a:pt x="100" y="42"/>
                      <a:pt x="98" y="43"/>
                    </a:cubicBezTo>
                    <a:cubicBezTo>
                      <a:pt x="98" y="44"/>
                      <a:pt x="97" y="44"/>
                      <a:pt x="97" y="46"/>
                    </a:cubicBezTo>
                    <a:cubicBezTo>
                      <a:pt x="95" y="47"/>
                      <a:pt x="95" y="48"/>
                      <a:pt x="94" y="49"/>
                    </a:cubicBezTo>
                    <a:cubicBezTo>
                      <a:pt x="93" y="52"/>
                      <a:pt x="92" y="54"/>
                      <a:pt x="91" y="57"/>
                    </a:cubicBezTo>
                    <a:cubicBezTo>
                      <a:pt x="89" y="62"/>
                      <a:pt x="88" y="67"/>
                      <a:pt x="87" y="71"/>
                    </a:cubicBezTo>
                    <a:lnTo>
                      <a:pt x="87" y="70"/>
                    </a:lnTo>
                    <a:cubicBezTo>
                      <a:pt x="86" y="76"/>
                      <a:pt x="85" y="82"/>
                      <a:pt x="84" y="89"/>
                    </a:cubicBezTo>
                    <a:cubicBezTo>
                      <a:pt x="84" y="97"/>
                      <a:pt x="84" y="105"/>
                      <a:pt x="84" y="113"/>
                    </a:cubicBezTo>
                    <a:cubicBezTo>
                      <a:pt x="84" y="114"/>
                      <a:pt x="84" y="114"/>
                      <a:pt x="84" y="114"/>
                    </a:cubicBezTo>
                    <a:cubicBezTo>
                      <a:pt x="85" y="121"/>
                      <a:pt x="86" y="129"/>
                      <a:pt x="87" y="136"/>
                    </a:cubicBezTo>
                    <a:cubicBezTo>
                      <a:pt x="88" y="143"/>
                      <a:pt x="90" y="149"/>
                      <a:pt x="92" y="156"/>
                    </a:cubicBezTo>
                    <a:cubicBezTo>
                      <a:pt x="93" y="158"/>
                      <a:pt x="93" y="159"/>
                      <a:pt x="94" y="161"/>
                    </a:cubicBezTo>
                    <a:cubicBezTo>
                      <a:pt x="94" y="162"/>
                      <a:pt x="95" y="163"/>
                      <a:pt x="96" y="164"/>
                    </a:cubicBezTo>
                    <a:cubicBezTo>
                      <a:pt x="96" y="165"/>
                      <a:pt x="97" y="166"/>
                      <a:pt x="97" y="166"/>
                    </a:cubicBezTo>
                    <a:cubicBezTo>
                      <a:pt x="98" y="167"/>
                      <a:pt x="98" y="168"/>
                      <a:pt x="99" y="169"/>
                    </a:cubicBezTo>
                    <a:cubicBezTo>
                      <a:pt x="100" y="169"/>
                      <a:pt x="101" y="170"/>
                      <a:pt x="101" y="170"/>
                    </a:cubicBezTo>
                    <a:cubicBezTo>
                      <a:pt x="102" y="170"/>
                      <a:pt x="102" y="171"/>
                      <a:pt x="102" y="171"/>
                    </a:cubicBezTo>
                    <a:lnTo>
                      <a:pt x="103" y="171"/>
                    </a:lnTo>
                    <a:cubicBezTo>
                      <a:pt x="104" y="171"/>
                      <a:pt x="104" y="171"/>
                      <a:pt x="105" y="171"/>
                    </a:cubicBezTo>
                    <a:lnTo>
                      <a:pt x="106" y="172"/>
                    </a:lnTo>
                    <a:lnTo>
                      <a:pt x="108" y="172"/>
                    </a:lnTo>
                    <a:moveTo>
                      <a:pt x="98" y="194"/>
                    </a:moveTo>
                    <a:cubicBezTo>
                      <a:pt x="95" y="193"/>
                      <a:pt x="92" y="192"/>
                      <a:pt x="89" y="190"/>
                    </a:cubicBezTo>
                    <a:cubicBezTo>
                      <a:pt x="86" y="188"/>
                      <a:pt x="84" y="186"/>
                      <a:pt x="81" y="184"/>
                    </a:cubicBezTo>
                    <a:cubicBezTo>
                      <a:pt x="77" y="178"/>
                      <a:pt x="73" y="173"/>
                      <a:pt x="71" y="166"/>
                    </a:cubicBezTo>
                    <a:cubicBezTo>
                      <a:pt x="70" y="163"/>
                      <a:pt x="69" y="159"/>
                      <a:pt x="68" y="155"/>
                    </a:cubicBezTo>
                    <a:cubicBezTo>
                      <a:pt x="67" y="151"/>
                      <a:pt x="66" y="147"/>
                      <a:pt x="65" y="142"/>
                    </a:cubicBezTo>
                    <a:cubicBezTo>
                      <a:pt x="62" y="126"/>
                      <a:pt x="60" y="110"/>
                      <a:pt x="61" y="93"/>
                    </a:cubicBezTo>
                    <a:cubicBezTo>
                      <a:pt x="61" y="84"/>
                      <a:pt x="62" y="74"/>
                      <a:pt x="64" y="65"/>
                    </a:cubicBezTo>
                    <a:cubicBezTo>
                      <a:pt x="60" y="68"/>
                      <a:pt x="55" y="71"/>
                      <a:pt x="51" y="74"/>
                    </a:cubicBezTo>
                    <a:cubicBezTo>
                      <a:pt x="40" y="82"/>
                      <a:pt x="30" y="90"/>
                      <a:pt x="19" y="97"/>
                    </a:cubicBezTo>
                    <a:cubicBezTo>
                      <a:pt x="14" y="101"/>
                      <a:pt x="7" y="100"/>
                      <a:pt x="4" y="95"/>
                    </a:cubicBezTo>
                    <a:cubicBezTo>
                      <a:pt x="0" y="90"/>
                      <a:pt x="2" y="84"/>
                      <a:pt x="6" y="81"/>
                    </a:cubicBezTo>
                    <a:cubicBezTo>
                      <a:pt x="18" y="72"/>
                      <a:pt x="30" y="63"/>
                      <a:pt x="42" y="54"/>
                    </a:cubicBezTo>
                    <a:cubicBezTo>
                      <a:pt x="49" y="50"/>
                      <a:pt x="55" y="45"/>
                      <a:pt x="62" y="40"/>
                    </a:cubicBezTo>
                    <a:cubicBezTo>
                      <a:pt x="66" y="37"/>
                      <a:pt x="70" y="35"/>
                      <a:pt x="74" y="32"/>
                    </a:cubicBezTo>
                    <a:cubicBezTo>
                      <a:pt x="75" y="32"/>
                      <a:pt x="76" y="30"/>
                      <a:pt x="77" y="30"/>
                    </a:cubicBezTo>
                    <a:cubicBezTo>
                      <a:pt x="79" y="29"/>
                      <a:pt x="79" y="28"/>
                      <a:pt x="80" y="27"/>
                    </a:cubicBezTo>
                    <a:cubicBezTo>
                      <a:pt x="83" y="23"/>
                      <a:pt x="88" y="19"/>
                      <a:pt x="93" y="18"/>
                    </a:cubicBezTo>
                    <a:cubicBezTo>
                      <a:pt x="94" y="18"/>
                      <a:pt x="95" y="18"/>
                      <a:pt x="97" y="19"/>
                    </a:cubicBezTo>
                    <a:cubicBezTo>
                      <a:pt x="112" y="12"/>
                      <a:pt x="129" y="7"/>
                      <a:pt x="145" y="4"/>
                    </a:cubicBezTo>
                    <a:cubicBezTo>
                      <a:pt x="162" y="1"/>
                      <a:pt x="179" y="0"/>
                      <a:pt x="196" y="4"/>
                    </a:cubicBezTo>
                    <a:cubicBezTo>
                      <a:pt x="211" y="7"/>
                      <a:pt x="226" y="15"/>
                      <a:pt x="238" y="26"/>
                    </a:cubicBezTo>
                    <a:cubicBezTo>
                      <a:pt x="243" y="32"/>
                      <a:pt x="246" y="38"/>
                      <a:pt x="249" y="44"/>
                    </a:cubicBezTo>
                    <a:cubicBezTo>
                      <a:pt x="252" y="52"/>
                      <a:pt x="252" y="60"/>
                      <a:pt x="251" y="68"/>
                    </a:cubicBezTo>
                    <a:cubicBezTo>
                      <a:pt x="250" y="74"/>
                      <a:pt x="247" y="81"/>
                      <a:pt x="244" y="87"/>
                    </a:cubicBezTo>
                    <a:cubicBezTo>
                      <a:pt x="241" y="94"/>
                      <a:pt x="236" y="100"/>
                      <a:pt x="231" y="106"/>
                    </a:cubicBezTo>
                    <a:cubicBezTo>
                      <a:pt x="226" y="112"/>
                      <a:pt x="221" y="117"/>
                      <a:pt x="215" y="123"/>
                    </a:cubicBezTo>
                    <a:cubicBezTo>
                      <a:pt x="210" y="127"/>
                      <a:pt x="205" y="132"/>
                      <a:pt x="200" y="137"/>
                    </a:cubicBezTo>
                    <a:cubicBezTo>
                      <a:pt x="187" y="148"/>
                      <a:pt x="174" y="159"/>
                      <a:pt x="161" y="169"/>
                    </a:cubicBezTo>
                    <a:cubicBezTo>
                      <a:pt x="154" y="174"/>
                      <a:pt x="147" y="178"/>
                      <a:pt x="140" y="183"/>
                    </a:cubicBezTo>
                    <a:cubicBezTo>
                      <a:pt x="134" y="187"/>
                      <a:pt x="127" y="191"/>
                      <a:pt x="119" y="193"/>
                    </a:cubicBezTo>
                    <a:cubicBezTo>
                      <a:pt x="115" y="195"/>
                      <a:pt x="111" y="195"/>
                      <a:pt x="106" y="195"/>
                    </a:cubicBezTo>
                    <a:cubicBezTo>
                      <a:pt x="104" y="195"/>
                      <a:pt x="101" y="195"/>
                      <a:pt x="98" y="1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514" name="Google Shape;3514;p40">
              <a:extLst>
                <a:ext uri="{FF2B5EF4-FFF2-40B4-BE49-F238E27FC236}">
                  <a16:creationId xmlns:a16="http://schemas.microsoft.com/office/drawing/2014/main" id="{32E5A021-05FB-EA5B-D33B-E4A653F81080}"/>
                </a:ext>
              </a:extLst>
            </p:cNvPr>
            <p:cNvGrpSpPr/>
            <p:nvPr/>
          </p:nvGrpSpPr>
          <p:grpSpPr>
            <a:xfrm>
              <a:off x="8097494" y="3395446"/>
              <a:ext cx="2561166" cy="2417115"/>
              <a:chOff x="16200" y="3746880"/>
              <a:chExt cx="1190520" cy="1123560"/>
            </a:xfrm>
          </p:grpSpPr>
          <p:sp>
            <p:nvSpPr>
              <p:cNvPr id="3515" name="Google Shape;3515;p40">
                <a:extLst>
                  <a:ext uri="{FF2B5EF4-FFF2-40B4-BE49-F238E27FC236}">
                    <a16:creationId xmlns:a16="http://schemas.microsoft.com/office/drawing/2014/main" id="{E7E87D4A-14CD-BD07-583A-5E176C69A5F0}"/>
                  </a:ext>
                </a:extLst>
              </p:cNvPr>
              <p:cNvSpPr/>
              <p:nvPr/>
            </p:nvSpPr>
            <p:spPr>
              <a:xfrm>
                <a:off x="89640" y="3895560"/>
                <a:ext cx="963360" cy="718200"/>
              </a:xfrm>
              <a:custGeom>
                <a:avLst/>
                <a:gdLst/>
                <a:ahLst/>
                <a:cxnLst/>
                <a:rect l="l" t="t" r="r" b="b"/>
                <a:pathLst>
                  <a:path w="2676" h="1995" extrusionOk="0">
                    <a:moveTo>
                      <a:pt x="1338" y="1994"/>
                    </a:moveTo>
                    <a:cubicBezTo>
                      <a:pt x="1312" y="1993"/>
                      <a:pt x="1287" y="1991"/>
                      <a:pt x="1261" y="1988"/>
                    </a:cubicBezTo>
                    <a:cubicBezTo>
                      <a:pt x="1208" y="1982"/>
                      <a:pt x="1156" y="1973"/>
                      <a:pt x="1104" y="1958"/>
                    </a:cubicBezTo>
                    <a:cubicBezTo>
                      <a:pt x="1061" y="1946"/>
                      <a:pt x="1019" y="1930"/>
                      <a:pt x="978" y="1912"/>
                    </a:cubicBezTo>
                    <a:cubicBezTo>
                      <a:pt x="948" y="1899"/>
                      <a:pt x="918" y="1884"/>
                      <a:pt x="889" y="1868"/>
                    </a:cubicBezTo>
                    <a:cubicBezTo>
                      <a:pt x="857" y="1851"/>
                      <a:pt x="827" y="1833"/>
                      <a:pt x="797" y="1813"/>
                    </a:cubicBezTo>
                    <a:lnTo>
                      <a:pt x="797" y="1814"/>
                    </a:lnTo>
                    <a:cubicBezTo>
                      <a:pt x="797" y="1813"/>
                      <a:pt x="796" y="1812"/>
                      <a:pt x="796" y="1812"/>
                    </a:cubicBezTo>
                    <a:lnTo>
                      <a:pt x="795" y="1812"/>
                    </a:lnTo>
                    <a:cubicBezTo>
                      <a:pt x="754" y="1784"/>
                      <a:pt x="714" y="1752"/>
                      <a:pt x="677" y="1717"/>
                    </a:cubicBezTo>
                    <a:cubicBezTo>
                      <a:pt x="639" y="1681"/>
                      <a:pt x="603" y="1643"/>
                      <a:pt x="567" y="1604"/>
                    </a:cubicBezTo>
                    <a:cubicBezTo>
                      <a:pt x="532" y="1565"/>
                      <a:pt x="498" y="1525"/>
                      <a:pt x="468" y="1482"/>
                    </a:cubicBezTo>
                    <a:cubicBezTo>
                      <a:pt x="436" y="1439"/>
                      <a:pt x="407" y="1394"/>
                      <a:pt x="381" y="1347"/>
                    </a:cubicBezTo>
                    <a:cubicBezTo>
                      <a:pt x="354" y="1300"/>
                      <a:pt x="329" y="1253"/>
                      <a:pt x="304" y="1204"/>
                    </a:cubicBezTo>
                    <a:cubicBezTo>
                      <a:pt x="281" y="1157"/>
                      <a:pt x="259" y="1109"/>
                      <a:pt x="238" y="1060"/>
                    </a:cubicBezTo>
                    <a:cubicBezTo>
                      <a:pt x="217" y="1011"/>
                      <a:pt x="198" y="961"/>
                      <a:pt x="179" y="912"/>
                    </a:cubicBezTo>
                    <a:cubicBezTo>
                      <a:pt x="161" y="865"/>
                      <a:pt x="143" y="819"/>
                      <a:pt x="127" y="772"/>
                    </a:cubicBezTo>
                    <a:cubicBezTo>
                      <a:pt x="110" y="724"/>
                      <a:pt x="94" y="676"/>
                      <a:pt x="81" y="627"/>
                    </a:cubicBezTo>
                    <a:cubicBezTo>
                      <a:pt x="74" y="603"/>
                      <a:pt x="69" y="580"/>
                      <a:pt x="63" y="557"/>
                    </a:cubicBezTo>
                    <a:cubicBezTo>
                      <a:pt x="56" y="532"/>
                      <a:pt x="51" y="506"/>
                      <a:pt x="46" y="481"/>
                    </a:cubicBezTo>
                    <a:cubicBezTo>
                      <a:pt x="36" y="430"/>
                      <a:pt x="28" y="379"/>
                      <a:pt x="20" y="327"/>
                    </a:cubicBezTo>
                    <a:cubicBezTo>
                      <a:pt x="17" y="301"/>
                      <a:pt x="13" y="275"/>
                      <a:pt x="10" y="249"/>
                    </a:cubicBezTo>
                    <a:cubicBezTo>
                      <a:pt x="8" y="237"/>
                      <a:pt x="8" y="225"/>
                      <a:pt x="7" y="214"/>
                    </a:cubicBezTo>
                    <a:cubicBezTo>
                      <a:pt x="6" y="202"/>
                      <a:pt x="4" y="191"/>
                      <a:pt x="4" y="179"/>
                    </a:cubicBezTo>
                    <a:cubicBezTo>
                      <a:pt x="4" y="175"/>
                      <a:pt x="4" y="171"/>
                      <a:pt x="3" y="167"/>
                    </a:cubicBezTo>
                    <a:cubicBezTo>
                      <a:pt x="2" y="151"/>
                      <a:pt x="1" y="135"/>
                      <a:pt x="1" y="119"/>
                    </a:cubicBezTo>
                    <a:cubicBezTo>
                      <a:pt x="1" y="115"/>
                      <a:pt x="1" y="110"/>
                      <a:pt x="1" y="105"/>
                    </a:cubicBezTo>
                    <a:cubicBezTo>
                      <a:pt x="1" y="101"/>
                      <a:pt x="1" y="98"/>
                      <a:pt x="1" y="94"/>
                    </a:cubicBezTo>
                    <a:cubicBezTo>
                      <a:pt x="1" y="93"/>
                      <a:pt x="1" y="92"/>
                      <a:pt x="0" y="91"/>
                    </a:cubicBezTo>
                    <a:cubicBezTo>
                      <a:pt x="0" y="81"/>
                      <a:pt x="10" y="72"/>
                      <a:pt x="19" y="72"/>
                    </a:cubicBezTo>
                    <a:cubicBezTo>
                      <a:pt x="29" y="72"/>
                      <a:pt x="38" y="81"/>
                      <a:pt x="38" y="91"/>
                    </a:cubicBezTo>
                    <a:cubicBezTo>
                      <a:pt x="38" y="92"/>
                      <a:pt x="38" y="93"/>
                      <a:pt x="38" y="94"/>
                    </a:cubicBezTo>
                    <a:cubicBezTo>
                      <a:pt x="37" y="97"/>
                      <a:pt x="38" y="101"/>
                      <a:pt x="38" y="105"/>
                    </a:cubicBezTo>
                    <a:cubicBezTo>
                      <a:pt x="37" y="109"/>
                      <a:pt x="37" y="114"/>
                      <a:pt x="38" y="118"/>
                    </a:cubicBezTo>
                    <a:cubicBezTo>
                      <a:pt x="38" y="123"/>
                      <a:pt x="38" y="130"/>
                      <a:pt x="38" y="136"/>
                    </a:cubicBezTo>
                    <a:cubicBezTo>
                      <a:pt x="38" y="144"/>
                      <a:pt x="39" y="153"/>
                      <a:pt x="39" y="161"/>
                    </a:cubicBezTo>
                    <a:lnTo>
                      <a:pt x="39" y="160"/>
                    </a:lnTo>
                    <a:lnTo>
                      <a:pt x="39" y="161"/>
                    </a:lnTo>
                    <a:lnTo>
                      <a:pt x="39" y="162"/>
                    </a:lnTo>
                    <a:lnTo>
                      <a:pt x="39" y="161"/>
                    </a:lnTo>
                    <a:cubicBezTo>
                      <a:pt x="40" y="171"/>
                      <a:pt x="41" y="181"/>
                      <a:pt x="42" y="190"/>
                    </a:cubicBezTo>
                    <a:cubicBezTo>
                      <a:pt x="42" y="202"/>
                      <a:pt x="43" y="214"/>
                      <a:pt x="45" y="226"/>
                    </a:cubicBezTo>
                    <a:cubicBezTo>
                      <a:pt x="48" y="251"/>
                      <a:pt x="50" y="275"/>
                      <a:pt x="53" y="301"/>
                    </a:cubicBezTo>
                    <a:cubicBezTo>
                      <a:pt x="61" y="352"/>
                      <a:pt x="70" y="404"/>
                      <a:pt x="79" y="455"/>
                    </a:cubicBezTo>
                    <a:cubicBezTo>
                      <a:pt x="82" y="471"/>
                      <a:pt x="85" y="486"/>
                      <a:pt x="88" y="502"/>
                    </a:cubicBezTo>
                    <a:cubicBezTo>
                      <a:pt x="88" y="501"/>
                      <a:pt x="88" y="501"/>
                      <a:pt x="88" y="501"/>
                    </a:cubicBezTo>
                    <a:cubicBezTo>
                      <a:pt x="96" y="541"/>
                      <a:pt x="106" y="580"/>
                      <a:pt x="117" y="620"/>
                    </a:cubicBezTo>
                    <a:cubicBezTo>
                      <a:pt x="129" y="661"/>
                      <a:pt x="142" y="701"/>
                      <a:pt x="156" y="742"/>
                    </a:cubicBezTo>
                    <a:cubicBezTo>
                      <a:pt x="172" y="788"/>
                      <a:pt x="189" y="834"/>
                      <a:pt x="206" y="879"/>
                    </a:cubicBezTo>
                    <a:cubicBezTo>
                      <a:pt x="225" y="928"/>
                      <a:pt x="244" y="978"/>
                      <a:pt x="265" y="1026"/>
                    </a:cubicBezTo>
                    <a:cubicBezTo>
                      <a:pt x="288" y="1082"/>
                      <a:pt x="313" y="1138"/>
                      <a:pt x="341" y="1192"/>
                    </a:cubicBezTo>
                    <a:cubicBezTo>
                      <a:pt x="342" y="1194"/>
                      <a:pt x="342" y="1197"/>
                      <a:pt x="343" y="1198"/>
                    </a:cubicBezTo>
                    <a:lnTo>
                      <a:pt x="343" y="1197"/>
                    </a:lnTo>
                    <a:cubicBezTo>
                      <a:pt x="363" y="1236"/>
                      <a:pt x="384" y="1275"/>
                      <a:pt x="406" y="1314"/>
                    </a:cubicBezTo>
                    <a:cubicBezTo>
                      <a:pt x="427" y="1352"/>
                      <a:pt x="448" y="1388"/>
                      <a:pt x="473" y="1424"/>
                    </a:cubicBezTo>
                    <a:cubicBezTo>
                      <a:pt x="504" y="1470"/>
                      <a:pt x="538" y="1515"/>
                      <a:pt x="575" y="1557"/>
                    </a:cubicBezTo>
                    <a:cubicBezTo>
                      <a:pt x="624" y="1612"/>
                      <a:pt x="676" y="1665"/>
                      <a:pt x="731" y="1715"/>
                    </a:cubicBezTo>
                    <a:cubicBezTo>
                      <a:pt x="730" y="1714"/>
                      <a:pt x="730" y="1713"/>
                      <a:pt x="729" y="1713"/>
                    </a:cubicBezTo>
                    <a:cubicBezTo>
                      <a:pt x="758" y="1738"/>
                      <a:pt x="787" y="1761"/>
                      <a:pt x="820" y="1783"/>
                    </a:cubicBezTo>
                    <a:cubicBezTo>
                      <a:pt x="819" y="1782"/>
                      <a:pt x="818" y="1782"/>
                      <a:pt x="817" y="1782"/>
                    </a:cubicBezTo>
                    <a:cubicBezTo>
                      <a:pt x="858" y="1808"/>
                      <a:pt x="901" y="1832"/>
                      <a:pt x="944" y="1854"/>
                    </a:cubicBezTo>
                    <a:cubicBezTo>
                      <a:pt x="943" y="1853"/>
                      <a:pt x="942" y="1853"/>
                      <a:pt x="941" y="1853"/>
                    </a:cubicBezTo>
                    <a:cubicBezTo>
                      <a:pt x="979" y="1871"/>
                      <a:pt x="1016" y="1888"/>
                      <a:pt x="1056" y="1902"/>
                    </a:cubicBezTo>
                    <a:cubicBezTo>
                      <a:pt x="1096" y="1916"/>
                      <a:pt x="1138" y="1928"/>
                      <a:pt x="1180" y="1937"/>
                    </a:cubicBezTo>
                    <a:cubicBezTo>
                      <a:pt x="1219" y="1944"/>
                      <a:pt x="1257" y="1949"/>
                      <a:pt x="1297" y="1952"/>
                    </a:cubicBezTo>
                    <a:cubicBezTo>
                      <a:pt x="1296" y="1952"/>
                      <a:pt x="1296" y="1952"/>
                      <a:pt x="1296" y="1952"/>
                    </a:cubicBezTo>
                    <a:cubicBezTo>
                      <a:pt x="1312" y="1953"/>
                      <a:pt x="1328" y="1954"/>
                      <a:pt x="1343" y="1955"/>
                    </a:cubicBezTo>
                    <a:cubicBezTo>
                      <a:pt x="1358" y="1955"/>
                      <a:pt x="1372" y="1956"/>
                      <a:pt x="1386" y="1955"/>
                    </a:cubicBezTo>
                    <a:cubicBezTo>
                      <a:pt x="1409" y="1953"/>
                      <a:pt x="1431" y="1949"/>
                      <a:pt x="1453" y="1945"/>
                    </a:cubicBezTo>
                    <a:cubicBezTo>
                      <a:pt x="1477" y="1939"/>
                      <a:pt x="1501" y="1934"/>
                      <a:pt x="1524" y="1928"/>
                    </a:cubicBezTo>
                    <a:cubicBezTo>
                      <a:pt x="1545" y="1922"/>
                      <a:pt x="1566" y="1917"/>
                      <a:pt x="1587" y="1910"/>
                    </a:cubicBezTo>
                    <a:cubicBezTo>
                      <a:pt x="1586" y="1910"/>
                      <a:pt x="1586" y="1910"/>
                      <a:pt x="1586" y="1910"/>
                    </a:cubicBezTo>
                    <a:cubicBezTo>
                      <a:pt x="1603" y="1904"/>
                      <a:pt x="1620" y="1897"/>
                      <a:pt x="1636" y="1890"/>
                    </a:cubicBezTo>
                    <a:cubicBezTo>
                      <a:pt x="1652" y="1883"/>
                      <a:pt x="1668" y="1877"/>
                      <a:pt x="1683" y="1869"/>
                    </a:cubicBezTo>
                    <a:cubicBezTo>
                      <a:pt x="1709" y="1856"/>
                      <a:pt x="1734" y="1840"/>
                      <a:pt x="1758" y="1824"/>
                    </a:cubicBezTo>
                    <a:lnTo>
                      <a:pt x="1757" y="1825"/>
                    </a:lnTo>
                    <a:cubicBezTo>
                      <a:pt x="1793" y="1801"/>
                      <a:pt x="1826" y="1775"/>
                      <a:pt x="1860" y="1750"/>
                    </a:cubicBezTo>
                    <a:cubicBezTo>
                      <a:pt x="1893" y="1724"/>
                      <a:pt x="1925" y="1699"/>
                      <a:pt x="1955" y="1672"/>
                    </a:cubicBezTo>
                    <a:cubicBezTo>
                      <a:pt x="1954" y="1673"/>
                      <a:pt x="1954" y="1673"/>
                      <a:pt x="1953" y="1673"/>
                    </a:cubicBezTo>
                    <a:cubicBezTo>
                      <a:pt x="1987" y="1644"/>
                      <a:pt x="2019" y="1613"/>
                      <a:pt x="2052" y="1583"/>
                    </a:cubicBezTo>
                    <a:cubicBezTo>
                      <a:pt x="2068" y="1568"/>
                      <a:pt x="2084" y="1554"/>
                      <a:pt x="2100" y="1539"/>
                    </a:cubicBezTo>
                    <a:cubicBezTo>
                      <a:pt x="2116" y="1522"/>
                      <a:pt x="2133" y="1505"/>
                      <a:pt x="2149" y="1487"/>
                    </a:cubicBezTo>
                    <a:cubicBezTo>
                      <a:pt x="2165" y="1468"/>
                      <a:pt x="2182" y="1448"/>
                      <a:pt x="2197" y="1428"/>
                    </a:cubicBezTo>
                    <a:cubicBezTo>
                      <a:pt x="2214" y="1408"/>
                      <a:pt x="2229" y="1388"/>
                      <a:pt x="2244" y="1366"/>
                    </a:cubicBezTo>
                    <a:cubicBezTo>
                      <a:pt x="2264" y="1337"/>
                      <a:pt x="2283" y="1307"/>
                      <a:pt x="2301" y="1276"/>
                    </a:cubicBezTo>
                    <a:cubicBezTo>
                      <a:pt x="2318" y="1246"/>
                      <a:pt x="2336" y="1215"/>
                      <a:pt x="2351" y="1184"/>
                    </a:cubicBezTo>
                    <a:cubicBezTo>
                      <a:pt x="2351" y="1184"/>
                      <a:pt x="2351" y="1185"/>
                      <a:pt x="2350" y="1185"/>
                    </a:cubicBezTo>
                    <a:cubicBezTo>
                      <a:pt x="2351" y="1184"/>
                      <a:pt x="2351" y="1183"/>
                      <a:pt x="2352" y="1181"/>
                    </a:cubicBezTo>
                    <a:cubicBezTo>
                      <a:pt x="2352" y="1182"/>
                      <a:pt x="2351" y="1183"/>
                      <a:pt x="2351" y="1184"/>
                    </a:cubicBezTo>
                    <a:cubicBezTo>
                      <a:pt x="2361" y="1164"/>
                      <a:pt x="2371" y="1145"/>
                      <a:pt x="2379" y="1126"/>
                    </a:cubicBezTo>
                    <a:cubicBezTo>
                      <a:pt x="2389" y="1103"/>
                      <a:pt x="2398" y="1081"/>
                      <a:pt x="2408" y="1059"/>
                    </a:cubicBezTo>
                    <a:cubicBezTo>
                      <a:pt x="2425" y="1018"/>
                      <a:pt x="2441" y="978"/>
                      <a:pt x="2456" y="936"/>
                    </a:cubicBezTo>
                    <a:cubicBezTo>
                      <a:pt x="2458" y="927"/>
                      <a:pt x="2461" y="918"/>
                      <a:pt x="2464" y="909"/>
                    </a:cubicBezTo>
                    <a:lnTo>
                      <a:pt x="2464" y="910"/>
                    </a:lnTo>
                    <a:cubicBezTo>
                      <a:pt x="2464" y="909"/>
                      <a:pt x="2465" y="909"/>
                      <a:pt x="2465" y="908"/>
                    </a:cubicBezTo>
                    <a:cubicBezTo>
                      <a:pt x="2465" y="906"/>
                      <a:pt x="2466" y="904"/>
                      <a:pt x="2467" y="902"/>
                    </a:cubicBezTo>
                    <a:cubicBezTo>
                      <a:pt x="2467" y="903"/>
                      <a:pt x="2467" y="904"/>
                      <a:pt x="2466" y="905"/>
                    </a:cubicBezTo>
                    <a:cubicBezTo>
                      <a:pt x="2474" y="882"/>
                      <a:pt x="2482" y="859"/>
                      <a:pt x="2489" y="837"/>
                    </a:cubicBezTo>
                    <a:cubicBezTo>
                      <a:pt x="2498" y="813"/>
                      <a:pt x="2506" y="790"/>
                      <a:pt x="2513" y="766"/>
                    </a:cubicBezTo>
                    <a:cubicBezTo>
                      <a:pt x="2530" y="715"/>
                      <a:pt x="2545" y="663"/>
                      <a:pt x="2559" y="612"/>
                    </a:cubicBezTo>
                    <a:cubicBezTo>
                      <a:pt x="2574" y="550"/>
                      <a:pt x="2590" y="489"/>
                      <a:pt x="2603" y="428"/>
                    </a:cubicBezTo>
                    <a:cubicBezTo>
                      <a:pt x="2620" y="341"/>
                      <a:pt x="2628" y="253"/>
                      <a:pt x="2634" y="165"/>
                    </a:cubicBezTo>
                    <a:lnTo>
                      <a:pt x="2634" y="167"/>
                    </a:lnTo>
                    <a:cubicBezTo>
                      <a:pt x="2635" y="144"/>
                      <a:pt x="2636" y="121"/>
                      <a:pt x="2637" y="98"/>
                    </a:cubicBezTo>
                    <a:cubicBezTo>
                      <a:pt x="2637" y="72"/>
                      <a:pt x="2637" y="46"/>
                      <a:pt x="2636" y="20"/>
                    </a:cubicBezTo>
                    <a:cubicBezTo>
                      <a:pt x="2636" y="9"/>
                      <a:pt x="2645" y="0"/>
                      <a:pt x="2655" y="0"/>
                    </a:cubicBezTo>
                    <a:cubicBezTo>
                      <a:pt x="2666" y="0"/>
                      <a:pt x="2674" y="9"/>
                      <a:pt x="2674" y="20"/>
                    </a:cubicBezTo>
                    <a:cubicBezTo>
                      <a:pt x="2675" y="31"/>
                      <a:pt x="2675" y="44"/>
                      <a:pt x="2675" y="55"/>
                    </a:cubicBezTo>
                    <a:cubicBezTo>
                      <a:pt x="2675" y="68"/>
                      <a:pt x="2675" y="81"/>
                      <a:pt x="2675" y="95"/>
                    </a:cubicBezTo>
                    <a:cubicBezTo>
                      <a:pt x="2675" y="117"/>
                      <a:pt x="2673" y="140"/>
                      <a:pt x="2672" y="162"/>
                    </a:cubicBezTo>
                    <a:cubicBezTo>
                      <a:pt x="2669" y="213"/>
                      <a:pt x="2664" y="263"/>
                      <a:pt x="2658" y="314"/>
                    </a:cubicBezTo>
                    <a:cubicBezTo>
                      <a:pt x="2653" y="363"/>
                      <a:pt x="2645" y="412"/>
                      <a:pt x="2634" y="460"/>
                    </a:cubicBezTo>
                    <a:cubicBezTo>
                      <a:pt x="2624" y="510"/>
                      <a:pt x="2611" y="559"/>
                      <a:pt x="2598" y="609"/>
                    </a:cubicBezTo>
                    <a:cubicBezTo>
                      <a:pt x="2583" y="661"/>
                      <a:pt x="2569" y="713"/>
                      <a:pt x="2553" y="765"/>
                    </a:cubicBezTo>
                    <a:cubicBezTo>
                      <a:pt x="2538" y="811"/>
                      <a:pt x="2522" y="858"/>
                      <a:pt x="2506" y="904"/>
                    </a:cubicBezTo>
                    <a:cubicBezTo>
                      <a:pt x="2491" y="950"/>
                      <a:pt x="2474" y="996"/>
                      <a:pt x="2456" y="1042"/>
                    </a:cubicBezTo>
                    <a:cubicBezTo>
                      <a:pt x="2446" y="1065"/>
                      <a:pt x="2436" y="1088"/>
                      <a:pt x="2426" y="1111"/>
                    </a:cubicBezTo>
                    <a:cubicBezTo>
                      <a:pt x="2416" y="1134"/>
                      <a:pt x="2406" y="1158"/>
                      <a:pt x="2394" y="1181"/>
                    </a:cubicBezTo>
                    <a:cubicBezTo>
                      <a:pt x="2384" y="1202"/>
                      <a:pt x="2373" y="1222"/>
                      <a:pt x="2362" y="1243"/>
                    </a:cubicBezTo>
                    <a:cubicBezTo>
                      <a:pt x="2351" y="1264"/>
                      <a:pt x="2339" y="1284"/>
                      <a:pt x="2327" y="1305"/>
                    </a:cubicBezTo>
                    <a:cubicBezTo>
                      <a:pt x="2315" y="1325"/>
                      <a:pt x="2302" y="1346"/>
                      <a:pt x="2289" y="1366"/>
                    </a:cubicBezTo>
                    <a:cubicBezTo>
                      <a:pt x="2282" y="1377"/>
                      <a:pt x="2275" y="1387"/>
                      <a:pt x="2268" y="1398"/>
                    </a:cubicBezTo>
                    <a:cubicBezTo>
                      <a:pt x="2260" y="1408"/>
                      <a:pt x="2253" y="1419"/>
                      <a:pt x="2246" y="1429"/>
                    </a:cubicBezTo>
                    <a:cubicBezTo>
                      <a:pt x="2230" y="1450"/>
                      <a:pt x="2213" y="1470"/>
                      <a:pt x="2195" y="1490"/>
                    </a:cubicBezTo>
                    <a:cubicBezTo>
                      <a:pt x="2180" y="1508"/>
                      <a:pt x="2164" y="1525"/>
                      <a:pt x="2148" y="1543"/>
                    </a:cubicBezTo>
                    <a:cubicBezTo>
                      <a:pt x="2132" y="1560"/>
                      <a:pt x="2114" y="1576"/>
                      <a:pt x="2097" y="1592"/>
                    </a:cubicBezTo>
                    <a:cubicBezTo>
                      <a:pt x="2081" y="1607"/>
                      <a:pt x="2065" y="1622"/>
                      <a:pt x="2049" y="1636"/>
                    </a:cubicBezTo>
                    <a:cubicBezTo>
                      <a:pt x="2015" y="1669"/>
                      <a:pt x="1981" y="1701"/>
                      <a:pt x="1945" y="1730"/>
                    </a:cubicBezTo>
                    <a:cubicBezTo>
                      <a:pt x="1907" y="1762"/>
                      <a:pt x="1868" y="1792"/>
                      <a:pt x="1828" y="1821"/>
                    </a:cubicBezTo>
                    <a:cubicBezTo>
                      <a:pt x="1787" y="1850"/>
                      <a:pt x="1747" y="1879"/>
                      <a:pt x="1703" y="1902"/>
                    </a:cubicBezTo>
                    <a:cubicBezTo>
                      <a:pt x="1692" y="1907"/>
                      <a:pt x="1682" y="1912"/>
                      <a:pt x="1671" y="1917"/>
                    </a:cubicBezTo>
                    <a:cubicBezTo>
                      <a:pt x="1659" y="1923"/>
                      <a:pt x="1646" y="1928"/>
                      <a:pt x="1633" y="1933"/>
                    </a:cubicBezTo>
                    <a:cubicBezTo>
                      <a:pt x="1610" y="1942"/>
                      <a:pt x="1586" y="1951"/>
                      <a:pt x="1562" y="1958"/>
                    </a:cubicBezTo>
                    <a:cubicBezTo>
                      <a:pt x="1538" y="1965"/>
                      <a:pt x="1513" y="1971"/>
                      <a:pt x="1488" y="1977"/>
                    </a:cubicBezTo>
                    <a:cubicBezTo>
                      <a:pt x="1462" y="1983"/>
                      <a:pt x="1435" y="1988"/>
                      <a:pt x="1408" y="1991"/>
                    </a:cubicBezTo>
                    <a:cubicBezTo>
                      <a:pt x="1391" y="1994"/>
                      <a:pt x="1375" y="1994"/>
                      <a:pt x="1358" y="1994"/>
                    </a:cubicBezTo>
                    <a:cubicBezTo>
                      <a:pt x="1351" y="1994"/>
                      <a:pt x="1344" y="1994"/>
                      <a:pt x="1338" y="19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6" name="Google Shape;3516;p40">
                <a:extLst>
                  <a:ext uri="{FF2B5EF4-FFF2-40B4-BE49-F238E27FC236}">
                    <a16:creationId xmlns:a16="http://schemas.microsoft.com/office/drawing/2014/main" id="{06B80F26-43FF-AB54-81A4-2F0EE27EFB35}"/>
                  </a:ext>
                </a:extLst>
              </p:cNvPr>
              <p:cNvSpPr/>
              <p:nvPr/>
            </p:nvSpPr>
            <p:spPr>
              <a:xfrm>
                <a:off x="186480" y="4291200"/>
                <a:ext cx="9720" cy="6408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78" extrusionOk="0">
                    <a:moveTo>
                      <a:pt x="10" y="177"/>
                    </a:moveTo>
                    <a:cubicBezTo>
                      <a:pt x="6" y="177"/>
                      <a:pt x="0" y="172"/>
                      <a:pt x="1" y="167"/>
                    </a:cubicBezTo>
                    <a:cubicBezTo>
                      <a:pt x="2" y="149"/>
                      <a:pt x="3" y="133"/>
                      <a:pt x="4" y="115"/>
                    </a:cubicBezTo>
                    <a:cubicBezTo>
                      <a:pt x="5" y="100"/>
                      <a:pt x="5" y="85"/>
                      <a:pt x="4" y="69"/>
                    </a:cubicBezTo>
                    <a:cubicBezTo>
                      <a:pt x="3" y="61"/>
                      <a:pt x="3" y="52"/>
                      <a:pt x="3" y="43"/>
                    </a:cubicBezTo>
                    <a:cubicBezTo>
                      <a:pt x="2" y="39"/>
                      <a:pt x="2" y="35"/>
                      <a:pt x="2" y="31"/>
                    </a:cubicBezTo>
                    <a:cubicBezTo>
                      <a:pt x="2" y="27"/>
                      <a:pt x="2" y="24"/>
                      <a:pt x="1" y="21"/>
                    </a:cubicBezTo>
                    <a:cubicBezTo>
                      <a:pt x="1" y="15"/>
                      <a:pt x="1" y="10"/>
                      <a:pt x="4" y="6"/>
                    </a:cubicBezTo>
                    <a:cubicBezTo>
                      <a:pt x="6" y="3"/>
                      <a:pt x="10" y="0"/>
                      <a:pt x="13" y="1"/>
                    </a:cubicBezTo>
                    <a:cubicBezTo>
                      <a:pt x="18" y="1"/>
                      <a:pt x="21" y="4"/>
                      <a:pt x="23" y="8"/>
                    </a:cubicBezTo>
                    <a:cubicBezTo>
                      <a:pt x="24" y="9"/>
                      <a:pt x="24" y="11"/>
                      <a:pt x="25" y="13"/>
                    </a:cubicBezTo>
                    <a:cubicBezTo>
                      <a:pt x="26" y="15"/>
                      <a:pt x="25" y="19"/>
                      <a:pt x="23" y="22"/>
                    </a:cubicBezTo>
                    <a:cubicBezTo>
                      <a:pt x="23" y="23"/>
                      <a:pt x="23" y="24"/>
                      <a:pt x="23" y="25"/>
                    </a:cubicBezTo>
                    <a:lnTo>
                      <a:pt x="23" y="26"/>
                    </a:lnTo>
                    <a:lnTo>
                      <a:pt x="23" y="25"/>
                    </a:lnTo>
                    <a:cubicBezTo>
                      <a:pt x="23" y="26"/>
                      <a:pt x="23" y="27"/>
                      <a:pt x="23" y="28"/>
                    </a:cubicBezTo>
                    <a:cubicBezTo>
                      <a:pt x="23" y="31"/>
                      <a:pt x="23" y="34"/>
                      <a:pt x="23" y="36"/>
                    </a:cubicBezTo>
                    <a:cubicBezTo>
                      <a:pt x="23" y="37"/>
                      <a:pt x="23" y="37"/>
                      <a:pt x="23" y="38"/>
                    </a:cubicBezTo>
                    <a:cubicBezTo>
                      <a:pt x="23" y="37"/>
                      <a:pt x="23" y="37"/>
                      <a:pt x="23" y="37"/>
                    </a:cubicBezTo>
                    <a:cubicBezTo>
                      <a:pt x="24" y="38"/>
                      <a:pt x="24" y="39"/>
                      <a:pt x="24" y="40"/>
                    </a:cubicBezTo>
                    <a:cubicBezTo>
                      <a:pt x="24" y="39"/>
                      <a:pt x="24" y="39"/>
                      <a:pt x="24" y="39"/>
                    </a:cubicBezTo>
                    <a:lnTo>
                      <a:pt x="24" y="40"/>
                    </a:lnTo>
                    <a:lnTo>
                      <a:pt x="24" y="41"/>
                    </a:lnTo>
                    <a:lnTo>
                      <a:pt x="24" y="40"/>
                    </a:lnTo>
                    <a:cubicBezTo>
                      <a:pt x="24" y="42"/>
                      <a:pt x="24" y="44"/>
                      <a:pt x="24" y="46"/>
                    </a:cubicBezTo>
                    <a:lnTo>
                      <a:pt x="24" y="47"/>
                    </a:lnTo>
                    <a:cubicBezTo>
                      <a:pt x="24" y="48"/>
                      <a:pt x="24" y="49"/>
                      <a:pt x="24" y="50"/>
                    </a:cubicBezTo>
                    <a:lnTo>
                      <a:pt x="24" y="49"/>
                    </a:lnTo>
                    <a:cubicBezTo>
                      <a:pt x="24" y="50"/>
                      <a:pt x="24" y="50"/>
                      <a:pt x="24" y="51"/>
                    </a:cubicBezTo>
                    <a:lnTo>
                      <a:pt x="24" y="50"/>
                    </a:lnTo>
                    <a:cubicBezTo>
                      <a:pt x="24" y="60"/>
                      <a:pt x="25" y="69"/>
                      <a:pt x="25" y="78"/>
                    </a:cubicBezTo>
                    <a:cubicBezTo>
                      <a:pt x="25" y="88"/>
                      <a:pt x="24" y="98"/>
                      <a:pt x="24" y="109"/>
                    </a:cubicBezTo>
                    <a:cubicBezTo>
                      <a:pt x="24" y="129"/>
                      <a:pt x="22" y="149"/>
                      <a:pt x="20" y="169"/>
                    </a:cubicBezTo>
                    <a:cubicBezTo>
                      <a:pt x="20" y="173"/>
                      <a:pt x="16" y="177"/>
                      <a:pt x="11" y="177"/>
                    </a:cubicBezTo>
                    <a:lnTo>
                      <a:pt x="10" y="17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7" name="Google Shape;3517;p40">
                <a:extLst>
                  <a:ext uri="{FF2B5EF4-FFF2-40B4-BE49-F238E27FC236}">
                    <a16:creationId xmlns:a16="http://schemas.microsoft.com/office/drawing/2014/main" id="{744811FC-D2D0-DC5B-41B2-95ADC1E2C646}"/>
                  </a:ext>
                </a:extLst>
              </p:cNvPr>
              <p:cNvSpPr/>
              <p:nvPr/>
            </p:nvSpPr>
            <p:spPr>
              <a:xfrm>
                <a:off x="188280" y="4374720"/>
                <a:ext cx="9720" cy="3744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04" extrusionOk="0">
                    <a:moveTo>
                      <a:pt x="15" y="103"/>
                    </a:moveTo>
                    <a:cubicBezTo>
                      <a:pt x="9" y="103"/>
                      <a:pt x="4" y="98"/>
                      <a:pt x="4" y="92"/>
                    </a:cubicBezTo>
                    <a:cubicBezTo>
                      <a:pt x="4" y="86"/>
                      <a:pt x="4" y="81"/>
                      <a:pt x="4" y="75"/>
                    </a:cubicBezTo>
                    <a:lnTo>
                      <a:pt x="4" y="74"/>
                    </a:lnTo>
                    <a:cubicBezTo>
                      <a:pt x="4" y="64"/>
                      <a:pt x="2" y="54"/>
                      <a:pt x="2" y="44"/>
                    </a:cubicBezTo>
                    <a:cubicBezTo>
                      <a:pt x="1" y="34"/>
                      <a:pt x="1" y="24"/>
                      <a:pt x="0" y="14"/>
                    </a:cubicBezTo>
                    <a:cubicBezTo>
                      <a:pt x="0" y="15"/>
                      <a:pt x="0" y="15"/>
                      <a:pt x="0" y="15"/>
                    </a:cubicBezTo>
                    <a:lnTo>
                      <a:pt x="0" y="14"/>
                    </a:lnTo>
                    <a:cubicBezTo>
                      <a:pt x="0" y="13"/>
                      <a:pt x="0" y="12"/>
                      <a:pt x="0" y="11"/>
                    </a:cubicBezTo>
                    <a:cubicBezTo>
                      <a:pt x="0" y="4"/>
                      <a:pt x="5" y="0"/>
                      <a:pt x="11" y="0"/>
                    </a:cubicBezTo>
                    <a:cubicBezTo>
                      <a:pt x="17" y="0"/>
                      <a:pt x="22" y="5"/>
                      <a:pt x="22" y="11"/>
                    </a:cubicBezTo>
                    <a:cubicBezTo>
                      <a:pt x="22" y="17"/>
                      <a:pt x="22" y="23"/>
                      <a:pt x="22" y="29"/>
                    </a:cubicBezTo>
                    <a:cubicBezTo>
                      <a:pt x="23" y="50"/>
                      <a:pt x="26" y="71"/>
                      <a:pt x="26" y="93"/>
                    </a:cubicBezTo>
                    <a:cubicBezTo>
                      <a:pt x="26" y="99"/>
                      <a:pt x="21" y="103"/>
                      <a:pt x="15" y="10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8" name="Google Shape;3518;p40">
                <a:extLst>
                  <a:ext uri="{FF2B5EF4-FFF2-40B4-BE49-F238E27FC236}">
                    <a16:creationId xmlns:a16="http://schemas.microsoft.com/office/drawing/2014/main" id="{5C86776E-DB74-5E24-49CE-09F2C5027857}"/>
                  </a:ext>
                </a:extLst>
              </p:cNvPr>
              <p:cNvSpPr/>
              <p:nvPr/>
            </p:nvSpPr>
            <p:spPr>
              <a:xfrm>
                <a:off x="190800" y="4452120"/>
                <a:ext cx="8640" cy="52560"/>
              </a:xfrm>
              <a:custGeom>
                <a:avLst/>
                <a:gdLst/>
                <a:ahLst/>
                <a:cxnLst/>
                <a:rect l="l" t="t" r="r" b="b"/>
                <a:pathLst>
                  <a:path w="24" h="146" extrusionOk="0">
                    <a:moveTo>
                      <a:pt x="12" y="145"/>
                    </a:moveTo>
                    <a:cubicBezTo>
                      <a:pt x="7" y="145"/>
                      <a:pt x="2" y="140"/>
                      <a:pt x="2" y="135"/>
                    </a:cubicBezTo>
                    <a:cubicBezTo>
                      <a:pt x="2" y="123"/>
                      <a:pt x="1" y="110"/>
                      <a:pt x="1" y="99"/>
                    </a:cubicBezTo>
                    <a:cubicBezTo>
                      <a:pt x="0" y="89"/>
                      <a:pt x="0" y="79"/>
                      <a:pt x="0" y="69"/>
                    </a:cubicBezTo>
                    <a:cubicBezTo>
                      <a:pt x="0" y="57"/>
                      <a:pt x="0" y="46"/>
                      <a:pt x="0" y="35"/>
                    </a:cubicBezTo>
                    <a:cubicBezTo>
                      <a:pt x="0" y="30"/>
                      <a:pt x="0" y="25"/>
                      <a:pt x="0" y="21"/>
                    </a:cubicBezTo>
                    <a:cubicBezTo>
                      <a:pt x="0" y="18"/>
                      <a:pt x="1" y="15"/>
                      <a:pt x="1" y="12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4"/>
                      <a:pt x="8" y="0"/>
                      <a:pt x="14" y="1"/>
                    </a:cubicBezTo>
                    <a:cubicBezTo>
                      <a:pt x="20" y="2"/>
                      <a:pt x="23" y="8"/>
                      <a:pt x="23" y="14"/>
                    </a:cubicBezTo>
                    <a:lnTo>
                      <a:pt x="23" y="15"/>
                    </a:lnTo>
                    <a:cubicBezTo>
                      <a:pt x="22" y="17"/>
                      <a:pt x="22" y="19"/>
                      <a:pt x="22" y="22"/>
                    </a:cubicBezTo>
                    <a:cubicBezTo>
                      <a:pt x="21" y="30"/>
                      <a:pt x="21" y="38"/>
                      <a:pt x="21" y="46"/>
                    </a:cubicBezTo>
                    <a:cubicBezTo>
                      <a:pt x="21" y="56"/>
                      <a:pt x="21" y="65"/>
                      <a:pt x="21" y="74"/>
                    </a:cubicBezTo>
                    <a:cubicBezTo>
                      <a:pt x="21" y="84"/>
                      <a:pt x="21" y="93"/>
                      <a:pt x="22" y="103"/>
                    </a:cubicBezTo>
                    <a:cubicBezTo>
                      <a:pt x="22" y="114"/>
                      <a:pt x="22" y="124"/>
                      <a:pt x="22" y="135"/>
                    </a:cubicBezTo>
                    <a:cubicBezTo>
                      <a:pt x="22" y="141"/>
                      <a:pt x="18" y="145"/>
                      <a:pt x="12" y="1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9" name="Google Shape;3519;p40">
                <a:extLst>
                  <a:ext uri="{FF2B5EF4-FFF2-40B4-BE49-F238E27FC236}">
                    <a16:creationId xmlns:a16="http://schemas.microsoft.com/office/drawing/2014/main" id="{986DF429-C70A-6CF8-BBEE-5626AA1B0265}"/>
                  </a:ext>
                </a:extLst>
              </p:cNvPr>
              <p:cNvSpPr/>
              <p:nvPr/>
            </p:nvSpPr>
            <p:spPr>
              <a:xfrm>
                <a:off x="192240" y="4524840"/>
                <a:ext cx="9000" cy="42480"/>
              </a:xfrm>
              <a:custGeom>
                <a:avLst/>
                <a:gdLst/>
                <a:ahLst/>
                <a:cxnLst/>
                <a:rect l="l" t="t" r="r" b="b"/>
                <a:pathLst>
                  <a:path w="25" h="118" extrusionOk="0">
                    <a:moveTo>
                      <a:pt x="3" y="108"/>
                    </a:moveTo>
                    <a:cubicBezTo>
                      <a:pt x="2" y="91"/>
                      <a:pt x="1" y="74"/>
                      <a:pt x="1" y="56"/>
                    </a:cubicBezTo>
                    <a:cubicBezTo>
                      <a:pt x="1" y="49"/>
                      <a:pt x="1" y="41"/>
                      <a:pt x="1" y="33"/>
                    </a:cubicBezTo>
                    <a:cubicBezTo>
                      <a:pt x="1" y="26"/>
                      <a:pt x="0" y="18"/>
                      <a:pt x="1" y="11"/>
                    </a:cubicBezTo>
                    <a:cubicBezTo>
                      <a:pt x="1" y="5"/>
                      <a:pt x="7" y="0"/>
                      <a:pt x="14" y="2"/>
                    </a:cubicBezTo>
                    <a:cubicBezTo>
                      <a:pt x="20" y="3"/>
                      <a:pt x="24" y="9"/>
                      <a:pt x="23" y="15"/>
                    </a:cubicBezTo>
                    <a:cubicBezTo>
                      <a:pt x="22" y="15"/>
                      <a:pt x="22" y="16"/>
                      <a:pt x="22" y="17"/>
                    </a:cubicBezTo>
                    <a:cubicBezTo>
                      <a:pt x="22" y="28"/>
                      <a:pt x="22" y="39"/>
                      <a:pt x="22" y="50"/>
                    </a:cubicBezTo>
                    <a:cubicBezTo>
                      <a:pt x="22" y="60"/>
                      <a:pt x="22" y="71"/>
                      <a:pt x="22" y="82"/>
                    </a:cubicBezTo>
                    <a:cubicBezTo>
                      <a:pt x="22" y="85"/>
                      <a:pt x="23" y="89"/>
                      <a:pt x="23" y="92"/>
                    </a:cubicBezTo>
                    <a:lnTo>
                      <a:pt x="23" y="93"/>
                    </a:lnTo>
                    <a:cubicBezTo>
                      <a:pt x="23" y="97"/>
                      <a:pt x="24" y="102"/>
                      <a:pt x="24" y="106"/>
                    </a:cubicBezTo>
                    <a:cubicBezTo>
                      <a:pt x="24" y="112"/>
                      <a:pt x="21" y="117"/>
                      <a:pt x="14" y="117"/>
                    </a:cubicBezTo>
                    <a:cubicBezTo>
                      <a:pt x="8" y="117"/>
                      <a:pt x="3" y="113"/>
                      <a:pt x="3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0" name="Google Shape;3520;p40">
                <a:extLst>
                  <a:ext uri="{FF2B5EF4-FFF2-40B4-BE49-F238E27FC236}">
                    <a16:creationId xmlns:a16="http://schemas.microsoft.com/office/drawing/2014/main" id="{FE2526B2-307C-67ED-71CF-B1A83BB603C4}"/>
                  </a:ext>
                </a:extLst>
              </p:cNvPr>
              <p:cNvSpPr/>
              <p:nvPr/>
            </p:nvSpPr>
            <p:spPr>
              <a:xfrm>
                <a:off x="196200" y="4606560"/>
                <a:ext cx="10080" cy="36360"/>
              </a:xfrm>
              <a:custGeom>
                <a:avLst/>
                <a:gdLst/>
                <a:ahLst/>
                <a:cxnLst/>
                <a:rect l="l" t="t" r="r" b="b"/>
                <a:pathLst>
                  <a:path w="28" h="101" extrusionOk="0">
                    <a:moveTo>
                      <a:pt x="1" y="90"/>
                    </a:moveTo>
                    <a:cubicBezTo>
                      <a:pt x="1" y="75"/>
                      <a:pt x="0" y="60"/>
                      <a:pt x="0" y="44"/>
                    </a:cubicBezTo>
                    <a:cubicBezTo>
                      <a:pt x="0" y="38"/>
                      <a:pt x="0" y="31"/>
                      <a:pt x="1" y="25"/>
                    </a:cubicBezTo>
                    <a:cubicBezTo>
                      <a:pt x="1" y="22"/>
                      <a:pt x="2" y="19"/>
                      <a:pt x="3" y="15"/>
                    </a:cubicBezTo>
                    <a:cubicBezTo>
                      <a:pt x="3" y="13"/>
                      <a:pt x="4" y="10"/>
                      <a:pt x="5" y="8"/>
                    </a:cubicBezTo>
                    <a:cubicBezTo>
                      <a:pt x="7" y="3"/>
                      <a:pt x="13" y="0"/>
                      <a:pt x="17" y="1"/>
                    </a:cubicBezTo>
                    <a:cubicBezTo>
                      <a:pt x="24" y="2"/>
                      <a:pt x="27" y="8"/>
                      <a:pt x="27" y="13"/>
                    </a:cubicBezTo>
                    <a:cubicBezTo>
                      <a:pt x="27" y="16"/>
                      <a:pt x="25" y="17"/>
                      <a:pt x="24" y="19"/>
                    </a:cubicBezTo>
                    <a:lnTo>
                      <a:pt x="24" y="20"/>
                    </a:lnTo>
                    <a:cubicBezTo>
                      <a:pt x="24" y="23"/>
                      <a:pt x="23" y="26"/>
                      <a:pt x="22" y="28"/>
                    </a:cubicBezTo>
                    <a:cubicBezTo>
                      <a:pt x="21" y="48"/>
                      <a:pt x="21" y="69"/>
                      <a:pt x="22" y="89"/>
                    </a:cubicBezTo>
                    <a:cubicBezTo>
                      <a:pt x="22" y="94"/>
                      <a:pt x="18" y="99"/>
                      <a:pt x="13" y="100"/>
                    </a:cubicBezTo>
                    <a:lnTo>
                      <a:pt x="12" y="100"/>
                    </a:lnTo>
                    <a:cubicBezTo>
                      <a:pt x="7" y="100"/>
                      <a:pt x="2" y="96"/>
                      <a:pt x="1" y="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1" name="Google Shape;3521;p40">
                <a:extLst>
                  <a:ext uri="{FF2B5EF4-FFF2-40B4-BE49-F238E27FC236}">
                    <a16:creationId xmlns:a16="http://schemas.microsoft.com/office/drawing/2014/main" id="{F8C98248-7547-07A7-3816-02B0899F3CA8}"/>
                  </a:ext>
                </a:extLst>
              </p:cNvPr>
              <p:cNvSpPr/>
              <p:nvPr/>
            </p:nvSpPr>
            <p:spPr>
              <a:xfrm>
                <a:off x="196920" y="4676760"/>
                <a:ext cx="900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5" h="24" extrusionOk="0">
                    <a:moveTo>
                      <a:pt x="0" y="11"/>
                    </a:moveTo>
                    <a:cubicBezTo>
                      <a:pt x="0" y="4"/>
                      <a:pt x="6" y="0"/>
                      <a:pt x="12" y="0"/>
                    </a:cubicBezTo>
                    <a:cubicBezTo>
                      <a:pt x="19" y="0"/>
                      <a:pt x="24" y="5"/>
                      <a:pt x="23" y="11"/>
                    </a:cubicBezTo>
                    <a:cubicBezTo>
                      <a:pt x="23" y="18"/>
                      <a:pt x="18" y="23"/>
                      <a:pt x="12" y="23"/>
                    </a:cubicBezTo>
                    <a:cubicBezTo>
                      <a:pt x="5" y="23"/>
                      <a:pt x="0" y="17"/>
                      <a:pt x="0" y="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2" name="Google Shape;3522;p40">
                <a:extLst>
                  <a:ext uri="{FF2B5EF4-FFF2-40B4-BE49-F238E27FC236}">
                    <a16:creationId xmlns:a16="http://schemas.microsoft.com/office/drawing/2014/main" id="{27FE39E6-0948-60DE-B214-1BE14C7D226D}"/>
                  </a:ext>
                </a:extLst>
              </p:cNvPr>
              <p:cNvSpPr/>
              <p:nvPr/>
            </p:nvSpPr>
            <p:spPr>
              <a:xfrm>
                <a:off x="194040" y="4296240"/>
                <a:ext cx="7632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212" h="33" extrusionOk="0">
                    <a:moveTo>
                      <a:pt x="161" y="32"/>
                    </a:moveTo>
                    <a:cubicBezTo>
                      <a:pt x="155" y="32"/>
                      <a:pt x="148" y="32"/>
                      <a:pt x="142" y="32"/>
                    </a:cubicBezTo>
                    <a:cubicBezTo>
                      <a:pt x="135" y="31"/>
                      <a:pt x="129" y="31"/>
                      <a:pt x="122" y="31"/>
                    </a:cubicBezTo>
                    <a:lnTo>
                      <a:pt x="123" y="31"/>
                    </a:lnTo>
                    <a:cubicBezTo>
                      <a:pt x="116" y="30"/>
                      <a:pt x="109" y="29"/>
                      <a:pt x="101" y="29"/>
                    </a:cubicBezTo>
                    <a:cubicBezTo>
                      <a:pt x="95" y="28"/>
                      <a:pt x="88" y="28"/>
                      <a:pt x="82" y="27"/>
                    </a:cubicBezTo>
                    <a:cubicBezTo>
                      <a:pt x="70" y="25"/>
                      <a:pt x="59" y="24"/>
                      <a:pt x="47" y="23"/>
                    </a:cubicBezTo>
                    <a:cubicBezTo>
                      <a:pt x="43" y="22"/>
                      <a:pt x="39" y="22"/>
                      <a:pt x="34" y="22"/>
                    </a:cubicBezTo>
                    <a:cubicBezTo>
                      <a:pt x="30" y="22"/>
                      <a:pt x="25" y="22"/>
                      <a:pt x="20" y="22"/>
                    </a:cubicBezTo>
                    <a:cubicBezTo>
                      <a:pt x="19" y="22"/>
                      <a:pt x="17" y="22"/>
                      <a:pt x="16" y="22"/>
                    </a:cubicBezTo>
                    <a:cubicBezTo>
                      <a:pt x="15" y="23"/>
                      <a:pt x="14" y="23"/>
                      <a:pt x="14" y="23"/>
                    </a:cubicBezTo>
                    <a:cubicBezTo>
                      <a:pt x="7" y="24"/>
                      <a:pt x="2" y="20"/>
                      <a:pt x="2" y="13"/>
                    </a:cubicBezTo>
                    <a:cubicBezTo>
                      <a:pt x="0" y="7"/>
                      <a:pt x="5" y="3"/>
                      <a:pt x="10" y="1"/>
                    </a:cubicBezTo>
                    <a:cubicBezTo>
                      <a:pt x="15" y="0"/>
                      <a:pt x="21" y="0"/>
                      <a:pt x="27" y="0"/>
                    </a:cubicBezTo>
                    <a:cubicBezTo>
                      <a:pt x="31" y="0"/>
                      <a:pt x="35" y="0"/>
                      <a:pt x="39" y="1"/>
                    </a:cubicBezTo>
                    <a:cubicBezTo>
                      <a:pt x="48" y="1"/>
                      <a:pt x="58" y="3"/>
                      <a:pt x="67" y="4"/>
                    </a:cubicBezTo>
                    <a:cubicBezTo>
                      <a:pt x="77" y="6"/>
                      <a:pt x="88" y="7"/>
                      <a:pt x="98" y="8"/>
                    </a:cubicBezTo>
                    <a:cubicBezTo>
                      <a:pt x="107" y="9"/>
                      <a:pt x="115" y="10"/>
                      <a:pt x="123" y="11"/>
                    </a:cubicBezTo>
                    <a:cubicBezTo>
                      <a:pt x="124" y="11"/>
                      <a:pt x="125" y="11"/>
                      <a:pt x="125" y="11"/>
                    </a:cubicBezTo>
                    <a:cubicBezTo>
                      <a:pt x="125" y="11"/>
                      <a:pt x="124" y="11"/>
                      <a:pt x="123" y="11"/>
                    </a:cubicBezTo>
                    <a:cubicBezTo>
                      <a:pt x="130" y="11"/>
                      <a:pt x="136" y="11"/>
                      <a:pt x="143" y="12"/>
                    </a:cubicBezTo>
                    <a:cubicBezTo>
                      <a:pt x="149" y="13"/>
                      <a:pt x="155" y="13"/>
                      <a:pt x="162" y="13"/>
                    </a:cubicBezTo>
                    <a:cubicBezTo>
                      <a:pt x="175" y="13"/>
                      <a:pt x="188" y="13"/>
                      <a:pt x="201" y="13"/>
                    </a:cubicBezTo>
                    <a:cubicBezTo>
                      <a:pt x="206" y="13"/>
                      <a:pt x="211" y="17"/>
                      <a:pt x="211" y="22"/>
                    </a:cubicBezTo>
                    <a:cubicBezTo>
                      <a:pt x="210" y="28"/>
                      <a:pt x="206" y="32"/>
                      <a:pt x="201" y="32"/>
                    </a:cubicBezTo>
                    <a:cubicBezTo>
                      <a:pt x="192" y="32"/>
                      <a:pt x="182" y="32"/>
                      <a:pt x="172" y="32"/>
                    </a:cubicBezTo>
                    <a:cubicBezTo>
                      <a:pt x="169" y="32"/>
                      <a:pt x="165" y="32"/>
                      <a:pt x="161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3" name="Google Shape;3523;p40">
                <a:extLst>
                  <a:ext uri="{FF2B5EF4-FFF2-40B4-BE49-F238E27FC236}">
                    <a16:creationId xmlns:a16="http://schemas.microsoft.com/office/drawing/2014/main" id="{A2B9EF1F-AE4C-7723-BEA0-8BC4DF953886}"/>
                  </a:ext>
                </a:extLst>
              </p:cNvPr>
              <p:cNvSpPr/>
              <p:nvPr/>
            </p:nvSpPr>
            <p:spPr>
              <a:xfrm>
                <a:off x="300240" y="4292640"/>
                <a:ext cx="48240" cy="936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26" extrusionOk="0">
                    <a:moveTo>
                      <a:pt x="36" y="25"/>
                    </a:moveTo>
                    <a:cubicBezTo>
                      <a:pt x="27" y="25"/>
                      <a:pt x="18" y="24"/>
                      <a:pt x="9" y="23"/>
                    </a:cubicBezTo>
                    <a:lnTo>
                      <a:pt x="10" y="23"/>
                    </a:lnTo>
                    <a:cubicBezTo>
                      <a:pt x="10" y="23"/>
                      <a:pt x="9" y="23"/>
                      <a:pt x="8" y="23"/>
                    </a:cubicBezTo>
                    <a:cubicBezTo>
                      <a:pt x="3" y="21"/>
                      <a:pt x="0" y="14"/>
                      <a:pt x="1" y="9"/>
                    </a:cubicBezTo>
                    <a:cubicBezTo>
                      <a:pt x="3" y="3"/>
                      <a:pt x="8" y="0"/>
                      <a:pt x="14" y="1"/>
                    </a:cubicBezTo>
                    <a:cubicBezTo>
                      <a:pt x="14" y="1"/>
                      <a:pt x="15" y="2"/>
                      <a:pt x="17" y="2"/>
                    </a:cubicBezTo>
                    <a:cubicBezTo>
                      <a:pt x="20" y="2"/>
                      <a:pt x="23" y="3"/>
                      <a:pt x="27" y="3"/>
                    </a:cubicBezTo>
                    <a:cubicBezTo>
                      <a:pt x="42" y="4"/>
                      <a:pt x="58" y="4"/>
                      <a:pt x="74" y="4"/>
                    </a:cubicBezTo>
                    <a:cubicBezTo>
                      <a:pt x="90" y="4"/>
                      <a:pt x="106" y="4"/>
                      <a:pt x="123" y="4"/>
                    </a:cubicBezTo>
                    <a:cubicBezTo>
                      <a:pt x="128" y="4"/>
                      <a:pt x="133" y="9"/>
                      <a:pt x="133" y="14"/>
                    </a:cubicBezTo>
                    <a:cubicBezTo>
                      <a:pt x="133" y="20"/>
                      <a:pt x="128" y="24"/>
                      <a:pt x="123" y="24"/>
                    </a:cubicBezTo>
                    <a:cubicBezTo>
                      <a:pt x="102" y="25"/>
                      <a:pt x="82" y="25"/>
                      <a:pt x="62" y="25"/>
                    </a:cubicBezTo>
                    <a:cubicBezTo>
                      <a:pt x="53" y="25"/>
                      <a:pt x="45" y="25"/>
                      <a:pt x="36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4" name="Google Shape;3524;p40">
                <a:extLst>
                  <a:ext uri="{FF2B5EF4-FFF2-40B4-BE49-F238E27FC236}">
                    <a16:creationId xmlns:a16="http://schemas.microsoft.com/office/drawing/2014/main" id="{588EB9A8-38CE-6E38-8F75-FF0B4456007F}"/>
                  </a:ext>
                </a:extLst>
              </p:cNvPr>
              <p:cNvSpPr/>
              <p:nvPr/>
            </p:nvSpPr>
            <p:spPr>
              <a:xfrm>
                <a:off x="414360" y="4287240"/>
                <a:ext cx="6804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189" h="33" extrusionOk="0">
                    <a:moveTo>
                      <a:pt x="25" y="32"/>
                    </a:moveTo>
                    <a:cubicBezTo>
                      <a:pt x="19" y="31"/>
                      <a:pt x="15" y="31"/>
                      <a:pt x="10" y="30"/>
                    </a:cubicBezTo>
                    <a:cubicBezTo>
                      <a:pt x="4" y="29"/>
                      <a:pt x="0" y="24"/>
                      <a:pt x="1" y="18"/>
                    </a:cubicBezTo>
                    <a:cubicBezTo>
                      <a:pt x="2" y="12"/>
                      <a:pt x="7" y="8"/>
                      <a:pt x="13" y="8"/>
                    </a:cubicBezTo>
                    <a:cubicBezTo>
                      <a:pt x="17" y="9"/>
                      <a:pt x="21" y="10"/>
                      <a:pt x="24" y="10"/>
                    </a:cubicBezTo>
                    <a:cubicBezTo>
                      <a:pt x="30" y="10"/>
                      <a:pt x="36" y="10"/>
                      <a:pt x="42" y="10"/>
                    </a:cubicBezTo>
                    <a:cubicBezTo>
                      <a:pt x="47" y="10"/>
                      <a:pt x="52" y="10"/>
                      <a:pt x="57" y="9"/>
                    </a:cubicBezTo>
                    <a:cubicBezTo>
                      <a:pt x="76" y="8"/>
                      <a:pt x="95" y="7"/>
                      <a:pt x="114" y="6"/>
                    </a:cubicBezTo>
                    <a:cubicBezTo>
                      <a:pt x="123" y="5"/>
                      <a:pt x="132" y="5"/>
                      <a:pt x="141" y="4"/>
                    </a:cubicBezTo>
                    <a:cubicBezTo>
                      <a:pt x="153" y="3"/>
                      <a:pt x="165" y="2"/>
                      <a:pt x="177" y="1"/>
                    </a:cubicBezTo>
                    <a:cubicBezTo>
                      <a:pt x="182" y="0"/>
                      <a:pt x="187" y="4"/>
                      <a:pt x="188" y="10"/>
                    </a:cubicBezTo>
                    <a:cubicBezTo>
                      <a:pt x="188" y="15"/>
                      <a:pt x="184" y="19"/>
                      <a:pt x="179" y="20"/>
                    </a:cubicBezTo>
                    <a:cubicBezTo>
                      <a:pt x="155" y="22"/>
                      <a:pt x="131" y="25"/>
                      <a:pt x="106" y="26"/>
                    </a:cubicBezTo>
                    <a:cubicBezTo>
                      <a:pt x="84" y="28"/>
                      <a:pt x="61" y="30"/>
                      <a:pt x="39" y="31"/>
                    </a:cubicBezTo>
                    <a:cubicBezTo>
                      <a:pt x="35" y="31"/>
                      <a:pt x="31" y="32"/>
                      <a:pt x="28" y="32"/>
                    </a:cubicBezTo>
                    <a:cubicBezTo>
                      <a:pt x="26" y="32"/>
                      <a:pt x="26" y="32"/>
                      <a:pt x="25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5" name="Google Shape;3525;p40">
                <a:extLst>
                  <a:ext uri="{FF2B5EF4-FFF2-40B4-BE49-F238E27FC236}">
                    <a16:creationId xmlns:a16="http://schemas.microsoft.com/office/drawing/2014/main" id="{140B5A33-E553-0647-8063-D58279FBC450}"/>
                  </a:ext>
                </a:extLst>
              </p:cNvPr>
              <p:cNvSpPr/>
              <p:nvPr/>
            </p:nvSpPr>
            <p:spPr>
              <a:xfrm>
                <a:off x="504000" y="4290840"/>
                <a:ext cx="7992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22" h="24" extrusionOk="0">
                    <a:moveTo>
                      <a:pt x="40" y="23"/>
                    </a:moveTo>
                    <a:cubicBezTo>
                      <a:pt x="30" y="23"/>
                      <a:pt x="20" y="22"/>
                      <a:pt x="11" y="22"/>
                    </a:cubicBezTo>
                    <a:cubicBezTo>
                      <a:pt x="5" y="21"/>
                      <a:pt x="0" y="17"/>
                      <a:pt x="0" y="11"/>
                    </a:cubicBezTo>
                    <a:cubicBezTo>
                      <a:pt x="0" y="8"/>
                      <a:pt x="1" y="5"/>
                      <a:pt x="4" y="2"/>
                    </a:cubicBezTo>
                    <a:cubicBezTo>
                      <a:pt x="6" y="0"/>
                      <a:pt x="9" y="0"/>
                      <a:pt x="13" y="0"/>
                    </a:cubicBezTo>
                    <a:cubicBezTo>
                      <a:pt x="24" y="1"/>
                      <a:pt x="34" y="1"/>
                      <a:pt x="45" y="2"/>
                    </a:cubicBezTo>
                    <a:cubicBezTo>
                      <a:pt x="56" y="2"/>
                      <a:pt x="67" y="2"/>
                      <a:pt x="78" y="2"/>
                    </a:cubicBezTo>
                    <a:cubicBezTo>
                      <a:pt x="100" y="2"/>
                      <a:pt x="123" y="2"/>
                      <a:pt x="146" y="2"/>
                    </a:cubicBezTo>
                    <a:cubicBezTo>
                      <a:pt x="168" y="2"/>
                      <a:pt x="189" y="2"/>
                      <a:pt x="212" y="2"/>
                    </a:cubicBezTo>
                    <a:cubicBezTo>
                      <a:pt x="217" y="2"/>
                      <a:pt x="221" y="7"/>
                      <a:pt x="221" y="11"/>
                    </a:cubicBezTo>
                    <a:cubicBezTo>
                      <a:pt x="221" y="17"/>
                      <a:pt x="216" y="21"/>
                      <a:pt x="211" y="21"/>
                    </a:cubicBezTo>
                    <a:cubicBezTo>
                      <a:pt x="165" y="22"/>
                      <a:pt x="118" y="22"/>
                      <a:pt x="72" y="23"/>
                    </a:cubicBezTo>
                    <a:cubicBezTo>
                      <a:pt x="68" y="23"/>
                      <a:pt x="65" y="23"/>
                      <a:pt x="62" y="23"/>
                    </a:cubicBezTo>
                    <a:cubicBezTo>
                      <a:pt x="55" y="23"/>
                      <a:pt x="47" y="23"/>
                      <a:pt x="40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6" name="Google Shape;3526;p40">
                <a:extLst>
                  <a:ext uri="{FF2B5EF4-FFF2-40B4-BE49-F238E27FC236}">
                    <a16:creationId xmlns:a16="http://schemas.microsoft.com/office/drawing/2014/main" id="{73ED3A9E-F63C-659C-8882-5DFA079E841D}"/>
                  </a:ext>
                </a:extLst>
              </p:cNvPr>
              <p:cNvSpPr/>
              <p:nvPr/>
            </p:nvSpPr>
            <p:spPr>
              <a:xfrm>
                <a:off x="618480" y="4293720"/>
                <a:ext cx="41760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30" extrusionOk="0">
                    <a:moveTo>
                      <a:pt x="2" y="21"/>
                    </a:moveTo>
                    <a:cubicBezTo>
                      <a:pt x="0" y="14"/>
                      <a:pt x="5" y="8"/>
                      <a:pt x="11" y="7"/>
                    </a:cubicBezTo>
                    <a:cubicBezTo>
                      <a:pt x="14" y="7"/>
                      <a:pt x="17" y="6"/>
                      <a:pt x="20" y="6"/>
                    </a:cubicBezTo>
                    <a:cubicBezTo>
                      <a:pt x="24" y="6"/>
                      <a:pt x="28" y="5"/>
                      <a:pt x="32" y="5"/>
                    </a:cubicBezTo>
                    <a:cubicBezTo>
                      <a:pt x="39" y="4"/>
                      <a:pt x="47" y="4"/>
                      <a:pt x="55" y="3"/>
                    </a:cubicBezTo>
                    <a:cubicBezTo>
                      <a:pt x="70" y="2"/>
                      <a:pt x="87" y="1"/>
                      <a:pt x="103" y="0"/>
                    </a:cubicBezTo>
                    <a:cubicBezTo>
                      <a:pt x="108" y="0"/>
                      <a:pt x="113" y="4"/>
                      <a:pt x="114" y="9"/>
                    </a:cubicBezTo>
                    <a:cubicBezTo>
                      <a:pt x="115" y="15"/>
                      <a:pt x="110" y="20"/>
                      <a:pt x="105" y="21"/>
                    </a:cubicBezTo>
                    <a:cubicBezTo>
                      <a:pt x="89" y="22"/>
                      <a:pt x="74" y="23"/>
                      <a:pt x="59" y="24"/>
                    </a:cubicBezTo>
                    <a:cubicBezTo>
                      <a:pt x="46" y="25"/>
                      <a:pt x="34" y="26"/>
                      <a:pt x="21" y="28"/>
                    </a:cubicBezTo>
                    <a:cubicBezTo>
                      <a:pt x="19" y="28"/>
                      <a:pt x="17" y="28"/>
                      <a:pt x="15" y="29"/>
                    </a:cubicBezTo>
                    <a:cubicBezTo>
                      <a:pt x="15" y="29"/>
                      <a:pt x="14" y="29"/>
                      <a:pt x="13" y="29"/>
                    </a:cubicBezTo>
                    <a:cubicBezTo>
                      <a:pt x="8" y="29"/>
                      <a:pt x="3" y="26"/>
                      <a:pt x="2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7" name="Google Shape;3527;p40">
                <a:extLst>
                  <a:ext uri="{FF2B5EF4-FFF2-40B4-BE49-F238E27FC236}">
                    <a16:creationId xmlns:a16="http://schemas.microsoft.com/office/drawing/2014/main" id="{286FD671-2F31-7561-6248-45B3B3D7FCEA}"/>
                  </a:ext>
                </a:extLst>
              </p:cNvPr>
              <p:cNvSpPr/>
              <p:nvPr/>
            </p:nvSpPr>
            <p:spPr>
              <a:xfrm>
                <a:off x="720000" y="4291920"/>
                <a:ext cx="5004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139" h="27" extrusionOk="0">
                    <a:moveTo>
                      <a:pt x="68" y="26"/>
                    </a:moveTo>
                    <a:cubicBezTo>
                      <a:pt x="58" y="26"/>
                      <a:pt x="49" y="26"/>
                      <a:pt x="39" y="26"/>
                    </a:cubicBezTo>
                    <a:cubicBezTo>
                      <a:pt x="35" y="25"/>
                      <a:pt x="30" y="25"/>
                      <a:pt x="26" y="25"/>
                    </a:cubicBezTo>
                    <a:cubicBezTo>
                      <a:pt x="23" y="25"/>
                      <a:pt x="21" y="25"/>
                      <a:pt x="19" y="25"/>
                    </a:cubicBezTo>
                    <a:cubicBezTo>
                      <a:pt x="15" y="24"/>
                      <a:pt x="10" y="25"/>
                      <a:pt x="7" y="23"/>
                    </a:cubicBezTo>
                    <a:cubicBezTo>
                      <a:pt x="3" y="21"/>
                      <a:pt x="0" y="17"/>
                      <a:pt x="0" y="13"/>
                    </a:cubicBezTo>
                    <a:cubicBezTo>
                      <a:pt x="0" y="11"/>
                      <a:pt x="1" y="9"/>
                      <a:pt x="1" y="8"/>
                    </a:cubicBezTo>
                    <a:cubicBezTo>
                      <a:pt x="3" y="3"/>
                      <a:pt x="9" y="0"/>
                      <a:pt x="15" y="2"/>
                    </a:cubicBezTo>
                    <a:cubicBezTo>
                      <a:pt x="16" y="2"/>
                      <a:pt x="16" y="2"/>
                      <a:pt x="18" y="3"/>
                    </a:cubicBezTo>
                    <a:cubicBezTo>
                      <a:pt x="26" y="3"/>
                      <a:pt x="33" y="4"/>
                      <a:pt x="42" y="4"/>
                    </a:cubicBezTo>
                    <a:cubicBezTo>
                      <a:pt x="51" y="5"/>
                      <a:pt x="60" y="5"/>
                      <a:pt x="69" y="5"/>
                    </a:cubicBezTo>
                    <a:cubicBezTo>
                      <a:pt x="89" y="6"/>
                      <a:pt x="109" y="6"/>
                      <a:pt x="128" y="6"/>
                    </a:cubicBezTo>
                    <a:cubicBezTo>
                      <a:pt x="134" y="6"/>
                      <a:pt x="138" y="11"/>
                      <a:pt x="138" y="16"/>
                    </a:cubicBezTo>
                    <a:cubicBezTo>
                      <a:pt x="138" y="22"/>
                      <a:pt x="133" y="26"/>
                      <a:pt x="128" y="26"/>
                    </a:cubicBezTo>
                    <a:cubicBezTo>
                      <a:pt x="118" y="26"/>
                      <a:pt x="108" y="26"/>
                      <a:pt x="98" y="26"/>
                    </a:cubicBezTo>
                    <a:cubicBezTo>
                      <a:pt x="88" y="26"/>
                      <a:pt x="78" y="26"/>
                      <a:pt x="68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8" name="Google Shape;3528;p40">
                <a:extLst>
                  <a:ext uri="{FF2B5EF4-FFF2-40B4-BE49-F238E27FC236}">
                    <a16:creationId xmlns:a16="http://schemas.microsoft.com/office/drawing/2014/main" id="{FE838676-63C5-C78D-03F6-2E951C3A032F}"/>
                  </a:ext>
                </a:extLst>
              </p:cNvPr>
              <p:cNvSpPr/>
              <p:nvPr/>
            </p:nvSpPr>
            <p:spPr>
              <a:xfrm>
                <a:off x="812880" y="4290840"/>
                <a:ext cx="48960" cy="10440"/>
              </a:xfrm>
              <a:custGeom>
                <a:avLst/>
                <a:gdLst/>
                <a:ahLst/>
                <a:cxnLst/>
                <a:rect l="l" t="t" r="r" b="b"/>
                <a:pathLst>
                  <a:path w="136" h="29" extrusionOk="0">
                    <a:moveTo>
                      <a:pt x="32" y="28"/>
                    </a:moveTo>
                    <a:cubicBezTo>
                      <a:pt x="26" y="28"/>
                      <a:pt x="21" y="27"/>
                      <a:pt x="16" y="26"/>
                    </a:cubicBezTo>
                    <a:cubicBezTo>
                      <a:pt x="11" y="26"/>
                      <a:pt x="5" y="25"/>
                      <a:pt x="2" y="21"/>
                    </a:cubicBezTo>
                    <a:cubicBezTo>
                      <a:pt x="0" y="18"/>
                      <a:pt x="0" y="15"/>
                      <a:pt x="0" y="11"/>
                    </a:cubicBezTo>
                    <a:cubicBezTo>
                      <a:pt x="1" y="5"/>
                      <a:pt x="7" y="1"/>
                      <a:pt x="12" y="2"/>
                    </a:cubicBezTo>
                    <a:cubicBezTo>
                      <a:pt x="15" y="2"/>
                      <a:pt x="17" y="4"/>
                      <a:pt x="18" y="5"/>
                    </a:cubicBezTo>
                    <a:cubicBezTo>
                      <a:pt x="21" y="5"/>
                      <a:pt x="24" y="6"/>
                      <a:pt x="26" y="6"/>
                    </a:cubicBezTo>
                    <a:cubicBezTo>
                      <a:pt x="33" y="6"/>
                      <a:pt x="39" y="6"/>
                      <a:pt x="46" y="5"/>
                    </a:cubicBezTo>
                    <a:cubicBezTo>
                      <a:pt x="57" y="5"/>
                      <a:pt x="70" y="4"/>
                      <a:pt x="81" y="3"/>
                    </a:cubicBezTo>
                    <a:cubicBezTo>
                      <a:pt x="95" y="2"/>
                      <a:pt x="109" y="1"/>
                      <a:pt x="123" y="1"/>
                    </a:cubicBezTo>
                    <a:cubicBezTo>
                      <a:pt x="129" y="0"/>
                      <a:pt x="134" y="4"/>
                      <a:pt x="135" y="9"/>
                    </a:cubicBezTo>
                    <a:cubicBezTo>
                      <a:pt x="135" y="15"/>
                      <a:pt x="131" y="21"/>
                      <a:pt x="126" y="21"/>
                    </a:cubicBezTo>
                    <a:cubicBezTo>
                      <a:pt x="104" y="22"/>
                      <a:pt x="82" y="24"/>
                      <a:pt x="61" y="26"/>
                    </a:cubicBezTo>
                    <a:cubicBezTo>
                      <a:pt x="56" y="26"/>
                      <a:pt x="52" y="26"/>
                      <a:pt x="47" y="27"/>
                    </a:cubicBezTo>
                    <a:cubicBezTo>
                      <a:pt x="42" y="27"/>
                      <a:pt x="38" y="28"/>
                      <a:pt x="32" y="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9" name="Google Shape;3529;p40">
                <a:extLst>
                  <a:ext uri="{FF2B5EF4-FFF2-40B4-BE49-F238E27FC236}">
                    <a16:creationId xmlns:a16="http://schemas.microsoft.com/office/drawing/2014/main" id="{F097A19A-4FA1-B459-7ABA-C2B0D689E49D}"/>
                  </a:ext>
                </a:extLst>
              </p:cNvPr>
              <p:cNvSpPr/>
              <p:nvPr/>
            </p:nvSpPr>
            <p:spPr>
              <a:xfrm>
                <a:off x="899280" y="4290120"/>
                <a:ext cx="54360" cy="10440"/>
              </a:xfrm>
              <a:custGeom>
                <a:avLst/>
                <a:gdLst/>
                <a:ahLst/>
                <a:cxnLst/>
                <a:rect l="l" t="t" r="r" b="b"/>
                <a:pathLst>
                  <a:path w="151" h="29" extrusionOk="0">
                    <a:moveTo>
                      <a:pt x="57" y="27"/>
                    </a:moveTo>
                    <a:cubicBezTo>
                      <a:pt x="47" y="27"/>
                      <a:pt x="38" y="25"/>
                      <a:pt x="28" y="25"/>
                    </a:cubicBezTo>
                    <a:lnTo>
                      <a:pt x="29" y="25"/>
                    </a:lnTo>
                    <a:cubicBezTo>
                      <a:pt x="25" y="24"/>
                      <a:pt x="21" y="24"/>
                      <a:pt x="17" y="24"/>
                    </a:cubicBezTo>
                    <a:cubicBezTo>
                      <a:pt x="17" y="24"/>
                      <a:pt x="16" y="24"/>
                      <a:pt x="15" y="24"/>
                    </a:cubicBezTo>
                    <a:cubicBezTo>
                      <a:pt x="14" y="24"/>
                      <a:pt x="12" y="24"/>
                      <a:pt x="11" y="24"/>
                    </a:cubicBezTo>
                    <a:cubicBezTo>
                      <a:pt x="5" y="23"/>
                      <a:pt x="0" y="18"/>
                      <a:pt x="2" y="11"/>
                    </a:cubicBezTo>
                    <a:cubicBezTo>
                      <a:pt x="3" y="6"/>
                      <a:pt x="9" y="1"/>
                      <a:pt x="14" y="2"/>
                    </a:cubicBezTo>
                    <a:lnTo>
                      <a:pt x="15" y="2"/>
                    </a:lnTo>
                    <a:cubicBezTo>
                      <a:pt x="18" y="3"/>
                      <a:pt x="20" y="3"/>
                      <a:pt x="23" y="3"/>
                    </a:cubicBezTo>
                    <a:cubicBezTo>
                      <a:pt x="27" y="3"/>
                      <a:pt x="31" y="3"/>
                      <a:pt x="35" y="4"/>
                    </a:cubicBezTo>
                    <a:cubicBezTo>
                      <a:pt x="42" y="4"/>
                      <a:pt x="49" y="6"/>
                      <a:pt x="56" y="6"/>
                    </a:cubicBezTo>
                    <a:cubicBezTo>
                      <a:pt x="58" y="6"/>
                      <a:pt x="61" y="7"/>
                      <a:pt x="64" y="7"/>
                    </a:cubicBezTo>
                    <a:cubicBezTo>
                      <a:pt x="67" y="7"/>
                      <a:pt x="71" y="7"/>
                      <a:pt x="74" y="7"/>
                    </a:cubicBezTo>
                    <a:cubicBezTo>
                      <a:pt x="79" y="6"/>
                      <a:pt x="83" y="6"/>
                      <a:pt x="87" y="6"/>
                    </a:cubicBezTo>
                    <a:cubicBezTo>
                      <a:pt x="86" y="6"/>
                      <a:pt x="86" y="6"/>
                      <a:pt x="86" y="6"/>
                    </a:cubicBezTo>
                    <a:cubicBezTo>
                      <a:pt x="90" y="6"/>
                      <a:pt x="94" y="5"/>
                      <a:pt x="99" y="4"/>
                    </a:cubicBezTo>
                    <a:cubicBezTo>
                      <a:pt x="103" y="4"/>
                      <a:pt x="107" y="4"/>
                      <a:pt x="111" y="3"/>
                    </a:cubicBezTo>
                    <a:cubicBezTo>
                      <a:pt x="120" y="2"/>
                      <a:pt x="129" y="2"/>
                      <a:pt x="138" y="0"/>
                    </a:cubicBezTo>
                    <a:cubicBezTo>
                      <a:pt x="144" y="0"/>
                      <a:pt x="149" y="4"/>
                      <a:pt x="150" y="9"/>
                    </a:cubicBezTo>
                    <a:cubicBezTo>
                      <a:pt x="150" y="15"/>
                      <a:pt x="146" y="20"/>
                      <a:pt x="140" y="21"/>
                    </a:cubicBezTo>
                    <a:cubicBezTo>
                      <a:pt x="131" y="22"/>
                      <a:pt x="121" y="23"/>
                      <a:pt x="111" y="24"/>
                    </a:cubicBezTo>
                    <a:cubicBezTo>
                      <a:pt x="103" y="25"/>
                      <a:pt x="94" y="27"/>
                      <a:pt x="86" y="27"/>
                    </a:cubicBezTo>
                    <a:cubicBezTo>
                      <a:pt x="79" y="27"/>
                      <a:pt x="73" y="28"/>
                      <a:pt x="66" y="28"/>
                    </a:cubicBezTo>
                    <a:cubicBezTo>
                      <a:pt x="63" y="28"/>
                      <a:pt x="60" y="28"/>
                      <a:pt x="57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0" name="Google Shape;3530;p40">
                <a:extLst>
                  <a:ext uri="{FF2B5EF4-FFF2-40B4-BE49-F238E27FC236}">
                    <a16:creationId xmlns:a16="http://schemas.microsoft.com/office/drawing/2014/main" id="{98577AAB-7B5D-6201-62CD-98D181FFDEF1}"/>
                  </a:ext>
                </a:extLst>
              </p:cNvPr>
              <p:cNvSpPr/>
              <p:nvPr/>
            </p:nvSpPr>
            <p:spPr>
              <a:xfrm>
                <a:off x="957240" y="4292640"/>
                <a:ext cx="10800" cy="56160"/>
              </a:xfrm>
              <a:custGeom>
                <a:avLst/>
                <a:gdLst/>
                <a:ahLst/>
                <a:cxnLst/>
                <a:rect l="l" t="t" r="r" b="b"/>
                <a:pathLst>
                  <a:path w="30" h="156" extrusionOk="0">
                    <a:moveTo>
                      <a:pt x="9" y="146"/>
                    </a:moveTo>
                    <a:cubicBezTo>
                      <a:pt x="8" y="132"/>
                      <a:pt x="6" y="118"/>
                      <a:pt x="5" y="104"/>
                    </a:cubicBezTo>
                    <a:cubicBezTo>
                      <a:pt x="3" y="92"/>
                      <a:pt x="3" y="80"/>
                      <a:pt x="2" y="67"/>
                    </a:cubicBezTo>
                    <a:lnTo>
                      <a:pt x="2" y="66"/>
                    </a:lnTo>
                    <a:cubicBezTo>
                      <a:pt x="2" y="66"/>
                      <a:pt x="2" y="65"/>
                      <a:pt x="2" y="64"/>
                    </a:cubicBezTo>
                    <a:lnTo>
                      <a:pt x="2" y="65"/>
                    </a:lnTo>
                    <a:cubicBezTo>
                      <a:pt x="1" y="60"/>
                      <a:pt x="1" y="56"/>
                      <a:pt x="1" y="52"/>
                    </a:cubicBezTo>
                    <a:lnTo>
                      <a:pt x="1" y="51"/>
                    </a:lnTo>
                    <a:lnTo>
                      <a:pt x="1" y="50"/>
                    </a:lnTo>
                    <a:cubicBezTo>
                      <a:pt x="1" y="51"/>
                      <a:pt x="1" y="51"/>
                      <a:pt x="1" y="51"/>
                    </a:cubicBezTo>
                    <a:cubicBezTo>
                      <a:pt x="1" y="50"/>
                      <a:pt x="1" y="50"/>
                      <a:pt x="1" y="49"/>
                    </a:cubicBezTo>
                    <a:lnTo>
                      <a:pt x="1" y="50"/>
                    </a:lnTo>
                    <a:cubicBezTo>
                      <a:pt x="1" y="49"/>
                      <a:pt x="1" y="49"/>
                      <a:pt x="1" y="49"/>
                    </a:cubicBezTo>
                    <a:lnTo>
                      <a:pt x="1" y="48"/>
                    </a:lnTo>
                    <a:lnTo>
                      <a:pt x="1" y="49"/>
                    </a:lnTo>
                    <a:cubicBezTo>
                      <a:pt x="1" y="44"/>
                      <a:pt x="1" y="38"/>
                      <a:pt x="1" y="33"/>
                    </a:cubicBezTo>
                    <a:cubicBezTo>
                      <a:pt x="0" y="27"/>
                      <a:pt x="1" y="20"/>
                      <a:pt x="1" y="13"/>
                    </a:cubicBezTo>
                    <a:cubicBezTo>
                      <a:pt x="1" y="11"/>
                      <a:pt x="2" y="10"/>
                      <a:pt x="3" y="9"/>
                    </a:cubicBezTo>
                    <a:cubicBezTo>
                      <a:pt x="4" y="4"/>
                      <a:pt x="7" y="2"/>
                      <a:pt x="12" y="1"/>
                    </a:cubicBezTo>
                    <a:cubicBezTo>
                      <a:pt x="15" y="0"/>
                      <a:pt x="20" y="2"/>
                      <a:pt x="22" y="4"/>
                    </a:cubicBezTo>
                    <a:cubicBezTo>
                      <a:pt x="27" y="6"/>
                      <a:pt x="29" y="11"/>
                      <a:pt x="29" y="17"/>
                    </a:cubicBezTo>
                    <a:cubicBezTo>
                      <a:pt x="28" y="20"/>
                      <a:pt x="26" y="23"/>
                      <a:pt x="22" y="25"/>
                    </a:cubicBezTo>
                    <a:cubicBezTo>
                      <a:pt x="22" y="39"/>
                      <a:pt x="22" y="53"/>
                      <a:pt x="23" y="66"/>
                    </a:cubicBezTo>
                    <a:lnTo>
                      <a:pt x="23" y="65"/>
                    </a:lnTo>
                    <a:lnTo>
                      <a:pt x="23" y="66"/>
                    </a:lnTo>
                    <a:cubicBezTo>
                      <a:pt x="23" y="67"/>
                      <a:pt x="23" y="67"/>
                      <a:pt x="23" y="67"/>
                    </a:cubicBezTo>
                    <a:cubicBezTo>
                      <a:pt x="23" y="68"/>
                      <a:pt x="23" y="68"/>
                      <a:pt x="23" y="69"/>
                    </a:cubicBezTo>
                    <a:cubicBezTo>
                      <a:pt x="23" y="71"/>
                      <a:pt x="23" y="73"/>
                      <a:pt x="24" y="76"/>
                    </a:cubicBezTo>
                    <a:lnTo>
                      <a:pt x="24" y="77"/>
                    </a:lnTo>
                    <a:lnTo>
                      <a:pt x="24" y="78"/>
                    </a:lnTo>
                    <a:cubicBezTo>
                      <a:pt x="24" y="79"/>
                      <a:pt x="24" y="80"/>
                      <a:pt x="24" y="81"/>
                    </a:cubicBezTo>
                    <a:cubicBezTo>
                      <a:pt x="24" y="82"/>
                      <a:pt x="24" y="82"/>
                      <a:pt x="24" y="82"/>
                    </a:cubicBezTo>
                    <a:lnTo>
                      <a:pt x="24" y="81"/>
                    </a:lnTo>
                    <a:cubicBezTo>
                      <a:pt x="24" y="82"/>
                      <a:pt x="24" y="82"/>
                      <a:pt x="24" y="83"/>
                    </a:cubicBezTo>
                    <a:cubicBezTo>
                      <a:pt x="24" y="82"/>
                      <a:pt x="24" y="82"/>
                      <a:pt x="24" y="82"/>
                    </a:cubicBezTo>
                    <a:lnTo>
                      <a:pt x="24" y="83"/>
                    </a:lnTo>
                    <a:cubicBezTo>
                      <a:pt x="25" y="103"/>
                      <a:pt x="28" y="123"/>
                      <a:pt x="29" y="144"/>
                    </a:cubicBezTo>
                    <a:cubicBezTo>
                      <a:pt x="29" y="150"/>
                      <a:pt x="26" y="155"/>
                      <a:pt x="20" y="155"/>
                    </a:cubicBezTo>
                    <a:lnTo>
                      <a:pt x="19" y="155"/>
                    </a:lnTo>
                    <a:cubicBezTo>
                      <a:pt x="14" y="155"/>
                      <a:pt x="10" y="151"/>
                      <a:pt x="9" y="1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1" name="Google Shape;3531;p40">
                <a:extLst>
                  <a:ext uri="{FF2B5EF4-FFF2-40B4-BE49-F238E27FC236}">
                    <a16:creationId xmlns:a16="http://schemas.microsoft.com/office/drawing/2014/main" id="{0A3B4367-88DC-E8A0-3100-EBDC04F219BE}"/>
                  </a:ext>
                </a:extLst>
              </p:cNvPr>
              <p:cNvSpPr/>
              <p:nvPr/>
            </p:nvSpPr>
            <p:spPr>
              <a:xfrm>
                <a:off x="959400" y="4376160"/>
                <a:ext cx="10080" cy="47160"/>
              </a:xfrm>
              <a:custGeom>
                <a:avLst/>
                <a:gdLst/>
                <a:ahLst/>
                <a:cxnLst/>
                <a:rect l="l" t="t" r="r" b="b"/>
                <a:pathLst>
                  <a:path w="28" h="131" extrusionOk="0">
                    <a:moveTo>
                      <a:pt x="6" y="120"/>
                    </a:moveTo>
                    <a:cubicBezTo>
                      <a:pt x="5" y="103"/>
                      <a:pt x="3" y="86"/>
                      <a:pt x="2" y="70"/>
                    </a:cubicBezTo>
                    <a:cubicBezTo>
                      <a:pt x="2" y="60"/>
                      <a:pt x="1" y="49"/>
                      <a:pt x="1" y="38"/>
                    </a:cubicBezTo>
                    <a:cubicBezTo>
                      <a:pt x="0" y="32"/>
                      <a:pt x="0" y="26"/>
                      <a:pt x="0" y="21"/>
                    </a:cubicBezTo>
                    <a:cubicBezTo>
                      <a:pt x="0" y="17"/>
                      <a:pt x="0" y="13"/>
                      <a:pt x="1" y="9"/>
                    </a:cubicBezTo>
                    <a:cubicBezTo>
                      <a:pt x="2" y="4"/>
                      <a:pt x="6" y="0"/>
                      <a:pt x="12" y="0"/>
                    </a:cubicBezTo>
                    <a:cubicBezTo>
                      <a:pt x="17" y="0"/>
                      <a:pt x="23" y="5"/>
                      <a:pt x="23" y="11"/>
                    </a:cubicBezTo>
                    <a:cubicBezTo>
                      <a:pt x="22" y="13"/>
                      <a:pt x="22" y="15"/>
                      <a:pt x="22" y="17"/>
                    </a:cubicBezTo>
                    <a:cubicBezTo>
                      <a:pt x="22" y="22"/>
                      <a:pt x="21" y="26"/>
                      <a:pt x="22" y="32"/>
                    </a:cubicBezTo>
                    <a:cubicBezTo>
                      <a:pt x="22" y="31"/>
                      <a:pt x="22" y="31"/>
                      <a:pt x="22" y="30"/>
                    </a:cubicBezTo>
                    <a:cubicBezTo>
                      <a:pt x="22" y="31"/>
                      <a:pt x="22" y="33"/>
                      <a:pt x="22" y="34"/>
                    </a:cubicBezTo>
                    <a:lnTo>
                      <a:pt x="22" y="33"/>
                    </a:lnTo>
                    <a:cubicBezTo>
                      <a:pt x="22" y="34"/>
                      <a:pt x="22" y="34"/>
                      <a:pt x="22" y="35"/>
                    </a:cubicBezTo>
                    <a:lnTo>
                      <a:pt x="22" y="36"/>
                    </a:lnTo>
                    <a:cubicBezTo>
                      <a:pt x="22" y="37"/>
                      <a:pt x="22" y="37"/>
                      <a:pt x="22" y="38"/>
                    </a:cubicBezTo>
                    <a:lnTo>
                      <a:pt x="22" y="37"/>
                    </a:lnTo>
                    <a:cubicBezTo>
                      <a:pt x="22" y="43"/>
                      <a:pt x="23" y="50"/>
                      <a:pt x="23" y="57"/>
                    </a:cubicBezTo>
                    <a:cubicBezTo>
                      <a:pt x="23" y="61"/>
                      <a:pt x="23" y="66"/>
                      <a:pt x="23" y="70"/>
                    </a:cubicBezTo>
                    <a:cubicBezTo>
                      <a:pt x="24" y="70"/>
                      <a:pt x="24" y="70"/>
                      <a:pt x="24" y="70"/>
                    </a:cubicBezTo>
                    <a:cubicBezTo>
                      <a:pt x="24" y="74"/>
                      <a:pt x="24" y="78"/>
                      <a:pt x="24" y="82"/>
                    </a:cubicBezTo>
                    <a:cubicBezTo>
                      <a:pt x="24" y="85"/>
                      <a:pt x="24" y="89"/>
                      <a:pt x="24" y="93"/>
                    </a:cubicBezTo>
                    <a:lnTo>
                      <a:pt x="25" y="94"/>
                    </a:lnTo>
                    <a:lnTo>
                      <a:pt x="25" y="93"/>
                    </a:lnTo>
                    <a:cubicBezTo>
                      <a:pt x="25" y="102"/>
                      <a:pt x="26" y="110"/>
                      <a:pt x="26" y="118"/>
                    </a:cubicBezTo>
                    <a:cubicBezTo>
                      <a:pt x="27" y="123"/>
                      <a:pt x="23" y="128"/>
                      <a:pt x="17" y="129"/>
                    </a:cubicBezTo>
                    <a:lnTo>
                      <a:pt x="16" y="130"/>
                    </a:lnTo>
                    <a:cubicBezTo>
                      <a:pt x="11" y="130"/>
                      <a:pt x="6" y="126"/>
                      <a:pt x="6" y="1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2" name="Google Shape;3532;p40">
                <a:extLst>
                  <a:ext uri="{FF2B5EF4-FFF2-40B4-BE49-F238E27FC236}">
                    <a16:creationId xmlns:a16="http://schemas.microsoft.com/office/drawing/2014/main" id="{5A379A11-A4CC-9615-7117-0A7BE993958A}"/>
                  </a:ext>
                </a:extLst>
              </p:cNvPr>
              <p:cNvSpPr/>
              <p:nvPr/>
            </p:nvSpPr>
            <p:spPr>
              <a:xfrm>
                <a:off x="959760" y="4482360"/>
                <a:ext cx="11160" cy="56880"/>
              </a:xfrm>
              <a:custGeom>
                <a:avLst/>
                <a:gdLst/>
                <a:ahLst/>
                <a:cxnLst/>
                <a:rect l="l" t="t" r="r" b="b"/>
                <a:pathLst>
                  <a:path w="31" h="158" extrusionOk="0">
                    <a:moveTo>
                      <a:pt x="10" y="157"/>
                    </a:moveTo>
                    <a:cubicBezTo>
                      <a:pt x="5" y="157"/>
                      <a:pt x="0" y="152"/>
                      <a:pt x="0" y="146"/>
                    </a:cubicBezTo>
                    <a:cubicBezTo>
                      <a:pt x="0" y="129"/>
                      <a:pt x="0" y="113"/>
                      <a:pt x="0" y="96"/>
                    </a:cubicBezTo>
                    <a:cubicBezTo>
                      <a:pt x="0" y="88"/>
                      <a:pt x="0" y="80"/>
                      <a:pt x="1" y="73"/>
                    </a:cubicBezTo>
                    <a:cubicBezTo>
                      <a:pt x="1" y="65"/>
                      <a:pt x="1" y="57"/>
                      <a:pt x="1" y="49"/>
                    </a:cubicBezTo>
                    <a:cubicBezTo>
                      <a:pt x="1" y="47"/>
                      <a:pt x="2" y="43"/>
                      <a:pt x="2" y="40"/>
                    </a:cubicBezTo>
                    <a:cubicBezTo>
                      <a:pt x="3" y="30"/>
                      <a:pt x="5" y="19"/>
                      <a:pt x="8" y="9"/>
                    </a:cubicBezTo>
                    <a:cubicBezTo>
                      <a:pt x="9" y="3"/>
                      <a:pt x="16" y="0"/>
                      <a:pt x="21" y="2"/>
                    </a:cubicBezTo>
                    <a:cubicBezTo>
                      <a:pt x="28" y="3"/>
                      <a:pt x="30" y="10"/>
                      <a:pt x="29" y="16"/>
                    </a:cubicBezTo>
                    <a:cubicBezTo>
                      <a:pt x="28" y="19"/>
                      <a:pt x="28" y="21"/>
                      <a:pt x="26" y="25"/>
                    </a:cubicBezTo>
                    <a:cubicBezTo>
                      <a:pt x="26" y="29"/>
                      <a:pt x="25" y="34"/>
                      <a:pt x="24" y="38"/>
                    </a:cubicBezTo>
                    <a:cubicBezTo>
                      <a:pt x="23" y="42"/>
                      <a:pt x="23" y="47"/>
                      <a:pt x="22" y="51"/>
                    </a:cubicBezTo>
                    <a:cubicBezTo>
                      <a:pt x="22" y="66"/>
                      <a:pt x="21" y="81"/>
                      <a:pt x="21" y="97"/>
                    </a:cubicBezTo>
                    <a:cubicBezTo>
                      <a:pt x="21" y="114"/>
                      <a:pt x="21" y="130"/>
                      <a:pt x="21" y="147"/>
                    </a:cubicBezTo>
                    <a:cubicBezTo>
                      <a:pt x="21" y="152"/>
                      <a:pt x="16" y="157"/>
                      <a:pt x="11" y="157"/>
                    </a:cubicBezTo>
                    <a:lnTo>
                      <a:pt x="10" y="15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3" name="Google Shape;3533;p40">
                <a:extLst>
                  <a:ext uri="{FF2B5EF4-FFF2-40B4-BE49-F238E27FC236}">
                    <a16:creationId xmlns:a16="http://schemas.microsoft.com/office/drawing/2014/main" id="{9CCBD5E1-DCA0-44F4-50C8-58B702A53B8B}"/>
                  </a:ext>
                </a:extLst>
              </p:cNvPr>
              <p:cNvSpPr/>
              <p:nvPr/>
            </p:nvSpPr>
            <p:spPr>
              <a:xfrm>
                <a:off x="958680" y="4581720"/>
                <a:ext cx="9720" cy="5580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55" extrusionOk="0">
                    <a:moveTo>
                      <a:pt x="12" y="154"/>
                    </a:moveTo>
                    <a:cubicBezTo>
                      <a:pt x="7" y="154"/>
                      <a:pt x="3" y="149"/>
                      <a:pt x="3" y="144"/>
                    </a:cubicBezTo>
                    <a:cubicBezTo>
                      <a:pt x="2" y="121"/>
                      <a:pt x="1" y="98"/>
                      <a:pt x="1" y="75"/>
                    </a:cubicBezTo>
                    <a:cubicBezTo>
                      <a:pt x="0" y="65"/>
                      <a:pt x="0" y="55"/>
                      <a:pt x="0" y="45"/>
                    </a:cubicBezTo>
                    <a:cubicBezTo>
                      <a:pt x="0" y="39"/>
                      <a:pt x="1" y="33"/>
                      <a:pt x="1" y="27"/>
                    </a:cubicBezTo>
                    <a:cubicBezTo>
                      <a:pt x="2" y="22"/>
                      <a:pt x="3" y="16"/>
                      <a:pt x="3" y="10"/>
                    </a:cubicBezTo>
                    <a:cubicBezTo>
                      <a:pt x="4" y="4"/>
                      <a:pt x="10" y="0"/>
                      <a:pt x="16" y="1"/>
                    </a:cubicBezTo>
                    <a:cubicBezTo>
                      <a:pt x="22" y="2"/>
                      <a:pt x="26" y="8"/>
                      <a:pt x="25" y="14"/>
                    </a:cubicBezTo>
                    <a:cubicBezTo>
                      <a:pt x="24" y="19"/>
                      <a:pt x="23" y="25"/>
                      <a:pt x="22" y="30"/>
                    </a:cubicBezTo>
                    <a:cubicBezTo>
                      <a:pt x="21" y="48"/>
                      <a:pt x="22" y="66"/>
                      <a:pt x="22" y="84"/>
                    </a:cubicBezTo>
                    <a:cubicBezTo>
                      <a:pt x="22" y="105"/>
                      <a:pt x="23" y="124"/>
                      <a:pt x="23" y="144"/>
                    </a:cubicBezTo>
                    <a:cubicBezTo>
                      <a:pt x="23" y="150"/>
                      <a:pt x="18" y="154"/>
                      <a:pt x="13" y="154"/>
                    </a:cubicBezTo>
                    <a:lnTo>
                      <a:pt x="12" y="154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4" name="Google Shape;3534;p40">
                <a:extLst>
                  <a:ext uri="{FF2B5EF4-FFF2-40B4-BE49-F238E27FC236}">
                    <a16:creationId xmlns:a16="http://schemas.microsoft.com/office/drawing/2014/main" id="{66DE7901-9252-413F-AA08-9C828F6F42A9}"/>
                  </a:ext>
                </a:extLst>
              </p:cNvPr>
              <p:cNvSpPr/>
              <p:nvPr/>
            </p:nvSpPr>
            <p:spPr>
              <a:xfrm>
                <a:off x="960120" y="4678560"/>
                <a:ext cx="9360" cy="21240"/>
              </a:xfrm>
              <a:custGeom>
                <a:avLst/>
                <a:gdLst/>
                <a:ahLst/>
                <a:cxnLst/>
                <a:rect l="l" t="t" r="r" b="b"/>
                <a:pathLst>
                  <a:path w="26" h="59" extrusionOk="0">
                    <a:moveTo>
                      <a:pt x="12" y="58"/>
                    </a:moveTo>
                    <a:cubicBezTo>
                      <a:pt x="6" y="58"/>
                      <a:pt x="1" y="53"/>
                      <a:pt x="1" y="48"/>
                    </a:cubicBezTo>
                    <a:cubicBezTo>
                      <a:pt x="1" y="35"/>
                      <a:pt x="0" y="23"/>
                      <a:pt x="2" y="10"/>
                    </a:cubicBezTo>
                    <a:cubicBezTo>
                      <a:pt x="3" y="4"/>
                      <a:pt x="9" y="0"/>
                      <a:pt x="15" y="1"/>
                    </a:cubicBezTo>
                    <a:cubicBezTo>
                      <a:pt x="21" y="2"/>
                      <a:pt x="25" y="7"/>
                      <a:pt x="24" y="14"/>
                    </a:cubicBezTo>
                    <a:cubicBezTo>
                      <a:pt x="24" y="16"/>
                      <a:pt x="24" y="18"/>
                      <a:pt x="23" y="20"/>
                    </a:cubicBezTo>
                    <a:cubicBezTo>
                      <a:pt x="22" y="29"/>
                      <a:pt x="22" y="38"/>
                      <a:pt x="23" y="48"/>
                    </a:cubicBezTo>
                    <a:cubicBezTo>
                      <a:pt x="23" y="53"/>
                      <a:pt x="18" y="58"/>
                      <a:pt x="12" y="5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5" name="Google Shape;3535;p40">
                <a:extLst>
                  <a:ext uri="{FF2B5EF4-FFF2-40B4-BE49-F238E27FC236}">
                    <a16:creationId xmlns:a16="http://schemas.microsoft.com/office/drawing/2014/main" id="{8C2129DC-5782-E90D-F645-116469DE260F}"/>
                  </a:ext>
                </a:extLst>
              </p:cNvPr>
              <p:cNvSpPr/>
              <p:nvPr/>
            </p:nvSpPr>
            <p:spPr>
              <a:xfrm>
                <a:off x="556920" y="3749040"/>
                <a:ext cx="16920" cy="1121400"/>
              </a:xfrm>
              <a:custGeom>
                <a:avLst/>
                <a:gdLst/>
                <a:ahLst/>
                <a:cxnLst/>
                <a:rect l="l" t="t" r="r" b="b"/>
                <a:pathLst>
                  <a:path w="47" h="3115" extrusionOk="0">
                    <a:moveTo>
                      <a:pt x="34" y="3114"/>
                    </a:moveTo>
                    <a:cubicBezTo>
                      <a:pt x="28" y="3114"/>
                      <a:pt x="24" y="3109"/>
                      <a:pt x="24" y="3103"/>
                    </a:cubicBezTo>
                    <a:cubicBezTo>
                      <a:pt x="24" y="3088"/>
                      <a:pt x="23" y="3072"/>
                      <a:pt x="23" y="3058"/>
                    </a:cubicBezTo>
                    <a:cubicBezTo>
                      <a:pt x="23" y="3044"/>
                      <a:pt x="23" y="3030"/>
                      <a:pt x="23" y="3016"/>
                    </a:cubicBezTo>
                    <a:cubicBezTo>
                      <a:pt x="23" y="3001"/>
                      <a:pt x="23" y="2986"/>
                      <a:pt x="23" y="2971"/>
                    </a:cubicBezTo>
                    <a:cubicBezTo>
                      <a:pt x="23" y="2956"/>
                      <a:pt x="23" y="2941"/>
                      <a:pt x="23" y="2926"/>
                    </a:cubicBezTo>
                    <a:cubicBezTo>
                      <a:pt x="23" y="2863"/>
                      <a:pt x="23" y="2800"/>
                      <a:pt x="22" y="2737"/>
                    </a:cubicBezTo>
                    <a:cubicBezTo>
                      <a:pt x="21" y="2606"/>
                      <a:pt x="21" y="2475"/>
                      <a:pt x="20" y="2343"/>
                    </a:cubicBezTo>
                    <a:cubicBezTo>
                      <a:pt x="18" y="2208"/>
                      <a:pt x="18" y="2073"/>
                      <a:pt x="17" y="1939"/>
                    </a:cubicBezTo>
                    <a:cubicBezTo>
                      <a:pt x="16" y="1808"/>
                      <a:pt x="15" y="1678"/>
                      <a:pt x="14" y="1547"/>
                    </a:cubicBezTo>
                    <a:cubicBezTo>
                      <a:pt x="13" y="1415"/>
                      <a:pt x="12" y="1283"/>
                      <a:pt x="11" y="1150"/>
                    </a:cubicBezTo>
                    <a:cubicBezTo>
                      <a:pt x="10" y="1018"/>
                      <a:pt x="9" y="885"/>
                      <a:pt x="7" y="753"/>
                    </a:cubicBezTo>
                    <a:cubicBezTo>
                      <a:pt x="6" y="620"/>
                      <a:pt x="5" y="486"/>
                      <a:pt x="4" y="353"/>
                    </a:cubicBezTo>
                    <a:cubicBezTo>
                      <a:pt x="4" y="294"/>
                      <a:pt x="3" y="237"/>
                      <a:pt x="2" y="179"/>
                    </a:cubicBezTo>
                    <a:cubicBezTo>
                      <a:pt x="2" y="151"/>
                      <a:pt x="2" y="121"/>
                      <a:pt x="2" y="93"/>
                    </a:cubicBezTo>
                    <a:cubicBezTo>
                      <a:pt x="1" y="78"/>
                      <a:pt x="1" y="63"/>
                      <a:pt x="1" y="49"/>
                    </a:cubicBezTo>
                    <a:cubicBezTo>
                      <a:pt x="0" y="36"/>
                      <a:pt x="0" y="24"/>
                      <a:pt x="0" y="11"/>
                    </a:cubicBezTo>
                    <a:cubicBezTo>
                      <a:pt x="0" y="5"/>
                      <a:pt x="5" y="0"/>
                      <a:pt x="12" y="0"/>
                    </a:cubicBezTo>
                    <a:cubicBezTo>
                      <a:pt x="17" y="0"/>
                      <a:pt x="22" y="5"/>
                      <a:pt x="22" y="11"/>
                    </a:cubicBezTo>
                    <a:cubicBezTo>
                      <a:pt x="22" y="25"/>
                      <a:pt x="22" y="38"/>
                      <a:pt x="22" y="51"/>
                    </a:cubicBezTo>
                    <a:cubicBezTo>
                      <a:pt x="22" y="68"/>
                      <a:pt x="22" y="85"/>
                      <a:pt x="22" y="101"/>
                    </a:cubicBezTo>
                    <a:cubicBezTo>
                      <a:pt x="22" y="134"/>
                      <a:pt x="22" y="167"/>
                      <a:pt x="23" y="200"/>
                    </a:cubicBezTo>
                    <a:cubicBezTo>
                      <a:pt x="23" y="265"/>
                      <a:pt x="23" y="329"/>
                      <a:pt x="24" y="394"/>
                    </a:cubicBezTo>
                    <a:cubicBezTo>
                      <a:pt x="24" y="526"/>
                      <a:pt x="25" y="659"/>
                      <a:pt x="26" y="793"/>
                    </a:cubicBezTo>
                    <a:cubicBezTo>
                      <a:pt x="27" y="926"/>
                      <a:pt x="28" y="1059"/>
                      <a:pt x="29" y="1193"/>
                    </a:cubicBezTo>
                    <a:cubicBezTo>
                      <a:pt x="30" y="1323"/>
                      <a:pt x="31" y="1454"/>
                      <a:pt x="32" y="1585"/>
                    </a:cubicBezTo>
                    <a:cubicBezTo>
                      <a:pt x="33" y="1719"/>
                      <a:pt x="34" y="1852"/>
                      <a:pt x="35" y="1986"/>
                    </a:cubicBezTo>
                    <a:cubicBezTo>
                      <a:pt x="36" y="2119"/>
                      <a:pt x="37" y="2251"/>
                      <a:pt x="38" y="2383"/>
                    </a:cubicBezTo>
                    <a:cubicBezTo>
                      <a:pt x="39" y="2514"/>
                      <a:pt x="41" y="2646"/>
                      <a:pt x="42" y="2778"/>
                    </a:cubicBezTo>
                    <a:cubicBezTo>
                      <a:pt x="42" y="2834"/>
                      <a:pt x="43" y="2890"/>
                      <a:pt x="44" y="2947"/>
                    </a:cubicBezTo>
                    <a:cubicBezTo>
                      <a:pt x="44" y="2959"/>
                      <a:pt x="45" y="2971"/>
                      <a:pt x="45" y="2984"/>
                    </a:cubicBezTo>
                    <a:cubicBezTo>
                      <a:pt x="45" y="2997"/>
                      <a:pt x="45" y="3011"/>
                      <a:pt x="45" y="3024"/>
                    </a:cubicBezTo>
                    <a:cubicBezTo>
                      <a:pt x="45" y="3036"/>
                      <a:pt x="45" y="3049"/>
                      <a:pt x="45" y="3061"/>
                    </a:cubicBezTo>
                    <a:cubicBezTo>
                      <a:pt x="45" y="3075"/>
                      <a:pt x="45" y="3089"/>
                      <a:pt x="46" y="3103"/>
                    </a:cubicBezTo>
                    <a:cubicBezTo>
                      <a:pt x="46" y="3109"/>
                      <a:pt x="41" y="3114"/>
                      <a:pt x="35" y="3114"/>
                    </a:cubicBezTo>
                    <a:lnTo>
                      <a:pt x="34" y="3114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6" name="Google Shape;3536;p40">
                <a:extLst>
                  <a:ext uri="{FF2B5EF4-FFF2-40B4-BE49-F238E27FC236}">
                    <a16:creationId xmlns:a16="http://schemas.microsoft.com/office/drawing/2014/main" id="{CD7B4731-B9D9-79EF-D351-8FEA3D49A137}"/>
                  </a:ext>
                </a:extLst>
              </p:cNvPr>
              <p:cNvSpPr/>
              <p:nvPr/>
            </p:nvSpPr>
            <p:spPr>
              <a:xfrm>
                <a:off x="542520" y="3746880"/>
                <a:ext cx="39960" cy="87120"/>
              </a:xfrm>
              <a:custGeom>
                <a:avLst/>
                <a:gdLst/>
                <a:ahLst/>
                <a:cxnLst/>
                <a:rect l="l" t="t" r="r" b="b"/>
                <a:pathLst>
                  <a:path w="111" h="242" extrusionOk="0">
                    <a:moveTo>
                      <a:pt x="12" y="241"/>
                    </a:moveTo>
                    <a:cubicBezTo>
                      <a:pt x="5" y="241"/>
                      <a:pt x="0" y="235"/>
                      <a:pt x="1" y="229"/>
                    </a:cubicBezTo>
                    <a:cubicBezTo>
                      <a:pt x="3" y="219"/>
                      <a:pt x="4" y="211"/>
                      <a:pt x="6" y="201"/>
                    </a:cubicBezTo>
                    <a:cubicBezTo>
                      <a:pt x="7" y="198"/>
                      <a:pt x="7" y="194"/>
                      <a:pt x="8" y="191"/>
                    </a:cubicBezTo>
                    <a:cubicBezTo>
                      <a:pt x="9" y="186"/>
                      <a:pt x="10" y="182"/>
                      <a:pt x="10" y="178"/>
                    </a:cubicBezTo>
                    <a:lnTo>
                      <a:pt x="10" y="179"/>
                    </a:lnTo>
                    <a:cubicBezTo>
                      <a:pt x="10" y="178"/>
                      <a:pt x="11" y="176"/>
                      <a:pt x="11" y="175"/>
                    </a:cubicBezTo>
                    <a:cubicBezTo>
                      <a:pt x="11" y="171"/>
                      <a:pt x="12" y="168"/>
                      <a:pt x="12" y="164"/>
                    </a:cubicBezTo>
                    <a:cubicBezTo>
                      <a:pt x="16" y="141"/>
                      <a:pt x="19" y="119"/>
                      <a:pt x="22" y="97"/>
                    </a:cubicBezTo>
                    <a:cubicBezTo>
                      <a:pt x="25" y="76"/>
                      <a:pt x="28" y="55"/>
                      <a:pt x="31" y="34"/>
                    </a:cubicBezTo>
                    <a:cubicBezTo>
                      <a:pt x="31" y="31"/>
                      <a:pt x="31" y="30"/>
                      <a:pt x="31" y="28"/>
                    </a:cubicBezTo>
                    <a:cubicBezTo>
                      <a:pt x="32" y="22"/>
                      <a:pt x="36" y="18"/>
                      <a:pt x="42" y="18"/>
                    </a:cubicBezTo>
                    <a:cubicBezTo>
                      <a:pt x="43" y="18"/>
                      <a:pt x="45" y="18"/>
                      <a:pt x="46" y="19"/>
                    </a:cubicBezTo>
                    <a:cubicBezTo>
                      <a:pt x="47" y="16"/>
                      <a:pt x="47" y="13"/>
                      <a:pt x="47" y="10"/>
                    </a:cubicBezTo>
                    <a:cubicBezTo>
                      <a:pt x="49" y="5"/>
                      <a:pt x="52" y="2"/>
                      <a:pt x="57" y="1"/>
                    </a:cubicBezTo>
                    <a:cubicBezTo>
                      <a:pt x="63" y="0"/>
                      <a:pt x="68" y="4"/>
                      <a:pt x="69" y="9"/>
                    </a:cubicBezTo>
                    <a:cubicBezTo>
                      <a:pt x="70" y="12"/>
                      <a:pt x="70" y="16"/>
                      <a:pt x="70" y="19"/>
                    </a:cubicBezTo>
                    <a:cubicBezTo>
                      <a:pt x="71" y="23"/>
                      <a:pt x="72" y="26"/>
                      <a:pt x="72" y="30"/>
                    </a:cubicBezTo>
                    <a:cubicBezTo>
                      <a:pt x="72" y="30"/>
                      <a:pt x="72" y="29"/>
                      <a:pt x="72" y="28"/>
                    </a:cubicBezTo>
                    <a:cubicBezTo>
                      <a:pt x="77" y="53"/>
                      <a:pt x="84" y="77"/>
                      <a:pt x="88" y="101"/>
                    </a:cubicBezTo>
                    <a:cubicBezTo>
                      <a:pt x="88" y="100"/>
                      <a:pt x="88" y="100"/>
                      <a:pt x="88" y="99"/>
                    </a:cubicBezTo>
                    <a:cubicBezTo>
                      <a:pt x="88" y="101"/>
                      <a:pt x="88" y="101"/>
                      <a:pt x="88" y="102"/>
                    </a:cubicBezTo>
                    <a:cubicBezTo>
                      <a:pt x="89" y="108"/>
                      <a:pt x="90" y="113"/>
                      <a:pt x="91" y="117"/>
                    </a:cubicBezTo>
                    <a:lnTo>
                      <a:pt x="91" y="116"/>
                    </a:lnTo>
                    <a:cubicBezTo>
                      <a:pt x="92" y="123"/>
                      <a:pt x="93" y="130"/>
                      <a:pt x="94" y="136"/>
                    </a:cubicBezTo>
                    <a:lnTo>
                      <a:pt x="94" y="137"/>
                    </a:lnTo>
                    <a:cubicBezTo>
                      <a:pt x="95" y="137"/>
                      <a:pt x="95" y="137"/>
                      <a:pt x="95" y="137"/>
                    </a:cubicBezTo>
                    <a:cubicBezTo>
                      <a:pt x="95" y="142"/>
                      <a:pt x="96" y="147"/>
                      <a:pt x="97" y="152"/>
                    </a:cubicBezTo>
                    <a:cubicBezTo>
                      <a:pt x="97" y="151"/>
                      <a:pt x="97" y="151"/>
                      <a:pt x="97" y="151"/>
                    </a:cubicBezTo>
                    <a:lnTo>
                      <a:pt x="97" y="152"/>
                    </a:lnTo>
                    <a:lnTo>
                      <a:pt x="97" y="151"/>
                    </a:lnTo>
                    <a:cubicBezTo>
                      <a:pt x="100" y="171"/>
                      <a:pt x="105" y="191"/>
                      <a:pt x="109" y="212"/>
                    </a:cubicBezTo>
                    <a:cubicBezTo>
                      <a:pt x="110" y="218"/>
                      <a:pt x="107" y="223"/>
                      <a:pt x="101" y="225"/>
                    </a:cubicBezTo>
                    <a:cubicBezTo>
                      <a:pt x="96" y="226"/>
                      <a:pt x="90" y="222"/>
                      <a:pt x="89" y="217"/>
                    </a:cubicBezTo>
                    <a:cubicBezTo>
                      <a:pt x="87" y="209"/>
                      <a:pt x="85" y="201"/>
                      <a:pt x="84" y="193"/>
                    </a:cubicBezTo>
                    <a:lnTo>
                      <a:pt x="84" y="194"/>
                    </a:lnTo>
                    <a:cubicBezTo>
                      <a:pt x="84" y="193"/>
                      <a:pt x="84" y="191"/>
                      <a:pt x="84" y="190"/>
                    </a:cubicBezTo>
                    <a:cubicBezTo>
                      <a:pt x="84" y="191"/>
                      <a:pt x="84" y="191"/>
                      <a:pt x="84" y="192"/>
                    </a:cubicBezTo>
                    <a:cubicBezTo>
                      <a:pt x="83" y="190"/>
                      <a:pt x="83" y="187"/>
                      <a:pt x="82" y="185"/>
                    </a:cubicBezTo>
                    <a:lnTo>
                      <a:pt x="82" y="186"/>
                    </a:lnTo>
                    <a:cubicBezTo>
                      <a:pt x="82" y="185"/>
                      <a:pt x="82" y="184"/>
                      <a:pt x="82" y="183"/>
                    </a:cubicBezTo>
                    <a:cubicBezTo>
                      <a:pt x="81" y="178"/>
                      <a:pt x="80" y="173"/>
                      <a:pt x="79" y="169"/>
                    </a:cubicBezTo>
                    <a:lnTo>
                      <a:pt x="80" y="170"/>
                    </a:lnTo>
                    <a:cubicBezTo>
                      <a:pt x="79" y="165"/>
                      <a:pt x="78" y="161"/>
                      <a:pt x="77" y="156"/>
                    </a:cubicBezTo>
                    <a:cubicBezTo>
                      <a:pt x="77" y="157"/>
                      <a:pt x="77" y="157"/>
                      <a:pt x="78" y="157"/>
                    </a:cubicBezTo>
                    <a:cubicBezTo>
                      <a:pt x="77" y="157"/>
                      <a:pt x="77" y="155"/>
                      <a:pt x="77" y="155"/>
                    </a:cubicBezTo>
                    <a:lnTo>
                      <a:pt x="77" y="156"/>
                    </a:lnTo>
                    <a:cubicBezTo>
                      <a:pt x="77" y="151"/>
                      <a:pt x="75" y="145"/>
                      <a:pt x="74" y="141"/>
                    </a:cubicBezTo>
                    <a:cubicBezTo>
                      <a:pt x="74" y="140"/>
                      <a:pt x="74" y="140"/>
                      <a:pt x="74" y="140"/>
                    </a:cubicBezTo>
                    <a:cubicBezTo>
                      <a:pt x="73" y="134"/>
                      <a:pt x="72" y="128"/>
                      <a:pt x="71" y="122"/>
                    </a:cubicBezTo>
                    <a:lnTo>
                      <a:pt x="71" y="123"/>
                    </a:lnTo>
                    <a:cubicBezTo>
                      <a:pt x="70" y="116"/>
                      <a:pt x="68" y="109"/>
                      <a:pt x="67" y="103"/>
                    </a:cubicBezTo>
                    <a:cubicBezTo>
                      <a:pt x="68" y="104"/>
                      <a:pt x="68" y="104"/>
                      <a:pt x="68" y="104"/>
                    </a:cubicBezTo>
                    <a:cubicBezTo>
                      <a:pt x="66" y="98"/>
                      <a:pt x="65" y="91"/>
                      <a:pt x="63" y="84"/>
                    </a:cubicBezTo>
                    <a:cubicBezTo>
                      <a:pt x="61" y="77"/>
                      <a:pt x="60" y="70"/>
                      <a:pt x="58" y="63"/>
                    </a:cubicBezTo>
                    <a:cubicBezTo>
                      <a:pt x="58" y="64"/>
                      <a:pt x="57" y="66"/>
                      <a:pt x="57" y="68"/>
                    </a:cubicBezTo>
                    <a:cubicBezTo>
                      <a:pt x="53" y="84"/>
                      <a:pt x="50" y="100"/>
                      <a:pt x="46" y="116"/>
                    </a:cubicBezTo>
                    <a:cubicBezTo>
                      <a:pt x="42" y="131"/>
                      <a:pt x="38" y="147"/>
                      <a:pt x="34" y="162"/>
                    </a:cubicBezTo>
                    <a:cubicBezTo>
                      <a:pt x="35" y="162"/>
                      <a:pt x="35" y="161"/>
                      <a:pt x="35" y="161"/>
                    </a:cubicBezTo>
                    <a:cubicBezTo>
                      <a:pt x="29" y="185"/>
                      <a:pt x="26" y="208"/>
                      <a:pt x="23" y="232"/>
                    </a:cubicBezTo>
                    <a:cubicBezTo>
                      <a:pt x="22" y="237"/>
                      <a:pt x="18" y="241"/>
                      <a:pt x="12" y="2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7" name="Google Shape;3537;p40">
                <a:extLst>
                  <a:ext uri="{FF2B5EF4-FFF2-40B4-BE49-F238E27FC236}">
                    <a16:creationId xmlns:a16="http://schemas.microsoft.com/office/drawing/2014/main" id="{F20BADDD-B24E-07DB-6570-E65B60405D82}"/>
                  </a:ext>
                </a:extLst>
              </p:cNvPr>
              <p:cNvSpPr/>
              <p:nvPr/>
            </p:nvSpPr>
            <p:spPr>
              <a:xfrm>
                <a:off x="16200" y="4703760"/>
                <a:ext cx="107784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2994" h="36" extrusionOk="0">
                    <a:moveTo>
                      <a:pt x="0" y="24"/>
                    </a:moveTo>
                    <a:cubicBezTo>
                      <a:pt x="1" y="18"/>
                      <a:pt x="6" y="14"/>
                      <a:pt x="12" y="14"/>
                    </a:cubicBezTo>
                    <a:cubicBezTo>
                      <a:pt x="26" y="13"/>
                      <a:pt x="41" y="14"/>
                      <a:pt x="55" y="14"/>
                    </a:cubicBezTo>
                    <a:cubicBezTo>
                      <a:pt x="71" y="14"/>
                      <a:pt x="87" y="14"/>
                      <a:pt x="103" y="14"/>
                    </a:cubicBezTo>
                    <a:cubicBezTo>
                      <a:pt x="134" y="14"/>
                      <a:pt x="165" y="14"/>
                      <a:pt x="197" y="14"/>
                    </a:cubicBezTo>
                    <a:cubicBezTo>
                      <a:pt x="259" y="13"/>
                      <a:pt x="322" y="13"/>
                      <a:pt x="384" y="13"/>
                    </a:cubicBezTo>
                    <a:cubicBezTo>
                      <a:pt x="510" y="13"/>
                      <a:pt x="635" y="11"/>
                      <a:pt x="761" y="11"/>
                    </a:cubicBezTo>
                    <a:cubicBezTo>
                      <a:pt x="887" y="11"/>
                      <a:pt x="1013" y="10"/>
                      <a:pt x="1139" y="10"/>
                    </a:cubicBezTo>
                    <a:cubicBezTo>
                      <a:pt x="1269" y="9"/>
                      <a:pt x="1398" y="8"/>
                      <a:pt x="1528" y="8"/>
                    </a:cubicBezTo>
                    <a:cubicBezTo>
                      <a:pt x="1655" y="7"/>
                      <a:pt x="1781" y="7"/>
                      <a:pt x="1907" y="6"/>
                    </a:cubicBezTo>
                    <a:cubicBezTo>
                      <a:pt x="2034" y="6"/>
                      <a:pt x="2160" y="6"/>
                      <a:pt x="2287" y="5"/>
                    </a:cubicBezTo>
                    <a:cubicBezTo>
                      <a:pt x="2415" y="4"/>
                      <a:pt x="2542" y="4"/>
                      <a:pt x="2669" y="3"/>
                    </a:cubicBezTo>
                    <a:cubicBezTo>
                      <a:pt x="2720" y="3"/>
                      <a:pt x="2771" y="3"/>
                      <a:pt x="2822" y="2"/>
                    </a:cubicBezTo>
                    <a:cubicBezTo>
                      <a:pt x="2848" y="2"/>
                      <a:pt x="2875" y="1"/>
                      <a:pt x="2901" y="1"/>
                    </a:cubicBezTo>
                    <a:cubicBezTo>
                      <a:pt x="2928" y="1"/>
                      <a:pt x="2956" y="1"/>
                      <a:pt x="2983" y="0"/>
                    </a:cubicBezTo>
                    <a:cubicBezTo>
                      <a:pt x="2989" y="0"/>
                      <a:pt x="2993" y="6"/>
                      <a:pt x="2993" y="11"/>
                    </a:cubicBezTo>
                    <a:cubicBezTo>
                      <a:pt x="2993" y="17"/>
                      <a:pt x="2988" y="22"/>
                      <a:pt x="2982" y="22"/>
                    </a:cubicBezTo>
                    <a:cubicBezTo>
                      <a:pt x="2950" y="21"/>
                      <a:pt x="2918" y="21"/>
                      <a:pt x="2885" y="21"/>
                    </a:cubicBezTo>
                    <a:cubicBezTo>
                      <a:pt x="2854" y="22"/>
                      <a:pt x="2824" y="22"/>
                      <a:pt x="2793" y="22"/>
                    </a:cubicBezTo>
                    <a:cubicBezTo>
                      <a:pt x="2730" y="22"/>
                      <a:pt x="2667" y="22"/>
                      <a:pt x="2604" y="22"/>
                    </a:cubicBezTo>
                    <a:cubicBezTo>
                      <a:pt x="2476" y="22"/>
                      <a:pt x="2348" y="24"/>
                      <a:pt x="2220" y="24"/>
                    </a:cubicBezTo>
                    <a:cubicBezTo>
                      <a:pt x="2094" y="25"/>
                      <a:pt x="1967" y="25"/>
                      <a:pt x="1842" y="26"/>
                    </a:cubicBezTo>
                    <a:cubicBezTo>
                      <a:pt x="1713" y="26"/>
                      <a:pt x="1585" y="27"/>
                      <a:pt x="1456" y="28"/>
                    </a:cubicBezTo>
                    <a:cubicBezTo>
                      <a:pt x="1394" y="28"/>
                      <a:pt x="1331" y="28"/>
                      <a:pt x="1269" y="29"/>
                    </a:cubicBezTo>
                    <a:cubicBezTo>
                      <a:pt x="1204" y="29"/>
                      <a:pt x="1139" y="29"/>
                      <a:pt x="1075" y="29"/>
                    </a:cubicBezTo>
                    <a:cubicBezTo>
                      <a:pt x="949" y="30"/>
                      <a:pt x="823" y="31"/>
                      <a:pt x="697" y="31"/>
                    </a:cubicBezTo>
                    <a:cubicBezTo>
                      <a:pt x="635" y="32"/>
                      <a:pt x="573" y="32"/>
                      <a:pt x="510" y="32"/>
                    </a:cubicBezTo>
                    <a:cubicBezTo>
                      <a:pt x="447" y="32"/>
                      <a:pt x="383" y="33"/>
                      <a:pt x="319" y="33"/>
                    </a:cubicBezTo>
                    <a:cubicBezTo>
                      <a:pt x="266" y="34"/>
                      <a:pt x="214" y="34"/>
                      <a:pt x="161" y="34"/>
                    </a:cubicBezTo>
                    <a:cubicBezTo>
                      <a:pt x="136" y="34"/>
                      <a:pt x="111" y="35"/>
                      <a:pt x="86" y="35"/>
                    </a:cubicBezTo>
                    <a:cubicBezTo>
                      <a:pt x="61" y="35"/>
                      <a:pt x="37" y="35"/>
                      <a:pt x="11" y="35"/>
                    </a:cubicBezTo>
                    <a:cubicBezTo>
                      <a:pt x="6" y="35"/>
                      <a:pt x="0" y="30"/>
                      <a:pt x="0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8" name="Google Shape;3538;p40">
                <a:extLst>
                  <a:ext uri="{FF2B5EF4-FFF2-40B4-BE49-F238E27FC236}">
                    <a16:creationId xmlns:a16="http://schemas.microsoft.com/office/drawing/2014/main" id="{F6061C39-FD0E-E2E4-00CA-1E18BD6EBDEC}"/>
                  </a:ext>
                </a:extLst>
              </p:cNvPr>
              <p:cNvSpPr/>
              <p:nvPr/>
            </p:nvSpPr>
            <p:spPr>
              <a:xfrm>
                <a:off x="1049040" y="4692960"/>
                <a:ext cx="71280" cy="40680"/>
              </a:xfrm>
              <a:custGeom>
                <a:avLst/>
                <a:gdLst/>
                <a:ahLst/>
                <a:cxnLst/>
                <a:rect l="l" t="t" r="r" b="b"/>
                <a:pathLst>
                  <a:path w="198" h="113" extrusionOk="0">
                    <a:moveTo>
                      <a:pt x="21" y="108"/>
                    </a:moveTo>
                    <a:cubicBezTo>
                      <a:pt x="17" y="104"/>
                      <a:pt x="17" y="97"/>
                      <a:pt x="21" y="93"/>
                    </a:cubicBezTo>
                    <a:cubicBezTo>
                      <a:pt x="29" y="86"/>
                      <a:pt x="39" y="79"/>
                      <a:pt x="49" y="74"/>
                    </a:cubicBezTo>
                    <a:cubicBezTo>
                      <a:pt x="53" y="72"/>
                      <a:pt x="58" y="69"/>
                      <a:pt x="63" y="67"/>
                    </a:cubicBezTo>
                    <a:cubicBezTo>
                      <a:pt x="67" y="65"/>
                      <a:pt x="71" y="63"/>
                      <a:pt x="76" y="61"/>
                    </a:cubicBezTo>
                    <a:cubicBezTo>
                      <a:pt x="81" y="59"/>
                      <a:pt x="85" y="58"/>
                      <a:pt x="90" y="57"/>
                    </a:cubicBezTo>
                    <a:cubicBezTo>
                      <a:pt x="100" y="53"/>
                      <a:pt x="110" y="50"/>
                      <a:pt x="120" y="47"/>
                    </a:cubicBezTo>
                    <a:cubicBezTo>
                      <a:pt x="125" y="45"/>
                      <a:pt x="130" y="43"/>
                      <a:pt x="135" y="41"/>
                    </a:cubicBezTo>
                    <a:cubicBezTo>
                      <a:pt x="133" y="41"/>
                      <a:pt x="131" y="41"/>
                      <a:pt x="130" y="41"/>
                    </a:cubicBezTo>
                    <a:cubicBezTo>
                      <a:pt x="123" y="41"/>
                      <a:pt x="117" y="40"/>
                      <a:pt x="110" y="40"/>
                    </a:cubicBezTo>
                    <a:cubicBezTo>
                      <a:pt x="99" y="38"/>
                      <a:pt x="88" y="36"/>
                      <a:pt x="77" y="34"/>
                    </a:cubicBezTo>
                    <a:cubicBezTo>
                      <a:pt x="66" y="33"/>
                      <a:pt x="54" y="30"/>
                      <a:pt x="43" y="28"/>
                    </a:cubicBezTo>
                    <a:lnTo>
                      <a:pt x="42" y="28"/>
                    </a:lnTo>
                    <a:cubicBezTo>
                      <a:pt x="43" y="28"/>
                      <a:pt x="43" y="28"/>
                      <a:pt x="43" y="28"/>
                    </a:cubicBezTo>
                    <a:cubicBezTo>
                      <a:pt x="35" y="26"/>
                      <a:pt x="28" y="24"/>
                      <a:pt x="21" y="23"/>
                    </a:cubicBezTo>
                    <a:cubicBezTo>
                      <a:pt x="18" y="24"/>
                      <a:pt x="16" y="24"/>
                      <a:pt x="14" y="23"/>
                    </a:cubicBezTo>
                    <a:cubicBezTo>
                      <a:pt x="11" y="23"/>
                      <a:pt x="8" y="22"/>
                      <a:pt x="6" y="20"/>
                    </a:cubicBezTo>
                    <a:cubicBezTo>
                      <a:pt x="3" y="18"/>
                      <a:pt x="0" y="14"/>
                      <a:pt x="2" y="9"/>
                    </a:cubicBezTo>
                    <a:cubicBezTo>
                      <a:pt x="2" y="5"/>
                      <a:pt x="6" y="1"/>
                      <a:pt x="11" y="0"/>
                    </a:cubicBezTo>
                    <a:cubicBezTo>
                      <a:pt x="15" y="0"/>
                      <a:pt x="19" y="1"/>
                      <a:pt x="23" y="2"/>
                    </a:cubicBezTo>
                    <a:cubicBezTo>
                      <a:pt x="27" y="2"/>
                      <a:pt x="29" y="3"/>
                      <a:pt x="33" y="3"/>
                    </a:cubicBezTo>
                    <a:cubicBezTo>
                      <a:pt x="38" y="5"/>
                      <a:pt x="43" y="6"/>
                      <a:pt x="48" y="7"/>
                    </a:cubicBezTo>
                    <a:cubicBezTo>
                      <a:pt x="47" y="7"/>
                      <a:pt x="46" y="7"/>
                      <a:pt x="46" y="7"/>
                    </a:cubicBezTo>
                    <a:cubicBezTo>
                      <a:pt x="52" y="8"/>
                      <a:pt x="57" y="9"/>
                      <a:pt x="63" y="10"/>
                    </a:cubicBezTo>
                    <a:cubicBezTo>
                      <a:pt x="74" y="13"/>
                      <a:pt x="84" y="15"/>
                      <a:pt x="95" y="16"/>
                    </a:cubicBezTo>
                    <a:cubicBezTo>
                      <a:pt x="104" y="18"/>
                      <a:pt x="114" y="19"/>
                      <a:pt x="124" y="20"/>
                    </a:cubicBezTo>
                    <a:cubicBezTo>
                      <a:pt x="133" y="21"/>
                      <a:pt x="142" y="21"/>
                      <a:pt x="151" y="21"/>
                    </a:cubicBezTo>
                    <a:cubicBezTo>
                      <a:pt x="161" y="22"/>
                      <a:pt x="169" y="22"/>
                      <a:pt x="178" y="22"/>
                    </a:cubicBezTo>
                    <a:cubicBezTo>
                      <a:pt x="185" y="22"/>
                      <a:pt x="193" y="23"/>
                      <a:pt x="195" y="30"/>
                    </a:cubicBezTo>
                    <a:cubicBezTo>
                      <a:pt x="197" y="34"/>
                      <a:pt x="196" y="39"/>
                      <a:pt x="193" y="43"/>
                    </a:cubicBezTo>
                    <a:cubicBezTo>
                      <a:pt x="190" y="46"/>
                      <a:pt x="186" y="48"/>
                      <a:pt x="181" y="49"/>
                    </a:cubicBezTo>
                    <a:cubicBezTo>
                      <a:pt x="172" y="52"/>
                      <a:pt x="162" y="55"/>
                      <a:pt x="153" y="58"/>
                    </a:cubicBezTo>
                    <a:cubicBezTo>
                      <a:pt x="152" y="58"/>
                      <a:pt x="152" y="58"/>
                      <a:pt x="152" y="58"/>
                    </a:cubicBezTo>
                    <a:lnTo>
                      <a:pt x="153" y="58"/>
                    </a:lnTo>
                    <a:cubicBezTo>
                      <a:pt x="152" y="58"/>
                      <a:pt x="151" y="58"/>
                      <a:pt x="151" y="59"/>
                    </a:cubicBezTo>
                    <a:lnTo>
                      <a:pt x="150" y="59"/>
                    </a:lnTo>
                    <a:lnTo>
                      <a:pt x="149" y="59"/>
                    </a:lnTo>
                    <a:lnTo>
                      <a:pt x="148" y="59"/>
                    </a:lnTo>
                    <a:lnTo>
                      <a:pt x="147" y="60"/>
                    </a:lnTo>
                    <a:lnTo>
                      <a:pt x="147" y="59"/>
                    </a:lnTo>
                    <a:cubicBezTo>
                      <a:pt x="147" y="60"/>
                      <a:pt x="147" y="60"/>
                      <a:pt x="146" y="60"/>
                    </a:cubicBezTo>
                    <a:cubicBezTo>
                      <a:pt x="145" y="61"/>
                      <a:pt x="143" y="61"/>
                      <a:pt x="142" y="62"/>
                    </a:cubicBezTo>
                    <a:cubicBezTo>
                      <a:pt x="142" y="61"/>
                      <a:pt x="142" y="61"/>
                      <a:pt x="142" y="61"/>
                    </a:cubicBezTo>
                    <a:lnTo>
                      <a:pt x="142" y="62"/>
                    </a:lnTo>
                    <a:cubicBezTo>
                      <a:pt x="141" y="62"/>
                      <a:pt x="141" y="62"/>
                      <a:pt x="141" y="62"/>
                    </a:cubicBezTo>
                    <a:lnTo>
                      <a:pt x="140" y="62"/>
                    </a:lnTo>
                    <a:cubicBezTo>
                      <a:pt x="135" y="64"/>
                      <a:pt x="131" y="65"/>
                      <a:pt x="126" y="66"/>
                    </a:cubicBezTo>
                    <a:cubicBezTo>
                      <a:pt x="127" y="66"/>
                      <a:pt x="127" y="66"/>
                      <a:pt x="127" y="66"/>
                    </a:cubicBezTo>
                    <a:cubicBezTo>
                      <a:pt x="117" y="69"/>
                      <a:pt x="107" y="72"/>
                      <a:pt x="98" y="76"/>
                    </a:cubicBezTo>
                    <a:cubicBezTo>
                      <a:pt x="94" y="77"/>
                      <a:pt x="89" y="79"/>
                      <a:pt x="85" y="80"/>
                    </a:cubicBezTo>
                    <a:cubicBezTo>
                      <a:pt x="80" y="82"/>
                      <a:pt x="76" y="84"/>
                      <a:pt x="71" y="86"/>
                    </a:cubicBezTo>
                    <a:cubicBezTo>
                      <a:pt x="64" y="90"/>
                      <a:pt x="57" y="93"/>
                      <a:pt x="50" y="97"/>
                    </a:cubicBezTo>
                    <a:cubicBezTo>
                      <a:pt x="47" y="99"/>
                      <a:pt x="44" y="101"/>
                      <a:pt x="41" y="104"/>
                    </a:cubicBezTo>
                    <a:cubicBezTo>
                      <a:pt x="39" y="105"/>
                      <a:pt x="38" y="107"/>
                      <a:pt x="36" y="109"/>
                    </a:cubicBezTo>
                    <a:cubicBezTo>
                      <a:pt x="34" y="111"/>
                      <a:pt x="31" y="112"/>
                      <a:pt x="29" y="112"/>
                    </a:cubicBezTo>
                    <a:cubicBezTo>
                      <a:pt x="26" y="112"/>
                      <a:pt x="23" y="111"/>
                      <a:pt x="21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9" name="Google Shape;3539;p40">
                <a:extLst>
                  <a:ext uri="{FF2B5EF4-FFF2-40B4-BE49-F238E27FC236}">
                    <a16:creationId xmlns:a16="http://schemas.microsoft.com/office/drawing/2014/main" id="{11D21CEC-277F-2548-EA0E-3B60E1FD882E}"/>
                  </a:ext>
                </a:extLst>
              </p:cNvPr>
              <p:cNvSpPr/>
              <p:nvPr/>
            </p:nvSpPr>
            <p:spPr>
              <a:xfrm>
                <a:off x="193680" y="4141800"/>
                <a:ext cx="56520" cy="121320"/>
              </a:xfrm>
              <a:custGeom>
                <a:avLst/>
                <a:gdLst/>
                <a:ahLst/>
                <a:cxnLst/>
                <a:rect l="l" t="t" r="r" b="b"/>
                <a:pathLst>
                  <a:path w="157" h="337" extrusionOk="0">
                    <a:moveTo>
                      <a:pt x="25" y="335"/>
                    </a:moveTo>
                    <a:cubicBezTo>
                      <a:pt x="22" y="335"/>
                      <a:pt x="20" y="334"/>
                      <a:pt x="17" y="333"/>
                    </a:cubicBezTo>
                    <a:cubicBezTo>
                      <a:pt x="15" y="332"/>
                      <a:pt x="13" y="330"/>
                      <a:pt x="11" y="328"/>
                    </a:cubicBezTo>
                    <a:cubicBezTo>
                      <a:pt x="7" y="324"/>
                      <a:pt x="4" y="319"/>
                      <a:pt x="3" y="313"/>
                    </a:cubicBezTo>
                    <a:cubicBezTo>
                      <a:pt x="1" y="307"/>
                      <a:pt x="0" y="301"/>
                      <a:pt x="0" y="294"/>
                    </a:cubicBezTo>
                    <a:cubicBezTo>
                      <a:pt x="0" y="288"/>
                      <a:pt x="3" y="283"/>
                      <a:pt x="9" y="282"/>
                    </a:cubicBezTo>
                    <a:cubicBezTo>
                      <a:pt x="14" y="282"/>
                      <a:pt x="20" y="286"/>
                      <a:pt x="21" y="292"/>
                    </a:cubicBezTo>
                    <a:cubicBezTo>
                      <a:pt x="21" y="295"/>
                      <a:pt x="21" y="297"/>
                      <a:pt x="21" y="300"/>
                    </a:cubicBezTo>
                    <a:cubicBezTo>
                      <a:pt x="22" y="302"/>
                      <a:pt x="22" y="303"/>
                      <a:pt x="23" y="305"/>
                    </a:cubicBezTo>
                    <a:cubicBezTo>
                      <a:pt x="23" y="307"/>
                      <a:pt x="24" y="308"/>
                      <a:pt x="24" y="309"/>
                    </a:cubicBezTo>
                    <a:cubicBezTo>
                      <a:pt x="25" y="310"/>
                      <a:pt x="25" y="311"/>
                      <a:pt x="26" y="312"/>
                    </a:cubicBezTo>
                    <a:cubicBezTo>
                      <a:pt x="26" y="313"/>
                      <a:pt x="27" y="313"/>
                      <a:pt x="27" y="313"/>
                    </a:cubicBezTo>
                    <a:cubicBezTo>
                      <a:pt x="28" y="314"/>
                      <a:pt x="28" y="314"/>
                      <a:pt x="29" y="314"/>
                    </a:cubicBezTo>
                    <a:lnTo>
                      <a:pt x="30" y="314"/>
                    </a:lnTo>
                    <a:cubicBezTo>
                      <a:pt x="31" y="315"/>
                      <a:pt x="31" y="315"/>
                      <a:pt x="31" y="315"/>
                    </a:cubicBezTo>
                    <a:lnTo>
                      <a:pt x="32" y="315"/>
                    </a:lnTo>
                    <a:cubicBezTo>
                      <a:pt x="32" y="314"/>
                      <a:pt x="32" y="314"/>
                      <a:pt x="32" y="314"/>
                    </a:cubicBezTo>
                    <a:lnTo>
                      <a:pt x="32" y="313"/>
                    </a:lnTo>
                    <a:cubicBezTo>
                      <a:pt x="33" y="313"/>
                      <a:pt x="34" y="312"/>
                      <a:pt x="34" y="312"/>
                    </a:cubicBezTo>
                    <a:cubicBezTo>
                      <a:pt x="36" y="309"/>
                      <a:pt x="38" y="306"/>
                      <a:pt x="39" y="303"/>
                    </a:cubicBezTo>
                    <a:cubicBezTo>
                      <a:pt x="41" y="298"/>
                      <a:pt x="43" y="294"/>
                      <a:pt x="45" y="289"/>
                    </a:cubicBezTo>
                    <a:cubicBezTo>
                      <a:pt x="47" y="284"/>
                      <a:pt x="49" y="278"/>
                      <a:pt x="50" y="273"/>
                    </a:cubicBezTo>
                    <a:cubicBezTo>
                      <a:pt x="50" y="274"/>
                      <a:pt x="49" y="274"/>
                      <a:pt x="49" y="274"/>
                    </a:cubicBezTo>
                    <a:cubicBezTo>
                      <a:pt x="54" y="252"/>
                      <a:pt x="58" y="229"/>
                      <a:pt x="61" y="207"/>
                    </a:cubicBezTo>
                    <a:cubicBezTo>
                      <a:pt x="65" y="183"/>
                      <a:pt x="68" y="161"/>
                      <a:pt x="73" y="137"/>
                    </a:cubicBezTo>
                    <a:cubicBezTo>
                      <a:pt x="74" y="127"/>
                      <a:pt x="76" y="116"/>
                      <a:pt x="78" y="106"/>
                    </a:cubicBezTo>
                    <a:cubicBezTo>
                      <a:pt x="80" y="101"/>
                      <a:pt x="81" y="95"/>
                      <a:pt x="82" y="90"/>
                    </a:cubicBezTo>
                    <a:cubicBezTo>
                      <a:pt x="83" y="84"/>
                      <a:pt x="84" y="79"/>
                      <a:pt x="86" y="73"/>
                    </a:cubicBezTo>
                    <a:cubicBezTo>
                      <a:pt x="89" y="64"/>
                      <a:pt x="92" y="55"/>
                      <a:pt x="96" y="46"/>
                    </a:cubicBezTo>
                    <a:cubicBezTo>
                      <a:pt x="100" y="39"/>
                      <a:pt x="103" y="33"/>
                      <a:pt x="108" y="26"/>
                    </a:cubicBezTo>
                    <a:cubicBezTo>
                      <a:pt x="111" y="20"/>
                      <a:pt x="115" y="14"/>
                      <a:pt x="120" y="9"/>
                    </a:cubicBezTo>
                    <a:cubicBezTo>
                      <a:pt x="122" y="7"/>
                      <a:pt x="125" y="5"/>
                      <a:pt x="127" y="4"/>
                    </a:cubicBezTo>
                    <a:cubicBezTo>
                      <a:pt x="130" y="2"/>
                      <a:pt x="133" y="1"/>
                      <a:pt x="135" y="1"/>
                    </a:cubicBezTo>
                    <a:cubicBezTo>
                      <a:pt x="141" y="0"/>
                      <a:pt x="148" y="2"/>
                      <a:pt x="152" y="7"/>
                    </a:cubicBezTo>
                    <a:cubicBezTo>
                      <a:pt x="155" y="11"/>
                      <a:pt x="156" y="17"/>
                      <a:pt x="156" y="23"/>
                    </a:cubicBezTo>
                    <a:cubicBezTo>
                      <a:pt x="156" y="30"/>
                      <a:pt x="156" y="37"/>
                      <a:pt x="154" y="44"/>
                    </a:cubicBezTo>
                    <a:cubicBezTo>
                      <a:pt x="152" y="49"/>
                      <a:pt x="151" y="53"/>
                      <a:pt x="150" y="59"/>
                    </a:cubicBezTo>
                    <a:cubicBezTo>
                      <a:pt x="149" y="62"/>
                      <a:pt x="148" y="66"/>
                      <a:pt x="147" y="70"/>
                    </a:cubicBezTo>
                    <a:cubicBezTo>
                      <a:pt x="146" y="72"/>
                      <a:pt x="145" y="73"/>
                      <a:pt x="144" y="75"/>
                    </a:cubicBezTo>
                    <a:cubicBezTo>
                      <a:pt x="144" y="76"/>
                      <a:pt x="144" y="77"/>
                      <a:pt x="142" y="79"/>
                    </a:cubicBezTo>
                    <a:cubicBezTo>
                      <a:pt x="141" y="81"/>
                      <a:pt x="139" y="83"/>
                      <a:pt x="136" y="85"/>
                    </a:cubicBezTo>
                    <a:cubicBezTo>
                      <a:pt x="129" y="87"/>
                      <a:pt x="120" y="82"/>
                      <a:pt x="121" y="74"/>
                    </a:cubicBezTo>
                    <a:cubicBezTo>
                      <a:pt x="121" y="66"/>
                      <a:pt x="123" y="58"/>
                      <a:pt x="124" y="50"/>
                    </a:cubicBezTo>
                    <a:cubicBezTo>
                      <a:pt x="125" y="45"/>
                      <a:pt x="126" y="40"/>
                      <a:pt x="127" y="35"/>
                    </a:cubicBezTo>
                    <a:cubicBezTo>
                      <a:pt x="123" y="40"/>
                      <a:pt x="120" y="46"/>
                      <a:pt x="117" y="51"/>
                    </a:cubicBezTo>
                    <a:cubicBezTo>
                      <a:pt x="114" y="57"/>
                      <a:pt x="111" y="63"/>
                      <a:pt x="109" y="69"/>
                    </a:cubicBezTo>
                    <a:cubicBezTo>
                      <a:pt x="107" y="73"/>
                      <a:pt x="105" y="78"/>
                      <a:pt x="104" y="83"/>
                    </a:cubicBezTo>
                    <a:cubicBezTo>
                      <a:pt x="102" y="88"/>
                      <a:pt x="101" y="94"/>
                      <a:pt x="99" y="100"/>
                    </a:cubicBezTo>
                    <a:cubicBezTo>
                      <a:pt x="98" y="105"/>
                      <a:pt x="97" y="111"/>
                      <a:pt x="96" y="117"/>
                    </a:cubicBezTo>
                    <a:cubicBezTo>
                      <a:pt x="95" y="122"/>
                      <a:pt x="94" y="127"/>
                      <a:pt x="92" y="133"/>
                    </a:cubicBezTo>
                    <a:cubicBezTo>
                      <a:pt x="91" y="143"/>
                      <a:pt x="89" y="153"/>
                      <a:pt x="87" y="163"/>
                    </a:cubicBezTo>
                    <a:cubicBezTo>
                      <a:pt x="84" y="186"/>
                      <a:pt x="80" y="210"/>
                      <a:pt x="76" y="234"/>
                    </a:cubicBezTo>
                    <a:cubicBezTo>
                      <a:pt x="75" y="242"/>
                      <a:pt x="74" y="250"/>
                      <a:pt x="72" y="258"/>
                    </a:cubicBezTo>
                    <a:cubicBezTo>
                      <a:pt x="71" y="263"/>
                      <a:pt x="70" y="268"/>
                      <a:pt x="69" y="274"/>
                    </a:cubicBezTo>
                    <a:cubicBezTo>
                      <a:pt x="67" y="283"/>
                      <a:pt x="64" y="293"/>
                      <a:pt x="61" y="302"/>
                    </a:cubicBezTo>
                    <a:cubicBezTo>
                      <a:pt x="60" y="306"/>
                      <a:pt x="58" y="310"/>
                      <a:pt x="56" y="315"/>
                    </a:cubicBezTo>
                    <a:cubicBezTo>
                      <a:pt x="53" y="323"/>
                      <a:pt x="48" y="331"/>
                      <a:pt x="40" y="334"/>
                    </a:cubicBezTo>
                    <a:cubicBezTo>
                      <a:pt x="37" y="335"/>
                      <a:pt x="34" y="336"/>
                      <a:pt x="31" y="336"/>
                    </a:cubicBezTo>
                    <a:cubicBezTo>
                      <a:pt x="29" y="336"/>
                      <a:pt x="27" y="336"/>
                      <a:pt x="25" y="3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0" name="Google Shape;3540;p40">
                <a:extLst>
                  <a:ext uri="{FF2B5EF4-FFF2-40B4-BE49-F238E27FC236}">
                    <a16:creationId xmlns:a16="http://schemas.microsoft.com/office/drawing/2014/main" id="{21E64E5C-7FDD-24AD-419F-6975BA0881B5}"/>
                  </a:ext>
                </a:extLst>
              </p:cNvPr>
              <p:cNvSpPr/>
              <p:nvPr/>
            </p:nvSpPr>
            <p:spPr>
              <a:xfrm>
                <a:off x="196920" y="4198680"/>
                <a:ext cx="4140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35" extrusionOk="0">
                    <a:moveTo>
                      <a:pt x="23" y="33"/>
                    </a:moveTo>
                    <a:cubicBezTo>
                      <a:pt x="19" y="32"/>
                      <a:pt x="16" y="32"/>
                      <a:pt x="13" y="31"/>
                    </a:cubicBezTo>
                    <a:cubicBezTo>
                      <a:pt x="10" y="30"/>
                      <a:pt x="7" y="28"/>
                      <a:pt x="5" y="26"/>
                    </a:cubicBezTo>
                    <a:cubicBezTo>
                      <a:pt x="2" y="25"/>
                      <a:pt x="1" y="22"/>
                      <a:pt x="1" y="19"/>
                    </a:cubicBezTo>
                    <a:cubicBezTo>
                      <a:pt x="0" y="15"/>
                      <a:pt x="2" y="12"/>
                      <a:pt x="4" y="10"/>
                    </a:cubicBezTo>
                    <a:cubicBezTo>
                      <a:pt x="5" y="8"/>
                      <a:pt x="6" y="8"/>
                      <a:pt x="8" y="7"/>
                    </a:cubicBezTo>
                    <a:cubicBezTo>
                      <a:pt x="9" y="6"/>
                      <a:pt x="10" y="5"/>
                      <a:pt x="12" y="5"/>
                    </a:cubicBezTo>
                    <a:cubicBezTo>
                      <a:pt x="15" y="4"/>
                      <a:pt x="17" y="3"/>
                      <a:pt x="20" y="2"/>
                    </a:cubicBezTo>
                    <a:cubicBezTo>
                      <a:pt x="26" y="0"/>
                      <a:pt x="32" y="3"/>
                      <a:pt x="34" y="8"/>
                    </a:cubicBezTo>
                    <a:cubicBezTo>
                      <a:pt x="34" y="10"/>
                      <a:pt x="35" y="11"/>
                      <a:pt x="35" y="12"/>
                    </a:cubicBezTo>
                    <a:cubicBezTo>
                      <a:pt x="41" y="12"/>
                      <a:pt x="48" y="12"/>
                      <a:pt x="55" y="12"/>
                    </a:cubicBezTo>
                    <a:cubicBezTo>
                      <a:pt x="62" y="11"/>
                      <a:pt x="68" y="11"/>
                      <a:pt x="75" y="11"/>
                    </a:cubicBezTo>
                    <a:cubicBezTo>
                      <a:pt x="84" y="10"/>
                      <a:pt x="93" y="9"/>
                      <a:pt x="102" y="8"/>
                    </a:cubicBezTo>
                    <a:cubicBezTo>
                      <a:pt x="108" y="7"/>
                      <a:pt x="112" y="11"/>
                      <a:pt x="113" y="17"/>
                    </a:cubicBezTo>
                    <a:cubicBezTo>
                      <a:pt x="114" y="22"/>
                      <a:pt x="110" y="27"/>
                      <a:pt x="104" y="28"/>
                    </a:cubicBezTo>
                    <a:cubicBezTo>
                      <a:pt x="93" y="29"/>
                      <a:pt x="82" y="31"/>
                      <a:pt x="71" y="32"/>
                    </a:cubicBezTo>
                    <a:cubicBezTo>
                      <a:pt x="62" y="33"/>
                      <a:pt x="54" y="33"/>
                      <a:pt x="46" y="34"/>
                    </a:cubicBezTo>
                    <a:cubicBezTo>
                      <a:pt x="44" y="34"/>
                      <a:pt x="42" y="34"/>
                      <a:pt x="40" y="34"/>
                    </a:cubicBezTo>
                    <a:cubicBezTo>
                      <a:pt x="34" y="34"/>
                      <a:pt x="29" y="33"/>
                      <a:pt x="23" y="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1" name="Google Shape;3541;p40">
                <a:extLst>
                  <a:ext uri="{FF2B5EF4-FFF2-40B4-BE49-F238E27FC236}">
                    <a16:creationId xmlns:a16="http://schemas.microsoft.com/office/drawing/2014/main" id="{71117D7F-2E34-CD89-95F2-CA2B7CA5EC89}"/>
                  </a:ext>
                </a:extLst>
              </p:cNvPr>
              <p:cNvSpPr/>
              <p:nvPr/>
            </p:nvSpPr>
            <p:spPr>
              <a:xfrm>
                <a:off x="276840" y="4147560"/>
                <a:ext cx="27720" cy="111240"/>
              </a:xfrm>
              <a:custGeom>
                <a:avLst/>
                <a:gdLst/>
                <a:ahLst/>
                <a:cxnLst/>
                <a:rect l="l" t="t" r="r" b="b"/>
                <a:pathLst>
                  <a:path w="77" h="309" extrusionOk="0">
                    <a:moveTo>
                      <a:pt x="16" y="301"/>
                    </a:moveTo>
                    <a:cubicBezTo>
                      <a:pt x="13" y="290"/>
                      <a:pt x="9" y="278"/>
                      <a:pt x="6" y="266"/>
                    </a:cubicBezTo>
                    <a:cubicBezTo>
                      <a:pt x="4" y="257"/>
                      <a:pt x="2" y="247"/>
                      <a:pt x="2" y="237"/>
                    </a:cubicBezTo>
                    <a:cubicBezTo>
                      <a:pt x="1" y="232"/>
                      <a:pt x="1" y="225"/>
                      <a:pt x="1" y="219"/>
                    </a:cubicBezTo>
                    <a:cubicBezTo>
                      <a:pt x="0" y="210"/>
                      <a:pt x="0" y="201"/>
                      <a:pt x="0" y="191"/>
                    </a:cubicBezTo>
                    <a:cubicBezTo>
                      <a:pt x="0" y="183"/>
                      <a:pt x="1" y="174"/>
                      <a:pt x="1" y="165"/>
                    </a:cubicBezTo>
                    <a:cubicBezTo>
                      <a:pt x="2" y="159"/>
                      <a:pt x="2" y="153"/>
                      <a:pt x="3" y="147"/>
                    </a:cubicBezTo>
                    <a:cubicBezTo>
                      <a:pt x="4" y="141"/>
                      <a:pt x="5" y="135"/>
                      <a:pt x="6" y="130"/>
                    </a:cubicBezTo>
                    <a:cubicBezTo>
                      <a:pt x="8" y="122"/>
                      <a:pt x="9" y="114"/>
                      <a:pt x="11" y="106"/>
                    </a:cubicBezTo>
                    <a:cubicBezTo>
                      <a:pt x="15" y="90"/>
                      <a:pt x="20" y="74"/>
                      <a:pt x="27" y="59"/>
                    </a:cubicBezTo>
                    <a:cubicBezTo>
                      <a:pt x="32" y="47"/>
                      <a:pt x="38" y="36"/>
                      <a:pt x="44" y="24"/>
                    </a:cubicBezTo>
                    <a:cubicBezTo>
                      <a:pt x="48" y="18"/>
                      <a:pt x="51" y="12"/>
                      <a:pt x="55" y="6"/>
                    </a:cubicBezTo>
                    <a:cubicBezTo>
                      <a:pt x="57" y="3"/>
                      <a:pt x="61" y="0"/>
                      <a:pt x="66" y="1"/>
                    </a:cubicBezTo>
                    <a:cubicBezTo>
                      <a:pt x="72" y="2"/>
                      <a:pt x="76" y="8"/>
                      <a:pt x="75" y="14"/>
                    </a:cubicBezTo>
                    <a:cubicBezTo>
                      <a:pt x="75" y="17"/>
                      <a:pt x="72" y="20"/>
                      <a:pt x="70" y="23"/>
                    </a:cubicBezTo>
                    <a:cubicBezTo>
                      <a:pt x="68" y="26"/>
                      <a:pt x="66" y="30"/>
                      <a:pt x="64" y="33"/>
                    </a:cubicBezTo>
                    <a:cubicBezTo>
                      <a:pt x="60" y="40"/>
                      <a:pt x="56" y="47"/>
                      <a:pt x="52" y="54"/>
                    </a:cubicBezTo>
                    <a:cubicBezTo>
                      <a:pt x="47" y="64"/>
                      <a:pt x="43" y="74"/>
                      <a:pt x="38" y="84"/>
                    </a:cubicBezTo>
                    <a:cubicBezTo>
                      <a:pt x="39" y="84"/>
                      <a:pt x="39" y="83"/>
                      <a:pt x="39" y="82"/>
                    </a:cubicBezTo>
                    <a:cubicBezTo>
                      <a:pt x="36" y="93"/>
                      <a:pt x="32" y="104"/>
                      <a:pt x="30" y="114"/>
                    </a:cubicBezTo>
                    <a:cubicBezTo>
                      <a:pt x="28" y="121"/>
                      <a:pt x="27" y="127"/>
                      <a:pt x="25" y="133"/>
                    </a:cubicBezTo>
                    <a:cubicBezTo>
                      <a:pt x="23" y="144"/>
                      <a:pt x="22" y="156"/>
                      <a:pt x="20" y="167"/>
                    </a:cubicBezTo>
                    <a:cubicBezTo>
                      <a:pt x="20" y="166"/>
                      <a:pt x="20" y="166"/>
                      <a:pt x="20" y="166"/>
                    </a:cubicBezTo>
                    <a:cubicBezTo>
                      <a:pt x="19" y="176"/>
                      <a:pt x="19" y="185"/>
                      <a:pt x="19" y="195"/>
                    </a:cubicBezTo>
                    <a:cubicBezTo>
                      <a:pt x="19" y="202"/>
                      <a:pt x="19" y="209"/>
                      <a:pt x="19" y="215"/>
                    </a:cubicBezTo>
                    <a:cubicBezTo>
                      <a:pt x="20" y="227"/>
                      <a:pt x="20" y="240"/>
                      <a:pt x="23" y="253"/>
                    </a:cubicBezTo>
                    <a:cubicBezTo>
                      <a:pt x="23" y="252"/>
                      <a:pt x="23" y="252"/>
                      <a:pt x="23" y="252"/>
                    </a:cubicBezTo>
                    <a:lnTo>
                      <a:pt x="23" y="253"/>
                    </a:lnTo>
                    <a:lnTo>
                      <a:pt x="23" y="254"/>
                    </a:lnTo>
                    <a:cubicBezTo>
                      <a:pt x="23" y="253"/>
                      <a:pt x="23" y="253"/>
                      <a:pt x="23" y="253"/>
                    </a:cubicBezTo>
                    <a:cubicBezTo>
                      <a:pt x="25" y="262"/>
                      <a:pt x="27" y="272"/>
                      <a:pt x="30" y="281"/>
                    </a:cubicBezTo>
                    <a:cubicBezTo>
                      <a:pt x="32" y="286"/>
                      <a:pt x="33" y="290"/>
                      <a:pt x="35" y="294"/>
                    </a:cubicBezTo>
                    <a:cubicBezTo>
                      <a:pt x="37" y="299"/>
                      <a:pt x="34" y="305"/>
                      <a:pt x="29" y="307"/>
                    </a:cubicBezTo>
                    <a:cubicBezTo>
                      <a:pt x="28" y="307"/>
                      <a:pt x="27" y="308"/>
                      <a:pt x="26" y="308"/>
                    </a:cubicBezTo>
                    <a:cubicBezTo>
                      <a:pt x="22" y="308"/>
                      <a:pt x="18" y="306"/>
                      <a:pt x="16" y="30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2" name="Google Shape;3542;p40">
                <a:extLst>
                  <a:ext uri="{FF2B5EF4-FFF2-40B4-BE49-F238E27FC236}">
                    <a16:creationId xmlns:a16="http://schemas.microsoft.com/office/drawing/2014/main" id="{05E8F819-2423-A371-12BB-E64C7FF86232}"/>
                  </a:ext>
                </a:extLst>
              </p:cNvPr>
              <p:cNvSpPr/>
              <p:nvPr/>
            </p:nvSpPr>
            <p:spPr>
              <a:xfrm>
                <a:off x="318960" y="4198680"/>
                <a:ext cx="37440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104" h="40" extrusionOk="0">
                    <a:moveTo>
                      <a:pt x="40" y="39"/>
                    </a:moveTo>
                    <a:cubicBezTo>
                      <a:pt x="31" y="38"/>
                      <a:pt x="22" y="36"/>
                      <a:pt x="13" y="34"/>
                    </a:cubicBezTo>
                    <a:cubicBezTo>
                      <a:pt x="10" y="33"/>
                      <a:pt x="7" y="32"/>
                      <a:pt x="4" y="30"/>
                    </a:cubicBezTo>
                    <a:cubicBezTo>
                      <a:pt x="2" y="27"/>
                      <a:pt x="0" y="24"/>
                      <a:pt x="0" y="20"/>
                    </a:cubicBezTo>
                    <a:cubicBezTo>
                      <a:pt x="0" y="14"/>
                      <a:pt x="5" y="10"/>
                      <a:pt x="11" y="7"/>
                    </a:cubicBezTo>
                    <a:cubicBezTo>
                      <a:pt x="14" y="6"/>
                      <a:pt x="18" y="4"/>
                      <a:pt x="21" y="3"/>
                    </a:cubicBezTo>
                    <a:cubicBezTo>
                      <a:pt x="26" y="0"/>
                      <a:pt x="33" y="3"/>
                      <a:pt x="35" y="9"/>
                    </a:cubicBezTo>
                    <a:cubicBezTo>
                      <a:pt x="36" y="11"/>
                      <a:pt x="36" y="14"/>
                      <a:pt x="35" y="17"/>
                    </a:cubicBezTo>
                    <a:cubicBezTo>
                      <a:pt x="38" y="17"/>
                      <a:pt x="41" y="18"/>
                      <a:pt x="44" y="18"/>
                    </a:cubicBezTo>
                    <a:cubicBezTo>
                      <a:pt x="60" y="19"/>
                      <a:pt x="76" y="19"/>
                      <a:pt x="93" y="18"/>
                    </a:cubicBezTo>
                    <a:cubicBezTo>
                      <a:pt x="98" y="18"/>
                      <a:pt x="102" y="23"/>
                      <a:pt x="103" y="27"/>
                    </a:cubicBezTo>
                    <a:cubicBezTo>
                      <a:pt x="103" y="32"/>
                      <a:pt x="99" y="38"/>
                      <a:pt x="94" y="39"/>
                    </a:cubicBezTo>
                    <a:cubicBezTo>
                      <a:pt x="83" y="39"/>
                      <a:pt x="74" y="39"/>
                      <a:pt x="64" y="39"/>
                    </a:cubicBezTo>
                    <a:cubicBezTo>
                      <a:pt x="56" y="39"/>
                      <a:pt x="48" y="39"/>
                      <a:pt x="40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3" name="Google Shape;3543;p40">
                <a:extLst>
                  <a:ext uri="{FF2B5EF4-FFF2-40B4-BE49-F238E27FC236}">
                    <a16:creationId xmlns:a16="http://schemas.microsoft.com/office/drawing/2014/main" id="{215556A0-DB6A-2C91-CE72-144211172ED7}"/>
                  </a:ext>
                </a:extLst>
              </p:cNvPr>
              <p:cNvSpPr/>
              <p:nvPr/>
            </p:nvSpPr>
            <p:spPr>
              <a:xfrm>
                <a:off x="366480" y="4179240"/>
                <a:ext cx="44640" cy="5976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166" extrusionOk="0">
                    <a:moveTo>
                      <a:pt x="25" y="88"/>
                    </a:moveTo>
                    <a:cubicBezTo>
                      <a:pt x="27" y="86"/>
                      <a:pt x="29" y="85"/>
                      <a:pt x="31" y="84"/>
                    </a:cubicBezTo>
                    <a:cubicBezTo>
                      <a:pt x="34" y="81"/>
                      <a:pt x="35" y="79"/>
                      <a:pt x="38" y="77"/>
                    </a:cubicBezTo>
                    <a:cubicBezTo>
                      <a:pt x="45" y="70"/>
                      <a:pt x="51" y="62"/>
                      <a:pt x="57" y="53"/>
                    </a:cubicBezTo>
                    <a:cubicBezTo>
                      <a:pt x="59" y="51"/>
                      <a:pt x="60" y="49"/>
                      <a:pt x="62" y="46"/>
                    </a:cubicBezTo>
                    <a:cubicBezTo>
                      <a:pt x="63" y="44"/>
                      <a:pt x="64" y="42"/>
                      <a:pt x="65" y="40"/>
                    </a:cubicBezTo>
                    <a:cubicBezTo>
                      <a:pt x="67" y="38"/>
                      <a:pt x="70" y="37"/>
                      <a:pt x="72" y="35"/>
                    </a:cubicBezTo>
                    <a:cubicBezTo>
                      <a:pt x="78" y="32"/>
                      <a:pt x="86" y="37"/>
                      <a:pt x="87" y="44"/>
                    </a:cubicBezTo>
                    <a:cubicBezTo>
                      <a:pt x="87" y="46"/>
                      <a:pt x="87" y="49"/>
                      <a:pt x="87" y="51"/>
                    </a:cubicBezTo>
                    <a:lnTo>
                      <a:pt x="87" y="50"/>
                    </a:lnTo>
                    <a:cubicBezTo>
                      <a:pt x="88" y="46"/>
                      <a:pt x="90" y="42"/>
                      <a:pt x="91" y="37"/>
                    </a:cubicBezTo>
                    <a:cubicBezTo>
                      <a:pt x="91" y="34"/>
                      <a:pt x="92" y="30"/>
                      <a:pt x="92" y="27"/>
                    </a:cubicBezTo>
                    <a:lnTo>
                      <a:pt x="92" y="26"/>
                    </a:lnTo>
                    <a:lnTo>
                      <a:pt x="92" y="25"/>
                    </a:lnTo>
                    <a:lnTo>
                      <a:pt x="91" y="25"/>
                    </a:lnTo>
                    <a:lnTo>
                      <a:pt x="90" y="25"/>
                    </a:lnTo>
                    <a:cubicBezTo>
                      <a:pt x="91" y="25"/>
                      <a:pt x="91" y="25"/>
                      <a:pt x="91" y="25"/>
                    </a:cubicBezTo>
                    <a:cubicBezTo>
                      <a:pt x="90" y="25"/>
                      <a:pt x="90" y="24"/>
                      <a:pt x="90" y="24"/>
                    </a:cubicBezTo>
                    <a:lnTo>
                      <a:pt x="89" y="24"/>
                    </a:lnTo>
                    <a:cubicBezTo>
                      <a:pt x="88" y="24"/>
                      <a:pt x="87" y="24"/>
                      <a:pt x="87" y="25"/>
                    </a:cubicBezTo>
                    <a:cubicBezTo>
                      <a:pt x="87" y="25"/>
                      <a:pt x="87" y="24"/>
                      <a:pt x="88" y="24"/>
                    </a:cubicBezTo>
                    <a:cubicBezTo>
                      <a:pt x="87" y="25"/>
                      <a:pt x="86" y="25"/>
                      <a:pt x="85" y="25"/>
                    </a:cubicBezTo>
                    <a:cubicBezTo>
                      <a:pt x="83" y="26"/>
                      <a:pt x="81" y="26"/>
                      <a:pt x="79" y="27"/>
                    </a:cubicBezTo>
                    <a:cubicBezTo>
                      <a:pt x="77" y="29"/>
                      <a:pt x="74" y="30"/>
                      <a:pt x="72" y="32"/>
                    </a:cubicBezTo>
                    <a:cubicBezTo>
                      <a:pt x="67" y="35"/>
                      <a:pt x="62" y="38"/>
                      <a:pt x="58" y="42"/>
                    </a:cubicBezTo>
                    <a:cubicBezTo>
                      <a:pt x="53" y="46"/>
                      <a:pt x="49" y="50"/>
                      <a:pt x="45" y="54"/>
                    </a:cubicBezTo>
                    <a:cubicBezTo>
                      <a:pt x="44" y="56"/>
                      <a:pt x="42" y="58"/>
                      <a:pt x="40" y="60"/>
                    </a:cubicBezTo>
                    <a:cubicBezTo>
                      <a:pt x="37" y="65"/>
                      <a:pt x="33" y="71"/>
                      <a:pt x="30" y="77"/>
                    </a:cubicBezTo>
                    <a:cubicBezTo>
                      <a:pt x="28" y="81"/>
                      <a:pt x="27" y="84"/>
                      <a:pt x="25" y="88"/>
                    </a:cubicBezTo>
                    <a:moveTo>
                      <a:pt x="91" y="165"/>
                    </a:moveTo>
                    <a:cubicBezTo>
                      <a:pt x="88" y="164"/>
                      <a:pt x="85" y="164"/>
                      <a:pt x="82" y="162"/>
                    </a:cubicBezTo>
                    <a:cubicBezTo>
                      <a:pt x="78" y="159"/>
                      <a:pt x="77" y="156"/>
                      <a:pt x="75" y="152"/>
                    </a:cubicBezTo>
                    <a:cubicBezTo>
                      <a:pt x="73" y="148"/>
                      <a:pt x="72" y="142"/>
                      <a:pt x="70" y="137"/>
                    </a:cubicBezTo>
                    <a:cubicBezTo>
                      <a:pt x="69" y="134"/>
                      <a:pt x="69" y="131"/>
                      <a:pt x="68" y="127"/>
                    </a:cubicBezTo>
                    <a:cubicBezTo>
                      <a:pt x="68" y="128"/>
                      <a:pt x="68" y="128"/>
                      <a:pt x="68" y="128"/>
                    </a:cubicBezTo>
                    <a:cubicBezTo>
                      <a:pt x="67" y="125"/>
                      <a:pt x="67" y="122"/>
                      <a:pt x="66" y="118"/>
                    </a:cubicBezTo>
                    <a:cubicBezTo>
                      <a:pt x="65" y="109"/>
                      <a:pt x="64" y="100"/>
                      <a:pt x="64" y="90"/>
                    </a:cubicBezTo>
                    <a:cubicBezTo>
                      <a:pt x="63" y="86"/>
                      <a:pt x="64" y="82"/>
                      <a:pt x="64" y="78"/>
                    </a:cubicBezTo>
                    <a:cubicBezTo>
                      <a:pt x="63" y="79"/>
                      <a:pt x="62" y="81"/>
                      <a:pt x="61" y="82"/>
                    </a:cubicBezTo>
                    <a:cubicBezTo>
                      <a:pt x="59" y="85"/>
                      <a:pt x="57" y="87"/>
                      <a:pt x="55" y="89"/>
                    </a:cubicBezTo>
                    <a:cubicBezTo>
                      <a:pt x="51" y="93"/>
                      <a:pt x="47" y="97"/>
                      <a:pt x="43" y="101"/>
                    </a:cubicBezTo>
                    <a:cubicBezTo>
                      <a:pt x="34" y="109"/>
                      <a:pt x="18" y="120"/>
                      <a:pt x="6" y="110"/>
                    </a:cubicBezTo>
                    <a:cubicBezTo>
                      <a:pt x="4" y="109"/>
                      <a:pt x="3" y="106"/>
                      <a:pt x="2" y="103"/>
                    </a:cubicBezTo>
                    <a:cubicBezTo>
                      <a:pt x="0" y="100"/>
                      <a:pt x="0" y="97"/>
                      <a:pt x="1" y="95"/>
                    </a:cubicBezTo>
                    <a:cubicBezTo>
                      <a:pt x="2" y="90"/>
                      <a:pt x="3" y="87"/>
                      <a:pt x="4" y="83"/>
                    </a:cubicBezTo>
                    <a:cubicBezTo>
                      <a:pt x="7" y="78"/>
                      <a:pt x="9" y="72"/>
                      <a:pt x="11" y="67"/>
                    </a:cubicBezTo>
                    <a:cubicBezTo>
                      <a:pt x="17" y="58"/>
                      <a:pt x="23" y="48"/>
                      <a:pt x="31" y="40"/>
                    </a:cubicBezTo>
                    <a:cubicBezTo>
                      <a:pt x="35" y="35"/>
                      <a:pt x="41" y="30"/>
                      <a:pt x="46" y="25"/>
                    </a:cubicBezTo>
                    <a:cubicBezTo>
                      <a:pt x="52" y="20"/>
                      <a:pt x="58" y="15"/>
                      <a:pt x="65" y="11"/>
                    </a:cubicBezTo>
                    <a:cubicBezTo>
                      <a:pt x="74" y="5"/>
                      <a:pt x="86" y="0"/>
                      <a:pt x="98" y="4"/>
                    </a:cubicBezTo>
                    <a:cubicBezTo>
                      <a:pt x="102" y="5"/>
                      <a:pt x="106" y="9"/>
                      <a:pt x="109" y="12"/>
                    </a:cubicBezTo>
                    <a:cubicBezTo>
                      <a:pt x="111" y="15"/>
                      <a:pt x="112" y="17"/>
                      <a:pt x="113" y="20"/>
                    </a:cubicBezTo>
                    <a:cubicBezTo>
                      <a:pt x="114" y="22"/>
                      <a:pt x="114" y="24"/>
                      <a:pt x="114" y="26"/>
                    </a:cubicBezTo>
                    <a:cubicBezTo>
                      <a:pt x="114" y="30"/>
                      <a:pt x="113" y="33"/>
                      <a:pt x="113" y="37"/>
                    </a:cubicBezTo>
                    <a:cubicBezTo>
                      <a:pt x="112" y="39"/>
                      <a:pt x="112" y="42"/>
                      <a:pt x="111" y="43"/>
                    </a:cubicBezTo>
                    <a:cubicBezTo>
                      <a:pt x="110" y="48"/>
                      <a:pt x="109" y="52"/>
                      <a:pt x="108" y="57"/>
                    </a:cubicBezTo>
                    <a:cubicBezTo>
                      <a:pt x="108" y="56"/>
                      <a:pt x="108" y="56"/>
                      <a:pt x="109" y="55"/>
                    </a:cubicBezTo>
                    <a:cubicBezTo>
                      <a:pt x="108" y="59"/>
                      <a:pt x="107" y="63"/>
                      <a:pt x="106" y="67"/>
                    </a:cubicBezTo>
                    <a:cubicBezTo>
                      <a:pt x="106" y="72"/>
                      <a:pt x="101" y="77"/>
                      <a:pt x="95" y="77"/>
                    </a:cubicBezTo>
                    <a:cubicBezTo>
                      <a:pt x="92" y="77"/>
                      <a:pt x="90" y="75"/>
                      <a:pt x="88" y="73"/>
                    </a:cubicBezTo>
                    <a:cubicBezTo>
                      <a:pt x="87" y="72"/>
                      <a:pt x="86" y="71"/>
                      <a:pt x="85" y="70"/>
                    </a:cubicBezTo>
                    <a:cubicBezTo>
                      <a:pt x="85" y="72"/>
                      <a:pt x="85" y="74"/>
                      <a:pt x="85" y="75"/>
                    </a:cubicBezTo>
                    <a:cubicBezTo>
                      <a:pt x="84" y="82"/>
                      <a:pt x="84" y="89"/>
                      <a:pt x="84" y="96"/>
                    </a:cubicBezTo>
                    <a:cubicBezTo>
                      <a:pt x="85" y="103"/>
                      <a:pt x="85" y="109"/>
                      <a:pt x="87" y="115"/>
                    </a:cubicBezTo>
                    <a:cubicBezTo>
                      <a:pt x="87" y="118"/>
                      <a:pt x="88" y="121"/>
                      <a:pt x="88" y="124"/>
                    </a:cubicBezTo>
                    <a:cubicBezTo>
                      <a:pt x="90" y="129"/>
                      <a:pt x="91" y="133"/>
                      <a:pt x="92" y="137"/>
                    </a:cubicBezTo>
                    <a:cubicBezTo>
                      <a:pt x="92" y="139"/>
                      <a:pt x="93" y="141"/>
                      <a:pt x="94" y="142"/>
                    </a:cubicBezTo>
                    <a:cubicBezTo>
                      <a:pt x="94" y="143"/>
                      <a:pt x="94" y="144"/>
                      <a:pt x="94" y="144"/>
                    </a:cubicBezTo>
                    <a:cubicBezTo>
                      <a:pt x="95" y="144"/>
                      <a:pt x="95" y="144"/>
                      <a:pt x="95" y="144"/>
                    </a:cubicBezTo>
                    <a:cubicBezTo>
                      <a:pt x="95" y="144"/>
                      <a:pt x="96" y="144"/>
                      <a:pt x="97" y="144"/>
                    </a:cubicBezTo>
                    <a:cubicBezTo>
                      <a:pt x="99" y="143"/>
                      <a:pt x="102" y="142"/>
                      <a:pt x="106" y="141"/>
                    </a:cubicBezTo>
                    <a:cubicBezTo>
                      <a:pt x="105" y="141"/>
                      <a:pt x="105" y="141"/>
                      <a:pt x="105" y="141"/>
                    </a:cubicBezTo>
                    <a:cubicBezTo>
                      <a:pt x="106" y="141"/>
                      <a:pt x="108" y="141"/>
                      <a:pt x="109" y="140"/>
                    </a:cubicBezTo>
                    <a:cubicBezTo>
                      <a:pt x="114" y="138"/>
                      <a:pt x="119" y="142"/>
                      <a:pt x="122" y="146"/>
                    </a:cubicBezTo>
                    <a:cubicBezTo>
                      <a:pt x="123" y="152"/>
                      <a:pt x="121" y="158"/>
                      <a:pt x="115" y="160"/>
                    </a:cubicBezTo>
                    <a:cubicBezTo>
                      <a:pt x="109" y="162"/>
                      <a:pt x="102" y="165"/>
                      <a:pt x="94" y="165"/>
                    </a:cubicBezTo>
                    <a:cubicBezTo>
                      <a:pt x="94" y="165"/>
                      <a:pt x="92" y="165"/>
                      <a:pt x="91" y="1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4" name="Google Shape;3544;p40">
                <a:extLst>
                  <a:ext uri="{FF2B5EF4-FFF2-40B4-BE49-F238E27FC236}">
                    <a16:creationId xmlns:a16="http://schemas.microsoft.com/office/drawing/2014/main" id="{CE7F75B9-3D6F-1C45-07C9-0949C399E6ED}"/>
                  </a:ext>
                </a:extLst>
              </p:cNvPr>
              <p:cNvSpPr/>
              <p:nvPr/>
            </p:nvSpPr>
            <p:spPr>
              <a:xfrm>
                <a:off x="416880" y="4151880"/>
                <a:ext cx="32040" cy="123120"/>
              </a:xfrm>
              <a:custGeom>
                <a:avLst/>
                <a:gdLst/>
                <a:ahLst/>
                <a:cxnLst/>
                <a:rect l="l" t="t" r="r" b="b"/>
                <a:pathLst>
                  <a:path w="89" h="342" extrusionOk="0">
                    <a:moveTo>
                      <a:pt x="3" y="337"/>
                    </a:moveTo>
                    <a:cubicBezTo>
                      <a:pt x="0" y="332"/>
                      <a:pt x="1" y="326"/>
                      <a:pt x="6" y="322"/>
                    </a:cubicBezTo>
                    <a:cubicBezTo>
                      <a:pt x="7" y="321"/>
                      <a:pt x="8" y="320"/>
                      <a:pt x="10" y="319"/>
                    </a:cubicBezTo>
                    <a:cubicBezTo>
                      <a:pt x="14" y="316"/>
                      <a:pt x="18" y="312"/>
                      <a:pt x="22" y="308"/>
                    </a:cubicBezTo>
                    <a:cubicBezTo>
                      <a:pt x="25" y="304"/>
                      <a:pt x="29" y="299"/>
                      <a:pt x="32" y="295"/>
                    </a:cubicBezTo>
                    <a:cubicBezTo>
                      <a:pt x="37" y="288"/>
                      <a:pt x="42" y="280"/>
                      <a:pt x="46" y="273"/>
                    </a:cubicBezTo>
                    <a:cubicBezTo>
                      <a:pt x="49" y="266"/>
                      <a:pt x="52" y="260"/>
                      <a:pt x="55" y="253"/>
                    </a:cubicBezTo>
                    <a:cubicBezTo>
                      <a:pt x="54" y="253"/>
                      <a:pt x="54" y="253"/>
                      <a:pt x="54" y="254"/>
                    </a:cubicBezTo>
                    <a:cubicBezTo>
                      <a:pt x="57" y="246"/>
                      <a:pt x="59" y="238"/>
                      <a:pt x="61" y="231"/>
                    </a:cubicBezTo>
                    <a:cubicBezTo>
                      <a:pt x="62" y="227"/>
                      <a:pt x="63" y="223"/>
                      <a:pt x="64" y="219"/>
                    </a:cubicBezTo>
                    <a:cubicBezTo>
                      <a:pt x="64" y="215"/>
                      <a:pt x="64" y="211"/>
                      <a:pt x="65" y="208"/>
                    </a:cubicBezTo>
                    <a:cubicBezTo>
                      <a:pt x="66" y="200"/>
                      <a:pt x="67" y="193"/>
                      <a:pt x="67" y="185"/>
                    </a:cubicBezTo>
                    <a:cubicBezTo>
                      <a:pt x="68" y="182"/>
                      <a:pt x="68" y="178"/>
                      <a:pt x="68" y="174"/>
                    </a:cubicBezTo>
                    <a:cubicBezTo>
                      <a:pt x="68" y="171"/>
                      <a:pt x="69" y="166"/>
                      <a:pt x="69" y="163"/>
                    </a:cubicBezTo>
                    <a:cubicBezTo>
                      <a:pt x="69" y="155"/>
                      <a:pt x="68" y="148"/>
                      <a:pt x="68" y="140"/>
                    </a:cubicBezTo>
                    <a:cubicBezTo>
                      <a:pt x="68" y="132"/>
                      <a:pt x="67" y="123"/>
                      <a:pt x="67" y="115"/>
                    </a:cubicBezTo>
                    <a:cubicBezTo>
                      <a:pt x="66" y="111"/>
                      <a:pt x="66" y="106"/>
                      <a:pt x="65" y="102"/>
                    </a:cubicBezTo>
                    <a:cubicBezTo>
                      <a:pt x="64" y="98"/>
                      <a:pt x="64" y="94"/>
                      <a:pt x="63" y="89"/>
                    </a:cubicBezTo>
                    <a:cubicBezTo>
                      <a:pt x="60" y="76"/>
                      <a:pt x="57" y="63"/>
                      <a:pt x="53" y="50"/>
                    </a:cubicBezTo>
                    <a:lnTo>
                      <a:pt x="54" y="51"/>
                    </a:lnTo>
                    <a:lnTo>
                      <a:pt x="53" y="50"/>
                    </a:lnTo>
                    <a:cubicBezTo>
                      <a:pt x="53" y="49"/>
                      <a:pt x="53" y="49"/>
                      <a:pt x="53" y="49"/>
                    </a:cubicBezTo>
                    <a:lnTo>
                      <a:pt x="53" y="50"/>
                    </a:lnTo>
                    <a:cubicBezTo>
                      <a:pt x="51" y="42"/>
                      <a:pt x="47" y="35"/>
                      <a:pt x="45" y="27"/>
                    </a:cubicBezTo>
                    <a:cubicBezTo>
                      <a:pt x="43" y="25"/>
                      <a:pt x="42" y="22"/>
                      <a:pt x="41" y="20"/>
                    </a:cubicBezTo>
                    <a:lnTo>
                      <a:pt x="42" y="21"/>
                    </a:lnTo>
                    <a:cubicBezTo>
                      <a:pt x="40" y="19"/>
                      <a:pt x="40" y="17"/>
                      <a:pt x="39" y="16"/>
                    </a:cubicBezTo>
                    <a:cubicBezTo>
                      <a:pt x="38" y="12"/>
                      <a:pt x="39" y="7"/>
                      <a:pt x="42" y="4"/>
                    </a:cubicBezTo>
                    <a:cubicBezTo>
                      <a:pt x="45" y="1"/>
                      <a:pt x="49" y="0"/>
                      <a:pt x="53" y="2"/>
                    </a:cubicBezTo>
                    <a:cubicBezTo>
                      <a:pt x="58" y="3"/>
                      <a:pt x="61" y="7"/>
                      <a:pt x="61" y="13"/>
                    </a:cubicBezTo>
                    <a:cubicBezTo>
                      <a:pt x="63" y="16"/>
                      <a:pt x="64" y="20"/>
                      <a:pt x="66" y="23"/>
                    </a:cubicBezTo>
                    <a:cubicBezTo>
                      <a:pt x="70" y="34"/>
                      <a:pt x="74" y="45"/>
                      <a:pt x="77" y="57"/>
                    </a:cubicBezTo>
                    <a:cubicBezTo>
                      <a:pt x="78" y="63"/>
                      <a:pt x="80" y="70"/>
                      <a:pt x="81" y="77"/>
                    </a:cubicBezTo>
                    <a:cubicBezTo>
                      <a:pt x="82" y="81"/>
                      <a:pt x="82" y="86"/>
                      <a:pt x="83" y="90"/>
                    </a:cubicBezTo>
                    <a:cubicBezTo>
                      <a:pt x="84" y="98"/>
                      <a:pt x="85" y="105"/>
                      <a:pt x="86" y="112"/>
                    </a:cubicBezTo>
                    <a:cubicBezTo>
                      <a:pt x="86" y="117"/>
                      <a:pt x="86" y="122"/>
                      <a:pt x="87" y="127"/>
                    </a:cubicBezTo>
                    <a:cubicBezTo>
                      <a:pt x="88" y="132"/>
                      <a:pt x="88" y="137"/>
                      <a:pt x="88" y="141"/>
                    </a:cubicBezTo>
                    <a:cubicBezTo>
                      <a:pt x="88" y="149"/>
                      <a:pt x="88" y="156"/>
                      <a:pt x="88" y="163"/>
                    </a:cubicBezTo>
                    <a:cubicBezTo>
                      <a:pt x="88" y="168"/>
                      <a:pt x="88" y="173"/>
                      <a:pt x="87" y="179"/>
                    </a:cubicBezTo>
                    <a:cubicBezTo>
                      <a:pt x="87" y="184"/>
                      <a:pt x="86" y="189"/>
                      <a:pt x="86" y="194"/>
                    </a:cubicBezTo>
                    <a:cubicBezTo>
                      <a:pt x="85" y="200"/>
                      <a:pt x="85" y="207"/>
                      <a:pt x="84" y="213"/>
                    </a:cubicBezTo>
                    <a:cubicBezTo>
                      <a:pt x="84" y="215"/>
                      <a:pt x="84" y="217"/>
                      <a:pt x="83" y="220"/>
                    </a:cubicBezTo>
                    <a:cubicBezTo>
                      <a:pt x="82" y="223"/>
                      <a:pt x="82" y="227"/>
                      <a:pt x="81" y="231"/>
                    </a:cubicBezTo>
                    <a:cubicBezTo>
                      <a:pt x="80" y="236"/>
                      <a:pt x="79" y="241"/>
                      <a:pt x="77" y="247"/>
                    </a:cubicBezTo>
                    <a:cubicBezTo>
                      <a:pt x="74" y="258"/>
                      <a:pt x="70" y="269"/>
                      <a:pt x="64" y="280"/>
                    </a:cubicBezTo>
                    <a:cubicBezTo>
                      <a:pt x="57" y="294"/>
                      <a:pt x="49" y="306"/>
                      <a:pt x="39" y="318"/>
                    </a:cubicBezTo>
                    <a:cubicBezTo>
                      <a:pt x="33" y="326"/>
                      <a:pt x="25" y="333"/>
                      <a:pt x="18" y="339"/>
                    </a:cubicBezTo>
                    <a:cubicBezTo>
                      <a:pt x="16" y="340"/>
                      <a:pt x="14" y="341"/>
                      <a:pt x="12" y="341"/>
                    </a:cubicBezTo>
                    <a:cubicBezTo>
                      <a:pt x="8" y="341"/>
                      <a:pt x="6" y="340"/>
                      <a:pt x="3" y="3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5" name="Google Shape;3545;p40">
                <a:extLst>
                  <a:ext uri="{FF2B5EF4-FFF2-40B4-BE49-F238E27FC236}">
                    <a16:creationId xmlns:a16="http://schemas.microsoft.com/office/drawing/2014/main" id="{103F5764-46A2-3782-1359-0E482F645F70}"/>
                  </a:ext>
                </a:extLst>
              </p:cNvPr>
              <p:cNvSpPr/>
              <p:nvPr/>
            </p:nvSpPr>
            <p:spPr>
              <a:xfrm>
                <a:off x="145800" y="3965760"/>
                <a:ext cx="46800" cy="119880"/>
              </a:xfrm>
              <a:custGeom>
                <a:avLst/>
                <a:gdLst/>
                <a:ahLst/>
                <a:cxnLst/>
                <a:rect l="l" t="t" r="r" b="b"/>
                <a:pathLst>
                  <a:path w="130" h="333" extrusionOk="0">
                    <a:moveTo>
                      <a:pt x="40" y="311"/>
                    </a:moveTo>
                    <a:lnTo>
                      <a:pt x="40" y="310"/>
                    </a:lnTo>
                    <a:cubicBezTo>
                      <a:pt x="41" y="309"/>
                      <a:pt x="41" y="309"/>
                      <a:pt x="41" y="309"/>
                    </a:cubicBezTo>
                    <a:cubicBezTo>
                      <a:pt x="42" y="307"/>
                      <a:pt x="44" y="305"/>
                      <a:pt x="45" y="302"/>
                    </a:cubicBezTo>
                    <a:cubicBezTo>
                      <a:pt x="48" y="298"/>
                      <a:pt x="50" y="294"/>
                      <a:pt x="52" y="289"/>
                    </a:cubicBezTo>
                    <a:lnTo>
                      <a:pt x="51" y="290"/>
                    </a:lnTo>
                    <a:cubicBezTo>
                      <a:pt x="51" y="290"/>
                      <a:pt x="52" y="289"/>
                      <a:pt x="52" y="288"/>
                    </a:cubicBezTo>
                    <a:cubicBezTo>
                      <a:pt x="53" y="286"/>
                      <a:pt x="54" y="282"/>
                      <a:pt x="55" y="279"/>
                    </a:cubicBezTo>
                    <a:cubicBezTo>
                      <a:pt x="59" y="267"/>
                      <a:pt x="63" y="255"/>
                      <a:pt x="66" y="243"/>
                    </a:cubicBezTo>
                    <a:cubicBezTo>
                      <a:pt x="67" y="233"/>
                      <a:pt x="70" y="222"/>
                      <a:pt x="71" y="212"/>
                    </a:cubicBezTo>
                    <a:cubicBezTo>
                      <a:pt x="72" y="205"/>
                      <a:pt x="73" y="199"/>
                      <a:pt x="73" y="194"/>
                    </a:cubicBezTo>
                    <a:cubicBezTo>
                      <a:pt x="66" y="199"/>
                      <a:pt x="59" y="204"/>
                      <a:pt x="52" y="210"/>
                    </a:cubicBezTo>
                    <a:cubicBezTo>
                      <a:pt x="47" y="214"/>
                      <a:pt x="42" y="218"/>
                      <a:pt x="38" y="223"/>
                    </a:cubicBezTo>
                    <a:cubicBezTo>
                      <a:pt x="36" y="225"/>
                      <a:pt x="34" y="227"/>
                      <a:pt x="32" y="230"/>
                    </a:cubicBezTo>
                    <a:cubicBezTo>
                      <a:pt x="30" y="233"/>
                      <a:pt x="28" y="235"/>
                      <a:pt x="27" y="238"/>
                    </a:cubicBezTo>
                    <a:cubicBezTo>
                      <a:pt x="26" y="240"/>
                      <a:pt x="25" y="242"/>
                      <a:pt x="24" y="245"/>
                    </a:cubicBezTo>
                    <a:cubicBezTo>
                      <a:pt x="24" y="246"/>
                      <a:pt x="23" y="248"/>
                      <a:pt x="23" y="249"/>
                    </a:cubicBezTo>
                    <a:cubicBezTo>
                      <a:pt x="22" y="252"/>
                      <a:pt x="22" y="255"/>
                      <a:pt x="21" y="258"/>
                    </a:cubicBezTo>
                    <a:cubicBezTo>
                      <a:pt x="21" y="257"/>
                      <a:pt x="21" y="256"/>
                      <a:pt x="21" y="256"/>
                    </a:cubicBezTo>
                    <a:cubicBezTo>
                      <a:pt x="21" y="260"/>
                      <a:pt x="21" y="264"/>
                      <a:pt x="21" y="268"/>
                    </a:cubicBezTo>
                    <a:cubicBezTo>
                      <a:pt x="21" y="270"/>
                      <a:pt x="21" y="272"/>
                      <a:pt x="22" y="274"/>
                    </a:cubicBezTo>
                    <a:cubicBezTo>
                      <a:pt x="23" y="279"/>
                      <a:pt x="24" y="283"/>
                      <a:pt x="26" y="287"/>
                    </a:cubicBezTo>
                    <a:cubicBezTo>
                      <a:pt x="26" y="287"/>
                      <a:pt x="25" y="287"/>
                      <a:pt x="25" y="286"/>
                    </a:cubicBezTo>
                    <a:cubicBezTo>
                      <a:pt x="26" y="290"/>
                      <a:pt x="28" y="294"/>
                      <a:pt x="30" y="297"/>
                    </a:cubicBezTo>
                    <a:cubicBezTo>
                      <a:pt x="30" y="299"/>
                      <a:pt x="31" y="300"/>
                      <a:pt x="32" y="302"/>
                    </a:cubicBezTo>
                    <a:cubicBezTo>
                      <a:pt x="33" y="304"/>
                      <a:pt x="34" y="305"/>
                      <a:pt x="35" y="307"/>
                    </a:cubicBezTo>
                    <a:cubicBezTo>
                      <a:pt x="36" y="307"/>
                      <a:pt x="37" y="308"/>
                      <a:pt x="38" y="309"/>
                    </a:cubicBezTo>
                    <a:cubicBezTo>
                      <a:pt x="39" y="310"/>
                      <a:pt x="39" y="310"/>
                      <a:pt x="40" y="310"/>
                    </a:cubicBezTo>
                    <a:cubicBezTo>
                      <a:pt x="40" y="311"/>
                      <a:pt x="40" y="311"/>
                      <a:pt x="40" y="311"/>
                    </a:cubicBezTo>
                    <a:moveTo>
                      <a:pt x="36" y="332"/>
                    </a:moveTo>
                    <a:cubicBezTo>
                      <a:pt x="30" y="330"/>
                      <a:pt x="24" y="326"/>
                      <a:pt x="20" y="322"/>
                    </a:cubicBezTo>
                    <a:cubicBezTo>
                      <a:pt x="15" y="316"/>
                      <a:pt x="12" y="309"/>
                      <a:pt x="9" y="302"/>
                    </a:cubicBezTo>
                    <a:cubicBezTo>
                      <a:pt x="6" y="295"/>
                      <a:pt x="4" y="289"/>
                      <a:pt x="3" y="282"/>
                    </a:cubicBezTo>
                    <a:cubicBezTo>
                      <a:pt x="1" y="274"/>
                      <a:pt x="0" y="267"/>
                      <a:pt x="1" y="259"/>
                    </a:cubicBezTo>
                    <a:cubicBezTo>
                      <a:pt x="2" y="252"/>
                      <a:pt x="2" y="245"/>
                      <a:pt x="5" y="238"/>
                    </a:cubicBezTo>
                    <a:cubicBezTo>
                      <a:pt x="7" y="231"/>
                      <a:pt x="11" y="225"/>
                      <a:pt x="15" y="219"/>
                    </a:cubicBezTo>
                    <a:cubicBezTo>
                      <a:pt x="24" y="208"/>
                      <a:pt x="35" y="198"/>
                      <a:pt x="47" y="189"/>
                    </a:cubicBezTo>
                    <a:cubicBezTo>
                      <a:pt x="55" y="182"/>
                      <a:pt x="65" y="176"/>
                      <a:pt x="74" y="169"/>
                    </a:cubicBezTo>
                    <a:cubicBezTo>
                      <a:pt x="75" y="168"/>
                      <a:pt x="76" y="168"/>
                      <a:pt x="77" y="167"/>
                    </a:cubicBezTo>
                    <a:cubicBezTo>
                      <a:pt x="78" y="159"/>
                      <a:pt x="79" y="152"/>
                      <a:pt x="80" y="143"/>
                    </a:cubicBezTo>
                    <a:cubicBezTo>
                      <a:pt x="81" y="133"/>
                      <a:pt x="82" y="122"/>
                      <a:pt x="84" y="111"/>
                    </a:cubicBezTo>
                    <a:cubicBezTo>
                      <a:pt x="84" y="110"/>
                      <a:pt x="84" y="109"/>
                      <a:pt x="85" y="108"/>
                    </a:cubicBezTo>
                    <a:cubicBezTo>
                      <a:pt x="80" y="113"/>
                      <a:pt x="76" y="118"/>
                      <a:pt x="70" y="122"/>
                    </a:cubicBezTo>
                    <a:cubicBezTo>
                      <a:pt x="66" y="125"/>
                      <a:pt x="59" y="128"/>
                      <a:pt x="53" y="128"/>
                    </a:cubicBezTo>
                    <a:cubicBezTo>
                      <a:pt x="47" y="128"/>
                      <a:pt x="41" y="126"/>
                      <a:pt x="35" y="122"/>
                    </a:cubicBezTo>
                    <a:cubicBezTo>
                      <a:pt x="31" y="118"/>
                      <a:pt x="27" y="113"/>
                      <a:pt x="24" y="108"/>
                    </a:cubicBezTo>
                    <a:cubicBezTo>
                      <a:pt x="20" y="101"/>
                      <a:pt x="18" y="94"/>
                      <a:pt x="17" y="86"/>
                    </a:cubicBezTo>
                    <a:cubicBezTo>
                      <a:pt x="13" y="72"/>
                      <a:pt x="13" y="57"/>
                      <a:pt x="16" y="42"/>
                    </a:cubicBezTo>
                    <a:cubicBezTo>
                      <a:pt x="17" y="31"/>
                      <a:pt x="21" y="20"/>
                      <a:pt x="26" y="11"/>
                    </a:cubicBezTo>
                    <a:cubicBezTo>
                      <a:pt x="28" y="7"/>
                      <a:pt x="32" y="4"/>
                      <a:pt x="36" y="1"/>
                    </a:cubicBezTo>
                    <a:cubicBezTo>
                      <a:pt x="40" y="0"/>
                      <a:pt x="42" y="0"/>
                      <a:pt x="46" y="0"/>
                    </a:cubicBezTo>
                    <a:cubicBezTo>
                      <a:pt x="52" y="1"/>
                      <a:pt x="56" y="7"/>
                      <a:pt x="55" y="13"/>
                    </a:cubicBezTo>
                    <a:cubicBezTo>
                      <a:pt x="54" y="18"/>
                      <a:pt x="50" y="22"/>
                      <a:pt x="45" y="22"/>
                    </a:cubicBezTo>
                    <a:cubicBezTo>
                      <a:pt x="44" y="23"/>
                      <a:pt x="44" y="24"/>
                      <a:pt x="43" y="25"/>
                    </a:cubicBezTo>
                    <a:cubicBezTo>
                      <a:pt x="43" y="25"/>
                      <a:pt x="44" y="25"/>
                      <a:pt x="44" y="24"/>
                    </a:cubicBezTo>
                    <a:cubicBezTo>
                      <a:pt x="42" y="27"/>
                      <a:pt x="41" y="29"/>
                      <a:pt x="40" y="32"/>
                    </a:cubicBezTo>
                    <a:cubicBezTo>
                      <a:pt x="38" y="36"/>
                      <a:pt x="37" y="41"/>
                      <a:pt x="37" y="46"/>
                    </a:cubicBezTo>
                    <a:cubicBezTo>
                      <a:pt x="35" y="48"/>
                      <a:pt x="35" y="52"/>
                      <a:pt x="35" y="55"/>
                    </a:cubicBezTo>
                    <a:cubicBezTo>
                      <a:pt x="34" y="59"/>
                      <a:pt x="34" y="63"/>
                      <a:pt x="34" y="67"/>
                    </a:cubicBezTo>
                    <a:lnTo>
                      <a:pt x="34" y="66"/>
                    </a:lnTo>
                    <a:cubicBezTo>
                      <a:pt x="34" y="67"/>
                      <a:pt x="34" y="67"/>
                      <a:pt x="34" y="67"/>
                    </a:cubicBezTo>
                    <a:cubicBezTo>
                      <a:pt x="35" y="67"/>
                      <a:pt x="35" y="67"/>
                      <a:pt x="35" y="68"/>
                    </a:cubicBezTo>
                    <a:cubicBezTo>
                      <a:pt x="35" y="67"/>
                      <a:pt x="35" y="67"/>
                      <a:pt x="35" y="67"/>
                    </a:cubicBezTo>
                    <a:cubicBezTo>
                      <a:pt x="35" y="72"/>
                      <a:pt x="35" y="76"/>
                      <a:pt x="37" y="81"/>
                    </a:cubicBezTo>
                    <a:cubicBezTo>
                      <a:pt x="36" y="80"/>
                      <a:pt x="36" y="80"/>
                      <a:pt x="36" y="80"/>
                    </a:cubicBezTo>
                    <a:cubicBezTo>
                      <a:pt x="37" y="83"/>
                      <a:pt x="38" y="86"/>
                      <a:pt x="38" y="90"/>
                    </a:cubicBezTo>
                    <a:cubicBezTo>
                      <a:pt x="39" y="92"/>
                      <a:pt x="40" y="94"/>
                      <a:pt x="41" y="96"/>
                    </a:cubicBezTo>
                    <a:cubicBezTo>
                      <a:pt x="41" y="97"/>
                      <a:pt x="42" y="98"/>
                      <a:pt x="42" y="99"/>
                    </a:cubicBezTo>
                    <a:cubicBezTo>
                      <a:pt x="44" y="101"/>
                      <a:pt x="45" y="103"/>
                      <a:pt x="47" y="104"/>
                    </a:cubicBezTo>
                    <a:cubicBezTo>
                      <a:pt x="47" y="105"/>
                      <a:pt x="47" y="105"/>
                      <a:pt x="48" y="105"/>
                    </a:cubicBezTo>
                    <a:cubicBezTo>
                      <a:pt x="48" y="106"/>
                      <a:pt x="48" y="106"/>
                      <a:pt x="48" y="106"/>
                    </a:cubicBezTo>
                    <a:cubicBezTo>
                      <a:pt x="48" y="106"/>
                      <a:pt x="49" y="106"/>
                      <a:pt x="49" y="107"/>
                    </a:cubicBezTo>
                    <a:lnTo>
                      <a:pt x="49" y="106"/>
                    </a:lnTo>
                    <a:cubicBezTo>
                      <a:pt x="49" y="107"/>
                      <a:pt x="49" y="107"/>
                      <a:pt x="49" y="107"/>
                    </a:cubicBezTo>
                    <a:cubicBezTo>
                      <a:pt x="50" y="107"/>
                      <a:pt x="50" y="107"/>
                      <a:pt x="50" y="107"/>
                    </a:cubicBezTo>
                    <a:lnTo>
                      <a:pt x="49" y="107"/>
                    </a:lnTo>
                    <a:cubicBezTo>
                      <a:pt x="50" y="107"/>
                      <a:pt x="50" y="107"/>
                      <a:pt x="50" y="107"/>
                    </a:cubicBezTo>
                    <a:lnTo>
                      <a:pt x="49" y="107"/>
                    </a:lnTo>
                    <a:lnTo>
                      <a:pt x="49" y="106"/>
                    </a:lnTo>
                    <a:cubicBezTo>
                      <a:pt x="49" y="107"/>
                      <a:pt x="50" y="107"/>
                      <a:pt x="50" y="107"/>
                    </a:cubicBezTo>
                    <a:cubicBezTo>
                      <a:pt x="51" y="107"/>
                      <a:pt x="51" y="107"/>
                      <a:pt x="52" y="107"/>
                    </a:cubicBezTo>
                    <a:lnTo>
                      <a:pt x="53" y="107"/>
                    </a:lnTo>
                    <a:cubicBezTo>
                      <a:pt x="54" y="107"/>
                      <a:pt x="54" y="107"/>
                      <a:pt x="54" y="107"/>
                    </a:cubicBezTo>
                    <a:cubicBezTo>
                      <a:pt x="55" y="107"/>
                      <a:pt x="55" y="107"/>
                      <a:pt x="56" y="106"/>
                    </a:cubicBezTo>
                    <a:cubicBezTo>
                      <a:pt x="56" y="106"/>
                      <a:pt x="57" y="106"/>
                      <a:pt x="58" y="106"/>
                    </a:cubicBezTo>
                    <a:cubicBezTo>
                      <a:pt x="58" y="105"/>
                      <a:pt x="59" y="104"/>
                      <a:pt x="61" y="103"/>
                    </a:cubicBezTo>
                    <a:cubicBezTo>
                      <a:pt x="63" y="101"/>
                      <a:pt x="65" y="100"/>
                      <a:pt x="66" y="98"/>
                    </a:cubicBezTo>
                    <a:cubicBezTo>
                      <a:pt x="69" y="94"/>
                      <a:pt x="72" y="91"/>
                      <a:pt x="74" y="87"/>
                    </a:cubicBezTo>
                    <a:cubicBezTo>
                      <a:pt x="78" y="82"/>
                      <a:pt x="81" y="76"/>
                      <a:pt x="84" y="71"/>
                    </a:cubicBezTo>
                    <a:cubicBezTo>
                      <a:pt x="88" y="64"/>
                      <a:pt x="91" y="57"/>
                      <a:pt x="95" y="49"/>
                    </a:cubicBezTo>
                    <a:cubicBezTo>
                      <a:pt x="96" y="46"/>
                      <a:pt x="97" y="43"/>
                      <a:pt x="98" y="39"/>
                    </a:cubicBezTo>
                    <a:cubicBezTo>
                      <a:pt x="98" y="38"/>
                      <a:pt x="99" y="37"/>
                      <a:pt x="99" y="36"/>
                    </a:cubicBezTo>
                    <a:cubicBezTo>
                      <a:pt x="101" y="27"/>
                      <a:pt x="104" y="17"/>
                      <a:pt x="106" y="8"/>
                    </a:cubicBezTo>
                    <a:cubicBezTo>
                      <a:pt x="108" y="3"/>
                      <a:pt x="113" y="0"/>
                      <a:pt x="119" y="0"/>
                    </a:cubicBezTo>
                    <a:cubicBezTo>
                      <a:pt x="124" y="1"/>
                      <a:pt x="129" y="7"/>
                      <a:pt x="127" y="12"/>
                    </a:cubicBezTo>
                    <a:cubicBezTo>
                      <a:pt x="126" y="19"/>
                      <a:pt x="124" y="25"/>
                      <a:pt x="122" y="31"/>
                    </a:cubicBezTo>
                    <a:cubicBezTo>
                      <a:pt x="122" y="33"/>
                      <a:pt x="121" y="34"/>
                      <a:pt x="120" y="37"/>
                    </a:cubicBezTo>
                    <a:cubicBezTo>
                      <a:pt x="118" y="46"/>
                      <a:pt x="115" y="56"/>
                      <a:pt x="113" y="66"/>
                    </a:cubicBezTo>
                    <a:cubicBezTo>
                      <a:pt x="111" y="76"/>
                      <a:pt x="109" y="86"/>
                      <a:pt x="107" y="96"/>
                    </a:cubicBezTo>
                    <a:cubicBezTo>
                      <a:pt x="105" y="108"/>
                      <a:pt x="102" y="121"/>
                      <a:pt x="100" y="133"/>
                    </a:cubicBezTo>
                    <a:cubicBezTo>
                      <a:pt x="99" y="139"/>
                      <a:pt x="98" y="146"/>
                      <a:pt x="98" y="152"/>
                    </a:cubicBezTo>
                    <a:cubicBezTo>
                      <a:pt x="100" y="150"/>
                      <a:pt x="102" y="149"/>
                      <a:pt x="105" y="147"/>
                    </a:cubicBezTo>
                    <a:cubicBezTo>
                      <a:pt x="106" y="146"/>
                      <a:pt x="107" y="145"/>
                      <a:pt x="108" y="145"/>
                    </a:cubicBezTo>
                    <a:cubicBezTo>
                      <a:pt x="112" y="142"/>
                      <a:pt x="118" y="142"/>
                      <a:pt x="121" y="147"/>
                    </a:cubicBezTo>
                    <a:cubicBezTo>
                      <a:pt x="125" y="151"/>
                      <a:pt x="123" y="157"/>
                      <a:pt x="119" y="160"/>
                    </a:cubicBezTo>
                    <a:cubicBezTo>
                      <a:pt x="111" y="166"/>
                      <a:pt x="103" y="172"/>
                      <a:pt x="94" y="178"/>
                    </a:cubicBezTo>
                    <a:cubicBezTo>
                      <a:pt x="94" y="185"/>
                      <a:pt x="93" y="192"/>
                      <a:pt x="92" y="198"/>
                    </a:cubicBezTo>
                    <a:cubicBezTo>
                      <a:pt x="91" y="209"/>
                      <a:pt x="89" y="219"/>
                      <a:pt x="87" y="230"/>
                    </a:cubicBezTo>
                    <a:cubicBezTo>
                      <a:pt x="87" y="233"/>
                      <a:pt x="86" y="237"/>
                      <a:pt x="86" y="241"/>
                    </a:cubicBezTo>
                    <a:cubicBezTo>
                      <a:pt x="85" y="243"/>
                      <a:pt x="84" y="245"/>
                      <a:pt x="84" y="248"/>
                    </a:cubicBezTo>
                    <a:cubicBezTo>
                      <a:pt x="83" y="253"/>
                      <a:pt x="81" y="260"/>
                      <a:pt x="79" y="266"/>
                    </a:cubicBezTo>
                    <a:cubicBezTo>
                      <a:pt x="78" y="272"/>
                      <a:pt x="76" y="277"/>
                      <a:pt x="74" y="282"/>
                    </a:cubicBezTo>
                    <a:cubicBezTo>
                      <a:pt x="73" y="287"/>
                      <a:pt x="72" y="292"/>
                      <a:pt x="69" y="297"/>
                    </a:cubicBezTo>
                    <a:cubicBezTo>
                      <a:pt x="67" y="302"/>
                      <a:pt x="65" y="307"/>
                      <a:pt x="62" y="312"/>
                    </a:cubicBezTo>
                    <a:cubicBezTo>
                      <a:pt x="60" y="318"/>
                      <a:pt x="57" y="323"/>
                      <a:pt x="53" y="327"/>
                    </a:cubicBezTo>
                    <a:cubicBezTo>
                      <a:pt x="49" y="330"/>
                      <a:pt x="45" y="332"/>
                      <a:pt x="40" y="332"/>
                    </a:cubicBezTo>
                    <a:cubicBezTo>
                      <a:pt x="38" y="332"/>
                      <a:pt x="37" y="332"/>
                      <a:pt x="36" y="3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6" name="Google Shape;3546;p40">
                <a:extLst>
                  <a:ext uri="{FF2B5EF4-FFF2-40B4-BE49-F238E27FC236}">
                    <a16:creationId xmlns:a16="http://schemas.microsoft.com/office/drawing/2014/main" id="{92C23E31-60F1-5E75-28C2-C3E51A8D2F56}"/>
                  </a:ext>
                </a:extLst>
              </p:cNvPr>
              <p:cNvSpPr/>
              <p:nvPr/>
            </p:nvSpPr>
            <p:spPr>
              <a:xfrm>
                <a:off x="219240" y="3984120"/>
                <a:ext cx="26280" cy="11520"/>
              </a:xfrm>
              <a:custGeom>
                <a:avLst/>
                <a:gdLst/>
                <a:ahLst/>
                <a:cxnLst/>
                <a:rect l="l" t="t" r="r" b="b"/>
                <a:pathLst>
                  <a:path w="73" h="32" extrusionOk="0">
                    <a:moveTo>
                      <a:pt x="13" y="31"/>
                    </a:moveTo>
                    <a:cubicBezTo>
                      <a:pt x="9" y="30"/>
                      <a:pt x="7" y="29"/>
                      <a:pt x="4" y="27"/>
                    </a:cubicBezTo>
                    <a:cubicBezTo>
                      <a:pt x="0" y="23"/>
                      <a:pt x="0" y="15"/>
                      <a:pt x="5" y="11"/>
                    </a:cubicBezTo>
                    <a:cubicBezTo>
                      <a:pt x="10" y="7"/>
                      <a:pt x="17" y="6"/>
                      <a:pt x="23" y="5"/>
                    </a:cubicBezTo>
                    <a:cubicBezTo>
                      <a:pt x="27" y="4"/>
                      <a:pt x="31" y="4"/>
                      <a:pt x="35" y="3"/>
                    </a:cubicBezTo>
                    <a:cubicBezTo>
                      <a:pt x="43" y="2"/>
                      <a:pt x="52" y="1"/>
                      <a:pt x="60" y="0"/>
                    </a:cubicBezTo>
                    <a:cubicBezTo>
                      <a:pt x="66" y="0"/>
                      <a:pt x="71" y="4"/>
                      <a:pt x="71" y="10"/>
                    </a:cubicBezTo>
                    <a:cubicBezTo>
                      <a:pt x="72" y="16"/>
                      <a:pt x="68" y="21"/>
                      <a:pt x="62" y="22"/>
                    </a:cubicBezTo>
                    <a:cubicBezTo>
                      <a:pt x="52" y="23"/>
                      <a:pt x="43" y="24"/>
                      <a:pt x="33" y="25"/>
                    </a:cubicBezTo>
                    <a:cubicBezTo>
                      <a:pt x="30" y="26"/>
                      <a:pt x="26" y="27"/>
                      <a:pt x="23" y="28"/>
                    </a:cubicBezTo>
                    <a:cubicBezTo>
                      <a:pt x="20" y="29"/>
                      <a:pt x="17" y="31"/>
                      <a:pt x="14" y="31"/>
                    </a:cubicBezTo>
                    <a:lnTo>
                      <a:pt x="13" y="3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7" name="Google Shape;3547;p40">
                <a:extLst>
                  <a:ext uri="{FF2B5EF4-FFF2-40B4-BE49-F238E27FC236}">
                    <a16:creationId xmlns:a16="http://schemas.microsoft.com/office/drawing/2014/main" id="{B36519CF-F4B5-76D9-CA03-B1C3BD484831}"/>
                  </a:ext>
                </a:extLst>
              </p:cNvPr>
              <p:cNvSpPr/>
              <p:nvPr/>
            </p:nvSpPr>
            <p:spPr>
              <a:xfrm>
                <a:off x="210600" y="3980520"/>
                <a:ext cx="69840" cy="39240"/>
              </a:xfrm>
              <a:custGeom>
                <a:avLst/>
                <a:gdLst/>
                <a:ahLst/>
                <a:cxnLst/>
                <a:rect l="l" t="t" r="r" b="b"/>
                <a:pathLst>
                  <a:path w="194" h="109" extrusionOk="0">
                    <a:moveTo>
                      <a:pt x="14" y="108"/>
                    </a:moveTo>
                    <a:cubicBezTo>
                      <a:pt x="10" y="108"/>
                      <a:pt x="5" y="106"/>
                      <a:pt x="3" y="102"/>
                    </a:cubicBezTo>
                    <a:cubicBezTo>
                      <a:pt x="1" y="100"/>
                      <a:pt x="0" y="97"/>
                      <a:pt x="0" y="93"/>
                    </a:cubicBezTo>
                    <a:cubicBezTo>
                      <a:pt x="2" y="87"/>
                      <a:pt x="7" y="83"/>
                      <a:pt x="13" y="84"/>
                    </a:cubicBezTo>
                    <a:cubicBezTo>
                      <a:pt x="15" y="84"/>
                      <a:pt x="16" y="85"/>
                      <a:pt x="17" y="86"/>
                    </a:cubicBezTo>
                    <a:cubicBezTo>
                      <a:pt x="18" y="86"/>
                      <a:pt x="19" y="86"/>
                      <a:pt x="19" y="85"/>
                    </a:cubicBezTo>
                    <a:cubicBezTo>
                      <a:pt x="21" y="85"/>
                      <a:pt x="23" y="84"/>
                      <a:pt x="25" y="84"/>
                    </a:cubicBezTo>
                    <a:cubicBezTo>
                      <a:pt x="28" y="83"/>
                      <a:pt x="32" y="81"/>
                      <a:pt x="35" y="80"/>
                    </a:cubicBezTo>
                    <a:cubicBezTo>
                      <a:pt x="40" y="77"/>
                      <a:pt x="45" y="75"/>
                      <a:pt x="51" y="73"/>
                    </a:cubicBezTo>
                    <a:cubicBezTo>
                      <a:pt x="50" y="73"/>
                      <a:pt x="50" y="73"/>
                      <a:pt x="49" y="73"/>
                    </a:cubicBezTo>
                    <a:cubicBezTo>
                      <a:pt x="50" y="73"/>
                      <a:pt x="51" y="73"/>
                      <a:pt x="51" y="72"/>
                    </a:cubicBezTo>
                    <a:cubicBezTo>
                      <a:pt x="51" y="73"/>
                      <a:pt x="51" y="73"/>
                      <a:pt x="50" y="73"/>
                    </a:cubicBezTo>
                    <a:cubicBezTo>
                      <a:pt x="69" y="64"/>
                      <a:pt x="88" y="53"/>
                      <a:pt x="107" y="43"/>
                    </a:cubicBezTo>
                    <a:cubicBezTo>
                      <a:pt x="127" y="32"/>
                      <a:pt x="148" y="20"/>
                      <a:pt x="169" y="9"/>
                    </a:cubicBezTo>
                    <a:cubicBezTo>
                      <a:pt x="172" y="7"/>
                      <a:pt x="175" y="5"/>
                      <a:pt x="178" y="3"/>
                    </a:cubicBezTo>
                    <a:cubicBezTo>
                      <a:pt x="183" y="0"/>
                      <a:pt x="189" y="2"/>
                      <a:pt x="191" y="7"/>
                    </a:cubicBezTo>
                    <a:cubicBezTo>
                      <a:pt x="193" y="11"/>
                      <a:pt x="192" y="17"/>
                      <a:pt x="188" y="19"/>
                    </a:cubicBezTo>
                    <a:cubicBezTo>
                      <a:pt x="166" y="32"/>
                      <a:pt x="144" y="44"/>
                      <a:pt x="123" y="56"/>
                    </a:cubicBezTo>
                    <a:cubicBezTo>
                      <a:pt x="113" y="62"/>
                      <a:pt x="104" y="67"/>
                      <a:pt x="94" y="73"/>
                    </a:cubicBezTo>
                    <a:cubicBezTo>
                      <a:pt x="84" y="79"/>
                      <a:pt x="73" y="84"/>
                      <a:pt x="63" y="90"/>
                    </a:cubicBezTo>
                    <a:cubicBezTo>
                      <a:pt x="56" y="93"/>
                      <a:pt x="49" y="97"/>
                      <a:pt x="41" y="100"/>
                    </a:cubicBezTo>
                    <a:cubicBezTo>
                      <a:pt x="37" y="102"/>
                      <a:pt x="33" y="104"/>
                      <a:pt x="27" y="105"/>
                    </a:cubicBezTo>
                    <a:cubicBezTo>
                      <a:pt x="23" y="107"/>
                      <a:pt x="19" y="108"/>
                      <a:pt x="14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8" name="Google Shape;3548;p40">
                <a:extLst>
                  <a:ext uri="{FF2B5EF4-FFF2-40B4-BE49-F238E27FC236}">
                    <a16:creationId xmlns:a16="http://schemas.microsoft.com/office/drawing/2014/main" id="{7C88F330-4942-1D73-D9F9-E4DF75F4B686}"/>
                  </a:ext>
                </a:extLst>
              </p:cNvPr>
              <p:cNvSpPr/>
              <p:nvPr/>
            </p:nvSpPr>
            <p:spPr>
              <a:xfrm>
                <a:off x="259200" y="3936600"/>
                <a:ext cx="75240" cy="136800"/>
              </a:xfrm>
              <a:custGeom>
                <a:avLst/>
                <a:gdLst/>
                <a:ahLst/>
                <a:cxnLst/>
                <a:rect l="l" t="t" r="r" b="b"/>
                <a:pathLst>
                  <a:path w="209" h="380" extrusionOk="0">
                    <a:moveTo>
                      <a:pt x="47" y="379"/>
                    </a:moveTo>
                    <a:cubicBezTo>
                      <a:pt x="35" y="378"/>
                      <a:pt x="23" y="373"/>
                      <a:pt x="14" y="364"/>
                    </a:cubicBezTo>
                    <a:cubicBezTo>
                      <a:pt x="5" y="354"/>
                      <a:pt x="1" y="340"/>
                      <a:pt x="0" y="327"/>
                    </a:cubicBezTo>
                    <a:cubicBezTo>
                      <a:pt x="0" y="320"/>
                      <a:pt x="2" y="313"/>
                      <a:pt x="4" y="307"/>
                    </a:cubicBezTo>
                    <a:cubicBezTo>
                      <a:pt x="6" y="299"/>
                      <a:pt x="9" y="292"/>
                      <a:pt x="12" y="285"/>
                    </a:cubicBezTo>
                    <a:cubicBezTo>
                      <a:pt x="13" y="280"/>
                      <a:pt x="20" y="277"/>
                      <a:pt x="25" y="280"/>
                    </a:cubicBezTo>
                    <a:cubicBezTo>
                      <a:pt x="30" y="282"/>
                      <a:pt x="32" y="288"/>
                      <a:pt x="30" y="293"/>
                    </a:cubicBezTo>
                    <a:cubicBezTo>
                      <a:pt x="29" y="294"/>
                      <a:pt x="29" y="296"/>
                      <a:pt x="28" y="297"/>
                    </a:cubicBezTo>
                    <a:cubicBezTo>
                      <a:pt x="29" y="296"/>
                      <a:pt x="29" y="296"/>
                      <a:pt x="29" y="296"/>
                    </a:cubicBezTo>
                    <a:cubicBezTo>
                      <a:pt x="26" y="303"/>
                      <a:pt x="23" y="309"/>
                      <a:pt x="22" y="317"/>
                    </a:cubicBezTo>
                    <a:cubicBezTo>
                      <a:pt x="22" y="319"/>
                      <a:pt x="21" y="321"/>
                      <a:pt x="21" y="322"/>
                    </a:cubicBezTo>
                    <a:cubicBezTo>
                      <a:pt x="21" y="324"/>
                      <a:pt x="21" y="326"/>
                      <a:pt x="21" y="328"/>
                    </a:cubicBezTo>
                    <a:cubicBezTo>
                      <a:pt x="21" y="330"/>
                      <a:pt x="21" y="331"/>
                      <a:pt x="22" y="332"/>
                    </a:cubicBezTo>
                    <a:cubicBezTo>
                      <a:pt x="22" y="334"/>
                      <a:pt x="22" y="335"/>
                      <a:pt x="22" y="336"/>
                    </a:cubicBezTo>
                    <a:cubicBezTo>
                      <a:pt x="23" y="338"/>
                      <a:pt x="24" y="340"/>
                      <a:pt x="25" y="341"/>
                    </a:cubicBezTo>
                    <a:cubicBezTo>
                      <a:pt x="25" y="343"/>
                      <a:pt x="26" y="344"/>
                      <a:pt x="27" y="346"/>
                    </a:cubicBezTo>
                    <a:cubicBezTo>
                      <a:pt x="27" y="346"/>
                      <a:pt x="28" y="347"/>
                      <a:pt x="29" y="348"/>
                    </a:cubicBezTo>
                    <a:cubicBezTo>
                      <a:pt x="30" y="349"/>
                      <a:pt x="30" y="350"/>
                      <a:pt x="32" y="351"/>
                    </a:cubicBezTo>
                    <a:cubicBezTo>
                      <a:pt x="32" y="351"/>
                      <a:pt x="33" y="353"/>
                      <a:pt x="34" y="353"/>
                    </a:cubicBezTo>
                    <a:cubicBezTo>
                      <a:pt x="34" y="354"/>
                      <a:pt x="36" y="354"/>
                      <a:pt x="37" y="355"/>
                    </a:cubicBezTo>
                    <a:cubicBezTo>
                      <a:pt x="38" y="355"/>
                      <a:pt x="39" y="355"/>
                      <a:pt x="40" y="356"/>
                    </a:cubicBezTo>
                    <a:cubicBezTo>
                      <a:pt x="41" y="357"/>
                      <a:pt x="42" y="357"/>
                      <a:pt x="43" y="357"/>
                    </a:cubicBezTo>
                    <a:cubicBezTo>
                      <a:pt x="45" y="357"/>
                      <a:pt x="47" y="358"/>
                      <a:pt x="48" y="358"/>
                    </a:cubicBezTo>
                    <a:cubicBezTo>
                      <a:pt x="50" y="358"/>
                      <a:pt x="51" y="358"/>
                      <a:pt x="52" y="358"/>
                    </a:cubicBezTo>
                    <a:cubicBezTo>
                      <a:pt x="53" y="358"/>
                      <a:pt x="54" y="358"/>
                      <a:pt x="54" y="358"/>
                    </a:cubicBezTo>
                    <a:cubicBezTo>
                      <a:pt x="55" y="358"/>
                      <a:pt x="55" y="358"/>
                      <a:pt x="55" y="357"/>
                    </a:cubicBezTo>
                    <a:lnTo>
                      <a:pt x="56" y="357"/>
                    </a:lnTo>
                    <a:cubicBezTo>
                      <a:pt x="58" y="356"/>
                      <a:pt x="60" y="355"/>
                      <a:pt x="61" y="354"/>
                    </a:cubicBezTo>
                    <a:cubicBezTo>
                      <a:pt x="64" y="353"/>
                      <a:pt x="66" y="351"/>
                      <a:pt x="68" y="350"/>
                    </a:cubicBezTo>
                    <a:cubicBezTo>
                      <a:pt x="70" y="347"/>
                      <a:pt x="72" y="345"/>
                      <a:pt x="75" y="343"/>
                    </a:cubicBezTo>
                    <a:cubicBezTo>
                      <a:pt x="78" y="339"/>
                      <a:pt x="82" y="334"/>
                      <a:pt x="85" y="330"/>
                    </a:cubicBezTo>
                    <a:cubicBezTo>
                      <a:pt x="85" y="330"/>
                      <a:pt x="84" y="331"/>
                      <a:pt x="84" y="332"/>
                    </a:cubicBezTo>
                    <a:cubicBezTo>
                      <a:pt x="87" y="326"/>
                      <a:pt x="91" y="321"/>
                      <a:pt x="94" y="315"/>
                    </a:cubicBezTo>
                    <a:cubicBezTo>
                      <a:pt x="97" y="310"/>
                      <a:pt x="99" y="305"/>
                      <a:pt x="101" y="300"/>
                    </a:cubicBezTo>
                    <a:cubicBezTo>
                      <a:pt x="103" y="296"/>
                      <a:pt x="104" y="291"/>
                      <a:pt x="105" y="286"/>
                    </a:cubicBezTo>
                    <a:cubicBezTo>
                      <a:pt x="107" y="275"/>
                      <a:pt x="109" y="264"/>
                      <a:pt x="111" y="254"/>
                    </a:cubicBezTo>
                    <a:cubicBezTo>
                      <a:pt x="111" y="246"/>
                      <a:pt x="113" y="238"/>
                      <a:pt x="114" y="231"/>
                    </a:cubicBezTo>
                    <a:cubicBezTo>
                      <a:pt x="115" y="215"/>
                      <a:pt x="117" y="199"/>
                      <a:pt x="118" y="182"/>
                    </a:cubicBezTo>
                    <a:lnTo>
                      <a:pt x="118" y="181"/>
                    </a:lnTo>
                    <a:lnTo>
                      <a:pt x="118" y="180"/>
                    </a:lnTo>
                    <a:cubicBezTo>
                      <a:pt x="118" y="181"/>
                      <a:pt x="118" y="181"/>
                      <a:pt x="118" y="181"/>
                    </a:cubicBezTo>
                    <a:cubicBezTo>
                      <a:pt x="118" y="179"/>
                      <a:pt x="119" y="176"/>
                      <a:pt x="119" y="173"/>
                    </a:cubicBezTo>
                    <a:cubicBezTo>
                      <a:pt x="119" y="174"/>
                      <a:pt x="119" y="174"/>
                      <a:pt x="119" y="174"/>
                    </a:cubicBezTo>
                    <a:cubicBezTo>
                      <a:pt x="119" y="173"/>
                      <a:pt x="120" y="171"/>
                      <a:pt x="120" y="170"/>
                    </a:cubicBezTo>
                    <a:cubicBezTo>
                      <a:pt x="120" y="169"/>
                      <a:pt x="120" y="168"/>
                      <a:pt x="120" y="167"/>
                    </a:cubicBezTo>
                    <a:lnTo>
                      <a:pt x="120" y="168"/>
                    </a:lnTo>
                    <a:cubicBezTo>
                      <a:pt x="120" y="167"/>
                      <a:pt x="120" y="165"/>
                      <a:pt x="120" y="164"/>
                    </a:cubicBezTo>
                    <a:lnTo>
                      <a:pt x="120" y="165"/>
                    </a:lnTo>
                    <a:cubicBezTo>
                      <a:pt x="120" y="164"/>
                      <a:pt x="120" y="163"/>
                      <a:pt x="120" y="162"/>
                    </a:cubicBezTo>
                    <a:cubicBezTo>
                      <a:pt x="120" y="161"/>
                      <a:pt x="120" y="160"/>
                      <a:pt x="120" y="159"/>
                    </a:cubicBezTo>
                    <a:lnTo>
                      <a:pt x="120" y="160"/>
                    </a:lnTo>
                    <a:cubicBezTo>
                      <a:pt x="120" y="159"/>
                      <a:pt x="121" y="157"/>
                      <a:pt x="121" y="156"/>
                    </a:cubicBezTo>
                    <a:cubicBezTo>
                      <a:pt x="121" y="157"/>
                      <a:pt x="121" y="157"/>
                      <a:pt x="121" y="157"/>
                    </a:cubicBezTo>
                    <a:cubicBezTo>
                      <a:pt x="121" y="156"/>
                      <a:pt x="121" y="154"/>
                      <a:pt x="121" y="153"/>
                    </a:cubicBezTo>
                    <a:lnTo>
                      <a:pt x="121" y="154"/>
                    </a:lnTo>
                    <a:cubicBezTo>
                      <a:pt x="121" y="152"/>
                      <a:pt x="121" y="149"/>
                      <a:pt x="121" y="147"/>
                    </a:cubicBezTo>
                    <a:lnTo>
                      <a:pt x="121" y="148"/>
                    </a:lnTo>
                    <a:cubicBezTo>
                      <a:pt x="121" y="148"/>
                      <a:pt x="121" y="147"/>
                      <a:pt x="121" y="146"/>
                    </a:cubicBezTo>
                    <a:lnTo>
                      <a:pt x="121" y="145"/>
                    </a:lnTo>
                    <a:cubicBezTo>
                      <a:pt x="121" y="146"/>
                      <a:pt x="121" y="146"/>
                      <a:pt x="121" y="146"/>
                    </a:cubicBezTo>
                    <a:cubicBezTo>
                      <a:pt x="122" y="134"/>
                      <a:pt x="124" y="123"/>
                      <a:pt x="125" y="111"/>
                    </a:cubicBezTo>
                    <a:cubicBezTo>
                      <a:pt x="126" y="107"/>
                      <a:pt x="127" y="103"/>
                      <a:pt x="128" y="98"/>
                    </a:cubicBezTo>
                    <a:cubicBezTo>
                      <a:pt x="129" y="92"/>
                      <a:pt x="129" y="86"/>
                      <a:pt x="131" y="80"/>
                    </a:cubicBezTo>
                    <a:cubicBezTo>
                      <a:pt x="132" y="74"/>
                      <a:pt x="134" y="68"/>
                      <a:pt x="135" y="61"/>
                    </a:cubicBezTo>
                    <a:cubicBezTo>
                      <a:pt x="137" y="54"/>
                      <a:pt x="139" y="46"/>
                      <a:pt x="142" y="39"/>
                    </a:cubicBezTo>
                    <a:cubicBezTo>
                      <a:pt x="145" y="33"/>
                      <a:pt x="147" y="26"/>
                      <a:pt x="151" y="20"/>
                    </a:cubicBezTo>
                    <a:cubicBezTo>
                      <a:pt x="154" y="15"/>
                      <a:pt x="160" y="10"/>
                      <a:pt x="166" y="6"/>
                    </a:cubicBezTo>
                    <a:cubicBezTo>
                      <a:pt x="171" y="2"/>
                      <a:pt x="177" y="1"/>
                      <a:pt x="183" y="1"/>
                    </a:cubicBezTo>
                    <a:cubicBezTo>
                      <a:pt x="186" y="0"/>
                      <a:pt x="189" y="2"/>
                      <a:pt x="192" y="3"/>
                    </a:cubicBezTo>
                    <a:cubicBezTo>
                      <a:pt x="195" y="5"/>
                      <a:pt x="197" y="7"/>
                      <a:pt x="199" y="9"/>
                    </a:cubicBezTo>
                    <a:cubicBezTo>
                      <a:pt x="203" y="13"/>
                      <a:pt x="206" y="18"/>
                      <a:pt x="206" y="24"/>
                    </a:cubicBezTo>
                    <a:cubicBezTo>
                      <a:pt x="208" y="30"/>
                      <a:pt x="206" y="36"/>
                      <a:pt x="205" y="41"/>
                    </a:cubicBezTo>
                    <a:cubicBezTo>
                      <a:pt x="203" y="49"/>
                      <a:pt x="200" y="57"/>
                      <a:pt x="197" y="64"/>
                    </a:cubicBezTo>
                    <a:cubicBezTo>
                      <a:pt x="196" y="67"/>
                      <a:pt x="195" y="71"/>
                      <a:pt x="193" y="74"/>
                    </a:cubicBezTo>
                    <a:cubicBezTo>
                      <a:pt x="192" y="76"/>
                      <a:pt x="191" y="78"/>
                      <a:pt x="190" y="79"/>
                    </a:cubicBezTo>
                    <a:cubicBezTo>
                      <a:pt x="188" y="82"/>
                      <a:pt x="187" y="85"/>
                      <a:pt x="185" y="88"/>
                    </a:cubicBezTo>
                    <a:cubicBezTo>
                      <a:pt x="182" y="90"/>
                      <a:pt x="180" y="92"/>
                      <a:pt x="176" y="92"/>
                    </a:cubicBezTo>
                    <a:cubicBezTo>
                      <a:pt x="172" y="92"/>
                      <a:pt x="168" y="89"/>
                      <a:pt x="167" y="86"/>
                    </a:cubicBezTo>
                    <a:cubicBezTo>
                      <a:pt x="166" y="84"/>
                      <a:pt x="165" y="82"/>
                      <a:pt x="165" y="80"/>
                    </a:cubicBezTo>
                    <a:cubicBezTo>
                      <a:pt x="165" y="79"/>
                      <a:pt x="166" y="78"/>
                      <a:pt x="166" y="76"/>
                    </a:cubicBezTo>
                    <a:cubicBezTo>
                      <a:pt x="166" y="72"/>
                      <a:pt x="168" y="69"/>
                      <a:pt x="171" y="68"/>
                    </a:cubicBezTo>
                    <a:cubicBezTo>
                      <a:pt x="172" y="67"/>
                      <a:pt x="173" y="65"/>
                      <a:pt x="174" y="64"/>
                    </a:cubicBezTo>
                    <a:cubicBezTo>
                      <a:pt x="176" y="60"/>
                      <a:pt x="178" y="54"/>
                      <a:pt x="180" y="50"/>
                    </a:cubicBezTo>
                    <a:cubicBezTo>
                      <a:pt x="181" y="48"/>
                      <a:pt x="181" y="47"/>
                      <a:pt x="182" y="45"/>
                    </a:cubicBezTo>
                    <a:cubicBezTo>
                      <a:pt x="183" y="41"/>
                      <a:pt x="184" y="38"/>
                      <a:pt x="185" y="34"/>
                    </a:cubicBezTo>
                    <a:cubicBezTo>
                      <a:pt x="185" y="33"/>
                      <a:pt x="185" y="32"/>
                      <a:pt x="185" y="30"/>
                    </a:cubicBezTo>
                    <a:lnTo>
                      <a:pt x="185" y="29"/>
                    </a:lnTo>
                    <a:cubicBezTo>
                      <a:pt x="185" y="28"/>
                      <a:pt x="185" y="27"/>
                      <a:pt x="185" y="27"/>
                    </a:cubicBezTo>
                    <a:lnTo>
                      <a:pt x="185" y="26"/>
                    </a:lnTo>
                    <a:cubicBezTo>
                      <a:pt x="185" y="25"/>
                      <a:pt x="185" y="25"/>
                      <a:pt x="184" y="25"/>
                    </a:cubicBezTo>
                    <a:lnTo>
                      <a:pt x="184" y="24"/>
                    </a:lnTo>
                    <a:cubicBezTo>
                      <a:pt x="184" y="23"/>
                      <a:pt x="183" y="23"/>
                      <a:pt x="183" y="23"/>
                    </a:cubicBezTo>
                    <a:cubicBezTo>
                      <a:pt x="182" y="23"/>
                      <a:pt x="182" y="22"/>
                      <a:pt x="182" y="22"/>
                    </a:cubicBezTo>
                    <a:lnTo>
                      <a:pt x="181" y="22"/>
                    </a:lnTo>
                    <a:cubicBezTo>
                      <a:pt x="180" y="22"/>
                      <a:pt x="179" y="23"/>
                      <a:pt x="178" y="23"/>
                    </a:cubicBezTo>
                    <a:lnTo>
                      <a:pt x="177" y="24"/>
                    </a:lnTo>
                    <a:cubicBezTo>
                      <a:pt x="175" y="25"/>
                      <a:pt x="174" y="26"/>
                      <a:pt x="173" y="27"/>
                    </a:cubicBezTo>
                    <a:cubicBezTo>
                      <a:pt x="171" y="28"/>
                      <a:pt x="171" y="29"/>
                      <a:pt x="170" y="29"/>
                    </a:cubicBezTo>
                    <a:cubicBezTo>
                      <a:pt x="170" y="29"/>
                      <a:pt x="170" y="30"/>
                      <a:pt x="169" y="30"/>
                    </a:cubicBezTo>
                    <a:cubicBezTo>
                      <a:pt x="168" y="32"/>
                      <a:pt x="167" y="34"/>
                      <a:pt x="166" y="36"/>
                    </a:cubicBezTo>
                    <a:cubicBezTo>
                      <a:pt x="164" y="40"/>
                      <a:pt x="162" y="44"/>
                      <a:pt x="160" y="48"/>
                    </a:cubicBezTo>
                    <a:cubicBezTo>
                      <a:pt x="156" y="60"/>
                      <a:pt x="153" y="71"/>
                      <a:pt x="150" y="82"/>
                    </a:cubicBezTo>
                    <a:cubicBezTo>
                      <a:pt x="150" y="88"/>
                      <a:pt x="149" y="93"/>
                      <a:pt x="148" y="98"/>
                    </a:cubicBezTo>
                    <a:cubicBezTo>
                      <a:pt x="147" y="101"/>
                      <a:pt x="146" y="106"/>
                      <a:pt x="146" y="109"/>
                    </a:cubicBezTo>
                    <a:cubicBezTo>
                      <a:pt x="145" y="111"/>
                      <a:pt x="145" y="112"/>
                      <a:pt x="145" y="114"/>
                    </a:cubicBezTo>
                    <a:cubicBezTo>
                      <a:pt x="144" y="120"/>
                      <a:pt x="143" y="125"/>
                      <a:pt x="143" y="131"/>
                    </a:cubicBezTo>
                    <a:cubicBezTo>
                      <a:pt x="142" y="136"/>
                      <a:pt x="142" y="142"/>
                      <a:pt x="141" y="148"/>
                    </a:cubicBezTo>
                    <a:cubicBezTo>
                      <a:pt x="139" y="160"/>
                      <a:pt x="138" y="172"/>
                      <a:pt x="137" y="184"/>
                    </a:cubicBezTo>
                    <a:lnTo>
                      <a:pt x="137" y="183"/>
                    </a:lnTo>
                    <a:cubicBezTo>
                      <a:pt x="135" y="206"/>
                      <a:pt x="132" y="228"/>
                      <a:pt x="129" y="251"/>
                    </a:cubicBezTo>
                    <a:cubicBezTo>
                      <a:pt x="129" y="255"/>
                      <a:pt x="128" y="260"/>
                      <a:pt x="127" y="265"/>
                    </a:cubicBezTo>
                    <a:cubicBezTo>
                      <a:pt x="126" y="273"/>
                      <a:pt x="125" y="282"/>
                      <a:pt x="123" y="290"/>
                    </a:cubicBezTo>
                    <a:cubicBezTo>
                      <a:pt x="120" y="305"/>
                      <a:pt x="114" y="319"/>
                      <a:pt x="106" y="332"/>
                    </a:cubicBezTo>
                    <a:cubicBezTo>
                      <a:pt x="99" y="344"/>
                      <a:pt x="90" y="356"/>
                      <a:pt x="80" y="365"/>
                    </a:cubicBezTo>
                    <a:cubicBezTo>
                      <a:pt x="75" y="369"/>
                      <a:pt x="70" y="373"/>
                      <a:pt x="65" y="376"/>
                    </a:cubicBezTo>
                    <a:cubicBezTo>
                      <a:pt x="61" y="378"/>
                      <a:pt x="55" y="379"/>
                      <a:pt x="51" y="379"/>
                    </a:cubicBezTo>
                    <a:cubicBezTo>
                      <a:pt x="50" y="379"/>
                      <a:pt x="48" y="379"/>
                      <a:pt x="47" y="3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9" name="Google Shape;3549;p40">
                <a:extLst>
                  <a:ext uri="{FF2B5EF4-FFF2-40B4-BE49-F238E27FC236}">
                    <a16:creationId xmlns:a16="http://schemas.microsoft.com/office/drawing/2014/main" id="{D6B00196-AB23-F4A5-7665-93E095D7EE7D}"/>
                  </a:ext>
                </a:extLst>
              </p:cNvPr>
              <p:cNvSpPr/>
              <p:nvPr/>
            </p:nvSpPr>
            <p:spPr>
              <a:xfrm>
                <a:off x="276120" y="4002120"/>
                <a:ext cx="33120" cy="13680"/>
              </a:xfrm>
              <a:custGeom>
                <a:avLst/>
                <a:gdLst/>
                <a:ahLst/>
                <a:cxnLst/>
                <a:rect l="l" t="t" r="r" b="b"/>
                <a:pathLst>
                  <a:path w="92" h="38" extrusionOk="0">
                    <a:moveTo>
                      <a:pt x="11" y="37"/>
                    </a:moveTo>
                    <a:cubicBezTo>
                      <a:pt x="10" y="36"/>
                      <a:pt x="8" y="36"/>
                      <a:pt x="7" y="35"/>
                    </a:cubicBezTo>
                    <a:cubicBezTo>
                      <a:pt x="4" y="34"/>
                      <a:pt x="1" y="31"/>
                      <a:pt x="1" y="28"/>
                    </a:cubicBezTo>
                    <a:cubicBezTo>
                      <a:pt x="0" y="24"/>
                      <a:pt x="1" y="20"/>
                      <a:pt x="3" y="18"/>
                    </a:cubicBezTo>
                    <a:cubicBezTo>
                      <a:pt x="4" y="16"/>
                      <a:pt x="6" y="15"/>
                      <a:pt x="8" y="14"/>
                    </a:cubicBezTo>
                    <a:cubicBezTo>
                      <a:pt x="10" y="13"/>
                      <a:pt x="13" y="12"/>
                      <a:pt x="15" y="11"/>
                    </a:cubicBezTo>
                    <a:cubicBezTo>
                      <a:pt x="21" y="9"/>
                      <a:pt x="27" y="8"/>
                      <a:pt x="33" y="7"/>
                    </a:cubicBezTo>
                    <a:cubicBezTo>
                      <a:pt x="39" y="6"/>
                      <a:pt x="45" y="5"/>
                      <a:pt x="50" y="5"/>
                    </a:cubicBezTo>
                    <a:cubicBezTo>
                      <a:pt x="60" y="3"/>
                      <a:pt x="70" y="2"/>
                      <a:pt x="80" y="0"/>
                    </a:cubicBezTo>
                    <a:cubicBezTo>
                      <a:pt x="85" y="0"/>
                      <a:pt x="90" y="4"/>
                      <a:pt x="91" y="9"/>
                    </a:cubicBezTo>
                    <a:cubicBezTo>
                      <a:pt x="91" y="15"/>
                      <a:pt x="87" y="20"/>
                      <a:pt x="82" y="20"/>
                    </a:cubicBezTo>
                    <a:cubicBezTo>
                      <a:pt x="73" y="22"/>
                      <a:pt x="64" y="23"/>
                      <a:pt x="55" y="25"/>
                    </a:cubicBezTo>
                    <a:cubicBezTo>
                      <a:pt x="50" y="26"/>
                      <a:pt x="44" y="27"/>
                      <a:pt x="39" y="28"/>
                    </a:cubicBezTo>
                    <a:cubicBezTo>
                      <a:pt x="33" y="29"/>
                      <a:pt x="28" y="30"/>
                      <a:pt x="22" y="31"/>
                    </a:cubicBezTo>
                    <a:cubicBezTo>
                      <a:pt x="21" y="35"/>
                      <a:pt x="17" y="37"/>
                      <a:pt x="13" y="37"/>
                    </a:cubicBezTo>
                    <a:cubicBezTo>
                      <a:pt x="13" y="37"/>
                      <a:pt x="12" y="37"/>
                      <a:pt x="11" y="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0" name="Google Shape;3550;p40">
                <a:extLst>
                  <a:ext uri="{FF2B5EF4-FFF2-40B4-BE49-F238E27FC236}">
                    <a16:creationId xmlns:a16="http://schemas.microsoft.com/office/drawing/2014/main" id="{16E8B68C-6A5E-85B5-D92F-DF27BFCE3AFB}"/>
                  </a:ext>
                </a:extLst>
              </p:cNvPr>
              <p:cNvSpPr/>
              <p:nvPr/>
            </p:nvSpPr>
            <p:spPr>
              <a:xfrm>
                <a:off x="334800" y="3932280"/>
                <a:ext cx="30240" cy="114120"/>
              </a:xfrm>
              <a:custGeom>
                <a:avLst/>
                <a:gdLst/>
                <a:ahLst/>
                <a:cxnLst/>
                <a:rect l="l" t="t" r="r" b="b"/>
                <a:pathLst>
                  <a:path w="84" h="317" extrusionOk="0">
                    <a:moveTo>
                      <a:pt x="45" y="313"/>
                    </a:moveTo>
                    <a:cubicBezTo>
                      <a:pt x="41" y="308"/>
                      <a:pt x="37" y="303"/>
                      <a:pt x="33" y="298"/>
                    </a:cubicBezTo>
                    <a:cubicBezTo>
                      <a:pt x="28" y="291"/>
                      <a:pt x="25" y="284"/>
                      <a:pt x="22" y="277"/>
                    </a:cubicBezTo>
                    <a:cubicBezTo>
                      <a:pt x="19" y="271"/>
                      <a:pt x="17" y="264"/>
                      <a:pt x="15" y="257"/>
                    </a:cubicBezTo>
                    <a:cubicBezTo>
                      <a:pt x="13" y="252"/>
                      <a:pt x="12" y="246"/>
                      <a:pt x="11" y="240"/>
                    </a:cubicBezTo>
                    <a:cubicBezTo>
                      <a:pt x="9" y="234"/>
                      <a:pt x="8" y="227"/>
                      <a:pt x="7" y="221"/>
                    </a:cubicBezTo>
                    <a:cubicBezTo>
                      <a:pt x="6" y="214"/>
                      <a:pt x="5" y="208"/>
                      <a:pt x="4" y="202"/>
                    </a:cubicBezTo>
                    <a:cubicBezTo>
                      <a:pt x="2" y="190"/>
                      <a:pt x="0" y="179"/>
                      <a:pt x="0" y="168"/>
                    </a:cubicBezTo>
                    <a:cubicBezTo>
                      <a:pt x="0" y="153"/>
                      <a:pt x="2" y="137"/>
                      <a:pt x="6" y="123"/>
                    </a:cubicBezTo>
                    <a:cubicBezTo>
                      <a:pt x="10" y="104"/>
                      <a:pt x="16" y="84"/>
                      <a:pt x="24" y="66"/>
                    </a:cubicBezTo>
                    <a:cubicBezTo>
                      <a:pt x="28" y="58"/>
                      <a:pt x="32" y="49"/>
                      <a:pt x="37" y="41"/>
                    </a:cubicBezTo>
                    <a:cubicBezTo>
                      <a:pt x="40" y="36"/>
                      <a:pt x="44" y="31"/>
                      <a:pt x="47" y="26"/>
                    </a:cubicBezTo>
                    <a:cubicBezTo>
                      <a:pt x="51" y="20"/>
                      <a:pt x="55" y="15"/>
                      <a:pt x="59" y="10"/>
                    </a:cubicBezTo>
                    <a:cubicBezTo>
                      <a:pt x="60" y="9"/>
                      <a:pt x="60" y="7"/>
                      <a:pt x="61" y="7"/>
                    </a:cubicBezTo>
                    <a:cubicBezTo>
                      <a:pt x="65" y="2"/>
                      <a:pt x="71" y="0"/>
                      <a:pt x="76" y="3"/>
                    </a:cubicBezTo>
                    <a:cubicBezTo>
                      <a:pt x="81" y="6"/>
                      <a:pt x="83" y="13"/>
                      <a:pt x="80" y="19"/>
                    </a:cubicBezTo>
                    <a:cubicBezTo>
                      <a:pt x="77" y="23"/>
                      <a:pt x="73" y="27"/>
                      <a:pt x="70" y="31"/>
                    </a:cubicBezTo>
                    <a:cubicBezTo>
                      <a:pt x="66" y="37"/>
                      <a:pt x="62" y="42"/>
                      <a:pt x="58" y="48"/>
                    </a:cubicBezTo>
                    <a:cubicBezTo>
                      <a:pt x="58" y="47"/>
                      <a:pt x="58" y="46"/>
                      <a:pt x="58" y="46"/>
                    </a:cubicBezTo>
                    <a:cubicBezTo>
                      <a:pt x="55" y="52"/>
                      <a:pt x="51" y="57"/>
                      <a:pt x="48" y="62"/>
                    </a:cubicBezTo>
                    <a:cubicBezTo>
                      <a:pt x="44" y="71"/>
                      <a:pt x="40" y="80"/>
                      <a:pt x="37" y="89"/>
                    </a:cubicBezTo>
                    <a:lnTo>
                      <a:pt x="37" y="88"/>
                    </a:lnTo>
                    <a:cubicBezTo>
                      <a:pt x="34" y="96"/>
                      <a:pt x="31" y="104"/>
                      <a:pt x="28" y="113"/>
                    </a:cubicBezTo>
                    <a:cubicBezTo>
                      <a:pt x="27" y="119"/>
                      <a:pt x="25" y="126"/>
                      <a:pt x="23" y="133"/>
                    </a:cubicBezTo>
                    <a:cubicBezTo>
                      <a:pt x="22" y="139"/>
                      <a:pt x="21" y="144"/>
                      <a:pt x="21" y="150"/>
                    </a:cubicBezTo>
                    <a:cubicBezTo>
                      <a:pt x="20" y="158"/>
                      <a:pt x="20" y="168"/>
                      <a:pt x="20" y="176"/>
                    </a:cubicBezTo>
                    <a:cubicBezTo>
                      <a:pt x="21" y="190"/>
                      <a:pt x="24" y="203"/>
                      <a:pt x="25" y="216"/>
                    </a:cubicBezTo>
                    <a:cubicBezTo>
                      <a:pt x="27" y="221"/>
                      <a:pt x="28" y="227"/>
                      <a:pt x="29" y="232"/>
                    </a:cubicBezTo>
                    <a:cubicBezTo>
                      <a:pt x="31" y="241"/>
                      <a:pt x="32" y="249"/>
                      <a:pt x="35" y="257"/>
                    </a:cubicBezTo>
                    <a:cubicBezTo>
                      <a:pt x="37" y="263"/>
                      <a:pt x="39" y="268"/>
                      <a:pt x="42" y="273"/>
                    </a:cubicBezTo>
                    <a:cubicBezTo>
                      <a:pt x="41" y="273"/>
                      <a:pt x="41" y="273"/>
                      <a:pt x="41" y="272"/>
                    </a:cubicBezTo>
                    <a:cubicBezTo>
                      <a:pt x="43" y="277"/>
                      <a:pt x="45" y="281"/>
                      <a:pt x="48" y="285"/>
                    </a:cubicBezTo>
                    <a:cubicBezTo>
                      <a:pt x="51" y="288"/>
                      <a:pt x="53" y="292"/>
                      <a:pt x="56" y="295"/>
                    </a:cubicBezTo>
                    <a:lnTo>
                      <a:pt x="55" y="295"/>
                    </a:lnTo>
                    <a:cubicBezTo>
                      <a:pt x="57" y="296"/>
                      <a:pt x="58" y="298"/>
                      <a:pt x="60" y="299"/>
                    </a:cubicBezTo>
                    <a:cubicBezTo>
                      <a:pt x="63" y="303"/>
                      <a:pt x="63" y="310"/>
                      <a:pt x="59" y="314"/>
                    </a:cubicBezTo>
                    <a:cubicBezTo>
                      <a:pt x="58" y="316"/>
                      <a:pt x="55" y="316"/>
                      <a:pt x="52" y="316"/>
                    </a:cubicBezTo>
                    <a:cubicBezTo>
                      <a:pt x="49" y="316"/>
                      <a:pt x="47" y="316"/>
                      <a:pt x="45" y="3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1" name="Google Shape;3551;p40">
                <a:extLst>
                  <a:ext uri="{FF2B5EF4-FFF2-40B4-BE49-F238E27FC236}">
                    <a16:creationId xmlns:a16="http://schemas.microsoft.com/office/drawing/2014/main" id="{96741113-CAC4-50FD-C07D-FE0BE2D3CA7F}"/>
                  </a:ext>
                </a:extLst>
              </p:cNvPr>
              <p:cNvSpPr/>
              <p:nvPr/>
            </p:nvSpPr>
            <p:spPr>
              <a:xfrm>
                <a:off x="383760" y="3972960"/>
                <a:ext cx="38880" cy="54720"/>
              </a:xfrm>
              <a:custGeom>
                <a:avLst/>
                <a:gdLst/>
                <a:ahLst/>
                <a:cxnLst/>
                <a:rect l="l" t="t" r="r" b="b"/>
                <a:pathLst>
                  <a:path w="108" h="152" extrusionOk="0">
                    <a:moveTo>
                      <a:pt x="91" y="150"/>
                    </a:moveTo>
                    <a:cubicBezTo>
                      <a:pt x="86" y="146"/>
                      <a:pt x="81" y="143"/>
                      <a:pt x="77" y="139"/>
                    </a:cubicBezTo>
                    <a:cubicBezTo>
                      <a:pt x="74" y="136"/>
                      <a:pt x="71" y="133"/>
                      <a:pt x="68" y="130"/>
                    </a:cubicBezTo>
                    <a:cubicBezTo>
                      <a:pt x="64" y="127"/>
                      <a:pt x="61" y="123"/>
                      <a:pt x="58" y="120"/>
                    </a:cubicBezTo>
                    <a:cubicBezTo>
                      <a:pt x="51" y="112"/>
                      <a:pt x="44" y="105"/>
                      <a:pt x="38" y="97"/>
                    </a:cubicBezTo>
                    <a:cubicBezTo>
                      <a:pt x="29" y="85"/>
                      <a:pt x="20" y="73"/>
                      <a:pt x="13" y="59"/>
                    </a:cubicBezTo>
                    <a:cubicBezTo>
                      <a:pt x="10" y="54"/>
                      <a:pt x="8" y="48"/>
                      <a:pt x="5" y="42"/>
                    </a:cubicBezTo>
                    <a:cubicBezTo>
                      <a:pt x="3" y="35"/>
                      <a:pt x="1" y="29"/>
                      <a:pt x="1" y="23"/>
                    </a:cubicBezTo>
                    <a:cubicBezTo>
                      <a:pt x="0" y="17"/>
                      <a:pt x="1" y="12"/>
                      <a:pt x="4" y="6"/>
                    </a:cubicBezTo>
                    <a:cubicBezTo>
                      <a:pt x="6" y="3"/>
                      <a:pt x="10" y="1"/>
                      <a:pt x="15" y="0"/>
                    </a:cubicBezTo>
                    <a:cubicBezTo>
                      <a:pt x="21" y="0"/>
                      <a:pt x="25" y="6"/>
                      <a:pt x="25" y="12"/>
                    </a:cubicBezTo>
                    <a:cubicBezTo>
                      <a:pt x="25" y="15"/>
                      <a:pt x="24" y="17"/>
                      <a:pt x="22" y="20"/>
                    </a:cubicBezTo>
                    <a:lnTo>
                      <a:pt x="22" y="21"/>
                    </a:lnTo>
                    <a:cubicBezTo>
                      <a:pt x="22" y="22"/>
                      <a:pt x="22" y="24"/>
                      <a:pt x="22" y="25"/>
                    </a:cubicBezTo>
                    <a:cubicBezTo>
                      <a:pt x="23" y="27"/>
                      <a:pt x="24" y="30"/>
                      <a:pt x="24" y="31"/>
                    </a:cubicBezTo>
                    <a:lnTo>
                      <a:pt x="24" y="30"/>
                    </a:lnTo>
                    <a:cubicBezTo>
                      <a:pt x="26" y="37"/>
                      <a:pt x="29" y="44"/>
                      <a:pt x="32" y="50"/>
                    </a:cubicBezTo>
                    <a:cubicBezTo>
                      <a:pt x="34" y="55"/>
                      <a:pt x="36" y="59"/>
                      <a:pt x="39" y="63"/>
                    </a:cubicBezTo>
                    <a:lnTo>
                      <a:pt x="38" y="62"/>
                    </a:lnTo>
                    <a:cubicBezTo>
                      <a:pt x="44" y="71"/>
                      <a:pt x="50" y="80"/>
                      <a:pt x="57" y="88"/>
                    </a:cubicBezTo>
                    <a:cubicBezTo>
                      <a:pt x="62" y="94"/>
                      <a:pt x="67" y="100"/>
                      <a:pt x="72" y="105"/>
                    </a:cubicBezTo>
                    <a:cubicBezTo>
                      <a:pt x="77" y="111"/>
                      <a:pt x="82" y="116"/>
                      <a:pt x="87" y="121"/>
                    </a:cubicBezTo>
                    <a:cubicBezTo>
                      <a:pt x="90" y="123"/>
                      <a:pt x="93" y="126"/>
                      <a:pt x="96" y="129"/>
                    </a:cubicBezTo>
                    <a:cubicBezTo>
                      <a:pt x="98" y="130"/>
                      <a:pt x="100" y="131"/>
                      <a:pt x="101" y="132"/>
                    </a:cubicBezTo>
                    <a:cubicBezTo>
                      <a:pt x="106" y="135"/>
                      <a:pt x="107" y="141"/>
                      <a:pt x="104" y="146"/>
                    </a:cubicBezTo>
                    <a:cubicBezTo>
                      <a:pt x="103" y="149"/>
                      <a:pt x="99" y="151"/>
                      <a:pt x="96" y="151"/>
                    </a:cubicBezTo>
                    <a:cubicBezTo>
                      <a:pt x="94" y="151"/>
                      <a:pt x="92" y="151"/>
                      <a:pt x="91" y="1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2" name="Google Shape;3552;p40">
                <a:extLst>
                  <a:ext uri="{FF2B5EF4-FFF2-40B4-BE49-F238E27FC236}">
                    <a16:creationId xmlns:a16="http://schemas.microsoft.com/office/drawing/2014/main" id="{7FB29AB8-41B6-494C-CD87-39FF5A7B490E}"/>
                  </a:ext>
                </a:extLst>
              </p:cNvPr>
              <p:cNvSpPr/>
              <p:nvPr/>
            </p:nvSpPr>
            <p:spPr>
              <a:xfrm>
                <a:off x="385560" y="3981960"/>
                <a:ext cx="39240" cy="4284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119" extrusionOk="0">
                    <a:moveTo>
                      <a:pt x="10" y="118"/>
                    </a:moveTo>
                    <a:cubicBezTo>
                      <a:pt x="5" y="118"/>
                      <a:pt x="0" y="114"/>
                      <a:pt x="0" y="108"/>
                    </a:cubicBezTo>
                    <a:cubicBezTo>
                      <a:pt x="0" y="105"/>
                      <a:pt x="0" y="103"/>
                      <a:pt x="0" y="100"/>
                    </a:cubicBezTo>
                    <a:cubicBezTo>
                      <a:pt x="0" y="97"/>
                      <a:pt x="2" y="94"/>
                      <a:pt x="3" y="91"/>
                    </a:cubicBezTo>
                    <a:cubicBezTo>
                      <a:pt x="5" y="84"/>
                      <a:pt x="7" y="78"/>
                      <a:pt x="11" y="72"/>
                    </a:cubicBezTo>
                    <a:cubicBezTo>
                      <a:pt x="17" y="59"/>
                      <a:pt x="24" y="48"/>
                      <a:pt x="33" y="37"/>
                    </a:cubicBezTo>
                    <a:cubicBezTo>
                      <a:pt x="37" y="33"/>
                      <a:pt x="41" y="28"/>
                      <a:pt x="45" y="24"/>
                    </a:cubicBezTo>
                    <a:cubicBezTo>
                      <a:pt x="50" y="19"/>
                      <a:pt x="55" y="16"/>
                      <a:pt x="60" y="12"/>
                    </a:cubicBezTo>
                    <a:cubicBezTo>
                      <a:pt x="66" y="9"/>
                      <a:pt x="72" y="6"/>
                      <a:pt x="77" y="4"/>
                    </a:cubicBezTo>
                    <a:cubicBezTo>
                      <a:pt x="83" y="2"/>
                      <a:pt x="89" y="1"/>
                      <a:pt x="95" y="1"/>
                    </a:cubicBezTo>
                    <a:cubicBezTo>
                      <a:pt x="101" y="0"/>
                      <a:pt x="106" y="5"/>
                      <a:pt x="107" y="10"/>
                    </a:cubicBezTo>
                    <a:cubicBezTo>
                      <a:pt x="108" y="16"/>
                      <a:pt x="103" y="22"/>
                      <a:pt x="97" y="23"/>
                    </a:cubicBezTo>
                    <a:cubicBezTo>
                      <a:pt x="94" y="23"/>
                      <a:pt x="91" y="23"/>
                      <a:pt x="88" y="24"/>
                    </a:cubicBezTo>
                    <a:cubicBezTo>
                      <a:pt x="87" y="24"/>
                      <a:pt x="85" y="24"/>
                      <a:pt x="83" y="25"/>
                    </a:cubicBezTo>
                    <a:cubicBezTo>
                      <a:pt x="81" y="26"/>
                      <a:pt x="80" y="26"/>
                      <a:pt x="78" y="27"/>
                    </a:cubicBezTo>
                    <a:cubicBezTo>
                      <a:pt x="74" y="29"/>
                      <a:pt x="71" y="31"/>
                      <a:pt x="68" y="33"/>
                    </a:cubicBezTo>
                    <a:cubicBezTo>
                      <a:pt x="66" y="34"/>
                      <a:pt x="64" y="35"/>
                      <a:pt x="62" y="37"/>
                    </a:cubicBezTo>
                    <a:cubicBezTo>
                      <a:pt x="59" y="40"/>
                      <a:pt x="56" y="42"/>
                      <a:pt x="53" y="45"/>
                    </a:cubicBezTo>
                    <a:cubicBezTo>
                      <a:pt x="50" y="49"/>
                      <a:pt x="46" y="54"/>
                      <a:pt x="43" y="59"/>
                    </a:cubicBezTo>
                    <a:cubicBezTo>
                      <a:pt x="38" y="65"/>
                      <a:pt x="34" y="71"/>
                      <a:pt x="31" y="78"/>
                    </a:cubicBezTo>
                    <a:cubicBezTo>
                      <a:pt x="28" y="83"/>
                      <a:pt x="25" y="89"/>
                      <a:pt x="24" y="94"/>
                    </a:cubicBezTo>
                    <a:cubicBezTo>
                      <a:pt x="23" y="96"/>
                      <a:pt x="22" y="99"/>
                      <a:pt x="21" y="101"/>
                    </a:cubicBezTo>
                    <a:cubicBezTo>
                      <a:pt x="21" y="103"/>
                      <a:pt x="21" y="104"/>
                      <a:pt x="21" y="105"/>
                    </a:cubicBezTo>
                    <a:cubicBezTo>
                      <a:pt x="21" y="104"/>
                      <a:pt x="21" y="104"/>
                      <a:pt x="21" y="103"/>
                    </a:cubicBezTo>
                    <a:cubicBezTo>
                      <a:pt x="21" y="105"/>
                      <a:pt x="21" y="107"/>
                      <a:pt x="21" y="108"/>
                    </a:cubicBezTo>
                    <a:cubicBezTo>
                      <a:pt x="21" y="114"/>
                      <a:pt x="16" y="118"/>
                      <a:pt x="10" y="11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3" name="Google Shape;3553;p40">
                <a:extLst>
                  <a:ext uri="{FF2B5EF4-FFF2-40B4-BE49-F238E27FC236}">
                    <a16:creationId xmlns:a16="http://schemas.microsoft.com/office/drawing/2014/main" id="{D9CF36F7-8350-8053-71AD-0BB2C9997D7A}"/>
                  </a:ext>
                </a:extLst>
              </p:cNvPr>
              <p:cNvSpPr/>
              <p:nvPr/>
            </p:nvSpPr>
            <p:spPr>
              <a:xfrm>
                <a:off x="435600" y="3951360"/>
                <a:ext cx="28800" cy="114840"/>
              </a:xfrm>
              <a:custGeom>
                <a:avLst/>
                <a:gdLst/>
                <a:ahLst/>
                <a:cxnLst/>
                <a:rect l="l" t="t" r="r" b="b"/>
                <a:pathLst>
                  <a:path w="80" h="319" extrusionOk="0">
                    <a:moveTo>
                      <a:pt x="5" y="316"/>
                    </a:moveTo>
                    <a:cubicBezTo>
                      <a:pt x="1" y="312"/>
                      <a:pt x="0" y="306"/>
                      <a:pt x="4" y="301"/>
                    </a:cubicBezTo>
                    <a:cubicBezTo>
                      <a:pt x="9" y="295"/>
                      <a:pt x="14" y="289"/>
                      <a:pt x="19" y="282"/>
                    </a:cubicBezTo>
                    <a:cubicBezTo>
                      <a:pt x="21" y="280"/>
                      <a:pt x="23" y="277"/>
                      <a:pt x="25" y="274"/>
                    </a:cubicBezTo>
                    <a:cubicBezTo>
                      <a:pt x="27" y="271"/>
                      <a:pt x="29" y="268"/>
                      <a:pt x="30" y="265"/>
                    </a:cubicBezTo>
                    <a:cubicBezTo>
                      <a:pt x="33" y="259"/>
                      <a:pt x="36" y="253"/>
                      <a:pt x="40" y="248"/>
                    </a:cubicBezTo>
                    <a:cubicBezTo>
                      <a:pt x="42" y="243"/>
                      <a:pt x="44" y="238"/>
                      <a:pt x="47" y="232"/>
                    </a:cubicBezTo>
                    <a:cubicBezTo>
                      <a:pt x="49" y="225"/>
                      <a:pt x="51" y="218"/>
                      <a:pt x="53" y="211"/>
                    </a:cubicBezTo>
                    <a:cubicBezTo>
                      <a:pt x="55" y="199"/>
                      <a:pt x="57" y="186"/>
                      <a:pt x="58" y="174"/>
                    </a:cubicBezTo>
                    <a:lnTo>
                      <a:pt x="58" y="175"/>
                    </a:lnTo>
                    <a:cubicBezTo>
                      <a:pt x="59" y="161"/>
                      <a:pt x="60" y="148"/>
                      <a:pt x="59" y="135"/>
                    </a:cubicBezTo>
                    <a:cubicBezTo>
                      <a:pt x="58" y="127"/>
                      <a:pt x="58" y="120"/>
                      <a:pt x="57" y="112"/>
                    </a:cubicBezTo>
                    <a:cubicBezTo>
                      <a:pt x="56" y="109"/>
                      <a:pt x="55" y="105"/>
                      <a:pt x="55" y="101"/>
                    </a:cubicBezTo>
                    <a:cubicBezTo>
                      <a:pt x="54" y="95"/>
                      <a:pt x="53" y="89"/>
                      <a:pt x="51" y="83"/>
                    </a:cubicBezTo>
                    <a:lnTo>
                      <a:pt x="51" y="82"/>
                    </a:lnTo>
                    <a:cubicBezTo>
                      <a:pt x="49" y="72"/>
                      <a:pt x="47" y="61"/>
                      <a:pt x="45" y="51"/>
                    </a:cubicBezTo>
                    <a:cubicBezTo>
                      <a:pt x="44" y="45"/>
                      <a:pt x="43" y="38"/>
                      <a:pt x="41" y="33"/>
                    </a:cubicBezTo>
                    <a:cubicBezTo>
                      <a:pt x="41" y="28"/>
                      <a:pt x="40" y="24"/>
                      <a:pt x="40" y="20"/>
                    </a:cubicBezTo>
                    <a:cubicBezTo>
                      <a:pt x="40" y="18"/>
                      <a:pt x="40" y="16"/>
                      <a:pt x="40" y="14"/>
                    </a:cubicBezTo>
                    <a:cubicBezTo>
                      <a:pt x="40" y="13"/>
                      <a:pt x="40" y="12"/>
                      <a:pt x="41" y="10"/>
                    </a:cubicBezTo>
                    <a:cubicBezTo>
                      <a:pt x="41" y="7"/>
                      <a:pt x="43" y="5"/>
                      <a:pt x="46" y="3"/>
                    </a:cubicBezTo>
                    <a:cubicBezTo>
                      <a:pt x="48" y="1"/>
                      <a:pt x="53" y="0"/>
                      <a:pt x="57" y="2"/>
                    </a:cubicBezTo>
                    <a:cubicBezTo>
                      <a:pt x="58" y="3"/>
                      <a:pt x="59" y="3"/>
                      <a:pt x="60" y="5"/>
                    </a:cubicBezTo>
                    <a:cubicBezTo>
                      <a:pt x="65" y="8"/>
                      <a:pt x="66" y="16"/>
                      <a:pt x="62" y="20"/>
                    </a:cubicBezTo>
                    <a:lnTo>
                      <a:pt x="62" y="21"/>
                    </a:lnTo>
                    <a:cubicBezTo>
                      <a:pt x="62" y="26"/>
                      <a:pt x="63" y="31"/>
                      <a:pt x="64" y="35"/>
                    </a:cubicBezTo>
                    <a:cubicBezTo>
                      <a:pt x="64" y="41"/>
                      <a:pt x="65" y="47"/>
                      <a:pt x="67" y="53"/>
                    </a:cubicBezTo>
                    <a:cubicBezTo>
                      <a:pt x="67" y="52"/>
                      <a:pt x="67" y="52"/>
                      <a:pt x="67" y="52"/>
                    </a:cubicBezTo>
                    <a:lnTo>
                      <a:pt x="67" y="53"/>
                    </a:lnTo>
                    <a:cubicBezTo>
                      <a:pt x="67" y="55"/>
                      <a:pt x="67" y="57"/>
                      <a:pt x="68" y="59"/>
                    </a:cubicBezTo>
                    <a:cubicBezTo>
                      <a:pt x="68" y="59"/>
                      <a:pt x="68" y="58"/>
                      <a:pt x="67" y="58"/>
                    </a:cubicBezTo>
                    <a:cubicBezTo>
                      <a:pt x="68" y="59"/>
                      <a:pt x="68" y="60"/>
                      <a:pt x="68" y="62"/>
                    </a:cubicBezTo>
                    <a:cubicBezTo>
                      <a:pt x="68" y="62"/>
                      <a:pt x="68" y="61"/>
                      <a:pt x="68" y="60"/>
                    </a:cubicBezTo>
                    <a:cubicBezTo>
                      <a:pt x="68" y="62"/>
                      <a:pt x="68" y="63"/>
                      <a:pt x="68" y="63"/>
                    </a:cubicBezTo>
                    <a:cubicBezTo>
                      <a:pt x="69" y="65"/>
                      <a:pt x="69" y="66"/>
                      <a:pt x="69" y="67"/>
                    </a:cubicBezTo>
                    <a:cubicBezTo>
                      <a:pt x="69" y="67"/>
                      <a:pt x="69" y="68"/>
                      <a:pt x="69" y="69"/>
                    </a:cubicBezTo>
                    <a:cubicBezTo>
                      <a:pt x="69" y="70"/>
                      <a:pt x="70" y="72"/>
                      <a:pt x="70" y="73"/>
                    </a:cubicBezTo>
                    <a:lnTo>
                      <a:pt x="70" y="72"/>
                    </a:lnTo>
                    <a:cubicBezTo>
                      <a:pt x="71" y="74"/>
                      <a:pt x="71" y="76"/>
                      <a:pt x="71" y="77"/>
                    </a:cubicBezTo>
                    <a:lnTo>
                      <a:pt x="71" y="76"/>
                    </a:lnTo>
                    <a:cubicBezTo>
                      <a:pt x="71" y="77"/>
                      <a:pt x="71" y="78"/>
                      <a:pt x="71" y="79"/>
                    </a:cubicBezTo>
                    <a:lnTo>
                      <a:pt x="71" y="78"/>
                    </a:lnTo>
                    <a:cubicBezTo>
                      <a:pt x="72" y="83"/>
                      <a:pt x="72" y="88"/>
                      <a:pt x="73" y="93"/>
                    </a:cubicBezTo>
                    <a:cubicBezTo>
                      <a:pt x="75" y="101"/>
                      <a:pt x="76" y="108"/>
                      <a:pt x="77" y="116"/>
                    </a:cubicBezTo>
                    <a:cubicBezTo>
                      <a:pt x="78" y="131"/>
                      <a:pt x="79" y="146"/>
                      <a:pt x="78" y="160"/>
                    </a:cubicBezTo>
                    <a:cubicBezTo>
                      <a:pt x="77" y="175"/>
                      <a:pt x="75" y="190"/>
                      <a:pt x="73" y="206"/>
                    </a:cubicBezTo>
                    <a:cubicBezTo>
                      <a:pt x="70" y="220"/>
                      <a:pt x="67" y="233"/>
                      <a:pt x="61" y="246"/>
                    </a:cubicBezTo>
                    <a:cubicBezTo>
                      <a:pt x="58" y="253"/>
                      <a:pt x="54" y="261"/>
                      <a:pt x="50" y="268"/>
                    </a:cubicBezTo>
                    <a:cubicBezTo>
                      <a:pt x="45" y="277"/>
                      <a:pt x="40" y="286"/>
                      <a:pt x="34" y="294"/>
                    </a:cubicBezTo>
                    <a:lnTo>
                      <a:pt x="34" y="293"/>
                    </a:lnTo>
                    <a:cubicBezTo>
                      <a:pt x="32" y="296"/>
                      <a:pt x="30" y="299"/>
                      <a:pt x="28" y="302"/>
                    </a:cubicBezTo>
                    <a:cubicBezTo>
                      <a:pt x="25" y="306"/>
                      <a:pt x="22" y="310"/>
                      <a:pt x="19" y="314"/>
                    </a:cubicBezTo>
                    <a:cubicBezTo>
                      <a:pt x="17" y="317"/>
                      <a:pt x="14" y="318"/>
                      <a:pt x="11" y="318"/>
                    </a:cubicBezTo>
                    <a:cubicBezTo>
                      <a:pt x="9" y="318"/>
                      <a:pt x="7" y="317"/>
                      <a:pt x="5" y="31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4" name="Google Shape;3554;p40">
                <a:extLst>
                  <a:ext uri="{FF2B5EF4-FFF2-40B4-BE49-F238E27FC236}">
                    <a16:creationId xmlns:a16="http://schemas.microsoft.com/office/drawing/2014/main" id="{25BE55BA-E891-E680-2D45-DF8C13E3E022}"/>
                  </a:ext>
                </a:extLst>
              </p:cNvPr>
              <p:cNvSpPr/>
              <p:nvPr/>
            </p:nvSpPr>
            <p:spPr>
              <a:xfrm>
                <a:off x="453600" y="3764880"/>
                <a:ext cx="82080" cy="133200"/>
              </a:xfrm>
              <a:custGeom>
                <a:avLst/>
                <a:gdLst/>
                <a:ahLst/>
                <a:cxnLst/>
                <a:rect l="l" t="t" r="r" b="b"/>
                <a:pathLst>
                  <a:path w="228" h="370" extrusionOk="0">
                    <a:moveTo>
                      <a:pt x="29" y="345"/>
                    </a:moveTo>
                    <a:cubicBezTo>
                      <a:pt x="30" y="344"/>
                      <a:pt x="31" y="342"/>
                      <a:pt x="32" y="339"/>
                    </a:cubicBezTo>
                    <a:cubicBezTo>
                      <a:pt x="33" y="336"/>
                      <a:pt x="34" y="332"/>
                      <a:pt x="35" y="330"/>
                    </a:cubicBezTo>
                    <a:lnTo>
                      <a:pt x="35" y="331"/>
                    </a:lnTo>
                    <a:cubicBezTo>
                      <a:pt x="36" y="327"/>
                      <a:pt x="37" y="323"/>
                      <a:pt x="38" y="319"/>
                    </a:cubicBezTo>
                    <a:cubicBezTo>
                      <a:pt x="39" y="314"/>
                      <a:pt x="40" y="309"/>
                      <a:pt x="42" y="304"/>
                    </a:cubicBezTo>
                    <a:cubicBezTo>
                      <a:pt x="42" y="299"/>
                      <a:pt x="43" y="294"/>
                      <a:pt x="44" y="289"/>
                    </a:cubicBezTo>
                    <a:cubicBezTo>
                      <a:pt x="45" y="283"/>
                      <a:pt x="46" y="278"/>
                      <a:pt x="46" y="274"/>
                    </a:cubicBezTo>
                    <a:cubicBezTo>
                      <a:pt x="48" y="264"/>
                      <a:pt x="49" y="255"/>
                      <a:pt x="50" y="246"/>
                    </a:cubicBezTo>
                    <a:cubicBezTo>
                      <a:pt x="52" y="229"/>
                      <a:pt x="54" y="211"/>
                      <a:pt x="56" y="194"/>
                    </a:cubicBezTo>
                    <a:cubicBezTo>
                      <a:pt x="54" y="196"/>
                      <a:pt x="52" y="198"/>
                      <a:pt x="50" y="201"/>
                    </a:cubicBezTo>
                    <a:cubicBezTo>
                      <a:pt x="46" y="207"/>
                      <a:pt x="42" y="214"/>
                      <a:pt x="38" y="221"/>
                    </a:cubicBezTo>
                    <a:cubicBezTo>
                      <a:pt x="38" y="220"/>
                      <a:pt x="39" y="220"/>
                      <a:pt x="39" y="219"/>
                    </a:cubicBezTo>
                    <a:cubicBezTo>
                      <a:pt x="35" y="226"/>
                      <a:pt x="32" y="233"/>
                      <a:pt x="29" y="240"/>
                    </a:cubicBezTo>
                    <a:lnTo>
                      <a:pt x="29" y="239"/>
                    </a:lnTo>
                    <a:cubicBezTo>
                      <a:pt x="29" y="240"/>
                      <a:pt x="29" y="240"/>
                      <a:pt x="29" y="240"/>
                    </a:cubicBezTo>
                    <a:cubicBezTo>
                      <a:pt x="26" y="247"/>
                      <a:pt x="25" y="255"/>
                      <a:pt x="23" y="263"/>
                    </a:cubicBezTo>
                    <a:cubicBezTo>
                      <a:pt x="22" y="267"/>
                      <a:pt x="21" y="272"/>
                      <a:pt x="20" y="278"/>
                    </a:cubicBezTo>
                    <a:lnTo>
                      <a:pt x="20" y="279"/>
                    </a:lnTo>
                    <a:lnTo>
                      <a:pt x="20" y="278"/>
                    </a:lnTo>
                    <a:cubicBezTo>
                      <a:pt x="19" y="288"/>
                      <a:pt x="19" y="299"/>
                      <a:pt x="20" y="309"/>
                    </a:cubicBezTo>
                    <a:cubicBezTo>
                      <a:pt x="20" y="313"/>
                      <a:pt x="21" y="318"/>
                      <a:pt x="21" y="323"/>
                    </a:cubicBezTo>
                    <a:cubicBezTo>
                      <a:pt x="22" y="327"/>
                      <a:pt x="23" y="330"/>
                      <a:pt x="24" y="334"/>
                    </a:cubicBezTo>
                    <a:cubicBezTo>
                      <a:pt x="24" y="333"/>
                      <a:pt x="24" y="333"/>
                      <a:pt x="24" y="333"/>
                    </a:cubicBezTo>
                    <a:cubicBezTo>
                      <a:pt x="24" y="334"/>
                      <a:pt x="24" y="334"/>
                      <a:pt x="24" y="334"/>
                    </a:cubicBezTo>
                    <a:cubicBezTo>
                      <a:pt x="25" y="337"/>
                      <a:pt x="26" y="340"/>
                      <a:pt x="28" y="343"/>
                    </a:cubicBezTo>
                    <a:cubicBezTo>
                      <a:pt x="28" y="344"/>
                      <a:pt x="28" y="345"/>
                      <a:pt x="29" y="345"/>
                    </a:cubicBezTo>
                    <a:moveTo>
                      <a:pt x="26" y="369"/>
                    </a:moveTo>
                    <a:cubicBezTo>
                      <a:pt x="23" y="369"/>
                      <a:pt x="21" y="367"/>
                      <a:pt x="19" y="366"/>
                    </a:cubicBezTo>
                    <a:cubicBezTo>
                      <a:pt x="17" y="364"/>
                      <a:pt x="14" y="362"/>
                      <a:pt x="13" y="359"/>
                    </a:cubicBezTo>
                    <a:cubicBezTo>
                      <a:pt x="10" y="355"/>
                      <a:pt x="7" y="349"/>
                      <a:pt x="5" y="344"/>
                    </a:cubicBezTo>
                    <a:cubicBezTo>
                      <a:pt x="3" y="337"/>
                      <a:pt x="1" y="330"/>
                      <a:pt x="1" y="323"/>
                    </a:cubicBezTo>
                    <a:cubicBezTo>
                      <a:pt x="0" y="316"/>
                      <a:pt x="0" y="309"/>
                      <a:pt x="0" y="302"/>
                    </a:cubicBezTo>
                    <a:cubicBezTo>
                      <a:pt x="0" y="295"/>
                      <a:pt x="0" y="287"/>
                      <a:pt x="0" y="279"/>
                    </a:cubicBezTo>
                    <a:cubicBezTo>
                      <a:pt x="1" y="265"/>
                      <a:pt x="5" y="251"/>
                      <a:pt x="10" y="237"/>
                    </a:cubicBezTo>
                    <a:cubicBezTo>
                      <a:pt x="15" y="224"/>
                      <a:pt x="22" y="211"/>
                      <a:pt x="29" y="199"/>
                    </a:cubicBezTo>
                    <a:cubicBezTo>
                      <a:pt x="37" y="187"/>
                      <a:pt x="46" y="177"/>
                      <a:pt x="56" y="166"/>
                    </a:cubicBezTo>
                    <a:cubicBezTo>
                      <a:pt x="57" y="165"/>
                      <a:pt x="58" y="164"/>
                      <a:pt x="58" y="163"/>
                    </a:cubicBezTo>
                    <a:cubicBezTo>
                      <a:pt x="59" y="161"/>
                      <a:pt x="59" y="158"/>
                      <a:pt x="60" y="155"/>
                    </a:cubicBezTo>
                    <a:cubicBezTo>
                      <a:pt x="61" y="144"/>
                      <a:pt x="63" y="133"/>
                      <a:pt x="65" y="121"/>
                    </a:cubicBezTo>
                    <a:cubicBezTo>
                      <a:pt x="65" y="118"/>
                      <a:pt x="65" y="115"/>
                      <a:pt x="66" y="112"/>
                    </a:cubicBezTo>
                    <a:cubicBezTo>
                      <a:pt x="61" y="115"/>
                      <a:pt x="56" y="116"/>
                      <a:pt x="51" y="117"/>
                    </a:cubicBezTo>
                    <a:cubicBezTo>
                      <a:pt x="45" y="117"/>
                      <a:pt x="39" y="117"/>
                      <a:pt x="34" y="114"/>
                    </a:cubicBezTo>
                    <a:cubicBezTo>
                      <a:pt x="29" y="111"/>
                      <a:pt x="25" y="106"/>
                      <a:pt x="23" y="100"/>
                    </a:cubicBezTo>
                    <a:cubicBezTo>
                      <a:pt x="22" y="94"/>
                      <a:pt x="22" y="88"/>
                      <a:pt x="22" y="83"/>
                    </a:cubicBezTo>
                    <a:cubicBezTo>
                      <a:pt x="23" y="79"/>
                      <a:pt x="23" y="75"/>
                      <a:pt x="24" y="71"/>
                    </a:cubicBezTo>
                    <a:cubicBezTo>
                      <a:pt x="26" y="61"/>
                      <a:pt x="28" y="51"/>
                      <a:pt x="30" y="41"/>
                    </a:cubicBezTo>
                    <a:cubicBezTo>
                      <a:pt x="31" y="36"/>
                      <a:pt x="32" y="32"/>
                      <a:pt x="33" y="28"/>
                    </a:cubicBezTo>
                    <a:cubicBezTo>
                      <a:pt x="35" y="22"/>
                      <a:pt x="42" y="18"/>
                      <a:pt x="47" y="20"/>
                    </a:cubicBezTo>
                    <a:cubicBezTo>
                      <a:pt x="53" y="22"/>
                      <a:pt x="57" y="28"/>
                      <a:pt x="55" y="34"/>
                    </a:cubicBezTo>
                    <a:lnTo>
                      <a:pt x="55" y="35"/>
                    </a:lnTo>
                    <a:cubicBezTo>
                      <a:pt x="54" y="35"/>
                      <a:pt x="54" y="35"/>
                      <a:pt x="54" y="35"/>
                    </a:cubicBezTo>
                    <a:cubicBezTo>
                      <a:pt x="52" y="44"/>
                      <a:pt x="49" y="55"/>
                      <a:pt x="47" y="64"/>
                    </a:cubicBezTo>
                    <a:cubicBezTo>
                      <a:pt x="45" y="71"/>
                      <a:pt x="44" y="77"/>
                      <a:pt x="43" y="84"/>
                    </a:cubicBezTo>
                    <a:cubicBezTo>
                      <a:pt x="43" y="86"/>
                      <a:pt x="43" y="89"/>
                      <a:pt x="43" y="92"/>
                    </a:cubicBezTo>
                    <a:cubicBezTo>
                      <a:pt x="43" y="92"/>
                      <a:pt x="43" y="93"/>
                      <a:pt x="43" y="94"/>
                    </a:cubicBezTo>
                    <a:lnTo>
                      <a:pt x="43" y="95"/>
                    </a:lnTo>
                    <a:lnTo>
                      <a:pt x="44" y="95"/>
                    </a:lnTo>
                    <a:lnTo>
                      <a:pt x="45" y="95"/>
                    </a:lnTo>
                    <a:lnTo>
                      <a:pt x="45" y="96"/>
                    </a:lnTo>
                    <a:lnTo>
                      <a:pt x="46" y="96"/>
                    </a:lnTo>
                    <a:lnTo>
                      <a:pt x="47" y="96"/>
                    </a:lnTo>
                    <a:cubicBezTo>
                      <a:pt x="48" y="96"/>
                      <a:pt x="49" y="95"/>
                      <a:pt x="51" y="95"/>
                    </a:cubicBezTo>
                    <a:cubicBezTo>
                      <a:pt x="52" y="95"/>
                      <a:pt x="52" y="95"/>
                      <a:pt x="53" y="95"/>
                    </a:cubicBezTo>
                    <a:cubicBezTo>
                      <a:pt x="54" y="94"/>
                      <a:pt x="56" y="94"/>
                      <a:pt x="58" y="93"/>
                    </a:cubicBezTo>
                    <a:cubicBezTo>
                      <a:pt x="60" y="91"/>
                      <a:pt x="63" y="90"/>
                      <a:pt x="65" y="89"/>
                    </a:cubicBezTo>
                    <a:cubicBezTo>
                      <a:pt x="67" y="87"/>
                      <a:pt x="70" y="86"/>
                      <a:pt x="71" y="84"/>
                    </a:cubicBezTo>
                    <a:cubicBezTo>
                      <a:pt x="73" y="77"/>
                      <a:pt x="75" y="71"/>
                      <a:pt x="77" y="64"/>
                    </a:cubicBezTo>
                    <a:cubicBezTo>
                      <a:pt x="80" y="51"/>
                      <a:pt x="85" y="38"/>
                      <a:pt x="90" y="26"/>
                    </a:cubicBezTo>
                    <a:cubicBezTo>
                      <a:pt x="93" y="21"/>
                      <a:pt x="96" y="15"/>
                      <a:pt x="100" y="11"/>
                    </a:cubicBezTo>
                    <a:cubicBezTo>
                      <a:pt x="102" y="8"/>
                      <a:pt x="104" y="7"/>
                      <a:pt x="106" y="6"/>
                    </a:cubicBezTo>
                    <a:cubicBezTo>
                      <a:pt x="108" y="4"/>
                      <a:pt x="110" y="3"/>
                      <a:pt x="113" y="3"/>
                    </a:cubicBezTo>
                    <a:cubicBezTo>
                      <a:pt x="113" y="3"/>
                      <a:pt x="113" y="2"/>
                      <a:pt x="114" y="2"/>
                    </a:cubicBezTo>
                    <a:cubicBezTo>
                      <a:pt x="118" y="0"/>
                      <a:pt x="124" y="2"/>
                      <a:pt x="127" y="7"/>
                    </a:cubicBezTo>
                    <a:cubicBezTo>
                      <a:pt x="128" y="9"/>
                      <a:pt x="130" y="12"/>
                      <a:pt x="130" y="15"/>
                    </a:cubicBezTo>
                    <a:cubicBezTo>
                      <a:pt x="130" y="17"/>
                      <a:pt x="130" y="20"/>
                      <a:pt x="129" y="23"/>
                    </a:cubicBezTo>
                    <a:cubicBezTo>
                      <a:pt x="128" y="27"/>
                      <a:pt x="126" y="32"/>
                      <a:pt x="125" y="36"/>
                    </a:cubicBezTo>
                    <a:cubicBezTo>
                      <a:pt x="121" y="46"/>
                      <a:pt x="117" y="57"/>
                      <a:pt x="111" y="67"/>
                    </a:cubicBezTo>
                    <a:cubicBezTo>
                      <a:pt x="106" y="78"/>
                      <a:pt x="98" y="88"/>
                      <a:pt x="89" y="97"/>
                    </a:cubicBezTo>
                    <a:cubicBezTo>
                      <a:pt x="87" y="105"/>
                      <a:pt x="86" y="112"/>
                      <a:pt x="84" y="120"/>
                    </a:cubicBezTo>
                    <a:cubicBezTo>
                      <a:pt x="83" y="126"/>
                      <a:pt x="82" y="133"/>
                      <a:pt x="81" y="139"/>
                    </a:cubicBezTo>
                    <a:cubicBezTo>
                      <a:pt x="81" y="140"/>
                      <a:pt x="81" y="141"/>
                      <a:pt x="81" y="142"/>
                    </a:cubicBezTo>
                    <a:cubicBezTo>
                      <a:pt x="83" y="140"/>
                      <a:pt x="85" y="138"/>
                      <a:pt x="86" y="137"/>
                    </a:cubicBezTo>
                    <a:cubicBezTo>
                      <a:pt x="92" y="132"/>
                      <a:pt x="97" y="127"/>
                      <a:pt x="103" y="123"/>
                    </a:cubicBezTo>
                    <a:cubicBezTo>
                      <a:pt x="105" y="121"/>
                      <a:pt x="108" y="119"/>
                      <a:pt x="111" y="116"/>
                    </a:cubicBezTo>
                    <a:cubicBezTo>
                      <a:pt x="114" y="114"/>
                      <a:pt x="116" y="111"/>
                      <a:pt x="120" y="109"/>
                    </a:cubicBezTo>
                    <a:cubicBezTo>
                      <a:pt x="124" y="106"/>
                      <a:pt x="128" y="102"/>
                      <a:pt x="132" y="99"/>
                    </a:cubicBezTo>
                    <a:cubicBezTo>
                      <a:pt x="141" y="92"/>
                      <a:pt x="149" y="85"/>
                      <a:pt x="158" y="78"/>
                    </a:cubicBezTo>
                    <a:cubicBezTo>
                      <a:pt x="177" y="63"/>
                      <a:pt x="195" y="48"/>
                      <a:pt x="213" y="33"/>
                    </a:cubicBezTo>
                    <a:cubicBezTo>
                      <a:pt x="217" y="30"/>
                      <a:pt x="222" y="31"/>
                      <a:pt x="225" y="34"/>
                    </a:cubicBezTo>
                    <a:cubicBezTo>
                      <a:pt x="227" y="38"/>
                      <a:pt x="226" y="42"/>
                      <a:pt x="223" y="45"/>
                    </a:cubicBezTo>
                    <a:cubicBezTo>
                      <a:pt x="212" y="55"/>
                      <a:pt x="201" y="63"/>
                      <a:pt x="190" y="73"/>
                    </a:cubicBezTo>
                    <a:lnTo>
                      <a:pt x="189" y="73"/>
                    </a:lnTo>
                    <a:cubicBezTo>
                      <a:pt x="179" y="81"/>
                      <a:pt x="169" y="89"/>
                      <a:pt x="159" y="98"/>
                    </a:cubicBezTo>
                    <a:cubicBezTo>
                      <a:pt x="152" y="103"/>
                      <a:pt x="146" y="109"/>
                      <a:pt x="139" y="115"/>
                    </a:cubicBezTo>
                    <a:cubicBezTo>
                      <a:pt x="136" y="117"/>
                      <a:pt x="133" y="120"/>
                      <a:pt x="130" y="122"/>
                    </a:cubicBezTo>
                    <a:cubicBezTo>
                      <a:pt x="111" y="138"/>
                      <a:pt x="93" y="153"/>
                      <a:pt x="77" y="170"/>
                    </a:cubicBezTo>
                    <a:cubicBezTo>
                      <a:pt x="75" y="180"/>
                      <a:pt x="74" y="189"/>
                      <a:pt x="73" y="199"/>
                    </a:cubicBezTo>
                    <a:cubicBezTo>
                      <a:pt x="72" y="209"/>
                      <a:pt x="71" y="219"/>
                      <a:pt x="70" y="230"/>
                    </a:cubicBezTo>
                    <a:cubicBezTo>
                      <a:pt x="68" y="241"/>
                      <a:pt x="67" y="252"/>
                      <a:pt x="66" y="263"/>
                    </a:cubicBezTo>
                    <a:cubicBezTo>
                      <a:pt x="64" y="272"/>
                      <a:pt x="63" y="282"/>
                      <a:pt x="62" y="291"/>
                    </a:cubicBezTo>
                    <a:cubicBezTo>
                      <a:pt x="61" y="297"/>
                      <a:pt x="60" y="302"/>
                      <a:pt x="59" y="308"/>
                    </a:cubicBezTo>
                    <a:cubicBezTo>
                      <a:pt x="58" y="310"/>
                      <a:pt x="58" y="313"/>
                      <a:pt x="57" y="316"/>
                    </a:cubicBezTo>
                    <a:cubicBezTo>
                      <a:pt x="57" y="318"/>
                      <a:pt x="56" y="321"/>
                      <a:pt x="56" y="324"/>
                    </a:cubicBezTo>
                    <a:cubicBezTo>
                      <a:pt x="54" y="329"/>
                      <a:pt x="53" y="334"/>
                      <a:pt x="52" y="338"/>
                    </a:cubicBezTo>
                    <a:cubicBezTo>
                      <a:pt x="51" y="341"/>
                      <a:pt x="50" y="344"/>
                      <a:pt x="49" y="347"/>
                    </a:cubicBezTo>
                    <a:cubicBezTo>
                      <a:pt x="49" y="350"/>
                      <a:pt x="47" y="353"/>
                      <a:pt x="46" y="355"/>
                    </a:cubicBezTo>
                    <a:cubicBezTo>
                      <a:pt x="45" y="359"/>
                      <a:pt x="43" y="362"/>
                      <a:pt x="41" y="363"/>
                    </a:cubicBezTo>
                    <a:cubicBezTo>
                      <a:pt x="38" y="367"/>
                      <a:pt x="33" y="369"/>
                      <a:pt x="29" y="369"/>
                    </a:cubicBezTo>
                    <a:cubicBezTo>
                      <a:pt x="28" y="369"/>
                      <a:pt x="27" y="369"/>
                      <a:pt x="26" y="36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5" name="Google Shape;3555;p40">
                <a:extLst>
                  <a:ext uri="{FF2B5EF4-FFF2-40B4-BE49-F238E27FC236}">
                    <a16:creationId xmlns:a16="http://schemas.microsoft.com/office/drawing/2014/main" id="{8F844A0F-E105-F370-E37C-F7E12F3963CF}"/>
                  </a:ext>
                </a:extLst>
              </p:cNvPr>
              <p:cNvSpPr/>
              <p:nvPr/>
            </p:nvSpPr>
            <p:spPr>
              <a:xfrm>
                <a:off x="1148760" y="4785840"/>
                <a:ext cx="34200" cy="69120"/>
              </a:xfrm>
              <a:custGeom>
                <a:avLst/>
                <a:gdLst/>
                <a:ahLst/>
                <a:cxnLst/>
                <a:rect l="l" t="t" r="r" b="b"/>
                <a:pathLst>
                  <a:path w="95" h="192" extrusionOk="0">
                    <a:moveTo>
                      <a:pt x="73" y="185"/>
                    </a:moveTo>
                    <a:cubicBezTo>
                      <a:pt x="71" y="177"/>
                      <a:pt x="68" y="170"/>
                      <a:pt x="65" y="163"/>
                    </a:cubicBezTo>
                    <a:cubicBezTo>
                      <a:pt x="64" y="157"/>
                      <a:pt x="62" y="152"/>
                      <a:pt x="59" y="148"/>
                    </a:cubicBezTo>
                    <a:cubicBezTo>
                      <a:pt x="57" y="142"/>
                      <a:pt x="55" y="136"/>
                      <a:pt x="52" y="130"/>
                    </a:cubicBezTo>
                    <a:cubicBezTo>
                      <a:pt x="50" y="124"/>
                      <a:pt x="47" y="117"/>
                      <a:pt x="44" y="110"/>
                    </a:cubicBezTo>
                    <a:cubicBezTo>
                      <a:pt x="40" y="104"/>
                      <a:pt x="37" y="97"/>
                      <a:pt x="34" y="90"/>
                    </a:cubicBezTo>
                    <a:cubicBezTo>
                      <a:pt x="23" y="66"/>
                      <a:pt x="12" y="41"/>
                      <a:pt x="2" y="16"/>
                    </a:cubicBezTo>
                    <a:cubicBezTo>
                      <a:pt x="0" y="11"/>
                      <a:pt x="3" y="4"/>
                      <a:pt x="8" y="2"/>
                    </a:cubicBezTo>
                    <a:cubicBezTo>
                      <a:pt x="14" y="0"/>
                      <a:pt x="21" y="2"/>
                      <a:pt x="23" y="8"/>
                    </a:cubicBezTo>
                    <a:cubicBezTo>
                      <a:pt x="31" y="31"/>
                      <a:pt x="40" y="53"/>
                      <a:pt x="50" y="75"/>
                    </a:cubicBezTo>
                    <a:cubicBezTo>
                      <a:pt x="54" y="85"/>
                      <a:pt x="58" y="95"/>
                      <a:pt x="62" y="104"/>
                    </a:cubicBezTo>
                    <a:cubicBezTo>
                      <a:pt x="68" y="116"/>
                      <a:pt x="73" y="128"/>
                      <a:pt x="78" y="139"/>
                    </a:cubicBezTo>
                    <a:cubicBezTo>
                      <a:pt x="83" y="152"/>
                      <a:pt x="87" y="164"/>
                      <a:pt x="92" y="177"/>
                    </a:cubicBezTo>
                    <a:cubicBezTo>
                      <a:pt x="94" y="182"/>
                      <a:pt x="92" y="188"/>
                      <a:pt x="86" y="190"/>
                    </a:cubicBezTo>
                    <a:cubicBezTo>
                      <a:pt x="85" y="191"/>
                      <a:pt x="84" y="191"/>
                      <a:pt x="83" y="191"/>
                    </a:cubicBezTo>
                    <a:cubicBezTo>
                      <a:pt x="79" y="191"/>
                      <a:pt x="75" y="189"/>
                      <a:pt x="73" y="18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6" name="Google Shape;3556;p40">
                <a:extLst>
                  <a:ext uri="{FF2B5EF4-FFF2-40B4-BE49-F238E27FC236}">
                    <a16:creationId xmlns:a16="http://schemas.microsoft.com/office/drawing/2014/main" id="{5DD7365B-E6B6-82FB-3A56-8374860E65E6}"/>
                  </a:ext>
                </a:extLst>
              </p:cNvPr>
              <p:cNvSpPr/>
              <p:nvPr/>
            </p:nvSpPr>
            <p:spPr>
              <a:xfrm>
                <a:off x="1141920" y="4781520"/>
                <a:ext cx="64800" cy="64440"/>
              </a:xfrm>
              <a:custGeom>
                <a:avLst/>
                <a:gdLst/>
                <a:ahLst/>
                <a:cxnLst/>
                <a:rect l="l" t="t" r="r" b="b"/>
                <a:pathLst>
                  <a:path w="180" h="179" extrusionOk="0">
                    <a:moveTo>
                      <a:pt x="3" y="175"/>
                    </a:moveTo>
                    <a:cubicBezTo>
                      <a:pt x="0" y="171"/>
                      <a:pt x="0" y="165"/>
                      <a:pt x="3" y="161"/>
                    </a:cubicBezTo>
                    <a:cubicBezTo>
                      <a:pt x="10" y="155"/>
                      <a:pt x="16" y="150"/>
                      <a:pt x="23" y="144"/>
                    </a:cubicBezTo>
                    <a:cubicBezTo>
                      <a:pt x="28" y="139"/>
                      <a:pt x="33" y="134"/>
                      <a:pt x="38" y="129"/>
                    </a:cubicBezTo>
                    <a:cubicBezTo>
                      <a:pt x="44" y="123"/>
                      <a:pt x="50" y="118"/>
                      <a:pt x="55" y="113"/>
                    </a:cubicBezTo>
                    <a:cubicBezTo>
                      <a:pt x="60" y="107"/>
                      <a:pt x="66" y="101"/>
                      <a:pt x="71" y="96"/>
                    </a:cubicBezTo>
                    <a:lnTo>
                      <a:pt x="71" y="97"/>
                    </a:lnTo>
                    <a:lnTo>
                      <a:pt x="71" y="96"/>
                    </a:lnTo>
                    <a:lnTo>
                      <a:pt x="71" y="97"/>
                    </a:lnTo>
                    <a:cubicBezTo>
                      <a:pt x="78" y="89"/>
                      <a:pt x="84" y="81"/>
                      <a:pt x="91" y="74"/>
                    </a:cubicBezTo>
                    <a:lnTo>
                      <a:pt x="91" y="75"/>
                    </a:lnTo>
                    <a:cubicBezTo>
                      <a:pt x="91" y="76"/>
                      <a:pt x="91" y="76"/>
                      <a:pt x="90" y="76"/>
                    </a:cubicBezTo>
                    <a:cubicBezTo>
                      <a:pt x="91" y="75"/>
                      <a:pt x="91" y="75"/>
                      <a:pt x="91" y="75"/>
                    </a:cubicBezTo>
                    <a:cubicBezTo>
                      <a:pt x="94" y="72"/>
                      <a:pt x="97" y="68"/>
                      <a:pt x="100" y="65"/>
                    </a:cubicBezTo>
                    <a:cubicBezTo>
                      <a:pt x="103" y="61"/>
                      <a:pt x="106" y="58"/>
                      <a:pt x="109" y="54"/>
                    </a:cubicBezTo>
                    <a:cubicBezTo>
                      <a:pt x="109" y="55"/>
                      <a:pt x="109" y="55"/>
                      <a:pt x="109" y="55"/>
                    </a:cubicBezTo>
                    <a:cubicBezTo>
                      <a:pt x="116" y="47"/>
                      <a:pt x="123" y="39"/>
                      <a:pt x="131" y="31"/>
                    </a:cubicBezTo>
                    <a:cubicBezTo>
                      <a:pt x="134" y="27"/>
                      <a:pt x="138" y="24"/>
                      <a:pt x="142" y="20"/>
                    </a:cubicBezTo>
                    <a:cubicBezTo>
                      <a:pt x="147" y="15"/>
                      <a:pt x="153" y="10"/>
                      <a:pt x="158" y="5"/>
                    </a:cubicBezTo>
                    <a:cubicBezTo>
                      <a:pt x="163" y="0"/>
                      <a:pt x="170" y="0"/>
                      <a:pt x="174" y="5"/>
                    </a:cubicBezTo>
                    <a:cubicBezTo>
                      <a:pt x="178" y="9"/>
                      <a:pt x="179" y="17"/>
                      <a:pt x="174" y="21"/>
                    </a:cubicBezTo>
                    <a:cubicBezTo>
                      <a:pt x="168" y="26"/>
                      <a:pt x="162" y="31"/>
                      <a:pt x="157" y="36"/>
                    </a:cubicBezTo>
                    <a:cubicBezTo>
                      <a:pt x="153" y="40"/>
                      <a:pt x="150" y="44"/>
                      <a:pt x="146" y="47"/>
                    </a:cubicBezTo>
                    <a:cubicBezTo>
                      <a:pt x="139" y="54"/>
                      <a:pt x="132" y="62"/>
                      <a:pt x="125" y="69"/>
                    </a:cubicBezTo>
                    <a:cubicBezTo>
                      <a:pt x="124" y="69"/>
                      <a:pt x="124" y="69"/>
                      <a:pt x="124" y="70"/>
                    </a:cubicBezTo>
                    <a:cubicBezTo>
                      <a:pt x="124" y="69"/>
                      <a:pt x="124" y="69"/>
                      <a:pt x="125" y="69"/>
                    </a:cubicBezTo>
                    <a:cubicBezTo>
                      <a:pt x="118" y="76"/>
                      <a:pt x="112" y="82"/>
                      <a:pt x="106" y="89"/>
                    </a:cubicBezTo>
                    <a:cubicBezTo>
                      <a:pt x="106" y="88"/>
                      <a:pt x="106" y="88"/>
                      <a:pt x="106" y="88"/>
                    </a:cubicBezTo>
                    <a:cubicBezTo>
                      <a:pt x="99" y="96"/>
                      <a:pt x="92" y="103"/>
                      <a:pt x="85" y="111"/>
                    </a:cubicBezTo>
                    <a:cubicBezTo>
                      <a:pt x="79" y="117"/>
                      <a:pt x="72" y="124"/>
                      <a:pt x="65" y="130"/>
                    </a:cubicBezTo>
                    <a:cubicBezTo>
                      <a:pt x="49" y="146"/>
                      <a:pt x="33" y="160"/>
                      <a:pt x="16" y="175"/>
                    </a:cubicBezTo>
                    <a:cubicBezTo>
                      <a:pt x="14" y="176"/>
                      <a:pt x="12" y="178"/>
                      <a:pt x="10" y="178"/>
                    </a:cubicBezTo>
                    <a:cubicBezTo>
                      <a:pt x="7" y="178"/>
                      <a:pt x="5" y="176"/>
                      <a:pt x="3" y="17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7" name="Google Shape;3557;p40">
                <a:extLst>
                  <a:ext uri="{FF2B5EF4-FFF2-40B4-BE49-F238E27FC236}">
                    <a16:creationId xmlns:a16="http://schemas.microsoft.com/office/drawing/2014/main" id="{6854C8AD-BE8A-C222-D73A-3D4DEFC7902C}"/>
                  </a:ext>
                </a:extLst>
              </p:cNvPr>
              <p:cNvSpPr/>
              <p:nvPr/>
            </p:nvSpPr>
            <p:spPr>
              <a:xfrm>
                <a:off x="944280" y="4811400"/>
                <a:ext cx="5436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151" h="120" extrusionOk="0">
                    <a:moveTo>
                      <a:pt x="47" y="95"/>
                    </a:moveTo>
                    <a:cubicBezTo>
                      <a:pt x="48" y="95"/>
                      <a:pt x="49" y="95"/>
                      <a:pt x="50" y="95"/>
                    </a:cubicBezTo>
                    <a:cubicBezTo>
                      <a:pt x="51" y="95"/>
                      <a:pt x="52" y="94"/>
                      <a:pt x="53" y="94"/>
                    </a:cubicBezTo>
                    <a:cubicBezTo>
                      <a:pt x="54" y="93"/>
                      <a:pt x="55" y="93"/>
                      <a:pt x="55" y="93"/>
                    </a:cubicBezTo>
                    <a:cubicBezTo>
                      <a:pt x="57" y="92"/>
                      <a:pt x="58" y="92"/>
                      <a:pt x="59" y="91"/>
                    </a:cubicBezTo>
                    <a:cubicBezTo>
                      <a:pt x="61" y="90"/>
                      <a:pt x="62" y="89"/>
                      <a:pt x="64" y="88"/>
                    </a:cubicBezTo>
                    <a:cubicBezTo>
                      <a:pt x="65" y="86"/>
                      <a:pt x="67" y="85"/>
                      <a:pt x="68" y="83"/>
                    </a:cubicBezTo>
                    <a:cubicBezTo>
                      <a:pt x="71" y="80"/>
                      <a:pt x="73" y="77"/>
                      <a:pt x="76" y="74"/>
                    </a:cubicBezTo>
                    <a:cubicBezTo>
                      <a:pt x="79" y="70"/>
                      <a:pt x="82" y="65"/>
                      <a:pt x="84" y="61"/>
                    </a:cubicBezTo>
                    <a:cubicBezTo>
                      <a:pt x="86" y="57"/>
                      <a:pt x="88" y="53"/>
                      <a:pt x="90" y="48"/>
                    </a:cubicBezTo>
                    <a:cubicBezTo>
                      <a:pt x="89" y="47"/>
                      <a:pt x="89" y="46"/>
                      <a:pt x="88" y="44"/>
                    </a:cubicBezTo>
                    <a:cubicBezTo>
                      <a:pt x="87" y="42"/>
                      <a:pt x="86" y="40"/>
                      <a:pt x="84" y="37"/>
                    </a:cubicBezTo>
                    <a:cubicBezTo>
                      <a:pt x="83" y="36"/>
                      <a:pt x="82" y="34"/>
                      <a:pt x="80" y="32"/>
                    </a:cubicBezTo>
                    <a:cubicBezTo>
                      <a:pt x="79" y="31"/>
                      <a:pt x="78" y="30"/>
                      <a:pt x="77" y="29"/>
                    </a:cubicBezTo>
                    <a:cubicBezTo>
                      <a:pt x="76" y="28"/>
                      <a:pt x="75" y="26"/>
                      <a:pt x="73" y="25"/>
                    </a:cubicBezTo>
                    <a:cubicBezTo>
                      <a:pt x="72" y="25"/>
                      <a:pt x="72" y="25"/>
                      <a:pt x="71" y="24"/>
                    </a:cubicBezTo>
                    <a:cubicBezTo>
                      <a:pt x="71" y="24"/>
                      <a:pt x="69" y="24"/>
                      <a:pt x="69" y="23"/>
                    </a:cubicBezTo>
                    <a:cubicBezTo>
                      <a:pt x="68" y="23"/>
                      <a:pt x="68" y="23"/>
                      <a:pt x="67" y="22"/>
                    </a:cubicBezTo>
                    <a:cubicBezTo>
                      <a:pt x="66" y="22"/>
                      <a:pt x="66" y="22"/>
                      <a:pt x="66" y="22"/>
                    </a:cubicBezTo>
                    <a:cubicBezTo>
                      <a:pt x="65" y="22"/>
                      <a:pt x="64" y="22"/>
                      <a:pt x="63" y="22"/>
                    </a:cubicBezTo>
                    <a:cubicBezTo>
                      <a:pt x="64" y="22"/>
                      <a:pt x="64" y="22"/>
                      <a:pt x="64" y="22"/>
                    </a:cubicBezTo>
                    <a:cubicBezTo>
                      <a:pt x="64" y="22"/>
                      <a:pt x="63" y="22"/>
                      <a:pt x="62" y="22"/>
                    </a:cubicBezTo>
                    <a:cubicBezTo>
                      <a:pt x="61" y="23"/>
                      <a:pt x="61" y="23"/>
                      <a:pt x="60" y="23"/>
                    </a:cubicBezTo>
                    <a:cubicBezTo>
                      <a:pt x="59" y="24"/>
                      <a:pt x="58" y="24"/>
                      <a:pt x="58" y="24"/>
                    </a:cubicBezTo>
                    <a:cubicBezTo>
                      <a:pt x="57" y="25"/>
                      <a:pt x="56" y="25"/>
                      <a:pt x="55" y="25"/>
                    </a:cubicBezTo>
                    <a:cubicBezTo>
                      <a:pt x="54" y="26"/>
                      <a:pt x="53" y="27"/>
                      <a:pt x="52" y="28"/>
                    </a:cubicBezTo>
                    <a:cubicBezTo>
                      <a:pt x="50" y="29"/>
                      <a:pt x="49" y="31"/>
                      <a:pt x="48" y="32"/>
                    </a:cubicBezTo>
                    <a:cubicBezTo>
                      <a:pt x="46" y="33"/>
                      <a:pt x="45" y="35"/>
                      <a:pt x="44" y="37"/>
                    </a:cubicBezTo>
                    <a:cubicBezTo>
                      <a:pt x="42" y="39"/>
                      <a:pt x="40" y="42"/>
                      <a:pt x="39" y="45"/>
                    </a:cubicBezTo>
                    <a:cubicBezTo>
                      <a:pt x="37" y="49"/>
                      <a:pt x="36" y="52"/>
                      <a:pt x="34" y="56"/>
                    </a:cubicBezTo>
                    <a:cubicBezTo>
                      <a:pt x="33" y="58"/>
                      <a:pt x="32" y="61"/>
                      <a:pt x="31" y="64"/>
                    </a:cubicBezTo>
                    <a:cubicBezTo>
                      <a:pt x="31" y="67"/>
                      <a:pt x="30" y="69"/>
                      <a:pt x="30" y="71"/>
                    </a:cubicBezTo>
                    <a:cubicBezTo>
                      <a:pt x="30" y="73"/>
                      <a:pt x="30" y="75"/>
                      <a:pt x="30" y="77"/>
                    </a:cubicBezTo>
                    <a:cubicBezTo>
                      <a:pt x="30" y="78"/>
                      <a:pt x="30" y="79"/>
                      <a:pt x="30" y="80"/>
                    </a:cubicBezTo>
                    <a:cubicBezTo>
                      <a:pt x="30" y="79"/>
                      <a:pt x="30" y="79"/>
                      <a:pt x="30" y="78"/>
                    </a:cubicBezTo>
                    <a:cubicBezTo>
                      <a:pt x="30" y="80"/>
                      <a:pt x="31" y="82"/>
                      <a:pt x="31" y="83"/>
                    </a:cubicBezTo>
                    <a:cubicBezTo>
                      <a:pt x="31" y="84"/>
                      <a:pt x="32" y="85"/>
                      <a:pt x="33" y="86"/>
                    </a:cubicBezTo>
                    <a:cubicBezTo>
                      <a:pt x="33" y="86"/>
                      <a:pt x="33" y="88"/>
                      <a:pt x="34" y="88"/>
                    </a:cubicBezTo>
                    <a:lnTo>
                      <a:pt x="33" y="88"/>
                    </a:lnTo>
                    <a:cubicBezTo>
                      <a:pt x="34" y="88"/>
                      <a:pt x="34" y="89"/>
                      <a:pt x="35" y="89"/>
                    </a:cubicBezTo>
                    <a:cubicBezTo>
                      <a:pt x="36" y="90"/>
                      <a:pt x="36" y="91"/>
                      <a:pt x="36" y="91"/>
                    </a:cubicBezTo>
                    <a:cubicBezTo>
                      <a:pt x="37" y="92"/>
                      <a:pt x="37" y="92"/>
                      <a:pt x="38" y="92"/>
                    </a:cubicBezTo>
                    <a:cubicBezTo>
                      <a:pt x="38" y="93"/>
                      <a:pt x="39" y="93"/>
                      <a:pt x="40" y="93"/>
                    </a:cubicBezTo>
                    <a:cubicBezTo>
                      <a:pt x="40" y="94"/>
                      <a:pt x="41" y="94"/>
                      <a:pt x="41" y="94"/>
                    </a:cubicBezTo>
                    <a:cubicBezTo>
                      <a:pt x="42" y="95"/>
                      <a:pt x="43" y="95"/>
                      <a:pt x="43" y="95"/>
                    </a:cubicBezTo>
                    <a:cubicBezTo>
                      <a:pt x="44" y="95"/>
                      <a:pt x="45" y="95"/>
                      <a:pt x="45" y="95"/>
                    </a:cubicBezTo>
                    <a:cubicBezTo>
                      <a:pt x="46" y="95"/>
                      <a:pt x="47" y="95"/>
                      <a:pt x="47" y="95"/>
                    </a:cubicBezTo>
                    <a:moveTo>
                      <a:pt x="130" y="114"/>
                    </a:moveTo>
                    <a:cubicBezTo>
                      <a:pt x="128" y="111"/>
                      <a:pt x="125" y="109"/>
                      <a:pt x="124" y="105"/>
                    </a:cubicBezTo>
                    <a:cubicBezTo>
                      <a:pt x="122" y="102"/>
                      <a:pt x="121" y="99"/>
                      <a:pt x="120" y="95"/>
                    </a:cubicBezTo>
                    <a:cubicBezTo>
                      <a:pt x="119" y="92"/>
                      <a:pt x="118" y="89"/>
                      <a:pt x="117" y="85"/>
                    </a:cubicBezTo>
                    <a:cubicBezTo>
                      <a:pt x="115" y="88"/>
                      <a:pt x="111" y="89"/>
                      <a:pt x="108" y="88"/>
                    </a:cubicBezTo>
                    <a:cubicBezTo>
                      <a:pt x="105" y="88"/>
                      <a:pt x="102" y="86"/>
                      <a:pt x="100" y="84"/>
                    </a:cubicBezTo>
                    <a:cubicBezTo>
                      <a:pt x="99" y="82"/>
                      <a:pt x="98" y="80"/>
                      <a:pt x="98" y="78"/>
                    </a:cubicBezTo>
                    <a:cubicBezTo>
                      <a:pt x="96" y="81"/>
                      <a:pt x="94" y="83"/>
                      <a:pt x="93" y="85"/>
                    </a:cubicBezTo>
                    <a:cubicBezTo>
                      <a:pt x="85" y="98"/>
                      <a:pt x="74" y="109"/>
                      <a:pt x="61" y="113"/>
                    </a:cubicBezTo>
                    <a:cubicBezTo>
                      <a:pt x="54" y="116"/>
                      <a:pt x="48" y="116"/>
                      <a:pt x="41" y="116"/>
                    </a:cubicBezTo>
                    <a:cubicBezTo>
                      <a:pt x="34" y="115"/>
                      <a:pt x="28" y="111"/>
                      <a:pt x="23" y="107"/>
                    </a:cubicBezTo>
                    <a:cubicBezTo>
                      <a:pt x="0" y="86"/>
                      <a:pt x="10" y="50"/>
                      <a:pt x="24" y="28"/>
                    </a:cubicBezTo>
                    <a:cubicBezTo>
                      <a:pt x="31" y="16"/>
                      <a:pt x="43" y="5"/>
                      <a:pt x="57" y="2"/>
                    </a:cubicBezTo>
                    <a:cubicBezTo>
                      <a:pt x="64" y="0"/>
                      <a:pt x="70" y="1"/>
                      <a:pt x="76" y="3"/>
                    </a:cubicBezTo>
                    <a:cubicBezTo>
                      <a:pt x="83" y="5"/>
                      <a:pt x="88" y="10"/>
                      <a:pt x="93" y="15"/>
                    </a:cubicBezTo>
                    <a:cubicBezTo>
                      <a:pt x="96" y="17"/>
                      <a:pt x="97" y="19"/>
                      <a:pt x="100" y="22"/>
                    </a:cubicBezTo>
                    <a:cubicBezTo>
                      <a:pt x="101" y="17"/>
                      <a:pt x="102" y="12"/>
                      <a:pt x="104" y="7"/>
                    </a:cubicBezTo>
                    <a:cubicBezTo>
                      <a:pt x="105" y="3"/>
                      <a:pt x="110" y="1"/>
                      <a:pt x="114" y="1"/>
                    </a:cubicBezTo>
                    <a:cubicBezTo>
                      <a:pt x="118" y="1"/>
                      <a:pt x="122" y="4"/>
                      <a:pt x="124" y="8"/>
                    </a:cubicBezTo>
                    <a:cubicBezTo>
                      <a:pt x="126" y="12"/>
                      <a:pt x="126" y="18"/>
                      <a:pt x="126" y="23"/>
                    </a:cubicBezTo>
                    <a:cubicBezTo>
                      <a:pt x="127" y="27"/>
                      <a:pt x="127" y="31"/>
                      <a:pt x="128" y="35"/>
                    </a:cubicBezTo>
                    <a:cubicBezTo>
                      <a:pt x="128" y="40"/>
                      <a:pt x="129" y="46"/>
                      <a:pt x="130" y="52"/>
                    </a:cubicBezTo>
                    <a:cubicBezTo>
                      <a:pt x="131" y="57"/>
                      <a:pt x="132" y="62"/>
                      <a:pt x="133" y="67"/>
                    </a:cubicBezTo>
                    <a:cubicBezTo>
                      <a:pt x="133" y="69"/>
                      <a:pt x="134" y="71"/>
                      <a:pt x="135" y="73"/>
                    </a:cubicBezTo>
                    <a:cubicBezTo>
                      <a:pt x="135" y="75"/>
                      <a:pt x="136" y="78"/>
                      <a:pt x="137" y="80"/>
                    </a:cubicBezTo>
                    <a:cubicBezTo>
                      <a:pt x="139" y="85"/>
                      <a:pt x="140" y="91"/>
                      <a:pt x="142" y="95"/>
                    </a:cubicBezTo>
                    <a:cubicBezTo>
                      <a:pt x="143" y="96"/>
                      <a:pt x="143" y="98"/>
                      <a:pt x="144" y="99"/>
                    </a:cubicBezTo>
                    <a:cubicBezTo>
                      <a:pt x="145" y="100"/>
                      <a:pt x="146" y="101"/>
                      <a:pt x="147" y="102"/>
                    </a:cubicBezTo>
                    <a:cubicBezTo>
                      <a:pt x="150" y="107"/>
                      <a:pt x="149" y="114"/>
                      <a:pt x="145" y="117"/>
                    </a:cubicBezTo>
                    <a:cubicBezTo>
                      <a:pt x="143" y="118"/>
                      <a:pt x="140" y="119"/>
                      <a:pt x="138" y="119"/>
                    </a:cubicBezTo>
                    <a:cubicBezTo>
                      <a:pt x="135" y="119"/>
                      <a:pt x="132" y="117"/>
                      <a:pt x="130" y="1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8" name="Google Shape;3558;p40">
                <a:extLst>
                  <a:ext uri="{FF2B5EF4-FFF2-40B4-BE49-F238E27FC236}">
                    <a16:creationId xmlns:a16="http://schemas.microsoft.com/office/drawing/2014/main" id="{2CA8888B-4FEF-CB5B-12EB-C4965C7DABE8}"/>
                  </a:ext>
                </a:extLst>
              </p:cNvPr>
              <p:cNvSpPr/>
              <p:nvPr/>
            </p:nvSpPr>
            <p:spPr>
              <a:xfrm>
                <a:off x="745920" y="4140000"/>
                <a:ext cx="73440" cy="131040"/>
              </a:xfrm>
              <a:custGeom>
                <a:avLst/>
                <a:gdLst/>
                <a:ahLst/>
                <a:cxnLst/>
                <a:rect l="l" t="t" r="r" b="b"/>
                <a:pathLst>
                  <a:path w="204" h="364" extrusionOk="0">
                    <a:moveTo>
                      <a:pt x="175" y="46"/>
                    </a:moveTo>
                    <a:cubicBezTo>
                      <a:pt x="175" y="44"/>
                      <a:pt x="176" y="42"/>
                      <a:pt x="176" y="40"/>
                    </a:cubicBezTo>
                    <a:cubicBezTo>
                      <a:pt x="176" y="40"/>
                      <a:pt x="176" y="41"/>
                      <a:pt x="175" y="42"/>
                    </a:cubicBezTo>
                    <a:cubicBezTo>
                      <a:pt x="175" y="43"/>
                      <a:pt x="174" y="44"/>
                      <a:pt x="173" y="45"/>
                    </a:cubicBezTo>
                    <a:cubicBezTo>
                      <a:pt x="174" y="46"/>
                      <a:pt x="174" y="46"/>
                      <a:pt x="175" y="46"/>
                    </a:cubicBezTo>
                    <a:moveTo>
                      <a:pt x="58" y="342"/>
                    </a:moveTo>
                    <a:cubicBezTo>
                      <a:pt x="59" y="341"/>
                      <a:pt x="60" y="341"/>
                      <a:pt x="61" y="341"/>
                    </a:cubicBezTo>
                    <a:lnTo>
                      <a:pt x="62" y="341"/>
                    </a:lnTo>
                    <a:cubicBezTo>
                      <a:pt x="63" y="340"/>
                      <a:pt x="65" y="340"/>
                      <a:pt x="66" y="339"/>
                    </a:cubicBezTo>
                    <a:cubicBezTo>
                      <a:pt x="68" y="338"/>
                      <a:pt x="70" y="337"/>
                      <a:pt x="72" y="336"/>
                    </a:cubicBezTo>
                    <a:cubicBezTo>
                      <a:pt x="73" y="335"/>
                      <a:pt x="74" y="335"/>
                      <a:pt x="74" y="334"/>
                    </a:cubicBezTo>
                    <a:cubicBezTo>
                      <a:pt x="75" y="334"/>
                      <a:pt x="76" y="333"/>
                      <a:pt x="76" y="332"/>
                    </a:cubicBezTo>
                    <a:cubicBezTo>
                      <a:pt x="77" y="331"/>
                      <a:pt x="78" y="330"/>
                      <a:pt x="79" y="329"/>
                    </a:cubicBezTo>
                    <a:cubicBezTo>
                      <a:pt x="81" y="326"/>
                      <a:pt x="83" y="322"/>
                      <a:pt x="85" y="319"/>
                    </a:cubicBezTo>
                    <a:cubicBezTo>
                      <a:pt x="87" y="314"/>
                      <a:pt x="90" y="310"/>
                      <a:pt x="92" y="306"/>
                    </a:cubicBezTo>
                    <a:cubicBezTo>
                      <a:pt x="94" y="301"/>
                      <a:pt x="95" y="297"/>
                      <a:pt x="97" y="293"/>
                    </a:cubicBezTo>
                    <a:cubicBezTo>
                      <a:pt x="99" y="286"/>
                      <a:pt x="102" y="279"/>
                      <a:pt x="104" y="273"/>
                    </a:cubicBezTo>
                    <a:cubicBezTo>
                      <a:pt x="106" y="266"/>
                      <a:pt x="107" y="260"/>
                      <a:pt x="109" y="254"/>
                    </a:cubicBezTo>
                    <a:cubicBezTo>
                      <a:pt x="110" y="248"/>
                      <a:pt x="111" y="243"/>
                      <a:pt x="112" y="238"/>
                    </a:cubicBezTo>
                    <a:cubicBezTo>
                      <a:pt x="113" y="234"/>
                      <a:pt x="113" y="230"/>
                      <a:pt x="114" y="226"/>
                    </a:cubicBezTo>
                    <a:cubicBezTo>
                      <a:pt x="110" y="227"/>
                      <a:pt x="106" y="227"/>
                      <a:pt x="102" y="228"/>
                    </a:cubicBezTo>
                    <a:cubicBezTo>
                      <a:pt x="97" y="229"/>
                      <a:pt x="91" y="230"/>
                      <a:pt x="85" y="230"/>
                    </a:cubicBezTo>
                    <a:cubicBezTo>
                      <a:pt x="73" y="232"/>
                      <a:pt x="61" y="232"/>
                      <a:pt x="49" y="234"/>
                    </a:cubicBezTo>
                    <a:lnTo>
                      <a:pt x="48" y="234"/>
                    </a:lnTo>
                    <a:lnTo>
                      <a:pt x="48" y="235"/>
                    </a:lnTo>
                    <a:cubicBezTo>
                      <a:pt x="48" y="234"/>
                      <a:pt x="48" y="234"/>
                      <a:pt x="48" y="234"/>
                    </a:cubicBezTo>
                    <a:cubicBezTo>
                      <a:pt x="45" y="240"/>
                      <a:pt x="42" y="245"/>
                      <a:pt x="39" y="250"/>
                    </a:cubicBezTo>
                    <a:cubicBezTo>
                      <a:pt x="35" y="255"/>
                      <a:pt x="31" y="261"/>
                      <a:pt x="28" y="267"/>
                    </a:cubicBezTo>
                    <a:cubicBezTo>
                      <a:pt x="27" y="268"/>
                      <a:pt x="26" y="270"/>
                      <a:pt x="25" y="272"/>
                    </a:cubicBezTo>
                    <a:cubicBezTo>
                      <a:pt x="24" y="275"/>
                      <a:pt x="23" y="279"/>
                      <a:pt x="23" y="282"/>
                    </a:cubicBezTo>
                    <a:cubicBezTo>
                      <a:pt x="22" y="285"/>
                      <a:pt x="21" y="288"/>
                      <a:pt x="21" y="291"/>
                    </a:cubicBezTo>
                    <a:cubicBezTo>
                      <a:pt x="21" y="293"/>
                      <a:pt x="21" y="294"/>
                      <a:pt x="21" y="296"/>
                    </a:cubicBezTo>
                    <a:cubicBezTo>
                      <a:pt x="21" y="299"/>
                      <a:pt x="21" y="301"/>
                      <a:pt x="22" y="303"/>
                    </a:cubicBezTo>
                    <a:cubicBezTo>
                      <a:pt x="23" y="306"/>
                      <a:pt x="23" y="308"/>
                      <a:pt x="24" y="311"/>
                    </a:cubicBezTo>
                    <a:cubicBezTo>
                      <a:pt x="25" y="314"/>
                      <a:pt x="26" y="317"/>
                      <a:pt x="27" y="320"/>
                    </a:cubicBezTo>
                    <a:cubicBezTo>
                      <a:pt x="28" y="322"/>
                      <a:pt x="30" y="324"/>
                      <a:pt x="31" y="326"/>
                    </a:cubicBezTo>
                    <a:cubicBezTo>
                      <a:pt x="32" y="328"/>
                      <a:pt x="32" y="329"/>
                      <a:pt x="34" y="331"/>
                    </a:cubicBezTo>
                    <a:cubicBezTo>
                      <a:pt x="35" y="331"/>
                      <a:pt x="35" y="332"/>
                      <a:pt x="37" y="333"/>
                    </a:cubicBezTo>
                    <a:cubicBezTo>
                      <a:pt x="38" y="334"/>
                      <a:pt x="39" y="335"/>
                      <a:pt x="40" y="336"/>
                    </a:cubicBezTo>
                    <a:cubicBezTo>
                      <a:pt x="41" y="336"/>
                      <a:pt x="42" y="337"/>
                      <a:pt x="43" y="338"/>
                    </a:cubicBezTo>
                    <a:cubicBezTo>
                      <a:pt x="44" y="338"/>
                      <a:pt x="45" y="339"/>
                      <a:pt x="46" y="339"/>
                    </a:cubicBezTo>
                    <a:cubicBezTo>
                      <a:pt x="48" y="340"/>
                      <a:pt x="49" y="340"/>
                      <a:pt x="51" y="340"/>
                    </a:cubicBezTo>
                    <a:cubicBezTo>
                      <a:pt x="52" y="341"/>
                      <a:pt x="53" y="341"/>
                      <a:pt x="55" y="341"/>
                    </a:cubicBezTo>
                    <a:cubicBezTo>
                      <a:pt x="56" y="342"/>
                      <a:pt x="57" y="342"/>
                      <a:pt x="58" y="342"/>
                    </a:cubicBezTo>
                    <a:moveTo>
                      <a:pt x="53" y="362"/>
                    </a:moveTo>
                    <a:cubicBezTo>
                      <a:pt x="46" y="361"/>
                      <a:pt x="39" y="360"/>
                      <a:pt x="32" y="356"/>
                    </a:cubicBezTo>
                    <a:cubicBezTo>
                      <a:pt x="27" y="353"/>
                      <a:pt x="23" y="349"/>
                      <a:pt x="18" y="345"/>
                    </a:cubicBezTo>
                    <a:cubicBezTo>
                      <a:pt x="14" y="339"/>
                      <a:pt x="10" y="333"/>
                      <a:pt x="7" y="327"/>
                    </a:cubicBezTo>
                    <a:cubicBezTo>
                      <a:pt x="5" y="320"/>
                      <a:pt x="3" y="313"/>
                      <a:pt x="2" y="307"/>
                    </a:cubicBezTo>
                    <a:cubicBezTo>
                      <a:pt x="0" y="299"/>
                      <a:pt x="0" y="292"/>
                      <a:pt x="1" y="285"/>
                    </a:cubicBezTo>
                    <a:cubicBezTo>
                      <a:pt x="2" y="278"/>
                      <a:pt x="4" y="272"/>
                      <a:pt x="6" y="265"/>
                    </a:cubicBezTo>
                    <a:cubicBezTo>
                      <a:pt x="8" y="260"/>
                      <a:pt x="10" y="255"/>
                      <a:pt x="13" y="251"/>
                    </a:cubicBezTo>
                    <a:cubicBezTo>
                      <a:pt x="16" y="246"/>
                      <a:pt x="20" y="241"/>
                      <a:pt x="23" y="237"/>
                    </a:cubicBezTo>
                    <a:cubicBezTo>
                      <a:pt x="24" y="234"/>
                      <a:pt x="25" y="232"/>
                      <a:pt x="27" y="230"/>
                    </a:cubicBezTo>
                    <a:cubicBezTo>
                      <a:pt x="27" y="230"/>
                      <a:pt x="26" y="230"/>
                      <a:pt x="26" y="231"/>
                    </a:cubicBezTo>
                    <a:cubicBezTo>
                      <a:pt x="28" y="227"/>
                      <a:pt x="30" y="223"/>
                      <a:pt x="32" y="220"/>
                    </a:cubicBezTo>
                    <a:cubicBezTo>
                      <a:pt x="37" y="214"/>
                      <a:pt x="45" y="213"/>
                      <a:pt x="52" y="212"/>
                    </a:cubicBezTo>
                    <a:cubicBezTo>
                      <a:pt x="61" y="211"/>
                      <a:pt x="71" y="210"/>
                      <a:pt x="80" y="209"/>
                    </a:cubicBezTo>
                    <a:cubicBezTo>
                      <a:pt x="87" y="209"/>
                      <a:pt x="94" y="208"/>
                      <a:pt x="100" y="208"/>
                    </a:cubicBezTo>
                    <a:cubicBezTo>
                      <a:pt x="106" y="207"/>
                      <a:pt x="112" y="206"/>
                      <a:pt x="117" y="205"/>
                    </a:cubicBezTo>
                    <a:cubicBezTo>
                      <a:pt x="118" y="201"/>
                      <a:pt x="119" y="197"/>
                      <a:pt x="119" y="193"/>
                    </a:cubicBezTo>
                    <a:cubicBezTo>
                      <a:pt x="123" y="171"/>
                      <a:pt x="126" y="149"/>
                      <a:pt x="131" y="127"/>
                    </a:cubicBezTo>
                    <a:cubicBezTo>
                      <a:pt x="133" y="116"/>
                      <a:pt x="135" y="105"/>
                      <a:pt x="138" y="94"/>
                    </a:cubicBezTo>
                    <a:cubicBezTo>
                      <a:pt x="140" y="87"/>
                      <a:pt x="141" y="80"/>
                      <a:pt x="143" y="72"/>
                    </a:cubicBezTo>
                    <a:cubicBezTo>
                      <a:pt x="145" y="62"/>
                      <a:pt x="149" y="51"/>
                      <a:pt x="153" y="41"/>
                    </a:cubicBezTo>
                    <a:cubicBezTo>
                      <a:pt x="156" y="34"/>
                      <a:pt x="159" y="28"/>
                      <a:pt x="163" y="22"/>
                    </a:cubicBezTo>
                    <a:cubicBezTo>
                      <a:pt x="166" y="16"/>
                      <a:pt x="171" y="10"/>
                      <a:pt x="176" y="5"/>
                    </a:cubicBezTo>
                    <a:cubicBezTo>
                      <a:pt x="180" y="2"/>
                      <a:pt x="186" y="0"/>
                      <a:pt x="191" y="1"/>
                    </a:cubicBezTo>
                    <a:cubicBezTo>
                      <a:pt x="197" y="1"/>
                      <a:pt x="201" y="6"/>
                      <a:pt x="203" y="12"/>
                    </a:cubicBezTo>
                    <a:cubicBezTo>
                      <a:pt x="203" y="17"/>
                      <a:pt x="203" y="22"/>
                      <a:pt x="201" y="26"/>
                    </a:cubicBezTo>
                    <a:cubicBezTo>
                      <a:pt x="201" y="29"/>
                      <a:pt x="200" y="33"/>
                      <a:pt x="199" y="36"/>
                    </a:cubicBezTo>
                    <a:cubicBezTo>
                      <a:pt x="197" y="43"/>
                      <a:pt x="195" y="50"/>
                      <a:pt x="193" y="57"/>
                    </a:cubicBezTo>
                    <a:cubicBezTo>
                      <a:pt x="190" y="63"/>
                      <a:pt x="188" y="68"/>
                      <a:pt x="185" y="74"/>
                    </a:cubicBezTo>
                    <a:cubicBezTo>
                      <a:pt x="182" y="80"/>
                      <a:pt x="178" y="86"/>
                      <a:pt x="173" y="91"/>
                    </a:cubicBezTo>
                    <a:cubicBezTo>
                      <a:pt x="171" y="93"/>
                      <a:pt x="169" y="94"/>
                      <a:pt x="166" y="95"/>
                    </a:cubicBezTo>
                    <a:cubicBezTo>
                      <a:pt x="164" y="96"/>
                      <a:pt x="162" y="96"/>
                      <a:pt x="159" y="95"/>
                    </a:cubicBezTo>
                    <a:cubicBezTo>
                      <a:pt x="158" y="95"/>
                      <a:pt x="158" y="95"/>
                      <a:pt x="158" y="95"/>
                    </a:cubicBezTo>
                    <a:cubicBezTo>
                      <a:pt x="157" y="99"/>
                      <a:pt x="155" y="103"/>
                      <a:pt x="154" y="107"/>
                    </a:cubicBezTo>
                    <a:cubicBezTo>
                      <a:pt x="152" y="119"/>
                      <a:pt x="150" y="130"/>
                      <a:pt x="147" y="141"/>
                    </a:cubicBezTo>
                    <a:cubicBezTo>
                      <a:pt x="145" y="151"/>
                      <a:pt x="143" y="162"/>
                      <a:pt x="141" y="173"/>
                    </a:cubicBezTo>
                    <a:cubicBezTo>
                      <a:pt x="140" y="182"/>
                      <a:pt x="138" y="192"/>
                      <a:pt x="137" y="201"/>
                    </a:cubicBezTo>
                    <a:cubicBezTo>
                      <a:pt x="147" y="199"/>
                      <a:pt x="157" y="197"/>
                      <a:pt x="166" y="195"/>
                    </a:cubicBezTo>
                    <a:cubicBezTo>
                      <a:pt x="172" y="194"/>
                      <a:pt x="177" y="197"/>
                      <a:pt x="179" y="202"/>
                    </a:cubicBezTo>
                    <a:cubicBezTo>
                      <a:pt x="180" y="207"/>
                      <a:pt x="176" y="212"/>
                      <a:pt x="171" y="214"/>
                    </a:cubicBezTo>
                    <a:cubicBezTo>
                      <a:pt x="159" y="217"/>
                      <a:pt x="146" y="220"/>
                      <a:pt x="133" y="223"/>
                    </a:cubicBezTo>
                    <a:cubicBezTo>
                      <a:pt x="132" y="228"/>
                      <a:pt x="131" y="234"/>
                      <a:pt x="130" y="239"/>
                    </a:cubicBezTo>
                    <a:cubicBezTo>
                      <a:pt x="129" y="250"/>
                      <a:pt x="126" y="261"/>
                      <a:pt x="123" y="272"/>
                    </a:cubicBezTo>
                    <a:cubicBezTo>
                      <a:pt x="120" y="283"/>
                      <a:pt x="117" y="293"/>
                      <a:pt x="113" y="304"/>
                    </a:cubicBezTo>
                    <a:lnTo>
                      <a:pt x="113" y="303"/>
                    </a:lnTo>
                    <a:cubicBezTo>
                      <a:pt x="109" y="314"/>
                      <a:pt x="104" y="325"/>
                      <a:pt x="98" y="335"/>
                    </a:cubicBezTo>
                    <a:cubicBezTo>
                      <a:pt x="96" y="340"/>
                      <a:pt x="92" y="345"/>
                      <a:pt x="88" y="349"/>
                    </a:cubicBezTo>
                    <a:cubicBezTo>
                      <a:pt x="83" y="354"/>
                      <a:pt x="77" y="357"/>
                      <a:pt x="71" y="360"/>
                    </a:cubicBezTo>
                    <a:cubicBezTo>
                      <a:pt x="67" y="361"/>
                      <a:pt x="62" y="363"/>
                      <a:pt x="58" y="363"/>
                    </a:cubicBezTo>
                    <a:cubicBezTo>
                      <a:pt x="56" y="363"/>
                      <a:pt x="55" y="363"/>
                      <a:pt x="53" y="3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9" name="Google Shape;3559;p40">
                <a:extLst>
                  <a:ext uri="{FF2B5EF4-FFF2-40B4-BE49-F238E27FC236}">
                    <a16:creationId xmlns:a16="http://schemas.microsoft.com/office/drawing/2014/main" id="{C173D0EE-4A3F-E785-BAAD-658CF6845778}"/>
                  </a:ext>
                </a:extLst>
              </p:cNvPr>
              <p:cNvSpPr/>
              <p:nvPr/>
            </p:nvSpPr>
            <p:spPr>
              <a:xfrm>
                <a:off x="825480" y="4139280"/>
                <a:ext cx="42480" cy="119160"/>
              </a:xfrm>
              <a:custGeom>
                <a:avLst/>
                <a:gdLst/>
                <a:ahLst/>
                <a:cxnLst/>
                <a:rect l="l" t="t" r="r" b="b"/>
                <a:pathLst>
                  <a:path w="118" h="331" extrusionOk="0">
                    <a:moveTo>
                      <a:pt x="49" y="328"/>
                    </a:moveTo>
                    <a:cubicBezTo>
                      <a:pt x="42" y="322"/>
                      <a:pt x="36" y="316"/>
                      <a:pt x="30" y="310"/>
                    </a:cubicBezTo>
                    <a:cubicBezTo>
                      <a:pt x="20" y="301"/>
                      <a:pt x="13" y="288"/>
                      <a:pt x="9" y="275"/>
                    </a:cubicBezTo>
                    <a:cubicBezTo>
                      <a:pt x="4" y="260"/>
                      <a:pt x="1" y="245"/>
                      <a:pt x="0" y="230"/>
                    </a:cubicBezTo>
                    <a:cubicBezTo>
                      <a:pt x="0" y="222"/>
                      <a:pt x="1" y="215"/>
                      <a:pt x="1" y="208"/>
                    </a:cubicBezTo>
                    <a:cubicBezTo>
                      <a:pt x="1" y="200"/>
                      <a:pt x="3" y="191"/>
                      <a:pt x="4" y="183"/>
                    </a:cubicBezTo>
                    <a:cubicBezTo>
                      <a:pt x="7" y="167"/>
                      <a:pt x="11" y="150"/>
                      <a:pt x="15" y="134"/>
                    </a:cubicBezTo>
                    <a:cubicBezTo>
                      <a:pt x="15" y="130"/>
                      <a:pt x="17" y="126"/>
                      <a:pt x="18" y="123"/>
                    </a:cubicBezTo>
                    <a:cubicBezTo>
                      <a:pt x="20" y="116"/>
                      <a:pt x="22" y="109"/>
                      <a:pt x="25" y="102"/>
                    </a:cubicBezTo>
                    <a:cubicBezTo>
                      <a:pt x="26" y="98"/>
                      <a:pt x="28" y="94"/>
                      <a:pt x="29" y="90"/>
                    </a:cubicBezTo>
                    <a:cubicBezTo>
                      <a:pt x="31" y="84"/>
                      <a:pt x="33" y="78"/>
                      <a:pt x="36" y="72"/>
                    </a:cubicBezTo>
                    <a:cubicBezTo>
                      <a:pt x="36" y="73"/>
                      <a:pt x="35" y="73"/>
                      <a:pt x="35" y="74"/>
                    </a:cubicBezTo>
                    <a:cubicBezTo>
                      <a:pt x="38" y="65"/>
                      <a:pt x="42" y="57"/>
                      <a:pt x="46" y="49"/>
                    </a:cubicBezTo>
                    <a:cubicBezTo>
                      <a:pt x="51" y="40"/>
                      <a:pt x="57" y="31"/>
                      <a:pt x="63" y="23"/>
                    </a:cubicBezTo>
                    <a:cubicBezTo>
                      <a:pt x="65" y="19"/>
                      <a:pt x="68" y="16"/>
                      <a:pt x="71" y="12"/>
                    </a:cubicBezTo>
                    <a:cubicBezTo>
                      <a:pt x="75" y="9"/>
                      <a:pt x="79" y="6"/>
                      <a:pt x="83" y="3"/>
                    </a:cubicBezTo>
                    <a:cubicBezTo>
                      <a:pt x="87" y="1"/>
                      <a:pt x="92" y="0"/>
                      <a:pt x="96" y="0"/>
                    </a:cubicBezTo>
                    <a:cubicBezTo>
                      <a:pt x="100" y="0"/>
                      <a:pt x="105" y="2"/>
                      <a:pt x="109" y="4"/>
                    </a:cubicBezTo>
                    <a:cubicBezTo>
                      <a:pt x="114" y="6"/>
                      <a:pt x="117" y="13"/>
                      <a:pt x="114" y="19"/>
                    </a:cubicBezTo>
                    <a:cubicBezTo>
                      <a:pt x="111" y="24"/>
                      <a:pt x="105" y="26"/>
                      <a:pt x="99" y="24"/>
                    </a:cubicBezTo>
                    <a:cubicBezTo>
                      <a:pt x="99" y="24"/>
                      <a:pt x="98" y="23"/>
                      <a:pt x="97" y="23"/>
                    </a:cubicBezTo>
                    <a:cubicBezTo>
                      <a:pt x="96" y="23"/>
                      <a:pt x="96" y="23"/>
                      <a:pt x="96" y="23"/>
                    </a:cubicBezTo>
                    <a:cubicBezTo>
                      <a:pt x="95" y="23"/>
                      <a:pt x="95" y="23"/>
                      <a:pt x="95" y="23"/>
                    </a:cubicBezTo>
                    <a:lnTo>
                      <a:pt x="94" y="23"/>
                    </a:lnTo>
                    <a:lnTo>
                      <a:pt x="93" y="23"/>
                    </a:lnTo>
                    <a:cubicBezTo>
                      <a:pt x="92" y="23"/>
                      <a:pt x="91" y="23"/>
                      <a:pt x="91" y="24"/>
                    </a:cubicBezTo>
                    <a:cubicBezTo>
                      <a:pt x="91" y="23"/>
                      <a:pt x="92" y="23"/>
                      <a:pt x="92" y="23"/>
                    </a:cubicBezTo>
                    <a:cubicBezTo>
                      <a:pt x="91" y="23"/>
                      <a:pt x="91" y="24"/>
                      <a:pt x="89" y="24"/>
                    </a:cubicBezTo>
                    <a:cubicBezTo>
                      <a:pt x="89" y="25"/>
                      <a:pt x="88" y="26"/>
                      <a:pt x="87" y="26"/>
                    </a:cubicBezTo>
                    <a:cubicBezTo>
                      <a:pt x="86" y="27"/>
                      <a:pt x="86" y="27"/>
                      <a:pt x="85" y="28"/>
                    </a:cubicBezTo>
                    <a:cubicBezTo>
                      <a:pt x="82" y="31"/>
                      <a:pt x="79" y="35"/>
                      <a:pt x="77" y="38"/>
                    </a:cubicBezTo>
                    <a:cubicBezTo>
                      <a:pt x="72" y="46"/>
                      <a:pt x="67" y="53"/>
                      <a:pt x="63" y="61"/>
                    </a:cubicBezTo>
                    <a:cubicBezTo>
                      <a:pt x="58" y="70"/>
                      <a:pt x="54" y="79"/>
                      <a:pt x="50" y="88"/>
                    </a:cubicBezTo>
                    <a:cubicBezTo>
                      <a:pt x="48" y="95"/>
                      <a:pt x="46" y="101"/>
                      <a:pt x="43" y="107"/>
                    </a:cubicBezTo>
                    <a:cubicBezTo>
                      <a:pt x="40" y="117"/>
                      <a:pt x="37" y="127"/>
                      <a:pt x="33" y="137"/>
                    </a:cubicBezTo>
                    <a:cubicBezTo>
                      <a:pt x="33" y="139"/>
                      <a:pt x="33" y="140"/>
                      <a:pt x="32" y="141"/>
                    </a:cubicBezTo>
                    <a:cubicBezTo>
                      <a:pt x="32" y="145"/>
                      <a:pt x="31" y="148"/>
                      <a:pt x="30" y="152"/>
                    </a:cubicBezTo>
                    <a:cubicBezTo>
                      <a:pt x="29" y="157"/>
                      <a:pt x="27" y="162"/>
                      <a:pt x="26" y="167"/>
                    </a:cubicBezTo>
                    <a:cubicBezTo>
                      <a:pt x="23" y="181"/>
                      <a:pt x="21" y="194"/>
                      <a:pt x="19" y="207"/>
                    </a:cubicBezTo>
                    <a:cubicBezTo>
                      <a:pt x="20" y="207"/>
                      <a:pt x="20" y="207"/>
                      <a:pt x="20" y="206"/>
                    </a:cubicBezTo>
                    <a:cubicBezTo>
                      <a:pt x="19" y="214"/>
                      <a:pt x="19" y="223"/>
                      <a:pt x="19" y="231"/>
                    </a:cubicBezTo>
                    <a:cubicBezTo>
                      <a:pt x="19" y="232"/>
                      <a:pt x="19" y="232"/>
                      <a:pt x="19" y="232"/>
                    </a:cubicBezTo>
                    <a:lnTo>
                      <a:pt x="19" y="231"/>
                    </a:lnTo>
                    <a:cubicBezTo>
                      <a:pt x="19" y="236"/>
                      <a:pt x="20" y="241"/>
                      <a:pt x="21" y="246"/>
                    </a:cubicBezTo>
                    <a:cubicBezTo>
                      <a:pt x="21" y="245"/>
                      <a:pt x="21" y="245"/>
                      <a:pt x="21" y="245"/>
                    </a:cubicBezTo>
                    <a:cubicBezTo>
                      <a:pt x="22" y="253"/>
                      <a:pt x="24" y="261"/>
                      <a:pt x="27" y="268"/>
                    </a:cubicBezTo>
                    <a:cubicBezTo>
                      <a:pt x="26" y="268"/>
                      <a:pt x="26" y="268"/>
                      <a:pt x="26" y="267"/>
                    </a:cubicBezTo>
                    <a:cubicBezTo>
                      <a:pt x="28" y="271"/>
                      <a:pt x="29" y="275"/>
                      <a:pt x="31" y="279"/>
                    </a:cubicBezTo>
                    <a:cubicBezTo>
                      <a:pt x="32" y="281"/>
                      <a:pt x="33" y="282"/>
                      <a:pt x="34" y="284"/>
                    </a:cubicBezTo>
                    <a:cubicBezTo>
                      <a:pt x="36" y="287"/>
                      <a:pt x="37" y="290"/>
                      <a:pt x="40" y="293"/>
                    </a:cubicBezTo>
                    <a:cubicBezTo>
                      <a:pt x="43" y="296"/>
                      <a:pt x="47" y="300"/>
                      <a:pt x="50" y="303"/>
                    </a:cubicBezTo>
                    <a:cubicBezTo>
                      <a:pt x="50" y="303"/>
                      <a:pt x="50" y="302"/>
                      <a:pt x="49" y="302"/>
                    </a:cubicBezTo>
                    <a:cubicBezTo>
                      <a:pt x="53" y="306"/>
                      <a:pt x="57" y="309"/>
                      <a:pt x="61" y="313"/>
                    </a:cubicBezTo>
                    <a:cubicBezTo>
                      <a:pt x="65" y="316"/>
                      <a:pt x="66" y="322"/>
                      <a:pt x="63" y="326"/>
                    </a:cubicBezTo>
                    <a:cubicBezTo>
                      <a:pt x="61" y="329"/>
                      <a:pt x="58" y="330"/>
                      <a:pt x="55" y="330"/>
                    </a:cubicBezTo>
                    <a:cubicBezTo>
                      <a:pt x="53" y="330"/>
                      <a:pt x="51" y="329"/>
                      <a:pt x="49" y="3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0" name="Google Shape;3560;p40">
                <a:extLst>
                  <a:ext uri="{FF2B5EF4-FFF2-40B4-BE49-F238E27FC236}">
                    <a16:creationId xmlns:a16="http://schemas.microsoft.com/office/drawing/2014/main" id="{11434FF8-9962-CAD6-B317-28B3E0BE034C}"/>
                  </a:ext>
                </a:extLst>
              </p:cNvPr>
              <p:cNvSpPr/>
              <p:nvPr/>
            </p:nvSpPr>
            <p:spPr>
              <a:xfrm>
                <a:off x="871560" y="4129200"/>
                <a:ext cx="89280" cy="168840"/>
              </a:xfrm>
              <a:custGeom>
                <a:avLst/>
                <a:gdLst/>
                <a:ahLst/>
                <a:cxnLst/>
                <a:rect l="l" t="t" r="r" b="b"/>
                <a:pathLst>
                  <a:path w="248" h="469" extrusionOk="0">
                    <a:moveTo>
                      <a:pt x="32" y="271"/>
                    </a:moveTo>
                    <a:lnTo>
                      <a:pt x="34" y="271"/>
                    </a:lnTo>
                    <a:cubicBezTo>
                      <a:pt x="35" y="271"/>
                      <a:pt x="36" y="270"/>
                      <a:pt x="37" y="270"/>
                    </a:cubicBezTo>
                    <a:cubicBezTo>
                      <a:pt x="39" y="270"/>
                      <a:pt x="41" y="269"/>
                      <a:pt x="42" y="268"/>
                    </a:cubicBezTo>
                    <a:cubicBezTo>
                      <a:pt x="44" y="267"/>
                      <a:pt x="46" y="266"/>
                      <a:pt x="48" y="265"/>
                    </a:cubicBezTo>
                    <a:cubicBezTo>
                      <a:pt x="51" y="263"/>
                      <a:pt x="53" y="262"/>
                      <a:pt x="56" y="259"/>
                    </a:cubicBezTo>
                    <a:cubicBezTo>
                      <a:pt x="60" y="255"/>
                      <a:pt x="66" y="250"/>
                      <a:pt x="70" y="246"/>
                    </a:cubicBezTo>
                    <a:lnTo>
                      <a:pt x="70" y="245"/>
                    </a:lnTo>
                    <a:lnTo>
                      <a:pt x="71" y="245"/>
                    </a:lnTo>
                    <a:cubicBezTo>
                      <a:pt x="70" y="245"/>
                      <a:pt x="70" y="245"/>
                      <a:pt x="70" y="245"/>
                    </a:cubicBezTo>
                    <a:cubicBezTo>
                      <a:pt x="74" y="241"/>
                      <a:pt x="78" y="236"/>
                      <a:pt x="82" y="232"/>
                    </a:cubicBezTo>
                    <a:cubicBezTo>
                      <a:pt x="85" y="227"/>
                      <a:pt x="88" y="222"/>
                      <a:pt x="91" y="217"/>
                    </a:cubicBezTo>
                    <a:cubicBezTo>
                      <a:pt x="91" y="216"/>
                      <a:pt x="91" y="216"/>
                      <a:pt x="91" y="216"/>
                    </a:cubicBezTo>
                    <a:cubicBezTo>
                      <a:pt x="91" y="215"/>
                      <a:pt x="90" y="214"/>
                      <a:pt x="90" y="214"/>
                    </a:cubicBezTo>
                    <a:cubicBezTo>
                      <a:pt x="88" y="212"/>
                      <a:pt x="87" y="210"/>
                      <a:pt x="86" y="209"/>
                    </a:cubicBezTo>
                    <a:cubicBezTo>
                      <a:pt x="84" y="206"/>
                      <a:pt x="82" y="204"/>
                      <a:pt x="80" y="202"/>
                    </a:cubicBezTo>
                    <a:cubicBezTo>
                      <a:pt x="79" y="201"/>
                      <a:pt x="78" y="200"/>
                      <a:pt x="77" y="200"/>
                    </a:cubicBezTo>
                    <a:cubicBezTo>
                      <a:pt x="76" y="199"/>
                      <a:pt x="75" y="199"/>
                      <a:pt x="74" y="198"/>
                    </a:cubicBezTo>
                    <a:cubicBezTo>
                      <a:pt x="72" y="197"/>
                      <a:pt x="69" y="196"/>
                      <a:pt x="67" y="195"/>
                    </a:cubicBezTo>
                    <a:cubicBezTo>
                      <a:pt x="65" y="194"/>
                      <a:pt x="63" y="193"/>
                      <a:pt x="61" y="193"/>
                    </a:cubicBezTo>
                    <a:cubicBezTo>
                      <a:pt x="60" y="193"/>
                      <a:pt x="59" y="192"/>
                      <a:pt x="57" y="192"/>
                    </a:cubicBezTo>
                    <a:cubicBezTo>
                      <a:pt x="57" y="192"/>
                      <a:pt x="56" y="192"/>
                      <a:pt x="55" y="192"/>
                    </a:cubicBezTo>
                    <a:cubicBezTo>
                      <a:pt x="54" y="192"/>
                      <a:pt x="52" y="192"/>
                      <a:pt x="51" y="193"/>
                    </a:cubicBezTo>
                    <a:lnTo>
                      <a:pt x="50" y="193"/>
                    </a:lnTo>
                    <a:lnTo>
                      <a:pt x="49" y="193"/>
                    </a:lnTo>
                    <a:lnTo>
                      <a:pt x="50" y="193"/>
                    </a:lnTo>
                    <a:lnTo>
                      <a:pt x="49" y="193"/>
                    </a:lnTo>
                    <a:lnTo>
                      <a:pt x="50" y="193"/>
                    </a:lnTo>
                    <a:lnTo>
                      <a:pt x="51" y="193"/>
                    </a:lnTo>
                    <a:cubicBezTo>
                      <a:pt x="50" y="193"/>
                      <a:pt x="49" y="193"/>
                      <a:pt x="49" y="193"/>
                    </a:cubicBezTo>
                    <a:lnTo>
                      <a:pt x="48" y="194"/>
                    </a:lnTo>
                    <a:cubicBezTo>
                      <a:pt x="46" y="195"/>
                      <a:pt x="45" y="196"/>
                      <a:pt x="43" y="197"/>
                    </a:cubicBezTo>
                    <a:cubicBezTo>
                      <a:pt x="41" y="199"/>
                      <a:pt x="39" y="202"/>
                      <a:pt x="37" y="203"/>
                    </a:cubicBezTo>
                    <a:cubicBezTo>
                      <a:pt x="35" y="205"/>
                      <a:pt x="34" y="207"/>
                      <a:pt x="33" y="208"/>
                    </a:cubicBezTo>
                    <a:cubicBezTo>
                      <a:pt x="32" y="209"/>
                      <a:pt x="31" y="211"/>
                      <a:pt x="31" y="212"/>
                    </a:cubicBezTo>
                    <a:cubicBezTo>
                      <a:pt x="30" y="215"/>
                      <a:pt x="28" y="218"/>
                      <a:pt x="27" y="221"/>
                    </a:cubicBezTo>
                    <a:cubicBezTo>
                      <a:pt x="25" y="225"/>
                      <a:pt x="24" y="231"/>
                      <a:pt x="23" y="236"/>
                    </a:cubicBezTo>
                    <a:cubicBezTo>
                      <a:pt x="21" y="240"/>
                      <a:pt x="21" y="244"/>
                      <a:pt x="20" y="248"/>
                    </a:cubicBezTo>
                    <a:cubicBezTo>
                      <a:pt x="20" y="250"/>
                      <a:pt x="20" y="252"/>
                      <a:pt x="20" y="253"/>
                    </a:cubicBezTo>
                    <a:cubicBezTo>
                      <a:pt x="20" y="255"/>
                      <a:pt x="21" y="256"/>
                      <a:pt x="21" y="257"/>
                    </a:cubicBezTo>
                    <a:cubicBezTo>
                      <a:pt x="21" y="260"/>
                      <a:pt x="22" y="262"/>
                      <a:pt x="23" y="264"/>
                    </a:cubicBezTo>
                    <a:lnTo>
                      <a:pt x="23" y="263"/>
                    </a:lnTo>
                    <a:cubicBezTo>
                      <a:pt x="23" y="264"/>
                      <a:pt x="23" y="264"/>
                      <a:pt x="23" y="265"/>
                    </a:cubicBezTo>
                    <a:cubicBezTo>
                      <a:pt x="24" y="266"/>
                      <a:pt x="24" y="267"/>
                      <a:pt x="24" y="268"/>
                    </a:cubicBezTo>
                    <a:cubicBezTo>
                      <a:pt x="24" y="268"/>
                      <a:pt x="25" y="268"/>
                      <a:pt x="25" y="269"/>
                    </a:cubicBezTo>
                    <a:cubicBezTo>
                      <a:pt x="25" y="269"/>
                      <a:pt x="26" y="270"/>
                      <a:pt x="27" y="270"/>
                    </a:cubicBezTo>
                    <a:lnTo>
                      <a:pt x="28" y="271"/>
                    </a:lnTo>
                    <a:cubicBezTo>
                      <a:pt x="29" y="271"/>
                      <a:pt x="30" y="271"/>
                      <a:pt x="30" y="271"/>
                    </a:cubicBezTo>
                    <a:cubicBezTo>
                      <a:pt x="31" y="271"/>
                      <a:pt x="31" y="271"/>
                      <a:pt x="32" y="271"/>
                    </a:cubicBezTo>
                    <a:moveTo>
                      <a:pt x="102" y="467"/>
                    </a:moveTo>
                    <a:cubicBezTo>
                      <a:pt x="98" y="464"/>
                      <a:pt x="97" y="458"/>
                      <a:pt x="99" y="454"/>
                    </a:cubicBezTo>
                    <a:cubicBezTo>
                      <a:pt x="115" y="432"/>
                      <a:pt x="130" y="410"/>
                      <a:pt x="145" y="388"/>
                    </a:cubicBezTo>
                    <a:cubicBezTo>
                      <a:pt x="150" y="380"/>
                      <a:pt x="155" y="373"/>
                      <a:pt x="161" y="365"/>
                    </a:cubicBezTo>
                    <a:cubicBezTo>
                      <a:pt x="175" y="344"/>
                      <a:pt x="189" y="323"/>
                      <a:pt x="201" y="301"/>
                    </a:cubicBezTo>
                    <a:cubicBezTo>
                      <a:pt x="206" y="291"/>
                      <a:pt x="211" y="280"/>
                      <a:pt x="215" y="270"/>
                    </a:cubicBezTo>
                    <a:cubicBezTo>
                      <a:pt x="218" y="262"/>
                      <a:pt x="220" y="255"/>
                      <a:pt x="222" y="247"/>
                    </a:cubicBezTo>
                    <a:cubicBezTo>
                      <a:pt x="222" y="248"/>
                      <a:pt x="222" y="248"/>
                      <a:pt x="222" y="249"/>
                    </a:cubicBezTo>
                    <a:cubicBezTo>
                      <a:pt x="224" y="238"/>
                      <a:pt x="225" y="227"/>
                      <a:pt x="226" y="217"/>
                    </a:cubicBezTo>
                    <a:cubicBezTo>
                      <a:pt x="227" y="206"/>
                      <a:pt x="228" y="195"/>
                      <a:pt x="227" y="184"/>
                    </a:cubicBezTo>
                    <a:lnTo>
                      <a:pt x="227" y="183"/>
                    </a:lnTo>
                    <a:cubicBezTo>
                      <a:pt x="226" y="172"/>
                      <a:pt x="225" y="162"/>
                      <a:pt x="224" y="151"/>
                    </a:cubicBezTo>
                    <a:cubicBezTo>
                      <a:pt x="222" y="143"/>
                      <a:pt x="219" y="135"/>
                      <a:pt x="217" y="126"/>
                    </a:cubicBezTo>
                    <a:cubicBezTo>
                      <a:pt x="214" y="117"/>
                      <a:pt x="211" y="109"/>
                      <a:pt x="207" y="101"/>
                    </a:cubicBezTo>
                    <a:lnTo>
                      <a:pt x="207" y="100"/>
                    </a:lnTo>
                    <a:cubicBezTo>
                      <a:pt x="202" y="90"/>
                      <a:pt x="196" y="80"/>
                      <a:pt x="190" y="70"/>
                    </a:cubicBezTo>
                    <a:cubicBezTo>
                      <a:pt x="190" y="71"/>
                      <a:pt x="190" y="72"/>
                      <a:pt x="190" y="73"/>
                    </a:cubicBezTo>
                    <a:cubicBezTo>
                      <a:pt x="192" y="80"/>
                      <a:pt x="193" y="86"/>
                      <a:pt x="193" y="92"/>
                    </a:cubicBezTo>
                    <a:cubicBezTo>
                      <a:pt x="195" y="102"/>
                      <a:pt x="196" y="114"/>
                      <a:pt x="197" y="124"/>
                    </a:cubicBezTo>
                    <a:cubicBezTo>
                      <a:pt x="197" y="140"/>
                      <a:pt x="196" y="155"/>
                      <a:pt x="194" y="171"/>
                    </a:cubicBezTo>
                    <a:cubicBezTo>
                      <a:pt x="193" y="178"/>
                      <a:pt x="192" y="186"/>
                      <a:pt x="190" y="194"/>
                    </a:cubicBezTo>
                    <a:cubicBezTo>
                      <a:pt x="188" y="203"/>
                      <a:pt x="186" y="212"/>
                      <a:pt x="183" y="221"/>
                    </a:cubicBezTo>
                    <a:cubicBezTo>
                      <a:pt x="180" y="232"/>
                      <a:pt x="177" y="243"/>
                      <a:pt x="172" y="253"/>
                    </a:cubicBezTo>
                    <a:cubicBezTo>
                      <a:pt x="169" y="258"/>
                      <a:pt x="166" y="263"/>
                      <a:pt x="162" y="267"/>
                    </a:cubicBezTo>
                    <a:cubicBezTo>
                      <a:pt x="159" y="271"/>
                      <a:pt x="155" y="275"/>
                      <a:pt x="151" y="278"/>
                    </a:cubicBezTo>
                    <a:cubicBezTo>
                      <a:pt x="147" y="280"/>
                      <a:pt x="142" y="282"/>
                      <a:pt x="137" y="283"/>
                    </a:cubicBezTo>
                    <a:cubicBezTo>
                      <a:pt x="133" y="283"/>
                      <a:pt x="128" y="282"/>
                      <a:pt x="124" y="280"/>
                    </a:cubicBezTo>
                    <a:cubicBezTo>
                      <a:pt x="115" y="274"/>
                      <a:pt x="111" y="264"/>
                      <a:pt x="108" y="256"/>
                    </a:cubicBezTo>
                    <a:cubicBezTo>
                      <a:pt x="106" y="249"/>
                      <a:pt x="104" y="243"/>
                      <a:pt x="104" y="236"/>
                    </a:cubicBezTo>
                    <a:cubicBezTo>
                      <a:pt x="102" y="238"/>
                      <a:pt x="101" y="239"/>
                      <a:pt x="100" y="241"/>
                    </a:cubicBezTo>
                    <a:cubicBezTo>
                      <a:pt x="96" y="247"/>
                      <a:pt x="92" y="252"/>
                      <a:pt x="87" y="257"/>
                    </a:cubicBezTo>
                    <a:cubicBezTo>
                      <a:pt x="81" y="263"/>
                      <a:pt x="76" y="269"/>
                      <a:pt x="70" y="274"/>
                    </a:cubicBezTo>
                    <a:cubicBezTo>
                      <a:pt x="65" y="278"/>
                      <a:pt x="60" y="283"/>
                      <a:pt x="53" y="286"/>
                    </a:cubicBezTo>
                    <a:cubicBezTo>
                      <a:pt x="48" y="290"/>
                      <a:pt x="40" y="292"/>
                      <a:pt x="33" y="292"/>
                    </a:cubicBezTo>
                    <a:cubicBezTo>
                      <a:pt x="30" y="292"/>
                      <a:pt x="27" y="292"/>
                      <a:pt x="23" y="291"/>
                    </a:cubicBezTo>
                    <a:cubicBezTo>
                      <a:pt x="20" y="291"/>
                      <a:pt x="18" y="290"/>
                      <a:pt x="16" y="288"/>
                    </a:cubicBezTo>
                    <a:cubicBezTo>
                      <a:pt x="13" y="287"/>
                      <a:pt x="11" y="285"/>
                      <a:pt x="10" y="283"/>
                    </a:cubicBezTo>
                    <a:cubicBezTo>
                      <a:pt x="7" y="281"/>
                      <a:pt x="6" y="278"/>
                      <a:pt x="4" y="275"/>
                    </a:cubicBezTo>
                    <a:cubicBezTo>
                      <a:pt x="2" y="269"/>
                      <a:pt x="0" y="262"/>
                      <a:pt x="0" y="256"/>
                    </a:cubicBezTo>
                    <a:cubicBezTo>
                      <a:pt x="0" y="248"/>
                      <a:pt x="1" y="241"/>
                      <a:pt x="2" y="234"/>
                    </a:cubicBezTo>
                    <a:cubicBezTo>
                      <a:pt x="5" y="220"/>
                      <a:pt x="10" y="205"/>
                      <a:pt x="18" y="193"/>
                    </a:cubicBezTo>
                    <a:cubicBezTo>
                      <a:pt x="23" y="189"/>
                      <a:pt x="27" y="184"/>
                      <a:pt x="32" y="180"/>
                    </a:cubicBezTo>
                    <a:cubicBezTo>
                      <a:pt x="34" y="178"/>
                      <a:pt x="37" y="176"/>
                      <a:pt x="40" y="175"/>
                    </a:cubicBezTo>
                    <a:cubicBezTo>
                      <a:pt x="43" y="173"/>
                      <a:pt x="46" y="172"/>
                      <a:pt x="50" y="172"/>
                    </a:cubicBezTo>
                    <a:cubicBezTo>
                      <a:pt x="58" y="171"/>
                      <a:pt x="66" y="172"/>
                      <a:pt x="74" y="175"/>
                    </a:cubicBezTo>
                    <a:cubicBezTo>
                      <a:pt x="81" y="178"/>
                      <a:pt x="88" y="181"/>
                      <a:pt x="94" y="186"/>
                    </a:cubicBezTo>
                    <a:cubicBezTo>
                      <a:pt x="97" y="188"/>
                      <a:pt x="99" y="191"/>
                      <a:pt x="102" y="195"/>
                    </a:cubicBezTo>
                    <a:cubicBezTo>
                      <a:pt x="104" y="192"/>
                      <a:pt x="107" y="190"/>
                      <a:pt x="111" y="190"/>
                    </a:cubicBezTo>
                    <a:cubicBezTo>
                      <a:pt x="115" y="191"/>
                      <a:pt x="118" y="193"/>
                      <a:pt x="120" y="197"/>
                    </a:cubicBezTo>
                    <a:cubicBezTo>
                      <a:pt x="121" y="200"/>
                      <a:pt x="122" y="203"/>
                      <a:pt x="122" y="206"/>
                    </a:cubicBezTo>
                    <a:cubicBezTo>
                      <a:pt x="122" y="209"/>
                      <a:pt x="122" y="211"/>
                      <a:pt x="122" y="213"/>
                    </a:cubicBezTo>
                    <a:cubicBezTo>
                      <a:pt x="122" y="217"/>
                      <a:pt x="122" y="220"/>
                      <a:pt x="123" y="223"/>
                    </a:cubicBezTo>
                    <a:cubicBezTo>
                      <a:pt x="123" y="228"/>
                      <a:pt x="123" y="232"/>
                      <a:pt x="124" y="237"/>
                    </a:cubicBezTo>
                    <a:cubicBezTo>
                      <a:pt x="125" y="241"/>
                      <a:pt x="126" y="245"/>
                      <a:pt x="127" y="250"/>
                    </a:cubicBezTo>
                    <a:cubicBezTo>
                      <a:pt x="127" y="251"/>
                      <a:pt x="128" y="253"/>
                      <a:pt x="129" y="255"/>
                    </a:cubicBezTo>
                    <a:cubicBezTo>
                      <a:pt x="130" y="256"/>
                      <a:pt x="130" y="257"/>
                      <a:pt x="131" y="257"/>
                    </a:cubicBezTo>
                    <a:cubicBezTo>
                      <a:pt x="131" y="258"/>
                      <a:pt x="131" y="259"/>
                      <a:pt x="132" y="259"/>
                    </a:cubicBezTo>
                    <a:cubicBezTo>
                      <a:pt x="133" y="260"/>
                      <a:pt x="133" y="260"/>
                      <a:pt x="133" y="261"/>
                    </a:cubicBezTo>
                    <a:cubicBezTo>
                      <a:pt x="133" y="260"/>
                      <a:pt x="133" y="260"/>
                      <a:pt x="133" y="260"/>
                    </a:cubicBezTo>
                    <a:cubicBezTo>
                      <a:pt x="133" y="260"/>
                      <a:pt x="133" y="261"/>
                      <a:pt x="134" y="261"/>
                    </a:cubicBezTo>
                    <a:lnTo>
                      <a:pt x="134" y="262"/>
                    </a:lnTo>
                    <a:lnTo>
                      <a:pt x="135" y="262"/>
                    </a:lnTo>
                    <a:lnTo>
                      <a:pt x="136" y="262"/>
                    </a:lnTo>
                    <a:lnTo>
                      <a:pt x="137" y="262"/>
                    </a:lnTo>
                    <a:cubicBezTo>
                      <a:pt x="137" y="261"/>
                      <a:pt x="138" y="261"/>
                      <a:pt x="138" y="261"/>
                    </a:cubicBezTo>
                    <a:lnTo>
                      <a:pt x="139" y="260"/>
                    </a:lnTo>
                    <a:cubicBezTo>
                      <a:pt x="140" y="260"/>
                      <a:pt x="140" y="260"/>
                      <a:pt x="140" y="259"/>
                    </a:cubicBezTo>
                    <a:cubicBezTo>
                      <a:pt x="142" y="258"/>
                      <a:pt x="144" y="256"/>
                      <a:pt x="145" y="255"/>
                    </a:cubicBezTo>
                    <a:cubicBezTo>
                      <a:pt x="147" y="253"/>
                      <a:pt x="149" y="250"/>
                      <a:pt x="150" y="248"/>
                    </a:cubicBezTo>
                    <a:cubicBezTo>
                      <a:pt x="152" y="246"/>
                      <a:pt x="154" y="243"/>
                      <a:pt x="155" y="241"/>
                    </a:cubicBezTo>
                    <a:cubicBezTo>
                      <a:pt x="157" y="238"/>
                      <a:pt x="158" y="234"/>
                      <a:pt x="159" y="231"/>
                    </a:cubicBezTo>
                    <a:cubicBezTo>
                      <a:pt x="162" y="224"/>
                      <a:pt x="165" y="216"/>
                      <a:pt x="166" y="208"/>
                    </a:cubicBezTo>
                    <a:cubicBezTo>
                      <a:pt x="168" y="204"/>
                      <a:pt x="169" y="200"/>
                      <a:pt x="170" y="196"/>
                    </a:cubicBezTo>
                    <a:cubicBezTo>
                      <a:pt x="173" y="181"/>
                      <a:pt x="176" y="166"/>
                      <a:pt x="177" y="151"/>
                    </a:cubicBezTo>
                    <a:cubicBezTo>
                      <a:pt x="178" y="141"/>
                      <a:pt x="178" y="130"/>
                      <a:pt x="178" y="120"/>
                    </a:cubicBezTo>
                    <a:cubicBezTo>
                      <a:pt x="178" y="111"/>
                      <a:pt x="176" y="102"/>
                      <a:pt x="175" y="93"/>
                    </a:cubicBezTo>
                    <a:cubicBezTo>
                      <a:pt x="174" y="87"/>
                      <a:pt x="173" y="81"/>
                      <a:pt x="172" y="75"/>
                    </a:cubicBezTo>
                    <a:cubicBezTo>
                      <a:pt x="172" y="76"/>
                      <a:pt x="172" y="76"/>
                      <a:pt x="172" y="77"/>
                    </a:cubicBezTo>
                    <a:cubicBezTo>
                      <a:pt x="169" y="61"/>
                      <a:pt x="166" y="45"/>
                      <a:pt x="161" y="29"/>
                    </a:cubicBezTo>
                    <a:cubicBezTo>
                      <a:pt x="159" y="26"/>
                      <a:pt x="158" y="22"/>
                      <a:pt x="157" y="19"/>
                    </a:cubicBezTo>
                    <a:cubicBezTo>
                      <a:pt x="157" y="19"/>
                      <a:pt x="157" y="18"/>
                      <a:pt x="157" y="17"/>
                    </a:cubicBezTo>
                    <a:cubicBezTo>
                      <a:pt x="154" y="12"/>
                      <a:pt x="155" y="6"/>
                      <a:pt x="161" y="3"/>
                    </a:cubicBezTo>
                    <a:cubicBezTo>
                      <a:pt x="166" y="0"/>
                      <a:pt x="172" y="2"/>
                      <a:pt x="175" y="7"/>
                    </a:cubicBezTo>
                    <a:cubicBezTo>
                      <a:pt x="177" y="10"/>
                      <a:pt x="179" y="13"/>
                      <a:pt x="180" y="16"/>
                    </a:cubicBezTo>
                    <a:cubicBezTo>
                      <a:pt x="183" y="19"/>
                      <a:pt x="185" y="23"/>
                      <a:pt x="187" y="27"/>
                    </a:cubicBezTo>
                    <a:cubicBezTo>
                      <a:pt x="193" y="35"/>
                      <a:pt x="198" y="44"/>
                      <a:pt x="203" y="52"/>
                    </a:cubicBezTo>
                    <a:cubicBezTo>
                      <a:pt x="206" y="58"/>
                      <a:pt x="210" y="63"/>
                      <a:pt x="212" y="68"/>
                    </a:cubicBezTo>
                    <a:cubicBezTo>
                      <a:pt x="220" y="81"/>
                      <a:pt x="227" y="95"/>
                      <a:pt x="232" y="110"/>
                    </a:cubicBezTo>
                    <a:cubicBezTo>
                      <a:pt x="238" y="125"/>
                      <a:pt x="241" y="140"/>
                      <a:pt x="244" y="156"/>
                    </a:cubicBezTo>
                    <a:cubicBezTo>
                      <a:pt x="246" y="171"/>
                      <a:pt x="247" y="187"/>
                      <a:pt x="246" y="203"/>
                    </a:cubicBezTo>
                    <a:cubicBezTo>
                      <a:pt x="246" y="218"/>
                      <a:pt x="244" y="234"/>
                      <a:pt x="241" y="249"/>
                    </a:cubicBezTo>
                    <a:cubicBezTo>
                      <a:pt x="238" y="264"/>
                      <a:pt x="232" y="279"/>
                      <a:pt x="226" y="293"/>
                    </a:cubicBezTo>
                    <a:cubicBezTo>
                      <a:pt x="215" y="317"/>
                      <a:pt x="201" y="339"/>
                      <a:pt x="186" y="361"/>
                    </a:cubicBezTo>
                    <a:cubicBezTo>
                      <a:pt x="179" y="372"/>
                      <a:pt x="171" y="383"/>
                      <a:pt x="164" y="393"/>
                    </a:cubicBezTo>
                    <a:cubicBezTo>
                      <a:pt x="147" y="417"/>
                      <a:pt x="131" y="440"/>
                      <a:pt x="115" y="464"/>
                    </a:cubicBezTo>
                    <a:cubicBezTo>
                      <a:pt x="113" y="466"/>
                      <a:pt x="110" y="468"/>
                      <a:pt x="106" y="468"/>
                    </a:cubicBezTo>
                    <a:cubicBezTo>
                      <a:pt x="105" y="468"/>
                      <a:pt x="104" y="467"/>
                      <a:pt x="102" y="46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1" name="Google Shape;3561;p40">
                <a:extLst>
                  <a:ext uri="{FF2B5EF4-FFF2-40B4-BE49-F238E27FC236}">
                    <a16:creationId xmlns:a16="http://schemas.microsoft.com/office/drawing/2014/main" id="{90A6184B-A448-F070-D9D8-2F23BB2FA08A}"/>
                  </a:ext>
                </a:extLst>
              </p:cNvPr>
              <p:cNvSpPr/>
              <p:nvPr/>
            </p:nvSpPr>
            <p:spPr>
              <a:xfrm>
                <a:off x="471240" y="4776480"/>
                <a:ext cx="62640" cy="80280"/>
              </a:xfrm>
              <a:custGeom>
                <a:avLst/>
                <a:gdLst/>
                <a:ahLst/>
                <a:cxnLst/>
                <a:rect l="l" t="t" r="r" b="b"/>
                <a:pathLst>
                  <a:path w="174" h="223" extrusionOk="0">
                    <a:moveTo>
                      <a:pt x="91" y="222"/>
                    </a:moveTo>
                    <a:cubicBezTo>
                      <a:pt x="85" y="222"/>
                      <a:pt x="79" y="220"/>
                      <a:pt x="74" y="217"/>
                    </a:cubicBezTo>
                    <a:cubicBezTo>
                      <a:pt x="69" y="214"/>
                      <a:pt x="65" y="210"/>
                      <a:pt x="61" y="205"/>
                    </a:cubicBezTo>
                    <a:cubicBezTo>
                      <a:pt x="53" y="196"/>
                      <a:pt x="48" y="184"/>
                      <a:pt x="44" y="172"/>
                    </a:cubicBezTo>
                    <a:cubicBezTo>
                      <a:pt x="40" y="159"/>
                      <a:pt x="39" y="145"/>
                      <a:pt x="39" y="132"/>
                    </a:cubicBezTo>
                    <a:cubicBezTo>
                      <a:pt x="39" y="118"/>
                      <a:pt x="40" y="105"/>
                      <a:pt x="43" y="91"/>
                    </a:cubicBezTo>
                    <a:cubicBezTo>
                      <a:pt x="44" y="86"/>
                      <a:pt x="46" y="79"/>
                      <a:pt x="49" y="74"/>
                    </a:cubicBezTo>
                    <a:cubicBezTo>
                      <a:pt x="51" y="70"/>
                      <a:pt x="56" y="66"/>
                      <a:pt x="62" y="66"/>
                    </a:cubicBezTo>
                    <a:cubicBezTo>
                      <a:pt x="65" y="66"/>
                      <a:pt x="69" y="69"/>
                      <a:pt x="72" y="72"/>
                    </a:cubicBezTo>
                    <a:cubicBezTo>
                      <a:pt x="74" y="74"/>
                      <a:pt x="75" y="77"/>
                      <a:pt x="75" y="81"/>
                    </a:cubicBezTo>
                    <a:cubicBezTo>
                      <a:pt x="74" y="86"/>
                      <a:pt x="70" y="90"/>
                      <a:pt x="65" y="90"/>
                    </a:cubicBezTo>
                    <a:cubicBezTo>
                      <a:pt x="64" y="94"/>
                      <a:pt x="64" y="97"/>
                      <a:pt x="62" y="101"/>
                    </a:cubicBezTo>
                    <a:cubicBezTo>
                      <a:pt x="61" y="106"/>
                      <a:pt x="61" y="112"/>
                      <a:pt x="60" y="118"/>
                    </a:cubicBezTo>
                    <a:cubicBezTo>
                      <a:pt x="60" y="125"/>
                      <a:pt x="60" y="132"/>
                      <a:pt x="60" y="139"/>
                    </a:cubicBezTo>
                    <a:cubicBezTo>
                      <a:pt x="60" y="145"/>
                      <a:pt x="61" y="151"/>
                      <a:pt x="62" y="157"/>
                    </a:cubicBezTo>
                    <a:cubicBezTo>
                      <a:pt x="62" y="162"/>
                      <a:pt x="64" y="167"/>
                      <a:pt x="65" y="172"/>
                    </a:cubicBezTo>
                    <a:cubicBezTo>
                      <a:pt x="66" y="175"/>
                      <a:pt x="67" y="178"/>
                      <a:pt x="69" y="181"/>
                    </a:cubicBezTo>
                    <a:cubicBezTo>
                      <a:pt x="69" y="183"/>
                      <a:pt x="71" y="185"/>
                      <a:pt x="72" y="188"/>
                    </a:cubicBezTo>
                    <a:cubicBezTo>
                      <a:pt x="73" y="189"/>
                      <a:pt x="74" y="190"/>
                      <a:pt x="75" y="192"/>
                    </a:cubicBezTo>
                    <a:cubicBezTo>
                      <a:pt x="76" y="193"/>
                      <a:pt x="78" y="195"/>
                      <a:pt x="79" y="196"/>
                    </a:cubicBezTo>
                    <a:cubicBezTo>
                      <a:pt x="81" y="197"/>
                      <a:pt x="82" y="198"/>
                      <a:pt x="83" y="199"/>
                    </a:cubicBezTo>
                    <a:lnTo>
                      <a:pt x="84" y="200"/>
                    </a:lnTo>
                    <a:cubicBezTo>
                      <a:pt x="85" y="200"/>
                      <a:pt x="87" y="201"/>
                      <a:pt x="88" y="201"/>
                    </a:cubicBezTo>
                    <a:cubicBezTo>
                      <a:pt x="89" y="201"/>
                      <a:pt x="89" y="201"/>
                      <a:pt x="90" y="202"/>
                    </a:cubicBezTo>
                    <a:lnTo>
                      <a:pt x="92" y="202"/>
                    </a:lnTo>
                    <a:lnTo>
                      <a:pt x="93" y="202"/>
                    </a:lnTo>
                    <a:cubicBezTo>
                      <a:pt x="95" y="202"/>
                      <a:pt x="96" y="202"/>
                      <a:pt x="97" y="202"/>
                    </a:cubicBezTo>
                    <a:cubicBezTo>
                      <a:pt x="97" y="201"/>
                      <a:pt x="98" y="201"/>
                      <a:pt x="99" y="201"/>
                    </a:cubicBezTo>
                    <a:cubicBezTo>
                      <a:pt x="100" y="201"/>
                      <a:pt x="101" y="200"/>
                      <a:pt x="102" y="200"/>
                    </a:cubicBezTo>
                    <a:cubicBezTo>
                      <a:pt x="103" y="200"/>
                      <a:pt x="104" y="199"/>
                      <a:pt x="104" y="199"/>
                    </a:cubicBezTo>
                    <a:cubicBezTo>
                      <a:pt x="106" y="197"/>
                      <a:pt x="107" y="197"/>
                      <a:pt x="108" y="196"/>
                    </a:cubicBezTo>
                    <a:cubicBezTo>
                      <a:pt x="110" y="194"/>
                      <a:pt x="112" y="192"/>
                      <a:pt x="114" y="190"/>
                    </a:cubicBezTo>
                    <a:cubicBezTo>
                      <a:pt x="116" y="188"/>
                      <a:pt x="118" y="186"/>
                      <a:pt x="120" y="183"/>
                    </a:cubicBezTo>
                    <a:lnTo>
                      <a:pt x="120" y="184"/>
                    </a:lnTo>
                    <a:cubicBezTo>
                      <a:pt x="124" y="178"/>
                      <a:pt x="127" y="172"/>
                      <a:pt x="130" y="167"/>
                    </a:cubicBezTo>
                    <a:cubicBezTo>
                      <a:pt x="131" y="166"/>
                      <a:pt x="131" y="166"/>
                      <a:pt x="131" y="165"/>
                    </a:cubicBezTo>
                    <a:cubicBezTo>
                      <a:pt x="131" y="166"/>
                      <a:pt x="131" y="166"/>
                      <a:pt x="131" y="166"/>
                    </a:cubicBezTo>
                    <a:cubicBezTo>
                      <a:pt x="135" y="158"/>
                      <a:pt x="138" y="150"/>
                      <a:pt x="142" y="141"/>
                    </a:cubicBezTo>
                    <a:cubicBezTo>
                      <a:pt x="145" y="133"/>
                      <a:pt x="148" y="124"/>
                      <a:pt x="149" y="115"/>
                    </a:cubicBezTo>
                    <a:cubicBezTo>
                      <a:pt x="151" y="109"/>
                      <a:pt x="152" y="102"/>
                      <a:pt x="153" y="96"/>
                    </a:cubicBezTo>
                    <a:cubicBezTo>
                      <a:pt x="153" y="93"/>
                      <a:pt x="153" y="90"/>
                      <a:pt x="153" y="87"/>
                    </a:cubicBezTo>
                    <a:cubicBezTo>
                      <a:pt x="153" y="83"/>
                      <a:pt x="152" y="79"/>
                      <a:pt x="152" y="76"/>
                    </a:cubicBezTo>
                    <a:cubicBezTo>
                      <a:pt x="151" y="73"/>
                      <a:pt x="150" y="70"/>
                      <a:pt x="149" y="67"/>
                    </a:cubicBezTo>
                    <a:cubicBezTo>
                      <a:pt x="149" y="64"/>
                      <a:pt x="148" y="62"/>
                      <a:pt x="146" y="59"/>
                    </a:cubicBezTo>
                    <a:cubicBezTo>
                      <a:pt x="145" y="55"/>
                      <a:pt x="143" y="52"/>
                      <a:pt x="141" y="49"/>
                    </a:cubicBezTo>
                    <a:cubicBezTo>
                      <a:pt x="139" y="46"/>
                      <a:pt x="137" y="44"/>
                      <a:pt x="135" y="41"/>
                    </a:cubicBezTo>
                    <a:cubicBezTo>
                      <a:pt x="134" y="39"/>
                      <a:pt x="131" y="37"/>
                      <a:pt x="129" y="34"/>
                    </a:cubicBezTo>
                    <a:cubicBezTo>
                      <a:pt x="127" y="33"/>
                      <a:pt x="124" y="30"/>
                      <a:pt x="122" y="28"/>
                    </a:cubicBezTo>
                    <a:cubicBezTo>
                      <a:pt x="120" y="27"/>
                      <a:pt x="118" y="27"/>
                      <a:pt x="117" y="26"/>
                    </a:cubicBezTo>
                    <a:cubicBezTo>
                      <a:pt x="114" y="24"/>
                      <a:pt x="112" y="23"/>
                      <a:pt x="110" y="23"/>
                    </a:cubicBezTo>
                    <a:cubicBezTo>
                      <a:pt x="108" y="22"/>
                      <a:pt x="106" y="21"/>
                      <a:pt x="104" y="21"/>
                    </a:cubicBezTo>
                    <a:cubicBezTo>
                      <a:pt x="103" y="20"/>
                      <a:pt x="102" y="20"/>
                      <a:pt x="100" y="20"/>
                    </a:cubicBezTo>
                    <a:cubicBezTo>
                      <a:pt x="99" y="20"/>
                      <a:pt x="97" y="20"/>
                      <a:pt x="96" y="20"/>
                    </a:cubicBezTo>
                    <a:cubicBezTo>
                      <a:pt x="95" y="20"/>
                      <a:pt x="92" y="20"/>
                      <a:pt x="90" y="21"/>
                    </a:cubicBezTo>
                    <a:cubicBezTo>
                      <a:pt x="87" y="21"/>
                      <a:pt x="84" y="23"/>
                      <a:pt x="81" y="23"/>
                    </a:cubicBezTo>
                    <a:lnTo>
                      <a:pt x="82" y="23"/>
                    </a:lnTo>
                    <a:cubicBezTo>
                      <a:pt x="74" y="26"/>
                      <a:pt x="67" y="28"/>
                      <a:pt x="60" y="31"/>
                    </a:cubicBezTo>
                    <a:cubicBezTo>
                      <a:pt x="52" y="35"/>
                      <a:pt x="44" y="40"/>
                      <a:pt x="36" y="43"/>
                    </a:cubicBezTo>
                    <a:cubicBezTo>
                      <a:pt x="29" y="47"/>
                      <a:pt x="22" y="50"/>
                      <a:pt x="15" y="54"/>
                    </a:cubicBezTo>
                    <a:cubicBezTo>
                      <a:pt x="11" y="56"/>
                      <a:pt x="5" y="55"/>
                      <a:pt x="3" y="50"/>
                    </a:cubicBezTo>
                    <a:cubicBezTo>
                      <a:pt x="0" y="45"/>
                      <a:pt x="1" y="40"/>
                      <a:pt x="6" y="37"/>
                    </a:cubicBezTo>
                    <a:cubicBezTo>
                      <a:pt x="14" y="33"/>
                      <a:pt x="21" y="29"/>
                      <a:pt x="29" y="26"/>
                    </a:cubicBezTo>
                    <a:cubicBezTo>
                      <a:pt x="39" y="21"/>
                      <a:pt x="48" y="15"/>
                      <a:pt x="59" y="11"/>
                    </a:cubicBezTo>
                    <a:cubicBezTo>
                      <a:pt x="66" y="8"/>
                      <a:pt x="73" y="6"/>
                      <a:pt x="79" y="3"/>
                    </a:cubicBezTo>
                    <a:cubicBezTo>
                      <a:pt x="87" y="2"/>
                      <a:pt x="94" y="0"/>
                      <a:pt x="102" y="1"/>
                    </a:cubicBezTo>
                    <a:cubicBezTo>
                      <a:pt x="115" y="2"/>
                      <a:pt x="128" y="9"/>
                      <a:pt x="139" y="17"/>
                    </a:cubicBezTo>
                    <a:cubicBezTo>
                      <a:pt x="149" y="27"/>
                      <a:pt x="158" y="38"/>
                      <a:pt x="164" y="51"/>
                    </a:cubicBezTo>
                    <a:cubicBezTo>
                      <a:pt x="170" y="65"/>
                      <a:pt x="173" y="79"/>
                      <a:pt x="172" y="94"/>
                    </a:cubicBezTo>
                    <a:cubicBezTo>
                      <a:pt x="172" y="101"/>
                      <a:pt x="171" y="109"/>
                      <a:pt x="169" y="116"/>
                    </a:cubicBezTo>
                    <a:cubicBezTo>
                      <a:pt x="168" y="124"/>
                      <a:pt x="166" y="132"/>
                      <a:pt x="163" y="139"/>
                    </a:cubicBezTo>
                    <a:cubicBezTo>
                      <a:pt x="159" y="154"/>
                      <a:pt x="152" y="168"/>
                      <a:pt x="145" y="181"/>
                    </a:cubicBezTo>
                    <a:cubicBezTo>
                      <a:pt x="139" y="192"/>
                      <a:pt x="132" y="201"/>
                      <a:pt x="124" y="210"/>
                    </a:cubicBezTo>
                    <a:cubicBezTo>
                      <a:pt x="119" y="213"/>
                      <a:pt x="114" y="217"/>
                      <a:pt x="108" y="219"/>
                    </a:cubicBezTo>
                    <a:cubicBezTo>
                      <a:pt x="104" y="221"/>
                      <a:pt x="98" y="222"/>
                      <a:pt x="92" y="222"/>
                    </a:cubicBezTo>
                    <a:lnTo>
                      <a:pt x="91" y="22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2" name="Google Shape;3562;p40">
                <a:extLst>
                  <a:ext uri="{FF2B5EF4-FFF2-40B4-BE49-F238E27FC236}">
                    <a16:creationId xmlns:a16="http://schemas.microsoft.com/office/drawing/2014/main" id="{149D2981-92E7-2D58-7C63-A59814BFA578}"/>
                  </a:ext>
                </a:extLst>
              </p:cNvPr>
              <p:cNvSpPr/>
              <p:nvPr/>
            </p:nvSpPr>
            <p:spPr>
              <a:xfrm>
                <a:off x="92520" y="4823280"/>
                <a:ext cx="37800" cy="17640"/>
              </a:xfrm>
              <a:custGeom>
                <a:avLst/>
                <a:gdLst/>
                <a:ahLst/>
                <a:cxnLst/>
                <a:rect l="l" t="t" r="r" b="b"/>
                <a:pathLst>
                  <a:path w="105" h="49" extrusionOk="0">
                    <a:moveTo>
                      <a:pt x="6" y="45"/>
                    </a:moveTo>
                    <a:cubicBezTo>
                      <a:pt x="4" y="44"/>
                      <a:pt x="2" y="41"/>
                      <a:pt x="2" y="38"/>
                    </a:cubicBezTo>
                    <a:cubicBezTo>
                      <a:pt x="0" y="35"/>
                      <a:pt x="2" y="33"/>
                      <a:pt x="3" y="30"/>
                    </a:cubicBezTo>
                    <a:cubicBezTo>
                      <a:pt x="6" y="24"/>
                      <a:pt x="13" y="22"/>
                      <a:pt x="18" y="20"/>
                    </a:cubicBezTo>
                    <a:cubicBezTo>
                      <a:pt x="23" y="18"/>
                      <a:pt x="28" y="16"/>
                      <a:pt x="33" y="15"/>
                    </a:cubicBezTo>
                    <a:cubicBezTo>
                      <a:pt x="39" y="13"/>
                      <a:pt x="45" y="11"/>
                      <a:pt x="52" y="10"/>
                    </a:cubicBezTo>
                    <a:cubicBezTo>
                      <a:pt x="65" y="7"/>
                      <a:pt x="78" y="4"/>
                      <a:pt x="91" y="1"/>
                    </a:cubicBezTo>
                    <a:cubicBezTo>
                      <a:pt x="96" y="0"/>
                      <a:pt x="102" y="3"/>
                      <a:pt x="103" y="8"/>
                    </a:cubicBezTo>
                    <a:cubicBezTo>
                      <a:pt x="104" y="13"/>
                      <a:pt x="101" y="19"/>
                      <a:pt x="95" y="20"/>
                    </a:cubicBezTo>
                    <a:cubicBezTo>
                      <a:pt x="85" y="23"/>
                      <a:pt x="74" y="25"/>
                      <a:pt x="64" y="28"/>
                    </a:cubicBezTo>
                    <a:cubicBezTo>
                      <a:pt x="55" y="31"/>
                      <a:pt x="45" y="33"/>
                      <a:pt x="35" y="36"/>
                    </a:cubicBezTo>
                    <a:cubicBezTo>
                      <a:pt x="32" y="37"/>
                      <a:pt x="28" y="38"/>
                      <a:pt x="25" y="40"/>
                    </a:cubicBezTo>
                    <a:lnTo>
                      <a:pt x="24" y="40"/>
                    </a:lnTo>
                    <a:cubicBezTo>
                      <a:pt x="24" y="42"/>
                      <a:pt x="23" y="44"/>
                      <a:pt x="21" y="44"/>
                    </a:cubicBezTo>
                    <a:cubicBezTo>
                      <a:pt x="19" y="45"/>
                      <a:pt x="17" y="46"/>
                      <a:pt x="16" y="47"/>
                    </a:cubicBezTo>
                    <a:cubicBezTo>
                      <a:pt x="15" y="47"/>
                      <a:pt x="14" y="48"/>
                      <a:pt x="13" y="48"/>
                    </a:cubicBezTo>
                    <a:cubicBezTo>
                      <a:pt x="11" y="48"/>
                      <a:pt x="9" y="46"/>
                      <a:pt x="6" y="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3" name="Google Shape;3563;p40">
                <a:extLst>
                  <a:ext uri="{FF2B5EF4-FFF2-40B4-BE49-F238E27FC236}">
                    <a16:creationId xmlns:a16="http://schemas.microsoft.com/office/drawing/2014/main" id="{57804D2D-F5DB-E2FC-5ED1-2F597B37C6B9}"/>
                  </a:ext>
                </a:extLst>
              </p:cNvPr>
              <p:cNvSpPr/>
              <p:nvPr/>
            </p:nvSpPr>
            <p:spPr>
              <a:xfrm>
                <a:off x="172440" y="4765680"/>
                <a:ext cx="10152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167" extrusionOk="0">
                    <a:moveTo>
                      <a:pt x="48" y="110"/>
                    </a:moveTo>
                    <a:lnTo>
                      <a:pt x="49" y="110"/>
                    </a:lnTo>
                    <a:cubicBezTo>
                      <a:pt x="51" y="110"/>
                      <a:pt x="51" y="109"/>
                      <a:pt x="52" y="109"/>
                    </a:cubicBezTo>
                    <a:cubicBezTo>
                      <a:pt x="53" y="109"/>
                      <a:pt x="54" y="109"/>
                      <a:pt x="55" y="108"/>
                    </a:cubicBezTo>
                    <a:cubicBezTo>
                      <a:pt x="56" y="107"/>
                      <a:pt x="57" y="107"/>
                      <a:pt x="58" y="106"/>
                    </a:cubicBezTo>
                    <a:cubicBezTo>
                      <a:pt x="59" y="106"/>
                      <a:pt x="60" y="104"/>
                      <a:pt x="62" y="104"/>
                    </a:cubicBezTo>
                    <a:cubicBezTo>
                      <a:pt x="63" y="103"/>
                      <a:pt x="65" y="101"/>
                      <a:pt x="66" y="100"/>
                    </a:cubicBezTo>
                    <a:cubicBezTo>
                      <a:pt x="67" y="98"/>
                      <a:pt x="69" y="96"/>
                      <a:pt x="70" y="95"/>
                    </a:cubicBezTo>
                    <a:cubicBezTo>
                      <a:pt x="72" y="92"/>
                      <a:pt x="73" y="89"/>
                      <a:pt x="75" y="86"/>
                    </a:cubicBezTo>
                    <a:cubicBezTo>
                      <a:pt x="73" y="86"/>
                      <a:pt x="70" y="85"/>
                      <a:pt x="67" y="84"/>
                    </a:cubicBezTo>
                    <a:cubicBezTo>
                      <a:pt x="62" y="81"/>
                      <a:pt x="60" y="74"/>
                      <a:pt x="62" y="69"/>
                    </a:cubicBezTo>
                    <a:cubicBezTo>
                      <a:pt x="65" y="64"/>
                      <a:pt x="72" y="61"/>
                      <a:pt x="77" y="64"/>
                    </a:cubicBezTo>
                    <a:lnTo>
                      <a:pt x="78" y="64"/>
                    </a:lnTo>
                    <a:cubicBezTo>
                      <a:pt x="78" y="62"/>
                      <a:pt x="79" y="60"/>
                      <a:pt x="79" y="57"/>
                    </a:cubicBezTo>
                    <a:cubicBezTo>
                      <a:pt x="80" y="54"/>
                      <a:pt x="80" y="52"/>
                      <a:pt x="81" y="49"/>
                    </a:cubicBezTo>
                    <a:cubicBezTo>
                      <a:pt x="81" y="47"/>
                      <a:pt x="82" y="44"/>
                      <a:pt x="83" y="42"/>
                    </a:cubicBezTo>
                    <a:cubicBezTo>
                      <a:pt x="83" y="41"/>
                      <a:pt x="84" y="40"/>
                      <a:pt x="85" y="39"/>
                    </a:cubicBezTo>
                    <a:cubicBezTo>
                      <a:pt x="84" y="37"/>
                      <a:pt x="84" y="35"/>
                      <a:pt x="83" y="33"/>
                    </a:cubicBezTo>
                    <a:cubicBezTo>
                      <a:pt x="83" y="33"/>
                      <a:pt x="83" y="32"/>
                      <a:pt x="82" y="32"/>
                    </a:cubicBezTo>
                    <a:cubicBezTo>
                      <a:pt x="82" y="32"/>
                      <a:pt x="81" y="32"/>
                      <a:pt x="81" y="31"/>
                    </a:cubicBezTo>
                    <a:lnTo>
                      <a:pt x="81" y="30"/>
                    </a:lnTo>
                    <a:cubicBezTo>
                      <a:pt x="80" y="30"/>
                      <a:pt x="79" y="29"/>
                      <a:pt x="78" y="28"/>
                    </a:cubicBezTo>
                    <a:cubicBezTo>
                      <a:pt x="77" y="28"/>
                      <a:pt x="75" y="26"/>
                      <a:pt x="74" y="26"/>
                    </a:cubicBezTo>
                    <a:cubicBezTo>
                      <a:pt x="71" y="24"/>
                      <a:pt x="69" y="23"/>
                      <a:pt x="66" y="22"/>
                    </a:cubicBezTo>
                    <a:cubicBezTo>
                      <a:pt x="65" y="22"/>
                      <a:pt x="63" y="21"/>
                      <a:pt x="62" y="21"/>
                    </a:cubicBezTo>
                    <a:cubicBezTo>
                      <a:pt x="60" y="21"/>
                      <a:pt x="59" y="21"/>
                      <a:pt x="59" y="21"/>
                    </a:cubicBezTo>
                    <a:cubicBezTo>
                      <a:pt x="58" y="21"/>
                      <a:pt x="56" y="22"/>
                      <a:pt x="55" y="22"/>
                    </a:cubicBezTo>
                    <a:cubicBezTo>
                      <a:pt x="53" y="23"/>
                      <a:pt x="51" y="23"/>
                      <a:pt x="49" y="24"/>
                    </a:cubicBezTo>
                    <a:cubicBezTo>
                      <a:pt x="48" y="25"/>
                      <a:pt x="48" y="25"/>
                      <a:pt x="47" y="25"/>
                    </a:cubicBezTo>
                    <a:cubicBezTo>
                      <a:pt x="46" y="26"/>
                      <a:pt x="46" y="26"/>
                      <a:pt x="45" y="27"/>
                    </a:cubicBezTo>
                    <a:cubicBezTo>
                      <a:pt x="46" y="26"/>
                      <a:pt x="46" y="26"/>
                      <a:pt x="46" y="26"/>
                    </a:cubicBezTo>
                    <a:cubicBezTo>
                      <a:pt x="45" y="27"/>
                      <a:pt x="45" y="28"/>
                      <a:pt x="44" y="29"/>
                    </a:cubicBezTo>
                    <a:lnTo>
                      <a:pt x="44" y="28"/>
                    </a:lnTo>
                    <a:cubicBezTo>
                      <a:pt x="42" y="30"/>
                      <a:pt x="40" y="33"/>
                      <a:pt x="38" y="36"/>
                    </a:cubicBezTo>
                    <a:cubicBezTo>
                      <a:pt x="36" y="39"/>
                      <a:pt x="34" y="43"/>
                      <a:pt x="31" y="46"/>
                    </a:cubicBezTo>
                    <a:lnTo>
                      <a:pt x="32" y="46"/>
                    </a:lnTo>
                    <a:cubicBezTo>
                      <a:pt x="30" y="50"/>
                      <a:pt x="28" y="53"/>
                      <a:pt x="27" y="57"/>
                    </a:cubicBezTo>
                    <a:cubicBezTo>
                      <a:pt x="25" y="61"/>
                      <a:pt x="24" y="64"/>
                      <a:pt x="23" y="68"/>
                    </a:cubicBezTo>
                    <a:cubicBezTo>
                      <a:pt x="23" y="71"/>
                      <a:pt x="23" y="73"/>
                      <a:pt x="22" y="76"/>
                    </a:cubicBezTo>
                    <a:cubicBezTo>
                      <a:pt x="22" y="78"/>
                      <a:pt x="22" y="79"/>
                      <a:pt x="22" y="82"/>
                    </a:cubicBezTo>
                    <a:cubicBezTo>
                      <a:pt x="22" y="83"/>
                      <a:pt x="22" y="85"/>
                      <a:pt x="23" y="86"/>
                    </a:cubicBezTo>
                    <a:cubicBezTo>
                      <a:pt x="23" y="88"/>
                      <a:pt x="23" y="89"/>
                      <a:pt x="24" y="90"/>
                    </a:cubicBezTo>
                    <a:cubicBezTo>
                      <a:pt x="24" y="92"/>
                      <a:pt x="24" y="93"/>
                      <a:pt x="25" y="94"/>
                    </a:cubicBezTo>
                    <a:cubicBezTo>
                      <a:pt x="25" y="95"/>
                      <a:pt x="26" y="96"/>
                      <a:pt x="27" y="97"/>
                    </a:cubicBezTo>
                    <a:cubicBezTo>
                      <a:pt x="27" y="99"/>
                      <a:pt x="28" y="99"/>
                      <a:pt x="29" y="100"/>
                    </a:cubicBezTo>
                    <a:cubicBezTo>
                      <a:pt x="30" y="101"/>
                      <a:pt x="31" y="102"/>
                      <a:pt x="31" y="103"/>
                    </a:cubicBezTo>
                    <a:cubicBezTo>
                      <a:pt x="32" y="104"/>
                      <a:pt x="34" y="105"/>
                      <a:pt x="35" y="106"/>
                    </a:cubicBezTo>
                    <a:cubicBezTo>
                      <a:pt x="36" y="106"/>
                      <a:pt x="37" y="107"/>
                      <a:pt x="38" y="108"/>
                    </a:cubicBezTo>
                    <a:cubicBezTo>
                      <a:pt x="39" y="108"/>
                      <a:pt x="39" y="109"/>
                      <a:pt x="40" y="109"/>
                    </a:cubicBezTo>
                    <a:cubicBezTo>
                      <a:pt x="41" y="109"/>
                      <a:pt x="42" y="109"/>
                      <a:pt x="43" y="110"/>
                    </a:cubicBezTo>
                    <a:cubicBezTo>
                      <a:pt x="44" y="110"/>
                      <a:pt x="45" y="110"/>
                      <a:pt x="45" y="110"/>
                    </a:cubicBezTo>
                    <a:cubicBezTo>
                      <a:pt x="46" y="110"/>
                      <a:pt x="46" y="110"/>
                      <a:pt x="48" y="110"/>
                    </a:cubicBezTo>
                    <a:moveTo>
                      <a:pt x="136" y="166"/>
                    </a:moveTo>
                    <a:cubicBezTo>
                      <a:pt x="130" y="165"/>
                      <a:pt x="125" y="163"/>
                      <a:pt x="119" y="161"/>
                    </a:cubicBezTo>
                    <a:cubicBezTo>
                      <a:pt x="114" y="159"/>
                      <a:pt x="108" y="156"/>
                      <a:pt x="104" y="153"/>
                    </a:cubicBezTo>
                    <a:cubicBezTo>
                      <a:pt x="99" y="149"/>
                      <a:pt x="95" y="146"/>
                      <a:pt x="93" y="142"/>
                    </a:cubicBezTo>
                    <a:cubicBezTo>
                      <a:pt x="89" y="137"/>
                      <a:pt x="87" y="132"/>
                      <a:pt x="85" y="127"/>
                    </a:cubicBezTo>
                    <a:cubicBezTo>
                      <a:pt x="83" y="123"/>
                      <a:pt x="81" y="119"/>
                      <a:pt x="80" y="114"/>
                    </a:cubicBezTo>
                    <a:cubicBezTo>
                      <a:pt x="74" y="121"/>
                      <a:pt x="66" y="127"/>
                      <a:pt x="57" y="130"/>
                    </a:cubicBezTo>
                    <a:cubicBezTo>
                      <a:pt x="51" y="131"/>
                      <a:pt x="44" y="131"/>
                      <a:pt x="38" y="130"/>
                    </a:cubicBezTo>
                    <a:cubicBezTo>
                      <a:pt x="31" y="128"/>
                      <a:pt x="25" y="124"/>
                      <a:pt x="20" y="120"/>
                    </a:cubicBezTo>
                    <a:cubicBezTo>
                      <a:pt x="9" y="111"/>
                      <a:pt x="3" y="99"/>
                      <a:pt x="2" y="85"/>
                    </a:cubicBezTo>
                    <a:cubicBezTo>
                      <a:pt x="0" y="71"/>
                      <a:pt x="5" y="56"/>
                      <a:pt x="10" y="43"/>
                    </a:cubicBezTo>
                    <a:cubicBezTo>
                      <a:pt x="13" y="37"/>
                      <a:pt x="16" y="30"/>
                      <a:pt x="20" y="25"/>
                    </a:cubicBezTo>
                    <a:cubicBezTo>
                      <a:pt x="22" y="22"/>
                      <a:pt x="24" y="19"/>
                      <a:pt x="26" y="17"/>
                    </a:cubicBezTo>
                    <a:cubicBezTo>
                      <a:pt x="28" y="14"/>
                      <a:pt x="31" y="11"/>
                      <a:pt x="34" y="9"/>
                    </a:cubicBezTo>
                    <a:cubicBezTo>
                      <a:pt x="39" y="5"/>
                      <a:pt x="45" y="3"/>
                      <a:pt x="51" y="1"/>
                    </a:cubicBezTo>
                    <a:cubicBezTo>
                      <a:pt x="57" y="0"/>
                      <a:pt x="64" y="0"/>
                      <a:pt x="70" y="1"/>
                    </a:cubicBezTo>
                    <a:cubicBezTo>
                      <a:pt x="76" y="3"/>
                      <a:pt x="82" y="6"/>
                      <a:pt x="87" y="9"/>
                    </a:cubicBezTo>
                    <a:cubicBezTo>
                      <a:pt x="93" y="12"/>
                      <a:pt x="97" y="16"/>
                      <a:pt x="100" y="21"/>
                    </a:cubicBezTo>
                    <a:cubicBezTo>
                      <a:pt x="103" y="26"/>
                      <a:pt x="105" y="31"/>
                      <a:pt x="106" y="37"/>
                    </a:cubicBezTo>
                    <a:cubicBezTo>
                      <a:pt x="106" y="37"/>
                      <a:pt x="106" y="38"/>
                      <a:pt x="107" y="39"/>
                    </a:cubicBezTo>
                    <a:cubicBezTo>
                      <a:pt x="108" y="41"/>
                      <a:pt x="109" y="44"/>
                      <a:pt x="109" y="47"/>
                    </a:cubicBezTo>
                    <a:cubicBezTo>
                      <a:pt x="109" y="50"/>
                      <a:pt x="108" y="53"/>
                      <a:pt x="108" y="56"/>
                    </a:cubicBezTo>
                    <a:cubicBezTo>
                      <a:pt x="108" y="60"/>
                      <a:pt x="106" y="64"/>
                      <a:pt x="105" y="68"/>
                    </a:cubicBezTo>
                    <a:cubicBezTo>
                      <a:pt x="104" y="74"/>
                      <a:pt x="101" y="81"/>
                      <a:pt x="98" y="86"/>
                    </a:cubicBezTo>
                    <a:cubicBezTo>
                      <a:pt x="98" y="87"/>
                      <a:pt x="98" y="88"/>
                      <a:pt x="97" y="88"/>
                    </a:cubicBezTo>
                    <a:cubicBezTo>
                      <a:pt x="97" y="89"/>
                      <a:pt x="97" y="90"/>
                      <a:pt x="97" y="90"/>
                    </a:cubicBezTo>
                    <a:cubicBezTo>
                      <a:pt x="98" y="95"/>
                      <a:pt x="98" y="100"/>
                      <a:pt x="99" y="104"/>
                    </a:cubicBezTo>
                    <a:cubicBezTo>
                      <a:pt x="99" y="107"/>
                      <a:pt x="101" y="111"/>
                      <a:pt x="101" y="114"/>
                    </a:cubicBezTo>
                    <a:cubicBezTo>
                      <a:pt x="102" y="117"/>
                      <a:pt x="104" y="121"/>
                      <a:pt x="105" y="124"/>
                    </a:cubicBezTo>
                    <a:cubicBezTo>
                      <a:pt x="106" y="125"/>
                      <a:pt x="106" y="127"/>
                      <a:pt x="107" y="128"/>
                    </a:cubicBezTo>
                    <a:cubicBezTo>
                      <a:pt x="108" y="128"/>
                      <a:pt x="108" y="130"/>
                      <a:pt x="109" y="130"/>
                    </a:cubicBezTo>
                    <a:cubicBezTo>
                      <a:pt x="110" y="132"/>
                      <a:pt x="111" y="133"/>
                      <a:pt x="113" y="134"/>
                    </a:cubicBezTo>
                    <a:cubicBezTo>
                      <a:pt x="113" y="135"/>
                      <a:pt x="115" y="136"/>
                      <a:pt x="116" y="137"/>
                    </a:cubicBezTo>
                    <a:cubicBezTo>
                      <a:pt x="118" y="138"/>
                      <a:pt x="120" y="139"/>
                      <a:pt x="122" y="141"/>
                    </a:cubicBezTo>
                    <a:cubicBezTo>
                      <a:pt x="123" y="141"/>
                      <a:pt x="125" y="142"/>
                      <a:pt x="127" y="142"/>
                    </a:cubicBezTo>
                    <a:cubicBezTo>
                      <a:pt x="129" y="144"/>
                      <a:pt x="132" y="144"/>
                      <a:pt x="134" y="145"/>
                    </a:cubicBezTo>
                    <a:cubicBezTo>
                      <a:pt x="136" y="145"/>
                      <a:pt x="138" y="146"/>
                      <a:pt x="140" y="146"/>
                    </a:cubicBezTo>
                    <a:cubicBezTo>
                      <a:pt x="142" y="146"/>
                      <a:pt x="144" y="146"/>
                      <a:pt x="146" y="146"/>
                    </a:cubicBezTo>
                    <a:cubicBezTo>
                      <a:pt x="148" y="146"/>
                      <a:pt x="151" y="145"/>
                      <a:pt x="154" y="145"/>
                    </a:cubicBezTo>
                    <a:cubicBezTo>
                      <a:pt x="158" y="144"/>
                      <a:pt x="163" y="143"/>
                      <a:pt x="168" y="141"/>
                    </a:cubicBezTo>
                    <a:cubicBezTo>
                      <a:pt x="172" y="140"/>
                      <a:pt x="175" y="138"/>
                      <a:pt x="179" y="137"/>
                    </a:cubicBezTo>
                    <a:cubicBezTo>
                      <a:pt x="184" y="135"/>
                      <a:pt x="189" y="132"/>
                      <a:pt x="193" y="130"/>
                    </a:cubicBezTo>
                    <a:cubicBezTo>
                      <a:pt x="201" y="124"/>
                      <a:pt x="210" y="117"/>
                      <a:pt x="217" y="110"/>
                    </a:cubicBezTo>
                    <a:cubicBezTo>
                      <a:pt x="225" y="103"/>
                      <a:pt x="233" y="97"/>
                      <a:pt x="241" y="90"/>
                    </a:cubicBezTo>
                    <a:cubicBezTo>
                      <a:pt x="249" y="84"/>
                      <a:pt x="257" y="76"/>
                      <a:pt x="266" y="69"/>
                    </a:cubicBezTo>
                    <a:cubicBezTo>
                      <a:pt x="269" y="66"/>
                      <a:pt x="275" y="65"/>
                      <a:pt x="278" y="70"/>
                    </a:cubicBezTo>
                    <a:cubicBezTo>
                      <a:pt x="281" y="73"/>
                      <a:pt x="281" y="79"/>
                      <a:pt x="278" y="82"/>
                    </a:cubicBezTo>
                    <a:cubicBezTo>
                      <a:pt x="270" y="89"/>
                      <a:pt x="261" y="97"/>
                      <a:pt x="253" y="104"/>
                    </a:cubicBezTo>
                    <a:cubicBezTo>
                      <a:pt x="245" y="111"/>
                      <a:pt x="236" y="119"/>
                      <a:pt x="228" y="126"/>
                    </a:cubicBezTo>
                    <a:cubicBezTo>
                      <a:pt x="220" y="133"/>
                      <a:pt x="211" y="140"/>
                      <a:pt x="202" y="146"/>
                    </a:cubicBezTo>
                    <a:cubicBezTo>
                      <a:pt x="192" y="153"/>
                      <a:pt x="182" y="158"/>
                      <a:pt x="170" y="162"/>
                    </a:cubicBezTo>
                    <a:cubicBezTo>
                      <a:pt x="161" y="164"/>
                      <a:pt x="153" y="166"/>
                      <a:pt x="143" y="166"/>
                    </a:cubicBezTo>
                    <a:cubicBezTo>
                      <a:pt x="141" y="166"/>
                      <a:pt x="139" y="166"/>
                      <a:pt x="136" y="1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3564" name="Google Shape;3564;p40">
            <a:extLst>
              <a:ext uri="{FF2B5EF4-FFF2-40B4-BE49-F238E27FC236}">
                <a16:creationId xmlns:a16="http://schemas.microsoft.com/office/drawing/2014/main" id="{7A31DF86-D5A2-F87E-BE5C-804A3C60A851}"/>
              </a:ext>
            </a:extLst>
          </p:cNvPr>
          <p:cNvGrpSpPr/>
          <p:nvPr/>
        </p:nvGrpSpPr>
        <p:grpSpPr>
          <a:xfrm>
            <a:off x="12" y="4126930"/>
            <a:ext cx="1517957" cy="954145"/>
            <a:chOff x="7180" y="3374638"/>
            <a:chExt cx="705600" cy="443520"/>
          </a:xfrm>
        </p:grpSpPr>
        <p:sp>
          <p:nvSpPr>
            <p:cNvPr id="3565" name="Google Shape;3565;p40">
              <a:extLst>
                <a:ext uri="{FF2B5EF4-FFF2-40B4-BE49-F238E27FC236}">
                  <a16:creationId xmlns:a16="http://schemas.microsoft.com/office/drawing/2014/main" id="{C21C4EB1-39EE-3FF7-8596-B2EF6E2FFB6E}"/>
                </a:ext>
              </a:extLst>
            </p:cNvPr>
            <p:cNvSpPr/>
            <p:nvPr/>
          </p:nvSpPr>
          <p:spPr>
            <a:xfrm>
              <a:off x="116260" y="3465357"/>
              <a:ext cx="7560" cy="349200"/>
            </a:xfrm>
            <a:custGeom>
              <a:avLst/>
              <a:gdLst/>
              <a:ahLst/>
              <a:cxnLst/>
              <a:rect l="l" t="t" r="r" b="b"/>
              <a:pathLst>
                <a:path w="21" h="970" extrusionOk="0">
                  <a:moveTo>
                    <a:pt x="9" y="969"/>
                  </a:moveTo>
                  <a:cubicBezTo>
                    <a:pt x="4" y="969"/>
                    <a:pt x="0" y="964"/>
                    <a:pt x="0" y="958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4"/>
                    <a:pt x="4" y="0"/>
                    <a:pt x="9" y="0"/>
                  </a:cubicBezTo>
                  <a:cubicBezTo>
                    <a:pt x="15" y="0"/>
                    <a:pt x="20" y="4"/>
                    <a:pt x="20" y="10"/>
                  </a:cubicBezTo>
                  <a:cubicBezTo>
                    <a:pt x="20" y="958"/>
                    <a:pt x="20" y="958"/>
                    <a:pt x="20" y="958"/>
                  </a:cubicBezTo>
                  <a:cubicBezTo>
                    <a:pt x="20" y="964"/>
                    <a:pt x="15" y="969"/>
                    <a:pt x="9" y="96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6" name="Google Shape;3566;p40">
              <a:extLst>
                <a:ext uri="{FF2B5EF4-FFF2-40B4-BE49-F238E27FC236}">
                  <a16:creationId xmlns:a16="http://schemas.microsoft.com/office/drawing/2014/main" id="{8BB53536-080B-D3FD-3D03-2A61AC5AA72E}"/>
                </a:ext>
              </a:extLst>
            </p:cNvPr>
            <p:cNvSpPr/>
            <p:nvPr/>
          </p:nvSpPr>
          <p:spPr>
            <a:xfrm>
              <a:off x="122740" y="3800158"/>
              <a:ext cx="502920" cy="18000"/>
            </a:xfrm>
            <a:custGeom>
              <a:avLst/>
              <a:gdLst/>
              <a:ahLst/>
              <a:cxnLst/>
              <a:rect l="l" t="t" r="r" b="b"/>
              <a:pathLst>
                <a:path w="1397" h="50" extrusionOk="0">
                  <a:moveTo>
                    <a:pt x="490" y="49"/>
                  </a:moveTo>
                  <a:cubicBezTo>
                    <a:pt x="326" y="49"/>
                    <a:pt x="167" y="44"/>
                    <a:pt x="10" y="35"/>
                  </a:cubicBezTo>
                  <a:cubicBezTo>
                    <a:pt x="4" y="35"/>
                    <a:pt x="0" y="30"/>
                    <a:pt x="0" y="25"/>
                  </a:cubicBezTo>
                  <a:cubicBezTo>
                    <a:pt x="1" y="19"/>
                    <a:pt x="5" y="15"/>
                    <a:pt x="11" y="15"/>
                  </a:cubicBezTo>
                  <a:cubicBezTo>
                    <a:pt x="396" y="36"/>
                    <a:pt x="797" y="32"/>
                    <a:pt x="1237" y="0"/>
                  </a:cubicBezTo>
                  <a:cubicBezTo>
                    <a:pt x="1386" y="0"/>
                    <a:pt x="1386" y="0"/>
                    <a:pt x="1386" y="0"/>
                  </a:cubicBezTo>
                  <a:cubicBezTo>
                    <a:pt x="1392" y="0"/>
                    <a:pt x="1396" y="4"/>
                    <a:pt x="1396" y="9"/>
                  </a:cubicBezTo>
                  <a:cubicBezTo>
                    <a:pt x="1396" y="15"/>
                    <a:pt x="1392" y="20"/>
                    <a:pt x="1386" y="20"/>
                  </a:cubicBezTo>
                  <a:cubicBezTo>
                    <a:pt x="1238" y="20"/>
                    <a:pt x="1238" y="20"/>
                    <a:pt x="1238" y="20"/>
                  </a:cubicBezTo>
                  <a:cubicBezTo>
                    <a:pt x="976" y="39"/>
                    <a:pt x="728" y="49"/>
                    <a:pt x="490" y="4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7" name="Google Shape;3567;p40">
              <a:extLst>
                <a:ext uri="{FF2B5EF4-FFF2-40B4-BE49-F238E27FC236}">
                  <a16:creationId xmlns:a16="http://schemas.microsoft.com/office/drawing/2014/main" id="{8EA8111C-4F23-CE98-E518-68075D1D6002}"/>
                </a:ext>
              </a:extLst>
            </p:cNvPr>
            <p:cNvSpPr/>
            <p:nvPr/>
          </p:nvSpPr>
          <p:spPr>
            <a:xfrm>
              <a:off x="123100" y="3478678"/>
              <a:ext cx="443160" cy="309600"/>
            </a:xfrm>
            <a:custGeom>
              <a:avLst/>
              <a:gdLst/>
              <a:ahLst/>
              <a:cxnLst/>
              <a:rect l="l" t="t" r="r" b="b"/>
              <a:pathLst>
                <a:path w="1231" h="860" extrusionOk="0">
                  <a:moveTo>
                    <a:pt x="11" y="859"/>
                  </a:moveTo>
                  <a:cubicBezTo>
                    <a:pt x="9" y="859"/>
                    <a:pt x="6" y="858"/>
                    <a:pt x="4" y="856"/>
                  </a:cubicBezTo>
                  <a:cubicBezTo>
                    <a:pt x="0" y="852"/>
                    <a:pt x="0" y="846"/>
                    <a:pt x="4" y="842"/>
                  </a:cubicBezTo>
                  <a:cubicBezTo>
                    <a:pt x="363" y="502"/>
                    <a:pt x="771" y="220"/>
                    <a:pt x="1214" y="3"/>
                  </a:cubicBezTo>
                  <a:cubicBezTo>
                    <a:pt x="1219" y="0"/>
                    <a:pt x="1225" y="2"/>
                    <a:pt x="1227" y="7"/>
                  </a:cubicBezTo>
                  <a:cubicBezTo>
                    <a:pt x="1230" y="12"/>
                    <a:pt x="1228" y="18"/>
                    <a:pt x="1223" y="21"/>
                  </a:cubicBezTo>
                  <a:cubicBezTo>
                    <a:pt x="781" y="237"/>
                    <a:pt x="376" y="519"/>
                    <a:pt x="18" y="856"/>
                  </a:cubicBezTo>
                  <a:cubicBezTo>
                    <a:pt x="17" y="859"/>
                    <a:pt x="14" y="859"/>
                    <a:pt x="11" y="85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" name="Google Shape;3568;p40">
              <a:extLst>
                <a:ext uri="{FF2B5EF4-FFF2-40B4-BE49-F238E27FC236}">
                  <a16:creationId xmlns:a16="http://schemas.microsoft.com/office/drawing/2014/main" id="{FB5FE28B-74F4-772A-5D0F-903D4CAC6F0D}"/>
                </a:ext>
              </a:extLst>
            </p:cNvPr>
            <p:cNvSpPr/>
            <p:nvPr/>
          </p:nvSpPr>
          <p:spPr>
            <a:xfrm>
              <a:off x="479140" y="3471838"/>
              <a:ext cx="106200" cy="88200"/>
            </a:xfrm>
            <a:custGeom>
              <a:avLst/>
              <a:gdLst/>
              <a:ahLst/>
              <a:cxnLst/>
              <a:rect l="l" t="t" r="r" b="b"/>
              <a:pathLst>
                <a:path w="295" h="245" extrusionOk="0">
                  <a:moveTo>
                    <a:pt x="155" y="244"/>
                  </a:moveTo>
                  <a:cubicBezTo>
                    <a:pt x="153" y="244"/>
                    <a:pt x="151" y="243"/>
                    <a:pt x="149" y="243"/>
                  </a:cubicBezTo>
                  <a:cubicBezTo>
                    <a:pt x="145" y="240"/>
                    <a:pt x="143" y="233"/>
                    <a:pt x="146" y="229"/>
                  </a:cubicBezTo>
                  <a:cubicBezTo>
                    <a:pt x="265" y="22"/>
                    <a:pt x="265" y="22"/>
                    <a:pt x="265" y="22"/>
                  </a:cubicBezTo>
                  <a:cubicBezTo>
                    <a:pt x="256" y="23"/>
                    <a:pt x="248" y="23"/>
                    <a:pt x="239" y="24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0" y="98"/>
                    <a:pt x="5" y="96"/>
                    <a:pt x="2" y="91"/>
                  </a:cubicBezTo>
                  <a:cubicBezTo>
                    <a:pt x="0" y="87"/>
                    <a:pt x="2" y="81"/>
                    <a:pt x="7" y="78"/>
                  </a:cubicBezTo>
                  <a:cubicBezTo>
                    <a:pt x="76" y="36"/>
                    <a:pt x="154" y="11"/>
                    <a:pt x="235" y="4"/>
                  </a:cubicBezTo>
                  <a:cubicBezTo>
                    <a:pt x="244" y="1"/>
                    <a:pt x="244" y="1"/>
                    <a:pt x="244" y="1"/>
                  </a:cubicBezTo>
                  <a:cubicBezTo>
                    <a:pt x="248" y="0"/>
                    <a:pt x="251" y="1"/>
                    <a:pt x="254" y="3"/>
                  </a:cubicBezTo>
                  <a:cubicBezTo>
                    <a:pt x="263" y="2"/>
                    <a:pt x="273" y="2"/>
                    <a:pt x="283" y="2"/>
                  </a:cubicBezTo>
                  <a:cubicBezTo>
                    <a:pt x="287" y="2"/>
                    <a:pt x="290" y="4"/>
                    <a:pt x="292" y="7"/>
                  </a:cubicBezTo>
                  <a:cubicBezTo>
                    <a:pt x="294" y="10"/>
                    <a:pt x="294" y="14"/>
                    <a:pt x="292" y="17"/>
                  </a:cubicBezTo>
                  <a:cubicBezTo>
                    <a:pt x="163" y="239"/>
                    <a:pt x="163" y="239"/>
                    <a:pt x="163" y="239"/>
                  </a:cubicBezTo>
                  <a:cubicBezTo>
                    <a:pt x="162" y="242"/>
                    <a:pt x="158" y="244"/>
                    <a:pt x="155" y="24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" name="Google Shape;3569;p40">
              <a:extLst>
                <a:ext uri="{FF2B5EF4-FFF2-40B4-BE49-F238E27FC236}">
                  <a16:creationId xmlns:a16="http://schemas.microsoft.com/office/drawing/2014/main" id="{D2D7110F-7E74-C527-A2B1-2CDEDEF259ED}"/>
                </a:ext>
              </a:extLst>
            </p:cNvPr>
            <p:cNvSpPr/>
            <p:nvPr/>
          </p:nvSpPr>
          <p:spPr>
            <a:xfrm>
              <a:off x="222820" y="3725998"/>
              <a:ext cx="32400" cy="88560"/>
            </a:xfrm>
            <a:custGeom>
              <a:avLst/>
              <a:gdLst/>
              <a:ahLst/>
              <a:cxnLst/>
              <a:rect l="l" t="t" r="r" b="b"/>
              <a:pathLst>
                <a:path w="90" h="246" extrusionOk="0">
                  <a:moveTo>
                    <a:pt x="66" y="245"/>
                  </a:moveTo>
                  <a:lnTo>
                    <a:pt x="65" y="244"/>
                  </a:lnTo>
                  <a:cubicBezTo>
                    <a:pt x="60" y="243"/>
                    <a:pt x="56" y="238"/>
                    <a:pt x="57" y="233"/>
                  </a:cubicBezTo>
                  <a:cubicBezTo>
                    <a:pt x="68" y="157"/>
                    <a:pt x="48" y="79"/>
                    <a:pt x="3" y="17"/>
                  </a:cubicBezTo>
                  <a:cubicBezTo>
                    <a:pt x="0" y="13"/>
                    <a:pt x="1" y="6"/>
                    <a:pt x="5" y="3"/>
                  </a:cubicBezTo>
                  <a:cubicBezTo>
                    <a:pt x="10" y="0"/>
                    <a:pt x="16" y="0"/>
                    <a:pt x="19" y="5"/>
                  </a:cubicBezTo>
                  <a:cubicBezTo>
                    <a:pt x="68" y="71"/>
                    <a:pt x="89" y="155"/>
                    <a:pt x="76" y="236"/>
                  </a:cubicBezTo>
                  <a:cubicBezTo>
                    <a:pt x="76" y="241"/>
                    <a:pt x="72" y="245"/>
                    <a:pt x="66" y="24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" name="Google Shape;3570;p40">
              <a:extLst>
                <a:ext uri="{FF2B5EF4-FFF2-40B4-BE49-F238E27FC236}">
                  <a16:creationId xmlns:a16="http://schemas.microsoft.com/office/drawing/2014/main" id="{821C0F5D-754C-58E7-035E-7EF2F36380F9}"/>
                </a:ext>
              </a:extLst>
            </p:cNvPr>
            <p:cNvSpPr/>
            <p:nvPr/>
          </p:nvSpPr>
          <p:spPr>
            <a:xfrm>
              <a:off x="298780" y="3663718"/>
              <a:ext cx="61200" cy="50040"/>
            </a:xfrm>
            <a:custGeom>
              <a:avLst/>
              <a:gdLst/>
              <a:ahLst/>
              <a:cxnLst/>
              <a:rect l="l" t="t" r="r" b="b"/>
              <a:pathLst>
                <a:path w="170" h="139" extrusionOk="0">
                  <a:moveTo>
                    <a:pt x="71" y="138"/>
                  </a:moveTo>
                  <a:cubicBezTo>
                    <a:pt x="46" y="138"/>
                    <a:pt x="21" y="128"/>
                    <a:pt x="4" y="110"/>
                  </a:cubicBezTo>
                  <a:cubicBezTo>
                    <a:pt x="0" y="106"/>
                    <a:pt x="0" y="100"/>
                    <a:pt x="4" y="96"/>
                  </a:cubicBezTo>
                  <a:cubicBezTo>
                    <a:pt x="8" y="92"/>
                    <a:pt x="15" y="92"/>
                    <a:pt x="19" y="96"/>
                  </a:cubicBezTo>
                  <a:cubicBezTo>
                    <a:pt x="40" y="119"/>
                    <a:pt x="79" y="124"/>
                    <a:pt x="106" y="109"/>
                  </a:cubicBezTo>
                  <a:cubicBezTo>
                    <a:pt x="132" y="93"/>
                    <a:pt x="146" y="59"/>
                    <a:pt x="139" y="29"/>
                  </a:cubicBezTo>
                  <a:cubicBezTo>
                    <a:pt x="121" y="20"/>
                    <a:pt x="101" y="28"/>
                    <a:pt x="89" y="38"/>
                  </a:cubicBezTo>
                  <a:cubicBezTo>
                    <a:pt x="75" y="49"/>
                    <a:pt x="62" y="68"/>
                    <a:pt x="71" y="88"/>
                  </a:cubicBezTo>
                  <a:cubicBezTo>
                    <a:pt x="73" y="94"/>
                    <a:pt x="70" y="99"/>
                    <a:pt x="65" y="101"/>
                  </a:cubicBezTo>
                  <a:cubicBezTo>
                    <a:pt x="59" y="103"/>
                    <a:pt x="54" y="101"/>
                    <a:pt x="52" y="96"/>
                  </a:cubicBezTo>
                  <a:cubicBezTo>
                    <a:pt x="42" y="71"/>
                    <a:pt x="51" y="42"/>
                    <a:pt x="76" y="22"/>
                  </a:cubicBezTo>
                  <a:cubicBezTo>
                    <a:pt x="101" y="3"/>
                    <a:pt x="131" y="0"/>
                    <a:pt x="153" y="15"/>
                  </a:cubicBezTo>
                  <a:cubicBezTo>
                    <a:pt x="155" y="16"/>
                    <a:pt x="156" y="18"/>
                    <a:pt x="157" y="20"/>
                  </a:cubicBezTo>
                  <a:cubicBezTo>
                    <a:pt x="169" y="60"/>
                    <a:pt x="151" y="105"/>
                    <a:pt x="116" y="126"/>
                  </a:cubicBezTo>
                  <a:cubicBezTo>
                    <a:pt x="102" y="134"/>
                    <a:pt x="86" y="138"/>
                    <a:pt x="71" y="13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" name="Google Shape;3571;p40">
              <a:extLst>
                <a:ext uri="{FF2B5EF4-FFF2-40B4-BE49-F238E27FC236}">
                  <a16:creationId xmlns:a16="http://schemas.microsoft.com/office/drawing/2014/main" id="{C1373AB7-E28D-51FC-A86A-004278D55B30}"/>
                </a:ext>
              </a:extLst>
            </p:cNvPr>
            <p:cNvSpPr/>
            <p:nvPr/>
          </p:nvSpPr>
          <p:spPr>
            <a:xfrm>
              <a:off x="7180" y="3374638"/>
              <a:ext cx="63720" cy="186840"/>
            </a:xfrm>
            <a:custGeom>
              <a:avLst/>
              <a:gdLst/>
              <a:ahLst/>
              <a:cxnLst/>
              <a:rect l="l" t="t" r="r" b="b"/>
              <a:pathLst>
                <a:path w="177" h="519" extrusionOk="0">
                  <a:moveTo>
                    <a:pt x="128" y="518"/>
                  </a:moveTo>
                  <a:cubicBezTo>
                    <a:pt x="100" y="517"/>
                    <a:pt x="73" y="503"/>
                    <a:pt x="53" y="480"/>
                  </a:cubicBezTo>
                  <a:cubicBezTo>
                    <a:pt x="33" y="458"/>
                    <a:pt x="23" y="429"/>
                    <a:pt x="25" y="401"/>
                  </a:cubicBezTo>
                  <a:cubicBezTo>
                    <a:pt x="28" y="374"/>
                    <a:pt x="42" y="347"/>
                    <a:pt x="65" y="328"/>
                  </a:cubicBezTo>
                  <a:cubicBezTo>
                    <a:pt x="85" y="311"/>
                    <a:pt x="109" y="302"/>
                    <a:pt x="134" y="302"/>
                  </a:cubicBezTo>
                  <a:cubicBezTo>
                    <a:pt x="148" y="97"/>
                    <a:pt x="148" y="97"/>
                    <a:pt x="148" y="97"/>
                  </a:cubicBezTo>
                  <a:cubicBezTo>
                    <a:pt x="142" y="106"/>
                    <a:pt x="134" y="114"/>
                    <a:pt x="126" y="121"/>
                  </a:cubicBezTo>
                  <a:cubicBezTo>
                    <a:pt x="92" y="150"/>
                    <a:pt x="48" y="162"/>
                    <a:pt x="8" y="153"/>
                  </a:cubicBezTo>
                  <a:cubicBezTo>
                    <a:pt x="3" y="151"/>
                    <a:pt x="0" y="146"/>
                    <a:pt x="1" y="140"/>
                  </a:cubicBezTo>
                  <a:cubicBezTo>
                    <a:pt x="23" y="37"/>
                    <a:pt x="23" y="37"/>
                    <a:pt x="23" y="37"/>
                  </a:cubicBezTo>
                  <a:cubicBezTo>
                    <a:pt x="25" y="32"/>
                    <a:pt x="30" y="28"/>
                    <a:pt x="36" y="29"/>
                  </a:cubicBezTo>
                  <a:cubicBezTo>
                    <a:pt x="41" y="30"/>
                    <a:pt x="44" y="36"/>
                    <a:pt x="43" y="41"/>
                  </a:cubicBezTo>
                  <a:cubicBezTo>
                    <a:pt x="23" y="135"/>
                    <a:pt x="23" y="135"/>
                    <a:pt x="23" y="135"/>
                  </a:cubicBezTo>
                  <a:cubicBezTo>
                    <a:pt x="53" y="139"/>
                    <a:pt x="86" y="128"/>
                    <a:pt x="113" y="106"/>
                  </a:cubicBezTo>
                  <a:cubicBezTo>
                    <a:pt x="133" y="88"/>
                    <a:pt x="146" y="66"/>
                    <a:pt x="152" y="43"/>
                  </a:cubicBezTo>
                  <a:cubicBezTo>
                    <a:pt x="155" y="9"/>
                    <a:pt x="155" y="9"/>
                    <a:pt x="155" y="9"/>
                  </a:cubicBezTo>
                  <a:cubicBezTo>
                    <a:pt x="155" y="4"/>
                    <a:pt x="159" y="0"/>
                    <a:pt x="164" y="0"/>
                  </a:cubicBezTo>
                  <a:cubicBezTo>
                    <a:pt x="170" y="0"/>
                    <a:pt x="174" y="4"/>
                    <a:pt x="175" y="9"/>
                  </a:cubicBezTo>
                  <a:cubicBezTo>
                    <a:pt x="176" y="22"/>
                    <a:pt x="175" y="34"/>
                    <a:pt x="172" y="46"/>
                  </a:cubicBezTo>
                  <a:cubicBezTo>
                    <a:pt x="153" y="309"/>
                    <a:pt x="153" y="309"/>
                    <a:pt x="153" y="309"/>
                  </a:cubicBezTo>
                  <a:cubicBezTo>
                    <a:pt x="153" y="311"/>
                    <a:pt x="154" y="312"/>
                    <a:pt x="153" y="313"/>
                  </a:cubicBezTo>
                  <a:cubicBezTo>
                    <a:pt x="153" y="315"/>
                    <a:pt x="153" y="316"/>
                    <a:pt x="152" y="318"/>
                  </a:cubicBezTo>
                  <a:cubicBezTo>
                    <a:pt x="139" y="509"/>
                    <a:pt x="139" y="509"/>
                    <a:pt x="139" y="509"/>
                  </a:cubicBezTo>
                  <a:cubicBezTo>
                    <a:pt x="138" y="514"/>
                    <a:pt x="134" y="518"/>
                    <a:pt x="128" y="518"/>
                  </a:cubicBezTo>
                  <a:moveTo>
                    <a:pt x="132" y="322"/>
                  </a:moveTo>
                  <a:cubicBezTo>
                    <a:pt x="113" y="323"/>
                    <a:pt x="94" y="330"/>
                    <a:pt x="78" y="344"/>
                  </a:cubicBezTo>
                  <a:cubicBezTo>
                    <a:pt x="59" y="359"/>
                    <a:pt x="47" y="381"/>
                    <a:pt x="46" y="403"/>
                  </a:cubicBezTo>
                  <a:cubicBezTo>
                    <a:pt x="44" y="425"/>
                    <a:pt x="52" y="449"/>
                    <a:pt x="68" y="467"/>
                  </a:cubicBezTo>
                  <a:cubicBezTo>
                    <a:pt x="82" y="482"/>
                    <a:pt x="100" y="493"/>
                    <a:pt x="119" y="496"/>
                  </a:cubicBezTo>
                  <a:lnTo>
                    <a:pt x="132" y="322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" name="Google Shape;3572;p40">
              <a:extLst>
                <a:ext uri="{FF2B5EF4-FFF2-40B4-BE49-F238E27FC236}">
                  <a16:creationId xmlns:a16="http://schemas.microsoft.com/office/drawing/2014/main" id="{A2567F09-81E6-F349-18DB-619EE3978A9D}"/>
                </a:ext>
              </a:extLst>
            </p:cNvPr>
            <p:cNvSpPr/>
            <p:nvPr/>
          </p:nvSpPr>
          <p:spPr>
            <a:xfrm>
              <a:off x="657340" y="3705838"/>
              <a:ext cx="55440" cy="34920"/>
            </a:xfrm>
            <a:custGeom>
              <a:avLst/>
              <a:gdLst/>
              <a:ahLst/>
              <a:cxnLst/>
              <a:rect l="l" t="t" r="r" b="b"/>
              <a:pathLst>
                <a:path w="154" h="97" extrusionOk="0">
                  <a:moveTo>
                    <a:pt x="142" y="96"/>
                  </a:moveTo>
                  <a:cubicBezTo>
                    <a:pt x="140" y="96"/>
                    <a:pt x="139" y="96"/>
                    <a:pt x="137" y="94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2" y="17"/>
                    <a:pt x="0" y="11"/>
                    <a:pt x="3" y="6"/>
                  </a:cubicBezTo>
                  <a:cubicBezTo>
                    <a:pt x="6" y="2"/>
                    <a:pt x="12" y="0"/>
                    <a:pt x="17" y="3"/>
                  </a:cubicBezTo>
                  <a:cubicBezTo>
                    <a:pt x="147" y="77"/>
                    <a:pt x="147" y="77"/>
                    <a:pt x="147" y="77"/>
                  </a:cubicBezTo>
                  <a:cubicBezTo>
                    <a:pt x="152" y="80"/>
                    <a:pt x="153" y="86"/>
                    <a:pt x="151" y="91"/>
                  </a:cubicBezTo>
                  <a:cubicBezTo>
                    <a:pt x="149" y="94"/>
                    <a:pt x="146" y="96"/>
                    <a:pt x="142" y="9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" name="Google Shape;3573;p40">
              <a:extLst>
                <a:ext uri="{FF2B5EF4-FFF2-40B4-BE49-F238E27FC236}">
                  <a16:creationId xmlns:a16="http://schemas.microsoft.com/office/drawing/2014/main" id="{29C80920-5C70-564E-23FC-866729782CE1}"/>
                </a:ext>
              </a:extLst>
            </p:cNvPr>
            <p:cNvSpPr/>
            <p:nvPr/>
          </p:nvSpPr>
          <p:spPr>
            <a:xfrm>
              <a:off x="657340" y="3681357"/>
              <a:ext cx="48960" cy="79200"/>
            </a:xfrm>
            <a:custGeom>
              <a:avLst/>
              <a:gdLst/>
              <a:ahLst/>
              <a:cxnLst/>
              <a:rect l="l" t="t" r="r" b="b"/>
              <a:pathLst>
                <a:path w="136" h="220" extrusionOk="0">
                  <a:moveTo>
                    <a:pt x="12" y="219"/>
                  </a:moveTo>
                  <a:cubicBezTo>
                    <a:pt x="10" y="219"/>
                    <a:pt x="8" y="219"/>
                    <a:pt x="7" y="218"/>
                  </a:cubicBezTo>
                  <a:cubicBezTo>
                    <a:pt x="2" y="215"/>
                    <a:pt x="0" y="210"/>
                    <a:pt x="3" y="205"/>
                  </a:cubicBezTo>
                  <a:cubicBezTo>
                    <a:pt x="96" y="40"/>
                    <a:pt x="96" y="40"/>
                    <a:pt x="96" y="40"/>
                  </a:cubicBezTo>
                  <a:cubicBezTo>
                    <a:pt x="17" y="88"/>
                    <a:pt x="17" y="88"/>
                    <a:pt x="17" y="88"/>
                  </a:cubicBezTo>
                  <a:cubicBezTo>
                    <a:pt x="12" y="91"/>
                    <a:pt x="6" y="90"/>
                    <a:pt x="3" y="85"/>
                  </a:cubicBezTo>
                  <a:cubicBezTo>
                    <a:pt x="0" y="80"/>
                    <a:pt x="2" y="74"/>
                    <a:pt x="6" y="71"/>
                  </a:cubicBezTo>
                  <a:cubicBezTo>
                    <a:pt x="119" y="3"/>
                    <a:pt x="119" y="3"/>
                    <a:pt x="119" y="3"/>
                  </a:cubicBezTo>
                  <a:cubicBezTo>
                    <a:pt x="122" y="0"/>
                    <a:pt x="128" y="0"/>
                    <a:pt x="131" y="4"/>
                  </a:cubicBezTo>
                  <a:cubicBezTo>
                    <a:pt x="134" y="7"/>
                    <a:pt x="135" y="12"/>
                    <a:pt x="133" y="16"/>
                  </a:cubicBezTo>
                  <a:cubicBezTo>
                    <a:pt x="20" y="215"/>
                    <a:pt x="20" y="215"/>
                    <a:pt x="20" y="215"/>
                  </a:cubicBezTo>
                  <a:cubicBezTo>
                    <a:pt x="19" y="218"/>
                    <a:pt x="15" y="219"/>
                    <a:pt x="12" y="21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677344621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816">
          <a:extLst>
            <a:ext uri="{FF2B5EF4-FFF2-40B4-BE49-F238E27FC236}">
              <a16:creationId xmlns:a16="http://schemas.microsoft.com/office/drawing/2014/main" id="{74040F68-61BB-5499-FA8D-6EDBAF6B791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19" name="Google Shape;3819;p46">
            <a:extLst>
              <a:ext uri="{FF2B5EF4-FFF2-40B4-BE49-F238E27FC236}">
                <a16:creationId xmlns:a16="http://schemas.microsoft.com/office/drawing/2014/main" id="{529526F3-A9FB-2FE7-0C10-A877A9EE60C6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989024"/>
            <a:ext cx="7704000" cy="1007198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Tests Used</a:t>
            </a:r>
            <a:endParaRPr dirty="0"/>
          </a:p>
        </p:txBody>
      </p:sp>
      <p:sp>
        <p:nvSpPr>
          <p:cNvPr id="3820" name="Google Shape;3820;p46">
            <a:extLst>
              <a:ext uri="{FF2B5EF4-FFF2-40B4-BE49-F238E27FC236}">
                <a16:creationId xmlns:a16="http://schemas.microsoft.com/office/drawing/2014/main" id="{C63F2573-F64E-CFE6-F2FF-E1C9AB547D98}"/>
              </a:ext>
            </a:extLst>
          </p:cNvPr>
          <p:cNvSpPr txBox="1">
            <a:spLocks noGrp="1"/>
          </p:cNvSpPr>
          <p:nvPr>
            <p:ph type="subTitle" idx="1"/>
          </p:nvPr>
        </p:nvSpPr>
        <p:spPr>
          <a:xfrm>
            <a:off x="3398234" y="2389209"/>
            <a:ext cx="2490525" cy="814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 dirty="0"/>
              <a:t>A statistical test used to determine whether two categorical variables are independent or related, by comparing observed frequencies with expected frequencies.</a:t>
            </a:r>
            <a:endParaRPr sz="1100" dirty="0"/>
          </a:p>
        </p:txBody>
      </p:sp>
      <p:sp>
        <p:nvSpPr>
          <p:cNvPr id="3824" name="Google Shape;3824;p46">
            <a:extLst>
              <a:ext uri="{FF2B5EF4-FFF2-40B4-BE49-F238E27FC236}">
                <a16:creationId xmlns:a16="http://schemas.microsoft.com/office/drawing/2014/main" id="{A2612BF5-E39D-41C4-07CA-5579E720507C}"/>
              </a:ext>
            </a:extLst>
          </p:cNvPr>
          <p:cNvSpPr txBox="1">
            <a:spLocks noGrp="1"/>
          </p:cNvSpPr>
          <p:nvPr>
            <p:ph type="subTitle" idx="7"/>
          </p:nvPr>
        </p:nvSpPr>
        <p:spPr>
          <a:xfrm>
            <a:off x="3714060" y="1996222"/>
            <a:ext cx="1984200" cy="427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/>
            <a:r>
              <a:rPr lang="en-US" sz="1400" dirty="0"/>
              <a:t>Chi-Square Test for Independence</a:t>
            </a:r>
            <a:endParaRPr sz="1400" dirty="0"/>
          </a:p>
        </p:txBody>
      </p:sp>
    </p:spTree>
    <p:extLst>
      <p:ext uri="{BB962C8B-B14F-4D97-AF65-F5344CB8AC3E}">
        <p14:creationId xmlns:p14="http://schemas.microsoft.com/office/powerpoint/2010/main" val="1156581221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936">
          <a:extLst>
            <a:ext uri="{FF2B5EF4-FFF2-40B4-BE49-F238E27FC236}">
              <a16:creationId xmlns:a16="http://schemas.microsoft.com/office/drawing/2014/main" id="{C5C0BBB9-3DAA-792C-A123-724F0C2616A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37" name="Google Shape;4937;p59">
            <a:extLst>
              <a:ext uri="{FF2B5EF4-FFF2-40B4-BE49-F238E27FC236}">
                <a16:creationId xmlns:a16="http://schemas.microsoft.com/office/drawing/2014/main" id="{E0216C00-62F9-426B-34AB-2C0CA0FA7E23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2836394" y="299184"/>
            <a:ext cx="2974471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Independance Test</a:t>
            </a:r>
            <a:endParaRPr dirty="0"/>
          </a:p>
        </p:txBody>
      </p:sp>
      <p:sp>
        <p:nvSpPr>
          <p:cNvPr id="2" name="Google Shape;4924;p58">
            <a:extLst>
              <a:ext uri="{FF2B5EF4-FFF2-40B4-BE49-F238E27FC236}">
                <a16:creationId xmlns:a16="http://schemas.microsoft.com/office/drawing/2014/main" id="{D33562E4-AF40-D132-4A24-E06AC3C8C653}"/>
              </a:ext>
            </a:extLst>
          </p:cNvPr>
          <p:cNvSpPr txBox="1"/>
          <p:nvPr/>
        </p:nvSpPr>
        <p:spPr>
          <a:xfrm>
            <a:off x="348749" y="2378318"/>
            <a:ext cx="3345571" cy="814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b="1" dirty="0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rPr>
              <a:t>χ² = </a:t>
            </a:r>
            <a:r>
              <a:rPr lang="en-US" dirty="0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rPr>
              <a:t>153738.85</a:t>
            </a:r>
          </a:p>
          <a:p>
            <a:pPr marL="0" lvl="0" indent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b="1" dirty="0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rPr>
              <a:t>Degrees of freedom = </a:t>
            </a:r>
            <a:r>
              <a:rPr lang="en-US" dirty="0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rPr>
              <a:t>6</a:t>
            </a:r>
          </a:p>
          <a:p>
            <a:pPr lvl="0" algn="ctr">
              <a:lnSpc>
                <a:spcPct val="115000"/>
              </a:lnSpc>
            </a:pPr>
            <a:r>
              <a:rPr lang="en-US" b="1" dirty="0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rPr>
              <a:t>Season and Consumption are associated.</a:t>
            </a:r>
          </a:p>
        </p:txBody>
      </p:sp>
      <p:sp>
        <p:nvSpPr>
          <p:cNvPr id="3" name="Google Shape;4925;p58">
            <a:extLst>
              <a:ext uri="{FF2B5EF4-FFF2-40B4-BE49-F238E27FC236}">
                <a16:creationId xmlns:a16="http://schemas.microsoft.com/office/drawing/2014/main" id="{5C232DB6-93EA-0736-73F7-8BAB850257FD}"/>
              </a:ext>
            </a:extLst>
          </p:cNvPr>
          <p:cNvSpPr txBox="1"/>
          <p:nvPr/>
        </p:nvSpPr>
        <p:spPr>
          <a:xfrm>
            <a:off x="5810865" y="2368709"/>
            <a:ext cx="2946803" cy="814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lvl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</a:pPr>
            <a:r>
              <a:rPr lang="en-US" b="1" dirty="0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rPr>
              <a:t>χ² = 8536</a:t>
            </a:r>
          </a:p>
          <a:p>
            <a:pPr lvl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</a:pPr>
            <a:r>
              <a:rPr lang="en-US" b="1" dirty="0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rPr>
              <a:t>Degrees of freedom = 2</a:t>
            </a:r>
          </a:p>
          <a:p>
            <a:pPr algn="ctr">
              <a:lnSpc>
                <a:spcPct val="115000"/>
              </a:lnSpc>
            </a:pPr>
            <a:r>
              <a:rPr lang="en-US" b="1" dirty="0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rPr>
              <a:t>Week Type and consumption are associated</a:t>
            </a:r>
          </a:p>
          <a:p>
            <a:pPr lvl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</a:pPr>
            <a:endParaRPr lang="en-US" b="1" dirty="0">
              <a:solidFill>
                <a:schemeClr val="dk1"/>
              </a:solidFill>
              <a:latin typeface="Barlow Medium"/>
              <a:ea typeface="Barlow Medium"/>
              <a:cs typeface="Barlow Medium"/>
              <a:sym typeface="Barlow Medium"/>
            </a:endParaRPr>
          </a:p>
        </p:txBody>
      </p:sp>
      <p:sp>
        <p:nvSpPr>
          <p:cNvPr id="4" name="Google Shape;4926;p58">
            <a:extLst>
              <a:ext uri="{FF2B5EF4-FFF2-40B4-BE49-F238E27FC236}">
                <a16:creationId xmlns:a16="http://schemas.microsoft.com/office/drawing/2014/main" id="{101A94E8-E87B-EBFE-A95F-BCCDF4525908}"/>
              </a:ext>
            </a:extLst>
          </p:cNvPr>
          <p:cNvSpPr txBox="1"/>
          <p:nvPr/>
        </p:nvSpPr>
        <p:spPr>
          <a:xfrm>
            <a:off x="353249" y="2017069"/>
            <a:ext cx="3496179" cy="42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2000" dirty="0">
                <a:solidFill>
                  <a:schemeClr val="lt2"/>
                </a:solidFill>
                <a:latin typeface="Asap SemiBold"/>
                <a:ea typeface="Asap SemiBold"/>
                <a:cs typeface="Asap SemiBold"/>
                <a:sym typeface="Asap SemiBold"/>
              </a:rPr>
              <a:t>Season × Consumption Level</a:t>
            </a:r>
          </a:p>
        </p:txBody>
      </p:sp>
      <p:sp>
        <p:nvSpPr>
          <p:cNvPr id="5" name="Google Shape;4927;p58">
            <a:extLst>
              <a:ext uri="{FF2B5EF4-FFF2-40B4-BE49-F238E27FC236}">
                <a16:creationId xmlns:a16="http://schemas.microsoft.com/office/drawing/2014/main" id="{9BEA7926-3518-4F10-658D-9EDC07969B2D}"/>
              </a:ext>
            </a:extLst>
          </p:cNvPr>
          <p:cNvSpPr txBox="1"/>
          <p:nvPr/>
        </p:nvSpPr>
        <p:spPr>
          <a:xfrm>
            <a:off x="5810865" y="1995617"/>
            <a:ext cx="2942303" cy="42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2000" dirty="0">
                <a:solidFill>
                  <a:schemeClr val="lt2"/>
                </a:solidFill>
                <a:latin typeface="Asap SemiBold"/>
                <a:ea typeface="Asap SemiBold"/>
                <a:cs typeface="Asap SemiBold"/>
                <a:sym typeface="Asap SemiBold"/>
              </a:rPr>
              <a:t>Week Type × Consumption Level</a:t>
            </a:r>
          </a:p>
        </p:txBody>
      </p:sp>
      <p:cxnSp>
        <p:nvCxnSpPr>
          <p:cNvPr id="6" name="Google Shape;4931;p58">
            <a:extLst>
              <a:ext uri="{FF2B5EF4-FFF2-40B4-BE49-F238E27FC236}">
                <a16:creationId xmlns:a16="http://schemas.microsoft.com/office/drawing/2014/main" id="{0EDA496B-ECEE-0C99-551A-3F42BD360A56}"/>
              </a:ext>
            </a:extLst>
          </p:cNvPr>
          <p:cNvCxnSpPr>
            <a:cxnSpLocks/>
          </p:cNvCxnSpPr>
          <p:nvPr/>
        </p:nvCxnSpPr>
        <p:spPr>
          <a:xfrm rot="5400000" flipH="1" flipV="1">
            <a:off x="1598101" y="892546"/>
            <a:ext cx="1354129" cy="894918"/>
          </a:xfrm>
          <a:prstGeom prst="bentConnector3">
            <a:avLst>
              <a:gd name="adj1" fmla="val 100082"/>
            </a:avLst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diamond" w="med" len="med"/>
          </a:ln>
        </p:spPr>
      </p:cxnSp>
      <p:cxnSp>
        <p:nvCxnSpPr>
          <p:cNvPr id="7" name="Google Shape;4932;p58">
            <a:extLst>
              <a:ext uri="{FF2B5EF4-FFF2-40B4-BE49-F238E27FC236}">
                <a16:creationId xmlns:a16="http://schemas.microsoft.com/office/drawing/2014/main" id="{705D55A2-407B-75D7-6AB2-451DE6B9C3AE}"/>
              </a:ext>
            </a:extLst>
          </p:cNvPr>
          <p:cNvCxnSpPr>
            <a:cxnSpLocks/>
          </p:cNvCxnSpPr>
          <p:nvPr/>
        </p:nvCxnSpPr>
        <p:spPr>
          <a:xfrm rot="10800000">
            <a:off x="5810865" y="662940"/>
            <a:ext cx="1505432" cy="904052"/>
          </a:xfrm>
          <a:prstGeom prst="bentConnector3">
            <a:avLst>
              <a:gd name="adj1" fmla="val 396"/>
            </a:avLst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diamond" w="med" len="med"/>
          </a:ln>
        </p:spPr>
      </p:cxnSp>
      <p:sp>
        <p:nvSpPr>
          <p:cNvPr id="8" name="Google Shape;4924;p58">
            <a:extLst>
              <a:ext uri="{FF2B5EF4-FFF2-40B4-BE49-F238E27FC236}">
                <a16:creationId xmlns:a16="http://schemas.microsoft.com/office/drawing/2014/main" id="{93435155-CC1E-0E8F-47B1-AD417D06669B}"/>
              </a:ext>
            </a:extLst>
          </p:cNvPr>
          <p:cNvSpPr txBox="1"/>
          <p:nvPr/>
        </p:nvSpPr>
        <p:spPr>
          <a:xfrm>
            <a:off x="2798210" y="3926665"/>
            <a:ext cx="3203071" cy="814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b="1" dirty="0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rPr>
              <a:t>χ² = </a:t>
            </a:r>
            <a:r>
              <a:rPr lang="en-US" dirty="0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rPr>
              <a:t>410365.5963</a:t>
            </a:r>
          </a:p>
          <a:p>
            <a:pPr marL="0" lvl="0" indent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b="1" dirty="0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rPr>
              <a:t>Degrees of freedom = </a:t>
            </a:r>
            <a:r>
              <a:rPr lang="en-US" dirty="0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rPr>
              <a:t>46</a:t>
            </a:r>
          </a:p>
          <a:p>
            <a:pPr marL="0" lvl="0" indent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b="1" dirty="0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rPr>
              <a:t>Hour and consumption are associated</a:t>
            </a:r>
          </a:p>
        </p:txBody>
      </p:sp>
      <p:sp>
        <p:nvSpPr>
          <p:cNvPr id="9" name="Google Shape;4926;p58">
            <a:extLst>
              <a:ext uri="{FF2B5EF4-FFF2-40B4-BE49-F238E27FC236}">
                <a16:creationId xmlns:a16="http://schemas.microsoft.com/office/drawing/2014/main" id="{32F44AD7-960B-5381-13B3-DE977A215E58}"/>
              </a:ext>
            </a:extLst>
          </p:cNvPr>
          <p:cNvSpPr txBox="1"/>
          <p:nvPr/>
        </p:nvSpPr>
        <p:spPr>
          <a:xfrm>
            <a:off x="2722624" y="3556589"/>
            <a:ext cx="3276826" cy="42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2000" dirty="0">
                <a:solidFill>
                  <a:schemeClr val="lt2"/>
                </a:solidFill>
                <a:latin typeface="Asap SemiBold"/>
                <a:ea typeface="Asap SemiBold"/>
                <a:cs typeface="Asap SemiBold"/>
                <a:sym typeface="Asap SemiBold"/>
              </a:rPr>
              <a:t>Hour × Consumption Level</a:t>
            </a:r>
          </a:p>
        </p:txBody>
      </p:sp>
      <p:cxnSp>
        <p:nvCxnSpPr>
          <p:cNvPr id="10" name="Google Shape;4931;p58">
            <a:extLst>
              <a:ext uri="{FF2B5EF4-FFF2-40B4-BE49-F238E27FC236}">
                <a16:creationId xmlns:a16="http://schemas.microsoft.com/office/drawing/2014/main" id="{C9EC7EBC-ED44-AD39-D937-461AF3CA46B9}"/>
              </a:ext>
            </a:extLst>
          </p:cNvPr>
          <p:cNvCxnSpPr>
            <a:cxnSpLocks/>
          </p:cNvCxnSpPr>
          <p:nvPr/>
        </p:nvCxnSpPr>
        <p:spPr>
          <a:xfrm rot="16200000" flipV="1">
            <a:off x="3423780" y="2456179"/>
            <a:ext cx="1899918" cy="3"/>
          </a:xfrm>
          <a:prstGeom prst="bentConnector3">
            <a:avLst>
              <a:gd name="adj1" fmla="val 50000"/>
            </a:avLst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diamond" w="med" len="med"/>
          </a:ln>
        </p:spPr>
      </p:cxnSp>
    </p:spTree>
    <p:extLst>
      <p:ext uri="{BB962C8B-B14F-4D97-AF65-F5344CB8AC3E}">
        <p14:creationId xmlns:p14="http://schemas.microsoft.com/office/powerpoint/2010/main" val="1255736500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1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94" name="Google Shape;5194;p70"/>
          <p:cNvSpPr txBox="1">
            <a:spLocks noGrp="1"/>
          </p:cNvSpPr>
          <p:nvPr>
            <p:ph type="title"/>
          </p:nvPr>
        </p:nvSpPr>
        <p:spPr>
          <a:xfrm>
            <a:off x="2347950" y="1801900"/>
            <a:ext cx="4448100" cy="9183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Thanks!</a:t>
            </a:r>
            <a:endParaRPr dirty="0"/>
          </a:p>
        </p:txBody>
      </p:sp>
      <p:sp>
        <p:nvSpPr>
          <p:cNvPr id="5195" name="Google Shape;5195;p70"/>
          <p:cNvSpPr txBox="1">
            <a:spLocks noGrp="1"/>
          </p:cNvSpPr>
          <p:nvPr>
            <p:ph type="subTitle" idx="1"/>
          </p:nvPr>
        </p:nvSpPr>
        <p:spPr>
          <a:xfrm>
            <a:off x="2347950" y="2558750"/>
            <a:ext cx="4448100" cy="1247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 b="1" dirty="0">
                <a:latin typeface="Barlow"/>
                <a:ea typeface="Barlow"/>
                <a:cs typeface="Barlow"/>
                <a:sym typeface="Barlow"/>
              </a:rPr>
              <a:t>Do you have any questions?</a:t>
            </a:r>
            <a:endParaRPr sz="2200" b="1" dirty="0">
              <a:latin typeface="DM Sans"/>
              <a:ea typeface="DM Sans"/>
              <a:cs typeface="DM Sans"/>
              <a:sym typeface="DM Sans"/>
            </a:endParaRPr>
          </a:p>
        </p:txBody>
      </p:sp>
      <p:sp>
        <p:nvSpPr>
          <p:cNvPr id="5196" name="Google Shape;5196;p70"/>
          <p:cNvSpPr txBox="1"/>
          <p:nvPr/>
        </p:nvSpPr>
        <p:spPr>
          <a:xfrm>
            <a:off x="2496150" y="4022165"/>
            <a:ext cx="4151700" cy="260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rPr>
              <a:t>Please keep this slide for attribution</a:t>
            </a:r>
            <a:endParaRPr sz="1000">
              <a:solidFill>
                <a:schemeClr val="dk1"/>
              </a:solidFill>
              <a:latin typeface="Barlow Medium"/>
              <a:ea typeface="Barlow Medium"/>
              <a:cs typeface="Barlow Medium"/>
              <a:sym typeface="Barlow Medium"/>
            </a:endParaRPr>
          </a:p>
        </p:txBody>
      </p:sp>
      <p:grpSp>
        <p:nvGrpSpPr>
          <p:cNvPr id="5209" name="Google Shape;5209;p70"/>
          <p:cNvGrpSpPr/>
          <p:nvPr/>
        </p:nvGrpSpPr>
        <p:grpSpPr>
          <a:xfrm>
            <a:off x="-1048123" y="144966"/>
            <a:ext cx="2655874" cy="4096875"/>
            <a:chOff x="-1048123" y="144966"/>
            <a:chExt cx="2655874" cy="4096875"/>
          </a:xfrm>
        </p:grpSpPr>
        <p:grpSp>
          <p:nvGrpSpPr>
            <p:cNvPr id="5210" name="Google Shape;5210;p70"/>
            <p:cNvGrpSpPr/>
            <p:nvPr/>
          </p:nvGrpSpPr>
          <p:grpSpPr>
            <a:xfrm>
              <a:off x="-1048123" y="2380021"/>
              <a:ext cx="2304042" cy="1861821"/>
              <a:chOff x="1245600" y="2050920"/>
              <a:chExt cx="1071000" cy="865440"/>
            </a:xfrm>
          </p:grpSpPr>
          <p:sp>
            <p:nvSpPr>
              <p:cNvPr id="5211" name="Google Shape;5211;p70"/>
              <p:cNvSpPr/>
              <p:nvPr/>
            </p:nvSpPr>
            <p:spPr>
              <a:xfrm>
                <a:off x="1258920" y="2534040"/>
                <a:ext cx="1041840" cy="21600"/>
              </a:xfrm>
              <a:custGeom>
                <a:avLst/>
                <a:gdLst/>
                <a:ahLst/>
                <a:cxnLst/>
                <a:rect l="l" t="t" r="r" b="b"/>
                <a:pathLst>
                  <a:path w="2894" h="60" extrusionOk="0">
                    <a:moveTo>
                      <a:pt x="2882" y="59"/>
                    </a:moveTo>
                    <a:cubicBezTo>
                      <a:pt x="2851" y="58"/>
                      <a:pt x="2821" y="58"/>
                      <a:pt x="2791" y="57"/>
                    </a:cubicBezTo>
                    <a:cubicBezTo>
                      <a:pt x="2761" y="56"/>
                      <a:pt x="2731" y="56"/>
                      <a:pt x="2701" y="55"/>
                    </a:cubicBezTo>
                    <a:cubicBezTo>
                      <a:pt x="2637" y="55"/>
                      <a:pt x="2573" y="54"/>
                      <a:pt x="2510" y="53"/>
                    </a:cubicBezTo>
                    <a:cubicBezTo>
                      <a:pt x="2388" y="51"/>
                      <a:pt x="2266" y="50"/>
                      <a:pt x="2143" y="48"/>
                    </a:cubicBezTo>
                    <a:cubicBezTo>
                      <a:pt x="2020" y="46"/>
                      <a:pt x="1896" y="44"/>
                      <a:pt x="1774" y="43"/>
                    </a:cubicBezTo>
                    <a:cubicBezTo>
                      <a:pt x="1648" y="41"/>
                      <a:pt x="1522" y="40"/>
                      <a:pt x="1397" y="38"/>
                    </a:cubicBezTo>
                    <a:cubicBezTo>
                      <a:pt x="1274" y="37"/>
                      <a:pt x="1152" y="35"/>
                      <a:pt x="1029" y="34"/>
                    </a:cubicBezTo>
                    <a:cubicBezTo>
                      <a:pt x="968" y="33"/>
                      <a:pt x="908" y="32"/>
                      <a:pt x="847" y="31"/>
                    </a:cubicBezTo>
                    <a:cubicBezTo>
                      <a:pt x="786" y="30"/>
                      <a:pt x="725" y="30"/>
                      <a:pt x="664" y="29"/>
                    </a:cubicBezTo>
                    <a:cubicBezTo>
                      <a:pt x="542" y="27"/>
                      <a:pt x="421" y="26"/>
                      <a:pt x="299" y="24"/>
                    </a:cubicBezTo>
                    <a:cubicBezTo>
                      <a:pt x="251" y="23"/>
                      <a:pt x="202" y="23"/>
                      <a:pt x="153" y="22"/>
                    </a:cubicBezTo>
                    <a:cubicBezTo>
                      <a:pt x="129" y="22"/>
                      <a:pt x="105" y="22"/>
                      <a:pt x="82" y="22"/>
                    </a:cubicBezTo>
                    <a:cubicBezTo>
                      <a:pt x="59" y="21"/>
                      <a:pt x="36" y="21"/>
                      <a:pt x="13" y="21"/>
                    </a:cubicBezTo>
                    <a:cubicBezTo>
                      <a:pt x="12" y="21"/>
                      <a:pt x="11" y="21"/>
                      <a:pt x="10" y="21"/>
                    </a:cubicBezTo>
                    <a:cubicBezTo>
                      <a:pt x="4" y="21"/>
                      <a:pt x="0" y="15"/>
                      <a:pt x="0" y="10"/>
                    </a:cubicBezTo>
                    <a:cubicBezTo>
                      <a:pt x="1" y="4"/>
                      <a:pt x="5" y="0"/>
                      <a:pt x="11" y="0"/>
                    </a:cubicBezTo>
                    <a:cubicBezTo>
                      <a:pt x="23" y="0"/>
                      <a:pt x="35" y="1"/>
                      <a:pt x="47" y="1"/>
                    </a:cubicBezTo>
                    <a:cubicBezTo>
                      <a:pt x="61" y="1"/>
                      <a:pt x="76" y="1"/>
                      <a:pt x="90" y="1"/>
                    </a:cubicBezTo>
                    <a:cubicBezTo>
                      <a:pt x="119" y="2"/>
                      <a:pt x="150" y="2"/>
                      <a:pt x="179" y="3"/>
                    </a:cubicBezTo>
                    <a:cubicBezTo>
                      <a:pt x="239" y="4"/>
                      <a:pt x="298" y="5"/>
                      <a:pt x="357" y="5"/>
                    </a:cubicBezTo>
                    <a:cubicBezTo>
                      <a:pt x="479" y="7"/>
                      <a:pt x="601" y="9"/>
                      <a:pt x="723" y="10"/>
                    </a:cubicBezTo>
                    <a:cubicBezTo>
                      <a:pt x="844" y="12"/>
                      <a:pt x="964" y="13"/>
                      <a:pt x="1084" y="15"/>
                    </a:cubicBezTo>
                    <a:cubicBezTo>
                      <a:pt x="1208" y="17"/>
                      <a:pt x="1331" y="19"/>
                      <a:pt x="1455" y="21"/>
                    </a:cubicBezTo>
                    <a:cubicBezTo>
                      <a:pt x="1579" y="23"/>
                      <a:pt x="1704" y="24"/>
                      <a:pt x="1828" y="26"/>
                    </a:cubicBezTo>
                    <a:cubicBezTo>
                      <a:pt x="1954" y="28"/>
                      <a:pt x="2079" y="30"/>
                      <a:pt x="2203" y="31"/>
                    </a:cubicBezTo>
                    <a:cubicBezTo>
                      <a:pt x="2326" y="33"/>
                      <a:pt x="2448" y="34"/>
                      <a:pt x="2569" y="36"/>
                    </a:cubicBezTo>
                    <a:cubicBezTo>
                      <a:pt x="2621" y="37"/>
                      <a:pt x="2671" y="37"/>
                      <a:pt x="2723" y="38"/>
                    </a:cubicBezTo>
                    <a:cubicBezTo>
                      <a:pt x="2771" y="38"/>
                      <a:pt x="2819" y="39"/>
                      <a:pt x="2868" y="39"/>
                    </a:cubicBezTo>
                    <a:lnTo>
                      <a:pt x="2867" y="39"/>
                    </a:lnTo>
                    <a:cubicBezTo>
                      <a:pt x="2872" y="39"/>
                      <a:pt x="2876" y="39"/>
                      <a:pt x="2881" y="39"/>
                    </a:cubicBezTo>
                    <a:cubicBezTo>
                      <a:pt x="2887" y="39"/>
                      <a:pt x="2892" y="43"/>
                      <a:pt x="2892" y="48"/>
                    </a:cubicBezTo>
                    <a:cubicBezTo>
                      <a:pt x="2893" y="54"/>
                      <a:pt x="2888" y="59"/>
                      <a:pt x="2882" y="5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12" name="Google Shape;5212;p70"/>
              <p:cNvSpPr/>
              <p:nvPr/>
            </p:nvSpPr>
            <p:spPr>
              <a:xfrm>
                <a:off x="2249280" y="2528280"/>
                <a:ext cx="67320" cy="43920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22" extrusionOk="0">
                    <a:moveTo>
                      <a:pt x="68" y="114"/>
                    </a:moveTo>
                    <a:cubicBezTo>
                      <a:pt x="67" y="109"/>
                      <a:pt x="70" y="103"/>
                      <a:pt x="75" y="101"/>
                    </a:cubicBezTo>
                    <a:cubicBezTo>
                      <a:pt x="89" y="96"/>
                      <a:pt x="103" y="92"/>
                      <a:pt x="117" y="88"/>
                    </a:cubicBezTo>
                    <a:cubicBezTo>
                      <a:pt x="124" y="86"/>
                      <a:pt x="131" y="84"/>
                      <a:pt x="139" y="81"/>
                    </a:cubicBezTo>
                    <a:cubicBezTo>
                      <a:pt x="144" y="80"/>
                      <a:pt x="149" y="78"/>
                      <a:pt x="155" y="77"/>
                    </a:cubicBezTo>
                    <a:cubicBezTo>
                      <a:pt x="137" y="70"/>
                      <a:pt x="119" y="63"/>
                      <a:pt x="102" y="57"/>
                    </a:cubicBezTo>
                    <a:cubicBezTo>
                      <a:pt x="79" y="49"/>
                      <a:pt x="58" y="42"/>
                      <a:pt x="36" y="33"/>
                    </a:cubicBezTo>
                    <a:cubicBezTo>
                      <a:pt x="31" y="31"/>
                      <a:pt x="25" y="29"/>
                      <a:pt x="19" y="26"/>
                    </a:cubicBezTo>
                    <a:cubicBezTo>
                      <a:pt x="16" y="25"/>
                      <a:pt x="12" y="24"/>
                      <a:pt x="10" y="22"/>
                    </a:cubicBezTo>
                    <a:cubicBezTo>
                      <a:pt x="5" y="19"/>
                      <a:pt x="0" y="17"/>
                      <a:pt x="0" y="11"/>
                    </a:cubicBezTo>
                    <a:cubicBezTo>
                      <a:pt x="0" y="5"/>
                      <a:pt x="4" y="0"/>
                      <a:pt x="10" y="0"/>
                    </a:cubicBezTo>
                    <a:cubicBezTo>
                      <a:pt x="12" y="0"/>
                      <a:pt x="15" y="1"/>
                      <a:pt x="17" y="3"/>
                    </a:cubicBezTo>
                    <a:lnTo>
                      <a:pt x="18" y="3"/>
                    </a:lnTo>
                    <a:cubicBezTo>
                      <a:pt x="21" y="5"/>
                      <a:pt x="25" y="7"/>
                      <a:pt x="28" y="8"/>
                    </a:cubicBezTo>
                    <a:cubicBezTo>
                      <a:pt x="32" y="10"/>
                      <a:pt x="36" y="11"/>
                      <a:pt x="39" y="13"/>
                    </a:cubicBezTo>
                    <a:cubicBezTo>
                      <a:pt x="60" y="21"/>
                      <a:pt x="81" y="29"/>
                      <a:pt x="102" y="36"/>
                    </a:cubicBezTo>
                    <a:cubicBezTo>
                      <a:pt x="122" y="44"/>
                      <a:pt x="142" y="51"/>
                      <a:pt x="163" y="58"/>
                    </a:cubicBezTo>
                    <a:cubicBezTo>
                      <a:pt x="168" y="60"/>
                      <a:pt x="173" y="61"/>
                      <a:pt x="178" y="64"/>
                    </a:cubicBezTo>
                    <a:cubicBezTo>
                      <a:pt x="182" y="66"/>
                      <a:pt x="185" y="70"/>
                      <a:pt x="185" y="75"/>
                    </a:cubicBezTo>
                    <a:cubicBezTo>
                      <a:pt x="186" y="80"/>
                      <a:pt x="183" y="84"/>
                      <a:pt x="180" y="87"/>
                    </a:cubicBezTo>
                    <a:cubicBezTo>
                      <a:pt x="176" y="91"/>
                      <a:pt x="170" y="93"/>
                      <a:pt x="164" y="95"/>
                    </a:cubicBezTo>
                    <a:cubicBezTo>
                      <a:pt x="162" y="96"/>
                      <a:pt x="159" y="96"/>
                      <a:pt x="156" y="98"/>
                    </a:cubicBezTo>
                    <a:cubicBezTo>
                      <a:pt x="152" y="99"/>
                      <a:pt x="146" y="100"/>
                      <a:pt x="142" y="102"/>
                    </a:cubicBezTo>
                    <a:cubicBezTo>
                      <a:pt x="121" y="107"/>
                      <a:pt x="101" y="113"/>
                      <a:pt x="82" y="120"/>
                    </a:cubicBezTo>
                    <a:cubicBezTo>
                      <a:pt x="81" y="121"/>
                      <a:pt x="79" y="121"/>
                      <a:pt x="78" y="121"/>
                    </a:cubicBezTo>
                    <a:cubicBezTo>
                      <a:pt x="74" y="121"/>
                      <a:pt x="70" y="118"/>
                      <a:pt x="68" y="1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13" name="Google Shape;5213;p70"/>
              <p:cNvSpPr/>
              <p:nvPr/>
            </p:nvSpPr>
            <p:spPr>
              <a:xfrm>
                <a:off x="1593720" y="2059920"/>
                <a:ext cx="19080" cy="856440"/>
              </a:xfrm>
              <a:custGeom>
                <a:avLst/>
                <a:gdLst/>
                <a:ahLst/>
                <a:cxnLst/>
                <a:rect l="l" t="t" r="r" b="b"/>
                <a:pathLst>
                  <a:path w="53" h="2379" extrusionOk="0">
                    <a:moveTo>
                      <a:pt x="30" y="2368"/>
                    </a:moveTo>
                    <a:cubicBezTo>
                      <a:pt x="30" y="2364"/>
                      <a:pt x="30" y="2360"/>
                      <a:pt x="30" y="2356"/>
                    </a:cubicBezTo>
                    <a:cubicBezTo>
                      <a:pt x="30" y="2357"/>
                      <a:pt x="30" y="2357"/>
                      <a:pt x="30" y="2358"/>
                    </a:cubicBezTo>
                    <a:cubicBezTo>
                      <a:pt x="30" y="2346"/>
                      <a:pt x="28" y="2335"/>
                      <a:pt x="27" y="2324"/>
                    </a:cubicBezTo>
                    <a:cubicBezTo>
                      <a:pt x="26" y="2313"/>
                      <a:pt x="25" y="2302"/>
                      <a:pt x="24" y="2290"/>
                    </a:cubicBezTo>
                    <a:cubicBezTo>
                      <a:pt x="24" y="2285"/>
                      <a:pt x="24" y="2279"/>
                      <a:pt x="24" y="2273"/>
                    </a:cubicBezTo>
                    <a:cubicBezTo>
                      <a:pt x="23" y="2267"/>
                      <a:pt x="23" y="2261"/>
                      <a:pt x="23" y="2256"/>
                    </a:cubicBezTo>
                    <a:cubicBezTo>
                      <a:pt x="23" y="2243"/>
                      <a:pt x="23" y="2232"/>
                      <a:pt x="22" y="2219"/>
                    </a:cubicBezTo>
                    <a:cubicBezTo>
                      <a:pt x="21" y="2194"/>
                      <a:pt x="20" y="2170"/>
                      <a:pt x="20" y="2145"/>
                    </a:cubicBezTo>
                    <a:cubicBezTo>
                      <a:pt x="20" y="2132"/>
                      <a:pt x="20" y="2119"/>
                      <a:pt x="20" y="2106"/>
                    </a:cubicBezTo>
                    <a:cubicBezTo>
                      <a:pt x="20" y="2093"/>
                      <a:pt x="20" y="2080"/>
                      <a:pt x="20" y="2067"/>
                    </a:cubicBezTo>
                    <a:cubicBezTo>
                      <a:pt x="20" y="2048"/>
                      <a:pt x="21" y="2029"/>
                      <a:pt x="21" y="2010"/>
                    </a:cubicBezTo>
                    <a:cubicBezTo>
                      <a:pt x="21" y="1992"/>
                      <a:pt x="21" y="1974"/>
                      <a:pt x="21" y="1956"/>
                    </a:cubicBezTo>
                    <a:cubicBezTo>
                      <a:pt x="21" y="1957"/>
                      <a:pt x="21" y="1957"/>
                      <a:pt x="21" y="1957"/>
                    </a:cubicBezTo>
                    <a:cubicBezTo>
                      <a:pt x="21" y="1949"/>
                      <a:pt x="21" y="1939"/>
                      <a:pt x="21" y="1930"/>
                    </a:cubicBezTo>
                    <a:cubicBezTo>
                      <a:pt x="20" y="1921"/>
                      <a:pt x="20" y="1911"/>
                      <a:pt x="20" y="1901"/>
                    </a:cubicBezTo>
                    <a:lnTo>
                      <a:pt x="20" y="1902"/>
                    </a:lnTo>
                    <a:cubicBezTo>
                      <a:pt x="20" y="1901"/>
                      <a:pt x="20" y="1900"/>
                      <a:pt x="20" y="1899"/>
                    </a:cubicBezTo>
                    <a:lnTo>
                      <a:pt x="20" y="1900"/>
                    </a:lnTo>
                    <a:cubicBezTo>
                      <a:pt x="20" y="1869"/>
                      <a:pt x="20" y="1838"/>
                      <a:pt x="20" y="1807"/>
                    </a:cubicBezTo>
                    <a:cubicBezTo>
                      <a:pt x="19" y="1777"/>
                      <a:pt x="20" y="1746"/>
                      <a:pt x="20" y="1716"/>
                    </a:cubicBezTo>
                    <a:cubicBezTo>
                      <a:pt x="19" y="1665"/>
                      <a:pt x="18" y="1613"/>
                      <a:pt x="18" y="1562"/>
                    </a:cubicBezTo>
                    <a:cubicBezTo>
                      <a:pt x="18" y="1551"/>
                      <a:pt x="18" y="1539"/>
                      <a:pt x="19" y="1527"/>
                    </a:cubicBezTo>
                    <a:cubicBezTo>
                      <a:pt x="19" y="1513"/>
                      <a:pt x="19" y="1499"/>
                      <a:pt x="19" y="1485"/>
                    </a:cubicBezTo>
                    <a:cubicBezTo>
                      <a:pt x="19" y="1460"/>
                      <a:pt x="20" y="1436"/>
                      <a:pt x="20" y="1412"/>
                    </a:cubicBezTo>
                    <a:cubicBezTo>
                      <a:pt x="20" y="1385"/>
                      <a:pt x="20" y="1358"/>
                      <a:pt x="20" y="1332"/>
                    </a:cubicBezTo>
                    <a:cubicBezTo>
                      <a:pt x="20" y="1307"/>
                      <a:pt x="21" y="1283"/>
                      <a:pt x="22" y="1259"/>
                    </a:cubicBezTo>
                    <a:cubicBezTo>
                      <a:pt x="23" y="1232"/>
                      <a:pt x="24" y="1206"/>
                      <a:pt x="24" y="1179"/>
                    </a:cubicBezTo>
                    <a:cubicBezTo>
                      <a:pt x="24" y="1155"/>
                      <a:pt x="24" y="1130"/>
                      <a:pt x="24" y="1105"/>
                    </a:cubicBezTo>
                    <a:cubicBezTo>
                      <a:pt x="24" y="1094"/>
                      <a:pt x="24" y="1082"/>
                      <a:pt x="24" y="1069"/>
                    </a:cubicBezTo>
                    <a:cubicBezTo>
                      <a:pt x="24" y="1070"/>
                      <a:pt x="24" y="1071"/>
                      <a:pt x="24" y="1071"/>
                    </a:cubicBezTo>
                    <a:cubicBezTo>
                      <a:pt x="24" y="1046"/>
                      <a:pt x="23" y="1022"/>
                      <a:pt x="22" y="997"/>
                    </a:cubicBezTo>
                    <a:cubicBezTo>
                      <a:pt x="21" y="970"/>
                      <a:pt x="20" y="942"/>
                      <a:pt x="19" y="915"/>
                    </a:cubicBezTo>
                    <a:cubicBezTo>
                      <a:pt x="18" y="891"/>
                      <a:pt x="18" y="867"/>
                      <a:pt x="17" y="843"/>
                    </a:cubicBezTo>
                    <a:cubicBezTo>
                      <a:pt x="17" y="817"/>
                      <a:pt x="16" y="790"/>
                      <a:pt x="16" y="764"/>
                    </a:cubicBezTo>
                    <a:cubicBezTo>
                      <a:pt x="13" y="712"/>
                      <a:pt x="10" y="661"/>
                      <a:pt x="7" y="609"/>
                    </a:cubicBezTo>
                    <a:cubicBezTo>
                      <a:pt x="5" y="584"/>
                      <a:pt x="3" y="558"/>
                      <a:pt x="2" y="533"/>
                    </a:cubicBezTo>
                    <a:cubicBezTo>
                      <a:pt x="2" y="521"/>
                      <a:pt x="1" y="509"/>
                      <a:pt x="0" y="497"/>
                    </a:cubicBezTo>
                    <a:cubicBezTo>
                      <a:pt x="0" y="484"/>
                      <a:pt x="0" y="472"/>
                      <a:pt x="0" y="459"/>
                    </a:cubicBezTo>
                    <a:cubicBezTo>
                      <a:pt x="0" y="434"/>
                      <a:pt x="1" y="409"/>
                      <a:pt x="2" y="384"/>
                    </a:cubicBezTo>
                    <a:cubicBezTo>
                      <a:pt x="3" y="360"/>
                      <a:pt x="3" y="335"/>
                      <a:pt x="5" y="311"/>
                    </a:cubicBezTo>
                    <a:cubicBezTo>
                      <a:pt x="6" y="285"/>
                      <a:pt x="7" y="260"/>
                      <a:pt x="9" y="234"/>
                    </a:cubicBezTo>
                    <a:cubicBezTo>
                      <a:pt x="9" y="209"/>
                      <a:pt x="10" y="183"/>
                      <a:pt x="10" y="158"/>
                    </a:cubicBezTo>
                    <a:cubicBezTo>
                      <a:pt x="10" y="145"/>
                      <a:pt x="10" y="132"/>
                      <a:pt x="10" y="119"/>
                    </a:cubicBezTo>
                    <a:cubicBezTo>
                      <a:pt x="10" y="120"/>
                      <a:pt x="10" y="120"/>
                      <a:pt x="10" y="120"/>
                    </a:cubicBezTo>
                    <a:cubicBezTo>
                      <a:pt x="10" y="119"/>
                      <a:pt x="10" y="117"/>
                      <a:pt x="10" y="116"/>
                    </a:cubicBezTo>
                    <a:lnTo>
                      <a:pt x="10" y="117"/>
                    </a:lnTo>
                    <a:cubicBezTo>
                      <a:pt x="10" y="112"/>
                      <a:pt x="10" y="106"/>
                      <a:pt x="10" y="100"/>
                    </a:cubicBezTo>
                    <a:cubicBezTo>
                      <a:pt x="10" y="101"/>
                      <a:pt x="10" y="102"/>
                      <a:pt x="10" y="102"/>
                    </a:cubicBezTo>
                    <a:cubicBezTo>
                      <a:pt x="10" y="88"/>
                      <a:pt x="10" y="73"/>
                      <a:pt x="10" y="59"/>
                    </a:cubicBezTo>
                    <a:cubicBezTo>
                      <a:pt x="10" y="43"/>
                      <a:pt x="11" y="26"/>
                      <a:pt x="12" y="10"/>
                    </a:cubicBezTo>
                    <a:cubicBezTo>
                      <a:pt x="12" y="4"/>
                      <a:pt x="17" y="0"/>
                      <a:pt x="23" y="0"/>
                    </a:cubicBezTo>
                    <a:cubicBezTo>
                      <a:pt x="28" y="0"/>
                      <a:pt x="33" y="5"/>
                      <a:pt x="32" y="11"/>
                    </a:cubicBezTo>
                    <a:cubicBezTo>
                      <a:pt x="32" y="26"/>
                      <a:pt x="31" y="42"/>
                      <a:pt x="31" y="57"/>
                    </a:cubicBezTo>
                    <a:cubicBezTo>
                      <a:pt x="30" y="71"/>
                      <a:pt x="30" y="86"/>
                      <a:pt x="30" y="100"/>
                    </a:cubicBezTo>
                    <a:cubicBezTo>
                      <a:pt x="30" y="125"/>
                      <a:pt x="30" y="150"/>
                      <a:pt x="29" y="175"/>
                    </a:cubicBezTo>
                    <a:cubicBezTo>
                      <a:pt x="29" y="187"/>
                      <a:pt x="28" y="198"/>
                      <a:pt x="28" y="209"/>
                    </a:cubicBezTo>
                    <a:cubicBezTo>
                      <a:pt x="27" y="222"/>
                      <a:pt x="27" y="235"/>
                      <a:pt x="27" y="248"/>
                    </a:cubicBezTo>
                    <a:cubicBezTo>
                      <a:pt x="25" y="274"/>
                      <a:pt x="24" y="299"/>
                      <a:pt x="23" y="325"/>
                    </a:cubicBezTo>
                    <a:cubicBezTo>
                      <a:pt x="20" y="375"/>
                      <a:pt x="19" y="426"/>
                      <a:pt x="19" y="476"/>
                    </a:cubicBezTo>
                    <a:cubicBezTo>
                      <a:pt x="19" y="475"/>
                      <a:pt x="19" y="475"/>
                      <a:pt x="19" y="475"/>
                    </a:cubicBezTo>
                    <a:cubicBezTo>
                      <a:pt x="19" y="486"/>
                      <a:pt x="19" y="497"/>
                      <a:pt x="20" y="509"/>
                    </a:cubicBezTo>
                    <a:cubicBezTo>
                      <a:pt x="20" y="522"/>
                      <a:pt x="21" y="536"/>
                      <a:pt x="22" y="549"/>
                    </a:cubicBezTo>
                    <a:cubicBezTo>
                      <a:pt x="23" y="575"/>
                      <a:pt x="25" y="602"/>
                      <a:pt x="27" y="628"/>
                    </a:cubicBezTo>
                    <a:cubicBezTo>
                      <a:pt x="28" y="653"/>
                      <a:pt x="30" y="679"/>
                      <a:pt x="31" y="704"/>
                    </a:cubicBezTo>
                    <a:cubicBezTo>
                      <a:pt x="32" y="728"/>
                      <a:pt x="33" y="752"/>
                      <a:pt x="34" y="776"/>
                    </a:cubicBezTo>
                    <a:cubicBezTo>
                      <a:pt x="35" y="801"/>
                      <a:pt x="35" y="827"/>
                      <a:pt x="35" y="853"/>
                    </a:cubicBezTo>
                    <a:cubicBezTo>
                      <a:pt x="36" y="879"/>
                      <a:pt x="36" y="906"/>
                      <a:pt x="37" y="934"/>
                    </a:cubicBezTo>
                    <a:cubicBezTo>
                      <a:pt x="38" y="957"/>
                      <a:pt x="39" y="981"/>
                      <a:pt x="40" y="1006"/>
                    </a:cubicBezTo>
                    <a:cubicBezTo>
                      <a:pt x="41" y="1032"/>
                      <a:pt x="42" y="1058"/>
                      <a:pt x="42" y="1085"/>
                    </a:cubicBezTo>
                    <a:cubicBezTo>
                      <a:pt x="42" y="1092"/>
                      <a:pt x="42" y="1099"/>
                      <a:pt x="42" y="1106"/>
                    </a:cubicBezTo>
                    <a:cubicBezTo>
                      <a:pt x="42" y="1105"/>
                      <a:pt x="42" y="1105"/>
                      <a:pt x="42" y="1105"/>
                    </a:cubicBezTo>
                    <a:cubicBezTo>
                      <a:pt x="42" y="1156"/>
                      <a:pt x="41" y="1207"/>
                      <a:pt x="40" y="1258"/>
                    </a:cubicBezTo>
                    <a:cubicBezTo>
                      <a:pt x="39" y="1282"/>
                      <a:pt x="38" y="1307"/>
                      <a:pt x="38" y="1332"/>
                    </a:cubicBezTo>
                    <a:cubicBezTo>
                      <a:pt x="38" y="1359"/>
                      <a:pt x="38" y="1386"/>
                      <a:pt x="38" y="1413"/>
                    </a:cubicBezTo>
                    <a:cubicBezTo>
                      <a:pt x="38" y="1443"/>
                      <a:pt x="38" y="1473"/>
                      <a:pt x="37" y="1503"/>
                    </a:cubicBezTo>
                    <a:cubicBezTo>
                      <a:pt x="37" y="1517"/>
                      <a:pt x="37" y="1531"/>
                      <a:pt x="37" y="1545"/>
                    </a:cubicBezTo>
                    <a:cubicBezTo>
                      <a:pt x="36" y="1560"/>
                      <a:pt x="36" y="1577"/>
                      <a:pt x="36" y="1593"/>
                    </a:cubicBezTo>
                    <a:cubicBezTo>
                      <a:pt x="36" y="1592"/>
                      <a:pt x="36" y="1592"/>
                      <a:pt x="36" y="1591"/>
                    </a:cubicBezTo>
                    <a:cubicBezTo>
                      <a:pt x="37" y="1633"/>
                      <a:pt x="37" y="1674"/>
                      <a:pt x="38" y="1715"/>
                    </a:cubicBezTo>
                    <a:cubicBezTo>
                      <a:pt x="38" y="1736"/>
                      <a:pt x="38" y="1757"/>
                      <a:pt x="38" y="1778"/>
                    </a:cubicBezTo>
                    <a:cubicBezTo>
                      <a:pt x="38" y="1798"/>
                      <a:pt x="38" y="1818"/>
                      <a:pt x="38" y="1838"/>
                    </a:cubicBezTo>
                    <a:lnTo>
                      <a:pt x="38" y="1837"/>
                    </a:lnTo>
                    <a:cubicBezTo>
                      <a:pt x="38" y="1868"/>
                      <a:pt x="39" y="1899"/>
                      <a:pt x="39" y="1930"/>
                    </a:cubicBezTo>
                    <a:cubicBezTo>
                      <a:pt x="39" y="1929"/>
                      <a:pt x="39" y="1929"/>
                      <a:pt x="39" y="1929"/>
                    </a:cubicBezTo>
                    <a:cubicBezTo>
                      <a:pt x="39" y="1938"/>
                      <a:pt x="39" y="1948"/>
                      <a:pt x="39" y="1958"/>
                    </a:cubicBezTo>
                    <a:cubicBezTo>
                      <a:pt x="39" y="1957"/>
                      <a:pt x="39" y="1957"/>
                      <a:pt x="39" y="1957"/>
                    </a:cubicBezTo>
                    <a:cubicBezTo>
                      <a:pt x="39" y="1958"/>
                      <a:pt x="39" y="1959"/>
                      <a:pt x="39" y="1960"/>
                    </a:cubicBezTo>
                    <a:cubicBezTo>
                      <a:pt x="39" y="1960"/>
                      <a:pt x="39" y="1959"/>
                      <a:pt x="39" y="1958"/>
                    </a:cubicBezTo>
                    <a:cubicBezTo>
                      <a:pt x="39" y="1965"/>
                      <a:pt x="39" y="1972"/>
                      <a:pt x="39" y="1979"/>
                    </a:cubicBezTo>
                    <a:cubicBezTo>
                      <a:pt x="39" y="1978"/>
                      <a:pt x="39" y="1978"/>
                      <a:pt x="39" y="1978"/>
                    </a:cubicBezTo>
                    <a:cubicBezTo>
                      <a:pt x="39" y="1979"/>
                      <a:pt x="39" y="1981"/>
                      <a:pt x="39" y="1983"/>
                    </a:cubicBezTo>
                    <a:lnTo>
                      <a:pt x="39" y="1982"/>
                    </a:lnTo>
                    <a:cubicBezTo>
                      <a:pt x="39" y="2014"/>
                      <a:pt x="39" y="2045"/>
                      <a:pt x="39" y="2077"/>
                    </a:cubicBezTo>
                    <a:cubicBezTo>
                      <a:pt x="39" y="2090"/>
                      <a:pt x="39" y="2104"/>
                      <a:pt x="39" y="2117"/>
                    </a:cubicBezTo>
                    <a:cubicBezTo>
                      <a:pt x="39" y="2116"/>
                      <a:pt x="39" y="2116"/>
                      <a:pt x="39" y="2116"/>
                    </a:cubicBezTo>
                    <a:cubicBezTo>
                      <a:pt x="39" y="2121"/>
                      <a:pt x="39" y="2126"/>
                      <a:pt x="39" y="2131"/>
                    </a:cubicBezTo>
                    <a:cubicBezTo>
                      <a:pt x="39" y="2131"/>
                      <a:pt x="39" y="2132"/>
                      <a:pt x="39" y="2133"/>
                    </a:cubicBezTo>
                    <a:cubicBezTo>
                      <a:pt x="39" y="2132"/>
                      <a:pt x="39" y="2132"/>
                      <a:pt x="39" y="2131"/>
                    </a:cubicBezTo>
                    <a:cubicBezTo>
                      <a:pt x="39" y="2152"/>
                      <a:pt x="41" y="2173"/>
                      <a:pt x="41" y="2194"/>
                    </a:cubicBezTo>
                    <a:cubicBezTo>
                      <a:pt x="42" y="2204"/>
                      <a:pt x="42" y="2215"/>
                      <a:pt x="43" y="2226"/>
                    </a:cubicBezTo>
                    <a:cubicBezTo>
                      <a:pt x="44" y="2236"/>
                      <a:pt x="44" y="2246"/>
                      <a:pt x="44" y="2256"/>
                    </a:cubicBezTo>
                    <a:cubicBezTo>
                      <a:pt x="44" y="2265"/>
                      <a:pt x="44" y="2275"/>
                      <a:pt x="45" y="2284"/>
                    </a:cubicBezTo>
                    <a:cubicBezTo>
                      <a:pt x="45" y="2293"/>
                      <a:pt x="46" y="2303"/>
                      <a:pt x="48" y="2313"/>
                    </a:cubicBezTo>
                    <a:cubicBezTo>
                      <a:pt x="49" y="2323"/>
                      <a:pt x="50" y="2332"/>
                      <a:pt x="51" y="2343"/>
                    </a:cubicBezTo>
                    <a:cubicBezTo>
                      <a:pt x="51" y="2351"/>
                      <a:pt x="52" y="2359"/>
                      <a:pt x="51" y="2368"/>
                    </a:cubicBezTo>
                    <a:cubicBezTo>
                      <a:pt x="51" y="2373"/>
                      <a:pt x="46" y="2377"/>
                      <a:pt x="41" y="2378"/>
                    </a:cubicBezTo>
                    <a:cubicBezTo>
                      <a:pt x="35" y="2378"/>
                      <a:pt x="30" y="2374"/>
                      <a:pt x="30" y="236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14" name="Google Shape;5214;p70"/>
              <p:cNvSpPr/>
              <p:nvPr/>
            </p:nvSpPr>
            <p:spPr>
              <a:xfrm>
                <a:off x="1582920" y="2050920"/>
                <a:ext cx="42120" cy="7524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209" extrusionOk="0">
                    <a:moveTo>
                      <a:pt x="100" y="206"/>
                    </a:moveTo>
                    <a:cubicBezTo>
                      <a:pt x="97" y="205"/>
                      <a:pt x="96" y="202"/>
                      <a:pt x="95" y="199"/>
                    </a:cubicBezTo>
                    <a:cubicBezTo>
                      <a:pt x="92" y="188"/>
                      <a:pt x="90" y="177"/>
                      <a:pt x="88" y="166"/>
                    </a:cubicBezTo>
                    <a:cubicBezTo>
                      <a:pt x="86" y="157"/>
                      <a:pt x="85" y="148"/>
                      <a:pt x="83" y="139"/>
                    </a:cubicBezTo>
                    <a:cubicBezTo>
                      <a:pt x="81" y="128"/>
                      <a:pt x="79" y="117"/>
                      <a:pt x="77" y="106"/>
                    </a:cubicBezTo>
                    <a:cubicBezTo>
                      <a:pt x="76" y="102"/>
                      <a:pt x="75" y="99"/>
                      <a:pt x="74" y="95"/>
                    </a:cubicBezTo>
                    <a:cubicBezTo>
                      <a:pt x="73" y="89"/>
                      <a:pt x="72" y="84"/>
                      <a:pt x="71" y="79"/>
                    </a:cubicBezTo>
                    <a:cubicBezTo>
                      <a:pt x="69" y="72"/>
                      <a:pt x="67" y="65"/>
                      <a:pt x="65" y="59"/>
                    </a:cubicBezTo>
                    <a:cubicBezTo>
                      <a:pt x="63" y="52"/>
                      <a:pt x="61" y="45"/>
                      <a:pt x="58" y="38"/>
                    </a:cubicBezTo>
                    <a:cubicBezTo>
                      <a:pt x="54" y="56"/>
                      <a:pt x="50" y="74"/>
                      <a:pt x="46" y="91"/>
                    </a:cubicBezTo>
                    <a:cubicBezTo>
                      <a:pt x="43" y="100"/>
                      <a:pt x="40" y="110"/>
                      <a:pt x="38" y="120"/>
                    </a:cubicBezTo>
                    <a:cubicBezTo>
                      <a:pt x="36" y="125"/>
                      <a:pt x="35" y="132"/>
                      <a:pt x="33" y="138"/>
                    </a:cubicBezTo>
                    <a:cubicBezTo>
                      <a:pt x="31" y="144"/>
                      <a:pt x="29" y="149"/>
                      <a:pt x="27" y="155"/>
                    </a:cubicBezTo>
                    <a:cubicBezTo>
                      <a:pt x="25" y="161"/>
                      <a:pt x="22" y="167"/>
                      <a:pt x="19" y="173"/>
                    </a:cubicBezTo>
                    <a:cubicBezTo>
                      <a:pt x="16" y="177"/>
                      <a:pt x="11" y="178"/>
                      <a:pt x="7" y="177"/>
                    </a:cubicBezTo>
                    <a:cubicBezTo>
                      <a:pt x="2" y="176"/>
                      <a:pt x="0" y="171"/>
                      <a:pt x="0" y="167"/>
                    </a:cubicBezTo>
                    <a:cubicBezTo>
                      <a:pt x="0" y="162"/>
                      <a:pt x="1" y="158"/>
                      <a:pt x="2" y="154"/>
                    </a:cubicBezTo>
                    <a:cubicBezTo>
                      <a:pt x="3" y="152"/>
                      <a:pt x="4" y="149"/>
                      <a:pt x="4" y="146"/>
                    </a:cubicBezTo>
                    <a:cubicBezTo>
                      <a:pt x="5" y="141"/>
                      <a:pt x="7" y="136"/>
                      <a:pt x="7" y="131"/>
                    </a:cubicBezTo>
                    <a:cubicBezTo>
                      <a:pt x="9" y="120"/>
                      <a:pt x="12" y="108"/>
                      <a:pt x="14" y="97"/>
                    </a:cubicBezTo>
                    <a:cubicBezTo>
                      <a:pt x="16" y="87"/>
                      <a:pt x="18" y="77"/>
                      <a:pt x="21" y="67"/>
                    </a:cubicBezTo>
                    <a:cubicBezTo>
                      <a:pt x="23" y="56"/>
                      <a:pt x="26" y="44"/>
                      <a:pt x="29" y="33"/>
                    </a:cubicBezTo>
                    <a:cubicBezTo>
                      <a:pt x="31" y="25"/>
                      <a:pt x="33" y="18"/>
                      <a:pt x="37" y="11"/>
                    </a:cubicBezTo>
                    <a:cubicBezTo>
                      <a:pt x="40" y="6"/>
                      <a:pt x="44" y="0"/>
                      <a:pt x="50" y="0"/>
                    </a:cubicBezTo>
                    <a:cubicBezTo>
                      <a:pt x="54" y="0"/>
                      <a:pt x="58" y="3"/>
                      <a:pt x="60" y="7"/>
                    </a:cubicBezTo>
                    <a:cubicBezTo>
                      <a:pt x="64" y="8"/>
                      <a:pt x="68" y="12"/>
                      <a:pt x="70" y="15"/>
                    </a:cubicBezTo>
                    <a:cubicBezTo>
                      <a:pt x="74" y="21"/>
                      <a:pt x="76" y="28"/>
                      <a:pt x="78" y="34"/>
                    </a:cubicBezTo>
                    <a:cubicBezTo>
                      <a:pt x="82" y="43"/>
                      <a:pt x="84" y="53"/>
                      <a:pt x="86" y="62"/>
                    </a:cubicBezTo>
                    <a:cubicBezTo>
                      <a:pt x="88" y="67"/>
                      <a:pt x="89" y="72"/>
                      <a:pt x="90" y="77"/>
                    </a:cubicBezTo>
                    <a:cubicBezTo>
                      <a:pt x="92" y="86"/>
                      <a:pt x="95" y="95"/>
                      <a:pt x="96" y="105"/>
                    </a:cubicBezTo>
                    <a:cubicBezTo>
                      <a:pt x="99" y="115"/>
                      <a:pt x="100" y="125"/>
                      <a:pt x="102" y="136"/>
                    </a:cubicBezTo>
                    <a:cubicBezTo>
                      <a:pt x="105" y="153"/>
                      <a:pt x="109" y="171"/>
                      <a:pt x="113" y="189"/>
                    </a:cubicBezTo>
                    <a:cubicBezTo>
                      <a:pt x="114" y="191"/>
                      <a:pt x="114" y="192"/>
                      <a:pt x="114" y="194"/>
                    </a:cubicBezTo>
                    <a:cubicBezTo>
                      <a:pt x="116" y="199"/>
                      <a:pt x="114" y="205"/>
                      <a:pt x="109" y="207"/>
                    </a:cubicBezTo>
                    <a:cubicBezTo>
                      <a:pt x="107" y="208"/>
                      <a:pt x="106" y="208"/>
                      <a:pt x="105" y="208"/>
                    </a:cubicBezTo>
                    <a:cubicBezTo>
                      <a:pt x="103" y="208"/>
                      <a:pt x="102" y="207"/>
                      <a:pt x="100" y="20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15" name="Google Shape;5215;p70"/>
              <p:cNvSpPr/>
              <p:nvPr/>
            </p:nvSpPr>
            <p:spPr>
              <a:xfrm>
                <a:off x="1249200" y="2260080"/>
                <a:ext cx="753840" cy="263520"/>
              </a:xfrm>
              <a:custGeom>
                <a:avLst/>
                <a:gdLst/>
                <a:ahLst/>
                <a:cxnLst/>
                <a:rect l="l" t="t" r="r" b="b"/>
                <a:pathLst>
                  <a:path w="2094" h="732" extrusionOk="0">
                    <a:moveTo>
                      <a:pt x="2074" y="728"/>
                    </a:moveTo>
                    <a:cubicBezTo>
                      <a:pt x="2062" y="716"/>
                      <a:pt x="2050" y="704"/>
                      <a:pt x="2038" y="691"/>
                    </a:cubicBezTo>
                    <a:cubicBezTo>
                      <a:pt x="2032" y="685"/>
                      <a:pt x="2026" y="679"/>
                      <a:pt x="2020" y="673"/>
                    </a:cubicBezTo>
                    <a:cubicBezTo>
                      <a:pt x="2014" y="666"/>
                      <a:pt x="2008" y="659"/>
                      <a:pt x="2002" y="653"/>
                    </a:cubicBezTo>
                    <a:cubicBezTo>
                      <a:pt x="1989" y="639"/>
                      <a:pt x="1974" y="627"/>
                      <a:pt x="1960" y="614"/>
                    </a:cubicBezTo>
                    <a:cubicBezTo>
                      <a:pt x="1953" y="608"/>
                      <a:pt x="1946" y="601"/>
                      <a:pt x="1940" y="595"/>
                    </a:cubicBezTo>
                    <a:cubicBezTo>
                      <a:pt x="1932" y="588"/>
                      <a:pt x="1925" y="580"/>
                      <a:pt x="1918" y="572"/>
                    </a:cubicBezTo>
                    <a:cubicBezTo>
                      <a:pt x="1906" y="558"/>
                      <a:pt x="1894" y="544"/>
                      <a:pt x="1881" y="530"/>
                    </a:cubicBezTo>
                    <a:cubicBezTo>
                      <a:pt x="1868" y="516"/>
                      <a:pt x="1854" y="502"/>
                      <a:pt x="1841" y="488"/>
                    </a:cubicBezTo>
                    <a:lnTo>
                      <a:pt x="1841" y="489"/>
                    </a:lnTo>
                    <a:cubicBezTo>
                      <a:pt x="1828" y="476"/>
                      <a:pt x="1815" y="463"/>
                      <a:pt x="1801" y="450"/>
                    </a:cubicBezTo>
                    <a:cubicBezTo>
                      <a:pt x="1786" y="436"/>
                      <a:pt x="1773" y="421"/>
                      <a:pt x="1759" y="406"/>
                    </a:cubicBezTo>
                    <a:cubicBezTo>
                      <a:pt x="1746" y="393"/>
                      <a:pt x="1732" y="379"/>
                      <a:pt x="1719" y="366"/>
                    </a:cubicBezTo>
                    <a:cubicBezTo>
                      <a:pt x="1706" y="352"/>
                      <a:pt x="1692" y="337"/>
                      <a:pt x="1679" y="323"/>
                    </a:cubicBezTo>
                    <a:cubicBezTo>
                      <a:pt x="1665" y="310"/>
                      <a:pt x="1651" y="297"/>
                      <a:pt x="1638" y="284"/>
                    </a:cubicBezTo>
                    <a:cubicBezTo>
                      <a:pt x="1625" y="272"/>
                      <a:pt x="1612" y="260"/>
                      <a:pt x="1598" y="248"/>
                    </a:cubicBezTo>
                    <a:cubicBezTo>
                      <a:pt x="1585" y="236"/>
                      <a:pt x="1572" y="223"/>
                      <a:pt x="1558" y="210"/>
                    </a:cubicBezTo>
                    <a:cubicBezTo>
                      <a:pt x="1552" y="204"/>
                      <a:pt x="1546" y="198"/>
                      <a:pt x="1539" y="192"/>
                    </a:cubicBezTo>
                    <a:cubicBezTo>
                      <a:pt x="1532" y="186"/>
                      <a:pt x="1525" y="180"/>
                      <a:pt x="1517" y="174"/>
                    </a:cubicBezTo>
                    <a:cubicBezTo>
                      <a:pt x="1511" y="169"/>
                      <a:pt x="1505" y="165"/>
                      <a:pt x="1498" y="160"/>
                    </a:cubicBezTo>
                    <a:cubicBezTo>
                      <a:pt x="1495" y="158"/>
                      <a:pt x="1491" y="155"/>
                      <a:pt x="1487" y="153"/>
                    </a:cubicBezTo>
                    <a:cubicBezTo>
                      <a:pt x="1484" y="151"/>
                      <a:pt x="1479" y="149"/>
                      <a:pt x="1476" y="146"/>
                    </a:cubicBezTo>
                    <a:cubicBezTo>
                      <a:pt x="1450" y="132"/>
                      <a:pt x="1424" y="119"/>
                      <a:pt x="1396" y="107"/>
                    </a:cubicBezTo>
                    <a:cubicBezTo>
                      <a:pt x="1386" y="103"/>
                      <a:pt x="1375" y="100"/>
                      <a:pt x="1365" y="96"/>
                    </a:cubicBezTo>
                    <a:cubicBezTo>
                      <a:pt x="1355" y="93"/>
                      <a:pt x="1345" y="89"/>
                      <a:pt x="1335" y="86"/>
                    </a:cubicBezTo>
                    <a:cubicBezTo>
                      <a:pt x="1314" y="79"/>
                      <a:pt x="1293" y="72"/>
                      <a:pt x="1271" y="67"/>
                    </a:cubicBezTo>
                    <a:cubicBezTo>
                      <a:pt x="1264" y="65"/>
                      <a:pt x="1256" y="63"/>
                      <a:pt x="1248" y="61"/>
                    </a:cubicBezTo>
                    <a:cubicBezTo>
                      <a:pt x="1239" y="60"/>
                      <a:pt x="1230" y="58"/>
                      <a:pt x="1220" y="56"/>
                    </a:cubicBezTo>
                    <a:cubicBezTo>
                      <a:pt x="1203" y="53"/>
                      <a:pt x="1186" y="50"/>
                      <a:pt x="1170" y="46"/>
                    </a:cubicBezTo>
                    <a:cubicBezTo>
                      <a:pt x="1137" y="40"/>
                      <a:pt x="1104" y="33"/>
                      <a:pt x="1072" y="29"/>
                    </a:cubicBezTo>
                    <a:cubicBezTo>
                      <a:pt x="1055" y="27"/>
                      <a:pt x="1039" y="25"/>
                      <a:pt x="1022" y="24"/>
                    </a:cubicBezTo>
                    <a:cubicBezTo>
                      <a:pt x="1006" y="23"/>
                      <a:pt x="990" y="22"/>
                      <a:pt x="974" y="21"/>
                    </a:cubicBezTo>
                    <a:cubicBezTo>
                      <a:pt x="964" y="22"/>
                      <a:pt x="956" y="22"/>
                      <a:pt x="946" y="22"/>
                    </a:cubicBezTo>
                    <a:cubicBezTo>
                      <a:pt x="937" y="23"/>
                      <a:pt x="928" y="24"/>
                      <a:pt x="919" y="26"/>
                    </a:cubicBezTo>
                    <a:cubicBezTo>
                      <a:pt x="899" y="29"/>
                      <a:pt x="879" y="33"/>
                      <a:pt x="860" y="38"/>
                    </a:cubicBezTo>
                    <a:cubicBezTo>
                      <a:pt x="840" y="43"/>
                      <a:pt x="820" y="48"/>
                      <a:pt x="800" y="53"/>
                    </a:cubicBezTo>
                    <a:cubicBezTo>
                      <a:pt x="801" y="53"/>
                      <a:pt x="801" y="53"/>
                      <a:pt x="801" y="53"/>
                    </a:cubicBezTo>
                    <a:cubicBezTo>
                      <a:pt x="795" y="54"/>
                      <a:pt x="790" y="56"/>
                      <a:pt x="784" y="57"/>
                    </a:cubicBezTo>
                    <a:lnTo>
                      <a:pt x="785" y="57"/>
                    </a:lnTo>
                    <a:cubicBezTo>
                      <a:pt x="772" y="61"/>
                      <a:pt x="759" y="65"/>
                      <a:pt x="746" y="69"/>
                    </a:cubicBezTo>
                    <a:cubicBezTo>
                      <a:pt x="734" y="74"/>
                      <a:pt x="723" y="78"/>
                      <a:pt x="711" y="82"/>
                    </a:cubicBezTo>
                    <a:cubicBezTo>
                      <a:pt x="700" y="86"/>
                      <a:pt x="690" y="91"/>
                      <a:pt x="680" y="96"/>
                    </a:cubicBezTo>
                    <a:cubicBezTo>
                      <a:pt x="671" y="100"/>
                      <a:pt x="661" y="104"/>
                      <a:pt x="652" y="109"/>
                    </a:cubicBezTo>
                    <a:cubicBezTo>
                      <a:pt x="632" y="117"/>
                      <a:pt x="611" y="126"/>
                      <a:pt x="591" y="135"/>
                    </a:cubicBezTo>
                    <a:cubicBezTo>
                      <a:pt x="572" y="144"/>
                      <a:pt x="553" y="152"/>
                      <a:pt x="534" y="160"/>
                    </a:cubicBezTo>
                    <a:cubicBezTo>
                      <a:pt x="514" y="170"/>
                      <a:pt x="494" y="178"/>
                      <a:pt x="474" y="189"/>
                    </a:cubicBezTo>
                    <a:cubicBezTo>
                      <a:pt x="472" y="190"/>
                      <a:pt x="470" y="191"/>
                      <a:pt x="469" y="192"/>
                    </a:cubicBezTo>
                    <a:cubicBezTo>
                      <a:pt x="469" y="191"/>
                      <a:pt x="470" y="191"/>
                      <a:pt x="470" y="191"/>
                    </a:cubicBezTo>
                    <a:cubicBezTo>
                      <a:pt x="452" y="202"/>
                      <a:pt x="434" y="213"/>
                      <a:pt x="417" y="225"/>
                    </a:cubicBezTo>
                    <a:cubicBezTo>
                      <a:pt x="408" y="230"/>
                      <a:pt x="399" y="237"/>
                      <a:pt x="390" y="243"/>
                    </a:cubicBezTo>
                    <a:cubicBezTo>
                      <a:pt x="381" y="248"/>
                      <a:pt x="372" y="254"/>
                      <a:pt x="363" y="260"/>
                    </a:cubicBezTo>
                    <a:cubicBezTo>
                      <a:pt x="346" y="271"/>
                      <a:pt x="329" y="283"/>
                      <a:pt x="311" y="293"/>
                    </a:cubicBezTo>
                    <a:cubicBezTo>
                      <a:pt x="291" y="304"/>
                      <a:pt x="272" y="315"/>
                      <a:pt x="253" y="326"/>
                    </a:cubicBezTo>
                    <a:cubicBezTo>
                      <a:pt x="241" y="333"/>
                      <a:pt x="229" y="340"/>
                      <a:pt x="217" y="349"/>
                    </a:cubicBezTo>
                    <a:cubicBezTo>
                      <a:pt x="205" y="357"/>
                      <a:pt x="192" y="366"/>
                      <a:pt x="181" y="375"/>
                    </a:cubicBezTo>
                    <a:cubicBezTo>
                      <a:pt x="158" y="392"/>
                      <a:pt x="137" y="410"/>
                      <a:pt x="114" y="427"/>
                    </a:cubicBezTo>
                    <a:cubicBezTo>
                      <a:pt x="91" y="445"/>
                      <a:pt x="68" y="461"/>
                      <a:pt x="44" y="478"/>
                    </a:cubicBezTo>
                    <a:cubicBezTo>
                      <a:pt x="38" y="483"/>
                      <a:pt x="32" y="488"/>
                      <a:pt x="26" y="493"/>
                    </a:cubicBezTo>
                    <a:cubicBezTo>
                      <a:pt x="25" y="495"/>
                      <a:pt x="23" y="497"/>
                      <a:pt x="22" y="498"/>
                    </a:cubicBezTo>
                    <a:cubicBezTo>
                      <a:pt x="22" y="498"/>
                      <a:pt x="22" y="497"/>
                      <a:pt x="23" y="497"/>
                    </a:cubicBezTo>
                    <a:cubicBezTo>
                      <a:pt x="22" y="498"/>
                      <a:pt x="22" y="498"/>
                      <a:pt x="22" y="498"/>
                    </a:cubicBezTo>
                    <a:lnTo>
                      <a:pt x="22" y="499"/>
                    </a:lnTo>
                    <a:cubicBezTo>
                      <a:pt x="22" y="500"/>
                      <a:pt x="22" y="500"/>
                      <a:pt x="21" y="501"/>
                    </a:cubicBezTo>
                    <a:cubicBezTo>
                      <a:pt x="21" y="507"/>
                      <a:pt x="15" y="511"/>
                      <a:pt x="9" y="509"/>
                    </a:cubicBezTo>
                    <a:cubicBezTo>
                      <a:pt x="4" y="508"/>
                      <a:pt x="0" y="503"/>
                      <a:pt x="1" y="497"/>
                    </a:cubicBezTo>
                    <a:cubicBezTo>
                      <a:pt x="1" y="497"/>
                      <a:pt x="1" y="496"/>
                      <a:pt x="1" y="495"/>
                    </a:cubicBezTo>
                    <a:cubicBezTo>
                      <a:pt x="1" y="494"/>
                      <a:pt x="2" y="493"/>
                      <a:pt x="2" y="491"/>
                    </a:cubicBezTo>
                    <a:cubicBezTo>
                      <a:pt x="3" y="489"/>
                      <a:pt x="4" y="487"/>
                      <a:pt x="5" y="486"/>
                    </a:cubicBezTo>
                    <a:cubicBezTo>
                      <a:pt x="7" y="483"/>
                      <a:pt x="9" y="481"/>
                      <a:pt x="11" y="479"/>
                    </a:cubicBezTo>
                    <a:cubicBezTo>
                      <a:pt x="13" y="477"/>
                      <a:pt x="15" y="475"/>
                      <a:pt x="18" y="473"/>
                    </a:cubicBezTo>
                    <a:cubicBezTo>
                      <a:pt x="22" y="469"/>
                      <a:pt x="27" y="466"/>
                      <a:pt x="32" y="462"/>
                    </a:cubicBezTo>
                    <a:cubicBezTo>
                      <a:pt x="36" y="459"/>
                      <a:pt x="41" y="455"/>
                      <a:pt x="46" y="452"/>
                    </a:cubicBezTo>
                    <a:cubicBezTo>
                      <a:pt x="51" y="449"/>
                      <a:pt x="56" y="445"/>
                      <a:pt x="60" y="442"/>
                    </a:cubicBezTo>
                    <a:cubicBezTo>
                      <a:pt x="78" y="430"/>
                      <a:pt x="95" y="417"/>
                      <a:pt x="113" y="404"/>
                    </a:cubicBezTo>
                    <a:cubicBezTo>
                      <a:pt x="126" y="393"/>
                      <a:pt x="139" y="383"/>
                      <a:pt x="153" y="373"/>
                    </a:cubicBezTo>
                    <a:cubicBezTo>
                      <a:pt x="167" y="361"/>
                      <a:pt x="182" y="350"/>
                      <a:pt x="197" y="339"/>
                    </a:cubicBezTo>
                    <a:cubicBezTo>
                      <a:pt x="212" y="329"/>
                      <a:pt x="228" y="318"/>
                      <a:pt x="244" y="309"/>
                    </a:cubicBezTo>
                    <a:cubicBezTo>
                      <a:pt x="260" y="300"/>
                      <a:pt x="276" y="292"/>
                      <a:pt x="291" y="282"/>
                    </a:cubicBezTo>
                    <a:cubicBezTo>
                      <a:pt x="328" y="260"/>
                      <a:pt x="363" y="236"/>
                      <a:pt x="399" y="212"/>
                    </a:cubicBezTo>
                    <a:cubicBezTo>
                      <a:pt x="408" y="206"/>
                      <a:pt x="417" y="200"/>
                      <a:pt x="427" y="194"/>
                    </a:cubicBezTo>
                    <a:cubicBezTo>
                      <a:pt x="435" y="188"/>
                      <a:pt x="444" y="183"/>
                      <a:pt x="453" y="177"/>
                    </a:cubicBezTo>
                    <a:cubicBezTo>
                      <a:pt x="462" y="172"/>
                      <a:pt x="471" y="167"/>
                      <a:pt x="481" y="162"/>
                    </a:cubicBezTo>
                    <a:cubicBezTo>
                      <a:pt x="492" y="157"/>
                      <a:pt x="502" y="152"/>
                      <a:pt x="513" y="148"/>
                    </a:cubicBezTo>
                    <a:cubicBezTo>
                      <a:pt x="533" y="139"/>
                      <a:pt x="552" y="130"/>
                      <a:pt x="572" y="121"/>
                    </a:cubicBezTo>
                    <a:cubicBezTo>
                      <a:pt x="591" y="113"/>
                      <a:pt x="611" y="104"/>
                      <a:pt x="630" y="96"/>
                    </a:cubicBezTo>
                    <a:cubicBezTo>
                      <a:pt x="640" y="92"/>
                      <a:pt x="650" y="87"/>
                      <a:pt x="660" y="83"/>
                    </a:cubicBezTo>
                    <a:cubicBezTo>
                      <a:pt x="670" y="78"/>
                      <a:pt x="680" y="73"/>
                      <a:pt x="691" y="68"/>
                    </a:cubicBezTo>
                    <a:cubicBezTo>
                      <a:pt x="700" y="64"/>
                      <a:pt x="710" y="60"/>
                      <a:pt x="721" y="57"/>
                    </a:cubicBezTo>
                    <a:cubicBezTo>
                      <a:pt x="731" y="53"/>
                      <a:pt x="741" y="49"/>
                      <a:pt x="752" y="46"/>
                    </a:cubicBezTo>
                    <a:cubicBezTo>
                      <a:pt x="763" y="42"/>
                      <a:pt x="776" y="39"/>
                      <a:pt x="788" y="35"/>
                    </a:cubicBezTo>
                    <a:cubicBezTo>
                      <a:pt x="787" y="36"/>
                      <a:pt x="787" y="36"/>
                      <a:pt x="787" y="36"/>
                    </a:cubicBezTo>
                    <a:cubicBezTo>
                      <a:pt x="807" y="30"/>
                      <a:pt x="828" y="25"/>
                      <a:pt x="848" y="20"/>
                    </a:cubicBezTo>
                    <a:cubicBezTo>
                      <a:pt x="858" y="17"/>
                      <a:pt x="869" y="15"/>
                      <a:pt x="879" y="12"/>
                    </a:cubicBezTo>
                    <a:cubicBezTo>
                      <a:pt x="890" y="10"/>
                      <a:pt x="900" y="8"/>
                      <a:pt x="910" y="6"/>
                    </a:cubicBezTo>
                    <a:cubicBezTo>
                      <a:pt x="931" y="3"/>
                      <a:pt x="953" y="0"/>
                      <a:pt x="975" y="1"/>
                    </a:cubicBezTo>
                    <a:cubicBezTo>
                      <a:pt x="996" y="1"/>
                      <a:pt x="1017" y="3"/>
                      <a:pt x="1038" y="5"/>
                    </a:cubicBezTo>
                    <a:cubicBezTo>
                      <a:pt x="1060" y="7"/>
                      <a:pt x="1082" y="10"/>
                      <a:pt x="1104" y="13"/>
                    </a:cubicBezTo>
                    <a:cubicBezTo>
                      <a:pt x="1126" y="17"/>
                      <a:pt x="1147" y="22"/>
                      <a:pt x="1170" y="26"/>
                    </a:cubicBezTo>
                    <a:cubicBezTo>
                      <a:pt x="1191" y="30"/>
                      <a:pt x="1211" y="34"/>
                      <a:pt x="1233" y="38"/>
                    </a:cubicBezTo>
                    <a:cubicBezTo>
                      <a:pt x="1244" y="40"/>
                      <a:pt x="1255" y="42"/>
                      <a:pt x="1266" y="45"/>
                    </a:cubicBezTo>
                    <a:cubicBezTo>
                      <a:pt x="1276" y="47"/>
                      <a:pt x="1287" y="50"/>
                      <a:pt x="1297" y="53"/>
                    </a:cubicBezTo>
                    <a:cubicBezTo>
                      <a:pt x="1317" y="59"/>
                      <a:pt x="1338" y="66"/>
                      <a:pt x="1359" y="72"/>
                    </a:cubicBezTo>
                    <a:cubicBezTo>
                      <a:pt x="1379" y="79"/>
                      <a:pt x="1400" y="86"/>
                      <a:pt x="1419" y="96"/>
                    </a:cubicBezTo>
                    <a:cubicBezTo>
                      <a:pt x="1440" y="105"/>
                      <a:pt x="1461" y="115"/>
                      <a:pt x="1481" y="126"/>
                    </a:cubicBezTo>
                    <a:cubicBezTo>
                      <a:pt x="1500" y="137"/>
                      <a:pt x="1519" y="149"/>
                      <a:pt x="1537" y="162"/>
                    </a:cubicBezTo>
                    <a:cubicBezTo>
                      <a:pt x="1553" y="175"/>
                      <a:pt x="1568" y="191"/>
                      <a:pt x="1583" y="205"/>
                    </a:cubicBezTo>
                    <a:cubicBezTo>
                      <a:pt x="1599" y="220"/>
                      <a:pt x="1614" y="234"/>
                      <a:pt x="1630" y="248"/>
                    </a:cubicBezTo>
                    <a:cubicBezTo>
                      <a:pt x="1647" y="264"/>
                      <a:pt x="1664" y="279"/>
                      <a:pt x="1679" y="295"/>
                    </a:cubicBezTo>
                    <a:cubicBezTo>
                      <a:pt x="1695" y="310"/>
                      <a:pt x="1709" y="325"/>
                      <a:pt x="1724" y="340"/>
                    </a:cubicBezTo>
                    <a:cubicBezTo>
                      <a:pt x="1737" y="354"/>
                      <a:pt x="1750" y="368"/>
                      <a:pt x="1764" y="381"/>
                    </a:cubicBezTo>
                    <a:cubicBezTo>
                      <a:pt x="1777" y="395"/>
                      <a:pt x="1789" y="408"/>
                      <a:pt x="1801" y="421"/>
                    </a:cubicBezTo>
                    <a:cubicBezTo>
                      <a:pt x="1814" y="434"/>
                      <a:pt x="1827" y="446"/>
                      <a:pt x="1840" y="458"/>
                    </a:cubicBezTo>
                    <a:cubicBezTo>
                      <a:pt x="1854" y="472"/>
                      <a:pt x="1868" y="486"/>
                      <a:pt x="1882" y="500"/>
                    </a:cubicBezTo>
                    <a:cubicBezTo>
                      <a:pt x="1895" y="514"/>
                      <a:pt x="1907" y="528"/>
                      <a:pt x="1920" y="541"/>
                    </a:cubicBezTo>
                    <a:cubicBezTo>
                      <a:pt x="1932" y="554"/>
                      <a:pt x="1943" y="568"/>
                      <a:pt x="1956" y="581"/>
                    </a:cubicBezTo>
                    <a:cubicBezTo>
                      <a:pt x="1975" y="600"/>
                      <a:pt x="1996" y="617"/>
                      <a:pt x="2015" y="635"/>
                    </a:cubicBezTo>
                    <a:cubicBezTo>
                      <a:pt x="2024" y="645"/>
                      <a:pt x="2034" y="655"/>
                      <a:pt x="2043" y="664"/>
                    </a:cubicBezTo>
                    <a:cubicBezTo>
                      <a:pt x="2052" y="674"/>
                      <a:pt x="2061" y="684"/>
                      <a:pt x="2070" y="694"/>
                    </a:cubicBezTo>
                    <a:cubicBezTo>
                      <a:pt x="2074" y="696"/>
                      <a:pt x="2077" y="699"/>
                      <a:pt x="2080" y="702"/>
                    </a:cubicBezTo>
                    <a:cubicBezTo>
                      <a:pt x="2083" y="705"/>
                      <a:pt x="2086" y="708"/>
                      <a:pt x="2089" y="712"/>
                    </a:cubicBezTo>
                    <a:cubicBezTo>
                      <a:pt x="2091" y="713"/>
                      <a:pt x="2092" y="716"/>
                      <a:pt x="2093" y="719"/>
                    </a:cubicBezTo>
                    <a:cubicBezTo>
                      <a:pt x="2093" y="722"/>
                      <a:pt x="2092" y="725"/>
                      <a:pt x="2090" y="727"/>
                    </a:cubicBezTo>
                    <a:cubicBezTo>
                      <a:pt x="2088" y="730"/>
                      <a:pt x="2085" y="731"/>
                      <a:pt x="2082" y="731"/>
                    </a:cubicBezTo>
                    <a:cubicBezTo>
                      <a:pt x="2079" y="731"/>
                      <a:pt x="2077" y="730"/>
                      <a:pt x="2074" y="7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16" name="Google Shape;5216;p70"/>
              <p:cNvSpPr/>
              <p:nvPr/>
            </p:nvSpPr>
            <p:spPr>
              <a:xfrm>
                <a:off x="1985040" y="2509200"/>
                <a:ext cx="199080" cy="149400"/>
              </a:xfrm>
              <a:custGeom>
                <a:avLst/>
                <a:gdLst/>
                <a:ahLst/>
                <a:cxnLst/>
                <a:rect l="l" t="t" r="r" b="b"/>
                <a:pathLst>
                  <a:path w="553" h="415" extrusionOk="0">
                    <a:moveTo>
                      <a:pt x="537" y="414"/>
                    </a:moveTo>
                    <a:cubicBezTo>
                      <a:pt x="516" y="407"/>
                      <a:pt x="495" y="399"/>
                      <a:pt x="475" y="390"/>
                    </a:cubicBezTo>
                    <a:cubicBezTo>
                      <a:pt x="456" y="381"/>
                      <a:pt x="436" y="372"/>
                      <a:pt x="416" y="363"/>
                    </a:cubicBezTo>
                    <a:cubicBezTo>
                      <a:pt x="406" y="360"/>
                      <a:pt x="397" y="356"/>
                      <a:pt x="387" y="352"/>
                    </a:cubicBezTo>
                    <a:cubicBezTo>
                      <a:pt x="376" y="348"/>
                      <a:pt x="366" y="345"/>
                      <a:pt x="355" y="340"/>
                    </a:cubicBezTo>
                    <a:cubicBezTo>
                      <a:pt x="345" y="336"/>
                      <a:pt x="334" y="332"/>
                      <a:pt x="324" y="327"/>
                    </a:cubicBezTo>
                    <a:cubicBezTo>
                      <a:pt x="314" y="322"/>
                      <a:pt x="304" y="316"/>
                      <a:pt x="294" y="310"/>
                    </a:cubicBezTo>
                    <a:cubicBezTo>
                      <a:pt x="287" y="305"/>
                      <a:pt x="280" y="301"/>
                      <a:pt x="273" y="296"/>
                    </a:cubicBezTo>
                    <a:cubicBezTo>
                      <a:pt x="268" y="292"/>
                      <a:pt x="262" y="288"/>
                      <a:pt x="257" y="284"/>
                    </a:cubicBezTo>
                    <a:cubicBezTo>
                      <a:pt x="258" y="284"/>
                      <a:pt x="258" y="285"/>
                      <a:pt x="258" y="285"/>
                    </a:cubicBezTo>
                    <a:cubicBezTo>
                      <a:pt x="240" y="271"/>
                      <a:pt x="222" y="256"/>
                      <a:pt x="205" y="241"/>
                    </a:cubicBezTo>
                    <a:cubicBezTo>
                      <a:pt x="197" y="233"/>
                      <a:pt x="189" y="226"/>
                      <a:pt x="182" y="218"/>
                    </a:cubicBezTo>
                    <a:cubicBezTo>
                      <a:pt x="175" y="209"/>
                      <a:pt x="168" y="201"/>
                      <a:pt x="161" y="193"/>
                    </a:cubicBezTo>
                    <a:cubicBezTo>
                      <a:pt x="153" y="183"/>
                      <a:pt x="146" y="174"/>
                      <a:pt x="137" y="165"/>
                    </a:cubicBezTo>
                    <a:lnTo>
                      <a:pt x="138" y="166"/>
                    </a:lnTo>
                    <a:cubicBezTo>
                      <a:pt x="135" y="163"/>
                      <a:pt x="132" y="159"/>
                      <a:pt x="128" y="156"/>
                    </a:cubicBezTo>
                    <a:cubicBezTo>
                      <a:pt x="112" y="141"/>
                      <a:pt x="96" y="126"/>
                      <a:pt x="79" y="110"/>
                    </a:cubicBezTo>
                    <a:cubicBezTo>
                      <a:pt x="72" y="103"/>
                      <a:pt x="64" y="96"/>
                      <a:pt x="57" y="88"/>
                    </a:cubicBezTo>
                    <a:cubicBezTo>
                      <a:pt x="50" y="79"/>
                      <a:pt x="42" y="71"/>
                      <a:pt x="35" y="62"/>
                    </a:cubicBezTo>
                    <a:cubicBezTo>
                      <a:pt x="29" y="55"/>
                      <a:pt x="24" y="47"/>
                      <a:pt x="19" y="40"/>
                    </a:cubicBezTo>
                    <a:cubicBezTo>
                      <a:pt x="16" y="37"/>
                      <a:pt x="14" y="33"/>
                      <a:pt x="12" y="31"/>
                    </a:cubicBezTo>
                    <a:cubicBezTo>
                      <a:pt x="10" y="27"/>
                      <a:pt x="8" y="24"/>
                      <a:pt x="6" y="21"/>
                    </a:cubicBezTo>
                    <a:cubicBezTo>
                      <a:pt x="6" y="21"/>
                      <a:pt x="5" y="21"/>
                      <a:pt x="5" y="20"/>
                    </a:cubicBezTo>
                    <a:cubicBezTo>
                      <a:pt x="5" y="19"/>
                      <a:pt x="4" y="19"/>
                      <a:pt x="4" y="18"/>
                    </a:cubicBezTo>
                    <a:cubicBezTo>
                      <a:pt x="0" y="14"/>
                      <a:pt x="2" y="7"/>
                      <a:pt x="6" y="3"/>
                    </a:cubicBezTo>
                    <a:cubicBezTo>
                      <a:pt x="11" y="0"/>
                      <a:pt x="17" y="1"/>
                      <a:pt x="20" y="5"/>
                    </a:cubicBezTo>
                    <a:cubicBezTo>
                      <a:pt x="21" y="6"/>
                      <a:pt x="22" y="7"/>
                      <a:pt x="23" y="8"/>
                    </a:cubicBezTo>
                    <a:cubicBezTo>
                      <a:pt x="24" y="10"/>
                      <a:pt x="25" y="12"/>
                      <a:pt x="26" y="14"/>
                    </a:cubicBezTo>
                    <a:cubicBezTo>
                      <a:pt x="27" y="17"/>
                      <a:pt x="30" y="19"/>
                      <a:pt x="31" y="22"/>
                    </a:cubicBezTo>
                    <a:cubicBezTo>
                      <a:pt x="36" y="29"/>
                      <a:pt x="40" y="35"/>
                      <a:pt x="45" y="41"/>
                    </a:cubicBezTo>
                    <a:cubicBezTo>
                      <a:pt x="51" y="49"/>
                      <a:pt x="57" y="57"/>
                      <a:pt x="64" y="65"/>
                    </a:cubicBezTo>
                    <a:cubicBezTo>
                      <a:pt x="70" y="72"/>
                      <a:pt x="76" y="79"/>
                      <a:pt x="83" y="86"/>
                    </a:cubicBezTo>
                    <a:lnTo>
                      <a:pt x="82" y="85"/>
                    </a:lnTo>
                    <a:cubicBezTo>
                      <a:pt x="87" y="90"/>
                      <a:pt x="92" y="95"/>
                      <a:pt x="97" y="100"/>
                    </a:cubicBezTo>
                    <a:cubicBezTo>
                      <a:pt x="102" y="105"/>
                      <a:pt x="107" y="109"/>
                      <a:pt x="112" y="114"/>
                    </a:cubicBezTo>
                    <a:cubicBezTo>
                      <a:pt x="122" y="123"/>
                      <a:pt x="133" y="132"/>
                      <a:pt x="143" y="142"/>
                    </a:cubicBezTo>
                    <a:cubicBezTo>
                      <a:pt x="142" y="142"/>
                      <a:pt x="142" y="142"/>
                      <a:pt x="142" y="141"/>
                    </a:cubicBezTo>
                    <a:cubicBezTo>
                      <a:pt x="143" y="143"/>
                      <a:pt x="145" y="144"/>
                      <a:pt x="146" y="145"/>
                    </a:cubicBezTo>
                    <a:lnTo>
                      <a:pt x="145" y="145"/>
                    </a:lnTo>
                    <a:cubicBezTo>
                      <a:pt x="147" y="146"/>
                      <a:pt x="149" y="149"/>
                      <a:pt x="151" y="151"/>
                    </a:cubicBezTo>
                    <a:lnTo>
                      <a:pt x="150" y="150"/>
                    </a:lnTo>
                    <a:cubicBezTo>
                      <a:pt x="161" y="160"/>
                      <a:pt x="170" y="172"/>
                      <a:pt x="179" y="183"/>
                    </a:cubicBezTo>
                    <a:cubicBezTo>
                      <a:pt x="184" y="188"/>
                      <a:pt x="188" y="194"/>
                      <a:pt x="193" y="199"/>
                    </a:cubicBezTo>
                    <a:cubicBezTo>
                      <a:pt x="198" y="205"/>
                      <a:pt x="203" y="211"/>
                      <a:pt x="209" y="216"/>
                    </a:cubicBezTo>
                    <a:cubicBezTo>
                      <a:pt x="217" y="224"/>
                      <a:pt x="225" y="231"/>
                      <a:pt x="234" y="239"/>
                    </a:cubicBezTo>
                    <a:cubicBezTo>
                      <a:pt x="242" y="245"/>
                      <a:pt x="249" y="252"/>
                      <a:pt x="258" y="259"/>
                    </a:cubicBezTo>
                    <a:cubicBezTo>
                      <a:pt x="259" y="259"/>
                      <a:pt x="259" y="260"/>
                      <a:pt x="260" y="261"/>
                    </a:cubicBezTo>
                    <a:cubicBezTo>
                      <a:pt x="260" y="261"/>
                      <a:pt x="261" y="261"/>
                      <a:pt x="262" y="262"/>
                    </a:cubicBezTo>
                    <a:lnTo>
                      <a:pt x="261" y="262"/>
                    </a:lnTo>
                    <a:cubicBezTo>
                      <a:pt x="263" y="263"/>
                      <a:pt x="265" y="264"/>
                      <a:pt x="266" y="265"/>
                    </a:cubicBezTo>
                    <a:cubicBezTo>
                      <a:pt x="266" y="265"/>
                      <a:pt x="267" y="266"/>
                      <a:pt x="268" y="267"/>
                    </a:cubicBezTo>
                    <a:lnTo>
                      <a:pt x="267" y="266"/>
                    </a:lnTo>
                    <a:cubicBezTo>
                      <a:pt x="268" y="267"/>
                      <a:pt x="268" y="267"/>
                      <a:pt x="268" y="267"/>
                    </a:cubicBezTo>
                    <a:cubicBezTo>
                      <a:pt x="268" y="267"/>
                      <a:pt x="269" y="267"/>
                      <a:pt x="269" y="268"/>
                    </a:cubicBezTo>
                    <a:lnTo>
                      <a:pt x="269" y="267"/>
                    </a:lnTo>
                    <a:cubicBezTo>
                      <a:pt x="269" y="268"/>
                      <a:pt x="269" y="268"/>
                      <a:pt x="269" y="268"/>
                    </a:cubicBezTo>
                    <a:cubicBezTo>
                      <a:pt x="276" y="273"/>
                      <a:pt x="283" y="278"/>
                      <a:pt x="290" y="283"/>
                    </a:cubicBezTo>
                    <a:cubicBezTo>
                      <a:pt x="297" y="288"/>
                      <a:pt x="305" y="293"/>
                      <a:pt x="312" y="297"/>
                    </a:cubicBezTo>
                    <a:cubicBezTo>
                      <a:pt x="318" y="300"/>
                      <a:pt x="323" y="304"/>
                      <a:pt x="330" y="307"/>
                    </a:cubicBezTo>
                    <a:cubicBezTo>
                      <a:pt x="332" y="308"/>
                      <a:pt x="334" y="310"/>
                      <a:pt x="337" y="311"/>
                    </a:cubicBezTo>
                    <a:cubicBezTo>
                      <a:pt x="341" y="313"/>
                      <a:pt x="344" y="315"/>
                      <a:pt x="348" y="316"/>
                    </a:cubicBezTo>
                    <a:lnTo>
                      <a:pt x="347" y="316"/>
                    </a:lnTo>
                    <a:cubicBezTo>
                      <a:pt x="357" y="320"/>
                      <a:pt x="368" y="324"/>
                      <a:pt x="378" y="328"/>
                    </a:cubicBezTo>
                    <a:cubicBezTo>
                      <a:pt x="388" y="332"/>
                      <a:pt x="399" y="335"/>
                      <a:pt x="409" y="339"/>
                    </a:cubicBezTo>
                    <a:cubicBezTo>
                      <a:pt x="420" y="343"/>
                      <a:pt x="430" y="347"/>
                      <a:pt x="441" y="352"/>
                    </a:cubicBezTo>
                    <a:cubicBezTo>
                      <a:pt x="450" y="357"/>
                      <a:pt x="460" y="361"/>
                      <a:pt x="470" y="366"/>
                    </a:cubicBezTo>
                    <a:cubicBezTo>
                      <a:pt x="480" y="370"/>
                      <a:pt x="489" y="374"/>
                      <a:pt x="498" y="378"/>
                    </a:cubicBezTo>
                    <a:cubicBezTo>
                      <a:pt x="505" y="381"/>
                      <a:pt x="513" y="384"/>
                      <a:pt x="520" y="386"/>
                    </a:cubicBezTo>
                    <a:cubicBezTo>
                      <a:pt x="528" y="390"/>
                      <a:pt x="536" y="392"/>
                      <a:pt x="544" y="395"/>
                    </a:cubicBezTo>
                    <a:cubicBezTo>
                      <a:pt x="549" y="397"/>
                      <a:pt x="552" y="403"/>
                      <a:pt x="550" y="408"/>
                    </a:cubicBezTo>
                    <a:cubicBezTo>
                      <a:pt x="548" y="412"/>
                      <a:pt x="544" y="414"/>
                      <a:pt x="540" y="414"/>
                    </a:cubicBezTo>
                    <a:cubicBezTo>
                      <a:pt x="539" y="414"/>
                      <a:pt x="538" y="414"/>
                      <a:pt x="537" y="4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17" name="Google Shape;5217;p70"/>
              <p:cNvSpPr/>
              <p:nvPr/>
            </p:nvSpPr>
            <p:spPr>
              <a:xfrm>
                <a:off x="1271880" y="2240640"/>
                <a:ext cx="846360" cy="544320"/>
              </a:xfrm>
              <a:custGeom>
                <a:avLst/>
                <a:gdLst/>
                <a:ahLst/>
                <a:cxnLst/>
                <a:rect l="l" t="t" r="r" b="b"/>
                <a:pathLst>
                  <a:path w="2351" h="1512" extrusionOk="0">
                    <a:moveTo>
                      <a:pt x="10" y="1511"/>
                    </a:moveTo>
                    <a:cubicBezTo>
                      <a:pt x="4" y="1511"/>
                      <a:pt x="0" y="1505"/>
                      <a:pt x="0" y="1500"/>
                    </a:cubicBezTo>
                    <a:cubicBezTo>
                      <a:pt x="1" y="1494"/>
                      <a:pt x="5" y="1490"/>
                      <a:pt x="11" y="1490"/>
                    </a:cubicBezTo>
                    <a:cubicBezTo>
                      <a:pt x="22" y="1491"/>
                      <a:pt x="33" y="1491"/>
                      <a:pt x="45" y="1491"/>
                    </a:cubicBezTo>
                    <a:cubicBezTo>
                      <a:pt x="50" y="1491"/>
                      <a:pt x="55" y="1491"/>
                      <a:pt x="60" y="1491"/>
                    </a:cubicBezTo>
                    <a:cubicBezTo>
                      <a:pt x="65" y="1491"/>
                      <a:pt x="70" y="1491"/>
                      <a:pt x="75" y="1490"/>
                    </a:cubicBezTo>
                    <a:cubicBezTo>
                      <a:pt x="79" y="1490"/>
                      <a:pt x="83" y="1490"/>
                      <a:pt x="87" y="1490"/>
                    </a:cubicBezTo>
                    <a:cubicBezTo>
                      <a:pt x="93" y="1489"/>
                      <a:pt x="98" y="1488"/>
                      <a:pt x="103" y="1488"/>
                    </a:cubicBezTo>
                    <a:lnTo>
                      <a:pt x="102" y="1488"/>
                    </a:lnTo>
                    <a:cubicBezTo>
                      <a:pt x="110" y="1487"/>
                      <a:pt x="119" y="1486"/>
                      <a:pt x="127" y="1484"/>
                    </a:cubicBezTo>
                    <a:lnTo>
                      <a:pt x="126" y="1484"/>
                    </a:lnTo>
                    <a:cubicBezTo>
                      <a:pt x="134" y="1483"/>
                      <a:pt x="141" y="1482"/>
                      <a:pt x="149" y="1481"/>
                    </a:cubicBezTo>
                    <a:cubicBezTo>
                      <a:pt x="154" y="1480"/>
                      <a:pt x="160" y="1479"/>
                      <a:pt x="167" y="1477"/>
                    </a:cubicBezTo>
                    <a:cubicBezTo>
                      <a:pt x="173" y="1476"/>
                      <a:pt x="179" y="1475"/>
                      <a:pt x="185" y="1473"/>
                    </a:cubicBezTo>
                    <a:cubicBezTo>
                      <a:pt x="192" y="1472"/>
                      <a:pt x="200" y="1470"/>
                      <a:pt x="208" y="1468"/>
                    </a:cubicBezTo>
                    <a:cubicBezTo>
                      <a:pt x="215" y="1466"/>
                      <a:pt x="222" y="1463"/>
                      <a:pt x="229" y="1462"/>
                    </a:cubicBezTo>
                    <a:cubicBezTo>
                      <a:pt x="241" y="1458"/>
                      <a:pt x="253" y="1454"/>
                      <a:pt x="264" y="1449"/>
                    </a:cubicBezTo>
                    <a:cubicBezTo>
                      <a:pt x="276" y="1444"/>
                      <a:pt x="287" y="1438"/>
                      <a:pt x="298" y="1432"/>
                    </a:cubicBezTo>
                    <a:cubicBezTo>
                      <a:pt x="310" y="1425"/>
                      <a:pt x="321" y="1417"/>
                      <a:pt x="332" y="1409"/>
                    </a:cubicBezTo>
                    <a:cubicBezTo>
                      <a:pt x="332" y="1410"/>
                      <a:pt x="331" y="1410"/>
                      <a:pt x="331" y="1410"/>
                    </a:cubicBezTo>
                    <a:cubicBezTo>
                      <a:pt x="338" y="1405"/>
                      <a:pt x="345" y="1399"/>
                      <a:pt x="352" y="1392"/>
                    </a:cubicBezTo>
                    <a:cubicBezTo>
                      <a:pt x="357" y="1388"/>
                      <a:pt x="361" y="1384"/>
                      <a:pt x="365" y="1380"/>
                    </a:cubicBezTo>
                    <a:cubicBezTo>
                      <a:pt x="365" y="1380"/>
                      <a:pt x="365" y="1381"/>
                      <a:pt x="364" y="1381"/>
                    </a:cubicBezTo>
                    <a:cubicBezTo>
                      <a:pt x="371" y="1375"/>
                      <a:pt x="377" y="1368"/>
                      <a:pt x="383" y="1362"/>
                    </a:cubicBezTo>
                    <a:cubicBezTo>
                      <a:pt x="390" y="1354"/>
                      <a:pt x="397" y="1347"/>
                      <a:pt x="404" y="1340"/>
                    </a:cubicBezTo>
                    <a:cubicBezTo>
                      <a:pt x="418" y="1325"/>
                      <a:pt x="432" y="1311"/>
                      <a:pt x="447" y="1297"/>
                    </a:cubicBezTo>
                    <a:cubicBezTo>
                      <a:pt x="454" y="1290"/>
                      <a:pt x="461" y="1283"/>
                      <a:pt x="468" y="1277"/>
                    </a:cubicBezTo>
                    <a:cubicBezTo>
                      <a:pt x="475" y="1270"/>
                      <a:pt x="484" y="1262"/>
                      <a:pt x="491" y="1255"/>
                    </a:cubicBezTo>
                    <a:cubicBezTo>
                      <a:pt x="506" y="1242"/>
                      <a:pt x="521" y="1228"/>
                      <a:pt x="536" y="1214"/>
                    </a:cubicBezTo>
                    <a:cubicBezTo>
                      <a:pt x="536" y="1215"/>
                      <a:pt x="535" y="1215"/>
                      <a:pt x="535" y="1215"/>
                    </a:cubicBezTo>
                    <a:cubicBezTo>
                      <a:pt x="552" y="1198"/>
                      <a:pt x="569" y="1180"/>
                      <a:pt x="586" y="1162"/>
                    </a:cubicBezTo>
                    <a:cubicBezTo>
                      <a:pt x="603" y="1144"/>
                      <a:pt x="619" y="1125"/>
                      <a:pt x="636" y="1106"/>
                    </a:cubicBezTo>
                    <a:cubicBezTo>
                      <a:pt x="646" y="1096"/>
                      <a:pt x="656" y="1085"/>
                      <a:pt x="665" y="1075"/>
                    </a:cubicBezTo>
                    <a:cubicBezTo>
                      <a:pt x="673" y="1066"/>
                      <a:pt x="681" y="1057"/>
                      <a:pt x="689" y="1049"/>
                    </a:cubicBezTo>
                    <a:cubicBezTo>
                      <a:pt x="697" y="1040"/>
                      <a:pt x="706" y="1032"/>
                      <a:pt x="714" y="1024"/>
                    </a:cubicBezTo>
                    <a:cubicBezTo>
                      <a:pt x="724" y="1015"/>
                      <a:pt x="734" y="1007"/>
                      <a:pt x="743" y="998"/>
                    </a:cubicBezTo>
                    <a:cubicBezTo>
                      <a:pt x="756" y="986"/>
                      <a:pt x="769" y="973"/>
                      <a:pt x="782" y="961"/>
                    </a:cubicBezTo>
                    <a:cubicBezTo>
                      <a:pt x="795" y="949"/>
                      <a:pt x="807" y="937"/>
                      <a:pt x="820" y="924"/>
                    </a:cubicBezTo>
                    <a:cubicBezTo>
                      <a:pt x="833" y="912"/>
                      <a:pt x="845" y="901"/>
                      <a:pt x="858" y="888"/>
                    </a:cubicBezTo>
                    <a:cubicBezTo>
                      <a:pt x="871" y="876"/>
                      <a:pt x="883" y="864"/>
                      <a:pt x="896" y="852"/>
                    </a:cubicBezTo>
                    <a:cubicBezTo>
                      <a:pt x="911" y="837"/>
                      <a:pt x="925" y="820"/>
                      <a:pt x="939" y="804"/>
                    </a:cubicBezTo>
                    <a:cubicBezTo>
                      <a:pt x="946" y="796"/>
                      <a:pt x="953" y="788"/>
                      <a:pt x="960" y="779"/>
                    </a:cubicBezTo>
                    <a:cubicBezTo>
                      <a:pt x="964" y="776"/>
                      <a:pt x="967" y="772"/>
                      <a:pt x="970" y="770"/>
                    </a:cubicBezTo>
                    <a:cubicBezTo>
                      <a:pt x="975" y="765"/>
                      <a:pt x="979" y="761"/>
                      <a:pt x="984" y="757"/>
                    </a:cubicBezTo>
                    <a:cubicBezTo>
                      <a:pt x="992" y="751"/>
                      <a:pt x="1000" y="745"/>
                      <a:pt x="1007" y="739"/>
                    </a:cubicBezTo>
                    <a:cubicBezTo>
                      <a:pt x="1017" y="732"/>
                      <a:pt x="1026" y="726"/>
                      <a:pt x="1035" y="719"/>
                    </a:cubicBezTo>
                    <a:cubicBezTo>
                      <a:pt x="1054" y="707"/>
                      <a:pt x="1072" y="694"/>
                      <a:pt x="1089" y="681"/>
                    </a:cubicBezTo>
                    <a:lnTo>
                      <a:pt x="1089" y="680"/>
                    </a:lnTo>
                    <a:cubicBezTo>
                      <a:pt x="1090" y="680"/>
                      <a:pt x="1090" y="680"/>
                      <a:pt x="1090" y="680"/>
                    </a:cubicBezTo>
                    <a:lnTo>
                      <a:pt x="1089" y="680"/>
                    </a:lnTo>
                    <a:cubicBezTo>
                      <a:pt x="1097" y="675"/>
                      <a:pt x="1105" y="668"/>
                      <a:pt x="1112" y="662"/>
                    </a:cubicBezTo>
                    <a:cubicBezTo>
                      <a:pt x="1120" y="655"/>
                      <a:pt x="1127" y="649"/>
                      <a:pt x="1134" y="642"/>
                    </a:cubicBezTo>
                    <a:cubicBezTo>
                      <a:pt x="1133" y="643"/>
                      <a:pt x="1133" y="643"/>
                      <a:pt x="1133" y="643"/>
                    </a:cubicBezTo>
                    <a:cubicBezTo>
                      <a:pt x="1137" y="639"/>
                      <a:pt x="1140" y="636"/>
                      <a:pt x="1144" y="633"/>
                    </a:cubicBezTo>
                    <a:cubicBezTo>
                      <a:pt x="1143" y="633"/>
                      <a:pt x="1143" y="633"/>
                      <a:pt x="1143" y="633"/>
                    </a:cubicBezTo>
                    <a:cubicBezTo>
                      <a:pt x="1151" y="624"/>
                      <a:pt x="1160" y="615"/>
                      <a:pt x="1167" y="606"/>
                    </a:cubicBezTo>
                    <a:cubicBezTo>
                      <a:pt x="1175" y="597"/>
                      <a:pt x="1182" y="588"/>
                      <a:pt x="1190" y="580"/>
                    </a:cubicBezTo>
                    <a:cubicBezTo>
                      <a:pt x="1206" y="562"/>
                      <a:pt x="1222" y="544"/>
                      <a:pt x="1239" y="527"/>
                    </a:cubicBezTo>
                    <a:cubicBezTo>
                      <a:pt x="1249" y="518"/>
                      <a:pt x="1257" y="510"/>
                      <a:pt x="1267" y="500"/>
                    </a:cubicBezTo>
                    <a:cubicBezTo>
                      <a:pt x="1275" y="492"/>
                      <a:pt x="1284" y="484"/>
                      <a:pt x="1293" y="476"/>
                    </a:cubicBezTo>
                    <a:cubicBezTo>
                      <a:pt x="1310" y="459"/>
                      <a:pt x="1328" y="443"/>
                      <a:pt x="1347" y="427"/>
                    </a:cubicBezTo>
                    <a:cubicBezTo>
                      <a:pt x="1356" y="419"/>
                      <a:pt x="1366" y="411"/>
                      <a:pt x="1376" y="403"/>
                    </a:cubicBezTo>
                    <a:cubicBezTo>
                      <a:pt x="1385" y="395"/>
                      <a:pt x="1394" y="387"/>
                      <a:pt x="1402" y="379"/>
                    </a:cubicBezTo>
                    <a:lnTo>
                      <a:pt x="1402" y="380"/>
                    </a:lnTo>
                    <a:cubicBezTo>
                      <a:pt x="1406" y="376"/>
                      <a:pt x="1410" y="372"/>
                      <a:pt x="1415" y="367"/>
                    </a:cubicBezTo>
                    <a:cubicBezTo>
                      <a:pt x="1416" y="365"/>
                      <a:pt x="1418" y="363"/>
                      <a:pt x="1420" y="361"/>
                    </a:cubicBezTo>
                    <a:cubicBezTo>
                      <a:pt x="1422" y="359"/>
                      <a:pt x="1423" y="357"/>
                      <a:pt x="1425" y="355"/>
                    </a:cubicBezTo>
                    <a:cubicBezTo>
                      <a:pt x="1434" y="345"/>
                      <a:pt x="1442" y="335"/>
                      <a:pt x="1450" y="326"/>
                    </a:cubicBezTo>
                    <a:cubicBezTo>
                      <a:pt x="1457" y="316"/>
                      <a:pt x="1465" y="307"/>
                      <a:pt x="1472" y="298"/>
                    </a:cubicBezTo>
                    <a:cubicBezTo>
                      <a:pt x="1480" y="288"/>
                      <a:pt x="1489" y="280"/>
                      <a:pt x="1498" y="271"/>
                    </a:cubicBezTo>
                    <a:cubicBezTo>
                      <a:pt x="1517" y="255"/>
                      <a:pt x="1536" y="240"/>
                      <a:pt x="1557" y="227"/>
                    </a:cubicBezTo>
                    <a:cubicBezTo>
                      <a:pt x="1577" y="214"/>
                      <a:pt x="1599" y="201"/>
                      <a:pt x="1620" y="188"/>
                    </a:cubicBezTo>
                    <a:cubicBezTo>
                      <a:pt x="1641" y="176"/>
                      <a:pt x="1662" y="163"/>
                      <a:pt x="1683" y="150"/>
                    </a:cubicBezTo>
                    <a:cubicBezTo>
                      <a:pt x="1694" y="143"/>
                      <a:pt x="1704" y="136"/>
                      <a:pt x="1715" y="129"/>
                    </a:cubicBezTo>
                    <a:cubicBezTo>
                      <a:pt x="1725" y="122"/>
                      <a:pt x="1735" y="115"/>
                      <a:pt x="1746" y="108"/>
                    </a:cubicBezTo>
                    <a:cubicBezTo>
                      <a:pt x="1751" y="104"/>
                      <a:pt x="1756" y="101"/>
                      <a:pt x="1761" y="97"/>
                    </a:cubicBezTo>
                    <a:cubicBezTo>
                      <a:pt x="1767" y="94"/>
                      <a:pt x="1773" y="90"/>
                      <a:pt x="1779" y="86"/>
                    </a:cubicBezTo>
                    <a:cubicBezTo>
                      <a:pt x="1790" y="80"/>
                      <a:pt x="1801" y="74"/>
                      <a:pt x="1812" y="68"/>
                    </a:cubicBezTo>
                    <a:cubicBezTo>
                      <a:pt x="1817" y="66"/>
                      <a:pt x="1823" y="63"/>
                      <a:pt x="1828" y="61"/>
                    </a:cubicBezTo>
                    <a:cubicBezTo>
                      <a:pt x="1834" y="58"/>
                      <a:pt x="1840" y="56"/>
                      <a:pt x="1846" y="54"/>
                    </a:cubicBezTo>
                    <a:cubicBezTo>
                      <a:pt x="1858" y="49"/>
                      <a:pt x="1869" y="46"/>
                      <a:pt x="1881" y="42"/>
                    </a:cubicBezTo>
                    <a:cubicBezTo>
                      <a:pt x="1893" y="40"/>
                      <a:pt x="1905" y="37"/>
                      <a:pt x="1917" y="34"/>
                    </a:cubicBezTo>
                    <a:cubicBezTo>
                      <a:pt x="1928" y="31"/>
                      <a:pt x="1940" y="29"/>
                      <a:pt x="1951" y="26"/>
                    </a:cubicBezTo>
                    <a:cubicBezTo>
                      <a:pt x="1976" y="21"/>
                      <a:pt x="2000" y="16"/>
                      <a:pt x="2025" y="12"/>
                    </a:cubicBezTo>
                    <a:cubicBezTo>
                      <a:pt x="2049" y="8"/>
                      <a:pt x="2074" y="5"/>
                      <a:pt x="2099" y="3"/>
                    </a:cubicBezTo>
                    <a:cubicBezTo>
                      <a:pt x="2104" y="3"/>
                      <a:pt x="2109" y="2"/>
                      <a:pt x="2115" y="2"/>
                    </a:cubicBezTo>
                    <a:cubicBezTo>
                      <a:pt x="2122" y="2"/>
                      <a:pt x="2130" y="1"/>
                      <a:pt x="2137" y="1"/>
                    </a:cubicBezTo>
                    <a:cubicBezTo>
                      <a:pt x="2144" y="0"/>
                      <a:pt x="2150" y="0"/>
                      <a:pt x="2157" y="0"/>
                    </a:cubicBezTo>
                    <a:cubicBezTo>
                      <a:pt x="2163" y="0"/>
                      <a:pt x="2169" y="0"/>
                      <a:pt x="2175" y="0"/>
                    </a:cubicBezTo>
                    <a:cubicBezTo>
                      <a:pt x="2190" y="0"/>
                      <a:pt x="2204" y="0"/>
                      <a:pt x="2219" y="0"/>
                    </a:cubicBezTo>
                    <a:cubicBezTo>
                      <a:pt x="2226" y="1"/>
                      <a:pt x="2234" y="1"/>
                      <a:pt x="2241" y="1"/>
                    </a:cubicBezTo>
                    <a:cubicBezTo>
                      <a:pt x="2250" y="2"/>
                      <a:pt x="2258" y="2"/>
                      <a:pt x="2267" y="3"/>
                    </a:cubicBezTo>
                    <a:cubicBezTo>
                      <a:pt x="2269" y="3"/>
                      <a:pt x="2272" y="4"/>
                      <a:pt x="2276" y="4"/>
                    </a:cubicBezTo>
                    <a:cubicBezTo>
                      <a:pt x="2279" y="5"/>
                      <a:pt x="2282" y="5"/>
                      <a:pt x="2285" y="5"/>
                    </a:cubicBezTo>
                    <a:cubicBezTo>
                      <a:pt x="2289" y="6"/>
                      <a:pt x="2294" y="7"/>
                      <a:pt x="2298" y="7"/>
                    </a:cubicBezTo>
                    <a:cubicBezTo>
                      <a:pt x="2302" y="8"/>
                      <a:pt x="2305" y="9"/>
                      <a:pt x="2308" y="10"/>
                    </a:cubicBezTo>
                    <a:cubicBezTo>
                      <a:pt x="2312" y="10"/>
                      <a:pt x="2315" y="12"/>
                      <a:pt x="2319" y="13"/>
                    </a:cubicBezTo>
                    <a:cubicBezTo>
                      <a:pt x="2321" y="13"/>
                      <a:pt x="2324" y="14"/>
                      <a:pt x="2326" y="15"/>
                    </a:cubicBezTo>
                    <a:cubicBezTo>
                      <a:pt x="2329" y="16"/>
                      <a:pt x="2332" y="17"/>
                      <a:pt x="2335" y="19"/>
                    </a:cubicBezTo>
                    <a:cubicBezTo>
                      <a:pt x="2336" y="19"/>
                      <a:pt x="2338" y="20"/>
                      <a:pt x="2339" y="21"/>
                    </a:cubicBezTo>
                    <a:cubicBezTo>
                      <a:pt x="2340" y="22"/>
                      <a:pt x="2341" y="23"/>
                      <a:pt x="2342" y="24"/>
                    </a:cubicBezTo>
                    <a:cubicBezTo>
                      <a:pt x="2345" y="26"/>
                      <a:pt x="2346" y="28"/>
                      <a:pt x="2348" y="30"/>
                    </a:cubicBezTo>
                    <a:cubicBezTo>
                      <a:pt x="2349" y="32"/>
                      <a:pt x="2350" y="35"/>
                      <a:pt x="2350" y="38"/>
                    </a:cubicBezTo>
                    <a:cubicBezTo>
                      <a:pt x="2349" y="44"/>
                      <a:pt x="2345" y="48"/>
                      <a:pt x="2339" y="48"/>
                    </a:cubicBezTo>
                    <a:cubicBezTo>
                      <a:pt x="2334" y="48"/>
                      <a:pt x="2329" y="44"/>
                      <a:pt x="2329" y="40"/>
                    </a:cubicBezTo>
                    <a:cubicBezTo>
                      <a:pt x="2329" y="40"/>
                      <a:pt x="2329" y="39"/>
                      <a:pt x="2328" y="39"/>
                    </a:cubicBezTo>
                    <a:cubicBezTo>
                      <a:pt x="2328" y="38"/>
                      <a:pt x="2328" y="38"/>
                      <a:pt x="2327" y="38"/>
                    </a:cubicBezTo>
                    <a:cubicBezTo>
                      <a:pt x="2327" y="37"/>
                      <a:pt x="2326" y="37"/>
                      <a:pt x="2325" y="37"/>
                    </a:cubicBezTo>
                    <a:cubicBezTo>
                      <a:pt x="2324" y="36"/>
                      <a:pt x="2324" y="36"/>
                      <a:pt x="2322" y="35"/>
                    </a:cubicBezTo>
                    <a:cubicBezTo>
                      <a:pt x="2317" y="33"/>
                      <a:pt x="2310" y="31"/>
                      <a:pt x="2304" y="30"/>
                    </a:cubicBezTo>
                    <a:cubicBezTo>
                      <a:pt x="2300" y="28"/>
                      <a:pt x="2297" y="28"/>
                      <a:pt x="2294" y="27"/>
                    </a:cubicBezTo>
                    <a:cubicBezTo>
                      <a:pt x="2289" y="26"/>
                      <a:pt x="2285" y="26"/>
                      <a:pt x="2280" y="25"/>
                    </a:cubicBezTo>
                    <a:lnTo>
                      <a:pt x="2281" y="25"/>
                    </a:lnTo>
                    <a:cubicBezTo>
                      <a:pt x="2276" y="24"/>
                      <a:pt x="2271" y="24"/>
                      <a:pt x="2266" y="23"/>
                    </a:cubicBezTo>
                    <a:cubicBezTo>
                      <a:pt x="2261" y="22"/>
                      <a:pt x="2255" y="22"/>
                      <a:pt x="2250" y="21"/>
                    </a:cubicBezTo>
                    <a:cubicBezTo>
                      <a:pt x="2245" y="21"/>
                      <a:pt x="2240" y="21"/>
                      <a:pt x="2235" y="21"/>
                    </a:cubicBezTo>
                    <a:cubicBezTo>
                      <a:pt x="2230" y="20"/>
                      <a:pt x="2224" y="20"/>
                      <a:pt x="2219" y="20"/>
                    </a:cubicBezTo>
                    <a:cubicBezTo>
                      <a:pt x="2200" y="20"/>
                      <a:pt x="2180" y="20"/>
                      <a:pt x="2160" y="20"/>
                    </a:cubicBezTo>
                    <a:cubicBezTo>
                      <a:pt x="2151" y="20"/>
                      <a:pt x="2142" y="20"/>
                      <a:pt x="2133" y="21"/>
                    </a:cubicBezTo>
                    <a:cubicBezTo>
                      <a:pt x="2127" y="21"/>
                      <a:pt x="2120" y="21"/>
                      <a:pt x="2114" y="21"/>
                    </a:cubicBezTo>
                    <a:cubicBezTo>
                      <a:pt x="2109" y="21"/>
                      <a:pt x="2103" y="22"/>
                      <a:pt x="2098" y="23"/>
                    </a:cubicBezTo>
                    <a:cubicBezTo>
                      <a:pt x="2087" y="23"/>
                      <a:pt x="2077" y="24"/>
                      <a:pt x="2066" y="26"/>
                    </a:cubicBezTo>
                    <a:cubicBezTo>
                      <a:pt x="2056" y="27"/>
                      <a:pt x="2047" y="28"/>
                      <a:pt x="2038" y="29"/>
                    </a:cubicBezTo>
                    <a:cubicBezTo>
                      <a:pt x="2025" y="31"/>
                      <a:pt x="2012" y="34"/>
                      <a:pt x="2000" y="36"/>
                    </a:cubicBezTo>
                    <a:cubicBezTo>
                      <a:pt x="1988" y="38"/>
                      <a:pt x="1976" y="41"/>
                      <a:pt x="1965" y="43"/>
                    </a:cubicBezTo>
                    <a:cubicBezTo>
                      <a:pt x="1940" y="48"/>
                      <a:pt x="1915" y="54"/>
                      <a:pt x="1890" y="60"/>
                    </a:cubicBezTo>
                    <a:cubicBezTo>
                      <a:pt x="1881" y="63"/>
                      <a:pt x="1873" y="65"/>
                      <a:pt x="1865" y="68"/>
                    </a:cubicBezTo>
                    <a:cubicBezTo>
                      <a:pt x="1856" y="70"/>
                      <a:pt x="1848" y="74"/>
                      <a:pt x="1840" y="77"/>
                    </a:cubicBezTo>
                    <a:cubicBezTo>
                      <a:pt x="1836" y="79"/>
                      <a:pt x="1832" y="81"/>
                      <a:pt x="1827" y="83"/>
                    </a:cubicBezTo>
                    <a:cubicBezTo>
                      <a:pt x="1823" y="84"/>
                      <a:pt x="1820" y="87"/>
                      <a:pt x="1816" y="88"/>
                    </a:cubicBezTo>
                    <a:cubicBezTo>
                      <a:pt x="1807" y="93"/>
                      <a:pt x="1799" y="98"/>
                      <a:pt x="1791" y="102"/>
                    </a:cubicBezTo>
                    <a:cubicBezTo>
                      <a:pt x="1786" y="105"/>
                      <a:pt x="1782" y="107"/>
                      <a:pt x="1778" y="110"/>
                    </a:cubicBezTo>
                    <a:cubicBezTo>
                      <a:pt x="1771" y="114"/>
                      <a:pt x="1765" y="118"/>
                      <a:pt x="1760" y="122"/>
                    </a:cubicBezTo>
                    <a:cubicBezTo>
                      <a:pt x="1749" y="129"/>
                      <a:pt x="1738" y="137"/>
                      <a:pt x="1728" y="144"/>
                    </a:cubicBezTo>
                    <a:cubicBezTo>
                      <a:pt x="1708" y="158"/>
                      <a:pt x="1687" y="171"/>
                      <a:pt x="1667" y="183"/>
                    </a:cubicBezTo>
                    <a:cubicBezTo>
                      <a:pt x="1646" y="196"/>
                      <a:pt x="1624" y="208"/>
                      <a:pt x="1604" y="221"/>
                    </a:cubicBezTo>
                    <a:cubicBezTo>
                      <a:pt x="1592" y="227"/>
                      <a:pt x="1582" y="233"/>
                      <a:pt x="1571" y="240"/>
                    </a:cubicBezTo>
                    <a:cubicBezTo>
                      <a:pt x="1560" y="247"/>
                      <a:pt x="1549" y="255"/>
                      <a:pt x="1539" y="263"/>
                    </a:cubicBezTo>
                    <a:cubicBezTo>
                      <a:pt x="1532" y="268"/>
                      <a:pt x="1527" y="273"/>
                      <a:pt x="1520" y="278"/>
                    </a:cubicBezTo>
                    <a:cubicBezTo>
                      <a:pt x="1515" y="282"/>
                      <a:pt x="1510" y="288"/>
                      <a:pt x="1504" y="292"/>
                    </a:cubicBezTo>
                    <a:cubicBezTo>
                      <a:pt x="1498" y="299"/>
                      <a:pt x="1492" y="306"/>
                      <a:pt x="1486" y="313"/>
                    </a:cubicBezTo>
                    <a:cubicBezTo>
                      <a:pt x="1480" y="320"/>
                      <a:pt x="1474" y="328"/>
                      <a:pt x="1468" y="335"/>
                    </a:cubicBezTo>
                    <a:cubicBezTo>
                      <a:pt x="1462" y="343"/>
                      <a:pt x="1456" y="351"/>
                      <a:pt x="1449" y="358"/>
                    </a:cubicBezTo>
                    <a:cubicBezTo>
                      <a:pt x="1446" y="362"/>
                      <a:pt x="1443" y="366"/>
                      <a:pt x="1439" y="370"/>
                    </a:cubicBezTo>
                    <a:cubicBezTo>
                      <a:pt x="1436" y="373"/>
                      <a:pt x="1433" y="377"/>
                      <a:pt x="1429" y="381"/>
                    </a:cubicBezTo>
                    <a:lnTo>
                      <a:pt x="1428" y="382"/>
                    </a:lnTo>
                    <a:cubicBezTo>
                      <a:pt x="1424" y="386"/>
                      <a:pt x="1420" y="390"/>
                      <a:pt x="1416" y="394"/>
                    </a:cubicBezTo>
                    <a:cubicBezTo>
                      <a:pt x="1413" y="397"/>
                      <a:pt x="1409" y="400"/>
                      <a:pt x="1407" y="403"/>
                    </a:cubicBezTo>
                    <a:cubicBezTo>
                      <a:pt x="1401" y="407"/>
                      <a:pt x="1397" y="412"/>
                      <a:pt x="1391" y="416"/>
                    </a:cubicBezTo>
                    <a:cubicBezTo>
                      <a:pt x="1379" y="426"/>
                      <a:pt x="1368" y="436"/>
                      <a:pt x="1355" y="446"/>
                    </a:cubicBezTo>
                    <a:cubicBezTo>
                      <a:pt x="1334" y="465"/>
                      <a:pt x="1313" y="484"/>
                      <a:pt x="1292" y="504"/>
                    </a:cubicBezTo>
                    <a:cubicBezTo>
                      <a:pt x="1291" y="506"/>
                      <a:pt x="1289" y="507"/>
                      <a:pt x="1288" y="509"/>
                    </a:cubicBezTo>
                    <a:cubicBezTo>
                      <a:pt x="1288" y="508"/>
                      <a:pt x="1289" y="508"/>
                      <a:pt x="1289" y="507"/>
                    </a:cubicBezTo>
                    <a:cubicBezTo>
                      <a:pt x="1288" y="509"/>
                      <a:pt x="1287" y="510"/>
                      <a:pt x="1285" y="511"/>
                    </a:cubicBezTo>
                    <a:lnTo>
                      <a:pt x="1286" y="510"/>
                    </a:lnTo>
                    <a:cubicBezTo>
                      <a:pt x="1275" y="521"/>
                      <a:pt x="1264" y="532"/>
                      <a:pt x="1252" y="543"/>
                    </a:cubicBezTo>
                    <a:cubicBezTo>
                      <a:pt x="1235" y="560"/>
                      <a:pt x="1220" y="577"/>
                      <a:pt x="1204" y="595"/>
                    </a:cubicBezTo>
                    <a:cubicBezTo>
                      <a:pt x="1196" y="603"/>
                      <a:pt x="1189" y="612"/>
                      <a:pt x="1181" y="622"/>
                    </a:cubicBezTo>
                    <a:cubicBezTo>
                      <a:pt x="1173" y="630"/>
                      <a:pt x="1166" y="639"/>
                      <a:pt x="1158" y="647"/>
                    </a:cubicBezTo>
                    <a:cubicBezTo>
                      <a:pt x="1140" y="665"/>
                      <a:pt x="1121" y="682"/>
                      <a:pt x="1101" y="697"/>
                    </a:cubicBezTo>
                    <a:cubicBezTo>
                      <a:pt x="1083" y="711"/>
                      <a:pt x="1063" y="725"/>
                      <a:pt x="1044" y="739"/>
                    </a:cubicBezTo>
                    <a:cubicBezTo>
                      <a:pt x="1030" y="749"/>
                      <a:pt x="1016" y="758"/>
                      <a:pt x="1002" y="769"/>
                    </a:cubicBezTo>
                    <a:cubicBezTo>
                      <a:pt x="999" y="772"/>
                      <a:pt x="996" y="774"/>
                      <a:pt x="993" y="777"/>
                    </a:cubicBezTo>
                    <a:cubicBezTo>
                      <a:pt x="989" y="779"/>
                      <a:pt x="986" y="783"/>
                      <a:pt x="982" y="786"/>
                    </a:cubicBezTo>
                    <a:cubicBezTo>
                      <a:pt x="974" y="795"/>
                      <a:pt x="966" y="803"/>
                      <a:pt x="959" y="812"/>
                    </a:cubicBezTo>
                    <a:cubicBezTo>
                      <a:pt x="951" y="821"/>
                      <a:pt x="943" y="830"/>
                      <a:pt x="936" y="838"/>
                    </a:cubicBezTo>
                    <a:cubicBezTo>
                      <a:pt x="928" y="848"/>
                      <a:pt x="919" y="857"/>
                      <a:pt x="911" y="866"/>
                    </a:cubicBezTo>
                    <a:cubicBezTo>
                      <a:pt x="903" y="874"/>
                      <a:pt x="894" y="882"/>
                      <a:pt x="886" y="890"/>
                    </a:cubicBezTo>
                    <a:cubicBezTo>
                      <a:pt x="869" y="907"/>
                      <a:pt x="851" y="923"/>
                      <a:pt x="833" y="940"/>
                    </a:cubicBezTo>
                    <a:cubicBezTo>
                      <a:pt x="816" y="957"/>
                      <a:pt x="798" y="973"/>
                      <a:pt x="780" y="990"/>
                    </a:cubicBezTo>
                    <a:cubicBezTo>
                      <a:pt x="768" y="1001"/>
                      <a:pt x="756" y="1012"/>
                      <a:pt x="744" y="1024"/>
                    </a:cubicBezTo>
                    <a:cubicBezTo>
                      <a:pt x="732" y="1034"/>
                      <a:pt x="722" y="1044"/>
                      <a:pt x="711" y="1054"/>
                    </a:cubicBezTo>
                    <a:cubicBezTo>
                      <a:pt x="702" y="1064"/>
                      <a:pt x="693" y="1074"/>
                      <a:pt x="684" y="1083"/>
                    </a:cubicBezTo>
                    <a:cubicBezTo>
                      <a:pt x="676" y="1091"/>
                      <a:pt x="668" y="1100"/>
                      <a:pt x="661" y="1109"/>
                    </a:cubicBezTo>
                    <a:cubicBezTo>
                      <a:pt x="643" y="1128"/>
                      <a:pt x="626" y="1146"/>
                      <a:pt x="610" y="1165"/>
                    </a:cubicBezTo>
                    <a:cubicBezTo>
                      <a:pt x="601" y="1174"/>
                      <a:pt x="592" y="1184"/>
                      <a:pt x="583" y="1194"/>
                    </a:cubicBezTo>
                    <a:cubicBezTo>
                      <a:pt x="575" y="1203"/>
                      <a:pt x="565" y="1212"/>
                      <a:pt x="556" y="1221"/>
                    </a:cubicBezTo>
                    <a:cubicBezTo>
                      <a:pt x="538" y="1239"/>
                      <a:pt x="520" y="1256"/>
                      <a:pt x="501" y="1273"/>
                    </a:cubicBezTo>
                    <a:cubicBezTo>
                      <a:pt x="492" y="1281"/>
                      <a:pt x="484" y="1289"/>
                      <a:pt x="475" y="1296"/>
                    </a:cubicBezTo>
                    <a:cubicBezTo>
                      <a:pt x="468" y="1303"/>
                      <a:pt x="460" y="1310"/>
                      <a:pt x="453" y="1317"/>
                    </a:cubicBezTo>
                    <a:lnTo>
                      <a:pt x="454" y="1317"/>
                    </a:lnTo>
                    <a:cubicBezTo>
                      <a:pt x="436" y="1335"/>
                      <a:pt x="418" y="1354"/>
                      <a:pt x="400" y="1373"/>
                    </a:cubicBezTo>
                    <a:cubicBezTo>
                      <a:pt x="376" y="1396"/>
                      <a:pt x="353" y="1419"/>
                      <a:pt x="325" y="1438"/>
                    </a:cubicBezTo>
                    <a:cubicBezTo>
                      <a:pt x="313" y="1446"/>
                      <a:pt x="300" y="1454"/>
                      <a:pt x="286" y="1460"/>
                    </a:cubicBezTo>
                    <a:cubicBezTo>
                      <a:pt x="272" y="1468"/>
                      <a:pt x="256" y="1473"/>
                      <a:pt x="240" y="1478"/>
                    </a:cubicBezTo>
                    <a:cubicBezTo>
                      <a:pt x="234" y="1480"/>
                      <a:pt x="227" y="1482"/>
                      <a:pt x="220" y="1484"/>
                    </a:cubicBezTo>
                    <a:cubicBezTo>
                      <a:pt x="215" y="1486"/>
                      <a:pt x="210" y="1487"/>
                      <a:pt x="205" y="1488"/>
                    </a:cubicBezTo>
                    <a:cubicBezTo>
                      <a:pt x="199" y="1490"/>
                      <a:pt x="192" y="1491"/>
                      <a:pt x="185" y="1493"/>
                    </a:cubicBezTo>
                    <a:cubicBezTo>
                      <a:pt x="178" y="1494"/>
                      <a:pt x="171" y="1495"/>
                      <a:pt x="164" y="1497"/>
                    </a:cubicBezTo>
                    <a:cubicBezTo>
                      <a:pt x="160" y="1498"/>
                      <a:pt x="155" y="1499"/>
                      <a:pt x="150" y="1500"/>
                    </a:cubicBezTo>
                    <a:cubicBezTo>
                      <a:pt x="143" y="1501"/>
                      <a:pt x="136" y="1502"/>
                      <a:pt x="130" y="1503"/>
                    </a:cubicBezTo>
                    <a:cubicBezTo>
                      <a:pt x="129" y="1503"/>
                      <a:pt x="128" y="1503"/>
                      <a:pt x="128" y="1504"/>
                    </a:cubicBezTo>
                    <a:cubicBezTo>
                      <a:pt x="119" y="1505"/>
                      <a:pt x="110" y="1506"/>
                      <a:pt x="100" y="1507"/>
                    </a:cubicBezTo>
                    <a:cubicBezTo>
                      <a:pt x="94" y="1508"/>
                      <a:pt x="88" y="1508"/>
                      <a:pt x="82" y="1509"/>
                    </a:cubicBezTo>
                    <a:cubicBezTo>
                      <a:pt x="78" y="1509"/>
                      <a:pt x="73" y="1510"/>
                      <a:pt x="68" y="1510"/>
                    </a:cubicBezTo>
                    <a:cubicBezTo>
                      <a:pt x="55" y="1511"/>
                      <a:pt x="43" y="1511"/>
                      <a:pt x="30" y="1511"/>
                    </a:cubicBezTo>
                    <a:cubicBezTo>
                      <a:pt x="23" y="1511"/>
                      <a:pt x="16" y="1511"/>
                      <a:pt x="10" y="15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18" name="Google Shape;5218;p70"/>
              <p:cNvSpPr/>
              <p:nvPr/>
            </p:nvSpPr>
            <p:spPr>
              <a:xfrm>
                <a:off x="1373400" y="2525760"/>
                <a:ext cx="14760" cy="29520"/>
              </a:xfrm>
              <a:custGeom>
                <a:avLst/>
                <a:gdLst/>
                <a:ahLst/>
                <a:cxnLst/>
                <a:rect l="l" t="t" r="r" b="b"/>
                <a:pathLst>
                  <a:path w="41" h="82" extrusionOk="0">
                    <a:moveTo>
                      <a:pt x="19" y="73"/>
                    </a:moveTo>
                    <a:cubicBezTo>
                      <a:pt x="17" y="65"/>
                      <a:pt x="15" y="55"/>
                      <a:pt x="13" y="46"/>
                    </a:cubicBezTo>
                    <a:cubicBezTo>
                      <a:pt x="11" y="40"/>
                      <a:pt x="9" y="34"/>
                      <a:pt x="7" y="27"/>
                    </a:cubicBezTo>
                    <a:cubicBezTo>
                      <a:pt x="6" y="25"/>
                      <a:pt x="5" y="24"/>
                      <a:pt x="5" y="23"/>
                    </a:cubicBezTo>
                    <a:cubicBezTo>
                      <a:pt x="4" y="21"/>
                      <a:pt x="3" y="20"/>
                      <a:pt x="2" y="18"/>
                    </a:cubicBezTo>
                    <a:cubicBezTo>
                      <a:pt x="2" y="18"/>
                      <a:pt x="3" y="19"/>
                      <a:pt x="4" y="20"/>
                    </a:cubicBezTo>
                    <a:cubicBezTo>
                      <a:pt x="1" y="17"/>
                      <a:pt x="0" y="11"/>
                      <a:pt x="2" y="7"/>
                    </a:cubicBezTo>
                    <a:cubicBezTo>
                      <a:pt x="6" y="2"/>
                      <a:pt x="13" y="0"/>
                      <a:pt x="18" y="4"/>
                    </a:cubicBezTo>
                    <a:cubicBezTo>
                      <a:pt x="20" y="6"/>
                      <a:pt x="22" y="9"/>
                      <a:pt x="23" y="13"/>
                    </a:cubicBezTo>
                    <a:cubicBezTo>
                      <a:pt x="24" y="15"/>
                      <a:pt x="25" y="17"/>
                      <a:pt x="26" y="20"/>
                    </a:cubicBezTo>
                    <a:cubicBezTo>
                      <a:pt x="27" y="24"/>
                      <a:pt x="29" y="29"/>
                      <a:pt x="30" y="34"/>
                    </a:cubicBezTo>
                    <a:cubicBezTo>
                      <a:pt x="30" y="33"/>
                      <a:pt x="30" y="33"/>
                      <a:pt x="30" y="32"/>
                    </a:cubicBezTo>
                    <a:cubicBezTo>
                      <a:pt x="30" y="35"/>
                      <a:pt x="32" y="38"/>
                      <a:pt x="32" y="40"/>
                    </a:cubicBezTo>
                    <a:lnTo>
                      <a:pt x="32" y="39"/>
                    </a:lnTo>
                    <a:cubicBezTo>
                      <a:pt x="34" y="49"/>
                      <a:pt x="37" y="59"/>
                      <a:pt x="39" y="69"/>
                    </a:cubicBezTo>
                    <a:cubicBezTo>
                      <a:pt x="40" y="75"/>
                      <a:pt x="36" y="80"/>
                      <a:pt x="31" y="81"/>
                    </a:cubicBezTo>
                    <a:cubicBezTo>
                      <a:pt x="30" y="81"/>
                      <a:pt x="29" y="81"/>
                      <a:pt x="29" y="81"/>
                    </a:cubicBezTo>
                    <a:cubicBezTo>
                      <a:pt x="24" y="81"/>
                      <a:pt x="20" y="78"/>
                      <a:pt x="19" y="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19" name="Google Shape;5219;p70"/>
              <p:cNvSpPr/>
              <p:nvPr/>
            </p:nvSpPr>
            <p:spPr>
              <a:xfrm>
                <a:off x="1527120" y="2281320"/>
                <a:ext cx="42480" cy="72360"/>
              </a:xfrm>
              <a:custGeom>
                <a:avLst/>
                <a:gdLst/>
                <a:ahLst/>
                <a:cxnLst/>
                <a:rect l="l" t="t" r="r" b="b"/>
                <a:pathLst>
                  <a:path w="118" h="201" extrusionOk="0">
                    <a:moveTo>
                      <a:pt x="61" y="198"/>
                    </a:moveTo>
                    <a:cubicBezTo>
                      <a:pt x="59" y="196"/>
                      <a:pt x="58" y="193"/>
                      <a:pt x="58" y="190"/>
                    </a:cubicBezTo>
                    <a:cubicBezTo>
                      <a:pt x="58" y="178"/>
                      <a:pt x="60" y="166"/>
                      <a:pt x="61" y="154"/>
                    </a:cubicBezTo>
                    <a:cubicBezTo>
                      <a:pt x="62" y="149"/>
                      <a:pt x="62" y="144"/>
                      <a:pt x="63" y="139"/>
                    </a:cubicBezTo>
                    <a:cubicBezTo>
                      <a:pt x="64" y="133"/>
                      <a:pt x="65" y="127"/>
                      <a:pt x="65" y="122"/>
                    </a:cubicBezTo>
                    <a:cubicBezTo>
                      <a:pt x="67" y="116"/>
                      <a:pt x="68" y="110"/>
                      <a:pt x="69" y="104"/>
                    </a:cubicBezTo>
                    <a:cubicBezTo>
                      <a:pt x="70" y="98"/>
                      <a:pt x="71" y="93"/>
                      <a:pt x="72" y="87"/>
                    </a:cubicBezTo>
                    <a:cubicBezTo>
                      <a:pt x="74" y="79"/>
                      <a:pt x="76" y="72"/>
                      <a:pt x="78" y="64"/>
                    </a:cubicBezTo>
                    <a:cubicBezTo>
                      <a:pt x="76" y="66"/>
                      <a:pt x="74" y="68"/>
                      <a:pt x="72" y="70"/>
                    </a:cubicBezTo>
                    <a:cubicBezTo>
                      <a:pt x="57" y="86"/>
                      <a:pt x="40" y="100"/>
                      <a:pt x="23" y="113"/>
                    </a:cubicBezTo>
                    <a:cubicBezTo>
                      <a:pt x="21" y="115"/>
                      <a:pt x="19" y="117"/>
                      <a:pt x="16" y="119"/>
                    </a:cubicBezTo>
                    <a:cubicBezTo>
                      <a:pt x="10" y="123"/>
                      <a:pt x="0" y="118"/>
                      <a:pt x="0" y="109"/>
                    </a:cubicBezTo>
                    <a:lnTo>
                      <a:pt x="1" y="108"/>
                    </a:lnTo>
                    <a:cubicBezTo>
                      <a:pt x="1" y="105"/>
                      <a:pt x="3" y="102"/>
                      <a:pt x="5" y="101"/>
                    </a:cubicBezTo>
                    <a:cubicBezTo>
                      <a:pt x="7" y="100"/>
                      <a:pt x="8" y="99"/>
                      <a:pt x="9" y="98"/>
                    </a:cubicBezTo>
                    <a:cubicBezTo>
                      <a:pt x="17" y="92"/>
                      <a:pt x="25" y="86"/>
                      <a:pt x="33" y="79"/>
                    </a:cubicBezTo>
                    <a:cubicBezTo>
                      <a:pt x="41" y="72"/>
                      <a:pt x="49" y="65"/>
                      <a:pt x="56" y="58"/>
                    </a:cubicBezTo>
                    <a:cubicBezTo>
                      <a:pt x="56" y="59"/>
                      <a:pt x="56" y="59"/>
                      <a:pt x="55" y="59"/>
                    </a:cubicBezTo>
                    <a:cubicBezTo>
                      <a:pt x="56" y="59"/>
                      <a:pt x="56" y="58"/>
                      <a:pt x="56" y="58"/>
                    </a:cubicBezTo>
                    <a:cubicBezTo>
                      <a:pt x="61" y="53"/>
                      <a:pt x="65" y="49"/>
                      <a:pt x="70" y="44"/>
                    </a:cubicBezTo>
                    <a:cubicBezTo>
                      <a:pt x="74" y="39"/>
                      <a:pt x="79" y="34"/>
                      <a:pt x="83" y="29"/>
                    </a:cubicBezTo>
                    <a:cubicBezTo>
                      <a:pt x="86" y="25"/>
                      <a:pt x="89" y="21"/>
                      <a:pt x="92" y="16"/>
                    </a:cubicBezTo>
                    <a:cubicBezTo>
                      <a:pt x="92" y="14"/>
                      <a:pt x="93" y="12"/>
                      <a:pt x="95" y="10"/>
                    </a:cubicBezTo>
                    <a:cubicBezTo>
                      <a:pt x="95" y="8"/>
                      <a:pt x="96" y="6"/>
                      <a:pt x="97" y="5"/>
                    </a:cubicBezTo>
                    <a:cubicBezTo>
                      <a:pt x="101" y="1"/>
                      <a:pt x="107" y="0"/>
                      <a:pt x="111" y="3"/>
                    </a:cubicBezTo>
                    <a:cubicBezTo>
                      <a:pt x="116" y="6"/>
                      <a:pt x="117" y="12"/>
                      <a:pt x="115" y="16"/>
                    </a:cubicBezTo>
                    <a:cubicBezTo>
                      <a:pt x="114" y="18"/>
                      <a:pt x="113" y="19"/>
                      <a:pt x="113" y="21"/>
                    </a:cubicBezTo>
                    <a:cubicBezTo>
                      <a:pt x="110" y="28"/>
                      <a:pt x="107" y="36"/>
                      <a:pt x="104" y="44"/>
                    </a:cubicBezTo>
                    <a:cubicBezTo>
                      <a:pt x="102" y="51"/>
                      <a:pt x="100" y="59"/>
                      <a:pt x="97" y="66"/>
                    </a:cubicBezTo>
                    <a:cubicBezTo>
                      <a:pt x="96" y="73"/>
                      <a:pt x="95" y="79"/>
                      <a:pt x="93" y="85"/>
                    </a:cubicBezTo>
                    <a:cubicBezTo>
                      <a:pt x="91" y="92"/>
                      <a:pt x="90" y="98"/>
                      <a:pt x="88" y="105"/>
                    </a:cubicBezTo>
                    <a:cubicBezTo>
                      <a:pt x="86" y="118"/>
                      <a:pt x="84" y="130"/>
                      <a:pt x="82" y="142"/>
                    </a:cubicBezTo>
                    <a:cubicBezTo>
                      <a:pt x="81" y="157"/>
                      <a:pt x="79" y="171"/>
                      <a:pt x="78" y="186"/>
                    </a:cubicBezTo>
                    <a:cubicBezTo>
                      <a:pt x="78" y="187"/>
                      <a:pt x="78" y="188"/>
                      <a:pt x="78" y="189"/>
                    </a:cubicBezTo>
                    <a:cubicBezTo>
                      <a:pt x="79" y="195"/>
                      <a:pt x="75" y="200"/>
                      <a:pt x="69" y="200"/>
                    </a:cubicBezTo>
                    <a:lnTo>
                      <a:pt x="68" y="200"/>
                    </a:lnTo>
                    <a:cubicBezTo>
                      <a:pt x="65" y="200"/>
                      <a:pt x="63" y="200"/>
                      <a:pt x="61" y="19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0" name="Google Shape;5220;p70"/>
              <p:cNvSpPr/>
              <p:nvPr/>
            </p:nvSpPr>
            <p:spPr>
              <a:xfrm>
                <a:off x="1552320" y="2587680"/>
                <a:ext cx="37080" cy="6480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80" extrusionOk="0">
                    <a:moveTo>
                      <a:pt x="30" y="159"/>
                    </a:moveTo>
                    <a:lnTo>
                      <a:pt x="31" y="159"/>
                    </a:lnTo>
                    <a:lnTo>
                      <a:pt x="32" y="158"/>
                    </a:lnTo>
                    <a:cubicBezTo>
                      <a:pt x="33" y="158"/>
                      <a:pt x="34" y="158"/>
                      <a:pt x="34" y="157"/>
                    </a:cubicBezTo>
                    <a:cubicBezTo>
                      <a:pt x="36" y="156"/>
                      <a:pt x="36" y="156"/>
                      <a:pt x="37" y="155"/>
                    </a:cubicBezTo>
                    <a:cubicBezTo>
                      <a:pt x="39" y="154"/>
                      <a:pt x="40" y="153"/>
                      <a:pt x="41" y="152"/>
                    </a:cubicBezTo>
                    <a:cubicBezTo>
                      <a:pt x="42" y="151"/>
                      <a:pt x="43" y="149"/>
                      <a:pt x="44" y="148"/>
                    </a:cubicBezTo>
                    <a:cubicBezTo>
                      <a:pt x="47" y="144"/>
                      <a:pt x="49" y="141"/>
                      <a:pt x="51" y="137"/>
                    </a:cubicBezTo>
                    <a:lnTo>
                      <a:pt x="51" y="138"/>
                    </a:lnTo>
                    <a:cubicBezTo>
                      <a:pt x="55" y="131"/>
                      <a:pt x="58" y="124"/>
                      <a:pt x="62" y="117"/>
                    </a:cubicBezTo>
                    <a:cubicBezTo>
                      <a:pt x="64" y="112"/>
                      <a:pt x="65" y="108"/>
                      <a:pt x="67" y="104"/>
                    </a:cubicBezTo>
                    <a:cubicBezTo>
                      <a:pt x="71" y="94"/>
                      <a:pt x="75" y="84"/>
                      <a:pt x="78" y="73"/>
                    </a:cubicBezTo>
                    <a:cubicBezTo>
                      <a:pt x="79" y="67"/>
                      <a:pt x="80" y="60"/>
                      <a:pt x="82" y="53"/>
                    </a:cubicBezTo>
                    <a:lnTo>
                      <a:pt x="82" y="54"/>
                    </a:lnTo>
                    <a:lnTo>
                      <a:pt x="82" y="53"/>
                    </a:lnTo>
                    <a:cubicBezTo>
                      <a:pt x="82" y="48"/>
                      <a:pt x="82" y="43"/>
                      <a:pt x="82" y="39"/>
                    </a:cubicBezTo>
                    <a:cubicBezTo>
                      <a:pt x="82" y="35"/>
                      <a:pt x="82" y="31"/>
                      <a:pt x="82" y="26"/>
                    </a:cubicBezTo>
                    <a:cubicBezTo>
                      <a:pt x="82" y="27"/>
                      <a:pt x="82" y="27"/>
                      <a:pt x="82" y="28"/>
                    </a:cubicBezTo>
                    <a:cubicBezTo>
                      <a:pt x="82" y="27"/>
                      <a:pt x="82" y="26"/>
                      <a:pt x="81" y="25"/>
                    </a:cubicBezTo>
                    <a:cubicBezTo>
                      <a:pt x="81" y="24"/>
                      <a:pt x="80" y="23"/>
                      <a:pt x="80" y="22"/>
                    </a:cubicBezTo>
                    <a:lnTo>
                      <a:pt x="79" y="21"/>
                    </a:lnTo>
                    <a:lnTo>
                      <a:pt x="78" y="21"/>
                    </a:lnTo>
                    <a:lnTo>
                      <a:pt x="77" y="21"/>
                    </a:lnTo>
                    <a:cubicBezTo>
                      <a:pt x="76" y="22"/>
                      <a:pt x="75" y="22"/>
                      <a:pt x="74" y="22"/>
                    </a:cubicBezTo>
                    <a:cubicBezTo>
                      <a:pt x="73" y="23"/>
                      <a:pt x="72" y="24"/>
                      <a:pt x="72" y="24"/>
                    </a:cubicBezTo>
                    <a:cubicBezTo>
                      <a:pt x="71" y="25"/>
                      <a:pt x="69" y="25"/>
                      <a:pt x="68" y="26"/>
                    </a:cubicBezTo>
                    <a:cubicBezTo>
                      <a:pt x="66" y="28"/>
                      <a:pt x="64" y="30"/>
                      <a:pt x="61" y="32"/>
                    </a:cubicBezTo>
                    <a:lnTo>
                      <a:pt x="62" y="32"/>
                    </a:lnTo>
                    <a:cubicBezTo>
                      <a:pt x="59" y="34"/>
                      <a:pt x="57" y="37"/>
                      <a:pt x="54" y="40"/>
                    </a:cubicBezTo>
                    <a:cubicBezTo>
                      <a:pt x="54" y="40"/>
                      <a:pt x="55" y="40"/>
                      <a:pt x="55" y="39"/>
                    </a:cubicBezTo>
                    <a:cubicBezTo>
                      <a:pt x="54" y="40"/>
                      <a:pt x="54" y="40"/>
                      <a:pt x="54" y="40"/>
                    </a:cubicBezTo>
                    <a:cubicBezTo>
                      <a:pt x="51" y="45"/>
                      <a:pt x="48" y="49"/>
                      <a:pt x="46" y="53"/>
                    </a:cubicBezTo>
                    <a:cubicBezTo>
                      <a:pt x="43" y="59"/>
                      <a:pt x="40" y="64"/>
                      <a:pt x="37" y="69"/>
                    </a:cubicBezTo>
                    <a:cubicBezTo>
                      <a:pt x="38" y="68"/>
                      <a:pt x="38" y="68"/>
                      <a:pt x="38" y="68"/>
                    </a:cubicBezTo>
                    <a:cubicBezTo>
                      <a:pt x="34" y="78"/>
                      <a:pt x="30" y="88"/>
                      <a:pt x="27" y="99"/>
                    </a:cubicBezTo>
                    <a:cubicBezTo>
                      <a:pt x="27" y="99"/>
                      <a:pt x="27" y="100"/>
                      <a:pt x="26" y="100"/>
                    </a:cubicBezTo>
                    <a:cubicBezTo>
                      <a:pt x="26" y="104"/>
                      <a:pt x="26" y="107"/>
                      <a:pt x="26" y="110"/>
                    </a:cubicBezTo>
                    <a:cubicBezTo>
                      <a:pt x="26" y="116"/>
                      <a:pt x="26" y="121"/>
                      <a:pt x="26" y="127"/>
                    </a:cubicBezTo>
                    <a:cubicBezTo>
                      <a:pt x="27" y="133"/>
                      <a:pt x="27" y="139"/>
                      <a:pt x="28" y="145"/>
                    </a:cubicBezTo>
                    <a:cubicBezTo>
                      <a:pt x="29" y="149"/>
                      <a:pt x="29" y="153"/>
                      <a:pt x="30" y="158"/>
                    </a:cubicBezTo>
                    <a:lnTo>
                      <a:pt x="30" y="159"/>
                    </a:lnTo>
                    <a:moveTo>
                      <a:pt x="22" y="179"/>
                    </a:moveTo>
                    <a:cubicBezTo>
                      <a:pt x="20" y="178"/>
                      <a:pt x="18" y="176"/>
                      <a:pt x="16" y="174"/>
                    </a:cubicBezTo>
                    <a:cubicBezTo>
                      <a:pt x="14" y="172"/>
                      <a:pt x="12" y="170"/>
                      <a:pt x="12" y="167"/>
                    </a:cubicBezTo>
                    <a:cubicBezTo>
                      <a:pt x="10" y="163"/>
                      <a:pt x="9" y="158"/>
                      <a:pt x="9" y="153"/>
                    </a:cubicBezTo>
                    <a:cubicBezTo>
                      <a:pt x="8" y="148"/>
                      <a:pt x="8" y="142"/>
                      <a:pt x="7" y="137"/>
                    </a:cubicBezTo>
                    <a:cubicBezTo>
                      <a:pt x="7" y="134"/>
                      <a:pt x="6" y="132"/>
                      <a:pt x="6" y="130"/>
                    </a:cubicBezTo>
                    <a:cubicBezTo>
                      <a:pt x="3" y="128"/>
                      <a:pt x="0" y="124"/>
                      <a:pt x="1" y="119"/>
                    </a:cubicBezTo>
                    <a:cubicBezTo>
                      <a:pt x="3" y="113"/>
                      <a:pt x="5" y="107"/>
                      <a:pt x="6" y="102"/>
                    </a:cubicBezTo>
                    <a:cubicBezTo>
                      <a:pt x="6" y="95"/>
                      <a:pt x="7" y="88"/>
                      <a:pt x="8" y="81"/>
                    </a:cubicBezTo>
                    <a:cubicBezTo>
                      <a:pt x="9" y="77"/>
                      <a:pt x="9" y="73"/>
                      <a:pt x="10" y="70"/>
                    </a:cubicBezTo>
                    <a:cubicBezTo>
                      <a:pt x="11" y="64"/>
                      <a:pt x="12" y="59"/>
                      <a:pt x="14" y="54"/>
                    </a:cubicBezTo>
                    <a:cubicBezTo>
                      <a:pt x="15" y="51"/>
                      <a:pt x="19" y="49"/>
                      <a:pt x="23" y="49"/>
                    </a:cubicBezTo>
                    <a:cubicBezTo>
                      <a:pt x="23" y="48"/>
                      <a:pt x="25" y="49"/>
                      <a:pt x="26" y="49"/>
                    </a:cubicBezTo>
                    <a:cubicBezTo>
                      <a:pt x="30" y="39"/>
                      <a:pt x="37" y="29"/>
                      <a:pt x="44" y="21"/>
                    </a:cubicBezTo>
                    <a:cubicBezTo>
                      <a:pt x="49" y="16"/>
                      <a:pt x="54" y="11"/>
                      <a:pt x="59" y="8"/>
                    </a:cubicBezTo>
                    <a:cubicBezTo>
                      <a:pt x="64" y="4"/>
                      <a:pt x="71" y="2"/>
                      <a:pt x="77" y="1"/>
                    </a:cubicBezTo>
                    <a:cubicBezTo>
                      <a:pt x="83" y="0"/>
                      <a:pt x="89" y="3"/>
                      <a:pt x="93" y="6"/>
                    </a:cubicBezTo>
                    <a:cubicBezTo>
                      <a:pt x="94" y="8"/>
                      <a:pt x="96" y="10"/>
                      <a:pt x="97" y="12"/>
                    </a:cubicBezTo>
                    <a:cubicBezTo>
                      <a:pt x="99" y="15"/>
                      <a:pt x="100" y="18"/>
                      <a:pt x="101" y="22"/>
                    </a:cubicBezTo>
                    <a:cubicBezTo>
                      <a:pt x="101" y="25"/>
                      <a:pt x="101" y="29"/>
                      <a:pt x="101" y="32"/>
                    </a:cubicBezTo>
                    <a:cubicBezTo>
                      <a:pt x="102" y="36"/>
                      <a:pt x="102" y="39"/>
                      <a:pt x="102" y="43"/>
                    </a:cubicBezTo>
                    <a:cubicBezTo>
                      <a:pt x="101" y="50"/>
                      <a:pt x="100" y="58"/>
                      <a:pt x="99" y="66"/>
                    </a:cubicBezTo>
                    <a:cubicBezTo>
                      <a:pt x="97" y="76"/>
                      <a:pt x="94" y="86"/>
                      <a:pt x="90" y="97"/>
                    </a:cubicBezTo>
                    <a:cubicBezTo>
                      <a:pt x="89" y="102"/>
                      <a:pt x="87" y="107"/>
                      <a:pt x="85" y="113"/>
                    </a:cubicBezTo>
                    <a:cubicBezTo>
                      <a:pt x="82" y="119"/>
                      <a:pt x="79" y="124"/>
                      <a:pt x="77" y="130"/>
                    </a:cubicBezTo>
                    <a:cubicBezTo>
                      <a:pt x="74" y="136"/>
                      <a:pt x="71" y="142"/>
                      <a:pt x="68" y="148"/>
                    </a:cubicBezTo>
                    <a:cubicBezTo>
                      <a:pt x="64" y="155"/>
                      <a:pt x="60" y="161"/>
                      <a:pt x="55" y="166"/>
                    </a:cubicBezTo>
                    <a:cubicBezTo>
                      <a:pt x="51" y="170"/>
                      <a:pt x="46" y="174"/>
                      <a:pt x="40" y="177"/>
                    </a:cubicBezTo>
                    <a:cubicBezTo>
                      <a:pt x="38" y="178"/>
                      <a:pt x="35" y="179"/>
                      <a:pt x="32" y="179"/>
                    </a:cubicBezTo>
                    <a:cubicBezTo>
                      <a:pt x="31" y="179"/>
                      <a:pt x="30" y="179"/>
                      <a:pt x="29" y="179"/>
                    </a:cubicBezTo>
                    <a:cubicBezTo>
                      <a:pt x="27" y="179"/>
                      <a:pt x="25" y="179"/>
                      <a:pt x="22" y="1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1" name="Google Shape;5221;p70"/>
              <p:cNvSpPr/>
              <p:nvPr/>
            </p:nvSpPr>
            <p:spPr>
              <a:xfrm>
                <a:off x="1780200" y="2581920"/>
                <a:ext cx="15840" cy="39240"/>
              </a:xfrm>
              <a:custGeom>
                <a:avLst/>
                <a:gdLst/>
                <a:ahLst/>
                <a:cxnLst/>
                <a:rect l="l" t="t" r="r" b="b"/>
                <a:pathLst>
                  <a:path w="44" h="109" extrusionOk="0">
                    <a:moveTo>
                      <a:pt x="10" y="108"/>
                    </a:moveTo>
                    <a:cubicBezTo>
                      <a:pt x="4" y="107"/>
                      <a:pt x="0" y="102"/>
                      <a:pt x="0" y="97"/>
                    </a:cubicBezTo>
                    <a:cubicBezTo>
                      <a:pt x="0" y="89"/>
                      <a:pt x="3" y="81"/>
                      <a:pt x="4" y="73"/>
                    </a:cubicBezTo>
                    <a:cubicBezTo>
                      <a:pt x="6" y="66"/>
                      <a:pt x="7" y="60"/>
                      <a:pt x="9" y="54"/>
                    </a:cubicBezTo>
                    <a:cubicBezTo>
                      <a:pt x="10" y="47"/>
                      <a:pt x="12" y="40"/>
                      <a:pt x="14" y="33"/>
                    </a:cubicBezTo>
                    <a:cubicBezTo>
                      <a:pt x="14" y="28"/>
                      <a:pt x="16" y="25"/>
                      <a:pt x="17" y="21"/>
                    </a:cubicBezTo>
                    <a:cubicBezTo>
                      <a:pt x="18" y="18"/>
                      <a:pt x="18" y="15"/>
                      <a:pt x="20" y="12"/>
                    </a:cubicBezTo>
                    <a:cubicBezTo>
                      <a:pt x="21" y="9"/>
                      <a:pt x="23" y="5"/>
                      <a:pt x="25" y="3"/>
                    </a:cubicBezTo>
                    <a:cubicBezTo>
                      <a:pt x="28" y="1"/>
                      <a:pt x="31" y="0"/>
                      <a:pt x="34" y="1"/>
                    </a:cubicBezTo>
                    <a:cubicBezTo>
                      <a:pt x="38" y="2"/>
                      <a:pt x="41" y="4"/>
                      <a:pt x="42" y="8"/>
                    </a:cubicBezTo>
                    <a:cubicBezTo>
                      <a:pt x="43" y="10"/>
                      <a:pt x="43" y="12"/>
                      <a:pt x="43" y="14"/>
                    </a:cubicBezTo>
                    <a:cubicBezTo>
                      <a:pt x="42" y="16"/>
                      <a:pt x="41" y="18"/>
                      <a:pt x="39" y="20"/>
                    </a:cubicBezTo>
                    <a:cubicBezTo>
                      <a:pt x="37" y="26"/>
                      <a:pt x="35" y="31"/>
                      <a:pt x="33" y="37"/>
                    </a:cubicBezTo>
                    <a:cubicBezTo>
                      <a:pt x="31" y="46"/>
                      <a:pt x="29" y="55"/>
                      <a:pt x="27" y="63"/>
                    </a:cubicBezTo>
                    <a:cubicBezTo>
                      <a:pt x="25" y="73"/>
                      <a:pt x="23" y="83"/>
                      <a:pt x="21" y="93"/>
                    </a:cubicBezTo>
                    <a:cubicBezTo>
                      <a:pt x="21" y="94"/>
                      <a:pt x="21" y="96"/>
                      <a:pt x="21" y="98"/>
                    </a:cubicBezTo>
                    <a:cubicBezTo>
                      <a:pt x="21" y="103"/>
                      <a:pt x="16" y="108"/>
                      <a:pt x="10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2" name="Google Shape;5222;p70"/>
              <p:cNvSpPr/>
              <p:nvPr/>
            </p:nvSpPr>
            <p:spPr>
              <a:xfrm>
                <a:off x="1797840" y="2578320"/>
                <a:ext cx="20160" cy="38520"/>
              </a:xfrm>
              <a:custGeom>
                <a:avLst/>
                <a:gdLst/>
                <a:ahLst/>
                <a:cxnLst/>
                <a:rect l="l" t="t" r="r" b="b"/>
                <a:pathLst>
                  <a:path w="56" h="107" extrusionOk="0">
                    <a:moveTo>
                      <a:pt x="8" y="105"/>
                    </a:moveTo>
                    <a:cubicBezTo>
                      <a:pt x="3" y="104"/>
                      <a:pt x="0" y="98"/>
                      <a:pt x="2" y="93"/>
                    </a:cubicBezTo>
                    <a:cubicBezTo>
                      <a:pt x="4" y="87"/>
                      <a:pt x="6" y="82"/>
                      <a:pt x="7" y="76"/>
                    </a:cubicBezTo>
                    <a:cubicBezTo>
                      <a:pt x="10" y="65"/>
                      <a:pt x="12" y="54"/>
                      <a:pt x="15" y="43"/>
                    </a:cubicBezTo>
                    <a:cubicBezTo>
                      <a:pt x="17" y="37"/>
                      <a:pt x="19" y="31"/>
                      <a:pt x="21" y="26"/>
                    </a:cubicBezTo>
                    <a:cubicBezTo>
                      <a:pt x="25" y="15"/>
                      <a:pt x="31" y="2"/>
                      <a:pt x="43" y="1"/>
                    </a:cubicBezTo>
                    <a:cubicBezTo>
                      <a:pt x="49" y="0"/>
                      <a:pt x="54" y="5"/>
                      <a:pt x="55" y="11"/>
                    </a:cubicBezTo>
                    <a:cubicBezTo>
                      <a:pt x="55" y="16"/>
                      <a:pt x="51" y="20"/>
                      <a:pt x="46" y="22"/>
                    </a:cubicBezTo>
                    <a:cubicBezTo>
                      <a:pt x="46" y="23"/>
                      <a:pt x="45" y="24"/>
                      <a:pt x="44" y="25"/>
                    </a:cubicBezTo>
                    <a:cubicBezTo>
                      <a:pt x="43" y="27"/>
                      <a:pt x="42" y="29"/>
                      <a:pt x="41" y="31"/>
                    </a:cubicBezTo>
                    <a:cubicBezTo>
                      <a:pt x="40" y="34"/>
                      <a:pt x="39" y="37"/>
                      <a:pt x="37" y="41"/>
                    </a:cubicBezTo>
                    <a:cubicBezTo>
                      <a:pt x="36" y="44"/>
                      <a:pt x="35" y="48"/>
                      <a:pt x="34" y="51"/>
                    </a:cubicBezTo>
                    <a:cubicBezTo>
                      <a:pt x="30" y="68"/>
                      <a:pt x="26" y="83"/>
                      <a:pt x="21" y="99"/>
                    </a:cubicBezTo>
                    <a:cubicBezTo>
                      <a:pt x="20" y="104"/>
                      <a:pt x="16" y="106"/>
                      <a:pt x="11" y="106"/>
                    </a:cubicBezTo>
                    <a:cubicBezTo>
                      <a:pt x="11" y="106"/>
                      <a:pt x="10" y="106"/>
                      <a:pt x="8" y="1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3" name="Google Shape;5223;p70"/>
              <p:cNvSpPr/>
              <p:nvPr/>
            </p:nvSpPr>
            <p:spPr>
              <a:xfrm>
                <a:off x="1758240" y="2566800"/>
                <a:ext cx="81720" cy="32040"/>
              </a:xfrm>
              <a:custGeom>
                <a:avLst/>
                <a:gdLst/>
                <a:ahLst/>
                <a:cxnLst/>
                <a:rect l="l" t="t" r="r" b="b"/>
                <a:pathLst>
                  <a:path w="227" h="89" extrusionOk="0">
                    <a:moveTo>
                      <a:pt x="25" y="86"/>
                    </a:moveTo>
                    <a:cubicBezTo>
                      <a:pt x="21" y="82"/>
                      <a:pt x="17" y="78"/>
                      <a:pt x="13" y="74"/>
                    </a:cubicBezTo>
                    <a:cubicBezTo>
                      <a:pt x="7" y="67"/>
                      <a:pt x="0" y="60"/>
                      <a:pt x="1" y="51"/>
                    </a:cubicBezTo>
                    <a:cubicBezTo>
                      <a:pt x="1" y="38"/>
                      <a:pt x="12" y="28"/>
                      <a:pt x="22" y="21"/>
                    </a:cubicBezTo>
                    <a:cubicBezTo>
                      <a:pt x="35" y="14"/>
                      <a:pt x="49" y="10"/>
                      <a:pt x="63" y="6"/>
                    </a:cubicBezTo>
                    <a:cubicBezTo>
                      <a:pt x="87" y="1"/>
                      <a:pt x="112" y="0"/>
                      <a:pt x="137" y="0"/>
                    </a:cubicBezTo>
                    <a:cubicBezTo>
                      <a:pt x="148" y="1"/>
                      <a:pt x="159" y="1"/>
                      <a:pt x="170" y="2"/>
                    </a:cubicBezTo>
                    <a:cubicBezTo>
                      <a:pt x="186" y="3"/>
                      <a:pt x="201" y="5"/>
                      <a:pt x="216" y="6"/>
                    </a:cubicBezTo>
                    <a:cubicBezTo>
                      <a:pt x="221" y="7"/>
                      <a:pt x="226" y="11"/>
                      <a:pt x="225" y="17"/>
                    </a:cubicBezTo>
                    <a:cubicBezTo>
                      <a:pt x="225" y="19"/>
                      <a:pt x="224" y="21"/>
                      <a:pt x="222" y="23"/>
                    </a:cubicBezTo>
                    <a:cubicBezTo>
                      <a:pt x="219" y="26"/>
                      <a:pt x="216" y="26"/>
                      <a:pt x="213" y="26"/>
                    </a:cubicBezTo>
                    <a:cubicBezTo>
                      <a:pt x="212" y="26"/>
                      <a:pt x="210" y="25"/>
                      <a:pt x="208" y="25"/>
                    </a:cubicBezTo>
                    <a:cubicBezTo>
                      <a:pt x="209" y="25"/>
                      <a:pt x="209" y="25"/>
                      <a:pt x="209" y="25"/>
                    </a:cubicBezTo>
                    <a:cubicBezTo>
                      <a:pt x="196" y="23"/>
                      <a:pt x="182" y="22"/>
                      <a:pt x="169" y="21"/>
                    </a:cubicBezTo>
                    <a:cubicBezTo>
                      <a:pt x="155" y="20"/>
                      <a:pt x="141" y="20"/>
                      <a:pt x="128" y="19"/>
                    </a:cubicBezTo>
                    <a:lnTo>
                      <a:pt x="129" y="19"/>
                    </a:lnTo>
                    <a:cubicBezTo>
                      <a:pt x="115" y="19"/>
                      <a:pt x="101" y="20"/>
                      <a:pt x="87" y="22"/>
                    </a:cubicBezTo>
                    <a:cubicBezTo>
                      <a:pt x="88" y="22"/>
                      <a:pt x="88" y="22"/>
                      <a:pt x="89" y="21"/>
                    </a:cubicBezTo>
                    <a:cubicBezTo>
                      <a:pt x="79" y="23"/>
                      <a:pt x="70" y="25"/>
                      <a:pt x="61" y="27"/>
                    </a:cubicBezTo>
                    <a:cubicBezTo>
                      <a:pt x="62" y="27"/>
                      <a:pt x="62" y="27"/>
                      <a:pt x="63" y="27"/>
                    </a:cubicBezTo>
                    <a:cubicBezTo>
                      <a:pt x="56" y="28"/>
                      <a:pt x="49" y="31"/>
                      <a:pt x="43" y="34"/>
                    </a:cubicBezTo>
                    <a:cubicBezTo>
                      <a:pt x="40" y="35"/>
                      <a:pt x="37" y="36"/>
                      <a:pt x="35" y="38"/>
                    </a:cubicBezTo>
                    <a:cubicBezTo>
                      <a:pt x="33" y="39"/>
                      <a:pt x="31" y="40"/>
                      <a:pt x="29" y="41"/>
                    </a:cubicBezTo>
                    <a:cubicBezTo>
                      <a:pt x="28" y="42"/>
                      <a:pt x="27" y="43"/>
                      <a:pt x="26" y="44"/>
                    </a:cubicBezTo>
                    <a:cubicBezTo>
                      <a:pt x="25" y="45"/>
                      <a:pt x="24" y="46"/>
                      <a:pt x="24" y="46"/>
                    </a:cubicBezTo>
                    <a:cubicBezTo>
                      <a:pt x="23" y="47"/>
                      <a:pt x="23" y="48"/>
                      <a:pt x="22" y="48"/>
                    </a:cubicBezTo>
                    <a:cubicBezTo>
                      <a:pt x="22" y="49"/>
                      <a:pt x="22" y="49"/>
                      <a:pt x="22" y="49"/>
                    </a:cubicBezTo>
                    <a:cubicBezTo>
                      <a:pt x="22" y="50"/>
                      <a:pt x="22" y="50"/>
                      <a:pt x="22" y="51"/>
                    </a:cubicBezTo>
                    <a:cubicBezTo>
                      <a:pt x="21" y="51"/>
                      <a:pt x="21" y="51"/>
                      <a:pt x="21" y="51"/>
                    </a:cubicBezTo>
                    <a:cubicBezTo>
                      <a:pt x="21" y="52"/>
                      <a:pt x="21" y="52"/>
                      <a:pt x="21" y="52"/>
                    </a:cubicBezTo>
                    <a:cubicBezTo>
                      <a:pt x="22" y="52"/>
                      <a:pt x="22" y="52"/>
                      <a:pt x="22" y="52"/>
                    </a:cubicBezTo>
                    <a:lnTo>
                      <a:pt x="22" y="53"/>
                    </a:lnTo>
                    <a:cubicBezTo>
                      <a:pt x="24" y="55"/>
                      <a:pt x="25" y="56"/>
                      <a:pt x="26" y="58"/>
                    </a:cubicBezTo>
                    <a:cubicBezTo>
                      <a:pt x="31" y="62"/>
                      <a:pt x="35" y="66"/>
                      <a:pt x="39" y="70"/>
                    </a:cubicBezTo>
                    <a:cubicBezTo>
                      <a:pt x="44" y="74"/>
                      <a:pt x="44" y="81"/>
                      <a:pt x="40" y="85"/>
                    </a:cubicBezTo>
                    <a:cubicBezTo>
                      <a:pt x="38" y="87"/>
                      <a:pt x="35" y="88"/>
                      <a:pt x="32" y="88"/>
                    </a:cubicBezTo>
                    <a:cubicBezTo>
                      <a:pt x="30" y="88"/>
                      <a:pt x="28" y="88"/>
                      <a:pt x="25" y="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4" name="Google Shape;5224;p70"/>
              <p:cNvSpPr/>
              <p:nvPr/>
            </p:nvSpPr>
            <p:spPr>
              <a:xfrm>
                <a:off x="1787760" y="2571120"/>
                <a:ext cx="62280" cy="91800"/>
              </a:xfrm>
              <a:custGeom>
                <a:avLst/>
                <a:gdLst/>
                <a:ahLst/>
                <a:cxnLst/>
                <a:rect l="l" t="t" r="r" b="b"/>
                <a:pathLst>
                  <a:path w="173" h="255" extrusionOk="0">
                    <a:moveTo>
                      <a:pt x="6" y="252"/>
                    </a:moveTo>
                    <a:cubicBezTo>
                      <a:pt x="1" y="249"/>
                      <a:pt x="0" y="243"/>
                      <a:pt x="3" y="238"/>
                    </a:cubicBezTo>
                    <a:cubicBezTo>
                      <a:pt x="14" y="223"/>
                      <a:pt x="25" y="207"/>
                      <a:pt x="36" y="191"/>
                    </a:cubicBezTo>
                    <a:cubicBezTo>
                      <a:pt x="41" y="184"/>
                      <a:pt x="45" y="177"/>
                      <a:pt x="49" y="170"/>
                    </a:cubicBezTo>
                    <a:cubicBezTo>
                      <a:pt x="55" y="161"/>
                      <a:pt x="60" y="154"/>
                      <a:pt x="64" y="146"/>
                    </a:cubicBezTo>
                    <a:cubicBezTo>
                      <a:pt x="70" y="136"/>
                      <a:pt x="75" y="127"/>
                      <a:pt x="80" y="118"/>
                    </a:cubicBezTo>
                    <a:lnTo>
                      <a:pt x="81" y="118"/>
                    </a:lnTo>
                    <a:lnTo>
                      <a:pt x="80" y="118"/>
                    </a:lnTo>
                    <a:cubicBezTo>
                      <a:pt x="85" y="109"/>
                      <a:pt x="91" y="100"/>
                      <a:pt x="95" y="92"/>
                    </a:cubicBezTo>
                    <a:cubicBezTo>
                      <a:pt x="100" y="82"/>
                      <a:pt x="105" y="73"/>
                      <a:pt x="110" y="64"/>
                    </a:cubicBezTo>
                    <a:cubicBezTo>
                      <a:pt x="116" y="53"/>
                      <a:pt x="121" y="43"/>
                      <a:pt x="127" y="32"/>
                    </a:cubicBezTo>
                    <a:cubicBezTo>
                      <a:pt x="131" y="24"/>
                      <a:pt x="136" y="16"/>
                      <a:pt x="142" y="8"/>
                    </a:cubicBezTo>
                    <a:cubicBezTo>
                      <a:pt x="145" y="4"/>
                      <a:pt x="150" y="0"/>
                      <a:pt x="155" y="0"/>
                    </a:cubicBezTo>
                    <a:cubicBezTo>
                      <a:pt x="158" y="0"/>
                      <a:pt x="160" y="0"/>
                      <a:pt x="162" y="2"/>
                    </a:cubicBezTo>
                    <a:cubicBezTo>
                      <a:pt x="165" y="3"/>
                      <a:pt x="166" y="5"/>
                      <a:pt x="168" y="8"/>
                    </a:cubicBezTo>
                    <a:cubicBezTo>
                      <a:pt x="169" y="11"/>
                      <a:pt x="171" y="14"/>
                      <a:pt x="171" y="17"/>
                    </a:cubicBezTo>
                    <a:cubicBezTo>
                      <a:pt x="172" y="23"/>
                      <a:pt x="166" y="28"/>
                      <a:pt x="161" y="29"/>
                    </a:cubicBezTo>
                    <a:cubicBezTo>
                      <a:pt x="159" y="29"/>
                      <a:pt x="156" y="28"/>
                      <a:pt x="154" y="26"/>
                    </a:cubicBezTo>
                    <a:cubicBezTo>
                      <a:pt x="152" y="29"/>
                      <a:pt x="150" y="33"/>
                      <a:pt x="148" y="36"/>
                    </a:cubicBezTo>
                    <a:cubicBezTo>
                      <a:pt x="148" y="35"/>
                      <a:pt x="148" y="35"/>
                      <a:pt x="149" y="34"/>
                    </a:cubicBezTo>
                    <a:cubicBezTo>
                      <a:pt x="144" y="44"/>
                      <a:pt x="138" y="53"/>
                      <a:pt x="133" y="62"/>
                    </a:cubicBezTo>
                    <a:cubicBezTo>
                      <a:pt x="127" y="72"/>
                      <a:pt x="122" y="83"/>
                      <a:pt x="116" y="93"/>
                    </a:cubicBezTo>
                    <a:cubicBezTo>
                      <a:pt x="106" y="113"/>
                      <a:pt x="94" y="132"/>
                      <a:pt x="83" y="150"/>
                    </a:cubicBezTo>
                    <a:cubicBezTo>
                      <a:pt x="73" y="167"/>
                      <a:pt x="63" y="184"/>
                      <a:pt x="52" y="200"/>
                    </a:cubicBezTo>
                    <a:cubicBezTo>
                      <a:pt x="41" y="216"/>
                      <a:pt x="30" y="233"/>
                      <a:pt x="20" y="249"/>
                    </a:cubicBezTo>
                    <a:cubicBezTo>
                      <a:pt x="17" y="252"/>
                      <a:pt x="14" y="254"/>
                      <a:pt x="11" y="254"/>
                    </a:cubicBezTo>
                    <a:cubicBezTo>
                      <a:pt x="9" y="254"/>
                      <a:pt x="7" y="254"/>
                      <a:pt x="6" y="2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5" name="Google Shape;5225;p70"/>
              <p:cNvSpPr/>
              <p:nvPr/>
            </p:nvSpPr>
            <p:spPr>
              <a:xfrm>
                <a:off x="1811160" y="2601000"/>
                <a:ext cx="40320" cy="7200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200" extrusionOk="0">
                    <a:moveTo>
                      <a:pt x="49" y="199"/>
                    </a:moveTo>
                    <a:cubicBezTo>
                      <a:pt x="43" y="197"/>
                      <a:pt x="39" y="192"/>
                      <a:pt x="40" y="186"/>
                    </a:cubicBezTo>
                    <a:cubicBezTo>
                      <a:pt x="43" y="175"/>
                      <a:pt x="47" y="164"/>
                      <a:pt x="50" y="153"/>
                    </a:cubicBezTo>
                    <a:cubicBezTo>
                      <a:pt x="53" y="144"/>
                      <a:pt x="56" y="135"/>
                      <a:pt x="58" y="125"/>
                    </a:cubicBezTo>
                    <a:cubicBezTo>
                      <a:pt x="60" y="121"/>
                      <a:pt x="62" y="116"/>
                      <a:pt x="64" y="111"/>
                    </a:cubicBezTo>
                    <a:cubicBezTo>
                      <a:pt x="63" y="111"/>
                      <a:pt x="63" y="112"/>
                      <a:pt x="62" y="112"/>
                    </a:cubicBezTo>
                    <a:lnTo>
                      <a:pt x="63" y="112"/>
                    </a:lnTo>
                    <a:cubicBezTo>
                      <a:pt x="56" y="117"/>
                      <a:pt x="49" y="122"/>
                      <a:pt x="43" y="128"/>
                    </a:cubicBezTo>
                    <a:cubicBezTo>
                      <a:pt x="39" y="130"/>
                      <a:pt x="35" y="133"/>
                      <a:pt x="32" y="136"/>
                    </a:cubicBezTo>
                    <a:cubicBezTo>
                      <a:pt x="28" y="139"/>
                      <a:pt x="25" y="142"/>
                      <a:pt x="21" y="144"/>
                    </a:cubicBezTo>
                    <a:cubicBezTo>
                      <a:pt x="17" y="146"/>
                      <a:pt x="13" y="147"/>
                      <a:pt x="9" y="146"/>
                    </a:cubicBezTo>
                    <a:cubicBezTo>
                      <a:pt x="6" y="145"/>
                      <a:pt x="4" y="144"/>
                      <a:pt x="2" y="142"/>
                    </a:cubicBezTo>
                    <a:cubicBezTo>
                      <a:pt x="1" y="139"/>
                      <a:pt x="0" y="135"/>
                      <a:pt x="1" y="132"/>
                    </a:cubicBezTo>
                    <a:cubicBezTo>
                      <a:pt x="4" y="126"/>
                      <a:pt x="8" y="119"/>
                      <a:pt x="11" y="112"/>
                    </a:cubicBezTo>
                    <a:cubicBezTo>
                      <a:pt x="14" y="108"/>
                      <a:pt x="16" y="103"/>
                      <a:pt x="18" y="98"/>
                    </a:cubicBezTo>
                    <a:cubicBezTo>
                      <a:pt x="23" y="88"/>
                      <a:pt x="28" y="78"/>
                      <a:pt x="32" y="68"/>
                    </a:cubicBezTo>
                    <a:cubicBezTo>
                      <a:pt x="36" y="59"/>
                      <a:pt x="40" y="51"/>
                      <a:pt x="44" y="42"/>
                    </a:cubicBezTo>
                    <a:cubicBezTo>
                      <a:pt x="46" y="37"/>
                      <a:pt x="49" y="33"/>
                      <a:pt x="51" y="28"/>
                    </a:cubicBezTo>
                    <a:cubicBezTo>
                      <a:pt x="54" y="20"/>
                      <a:pt x="58" y="12"/>
                      <a:pt x="62" y="5"/>
                    </a:cubicBezTo>
                    <a:cubicBezTo>
                      <a:pt x="64" y="2"/>
                      <a:pt x="69" y="0"/>
                      <a:pt x="73" y="1"/>
                    </a:cubicBezTo>
                    <a:cubicBezTo>
                      <a:pt x="77" y="2"/>
                      <a:pt x="81" y="5"/>
                      <a:pt x="81" y="10"/>
                    </a:cubicBezTo>
                    <a:cubicBezTo>
                      <a:pt x="81" y="12"/>
                      <a:pt x="81" y="14"/>
                      <a:pt x="81" y="16"/>
                    </a:cubicBezTo>
                    <a:cubicBezTo>
                      <a:pt x="80" y="19"/>
                      <a:pt x="78" y="21"/>
                      <a:pt x="76" y="23"/>
                    </a:cubicBezTo>
                    <a:cubicBezTo>
                      <a:pt x="74" y="28"/>
                      <a:pt x="71" y="33"/>
                      <a:pt x="69" y="38"/>
                    </a:cubicBezTo>
                    <a:cubicBezTo>
                      <a:pt x="67" y="42"/>
                      <a:pt x="64" y="47"/>
                      <a:pt x="62" y="52"/>
                    </a:cubicBezTo>
                    <a:cubicBezTo>
                      <a:pt x="57" y="61"/>
                      <a:pt x="54" y="69"/>
                      <a:pt x="50" y="77"/>
                    </a:cubicBezTo>
                    <a:cubicBezTo>
                      <a:pt x="45" y="87"/>
                      <a:pt x="40" y="96"/>
                      <a:pt x="36" y="106"/>
                    </a:cubicBezTo>
                    <a:cubicBezTo>
                      <a:pt x="35" y="107"/>
                      <a:pt x="35" y="108"/>
                      <a:pt x="34" y="109"/>
                    </a:cubicBezTo>
                    <a:cubicBezTo>
                      <a:pt x="42" y="103"/>
                      <a:pt x="50" y="97"/>
                      <a:pt x="58" y="90"/>
                    </a:cubicBezTo>
                    <a:cubicBezTo>
                      <a:pt x="64" y="86"/>
                      <a:pt x="70" y="81"/>
                      <a:pt x="75" y="76"/>
                    </a:cubicBezTo>
                    <a:lnTo>
                      <a:pt x="75" y="77"/>
                    </a:lnTo>
                    <a:cubicBezTo>
                      <a:pt x="77" y="75"/>
                      <a:pt x="79" y="73"/>
                      <a:pt x="81" y="70"/>
                    </a:cubicBezTo>
                    <a:cubicBezTo>
                      <a:pt x="82" y="68"/>
                      <a:pt x="84" y="65"/>
                      <a:pt x="85" y="62"/>
                    </a:cubicBezTo>
                    <a:cubicBezTo>
                      <a:pt x="87" y="58"/>
                      <a:pt x="89" y="54"/>
                      <a:pt x="92" y="52"/>
                    </a:cubicBezTo>
                    <a:cubicBezTo>
                      <a:pt x="94" y="51"/>
                      <a:pt x="96" y="49"/>
                      <a:pt x="98" y="49"/>
                    </a:cubicBezTo>
                    <a:cubicBezTo>
                      <a:pt x="100" y="49"/>
                      <a:pt x="102" y="49"/>
                      <a:pt x="103" y="50"/>
                    </a:cubicBezTo>
                    <a:cubicBezTo>
                      <a:pt x="109" y="52"/>
                      <a:pt x="111" y="59"/>
                      <a:pt x="109" y="65"/>
                    </a:cubicBezTo>
                    <a:cubicBezTo>
                      <a:pt x="107" y="69"/>
                      <a:pt x="105" y="72"/>
                      <a:pt x="103" y="75"/>
                    </a:cubicBezTo>
                    <a:cubicBezTo>
                      <a:pt x="101" y="77"/>
                      <a:pt x="99" y="80"/>
                      <a:pt x="98" y="82"/>
                    </a:cubicBezTo>
                    <a:cubicBezTo>
                      <a:pt x="98" y="82"/>
                      <a:pt x="97" y="82"/>
                      <a:pt x="97" y="83"/>
                    </a:cubicBezTo>
                    <a:cubicBezTo>
                      <a:pt x="93" y="90"/>
                      <a:pt x="91" y="97"/>
                      <a:pt x="87" y="104"/>
                    </a:cubicBezTo>
                    <a:cubicBezTo>
                      <a:pt x="85" y="110"/>
                      <a:pt x="83" y="115"/>
                      <a:pt x="81" y="121"/>
                    </a:cubicBezTo>
                    <a:cubicBezTo>
                      <a:pt x="78" y="126"/>
                      <a:pt x="77" y="132"/>
                      <a:pt x="75" y="137"/>
                    </a:cubicBezTo>
                    <a:cubicBezTo>
                      <a:pt x="71" y="148"/>
                      <a:pt x="68" y="159"/>
                      <a:pt x="65" y="170"/>
                    </a:cubicBezTo>
                    <a:cubicBezTo>
                      <a:pt x="64" y="177"/>
                      <a:pt x="62" y="183"/>
                      <a:pt x="60" y="190"/>
                    </a:cubicBezTo>
                    <a:cubicBezTo>
                      <a:pt x="60" y="195"/>
                      <a:pt x="55" y="199"/>
                      <a:pt x="50" y="199"/>
                    </a:cubicBezTo>
                    <a:lnTo>
                      <a:pt x="49" y="19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6" name="Google Shape;5226;p70"/>
              <p:cNvSpPr/>
              <p:nvPr/>
            </p:nvSpPr>
            <p:spPr>
              <a:xfrm>
                <a:off x="1983960" y="2579400"/>
                <a:ext cx="1224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34" h="77" extrusionOk="0">
                    <a:moveTo>
                      <a:pt x="1" y="66"/>
                    </a:moveTo>
                    <a:cubicBezTo>
                      <a:pt x="0" y="52"/>
                      <a:pt x="1" y="39"/>
                      <a:pt x="1" y="25"/>
                    </a:cubicBezTo>
                    <a:cubicBezTo>
                      <a:pt x="1" y="21"/>
                      <a:pt x="1" y="17"/>
                      <a:pt x="1" y="14"/>
                    </a:cubicBezTo>
                    <a:cubicBezTo>
                      <a:pt x="2" y="8"/>
                      <a:pt x="5" y="2"/>
                      <a:pt x="11" y="1"/>
                    </a:cubicBezTo>
                    <a:cubicBezTo>
                      <a:pt x="14" y="0"/>
                      <a:pt x="17" y="0"/>
                      <a:pt x="20" y="2"/>
                    </a:cubicBezTo>
                    <a:cubicBezTo>
                      <a:pt x="22" y="4"/>
                      <a:pt x="24" y="6"/>
                      <a:pt x="25" y="9"/>
                    </a:cubicBezTo>
                    <a:cubicBezTo>
                      <a:pt x="27" y="11"/>
                      <a:pt x="29" y="14"/>
                      <a:pt x="30" y="17"/>
                    </a:cubicBezTo>
                    <a:cubicBezTo>
                      <a:pt x="33" y="21"/>
                      <a:pt x="32" y="28"/>
                      <a:pt x="28" y="31"/>
                    </a:cubicBezTo>
                    <a:cubicBezTo>
                      <a:pt x="25" y="32"/>
                      <a:pt x="24" y="33"/>
                      <a:pt x="21" y="33"/>
                    </a:cubicBezTo>
                    <a:cubicBezTo>
                      <a:pt x="21" y="34"/>
                      <a:pt x="21" y="35"/>
                      <a:pt x="21" y="36"/>
                    </a:cubicBezTo>
                    <a:cubicBezTo>
                      <a:pt x="21" y="42"/>
                      <a:pt x="21" y="49"/>
                      <a:pt x="21" y="55"/>
                    </a:cubicBezTo>
                    <a:cubicBezTo>
                      <a:pt x="21" y="58"/>
                      <a:pt x="21" y="61"/>
                      <a:pt x="21" y="64"/>
                    </a:cubicBezTo>
                    <a:cubicBezTo>
                      <a:pt x="21" y="70"/>
                      <a:pt x="17" y="75"/>
                      <a:pt x="12" y="76"/>
                    </a:cubicBezTo>
                    <a:cubicBezTo>
                      <a:pt x="11" y="76"/>
                      <a:pt x="11" y="76"/>
                      <a:pt x="11" y="76"/>
                    </a:cubicBezTo>
                    <a:cubicBezTo>
                      <a:pt x="6" y="76"/>
                      <a:pt x="1" y="71"/>
                      <a:pt x="1" y="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7" name="Google Shape;5227;p70"/>
              <p:cNvSpPr/>
              <p:nvPr/>
            </p:nvSpPr>
            <p:spPr>
              <a:xfrm>
                <a:off x="1999440" y="2572920"/>
                <a:ext cx="16200" cy="25920"/>
              </a:xfrm>
              <a:custGeom>
                <a:avLst/>
                <a:gdLst/>
                <a:ahLst/>
                <a:cxnLst/>
                <a:rect l="l" t="t" r="r" b="b"/>
                <a:pathLst>
                  <a:path w="45" h="72" extrusionOk="0">
                    <a:moveTo>
                      <a:pt x="8" y="70"/>
                    </a:moveTo>
                    <a:cubicBezTo>
                      <a:pt x="3" y="68"/>
                      <a:pt x="0" y="63"/>
                      <a:pt x="2" y="57"/>
                    </a:cubicBezTo>
                    <a:cubicBezTo>
                      <a:pt x="5" y="47"/>
                      <a:pt x="8" y="38"/>
                      <a:pt x="12" y="28"/>
                    </a:cubicBezTo>
                    <a:cubicBezTo>
                      <a:pt x="14" y="24"/>
                      <a:pt x="16" y="20"/>
                      <a:pt x="18" y="16"/>
                    </a:cubicBezTo>
                    <a:cubicBezTo>
                      <a:pt x="19" y="13"/>
                      <a:pt x="21" y="10"/>
                      <a:pt x="22" y="7"/>
                    </a:cubicBezTo>
                    <a:cubicBezTo>
                      <a:pt x="23" y="4"/>
                      <a:pt x="25" y="3"/>
                      <a:pt x="26" y="1"/>
                    </a:cubicBezTo>
                    <a:cubicBezTo>
                      <a:pt x="29" y="0"/>
                      <a:pt x="31" y="0"/>
                      <a:pt x="33" y="0"/>
                    </a:cubicBezTo>
                    <a:cubicBezTo>
                      <a:pt x="38" y="0"/>
                      <a:pt x="42" y="4"/>
                      <a:pt x="43" y="9"/>
                    </a:cubicBezTo>
                    <a:lnTo>
                      <a:pt x="43" y="10"/>
                    </a:lnTo>
                    <a:cubicBezTo>
                      <a:pt x="44" y="14"/>
                      <a:pt x="42" y="18"/>
                      <a:pt x="39" y="20"/>
                    </a:cubicBezTo>
                    <a:cubicBezTo>
                      <a:pt x="36" y="25"/>
                      <a:pt x="34" y="31"/>
                      <a:pt x="32" y="36"/>
                    </a:cubicBezTo>
                    <a:cubicBezTo>
                      <a:pt x="28" y="45"/>
                      <a:pt x="24" y="54"/>
                      <a:pt x="21" y="64"/>
                    </a:cubicBezTo>
                    <a:cubicBezTo>
                      <a:pt x="19" y="68"/>
                      <a:pt x="15" y="71"/>
                      <a:pt x="11" y="71"/>
                    </a:cubicBezTo>
                    <a:cubicBezTo>
                      <a:pt x="10" y="71"/>
                      <a:pt x="9" y="70"/>
                      <a:pt x="8" y="7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8" name="Google Shape;5228;p70"/>
              <p:cNvSpPr/>
              <p:nvPr/>
            </p:nvSpPr>
            <p:spPr>
              <a:xfrm>
                <a:off x="1952280" y="2563920"/>
                <a:ext cx="66600" cy="24480"/>
              </a:xfrm>
              <a:custGeom>
                <a:avLst/>
                <a:gdLst/>
                <a:ahLst/>
                <a:cxnLst/>
                <a:rect l="l" t="t" r="r" b="b"/>
                <a:pathLst>
                  <a:path w="185" h="68" extrusionOk="0">
                    <a:moveTo>
                      <a:pt x="16" y="63"/>
                    </a:moveTo>
                    <a:cubicBezTo>
                      <a:pt x="11" y="58"/>
                      <a:pt x="7" y="53"/>
                      <a:pt x="3" y="47"/>
                    </a:cubicBezTo>
                    <a:cubicBezTo>
                      <a:pt x="0" y="42"/>
                      <a:pt x="0" y="36"/>
                      <a:pt x="3" y="31"/>
                    </a:cubicBezTo>
                    <a:cubicBezTo>
                      <a:pt x="5" y="25"/>
                      <a:pt x="11" y="22"/>
                      <a:pt x="16" y="20"/>
                    </a:cubicBezTo>
                    <a:cubicBezTo>
                      <a:pt x="23" y="16"/>
                      <a:pt x="30" y="14"/>
                      <a:pt x="36" y="12"/>
                    </a:cubicBezTo>
                    <a:cubicBezTo>
                      <a:pt x="41" y="11"/>
                      <a:pt x="45" y="10"/>
                      <a:pt x="50" y="9"/>
                    </a:cubicBezTo>
                    <a:cubicBezTo>
                      <a:pt x="53" y="8"/>
                      <a:pt x="57" y="7"/>
                      <a:pt x="60" y="7"/>
                    </a:cubicBezTo>
                    <a:cubicBezTo>
                      <a:pt x="63" y="6"/>
                      <a:pt x="65" y="6"/>
                      <a:pt x="67" y="5"/>
                    </a:cubicBezTo>
                    <a:cubicBezTo>
                      <a:pt x="73" y="4"/>
                      <a:pt x="79" y="3"/>
                      <a:pt x="85" y="2"/>
                    </a:cubicBezTo>
                    <a:cubicBezTo>
                      <a:pt x="91" y="1"/>
                      <a:pt x="97" y="1"/>
                      <a:pt x="102" y="1"/>
                    </a:cubicBezTo>
                    <a:cubicBezTo>
                      <a:pt x="113" y="0"/>
                      <a:pt x="124" y="0"/>
                      <a:pt x="135" y="0"/>
                    </a:cubicBezTo>
                    <a:cubicBezTo>
                      <a:pt x="149" y="1"/>
                      <a:pt x="162" y="3"/>
                      <a:pt x="175" y="4"/>
                    </a:cubicBezTo>
                    <a:cubicBezTo>
                      <a:pt x="180" y="4"/>
                      <a:pt x="184" y="8"/>
                      <a:pt x="184" y="14"/>
                    </a:cubicBezTo>
                    <a:cubicBezTo>
                      <a:pt x="184" y="19"/>
                      <a:pt x="179" y="24"/>
                      <a:pt x="174" y="23"/>
                    </a:cubicBezTo>
                    <a:cubicBezTo>
                      <a:pt x="164" y="22"/>
                      <a:pt x="155" y="21"/>
                      <a:pt x="146" y="21"/>
                    </a:cubicBezTo>
                    <a:cubicBezTo>
                      <a:pt x="139" y="20"/>
                      <a:pt x="131" y="20"/>
                      <a:pt x="124" y="20"/>
                    </a:cubicBezTo>
                    <a:cubicBezTo>
                      <a:pt x="121" y="20"/>
                      <a:pt x="118" y="20"/>
                      <a:pt x="116" y="20"/>
                    </a:cubicBezTo>
                    <a:cubicBezTo>
                      <a:pt x="113" y="20"/>
                      <a:pt x="110" y="20"/>
                      <a:pt x="107" y="20"/>
                    </a:cubicBezTo>
                    <a:cubicBezTo>
                      <a:pt x="101" y="20"/>
                      <a:pt x="95" y="21"/>
                      <a:pt x="89" y="21"/>
                    </a:cubicBezTo>
                    <a:cubicBezTo>
                      <a:pt x="86" y="22"/>
                      <a:pt x="83" y="22"/>
                      <a:pt x="79" y="23"/>
                    </a:cubicBezTo>
                    <a:cubicBezTo>
                      <a:pt x="76" y="24"/>
                      <a:pt x="74" y="24"/>
                      <a:pt x="71" y="25"/>
                    </a:cubicBezTo>
                    <a:cubicBezTo>
                      <a:pt x="63" y="26"/>
                      <a:pt x="54" y="28"/>
                      <a:pt x="46" y="31"/>
                    </a:cubicBezTo>
                    <a:cubicBezTo>
                      <a:pt x="46" y="30"/>
                      <a:pt x="46" y="30"/>
                      <a:pt x="47" y="30"/>
                    </a:cubicBezTo>
                    <a:cubicBezTo>
                      <a:pt x="41" y="32"/>
                      <a:pt x="36" y="34"/>
                      <a:pt x="30" y="36"/>
                    </a:cubicBezTo>
                    <a:cubicBezTo>
                      <a:pt x="28" y="36"/>
                      <a:pt x="26" y="38"/>
                      <a:pt x="25" y="39"/>
                    </a:cubicBezTo>
                    <a:cubicBezTo>
                      <a:pt x="24" y="39"/>
                      <a:pt x="23" y="39"/>
                      <a:pt x="23" y="39"/>
                    </a:cubicBezTo>
                    <a:cubicBezTo>
                      <a:pt x="26" y="43"/>
                      <a:pt x="29" y="46"/>
                      <a:pt x="32" y="49"/>
                    </a:cubicBezTo>
                    <a:cubicBezTo>
                      <a:pt x="36" y="53"/>
                      <a:pt x="35" y="60"/>
                      <a:pt x="30" y="64"/>
                    </a:cubicBezTo>
                    <a:cubicBezTo>
                      <a:pt x="29" y="66"/>
                      <a:pt x="26" y="67"/>
                      <a:pt x="23" y="67"/>
                    </a:cubicBezTo>
                    <a:cubicBezTo>
                      <a:pt x="21" y="67"/>
                      <a:pt x="18" y="66"/>
                      <a:pt x="16" y="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9" name="Google Shape;5229;p70"/>
              <p:cNvSpPr/>
              <p:nvPr/>
            </p:nvSpPr>
            <p:spPr>
              <a:xfrm>
                <a:off x="1984680" y="2578320"/>
                <a:ext cx="52560" cy="72360"/>
              </a:xfrm>
              <a:custGeom>
                <a:avLst/>
                <a:gdLst/>
                <a:ahLst/>
                <a:cxnLst/>
                <a:rect l="l" t="t" r="r" b="b"/>
                <a:pathLst>
                  <a:path w="146" h="201" extrusionOk="0">
                    <a:moveTo>
                      <a:pt x="7" y="199"/>
                    </a:moveTo>
                    <a:cubicBezTo>
                      <a:pt x="1" y="196"/>
                      <a:pt x="0" y="189"/>
                      <a:pt x="3" y="185"/>
                    </a:cubicBezTo>
                    <a:cubicBezTo>
                      <a:pt x="26" y="147"/>
                      <a:pt x="51" y="110"/>
                      <a:pt x="75" y="73"/>
                    </a:cubicBezTo>
                    <a:cubicBezTo>
                      <a:pt x="83" y="62"/>
                      <a:pt x="90" y="51"/>
                      <a:pt x="98" y="39"/>
                    </a:cubicBezTo>
                    <a:cubicBezTo>
                      <a:pt x="101" y="34"/>
                      <a:pt x="105" y="29"/>
                      <a:pt x="108" y="25"/>
                    </a:cubicBezTo>
                    <a:cubicBezTo>
                      <a:pt x="111" y="20"/>
                      <a:pt x="114" y="16"/>
                      <a:pt x="117" y="13"/>
                    </a:cubicBezTo>
                    <a:cubicBezTo>
                      <a:pt x="121" y="8"/>
                      <a:pt x="126" y="3"/>
                      <a:pt x="132" y="1"/>
                    </a:cubicBezTo>
                    <a:cubicBezTo>
                      <a:pt x="137" y="0"/>
                      <a:pt x="143" y="4"/>
                      <a:pt x="144" y="9"/>
                    </a:cubicBezTo>
                    <a:cubicBezTo>
                      <a:pt x="145" y="15"/>
                      <a:pt x="142" y="20"/>
                      <a:pt x="137" y="22"/>
                    </a:cubicBezTo>
                    <a:lnTo>
                      <a:pt x="136" y="22"/>
                    </a:lnTo>
                    <a:cubicBezTo>
                      <a:pt x="137" y="22"/>
                      <a:pt x="137" y="22"/>
                      <a:pt x="137" y="22"/>
                    </a:cubicBezTo>
                    <a:cubicBezTo>
                      <a:pt x="137" y="22"/>
                      <a:pt x="136" y="22"/>
                      <a:pt x="136" y="23"/>
                    </a:cubicBezTo>
                    <a:cubicBezTo>
                      <a:pt x="133" y="26"/>
                      <a:pt x="130" y="29"/>
                      <a:pt x="127" y="32"/>
                    </a:cubicBezTo>
                    <a:cubicBezTo>
                      <a:pt x="128" y="32"/>
                      <a:pt x="128" y="31"/>
                      <a:pt x="129" y="31"/>
                    </a:cubicBezTo>
                    <a:cubicBezTo>
                      <a:pt x="121" y="41"/>
                      <a:pt x="115" y="51"/>
                      <a:pt x="108" y="61"/>
                    </a:cubicBezTo>
                    <a:cubicBezTo>
                      <a:pt x="102" y="69"/>
                      <a:pt x="97" y="78"/>
                      <a:pt x="91" y="86"/>
                    </a:cubicBezTo>
                    <a:cubicBezTo>
                      <a:pt x="78" y="104"/>
                      <a:pt x="65" y="124"/>
                      <a:pt x="52" y="143"/>
                    </a:cubicBezTo>
                    <a:cubicBezTo>
                      <a:pt x="44" y="156"/>
                      <a:pt x="35" y="170"/>
                      <a:pt x="27" y="183"/>
                    </a:cubicBezTo>
                    <a:lnTo>
                      <a:pt x="27" y="182"/>
                    </a:lnTo>
                    <a:lnTo>
                      <a:pt x="27" y="183"/>
                    </a:lnTo>
                    <a:cubicBezTo>
                      <a:pt x="26" y="184"/>
                      <a:pt x="26" y="184"/>
                      <a:pt x="26" y="185"/>
                    </a:cubicBezTo>
                    <a:cubicBezTo>
                      <a:pt x="26" y="185"/>
                      <a:pt x="25" y="186"/>
                      <a:pt x="24" y="187"/>
                    </a:cubicBezTo>
                    <a:cubicBezTo>
                      <a:pt x="24" y="188"/>
                      <a:pt x="24" y="188"/>
                      <a:pt x="23" y="189"/>
                    </a:cubicBezTo>
                    <a:lnTo>
                      <a:pt x="23" y="190"/>
                    </a:lnTo>
                    <a:cubicBezTo>
                      <a:pt x="22" y="192"/>
                      <a:pt x="21" y="193"/>
                      <a:pt x="20" y="195"/>
                    </a:cubicBezTo>
                    <a:cubicBezTo>
                      <a:pt x="18" y="198"/>
                      <a:pt x="14" y="200"/>
                      <a:pt x="11" y="200"/>
                    </a:cubicBezTo>
                    <a:cubicBezTo>
                      <a:pt x="10" y="200"/>
                      <a:pt x="8" y="200"/>
                      <a:pt x="7" y="1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30" name="Google Shape;5230;p70"/>
              <p:cNvSpPr/>
              <p:nvPr/>
            </p:nvSpPr>
            <p:spPr>
              <a:xfrm>
                <a:off x="2004840" y="2602440"/>
                <a:ext cx="47880" cy="49680"/>
              </a:xfrm>
              <a:custGeom>
                <a:avLst/>
                <a:gdLst/>
                <a:ahLst/>
                <a:cxnLst/>
                <a:rect l="l" t="t" r="r" b="b"/>
                <a:pathLst>
                  <a:path w="133" h="138" extrusionOk="0">
                    <a:moveTo>
                      <a:pt x="45" y="137"/>
                    </a:moveTo>
                    <a:cubicBezTo>
                      <a:pt x="37" y="136"/>
                      <a:pt x="29" y="135"/>
                      <a:pt x="21" y="133"/>
                    </a:cubicBezTo>
                    <a:cubicBezTo>
                      <a:pt x="17" y="132"/>
                      <a:pt x="13" y="131"/>
                      <a:pt x="10" y="129"/>
                    </a:cubicBezTo>
                    <a:cubicBezTo>
                      <a:pt x="7" y="128"/>
                      <a:pt x="4" y="125"/>
                      <a:pt x="3" y="122"/>
                    </a:cubicBezTo>
                    <a:cubicBezTo>
                      <a:pt x="0" y="119"/>
                      <a:pt x="0" y="113"/>
                      <a:pt x="3" y="109"/>
                    </a:cubicBezTo>
                    <a:cubicBezTo>
                      <a:pt x="4" y="108"/>
                      <a:pt x="5" y="108"/>
                      <a:pt x="6" y="106"/>
                    </a:cubicBezTo>
                    <a:cubicBezTo>
                      <a:pt x="7" y="105"/>
                      <a:pt x="10" y="104"/>
                      <a:pt x="11" y="104"/>
                    </a:cubicBezTo>
                    <a:cubicBezTo>
                      <a:pt x="13" y="103"/>
                      <a:pt x="14" y="102"/>
                      <a:pt x="15" y="102"/>
                    </a:cubicBezTo>
                    <a:cubicBezTo>
                      <a:pt x="18" y="100"/>
                      <a:pt x="20" y="99"/>
                      <a:pt x="23" y="97"/>
                    </a:cubicBezTo>
                    <a:cubicBezTo>
                      <a:pt x="24" y="97"/>
                      <a:pt x="24" y="97"/>
                      <a:pt x="24" y="97"/>
                    </a:cubicBezTo>
                    <a:cubicBezTo>
                      <a:pt x="30" y="93"/>
                      <a:pt x="36" y="89"/>
                      <a:pt x="42" y="85"/>
                    </a:cubicBezTo>
                    <a:cubicBezTo>
                      <a:pt x="45" y="82"/>
                      <a:pt x="48" y="79"/>
                      <a:pt x="51" y="77"/>
                    </a:cubicBezTo>
                    <a:cubicBezTo>
                      <a:pt x="53" y="74"/>
                      <a:pt x="56" y="72"/>
                      <a:pt x="58" y="69"/>
                    </a:cubicBezTo>
                    <a:cubicBezTo>
                      <a:pt x="60" y="66"/>
                      <a:pt x="62" y="63"/>
                      <a:pt x="63" y="61"/>
                    </a:cubicBezTo>
                    <a:cubicBezTo>
                      <a:pt x="64" y="58"/>
                      <a:pt x="66" y="56"/>
                      <a:pt x="67" y="53"/>
                    </a:cubicBezTo>
                    <a:cubicBezTo>
                      <a:pt x="68" y="52"/>
                      <a:pt x="69" y="50"/>
                      <a:pt x="69" y="49"/>
                    </a:cubicBezTo>
                    <a:cubicBezTo>
                      <a:pt x="69" y="46"/>
                      <a:pt x="70" y="45"/>
                      <a:pt x="70" y="43"/>
                    </a:cubicBezTo>
                    <a:cubicBezTo>
                      <a:pt x="70" y="42"/>
                      <a:pt x="70" y="41"/>
                      <a:pt x="70" y="39"/>
                    </a:cubicBezTo>
                    <a:cubicBezTo>
                      <a:pt x="70" y="38"/>
                      <a:pt x="70" y="37"/>
                      <a:pt x="70" y="35"/>
                    </a:cubicBezTo>
                    <a:cubicBezTo>
                      <a:pt x="70" y="34"/>
                      <a:pt x="69" y="33"/>
                      <a:pt x="69" y="32"/>
                    </a:cubicBezTo>
                    <a:cubicBezTo>
                      <a:pt x="69" y="31"/>
                      <a:pt x="69" y="30"/>
                      <a:pt x="68" y="30"/>
                    </a:cubicBezTo>
                    <a:cubicBezTo>
                      <a:pt x="68" y="29"/>
                      <a:pt x="67" y="28"/>
                      <a:pt x="67" y="27"/>
                    </a:cubicBezTo>
                    <a:cubicBezTo>
                      <a:pt x="67" y="27"/>
                      <a:pt x="66" y="27"/>
                      <a:pt x="66" y="26"/>
                    </a:cubicBezTo>
                    <a:cubicBezTo>
                      <a:pt x="65" y="25"/>
                      <a:pt x="65" y="25"/>
                      <a:pt x="65" y="24"/>
                    </a:cubicBezTo>
                    <a:cubicBezTo>
                      <a:pt x="64" y="24"/>
                      <a:pt x="64" y="24"/>
                      <a:pt x="64" y="24"/>
                    </a:cubicBezTo>
                    <a:cubicBezTo>
                      <a:pt x="63" y="24"/>
                      <a:pt x="63" y="24"/>
                      <a:pt x="63" y="23"/>
                    </a:cubicBezTo>
                    <a:cubicBezTo>
                      <a:pt x="62" y="23"/>
                      <a:pt x="62" y="23"/>
                      <a:pt x="62" y="23"/>
                    </a:cubicBezTo>
                    <a:cubicBezTo>
                      <a:pt x="61" y="23"/>
                      <a:pt x="60" y="23"/>
                      <a:pt x="60" y="23"/>
                    </a:cubicBezTo>
                    <a:cubicBezTo>
                      <a:pt x="59" y="23"/>
                      <a:pt x="59" y="23"/>
                      <a:pt x="59" y="23"/>
                    </a:cubicBezTo>
                    <a:cubicBezTo>
                      <a:pt x="57" y="23"/>
                      <a:pt x="57" y="23"/>
                      <a:pt x="56" y="23"/>
                    </a:cubicBezTo>
                    <a:lnTo>
                      <a:pt x="55" y="23"/>
                    </a:lnTo>
                    <a:lnTo>
                      <a:pt x="56" y="23"/>
                    </a:lnTo>
                    <a:cubicBezTo>
                      <a:pt x="55" y="23"/>
                      <a:pt x="54" y="23"/>
                      <a:pt x="53" y="24"/>
                    </a:cubicBezTo>
                    <a:cubicBezTo>
                      <a:pt x="52" y="24"/>
                      <a:pt x="52" y="24"/>
                      <a:pt x="50" y="25"/>
                    </a:cubicBezTo>
                    <a:cubicBezTo>
                      <a:pt x="50" y="26"/>
                      <a:pt x="49" y="26"/>
                      <a:pt x="48" y="27"/>
                    </a:cubicBezTo>
                    <a:cubicBezTo>
                      <a:pt x="48" y="27"/>
                      <a:pt x="47" y="28"/>
                      <a:pt x="46" y="28"/>
                    </a:cubicBezTo>
                    <a:cubicBezTo>
                      <a:pt x="45" y="29"/>
                      <a:pt x="45" y="30"/>
                      <a:pt x="44" y="31"/>
                    </a:cubicBezTo>
                    <a:cubicBezTo>
                      <a:pt x="43" y="32"/>
                      <a:pt x="42" y="33"/>
                      <a:pt x="41" y="34"/>
                    </a:cubicBezTo>
                    <a:cubicBezTo>
                      <a:pt x="41" y="35"/>
                      <a:pt x="40" y="37"/>
                      <a:pt x="39" y="38"/>
                    </a:cubicBezTo>
                    <a:cubicBezTo>
                      <a:pt x="39" y="39"/>
                      <a:pt x="39" y="40"/>
                      <a:pt x="38" y="41"/>
                    </a:cubicBezTo>
                    <a:cubicBezTo>
                      <a:pt x="38" y="42"/>
                      <a:pt x="38" y="44"/>
                      <a:pt x="38" y="45"/>
                    </a:cubicBezTo>
                    <a:cubicBezTo>
                      <a:pt x="38" y="46"/>
                      <a:pt x="38" y="46"/>
                      <a:pt x="38" y="47"/>
                    </a:cubicBezTo>
                    <a:cubicBezTo>
                      <a:pt x="38" y="48"/>
                      <a:pt x="38" y="49"/>
                      <a:pt x="38" y="49"/>
                    </a:cubicBezTo>
                    <a:cubicBezTo>
                      <a:pt x="38" y="51"/>
                      <a:pt x="38" y="52"/>
                      <a:pt x="38" y="53"/>
                    </a:cubicBezTo>
                    <a:cubicBezTo>
                      <a:pt x="39" y="55"/>
                      <a:pt x="39" y="57"/>
                      <a:pt x="41" y="59"/>
                    </a:cubicBezTo>
                    <a:cubicBezTo>
                      <a:pt x="41" y="60"/>
                      <a:pt x="42" y="62"/>
                      <a:pt x="42" y="63"/>
                    </a:cubicBezTo>
                    <a:cubicBezTo>
                      <a:pt x="43" y="63"/>
                      <a:pt x="43" y="64"/>
                      <a:pt x="43" y="64"/>
                    </a:cubicBezTo>
                    <a:cubicBezTo>
                      <a:pt x="46" y="69"/>
                      <a:pt x="45" y="76"/>
                      <a:pt x="40" y="79"/>
                    </a:cubicBezTo>
                    <a:cubicBezTo>
                      <a:pt x="35" y="82"/>
                      <a:pt x="29" y="81"/>
                      <a:pt x="25" y="76"/>
                    </a:cubicBezTo>
                    <a:cubicBezTo>
                      <a:pt x="23" y="72"/>
                      <a:pt x="20" y="66"/>
                      <a:pt x="18" y="60"/>
                    </a:cubicBezTo>
                    <a:cubicBezTo>
                      <a:pt x="17" y="55"/>
                      <a:pt x="16" y="48"/>
                      <a:pt x="17" y="41"/>
                    </a:cubicBezTo>
                    <a:cubicBezTo>
                      <a:pt x="19" y="28"/>
                      <a:pt x="27" y="17"/>
                      <a:pt x="37" y="9"/>
                    </a:cubicBezTo>
                    <a:cubicBezTo>
                      <a:pt x="46" y="2"/>
                      <a:pt x="60" y="0"/>
                      <a:pt x="71" y="5"/>
                    </a:cubicBezTo>
                    <a:cubicBezTo>
                      <a:pt x="76" y="7"/>
                      <a:pt x="81" y="10"/>
                      <a:pt x="84" y="16"/>
                    </a:cubicBezTo>
                    <a:cubicBezTo>
                      <a:pt x="88" y="21"/>
                      <a:pt x="90" y="28"/>
                      <a:pt x="90" y="35"/>
                    </a:cubicBezTo>
                    <a:cubicBezTo>
                      <a:pt x="92" y="48"/>
                      <a:pt x="87" y="62"/>
                      <a:pt x="80" y="73"/>
                    </a:cubicBezTo>
                    <a:cubicBezTo>
                      <a:pt x="72" y="86"/>
                      <a:pt x="61" y="95"/>
                      <a:pt x="49" y="104"/>
                    </a:cubicBezTo>
                    <a:cubicBezTo>
                      <a:pt x="45" y="108"/>
                      <a:pt x="39" y="111"/>
                      <a:pt x="34" y="114"/>
                    </a:cubicBezTo>
                    <a:lnTo>
                      <a:pt x="34" y="115"/>
                    </a:lnTo>
                    <a:cubicBezTo>
                      <a:pt x="37" y="115"/>
                      <a:pt x="40" y="115"/>
                      <a:pt x="44" y="116"/>
                    </a:cubicBezTo>
                    <a:cubicBezTo>
                      <a:pt x="49" y="116"/>
                      <a:pt x="55" y="117"/>
                      <a:pt x="61" y="117"/>
                    </a:cubicBezTo>
                    <a:cubicBezTo>
                      <a:pt x="60" y="117"/>
                      <a:pt x="60" y="117"/>
                      <a:pt x="60" y="117"/>
                    </a:cubicBezTo>
                    <a:cubicBezTo>
                      <a:pt x="71" y="117"/>
                      <a:pt x="82" y="116"/>
                      <a:pt x="93" y="115"/>
                    </a:cubicBezTo>
                    <a:cubicBezTo>
                      <a:pt x="102" y="114"/>
                      <a:pt x="112" y="113"/>
                      <a:pt x="121" y="112"/>
                    </a:cubicBezTo>
                    <a:cubicBezTo>
                      <a:pt x="126" y="112"/>
                      <a:pt x="131" y="116"/>
                      <a:pt x="131" y="122"/>
                    </a:cubicBezTo>
                    <a:cubicBezTo>
                      <a:pt x="132" y="127"/>
                      <a:pt x="128" y="132"/>
                      <a:pt x="123" y="133"/>
                    </a:cubicBezTo>
                    <a:cubicBezTo>
                      <a:pt x="109" y="133"/>
                      <a:pt x="96" y="135"/>
                      <a:pt x="83" y="136"/>
                    </a:cubicBezTo>
                    <a:cubicBezTo>
                      <a:pt x="74" y="137"/>
                      <a:pt x="66" y="137"/>
                      <a:pt x="57" y="137"/>
                    </a:cubicBezTo>
                    <a:cubicBezTo>
                      <a:pt x="53" y="137"/>
                      <a:pt x="49" y="137"/>
                      <a:pt x="45" y="1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31" name="Google Shape;5231;p70"/>
              <p:cNvSpPr/>
              <p:nvPr/>
            </p:nvSpPr>
            <p:spPr>
              <a:xfrm>
                <a:off x="2224440" y="2587680"/>
                <a:ext cx="56160" cy="5544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54" extrusionOk="0">
                    <a:moveTo>
                      <a:pt x="138" y="152"/>
                    </a:moveTo>
                    <a:cubicBezTo>
                      <a:pt x="119" y="138"/>
                      <a:pt x="101" y="125"/>
                      <a:pt x="83" y="112"/>
                    </a:cubicBezTo>
                    <a:cubicBezTo>
                      <a:pt x="72" y="104"/>
                      <a:pt x="62" y="96"/>
                      <a:pt x="52" y="87"/>
                    </a:cubicBezTo>
                    <a:cubicBezTo>
                      <a:pt x="40" y="78"/>
                      <a:pt x="30" y="67"/>
                      <a:pt x="21" y="54"/>
                    </a:cubicBezTo>
                    <a:cubicBezTo>
                      <a:pt x="13" y="44"/>
                      <a:pt x="6" y="34"/>
                      <a:pt x="2" y="22"/>
                    </a:cubicBezTo>
                    <a:cubicBezTo>
                      <a:pt x="2" y="21"/>
                      <a:pt x="2" y="20"/>
                      <a:pt x="2" y="20"/>
                    </a:cubicBezTo>
                    <a:cubicBezTo>
                      <a:pt x="1" y="19"/>
                      <a:pt x="1" y="18"/>
                      <a:pt x="1" y="18"/>
                    </a:cubicBezTo>
                    <a:cubicBezTo>
                      <a:pt x="0" y="15"/>
                      <a:pt x="0" y="12"/>
                      <a:pt x="0" y="10"/>
                    </a:cubicBezTo>
                    <a:cubicBezTo>
                      <a:pt x="0" y="6"/>
                      <a:pt x="3" y="3"/>
                      <a:pt x="6" y="1"/>
                    </a:cubicBezTo>
                    <a:cubicBezTo>
                      <a:pt x="10" y="0"/>
                      <a:pt x="15" y="0"/>
                      <a:pt x="18" y="3"/>
                    </a:cubicBezTo>
                    <a:cubicBezTo>
                      <a:pt x="19" y="4"/>
                      <a:pt x="20" y="6"/>
                      <a:pt x="21" y="8"/>
                    </a:cubicBezTo>
                    <a:cubicBezTo>
                      <a:pt x="21" y="9"/>
                      <a:pt x="22" y="11"/>
                      <a:pt x="22" y="12"/>
                    </a:cubicBezTo>
                    <a:cubicBezTo>
                      <a:pt x="23" y="13"/>
                      <a:pt x="23" y="15"/>
                      <a:pt x="23" y="17"/>
                    </a:cubicBezTo>
                    <a:cubicBezTo>
                      <a:pt x="23" y="18"/>
                      <a:pt x="23" y="19"/>
                      <a:pt x="24" y="20"/>
                    </a:cubicBezTo>
                    <a:cubicBezTo>
                      <a:pt x="25" y="23"/>
                      <a:pt x="27" y="27"/>
                      <a:pt x="30" y="31"/>
                    </a:cubicBezTo>
                    <a:cubicBezTo>
                      <a:pt x="29" y="31"/>
                      <a:pt x="29" y="30"/>
                      <a:pt x="29" y="30"/>
                    </a:cubicBezTo>
                    <a:cubicBezTo>
                      <a:pt x="32" y="35"/>
                      <a:pt x="35" y="40"/>
                      <a:pt x="38" y="44"/>
                    </a:cubicBezTo>
                    <a:cubicBezTo>
                      <a:pt x="45" y="53"/>
                      <a:pt x="51" y="60"/>
                      <a:pt x="58" y="68"/>
                    </a:cubicBezTo>
                    <a:cubicBezTo>
                      <a:pt x="58" y="67"/>
                      <a:pt x="58" y="67"/>
                      <a:pt x="58" y="67"/>
                    </a:cubicBezTo>
                    <a:cubicBezTo>
                      <a:pt x="63" y="72"/>
                      <a:pt x="69" y="77"/>
                      <a:pt x="74" y="82"/>
                    </a:cubicBezTo>
                    <a:cubicBezTo>
                      <a:pt x="78" y="85"/>
                      <a:pt x="81" y="87"/>
                      <a:pt x="85" y="90"/>
                    </a:cubicBezTo>
                    <a:cubicBezTo>
                      <a:pt x="90" y="94"/>
                      <a:pt x="94" y="97"/>
                      <a:pt x="98" y="100"/>
                    </a:cubicBezTo>
                    <a:cubicBezTo>
                      <a:pt x="104" y="104"/>
                      <a:pt x="109" y="108"/>
                      <a:pt x="114" y="111"/>
                    </a:cubicBezTo>
                    <a:cubicBezTo>
                      <a:pt x="126" y="120"/>
                      <a:pt x="137" y="127"/>
                      <a:pt x="149" y="135"/>
                    </a:cubicBezTo>
                    <a:cubicBezTo>
                      <a:pt x="153" y="138"/>
                      <a:pt x="155" y="145"/>
                      <a:pt x="151" y="149"/>
                    </a:cubicBezTo>
                    <a:cubicBezTo>
                      <a:pt x="150" y="152"/>
                      <a:pt x="147" y="153"/>
                      <a:pt x="143" y="153"/>
                    </a:cubicBezTo>
                    <a:cubicBezTo>
                      <a:pt x="141" y="153"/>
                      <a:pt x="140" y="153"/>
                      <a:pt x="138" y="1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32" name="Google Shape;5232;p70"/>
              <p:cNvSpPr/>
              <p:nvPr/>
            </p:nvSpPr>
            <p:spPr>
              <a:xfrm>
                <a:off x="2231280" y="2596320"/>
                <a:ext cx="60120" cy="6156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171" extrusionOk="0">
                    <a:moveTo>
                      <a:pt x="7" y="169"/>
                    </a:moveTo>
                    <a:cubicBezTo>
                      <a:pt x="2" y="167"/>
                      <a:pt x="0" y="161"/>
                      <a:pt x="3" y="156"/>
                    </a:cubicBezTo>
                    <a:cubicBezTo>
                      <a:pt x="6" y="150"/>
                      <a:pt x="9" y="144"/>
                      <a:pt x="12" y="138"/>
                    </a:cubicBezTo>
                    <a:cubicBezTo>
                      <a:pt x="15" y="133"/>
                      <a:pt x="18" y="128"/>
                      <a:pt x="22" y="123"/>
                    </a:cubicBezTo>
                    <a:cubicBezTo>
                      <a:pt x="28" y="114"/>
                      <a:pt x="36" y="104"/>
                      <a:pt x="43" y="95"/>
                    </a:cubicBezTo>
                    <a:cubicBezTo>
                      <a:pt x="49" y="87"/>
                      <a:pt x="54" y="80"/>
                      <a:pt x="61" y="72"/>
                    </a:cubicBezTo>
                    <a:cubicBezTo>
                      <a:pt x="65" y="66"/>
                      <a:pt x="70" y="61"/>
                      <a:pt x="75" y="55"/>
                    </a:cubicBezTo>
                    <a:cubicBezTo>
                      <a:pt x="80" y="48"/>
                      <a:pt x="85" y="43"/>
                      <a:pt x="90" y="37"/>
                    </a:cubicBezTo>
                    <a:cubicBezTo>
                      <a:pt x="99" y="27"/>
                      <a:pt x="106" y="16"/>
                      <a:pt x="116" y="8"/>
                    </a:cubicBezTo>
                    <a:cubicBezTo>
                      <a:pt x="117" y="6"/>
                      <a:pt x="120" y="5"/>
                      <a:pt x="122" y="3"/>
                    </a:cubicBezTo>
                    <a:cubicBezTo>
                      <a:pt x="124" y="2"/>
                      <a:pt x="127" y="1"/>
                      <a:pt x="130" y="1"/>
                    </a:cubicBezTo>
                    <a:cubicBezTo>
                      <a:pt x="131" y="1"/>
                      <a:pt x="133" y="0"/>
                      <a:pt x="134" y="0"/>
                    </a:cubicBezTo>
                    <a:cubicBezTo>
                      <a:pt x="135" y="0"/>
                      <a:pt x="137" y="1"/>
                      <a:pt x="138" y="1"/>
                    </a:cubicBezTo>
                    <a:cubicBezTo>
                      <a:pt x="142" y="2"/>
                      <a:pt x="145" y="3"/>
                      <a:pt x="148" y="4"/>
                    </a:cubicBezTo>
                    <a:cubicBezTo>
                      <a:pt x="152" y="6"/>
                      <a:pt x="155" y="8"/>
                      <a:pt x="159" y="9"/>
                    </a:cubicBezTo>
                    <a:cubicBezTo>
                      <a:pt x="164" y="11"/>
                      <a:pt x="166" y="18"/>
                      <a:pt x="163" y="23"/>
                    </a:cubicBezTo>
                    <a:cubicBezTo>
                      <a:pt x="161" y="29"/>
                      <a:pt x="155" y="30"/>
                      <a:pt x="149" y="28"/>
                    </a:cubicBezTo>
                    <a:cubicBezTo>
                      <a:pt x="145" y="26"/>
                      <a:pt x="140" y="24"/>
                      <a:pt x="135" y="22"/>
                    </a:cubicBezTo>
                    <a:cubicBezTo>
                      <a:pt x="135" y="22"/>
                      <a:pt x="134" y="22"/>
                      <a:pt x="134" y="21"/>
                    </a:cubicBezTo>
                    <a:cubicBezTo>
                      <a:pt x="134" y="22"/>
                      <a:pt x="134" y="22"/>
                      <a:pt x="134" y="22"/>
                    </a:cubicBezTo>
                    <a:lnTo>
                      <a:pt x="134" y="21"/>
                    </a:lnTo>
                    <a:cubicBezTo>
                      <a:pt x="133" y="22"/>
                      <a:pt x="133" y="22"/>
                      <a:pt x="132" y="22"/>
                    </a:cubicBezTo>
                    <a:cubicBezTo>
                      <a:pt x="131" y="23"/>
                      <a:pt x="130" y="23"/>
                      <a:pt x="129" y="24"/>
                    </a:cubicBezTo>
                    <a:cubicBezTo>
                      <a:pt x="127" y="26"/>
                      <a:pt x="126" y="27"/>
                      <a:pt x="124" y="29"/>
                    </a:cubicBezTo>
                    <a:cubicBezTo>
                      <a:pt x="119" y="33"/>
                      <a:pt x="115" y="39"/>
                      <a:pt x="110" y="45"/>
                    </a:cubicBezTo>
                    <a:cubicBezTo>
                      <a:pt x="106" y="51"/>
                      <a:pt x="100" y="56"/>
                      <a:pt x="95" y="63"/>
                    </a:cubicBezTo>
                    <a:cubicBezTo>
                      <a:pt x="84" y="76"/>
                      <a:pt x="73" y="90"/>
                      <a:pt x="62" y="104"/>
                    </a:cubicBezTo>
                    <a:cubicBezTo>
                      <a:pt x="61" y="104"/>
                      <a:pt x="61" y="104"/>
                      <a:pt x="61" y="105"/>
                    </a:cubicBezTo>
                    <a:cubicBezTo>
                      <a:pt x="61" y="105"/>
                      <a:pt x="60" y="106"/>
                      <a:pt x="60" y="107"/>
                    </a:cubicBezTo>
                    <a:cubicBezTo>
                      <a:pt x="59" y="107"/>
                      <a:pt x="59" y="108"/>
                      <a:pt x="59" y="108"/>
                    </a:cubicBezTo>
                    <a:cubicBezTo>
                      <a:pt x="58" y="108"/>
                      <a:pt x="57" y="109"/>
                      <a:pt x="57" y="110"/>
                    </a:cubicBezTo>
                    <a:cubicBezTo>
                      <a:pt x="54" y="114"/>
                      <a:pt x="52" y="117"/>
                      <a:pt x="49" y="121"/>
                    </a:cubicBezTo>
                    <a:cubicBezTo>
                      <a:pt x="47" y="122"/>
                      <a:pt x="46" y="124"/>
                      <a:pt x="45" y="126"/>
                    </a:cubicBezTo>
                    <a:cubicBezTo>
                      <a:pt x="44" y="126"/>
                      <a:pt x="44" y="127"/>
                      <a:pt x="43" y="128"/>
                    </a:cubicBezTo>
                    <a:lnTo>
                      <a:pt x="44" y="127"/>
                    </a:lnTo>
                    <a:cubicBezTo>
                      <a:pt x="43" y="128"/>
                      <a:pt x="43" y="128"/>
                      <a:pt x="43" y="128"/>
                    </a:cubicBezTo>
                    <a:cubicBezTo>
                      <a:pt x="43" y="129"/>
                      <a:pt x="42" y="129"/>
                      <a:pt x="42" y="129"/>
                    </a:cubicBezTo>
                    <a:lnTo>
                      <a:pt x="43" y="129"/>
                    </a:lnTo>
                    <a:cubicBezTo>
                      <a:pt x="42" y="129"/>
                      <a:pt x="42" y="129"/>
                      <a:pt x="42" y="129"/>
                    </a:cubicBezTo>
                    <a:cubicBezTo>
                      <a:pt x="39" y="133"/>
                      <a:pt x="36" y="138"/>
                      <a:pt x="33" y="142"/>
                    </a:cubicBezTo>
                    <a:cubicBezTo>
                      <a:pt x="31" y="146"/>
                      <a:pt x="28" y="150"/>
                      <a:pt x="25" y="154"/>
                    </a:cubicBezTo>
                    <a:cubicBezTo>
                      <a:pt x="24" y="156"/>
                      <a:pt x="23" y="158"/>
                      <a:pt x="22" y="160"/>
                    </a:cubicBezTo>
                    <a:cubicBezTo>
                      <a:pt x="21" y="161"/>
                      <a:pt x="21" y="163"/>
                      <a:pt x="19" y="164"/>
                    </a:cubicBezTo>
                    <a:cubicBezTo>
                      <a:pt x="18" y="168"/>
                      <a:pt x="14" y="170"/>
                      <a:pt x="11" y="170"/>
                    </a:cubicBezTo>
                    <a:cubicBezTo>
                      <a:pt x="10" y="170"/>
                      <a:pt x="8" y="170"/>
                      <a:pt x="7" y="16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33" name="Google Shape;5233;p70"/>
              <p:cNvSpPr/>
              <p:nvPr/>
            </p:nvSpPr>
            <p:spPr>
              <a:xfrm>
                <a:off x="1954080" y="2389680"/>
                <a:ext cx="44640" cy="10116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281" extrusionOk="0">
                    <a:moveTo>
                      <a:pt x="38" y="275"/>
                    </a:moveTo>
                    <a:cubicBezTo>
                      <a:pt x="32" y="271"/>
                      <a:pt x="28" y="266"/>
                      <a:pt x="24" y="261"/>
                    </a:cubicBezTo>
                    <a:cubicBezTo>
                      <a:pt x="20" y="255"/>
                      <a:pt x="18" y="247"/>
                      <a:pt x="18" y="240"/>
                    </a:cubicBezTo>
                    <a:cubicBezTo>
                      <a:pt x="18" y="232"/>
                      <a:pt x="20" y="224"/>
                      <a:pt x="24" y="217"/>
                    </a:cubicBezTo>
                    <a:cubicBezTo>
                      <a:pt x="28" y="211"/>
                      <a:pt x="33" y="205"/>
                      <a:pt x="38" y="199"/>
                    </a:cubicBezTo>
                    <a:cubicBezTo>
                      <a:pt x="42" y="195"/>
                      <a:pt x="48" y="195"/>
                      <a:pt x="52" y="198"/>
                    </a:cubicBezTo>
                    <a:cubicBezTo>
                      <a:pt x="56" y="202"/>
                      <a:pt x="56" y="208"/>
                      <a:pt x="53" y="212"/>
                    </a:cubicBezTo>
                    <a:cubicBezTo>
                      <a:pt x="51" y="215"/>
                      <a:pt x="48" y="217"/>
                      <a:pt x="46" y="220"/>
                    </a:cubicBezTo>
                    <a:lnTo>
                      <a:pt x="47" y="219"/>
                    </a:lnTo>
                    <a:cubicBezTo>
                      <a:pt x="45" y="221"/>
                      <a:pt x="44" y="223"/>
                      <a:pt x="43" y="225"/>
                    </a:cubicBezTo>
                    <a:cubicBezTo>
                      <a:pt x="42" y="227"/>
                      <a:pt x="41" y="228"/>
                      <a:pt x="41" y="229"/>
                    </a:cubicBezTo>
                    <a:cubicBezTo>
                      <a:pt x="40" y="230"/>
                      <a:pt x="40" y="231"/>
                      <a:pt x="39" y="233"/>
                    </a:cubicBezTo>
                    <a:cubicBezTo>
                      <a:pt x="39" y="234"/>
                      <a:pt x="39" y="236"/>
                      <a:pt x="39" y="237"/>
                    </a:cubicBezTo>
                    <a:cubicBezTo>
                      <a:pt x="39" y="238"/>
                      <a:pt x="39" y="238"/>
                      <a:pt x="39" y="240"/>
                    </a:cubicBezTo>
                    <a:cubicBezTo>
                      <a:pt x="39" y="241"/>
                      <a:pt x="39" y="241"/>
                      <a:pt x="39" y="242"/>
                    </a:cubicBezTo>
                    <a:cubicBezTo>
                      <a:pt x="39" y="244"/>
                      <a:pt x="39" y="245"/>
                      <a:pt x="39" y="246"/>
                    </a:cubicBezTo>
                    <a:cubicBezTo>
                      <a:pt x="40" y="247"/>
                      <a:pt x="40" y="247"/>
                      <a:pt x="41" y="248"/>
                    </a:cubicBezTo>
                    <a:lnTo>
                      <a:pt x="40" y="248"/>
                    </a:lnTo>
                    <a:cubicBezTo>
                      <a:pt x="41" y="248"/>
                      <a:pt x="41" y="248"/>
                      <a:pt x="41" y="249"/>
                    </a:cubicBezTo>
                    <a:cubicBezTo>
                      <a:pt x="41" y="250"/>
                      <a:pt x="42" y="251"/>
                      <a:pt x="43" y="252"/>
                    </a:cubicBezTo>
                    <a:cubicBezTo>
                      <a:pt x="43" y="252"/>
                      <a:pt x="44" y="252"/>
                      <a:pt x="44" y="253"/>
                    </a:cubicBezTo>
                    <a:cubicBezTo>
                      <a:pt x="45" y="254"/>
                      <a:pt x="45" y="254"/>
                      <a:pt x="46" y="255"/>
                    </a:cubicBezTo>
                    <a:cubicBezTo>
                      <a:pt x="47" y="256"/>
                      <a:pt x="48" y="256"/>
                      <a:pt x="49" y="257"/>
                    </a:cubicBezTo>
                    <a:cubicBezTo>
                      <a:pt x="50" y="258"/>
                      <a:pt x="51" y="258"/>
                      <a:pt x="52" y="258"/>
                    </a:cubicBezTo>
                    <a:cubicBezTo>
                      <a:pt x="53" y="259"/>
                      <a:pt x="54" y="259"/>
                      <a:pt x="55" y="259"/>
                    </a:cubicBezTo>
                    <a:cubicBezTo>
                      <a:pt x="56" y="259"/>
                      <a:pt x="57" y="260"/>
                      <a:pt x="58" y="260"/>
                    </a:cubicBezTo>
                    <a:cubicBezTo>
                      <a:pt x="59" y="260"/>
                      <a:pt x="60" y="260"/>
                      <a:pt x="62" y="260"/>
                    </a:cubicBezTo>
                    <a:cubicBezTo>
                      <a:pt x="62" y="260"/>
                      <a:pt x="63" y="260"/>
                      <a:pt x="64" y="260"/>
                    </a:cubicBezTo>
                    <a:cubicBezTo>
                      <a:pt x="65" y="260"/>
                      <a:pt x="65" y="260"/>
                      <a:pt x="66" y="259"/>
                    </a:cubicBezTo>
                    <a:lnTo>
                      <a:pt x="67" y="259"/>
                    </a:lnTo>
                    <a:cubicBezTo>
                      <a:pt x="68" y="259"/>
                      <a:pt x="69" y="258"/>
                      <a:pt x="70" y="258"/>
                    </a:cubicBezTo>
                    <a:lnTo>
                      <a:pt x="69" y="258"/>
                    </a:lnTo>
                    <a:cubicBezTo>
                      <a:pt x="70" y="258"/>
                      <a:pt x="70" y="258"/>
                      <a:pt x="70" y="258"/>
                    </a:cubicBezTo>
                    <a:cubicBezTo>
                      <a:pt x="70" y="257"/>
                      <a:pt x="71" y="257"/>
                      <a:pt x="71" y="256"/>
                    </a:cubicBezTo>
                    <a:cubicBezTo>
                      <a:pt x="72" y="256"/>
                      <a:pt x="72" y="256"/>
                      <a:pt x="73" y="255"/>
                    </a:cubicBezTo>
                    <a:lnTo>
                      <a:pt x="73" y="254"/>
                    </a:lnTo>
                    <a:cubicBezTo>
                      <a:pt x="73" y="254"/>
                      <a:pt x="74" y="253"/>
                      <a:pt x="74" y="252"/>
                    </a:cubicBezTo>
                    <a:lnTo>
                      <a:pt x="74" y="251"/>
                    </a:lnTo>
                    <a:cubicBezTo>
                      <a:pt x="76" y="244"/>
                      <a:pt x="77" y="237"/>
                      <a:pt x="78" y="230"/>
                    </a:cubicBezTo>
                    <a:cubicBezTo>
                      <a:pt x="80" y="208"/>
                      <a:pt x="81" y="186"/>
                      <a:pt x="83" y="164"/>
                    </a:cubicBezTo>
                    <a:cubicBezTo>
                      <a:pt x="84" y="143"/>
                      <a:pt x="85" y="122"/>
                      <a:pt x="88" y="102"/>
                    </a:cubicBezTo>
                    <a:cubicBezTo>
                      <a:pt x="89" y="96"/>
                      <a:pt x="90" y="90"/>
                      <a:pt x="91" y="83"/>
                    </a:cubicBezTo>
                    <a:cubicBezTo>
                      <a:pt x="91" y="82"/>
                      <a:pt x="92" y="80"/>
                      <a:pt x="92" y="78"/>
                    </a:cubicBezTo>
                    <a:cubicBezTo>
                      <a:pt x="81" y="92"/>
                      <a:pt x="68" y="104"/>
                      <a:pt x="53" y="114"/>
                    </a:cubicBezTo>
                    <a:cubicBezTo>
                      <a:pt x="42" y="121"/>
                      <a:pt x="28" y="127"/>
                      <a:pt x="16" y="121"/>
                    </a:cubicBezTo>
                    <a:cubicBezTo>
                      <a:pt x="13" y="120"/>
                      <a:pt x="10" y="118"/>
                      <a:pt x="9" y="117"/>
                    </a:cubicBezTo>
                    <a:cubicBezTo>
                      <a:pt x="7" y="114"/>
                      <a:pt x="5" y="112"/>
                      <a:pt x="4" y="109"/>
                    </a:cubicBezTo>
                    <a:cubicBezTo>
                      <a:pt x="2" y="107"/>
                      <a:pt x="2" y="103"/>
                      <a:pt x="1" y="100"/>
                    </a:cubicBezTo>
                    <a:cubicBezTo>
                      <a:pt x="0" y="97"/>
                      <a:pt x="0" y="93"/>
                      <a:pt x="0" y="89"/>
                    </a:cubicBezTo>
                    <a:cubicBezTo>
                      <a:pt x="0" y="82"/>
                      <a:pt x="1" y="74"/>
                      <a:pt x="1" y="67"/>
                    </a:cubicBezTo>
                    <a:cubicBezTo>
                      <a:pt x="2" y="64"/>
                      <a:pt x="2" y="62"/>
                      <a:pt x="2" y="60"/>
                    </a:cubicBezTo>
                    <a:cubicBezTo>
                      <a:pt x="3" y="57"/>
                      <a:pt x="3" y="54"/>
                      <a:pt x="3" y="50"/>
                    </a:cubicBezTo>
                    <a:cubicBezTo>
                      <a:pt x="4" y="46"/>
                      <a:pt x="5" y="42"/>
                      <a:pt x="6" y="38"/>
                    </a:cubicBezTo>
                    <a:cubicBezTo>
                      <a:pt x="7" y="30"/>
                      <a:pt x="9" y="23"/>
                      <a:pt x="11" y="16"/>
                    </a:cubicBezTo>
                    <a:cubicBezTo>
                      <a:pt x="14" y="9"/>
                      <a:pt x="18" y="0"/>
                      <a:pt x="28" y="1"/>
                    </a:cubicBezTo>
                    <a:cubicBezTo>
                      <a:pt x="32" y="2"/>
                      <a:pt x="35" y="4"/>
                      <a:pt x="37" y="8"/>
                    </a:cubicBezTo>
                    <a:cubicBezTo>
                      <a:pt x="38" y="9"/>
                      <a:pt x="39" y="11"/>
                      <a:pt x="39" y="12"/>
                    </a:cubicBezTo>
                    <a:cubicBezTo>
                      <a:pt x="43" y="16"/>
                      <a:pt x="42" y="23"/>
                      <a:pt x="37" y="26"/>
                    </a:cubicBezTo>
                    <a:cubicBezTo>
                      <a:pt x="35" y="27"/>
                      <a:pt x="32" y="28"/>
                      <a:pt x="30" y="28"/>
                    </a:cubicBezTo>
                    <a:cubicBezTo>
                      <a:pt x="29" y="29"/>
                      <a:pt x="28" y="31"/>
                      <a:pt x="28" y="32"/>
                    </a:cubicBezTo>
                    <a:cubicBezTo>
                      <a:pt x="26" y="39"/>
                      <a:pt x="25" y="47"/>
                      <a:pt x="23" y="54"/>
                    </a:cubicBezTo>
                    <a:cubicBezTo>
                      <a:pt x="23" y="56"/>
                      <a:pt x="23" y="58"/>
                      <a:pt x="22" y="60"/>
                    </a:cubicBezTo>
                    <a:cubicBezTo>
                      <a:pt x="21" y="63"/>
                      <a:pt x="21" y="65"/>
                      <a:pt x="21" y="68"/>
                    </a:cubicBezTo>
                    <a:cubicBezTo>
                      <a:pt x="20" y="74"/>
                      <a:pt x="20" y="80"/>
                      <a:pt x="20" y="86"/>
                    </a:cubicBezTo>
                    <a:cubicBezTo>
                      <a:pt x="20" y="89"/>
                      <a:pt x="20" y="92"/>
                      <a:pt x="20" y="95"/>
                    </a:cubicBezTo>
                    <a:cubicBezTo>
                      <a:pt x="21" y="97"/>
                      <a:pt x="21" y="98"/>
                      <a:pt x="21" y="99"/>
                    </a:cubicBezTo>
                    <a:cubicBezTo>
                      <a:pt x="21" y="100"/>
                      <a:pt x="21" y="100"/>
                      <a:pt x="21" y="100"/>
                    </a:cubicBezTo>
                    <a:lnTo>
                      <a:pt x="21" y="99"/>
                    </a:lnTo>
                    <a:cubicBezTo>
                      <a:pt x="21" y="100"/>
                      <a:pt x="21" y="100"/>
                      <a:pt x="22" y="101"/>
                    </a:cubicBezTo>
                    <a:cubicBezTo>
                      <a:pt x="22" y="101"/>
                      <a:pt x="23" y="101"/>
                      <a:pt x="23" y="102"/>
                    </a:cubicBezTo>
                    <a:lnTo>
                      <a:pt x="23" y="103"/>
                    </a:lnTo>
                    <a:lnTo>
                      <a:pt x="24" y="103"/>
                    </a:lnTo>
                    <a:cubicBezTo>
                      <a:pt x="25" y="103"/>
                      <a:pt x="25" y="103"/>
                      <a:pt x="25" y="103"/>
                    </a:cubicBezTo>
                    <a:cubicBezTo>
                      <a:pt x="26" y="103"/>
                      <a:pt x="26" y="103"/>
                      <a:pt x="27" y="103"/>
                    </a:cubicBezTo>
                    <a:cubicBezTo>
                      <a:pt x="26" y="103"/>
                      <a:pt x="26" y="103"/>
                      <a:pt x="26" y="103"/>
                    </a:cubicBezTo>
                    <a:cubicBezTo>
                      <a:pt x="25" y="103"/>
                      <a:pt x="25" y="103"/>
                      <a:pt x="25" y="103"/>
                    </a:cubicBezTo>
                    <a:lnTo>
                      <a:pt x="26" y="103"/>
                    </a:lnTo>
                    <a:lnTo>
                      <a:pt x="27" y="103"/>
                    </a:lnTo>
                    <a:cubicBezTo>
                      <a:pt x="26" y="103"/>
                      <a:pt x="26" y="103"/>
                      <a:pt x="26" y="103"/>
                    </a:cubicBezTo>
                    <a:cubicBezTo>
                      <a:pt x="27" y="103"/>
                      <a:pt x="27" y="103"/>
                      <a:pt x="28" y="103"/>
                    </a:cubicBezTo>
                    <a:cubicBezTo>
                      <a:pt x="28" y="103"/>
                      <a:pt x="29" y="103"/>
                      <a:pt x="30" y="103"/>
                    </a:cubicBezTo>
                    <a:cubicBezTo>
                      <a:pt x="32" y="102"/>
                      <a:pt x="34" y="101"/>
                      <a:pt x="36" y="101"/>
                    </a:cubicBezTo>
                    <a:cubicBezTo>
                      <a:pt x="38" y="100"/>
                      <a:pt x="39" y="99"/>
                      <a:pt x="41" y="98"/>
                    </a:cubicBezTo>
                    <a:cubicBezTo>
                      <a:pt x="45" y="96"/>
                      <a:pt x="48" y="94"/>
                      <a:pt x="51" y="92"/>
                    </a:cubicBezTo>
                    <a:cubicBezTo>
                      <a:pt x="56" y="88"/>
                      <a:pt x="60" y="83"/>
                      <a:pt x="65" y="79"/>
                    </a:cubicBezTo>
                    <a:lnTo>
                      <a:pt x="65" y="80"/>
                    </a:lnTo>
                    <a:cubicBezTo>
                      <a:pt x="65" y="79"/>
                      <a:pt x="65" y="79"/>
                      <a:pt x="65" y="79"/>
                    </a:cubicBezTo>
                    <a:lnTo>
                      <a:pt x="66" y="79"/>
                    </a:lnTo>
                    <a:lnTo>
                      <a:pt x="65" y="79"/>
                    </a:lnTo>
                    <a:cubicBezTo>
                      <a:pt x="71" y="74"/>
                      <a:pt x="76" y="68"/>
                      <a:pt x="80" y="62"/>
                    </a:cubicBezTo>
                    <a:cubicBezTo>
                      <a:pt x="86" y="55"/>
                      <a:pt x="91" y="47"/>
                      <a:pt x="96" y="39"/>
                    </a:cubicBezTo>
                    <a:cubicBezTo>
                      <a:pt x="99" y="33"/>
                      <a:pt x="102" y="28"/>
                      <a:pt x="104" y="23"/>
                    </a:cubicBezTo>
                    <a:cubicBezTo>
                      <a:pt x="106" y="19"/>
                      <a:pt x="111" y="17"/>
                      <a:pt x="115" y="18"/>
                    </a:cubicBezTo>
                    <a:cubicBezTo>
                      <a:pt x="119" y="19"/>
                      <a:pt x="123" y="22"/>
                      <a:pt x="123" y="27"/>
                    </a:cubicBezTo>
                    <a:cubicBezTo>
                      <a:pt x="123" y="29"/>
                      <a:pt x="123" y="32"/>
                      <a:pt x="123" y="34"/>
                    </a:cubicBezTo>
                    <a:cubicBezTo>
                      <a:pt x="122" y="37"/>
                      <a:pt x="122" y="40"/>
                      <a:pt x="120" y="43"/>
                    </a:cubicBezTo>
                    <a:cubicBezTo>
                      <a:pt x="120" y="43"/>
                      <a:pt x="121" y="43"/>
                      <a:pt x="121" y="42"/>
                    </a:cubicBezTo>
                    <a:cubicBezTo>
                      <a:pt x="117" y="54"/>
                      <a:pt x="115" y="67"/>
                      <a:pt x="112" y="79"/>
                    </a:cubicBezTo>
                    <a:cubicBezTo>
                      <a:pt x="109" y="90"/>
                      <a:pt x="108" y="101"/>
                      <a:pt x="106" y="113"/>
                    </a:cubicBezTo>
                    <a:cubicBezTo>
                      <a:pt x="105" y="122"/>
                      <a:pt x="104" y="132"/>
                      <a:pt x="102" y="142"/>
                    </a:cubicBezTo>
                    <a:cubicBezTo>
                      <a:pt x="102" y="155"/>
                      <a:pt x="101" y="166"/>
                      <a:pt x="101" y="178"/>
                    </a:cubicBezTo>
                    <a:cubicBezTo>
                      <a:pt x="99" y="200"/>
                      <a:pt x="98" y="221"/>
                      <a:pt x="96" y="242"/>
                    </a:cubicBezTo>
                    <a:cubicBezTo>
                      <a:pt x="95" y="249"/>
                      <a:pt x="94" y="255"/>
                      <a:pt x="92" y="261"/>
                    </a:cubicBezTo>
                    <a:cubicBezTo>
                      <a:pt x="89" y="268"/>
                      <a:pt x="85" y="273"/>
                      <a:pt x="79" y="276"/>
                    </a:cubicBezTo>
                    <a:cubicBezTo>
                      <a:pt x="73" y="279"/>
                      <a:pt x="67" y="280"/>
                      <a:pt x="61" y="280"/>
                    </a:cubicBezTo>
                    <a:cubicBezTo>
                      <a:pt x="53" y="280"/>
                      <a:pt x="45" y="279"/>
                      <a:pt x="38" y="27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34" name="Google Shape;5234;p70"/>
              <p:cNvSpPr/>
              <p:nvPr/>
            </p:nvSpPr>
            <p:spPr>
              <a:xfrm>
                <a:off x="2021400" y="2410560"/>
                <a:ext cx="2448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68" h="25" extrusionOk="0">
                    <a:moveTo>
                      <a:pt x="13" y="23"/>
                    </a:moveTo>
                    <a:cubicBezTo>
                      <a:pt x="9" y="21"/>
                      <a:pt x="4" y="20"/>
                      <a:pt x="2" y="15"/>
                    </a:cubicBezTo>
                    <a:cubicBezTo>
                      <a:pt x="1" y="11"/>
                      <a:pt x="0" y="9"/>
                      <a:pt x="2" y="6"/>
                    </a:cubicBezTo>
                    <a:cubicBezTo>
                      <a:pt x="4" y="2"/>
                      <a:pt x="7" y="0"/>
                      <a:pt x="11" y="0"/>
                    </a:cubicBezTo>
                    <a:cubicBezTo>
                      <a:pt x="16" y="0"/>
                      <a:pt x="21" y="0"/>
                      <a:pt x="26" y="0"/>
                    </a:cubicBezTo>
                    <a:cubicBezTo>
                      <a:pt x="29" y="1"/>
                      <a:pt x="32" y="1"/>
                      <a:pt x="35" y="1"/>
                    </a:cubicBezTo>
                    <a:cubicBezTo>
                      <a:pt x="42" y="2"/>
                      <a:pt x="50" y="2"/>
                      <a:pt x="58" y="2"/>
                    </a:cubicBezTo>
                    <a:cubicBezTo>
                      <a:pt x="63" y="2"/>
                      <a:pt x="67" y="7"/>
                      <a:pt x="67" y="13"/>
                    </a:cubicBezTo>
                    <a:cubicBezTo>
                      <a:pt x="67" y="18"/>
                      <a:pt x="62" y="23"/>
                      <a:pt x="56" y="23"/>
                    </a:cubicBezTo>
                    <a:cubicBezTo>
                      <a:pt x="49" y="22"/>
                      <a:pt x="42" y="22"/>
                      <a:pt x="35" y="21"/>
                    </a:cubicBezTo>
                    <a:cubicBezTo>
                      <a:pt x="32" y="21"/>
                      <a:pt x="29" y="21"/>
                      <a:pt x="25" y="21"/>
                    </a:cubicBezTo>
                    <a:cubicBezTo>
                      <a:pt x="23" y="23"/>
                      <a:pt x="21" y="24"/>
                      <a:pt x="18" y="24"/>
                    </a:cubicBezTo>
                    <a:cubicBezTo>
                      <a:pt x="16" y="24"/>
                      <a:pt x="15" y="24"/>
                      <a:pt x="13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35" name="Google Shape;5235;p70"/>
              <p:cNvSpPr/>
              <p:nvPr/>
            </p:nvSpPr>
            <p:spPr>
              <a:xfrm>
                <a:off x="2016360" y="2422080"/>
                <a:ext cx="5184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144" h="33" extrusionOk="0">
                    <a:moveTo>
                      <a:pt x="10" y="29"/>
                    </a:moveTo>
                    <a:cubicBezTo>
                      <a:pt x="6" y="27"/>
                      <a:pt x="2" y="24"/>
                      <a:pt x="0" y="19"/>
                    </a:cubicBezTo>
                    <a:cubicBezTo>
                      <a:pt x="0" y="17"/>
                      <a:pt x="0" y="13"/>
                      <a:pt x="2" y="11"/>
                    </a:cubicBezTo>
                    <a:cubicBezTo>
                      <a:pt x="2" y="9"/>
                      <a:pt x="4" y="7"/>
                      <a:pt x="6" y="6"/>
                    </a:cubicBezTo>
                    <a:cubicBezTo>
                      <a:pt x="10" y="3"/>
                      <a:pt x="17" y="5"/>
                      <a:pt x="21" y="9"/>
                    </a:cubicBezTo>
                    <a:cubicBezTo>
                      <a:pt x="21" y="10"/>
                      <a:pt x="21" y="10"/>
                      <a:pt x="21" y="11"/>
                    </a:cubicBezTo>
                    <a:cubicBezTo>
                      <a:pt x="22" y="11"/>
                      <a:pt x="23" y="11"/>
                      <a:pt x="23" y="11"/>
                    </a:cubicBezTo>
                    <a:cubicBezTo>
                      <a:pt x="25" y="11"/>
                      <a:pt x="27" y="11"/>
                      <a:pt x="29" y="11"/>
                    </a:cubicBezTo>
                    <a:cubicBezTo>
                      <a:pt x="39" y="11"/>
                      <a:pt x="49" y="10"/>
                      <a:pt x="59" y="9"/>
                    </a:cubicBezTo>
                    <a:cubicBezTo>
                      <a:pt x="65" y="9"/>
                      <a:pt x="70" y="8"/>
                      <a:pt x="76" y="7"/>
                    </a:cubicBezTo>
                    <a:cubicBezTo>
                      <a:pt x="84" y="6"/>
                      <a:pt x="91" y="5"/>
                      <a:pt x="99" y="5"/>
                    </a:cubicBezTo>
                    <a:cubicBezTo>
                      <a:pt x="110" y="3"/>
                      <a:pt x="121" y="2"/>
                      <a:pt x="132" y="0"/>
                    </a:cubicBezTo>
                    <a:cubicBezTo>
                      <a:pt x="136" y="0"/>
                      <a:pt x="140" y="3"/>
                      <a:pt x="141" y="7"/>
                    </a:cubicBezTo>
                    <a:cubicBezTo>
                      <a:pt x="143" y="12"/>
                      <a:pt x="139" y="17"/>
                      <a:pt x="134" y="18"/>
                    </a:cubicBezTo>
                    <a:cubicBezTo>
                      <a:pt x="123" y="20"/>
                      <a:pt x="113" y="21"/>
                      <a:pt x="102" y="23"/>
                    </a:cubicBezTo>
                    <a:cubicBezTo>
                      <a:pt x="95" y="24"/>
                      <a:pt x="87" y="25"/>
                      <a:pt x="79" y="27"/>
                    </a:cubicBezTo>
                    <a:lnTo>
                      <a:pt x="80" y="26"/>
                    </a:lnTo>
                    <a:cubicBezTo>
                      <a:pt x="70" y="28"/>
                      <a:pt x="60" y="29"/>
                      <a:pt x="49" y="30"/>
                    </a:cubicBezTo>
                    <a:cubicBezTo>
                      <a:pt x="42" y="31"/>
                      <a:pt x="35" y="32"/>
                      <a:pt x="28" y="32"/>
                    </a:cubicBezTo>
                    <a:lnTo>
                      <a:pt x="27" y="32"/>
                    </a:lnTo>
                    <a:cubicBezTo>
                      <a:pt x="21" y="32"/>
                      <a:pt x="16" y="31"/>
                      <a:pt x="10" y="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36" name="Google Shape;5236;p70"/>
              <p:cNvSpPr/>
              <p:nvPr/>
            </p:nvSpPr>
            <p:spPr>
              <a:xfrm>
                <a:off x="2073240" y="2391120"/>
                <a:ext cx="93960" cy="57960"/>
              </a:xfrm>
              <a:custGeom>
                <a:avLst/>
                <a:gdLst/>
                <a:ahLst/>
                <a:cxnLst/>
                <a:rect l="l" t="t" r="r" b="b"/>
                <a:pathLst>
                  <a:path w="261" h="161" extrusionOk="0">
                    <a:moveTo>
                      <a:pt x="171" y="134"/>
                    </a:moveTo>
                    <a:cubicBezTo>
                      <a:pt x="172" y="134"/>
                      <a:pt x="174" y="134"/>
                      <a:pt x="176" y="133"/>
                    </a:cubicBezTo>
                    <a:cubicBezTo>
                      <a:pt x="178" y="133"/>
                      <a:pt x="181" y="133"/>
                      <a:pt x="183" y="132"/>
                    </a:cubicBezTo>
                    <a:cubicBezTo>
                      <a:pt x="186" y="131"/>
                      <a:pt x="189" y="130"/>
                      <a:pt x="192" y="129"/>
                    </a:cubicBezTo>
                    <a:cubicBezTo>
                      <a:pt x="196" y="127"/>
                      <a:pt x="200" y="125"/>
                      <a:pt x="204" y="123"/>
                    </a:cubicBezTo>
                    <a:cubicBezTo>
                      <a:pt x="207" y="121"/>
                      <a:pt x="211" y="119"/>
                      <a:pt x="214" y="117"/>
                    </a:cubicBezTo>
                    <a:cubicBezTo>
                      <a:pt x="217" y="114"/>
                      <a:pt x="220" y="111"/>
                      <a:pt x="224" y="108"/>
                    </a:cubicBezTo>
                    <a:cubicBezTo>
                      <a:pt x="226" y="105"/>
                      <a:pt x="229" y="102"/>
                      <a:pt x="231" y="99"/>
                    </a:cubicBezTo>
                    <a:cubicBezTo>
                      <a:pt x="232" y="97"/>
                      <a:pt x="234" y="95"/>
                      <a:pt x="235" y="94"/>
                    </a:cubicBezTo>
                    <a:cubicBezTo>
                      <a:pt x="236" y="92"/>
                      <a:pt x="236" y="91"/>
                      <a:pt x="237" y="90"/>
                    </a:cubicBezTo>
                    <a:cubicBezTo>
                      <a:pt x="237" y="88"/>
                      <a:pt x="237" y="87"/>
                      <a:pt x="238" y="86"/>
                    </a:cubicBezTo>
                    <a:cubicBezTo>
                      <a:pt x="238" y="85"/>
                      <a:pt x="239" y="84"/>
                      <a:pt x="239" y="82"/>
                    </a:cubicBezTo>
                    <a:cubicBezTo>
                      <a:pt x="239" y="81"/>
                      <a:pt x="239" y="80"/>
                      <a:pt x="239" y="78"/>
                    </a:cubicBezTo>
                    <a:cubicBezTo>
                      <a:pt x="239" y="76"/>
                      <a:pt x="239" y="74"/>
                      <a:pt x="239" y="73"/>
                    </a:cubicBezTo>
                    <a:cubicBezTo>
                      <a:pt x="239" y="71"/>
                      <a:pt x="238" y="70"/>
                      <a:pt x="237" y="68"/>
                    </a:cubicBezTo>
                    <a:cubicBezTo>
                      <a:pt x="237" y="66"/>
                      <a:pt x="236" y="64"/>
                      <a:pt x="236" y="62"/>
                    </a:cubicBezTo>
                    <a:cubicBezTo>
                      <a:pt x="235" y="60"/>
                      <a:pt x="233" y="57"/>
                      <a:pt x="232" y="56"/>
                    </a:cubicBezTo>
                    <a:cubicBezTo>
                      <a:pt x="231" y="53"/>
                      <a:pt x="230" y="52"/>
                      <a:pt x="228" y="49"/>
                    </a:cubicBezTo>
                    <a:cubicBezTo>
                      <a:pt x="228" y="50"/>
                      <a:pt x="229" y="50"/>
                      <a:pt x="229" y="50"/>
                    </a:cubicBezTo>
                    <a:cubicBezTo>
                      <a:pt x="228" y="50"/>
                      <a:pt x="228" y="49"/>
                      <a:pt x="228" y="49"/>
                    </a:cubicBezTo>
                    <a:cubicBezTo>
                      <a:pt x="226" y="47"/>
                      <a:pt x="225" y="45"/>
                      <a:pt x="223" y="43"/>
                    </a:cubicBezTo>
                    <a:cubicBezTo>
                      <a:pt x="219" y="40"/>
                      <a:pt x="217" y="37"/>
                      <a:pt x="213" y="35"/>
                    </a:cubicBezTo>
                    <a:cubicBezTo>
                      <a:pt x="210" y="32"/>
                      <a:pt x="207" y="30"/>
                      <a:pt x="204" y="28"/>
                    </a:cubicBezTo>
                    <a:cubicBezTo>
                      <a:pt x="200" y="27"/>
                      <a:pt x="197" y="25"/>
                      <a:pt x="194" y="23"/>
                    </a:cubicBezTo>
                    <a:cubicBezTo>
                      <a:pt x="193" y="22"/>
                      <a:pt x="191" y="22"/>
                      <a:pt x="190" y="22"/>
                    </a:cubicBezTo>
                    <a:cubicBezTo>
                      <a:pt x="189" y="21"/>
                      <a:pt x="187" y="21"/>
                      <a:pt x="186" y="21"/>
                    </a:cubicBezTo>
                    <a:cubicBezTo>
                      <a:pt x="185" y="21"/>
                      <a:pt x="184" y="21"/>
                      <a:pt x="183" y="21"/>
                    </a:cubicBezTo>
                    <a:cubicBezTo>
                      <a:pt x="182" y="21"/>
                      <a:pt x="180" y="21"/>
                      <a:pt x="179" y="21"/>
                    </a:cubicBezTo>
                    <a:cubicBezTo>
                      <a:pt x="177" y="21"/>
                      <a:pt x="177" y="21"/>
                      <a:pt x="176" y="21"/>
                    </a:cubicBezTo>
                    <a:lnTo>
                      <a:pt x="177" y="21"/>
                    </a:lnTo>
                    <a:cubicBezTo>
                      <a:pt x="176" y="21"/>
                      <a:pt x="175" y="22"/>
                      <a:pt x="175" y="22"/>
                    </a:cubicBezTo>
                    <a:cubicBezTo>
                      <a:pt x="173" y="22"/>
                      <a:pt x="173" y="23"/>
                      <a:pt x="172" y="23"/>
                    </a:cubicBezTo>
                    <a:cubicBezTo>
                      <a:pt x="170" y="24"/>
                      <a:pt x="169" y="25"/>
                      <a:pt x="168" y="26"/>
                    </a:cubicBezTo>
                    <a:cubicBezTo>
                      <a:pt x="167" y="27"/>
                      <a:pt x="166" y="28"/>
                      <a:pt x="165" y="28"/>
                    </a:cubicBezTo>
                    <a:cubicBezTo>
                      <a:pt x="165" y="29"/>
                      <a:pt x="163" y="30"/>
                      <a:pt x="163" y="31"/>
                    </a:cubicBezTo>
                    <a:cubicBezTo>
                      <a:pt x="162" y="32"/>
                      <a:pt x="162" y="33"/>
                      <a:pt x="161" y="34"/>
                    </a:cubicBezTo>
                    <a:cubicBezTo>
                      <a:pt x="160" y="35"/>
                      <a:pt x="159" y="37"/>
                      <a:pt x="159" y="38"/>
                    </a:cubicBezTo>
                    <a:cubicBezTo>
                      <a:pt x="158" y="40"/>
                      <a:pt x="158" y="41"/>
                      <a:pt x="157" y="43"/>
                    </a:cubicBezTo>
                    <a:cubicBezTo>
                      <a:pt x="155" y="50"/>
                      <a:pt x="154" y="58"/>
                      <a:pt x="152" y="66"/>
                    </a:cubicBezTo>
                    <a:cubicBezTo>
                      <a:pt x="152" y="69"/>
                      <a:pt x="150" y="71"/>
                      <a:pt x="147" y="73"/>
                    </a:cubicBezTo>
                    <a:cubicBezTo>
                      <a:pt x="147" y="75"/>
                      <a:pt x="147" y="77"/>
                      <a:pt x="146" y="78"/>
                    </a:cubicBezTo>
                    <a:cubicBezTo>
                      <a:pt x="144" y="83"/>
                      <a:pt x="143" y="85"/>
                      <a:pt x="140" y="89"/>
                    </a:cubicBezTo>
                    <a:cubicBezTo>
                      <a:pt x="139" y="91"/>
                      <a:pt x="138" y="94"/>
                      <a:pt x="137" y="96"/>
                    </a:cubicBezTo>
                    <a:cubicBezTo>
                      <a:pt x="137" y="98"/>
                      <a:pt x="137" y="99"/>
                      <a:pt x="137" y="101"/>
                    </a:cubicBezTo>
                    <a:cubicBezTo>
                      <a:pt x="137" y="103"/>
                      <a:pt x="136" y="105"/>
                      <a:pt x="136" y="106"/>
                    </a:cubicBezTo>
                    <a:cubicBezTo>
                      <a:pt x="136" y="108"/>
                      <a:pt x="136" y="108"/>
                      <a:pt x="137" y="109"/>
                    </a:cubicBezTo>
                    <a:cubicBezTo>
                      <a:pt x="137" y="110"/>
                      <a:pt x="137" y="112"/>
                      <a:pt x="137" y="113"/>
                    </a:cubicBezTo>
                    <a:cubicBezTo>
                      <a:pt x="138" y="114"/>
                      <a:pt x="138" y="115"/>
                      <a:pt x="138" y="115"/>
                    </a:cubicBezTo>
                    <a:cubicBezTo>
                      <a:pt x="138" y="116"/>
                      <a:pt x="139" y="117"/>
                      <a:pt x="140" y="119"/>
                    </a:cubicBezTo>
                    <a:cubicBezTo>
                      <a:pt x="140" y="119"/>
                      <a:pt x="141" y="120"/>
                      <a:pt x="142" y="122"/>
                    </a:cubicBezTo>
                    <a:cubicBezTo>
                      <a:pt x="142" y="122"/>
                      <a:pt x="143" y="122"/>
                      <a:pt x="143" y="123"/>
                    </a:cubicBezTo>
                    <a:cubicBezTo>
                      <a:pt x="144" y="124"/>
                      <a:pt x="145" y="124"/>
                      <a:pt x="146" y="126"/>
                    </a:cubicBezTo>
                    <a:cubicBezTo>
                      <a:pt x="147" y="126"/>
                      <a:pt x="148" y="127"/>
                      <a:pt x="150" y="128"/>
                    </a:cubicBezTo>
                    <a:cubicBezTo>
                      <a:pt x="152" y="129"/>
                      <a:pt x="154" y="130"/>
                      <a:pt x="155" y="131"/>
                    </a:cubicBezTo>
                    <a:cubicBezTo>
                      <a:pt x="156" y="131"/>
                      <a:pt x="158" y="132"/>
                      <a:pt x="159" y="132"/>
                    </a:cubicBezTo>
                    <a:cubicBezTo>
                      <a:pt x="161" y="133"/>
                      <a:pt x="163" y="133"/>
                      <a:pt x="165" y="133"/>
                    </a:cubicBezTo>
                    <a:cubicBezTo>
                      <a:pt x="167" y="134"/>
                      <a:pt x="169" y="134"/>
                      <a:pt x="171" y="134"/>
                    </a:cubicBezTo>
                    <a:moveTo>
                      <a:pt x="23" y="156"/>
                    </a:moveTo>
                    <a:cubicBezTo>
                      <a:pt x="18" y="154"/>
                      <a:pt x="13" y="150"/>
                      <a:pt x="10" y="144"/>
                    </a:cubicBezTo>
                    <a:cubicBezTo>
                      <a:pt x="8" y="142"/>
                      <a:pt x="7" y="140"/>
                      <a:pt x="6" y="137"/>
                    </a:cubicBezTo>
                    <a:cubicBezTo>
                      <a:pt x="5" y="133"/>
                      <a:pt x="4" y="129"/>
                      <a:pt x="3" y="126"/>
                    </a:cubicBezTo>
                    <a:cubicBezTo>
                      <a:pt x="1" y="119"/>
                      <a:pt x="0" y="112"/>
                      <a:pt x="0" y="105"/>
                    </a:cubicBezTo>
                    <a:cubicBezTo>
                      <a:pt x="0" y="98"/>
                      <a:pt x="2" y="90"/>
                      <a:pt x="4" y="83"/>
                    </a:cubicBezTo>
                    <a:cubicBezTo>
                      <a:pt x="7" y="76"/>
                      <a:pt x="10" y="69"/>
                      <a:pt x="12" y="63"/>
                    </a:cubicBezTo>
                    <a:cubicBezTo>
                      <a:pt x="15" y="56"/>
                      <a:pt x="18" y="49"/>
                      <a:pt x="22" y="42"/>
                    </a:cubicBezTo>
                    <a:cubicBezTo>
                      <a:pt x="26" y="36"/>
                      <a:pt x="29" y="31"/>
                      <a:pt x="34" y="27"/>
                    </a:cubicBezTo>
                    <a:cubicBezTo>
                      <a:pt x="38" y="22"/>
                      <a:pt x="42" y="18"/>
                      <a:pt x="48" y="14"/>
                    </a:cubicBezTo>
                    <a:cubicBezTo>
                      <a:pt x="56" y="7"/>
                      <a:pt x="67" y="2"/>
                      <a:pt x="79" y="3"/>
                    </a:cubicBezTo>
                    <a:cubicBezTo>
                      <a:pt x="85" y="3"/>
                      <a:pt x="90" y="6"/>
                      <a:pt x="94" y="10"/>
                    </a:cubicBezTo>
                    <a:cubicBezTo>
                      <a:pt x="97" y="14"/>
                      <a:pt x="99" y="19"/>
                      <a:pt x="99" y="24"/>
                    </a:cubicBezTo>
                    <a:cubicBezTo>
                      <a:pt x="99" y="28"/>
                      <a:pt x="98" y="32"/>
                      <a:pt x="98" y="35"/>
                    </a:cubicBezTo>
                    <a:cubicBezTo>
                      <a:pt x="98" y="36"/>
                      <a:pt x="99" y="37"/>
                      <a:pt x="99" y="38"/>
                    </a:cubicBezTo>
                    <a:cubicBezTo>
                      <a:pt x="102" y="43"/>
                      <a:pt x="100" y="50"/>
                      <a:pt x="95" y="52"/>
                    </a:cubicBezTo>
                    <a:cubicBezTo>
                      <a:pt x="94" y="52"/>
                      <a:pt x="94" y="53"/>
                      <a:pt x="94" y="53"/>
                    </a:cubicBezTo>
                    <a:cubicBezTo>
                      <a:pt x="91" y="54"/>
                      <a:pt x="89" y="56"/>
                      <a:pt x="87" y="56"/>
                    </a:cubicBezTo>
                    <a:cubicBezTo>
                      <a:pt x="82" y="57"/>
                      <a:pt x="78" y="55"/>
                      <a:pt x="76" y="52"/>
                    </a:cubicBezTo>
                    <a:cubicBezTo>
                      <a:pt x="76" y="50"/>
                      <a:pt x="75" y="49"/>
                      <a:pt x="74" y="49"/>
                    </a:cubicBezTo>
                    <a:cubicBezTo>
                      <a:pt x="74" y="47"/>
                      <a:pt x="74" y="45"/>
                      <a:pt x="74" y="43"/>
                    </a:cubicBezTo>
                    <a:cubicBezTo>
                      <a:pt x="74" y="41"/>
                      <a:pt x="74" y="39"/>
                      <a:pt x="75" y="37"/>
                    </a:cubicBezTo>
                    <a:cubicBezTo>
                      <a:pt x="76" y="35"/>
                      <a:pt x="77" y="32"/>
                      <a:pt x="78" y="29"/>
                    </a:cubicBezTo>
                    <a:cubicBezTo>
                      <a:pt x="78" y="28"/>
                      <a:pt x="78" y="27"/>
                      <a:pt x="78" y="25"/>
                    </a:cubicBezTo>
                    <a:cubicBezTo>
                      <a:pt x="78" y="24"/>
                      <a:pt x="78" y="24"/>
                      <a:pt x="78" y="24"/>
                    </a:cubicBezTo>
                    <a:cubicBezTo>
                      <a:pt x="77" y="24"/>
                      <a:pt x="77" y="23"/>
                      <a:pt x="77" y="23"/>
                    </a:cubicBezTo>
                    <a:lnTo>
                      <a:pt x="76" y="23"/>
                    </a:lnTo>
                    <a:cubicBezTo>
                      <a:pt x="76" y="23"/>
                      <a:pt x="75" y="23"/>
                      <a:pt x="74" y="23"/>
                    </a:cubicBezTo>
                    <a:cubicBezTo>
                      <a:pt x="74" y="24"/>
                      <a:pt x="74" y="24"/>
                      <a:pt x="73" y="24"/>
                    </a:cubicBezTo>
                    <a:cubicBezTo>
                      <a:pt x="72" y="24"/>
                      <a:pt x="71" y="24"/>
                      <a:pt x="70" y="25"/>
                    </a:cubicBezTo>
                    <a:cubicBezTo>
                      <a:pt x="68" y="25"/>
                      <a:pt x="66" y="27"/>
                      <a:pt x="64" y="28"/>
                    </a:cubicBezTo>
                    <a:cubicBezTo>
                      <a:pt x="62" y="29"/>
                      <a:pt x="59" y="31"/>
                      <a:pt x="57" y="32"/>
                    </a:cubicBezTo>
                    <a:lnTo>
                      <a:pt x="58" y="32"/>
                    </a:lnTo>
                    <a:cubicBezTo>
                      <a:pt x="55" y="34"/>
                      <a:pt x="52" y="36"/>
                      <a:pt x="49" y="39"/>
                    </a:cubicBezTo>
                    <a:cubicBezTo>
                      <a:pt x="48" y="41"/>
                      <a:pt x="46" y="43"/>
                      <a:pt x="44" y="45"/>
                    </a:cubicBezTo>
                    <a:cubicBezTo>
                      <a:pt x="42" y="48"/>
                      <a:pt x="40" y="51"/>
                      <a:pt x="38" y="54"/>
                    </a:cubicBezTo>
                    <a:cubicBezTo>
                      <a:pt x="35" y="60"/>
                      <a:pt x="32" y="67"/>
                      <a:pt x="29" y="73"/>
                    </a:cubicBezTo>
                    <a:lnTo>
                      <a:pt x="29" y="72"/>
                    </a:lnTo>
                    <a:cubicBezTo>
                      <a:pt x="27" y="78"/>
                      <a:pt x="24" y="85"/>
                      <a:pt x="22" y="92"/>
                    </a:cubicBezTo>
                    <a:cubicBezTo>
                      <a:pt x="21" y="95"/>
                      <a:pt x="21" y="98"/>
                      <a:pt x="20" y="101"/>
                    </a:cubicBezTo>
                    <a:cubicBezTo>
                      <a:pt x="20" y="103"/>
                      <a:pt x="20" y="105"/>
                      <a:pt x="20" y="108"/>
                    </a:cubicBezTo>
                    <a:cubicBezTo>
                      <a:pt x="20" y="109"/>
                      <a:pt x="20" y="112"/>
                      <a:pt x="20" y="113"/>
                    </a:cubicBezTo>
                    <a:cubicBezTo>
                      <a:pt x="21" y="116"/>
                      <a:pt x="21" y="119"/>
                      <a:pt x="22" y="122"/>
                    </a:cubicBezTo>
                    <a:cubicBezTo>
                      <a:pt x="23" y="126"/>
                      <a:pt x="24" y="129"/>
                      <a:pt x="25" y="131"/>
                    </a:cubicBezTo>
                    <a:cubicBezTo>
                      <a:pt x="25" y="132"/>
                      <a:pt x="26" y="133"/>
                      <a:pt x="26" y="133"/>
                    </a:cubicBezTo>
                    <a:cubicBezTo>
                      <a:pt x="27" y="133"/>
                      <a:pt x="27" y="134"/>
                      <a:pt x="27" y="134"/>
                    </a:cubicBezTo>
                    <a:cubicBezTo>
                      <a:pt x="27" y="134"/>
                      <a:pt x="28" y="135"/>
                      <a:pt x="28" y="136"/>
                    </a:cubicBezTo>
                    <a:cubicBezTo>
                      <a:pt x="28" y="136"/>
                      <a:pt x="29" y="137"/>
                      <a:pt x="30" y="137"/>
                    </a:cubicBezTo>
                    <a:cubicBezTo>
                      <a:pt x="29" y="137"/>
                      <a:pt x="29" y="137"/>
                      <a:pt x="29" y="136"/>
                    </a:cubicBezTo>
                    <a:cubicBezTo>
                      <a:pt x="29" y="137"/>
                      <a:pt x="30" y="137"/>
                      <a:pt x="31" y="137"/>
                    </a:cubicBezTo>
                    <a:cubicBezTo>
                      <a:pt x="31" y="138"/>
                      <a:pt x="32" y="138"/>
                      <a:pt x="33" y="138"/>
                    </a:cubicBezTo>
                    <a:cubicBezTo>
                      <a:pt x="34" y="139"/>
                      <a:pt x="34" y="139"/>
                      <a:pt x="35" y="139"/>
                    </a:cubicBezTo>
                    <a:cubicBezTo>
                      <a:pt x="36" y="140"/>
                      <a:pt x="37" y="140"/>
                      <a:pt x="38" y="140"/>
                    </a:cubicBezTo>
                    <a:cubicBezTo>
                      <a:pt x="40" y="140"/>
                      <a:pt x="41" y="140"/>
                      <a:pt x="43" y="140"/>
                    </a:cubicBezTo>
                    <a:cubicBezTo>
                      <a:pt x="44" y="140"/>
                      <a:pt x="45" y="140"/>
                      <a:pt x="47" y="140"/>
                    </a:cubicBezTo>
                    <a:cubicBezTo>
                      <a:pt x="48" y="140"/>
                      <a:pt x="50" y="139"/>
                      <a:pt x="52" y="139"/>
                    </a:cubicBezTo>
                    <a:cubicBezTo>
                      <a:pt x="54" y="138"/>
                      <a:pt x="57" y="137"/>
                      <a:pt x="60" y="136"/>
                    </a:cubicBezTo>
                    <a:cubicBezTo>
                      <a:pt x="63" y="134"/>
                      <a:pt x="67" y="133"/>
                      <a:pt x="70" y="131"/>
                    </a:cubicBezTo>
                    <a:cubicBezTo>
                      <a:pt x="75" y="128"/>
                      <a:pt x="79" y="125"/>
                      <a:pt x="84" y="122"/>
                    </a:cubicBezTo>
                    <a:cubicBezTo>
                      <a:pt x="83" y="122"/>
                      <a:pt x="83" y="122"/>
                      <a:pt x="83" y="122"/>
                    </a:cubicBezTo>
                    <a:cubicBezTo>
                      <a:pt x="88" y="118"/>
                      <a:pt x="93" y="113"/>
                      <a:pt x="98" y="109"/>
                    </a:cubicBezTo>
                    <a:cubicBezTo>
                      <a:pt x="105" y="101"/>
                      <a:pt x="112" y="94"/>
                      <a:pt x="118" y="85"/>
                    </a:cubicBezTo>
                    <a:lnTo>
                      <a:pt x="118" y="86"/>
                    </a:lnTo>
                    <a:cubicBezTo>
                      <a:pt x="119" y="84"/>
                      <a:pt x="120" y="83"/>
                      <a:pt x="121" y="81"/>
                    </a:cubicBezTo>
                    <a:cubicBezTo>
                      <a:pt x="122" y="78"/>
                      <a:pt x="123" y="76"/>
                      <a:pt x="124" y="73"/>
                    </a:cubicBezTo>
                    <a:cubicBezTo>
                      <a:pt x="126" y="69"/>
                      <a:pt x="129" y="66"/>
                      <a:pt x="133" y="64"/>
                    </a:cubicBezTo>
                    <a:cubicBezTo>
                      <a:pt x="134" y="64"/>
                      <a:pt x="134" y="64"/>
                      <a:pt x="134" y="64"/>
                    </a:cubicBezTo>
                    <a:cubicBezTo>
                      <a:pt x="134" y="63"/>
                      <a:pt x="134" y="63"/>
                      <a:pt x="134" y="62"/>
                    </a:cubicBezTo>
                    <a:cubicBezTo>
                      <a:pt x="135" y="55"/>
                      <a:pt x="136" y="48"/>
                      <a:pt x="138" y="42"/>
                    </a:cubicBezTo>
                    <a:cubicBezTo>
                      <a:pt x="138" y="38"/>
                      <a:pt x="140" y="35"/>
                      <a:pt x="141" y="31"/>
                    </a:cubicBezTo>
                    <a:cubicBezTo>
                      <a:pt x="142" y="28"/>
                      <a:pt x="144" y="25"/>
                      <a:pt x="145" y="22"/>
                    </a:cubicBezTo>
                    <a:cubicBezTo>
                      <a:pt x="149" y="16"/>
                      <a:pt x="154" y="12"/>
                      <a:pt x="159" y="9"/>
                    </a:cubicBezTo>
                    <a:cubicBezTo>
                      <a:pt x="165" y="4"/>
                      <a:pt x="172" y="2"/>
                      <a:pt x="179" y="1"/>
                    </a:cubicBezTo>
                    <a:cubicBezTo>
                      <a:pt x="185" y="0"/>
                      <a:pt x="191" y="2"/>
                      <a:pt x="197" y="3"/>
                    </a:cubicBezTo>
                    <a:cubicBezTo>
                      <a:pt x="201" y="4"/>
                      <a:pt x="204" y="6"/>
                      <a:pt x="207" y="7"/>
                    </a:cubicBezTo>
                    <a:cubicBezTo>
                      <a:pt x="210" y="10"/>
                      <a:pt x="214" y="11"/>
                      <a:pt x="217" y="14"/>
                    </a:cubicBezTo>
                    <a:cubicBezTo>
                      <a:pt x="229" y="21"/>
                      <a:pt x="239" y="31"/>
                      <a:pt x="247" y="42"/>
                    </a:cubicBezTo>
                    <a:cubicBezTo>
                      <a:pt x="251" y="48"/>
                      <a:pt x="254" y="54"/>
                      <a:pt x="256" y="60"/>
                    </a:cubicBezTo>
                    <a:cubicBezTo>
                      <a:pt x="258" y="67"/>
                      <a:pt x="260" y="75"/>
                      <a:pt x="259" y="83"/>
                    </a:cubicBezTo>
                    <a:cubicBezTo>
                      <a:pt x="258" y="89"/>
                      <a:pt x="256" y="95"/>
                      <a:pt x="253" y="101"/>
                    </a:cubicBezTo>
                    <a:cubicBezTo>
                      <a:pt x="252" y="104"/>
                      <a:pt x="250" y="107"/>
                      <a:pt x="248" y="110"/>
                    </a:cubicBezTo>
                    <a:cubicBezTo>
                      <a:pt x="246" y="113"/>
                      <a:pt x="243" y="116"/>
                      <a:pt x="240" y="119"/>
                    </a:cubicBezTo>
                    <a:cubicBezTo>
                      <a:pt x="236" y="124"/>
                      <a:pt x="230" y="129"/>
                      <a:pt x="225" y="133"/>
                    </a:cubicBezTo>
                    <a:cubicBezTo>
                      <a:pt x="219" y="137"/>
                      <a:pt x="212" y="141"/>
                      <a:pt x="205" y="144"/>
                    </a:cubicBezTo>
                    <a:cubicBezTo>
                      <a:pt x="193" y="151"/>
                      <a:pt x="179" y="155"/>
                      <a:pt x="164" y="154"/>
                    </a:cubicBezTo>
                    <a:cubicBezTo>
                      <a:pt x="154" y="152"/>
                      <a:pt x="144" y="149"/>
                      <a:pt x="135" y="143"/>
                    </a:cubicBezTo>
                    <a:cubicBezTo>
                      <a:pt x="127" y="137"/>
                      <a:pt x="121" y="129"/>
                      <a:pt x="118" y="119"/>
                    </a:cubicBezTo>
                    <a:lnTo>
                      <a:pt x="117" y="117"/>
                    </a:lnTo>
                    <a:cubicBezTo>
                      <a:pt x="102" y="133"/>
                      <a:pt x="85" y="147"/>
                      <a:pt x="64" y="156"/>
                    </a:cubicBezTo>
                    <a:cubicBezTo>
                      <a:pt x="57" y="158"/>
                      <a:pt x="50" y="160"/>
                      <a:pt x="43" y="160"/>
                    </a:cubicBezTo>
                    <a:lnTo>
                      <a:pt x="42" y="160"/>
                    </a:lnTo>
                    <a:cubicBezTo>
                      <a:pt x="35" y="160"/>
                      <a:pt x="29" y="159"/>
                      <a:pt x="23" y="15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37" name="Google Shape;5237;p70"/>
              <p:cNvSpPr/>
              <p:nvPr/>
            </p:nvSpPr>
            <p:spPr>
              <a:xfrm>
                <a:off x="2163240" y="2389680"/>
                <a:ext cx="40680" cy="5580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55" extrusionOk="0">
                    <a:moveTo>
                      <a:pt x="13" y="154"/>
                    </a:moveTo>
                    <a:cubicBezTo>
                      <a:pt x="11" y="154"/>
                      <a:pt x="10" y="154"/>
                      <a:pt x="9" y="154"/>
                    </a:cubicBezTo>
                    <a:cubicBezTo>
                      <a:pt x="3" y="153"/>
                      <a:pt x="0" y="147"/>
                      <a:pt x="1" y="142"/>
                    </a:cubicBezTo>
                    <a:lnTo>
                      <a:pt x="1" y="141"/>
                    </a:lnTo>
                    <a:cubicBezTo>
                      <a:pt x="1" y="137"/>
                      <a:pt x="5" y="134"/>
                      <a:pt x="9" y="133"/>
                    </a:cubicBezTo>
                    <a:cubicBezTo>
                      <a:pt x="11" y="133"/>
                      <a:pt x="14" y="133"/>
                      <a:pt x="17" y="133"/>
                    </a:cubicBezTo>
                    <a:cubicBezTo>
                      <a:pt x="19" y="133"/>
                      <a:pt x="20" y="133"/>
                      <a:pt x="21" y="133"/>
                    </a:cubicBezTo>
                    <a:cubicBezTo>
                      <a:pt x="28" y="133"/>
                      <a:pt x="35" y="133"/>
                      <a:pt x="42" y="132"/>
                    </a:cubicBezTo>
                    <a:cubicBezTo>
                      <a:pt x="44" y="132"/>
                      <a:pt x="46" y="131"/>
                      <a:pt x="48" y="131"/>
                    </a:cubicBezTo>
                    <a:cubicBezTo>
                      <a:pt x="51" y="130"/>
                      <a:pt x="53" y="129"/>
                      <a:pt x="56" y="128"/>
                    </a:cubicBezTo>
                    <a:cubicBezTo>
                      <a:pt x="58" y="127"/>
                      <a:pt x="60" y="126"/>
                      <a:pt x="61" y="125"/>
                    </a:cubicBezTo>
                    <a:lnTo>
                      <a:pt x="61" y="126"/>
                    </a:lnTo>
                    <a:cubicBezTo>
                      <a:pt x="61" y="125"/>
                      <a:pt x="62" y="125"/>
                      <a:pt x="63" y="124"/>
                    </a:cubicBezTo>
                    <a:lnTo>
                      <a:pt x="63" y="123"/>
                    </a:lnTo>
                    <a:cubicBezTo>
                      <a:pt x="64" y="123"/>
                      <a:pt x="64" y="123"/>
                      <a:pt x="64" y="123"/>
                    </a:cubicBezTo>
                    <a:cubicBezTo>
                      <a:pt x="63" y="122"/>
                      <a:pt x="63" y="121"/>
                      <a:pt x="63" y="121"/>
                    </a:cubicBezTo>
                    <a:cubicBezTo>
                      <a:pt x="60" y="118"/>
                      <a:pt x="57" y="115"/>
                      <a:pt x="54" y="112"/>
                    </a:cubicBezTo>
                    <a:cubicBezTo>
                      <a:pt x="53" y="111"/>
                      <a:pt x="53" y="111"/>
                      <a:pt x="53" y="110"/>
                    </a:cubicBezTo>
                    <a:cubicBezTo>
                      <a:pt x="52" y="109"/>
                      <a:pt x="51" y="109"/>
                      <a:pt x="50" y="108"/>
                    </a:cubicBezTo>
                    <a:cubicBezTo>
                      <a:pt x="44" y="102"/>
                      <a:pt x="38" y="95"/>
                      <a:pt x="31" y="88"/>
                    </a:cubicBezTo>
                    <a:cubicBezTo>
                      <a:pt x="25" y="81"/>
                      <a:pt x="20" y="73"/>
                      <a:pt x="17" y="64"/>
                    </a:cubicBezTo>
                    <a:cubicBezTo>
                      <a:pt x="13" y="55"/>
                      <a:pt x="13" y="43"/>
                      <a:pt x="17" y="34"/>
                    </a:cubicBezTo>
                    <a:cubicBezTo>
                      <a:pt x="18" y="31"/>
                      <a:pt x="21" y="27"/>
                      <a:pt x="23" y="24"/>
                    </a:cubicBezTo>
                    <a:cubicBezTo>
                      <a:pt x="27" y="20"/>
                      <a:pt x="30" y="17"/>
                      <a:pt x="34" y="13"/>
                    </a:cubicBezTo>
                    <a:cubicBezTo>
                      <a:pt x="37" y="11"/>
                      <a:pt x="41" y="8"/>
                      <a:pt x="45" y="7"/>
                    </a:cubicBezTo>
                    <a:cubicBezTo>
                      <a:pt x="49" y="5"/>
                      <a:pt x="54" y="3"/>
                      <a:pt x="59" y="3"/>
                    </a:cubicBezTo>
                    <a:cubicBezTo>
                      <a:pt x="68" y="0"/>
                      <a:pt x="78" y="0"/>
                      <a:pt x="87" y="4"/>
                    </a:cubicBezTo>
                    <a:cubicBezTo>
                      <a:pt x="91" y="6"/>
                      <a:pt x="95" y="8"/>
                      <a:pt x="98" y="11"/>
                    </a:cubicBezTo>
                    <a:cubicBezTo>
                      <a:pt x="101" y="14"/>
                      <a:pt x="102" y="17"/>
                      <a:pt x="104" y="20"/>
                    </a:cubicBezTo>
                    <a:cubicBezTo>
                      <a:pt x="108" y="21"/>
                      <a:pt x="110" y="24"/>
                      <a:pt x="111" y="27"/>
                    </a:cubicBezTo>
                    <a:cubicBezTo>
                      <a:pt x="112" y="33"/>
                      <a:pt x="108" y="39"/>
                      <a:pt x="102" y="40"/>
                    </a:cubicBezTo>
                    <a:cubicBezTo>
                      <a:pt x="99" y="40"/>
                      <a:pt x="96" y="40"/>
                      <a:pt x="94" y="39"/>
                    </a:cubicBezTo>
                    <a:cubicBezTo>
                      <a:pt x="89" y="36"/>
                      <a:pt x="87" y="33"/>
                      <a:pt x="85" y="29"/>
                    </a:cubicBezTo>
                    <a:cubicBezTo>
                      <a:pt x="85" y="28"/>
                      <a:pt x="84" y="28"/>
                      <a:pt x="84" y="27"/>
                    </a:cubicBezTo>
                    <a:cubicBezTo>
                      <a:pt x="84" y="26"/>
                      <a:pt x="83" y="26"/>
                      <a:pt x="83" y="26"/>
                    </a:cubicBezTo>
                    <a:cubicBezTo>
                      <a:pt x="82" y="25"/>
                      <a:pt x="81" y="25"/>
                      <a:pt x="81" y="24"/>
                    </a:cubicBezTo>
                    <a:cubicBezTo>
                      <a:pt x="81" y="24"/>
                      <a:pt x="81" y="25"/>
                      <a:pt x="82" y="25"/>
                    </a:cubicBezTo>
                    <a:cubicBezTo>
                      <a:pt x="81" y="25"/>
                      <a:pt x="81" y="24"/>
                      <a:pt x="80" y="24"/>
                    </a:cubicBezTo>
                    <a:cubicBezTo>
                      <a:pt x="79" y="23"/>
                      <a:pt x="78" y="23"/>
                      <a:pt x="77" y="22"/>
                    </a:cubicBezTo>
                    <a:cubicBezTo>
                      <a:pt x="78" y="22"/>
                      <a:pt x="78" y="23"/>
                      <a:pt x="78" y="23"/>
                    </a:cubicBezTo>
                    <a:cubicBezTo>
                      <a:pt x="78" y="23"/>
                      <a:pt x="77" y="22"/>
                      <a:pt x="76" y="22"/>
                    </a:cubicBezTo>
                    <a:cubicBezTo>
                      <a:pt x="75" y="22"/>
                      <a:pt x="75" y="22"/>
                      <a:pt x="74" y="22"/>
                    </a:cubicBezTo>
                    <a:cubicBezTo>
                      <a:pt x="73" y="22"/>
                      <a:pt x="73" y="22"/>
                      <a:pt x="72" y="22"/>
                    </a:cubicBezTo>
                    <a:cubicBezTo>
                      <a:pt x="70" y="22"/>
                      <a:pt x="67" y="22"/>
                      <a:pt x="66" y="22"/>
                    </a:cubicBezTo>
                    <a:cubicBezTo>
                      <a:pt x="63" y="22"/>
                      <a:pt x="60" y="23"/>
                      <a:pt x="58" y="24"/>
                    </a:cubicBezTo>
                    <a:cubicBezTo>
                      <a:pt x="56" y="24"/>
                      <a:pt x="54" y="25"/>
                      <a:pt x="52" y="26"/>
                    </a:cubicBezTo>
                    <a:cubicBezTo>
                      <a:pt x="50" y="26"/>
                      <a:pt x="50" y="26"/>
                      <a:pt x="49" y="27"/>
                    </a:cubicBezTo>
                    <a:cubicBezTo>
                      <a:pt x="49" y="27"/>
                      <a:pt x="50" y="27"/>
                      <a:pt x="50" y="26"/>
                    </a:cubicBezTo>
                    <a:cubicBezTo>
                      <a:pt x="49" y="27"/>
                      <a:pt x="49" y="28"/>
                      <a:pt x="48" y="28"/>
                    </a:cubicBezTo>
                    <a:cubicBezTo>
                      <a:pt x="46" y="29"/>
                      <a:pt x="45" y="31"/>
                      <a:pt x="43" y="32"/>
                    </a:cubicBezTo>
                    <a:cubicBezTo>
                      <a:pt x="42" y="33"/>
                      <a:pt x="39" y="36"/>
                      <a:pt x="38" y="38"/>
                    </a:cubicBezTo>
                    <a:cubicBezTo>
                      <a:pt x="37" y="39"/>
                      <a:pt x="36" y="40"/>
                      <a:pt x="36" y="41"/>
                    </a:cubicBezTo>
                    <a:lnTo>
                      <a:pt x="35" y="42"/>
                    </a:lnTo>
                    <a:cubicBezTo>
                      <a:pt x="35" y="42"/>
                      <a:pt x="35" y="43"/>
                      <a:pt x="35" y="44"/>
                    </a:cubicBezTo>
                    <a:cubicBezTo>
                      <a:pt x="35" y="45"/>
                      <a:pt x="34" y="45"/>
                      <a:pt x="34" y="46"/>
                    </a:cubicBezTo>
                    <a:cubicBezTo>
                      <a:pt x="34" y="47"/>
                      <a:pt x="34" y="48"/>
                      <a:pt x="34" y="49"/>
                    </a:cubicBezTo>
                    <a:cubicBezTo>
                      <a:pt x="34" y="50"/>
                      <a:pt x="34" y="50"/>
                      <a:pt x="34" y="51"/>
                    </a:cubicBezTo>
                    <a:cubicBezTo>
                      <a:pt x="34" y="52"/>
                      <a:pt x="35" y="54"/>
                      <a:pt x="35" y="55"/>
                    </a:cubicBezTo>
                    <a:cubicBezTo>
                      <a:pt x="35" y="56"/>
                      <a:pt x="36" y="57"/>
                      <a:pt x="36" y="59"/>
                    </a:cubicBezTo>
                    <a:cubicBezTo>
                      <a:pt x="37" y="60"/>
                      <a:pt x="38" y="62"/>
                      <a:pt x="39" y="64"/>
                    </a:cubicBezTo>
                    <a:cubicBezTo>
                      <a:pt x="41" y="66"/>
                      <a:pt x="42" y="69"/>
                      <a:pt x="44" y="71"/>
                    </a:cubicBezTo>
                    <a:cubicBezTo>
                      <a:pt x="50" y="79"/>
                      <a:pt x="57" y="86"/>
                      <a:pt x="63" y="92"/>
                    </a:cubicBezTo>
                    <a:cubicBezTo>
                      <a:pt x="68" y="98"/>
                      <a:pt x="74" y="103"/>
                      <a:pt x="78" y="108"/>
                    </a:cubicBezTo>
                    <a:cubicBezTo>
                      <a:pt x="81" y="110"/>
                      <a:pt x="82" y="113"/>
                      <a:pt x="84" y="117"/>
                    </a:cubicBezTo>
                    <a:cubicBezTo>
                      <a:pt x="85" y="120"/>
                      <a:pt x="85" y="124"/>
                      <a:pt x="84" y="127"/>
                    </a:cubicBezTo>
                    <a:cubicBezTo>
                      <a:pt x="84" y="131"/>
                      <a:pt x="81" y="135"/>
                      <a:pt x="78" y="138"/>
                    </a:cubicBezTo>
                    <a:cubicBezTo>
                      <a:pt x="76" y="141"/>
                      <a:pt x="73" y="142"/>
                      <a:pt x="69" y="145"/>
                    </a:cubicBezTo>
                    <a:cubicBezTo>
                      <a:pt x="58" y="151"/>
                      <a:pt x="45" y="153"/>
                      <a:pt x="32" y="154"/>
                    </a:cubicBezTo>
                    <a:cubicBezTo>
                      <a:pt x="28" y="154"/>
                      <a:pt x="23" y="154"/>
                      <a:pt x="18" y="154"/>
                    </a:cubicBezTo>
                    <a:cubicBezTo>
                      <a:pt x="17" y="154"/>
                      <a:pt x="15" y="154"/>
                      <a:pt x="13" y="1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38" name="Google Shape;5238;p70"/>
              <p:cNvSpPr/>
              <p:nvPr/>
            </p:nvSpPr>
            <p:spPr>
              <a:xfrm>
                <a:off x="2226600" y="2398680"/>
                <a:ext cx="24480" cy="50400"/>
              </a:xfrm>
              <a:custGeom>
                <a:avLst/>
                <a:gdLst/>
                <a:ahLst/>
                <a:cxnLst/>
                <a:rect l="l" t="t" r="r" b="b"/>
                <a:pathLst>
                  <a:path w="68" h="140" extrusionOk="0">
                    <a:moveTo>
                      <a:pt x="46" y="134"/>
                    </a:moveTo>
                    <a:cubicBezTo>
                      <a:pt x="42" y="126"/>
                      <a:pt x="39" y="117"/>
                      <a:pt x="35" y="109"/>
                    </a:cubicBezTo>
                    <a:cubicBezTo>
                      <a:pt x="31" y="103"/>
                      <a:pt x="28" y="96"/>
                      <a:pt x="25" y="89"/>
                    </a:cubicBezTo>
                    <a:cubicBezTo>
                      <a:pt x="21" y="82"/>
                      <a:pt x="17" y="74"/>
                      <a:pt x="13" y="65"/>
                    </a:cubicBezTo>
                    <a:cubicBezTo>
                      <a:pt x="9" y="56"/>
                      <a:pt x="6" y="46"/>
                      <a:pt x="3" y="35"/>
                    </a:cubicBezTo>
                    <a:cubicBezTo>
                      <a:pt x="1" y="30"/>
                      <a:pt x="1" y="24"/>
                      <a:pt x="0" y="19"/>
                    </a:cubicBezTo>
                    <a:cubicBezTo>
                      <a:pt x="0" y="16"/>
                      <a:pt x="0" y="15"/>
                      <a:pt x="0" y="12"/>
                    </a:cubicBezTo>
                    <a:cubicBezTo>
                      <a:pt x="1" y="10"/>
                      <a:pt x="1" y="8"/>
                      <a:pt x="3" y="5"/>
                    </a:cubicBezTo>
                    <a:cubicBezTo>
                      <a:pt x="4" y="2"/>
                      <a:pt x="8" y="0"/>
                      <a:pt x="13" y="0"/>
                    </a:cubicBezTo>
                    <a:cubicBezTo>
                      <a:pt x="17" y="0"/>
                      <a:pt x="21" y="4"/>
                      <a:pt x="22" y="8"/>
                    </a:cubicBezTo>
                    <a:cubicBezTo>
                      <a:pt x="23" y="11"/>
                      <a:pt x="23" y="14"/>
                      <a:pt x="22" y="16"/>
                    </a:cubicBezTo>
                    <a:cubicBezTo>
                      <a:pt x="22" y="17"/>
                      <a:pt x="22" y="18"/>
                      <a:pt x="21" y="19"/>
                    </a:cubicBezTo>
                    <a:cubicBezTo>
                      <a:pt x="21" y="21"/>
                      <a:pt x="22" y="22"/>
                      <a:pt x="22" y="24"/>
                    </a:cubicBezTo>
                    <a:cubicBezTo>
                      <a:pt x="22" y="29"/>
                      <a:pt x="24" y="34"/>
                      <a:pt x="25" y="39"/>
                    </a:cubicBezTo>
                    <a:cubicBezTo>
                      <a:pt x="26" y="44"/>
                      <a:pt x="28" y="50"/>
                      <a:pt x="31" y="55"/>
                    </a:cubicBezTo>
                    <a:cubicBezTo>
                      <a:pt x="35" y="67"/>
                      <a:pt x="41" y="79"/>
                      <a:pt x="47" y="90"/>
                    </a:cubicBezTo>
                    <a:cubicBezTo>
                      <a:pt x="53" y="102"/>
                      <a:pt x="59" y="114"/>
                      <a:pt x="65" y="125"/>
                    </a:cubicBezTo>
                    <a:cubicBezTo>
                      <a:pt x="67" y="130"/>
                      <a:pt x="65" y="136"/>
                      <a:pt x="60" y="139"/>
                    </a:cubicBezTo>
                    <a:cubicBezTo>
                      <a:pt x="59" y="139"/>
                      <a:pt x="57" y="139"/>
                      <a:pt x="56" y="139"/>
                    </a:cubicBezTo>
                    <a:cubicBezTo>
                      <a:pt x="52" y="139"/>
                      <a:pt x="49" y="138"/>
                      <a:pt x="46" y="1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39" name="Google Shape;5239;p70"/>
              <p:cNvSpPr/>
              <p:nvPr/>
            </p:nvSpPr>
            <p:spPr>
              <a:xfrm>
                <a:off x="2215800" y="2394720"/>
                <a:ext cx="55080" cy="5292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47" extrusionOk="0">
                    <a:moveTo>
                      <a:pt x="5" y="145"/>
                    </a:moveTo>
                    <a:cubicBezTo>
                      <a:pt x="1" y="142"/>
                      <a:pt x="0" y="136"/>
                      <a:pt x="3" y="131"/>
                    </a:cubicBezTo>
                    <a:cubicBezTo>
                      <a:pt x="10" y="121"/>
                      <a:pt x="17" y="111"/>
                      <a:pt x="25" y="101"/>
                    </a:cubicBezTo>
                    <a:cubicBezTo>
                      <a:pt x="31" y="93"/>
                      <a:pt x="37" y="85"/>
                      <a:pt x="43" y="76"/>
                    </a:cubicBezTo>
                    <a:cubicBezTo>
                      <a:pt x="48" y="72"/>
                      <a:pt x="52" y="67"/>
                      <a:pt x="56" y="61"/>
                    </a:cubicBezTo>
                    <a:cubicBezTo>
                      <a:pt x="57" y="60"/>
                      <a:pt x="58" y="58"/>
                      <a:pt x="59" y="57"/>
                    </a:cubicBezTo>
                    <a:cubicBezTo>
                      <a:pt x="62" y="54"/>
                      <a:pt x="65" y="51"/>
                      <a:pt x="68" y="48"/>
                    </a:cubicBezTo>
                    <a:cubicBezTo>
                      <a:pt x="71" y="44"/>
                      <a:pt x="75" y="41"/>
                      <a:pt x="79" y="37"/>
                    </a:cubicBezTo>
                    <a:cubicBezTo>
                      <a:pt x="86" y="31"/>
                      <a:pt x="92" y="25"/>
                      <a:pt x="100" y="18"/>
                    </a:cubicBezTo>
                    <a:cubicBezTo>
                      <a:pt x="106" y="13"/>
                      <a:pt x="113" y="8"/>
                      <a:pt x="121" y="4"/>
                    </a:cubicBezTo>
                    <a:cubicBezTo>
                      <a:pt x="124" y="2"/>
                      <a:pt x="128" y="1"/>
                      <a:pt x="131" y="1"/>
                    </a:cubicBezTo>
                    <a:cubicBezTo>
                      <a:pt x="135" y="0"/>
                      <a:pt x="139" y="0"/>
                      <a:pt x="143" y="0"/>
                    </a:cubicBezTo>
                    <a:cubicBezTo>
                      <a:pt x="149" y="1"/>
                      <a:pt x="152" y="7"/>
                      <a:pt x="151" y="12"/>
                    </a:cubicBezTo>
                    <a:cubicBezTo>
                      <a:pt x="150" y="18"/>
                      <a:pt x="144" y="22"/>
                      <a:pt x="139" y="21"/>
                    </a:cubicBezTo>
                    <a:lnTo>
                      <a:pt x="138" y="21"/>
                    </a:lnTo>
                    <a:cubicBezTo>
                      <a:pt x="137" y="21"/>
                      <a:pt x="137" y="21"/>
                      <a:pt x="136" y="21"/>
                    </a:cubicBezTo>
                    <a:cubicBezTo>
                      <a:pt x="135" y="21"/>
                      <a:pt x="135" y="22"/>
                      <a:pt x="133" y="22"/>
                    </a:cubicBezTo>
                    <a:cubicBezTo>
                      <a:pt x="132" y="22"/>
                      <a:pt x="132" y="22"/>
                      <a:pt x="130" y="23"/>
                    </a:cubicBezTo>
                    <a:cubicBezTo>
                      <a:pt x="129" y="23"/>
                      <a:pt x="127" y="25"/>
                      <a:pt x="125" y="25"/>
                    </a:cubicBezTo>
                    <a:cubicBezTo>
                      <a:pt x="121" y="27"/>
                      <a:pt x="118" y="30"/>
                      <a:pt x="114" y="33"/>
                    </a:cubicBezTo>
                    <a:cubicBezTo>
                      <a:pt x="104" y="41"/>
                      <a:pt x="94" y="50"/>
                      <a:pt x="84" y="60"/>
                    </a:cubicBezTo>
                    <a:cubicBezTo>
                      <a:pt x="82" y="62"/>
                      <a:pt x="80" y="64"/>
                      <a:pt x="77" y="67"/>
                    </a:cubicBezTo>
                    <a:cubicBezTo>
                      <a:pt x="75" y="69"/>
                      <a:pt x="73" y="71"/>
                      <a:pt x="71" y="74"/>
                    </a:cubicBezTo>
                    <a:cubicBezTo>
                      <a:pt x="66" y="80"/>
                      <a:pt x="61" y="86"/>
                      <a:pt x="56" y="92"/>
                    </a:cubicBezTo>
                    <a:lnTo>
                      <a:pt x="56" y="91"/>
                    </a:lnTo>
                    <a:cubicBezTo>
                      <a:pt x="50" y="99"/>
                      <a:pt x="44" y="107"/>
                      <a:pt x="38" y="115"/>
                    </a:cubicBezTo>
                    <a:cubicBezTo>
                      <a:pt x="31" y="124"/>
                      <a:pt x="25" y="133"/>
                      <a:pt x="19" y="142"/>
                    </a:cubicBezTo>
                    <a:cubicBezTo>
                      <a:pt x="17" y="145"/>
                      <a:pt x="14" y="146"/>
                      <a:pt x="11" y="146"/>
                    </a:cubicBezTo>
                    <a:cubicBezTo>
                      <a:pt x="9" y="146"/>
                      <a:pt x="7" y="146"/>
                      <a:pt x="5" y="1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40" name="Google Shape;5240;p70"/>
              <p:cNvSpPr/>
              <p:nvPr/>
            </p:nvSpPr>
            <p:spPr>
              <a:xfrm>
                <a:off x="1986840" y="2156040"/>
                <a:ext cx="45000" cy="8460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235" extrusionOk="0">
                    <a:moveTo>
                      <a:pt x="24" y="231"/>
                    </a:moveTo>
                    <a:cubicBezTo>
                      <a:pt x="18" y="227"/>
                      <a:pt x="12" y="223"/>
                      <a:pt x="7" y="218"/>
                    </a:cubicBezTo>
                    <a:cubicBezTo>
                      <a:pt x="3" y="212"/>
                      <a:pt x="0" y="205"/>
                      <a:pt x="1" y="198"/>
                    </a:cubicBezTo>
                    <a:cubicBezTo>
                      <a:pt x="1" y="190"/>
                      <a:pt x="3" y="183"/>
                      <a:pt x="7" y="177"/>
                    </a:cubicBezTo>
                    <a:cubicBezTo>
                      <a:pt x="11" y="170"/>
                      <a:pt x="16" y="163"/>
                      <a:pt x="21" y="157"/>
                    </a:cubicBezTo>
                    <a:cubicBezTo>
                      <a:pt x="24" y="153"/>
                      <a:pt x="30" y="152"/>
                      <a:pt x="34" y="155"/>
                    </a:cubicBezTo>
                    <a:cubicBezTo>
                      <a:pt x="38" y="158"/>
                      <a:pt x="40" y="165"/>
                      <a:pt x="36" y="169"/>
                    </a:cubicBezTo>
                    <a:cubicBezTo>
                      <a:pt x="32" y="174"/>
                      <a:pt x="28" y="180"/>
                      <a:pt x="25" y="187"/>
                    </a:cubicBezTo>
                    <a:lnTo>
                      <a:pt x="25" y="186"/>
                    </a:lnTo>
                    <a:cubicBezTo>
                      <a:pt x="25" y="187"/>
                      <a:pt x="24" y="189"/>
                      <a:pt x="23" y="191"/>
                    </a:cubicBezTo>
                    <a:cubicBezTo>
                      <a:pt x="22" y="191"/>
                      <a:pt x="22" y="193"/>
                      <a:pt x="22" y="193"/>
                    </a:cubicBezTo>
                    <a:cubicBezTo>
                      <a:pt x="22" y="194"/>
                      <a:pt x="21" y="195"/>
                      <a:pt x="21" y="197"/>
                    </a:cubicBezTo>
                    <a:lnTo>
                      <a:pt x="21" y="198"/>
                    </a:lnTo>
                    <a:cubicBezTo>
                      <a:pt x="21" y="199"/>
                      <a:pt x="21" y="200"/>
                      <a:pt x="21" y="200"/>
                    </a:cubicBezTo>
                    <a:cubicBezTo>
                      <a:pt x="21" y="200"/>
                      <a:pt x="21" y="201"/>
                      <a:pt x="22" y="201"/>
                    </a:cubicBezTo>
                    <a:cubicBezTo>
                      <a:pt x="22" y="202"/>
                      <a:pt x="22" y="202"/>
                      <a:pt x="22" y="202"/>
                    </a:cubicBezTo>
                    <a:cubicBezTo>
                      <a:pt x="22" y="203"/>
                      <a:pt x="22" y="204"/>
                      <a:pt x="23" y="204"/>
                    </a:cubicBezTo>
                    <a:cubicBezTo>
                      <a:pt x="23" y="205"/>
                      <a:pt x="24" y="205"/>
                      <a:pt x="24" y="205"/>
                    </a:cubicBezTo>
                    <a:cubicBezTo>
                      <a:pt x="24" y="206"/>
                      <a:pt x="25" y="207"/>
                      <a:pt x="26" y="208"/>
                    </a:cubicBezTo>
                    <a:cubicBezTo>
                      <a:pt x="28" y="209"/>
                      <a:pt x="29" y="210"/>
                      <a:pt x="30" y="211"/>
                    </a:cubicBezTo>
                    <a:cubicBezTo>
                      <a:pt x="31" y="211"/>
                      <a:pt x="32" y="212"/>
                      <a:pt x="33" y="212"/>
                    </a:cubicBezTo>
                    <a:cubicBezTo>
                      <a:pt x="34" y="212"/>
                      <a:pt x="35" y="213"/>
                      <a:pt x="36" y="213"/>
                    </a:cubicBezTo>
                    <a:cubicBezTo>
                      <a:pt x="36" y="214"/>
                      <a:pt x="38" y="214"/>
                      <a:pt x="38" y="214"/>
                    </a:cubicBezTo>
                    <a:cubicBezTo>
                      <a:pt x="39" y="214"/>
                      <a:pt x="40" y="214"/>
                      <a:pt x="40" y="214"/>
                    </a:cubicBezTo>
                    <a:cubicBezTo>
                      <a:pt x="41" y="214"/>
                      <a:pt x="42" y="214"/>
                      <a:pt x="42" y="214"/>
                    </a:cubicBezTo>
                    <a:cubicBezTo>
                      <a:pt x="43" y="214"/>
                      <a:pt x="45" y="213"/>
                      <a:pt x="46" y="213"/>
                    </a:cubicBezTo>
                    <a:cubicBezTo>
                      <a:pt x="47" y="212"/>
                      <a:pt x="48" y="212"/>
                      <a:pt x="49" y="212"/>
                    </a:cubicBezTo>
                    <a:cubicBezTo>
                      <a:pt x="50" y="211"/>
                      <a:pt x="51" y="211"/>
                      <a:pt x="52" y="211"/>
                    </a:cubicBezTo>
                    <a:cubicBezTo>
                      <a:pt x="53" y="210"/>
                      <a:pt x="54" y="209"/>
                      <a:pt x="54" y="208"/>
                    </a:cubicBezTo>
                    <a:cubicBezTo>
                      <a:pt x="56" y="208"/>
                      <a:pt x="57" y="207"/>
                      <a:pt x="58" y="206"/>
                    </a:cubicBezTo>
                    <a:cubicBezTo>
                      <a:pt x="59" y="205"/>
                      <a:pt x="60" y="204"/>
                      <a:pt x="61" y="203"/>
                    </a:cubicBezTo>
                    <a:cubicBezTo>
                      <a:pt x="61" y="201"/>
                      <a:pt x="63" y="200"/>
                      <a:pt x="64" y="198"/>
                    </a:cubicBezTo>
                    <a:cubicBezTo>
                      <a:pt x="64" y="197"/>
                      <a:pt x="66" y="195"/>
                      <a:pt x="66" y="193"/>
                    </a:cubicBezTo>
                    <a:cubicBezTo>
                      <a:pt x="67" y="190"/>
                      <a:pt x="68" y="187"/>
                      <a:pt x="70" y="183"/>
                    </a:cubicBezTo>
                    <a:lnTo>
                      <a:pt x="69" y="184"/>
                    </a:lnTo>
                    <a:cubicBezTo>
                      <a:pt x="73" y="172"/>
                      <a:pt x="75" y="159"/>
                      <a:pt x="77" y="147"/>
                    </a:cubicBezTo>
                    <a:cubicBezTo>
                      <a:pt x="80" y="136"/>
                      <a:pt x="82" y="125"/>
                      <a:pt x="85" y="114"/>
                    </a:cubicBezTo>
                    <a:cubicBezTo>
                      <a:pt x="87" y="107"/>
                      <a:pt x="88" y="99"/>
                      <a:pt x="90" y="92"/>
                    </a:cubicBezTo>
                    <a:cubicBezTo>
                      <a:pt x="84" y="100"/>
                      <a:pt x="77" y="108"/>
                      <a:pt x="68" y="114"/>
                    </a:cubicBezTo>
                    <a:cubicBezTo>
                      <a:pt x="63" y="119"/>
                      <a:pt x="57" y="122"/>
                      <a:pt x="51" y="125"/>
                    </a:cubicBezTo>
                    <a:cubicBezTo>
                      <a:pt x="48" y="126"/>
                      <a:pt x="45" y="127"/>
                      <a:pt x="42" y="127"/>
                    </a:cubicBezTo>
                    <a:cubicBezTo>
                      <a:pt x="38" y="127"/>
                      <a:pt x="34" y="127"/>
                      <a:pt x="31" y="126"/>
                    </a:cubicBezTo>
                    <a:cubicBezTo>
                      <a:pt x="25" y="123"/>
                      <a:pt x="22" y="119"/>
                      <a:pt x="20" y="114"/>
                    </a:cubicBezTo>
                    <a:cubicBezTo>
                      <a:pt x="18" y="112"/>
                      <a:pt x="17" y="109"/>
                      <a:pt x="17" y="106"/>
                    </a:cubicBezTo>
                    <a:cubicBezTo>
                      <a:pt x="16" y="102"/>
                      <a:pt x="15" y="99"/>
                      <a:pt x="15" y="95"/>
                    </a:cubicBezTo>
                    <a:cubicBezTo>
                      <a:pt x="14" y="80"/>
                      <a:pt x="16" y="65"/>
                      <a:pt x="19" y="50"/>
                    </a:cubicBezTo>
                    <a:cubicBezTo>
                      <a:pt x="21" y="43"/>
                      <a:pt x="22" y="36"/>
                      <a:pt x="25" y="29"/>
                    </a:cubicBezTo>
                    <a:cubicBezTo>
                      <a:pt x="26" y="23"/>
                      <a:pt x="29" y="16"/>
                      <a:pt x="32" y="10"/>
                    </a:cubicBezTo>
                    <a:cubicBezTo>
                      <a:pt x="35" y="5"/>
                      <a:pt x="39" y="1"/>
                      <a:pt x="45" y="1"/>
                    </a:cubicBezTo>
                    <a:cubicBezTo>
                      <a:pt x="50" y="0"/>
                      <a:pt x="56" y="3"/>
                      <a:pt x="57" y="8"/>
                    </a:cubicBezTo>
                    <a:cubicBezTo>
                      <a:pt x="60" y="14"/>
                      <a:pt x="56" y="19"/>
                      <a:pt x="51" y="22"/>
                    </a:cubicBezTo>
                    <a:cubicBezTo>
                      <a:pt x="50" y="22"/>
                      <a:pt x="50" y="22"/>
                      <a:pt x="50" y="22"/>
                    </a:cubicBezTo>
                    <a:cubicBezTo>
                      <a:pt x="49" y="24"/>
                      <a:pt x="47" y="26"/>
                      <a:pt x="46" y="28"/>
                    </a:cubicBezTo>
                    <a:cubicBezTo>
                      <a:pt x="44" y="35"/>
                      <a:pt x="42" y="41"/>
                      <a:pt x="40" y="47"/>
                    </a:cubicBezTo>
                    <a:cubicBezTo>
                      <a:pt x="38" y="54"/>
                      <a:pt x="36" y="63"/>
                      <a:pt x="36" y="71"/>
                    </a:cubicBezTo>
                    <a:cubicBezTo>
                      <a:pt x="35" y="77"/>
                      <a:pt x="35" y="82"/>
                      <a:pt x="35" y="88"/>
                    </a:cubicBezTo>
                    <a:cubicBezTo>
                      <a:pt x="35" y="91"/>
                      <a:pt x="35" y="95"/>
                      <a:pt x="35" y="98"/>
                    </a:cubicBezTo>
                    <a:cubicBezTo>
                      <a:pt x="36" y="100"/>
                      <a:pt x="36" y="102"/>
                      <a:pt x="36" y="103"/>
                    </a:cubicBezTo>
                    <a:lnTo>
                      <a:pt x="36" y="102"/>
                    </a:lnTo>
                    <a:cubicBezTo>
                      <a:pt x="36" y="103"/>
                      <a:pt x="36" y="104"/>
                      <a:pt x="37" y="105"/>
                    </a:cubicBezTo>
                    <a:lnTo>
                      <a:pt x="36" y="105"/>
                    </a:lnTo>
                    <a:lnTo>
                      <a:pt x="37" y="105"/>
                    </a:lnTo>
                    <a:lnTo>
                      <a:pt x="37" y="106"/>
                    </a:lnTo>
                    <a:cubicBezTo>
                      <a:pt x="37" y="105"/>
                      <a:pt x="37" y="105"/>
                      <a:pt x="37" y="105"/>
                    </a:cubicBezTo>
                    <a:lnTo>
                      <a:pt x="36" y="105"/>
                    </a:lnTo>
                    <a:cubicBezTo>
                      <a:pt x="37" y="105"/>
                      <a:pt x="37" y="105"/>
                      <a:pt x="37" y="105"/>
                    </a:cubicBezTo>
                    <a:cubicBezTo>
                      <a:pt x="38" y="106"/>
                      <a:pt x="38" y="106"/>
                      <a:pt x="38" y="106"/>
                    </a:cubicBezTo>
                    <a:lnTo>
                      <a:pt x="39" y="106"/>
                    </a:lnTo>
                    <a:lnTo>
                      <a:pt x="39" y="107"/>
                    </a:lnTo>
                    <a:lnTo>
                      <a:pt x="38" y="107"/>
                    </a:lnTo>
                    <a:cubicBezTo>
                      <a:pt x="39" y="107"/>
                      <a:pt x="40" y="107"/>
                      <a:pt x="41" y="106"/>
                    </a:cubicBezTo>
                    <a:lnTo>
                      <a:pt x="40" y="107"/>
                    </a:lnTo>
                    <a:cubicBezTo>
                      <a:pt x="40" y="106"/>
                      <a:pt x="41" y="106"/>
                      <a:pt x="42" y="106"/>
                    </a:cubicBezTo>
                    <a:cubicBezTo>
                      <a:pt x="43" y="106"/>
                      <a:pt x="45" y="106"/>
                      <a:pt x="46" y="105"/>
                    </a:cubicBezTo>
                    <a:cubicBezTo>
                      <a:pt x="47" y="105"/>
                      <a:pt x="48" y="104"/>
                      <a:pt x="49" y="103"/>
                    </a:cubicBezTo>
                    <a:cubicBezTo>
                      <a:pt x="52" y="102"/>
                      <a:pt x="54" y="100"/>
                      <a:pt x="57" y="98"/>
                    </a:cubicBezTo>
                    <a:cubicBezTo>
                      <a:pt x="60" y="95"/>
                      <a:pt x="63" y="93"/>
                      <a:pt x="66" y="90"/>
                    </a:cubicBezTo>
                    <a:cubicBezTo>
                      <a:pt x="70" y="85"/>
                      <a:pt x="74" y="81"/>
                      <a:pt x="78" y="76"/>
                    </a:cubicBezTo>
                    <a:cubicBezTo>
                      <a:pt x="85" y="67"/>
                      <a:pt x="91" y="57"/>
                      <a:pt x="97" y="47"/>
                    </a:cubicBezTo>
                    <a:cubicBezTo>
                      <a:pt x="98" y="46"/>
                      <a:pt x="99" y="45"/>
                      <a:pt x="99" y="43"/>
                    </a:cubicBezTo>
                    <a:cubicBezTo>
                      <a:pt x="102" y="40"/>
                      <a:pt x="103" y="37"/>
                      <a:pt x="105" y="34"/>
                    </a:cubicBezTo>
                    <a:cubicBezTo>
                      <a:pt x="108" y="31"/>
                      <a:pt x="112" y="29"/>
                      <a:pt x="116" y="29"/>
                    </a:cubicBezTo>
                    <a:cubicBezTo>
                      <a:pt x="120" y="31"/>
                      <a:pt x="124" y="34"/>
                      <a:pt x="124" y="39"/>
                    </a:cubicBezTo>
                    <a:cubicBezTo>
                      <a:pt x="124" y="41"/>
                      <a:pt x="124" y="43"/>
                      <a:pt x="124" y="45"/>
                    </a:cubicBezTo>
                    <a:cubicBezTo>
                      <a:pt x="123" y="47"/>
                      <a:pt x="123" y="49"/>
                      <a:pt x="123" y="51"/>
                    </a:cubicBezTo>
                    <a:cubicBezTo>
                      <a:pt x="121" y="53"/>
                      <a:pt x="121" y="56"/>
                      <a:pt x="120" y="58"/>
                    </a:cubicBezTo>
                    <a:cubicBezTo>
                      <a:pt x="119" y="62"/>
                      <a:pt x="117" y="67"/>
                      <a:pt x="116" y="71"/>
                    </a:cubicBezTo>
                    <a:cubicBezTo>
                      <a:pt x="114" y="78"/>
                      <a:pt x="112" y="85"/>
                      <a:pt x="110" y="91"/>
                    </a:cubicBezTo>
                    <a:lnTo>
                      <a:pt x="111" y="90"/>
                    </a:lnTo>
                    <a:cubicBezTo>
                      <a:pt x="105" y="111"/>
                      <a:pt x="100" y="132"/>
                      <a:pt x="96" y="153"/>
                    </a:cubicBezTo>
                    <a:cubicBezTo>
                      <a:pt x="95" y="158"/>
                      <a:pt x="94" y="164"/>
                      <a:pt x="92" y="169"/>
                    </a:cubicBezTo>
                    <a:cubicBezTo>
                      <a:pt x="91" y="179"/>
                      <a:pt x="89" y="187"/>
                      <a:pt x="86" y="196"/>
                    </a:cubicBezTo>
                    <a:cubicBezTo>
                      <a:pt x="82" y="209"/>
                      <a:pt x="74" y="220"/>
                      <a:pt x="62" y="227"/>
                    </a:cubicBezTo>
                    <a:cubicBezTo>
                      <a:pt x="55" y="232"/>
                      <a:pt x="47" y="234"/>
                      <a:pt x="40" y="234"/>
                    </a:cubicBezTo>
                    <a:cubicBezTo>
                      <a:pt x="35" y="234"/>
                      <a:pt x="29" y="233"/>
                      <a:pt x="24" y="2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41" name="Google Shape;5241;p70"/>
              <p:cNvSpPr/>
              <p:nvPr/>
            </p:nvSpPr>
            <p:spPr>
              <a:xfrm>
                <a:off x="2059560" y="2174400"/>
                <a:ext cx="1800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50" h="28" extrusionOk="0">
                    <a:moveTo>
                      <a:pt x="7" y="25"/>
                    </a:moveTo>
                    <a:cubicBezTo>
                      <a:pt x="4" y="21"/>
                      <a:pt x="0" y="18"/>
                      <a:pt x="0" y="13"/>
                    </a:cubicBezTo>
                    <a:cubicBezTo>
                      <a:pt x="1" y="7"/>
                      <a:pt x="5" y="2"/>
                      <a:pt x="10" y="1"/>
                    </a:cubicBezTo>
                    <a:cubicBezTo>
                      <a:pt x="16" y="0"/>
                      <a:pt x="21" y="0"/>
                      <a:pt x="27" y="1"/>
                    </a:cubicBezTo>
                    <a:cubicBezTo>
                      <a:pt x="31" y="2"/>
                      <a:pt x="36" y="2"/>
                      <a:pt x="40" y="3"/>
                    </a:cubicBezTo>
                    <a:cubicBezTo>
                      <a:pt x="46" y="3"/>
                      <a:pt x="49" y="10"/>
                      <a:pt x="48" y="15"/>
                    </a:cubicBezTo>
                    <a:cubicBezTo>
                      <a:pt x="47" y="21"/>
                      <a:pt x="42" y="24"/>
                      <a:pt x="37" y="23"/>
                    </a:cubicBezTo>
                    <a:cubicBezTo>
                      <a:pt x="35" y="23"/>
                      <a:pt x="34" y="23"/>
                      <a:pt x="33" y="23"/>
                    </a:cubicBezTo>
                    <a:cubicBezTo>
                      <a:pt x="30" y="22"/>
                      <a:pt x="27" y="22"/>
                      <a:pt x="24" y="21"/>
                    </a:cubicBezTo>
                    <a:cubicBezTo>
                      <a:pt x="24" y="23"/>
                      <a:pt x="23" y="23"/>
                      <a:pt x="23" y="24"/>
                    </a:cubicBezTo>
                    <a:cubicBezTo>
                      <a:pt x="20" y="26"/>
                      <a:pt x="17" y="27"/>
                      <a:pt x="14" y="27"/>
                    </a:cubicBezTo>
                    <a:cubicBezTo>
                      <a:pt x="12" y="27"/>
                      <a:pt x="9" y="27"/>
                      <a:pt x="7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42" name="Google Shape;5242;p70"/>
              <p:cNvSpPr/>
              <p:nvPr/>
            </p:nvSpPr>
            <p:spPr>
              <a:xfrm>
                <a:off x="2041200" y="2187000"/>
                <a:ext cx="3924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33" extrusionOk="0">
                    <a:moveTo>
                      <a:pt x="11" y="32"/>
                    </a:moveTo>
                    <a:cubicBezTo>
                      <a:pt x="6" y="32"/>
                      <a:pt x="3" y="28"/>
                      <a:pt x="1" y="24"/>
                    </a:cubicBezTo>
                    <a:cubicBezTo>
                      <a:pt x="0" y="19"/>
                      <a:pt x="3" y="14"/>
                      <a:pt x="7" y="12"/>
                    </a:cubicBezTo>
                    <a:cubicBezTo>
                      <a:pt x="9" y="11"/>
                      <a:pt x="12" y="10"/>
                      <a:pt x="14" y="10"/>
                    </a:cubicBezTo>
                    <a:cubicBezTo>
                      <a:pt x="17" y="8"/>
                      <a:pt x="21" y="9"/>
                      <a:pt x="23" y="11"/>
                    </a:cubicBezTo>
                    <a:cubicBezTo>
                      <a:pt x="25" y="11"/>
                      <a:pt x="26" y="11"/>
                      <a:pt x="28" y="11"/>
                    </a:cubicBezTo>
                    <a:cubicBezTo>
                      <a:pt x="31" y="10"/>
                      <a:pt x="35" y="10"/>
                      <a:pt x="39" y="9"/>
                    </a:cubicBezTo>
                    <a:cubicBezTo>
                      <a:pt x="38" y="9"/>
                      <a:pt x="37" y="9"/>
                      <a:pt x="37" y="9"/>
                    </a:cubicBezTo>
                    <a:cubicBezTo>
                      <a:pt x="46" y="8"/>
                      <a:pt x="55" y="6"/>
                      <a:pt x="64" y="5"/>
                    </a:cubicBezTo>
                    <a:cubicBezTo>
                      <a:pt x="75" y="3"/>
                      <a:pt x="86" y="2"/>
                      <a:pt x="97" y="0"/>
                    </a:cubicBezTo>
                    <a:cubicBezTo>
                      <a:pt x="102" y="0"/>
                      <a:pt x="106" y="4"/>
                      <a:pt x="107" y="8"/>
                    </a:cubicBezTo>
                    <a:cubicBezTo>
                      <a:pt x="108" y="13"/>
                      <a:pt x="105" y="18"/>
                      <a:pt x="100" y="19"/>
                    </a:cubicBezTo>
                    <a:cubicBezTo>
                      <a:pt x="99" y="20"/>
                      <a:pt x="97" y="20"/>
                      <a:pt x="96" y="20"/>
                    </a:cubicBezTo>
                    <a:lnTo>
                      <a:pt x="97" y="20"/>
                    </a:lnTo>
                    <a:cubicBezTo>
                      <a:pt x="83" y="21"/>
                      <a:pt x="69" y="24"/>
                      <a:pt x="56" y="27"/>
                    </a:cubicBezTo>
                    <a:cubicBezTo>
                      <a:pt x="50" y="27"/>
                      <a:pt x="44" y="28"/>
                      <a:pt x="38" y="29"/>
                    </a:cubicBezTo>
                    <a:cubicBezTo>
                      <a:pt x="35" y="30"/>
                      <a:pt x="31" y="31"/>
                      <a:pt x="28" y="31"/>
                    </a:cubicBezTo>
                    <a:cubicBezTo>
                      <a:pt x="23" y="32"/>
                      <a:pt x="19" y="32"/>
                      <a:pt x="15" y="32"/>
                    </a:cubicBezTo>
                    <a:cubicBezTo>
                      <a:pt x="14" y="32"/>
                      <a:pt x="12" y="32"/>
                      <a:pt x="11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43" name="Google Shape;5243;p70"/>
              <p:cNvSpPr/>
              <p:nvPr/>
            </p:nvSpPr>
            <p:spPr>
              <a:xfrm>
                <a:off x="2097000" y="2158920"/>
                <a:ext cx="61920" cy="76320"/>
              </a:xfrm>
              <a:custGeom>
                <a:avLst/>
                <a:gdLst/>
                <a:ahLst/>
                <a:cxnLst/>
                <a:rect l="l" t="t" r="r" b="b"/>
                <a:pathLst>
                  <a:path w="172" h="212" extrusionOk="0">
                    <a:moveTo>
                      <a:pt x="38" y="190"/>
                    </a:moveTo>
                    <a:cubicBezTo>
                      <a:pt x="40" y="190"/>
                      <a:pt x="42" y="190"/>
                      <a:pt x="44" y="190"/>
                    </a:cubicBezTo>
                    <a:cubicBezTo>
                      <a:pt x="45" y="190"/>
                      <a:pt x="47" y="189"/>
                      <a:pt x="48" y="189"/>
                    </a:cubicBezTo>
                    <a:cubicBezTo>
                      <a:pt x="50" y="189"/>
                      <a:pt x="51" y="188"/>
                      <a:pt x="53" y="187"/>
                    </a:cubicBezTo>
                    <a:cubicBezTo>
                      <a:pt x="54" y="187"/>
                      <a:pt x="56" y="186"/>
                      <a:pt x="57" y="186"/>
                    </a:cubicBezTo>
                    <a:cubicBezTo>
                      <a:pt x="57" y="185"/>
                      <a:pt x="58" y="185"/>
                      <a:pt x="58" y="185"/>
                    </a:cubicBezTo>
                    <a:cubicBezTo>
                      <a:pt x="60" y="183"/>
                      <a:pt x="60" y="183"/>
                      <a:pt x="61" y="182"/>
                    </a:cubicBezTo>
                    <a:cubicBezTo>
                      <a:pt x="63" y="181"/>
                      <a:pt x="63" y="180"/>
                      <a:pt x="64" y="179"/>
                    </a:cubicBezTo>
                    <a:cubicBezTo>
                      <a:pt x="65" y="178"/>
                      <a:pt x="65" y="177"/>
                      <a:pt x="67" y="175"/>
                    </a:cubicBezTo>
                    <a:cubicBezTo>
                      <a:pt x="67" y="174"/>
                      <a:pt x="68" y="172"/>
                      <a:pt x="69" y="171"/>
                    </a:cubicBezTo>
                    <a:cubicBezTo>
                      <a:pt x="70" y="169"/>
                      <a:pt x="70" y="167"/>
                      <a:pt x="71" y="165"/>
                    </a:cubicBezTo>
                    <a:cubicBezTo>
                      <a:pt x="71" y="162"/>
                      <a:pt x="72" y="159"/>
                      <a:pt x="72" y="157"/>
                    </a:cubicBezTo>
                    <a:cubicBezTo>
                      <a:pt x="72" y="152"/>
                      <a:pt x="72" y="148"/>
                      <a:pt x="72" y="144"/>
                    </a:cubicBezTo>
                    <a:cubicBezTo>
                      <a:pt x="62" y="150"/>
                      <a:pt x="51" y="157"/>
                      <a:pt x="41" y="164"/>
                    </a:cubicBezTo>
                    <a:cubicBezTo>
                      <a:pt x="39" y="165"/>
                      <a:pt x="36" y="167"/>
                      <a:pt x="34" y="169"/>
                    </a:cubicBezTo>
                    <a:cubicBezTo>
                      <a:pt x="32" y="170"/>
                      <a:pt x="30" y="172"/>
                      <a:pt x="28" y="173"/>
                    </a:cubicBezTo>
                    <a:cubicBezTo>
                      <a:pt x="26" y="175"/>
                      <a:pt x="25" y="177"/>
                      <a:pt x="23" y="179"/>
                    </a:cubicBezTo>
                    <a:cubicBezTo>
                      <a:pt x="23" y="179"/>
                      <a:pt x="22" y="180"/>
                      <a:pt x="22" y="181"/>
                    </a:cubicBezTo>
                    <a:cubicBezTo>
                      <a:pt x="22" y="182"/>
                      <a:pt x="22" y="182"/>
                      <a:pt x="21" y="182"/>
                    </a:cubicBezTo>
                    <a:lnTo>
                      <a:pt x="21" y="183"/>
                    </a:lnTo>
                    <a:cubicBezTo>
                      <a:pt x="21" y="183"/>
                      <a:pt x="21" y="184"/>
                      <a:pt x="21" y="185"/>
                    </a:cubicBezTo>
                    <a:lnTo>
                      <a:pt x="21" y="186"/>
                    </a:lnTo>
                    <a:cubicBezTo>
                      <a:pt x="22" y="186"/>
                      <a:pt x="22" y="186"/>
                      <a:pt x="22" y="186"/>
                    </a:cubicBezTo>
                    <a:cubicBezTo>
                      <a:pt x="22" y="187"/>
                      <a:pt x="22" y="187"/>
                      <a:pt x="23" y="187"/>
                    </a:cubicBezTo>
                    <a:lnTo>
                      <a:pt x="24" y="188"/>
                    </a:lnTo>
                    <a:cubicBezTo>
                      <a:pt x="25" y="189"/>
                      <a:pt x="26" y="189"/>
                      <a:pt x="28" y="189"/>
                    </a:cubicBezTo>
                    <a:cubicBezTo>
                      <a:pt x="29" y="190"/>
                      <a:pt x="31" y="190"/>
                      <a:pt x="33" y="190"/>
                    </a:cubicBezTo>
                    <a:cubicBezTo>
                      <a:pt x="35" y="190"/>
                      <a:pt x="36" y="190"/>
                      <a:pt x="38" y="190"/>
                    </a:cubicBezTo>
                    <a:moveTo>
                      <a:pt x="28" y="210"/>
                    </a:moveTo>
                    <a:cubicBezTo>
                      <a:pt x="25" y="210"/>
                      <a:pt x="21" y="209"/>
                      <a:pt x="18" y="208"/>
                    </a:cubicBezTo>
                    <a:cubicBezTo>
                      <a:pt x="15" y="207"/>
                      <a:pt x="12" y="205"/>
                      <a:pt x="10" y="203"/>
                    </a:cubicBezTo>
                    <a:cubicBezTo>
                      <a:pt x="5" y="199"/>
                      <a:pt x="1" y="194"/>
                      <a:pt x="1" y="188"/>
                    </a:cubicBezTo>
                    <a:cubicBezTo>
                      <a:pt x="0" y="185"/>
                      <a:pt x="0" y="182"/>
                      <a:pt x="1" y="179"/>
                    </a:cubicBezTo>
                    <a:cubicBezTo>
                      <a:pt x="1" y="175"/>
                      <a:pt x="3" y="172"/>
                      <a:pt x="5" y="169"/>
                    </a:cubicBezTo>
                    <a:cubicBezTo>
                      <a:pt x="7" y="166"/>
                      <a:pt x="9" y="164"/>
                      <a:pt x="11" y="162"/>
                    </a:cubicBezTo>
                    <a:cubicBezTo>
                      <a:pt x="13" y="159"/>
                      <a:pt x="15" y="157"/>
                      <a:pt x="18" y="155"/>
                    </a:cubicBezTo>
                    <a:cubicBezTo>
                      <a:pt x="23" y="151"/>
                      <a:pt x="30" y="147"/>
                      <a:pt x="36" y="143"/>
                    </a:cubicBezTo>
                    <a:cubicBezTo>
                      <a:pt x="40" y="140"/>
                      <a:pt x="44" y="138"/>
                      <a:pt x="48" y="136"/>
                    </a:cubicBezTo>
                    <a:cubicBezTo>
                      <a:pt x="47" y="136"/>
                      <a:pt x="47" y="136"/>
                      <a:pt x="47" y="137"/>
                    </a:cubicBezTo>
                    <a:cubicBezTo>
                      <a:pt x="48" y="136"/>
                      <a:pt x="50" y="135"/>
                      <a:pt x="51" y="134"/>
                    </a:cubicBezTo>
                    <a:cubicBezTo>
                      <a:pt x="50" y="134"/>
                      <a:pt x="50" y="134"/>
                      <a:pt x="50" y="135"/>
                    </a:cubicBezTo>
                    <a:cubicBezTo>
                      <a:pt x="57" y="131"/>
                      <a:pt x="64" y="127"/>
                      <a:pt x="71" y="123"/>
                    </a:cubicBezTo>
                    <a:cubicBezTo>
                      <a:pt x="71" y="122"/>
                      <a:pt x="72" y="122"/>
                      <a:pt x="72" y="122"/>
                    </a:cubicBezTo>
                    <a:cubicBezTo>
                      <a:pt x="72" y="120"/>
                      <a:pt x="72" y="119"/>
                      <a:pt x="72" y="118"/>
                    </a:cubicBezTo>
                    <a:cubicBezTo>
                      <a:pt x="72" y="112"/>
                      <a:pt x="71" y="105"/>
                      <a:pt x="71" y="99"/>
                    </a:cubicBezTo>
                    <a:cubicBezTo>
                      <a:pt x="71" y="86"/>
                      <a:pt x="71" y="73"/>
                      <a:pt x="74" y="60"/>
                    </a:cubicBezTo>
                    <a:cubicBezTo>
                      <a:pt x="73" y="60"/>
                      <a:pt x="72" y="61"/>
                      <a:pt x="72" y="62"/>
                    </a:cubicBezTo>
                    <a:cubicBezTo>
                      <a:pt x="66" y="68"/>
                      <a:pt x="60" y="74"/>
                      <a:pt x="54" y="80"/>
                    </a:cubicBezTo>
                    <a:cubicBezTo>
                      <a:pt x="46" y="88"/>
                      <a:pt x="37" y="96"/>
                      <a:pt x="30" y="105"/>
                    </a:cubicBezTo>
                    <a:cubicBezTo>
                      <a:pt x="28" y="108"/>
                      <a:pt x="25" y="112"/>
                      <a:pt x="23" y="115"/>
                    </a:cubicBezTo>
                    <a:cubicBezTo>
                      <a:pt x="23" y="116"/>
                      <a:pt x="23" y="116"/>
                      <a:pt x="22" y="117"/>
                    </a:cubicBezTo>
                    <a:cubicBezTo>
                      <a:pt x="19" y="122"/>
                      <a:pt x="14" y="125"/>
                      <a:pt x="8" y="122"/>
                    </a:cubicBezTo>
                    <a:cubicBezTo>
                      <a:pt x="5" y="120"/>
                      <a:pt x="4" y="118"/>
                      <a:pt x="3" y="116"/>
                    </a:cubicBezTo>
                    <a:cubicBezTo>
                      <a:pt x="2" y="112"/>
                      <a:pt x="3" y="109"/>
                      <a:pt x="4" y="106"/>
                    </a:cubicBezTo>
                    <a:cubicBezTo>
                      <a:pt x="10" y="96"/>
                      <a:pt x="18" y="87"/>
                      <a:pt x="27" y="78"/>
                    </a:cubicBezTo>
                    <a:cubicBezTo>
                      <a:pt x="26" y="78"/>
                      <a:pt x="26" y="79"/>
                      <a:pt x="26" y="79"/>
                    </a:cubicBezTo>
                    <a:cubicBezTo>
                      <a:pt x="27" y="78"/>
                      <a:pt x="28" y="77"/>
                      <a:pt x="29" y="76"/>
                    </a:cubicBezTo>
                    <a:cubicBezTo>
                      <a:pt x="29" y="77"/>
                      <a:pt x="28" y="77"/>
                      <a:pt x="28" y="77"/>
                    </a:cubicBezTo>
                    <a:cubicBezTo>
                      <a:pt x="29" y="77"/>
                      <a:pt x="29" y="76"/>
                      <a:pt x="30" y="75"/>
                    </a:cubicBezTo>
                    <a:cubicBezTo>
                      <a:pt x="30" y="75"/>
                      <a:pt x="30" y="76"/>
                      <a:pt x="29" y="76"/>
                    </a:cubicBezTo>
                    <a:cubicBezTo>
                      <a:pt x="31" y="74"/>
                      <a:pt x="32" y="73"/>
                      <a:pt x="34" y="71"/>
                    </a:cubicBezTo>
                    <a:cubicBezTo>
                      <a:pt x="33" y="71"/>
                      <a:pt x="33" y="72"/>
                      <a:pt x="33" y="72"/>
                    </a:cubicBezTo>
                    <a:cubicBezTo>
                      <a:pt x="34" y="71"/>
                      <a:pt x="35" y="71"/>
                      <a:pt x="35" y="70"/>
                    </a:cubicBezTo>
                    <a:cubicBezTo>
                      <a:pt x="35" y="70"/>
                      <a:pt x="35" y="71"/>
                      <a:pt x="34" y="71"/>
                    </a:cubicBezTo>
                    <a:cubicBezTo>
                      <a:pt x="38" y="67"/>
                      <a:pt x="42" y="63"/>
                      <a:pt x="46" y="59"/>
                    </a:cubicBezTo>
                    <a:cubicBezTo>
                      <a:pt x="60" y="46"/>
                      <a:pt x="73" y="32"/>
                      <a:pt x="85" y="17"/>
                    </a:cubicBezTo>
                    <a:cubicBezTo>
                      <a:pt x="86" y="15"/>
                      <a:pt x="88" y="13"/>
                      <a:pt x="89" y="11"/>
                    </a:cubicBezTo>
                    <a:cubicBezTo>
                      <a:pt x="90" y="10"/>
                      <a:pt x="90" y="9"/>
                      <a:pt x="91" y="8"/>
                    </a:cubicBezTo>
                    <a:cubicBezTo>
                      <a:pt x="93" y="3"/>
                      <a:pt x="100" y="0"/>
                      <a:pt x="104" y="3"/>
                    </a:cubicBezTo>
                    <a:cubicBezTo>
                      <a:pt x="110" y="6"/>
                      <a:pt x="112" y="12"/>
                      <a:pt x="109" y="17"/>
                    </a:cubicBezTo>
                    <a:cubicBezTo>
                      <a:pt x="109" y="18"/>
                      <a:pt x="109" y="18"/>
                      <a:pt x="108" y="20"/>
                    </a:cubicBezTo>
                    <a:cubicBezTo>
                      <a:pt x="106" y="23"/>
                      <a:pt x="105" y="26"/>
                      <a:pt x="103" y="29"/>
                    </a:cubicBezTo>
                    <a:cubicBezTo>
                      <a:pt x="100" y="37"/>
                      <a:pt x="97" y="45"/>
                      <a:pt x="95" y="53"/>
                    </a:cubicBezTo>
                    <a:cubicBezTo>
                      <a:pt x="94" y="59"/>
                      <a:pt x="93" y="65"/>
                      <a:pt x="92" y="70"/>
                    </a:cubicBezTo>
                    <a:lnTo>
                      <a:pt x="92" y="69"/>
                    </a:lnTo>
                    <a:cubicBezTo>
                      <a:pt x="91" y="77"/>
                      <a:pt x="90" y="86"/>
                      <a:pt x="90" y="94"/>
                    </a:cubicBezTo>
                    <a:cubicBezTo>
                      <a:pt x="90" y="99"/>
                      <a:pt x="90" y="105"/>
                      <a:pt x="91" y="111"/>
                    </a:cubicBezTo>
                    <a:cubicBezTo>
                      <a:pt x="94" y="108"/>
                      <a:pt x="97" y="106"/>
                      <a:pt x="100" y="105"/>
                    </a:cubicBezTo>
                    <a:cubicBezTo>
                      <a:pt x="109" y="99"/>
                      <a:pt x="117" y="92"/>
                      <a:pt x="126" y="86"/>
                    </a:cubicBezTo>
                    <a:cubicBezTo>
                      <a:pt x="132" y="81"/>
                      <a:pt x="138" y="76"/>
                      <a:pt x="144" y="71"/>
                    </a:cubicBezTo>
                    <a:cubicBezTo>
                      <a:pt x="146" y="68"/>
                      <a:pt x="149" y="64"/>
                      <a:pt x="153" y="62"/>
                    </a:cubicBezTo>
                    <a:cubicBezTo>
                      <a:pt x="156" y="60"/>
                      <a:pt x="160" y="60"/>
                      <a:pt x="163" y="62"/>
                    </a:cubicBezTo>
                    <a:cubicBezTo>
                      <a:pt x="167" y="64"/>
                      <a:pt x="169" y="67"/>
                      <a:pt x="170" y="71"/>
                    </a:cubicBezTo>
                    <a:cubicBezTo>
                      <a:pt x="171" y="75"/>
                      <a:pt x="170" y="79"/>
                      <a:pt x="170" y="83"/>
                    </a:cubicBezTo>
                    <a:cubicBezTo>
                      <a:pt x="170" y="86"/>
                      <a:pt x="169" y="89"/>
                      <a:pt x="169" y="92"/>
                    </a:cubicBezTo>
                    <a:cubicBezTo>
                      <a:pt x="169" y="95"/>
                      <a:pt x="168" y="99"/>
                      <a:pt x="168" y="103"/>
                    </a:cubicBezTo>
                    <a:cubicBezTo>
                      <a:pt x="166" y="117"/>
                      <a:pt x="165" y="132"/>
                      <a:pt x="165" y="145"/>
                    </a:cubicBezTo>
                    <a:cubicBezTo>
                      <a:pt x="166" y="151"/>
                      <a:pt x="166" y="157"/>
                      <a:pt x="166" y="162"/>
                    </a:cubicBezTo>
                    <a:cubicBezTo>
                      <a:pt x="166" y="168"/>
                      <a:pt x="162" y="173"/>
                      <a:pt x="156" y="173"/>
                    </a:cubicBezTo>
                    <a:cubicBezTo>
                      <a:pt x="151" y="174"/>
                      <a:pt x="145" y="169"/>
                      <a:pt x="145" y="164"/>
                    </a:cubicBezTo>
                    <a:cubicBezTo>
                      <a:pt x="144" y="157"/>
                      <a:pt x="145" y="150"/>
                      <a:pt x="145" y="143"/>
                    </a:cubicBezTo>
                    <a:cubicBezTo>
                      <a:pt x="145" y="137"/>
                      <a:pt x="145" y="130"/>
                      <a:pt x="146" y="124"/>
                    </a:cubicBezTo>
                    <a:cubicBezTo>
                      <a:pt x="146" y="117"/>
                      <a:pt x="147" y="109"/>
                      <a:pt x="148" y="102"/>
                    </a:cubicBezTo>
                    <a:cubicBezTo>
                      <a:pt x="148" y="99"/>
                      <a:pt x="148" y="96"/>
                      <a:pt x="149" y="92"/>
                    </a:cubicBezTo>
                    <a:cubicBezTo>
                      <a:pt x="145" y="96"/>
                      <a:pt x="141" y="99"/>
                      <a:pt x="137" y="102"/>
                    </a:cubicBezTo>
                    <a:cubicBezTo>
                      <a:pt x="129" y="108"/>
                      <a:pt x="120" y="114"/>
                      <a:pt x="111" y="120"/>
                    </a:cubicBezTo>
                    <a:cubicBezTo>
                      <a:pt x="105" y="124"/>
                      <a:pt x="99" y="128"/>
                      <a:pt x="92" y="132"/>
                    </a:cubicBezTo>
                    <a:cubicBezTo>
                      <a:pt x="92" y="138"/>
                      <a:pt x="92" y="143"/>
                      <a:pt x="92" y="149"/>
                    </a:cubicBezTo>
                    <a:cubicBezTo>
                      <a:pt x="92" y="156"/>
                      <a:pt x="92" y="162"/>
                      <a:pt x="90" y="169"/>
                    </a:cubicBezTo>
                    <a:cubicBezTo>
                      <a:pt x="88" y="176"/>
                      <a:pt x="85" y="183"/>
                      <a:pt x="81" y="189"/>
                    </a:cubicBezTo>
                    <a:cubicBezTo>
                      <a:pt x="74" y="201"/>
                      <a:pt x="61" y="207"/>
                      <a:pt x="48" y="210"/>
                    </a:cubicBezTo>
                    <a:cubicBezTo>
                      <a:pt x="44" y="211"/>
                      <a:pt x="41" y="211"/>
                      <a:pt x="37" y="211"/>
                    </a:cubicBezTo>
                    <a:cubicBezTo>
                      <a:pt x="35" y="211"/>
                      <a:pt x="31" y="211"/>
                      <a:pt x="28" y="2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44" name="Google Shape;5244;p70"/>
              <p:cNvSpPr/>
              <p:nvPr/>
            </p:nvSpPr>
            <p:spPr>
              <a:xfrm>
                <a:off x="2165400" y="2153520"/>
                <a:ext cx="12240" cy="18360"/>
              </a:xfrm>
              <a:custGeom>
                <a:avLst/>
                <a:gdLst/>
                <a:ahLst/>
                <a:cxnLst/>
                <a:rect l="l" t="t" r="r" b="b"/>
                <a:pathLst>
                  <a:path w="34" h="51" extrusionOk="0">
                    <a:moveTo>
                      <a:pt x="10" y="50"/>
                    </a:moveTo>
                    <a:cubicBezTo>
                      <a:pt x="5" y="50"/>
                      <a:pt x="0" y="44"/>
                      <a:pt x="0" y="39"/>
                    </a:cubicBezTo>
                    <a:cubicBezTo>
                      <a:pt x="1" y="32"/>
                      <a:pt x="2" y="26"/>
                      <a:pt x="4" y="20"/>
                    </a:cubicBezTo>
                    <a:cubicBezTo>
                      <a:pt x="4" y="16"/>
                      <a:pt x="5" y="13"/>
                      <a:pt x="7" y="10"/>
                    </a:cubicBezTo>
                    <a:cubicBezTo>
                      <a:pt x="8" y="8"/>
                      <a:pt x="9" y="5"/>
                      <a:pt x="11" y="4"/>
                    </a:cubicBezTo>
                    <a:cubicBezTo>
                      <a:pt x="15" y="0"/>
                      <a:pt x="18" y="0"/>
                      <a:pt x="23" y="0"/>
                    </a:cubicBezTo>
                    <a:cubicBezTo>
                      <a:pt x="29" y="1"/>
                      <a:pt x="33" y="6"/>
                      <a:pt x="33" y="12"/>
                    </a:cubicBezTo>
                    <a:cubicBezTo>
                      <a:pt x="32" y="16"/>
                      <a:pt x="29" y="19"/>
                      <a:pt x="26" y="21"/>
                    </a:cubicBezTo>
                    <a:cubicBezTo>
                      <a:pt x="25" y="22"/>
                      <a:pt x="25" y="24"/>
                      <a:pt x="24" y="25"/>
                    </a:cubicBezTo>
                    <a:cubicBezTo>
                      <a:pt x="23" y="29"/>
                      <a:pt x="22" y="33"/>
                      <a:pt x="21" y="37"/>
                    </a:cubicBezTo>
                    <a:cubicBezTo>
                      <a:pt x="21" y="39"/>
                      <a:pt x="21" y="39"/>
                      <a:pt x="21" y="40"/>
                    </a:cubicBezTo>
                    <a:cubicBezTo>
                      <a:pt x="21" y="43"/>
                      <a:pt x="20" y="46"/>
                      <a:pt x="18" y="47"/>
                    </a:cubicBezTo>
                    <a:cubicBezTo>
                      <a:pt x="16" y="49"/>
                      <a:pt x="13" y="50"/>
                      <a:pt x="11" y="50"/>
                    </a:cubicBezTo>
                    <a:lnTo>
                      <a:pt x="10" y="5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45" name="Google Shape;5245;p70"/>
              <p:cNvSpPr/>
              <p:nvPr/>
            </p:nvSpPr>
            <p:spPr>
              <a:xfrm>
                <a:off x="2177280" y="2168280"/>
                <a:ext cx="41040" cy="6228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73" extrusionOk="0">
                    <a:moveTo>
                      <a:pt x="8" y="171"/>
                    </a:moveTo>
                    <a:cubicBezTo>
                      <a:pt x="7" y="170"/>
                      <a:pt x="5" y="169"/>
                      <a:pt x="3" y="168"/>
                    </a:cubicBezTo>
                    <a:cubicBezTo>
                      <a:pt x="2" y="165"/>
                      <a:pt x="1" y="162"/>
                      <a:pt x="0" y="160"/>
                    </a:cubicBezTo>
                    <a:cubicBezTo>
                      <a:pt x="0" y="157"/>
                      <a:pt x="0" y="153"/>
                      <a:pt x="0" y="150"/>
                    </a:cubicBezTo>
                    <a:cubicBezTo>
                      <a:pt x="0" y="147"/>
                      <a:pt x="1" y="143"/>
                      <a:pt x="2" y="139"/>
                    </a:cubicBezTo>
                    <a:cubicBezTo>
                      <a:pt x="3" y="134"/>
                      <a:pt x="4" y="128"/>
                      <a:pt x="7" y="123"/>
                    </a:cubicBezTo>
                    <a:cubicBezTo>
                      <a:pt x="7" y="112"/>
                      <a:pt x="8" y="101"/>
                      <a:pt x="9" y="90"/>
                    </a:cubicBezTo>
                    <a:cubicBezTo>
                      <a:pt x="10" y="79"/>
                      <a:pt x="10" y="68"/>
                      <a:pt x="12" y="57"/>
                    </a:cubicBezTo>
                    <a:cubicBezTo>
                      <a:pt x="13" y="46"/>
                      <a:pt x="15" y="35"/>
                      <a:pt x="17" y="24"/>
                    </a:cubicBezTo>
                    <a:cubicBezTo>
                      <a:pt x="17" y="23"/>
                      <a:pt x="17" y="21"/>
                      <a:pt x="18" y="20"/>
                    </a:cubicBezTo>
                    <a:cubicBezTo>
                      <a:pt x="18" y="17"/>
                      <a:pt x="18" y="14"/>
                      <a:pt x="18" y="10"/>
                    </a:cubicBezTo>
                    <a:cubicBezTo>
                      <a:pt x="19" y="5"/>
                      <a:pt x="24" y="0"/>
                      <a:pt x="29" y="0"/>
                    </a:cubicBezTo>
                    <a:cubicBezTo>
                      <a:pt x="35" y="1"/>
                      <a:pt x="40" y="6"/>
                      <a:pt x="39" y="12"/>
                    </a:cubicBezTo>
                    <a:cubicBezTo>
                      <a:pt x="39" y="17"/>
                      <a:pt x="39" y="22"/>
                      <a:pt x="38" y="27"/>
                    </a:cubicBezTo>
                    <a:cubicBezTo>
                      <a:pt x="37" y="33"/>
                      <a:pt x="36" y="38"/>
                      <a:pt x="35" y="43"/>
                    </a:cubicBezTo>
                    <a:cubicBezTo>
                      <a:pt x="33" y="52"/>
                      <a:pt x="32" y="62"/>
                      <a:pt x="31" y="72"/>
                    </a:cubicBezTo>
                    <a:cubicBezTo>
                      <a:pt x="30" y="76"/>
                      <a:pt x="29" y="81"/>
                      <a:pt x="29" y="86"/>
                    </a:cubicBezTo>
                    <a:cubicBezTo>
                      <a:pt x="30" y="84"/>
                      <a:pt x="31" y="83"/>
                      <a:pt x="32" y="82"/>
                    </a:cubicBezTo>
                    <a:cubicBezTo>
                      <a:pt x="36" y="77"/>
                      <a:pt x="41" y="71"/>
                      <a:pt x="46" y="66"/>
                    </a:cubicBezTo>
                    <a:cubicBezTo>
                      <a:pt x="49" y="62"/>
                      <a:pt x="53" y="58"/>
                      <a:pt x="57" y="54"/>
                    </a:cubicBezTo>
                    <a:cubicBezTo>
                      <a:pt x="64" y="46"/>
                      <a:pt x="72" y="38"/>
                      <a:pt x="80" y="31"/>
                    </a:cubicBezTo>
                    <a:cubicBezTo>
                      <a:pt x="81" y="29"/>
                      <a:pt x="83" y="28"/>
                      <a:pt x="85" y="27"/>
                    </a:cubicBezTo>
                    <a:cubicBezTo>
                      <a:pt x="87" y="25"/>
                      <a:pt x="89" y="24"/>
                      <a:pt x="92" y="23"/>
                    </a:cubicBezTo>
                    <a:cubicBezTo>
                      <a:pt x="98" y="22"/>
                      <a:pt x="102" y="25"/>
                      <a:pt x="106" y="29"/>
                    </a:cubicBezTo>
                    <a:cubicBezTo>
                      <a:pt x="110" y="34"/>
                      <a:pt x="112" y="41"/>
                      <a:pt x="112" y="47"/>
                    </a:cubicBezTo>
                    <a:cubicBezTo>
                      <a:pt x="113" y="52"/>
                      <a:pt x="113" y="58"/>
                      <a:pt x="113" y="64"/>
                    </a:cubicBezTo>
                    <a:cubicBezTo>
                      <a:pt x="113" y="63"/>
                      <a:pt x="113" y="63"/>
                      <a:pt x="113" y="62"/>
                    </a:cubicBezTo>
                    <a:cubicBezTo>
                      <a:pt x="113" y="66"/>
                      <a:pt x="113" y="70"/>
                      <a:pt x="113" y="74"/>
                    </a:cubicBezTo>
                    <a:lnTo>
                      <a:pt x="113" y="73"/>
                    </a:lnTo>
                    <a:cubicBezTo>
                      <a:pt x="113" y="81"/>
                      <a:pt x="113" y="90"/>
                      <a:pt x="113" y="98"/>
                    </a:cubicBezTo>
                    <a:cubicBezTo>
                      <a:pt x="112" y="107"/>
                      <a:pt x="112" y="116"/>
                      <a:pt x="110" y="125"/>
                    </a:cubicBezTo>
                    <a:cubicBezTo>
                      <a:pt x="109" y="130"/>
                      <a:pt x="103" y="134"/>
                      <a:pt x="98" y="133"/>
                    </a:cubicBezTo>
                    <a:cubicBezTo>
                      <a:pt x="92" y="132"/>
                      <a:pt x="88" y="126"/>
                      <a:pt x="89" y="120"/>
                    </a:cubicBezTo>
                    <a:cubicBezTo>
                      <a:pt x="89" y="117"/>
                      <a:pt x="90" y="113"/>
                      <a:pt x="91" y="110"/>
                    </a:cubicBezTo>
                    <a:cubicBezTo>
                      <a:pt x="92" y="98"/>
                      <a:pt x="93" y="87"/>
                      <a:pt x="93" y="74"/>
                    </a:cubicBezTo>
                    <a:cubicBezTo>
                      <a:pt x="93" y="67"/>
                      <a:pt x="93" y="59"/>
                      <a:pt x="92" y="51"/>
                    </a:cubicBezTo>
                    <a:cubicBezTo>
                      <a:pt x="92" y="49"/>
                      <a:pt x="92" y="48"/>
                      <a:pt x="91" y="47"/>
                    </a:cubicBezTo>
                    <a:cubicBezTo>
                      <a:pt x="87" y="51"/>
                      <a:pt x="83" y="55"/>
                      <a:pt x="79" y="59"/>
                    </a:cubicBezTo>
                    <a:cubicBezTo>
                      <a:pt x="79" y="58"/>
                      <a:pt x="80" y="58"/>
                      <a:pt x="80" y="58"/>
                    </a:cubicBezTo>
                    <a:cubicBezTo>
                      <a:pt x="69" y="69"/>
                      <a:pt x="58" y="80"/>
                      <a:pt x="49" y="93"/>
                    </a:cubicBezTo>
                    <a:cubicBezTo>
                      <a:pt x="43" y="100"/>
                      <a:pt x="38" y="107"/>
                      <a:pt x="34" y="115"/>
                    </a:cubicBezTo>
                    <a:lnTo>
                      <a:pt x="34" y="114"/>
                    </a:lnTo>
                    <a:cubicBezTo>
                      <a:pt x="31" y="119"/>
                      <a:pt x="29" y="123"/>
                      <a:pt x="27" y="129"/>
                    </a:cubicBezTo>
                    <a:cubicBezTo>
                      <a:pt x="26" y="132"/>
                      <a:pt x="26" y="136"/>
                      <a:pt x="26" y="139"/>
                    </a:cubicBezTo>
                    <a:cubicBezTo>
                      <a:pt x="25" y="143"/>
                      <a:pt x="25" y="146"/>
                      <a:pt x="25" y="150"/>
                    </a:cubicBezTo>
                    <a:cubicBezTo>
                      <a:pt x="25" y="152"/>
                      <a:pt x="25" y="154"/>
                      <a:pt x="25" y="156"/>
                    </a:cubicBezTo>
                    <a:cubicBezTo>
                      <a:pt x="25" y="157"/>
                      <a:pt x="25" y="159"/>
                      <a:pt x="24" y="160"/>
                    </a:cubicBezTo>
                    <a:cubicBezTo>
                      <a:pt x="24" y="162"/>
                      <a:pt x="24" y="164"/>
                      <a:pt x="22" y="166"/>
                    </a:cubicBezTo>
                    <a:cubicBezTo>
                      <a:pt x="21" y="170"/>
                      <a:pt x="17" y="172"/>
                      <a:pt x="13" y="172"/>
                    </a:cubicBezTo>
                    <a:cubicBezTo>
                      <a:pt x="11" y="172"/>
                      <a:pt x="10" y="172"/>
                      <a:pt x="8" y="17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46" name="Google Shape;5246;p70"/>
              <p:cNvSpPr/>
              <p:nvPr/>
            </p:nvSpPr>
            <p:spPr>
              <a:xfrm>
                <a:off x="2238480" y="2162520"/>
                <a:ext cx="32760" cy="61560"/>
              </a:xfrm>
              <a:custGeom>
                <a:avLst/>
                <a:gdLst/>
                <a:ahLst/>
                <a:cxnLst/>
                <a:rect l="l" t="t" r="r" b="b"/>
                <a:pathLst>
                  <a:path w="91" h="171" extrusionOk="0">
                    <a:moveTo>
                      <a:pt x="70" y="166"/>
                    </a:moveTo>
                    <a:cubicBezTo>
                      <a:pt x="63" y="155"/>
                      <a:pt x="56" y="144"/>
                      <a:pt x="50" y="133"/>
                    </a:cubicBezTo>
                    <a:cubicBezTo>
                      <a:pt x="44" y="123"/>
                      <a:pt x="38" y="113"/>
                      <a:pt x="33" y="103"/>
                    </a:cubicBezTo>
                    <a:cubicBezTo>
                      <a:pt x="31" y="97"/>
                      <a:pt x="28" y="92"/>
                      <a:pt x="26" y="88"/>
                    </a:cubicBezTo>
                    <a:cubicBezTo>
                      <a:pt x="23" y="82"/>
                      <a:pt x="21" y="78"/>
                      <a:pt x="19" y="73"/>
                    </a:cubicBezTo>
                    <a:cubicBezTo>
                      <a:pt x="13" y="59"/>
                      <a:pt x="7" y="45"/>
                      <a:pt x="3" y="31"/>
                    </a:cubicBezTo>
                    <a:cubicBezTo>
                      <a:pt x="2" y="26"/>
                      <a:pt x="1" y="22"/>
                      <a:pt x="1" y="17"/>
                    </a:cubicBezTo>
                    <a:cubicBezTo>
                      <a:pt x="0" y="12"/>
                      <a:pt x="2" y="8"/>
                      <a:pt x="5" y="5"/>
                    </a:cubicBezTo>
                    <a:cubicBezTo>
                      <a:pt x="9" y="1"/>
                      <a:pt x="15" y="0"/>
                      <a:pt x="20" y="4"/>
                    </a:cubicBezTo>
                    <a:cubicBezTo>
                      <a:pt x="21" y="5"/>
                      <a:pt x="21" y="6"/>
                      <a:pt x="22" y="7"/>
                    </a:cubicBezTo>
                    <a:cubicBezTo>
                      <a:pt x="26" y="11"/>
                      <a:pt x="26" y="16"/>
                      <a:pt x="23" y="21"/>
                    </a:cubicBezTo>
                    <a:cubicBezTo>
                      <a:pt x="23" y="23"/>
                      <a:pt x="24" y="26"/>
                      <a:pt x="24" y="29"/>
                    </a:cubicBezTo>
                    <a:cubicBezTo>
                      <a:pt x="27" y="39"/>
                      <a:pt x="31" y="49"/>
                      <a:pt x="35" y="58"/>
                    </a:cubicBezTo>
                    <a:cubicBezTo>
                      <a:pt x="38" y="64"/>
                      <a:pt x="40" y="69"/>
                      <a:pt x="42" y="75"/>
                    </a:cubicBezTo>
                    <a:cubicBezTo>
                      <a:pt x="45" y="81"/>
                      <a:pt x="48" y="86"/>
                      <a:pt x="50" y="92"/>
                    </a:cubicBezTo>
                    <a:cubicBezTo>
                      <a:pt x="55" y="102"/>
                      <a:pt x="61" y="112"/>
                      <a:pt x="66" y="122"/>
                    </a:cubicBezTo>
                    <a:cubicBezTo>
                      <a:pt x="73" y="133"/>
                      <a:pt x="79" y="144"/>
                      <a:pt x="87" y="155"/>
                    </a:cubicBezTo>
                    <a:cubicBezTo>
                      <a:pt x="90" y="159"/>
                      <a:pt x="88" y="165"/>
                      <a:pt x="84" y="169"/>
                    </a:cubicBezTo>
                    <a:cubicBezTo>
                      <a:pt x="82" y="169"/>
                      <a:pt x="80" y="170"/>
                      <a:pt x="79" y="170"/>
                    </a:cubicBezTo>
                    <a:cubicBezTo>
                      <a:pt x="75" y="170"/>
                      <a:pt x="72" y="169"/>
                      <a:pt x="70" y="1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47" name="Google Shape;5247;p70"/>
              <p:cNvSpPr/>
              <p:nvPr/>
            </p:nvSpPr>
            <p:spPr>
              <a:xfrm>
                <a:off x="2226960" y="2174040"/>
                <a:ext cx="64080" cy="60480"/>
              </a:xfrm>
              <a:custGeom>
                <a:avLst/>
                <a:gdLst/>
                <a:ahLst/>
                <a:cxnLst/>
                <a:rect l="l" t="t" r="r" b="b"/>
                <a:pathLst>
                  <a:path w="178" h="168" extrusionOk="0">
                    <a:moveTo>
                      <a:pt x="7" y="166"/>
                    </a:moveTo>
                    <a:cubicBezTo>
                      <a:pt x="3" y="164"/>
                      <a:pt x="0" y="158"/>
                      <a:pt x="3" y="153"/>
                    </a:cubicBezTo>
                    <a:cubicBezTo>
                      <a:pt x="9" y="143"/>
                      <a:pt x="15" y="132"/>
                      <a:pt x="21" y="122"/>
                    </a:cubicBezTo>
                    <a:cubicBezTo>
                      <a:pt x="30" y="109"/>
                      <a:pt x="38" y="94"/>
                      <a:pt x="48" y="81"/>
                    </a:cubicBezTo>
                    <a:cubicBezTo>
                      <a:pt x="56" y="68"/>
                      <a:pt x="66" y="57"/>
                      <a:pt x="76" y="45"/>
                    </a:cubicBezTo>
                    <a:cubicBezTo>
                      <a:pt x="86" y="35"/>
                      <a:pt x="97" y="25"/>
                      <a:pt x="109" y="16"/>
                    </a:cubicBezTo>
                    <a:cubicBezTo>
                      <a:pt x="120" y="8"/>
                      <a:pt x="133" y="0"/>
                      <a:pt x="148" y="1"/>
                    </a:cubicBezTo>
                    <a:cubicBezTo>
                      <a:pt x="155" y="1"/>
                      <a:pt x="162" y="5"/>
                      <a:pt x="169" y="8"/>
                    </a:cubicBezTo>
                    <a:cubicBezTo>
                      <a:pt x="175" y="11"/>
                      <a:pt x="177" y="18"/>
                      <a:pt x="175" y="23"/>
                    </a:cubicBezTo>
                    <a:cubicBezTo>
                      <a:pt x="172" y="28"/>
                      <a:pt x="165" y="30"/>
                      <a:pt x="160" y="28"/>
                    </a:cubicBezTo>
                    <a:cubicBezTo>
                      <a:pt x="157" y="26"/>
                      <a:pt x="154" y="25"/>
                      <a:pt x="151" y="23"/>
                    </a:cubicBezTo>
                    <a:cubicBezTo>
                      <a:pt x="150" y="23"/>
                      <a:pt x="150" y="23"/>
                      <a:pt x="150" y="22"/>
                    </a:cubicBezTo>
                    <a:cubicBezTo>
                      <a:pt x="148" y="22"/>
                      <a:pt x="147" y="22"/>
                      <a:pt x="146" y="22"/>
                    </a:cubicBezTo>
                    <a:lnTo>
                      <a:pt x="145" y="22"/>
                    </a:lnTo>
                    <a:cubicBezTo>
                      <a:pt x="144" y="22"/>
                      <a:pt x="144" y="22"/>
                      <a:pt x="144" y="22"/>
                    </a:cubicBezTo>
                    <a:cubicBezTo>
                      <a:pt x="143" y="22"/>
                      <a:pt x="141" y="22"/>
                      <a:pt x="140" y="23"/>
                    </a:cubicBezTo>
                    <a:cubicBezTo>
                      <a:pt x="138" y="24"/>
                      <a:pt x="136" y="24"/>
                      <a:pt x="133" y="25"/>
                    </a:cubicBezTo>
                    <a:cubicBezTo>
                      <a:pt x="134" y="25"/>
                      <a:pt x="134" y="25"/>
                      <a:pt x="134" y="25"/>
                    </a:cubicBezTo>
                    <a:cubicBezTo>
                      <a:pt x="133" y="25"/>
                      <a:pt x="130" y="26"/>
                      <a:pt x="129" y="28"/>
                    </a:cubicBezTo>
                    <a:lnTo>
                      <a:pt x="129" y="27"/>
                    </a:lnTo>
                    <a:cubicBezTo>
                      <a:pt x="129" y="28"/>
                      <a:pt x="129" y="28"/>
                      <a:pt x="129" y="28"/>
                    </a:cubicBezTo>
                    <a:cubicBezTo>
                      <a:pt x="128" y="28"/>
                      <a:pt x="128" y="28"/>
                      <a:pt x="128" y="28"/>
                    </a:cubicBezTo>
                    <a:lnTo>
                      <a:pt x="129" y="28"/>
                    </a:lnTo>
                    <a:cubicBezTo>
                      <a:pt x="123" y="30"/>
                      <a:pt x="119" y="34"/>
                      <a:pt x="114" y="37"/>
                    </a:cubicBezTo>
                    <a:cubicBezTo>
                      <a:pt x="115" y="37"/>
                      <a:pt x="115" y="37"/>
                      <a:pt x="115" y="36"/>
                    </a:cubicBezTo>
                    <a:cubicBezTo>
                      <a:pt x="108" y="42"/>
                      <a:pt x="102" y="47"/>
                      <a:pt x="96" y="54"/>
                    </a:cubicBezTo>
                    <a:cubicBezTo>
                      <a:pt x="96" y="53"/>
                      <a:pt x="96" y="53"/>
                      <a:pt x="96" y="53"/>
                    </a:cubicBezTo>
                    <a:cubicBezTo>
                      <a:pt x="87" y="63"/>
                      <a:pt x="79" y="72"/>
                      <a:pt x="71" y="82"/>
                    </a:cubicBezTo>
                    <a:lnTo>
                      <a:pt x="72" y="81"/>
                    </a:lnTo>
                    <a:cubicBezTo>
                      <a:pt x="59" y="97"/>
                      <a:pt x="49" y="114"/>
                      <a:pt x="38" y="131"/>
                    </a:cubicBezTo>
                    <a:cubicBezTo>
                      <a:pt x="32" y="142"/>
                      <a:pt x="25" y="152"/>
                      <a:pt x="19" y="163"/>
                    </a:cubicBezTo>
                    <a:cubicBezTo>
                      <a:pt x="17" y="165"/>
                      <a:pt x="14" y="167"/>
                      <a:pt x="12" y="167"/>
                    </a:cubicBezTo>
                    <a:cubicBezTo>
                      <a:pt x="10" y="167"/>
                      <a:pt x="9" y="166"/>
                      <a:pt x="7" y="1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48" name="Google Shape;5248;p70"/>
              <p:cNvSpPr/>
              <p:nvPr/>
            </p:nvSpPr>
            <p:spPr>
              <a:xfrm>
                <a:off x="1631160" y="2267640"/>
                <a:ext cx="14400" cy="227880"/>
              </a:xfrm>
              <a:custGeom>
                <a:avLst/>
                <a:gdLst/>
                <a:ahLst/>
                <a:cxnLst/>
                <a:rect l="l" t="t" r="r" b="b"/>
                <a:pathLst>
                  <a:path w="40" h="633" extrusionOk="0">
                    <a:moveTo>
                      <a:pt x="28" y="632"/>
                    </a:moveTo>
                    <a:cubicBezTo>
                      <a:pt x="23" y="631"/>
                      <a:pt x="18" y="627"/>
                      <a:pt x="19" y="621"/>
                    </a:cubicBezTo>
                    <a:cubicBezTo>
                      <a:pt x="20" y="610"/>
                      <a:pt x="21" y="598"/>
                      <a:pt x="20" y="586"/>
                    </a:cubicBezTo>
                    <a:cubicBezTo>
                      <a:pt x="20" y="587"/>
                      <a:pt x="20" y="587"/>
                      <a:pt x="20" y="587"/>
                    </a:cubicBezTo>
                    <a:cubicBezTo>
                      <a:pt x="20" y="582"/>
                      <a:pt x="20" y="577"/>
                      <a:pt x="20" y="572"/>
                    </a:cubicBezTo>
                    <a:cubicBezTo>
                      <a:pt x="20" y="572"/>
                      <a:pt x="20" y="573"/>
                      <a:pt x="20" y="574"/>
                    </a:cubicBezTo>
                    <a:cubicBezTo>
                      <a:pt x="19" y="552"/>
                      <a:pt x="19" y="530"/>
                      <a:pt x="18" y="509"/>
                    </a:cubicBezTo>
                    <a:cubicBezTo>
                      <a:pt x="17" y="490"/>
                      <a:pt x="16" y="470"/>
                      <a:pt x="16" y="451"/>
                    </a:cubicBezTo>
                    <a:cubicBezTo>
                      <a:pt x="15" y="410"/>
                      <a:pt x="15" y="369"/>
                      <a:pt x="15" y="328"/>
                    </a:cubicBezTo>
                    <a:cubicBezTo>
                      <a:pt x="15" y="316"/>
                      <a:pt x="15" y="304"/>
                      <a:pt x="15" y="291"/>
                    </a:cubicBezTo>
                    <a:cubicBezTo>
                      <a:pt x="15" y="270"/>
                      <a:pt x="14" y="248"/>
                      <a:pt x="14" y="227"/>
                    </a:cubicBezTo>
                    <a:cubicBezTo>
                      <a:pt x="13" y="208"/>
                      <a:pt x="12" y="188"/>
                      <a:pt x="11" y="169"/>
                    </a:cubicBezTo>
                    <a:cubicBezTo>
                      <a:pt x="10" y="148"/>
                      <a:pt x="9" y="127"/>
                      <a:pt x="7" y="106"/>
                    </a:cubicBezTo>
                    <a:cubicBezTo>
                      <a:pt x="7" y="95"/>
                      <a:pt x="5" y="84"/>
                      <a:pt x="5" y="73"/>
                    </a:cubicBezTo>
                    <a:cubicBezTo>
                      <a:pt x="4" y="61"/>
                      <a:pt x="2" y="50"/>
                      <a:pt x="1" y="39"/>
                    </a:cubicBezTo>
                    <a:cubicBezTo>
                      <a:pt x="0" y="32"/>
                      <a:pt x="0" y="25"/>
                      <a:pt x="0" y="19"/>
                    </a:cubicBezTo>
                    <a:cubicBezTo>
                      <a:pt x="1" y="14"/>
                      <a:pt x="2" y="8"/>
                      <a:pt x="6" y="4"/>
                    </a:cubicBezTo>
                    <a:cubicBezTo>
                      <a:pt x="11" y="0"/>
                      <a:pt x="18" y="1"/>
                      <a:pt x="22" y="6"/>
                    </a:cubicBezTo>
                    <a:cubicBezTo>
                      <a:pt x="24" y="10"/>
                      <a:pt x="23" y="14"/>
                      <a:pt x="22" y="18"/>
                    </a:cubicBezTo>
                    <a:cubicBezTo>
                      <a:pt x="21" y="18"/>
                      <a:pt x="21" y="18"/>
                      <a:pt x="21" y="19"/>
                    </a:cubicBezTo>
                    <a:cubicBezTo>
                      <a:pt x="21" y="22"/>
                      <a:pt x="21" y="24"/>
                      <a:pt x="21" y="26"/>
                    </a:cubicBezTo>
                    <a:cubicBezTo>
                      <a:pt x="21" y="38"/>
                      <a:pt x="22" y="50"/>
                      <a:pt x="23" y="63"/>
                    </a:cubicBezTo>
                    <a:cubicBezTo>
                      <a:pt x="24" y="74"/>
                      <a:pt x="25" y="85"/>
                      <a:pt x="26" y="96"/>
                    </a:cubicBezTo>
                    <a:cubicBezTo>
                      <a:pt x="27" y="117"/>
                      <a:pt x="28" y="138"/>
                      <a:pt x="29" y="159"/>
                    </a:cubicBezTo>
                    <a:cubicBezTo>
                      <a:pt x="30" y="178"/>
                      <a:pt x="31" y="198"/>
                      <a:pt x="32" y="217"/>
                    </a:cubicBezTo>
                    <a:cubicBezTo>
                      <a:pt x="32" y="241"/>
                      <a:pt x="32" y="264"/>
                      <a:pt x="32" y="288"/>
                    </a:cubicBezTo>
                    <a:cubicBezTo>
                      <a:pt x="33" y="304"/>
                      <a:pt x="32" y="320"/>
                      <a:pt x="32" y="336"/>
                    </a:cubicBezTo>
                    <a:cubicBezTo>
                      <a:pt x="32" y="355"/>
                      <a:pt x="32" y="374"/>
                      <a:pt x="32" y="393"/>
                    </a:cubicBezTo>
                    <a:cubicBezTo>
                      <a:pt x="32" y="413"/>
                      <a:pt x="33" y="433"/>
                      <a:pt x="33" y="453"/>
                    </a:cubicBezTo>
                    <a:cubicBezTo>
                      <a:pt x="34" y="475"/>
                      <a:pt x="35" y="497"/>
                      <a:pt x="36" y="518"/>
                    </a:cubicBezTo>
                    <a:cubicBezTo>
                      <a:pt x="37" y="536"/>
                      <a:pt x="37" y="554"/>
                      <a:pt x="38" y="571"/>
                    </a:cubicBezTo>
                    <a:cubicBezTo>
                      <a:pt x="39" y="579"/>
                      <a:pt x="39" y="587"/>
                      <a:pt x="39" y="596"/>
                    </a:cubicBezTo>
                    <a:cubicBezTo>
                      <a:pt x="39" y="604"/>
                      <a:pt x="39" y="614"/>
                      <a:pt x="39" y="622"/>
                    </a:cubicBezTo>
                    <a:cubicBezTo>
                      <a:pt x="39" y="628"/>
                      <a:pt x="34" y="632"/>
                      <a:pt x="29" y="632"/>
                    </a:cubicBezTo>
                    <a:lnTo>
                      <a:pt x="28" y="63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49" name="Google Shape;5249;p70"/>
              <p:cNvSpPr/>
              <p:nvPr/>
            </p:nvSpPr>
            <p:spPr>
              <a:xfrm>
                <a:off x="1623600" y="2268360"/>
                <a:ext cx="30240" cy="32400"/>
              </a:xfrm>
              <a:custGeom>
                <a:avLst/>
                <a:gdLst/>
                <a:ahLst/>
                <a:cxnLst/>
                <a:rect l="l" t="t" r="r" b="b"/>
                <a:pathLst>
                  <a:path w="84" h="90" extrusionOk="0">
                    <a:moveTo>
                      <a:pt x="10" y="89"/>
                    </a:moveTo>
                    <a:cubicBezTo>
                      <a:pt x="5" y="88"/>
                      <a:pt x="1" y="86"/>
                      <a:pt x="0" y="81"/>
                    </a:cubicBezTo>
                    <a:cubicBezTo>
                      <a:pt x="0" y="79"/>
                      <a:pt x="0" y="77"/>
                      <a:pt x="0" y="76"/>
                    </a:cubicBezTo>
                    <a:cubicBezTo>
                      <a:pt x="0" y="75"/>
                      <a:pt x="1" y="73"/>
                      <a:pt x="1" y="72"/>
                    </a:cubicBezTo>
                    <a:cubicBezTo>
                      <a:pt x="4" y="60"/>
                      <a:pt x="7" y="48"/>
                      <a:pt x="10" y="36"/>
                    </a:cubicBezTo>
                    <a:cubicBezTo>
                      <a:pt x="11" y="32"/>
                      <a:pt x="12" y="28"/>
                      <a:pt x="14" y="23"/>
                    </a:cubicBezTo>
                    <a:cubicBezTo>
                      <a:pt x="16" y="17"/>
                      <a:pt x="19" y="10"/>
                      <a:pt x="24" y="6"/>
                    </a:cubicBezTo>
                    <a:cubicBezTo>
                      <a:pt x="25" y="5"/>
                      <a:pt x="27" y="4"/>
                      <a:pt x="29" y="3"/>
                    </a:cubicBezTo>
                    <a:cubicBezTo>
                      <a:pt x="31" y="2"/>
                      <a:pt x="33" y="2"/>
                      <a:pt x="35" y="1"/>
                    </a:cubicBezTo>
                    <a:cubicBezTo>
                      <a:pt x="40" y="0"/>
                      <a:pt x="46" y="3"/>
                      <a:pt x="50" y="6"/>
                    </a:cubicBezTo>
                    <a:cubicBezTo>
                      <a:pt x="54" y="10"/>
                      <a:pt x="58" y="15"/>
                      <a:pt x="61" y="20"/>
                    </a:cubicBezTo>
                    <a:cubicBezTo>
                      <a:pt x="65" y="24"/>
                      <a:pt x="68" y="30"/>
                      <a:pt x="71" y="35"/>
                    </a:cubicBezTo>
                    <a:cubicBezTo>
                      <a:pt x="74" y="40"/>
                      <a:pt x="78" y="46"/>
                      <a:pt x="81" y="51"/>
                    </a:cubicBezTo>
                    <a:cubicBezTo>
                      <a:pt x="83" y="56"/>
                      <a:pt x="81" y="62"/>
                      <a:pt x="76" y="65"/>
                    </a:cubicBezTo>
                    <a:cubicBezTo>
                      <a:pt x="71" y="68"/>
                      <a:pt x="65" y="65"/>
                      <a:pt x="62" y="60"/>
                    </a:cubicBezTo>
                    <a:cubicBezTo>
                      <a:pt x="60" y="56"/>
                      <a:pt x="57" y="51"/>
                      <a:pt x="54" y="47"/>
                    </a:cubicBezTo>
                    <a:lnTo>
                      <a:pt x="54" y="46"/>
                    </a:lnTo>
                    <a:lnTo>
                      <a:pt x="54" y="47"/>
                    </a:lnTo>
                    <a:cubicBezTo>
                      <a:pt x="50" y="40"/>
                      <a:pt x="47" y="34"/>
                      <a:pt x="43" y="28"/>
                    </a:cubicBezTo>
                    <a:cubicBezTo>
                      <a:pt x="42" y="28"/>
                      <a:pt x="42" y="27"/>
                      <a:pt x="42" y="27"/>
                    </a:cubicBezTo>
                    <a:cubicBezTo>
                      <a:pt x="41" y="27"/>
                      <a:pt x="40" y="27"/>
                      <a:pt x="40" y="28"/>
                    </a:cubicBezTo>
                    <a:cubicBezTo>
                      <a:pt x="39" y="28"/>
                      <a:pt x="39" y="28"/>
                      <a:pt x="38" y="28"/>
                    </a:cubicBezTo>
                    <a:cubicBezTo>
                      <a:pt x="32" y="46"/>
                      <a:pt x="26" y="64"/>
                      <a:pt x="20" y="82"/>
                    </a:cubicBezTo>
                    <a:cubicBezTo>
                      <a:pt x="18" y="86"/>
                      <a:pt x="15" y="89"/>
                      <a:pt x="10" y="8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50" name="Google Shape;5250;p70"/>
              <p:cNvSpPr/>
              <p:nvPr/>
            </p:nvSpPr>
            <p:spPr>
              <a:xfrm>
                <a:off x="1681920" y="2270520"/>
                <a:ext cx="12240" cy="195120"/>
              </a:xfrm>
              <a:custGeom>
                <a:avLst/>
                <a:gdLst/>
                <a:ahLst/>
                <a:cxnLst/>
                <a:rect l="l" t="t" r="r" b="b"/>
                <a:pathLst>
                  <a:path w="34" h="542" extrusionOk="0">
                    <a:moveTo>
                      <a:pt x="21" y="541"/>
                    </a:moveTo>
                    <a:cubicBezTo>
                      <a:pt x="16" y="541"/>
                      <a:pt x="11" y="536"/>
                      <a:pt x="12" y="531"/>
                    </a:cubicBezTo>
                    <a:cubicBezTo>
                      <a:pt x="14" y="509"/>
                      <a:pt x="15" y="487"/>
                      <a:pt x="15" y="465"/>
                    </a:cubicBezTo>
                    <a:cubicBezTo>
                      <a:pt x="15" y="444"/>
                      <a:pt x="15" y="423"/>
                      <a:pt x="15" y="402"/>
                    </a:cubicBezTo>
                    <a:cubicBezTo>
                      <a:pt x="15" y="401"/>
                      <a:pt x="15" y="400"/>
                      <a:pt x="15" y="400"/>
                    </a:cubicBezTo>
                    <a:lnTo>
                      <a:pt x="15" y="401"/>
                    </a:lnTo>
                    <a:cubicBezTo>
                      <a:pt x="15" y="400"/>
                      <a:pt x="15" y="400"/>
                      <a:pt x="15" y="399"/>
                    </a:cubicBezTo>
                    <a:cubicBezTo>
                      <a:pt x="15" y="400"/>
                      <a:pt x="15" y="400"/>
                      <a:pt x="15" y="400"/>
                    </a:cubicBezTo>
                    <a:lnTo>
                      <a:pt x="15" y="399"/>
                    </a:lnTo>
                    <a:cubicBezTo>
                      <a:pt x="15" y="397"/>
                      <a:pt x="15" y="395"/>
                      <a:pt x="15" y="393"/>
                    </a:cubicBezTo>
                    <a:cubicBezTo>
                      <a:pt x="15" y="394"/>
                      <a:pt x="15" y="394"/>
                      <a:pt x="15" y="395"/>
                    </a:cubicBezTo>
                    <a:cubicBezTo>
                      <a:pt x="15" y="394"/>
                      <a:pt x="15" y="394"/>
                      <a:pt x="15" y="393"/>
                    </a:cubicBezTo>
                    <a:lnTo>
                      <a:pt x="15" y="392"/>
                    </a:lnTo>
                    <a:cubicBezTo>
                      <a:pt x="15" y="392"/>
                      <a:pt x="15" y="391"/>
                      <a:pt x="15" y="390"/>
                    </a:cubicBezTo>
                    <a:lnTo>
                      <a:pt x="15" y="391"/>
                    </a:lnTo>
                    <a:cubicBezTo>
                      <a:pt x="15" y="390"/>
                      <a:pt x="15" y="389"/>
                      <a:pt x="15" y="389"/>
                    </a:cubicBezTo>
                    <a:cubicBezTo>
                      <a:pt x="15" y="388"/>
                      <a:pt x="15" y="386"/>
                      <a:pt x="15" y="385"/>
                    </a:cubicBezTo>
                    <a:lnTo>
                      <a:pt x="15" y="384"/>
                    </a:lnTo>
                    <a:cubicBezTo>
                      <a:pt x="15" y="383"/>
                      <a:pt x="15" y="382"/>
                      <a:pt x="15" y="381"/>
                    </a:cubicBezTo>
                    <a:cubicBezTo>
                      <a:pt x="15" y="361"/>
                      <a:pt x="15" y="342"/>
                      <a:pt x="15" y="323"/>
                    </a:cubicBezTo>
                    <a:cubicBezTo>
                      <a:pt x="14" y="310"/>
                      <a:pt x="14" y="297"/>
                      <a:pt x="14" y="285"/>
                    </a:cubicBezTo>
                    <a:cubicBezTo>
                      <a:pt x="13" y="275"/>
                      <a:pt x="13" y="264"/>
                      <a:pt x="12" y="254"/>
                    </a:cubicBezTo>
                    <a:cubicBezTo>
                      <a:pt x="10" y="212"/>
                      <a:pt x="7" y="170"/>
                      <a:pt x="4" y="128"/>
                    </a:cubicBezTo>
                    <a:cubicBezTo>
                      <a:pt x="3" y="117"/>
                      <a:pt x="3" y="107"/>
                      <a:pt x="2" y="97"/>
                    </a:cubicBezTo>
                    <a:cubicBezTo>
                      <a:pt x="1" y="88"/>
                      <a:pt x="1" y="79"/>
                      <a:pt x="1" y="70"/>
                    </a:cubicBezTo>
                    <a:cubicBezTo>
                      <a:pt x="1" y="59"/>
                      <a:pt x="0" y="47"/>
                      <a:pt x="1" y="36"/>
                    </a:cubicBezTo>
                    <a:cubicBezTo>
                      <a:pt x="1" y="32"/>
                      <a:pt x="2" y="26"/>
                      <a:pt x="3" y="22"/>
                    </a:cubicBezTo>
                    <a:cubicBezTo>
                      <a:pt x="4" y="18"/>
                      <a:pt x="4" y="15"/>
                      <a:pt x="5" y="11"/>
                    </a:cubicBezTo>
                    <a:cubicBezTo>
                      <a:pt x="6" y="6"/>
                      <a:pt x="9" y="1"/>
                      <a:pt x="15" y="0"/>
                    </a:cubicBezTo>
                    <a:cubicBezTo>
                      <a:pt x="16" y="0"/>
                      <a:pt x="18" y="0"/>
                      <a:pt x="19" y="0"/>
                    </a:cubicBezTo>
                    <a:cubicBezTo>
                      <a:pt x="25" y="1"/>
                      <a:pt x="28" y="7"/>
                      <a:pt x="27" y="12"/>
                    </a:cubicBezTo>
                    <a:cubicBezTo>
                      <a:pt x="27" y="14"/>
                      <a:pt x="26" y="15"/>
                      <a:pt x="25" y="17"/>
                    </a:cubicBezTo>
                    <a:lnTo>
                      <a:pt x="25" y="18"/>
                    </a:lnTo>
                    <a:cubicBezTo>
                      <a:pt x="23" y="24"/>
                      <a:pt x="22" y="30"/>
                      <a:pt x="21" y="36"/>
                    </a:cubicBezTo>
                    <a:cubicBezTo>
                      <a:pt x="21" y="39"/>
                      <a:pt x="21" y="42"/>
                      <a:pt x="21" y="45"/>
                    </a:cubicBezTo>
                    <a:cubicBezTo>
                      <a:pt x="20" y="48"/>
                      <a:pt x="21" y="51"/>
                      <a:pt x="20" y="55"/>
                    </a:cubicBezTo>
                    <a:cubicBezTo>
                      <a:pt x="20" y="60"/>
                      <a:pt x="20" y="66"/>
                      <a:pt x="20" y="72"/>
                    </a:cubicBezTo>
                    <a:cubicBezTo>
                      <a:pt x="20" y="71"/>
                      <a:pt x="20" y="71"/>
                      <a:pt x="20" y="71"/>
                    </a:cubicBezTo>
                    <a:lnTo>
                      <a:pt x="20" y="72"/>
                    </a:lnTo>
                    <a:cubicBezTo>
                      <a:pt x="21" y="114"/>
                      <a:pt x="24" y="156"/>
                      <a:pt x="27" y="198"/>
                    </a:cubicBezTo>
                    <a:cubicBezTo>
                      <a:pt x="28" y="217"/>
                      <a:pt x="29" y="237"/>
                      <a:pt x="30" y="258"/>
                    </a:cubicBezTo>
                    <a:cubicBezTo>
                      <a:pt x="30" y="267"/>
                      <a:pt x="31" y="276"/>
                      <a:pt x="31" y="286"/>
                    </a:cubicBezTo>
                    <a:cubicBezTo>
                      <a:pt x="31" y="298"/>
                      <a:pt x="32" y="311"/>
                      <a:pt x="32" y="324"/>
                    </a:cubicBezTo>
                    <a:cubicBezTo>
                      <a:pt x="32" y="335"/>
                      <a:pt x="32" y="347"/>
                      <a:pt x="32" y="358"/>
                    </a:cubicBezTo>
                    <a:lnTo>
                      <a:pt x="32" y="357"/>
                    </a:lnTo>
                    <a:cubicBezTo>
                      <a:pt x="32" y="365"/>
                      <a:pt x="32" y="373"/>
                      <a:pt x="32" y="381"/>
                    </a:cubicBezTo>
                    <a:lnTo>
                      <a:pt x="32" y="380"/>
                    </a:lnTo>
                    <a:cubicBezTo>
                      <a:pt x="32" y="381"/>
                      <a:pt x="32" y="381"/>
                      <a:pt x="32" y="382"/>
                    </a:cubicBezTo>
                    <a:lnTo>
                      <a:pt x="32" y="381"/>
                    </a:lnTo>
                    <a:cubicBezTo>
                      <a:pt x="32" y="382"/>
                      <a:pt x="32" y="384"/>
                      <a:pt x="32" y="385"/>
                    </a:cubicBezTo>
                    <a:cubicBezTo>
                      <a:pt x="32" y="385"/>
                      <a:pt x="32" y="386"/>
                      <a:pt x="32" y="388"/>
                    </a:cubicBezTo>
                    <a:lnTo>
                      <a:pt x="32" y="389"/>
                    </a:lnTo>
                    <a:cubicBezTo>
                      <a:pt x="32" y="390"/>
                      <a:pt x="32" y="391"/>
                      <a:pt x="32" y="392"/>
                    </a:cubicBezTo>
                    <a:cubicBezTo>
                      <a:pt x="32" y="391"/>
                      <a:pt x="32" y="391"/>
                      <a:pt x="32" y="391"/>
                    </a:cubicBezTo>
                    <a:lnTo>
                      <a:pt x="32" y="392"/>
                    </a:lnTo>
                    <a:cubicBezTo>
                      <a:pt x="32" y="395"/>
                      <a:pt x="32" y="398"/>
                      <a:pt x="32" y="401"/>
                    </a:cubicBezTo>
                    <a:cubicBezTo>
                      <a:pt x="32" y="400"/>
                      <a:pt x="32" y="400"/>
                      <a:pt x="32" y="400"/>
                    </a:cubicBezTo>
                    <a:cubicBezTo>
                      <a:pt x="33" y="412"/>
                      <a:pt x="33" y="424"/>
                      <a:pt x="32" y="437"/>
                    </a:cubicBezTo>
                    <a:cubicBezTo>
                      <a:pt x="33" y="452"/>
                      <a:pt x="32" y="467"/>
                      <a:pt x="32" y="481"/>
                    </a:cubicBezTo>
                    <a:cubicBezTo>
                      <a:pt x="32" y="498"/>
                      <a:pt x="32" y="515"/>
                      <a:pt x="32" y="532"/>
                    </a:cubicBezTo>
                    <a:cubicBezTo>
                      <a:pt x="31" y="537"/>
                      <a:pt x="27" y="541"/>
                      <a:pt x="22" y="541"/>
                    </a:cubicBezTo>
                    <a:cubicBezTo>
                      <a:pt x="21" y="541"/>
                      <a:pt x="21" y="541"/>
                      <a:pt x="21" y="5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51" name="Google Shape;5251;p70"/>
              <p:cNvSpPr/>
              <p:nvPr/>
            </p:nvSpPr>
            <p:spPr>
              <a:xfrm>
                <a:off x="1667160" y="2273040"/>
                <a:ext cx="36720" cy="34560"/>
              </a:xfrm>
              <a:custGeom>
                <a:avLst/>
                <a:gdLst/>
                <a:ahLst/>
                <a:cxnLst/>
                <a:rect l="l" t="t" r="r" b="b"/>
                <a:pathLst>
                  <a:path w="102" h="96" extrusionOk="0">
                    <a:moveTo>
                      <a:pt x="79" y="86"/>
                    </a:moveTo>
                    <a:cubicBezTo>
                      <a:pt x="78" y="80"/>
                      <a:pt x="76" y="74"/>
                      <a:pt x="74" y="68"/>
                    </a:cubicBezTo>
                    <a:cubicBezTo>
                      <a:pt x="74" y="65"/>
                      <a:pt x="73" y="62"/>
                      <a:pt x="71" y="59"/>
                    </a:cubicBezTo>
                    <a:cubicBezTo>
                      <a:pt x="70" y="56"/>
                      <a:pt x="69" y="53"/>
                      <a:pt x="67" y="50"/>
                    </a:cubicBezTo>
                    <a:cubicBezTo>
                      <a:pt x="65" y="47"/>
                      <a:pt x="63" y="45"/>
                      <a:pt x="62" y="42"/>
                    </a:cubicBezTo>
                    <a:cubicBezTo>
                      <a:pt x="60" y="40"/>
                      <a:pt x="59" y="39"/>
                      <a:pt x="57" y="37"/>
                    </a:cubicBezTo>
                    <a:cubicBezTo>
                      <a:pt x="56" y="36"/>
                      <a:pt x="55" y="35"/>
                      <a:pt x="53" y="34"/>
                    </a:cubicBezTo>
                    <a:cubicBezTo>
                      <a:pt x="52" y="33"/>
                      <a:pt x="51" y="32"/>
                      <a:pt x="50" y="32"/>
                    </a:cubicBezTo>
                    <a:cubicBezTo>
                      <a:pt x="50" y="32"/>
                      <a:pt x="49" y="32"/>
                      <a:pt x="49" y="31"/>
                    </a:cubicBezTo>
                    <a:lnTo>
                      <a:pt x="48" y="31"/>
                    </a:lnTo>
                    <a:lnTo>
                      <a:pt x="47" y="31"/>
                    </a:lnTo>
                    <a:cubicBezTo>
                      <a:pt x="46" y="31"/>
                      <a:pt x="46" y="32"/>
                      <a:pt x="45" y="32"/>
                    </a:cubicBezTo>
                    <a:cubicBezTo>
                      <a:pt x="43" y="35"/>
                      <a:pt x="42" y="38"/>
                      <a:pt x="39" y="41"/>
                    </a:cubicBezTo>
                    <a:cubicBezTo>
                      <a:pt x="34" y="50"/>
                      <a:pt x="30" y="60"/>
                      <a:pt x="25" y="69"/>
                    </a:cubicBezTo>
                    <a:cubicBezTo>
                      <a:pt x="24" y="75"/>
                      <a:pt x="22" y="81"/>
                      <a:pt x="20" y="86"/>
                    </a:cubicBezTo>
                    <a:cubicBezTo>
                      <a:pt x="16" y="95"/>
                      <a:pt x="2" y="93"/>
                      <a:pt x="0" y="83"/>
                    </a:cubicBezTo>
                    <a:cubicBezTo>
                      <a:pt x="0" y="81"/>
                      <a:pt x="0" y="79"/>
                      <a:pt x="1" y="77"/>
                    </a:cubicBezTo>
                    <a:cubicBezTo>
                      <a:pt x="2" y="75"/>
                      <a:pt x="2" y="73"/>
                      <a:pt x="3" y="71"/>
                    </a:cubicBezTo>
                    <a:cubicBezTo>
                      <a:pt x="4" y="69"/>
                      <a:pt x="5" y="67"/>
                      <a:pt x="6" y="64"/>
                    </a:cubicBezTo>
                    <a:lnTo>
                      <a:pt x="6" y="65"/>
                    </a:lnTo>
                    <a:cubicBezTo>
                      <a:pt x="6" y="63"/>
                      <a:pt x="7" y="62"/>
                      <a:pt x="7" y="61"/>
                    </a:cubicBezTo>
                    <a:cubicBezTo>
                      <a:pt x="10" y="54"/>
                      <a:pt x="12" y="47"/>
                      <a:pt x="14" y="40"/>
                    </a:cubicBezTo>
                    <a:cubicBezTo>
                      <a:pt x="17" y="33"/>
                      <a:pt x="19" y="27"/>
                      <a:pt x="21" y="20"/>
                    </a:cubicBezTo>
                    <a:cubicBezTo>
                      <a:pt x="22" y="18"/>
                      <a:pt x="23" y="16"/>
                      <a:pt x="23" y="14"/>
                    </a:cubicBezTo>
                    <a:cubicBezTo>
                      <a:pt x="25" y="11"/>
                      <a:pt x="26" y="7"/>
                      <a:pt x="28" y="5"/>
                    </a:cubicBezTo>
                    <a:cubicBezTo>
                      <a:pt x="31" y="3"/>
                      <a:pt x="34" y="1"/>
                      <a:pt x="37" y="0"/>
                    </a:cubicBezTo>
                    <a:cubicBezTo>
                      <a:pt x="38" y="0"/>
                      <a:pt x="39" y="1"/>
                      <a:pt x="41" y="1"/>
                    </a:cubicBezTo>
                    <a:cubicBezTo>
                      <a:pt x="45" y="1"/>
                      <a:pt x="48" y="5"/>
                      <a:pt x="49" y="10"/>
                    </a:cubicBezTo>
                    <a:cubicBezTo>
                      <a:pt x="53" y="10"/>
                      <a:pt x="57" y="12"/>
                      <a:pt x="60" y="14"/>
                    </a:cubicBezTo>
                    <a:cubicBezTo>
                      <a:pt x="70" y="19"/>
                      <a:pt x="77" y="29"/>
                      <a:pt x="83" y="38"/>
                    </a:cubicBezTo>
                    <a:cubicBezTo>
                      <a:pt x="88" y="46"/>
                      <a:pt x="92" y="56"/>
                      <a:pt x="95" y="65"/>
                    </a:cubicBezTo>
                    <a:cubicBezTo>
                      <a:pt x="96" y="71"/>
                      <a:pt x="98" y="76"/>
                      <a:pt x="99" y="82"/>
                    </a:cubicBezTo>
                    <a:cubicBezTo>
                      <a:pt x="101" y="88"/>
                      <a:pt x="96" y="93"/>
                      <a:pt x="91" y="95"/>
                    </a:cubicBezTo>
                    <a:cubicBezTo>
                      <a:pt x="91" y="95"/>
                      <a:pt x="90" y="95"/>
                      <a:pt x="89" y="95"/>
                    </a:cubicBezTo>
                    <a:cubicBezTo>
                      <a:pt x="84" y="95"/>
                      <a:pt x="80" y="91"/>
                      <a:pt x="79" y="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52" name="Google Shape;5252;p70"/>
              <p:cNvSpPr/>
              <p:nvPr/>
            </p:nvSpPr>
            <p:spPr>
              <a:xfrm>
                <a:off x="1729080" y="2281320"/>
                <a:ext cx="10440" cy="140400"/>
              </a:xfrm>
              <a:custGeom>
                <a:avLst/>
                <a:gdLst/>
                <a:ahLst/>
                <a:cxnLst/>
                <a:rect l="l" t="t" r="r" b="b"/>
                <a:pathLst>
                  <a:path w="29" h="390" extrusionOk="0">
                    <a:moveTo>
                      <a:pt x="14" y="389"/>
                    </a:moveTo>
                    <a:cubicBezTo>
                      <a:pt x="9" y="389"/>
                      <a:pt x="5" y="385"/>
                      <a:pt x="5" y="379"/>
                    </a:cubicBezTo>
                    <a:cubicBezTo>
                      <a:pt x="6" y="366"/>
                      <a:pt x="6" y="353"/>
                      <a:pt x="7" y="340"/>
                    </a:cubicBezTo>
                    <a:cubicBezTo>
                      <a:pt x="6" y="297"/>
                      <a:pt x="4" y="254"/>
                      <a:pt x="1" y="210"/>
                    </a:cubicBezTo>
                    <a:cubicBezTo>
                      <a:pt x="1" y="205"/>
                      <a:pt x="1" y="198"/>
                      <a:pt x="1" y="192"/>
                    </a:cubicBezTo>
                    <a:cubicBezTo>
                      <a:pt x="1" y="184"/>
                      <a:pt x="0" y="175"/>
                      <a:pt x="0" y="167"/>
                    </a:cubicBezTo>
                    <a:cubicBezTo>
                      <a:pt x="0" y="168"/>
                      <a:pt x="0" y="168"/>
                      <a:pt x="0" y="168"/>
                    </a:cubicBezTo>
                    <a:cubicBezTo>
                      <a:pt x="0" y="147"/>
                      <a:pt x="0" y="126"/>
                      <a:pt x="0" y="105"/>
                    </a:cubicBezTo>
                    <a:cubicBezTo>
                      <a:pt x="1" y="83"/>
                      <a:pt x="1" y="61"/>
                      <a:pt x="3" y="39"/>
                    </a:cubicBezTo>
                    <a:cubicBezTo>
                      <a:pt x="3" y="36"/>
                      <a:pt x="3" y="32"/>
                      <a:pt x="3" y="29"/>
                    </a:cubicBezTo>
                    <a:cubicBezTo>
                      <a:pt x="3" y="25"/>
                      <a:pt x="4" y="22"/>
                      <a:pt x="4" y="18"/>
                    </a:cubicBezTo>
                    <a:cubicBezTo>
                      <a:pt x="5" y="15"/>
                      <a:pt x="5" y="11"/>
                      <a:pt x="7" y="7"/>
                    </a:cubicBezTo>
                    <a:cubicBezTo>
                      <a:pt x="10" y="1"/>
                      <a:pt x="18" y="0"/>
                      <a:pt x="23" y="4"/>
                    </a:cubicBezTo>
                    <a:cubicBezTo>
                      <a:pt x="24" y="4"/>
                      <a:pt x="24" y="5"/>
                      <a:pt x="24" y="5"/>
                    </a:cubicBezTo>
                    <a:cubicBezTo>
                      <a:pt x="27" y="9"/>
                      <a:pt x="28" y="13"/>
                      <a:pt x="25" y="17"/>
                    </a:cubicBezTo>
                    <a:cubicBezTo>
                      <a:pt x="25" y="20"/>
                      <a:pt x="25" y="22"/>
                      <a:pt x="24" y="25"/>
                    </a:cubicBezTo>
                    <a:cubicBezTo>
                      <a:pt x="22" y="37"/>
                      <a:pt x="22" y="48"/>
                      <a:pt x="21" y="60"/>
                    </a:cubicBezTo>
                    <a:cubicBezTo>
                      <a:pt x="21" y="71"/>
                      <a:pt x="21" y="83"/>
                      <a:pt x="20" y="94"/>
                    </a:cubicBezTo>
                    <a:cubicBezTo>
                      <a:pt x="19" y="105"/>
                      <a:pt x="19" y="115"/>
                      <a:pt x="19" y="126"/>
                    </a:cubicBezTo>
                    <a:cubicBezTo>
                      <a:pt x="19" y="138"/>
                      <a:pt x="19" y="148"/>
                      <a:pt x="19" y="159"/>
                    </a:cubicBezTo>
                    <a:cubicBezTo>
                      <a:pt x="19" y="162"/>
                      <a:pt x="19" y="165"/>
                      <a:pt x="19" y="168"/>
                    </a:cubicBezTo>
                    <a:lnTo>
                      <a:pt x="19" y="167"/>
                    </a:lnTo>
                    <a:cubicBezTo>
                      <a:pt x="19" y="189"/>
                      <a:pt x="19" y="210"/>
                      <a:pt x="21" y="231"/>
                    </a:cubicBezTo>
                    <a:cubicBezTo>
                      <a:pt x="22" y="252"/>
                      <a:pt x="23" y="273"/>
                      <a:pt x="24" y="294"/>
                    </a:cubicBezTo>
                    <a:cubicBezTo>
                      <a:pt x="24" y="310"/>
                      <a:pt x="25" y="325"/>
                      <a:pt x="25" y="341"/>
                    </a:cubicBezTo>
                    <a:cubicBezTo>
                      <a:pt x="25" y="340"/>
                      <a:pt x="25" y="340"/>
                      <a:pt x="25" y="340"/>
                    </a:cubicBezTo>
                    <a:cubicBezTo>
                      <a:pt x="25" y="353"/>
                      <a:pt x="25" y="367"/>
                      <a:pt x="25" y="380"/>
                    </a:cubicBezTo>
                    <a:cubicBezTo>
                      <a:pt x="25" y="385"/>
                      <a:pt x="20" y="389"/>
                      <a:pt x="15" y="389"/>
                    </a:cubicBezTo>
                    <a:lnTo>
                      <a:pt x="14" y="38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53" name="Google Shape;5253;p70"/>
              <p:cNvSpPr/>
              <p:nvPr/>
            </p:nvSpPr>
            <p:spPr>
              <a:xfrm>
                <a:off x="1712520" y="2286000"/>
                <a:ext cx="31680" cy="41040"/>
              </a:xfrm>
              <a:custGeom>
                <a:avLst/>
                <a:gdLst/>
                <a:ahLst/>
                <a:cxnLst/>
                <a:rect l="l" t="t" r="r" b="b"/>
                <a:pathLst>
                  <a:path w="88" h="114" extrusionOk="0">
                    <a:moveTo>
                      <a:pt x="8" y="112"/>
                    </a:moveTo>
                    <a:cubicBezTo>
                      <a:pt x="6" y="111"/>
                      <a:pt x="4" y="110"/>
                      <a:pt x="3" y="109"/>
                    </a:cubicBezTo>
                    <a:cubicBezTo>
                      <a:pt x="1" y="107"/>
                      <a:pt x="0" y="104"/>
                      <a:pt x="0" y="101"/>
                    </a:cubicBezTo>
                    <a:cubicBezTo>
                      <a:pt x="0" y="99"/>
                      <a:pt x="1" y="96"/>
                      <a:pt x="1" y="93"/>
                    </a:cubicBezTo>
                    <a:cubicBezTo>
                      <a:pt x="2" y="89"/>
                      <a:pt x="3" y="87"/>
                      <a:pt x="4" y="83"/>
                    </a:cubicBezTo>
                    <a:cubicBezTo>
                      <a:pt x="7" y="74"/>
                      <a:pt x="10" y="66"/>
                      <a:pt x="14" y="58"/>
                    </a:cubicBezTo>
                    <a:cubicBezTo>
                      <a:pt x="17" y="51"/>
                      <a:pt x="21" y="44"/>
                      <a:pt x="25" y="37"/>
                    </a:cubicBezTo>
                    <a:cubicBezTo>
                      <a:pt x="25" y="35"/>
                      <a:pt x="26" y="33"/>
                      <a:pt x="27" y="31"/>
                    </a:cubicBezTo>
                    <a:cubicBezTo>
                      <a:pt x="29" y="27"/>
                      <a:pt x="30" y="22"/>
                      <a:pt x="32" y="18"/>
                    </a:cubicBezTo>
                    <a:cubicBezTo>
                      <a:pt x="34" y="13"/>
                      <a:pt x="38" y="6"/>
                      <a:pt x="45" y="6"/>
                    </a:cubicBezTo>
                    <a:cubicBezTo>
                      <a:pt x="46" y="4"/>
                      <a:pt x="47" y="3"/>
                      <a:pt x="49" y="3"/>
                    </a:cubicBezTo>
                    <a:cubicBezTo>
                      <a:pt x="51" y="1"/>
                      <a:pt x="54" y="0"/>
                      <a:pt x="56" y="0"/>
                    </a:cubicBezTo>
                    <a:cubicBezTo>
                      <a:pt x="59" y="0"/>
                      <a:pt x="61" y="1"/>
                      <a:pt x="64" y="3"/>
                    </a:cubicBezTo>
                    <a:cubicBezTo>
                      <a:pt x="68" y="6"/>
                      <a:pt x="71" y="13"/>
                      <a:pt x="73" y="18"/>
                    </a:cubicBezTo>
                    <a:cubicBezTo>
                      <a:pt x="74" y="22"/>
                      <a:pt x="75" y="26"/>
                      <a:pt x="75" y="30"/>
                    </a:cubicBezTo>
                    <a:cubicBezTo>
                      <a:pt x="76" y="33"/>
                      <a:pt x="77" y="35"/>
                      <a:pt x="77" y="38"/>
                    </a:cubicBezTo>
                    <a:cubicBezTo>
                      <a:pt x="77" y="41"/>
                      <a:pt x="78" y="45"/>
                      <a:pt x="78" y="48"/>
                    </a:cubicBezTo>
                    <a:cubicBezTo>
                      <a:pt x="78" y="47"/>
                      <a:pt x="78" y="47"/>
                      <a:pt x="78" y="47"/>
                    </a:cubicBezTo>
                    <a:lnTo>
                      <a:pt x="78" y="48"/>
                    </a:lnTo>
                    <a:cubicBezTo>
                      <a:pt x="78" y="49"/>
                      <a:pt x="78" y="50"/>
                      <a:pt x="79" y="52"/>
                    </a:cubicBezTo>
                    <a:cubicBezTo>
                      <a:pt x="79" y="53"/>
                      <a:pt x="79" y="54"/>
                      <a:pt x="79" y="56"/>
                    </a:cubicBezTo>
                    <a:cubicBezTo>
                      <a:pt x="81" y="63"/>
                      <a:pt x="82" y="71"/>
                      <a:pt x="84" y="80"/>
                    </a:cubicBezTo>
                    <a:cubicBezTo>
                      <a:pt x="84" y="81"/>
                      <a:pt x="85" y="83"/>
                      <a:pt x="85" y="85"/>
                    </a:cubicBezTo>
                    <a:cubicBezTo>
                      <a:pt x="87" y="90"/>
                      <a:pt x="84" y="96"/>
                      <a:pt x="79" y="98"/>
                    </a:cubicBezTo>
                    <a:cubicBezTo>
                      <a:pt x="74" y="100"/>
                      <a:pt x="68" y="97"/>
                      <a:pt x="66" y="91"/>
                    </a:cubicBezTo>
                    <a:cubicBezTo>
                      <a:pt x="63" y="82"/>
                      <a:pt x="61" y="73"/>
                      <a:pt x="60" y="64"/>
                    </a:cubicBezTo>
                    <a:lnTo>
                      <a:pt x="60" y="63"/>
                    </a:lnTo>
                    <a:cubicBezTo>
                      <a:pt x="60" y="62"/>
                      <a:pt x="60" y="61"/>
                      <a:pt x="60" y="60"/>
                    </a:cubicBezTo>
                    <a:lnTo>
                      <a:pt x="60" y="61"/>
                    </a:lnTo>
                    <a:cubicBezTo>
                      <a:pt x="60" y="60"/>
                      <a:pt x="60" y="59"/>
                      <a:pt x="60" y="58"/>
                    </a:cubicBezTo>
                    <a:lnTo>
                      <a:pt x="60" y="59"/>
                    </a:lnTo>
                    <a:cubicBezTo>
                      <a:pt x="60" y="59"/>
                      <a:pt x="60" y="58"/>
                      <a:pt x="59" y="57"/>
                    </a:cubicBezTo>
                    <a:cubicBezTo>
                      <a:pt x="58" y="52"/>
                      <a:pt x="58" y="47"/>
                      <a:pt x="57" y="42"/>
                    </a:cubicBezTo>
                    <a:cubicBezTo>
                      <a:pt x="56" y="37"/>
                      <a:pt x="56" y="32"/>
                      <a:pt x="54" y="27"/>
                    </a:cubicBezTo>
                    <a:cubicBezTo>
                      <a:pt x="51" y="32"/>
                      <a:pt x="48" y="37"/>
                      <a:pt x="44" y="42"/>
                    </a:cubicBezTo>
                    <a:cubicBezTo>
                      <a:pt x="42" y="50"/>
                      <a:pt x="40" y="57"/>
                      <a:pt x="37" y="65"/>
                    </a:cubicBezTo>
                    <a:cubicBezTo>
                      <a:pt x="35" y="71"/>
                      <a:pt x="33" y="78"/>
                      <a:pt x="31" y="84"/>
                    </a:cubicBezTo>
                    <a:cubicBezTo>
                      <a:pt x="30" y="87"/>
                      <a:pt x="29" y="91"/>
                      <a:pt x="28" y="94"/>
                    </a:cubicBezTo>
                    <a:cubicBezTo>
                      <a:pt x="27" y="95"/>
                      <a:pt x="26" y="97"/>
                      <a:pt x="26" y="99"/>
                    </a:cubicBezTo>
                    <a:cubicBezTo>
                      <a:pt x="25" y="100"/>
                      <a:pt x="25" y="102"/>
                      <a:pt x="24" y="103"/>
                    </a:cubicBezTo>
                    <a:cubicBezTo>
                      <a:pt x="23" y="105"/>
                      <a:pt x="22" y="107"/>
                      <a:pt x="21" y="109"/>
                    </a:cubicBezTo>
                    <a:cubicBezTo>
                      <a:pt x="19" y="112"/>
                      <a:pt x="15" y="113"/>
                      <a:pt x="12" y="113"/>
                    </a:cubicBezTo>
                    <a:cubicBezTo>
                      <a:pt x="11" y="113"/>
                      <a:pt x="9" y="113"/>
                      <a:pt x="8" y="1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54" name="Google Shape;5254;p70"/>
              <p:cNvSpPr/>
              <p:nvPr/>
            </p:nvSpPr>
            <p:spPr>
              <a:xfrm>
                <a:off x="1775160" y="2295720"/>
                <a:ext cx="15120" cy="77040"/>
              </a:xfrm>
              <a:custGeom>
                <a:avLst/>
                <a:gdLst/>
                <a:ahLst/>
                <a:cxnLst/>
                <a:rect l="l" t="t" r="r" b="b"/>
                <a:pathLst>
                  <a:path w="42" h="214" extrusionOk="0">
                    <a:moveTo>
                      <a:pt x="29" y="213"/>
                    </a:moveTo>
                    <a:cubicBezTo>
                      <a:pt x="22" y="213"/>
                      <a:pt x="19" y="207"/>
                      <a:pt x="19" y="201"/>
                    </a:cubicBezTo>
                    <a:cubicBezTo>
                      <a:pt x="20" y="199"/>
                      <a:pt x="20" y="197"/>
                      <a:pt x="20" y="195"/>
                    </a:cubicBezTo>
                    <a:cubicBezTo>
                      <a:pt x="21" y="188"/>
                      <a:pt x="21" y="181"/>
                      <a:pt x="21" y="174"/>
                    </a:cubicBezTo>
                    <a:cubicBezTo>
                      <a:pt x="21" y="167"/>
                      <a:pt x="20" y="159"/>
                      <a:pt x="20" y="152"/>
                    </a:cubicBezTo>
                    <a:cubicBezTo>
                      <a:pt x="19" y="144"/>
                      <a:pt x="19" y="135"/>
                      <a:pt x="18" y="127"/>
                    </a:cubicBezTo>
                    <a:lnTo>
                      <a:pt x="18" y="128"/>
                    </a:lnTo>
                    <a:cubicBezTo>
                      <a:pt x="17" y="122"/>
                      <a:pt x="16" y="116"/>
                      <a:pt x="15" y="109"/>
                    </a:cubicBezTo>
                    <a:lnTo>
                      <a:pt x="16" y="109"/>
                    </a:lnTo>
                    <a:cubicBezTo>
                      <a:pt x="13" y="93"/>
                      <a:pt x="10" y="78"/>
                      <a:pt x="6" y="62"/>
                    </a:cubicBezTo>
                    <a:cubicBezTo>
                      <a:pt x="5" y="54"/>
                      <a:pt x="3" y="45"/>
                      <a:pt x="2" y="36"/>
                    </a:cubicBezTo>
                    <a:cubicBezTo>
                      <a:pt x="1" y="29"/>
                      <a:pt x="0" y="22"/>
                      <a:pt x="1" y="14"/>
                    </a:cubicBezTo>
                    <a:cubicBezTo>
                      <a:pt x="1" y="10"/>
                      <a:pt x="2" y="6"/>
                      <a:pt x="5" y="3"/>
                    </a:cubicBezTo>
                    <a:cubicBezTo>
                      <a:pt x="8" y="1"/>
                      <a:pt x="12" y="0"/>
                      <a:pt x="15" y="1"/>
                    </a:cubicBezTo>
                    <a:cubicBezTo>
                      <a:pt x="20" y="2"/>
                      <a:pt x="24" y="7"/>
                      <a:pt x="23" y="13"/>
                    </a:cubicBezTo>
                    <a:cubicBezTo>
                      <a:pt x="23" y="14"/>
                      <a:pt x="22" y="15"/>
                      <a:pt x="22" y="17"/>
                    </a:cubicBezTo>
                    <a:cubicBezTo>
                      <a:pt x="21" y="19"/>
                      <a:pt x="21" y="21"/>
                      <a:pt x="21" y="24"/>
                    </a:cubicBezTo>
                    <a:cubicBezTo>
                      <a:pt x="22" y="28"/>
                      <a:pt x="22" y="32"/>
                      <a:pt x="22" y="36"/>
                    </a:cubicBezTo>
                    <a:cubicBezTo>
                      <a:pt x="26" y="58"/>
                      <a:pt x="30" y="80"/>
                      <a:pt x="34" y="102"/>
                    </a:cubicBezTo>
                    <a:cubicBezTo>
                      <a:pt x="37" y="123"/>
                      <a:pt x="39" y="145"/>
                      <a:pt x="40" y="166"/>
                    </a:cubicBezTo>
                    <a:cubicBezTo>
                      <a:pt x="41" y="179"/>
                      <a:pt x="41" y="191"/>
                      <a:pt x="40" y="204"/>
                    </a:cubicBezTo>
                    <a:cubicBezTo>
                      <a:pt x="39" y="209"/>
                      <a:pt x="35" y="213"/>
                      <a:pt x="29" y="2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55" name="Google Shape;5255;p70"/>
              <p:cNvSpPr/>
              <p:nvPr/>
            </p:nvSpPr>
            <p:spPr>
              <a:xfrm>
                <a:off x="1759680" y="2304720"/>
                <a:ext cx="36720" cy="35280"/>
              </a:xfrm>
              <a:custGeom>
                <a:avLst/>
                <a:gdLst/>
                <a:ahLst/>
                <a:cxnLst/>
                <a:rect l="l" t="t" r="r" b="b"/>
                <a:pathLst>
                  <a:path w="102" h="98" extrusionOk="0">
                    <a:moveTo>
                      <a:pt x="81" y="88"/>
                    </a:moveTo>
                    <a:cubicBezTo>
                      <a:pt x="80" y="82"/>
                      <a:pt x="80" y="77"/>
                      <a:pt x="79" y="72"/>
                    </a:cubicBezTo>
                    <a:cubicBezTo>
                      <a:pt x="78" y="66"/>
                      <a:pt x="77" y="60"/>
                      <a:pt x="75" y="55"/>
                    </a:cubicBezTo>
                    <a:lnTo>
                      <a:pt x="75" y="56"/>
                    </a:lnTo>
                    <a:cubicBezTo>
                      <a:pt x="74" y="51"/>
                      <a:pt x="73" y="47"/>
                      <a:pt x="71" y="42"/>
                    </a:cubicBezTo>
                    <a:cubicBezTo>
                      <a:pt x="70" y="40"/>
                      <a:pt x="68" y="37"/>
                      <a:pt x="67" y="35"/>
                    </a:cubicBezTo>
                    <a:cubicBezTo>
                      <a:pt x="66" y="33"/>
                      <a:pt x="65" y="30"/>
                      <a:pt x="63" y="29"/>
                    </a:cubicBezTo>
                    <a:cubicBezTo>
                      <a:pt x="63" y="28"/>
                      <a:pt x="61" y="27"/>
                      <a:pt x="61" y="26"/>
                    </a:cubicBezTo>
                    <a:cubicBezTo>
                      <a:pt x="60" y="26"/>
                      <a:pt x="60" y="25"/>
                      <a:pt x="60" y="25"/>
                    </a:cubicBezTo>
                    <a:cubicBezTo>
                      <a:pt x="57" y="27"/>
                      <a:pt x="53" y="28"/>
                      <a:pt x="50" y="27"/>
                    </a:cubicBezTo>
                    <a:cubicBezTo>
                      <a:pt x="49" y="27"/>
                      <a:pt x="49" y="27"/>
                      <a:pt x="49" y="28"/>
                    </a:cubicBezTo>
                    <a:cubicBezTo>
                      <a:pt x="48" y="29"/>
                      <a:pt x="47" y="30"/>
                      <a:pt x="46" y="31"/>
                    </a:cubicBezTo>
                    <a:cubicBezTo>
                      <a:pt x="44" y="34"/>
                      <a:pt x="42" y="37"/>
                      <a:pt x="40" y="40"/>
                    </a:cubicBezTo>
                    <a:cubicBezTo>
                      <a:pt x="36" y="46"/>
                      <a:pt x="33" y="53"/>
                      <a:pt x="30" y="60"/>
                    </a:cubicBezTo>
                    <a:cubicBezTo>
                      <a:pt x="27" y="65"/>
                      <a:pt x="25" y="71"/>
                      <a:pt x="22" y="77"/>
                    </a:cubicBezTo>
                    <a:cubicBezTo>
                      <a:pt x="19" y="82"/>
                      <a:pt x="14" y="84"/>
                      <a:pt x="9" y="82"/>
                    </a:cubicBezTo>
                    <a:cubicBezTo>
                      <a:pt x="4" y="81"/>
                      <a:pt x="0" y="74"/>
                      <a:pt x="3" y="69"/>
                    </a:cubicBezTo>
                    <a:cubicBezTo>
                      <a:pt x="4" y="65"/>
                      <a:pt x="5" y="61"/>
                      <a:pt x="7" y="58"/>
                    </a:cubicBezTo>
                    <a:cubicBezTo>
                      <a:pt x="8" y="55"/>
                      <a:pt x="9" y="53"/>
                      <a:pt x="10" y="51"/>
                    </a:cubicBezTo>
                    <a:cubicBezTo>
                      <a:pt x="12" y="47"/>
                      <a:pt x="14" y="43"/>
                      <a:pt x="16" y="39"/>
                    </a:cubicBezTo>
                    <a:cubicBezTo>
                      <a:pt x="18" y="35"/>
                      <a:pt x="20" y="30"/>
                      <a:pt x="22" y="26"/>
                    </a:cubicBezTo>
                    <a:cubicBezTo>
                      <a:pt x="24" y="23"/>
                      <a:pt x="25" y="21"/>
                      <a:pt x="27" y="18"/>
                    </a:cubicBezTo>
                    <a:cubicBezTo>
                      <a:pt x="29" y="14"/>
                      <a:pt x="33" y="8"/>
                      <a:pt x="38" y="5"/>
                    </a:cubicBezTo>
                    <a:cubicBezTo>
                      <a:pt x="42" y="2"/>
                      <a:pt x="47" y="0"/>
                      <a:pt x="52" y="0"/>
                    </a:cubicBezTo>
                    <a:cubicBezTo>
                      <a:pt x="57" y="1"/>
                      <a:pt x="63" y="2"/>
                      <a:pt x="67" y="5"/>
                    </a:cubicBezTo>
                    <a:cubicBezTo>
                      <a:pt x="77" y="12"/>
                      <a:pt x="84" y="21"/>
                      <a:pt x="88" y="32"/>
                    </a:cubicBezTo>
                    <a:cubicBezTo>
                      <a:pt x="96" y="49"/>
                      <a:pt x="99" y="68"/>
                      <a:pt x="101" y="86"/>
                    </a:cubicBezTo>
                    <a:cubicBezTo>
                      <a:pt x="101" y="92"/>
                      <a:pt x="96" y="96"/>
                      <a:pt x="91" y="97"/>
                    </a:cubicBezTo>
                    <a:cubicBezTo>
                      <a:pt x="85" y="97"/>
                      <a:pt x="81" y="93"/>
                      <a:pt x="81" y="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56" name="Google Shape;5256;p70"/>
              <p:cNvSpPr/>
              <p:nvPr/>
            </p:nvSpPr>
            <p:spPr>
              <a:xfrm>
                <a:off x="1514520" y="2087640"/>
                <a:ext cx="71640" cy="149400"/>
              </a:xfrm>
              <a:custGeom>
                <a:avLst/>
                <a:gdLst/>
                <a:ahLst/>
                <a:cxnLst/>
                <a:rect l="l" t="t" r="r" b="b"/>
                <a:pathLst>
                  <a:path w="199" h="415" extrusionOk="0">
                    <a:moveTo>
                      <a:pt x="81" y="395"/>
                    </a:moveTo>
                    <a:cubicBezTo>
                      <a:pt x="81" y="395"/>
                      <a:pt x="82" y="395"/>
                      <a:pt x="83" y="395"/>
                    </a:cubicBezTo>
                    <a:cubicBezTo>
                      <a:pt x="84" y="395"/>
                      <a:pt x="85" y="395"/>
                      <a:pt x="86" y="395"/>
                    </a:cubicBezTo>
                    <a:cubicBezTo>
                      <a:pt x="86" y="395"/>
                      <a:pt x="88" y="394"/>
                      <a:pt x="88" y="393"/>
                    </a:cubicBezTo>
                    <a:cubicBezTo>
                      <a:pt x="89" y="393"/>
                      <a:pt x="89" y="393"/>
                      <a:pt x="89" y="393"/>
                    </a:cubicBezTo>
                    <a:cubicBezTo>
                      <a:pt x="90" y="393"/>
                      <a:pt x="91" y="392"/>
                      <a:pt x="92" y="392"/>
                    </a:cubicBezTo>
                    <a:cubicBezTo>
                      <a:pt x="92" y="391"/>
                      <a:pt x="93" y="391"/>
                      <a:pt x="93" y="390"/>
                    </a:cubicBezTo>
                    <a:lnTo>
                      <a:pt x="94" y="389"/>
                    </a:lnTo>
                    <a:cubicBezTo>
                      <a:pt x="96" y="386"/>
                      <a:pt x="97" y="384"/>
                      <a:pt x="99" y="382"/>
                    </a:cubicBezTo>
                    <a:cubicBezTo>
                      <a:pt x="100" y="379"/>
                      <a:pt x="102" y="376"/>
                      <a:pt x="103" y="373"/>
                    </a:cubicBezTo>
                    <a:cubicBezTo>
                      <a:pt x="105" y="368"/>
                      <a:pt x="107" y="364"/>
                      <a:pt x="108" y="360"/>
                    </a:cubicBezTo>
                    <a:cubicBezTo>
                      <a:pt x="109" y="356"/>
                      <a:pt x="110" y="351"/>
                      <a:pt x="110" y="347"/>
                    </a:cubicBezTo>
                    <a:cubicBezTo>
                      <a:pt x="112" y="333"/>
                      <a:pt x="112" y="320"/>
                      <a:pt x="112" y="307"/>
                    </a:cubicBezTo>
                    <a:cubicBezTo>
                      <a:pt x="111" y="302"/>
                      <a:pt x="111" y="297"/>
                      <a:pt x="111" y="292"/>
                    </a:cubicBezTo>
                    <a:cubicBezTo>
                      <a:pt x="111" y="289"/>
                      <a:pt x="111" y="285"/>
                      <a:pt x="110" y="282"/>
                    </a:cubicBezTo>
                    <a:cubicBezTo>
                      <a:pt x="110" y="280"/>
                      <a:pt x="110" y="279"/>
                      <a:pt x="110" y="277"/>
                    </a:cubicBezTo>
                    <a:cubicBezTo>
                      <a:pt x="109" y="268"/>
                      <a:pt x="107" y="257"/>
                      <a:pt x="106" y="247"/>
                    </a:cubicBezTo>
                    <a:lnTo>
                      <a:pt x="106" y="246"/>
                    </a:lnTo>
                    <a:lnTo>
                      <a:pt x="106" y="247"/>
                    </a:lnTo>
                    <a:cubicBezTo>
                      <a:pt x="104" y="236"/>
                      <a:pt x="103" y="226"/>
                      <a:pt x="101" y="216"/>
                    </a:cubicBezTo>
                    <a:cubicBezTo>
                      <a:pt x="100" y="208"/>
                      <a:pt x="98" y="199"/>
                      <a:pt x="97" y="191"/>
                    </a:cubicBezTo>
                    <a:cubicBezTo>
                      <a:pt x="96" y="193"/>
                      <a:pt x="95" y="195"/>
                      <a:pt x="93" y="198"/>
                    </a:cubicBezTo>
                    <a:cubicBezTo>
                      <a:pt x="90" y="205"/>
                      <a:pt x="86" y="213"/>
                      <a:pt x="83" y="221"/>
                    </a:cubicBezTo>
                    <a:cubicBezTo>
                      <a:pt x="75" y="241"/>
                      <a:pt x="67" y="261"/>
                      <a:pt x="62" y="282"/>
                    </a:cubicBezTo>
                    <a:cubicBezTo>
                      <a:pt x="59" y="293"/>
                      <a:pt x="56" y="304"/>
                      <a:pt x="55" y="315"/>
                    </a:cubicBezTo>
                    <a:cubicBezTo>
                      <a:pt x="54" y="320"/>
                      <a:pt x="54" y="326"/>
                      <a:pt x="54" y="332"/>
                    </a:cubicBezTo>
                    <a:cubicBezTo>
                      <a:pt x="54" y="339"/>
                      <a:pt x="54" y="347"/>
                      <a:pt x="56" y="355"/>
                    </a:cubicBezTo>
                    <a:lnTo>
                      <a:pt x="56" y="354"/>
                    </a:lnTo>
                    <a:cubicBezTo>
                      <a:pt x="56" y="358"/>
                      <a:pt x="57" y="363"/>
                      <a:pt x="58" y="367"/>
                    </a:cubicBezTo>
                    <a:cubicBezTo>
                      <a:pt x="59" y="371"/>
                      <a:pt x="61" y="375"/>
                      <a:pt x="63" y="379"/>
                    </a:cubicBezTo>
                    <a:cubicBezTo>
                      <a:pt x="63" y="381"/>
                      <a:pt x="64" y="383"/>
                      <a:pt x="65" y="385"/>
                    </a:cubicBezTo>
                    <a:cubicBezTo>
                      <a:pt x="66" y="386"/>
                      <a:pt x="67" y="387"/>
                      <a:pt x="67" y="388"/>
                    </a:cubicBezTo>
                    <a:cubicBezTo>
                      <a:pt x="68" y="388"/>
                      <a:pt x="68" y="389"/>
                      <a:pt x="69" y="390"/>
                    </a:cubicBezTo>
                    <a:cubicBezTo>
                      <a:pt x="70" y="391"/>
                      <a:pt x="70" y="391"/>
                      <a:pt x="71" y="391"/>
                    </a:cubicBezTo>
                    <a:cubicBezTo>
                      <a:pt x="71" y="392"/>
                      <a:pt x="72" y="392"/>
                      <a:pt x="72" y="393"/>
                    </a:cubicBezTo>
                    <a:cubicBezTo>
                      <a:pt x="74" y="393"/>
                      <a:pt x="75" y="394"/>
                      <a:pt x="76" y="395"/>
                    </a:cubicBezTo>
                    <a:cubicBezTo>
                      <a:pt x="77" y="395"/>
                      <a:pt x="77" y="395"/>
                      <a:pt x="78" y="395"/>
                    </a:cubicBezTo>
                    <a:cubicBezTo>
                      <a:pt x="78" y="395"/>
                      <a:pt x="79" y="395"/>
                      <a:pt x="80" y="395"/>
                    </a:cubicBezTo>
                    <a:lnTo>
                      <a:pt x="81" y="395"/>
                    </a:lnTo>
                    <a:moveTo>
                      <a:pt x="78" y="414"/>
                    </a:moveTo>
                    <a:cubicBezTo>
                      <a:pt x="73" y="414"/>
                      <a:pt x="68" y="412"/>
                      <a:pt x="63" y="409"/>
                    </a:cubicBezTo>
                    <a:cubicBezTo>
                      <a:pt x="58" y="406"/>
                      <a:pt x="54" y="403"/>
                      <a:pt x="50" y="398"/>
                    </a:cubicBezTo>
                    <a:cubicBezTo>
                      <a:pt x="47" y="393"/>
                      <a:pt x="45" y="388"/>
                      <a:pt x="43" y="383"/>
                    </a:cubicBezTo>
                    <a:cubicBezTo>
                      <a:pt x="41" y="377"/>
                      <a:pt x="39" y="371"/>
                      <a:pt x="38" y="364"/>
                    </a:cubicBezTo>
                    <a:cubicBezTo>
                      <a:pt x="37" y="358"/>
                      <a:pt x="36" y="352"/>
                      <a:pt x="36" y="346"/>
                    </a:cubicBezTo>
                    <a:cubicBezTo>
                      <a:pt x="35" y="339"/>
                      <a:pt x="35" y="332"/>
                      <a:pt x="36" y="325"/>
                    </a:cubicBezTo>
                    <a:cubicBezTo>
                      <a:pt x="36" y="311"/>
                      <a:pt x="39" y="297"/>
                      <a:pt x="43" y="284"/>
                    </a:cubicBezTo>
                    <a:cubicBezTo>
                      <a:pt x="46" y="270"/>
                      <a:pt x="50" y="258"/>
                      <a:pt x="55" y="245"/>
                    </a:cubicBezTo>
                    <a:cubicBezTo>
                      <a:pt x="60" y="232"/>
                      <a:pt x="65" y="219"/>
                      <a:pt x="71" y="207"/>
                    </a:cubicBezTo>
                    <a:cubicBezTo>
                      <a:pt x="77" y="194"/>
                      <a:pt x="84" y="183"/>
                      <a:pt x="91" y="171"/>
                    </a:cubicBezTo>
                    <a:cubicBezTo>
                      <a:pt x="92" y="169"/>
                      <a:pt x="93" y="167"/>
                      <a:pt x="93" y="165"/>
                    </a:cubicBezTo>
                    <a:cubicBezTo>
                      <a:pt x="93" y="163"/>
                      <a:pt x="93" y="162"/>
                      <a:pt x="93" y="161"/>
                    </a:cubicBezTo>
                    <a:cubicBezTo>
                      <a:pt x="92" y="150"/>
                      <a:pt x="91" y="140"/>
                      <a:pt x="90" y="129"/>
                    </a:cubicBezTo>
                    <a:cubicBezTo>
                      <a:pt x="90" y="127"/>
                      <a:pt x="90" y="124"/>
                      <a:pt x="89" y="121"/>
                    </a:cubicBezTo>
                    <a:cubicBezTo>
                      <a:pt x="89" y="116"/>
                      <a:pt x="89" y="111"/>
                      <a:pt x="88" y="106"/>
                    </a:cubicBezTo>
                    <a:cubicBezTo>
                      <a:pt x="88" y="107"/>
                      <a:pt x="88" y="109"/>
                      <a:pt x="87" y="110"/>
                    </a:cubicBezTo>
                    <a:cubicBezTo>
                      <a:pt x="83" y="123"/>
                      <a:pt x="78" y="135"/>
                      <a:pt x="71" y="146"/>
                    </a:cubicBezTo>
                    <a:cubicBezTo>
                      <a:pt x="68" y="151"/>
                      <a:pt x="64" y="155"/>
                      <a:pt x="59" y="159"/>
                    </a:cubicBezTo>
                    <a:cubicBezTo>
                      <a:pt x="55" y="162"/>
                      <a:pt x="49" y="162"/>
                      <a:pt x="43" y="160"/>
                    </a:cubicBezTo>
                    <a:cubicBezTo>
                      <a:pt x="38" y="159"/>
                      <a:pt x="35" y="155"/>
                      <a:pt x="32" y="150"/>
                    </a:cubicBezTo>
                    <a:cubicBezTo>
                      <a:pt x="30" y="146"/>
                      <a:pt x="30" y="142"/>
                      <a:pt x="29" y="138"/>
                    </a:cubicBezTo>
                    <a:cubicBezTo>
                      <a:pt x="25" y="121"/>
                      <a:pt x="22" y="104"/>
                      <a:pt x="19" y="86"/>
                    </a:cubicBezTo>
                    <a:cubicBezTo>
                      <a:pt x="18" y="74"/>
                      <a:pt x="16" y="60"/>
                      <a:pt x="14" y="47"/>
                    </a:cubicBezTo>
                    <a:cubicBezTo>
                      <a:pt x="13" y="48"/>
                      <a:pt x="11" y="49"/>
                      <a:pt x="9" y="48"/>
                    </a:cubicBezTo>
                    <a:cubicBezTo>
                      <a:pt x="4" y="47"/>
                      <a:pt x="0" y="41"/>
                      <a:pt x="1" y="36"/>
                    </a:cubicBezTo>
                    <a:cubicBezTo>
                      <a:pt x="1" y="32"/>
                      <a:pt x="3" y="29"/>
                      <a:pt x="3" y="25"/>
                    </a:cubicBezTo>
                    <a:cubicBezTo>
                      <a:pt x="4" y="21"/>
                      <a:pt x="5" y="16"/>
                      <a:pt x="5" y="12"/>
                    </a:cubicBezTo>
                    <a:cubicBezTo>
                      <a:pt x="6" y="9"/>
                      <a:pt x="7" y="8"/>
                      <a:pt x="8" y="6"/>
                    </a:cubicBezTo>
                    <a:cubicBezTo>
                      <a:pt x="9" y="4"/>
                      <a:pt x="10" y="3"/>
                      <a:pt x="12" y="2"/>
                    </a:cubicBezTo>
                    <a:cubicBezTo>
                      <a:pt x="16" y="0"/>
                      <a:pt x="21" y="1"/>
                      <a:pt x="25" y="4"/>
                    </a:cubicBezTo>
                    <a:cubicBezTo>
                      <a:pt x="28" y="7"/>
                      <a:pt x="29" y="10"/>
                      <a:pt x="30" y="14"/>
                    </a:cubicBezTo>
                    <a:cubicBezTo>
                      <a:pt x="30" y="16"/>
                      <a:pt x="30" y="19"/>
                      <a:pt x="31" y="21"/>
                    </a:cubicBezTo>
                    <a:cubicBezTo>
                      <a:pt x="32" y="24"/>
                      <a:pt x="32" y="28"/>
                      <a:pt x="32" y="30"/>
                    </a:cubicBezTo>
                    <a:cubicBezTo>
                      <a:pt x="35" y="47"/>
                      <a:pt x="36" y="65"/>
                      <a:pt x="39" y="82"/>
                    </a:cubicBezTo>
                    <a:cubicBezTo>
                      <a:pt x="39" y="81"/>
                      <a:pt x="38" y="81"/>
                      <a:pt x="38" y="81"/>
                    </a:cubicBezTo>
                    <a:cubicBezTo>
                      <a:pt x="39" y="88"/>
                      <a:pt x="40" y="95"/>
                      <a:pt x="41" y="102"/>
                    </a:cubicBezTo>
                    <a:lnTo>
                      <a:pt x="41" y="101"/>
                    </a:lnTo>
                    <a:cubicBezTo>
                      <a:pt x="42" y="104"/>
                      <a:pt x="42" y="107"/>
                      <a:pt x="43" y="110"/>
                    </a:cubicBezTo>
                    <a:cubicBezTo>
                      <a:pt x="43" y="113"/>
                      <a:pt x="43" y="115"/>
                      <a:pt x="44" y="117"/>
                    </a:cubicBezTo>
                    <a:cubicBezTo>
                      <a:pt x="45" y="121"/>
                      <a:pt x="46" y="125"/>
                      <a:pt x="46" y="128"/>
                    </a:cubicBezTo>
                    <a:cubicBezTo>
                      <a:pt x="47" y="131"/>
                      <a:pt x="48" y="134"/>
                      <a:pt x="49" y="136"/>
                    </a:cubicBezTo>
                    <a:cubicBezTo>
                      <a:pt x="49" y="137"/>
                      <a:pt x="49" y="139"/>
                      <a:pt x="50" y="140"/>
                    </a:cubicBezTo>
                    <a:cubicBezTo>
                      <a:pt x="51" y="139"/>
                      <a:pt x="51" y="138"/>
                      <a:pt x="53" y="137"/>
                    </a:cubicBezTo>
                    <a:cubicBezTo>
                      <a:pt x="54" y="135"/>
                      <a:pt x="55" y="134"/>
                      <a:pt x="56" y="132"/>
                    </a:cubicBezTo>
                    <a:lnTo>
                      <a:pt x="56" y="131"/>
                    </a:lnTo>
                    <a:cubicBezTo>
                      <a:pt x="56" y="132"/>
                      <a:pt x="56" y="132"/>
                      <a:pt x="56" y="132"/>
                    </a:cubicBezTo>
                    <a:cubicBezTo>
                      <a:pt x="58" y="127"/>
                      <a:pt x="61" y="122"/>
                      <a:pt x="64" y="117"/>
                    </a:cubicBezTo>
                    <a:cubicBezTo>
                      <a:pt x="63" y="117"/>
                      <a:pt x="63" y="118"/>
                      <a:pt x="63" y="118"/>
                    </a:cubicBezTo>
                    <a:cubicBezTo>
                      <a:pt x="69" y="103"/>
                      <a:pt x="74" y="88"/>
                      <a:pt x="78" y="72"/>
                    </a:cubicBezTo>
                    <a:cubicBezTo>
                      <a:pt x="82" y="58"/>
                      <a:pt x="85" y="43"/>
                      <a:pt x="87" y="29"/>
                    </a:cubicBezTo>
                    <a:cubicBezTo>
                      <a:pt x="88" y="28"/>
                      <a:pt x="88" y="27"/>
                      <a:pt x="88" y="26"/>
                    </a:cubicBezTo>
                    <a:cubicBezTo>
                      <a:pt x="88" y="23"/>
                      <a:pt x="89" y="21"/>
                      <a:pt x="91" y="19"/>
                    </a:cubicBezTo>
                    <a:cubicBezTo>
                      <a:pt x="93" y="17"/>
                      <a:pt x="96" y="16"/>
                      <a:pt x="99" y="16"/>
                    </a:cubicBezTo>
                    <a:cubicBezTo>
                      <a:pt x="104" y="16"/>
                      <a:pt x="109" y="22"/>
                      <a:pt x="108" y="27"/>
                    </a:cubicBezTo>
                    <a:cubicBezTo>
                      <a:pt x="107" y="50"/>
                      <a:pt x="107" y="73"/>
                      <a:pt x="107" y="96"/>
                    </a:cubicBezTo>
                    <a:cubicBezTo>
                      <a:pt x="107" y="104"/>
                      <a:pt x="107" y="112"/>
                      <a:pt x="108" y="120"/>
                    </a:cubicBezTo>
                    <a:cubicBezTo>
                      <a:pt x="108" y="127"/>
                      <a:pt x="109" y="132"/>
                      <a:pt x="109" y="138"/>
                    </a:cubicBezTo>
                    <a:cubicBezTo>
                      <a:pt x="109" y="139"/>
                      <a:pt x="109" y="139"/>
                      <a:pt x="109" y="140"/>
                    </a:cubicBezTo>
                    <a:cubicBezTo>
                      <a:pt x="113" y="134"/>
                      <a:pt x="116" y="129"/>
                      <a:pt x="120" y="123"/>
                    </a:cubicBezTo>
                    <a:cubicBezTo>
                      <a:pt x="127" y="113"/>
                      <a:pt x="134" y="103"/>
                      <a:pt x="140" y="92"/>
                    </a:cubicBezTo>
                    <a:cubicBezTo>
                      <a:pt x="155" y="69"/>
                      <a:pt x="170" y="47"/>
                      <a:pt x="184" y="24"/>
                    </a:cubicBezTo>
                    <a:cubicBezTo>
                      <a:pt x="187" y="21"/>
                      <a:pt x="191" y="20"/>
                      <a:pt x="194" y="22"/>
                    </a:cubicBezTo>
                    <a:cubicBezTo>
                      <a:pt x="198" y="25"/>
                      <a:pt x="198" y="29"/>
                      <a:pt x="197" y="32"/>
                    </a:cubicBezTo>
                    <a:cubicBezTo>
                      <a:pt x="181" y="56"/>
                      <a:pt x="166" y="80"/>
                      <a:pt x="151" y="104"/>
                    </a:cubicBezTo>
                    <a:cubicBezTo>
                      <a:pt x="137" y="125"/>
                      <a:pt x="124" y="145"/>
                      <a:pt x="111" y="166"/>
                    </a:cubicBezTo>
                    <a:cubicBezTo>
                      <a:pt x="112" y="171"/>
                      <a:pt x="113" y="177"/>
                      <a:pt x="113" y="183"/>
                    </a:cubicBezTo>
                    <a:lnTo>
                      <a:pt x="113" y="184"/>
                    </a:lnTo>
                    <a:lnTo>
                      <a:pt x="113" y="183"/>
                    </a:lnTo>
                    <a:cubicBezTo>
                      <a:pt x="116" y="203"/>
                      <a:pt x="120" y="223"/>
                      <a:pt x="123" y="243"/>
                    </a:cubicBezTo>
                    <a:cubicBezTo>
                      <a:pt x="124" y="253"/>
                      <a:pt x="125" y="263"/>
                      <a:pt x="127" y="273"/>
                    </a:cubicBezTo>
                    <a:cubicBezTo>
                      <a:pt x="127" y="276"/>
                      <a:pt x="128" y="279"/>
                      <a:pt x="128" y="283"/>
                    </a:cubicBezTo>
                    <a:cubicBezTo>
                      <a:pt x="128" y="289"/>
                      <a:pt x="128" y="296"/>
                      <a:pt x="129" y="303"/>
                    </a:cubicBezTo>
                    <a:cubicBezTo>
                      <a:pt x="130" y="312"/>
                      <a:pt x="129" y="321"/>
                      <a:pt x="129" y="330"/>
                    </a:cubicBezTo>
                    <a:cubicBezTo>
                      <a:pt x="129" y="342"/>
                      <a:pt x="128" y="355"/>
                      <a:pt x="125" y="367"/>
                    </a:cubicBezTo>
                    <a:cubicBezTo>
                      <a:pt x="123" y="373"/>
                      <a:pt x="121" y="379"/>
                      <a:pt x="118" y="385"/>
                    </a:cubicBezTo>
                    <a:cubicBezTo>
                      <a:pt x="117" y="388"/>
                      <a:pt x="116" y="391"/>
                      <a:pt x="114" y="393"/>
                    </a:cubicBezTo>
                    <a:cubicBezTo>
                      <a:pt x="112" y="396"/>
                      <a:pt x="110" y="399"/>
                      <a:pt x="109" y="401"/>
                    </a:cubicBezTo>
                    <a:cubicBezTo>
                      <a:pt x="102" y="410"/>
                      <a:pt x="91" y="414"/>
                      <a:pt x="80" y="414"/>
                    </a:cubicBezTo>
                    <a:cubicBezTo>
                      <a:pt x="79" y="414"/>
                      <a:pt x="79" y="414"/>
                      <a:pt x="78" y="4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57" name="Google Shape;5257;p70"/>
              <p:cNvSpPr/>
              <p:nvPr/>
            </p:nvSpPr>
            <p:spPr>
              <a:xfrm>
                <a:off x="1271160" y="2242080"/>
                <a:ext cx="851760" cy="552600"/>
              </a:xfrm>
              <a:custGeom>
                <a:avLst/>
                <a:gdLst/>
                <a:ahLst/>
                <a:cxnLst/>
                <a:rect l="l" t="t" r="r" b="b"/>
                <a:pathLst>
                  <a:path w="2366" h="1535" extrusionOk="0">
                    <a:moveTo>
                      <a:pt x="16" y="1532"/>
                    </a:moveTo>
                    <a:cubicBezTo>
                      <a:pt x="7" y="1530"/>
                      <a:pt x="0" y="1522"/>
                      <a:pt x="0" y="1512"/>
                    </a:cubicBezTo>
                    <a:cubicBezTo>
                      <a:pt x="0" y="1503"/>
                      <a:pt x="9" y="1493"/>
                      <a:pt x="20" y="1494"/>
                    </a:cubicBezTo>
                    <a:cubicBezTo>
                      <a:pt x="25" y="1494"/>
                      <a:pt x="30" y="1495"/>
                      <a:pt x="35" y="1496"/>
                    </a:cubicBezTo>
                    <a:cubicBezTo>
                      <a:pt x="41" y="1496"/>
                      <a:pt x="47" y="1496"/>
                      <a:pt x="53" y="1496"/>
                    </a:cubicBezTo>
                    <a:cubicBezTo>
                      <a:pt x="73" y="1494"/>
                      <a:pt x="92" y="1492"/>
                      <a:pt x="111" y="1489"/>
                    </a:cubicBezTo>
                    <a:cubicBezTo>
                      <a:pt x="110" y="1489"/>
                      <a:pt x="110" y="1489"/>
                      <a:pt x="110" y="1490"/>
                    </a:cubicBezTo>
                    <a:cubicBezTo>
                      <a:pt x="126" y="1487"/>
                      <a:pt x="141" y="1484"/>
                      <a:pt x="156" y="1480"/>
                    </a:cubicBezTo>
                    <a:cubicBezTo>
                      <a:pt x="171" y="1477"/>
                      <a:pt x="186" y="1473"/>
                      <a:pt x="200" y="1469"/>
                    </a:cubicBezTo>
                    <a:cubicBezTo>
                      <a:pt x="205" y="1468"/>
                      <a:pt x="209" y="1466"/>
                      <a:pt x="214" y="1464"/>
                    </a:cubicBezTo>
                    <a:cubicBezTo>
                      <a:pt x="232" y="1455"/>
                      <a:pt x="250" y="1445"/>
                      <a:pt x="267" y="1434"/>
                    </a:cubicBezTo>
                    <a:cubicBezTo>
                      <a:pt x="267" y="1434"/>
                      <a:pt x="266" y="1434"/>
                      <a:pt x="266" y="1435"/>
                    </a:cubicBezTo>
                    <a:cubicBezTo>
                      <a:pt x="293" y="1418"/>
                      <a:pt x="321" y="1401"/>
                      <a:pt x="348" y="1383"/>
                    </a:cubicBezTo>
                    <a:cubicBezTo>
                      <a:pt x="375" y="1364"/>
                      <a:pt x="401" y="1345"/>
                      <a:pt x="427" y="1325"/>
                    </a:cubicBezTo>
                    <a:cubicBezTo>
                      <a:pt x="455" y="1302"/>
                      <a:pt x="483" y="1278"/>
                      <a:pt x="511" y="1254"/>
                    </a:cubicBezTo>
                    <a:cubicBezTo>
                      <a:pt x="538" y="1231"/>
                      <a:pt x="565" y="1207"/>
                      <a:pt x="590" y="1180"/>
                    </a:cubicBezTo>
                    <a:cubicBezTo>
                      <a:pt x="606" y="1163"/>
                      <a:pt x="622" y="1145"/>
                      <a:pt x="637" y="1126"/>
                    </a:cubicBezTo>
                    <a:cubicBezTo>
                      <a:pt x="653" y="1108"/>
                      <a:pt x="668" y="1090"/>
                      <a:pt x="684" y="1073"/>
                    </a:cubicBezTo>
                    <a:cubicBezTo>
                      <a:pt x="701" y="1054"/>
                      <a:pt x="718" y="1036"/>
                      <a:pt x="733" y="1017"/>
                    </a:cubicBezTo>
                    <a:cubicBezTo>
                      <a:pt x="748" y="999"/>
                      <a:pt x="763" y="980"/>
                      <a:pt x="778" y="961"/>
                    </a:cubicBezTo>
                    <a:cubicBezTo>
                      <a:pt x="793" y="942"/>
                      <a:pt x="808" y="923"/>
                      <a:pt x="823" y="904"/>
                    </a:cubicBezTo>
                    <a:cubicBezTo>
                      <a:pt x="839" y="884"/>
                      <a:pt x="857" y="866"/>
                      <a:pt x="874" y="848"/>
                    </a:cubicBezTo>
                    <a:cubicBezTo>
                      <a:pt x="891" y="831"/>
                      <a:pt x="908" y="814"/>
                      <a:pt x="925" y="797"/>
                    </a:cubicBezTo>
                    <a:cubicBezTo>
                      <a:pt x="942" y="779"/>
                      <a:pt x="961" y="761"/>
                      <a:pt x="979" y="745"/>
                    </a:cubicBezTo>
                    <a:cubicBezTo>
                      <a:pt x="1004" y="722"/>
                      <a:pt x="1030" y="701"/>
                      <a:pt x="1057" y="679"/>
                    </a:cubicBezTo>
                    <a:cubicBezTo>
                      <a:pt x="1070" y="668"/>
                      <a:pt x="1084" y="657"/>
                      <a:pt x="1097" y="646"/>
                    </a:cubicBezTo>
                    <a:cubicBezTo>
                      <a:pt x="1110" y="636"/>
                      <a:pt x="1123" y="626"/>
                      <a:pt x="1136" y="616"/>
                    </a:cubicBezTo>
                    <a:cubicBezTo>
                      <a:pt x="1157" y="599"/>
                      <a:pt x="1178" y="581"/>
                      <a:pt x="1199" y="562"/>
                    </a:cubicBezTo>
                    <a:cubicBezTo>
                      <a:pt x="1219" y="544"/>
                      <a:pt x="1238" y="526"/>
                      <a:pt x="1257" y="506"/>
                    </a:cubicBezTo>
                    <a:cubicBezTo>
                      <a:pt x="1256" y="507"/>
                      <a:pt x="1256" y="507"/>
                      <a:pt x="1255" y="508"/>
                    </a:cubicBezTo>
                    <a:cubicBezTo>
                      <a:pt x="1258" y="506"/>
                      <a:pt x="1260" y="503"/>
                      <a:pt x="1262" y="501"/>
                    </a:cubicBezTo>
                    <a:lnTo>
                      <a:pt x="1262" y="502"/>
                    </a:lnTo>
                    <a:cubicBezTo>
                      <a:pt x="1262" y="501"/>
                      <a:pt x="1263" y="500"/>
                      <a:pt x="1263" y="499"/>
                    </a:cubicBezTo>
                    <a:cubicBezTo>
                      <a:pt x="1264" y="499"/>
                      <a:pt x="1264" y="499"/>
                      <a:pt x="1265" y="499"/>
                    </a:cubicBezTo>
                    <a:cubicBezTo>
                      <a:pt x="1265" y="498"/>
                      <a:pt x="1265" y="498"/>
                      <a:pt x="1266" y="497"/>
                    </a:cubicBezTo>
                    <a:cubicBezTo>
                      <a:pt x="1267" y="496"/>
                      <a:pt x="1268" y="496"/>
                      <a:pt x="1268" y="495"/>
                    </a:cubicBezTo>
                    <a:lnTo>
                      <a:pt x="1268" y="496"/>
                    </a:lnTo>
                    <a:cubicBezTo>
                      <a:pt x="1294" y="467"/>
                      <a:pt x="1322" y="440"/>
                      <a:pt x="1350" y="411"/>
                    </a:cubicBezTo>
                    <a:cubicBezTo>
                      <a:pt x="1349" y="412"/>
                      <a:pt x="1349" y="412"/>
                      <a:pt x="1348" y="413"/>
                    </a:cubicBezTo>
                    <a:cubicBezTo>
                      <a:pt x="1350" y="411"/>
                      <a:pt x="1353" y="408"/>
                      <a:pt x="1355" y="405"/>
                    </a:cubicBezTo>
                    <a:cubicBezTo>
                      <a:pt x="1357" y="404"/>
                      <a:pt x="1359" y="401"/>
                      <a:pt x="1361" y="400"/>
                    </a:cubicBezTo>
                    <a:cubicBezTo>
                      <a:pt x="1361" y="399"/>
                      <a:pt x="1362" y="398"/>
                      <a:pt x="1363" y="398"/>
                    </a:cubicBezTo>
                    <a:cubicBezTo>
                      <a:pt x="1375" y="384"/>
                      <a:pt x="1388" y="372"/>
                      <a:pt x="1402" y="360"/>
                    </a:cubicBezTo>
                    <a:cubicBezTo>
                      <a:pt x="1417" y="348"/>
                      <a:pt x="1431" y="336"/>
                      <a:pt x="1446" y="323"/>
                    </a:cubicBezTo>
                    <a:cubicBezTo>
                      <a:pt x="1460" y="312"/>
                      <a:pt x="1473" y="299"/>
                      <a:pt x="1487" y="287"/>
                    </a:cubicBezTo>
                    <a:cubicBezTo>
                      <a:pt x="1502" y="275"/>
                      <a:pt x="1516" y="263"/>
                      <a:pt x="1532" y="252"/>
                    </a:cubicBezTo>
                    <a:cubicBezTo>
                      <a:pt x="1550" y="236"/>
                      <a:pt x="1569" y="220"/>
                      <a:pt x="1589" y="206"/>
                    </a:cubicBezTo>
                    <a:cubicBezTo>
                      <a:pt x="1609" y="192"/>
                      <a:pt x="1629" y="179"/>
                      <a:pt x="1650" y="165"/>
                    </a:cubicBezTo>
                    <a:cubicBezTo>
                      <a:pt x="1670" y="151"/>
                      <a:pt x="1690" y="137"/>
                      <a:pt x="1711" y="125"/>
                    </a:cubicBezTo>
                    <a:cubicBezTo>
                      <a:pt x="1721" y="119"/>
                      <a:pt x="1731" y="113"/>
                      <a:pt x="1742" y="108"/>
                    </a:cubicBezTo>
                    <a:cubicBezTo>
                      <a:pt x="1752" y="102"/>
                      <a:pt x="1762" y="96"/>
                      <a:pt x="1773" y="91"/>
                    </a:cubicBezTo>
                    <a:cubicBezTo>
                      <a:pt x="1792" y="81"/>
                      <a:pt x="1812" y="70"/>
                      <a:pt x="1832" y="63"/>
                    </a:cubicBezTo>
                    <a:cubicBezTo>
                      <a:pt x="1853" y="55"/>
                      <a:pt x="1875" y="49"/>
                      <a:pt x="1896" y="43"/>
                    </a:cubicBezTo>
                    <a:cubicBezTo>
                      <a:pt x="1916" y="37"/>
                      <a:pt x="1936" y="31"/>
                      <a:pt x="1957" y="28"/>
                    </a:cubicBezTo>
                    <a:cubicBezTo>
                      <a:pt x="1968" y="26"/>
                      <a:pt x="1980" y="24"/>
                      <a:pt x="1992" y="23"/>
                    </a:cubicBezTo>
                    <a:cubicBezTo>
                      <a:pt x="2002" y="22"/>
                      <a:pt x="2013" y="22"/>
                      <a:pt x="2024" y="22"/>
                    </a:cubicBezTo>
                    <a:lnTo>
                      <a:pt x="2023" y="22"/>
                    </a:lnTo>
                    <a:cubicBezTo>
                      <a:pt x="2039" y="21"/>
                      <a:pt x="2055" y="20"/>
                      <a:pt x="2072" y="18"/>
                    </a:cubicBezTo>
                    <a:cubicBezTo>
                      <a:pt x="2088" y="16"/>
                      <a:pt x="2105" y="14"/>
                      <a:pt x="2122" y="11"/>
                    </a:cubicBezTo>
                    <a:cubicBezTo>
                      <a:pt x="2142" y="8"/>
                      <a:pt x="2161" y="4"/>
                      <a:pt x="2181" y="2"/>
                    </a:cubicBezTo>
                    <a:cubicBezTo>
                      <a:pt x="2202" y="0"/>
                      <a:pt x="2222" y="0"/>
                      <a:pt x="2242" y="1"/>
                    </a:cubicBezTo>
                    <a:cubicBezTo>
                      <a:pt x="2262" y="1"/>
                      <a:pt x="2281" y="2"/>
                      <a:pt x="2301" y="4"/>
                    </a:cubicBezTo>
                    <a:cubicBezTo>
                      <a:pt x="2310" y="5"/>
                      <a:pt x="2321" y="6"/>
                      <a:pt x="2331" y="9"/>
                    </a:cubicBezTo>
                    <a:cubicBezTo>
                      <a:pt x="2338" y="10"/>
                      <a:pt x="2345" y="13"/>
                      <a:pt x="2352" y="16"/>
                    </a:cubicBezTo>
                    <a:cubicBezTo>
                      <a:pt x="2361" y="20"/>
                      <a:pt x="2365" y="30"/>
                      <a:pt x="2361" y="40"/>
                    </a:cubicBezTo>
                    <a:cubicBezTo>
                      <a:pt x="2357" y="48"/>
                      <a:pt x="2347" y="52"/>
                      <a:pt x="2338" y="48"/>
                    </a:cubicBezTo>
                    <a:cubicBezTo>
                      <a:pt x="2336" y="47"/>
                      <a:pt x="2333" y="46"/>
                      <a:pt x="2331" y="45"/>
                    </a:cubicBezTo>
                    <a:cubicBezTo>
                      <a:pt x="2329" y="44"/>
                      <a:pt x="2326" y="44"/>
                      <a:pt x="2324" y="43"/>
                    </a:cubicBezTo>
                    <a:cubicBezTo>
                      <a:pt x="2313" y="41"/>
                      <a:pt x="2304" y="40"/>
                      <a:pt x="2293" y="38"/>
                    </a:cubicBezTo>
                    <a:cubicBezTo>
                      <a:pt x="2291" y="38"/>
                      <a:pt x="2288" y="38"/>
                      <a:pt x="2285" y="38"/>
                    </a:cubicBezTo>
                    <a:cubicBezTo>
                      <a:pt x="2286" y="38"/>
                      <a:pt x="2286" y="38"/>
                      <a:pt x="2286" y="38"/>
                    </a:cubicBezTo>
                    <a:cubicBezTo>
                      <a:pt x="2285" y="38"/>
                      <a:pt x="2285" y="38"/>
                      <a:pt x="2284" y="38"/>
                    </a:cubicBezTo>
                    <a:cubicBezTo>
                      <a:pt x="2271" y="37"/>
                      <a:pt x="2259" y="36"/>
                      <a:pt x="2246" y="36"/>
                    </a:cubicBezTo>
                    <a:cubicBezTo>
                      <a:pt x="2233" y="35"/>
                      <a:pt x="2220" y="35"/>
                      <a:pt x="2206" y="35"/>
                    </a:cubicBezTo>
                    <a:cubicBezTo>
                      <a:pt x="2199" y="36"/>
                      <a:pt x="2192" y="36"/>
                      <a:pt x="2185" y="37"/>
                    </a:cubicBezTo>
                    <a:cubicBezTo>
                      <a:pt x="2177" y="37"/>
                      <a:pt x="2169" y="38"/>
                      <a:pt x="2161" y="40"/>
                    </a:cubicBezTo>
                    <a:cubicBezTo>
                      <a:pt x="2145" y="43"/>
                      <a:pt x="2129" y="45"/>
                      <a:pt x="2112" y="48"/>
                    </a:cubicBezTo>
                    <a:cubicBezTo>
                      <a:pt x="2095" y="51"/>
                      <a:pt x="2077" y="53"/>
                      <a:pt x="2059" y="55"/>
                    </a:cubicBezTo>
                    <a:cubicBezTo>
                      <a:pt x="2044" y="57"/>
                      <a:pt x="2028" y="58"/>
                      <a:pt x="2012" y="58"/>
                    </a:cubicBezTo>
                    <a:cubicBezTo>
                      <a:pt x="1995" y="59"/>
                      <a:pt x="1978" y="61"/>
                      <a:pt x="1962" y="64"/>
                    </a:cubicBezTo>
                    <a:cubicBezTo>
                      <a:pt x="1939" y="69"/>
                      <a:pt x="1917" y="74"/>
                      <a:pt x="1894" y="81"/>
                    </a:cubicBezTo>
                    <a:cubicBezTo>
                      <a:pt x="1872" y="88"/>
                      <a:pt x="1851" y="95"/>
                      <a:pt x="1830" y="104"/>
                    </a:cubicBezTo>
                    <a:cubicBezTo>
                      <a:pt x="1790" y="122"/>
                      <a:pt x="1753" y="143"/>
                      <a:pt x="1716" y="165"/>
                    </a:cubicBezTo>
                    <a:cubicBezTo>
                      <a:pt x="1694" y="179"/>
                      <a:pt x="1673" y="194"/>
                      <a:pt x="1652" y="209"/>
                    </a:cubicBezTo>
                    <a:cubicBezTo>
                      <a:pt x="1631" y="222"/>
                      <a:pt x="1611" y="236"/>
                      <a:pt x="1591" y="252"/>
                    </a:cubicBezTo>
                    <a:cubicBezTo>
                      <a:pt x="1573" y="266"/>
                      <a:pt x="1555" y="281"/>
                      <a:pt x="1537" y="295"/>
                    </a:cubicBezTo>
                    <a:cubicBezTo>
                      <a:pt x="1511" y="316"/>
                      <a:pt x="1486" y="338"/>
                      <a:pt x="1460" y="360"/>
                    </a:cubicBezTo>
                    <a:cubicBezTo>
                      <a:pt x="1447" y="372"/>
                      <a:pt x="1433" y="383"/>
                      <a:pt x="1420" y="395"/>
                    </a:cubicBezTo>
                    <a:cubicBezTo>
                      <a:pt x="1407" y="407"/>
                      <a:pt x="1395" y="419"/>
                      <a:pt x="1382" y="432"/>
                    </a:cubicBezTo>
                    <a:lnTo>
                      <a:pt x="1383" y="432"/>
                    </a:lnTo>
                    <a:cubicBezTo>
                      <a:pt x="1355" y="460"/>
                      <a:pt x="1326" y="488"/>
                      <a:pt x="1298" y="517"/>
                    </a:cubicBezTo>
                    <a:cubicBezTo>
                      <a:pt x="1299" y="517"/>
                      <a:pt x="1300" y="516"/>
                      <a:pt x="1300" y="516"/>
                    </a:cubicBezTo>
                    <a:cubicBezTo>
                      <a:pt x="1286" y="531"/>
                      <a:pt x="1272" y="546"/>
                      <a:pt x="1256" y="561"/>
                    </a:cubicBezTo>
                    <a:cubicBezTo>
                      <a:pt x="1242" y="575"/>
                      <a:pt x="1227" y="588"/>
                      <a:pt x="1212" y="602"/>
                    </a:cubicBezTo>
                    <a:cubicBezTo>
                      <a:pt x="1180" y="629"/>
                      <a:pt x="1148" y="655"/>
                      <a:pt x="1115" y="681"/>
                    </a:cubicBezTo>
                    <a:cubicBezTo>
                      <a:pt x="1116" y="680"/>
                      <a:pt x="1116" y="680"/>
                      <a:pt x="1117" y="680"/>
                    </a:cubicBezTo>
                    <a:cubicBezTo>
                      <a:pt x="1104" y="690"/>
                      <a:pt x="1092" y="699"/>
                      <a:pt x="1080" y="709"/>
                    </a:cubicBezTo>
                    <a:cubicBezTo>
                      <a:pt x="1081" y="709"/>
                      <a:pt x="1081" y="708"/>
                      <a:pt x="1082" y="708"/>
                    </a:cubicBezTo>
                    <a:cubicBezTo>
                      <a:pt x="1046" y="736"/>
                      <a:pt x="1010" y="766"/>
                      <a:pt x="977" y="799"/>
                    </a:cubicBezTo>
                    <a:cubicBezTo>
                      <a:pt x="962" y="814"/>
                      <a:pt x="947" y="829"/>
                      <a:pt x="931" y="845"/>
                    </a:cubicBezTo>
                    <a:cubicBezTo>
                      <a:pt x="916" y="861"/>
                      <a:pt x="899" y="877"/>
                      <a:pt x="883" y="893"/>
                    </a:cubicBezTo>
                    <a:lnTo>
                      <a:pt x="884" y="893"/>
                    </a:lnTo>
                    <a:cubicBezTo>
                      <a:pt x="867" y="910"/>
                      <a:pt x="852" y="928"/>
                      <a:pt x="838" y="946"/>
                    </a:cubicBezTo>
                    <a:cubicBezTo>
                      <a:pt x="822" y="966"/>
                      <a:pt x="807" y="985"/>
                      <a:pt x="792" y="1005"/>
                    </a:cubicBezTo>
                    <a:cubicBezTo>
                      <a:pt x="777" y="1023"/>
                      <a:pt x="762" y="1041"/>
                      <a:pt x="747" y="1059"/>
                    </a:cubicBezTo>
                    <a:cubicBezTo>
                      <a:pt x="732" y="1077"/>
                      <a:pt x="716" y="1095"/>
                      <a:pt x="700" y="1112"/>
                    </a:cubicBezTo>
                    <a:cubicBezTo>
                      <a:pt x="684" y="1130"/>
                      <a:pt x="669" y="1148"/>
                      <a:pt x="653" y="1167"/>
                    </a:cubicBezTo>
                    <a:cubicBezTo>
                      <a:pt x="637" y="1186"/>
                      <a:pt x="620" y="1205"/>
                      <a:pt x="602" y="1223"/>
                    </a:cubicBezTo>
                    <a:cubicBezTo>
                      <a:pt x="584" y="1240"/>
                      <a:pt x="565" y="1257"/>
                      <a:pt x="547" y="1272"/>
                    </a:cubicBezTo>
                    <a:cubicBezTo>
                      <a:pt x="529" y="1289"/>
                      <a:pt x="510" y="1305"/>
                      <a:pt x="491" y="1321"/>
                    </a:cubicBezTo>
                    <a:cubicBezTo>
                      <a:pt x="472" y="1336"/>
                      <a:pt x="454" y="1352"/>
                      <a:pt x="434" y="1367"/>
                    </a:cubicBezTo>
                    <a:cubicBezTo>
                      <a:pt x="415" y="1382"/>
                      <a:pt x="394" y="1396"/>
                      <a:pt x="374" y="1410"/>
                    </a:cubicBezTo>
                    <a:cubicBezTo>
                      <a:pt x="334" y="1437"/>
                      <a:pt x="292" y="1463"/>
                      <a:pt x="251" y="1488"/>
                    </a:cubicBezTo>
                    <a:cubicBezTo>
                      <a:pt x="243" y="1493"/>
                      <a:pt x="236" y="1497"/>
                      <a:pt x="227" y="1501"/>
                    </a:cubicBezTo>
                    <a:cubicBezTo>
                      <a:pt x="218" y="1504"/>
                      <a:pt x="208" y="1507"/>
                      <a:pt x="197" y="1510"/>
                    </a:cubicBezTo>
                    <a:cubicBezTo>
                      <a:pt x="176" y="1514"/>
                      <a:pt x="155" y="1519"/>
                      <a:pt x="134" y="1522"/>
                    </a:cubicBezTo>
                    <a:cubicBezTo>
                      <a:pt x="115" y="1526"/>
                      <a:pt x="96" y="1529"/>
                      <a:pt x="76" y="1531"/>
                    </a:cubicBezTo>
                    <a:cubicBezTo>
                      <a:pt x="64" y="1533"/>
                      <a:pt x="53" y="1534"/>
                      <a:pt x="41" y="1534"/>
                    </a:cubicBezTo>
                    <a:cubicBezTo>
                      <a:pt x="33" y="1534"/>
                      <a:pt x="24" y="1533"/>
                      <a:pt x="16" y="15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58" name="Google Shape;5258;p70"/>
              <p:cNvSpPr/>
              <p:nvPr/>
            </p:nvSpPr>
            <p:spPr>
              <a:xfrm>
                <a:off x="1245600" y="2265840"/>
                <a:ext cx="944640" cy="396000"/>
              </a:xfrm>
              <a:custGeom>
                <a:avLst/>
                <a:gdLst/>
                <a:ahLst/>
                <a:cxnLst/>
                <a:rect l="l" t="t" r="r" b="b"/>
                <a:pathLst>
                  <a:path w="2624" h="1100" extrusionOk="0">
                    <a:moveTo>
                      <a:pt x="2596" y="1098"/>
                    </a:moveTo>
                    <a:cubicBezTo>
                      <a:pt x="2586" y="1096"/>
                      <a:pt x="2577" y="1093"/>
                      <a:pt x="2568" y="1090"/>
                    </a:cubicBezTo>
                    <a:cubicBezTo>
                      <a:pt x="2556" y="1085"/>
                      <a:pt x="2545" y="1081"/>
                      <a:pt x="2534" y="1075"/>
                    </a:cubicBezTo>
                    <a:cubicBezTo>
                      <a:pt x="2522" y="1071"/>
                      <a:pt x="2511" y="1065"/>
                      <a:pt x="2500" y="1060"/>
                    </a:cubicBezTo>
                    <a:cubicBezTo>
                      <a:pt x="2488" y="1054"/>
                      <a:pt x="2475" y="1048"/>
                      <a:pt x="2464" y="1041"/>
                    </a:cubicBezTo>
                    <a:cubicBezTo>
                      <a:pt x="2453" y="1035"/>
                      <a:pt x="2443" y="1028"/>
                      <a:pt x="2432" y="1020"/>
                    </a:cubicBezTo>
                    <a:cubicBezTo>
                      <a:pt x="2388" y="990"/>
                      <a:pt x="2343" y="961"/>
                      <a:pt x="2298" y="931"/>
                    </a:cubicBezTo>
                    <a:cubicBezTo>
                      <a:pt x="2276" y="917"/>
                      <a:pt x="2255" y="902"/>
                      <a:pt x="2234" y="886"/>
                    </a:cubicBezTo>
                    <a:cubicBezTo>
                      <a:pt x="2224" y="878"/>
                      <a:pt x="2216" y="870"/>
                      <a:pt x="2208" y="861"/>
                    </a:cubicBezTo>
                    <a:cubicBezTo>
                      <a:pt x="2199" y="852"/>
                      <a:pt x="2191" y="842"/>
                      <a:pt x="2182" y="833"/>
                    </a:cubicBezTo>
                    <a:cubicBezTo>
                      <a:pt x="2164" y="814"/>
                      <a:pt x="2146" y="796"/>
                      <a:pt x="2128" y="777"/>
                    </a:cubicBezTo>
                    <a:cubicBezTo>
                      <a:pt x="2111" y="760"/>
                      <a:pt x="2094" y="741"/>
                      <a:pt x="2076" y="725"/>
                    </a:cubicBezTo>
                    <a:cubicBezTo>
                      <a:pt x="2068" y="716"/>
                      <a:pt x="2060" y="708"/>
                      <a:pt x="2052" y="700"/>
                    </a:cubicBezTo>
                    <a:cubicBezTo>
                      <a:pt x="2033" y="682"/>
                      <a:pt x="2012" y="665"/>
                      <a:pt x="1993" y="647"/>
                    </a:cubicBezTo>
                    <a:cubicBezTo>
                      <a:pt x="1974" y="628"/>
                      <a:pt x="1955" y="610"/>
                      <a:pt x="1938" y="591"/>
                    </a:cubicBezTo>
                    <a:cubicBezTo>
                      <a:pt x="1920" y="572"/>
                      <a:pt x="1904" y="552"/>
                      <a:pt x="1886" y="532"/>
                    </a:cubicBezTo>
                    <a:cubicBezTo>
                      <a:pt x="1870" y="514"/>
                      <a:pt x="1851" y="497"/>
                      <a:pt x="1833" y="479"/>
                    </a:cubicBezTo>
                    <a:cubicBezTo>
                      <a:pt x="1821" y="467"/>
                      <a:pt x="1810" y="454"/>
                      <a:pt x="1797" y="441"/>
                    </a:cubicBezTo>
                    <a:cubicBezTo>
                      <a:pt x="1785" y="429"/>
                      <a:pt x="1772" y="416"/>
                      <a:pt x="1760" y="404"/>
                    </a:cubicBezTo>
                    <a:cubicBezTo>
                      <a:pt x="1748" y="391"/>
                      <a:pt x="1737" y="378"/>
                      <a:pt x="1726" y="364"/>
                    </a:cubicBezTo>
                    <a:cubicBezTo>
                      <a:pt x="1716" y="351"/>
                      <a:pt x="1706" y="338"/>
                      <a:pt x="1696" y="325"/>
                    </a:cubicBezTo>
                    <a:cubicBezTo>
                      <a:pt x="1695" y="324"/>
                      <a:pt x="1695" y="324"/>
                      <a:pt x="1695" y="324"/>
                    </a:cubicBezTo>
                    <a:lnTo>
                      <a:pt x="1696" y="325"/>
                    </a:lnTo>
                    <a:cubicBezTo>
                      <a:pt x="1677" y="302"/>
                      <a:pt x="1657" y="279"/>
                      <a:pt x="1635" y="257"/>
                    </a:cubicBezTo>
                    <a:cubicBezTo>
                      <a:pt x="1623" y="246"/>
                      <a:pt x="1610" y="235"/>
                      <a:pt x="1597" y="225"/>
                    </a:cubicBezTo>
                    <a:cubicBezTo>
                      <a:pt x="1581" y="214"/>
                      <a:pt x="1565" y="204"/>
                      <a:pt x="1548" y="196"/>
                    </a:cubicBezTo>
                    <a:cubicBezTo>
                      <a:pt x="1534" y="187"/>
                      <a:pt x="1519" y="180"/>
                      <a:pt x="1504" y="172"/>
                    </a:cubicBezTo>
                    <a:cubicBezTo>
                      <a:pt x="1488" y="164"/>
                      <a:pt x="1473" y="156"/>
                      <a:pt x="1458" y="149"/>
                    </a:cubicBezTo>
                    <a:cubicBezTo>
                      <a:pt x="1426" y="134"/>
                      <a:pt x="1394" y="121"/>
                      <a:pt x="1361" y="108"/>
                    </a:cubicBezTo>
                    <a:cubicBezTo>
                      <a:pt x="1362" y="108"/>
                      <a:pt x="1363" y="109"/>
                      <a:pt x="1364" y="109"/>
                    </a:cubicBezTo>
                    <a:cubicBezTo>
                      <a:pt x="1342" y="101"/>
                      <a:pt x="1319" y="94"/>
                      <a:pt x="1297" y="86"/>
                    </a:cubicBezTo>
                    <a:cubicBezTo>
                      <a:pt x="1275" y="79"/>
                      <a:pt x="1252" y="71"/>
                      <a:pt x="1228" y="66"/>
                    </a:cubicBezTo>
                    <a:cubicBezTo>
                      <a:pt x="1229" y="66"/>
                      <a:pt x="1230" y="66"/>
                      <a:pt x="1231" y="66"/>
                    </a:cubicBezTo>
                    <a:cubicBezTo>
                      <a:pt x="1204" y="60"/>
                      <a:pt x="1176" y="56"/>
                      <a:pt x="1149" y="52"/>
                    </a:cubicBezTo>
                    <a:cubicBezTo>
                      <a:pt x="1121" y="47"/>
                      <a:pt x="1092" y="44"/>
                      <a:pt x="1064" y="40"/>
                    </a:cubicBezTo>
                    <a:cubicBezTo>
                      <a:pt x="1038" y="38"/>
                      <a:pt x="1010" y="36"/>
                      <a:pt x="983" y="37"/>
                    </a:cubicBezTo>
                    <a:cubicBezTo>
                      <a:pt x="963" y="38"/>
                      <a:pt x="943" y="40"/>
                      <a:pt x="922" y="43"/>
                    </a:cubicBezTo>
                    <a:cubicBezTo>
                      <a:pt x="897" y="48"/>
                      <a:pt x="871" y="53"/>
                      <a:pt x="845" y="59"/>
                    </a:cubicBezTo>
                    <a:cubicBezTo>
                      <a:pt x="832" y="62"/>
                      <a:pt x="819" y="64"/>
                      <a:pt x="806" y="68"/>
                    </a:cubicBezTo>
                    <a:cubicBezTo>
                      <a:pt x="795" y="71"/>
                      <a:pt x="782" y="74"/>
                      <a:pt x="771" y="78"/>
                    </a:cubicBezTo>
                    <a:cubicBezTo>
                      <a:pt x="758" y="81"/>
                      <a:pt x="746" y="85"/>
                      <a:pt x="733" y="88"/>
                    </a:cubicBezTo>
                    <a:cubicBezTo>
                      <a:pt x="720" y="92"/>
                      <a:pt x="707" y="95"/>
                      <a:pt x="693" y="98"/>
                    </a:cubicBezTo>
                    <a:cubicBezTo>
                      <a:pt x="668" y="103"/>
                      <a:pt x="642" y="109"/>
                      <a:pt x="617" y="115"/>
                    </a:cubicBezTo>
                    <a:cubicBezTo>
                      <a:pt x="613" y="116"/>
                      <a:pt x="609" y="118"/>
                      <a:pt x="605" y="119"/>
                    </a:cubicBezTo>
                    <a:cubicBezTo>
                      <a:pt x="590" y="124"/>
                      <a:pt x="575" y="130"/>
                      <a:pt x="561" y="136"/>
                    </a:cubicBezTo>
                    <a:cubicBezTo>
                      <a:pt x="543" y="144"/>
                      <a:pt x="526" y="153"/>
                      <a:pt x="509" y="162"/>
                    </a:cubicBezTo>
                    <a:cubicBezTo>
                      <a:pt x="490" y="172"/>
                      <a:pt x="472" y="182"/>
                      <a:pt x="454" y="193"/>
                    </a:cubicBezTo>
                    <a:cubicBezTo>
                      <a:pt x="439" y="202"/>
                      <a:pt x="425" y="212"/>
                      <a:pt x="409" y="222"/>
                    </a:cubicBezTo>
                    <a:cubicBezTo>
                      <a:pt x="394" y="232"/>
                      <a:pt x="377" y="241"/>
                      <a:pt x="361" y="249"/>
                    </a:cubicBezTo>
                    <a:cubicBezTo>
                      <a:pt x="344" y="257"/>
                      <a:pt x="326" y="265"/>
                      <a:pt x="309" y="274"/>
                    </a:cubicBezTo>
                    <a:cubicBezTo>
                      <a:pt x="292" y="282"/>
                      <a:pt x="275" y="292"/>
                      <a:pt x="259" y="302"/>
                    </a:cubicBezTo>
                    <a:cubicBezTo>
                      <a:pt x="240" y="314"/>
                      <a:pt x="221" y="326"/>
                      <a:pt x="203" y="339"/>
                    </a:cubicBezTo>
                    <a:cubicBezTo>
                      <a:pt x="183" y="352"/>
                      <a:pt x="165" y="367"/>
                      <a:pt x="146" y="381"/>
                    </a:cubicBezTo>
                    <a:cubicBezTo>
                      <a:pt x="129" y="395"/>
                      <a:pt x="111" y="409"/>
                      <a:pt x="94" y="423"/>
                    </a:cubicBezTo>
                    <a:cubicBezTo>
                      <a:pt x="85" y="429"/>
                      <a:pt x="76" y="436"/>
                      <a:pt x="67" y="442"/>
                    </a:cubicBezTo>
                    <a:cubicBezTo>
                      <a:pt x="58" y="448"/>
                      <a:pt x="49" y="454"/>
                      <a:pt x="41" y="461"/>
                    </a:cubicBezTo>
                    <a:cubicBezTo>
                      <a:pt x="39" y="462"/>
                      <a:pt x="38" y="464"/>
                      <a:pt x="36" y="465"/>
                    </a:cubicBezTo>
                    <a:cubicBezTo>
                      <a:pt x="32" y="473"/>
                      <a:pt x="21" y="476"/>
                      <a:pt x="13" y="473"/>
                    </a:cubicBezTo>
                    <a:cubicBezTo>
                      <a:pt x="5" y="469"/>
                      <a:pt x="0" y="458"/>
                      <a:pt x="4" y="450"/>
                    </a:cubicBezTo>
                    <a:cubicBezTo>
                      <a:pt x="7" y="444"/>
                      <a:pt x="12" y="440"/>
                      <a:pt x="17" y="436"/>
                    </a:cubicBezTo>
                    <a:cubicBezTo>
                      <a:pt x="21" y="432"/>
                      <a:pt x="24" y="429"/>
                      <a:pt x="28" y="426"/>
                    </a:cubicBezTo>
                    <a:cubicBezTo>
                      <a:pt x="37" y="420"/>
                      <a:pt x="45" y="415"/>
                      <a:pt x="54" y="409"/>
                    </a:cubicBezTo>
                    <a:cubicBezTo>
                      <a:pt x="70" y="397"/>
                      <a:pt x="86" y="384"/>
                      <a:pt x="102" y="372"/>
                    </a:cubicBezTo>
                    <a:cubicBezTo>
                      <a:pt x="144" y="338"/>
                      <a:pt x="187" y="306"/>
                      <a:pt x="232" y="277"/>
                    </a:cubicBezTo>
                    <a:cubicBezTo>
                      <a:pt x="255" y="263"/>
                      <a:pt x="278" y="249"/>
                      <a:pt x="302" y="238"/>
                    </a:cubicBezTo>
                    <a:cubicBezTo>
                      <a:pt x="326" y="226"/>
                      <a:pt x="351" y="215"/>
                      <a:pt x="374" y="202"/>
                    </a:cubicBezTo>
                    <a:cubicBezTo>
                      <a:pt x="377" y="200"/>
                      <a:pt x="381" y="197"/>
                      <a:pt x="386" y="195"/>
                    </a:cubicBezTo>
                    <a:cubicBezTo>
                      <a:pt x="397" y="188"/>
                      <a:pt x="408" y="180"/>
                      <a:pt x="418" y="173"/>
                    </a:cubicBezTo>
                    <a:cubicBezTo>
                      <a:pt x="429" y="166"/>
                      <a:pt x="440" y="159"/>
                      <a:pt x="451" y="152"/>
                    </a:cubicBezTo>
                    <a:cubicBezTo>
                      <a:pt x="473" y="140"/>
                      <a:pt x="496" y="129"/>
                      <a:pt x="518" y="117"/>
                    </a:cubicBezTo>
                    <a:cubicBezTo>
                      <a:pt x="541" y="105"/>
                      <a:pt x="563" y="94"/>
                      <a:pt x="587" y="87"/>
                    </a:cubicBezTo>
                    <a:cubicBezTo>
                      <a:pt x="612" y="79"/>
                      <a:pt x="638" y="73"/>
                      <a:pt x="663" y="67"/>
                    </a:cubicBezTo>
                    <a:cubicBezTo>
                      <a:pt x="685" y="63"/>
                      <a:pt x="707" y="58"/>
                      <a:pt x="728" y="52"/>
                    </a:cubicBezTo>
                    <a:cubicBezTo>
                      <a:pt x="749" y="46"/>
                      <a:pt x="769" y="41"/>
                      <a:pt x="789" y="35"/>
                    </a:cubicBezTo>
                    <a:cubicBezTo>
                      <a:pt x="810" y="29"/>
                      <a:pt x="831" y="24"/>
                      <a:pt x="852" y="20"/>
                    </a:cubicBezTo>
                    <a:cubicBezTo>
                      <a:pt x="873" y="15"/>
                      <a:pt x="894" y="10"/>
                      <a:pt x="916" y="7"/>
                    </a:cubicBezTo>
                    <a:cubicBezTo>
                      <a:pt x="915" y="7"/>
                      <a:pt x="915" y="7"/>
                      <a:pt x="915" y="7"/>
                    </a:cubicBezTo>
                    <a:cubicBezTo>
                      <a:pt x="942" y="2"/>
                      <a:pt x="969" y="1"/>
                      <a:pt x="996" y="0"/>
                    </a:cubicBezTo>
                    <a:cubicBezTo>
                      <a:pt x="1010" y="0"/>
                      <a:pt x="1022" y="1"/>
                      <a:pt x="1035" y="2"/>
                    </a:cubicBezTo>
                    <a:cubicBezTo>
                      <a:pt x="1048" y="2"/>
                      <a:pt x="1061" y="3"/>
                      <a:pt x="1075" y="4"/>
                    </a:cubicBezTo>
                    <a:cubicBezTo>
                      <a:pt x="1102" y="7"/>
                      <a:pt x="1128" y="11"/>
                      <a:pt x="1155" y="15"/>
                    </a:cubicBezTo>
                    <a:cubicBezTo>
                      <a:pt x="1180" y="19"/>
                      <a:pt x="1207" y="23"/>
                      <a:pt x="1232" y="28"/>
                    </a:cubicBezTo>
                    <a:cubicBezTo>
                      <a:pt x="1257" y="33"/>
                      <a:pt x="1282" y="41"/>
                      <a:pt x="1306" y="49"/>
                    </a:cubicBezTo>
                    <a:cubicBezTo>
                      <a:pt x="1331" y="57"/>
                      <a:pt x="1356" y="66"/>
                      <a:pt x="1381" y="75"/>
                    </a:cubicBezTo>
                    <a:cubicBezTo>
                      <a:pt x="1405" y="84"/>
                      <a:pt x="1428" y="94"/>
                      <a:pt x="1452" y="105"/>
                    </a:cubicBezTo>
                    <a:cubicBezTo>
                      <a:pt x="1476" y="115"/>
                      <a:pt x="1499" y="126"/>
                      <a:pt x="1522" y="138"/>
                    </a:cubicBezTo>
                    <a:cubicBezTo>
                      <a:pt x="1545" y="151"/>
                      <a:pt x="1568" y="162"/>
                      <a:pt x="1591" y="175"/>
                    </a:cubicBezTo>
                    <a:cubicBezTo>
                      <a:pt x="1613" y="188"/>
                      <a:pt x="1634" y="204"/>
                      <a:pt x="1653" y="222"/>
                    </a:cubicBezTo>
                    <a:cubicBezTo>
                      <a:pt x="1692" y="258"/>
                      <a:pt x="1725" y="300"/>
                      <a:pt x="1758" y="342"/>
                    </a:cubicBezTo>
                    <a:cubicBezTo>
                      <a:pt x="1762" y="347"/>
                      <a:pt x="1765" y="352"/>
                      <a:pt x="1769" y="356"/>
                    </a:cubicBezTo>
                    <a:cubicBezTo>
                      <a:pt x="1786" y="376"/>
                      <a:pt x="1805" y="395"/>
                      <a:pt x="1823" y="413"/>
                    </a:cubicBezTo>
                    <a:cubicBezTo>
                      <a:pt x="1842" y="432"/>
                      <a:pt x="1859" y="451"/>
                      <a:pt x="1878" y="469"/>
                    </a:cubicBezTo>
                    <a:cubicBezTo>
                      <a:pt x="1896" y="486"/>
                      <a:pt x="1913" y="504"/>
                      <a:pt x="1930" y="523"/>
                    </a:cubicBezTo>
                    <a:cubicBezTo>
                      <a:pt x="1946" y="542"/>
                      <a:pt x="1962" y="562"/>
                      <a:pt x="1980" y="580"/>
                    </a:cubicBezTo>
                    <a:cubicBezTo>
                      <a:pt x="1990" y="591"/>
                      <a:pt x="2000" y="600"/>
                      <a:pt x="2010" y="610"/>
                    </a:cubicBezTo>
                    <a:cubicBezTo>
                      <a:pt x="2029" y="628"/>
                      <a:pt x="2050" y="646"/>
                      <a:pt x="2069" y="664"/>
                    </a:cubicBezTo>
                    <a:cubicBezTo>
                      <a:pt x="2088" y="681"/>
                      <a:pt x="2106" y="700"/>
                      <a:pt x="2124" y="718"/>
                    </a:cubicBezTo>
                    <a:cubicBezTo>
                      <a:pt x="2142" y="736"/>
                      <a:pt x="2160" y="754"/>
                      <a:pt x="2177" y="772"/>
                    </a:cubicBezTo>
                    <a:cubicBezTo>
                      <a:pt x="2195" y="791"/>
                      <a:pt x="2213" y="809"/>
                      <a:pt x="2231" y="828"/>
                    </a:cubicBezTo>
                    <a:cubicBezTo>
                      <a:pt x="2237" y="834"/>
                      <a:pt x="2243" y="841"/>
                      <a:pt x="2249" y="848"/>
                    </a:cubicBezTo>
                    <a:cubicBezTo>
                      <a:pt x="2260" y="858"/>
                      <a:pt x="2273" y="867"/>
                      <a:pt x="2284" y="875"/>
                    </a:cubicBezTo>
                    <a:lnTo>
                      <a:pt x="2283" y="874"/>
                    </a:lnTo>
                    <a:cubicBezTo>
                      <a:pt x="2319" y="900"/>
                      <a:pt x="2357" y="924"/>
                      <a:pt x="2394" y="949"/>
                    </a:cubicBezTo>
                    <a:cubicBezTo>
                      <a:pt x="2411" y="961"/>
                      <a:pt x="2429" y="972"/>
                      <a:pt x="2446" y="984"/>
                    </a:cubicBezTo>
                    <a:cubicBezTo>
                      <a:pt x="2464" y="995"/>
                      <a:pt x="2481" y="1007"/>
                      <a:pt x="2499" y="1017"/>
                    </a:cubicBezTo>
                    <a:cubicBezTo>
                      <a:pt x="2526" y="1031"/>
                      <a:pt x="2554" y="1042"/>
                      <a:pt x="2582" y="1053"/>
                    </a:cubicBezTo>
                    <a:cubicBezTo>
                      <a:pt x="2590" y="1056"/>
                      <a:pt x="2598" y="1058"/>
                      <a:pt x="2607" y="1061"/>
                    </a:cubicBezTo>
                    <a:cubicBezTo>
                      <a:pt x="2617" y="1063"/>
                      <a:pt x="2623" y="1075"/>
                      <a:pt x="2620" y="1085"/>
                    </a:cubicBezTo>
                    <a:cubicBezTo>
                      <a:pt x="2617" y="1094"/>
                      <a:pt x="2609" y="1099"/>
                      <a:pt x="2601" y="1099"/>
                    </a:cubicBezTo>
                    <a:cubicBezTo>
                      <a:pt x="2599" y="1099"/>
                      <a:pt x="2597" y="1099"/>
                      <a:pt x="2596" y="109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259" name="Google Shape;5259;p70"/>
            <p:cNvGrpSpPr/>
            <p:nvPr/>
          </p:nvGrpSpPr>
          <p:grpSpPr>
            <a:xfrm>
              <a:off x="-62003" y="144966"/>
              <a:ext cx="1669753" cy="1538868"/>
              <a:chOff x="1321200" y="687960"/>
              <a:chExt cx="776160" cy="715320"/>
            </a:xfrm>
          </p:grpSpPr>
          <p:sp>
            <p:nvSpPr>
              <p:cNvPr id="5260" name="Google Shape;5260;p70"/>
              <p:cNvSpPr/>
              <p:nvPr/>
            </p:nvSpPr>
            <p:spPr>
              <a:xfrm>
                <a:off x="1462680" y="687960"/>
                <a:ext cx="15840" cy="715320"/>
              </a:xfrm>
              <a:custGeom>
                <a:avLst/>
                <a:gdLst/>
                <a:ahLst/>
                <a:cxnLst/>
                <a:rect l="l" t="t" r="r" b="b"/>
                <a:pathLst>
                  <a:path w="44" h="1987" extrusionOk="0">
                    <a:moveTo>
                      <a:pt x="18" y="1973"/>
                    </a:moveTo>
                    <a:cubicBezTo>
                      <a:pt x="17" y="1935"/>
                      <a:pt x="18" y="1898"/>
                      <a:pt x="18" y="1861"/>
                    </a:cubicBezTo>
                    <a:cubicBezTo>
                      <a:pt x="18" y="1819"/>
                      <a:pt x="17" y="1777"/>
                      <a:pt x="17" y="1736"/>
                    </a:cubicBezTo>
                    <a:cubicBezTo>
                      <a:pt x="17" y="1694"/>
                      <a:pt x="16" y="1652"/>
                      <a:pt x="16" y="1610"/>
                    </a:cubicBezTo>
                    <a:cubicBezTo>
                      <a:pt x="15" y="1568"/>
                      <a:pt x="15" y="1526"/>
                      <a:pt x="15" y="1484"/>
                    </a:cubicBezTo>
                    <a:cubicBezTo>
                      <a:pt x="14" y="1400"/>
                      <a:pt x="14" y="1315"/>
                      <a:pt x="13" y="1231"/>
                    </a:cubicBezTo>
                    <a:cubicBezTo>
                      <a:pt x="12" y="1147"/>
                      <a:pt x="11" y="1064"/>
                      <a:pt x="10" y="980"/>
                    </a:cubicBezTo>
                    <a:cubicBezTo>
                      <a:pt x="10" y="895"/>
                      <a:pt x="9" y="810"/>
                      <a:pt x="8" y="725"/>
                    </a:cubicBezTo>
                    <a:cubicBezTo>
                      <a:pt x="7" y="644"/>
                      <a:pt x="6" y="562"/>
                      <a:pt x="6" y="480"/>
                    </a:cubicBezTo>
                    <a:cubicBezTo>
                      <a:pt x="6" y="439"/>
                      <a:pt x="5" y="398"/>
                      <a:pt x="4" y="357"/>
                    </a:cubicBezTo>
                    <a:cubicBezTo>
                      <a:pt x="4" y="316"/>
                      <a:pt x="4" y="275"/>
                      <a:pt x="3" y="234"/>
                    </a:cubicBezTo>
                    <a:cubicBezTo>
                      <a:pt x="3" y="197"/>
                      <a:pt x="3" y="160"/>
                      <a:pt x="2" y="123"/>
                    </a:cubicBezTo>
                    <a:cubicBezTo>
                      <a:pt x="2" y="105"/>
                      <a:pt x="2" y="88"/>
                      <a:pt x="1" y="70"/>
                    </a:cubicBezTo>
                    <a:cubicBezTo>
                      <a:pt x="1" y="51"/>
                      <a:pt x="1" y="32"/>
                      <a:pt x="1" y="13"/>
                    </a:cubicBezTo>
                    <a:cubicBezTo>
                      <a:pt x="0" y="6"/>
                      <a:pt x="6" y="0"/>
                      <a:pt x="13" y="0"/>
                    </a:cubicBezTo>
                    <a:cubicBezTo>
                      <a:pt x="20" y="0"/>
                      <a:pt x="26" y="6"/>
                      <a:pt x="26" y="13"/>
                    </a:cubicBezTo>
                    <a:cubicBezTo>
                      <a:pt x="26" y="32"/>
                      <a:pt x="26" y="53"/>
                      <a:pt x="26" y="73"/>
                    </a:cubicBezTo>
                    <a:cubicBezTo>
                      <a:pt x="26" y="92"/>
                      <a:pt x="26" y="112"/>
                      <a:pt x="26" y="131"/>
                    </a:cubicBezTo>
                    <a:cubicBezTo>
                      <a:pt x="27" y="171"/>
                      <a:pt x="27" y="211"/>
                      <a:pt x="27" y="251"/>
                    </a:cubicBezTo>
                    <a:cubicBezTo>
                      <a:pt x="28" y="292"/>
                      <a:pt x="28" y="332"/>
                      <a:pt x="28" y="374"/>
                    </a:cubicBezTo>
                    <a:cubicBezTo>
                      <a:pt x="29" y="415"/>
                      <a:pt x="29" y="455"/>
                      <a:pt x="29" y="497"/>
                    </a:cubicBezTo>
                    <a:cubicBezTo>
                      <a:pt x="29" y="537"/>
                      <a:pt x="30" y="578"/>
                      <a:pt x="30" y="618"/>
                    </a:cubicBezTo>
                    <a:cubicBezTo>
                      <a:pt x="31" y="660"/>
                      <a:pt x="31" y="702"/>
                      <a:pt x="31" y="743"/>
                    </a:cubicBezTo>
                    <a:cubicBezTo>
                      <a:pt x="31" y="785"/>
                      <a:pt x="32" y="827"/>
                      <a:pt x="32" y="869"/>
                    </a:cubicBezTo>
                    <a:cubicBezTo>
                      <a:pt x="33" y="912"/>
                      <a:pt x="33" y="954"/>
                      <a:pt x="33" y="997"/>
                    </a:cubicBezTo>
                    <a:cubicBezTo>
                      <a:pt x="35" y="1080"/>
                      <a:pt x="35" y="1164"/>
                      <a:pt x="35" y="1247"/>
                    </a:cubicBezTo>
                    <a:cubicBezTo>
                      <a:pt x="36" y="1332"/>
                      <a:pt x="37" y="1417"/>
                      <a:pt x="38" y="1502"/>
                    </a:cubicBezTo>
                    <a:cubicBezTo>
                      <a:pt x="38" y="1544"/>
                      <a:pt x="39" y="1586"/>
                      <a:pt x="39" y="1628"/>
                    </a:cubicBezTo>
                    <a:cubicBezTo>
                      <a:pt x="39" y="1668"/>
                      <a:pt x="40" y="1710"/>
                      <a:pt x="40" y="1751"/>
                    </a:cubicBezTo>
                    <a:cubicBezTo>
                      <a:pt x="40" y="1791"/>
                      <a:pt x="41" y="1830"/>
                      <a:pt x="42" y="1869"/>
                    </a:cubicBezTo>
                    <a:cubicBezTo>
                      <a:pt x="42" y="1904"/>
                      <a:pt x="43" y="1938"/>
                      <a:pt x="43" y="1973"/>
                    </a:cubicBezTo>
                    <a:cubicBezTo>
                      <a:pt x="43" y="1980"/>
                      <a:pt x="38" y="1986"/>
                      <a:pt x="31" y="1986"/>
                    </a:cubicBezTo>
                    <a:cubicBezTo>
                      <a:pt x="24" y="1986"/>
                      <a:pt x="18" y="1980"/>
                      <a:pt x="18" y="19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61" name="Google Shape;5261;p70"/>
              <p:cNvSpPr/>
              <p:nvPr/>
            </p:nvSpPr>
            <p:spPr>
              <a:xfrm>
                <a:off x="1321200" y="1259280"/>
                <a:ext cx="753480" cy="17280"/>
              </a:xfrm>
              <a:custGeom>
                <a:avLst/>
                <a:gdLst/>
                <a:ahLst/>
                <a:cxnLst/>
                <a:rect l="l" t="t" r="r" b="b"/>
                <a:pathLst>
                  <a:path w="2093" h="48" extrusionOk="0">
                    <a:moveTo>
                      <a:pt x="76" y="47"/>
                    </a:moveTo>
                    <a:cubicBezTo>
                      <a:pt x="68" y="46"/>
                      <a:pt x="59" y="45"/>
                      <a:pt x="51" y="44"/>
                    </a:cubicBezTo>
                    <a:cubicBezTo>
                      <a:pt x="45" y="43"/>
                      <a:pt x="40" y="42"/>
                      <a:pt x="35" y="42"/>
                    </a:cubicBezTo>
                    <a:cubicBezTo>
                      <a:pt x="33" y="42"/>
                      <a:pt x="30" y="42"/>
                      <a:pt x="28" y="42"/>
                    </a:cubicBezTo>
                    <a:cubicBezTo>
                      <a:pt x="23" y="42"/>
                      <a:pt x="17" y="42"/>
                      <a:pt x="12" y="41"/>
                    </a:cubicBezTo>
                    <a:cubicBezTo>
                      <a:pt x="4" y="40"/>
                      <a:pt x="0" y="32"/>
                      <a:pt x="2" y="25"/>
                    </a:cubicBezTo>
                    <a:cubicBezTo>
                      <a:pt x="2" y="21"/>
                      <a:pt x="7" y="17"/>
                      <a:pt x="12" y="16"/>
                    </a:cubicBezTo>
                    <a:cubicBezTo>
                      <a:pt x="17" y="16"/>
                      <a:pt x="22" y="16"/>
                      <a:pt x="27" y="17"/>
                    </a:cubicBezTo>
                    <a:cubicBezTo>
                      <a:pt x="29" y="17"/>
                      <a:pt x="31" y="17"/>
                      <a:pt x="33" y="18"/>
                    </a:cubicBezTo>
                    <a:cubicBezTo>
                      <a:pt x="39" y="18"/>
                      <a:pt x="45" y="18"/>
                      <a:pt x="51" y="18"/>
                    </a:cubicBezTo>
                    <a:cubicBezTo>
                      <a:pt x="62" y="18"/>
                      <a:pt x="73" y="18"/>
                      <a:pt x="85" y="18"/>
                    </a:cubicBezTo>
                    <a:cubicBezTo>
                      <a:pt x="107" y="18"/>
                      <a:pt x="129" y="18"/>
                      <a:pt x="150" y="18"/>
                    </a:cubicBezTo>
                    <a:cubicBezTo>
                      <a:pt x="195" y="18"/>
                      <a:pt x="239" y="18"/>
                      <a:pt x="283" y="17"/>
                    </a:cubicBezTo>
                    <a:cubicBezTo>
                      <a:pt x="372" y="17"/>
                      <a:pt x="460" y="16"/>
                      <a:pt x="550" y="16"/>
                    </a:cubicBezTo>
                    <a:cubicBezTo>
                      <a:pt x="594" y="15"/>
                      <a:pt x="640" y="14"/>
                      <a:pt x="685" y="14"/>
                    </a:cubicBezTo>
                    <a:cubicBezTo>
                      <a:pt x="727" y="14"/>
                      <a:pt x="770" y="14"/>
                      <a:pt x="813" y="13"/>
                    </a:cubicBezTo>
                    <a:cubicBezTo>
                      <a:pt x="903" y="13"/>
                      <a:pt x="992" y="13"/>
                      <a:pt x="1081" y="11"/>
                    </a:cubicBezTo>
                    <a:cubicBezTo>
                      <a:pt x="1172" y="11"/>
                      <a:pt x="1262" y="10"/>
                      <a:pt x="1353" y="10"/>
                    </a:cubicBezTo>
                    <a:cubicBezTo>
                      <a:pt x="1442" y="9"/>
                      <a:pt x="1530" y="8"/>
                      <a:pt x="1618" y="7"/>
                    </a:cubicBezTo>
                    <a:cubicBezTo>
                      <a:pt x="1663" y="6"/>
                      <a:pt x="1708" y="6"/>
                      <a:pt x="1753" y="5"/>
                    </a:cubicBezTo>
                    <a:cubicBezTo>
                      <a:pt x="1798" y="4"/>
                      <a:pt x="1843" y="4"/>
                      <a:pt x="1887" y="4"/>
                    </a:cubicBezTo>
                    <a:cubicBezTo>
                      <a:pt x="1921" y="3"/>
                      <a:pt x="1953" y="3"/>
                      <a:pt x="1986" y="2"/>
                    </a:cubicBezTo>
                    <a:cubicBezTo>
                      <a:pt x="2002" y="2"/>
                      <a:pt x="2017" y="2"/>
                      <a:pt x="2032" y="2"/>
                    </a:cubicBezTo>
                    <a:cubicBezTo>
                      <a:pt x="2048" y="1"/>
                      <a:pt x="2063" y="1"/>
                      <a:pt x="2079" y="0"/>
                    </a:cubicBezTo>
                    <a:cubicBezTo>
                      <a:pt x="2086" y="0"/>
                      <a:pt x="2092" y="6"/>
                      <a:pt x="2092" y="13"/>
                    </a:cubicBezTo>
                    <a:cubicBezTo>
                      <a:pt x="2092" y="20"/>
                      <a:pt x="2086" y="26"/>
                      <a:pt x="2079" y="26"/>
                    </a:cubicBezTo>
                    <a:cubicBezTo>
                      <a:pt x="2058" y="26"/>
                      <a:pt x="2037" y="26"/>
                      <a:pt x="2016" y="26"/>
                    </a:cubicBezTo>
                    <a:cubicBezTo>
                      <a:pt x="1995" y="26"/>
                      <a:pt x="1973" y="26"/>
                      <a:pt x="1951" y="26"/>
                    </a:cubicBezTo>
                    <a:cubicBezTo>
                      <a:pt x="1907" y="26"/>
                      <a:pt x="1861" y="26"/>
                      <a:pt x="1816" y="27"/>
                    </a:cubicBezTo>
                    <a:cubicBezTo>
                      <a:pt x="1728" y="27"/>
                      <a:pt x="1640" y="28"/>
                      <a:pt x="1552" y="28"/>
                    </a:cubicBezTo>
                    <a:cubicBezTo>
                      <a:pt x="1462" y="28"/>
                      <a:pt x="1371" y="30"/>
                      <a:pt x="1281" y="30"/>
                    </a:cubicBezTo>
                    <a:cubicBezTo>
                      <a:pt x="1190" y="31"/>
                      <a:pt x="1101" y="32"/>
                      <a:pt x="1010" y="32"/>
                    </a:cubicBezTo>
                    <a:cubicBezTo>
                      <a:pt x="924" y="33"/>
                      <a:pt x="836" y="34"/>
                      <a:pt x="749" y="35"/>
                    </a:cubicBezTo>
                    <a:cubicBezTo>
                      <a:pt x="704" y="36"/>
                      <a:pt x="659" y="36"/>
                      <a:pt x="614" y="37"/>
                    </a:cubicBezTo>
                    <a:cubicBezTo>
                      <a:pt x="569" y="37"/>
                      <a:pt x="526" y="37"/>
                      <a:pt x="481" y="38"/>
                    </a:cubicBezTo>
                    <a:cubicBezTo>
                      <a:pt x="392" y="38"/>
                      <a:pt x="302" y="39"/>
                      <a:pt x="213" y="40"/>
                    </a:cubicBezTo>
                    <a:cubicBezTo>
                      <a:pt x="180" y="41"/>
                      <a:pt x="146" y="41"/>
                      <a:pt x="113" y="41"/>
                    </a:cubicBezTo>
                    <a:cubicBezTo>
                      <a:pt x="104" y="41"/>
                      <a:pt x="96" y="41"/>
                      <a:pt x="87" y="42"/>
                    </a:cubicBezTo>
                    <a:cubicBezTo>
                      <a:pt x="85" y="45"/>
                      <a:pt x="81" y="47"/>
                      <a:pt x="77" y="47"/>
                    </a:cubicBezTo>
                    <a:lnTo>
                      <a:pt x="76" y="4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62" name="Google Shape;5262;p70"/>
              <p:cNvSpPr/>
              <p:nvPr/>
            </p:nvSpPr>
            <p:spPr>
              <a:xfrm>
                <a:off x="2006280" y="1254600"/>
                <a:ext cx="79560" cy="25200"/>
              </a:xfrm>
              <a:custGeom>
                <a:avLst/>
                <a:gdLst/>
                <a:ahLst/>
                <a:cxnLst/>
                <a:rect l="l" t="t" r="r" b="b"/>
                <a:pathLst>
                  <a:path w="221" h="70" extrusionOk="0">
                    <a:moveTo>
                      <a:pt x="73" y="60"/>
                    </a:moveTo>
                    <a:cubicBezTo>
                      <a:pt x="72" y="54"/>
                      <a:pt x="76" y="47"/>
                      <a:pt x="82" y="45"/>
                    </a:cubicBezTo>
                    <a:cubicBezTo>
                      <a:pt x="102" y="40"/>
                      <a:pt x="122" y="36"/>
                      <a:pt x="142" y="32"/>
                    </a:cubicBezTo>
                    <a:cubicBezTo>
                      <a:pt x="123" y="29"/>
                      <a:pt x="104" y="27"/>
                      <a:pt x="84" y="26"/>
                    </a:cubicBezTo>
                    <a:cubicBezTo>
                      <a:pt x="72" y="25"/>
                      <a:pt x="60" y="25"/>
                      <a:pt x="48" y="25"/>
                    </a:cubicBezTo>
                    <a:cubicBezTo>
                      <a:pt x="37" y="25"/>
                      <a:pt x="26" y="26"/>
                      <a:pt x="14" y="26"/>
                    </a:cubicBezTo>
                    <a:cubicBezTo>
                      <a:pt x="14" y="26"/>
                      <a:pt x="13" y="26"/>
                      <a:pt x="12" y="26"/>
                    </a:cubicBezTo>
                    <a:cubicBezTo>
                      <a:pt x="6" y="26"/>
                      <a:pt x="0" y="21"/>
                      <a:pt x="0" y="14"/>
                    </a:cubicBezTo>
                    <a:cubicBezTo>
                      <a:pt x="0" y="7"/>
                      <a:pt x="6" y="1"/>
                      <a:pt x="12" y="1"/>
                    </a:cubicBezTo>
                    <a:cubicBezTo>
                      <a:pt x="17" y="2"/>
                      <a:pt x="22" y="1"/>
                      <a:pt x="27" y="1"/>
                    </a:cubicBezTo>
                    <a:cubicBezTo>
                      <a:pt x="34" y="1"/>
                      <a:pt x="40" y="1"/>
                      <a:pt x="46" y="1"/>
                    </a:cubicBezTo>
                    <a:cubicBezTo>
                      <a:pt x="60" y="0"/>
                      <a:pt x="73" y="1"/>
                      <a:pt x="87" y="2"/>
                    </a:cubicBezTo>
                    <a:cubicBezTo>
                      <a:pt x="113" y="4"/>
                      <a:pt x="139" y="8"/>
                      <a:pt x="165" y="10"/>
                    </a:cubicBezTo>
                    <a:cubicBezTo>
                      <a:pt x="175" y="11"/>
                      <a:pt x="184" y="12"/>
                      <a:pt x="193" y="13"/>
                    </a:cubicBezTo>
                    <a:cubicBezTo>
                      <a:pt x="196" y="13"/>
                      <a:pt x="198" y="13"/>
                      <a:pt x="201" y="14"/>
                    </a:cubicBezTo>
                    <a:cubicBezTo>
                      <a:pt x="204" y="14"/>
                      <a:pt x="208" y="14"/>
                      <a:pt x="213" y="15"/>
                    </a:cubicBezTo>
                    <a:cubicBezTo>
                      <a:pt x="217" y="17"/>
                      <a:pt x="220" y="22"/>
                      <a:pt x="220" y="26"/>
                    </a:cubicBezTo>
                    <a:cubicBezTo>
                      <a:pt x="220" y="31"/>
                      <a:pt x="217" y="36"/>
                      <a:pt x="213" y="38"/>
                    </a:cubicBezTo>
                    <a:cubicBezTo>
                      <a:pt x="207" y="40"/>
                      <a:pt x="202" y="41"/>
                      <a:pt x="197" y="42"/>
                    </a:cubicBezTo>
                    <a:cubicBezTo>
                      <a:pt x="192" y="44"/>
                      <a:pt x="186" y="45"/>
                      <a:pt x="181" y="46"/>
                    </a:cubicBezTo>
                    <a:cubicBezTo>
                      <a:pt x="172" y="49"/>
                      <a:pt x="162" y="51"/>
                      <a:pt x="152" y="53"/>
                    </a:cubicBezTo>
                    <a:cubicBezTo>
                      <a:pt x="131" y="58"/>
                      <a:pt x="110" y="64"/>
                      <a:pt x="88" y="69"/>
                    </a:cubicBezTo>
                    <a:cubicBezTo>
                      <a:pt x="88" y="69"/>
                      <a:pt x="87" y="69"/>
                      <a:pt x="86" y="69"/>
                    </a:cubicBezTo>
                    <a:cubicBezTo>
                      <a:pt x="80" y="69"/>
                      <a:pt x="75" y="66"/>
                      <a:pt x="73" y="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63" name="Google Shape;5263;p70"/>
              <p:cNvSpPr/>
              <p:nvPr/>
            </p:nvSpPr>
            <p:spPr>
              <a:xfrm>
                <a:off x="1449720" y="689040"/>
                <a:ext cx="36360" cy="79200"/>
              </a:xfrm>
              <a:custGeom>
                <a:avLst/>
                <a:gdLst/>
                <a:ahLst/>
                <a:cxnLst/>
                <a:rect l="l" t="t" r="r" b="b"/>
                <a:pathLst>
                  <a:path w="101" h="220" extrusionOk="0">
                    <a:moveTo>
                      <a:pt x="74" y="208"/>
                    </a:moveTo>
                    <a:cubicBezTo>
                      <a:pt x="72" y="184"/>
                      <a:pt x="68" y="160"/>
                      <a:pt x="65" y="137"/>
                    </a:cubicBezTo>
                    <a:cubicBezTo>
                      <a:pt x="64" y="128"/>
                      <a:pt x="62" y="119"/>
                      <a:pt x="61" y="110"/>
                    </a:cubicBezTo>
                    <a:cubicBezTo>
                      <a:pt x="60" y="116"/>
                      <a:pt x="57" y="122"/>
                      <a:pt x="55" y="127"/>
                    </a:cubicBezTo>
                    <a:cubicBezTo>
                      <a:pt x="50" y="140"/>
                      <a:pt x="46" y="152"/>
                      <a:pt x="41" y="165"/>
                    </a:cubicBezTo>
                    <a:cubicBezTo>
                      <a:pt x="38" y="171"/>
                      <a:pt x="36" y="177"/>
                      <a:pt x="33" y="184"/>
                    </a:cubicBezTo>
                    <a:cubicBezTo>
                      <a:pt x="30" y="191"/>
                      <a:pt x="27" y="198"/>
                      <a:pt x="23" y="205"/>
                    </a:cubicBezTo>
                    <a:cubicBezTo>
                      <a:pt x="21" y="209"/>
                      <a:pt x="15" y="211"/>
                      <a:pt x="11" y="211"/>
                    </a:cubicBezTo>
                    <a:cubicBezTo>
                      <a:pt x="5" y="210"/>
                      <a:pt x="1" y="205"/>
                      <a:pt x="0" y="200"/>
                    </a:cubicBezTo>
                    <a:cubicBezTo>
                      <a:pt x="0" y="198"/>
                      <a:pt x="0" y="196"/>
                      <a:pt x="1" y="194"/>
                    </a:cubicBezTo>
                    <a:lnTo>
                      <a:pt x="1" y="195"/>
                    </a:lnTo>
                    <a:cubicBezTo>
                      <a:pt x="1" y="193"/>
                      <a:pt x="2" y="190"/>
                      <a:pt x="4" y="188"/>
                    </a:cubicBezTo>
                    <a:cubicBezTo>
                      <a:pt x="4" y="187"/>
                      <a:pt x="5" y="186"/>
                      <a:pt x="5" y="186"/>
                    </a:cubicBezTo>
                    <a:cubicBezTo>
                      <a:pt x="19" y="158"/>
                      <a:pt x="30" y="130"/>
                      <a:pt x="40" y="101"/>
                    </a:cubicBezTo>
                    <a:cubicBezTo>
                      <a:pt x="44" y="90"/>
                      <a:pt x="47" y="79"/>
                      <a:pt x="50" y="68"/>
                    </a:cubicBezTo>
                    <a:cubicBezTo>
                      <a:pt x="50" y="69"/>
                      <a:pt x="50" y="69"/>
                      <a:pt x="50" y="69"/>
                    </a:cubicBezTo>
                    <a:cubicBezTo>
                      <a:pt x="52" y="59"/>
                      <a:pt x="54" y="49"/>
                      <a:pt x="55" y="38"/>
                    </a:cubicBezTo>
                    <a:cubicBezTo>
                      <a:pt x="55" y="36"/>
                      <a:pt x="55" y="33"/>
                      <a:pt x="55" y="31"/>
                    </a:cubicBezTo>
                    <a:cubicBezTo>
                      <a:pt x="55" y="24"/>
                      <a:pt x="54" y="16"/>
                      <a:pt x="57" y="9"/>
                    </a:cubicBezTo>
                    <a:cubicBezTo>
                      <a:pt x="59" y="4"/>
                      <a:pt x="65" y="0"/>
                      <a:pt x="71" y="1"/>
                    </a:cubicBezTo>
                    <a:cubicBezTo>
                      <a:pt x="76" y="2"/>
                      <a:pt x="80" y="5"/>
                      <a:pt x="82" y="11"/>
                    </a:cubicBezTo>
                    <a:cubicBezTo>
                      <a:pt x="83" y="15"/>
                      <a:pt x="82" y="19"/>
                      <a:pt x="82" y="24"/>
                    </a:cubicBezTo>
                    <a:cubicBezTo>
                      <a:pt x="82" y="27"/>
                      <a:pt x="81" y="30"/>
                      <a:pt x="81" y="33"/>
                    </a:cubicBezTo>
                    <a:cubicBezTo>
                      <a:pt x="81" y="36"/>
                      <a:pt x="80" y="38"/>
                      <a:pt x="79" y="40"/>
                    </a:cubicBezTo>
                    <a:cubicBezTo>
                      <a:pt x="79" y="45"/>
                      <a:pt x="80" y="50"/>
                      <a:pt x="80" y="54"/>
                    </a:cubicBezTo>
                    <a:cubicBezTo>
                      <a:pt x="81" y="63"/>
                      <a:pt x="81" y="71"/>
                      <a:pt x="81" y="80"/>
                    </a:cubicBezTo>
                    <a:cubicBezTo>
                      <a:pt x="85" y="122"/>
                      <a:pt x="92" y="163"/>
                      <a:pt x="99" y="205"/>
                    </a:cubicBezTo>
                    <a:cubicBezTo>
                      <a:pt x="100" y="212"/>
                      <a:pt x="95" y="218"/>
                      <a:pt x="88" y="219"/>
                    </a:cubicBezTo>
                    <a:cubicBezTo>
                      <a:pt x="88" y="219"/>
                      <a:pt x="87" y="219"/>
                      <a:pt x="86" y="219"/>
                    </a:cubicBezTo>
                    <a:cubicBezTo>
                      <a:pt x="81" y="219"/>
                      <a:pt x="75" y="215"/>
                      <a:pt x="74" y="2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64" name="Google Shape;5264;p70"/>
              <p:cNvSpPr/>
              <p:nvPr/>
            </p:nvSpPr>
            <p:spPr>
              <a:xfrm>
                <a:off x="2042640" y="1306440"/>
                <a:ext cx="40680" cy="2808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78" extrusionOk="0">
                    <a:moveTo>
                      <a:pt x="13" y="77"/>
                    </a:moveTo>
                    <a:cubicBezTo>
                      <a:pt x="6" y="76"/>
                      <a:pt x="1" y="70"/>
                      <a:pt x="2" y="63"/>
                    </a:cubicBezTo>
                    <a:cubicBezTo>
                      <a:pt x="3" y="58"/>
                      <a:pt x="3" y="54"/>
                      <a:pt x="4" y="48"/>
                    </a:cubicBezTo>
                    <a:cubicBezTo>
                      <a:pt x="4" y="46"/>
                      <a:pt x="4" y="43"/>
                      <a:pt x="4" y="40"/>
                    </a:cubicBezTo>
                    <a:cubicBezTo>
                      <a:pt x="3" y="36"/>
                      <a:pt x="3" y="32"/>
                      <a:pt x="2" y="28"/>
                    </a:cubicBezTo>
                    <a:cubicBezTo>
                      <a:pt x="1" y="21"/>
                      <a:pt x="0" y="13"/>
                      <a:pt x="4" y="7"/>
                    </a:cubicBezTo>
                    <a:cubicBezTo>
                      <a:pt x="7" y="4"/>
                      <a:pt x="13" y="1"/>
                      <a:pt x="17" y="0"/>
                    </a:cubicBezTo>
                    <a:cubicBezTo>
                      <a:pt x="20" y="0"/>
                      <a:pt x="23" y="0"/>
                      <a:pt x="26" y="1"/>
                    </a:cubicBezTo>
                    <a:cubicBezTo>
                      <a:pt x="29" y="2"/>
                      <a:pt x="33" y="3"/>
                      <a:pt x="36" y="4"/>
                    </a:cubicBezTo>
                    <a:cubicBezTo>
                      <a:pt x="43" y="7"/>
                      <a:pt x="49" y="10"/>
                      <a:pt x="56" y="14"/>
                    </a:cubicBezTo>
                    <a:cubicBezTo>
                      <a:pt x="64" y="19"/>
                      <a:pt x="73" y="24"/>
                      <a:pt x="81" y="30"/>
                    </a:cubicBezTo>
                    <a:cubicBezTo>
                      <a:pt x="89" y="35"/>
                      <a:pt x="98" y="42"/>
                      <a:pt x="106" y="49"/>
                    </a:cubicBezTo>
                    <a:cubicBezTo>
                      <a:pt x="111" y="54"/>
                      <a:pt x="112" y="61"/>
                      <a:pt x="108" y="66"/>
                    </a:cubicBezTo>
                    <a:cubicBezTo>
                      <a:pt x="104" y="71"/>
                      <a:pt x="96" y="73"/>
                      <a:pt x="91" y="68"/>
                    </a:cubicBezTo>
                    <a:cubicBezTo>
                      <a:pt x="86" y="64"/>
                      <a:pt x="81" y="59"/>
                      <a:pt x="75" y="55"/>
                    </a:cubicBezTo>
                    <a:cubicBezTo>
                      <a:pt x="71" y="51"/>
                      <a:pt x="66" y="48"/>
                      <a:pt x="61" y="44"/>
                    </a:cubicBezTo>
                    <a:cubicBezTo>
                      <a:pt x="52" y="39"/>
                      <a:pt x="43" y="34"/>
                      <a:pt x="34" y="30"/>
                    </a:cubicBezTo>
                    <a:cubicBezTo>
                      <a:pt x="31" y="28"/>
                      <a:pt x="29" y="27"/>
                      <a:pt x="26" y="26"/>
                    </a:cubicBezTo>
                    <a:cubicBezTo>
                      <a:pt x="27" y="33"/>
                      <a:pt x="28" y="38"/>
                      <a:pt x="28" y="45"/>
                    </a:cubicBezTo>
                    <a:cubicBezTo>
                      <a:pt x="28" y="52"/>
                      <a:pt x="27" y="59"/>
                      <a:pt x="26" y="67"/>
                    </a:cubicBezTo>
                    <a:cubicBezTo>
                      <a:pt x="26" y="73"/>
                      <a:pt x="20" y="77"/>
                      <a:pt x="14" y="77"/>
                    </a:cubicBezTo>
                    <a:cubicBezTo>
                      <a:pt x="13" y="77"/>
                      <a:pt x="13" y="77"/>
                      <a:pt x="13" y="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65" name="Google Shape;5265;p70"/>
              <p:cNvSpPr/>
              <p:nvPr/>
            </p:nvSpPr>
            <p:spPr>
              <a:xfrm>
                <a:off x="2038680" y="1298520"/>
                <a:ext cx="58680" cy="70920"/>
              </a:xfrm>
              <a:custGeom>
                <a:avLst/>
                <a:gdLst/>
                <a:ahLst/>
                <a:cxnLst/>
                <a:rect l="l" t="t" r="r" b="b"/>
                <a:pathLst>
                  <a:path w="163" h="197" extrusionOk="0">
                    <a:moveTo>
                      <a:pt x="8" y="195"/>
                    </a:moveTo>
                    <a:cubicBezTo>
                      <a:pt x="3" y="193"/>
                      <a:pt x="0" y="186"/>
                      <a:pt x="2" y="180"/>
                    </a:cubicBezTo>
                    <a:cubicBezTo>
                      <a:pt x="5" y="173"/>
                      <a:pt x="9" y="165"/>
                      <a:pt x="12" y="158"/>
                    </a:cubicBezTo>
                    <a:cubicBezTo>
                      <a:pt x="12" y="159"/>
                      <a:pt x="12" y="159"/>
                      <a:pt x="12" y="159"/>
                    </a:cubicBezTo>
                    <a:cubicBezTo>
                      <a:pt x="18" y="148"/>
                      <a:pt x="24" y="137"/>
                      <a:pt x="30" y="126"/>
                    </a:cubicBezTo>
                    <a:cubicBezTo>
                      <a:pt x="36" y="115"/>
                      <a:pt x="43" y="104"/>
                      <a:pt x="50" y="94"/>
                    </a:cubicBezTo>
                    <a:cubicBezTo>
                      <a:pt x="57" y="83"/>
                      <a:pt x="64" y="72"/>
                      <a:pt x="72" y="62"/>
                    </a:cubicBezTo>
                    <a:cubicBezTo>
                      <a:pt x="77" y="57"/>
                      <a:pt x="81" y="51"/>
                      <a:pt x="85" y="46"/>
                    </a:cubicBezTo>
                    <a:cubicBezTo>
                      <a:pt x="90" y="41"/>
                      <a:pt x="95" y="35"/>
                      <a:pt x="100" y="30"/>
                    </a:cubicBezTo>
                    <a:cubicBezTo>
                      <a:pt x="107" y="22"/>
                      <a:pt x="116" y="15"/>
                      <a:pt x="124" y="10"/>
                    </a:cubicBezTo>
                    <a:cubicBezTo>
                      <a:pt x="132" y="4"/>
                      <a:pt x="140" y="1"/>
                      <a:pt x="149" y="0"/>
                    </a:cubicBezTo>
                    <a:cubicBezTo>
                      <a:pt x="156" y="0"/>
                      <a:pt x="162" y="6"/>
                      <a:pt x="162" y="13"/>
                    </a:cubicBezTo>
                    <a:cubicBezTo>
                      <a:pt x="162" y="20"/>
                      <a:pt x="156" y="26"/>
                      <a:pt x="149" y="25"/>
                    </a:cubicBezTo>
                    <a:lnTo>
                      <a:pt x="148" y="25"/>
                    </a:lnTo>
                    <a:lnTo>
                      <a:pt x="149" y="25"/>
                    </a:lnTo>
                    <a:cubicBezTo>
                      <a:pt x="148" y="25"/>
                      <a:pt x="148" y="25"/>
                      <a:pt x="146" y="25"/>
                    </a:cubicBezTo>
                    <a:cubicBezTo>
                      <a:pt x="146" y="26"/>
                      <a:pt x="146" y="26"/>
                      <a:pt x="145" y="26"/>
                    </a:cubicBezTo>
                    <a:cubicBezTo>
                      <a:pt x="144" y="27"/>
                      <a:pt x="143" y="27"/>
                      <a:pt x="142" y="28"/>
                    </a:cubicBezTo>
                    <a:cubicBezTo>
                      <a:pt x="139" y="29"/>
                      <a:pt x="137" y="30"/>
                      <a:pt x="134" y="32"/>
                    </a:cubicBezTo>
                    <a:cubicBezTo>
                      <a:pt x="131" y="34"/>
                      <a:pt x="128" y="36"/>
                      <a:pt x="125" y="39"/>
                    </a:cubicBezTo>
                    <a:cubicBezTo>
                      <a:pt x="117" y="46"/>
                      <a:pt x="109" y="55"/>
                      <a:pt x="102" y="63"/>
                    </a:cubicBezTo>
                    <a:cubicBezTo>
                      <a:pt x="95" y="70"/>
                      <a:pt x="89" y="77"/>
                      <a:pt x="84" y="85"/>
                    </a:cubicBezTo>
                    <a:cubicBezTo>
                      <a:pt x="81" y="88"/>
                      <a:pt x="78" y="92"/>
                      <a:pt x="75" y="95"/>
                    </a:cubicBezTo>
                    <a:cubicBezTo>
                      <a:pt x="72" y="100"/>
                      <a:pt x="70" y="105"/>
                      <a:pt x="66" y="109"/>
                    </a:cubicBezTo>
                    <a:cubicBezTo>
                      <a:pt x="61" y="116"/>
                      <a:pt x="57" y="124"/>
                      <a:pt x="53" y="131"/>
                    </a:cubicBezTo>
                    <a:cubicBezTo>
                      <a:pt x="47" y="140"/>
                      <a:pt x="43" y="150"/>
                      <a:pt x="37" y="158"/>
                    </a:cubicBezTo>
                    <a:cubicBezTo>
                      <a:pt x="33" y="169"/>
                      <a:pt x="28" y="179"/>
                      <a:pt x="24" y="189"/>
                    </a:cubicBezTo>
                    <a:cubicBezTo>
                      <a:pt x="22" y="193"/>
                      <a:pt x="17" y="196"/>
                      <a:pt x="12" y="196"/>
                    </a:cubicBezTo>
                    <a:cubicBezTo>
                      <a:pt x="11" y="196"/>
                      <a:pt x="10" y="196"/>
                      <a:pt x="8" y="19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66" name="Google Shape;5266;p70"/>
              <p:cNvSpPr/>
              <p:nvPr/>
            </p:nvSpPr>
            <p:spPr>
              <a:xfrm>
                <a:off x="1386360" y="691920"/>
                <a:ext cx="46080" cy="129960"/>
              </a:xfrm>
              <a:custGeom>
                <a:avLst/>
                <a:gdLst/>
                <a:ahLst/>
                <a:cxnLst/>
                <a:rect l="l" t="t" r="r" b="b"/>
                <a:pathLst>
                  <a:path w="128" h="361" extrusionOk="0">
                    <a:moveTo>
                      <a:pt x="54" y="336"/>
                    </a:moveTo>
                    <a:lnTo>
                      <a:pt x="54" y="335"/>
                    </a:lnTo>
                    <a:cubicBezTo>
                      <a:pt x="55" y="333"/>
                      <a:pt x="56" y="331"/>
                      <a:pt x="56" y="328"/>
                    </a:cubicBezTo>
                    <a:cubicBezTo>
                      <a:pt x="58" y="320"/>
                      <a:pt x="59" y="310"/>
                      <a:pt x="60" y="301"/>
                    </a:cubicBezTo>
                    <a:cubicBezTo>
                      <a:pt x="61" y="278"/>
                      <a:pt x="61" y="254"/>
                      <a:pt x="63" y="232"/>
                    </a:cubicBezTo>
                    <a:cubicBezTo>
                      <a:pt x="63" y="223"/>
                      <a:pt x="63" y="215"/>
                      <a:pt x="63" y="207"/>
                    </a:cubicBezTo>
                    <a:cubicBezTo>
                      <a:pt x="57" y="217"/>
                      <a:pt x="52" y="227"/>
                      <a:pt x="46" y="238"/>
                    </a:cubicBezTo>
                    <a:cubicBezTo>
                      <a:pt x="47" y="238"/>
                      <a:pt x="47" y="237"/>
                      <a:pt x="47" y="237"/>
                    </a:cubicBezTo>
                    <a:cubicBezTo>
                      <a:pt x="43" y="243"/>
                      <a:pt x="41" y="249"/>
                      <a:pt x="39" y="256"/>
                    </a:cubicBezTo>
                    <a:cubicBezTo>
                      <a:pt x="37" y="258"/>
                      <a:pt x="37" y="260"/>
                      <a:pt x="36" y="262"/>
                    </a:cubicBezTo>
                    <a:cubicBezTo>
                      <a:pt x="36" y="267"/>
                      <a:pt x="35" y="273"/>
                      <a:pt x="35" y="278"/>
                    </a:cubicBezTo>
                    <a:cubicBezTo>
                      <a:pt x="34" y="282"/>
                      <a:pt x="34" y="287"/>
                      <a:pt x="35" y="291"/>
                    </a:cubicBezTo>
                    <a:cubicBezTo>
                      <a:pt x="35" y="294"/>
                      <a:pt x="35" y="298"/>
                      <a:pt x="36" y="300"/>
                    </a:cubicBezTo>
                    <a:cubicBezTo>
                      <a:pt x="36" y="300"/>
                      <a:pt x="36" y="299"/>
                      <a:pt x="35" y="299"/>
                    </a:cubicBezTo>
                    <a:cubicBezTo>
                      <a:pt x="36" y="303"/>
                      <a:pt x="37" y="306"/>
                      <a:pt x="39" y="310"/>
                    </a:cubicBezTo>
                    <a:cubicBezTo>
                      <a:pt x="38" y="310"/>
                      <a:pt x="38" y="310"/>
                      <a:pt x="38" y="310"/>
                    </a:cubicBezTo>
                    <a:cubicBezTo>
                      <a:pt x="40" y="314"/>
                      <a:pt x="42" y="318"/>
                      <a:pt x="43" y="322"/>
                    </a:cubicBezTo>
                    <a:cubicBezTo>
                      <a:pt x="45" y="325"/>
                      <a:pt x="46" y="327"/>
                      <a:pt x="48" y="330"/>
                    </a:cubicBezTo>
                    <a:cubicBezTo>
                      <a:pt x="49" y="331"/>
                      <a:pt x="50" y="333"/>
                      <a:pt x="51" y="334"/>
                    </a:cubicBezTo>
                    <a:lnTo>
                      <a:pt x="52" y="335"/>
                    </a:lnTo>
                    <a:cubicBezTo>
                      <a:pt x="53" y="335"/>
                      <a:pt x="53" y="335"/>
                      <a:pt x="53" y="335"/>
                    </a:cubicBezTo>
                    <a:lnTo>
                      <a:pt x="54" y="336"/>
                    </a:lnTo>
                    <a:moveTo>
                      <a:pt x="53" y="360"/>
                    </a:moveTo>
                    <a:cubicBezTo>
                      <a:pt x="50" y="360"/>
                      <a:pt x="47" y="359"/>
                      <a:pt x="44" y="358"/>
                    </a:cubicBezTo>
                    <a:cubicBezTo>
                      <a:pt x="37" y="354"/>
                      <a:pt x="33" y="349"/>
                      <a:pt x="29" y="342"/>
                    </a:cubicBezTo>
                    <a:cubicBezTo>
                      <a:pt x="25" y="336"/>
                      <a:pt x="21" y="330"/>
                      <a:pt x="19" y="323"/>
                    </a:cubicBezTo>
                    <a:cubicBezTo>
                      <a:pt x="16" y="315"/>
                      <a:pt x="14" y="307"/>
                      <a:pt x="13" y="299"/>
                    </a:cubicBezTo>
                    <a:cubicBezTo>
                      <a:pt x="12" y="292"/>
                      <a:pt x="12" y="284"/>
                      <a:pt x="13" y="277"/>
                    </a:cubicBezTo>
                    <a:cubicBezTo>
                      <a:pt x="14" y="268"/>
                      <a:pt x="15" y="259"/>
                      <a:pt x="18" y="251"/>
                    </a:cubicBezTo>
                    <a:cubicBezTo>
                      <a:pt x="21" y="244"/>
                      <a:pt x="23" y="237"/>
                      <a:pt x="27" y="230"/>
                    </a:cubicBezTo>
                    <a:cubicBezTo>
                      <a:pt x="31" y="222"/>
                      <a:pt x="36" y="214"/>
                      <a:pt x="40" y="206"/>
                    </a:cubicBezTo>
                    <a:cubicBezTo>
                      <a:pt x="47" y="193"/>
                      <a:pt x="56" y="180"/>
                      <a:pt x="63" y="167"/>
                    </a:cubicBezTo>
                    <a:cubicBezTo>
                      <a:pt x="64" y="166"/>
                      <a:pt x="65" y="164"/>
                      <a:pt x="66" y="162"/>
                    </a:cubicBezTo>
                    <a:cubicBezTo>
                      <a:pt x="66" y="159"/>
                      <a:pt x="66" y="156"/>
                      <a:pt x="67" y="153"/>
                    </a:cubicBezTo>
                    <a:cubicBezTo>
                      <a:pt x="67" y="144"/>
                      <a:pt x="68" y="136"/>
                      <a:pt x="70" y="127"/>
                    </a:cubicBezTo>
                    <a:cubicBezTo>
                      <a:pt x="68" y="129"/>
                      <a:pt x="66" y="130"/>
                      <a:pt x="64" y="132"/>
                    </a:cubicBezTo>
                    <a:cubicBezTo>
                      <a:pt x="59" y="136"/>
                      <a:pt x="54" y="139"/>
                      <a:pt x="48" y="141"/>
                    </a:cubicBezTo>
                    <a:cubicBezTo>
                      <a:pt x="43" y="143"/>
                      <a:pt x="37" y="145"/>
                      <a:pt x="32" y="144"/>
                    </a:cubicBezTo>
                    <a:cubicBezTo>
                      <a:pt x="26" y="143"/>
                      <a:pt x="21" y="141"/>
                      <a:pt x="17" y="137"/>
                    </a:cubicBezTo>
                    <a:cubicBezTo>
                      <a:pt x="12" y="134"/>
                      <a:pt x="9" y="129"/>
                      <a:pt x="8" y="123"/>
                    </a:cubicBezTo>
                    <a:cubicBezTo>
                      <a:pt x="3" y="111"/>
                      <a:pt x="1" y="98"/>
                      <a:pt x="1" y="85"/>
                    </a:cubicBezTo>
                    <a:cubicBezTo>
                      <a:pt x="0" y="78"/>
                      <a:pt x="0" y="71"/>
                      <a:pt x="1" y="65"/>
                    </a:cubicBezTo>
                    <a:cubicBezTo>
                      <a:pt x="1" y="59"/>
                      <a:pt x="1" y="53"/>
                      <a:pt x="3" y="48"/>
                    </a:cubicBezTo>
                    <a:cubicBezTo>
                      <a:pt x="4" y="43"/>
                      <a:pt x="8" y="39"/>
                      <a:pt x="12" y="38"/>
                    </a:cubicBezTo>
                    <a:cubicBezTo>
                      <a:pt x="16" y="37"/>
                      <a:pt x="21" y="38"/>
                      <a:pt x="24" y="41"/>
                    </a:cubicBezTo>
                    <a:cubicBezTo>
                      <a:pt x="30" y="44"/>
                      <a:pt x="30" y="53"/>
                      <a:pt x="26" y="58"/>
                    </a:cubicBezTo>
                    <a:cubicBezTo>
                      <a:pt x="26" y="59"/>
                      <a:pt x="26" y="59"/>
                      <a:pt x="26" y="59"/>
                    </a:cubicBezTo>
                    <a:cubicBezTo>
                      <a:pt x="25" y="63"/>
                      <a:pt x="25" y="67"/>
                      <a:pt x="24" y="71"/>
                    </a:cubicBezTo>
                    <a:cubicBezTo>
                      <a:pt x="24" y="76"/>
                      <a:pt x="24" y="81"/>
                      <a:pt x="24" y="87"/>
                    </a:cubicBezTo>
                    <a:cubicBezTo>
                      <a:pt x="25" y="92"/>
                      <a:pt x="25" y="97"/>
                      <a:pt x="26" y="102"/>
                    </a:cubicBezTo>
                    <a:cubicBezTo>
                      <a:pt x="27" y="106"/>
                      <a:pt x="28" y="109"/>
                      <a:pt x="29" y="113"/>
                    </a:cubicBezTo>
                    <a:lnTo>
                      <a:pt x="29" y="112"/>
                    </a:lnTo>
                    <a:cubicBezTo>
                      <a:pt x="29" y="113"/>
                      <a:pt x="29" y="113"/>
                      <a:pt x="29" y="113"/>
                    </a:cubicBezTo>
                    <a:cubicBezTo>
                      <a:pt x="30" y="115"/>
                      <a:pt x="30" y="116"/>
                      <a:pt x="30" y="117"/>
                    </a:cubicBezTo>
                    <a:cubicBezTo>
                      <a:pt x="31" y="118"/>
                      <a:pt x="31" y="118"/>
                      <a:pt x="31" y="118"/>
                    </a:cubicBezTo>
                    <a:cubicBezTo>
                      <a:pt x="32" y="118"/>
                      <a:pt x="32" y="119"/>
                      <a:pt x="32" y="119"/>
                    </a:cubicBezTo>
                    <a:cubicBezTo>
                      <a:pt x="33" y="120"/>
                      <a:pt x="33" y="120"/>
                      <a:pt x="33" y="120"/>
                    </a:cubicBezTo>
                    <a:lnTo>
                      <a:pt x="34" y="120"/>
                    </a:lnTo>
                    <a:lnTo>
                      <a:pt x="35" y="120"/>
                    </a:lnTo>
                    <a:lnTo>
                      <a:pt x="36" y="120"/>
                    </a:lnTo>
                    <a:cubicBezTo>
                      <a:pt x="36" y="120"/>
                      <a:pt x="37" y="120"/>
                      <a:pt x="38" y="120"/>
                    </a:cubicBezTo>
                    <a:cubicBezTo>
                      <a:pt x="40" y="119"/>
                      <a:pt x="42" y="119"/>
                      <a:pt x="43" y="118"/>
                    </a:cubicBezTo>
                    <a:cubicBezTo>
                      <a:pt x="44" y="117"/>
                      <a:pt x="46" y="116"/>
                      <a:pt x="47" y="115"/>
                    </a:cubicBezTo>
                    <a:cubicBezTo>
                      <a:pt x="49" y="114"/>
                      <a:pt x="51" y="112"/>
                      <a:pt x="53" y="111"/>
                    </a:cubicBezTo>
                    <a:cubicBezTo>
                      <a:pt x="55" y="109"/>
                      <a:pt x="57" y="107"/>
                      <a:pt x="59" y="105"/>
                    </a:cubicBezTo>
                    <a:cubicBezTo>
                      <a:pt x="61" y="102"/>
                      <a:pt x="63" y="99"/>
                      <a:pt x="65" y="97"/>
                    </a:cubicBezTo>
                    <a:cubicBezTo>
                      <a:pt x="70" y="90"/>
                      <a:pt x="74" y="83"/>
                      <a:pt x="78" y="76"/>
                    </a:cubicBezTo>
                    <a:cubicBezTo>
                      <a:pt x="80" y="63"/>
                      <a:pt x="83" y="50"/>
                      <a:pt x="87" y="37"/>
                    </a:cubicBezTo>
                    <a:cubicBezTo>
                      <a:pt x="89" y="30"/>
                      <a:pt x="92" y="23"/>
                      <a:pt x="95" y="17"/>
                    </a:cubicBezTo>
                    <a:cubicBezTo>
                      <a:pt x="98" y="11"/>
                      <a:pt x="102" y="4"/>
                      <a:pt x="109" y="2"/>
                    </a:cubicBezTo>
                    <a:cubicBezTo>
                      <a:pt x="114" y="0"/>
                      <a:pt x="121" y="3"/>
                      <a:pt x="124" y="9"/>
                    </a:cubicBezTo>
                    <a:cubicBezTo>
                      <a:pt x="127" y="14"/>
                      <a:pt x="125" y="23"/>
                      <a:pt x="123" y="28"/>
                    </a:cubicBezTo>
                    <a:cubicBezTo>
                      <a:pt x="120" y="35"/>
                      <a:pt x="117" y="42"/>
                      <a:pt x="114" y="49"/>
                    </a:cubicBezTo>
                    <a:cubicBezTo>
                      <a:pt x="112" y="55"/>
                      <a:pt x="109" y="60"/>
                      <a:pt x="107" y="66"/>
                    </a:cubicBezTo>
                    <a:cubicBezTo>
                      <a:pt x="104" y="72"/>
                      <a:pt x="102" y="78"/>
                      <a:pt x="99" y="84"/>
                    </a:cubicBezTo>
                    <a:cubicBezTo>
                      <a:pt x="98" y="85"/>
                      <a:pt x="98" y="87"/>
                      <a:pt x="97" y="89"/>
                    </a:cubicBezTo>
                    <a:lnTo>
                      <a:pt x="97" y="88"/>
                    </a:lnTo>
                    <a:cubicBezTo>
                      <a:pt x="97" y="89"/>
                      <a:pt x="97" y="89"/>
                      <a:pt x="97" y="90"/>
                    </a:cubicBezTo>
                    <a:cubicBezTo>
                      <a:pt x="96" y="99"/>
                      <a:pt x="94" y="108"/>
                      <a:pt x="92" y="118"/>
                    </a:cubicBezTo>
                    <a:cubicBezTo>
                      <a:pt x="93" y="116"/>
                      <a:pt x="94" y="115"/>
                      <a:pt x="95" y="113"/>
                    </a:cubicBezTo>
                    <a:cubicBezTo>
                      <a:pt x="97" y="109"/>
                      <a:pt x="104" y="107"/>
                      <a:pt x="109" y="110"/>
                    </a:cubicBezTo>
                    <a:cubicBezTo>
                      <a:pt x="113" y="112"/>
                      <a:pt x="114" y="119"/>
                      <a:pt x="112" y="123"/>
                    </a:cubicBezTo>
                    <a:cubicBezTo>
                      <a:pt x="103" y="137"/>
                      <a:pt x="95" y="152"/>
                      <a:pt x="86" y="166"/>
                    </a:cubicBezTo>
                    <a:cubicBezTo>
                      <a:pt x="86" y="171"/>
                      <a:pt x="86" y="174"/>
                      <a:pt x="85" y="178"/>
                    </a:cubicBezTo>
                    <a:cubicBezTo>
                      <a:pt x="84" y="203"/>
                      <a:pt x="83" y="227"/>
                      <a:pt x="82" y="252"/>
                    </a:cubicBezTo>
                    <a:cubicBezTo>
                      <a:pt x="82" y="264"/>
                      <a:pt x="82" y="276"/>
                      <a:pt x="82" y="288"/>
                    </a:cubicBezTo>
                    <a:cubicBezTo>
                      <a:pt x="82" y="300"/>
                      <a:pt x="81" y="313"/>
                      <a:pt x="79" y="326"/>
                    </a:cubicBezTo>
                    <a:cubicBezTo>
                      <a:pt x="79" y="331"/>
                      <a:pt x="78" y="338"/>
                      <a:pt x="76" y="343"/>
                    </a:cubicBezTo>
                    <a:cubicBezTo>
                      <a:pt x="74" y="349"/>
                      <a:pt x="70" y="356"/>
                      <a:pt x="63" y="359"/>
                    </a:cubicBezTo>
                    <a:cubicBezTo>
                      <a:pt x="60" y="359"/>
                      <a:pt x="58" y="360"/>
                      <a:pt x="55" y="360"/>
                    </a:cubicBezTo>
                    <a:cubicBezTo>
                      <a:pt x="54" y="360"/>
                      <a:pt x="54" y="360"/>
                      <a:pt x="53" y="3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67" name="Google Shape;5267;p70"/>
              <p:cNvSpPr/>
              <p:nvPr/>
            </p:nvSpPr>
            <p:spPr>
              <a:xfrm>
                <a:off x="1354680" y="883080"/>
                <a:ext cx="497160" cy="492480"/>
              </a:xfrm>
              <a:custGeom>
                <a:avLst/>
                <a:gdLst/>
                <a:ahLst/>
                <a:cxnLst/>
                <a:rect l="l" t="t" r="r" b="b"/>
                <a:pathLst>
                  <a:path w="1381" h="1368" extrusionOk="0">
                    <a:moveTo>
                      <a:pt x="1356" y="1363"/>
                    </a:moveTo>
                    <a:cubicBezTo>
                      <a:pt x="1347" y="1354"/>
                      <a:pt x="1338" y="1344"/>
                      <a:pt x="1329" y="1336"/>
                    </a:cubicBezTo>
                    <a:cubicBezTo>
                      <a:pt x="1320" y="1326"/>
                      <a:pt x="1310" y="1316"/>
                      <a:pt x="1300" y="1306"/>
                    </a:cubicBezTo>
                    <a:cubicBezTo>
                      <a:pt x="1280" y="1284"/>
                      <a:pt x="1258" y="1264"/>
                      <a:pt x="1237" y="1243"/>
                    </a:cubicBezTo>
                    <a:cubicBezTo>
                      <a:pt x="1217" y="1223"/>
                      <a:pt x="1196" y="1202"/>
                      <a:pt x="1175" y="1182"/>
                    </a:cubicBezTo>
                    <a:cubicBezTo>
                      <a:pt x="1154" y="1161"/>
                      <a:pt x="1134" y="1140"/>
                      <a:pt x="1113" y="1119"/>
                    </a:cubicBezTo>
                    <a:cubicBezTo>
                      <a:pt x="1072" y="1079"/>
                      <a:pt x="1031" y="1038"/>
                      <a:pt x="991" y="998"/>
                    </a:cubicBezTo>
                    <a:cubicBezTo>
                      <a:pt x="949" y="956"/>
                      <a:pt x="907" y="914"/>
                      <a:pt x="865" y="873"/>
                    </a:cubicBezTo>
                    <a:cubicBezTo>
                      <a:pt x="823" y="831"/>
                      <a:pt x="781" y="789"/>
                      <a:pt x="739" y="748"/>
                    </a:cubicBezTo>
                    <a:cubicBezTo>
                      <a:pt x="697" y="706"/>
                      <a:pt x="656" y="665"/>
                      <a:pt x="614" y="624"/>
                    </a:cubicBezTo>
                    <a:cubicBezTo>
                      <a:pt x="572" y="582"/>
                      <a:pt x="530" y="540"/>
                      <a:pt x="488" y="498"/>
                    </a:cubicBezTo>
                    <a:cubicBezTo>
                      <a:pt x="447" y="458"/>
                      <a:pt x="406" y="417"/>
                      <a:pt x="365" y="377"/>
                    </a:cubicBezTo>
                    <a:cubicBezTo>
                      <a:pt x="322" y="333"/>
                      <a:pt x="278" y="290"/>
                      <a:pt x="234" y="247"/>
                    </a:cubicBezTo>
                    <a:cubicBezTo>
                      <a:pt x="193" y="206"/>
                      <a:pt x="152" y="165"/>
                      <a:pt x="110" y="125"/>
                    </a:cubicBezTo>
                    <a:cubicBezTo>
                      <a:pt x="93" y="108"/>
                      <a:pt x="76" y="90"/>
                      <a:pt x="59" y="74"/>
                    </a:cubicBezTo>
                    <a:cubicBezTo>
                      <a:pt x="49" y="65"/>
                      <a:pt x="39" y="56"/>
                      <a:pt x="30" y="46"/>
                    </a:cubicBezTo>
                    <a:cubicBezTo>
                      <a:pt x="26" y="42"/>
                      <a:pt x="21" y="37"/>
                      <a:pt x="17" y="33"/>
                    </a:cubicBezTo>
                    <a:cubicBezTo>
                      <a:pt x="12" y="29"/>
                      <a:pt x="8" y="26"/>
                      <a:pt x="4" y="22"/>
                    </a:cubicBezTo>
                    <a:cubicBezTo>
                      <a:pt x="0" y="17"/>
                      <a:pt x="0" y="9"/>
                      <a:pt x="4" y="4"/>
                    </a:cubicBezTo>
                    <a:cubicBezTo>
                      <a:pt x="10" y="0"/>
                      <a:pt x="17" y="0"/>
                      <a:pt x="22" y="4"/>
                    </a:cubicBezTo>
                    <a:cubicBezTo>
                      <a:pt x="26" y="8"/>
                      <a:pt x="31" y="13"/>
                      <a:pt x="35" y="18"/>
                    </a:cubicBezTo>
                    <a:cubicBezTo>
                      <a:pt x="41" y="23"/>
                      <a:pt x="47" y="29"/>
                      <a:pt x="53" y="36"/>
                    </a:cubicBezTo>
                    <a:cubicBezTo>
                      <a:pt x="63" y="45"/>
                      <a:pt x="72" y="55"/>
                      <a:pt x="82" y="65"/>
                    </a:cubicBezTo>
                    <a:cubicBezTo>
                      <a:pt x="103" y="87"/>
                      <a:pt x="125" y="109"/>
                      <a:pt x="146" y="130"/>
                    </a:cubicBezTo>
                    <a:cubicBezTo>
                      <a:pt x="187" y="171"/>
                      <a:pt x="228" y="211"/>
                      <a:pt x="269" y="252"/>
                    </a:cubicBezTo>
                    <a:cubicBezTo>
                      <a:pt x="312" y="295"/>
                      <a:pt x="356" y="338"/>
                      <a:pt x="399" y="381"/>
                    </a:cubicBezTo>
                    <a:cubicBezTo>
                      <a:pt x="440" y="421"/>
                      <a:pt x="481" y="462"/>
                      <a:pt x="522" y="502"/>
                    </a:cubicBezTo>
                    <a:cubicBezTo>
                      <a:pt x="564" y="544"/>
                      <a:pt x="606" y="585"/>
                      <a:pt x="648" y="627"/>
                    </a:cubicBezTo>
                    <a:cubicBezTo>
                      <a:pt x="689" y="668"/>
                      <a:pt x="731" y="709"/>
                      <a:pt x="773" y="751"/>
                    </a:cubicBezTo>
                    <a:cubicBezTo>
                      <a:pt x="815" y="792"/>
                      <a:pt x="856" y="833"/>
                      <a:pt x="898" y="875"/>
                    </a:cubicBezTo>
                    <a:cubicBezTo>
                      <a:pt x="940" y="916"/>
                      <a:pt x="981" y="957"/>
                      <a:pt x="1023" y="999"/>
                    </a:cubicBezTo>
                    <a:cubicBezTo>
                      <a:pt x="1065" y="1040"/>
                      <a:pt x="1107" y="1081"/>
                      <a:pt x="1149" y="1122"/>
                    </a:cubicBezTo>
                    <a:cubicBezTo>
                      <a:pt x="1190" y="1163"/>
                      <a:pt x="1231" y="1204"/>
                      <a:pt x="1272" y="1245"/>
                    </a:cubicBezTo>
                    <a:cubicBezTo>
                      <a:pt x="1290" y="1263"/>
                      <a:pt x="1308" y="1280"/>
                      <a:pt x="1326" y="1298"/>
                    </a:cubicBezTo>
                    <a:cubicBezTo>
                      <a:pt x="1334" y="1306"/>
                      <a:pt x="1343" y="1313"/>
                      <a:pt x="1351" y="1321"/>
                    </a:cubicBezTo>
                    <a:cubicBezTo>
                      <a:pt x="1359" y="1329"/>
                      <a:pt x="1367" y="1336"/>
                      <a:pt x="1375" y="1344"/>
                    </a:cubicBezTo>
                    <a:cubicBezTo>
                      <a:pt x="1380" y="1349"/>
                      <a:pt x="1380" y="1358"/>
                      <a:pt x="1375" y="1363"/>
                    </a:cubicBezTo>
                    <a:cubicBezTo>
                      <a:pt x="1372" y="1365"/>
                      <a:pt x="1369" y="1367"/>
                      <a:pt x="1365" y="1367"/>
                    </a:cubicBezTo>
                    <a:cubicBezTo>
                      <a:pt x="1362" y="1367"/>
                      <a:pt x="1358" y="1365"/>
                      <a:pt x="1356" y="13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68" name="Google Shape;5268;p70"/>
              <p:cNvSpPr/>
              <p:nvPr/>
            </p:nvSpPr>
            <p:spPr>
              <a:xfrm>
                <a:off x="1398960" y="994680"/>
                <a:ext cx="36000" cy="65520"/>
              </a:xfrm>
              <a:custGeom>
                <a:avLst/>
                <a:gdLst/>
                <a:ahLst/>
                <a:cxnLst/>
                <a:rect l="l" t="t" r="r" b="b"/>
                <a:pathLst>
                  <a:path w="100" h="182" extrusionOk="0">
                    <a:moveTo>
                      <a:pt x="44" y="181"/>
                    </a:moveTo>
                    <a:cubicBezTo>
                      <a:pt x="37" y="180"/>
                      <a:pt x="32" y="173"/>
                      <a:pt x="33" y="167"/>
                    </a:cubicBezTo>
                    <a:cubicBezTo>
                      <a:pt x="36" y="154"/>
                      <a:pt x="39" y="141"/>
                      <a:pt x="41" y="128"/>
                    </a:cubicBezTo>
                    <a:cubicBezTo>
                      <a:pt x="44" y="116"/>
                      <a:pt x="46" y="104"/>
                      <a:pt x="49" y="92"/>
                    </a:cubicBezTo>
                    <a:cubicBezTo>
                      <a:pt x="51" y="84"/>
                      <a:pt x="54" y="75"/>
                      <a:pt x="56" y="67"/>
                    </a:cubicBezTo>
                    <a:cubicBezTo>
                      <a:pt x="53" y="71"/>
                      <a:pt x="49" y="75"/>
                      <a:pt x="46" y="78"/>
                    </a:cubicBezTo>
                    <a:cubicBezTo>
                      <a:pt x="41" y="83"/>
                      <a:pt x="36" y="88"/>
                      <a:pt x="32" y="93"/>
                    </a:cubicBezTo>
                    <a:cubicBezTo>
                      <a:pt x="30" y="95"/>
                      <a:pt x="28" y="97"/>
                      <a:pt x="26" y="99"/>
                    </a:cubicBezTo>
                    <a:cubicBezTo>
                      <a:pt x="25" y="100"/>
                      <a:pt x="23" y="102"/>
                      <a:pt x="22" y="103"/>
                    </a:cubicBezTo>
                    <a:cubicBezTo>
                      <a:pt x="19" y="105"/>
                      <a:pt x="15" y="106"/>
                      <a:pt x="12" y="106"/>
                    </a:cubicBezTo>
                    <a:cubicBezTo>
                      <a:pt x="8" y="105"/>
                      <a:pt x="4" y="102"/>
                      <a:pt x="2" y="98"/>
                    </a:cubicBezTo>
                    <a:cubicBezTo>
                      <a:pt x="0" y="92"/>
                      <a:pt x="2" y="86"/>
                      <a:pt x="8" y="82"/>
                    </a:cubicBezTo>
                    <a:cubicBezTo>
                      <a:pt x="8" y="82"/>
                      <a:pt x="9" y="82"/>
                      <a:pt x="9" y="81"/>
                    </a:cubicBezTo>
                    <a:cubicBezTo>
                      <a:pt x="24" y="67"/>
                      <a:pt x="38" y="53"/>
                      <a:pt x="51" y="38"/>
                    </a:cubicBezTo>
                    <a:cubicBezTo>
                      <a:pt x="58" y="30"/>
                      <a:pt x="64" y="23"/>
                      <a:pt x="69" y="15"/>
                    </a:cubicBezTo>
                    <a:cubicBezTo>
                      <a:pt x="72" y="11"/>
                      <a:pt x="75" y="6"/>
                      <a:pt x="78" y="4"/>
                    </a:cubicBezTo>
                    <a:cubicBezTo>
                      <a:pt x="83" y="1"/>
                      <a:pt x="88" y="0"/>
                      <a:pt x="92" y="2"/>
                    </a:cubicBezTo>
                    <a:cubicBezTo>
                      <a:pt x="96" y="5"/>
                      <a:pt x="99" y="10"/>
                      <a:pt x="98" y="15"/>
                    </a:cubicBezTo>
                    <a:cubicBezTo>
                      <a:pt x="97" y="20"/>
                      <a:pt x="95" y="25"/>
                      <a:pt x="93" y="30"/>
                    </a:cubicBezTo>
                    <a:cubicBezTo>
                      <a:pt x="91" y="35"/>
                      <a:pt x="89" y="39"/>
                      <a:pt x="88" y="44"/>
                    </a:cubicBezTo>
                    <a:cubicBezTo>
                      <a:pt x="79" y="70"/>
                      <a:pt x="71" y="96"/>
                      <a:pt x="65" y="123"/>
                    </a:cubicBezTo>
                    <a:cubicBezTo>
                      <a:pt x="62" y="139"/>
                      <a:pt x="60" y="155"/>
                      <a:pt x="58" y="170"/>
                    </a:cubicBezTo>
                    <a:cubicBezTo>
                      <a:pt x="57" y="176"/>
                      <a:pt x="51" y="181"/>
                      <a:pt x="46" y="181"/>
                    </a:cubicBezTo>
                    <a:cubicBezTo>
                      <a:pt x="45" y="181"/>
                      <a:pt x="44" y="181"/>
                      <a:pt x="44" y="1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69" name="Google Shape;5269;p70"/>
              <p:cNvSpPr/>
              <p:nvPr/>
            </p:nvSpPr>
            <p:spPr>
              <a:xfrm>
                <a:off x="1705680" y="1290240"/>
                <a:ext cx="30600" cy="57600"/>
              </a:xfrm>
              <a:custGeom>
                <a:avLst/>
                <a:gdLst/>
                <a:ahLst/>
                <a:cxnLst/>
                <a:rect l="l" t="t" r="r" b="b"/>
                <a:pathLst>
                  <a:path w="85" h="160" extrusionOk="0">
                    <a:moveTo>
                      <a:pt x="26" y="159"/>
                    </a:moveTo>
                    <a:cubicBezTo>
                      <a:pt x="19" y="157"/>
                      <a:pt x="15" y="149"/>
                      <a:pt x="18" y="142"/>
                    </a:cubicBezTo>
                    <a:cubicBezTo>
                      <a:pt x="21" y="133"/>
                      <a:pt x="24" y="124"/>
                      <a:pt x="28" y="114"/>
                    </a:cubicBezTo>
                    <a:cubicBezTo>
                      <a:pt x="33" y="98"/>
                      <a:pt x="39" y="82"/>
                      <a:pt x="44" y="66"/>
                    </a:cubicBezTo>
                    <a:cubicBezTo>
                      <a:pt x="45" y="65"/>
                      <a:pt x="45" y="63"/>
                      <a:pt x="45" y="62"/>
                    </a:cubicBezTo>
                    <a:cubicBezTo>
                      <a:pt x="44" y="63"/>
                      <a:pt x="44" y="64"/>
                      <a:pt x="42" y="65"/>
                    </a:cubicBezTo>
                    <a:cubicBezTo>
                      <a:pt x="36" y="72"/>
                      <a:pt x="29" y="80"/>
                      <a:pt x="23" y="87"/>
                    </a:cubicBezTo>
                    <a:cubicBezTo>
                      <a:pt x="17" y="92"/>
                      <a:pt x="9" y="92"/>
                      <a:pt x="5" y="87"/>
                    </a:cubicBezTo>
                    <a:cubicBezTo>
                      <a:pt x="0" y="82"/>
                      <a:pt x="0" y="74"/>
                      <a:pt x="5" y="69"/>
                    </a:cubicBezTo>
                    <a:cubicBezTo>
                      <a:pt x="18" y="56"/>
                      <a:pt x="31" y="43"/>
                      <a:pt x="44" y="29"/>
                    </a:cubicBezTo>
                    <a:cubicBezTo>
                      <a:pt x="47" y="25"/>
                      <a:pt x="49" y="22"/>
                      <a:pt x="52" y="19"/>
                    </a:cubicBezTo>
                    <a:cubicBezTo>
                      <a:pt x="54" y="16"/>
                      <a:pt x="55" y="15"/>
                      <a:pt x="57" y="12"/>
                    </a:cubicBezTo>
                    <a:cubicBezTo>
                      <a:pt x="58" y="11"/>
                      <a:pt x="59" y="9"/>
                      <a:pt x="61" y="8"/>
                    </a:cubicBezTo>
                    <a:cubicBezTo>
                      <a:pt x="62" y="6"/>
                      <a:pt x="65" y="5"/>
                      <a:pt x="67" y="4"/>
                    </a:cubicBezTo>
                    <a:cubicBezTo>
                      <a:pt x="74" y="0"/>
                      <a:pt x="83" y="6"/>
                      <a:pt x="84" y="13"/>
                    </a:cubicBezTo>
                    <a:cubicBezTo>
                      <a:pt x="84" y="16"/>
                      <a:pt x="84" y="19"/>
                      <a:pt x="83" y="22"/>
                    </a:cubicBezTo>
                    <a:cubicBezTo>
                      <a:pt x="83" y="23"/>
                      <a:pt x="82" y="25"/>
                      <a:pt x="82" y="27"/>
                    </a:cubicBezTo>
                    <a:cubicBezTo>
                      <a:pt x="80" y="30"/>
                      <a:pt x="80" y="32"/>
                      <a:pt x="79" y="35"/>
                    </a:cubicBezTo>
                    <a:cubicBezTo>
                      <a:pt x="79" y="34"/>
                      <a:pt x="79" y="34"/>
                      <a:pt x="79" y="34"/>
                    </a:cubicBezTo>
                    <a:lnTo>
                      <a:pt x="79" y="35"/>
                    </a:lnTo>
                    <a:cubicBezTo>
                      <a:pt x="79" y="36"/>
                      <a:pt x="79" y="36"/>
                      <a:pt x="78" y="36"/>
                    </a:cubicBezTo>
                    <a:cubicBezTo>
                      <a:pt x="79" y="36"/>
                      <a:pt x="79" y="36"/>
                      <a:pt x="79" y="36"/>
                    </a:cubicBezTo>
                    <a:lnTo>
                      <a:pt x="79" y="35"/>
                    </a:lnTo>
                    <a:cubicBezTo>
                      <a:pt x="79" y="36"/>
                      <a:pt x="79" y="36"/>
                      <a:pt x="79" y="36"/>
                    </a:cubicBezTo>
                    <a:cubicBezTo>
                      <a:pt x="79" y="35"/>
                      <a:pt x="79" y="35"/>
                      <a:pt x="79" y="35"/>
                    </a:cubicBezTo>
                    <a:lnTo>
                      <a:pt x="79" y="36"/>
                    </a:lnTo>
                    <a:cubicBezTo>
                      <a:pt x="78" y="36"/>
                      <a:pt x="78" y="36"/>
                      <a:pt x="78" y="36"/>
                    </a:cubicBezTo>
                    <a:cubicBezTo>
                      <a:pt x="72" y="55"/>
                      <a:pt x="65" y="74"/>
                      <a:pt x="59" y="93"/>
                    </a:cubicBezTo>
                    <a:cubicBezTo>
                      <a:pt x="52" y="112"/>
                      <a:pt x="47" y="131"/>
                      <a:pt x="41" y="150"/>
                    </a:cubicBezTo>
                    <a:cubicBezTo>
                      <a:pt x="39" y="156"/>
                      <a:pt x="34" y="159"/>
                      <a:pt x="29" y="159"/>
                    </a:cubicBezTo>
                    <a:cubicBezTo>
                      <a:pt x="28" y="159"/>
                      <a:pt x="27" y="159"/>
                      <a:pt x="26" y="15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70" name="Google Shape;5270;p70"/>
              <p:cNvSpPr/>
              <p:nvPr/>
            </p:nvSpPr>
            <p:spPr>
              <a:xfrm>
                <a:off x="1400040" y="1305000"/>
                <a:ext cx="4140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120" extrusionOk="0">
                    <a:moveTo>
                      <a:pt x="62" y="96"/>
                    </a:moveTo>
                    <a:cubicBezTo>
                      <a:pt x="63" y="96"/>
                      <a:pt x="64" y="96"/>
                      <a:pt x="65" y="96"/>
                    </a:cubicBezTo>
                    <a:cubicBezTo>
                      <a:pt x="66" y="95"/>
                      <a:pt x="66" y="95"/>
                      <a:pt x="67" y="95"/>
                    </a:cubicBezTo>
                    <a:cubicBezTo>
                      <a:pt x="68" y="94"/>
                      <a:pt x="68" y="94"/>
                      <a:pt x="69" y="94"/>
                    </a:cubicBezTo>
                    <a:cubicBezTo>
                      <a:pt x="69" y="94"/>
                      <a:pt x="70" y="93"/>
                      <a:pt x="71" y="93"/>
                    </a:cubicBezTo>
                    <a:cubicBezTo>
                      <a:pt x="73" y="91"/>
                      <a:pt x="75" y="90"/>
                      <a:pt x="76" y="89"/>
                    </a:cubicBezTo>
                    <a:cubicBezTo>
                      <a:pt x="78" y="87"/>
                      <a:pt x="79" y="86"/>
                      <a:pt x="80" y="84"/>
                    </a:cubicBezTo>
                    <a:cubicBezTo>
                      <a:pt x="82" y="82"/>
                      <a:pt x="84" y="80"/>
                      <a:pt x="86" y="77"/>
                    </a:cubicBezTo>
                    <a:cubicBezTo>
                      <a:pt x="87" y="76"/>
                      <a:pt x="87" y="75"/>
                      <a:pt x="88" y="74"/>
                    </a:cubicBezTo>
                    <a:cubicBezTo>
                      <a:pt x="89" y="73"/>
                      <a:pt x="89" y="71"/>
                      <a:pt x="90" y="70"/>
                    </a:cubicBezTo>
                    <a:cubicBezTo>
                      <a:pt x="90" y="68"/>
                      <a:pt x="90" y="67"/>
                      <a:pt x="91" y="66"/>
                    </a:cubicBezTo>
                    <a:cubicBezTo>
                      <a:pt x="91" y="65"/>
                      <a:pt x="91" y="64"/>
                      <a:pt x="91" y="62"/>
                    </a:cubicBezTo>
                    <a:cubicBezTo>
                      <a:pt x="91" y="63"/>
                      <a:pt x="91" y="64"/>
                      <a:pt x="91" y="64"/>
                    </a:cubicBezTo>
                    <a:cubicBezTo>
                      <a:pt x="91" y="63"/>
                      <a:pt x="91" y="62"/>
                      <a:pt x="91" y="61"/>
                    </a:cubicBezTo>
                    <a:cubicBezTo>
                      <a:pt x="91" y="59"/>
                      <a:pt x="90" y="57"/>
                      <a:pt x="90" y="55"/>
                    </a:cubicBezTo>
                    <a:cubicBezTo>
                      <a:pt x="90" y="54"/>
                      <a:pt x="90" y="53"/>
                      <a:pt x="89" y="52"/>
                    </a:cubicBezTo>
                    <a:cubicBezTo>
                      <a:pt x="89" y="50"/>
                      <a:pt x="87" y="48"/>
                      <a:pt x="87" y="45"/>
                    </a:cubicBezTo>
                    <a:cubicBezTo>
                      <a:pt x="86" y="44"/>
                      <a:pt x="85" y="43"/>
                      <a:pt x="84" y="41"/>
                    </a:cubicBezTo>
                    <a:lnTo>
                      <a:pt x="83" y="40"/>
                    </a:lnTo>
                    <a:cubicBezTo>
                      <a:pt x="82" y="38"/>
                      <a:pt x="80" y="37"/>
                      <a:pt x="78" y="36"/>
                    </a:cubicBezTo>
                    <a:cubicBezTo>
                      <a:pt x="79" y="36"/>
                      <a:pt x="79" y="36"/>
                      <a:pt x="79" y="37"/>
                    </a:cubicBezTo>
                    <a:cubicBezTo>
                      <a:pt x="79" y="36"/>
                      <a:pt x="78" y="35"/>
                      <a:pt x="76" y="34"/>
                    </a:cubicBezTo>
                    <a:lnTo>
                      <a:pt x="75" y="33"/>
                    </a:lnTo>
                    <a:lnTo>
                      <a:pt x="74" y="33"/>
                    </a:lnTo>
                    <a:lnTo>
                      <a:pt x="75" y="33"/>
                    </a:lnTo>
                    <a:cubicBezTo>
                      <a:pt x="74" y="33"/>
                      <a:pt x="73" y="32"/>
                      <a:pt x="72" y="32"/>
                    </a:cubicBezTo>
                    <a:cubicBezTo>
                      <a:pt x="71" y="31"/>
                      <a:pt x="69" y="31"/>
                      <a:pt x="68" y="31"/>
                    </a:cubicBezTo>
                    <a:cubicBezTo>
                      <a:pt x="66" y="30"/>
                      <a:pt x="65" y="30"/>
                      <a:pt x="64" y="30"/>
                    </a:cubicBezTo>
                    <a:cubicBezTo>
                      <a:pt x="61" y="30"/>
                      <a:pt x="58" y="30"/>
                      <a:pt x="55" y="30"/>
                    </a:cubicBezTo>
                    <a:cubicBezTo>
                      <a:pt x="49" y="31"/>
                      <a:pt x="43" y="31"/>
                      <a:pt x="37" y="33"/>
                    </a:cubicBezTo>
                    <a:cubicBezTo>
                      <a:pt x="37" y="33"/>
                      <a:pt x="38" y="32"/>
                      <a:pt x="39" y="32"/>
                    </a:cubicBezTo>
                    <a:cubicBezTo>
                      <a:pt x="38" y="33"/>
                      <a:pt x="37" y="33"/>
                      <a:pt x="36" y="33"/>
                    </a:cubicBezTo>
                    <a:cubicBezTo>
                      <a:pt x="36" y="34"/>
                      <a:pt x="35" y="36"/>
                      <a:pt x="34" y="37"/>
                    </a:cubicBezTo>
                    <a:cubicBezTo>
                      <a:pt x="32" y="41"/>
                      <a:pt x="30" y="46"/>
                      <a:pt x="28" y="51"/>
                    </a:cubicBezTo>
                    <a:cubicBezTo>
                      <a:pt x="27" y="54"/>
                      <a:pt x="26" y="57"/>
                      <a:pt x="26" y="60"/>
                    </a:cubicBezTo>
                    <a:cubicBezTo>
                      <a:pt x="25" y="62"/>
                      <a:pt x="25" y="64"/>
                      <a:pt x="25" y="65"/>
                    </a:cubicBezTo>
                    <a:cubicBezTo>
                      <a:pt x="25" y="66"/>
                      <a:pt x="25" y="66"/>
                      <a:pt x="25" y="68"/>
                    </a:cubicBezTo>
                    <a:cubicBezTo>
                      <a:pt x="25" y="69"/>
                      <a:pt x="25" y="70"/>
                      <a:pt x="25" y="72"/>
                    </a:cubicBezTo>
                    <a:cubicBezTo>
                      <a:pt x="26" y="72"/>
                      <a:pt x="26" y="73"/>
                      <a:pt x="26" y="74"/>
                    </a:cubicBezTo>
                    <a:cubicBezTo>
                      <a:pt x="27" y="76"/>
                      <a:pt x="27" y="77"/>
                      <a:pt x="28" y="78"/>
                    </a:cubicBezTo>
                    <a:cubicBezTo>
                      <a:pt x="29" y="80"/>
                      <a:pt x="29" y="81"/>
                      <a:pt x="30" y="82"/>
                    </a:cubicBezTo>
                    <a:cubicBezTo>
                      <a:pt x="31" y="84"/>
                      <a:pt x="32" y="85"/>
                      <a:pt x="33" y="86"/>
                    </a:cubicBezTo>
                    <a:cubicBezTo>
                      <a:pt x="34" y="87"/>
                      <a:pt x="35" y="88"/>
                      <a:pt x="36" y="89"/>
                    </a:cubicBezTo>
                    <a:cubicBezTo>
                      <a:pt x="36" y="89"/>
                      <a:pt x="37" y="89"/>
                      <a:pt x="37" y="90"/>
                    </a:cubicBezTo>
                    <a:cubicBezTo>
                      <a:pt x="37" y="90"/>
                      <a:pt x="38" y="90"/>
                      <a:pt x="39" y="91"/>
                    </a:cubicBezTo>
                    <a:cubicBezTo>
                      <a:pt x="40" y="91"/>
                      <a:pt x="42" y="92"/>
                      <a:pt x="44" y="93"/>
                    </a:cubicBezTo>
                    <a:cubicBezTo>
                      <a:pt x="45" y="93"/>
                      <a:pt x="47" y="94"/>
                      <a:pt x="48" y="94"/>
                    </a:cubicBezTo>
                    <a:cubicBezTo>
                      <a:pt x="52" y="95"/>
                      <a:pt x="56" y="96"/>
                      <a:pt x="59" y="96"/>
                    </a:cubicBezTo>
                    <a:cubicBezTo>
                      <a:pt x="61" y="96"/>
                      <a:pt x="61" y="96"/>
                      <a:pt x="62" y="96"/>
                    </a:cubicBezTo>
                    <a:moveTo>
                      <a:pt x="50" y="118"/>
                    </a:moveTo>
                    <a:cubicBezTo>
                      <a:pt x="46" y="118"/>
                      <a:pt x="42" y="117"/>
                      <a:pt x="39" y="116"/>
                    </a:cubicBezTo>
                    <a:cubicBezTo>
                      <a:pt x="30" y="114"/>
                      <a:pt x="23" y="110"/>
                      <a:pt x="18" y="104"/>
                    </a:cubicBezTo>
                    <a:cubicBezTo>
                      <a:pt x="6" y="94"/>
                      <a:pt x="0" y="77"/>
                      <a:pt x="1" y="62"/>
                    </a:cubicBezTo>
                    <a:cubicBezTo>
                      <a:pt x="2" y="54"/>
                      <a:pt x="5" y="47"/>
                      <a:pt x="7" y="38"/>
                    </a:cubicBezTo>
                    <a:cubicBezTo>
                      <a:pt x="9" y="35"/>
                      <a:pt x="10" y="31"/>
                      <a:pt x="12" y="27"/>
                    </a:cubicBezTo>
                    <a:cubicBezTo>
                      <a:pt x="10" y="21"/>
                      <a:pt x="13" y="15"/>
                      <a:pt x="20" y="13"/>
                    </a:cubicBezTo>
                    <a:cubicBezTo>
                      <a:pt x="23" y="10"/>
                      <a:pt x="25" y="7"/>
                      <a:pt x="27" y="5"/>
                    </a:cubicBezTo>
                    <a:cubicBezTo>
                      <a:pt x="33" y="1"/>
                      <a:pt x="40" y="0"/>
                      <a:pt x="45" y="5"/>
                    </a:cubicBezTo>
                    <a:cubicBezTo>
                      <a:pt x="46" y="6"/>
                      <a:pt x="47" y="6"/>
                      <a:pt x="47" y="8"/>
                    </a:cubicBezTo>
                    <a:cubicBezTo>
                      <a:pt x="61" y="6"/>
                      <a:pt x="77" y="7"/>
                      <a:pt x="89" y="15"/>
                    </a:cubicBezTo>
                    <a:cubicBezTo>
                      <a:pt x="101" y="23"/>
                      <a:pt x="110" y="37"/>
                      <a:pt x="113" y="51"/>
                    </a:cubicBezTo>
                    <a:cubicBezTo>
                      <a:pt x="114" y="59"/>
                      <a:pt x="114" y="67"/>
                      <a:pt x="113" y="75"/>
                    </a:cubicBezTo>
                    <a:cubicBezTo>
                      <a:pt x="110" y="83"/>
                      <a:pt x="105" y="91"/>
                      <a:pt x="100" y="97"/>
                    </a:cubicBezTo>
                    <a:cubicBezTo>
                      <a:pt x="95" y="103"/>
                      <a:pt x="90" y="108"/>
                      <a:pt x="83" y="112"/>
                    </a:cubicBezTo>
                    <a:cubicBezTo>
                      <a:pt x="80" y="114"/>
                      <a:pt x="78" y="116"/>
                      <a:pt x="74" y="117"/>
                    </a:cubicBezTo>
                    <a:cubicBezTo>
                      <a:pt x="70" y="118"/>
                      <a:pt x="66" y="119"/>
                      <a:pt x="61" y="119"/>
                    </a:cubicBezTo>
                    <a:cubicBezTo>
                      <a:pt x="61" y="119"/>
                      <a:pt x="60" y="119"/>
                      <a:pt x="59" y="119"/>
                    </a:cubicBezTo>
                    <a:cubicBezTo>
                      <a:pt x="57" y="119"/>
                      <a:pt x="53" y="119"/>
                      <a:pt x="50" y="11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71" name="Google Shape;5271;p70"/>
              <p:cNvSpPr/>
              <p:nvPr/>
            </p:nvSpPr>
            <p:spPr>
              <a:xfrm>
                <a:off x="1547640" y="993600"/>
                <a:ext cx="10800" cy="40320"/>
              </a:xfrm>
              <a:custGeom>
                <a:avLst/>
                <a:gdLst/>
                <a:ahLst/>
                <a:cxnLst/>
                <a:rect l="l" t="t" r="r" b="b"/>
                <a:pathLst>
                  <a:path w="30" h="112" extrusionOk="0">
                    <a:moveTo>
                      <a:pt x="4" y="99"/>
                    </a:moveTo>
                    <a:cubicBezTo>
                      <a:pt x="4" y="85"/>
                      <a:pt x="3" y="71"/>
                      <a:pt x="3" y="57"/>
                    </a:cubicBezTo>
                    <a:cubicBezTo>
                      <a:pt x="3" y="50"/>
                      <a:pt x="3" y="43"/>
                      <a:pt x="3" y="36"/>
                    </a:cubicBezTo>
                    <a:cubicBezTo>
                      <a:pt x="3" y="31"/>
                      <a:pt x="3" y="25"/>
                      <a:pt x="3" y="19"/>
                    </a:cubicBezTo>
                    <a:cubicBezTo>
                      <a:pt x="0" y="12"/>
                      <a:pt x="4" y="4"/>
                      <a:pt x="11" y="2"/>
                    </a:cubicBezTo>
                    <a:cubicBezTo>
                      <a:pt x="17" y="0"/>
                      <a:pt x="23" y="3"/>
                      <a:pt x="26" y="8"/>
                    </a:cubicBezTo>
                    <a:cubicBezTo>
                      <a:pt x="29" y="12"/>
                      <a:pt x="28" y="19"/>
                      <a:pt x="28" y="24"/>
                    </a:cubicBezTo>
                    <a:cubicBezTo>
                      <a:pt x="27" y="31"/>
                      <a:pt x="27" y="38"/>
                      <a:pt x="26" y="45"/>
                    </a:cubicBezTo>
                    <a:cubicBezTo>
                      <a:pt x="26" y="58"/>
                      <a:pt x="26" y="72"/>
                      <a:pt x="28" y="86"/>
                    </a:cubicBezTo>
                    <a:cubicBezTo>
                      <a:pt x="27" y="85"/>
                      <a:pt x="27" y="85"/>
                      <a:pt x="27" y="85"/>
                    </a:cubicBezTo>
                    <a:cubicBezTo>
                      <a:pt x="28" y="89"/>
                      <a:pt x="28" y="93"/>
                      <a:pt x="28" y="98"/>
                    </a:cubicBezTo>
                    <a:cubicBezTo>
                      <a:pt x="29" y="104"/>
                      <a:pt x="25" y="110"/>
                      <a:pt x="18" y="111"/>
                    </a:cubicBezTo>
                    <a:cubicBezTo>
                      <a:pt x="17" y="111"/>
                      <a:pt x="17" y="111"/>
                      <a:pt x="17" y="111"/>
                    </a:cubicBezTo>
                    <a:cubicBezTo>
                      <a:pt x="10" y="111"/>
                      <a:pt x="5" y="106"/>
                      <a:pt x="4" y="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72" name="Google Shape;5272;p70"/>
              <p:cNvSpPr/>
              <p:nvPr/>
            </p:nvSpPr>
            <p:spPr>
              <a:xfrm>
                <a:off x="1523160" y="1015200"/>
                <a:ext cx="69120" cy="15480"/>
              </a:xfrm>
              <a:custGeom>
                <a:avLst/>
                <a:gdLst/>
                <a:ahLst/>
                <a:cxnLst/>
                <a:rect l="l" t="t" r="r" b="b"/>
                <a:pathLst>
                  <a:path w="192" h="43" extrusionOk="0">
                    <a:moveTo>
                      <a:pt x="1" y="32"/>
                    </a:moveTo>
                    <a:cubicBezTo>
                      <a:pt x="0" y="25"/>
                      <a:pt x="5" y="19"/>
                      <a:pt x="12" y="18"/>
                    </a:cubicBezTo>
                    <a:cubicBezTo>
                      <a:pt x="26" y="17"/>
                      <a:pt x="40" y="16"/>
                      <a:pt x="54" y="14"/>
                    </a:cubicBezTo>
                    <a:cubicBezTo>
                      <a:pt x="68" y="13"/>
                      <a:pt x="82" y="11"/>
                      <a:pt x="96" y="10"/>
                    </a:cubicBezTo>
                    <a:cubicBezTo>
                      <a:pt x="108" y="8"/>
                      <a:pt x="121" y="6"/>
                      <a:pt x="135" y="5"/>
                    </a:cubicBezTo>
                    <a:cubicBezTo>
                      <a:pt x="149" y="3"/>
                      <a:pt x="166" y="0"/>
                      <a:pt x="180" y="4"/>
                    </a:cubicBezTo>
                    <a:cubicBezTo>
                      <a:pt x="181" y="4"/>
                      <a:pt x="181" y="4"/>
                      <a:pt x="181" y="4"/>
                    </a:cubicBezTo>
                    <a:cubicBezTo>
                      <a:pt x="187" y="5"/>
                      <a:pt x="191" y="12"/>
                      <a:pt x="189" y="19"/>
                    </a:cubicBezTo>
                    <a:cubicBezTo>
                      <a:pt x="188" y="26"/>
                      <a:pt x="181" y="31"/>
                      <a:pt x="174" y="28"/>
                    </a:cubicBezTo>
                    <a:cubicBezTo>
                      <a:pt x="173" y="28"/>
                      <a:pt x="172" y="28"/>
                      <a:pt x="171" y="27"/>
                    </a:cubicBezTo>
                    <a:cubicBezTo>
                      <a:pt x="168" y="27"/>
                      <a:pt x="166" y="26"/>
                      <a:pt x="164" y="26"/>
                    </a:cubicBezTo>
                    <a:cubicBezTo>
                      <a:pt x="160" y="26"/>
                      <a:pt x="156" y="26"/>
                      <a:pt x="153" y="26"/>
                    </a:cubicBezTo>
                    <a:cubicBezTo>
                      <a:pt x="130" y="29"/>
                      <a:pt x="107" y="32"/>
                      <a:pt x="85" y="34"/>
                    </a:cubicBezTo>
                    <a:cubicBezTo>
                      <a:pt x="61" y="37"/>
                      <a:pt x="38" y="39"/>
                      <a:pt x="15" y="42"/>
                    </a:cubicBezTo>
                    <a:cubicBezTo>
                      <a:pt x="14" y="42"/>
                      <a:pt x="13" y="42"/>
                      <a:pt x="13" y="42"/>
                    </a:cubicBezTo>
                    <a:cubicBezTo>
                      <a:pt x="7" y="42"/>
                      <a:pt x="2" y="38"/>
                      <a:pt x="1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73" name="Google Shape;5273;p70"/>
              <p:cNvSpPr/>
              <p:nvPr/>
            </p:nvSpPr>
            <p:spPr>
              <a:xfrm>
                <a:off x="1568880" y="1037160"/>
                <a:ext cx="34920" cy="29520"/>
              </a:xfrm>
              <a:custGeom>
                <a:avLst/>
                <a:gdLst/>
                <a:ahLst/>
                <a:cxnLst/>
                <a:rect l="l" t="t" r="r" b="b"/>
                <a:pathLst>
                  <a:path w="97" h="82" extrusionOk="0">
                    <a:moveTo>
                      <a:pt x="77" y="79"/>
                    </a:moveTo>
                    <a:cubicBezTo>
                      <a:pt x="62" y="70"/>
                      <a:pt x="47" y="60"/>
                      <a:pt x="33" y="50"/>
                    </a:cubicBezTo>
                    <a:cubicBezTo>
                      <a:pt x="27" y="45"/>
                      <a:pt x="21" y="41"/>
                      <a:pt x="15" y="36"/>
                    </a:cubicBezTo>
                    <a:cubicBezTo>
                      <a:pt x="11" y="32"/>
                      <a:pt x="7" y="29"/>
                      <a:pt x="3" y="25"/>
                    </a:cubicBezTo>
                    <a:cubicBezTo>
                      <a:pt x="2" y="23"/>
                      <a:pt x="1" y="21"/>
                      <a:pt x="0" y="19"/>
                    </a:cubicBezTo>
                    <a:cubicBezTo>
                      <a:pt x="0" y="17"/>
                      <a:pt x="0" y="16"/>
                      <a:pt x="0" y="14"/>
                    </a:cubicBezTo>
                    <a:cubicBezTo>
                      <a:pt x="0" y="10"/>
                      <a:pt x="2" y="7"/>
                      <a:pt x="5" y="5"/>
                    </a:cubicBezTo>
                    <a:cubicBezTo>
                      <a:pt x="11" y="0"/>
                      <a:pt x="20" y="3"/>
                      <a:pt x="23" y="9"/>
                    </a:cubicBezTo>
                    <a:cubicBezTo>
                      <a:pt x="24" y="10"/>
                      <a:pt x="24" y="10"/>
                      <a:pt x="25" y="11"/>
                    </a:cubicBezTo>
                    <a:cubicBezTo>
                      <a:pt x="30" y="16"/>
                      <a:pt x="36" y="21"/>
                      <a:pt x="41" y="26"/>
                    </a:cubicBezTo>
                    <a:cubicBezTo>
                      <a:pt x="50" y="34"/>
                      <a:pt x="60" y="41"/>
                      <a:pt x="70" y="47"/>
                    </a:cubicBezTo>
                    <a:cubicBezTo>
                      <a:pt x="69" y="46"/>
                      <a:pt x="69" y="46"/>
                      <a:pt x="69" y="46"/>
                    </a:cubicBezTo>
                    <a:cubicBezTo>
                      <a:pt x="75" y="51"/>
                      <a:pt x="82" y="55"/>
                      <a:pt x="89" y="59"/>
                    </a:cubicBezTo>
                    <a:cubicBezTo>
                      <a:pt x="94" y="62"/>
                      <a:pt x="96" y="69"/>
                      <a:pt x="93" y="74"/>
                    </a:cubicBezTo>
                    <a:cubicBezTo>
                      <a:pt x="91" y="78"/>
                      <a:pt x="87" y="81"/>
                      <a:pt x="83" y="81"/>
                    </a:cubicBezTo>
                    <a:cubicBezTo>
                      <a:pt x="81" y="81"/>
                      <a:pt x="79" y="80"/>
                      <a:pt x="77" y="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74" name="Google Shape;5274;p70"/>
              <p:cNvSpPr/>
              <p:nvPr/>
            </p:nvSpPr>
            <p:spPr>
              <a:xfrm>
                <a:off x="1577880" y="1047240"/>
                <a:ext cx="33120" cy="16920"/>
              </a:xfrm>
              <a:custGeom>
                <a:avLst/>
                <a:gdLst/>
                <a:ahLst/>
                <a:cxnLst/>
                <a:rect l="l" t="t" r="r" b="b"/>
                <a:pathLst>
                  <a:path w="92" h="47" extrusionOk="0">
                    <a:moveTo>
                      <a:pt x="4" y="42"/>
                    </a:moveTo>
                    <a:cubicBezTo>
                      <a:pt x="0" y="37"/>
                      <a:pt x="1" y="28"/>
                      <a:pt x="6" y="25"/>
                    </a:cubicBezTo>
                    <a:cubicBezTo>
                      <a:pt x="16" y="18"/>
                      <a:pt x="27" y="13"/>
                      <a:pt x="38" y="9"/>
                    </a:cubicBezTo>
                    <a:cubicBezTo>
                      <a:pt x="40" y="8"/>
                      <a:pt x="42" y="7"/>
                      <a:pt x="45" y="6"/>
                    </a:cubicBezTo>
                    <a:cubicBezTo>
                      <a:pt x="50" y="4"/>
                      <a:pt x="56" y="3"/>
                      <a:pt x="62" y="2"/>
                    </a:cubicBezTo>
                    <a:cubicBezTo>
                      <a:pt x="67" y="0"/>
                      <a:pt x="71" y="0"/>
                      <a:pt x="76" y="0"/>
                    </a:cubicBezTo>
                    <a:cubicBezTo>
                      <a:pt x="81" y="1"/>
                      <a:pt x="84" y="4"/>
                      <a:pt x="87" y="7"/>
                    </a:cubicBezTo>
                    <a:cubicBezTo>
                      <a:pt x="91" y="13"/>
                      <a:pt x="89" y="22"/>
                      <a:pt x="83" y="26"/>
                    </a:cubicBezTo>
                    <a:cubicBezTo>
                      <a:pt x="79" y="28"/>
                      <a:pt x="74" y="28"/>
                      <a:pt x="70" y="25"/>
                    </a:cubicBezTo>
                    <a:cubicBezTo>
                      <a:pt x="67" y="25"/>
                      <a:pt x="64" y="26"/>
                      <a:pt x="61" y="27"/>
                    </a:cubicBezTo>
                    <a:cubicBezTo>
                      <a:pt x="59" y="27"/>
                      <a:pt x="56" y="28"/>
                      <a:pt x="54" y="28"/>
                    </a:cubicBezTo>
                    <a:cubicBezTo>
                      <a:pt x="46" y="31"/>
                      <a:pt x="38" y="35"/>
                      <a:pt x="30" y="39"/>
                    </a:cubicBezTo>
                    <a:cubicBezTo>
                      <a:pt x="27" y="40"/>
                      <a:pt x="24" y="42"/>
                      <a:pt x="22" y="43"/>
                    </a:cubicBezTo>
                    <a:cubicBezTo>
                      <a:pt x="21" y="43"/>
                      <a:pt x="21" y="43"/>
                      <a:pt x="21" y="44"/>
                    </a:cubicBezTo>
                    <a:cubicBezTo>
                      <a:pt x="19" y="45"/>
                      <a:pt x="16" y="46"/>
                      <a:pt x="13" y="46"/>
                    </a:cubicBezTo>
                    <a:cubicBezTo>
                      <a:pt x="10" y="46"/>
                      <a:pt x="7" y="45"/>
                      <a:pt x="4" y="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75" name="Google Shape;5275;p70"/>
              <p:cNvSpPr/>
              <p:nvPr/>
            </p:nvSpPr>
            <p:spPr>
              <a:xfrm>
                <a:off x="1584720" y="1066680"/>
                <a:ext cx="66240" cy="54360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51" extrusionOk="0">
                    <a:moveTo>
                      <a:pt x="34" y="126"/>
                    </a:moveTo>
                    <a:cubicBezTo>
                      <a:pt x="34" y="126"/>
                      <a:pt x="33" y="126"/>
                      <a:pt x="32" y="127"/>
                    </a:cubicBezTo>
                    <a:cubicBezTo>
                      <a:pt x="34" y="126"/>
                      <a:pt x="37" y="125"/>
                      <a:pt x="38" y="125"/>
                    </a:cubicBezTo>
                    <a:lnTo>
                      <a:pt x="37" y="125"/>
                    </a:lnTo>
                    <a:cubicBezTo>
                      <a:pt x="40" y="125"/>
                      <a:pt x="44" y="124"/>
                      <a:pt x="47" y="123"/>
                    </a:cubicBezTo>
                    <a:cubicBezTo>
                      <a:pt x="54" y="120"/>
                      <a:pt x="61" y="117"/>
                      <a:pt x="68" y="114"/>
                    </a:cubicBezTo>
                    <a:cubicBezTo>
                      <a:pt x="66" y="114"/>
                      <a:pt x="64" y="113"/>
                      <a:pt x="62" y="113"/>
                    </a:cubicBezTo>
                    <a:cubicBezTo>
                      <a:pt x="63" y="113"/>
                      <a:pt x="63" y="113"/>
                      <a:pt x="63" y="113"/>
                    </a:cubicBezTo>
                    <a:cubicBezTo>
                      <a:pt x="55" y="113"/>
                      <a:pt x="47" y="113"/>
                      <a:pt x="39" y="113"/>
                    </a:cubicBezTo>
                    <a:cubicBezTo>
                      <a:pt x="36" y="113"/>
                      <a:pt x="33" y="113"/>
                      <a:pt x="30" y="114"/>
                    </a:cubicBezTo>
                    <a:cubicBezTo>
                      <a:pt x="29" y="114"/>
                      <a:pt x="28" y="114"/>
                      <a:pt x="27" y="115"/>
                    </a:cubicBezTo>
                    <a:cubicBezTo>
                      <a:pt x="26" y="115"/>
                      <a:pt x="25" y="115"/>
                      <a:pt x="25" y="116"/>
                    </a:cubicBezTo>
                    <a:lnTo>
                      <a:pt x="24" y="117"/>
                    </a:lnTo>
                    <a:cubicBezTo>
                      <a:pt x="24" y="118"/>
                      <a:pt x="24" y="119"/>
                      <a:pt x="24" y="120"/>
                    </a:cubicBezTo>
                    <a:cubicBezTo>
                      <a:pt x="24" y="120"/>
                      <a:pt x="25" y="120"/>
                      <a:pt x="25" y="121"/>
                    </a:cubicBezTo>
                    <a:lnTo>
                      <a:pt x="25" y="122"/>
                    </a:lnTo>
                    <a:lnTo>
                      <a:pt x="25" y="123"/>
                    </a:lnTo>
                    <a:cubicBezTo>
                      <a:pt x="26" y="123"/>
                      <a:pt x="26" y="123"/>
                      <a:pt x="26" y="124"/>
                    </a:cubicBezTo>
                    <a:cubicBezTo>
                      <a:pt x="27" y="124"/>
                      <a:pt x="27" y="124"/>
                      <a:pt x="28" y="125"/>
                    </a:cubicBezTo>
                    <a:cubicBezTo>
                      <a:pt x="28" y="124"/>
                      <a:pt x="27" y="124"/>
                      <a:pt x="27" y="124"/>
                    </a:cubicBezTo>
                    <a:cubicBezTo>
                      <a:pt x="27" y="124"/>
                      <a:pt x="28" y="124"/>
                      <a:pt x="28" y="125"/>
                    </a:cubicBezTo>
                    <a:cubicBezTo>
                      <a:pt x="29" y="125"/>
                      <a:pt x="29" y="125"/>
                      <a:pt x="30" y="125"/>
                    </a:cubicBezTo>
                    <a:cubicBezTo>
                      <a:pt x="30" y="126"/>
                      <a:pt x="30" y="126"/>
                      <a:pt x="31" y="126"/>
                    </a:cubicBezTo>
                    <a:cubicBezTo>
                      <a:pt x="31" y="126"/>
                      <a:pt x="32" y="126"/>
                      <a:pt x="32" y="127"/>
                    </a:cubicBezTo>
                    <a:cubicBezTo>
                      <a:pt x="32" y="126"/>
                      <a:pt x="32" y="126"/>
                      <a:pt x="31" y="126"/>
                    </a:cubicBezTo>
                    <a:lnTo>
                      <a:pt x="32" y="127"/>
                    </a:lnTo>
                    <a:cubicBezTo>
                      <a:pt x="31" y="127"/>
                      <a:pt x="31" y="126"/>
                      <a:pt x="31" y="126"/>
                    </a:cubicBezTo>
                    <a:lnTo>
                      <a:pt x="31" y="127"/>
                    </a:lnTo>
                    <a:cubicBezTo>
                      <a:pt x="31" y="126"/>
                      <a:pt x="31" y="126"/>
                      <a:pt x="31" y="126"/>
                    </a:cubicBezTo>
                    <a:cubicBezTo>
                      <a:pt x="32" y="127"/>
                      <a:pt x="33" y="127"/>
                      <a:pt x="34" y="126"/>
                    </a:cubicBezTo>
                    <a:moveTo>
                      <a:pt x="24" y="149"/>
                    </a:moveTo>
                    <a:cubicBezTo>
                      <a:pt x="20" y="149"/>
                      <a:pt x="18" y="147"/>
                      <a:pt x="15" y="145"/>
                    </a:cubicBezTo>
                    <a:cubicBezTo>
                      <a:pt x="12" y="143"/>
                      <a:pt x="9" y="141"/>
                      <a:pt x="7" y="138"/>
                    </a:cubicBezTo>
                    <a:cubicBezTo>
                      <a:pt x="3" y="133"/>
                      <a:pt x="0" y="127"/>
                      <a:pt x="0" y="121"/>
                    </a:cubicBezTo>
                    <a:cubicBezTo>
                      <a:pt x="0" y="114"/>
                      <a:pt x="1" y="107"/>
                      <a:pt x="4" y="102"/>
                    </a:cubicBezTo>
                    <a:cubicBezTo>
                      <a:pt x="7" y="97"/>
                      <a:pt x="14" y="93"/>
                      <a:pt x="19" y="92"/>
                    </a:cubicBezTo>
                    <a:cubicBezTo>
                      <a:pt x="27" y="90"/>
                      <a:pt x="34" y="89"/>
                      <a:pt x="41" y="89"/>
                    </a:cubicBezTo>
                    <a:cubicBezTo>
                      <a:pt x="51" y="89"/>
                      <a:pt x="62" y="91"/>
                      <a:pt x="71" y="92"/>
                    </a:cubicBezTo>
                    <a:cubicBezTo>
                      <a:pt x="77" y="93"/>
                      <a:pt x="82" y="99"/>
                      <a:pt x="81" y="104"/>
                    </a:cubicBezTo>
                    <a:cubicBezTo>
                      <a:pt x="81" y="106"/>
                      <a:pt x="80" y="107"/>
                      <a:pt x="80" y="107"/>
                    </a:cubicBezTo>
                    <a:cubicBezTo>
                      <a:pt x="84" y="106"/>
                      <a:pt x="88" y="103"/>
                      <a:pt x="92" y="102"/>
                    </a:cubicBezTo>
                    <a:cubicBezTo>
                      <a:pt x="91" y="102"/>
                      <a:pt x="91" y="102"/>
                      <a:pt x="91" y="102"/>
                    </a:cubicBezTo>
                    <a:lnTo>
                      <a:pt x="92" y="102"/>
                    </a:lnTo>
                    <a:lnTo>
                      <a:pt x="92" y="101"/>
                    </a:lnTo>
                    <a:cubicBezTo>
                      <a:pt x="94" y="100"/>
                      <a:pt x="97" y="99"/>
                      <a:pt x="98" y="98"/>
                    </a:cubicBezTo>
                    <a:cubicBezTo>
                      <a:pt x="98" y="99"/>
                      <a:pt x="98" y="99"/>
                      <a:pt x="98" y="99"/>
                    </a:cubicBezTo>
                    <a:cubicBezTo>
                      <a:pt x="106" y="95"/>
                      <a:pt x="113" y="91"/>
                      <a:pt x="122" y="87"/>
                    </a:cubicBezTo>
                    <a:cubicBezTo>
                      <a:pt x="118" y="86"/>
                      <a:pt x="114" y="85"/>
                      <a:pt x="110" y="84"/>
                    </a:cubicBezTo>
                    <a:cubicBezTo>
                      <a:pt x="97" y="81"/>
                      <a:pt x="85" y="74"/>
                      <a:pt x="77" y="64"/>
                    </a:cubicBezTo>
                    <a:cubicBezTo>
                      <a:pt x="73" y="60"/>
                      <a:pt x="70" y="55"/>
                      <a:pt x="68" y="49"/>
                    </a:cubicBezTo>
                    <a:cubicBezTo>
                      <a:pt x="67" y="47"/>
                      <a:pt x="67" y="43"/>
                      <a:pt x="67" y="41"/>
                    </a:cubicBezTo>
                    <a:cubicBezTo>
                      <a:pt x="67" y="37"/>
                      <a:pt x="68" y="35"/>
                      <a:pt x="69" y="32"/>
                    </a:cubicBezTo>
                    <a:cubicBezTo>
                      <a:pt x="72" y="27"/>
                      <a:pt x="77" y="23"/>
                      <a:pt x="82" y="19"/>
                    </a:cubicBezTo>
                    <a:cubicBezTo>
                      <a:pt x="87" y="15"/>
                      <a:pt x="94" y="12"/>
                      <a:pt x="100" y="10"/>
                    </a:cubicBezTo>
                    <a:cubicBezTo>
                      <a:pt x="108" y="7"/>
                      <a:pt x="117" y="4"/>
                      <a:pt x="126" y="2"/>
                    </a:cubicBezTo>
                    <a:cubicBezTo>
                      <a:pt x="132" y="1"/>
                      <a:pt x="139" y="0"/>
                      <a:pt x="145" y="1"/>
                    </a:cubicBezTo>
                    <a:cubicBezTo>
                      <a:pt x="148" y="2"/>
                      <a:pt x="151" y="2"/>
                      <a:pt x="152" y="4"/>
                    </a:cubicBezTo>
                    <a:cubicBezTo>
                      <a:pt x="154" y="5"/>
                      <a:pt x="155" y="7"/>
                      <a:pt x="156" y="8"/>
                    </a:cubicBezTo>
                    <a:lnTo>
                      <a:pt x="155" y="7"/>
                    </a:lnTo>
                    <a:lnTo>
                      <a:pt x="154" y="7"/>
                    </a:lnTo>
                    <a:cubicBezTo>
                      <a:pt x="157" y="9"/>
                      <a:pt x="159" y="12"/>
                      <a:pt x="159" y="16"/>
                    </a:cubicBezTo>
                    <a:cubicBezTo>
                      <a:pt x="159" y="21"/>
                      <a:pt x="157" y="25"/>
                      <a:pt x="152" y="27"/>
                    </a:cubicBezTo>
                    <a:cubicBezTo>
                      <a:pt x="149" y="29"/>
                      <a:pt x="145" y="29"/>
                      <a:pt x="141" y="28"/>
                    </a:cubicBezTo>
                    <a:cubicBezTo>
                      <a:pt x="140" y="27"/>
                      <a:pt x="138" y="26"/>
                      <a:pt x="138" y="25"/>
                    </a:cubicBezTo>
                    <a:cubicBezTo>
                      <a:pt x="137" y="25"/>
                      <a:pt x="137" y="25"/>
                      <a:pt x="136" y="25"/>
                    </a:cubicBezTo>
                    <a:cubicBezTo>
                      <a:pt x="134" y="25"/>
                      <a:pt x="133" y="26"/>
                      <a:pt x="131" y="26"/>
                    </a:cubicBezTo>
                    <a:cubicBezTo>
                      <a:pt x="123" y="28"/>
                      <a:pt x="116" y="30"/>
                      <a:pt x="109" y="32"/>
                    </a:cubicBezTo>
                    <a:cubicBezTo>
                      <a:pt x="106" y="33"/>
                      <a:pt x="103" y="35"/>
                      <a:pt x="99" y="36"/>
                    </a:cubicBezTo>
                    <a:cubicBezTo>
                      <a:pt x="99" y="36"/>
                      <a:pt x="98" y="37"/>
                      <a:pt x="97" y="37"/>
                    </a:cubicBezTo>
                    <a:cubicBezTo>
                      <a:pt x="96" y="39"/>
                      <a:pt x="95" y="39"/>
                      <a:pt x="93" y="40"/>
                    </a:cubicBezTo>
                    <a:cubicBezTo>
                      <a:pt x="93" y="41"/>
                      <a:pt x="92" y="42"/>
                      <a:pt x="92" y="42"/>
                    </a:cubicBezTo>
                    <a:lnTo>
                      <a:pt x="91" y="43"/>
                    </a:lnTo>
                    <a:cubicBezTo>
                      <a:pt x="91" y="44"/>
                      <a:pt x="92" y="44"/>
                      <a:pt x="92" y="44"/>
                    </a:cubicBezTo>
                    <a:cubicBezTo>
                      <a:pt x="92" y="44"/>
                      <a:pt x="92" y="45"/>
                      <a:pt x="92" y="46"/>
                    </a:cubicBezTo>
                    <a:cubicBezTo>
                      <a:pt x="94" y="47"/>
                      <a:pt x="94" y="48"/>
                      <a:pt x="95" y="49"/>
                    </a:cubicBezTo>
                    <a:cubicBezTo>
                      <a:pt x="97" y="50"/>
                      <a:pt x="98" y="52"/>
                      <a:pt x="99" y="53"/>
                    </a:cubicBezTo>
                    <a:cubicBezTo>
                      <a:pt x="101" y="54"/>
                      <a:pt x="102" y="56"/>
                      <a:pt x="104" y="56"/>
                    </a:cubicBezTo>
                    <a:cubicBezTo>
                      <a:pt x="105" y="57"/>
                      <a:pt x="107" y="58"/>
                      <a:pt x="109" y="59"/>
                    </a:cubicBezTo>
                    <a:cubicBezTo>
                      <a:pt x="112" y="60"/>
                      <a:pt x="114" y="61"/>
                      <a:pt x="117" y="62"/>
                    </a:cubicBezTo>
                    <a:cubicBezTo>
                      <a:pt x="124" y="64"/>
                      <a:pt x="130" y="66"/>
                      <a:pt x="137" y="67"/>
                    </a:cubicBezTo>
                    <a:cubicBezTo>
                      <a:pt x="143" y="68"/>
                      <a:pt x="148" y="69"/>
                      <a:pt x="154" y="69"/>
                    </a:cubicBezTo>
                    <a:cubicBezTo>
                      <a:pt x="155" y="69"/>
                      <a:pt x="157" y="69"/>
                      <a:pt x="158" y="69"/>
                    </a:cubicBezTo>
                    <a:lnTo>
                      <a:pt x="159" y="69"/>
                    </a:lnTo>
                    <a:cubicBezTo>
                      <a:pt x="159" y="69"/>
                      <a:pt x="160" y="69"/>
                      <a:pt x="161" y="69"/>
                    </a:cubicBezTo>
                    <a:cubicBezTo>
                      <a:pt x="162" y="70"/>
                      <a:pt x="165" y="70"/>
                      <a:pt x="166" y="70"/>
                    </a:cubicBezTo>
                    <a:cubicBezTo>
                      <a:pt x="169" y="70"/>
                      <a:pt x="171" y="69"/>
                      <a:pt x="173" y="70"/>
                    </a:cubicBezTo>
                    <a:cubicBezTo>
                      <a:pt x="179" y="71"/>
                      <a:pt x="183" y="76"/>
                      <a:pt x="183" y="82"/>
                    </a:cubicBezTo>
                    <a:cubicBezTo>
                      <a:pt x="183" y="88"/>
                      <a:pt x="179" y="93"/>
                      <a:pt x="173" y="94"/>
                    </a:cubicBezTo>
                    <a:cubicBezTo>
                      <a:pt x="172" y="94"/>
                      <a:pt x="171" y="94"/>
                      <a:pt x="171" y="94"/>
                    </a:cubicBezTo>
                    <a:cubicBezTo>
                      <a:pt x="165" y="95"/>
                      <a:pt x="159" y="97"/>
                      <a:pt x="154" y="99"/>
                    </a:cubicBezTo>
                    <a:cubicBezTo>
                      <a:pt x="147" y="101"/>
                      <a:pt x="140" y="104"/>
                      <a:pt x="133" y="107"/>
                    </a:cubicBezTo>
                    <a:cubicBezTo>
                      <a:pt x="127" y="110"/>
                      <a:pt x="121" y="113"/>
                      <a:pt x="115" y="116"/>
                    </a:cubicBezTo>
                    <a:cubicBezTo>
                      <a:pt x="114" y="116"/>
                      <a:pt x="113" y="116"/>
                      <a:pt x="113" y="117"/>
                    </a:cubicBezTo>
                    <a:cubicBezTo>
                      <a:pt x="113" y="116"/>
                      <a:pt x="113" y="116"/>
                      <a:pt x="114" y="116"/>
                    </a:cubicBezTo>
                    <a:cubicBezTo>
                      <a:pt x="104" y="121"/>
                      <a:pt x="94" y="126"/>
                      <a:pt x="85" y="131"/>
                    </a:cubicBezTo>
                    <a:cubicBezTo>
                      <a:pt x="71" y="138"/>
                      <a:pt x="57" y="146"/>
                      <a:pt x="43" y="149"/>
                    </a:cubicBezTo>
                    <a:cubicBezTo>
                      <a:pt x="40" y="150"/>
                      <a:pt x="37" y="150"/>
                      <a:pt x="34" y="150"/>
                    </a:cubicBezTo>
                    <a:cubicBezTo>
                      <a:pt x="34" y="150"/>
                      <a:pt x="33" y="150"/>
                      <a:pt x="32" y="150"/>
                    </a:cubicBezTo>
                    <a:cubicBezTo>
                      <a:pt x="29" y="150"/>
                      <a:pt x="27" y="150"/>
                      <a:pt x="24" y="1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76" name="Google Shape;5276;p70"/>
              <p:cNvSpPr/>
              <p:nvPr/>
            </p:nvSpPr>
            <p:spPr>
              <a:xfrm>
                <a:off x="1651320" y="1120320"/>
                <a:ext cx="16200" cy="14040"/>
              </a:xfrm>
              <a:custGeom>
                <a:avLst/>
                <a:gdLst/>
                <a:ahLst/>
                <a:cxnLst/>
                <a:rect l="l" t="t" r="r" b="b"/>
                <a:pathLst>
                  <a:path w="45" h="39" extrusionOk="0">
                    <a:moveTo>
                      <a:pt x="24" y="36"/>
                    </a:moveTo>
                    <a:cubicBezTo>
                      <a:pt x="23" y="36"/>
                      <a:pt x="22" y="35"/>
                      <a:pt x="22" y="35"/>
                    </a:cubicBezTo>
                    <a:cubicBezTo>
                      <a:pt x="21" y="34"/>
                      <a:pt x="19" y="33"/>
                      <a:pt x="18" y="33"/>
                    </a:cubicBezTo>
                    <a:cubicBezTo>
                      <a:pt x="13" y="34"/>
                      <a:pt x="7" y="33"/>
                      <a:pt x="4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3" y="26"/>
                      <a:pt x="2" y="25"/>
                      <a:pt x="1" y="24"/>
                    </a:cubicBezTo>
                    <a:cubicBezTo>
                      <a:pt x="0" y="19"/>
                      <a:pt x="1" y="14"/>
                      <a:pt x="4" y="11"/>
                    </a:cubicBezTo>
                    <a:cubicBezTo>
                      <a:pt x="14" y="0"/>
                      <a:pt x="29" y="10"/>
                      <a:pt x="38" y="16"/>
                    </a:cubicBezTo>
                    <a:cubicBezTo>
                      <a:pt x="43" y="20"/>
                      <a:pt x="44" y="28"/>
                      <a:pt x="40" y="33"/>
                    </a:cubicBezTo>
                    <a:cubicBezTo>
                      <a:pt x="38" y="36"/>
                      <a:pt x="35" y="38"/>
                      <a:pt x="31" y="38"/>
                    </a:cubicBezTo>
                    <a:cubicBezTo>
                      <a:pt x="28" y="38"/>
                      <a:pt x="26" y="37"/>
                      <a:pt x="24" y="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77" name="Google Shape;5277;p70"/>
              <p:cNvSpPr/>
              <p:nvPr/>
            </p:nvSpPr>
            <p:spPr>
              <a:xfrm>
                <a:off x="1635480" y="1124640"/>
                <a:ext cx="25560" cy="19800"/>
              </a:xfrm>
              <a:custGeom>
                <a:avLst/>
                <a:gdLst/>
                <a:ahLst/>
                <a:cxnLst/>
                <a:rect l="l" t="t" r="r" b="b"/>
                <a:pathLst>
                  <a:path w="71" h="55" extrusionOk="0">
                    <a:moveTo>
                      <a:pt x="52" y="52"/>
                    </a:moveTo>
                    <a:cubicBezTo>
                      <a:pt x="42" y="46"/>
                      <a:pt x="32" y="41"/>
                      <a:pt x="22" y="35"/>
                    </a:cubicBezTo>
                    <a:cubicBezTo>
                      <a:pt x="20" y="33"/>
                      <a:pt x="17" y="31"/>
                      <a:pt x="15" y="30"/>
                    </a:cubicBezTo>
                    <a:cubicBezTo>
                      <a:pt x="12" y="28"/>
                      <a:pt x="9" y="25"/>
                      <a:pt x="6" y="22"/>
                    </a:cubicBezTo>
                    <a:cubicBezTo>
                      <a:pt x="0" y="15"/>
                      <a:pt x="4" y="4"/>
                      <a:pt x="13" y="1"/>
                    </a:cubicBezTo>
                    <a:cubicBezTo>
                      <a:pt x="19" y="0"/>
                      <a:pt x="25" y="3"/>
                      <a:pt x="28" y="9"/>
                    </a:cubicBezTo>
                    <a:cubicBezTo>
                      <a:pt x="32" y="13"/>
                      <a:pt x="37" y="15"/>
                      <a:pt x="42" y="18"/>
                    </a:cubicBezTo>
                    <a:cubicBezTo>
                      <a:pt x="47" y="22"/>
                      <a:pt x="53" y="26"/>
                      <a:pt x="59" y="29"/>
                    </a:cubicBezTo>
                    <a:cubicBezTo>
                      <a:pt x="59" y="30"/>
                      <a:pt x="60" y="30"/>
                      <a:pt x="60" y="31"/>
                    </a:cubicBezTo>
                    <a:cubicBezTo>
                      <a:pt x="61" y="31"/>
                      <a:pt x="62" y="32"/>
                      <a:pt x="63" y="32"/>
                    </a:cubicBezTo>
                    <a:cubicBezTo>
                      <a:pt x="68" y="36"/>
                      <a:pt x="70" y="42"/>
                      <a:pt x="67" y="48"/>
                    </a:cubicBezTo>
                    <a:cubicBezTo>
                      <a:pt x="65" y="52"/>
                      <a:pt x="61" y="54"/>
                      <a:pt x="57" y="54"/>
                    </a:cubicBezTo>
                    <a:cubicBezTo>
                      <a:pt x="55" y="54"/>
                      <a:pt x="53" y="53"/>
                      <a:pt x="52" y="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78" name="Google Shape;5278;p70"/>
              <p:cNvSpPr/>
              <p:nvPr/>
            </p:nvSpPr>
            <p:spPr>
              <a:xfrm>
                <a:off x="1663920" y="1139400"/>
                <a:ext cx="74160" cy="38520"/>
              </a:xfrm>
              <a:custGeom>
                <a:avLst/>
                <a:gdLst/>
                <a:ahLst/>
                <a:cxnLst/>
                <a:rect l="l" t="t" r="r" b="b"/>
                <a:pathLst>
                  <a:path w="206" h="107" extrusionOk="0">
                    <a:moveTo>
                      <a:pt x="4" y="100"/>
                    </a:moveTo>
                    <a:cubicBezTo>
                      <a:pt x="0" y="95"/>
                      <a:pt x="2" y="86"/>
                      <a:pt x="8" y="83"/>
                    </a:cubicBezTo>
                    <a:cubicBezTo>
                      <a:pt x="31" y="71"/>
                      <a:pt x="54" y="59"/>
                      <a:pt x="77" y="46"/>
                    </a:cubicBezTo>
                    <a:cubicBezTo>
                      <a:pt x="73" y="46"/>
                      <a:pt x="70" y="46"/>
                      <a:pt x="66" y="46"/>
                    </a:cubicBezTo>
                    <a:cubicBezTo>
                      <a:pt x="61" y="46"/>
                      <a:pt x="55" y="46"/>
                      <a:pt x="50" y="46"/>
                    </a:cubicBezTo>
                    <a:cubicBezTo>
                      <a:pt x="48" y="46"/>
                      <a:pt x="48" y="46"/>
                      <a:pt x="47" y="46"/>
                    </a:cubicBezTo>
                    <a:lnTo>
                      <a:pt x="46" y="46"/>
                    </a:lnTo>
                    <a:cubicBezTo>
                      <a:pt x="40" y="47"/>
                      <a:pt x="34" y="44"/>
                      <a:pt x="32" y="39"/>
                    </a:cubicBezTo>
                    <a:cubicBezTo>
                      <a:pt x="29" y="33"/>
                      <a:pt x="32" y="26"/>
                      <a:pt x="37" y="23"/>
                    </a:cubicBezTo>
                    <a:cubicBezTo>
                      <a:pt x="38" y="22"/>
                      <a:pt x="39" y="22"/>
                      <a:pt x="40" y="22"/>
                    </a:cubicBezTo>
                    <a:cubicBezTo>
                      <a:pt x="46" y="21"/>
                      <a:pt x="51" y="21"/>
                      <a:pt x="57" y="22"/>
                    </a:cubicBezTo>
                    <a:cubicBezTo>
                      <a:pt x="62" y="22"/>
                      <a:pt x="68" y="22"/>
                      <a:pt x="73" y="22"/>
                    </a:cubicBezTo>
                    <a:cubicBezTo>
                      <a:pt x="83" y="23"/>
                      <a:pt x="92" y="23"/>
                      <a:pt x="102" y="22"/>
                    </a:cubicBezTo>
                    <a:cubicBezTo>
                      <a:pt x="107" y="22"/>
                      <a:pt x="112" y="22"/>
                      <a:pt x="118" y="21"/>
                    </a:cubicBezTo>
                    <a:cubicBezTo>
                      <a:pt x="122" y="21"/>
                      <a:pt x="126" y="20"/>
                      <a:pt x="130" y="19"/>
                    </a:cubicBezTo>
                    <a:cubicBezTo>
                      <a:pt x="135" y="17"/>
                      <a:pt x="140" y="15"/>
                      <a:pt x="146" y="13"/>
                    </a:cubicBezTo>
                    <a:cubicBezTo>
                      <a:pt x="151" y="11"/>
                      <a:pt x="156" y="9"/>
                      <a:pt x="161" y="7"/>
                    </a:cubicBezTo>
                    <a:cubicBezTo>
                      <a:pt x="167" y="5"/>
                      <a:pt x="172" y="3"/>
                      <a:pt x="178" y="1"/>
                    </a:cubicBezTo>
                    <a:cubicBezTo>
                      <a:pt x="181" y="1"/>
                      <a:pt x="184" y="0"/>
                      <a:pt x="186" y="0"/>
                    </a:cubicBezTo>
                    <a:cubicBezTo>
                      <a:pt x="189" y="0"/>
                      <a:pt x="192" y="1"/>
                      <a:pt x="195" y="1"/>
                    </a:cubicBezTo>
                    <a:cubicBezTo>
                      <a:pt x="200" y="3"/>
                      <a:pt x="205" y="9"/>
                      <a:pt x="204" y="15"/>
                    </a:cubicBezTo>
                    <a:cubicBezTo>
                      <a:pt x="203" y="18"/>
                      <a:pt x="203" y="21"/>
                      <a:pt x="200" y="23"/>
                    </a:cubicBezTo>
                    <a:cubicBezTo>
                      <a:pt x="198" y="25"/>
                      <a:pt x="195" y="27"/>
                      <a:pt x="192" y="28"/>
                    </a:cubicBezTo>
                    <a:cubicBezTo>
                      <a:pt x="189" y="30"/>
                      <a:pt x="185" y="30"/>
                      <a:pt x="181" y="32"/>
                    </a:cubicBezTo>
                    <a:cubicBezTo>
                      <a:pt x="175" y="33"/>
                      <a:pt x="169" y="34"/>
                      <a:pt x="163" y="36"/>
                    </a:cubicBezTo>
                    <a:cubicBezTo>
                      <a:pt x="154" y="38"/>
                      <a:pt x="145" y="40"/>
                      <a:pt x="136" y="41"/>
                    </a:cubicBezTo>
                    <a:cubicBezTo>
                      <a:pt x="129" y="44"/>
                      <a:pt x="123" y="47"/>
                      <a:pt x="117" y="51"/>
                    </a:cubicBezTo>
                    <a:cubicBezTo>
                      <a:pt x="117" y="51"/>
                      <a:pt x="117" y="50"/>
                      <a:pt x="118" y="50"/>
                    </a:cubicBezTo>
                    <a:cubicBezTo>
                      <a:pt x="84" y="67"/>
                      <a:pt x="52" y="85"/>
                      <a:pt x="20" y="104"/>
                    </a:cubicBezTo>
                    <a:cubicBezTo>
                      <a:pt x="19" y="106"/>
                      <a:pt x="16" y="106"/>
                      <a:pt x="15" y="106"/>
                    </a:cubicBezTo>
                    <a:cubicBezTo>
                      <a:pt x="10" y="106"/>
                      <a:pt x="6" y="104"/>
                      <a:pt x="4" y="10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79" name="Google Shape;5279;p70"/>
              <p:cNvSpPr/>
              <p:nvPr/>
            </p:nvSpPr>
            <p:spPr>
              <a:xfrm>
                <a:off x="1465560" y="1028880"/>
                <a:ext cx="254880" cy="244440"/>
              </a:xfrm>
              <a:custGeom>
                <a:avLst/>
                <a:gdLst/>
                <a:ahLst/>
                <a:cxnLst/>
                <a:rect l="l" t="t" r="r" b="b"/>
                <a:pathLst>
                  <a:path w="708" h="679" extrusionOk="0">
                    <a:moveTo>
                      <a:pt x="276" y="677"/>
                    </a:moveTo>
                    <a:cubicBezTo>
                      <a:pt x="269" y="677"/>
                      <a:pt x="263" y="670"/>
                      <a:pt x="263" y="663"/>
                    </a:cubicBezTo>
                    <a:cubicBezTo>
                      <a:pt x="263" y="656"/>
                      <a:pt x="266" y="649"/>
                      <a:pt x="267" y="642"/>
                    </a:cubicBezTo>
                    <a:cubicBezTo>
                      <a:pt x="269" y="637"/>
                      <a:pt x="271" y="631"/>
                      <a:pt x="273" y="626"/>
                    </a:cubicBezTo>
                    <a:cubicBezTo>
                      <a:pt x="276" y="614"/>
                      <a:pt x="279" y="602"/>
                      <a:pt x="283" y="591"/>
                    </a:cubicBezTo>
                    <a:cubicBezTo>
                      <a:pt x="286" y="584"/>
                      <a:pt x="288" y="577"/>
                      <a:pt x="292" y="570"/>
                    </a:cubicBezTo>
                    <a:lnTo>
                      <a:pt x="291" y="571"/>
                    </a:lnTo>
                    <a:cubicBezTo>
                      <a:pt x="300" y="554"/>
                      <a:pt x="308" y="537"/>
                      <a:pt x="317" y="521"/>
                    </a:cubicBezTo>
                    <a:cubicBezTo>
                      <a:pt x="327" y="503"/>
                      <a:pt x="337" y="487"/>
                      <a:pt x="348" y="470"/>
                    </a:cubicBezTo>
                    <a:cubicBezTo>
                      <a:pt x="348" y="469"/>
                      <a:pt x="350" y="467"/>
                      <a:pt x="350" y="466"/>
                    </a:cubicBezTo>
                    <a:cubicBezTo>
                      <a:pt x="351" y="466"/>
                      <a:pt x="351" y="465"/>
                      <a:pt x="351" y="465"/>
                    </a:cubicBezTo>
                    <a:cubicBezTo>
                      <a:pt x="360" y="450"/>
                      <a:pt x="370" y="436"/>
                      <a:pt x="379" y="421"/>
                    </a:cubicBezTo>
                    <a:cubicBezTo>
                      <a:pt x="379" y="422"/>
                      <a:pt x="379" y="422"/>
                      <a:pt x="379" y="423"/>
                    </a:cubicBezTo>
                    <a:cubicBezTo>
                      <a:pt x="385" y="413"/>
                      <a:pt x="392" y="402"/>
                      <a:pt x="398" y="392"/>
                    </a:cubicBezTo>
                    <a:cubicBezTo>
                      <a:pt x="404" y="383"/>
                      <a:pt x="409" y="373"/>
                      <a:pt x="414" y="363"/>
                    </a:cubicBezTo>
                    <a:cubicBezTo>
                      <a:pt x="418" y="355"/>
                      <a:pt x="421" y="347"/>
                      <a:pt x="424" y="338"/>
                    </a:cubicBezTo>
                    <a:cubicBezTo>
                      <a:pt x="425" y="335"/>
                      <a:pt x="426" y="332"/>
                      <a:pt x="427" y="329"/>
                    </a:cubicBezTo>
                    <a:cubicBezTo>
                      <a:pt x="427" y="327"/>
                      <a:pt x="427" y="325"/>
                      <a:pt x="427" y="323"/>
                    </a:cubicBezTo>
                    <a:lnTo>
                      <a:pt x="427" y="322"/>
                    </a:lnTo>
                    <a:cubicBezTo>
                      <a:pt x="427" y="321"/>
                      <a:pt x="427" y="321"/>
                      <a:pt x="427" y="320"/>
                    </a:cubicBezTo>
                    <a:cubicBezTo>
                      <a:pt x="427" y="319"/>
                      <a:pt x="427" y="319"/>
                      <a:pt x="427" y="319"/>
                    </a:cubicBezTo>
                    <a:lnTo>
                      <a:pt x="426" y="319"/>
                    </a:lnTo>
                    <a:cubicBezTo>
                      <a:pt x="425" y="319"/>
                      <a:pt x="424" y="320"/>
                      <a:pt x="422" y="321"/>
                    </a:cubicBezTo>
                    <a:cubicBezTo>
                      <a:pt x="420" y="321"/>
                      <a:pt x="418" y="322"/>
                      <a:pt x="417" y="323"/>
                    </a:cubicBezTo>
                    <a:cubicBezTo>
                      <a:pt x="414" y="324"/>
                      <a:pt x="411" y="326"/>
                      <a:pt x="408" y="328"/>
                    </a:cubicBezTo>
                    <a:cubicBezTo>
                      <a:pt x="400" y="333"/>
                      <a:pt x="393" y="339"/>
                      <a:pt x="386" y="346"/>
                    </a:cubicBezTo>
                    <a:cubicBezTo>
                      <a:pt x="381" y="350"/>
                      <a:pt x="377" y="354"/>
                      <a:pt x="372" y="359"/>
                    </a:cubicBezTo>
                    <a:cubicBezTo>
                      <a:pt x="368" y="363"/>
                      <a:pt x="365" y="368"/>
                      <a:pt x="361" y="372"/>
                    </a:cubicBezTo>
                    <a:cubicBezTo>
                      <a:pt x="346" y="390"/>
                      <a:pt x="332" y="409"/>
                      <a:pt x="319" y="428"/>
                    </a:cubicBezTo>
                    <a:cubicBezTo>
                      <a:pt x="305" y="449"/>
                      <a:pt x="290" y="470"/>
                      <a:pt x="276" y="490"/>
                    </a:cubicBezTo>
                    <a:cubicBezTo>
                      <a:pt x="262" y="510"/>
                      <a:pt x="246" y="530"/>
                      <a:pt x="231" y="550"/>
                    </a:cubicBezTo>
                    <a:cubicBezTo>
                      <a:pt x="216" y="569"/>
                      <a:pt x="200" y="589"/>
                      <a:pt x="184" y="607"/>
                    </a:cubicBezTo>
                    <a:cubicBezTo>
                      <a:pt x="177" y="617"/>
                      <a:pt x="168" y="625"/>
                      <a:pt x="160" y="634"/>
                    </a:cubicBezTo>
                    <a:cubicBezTo>
                      <a:pt x="156" y="638"/>
                      <a:pt x="152" y="642"/>
                      <a:pt x="147" y="646"/>
                    </a:cubicBezTo>
                    <a:cubicBezTo>
                      <a:pt x="145" y="649"/>
                      <a:pt x="143" y="651"/>
                      <a:pt x="140" y="653"/>
                    </a:cubicBezTo>
                    <a:cubicBezTo>
                      <a:pt x="137" y="655"/>
                      <a:pt x="135" y="657"/>
                      <a:pt x="131" y="658"/>
                    </a:cubicBezTo>
                    <a:cubicBezTo>
                      <a:pt x="125" y="660"/>
                      <a:pt x="117" y="658"/>
                      <a:pt x="114" y="652"/>
                    </a:cubicBezTo>
                    <a:cubicBezTo>
                      <a:pt x="111" y="647"/>
                      <a:pt x="111" y="642"/>
                      <a:pt x="112" y="637"/>
                    </a:cubicBezTo>
                    <a:cubicBezTo>
                      <a:pt x="114" y="633"/>
                      <a:pt x="114" y="630"/>
                      <a:pt x="115" y="627"/>
                    </a:cubicBezTo>
                    <a:cubicBezTo>
                      <a:pt x="117" y="622"/>
                      <a:pt x="119" y="617"/>
                      <a:pt x="122" y="611"/>
                    </a:cubicBezTo>
                    <a:cubicBezTo>
                      <a:pt x="126" y="600"/>
                      <a:pt x="131" y="590"/>
                      <a:pt x="135" y="579"/>
                    </a:cubicBezTo>
                    <a:cubicBezTo>
                      <a:pt x="140" y="568"/>
                      <a:pt x="146" y="558"/>
                      <a:pt x="152" y="547"/>
                    </a:cubicBezTo>
                    <a:cubicBezTo>
                      <a:pt x="157" y="536"/>
                      <a:pt x="164" y="525"/>
                      <a:pt x="170" y="514"/>
                    </a:cubicBezTo>
                    <a:cubicBezTo>
                      <a:pt x="182" y="494"/>
                      <a:pt x="195" y="474"/>
                      <a:pt x="208" y="454"/>
                    </a:cubicBezTo>
                    <a:cubicBezTo>
                      <a:pt x="216" y="442"/>
                      <a:pt x="224" y="431"/>
                      <a:pt x="231" y="419"/>
                    </a:cubicBezTo>
                    <a:cubicBezTo>
                      <a:pt x="240" y="406"/>
                      <a:pt x="248" y="394"/>
                      <a:pt x="256" y="381"/>
                    </a:cubicBezTo>
                    <a:cubicBezTo>
                      <a:pt x="256" y="382"/>
                      <a:pt x="256" y="382"/>
                      <a:pt x="256" y="383"/>
                    </a:cubicBezTo>
                    <a:cubicBezTo>
                      <a:pt x="260" y="375"/>
                      <a:pt x="266" y="367"/>
                      <a:pt x="271" y="358"/>
                    </a:cubicBezTo>
                    <a:cubicBezTo>
                      <a:pt x="277" y="349"/>
                      <a:pt x="283" y="339"/>
                      <a:pt x="288" y="329"/>
                    </a:cubicBezTo>
                    <a:cubicBezTo>
                      <a:pt x="298" y="312"/>
                      <a:pt x="308" y="294"/>
                      <a:pt x="316" y="277"/>
                    </a:cubicBezTo>
                    <a:cubicBezTo>
                      <a:pt x="319" y="272"/>
                      <a:pt x="321" y="267"/>
                      <a:pt x="323" y="263"/>
                    </a:cubicBezTo>
                    <a:cubicBezTo>
                      <a:pt x="325" y="258"/>
                      <a:pt x="327" y="252"/>
                      <a:pt x="329" y="247"/>
                    </a:cubicBezTo>
                    <a:cubicBezTo>
                      <a:pt x="329" y="246"/>
                      <a:pt x="329" y="245"/>
                      <a:pt x="329" y="245"/>
                    </a:cubicBezTo>
                    <a:cubicBezTo>
                      <a:pt x="327" y="246"/>
                      <a:pt x="326" y="247"/>
                      <a:pt x="324" y="248"/>
                    </a:cubicBezTo>
                    <a:cubicBezTo>
                      <a:pt x="324" y="248"/>
                      <a:pt x="325" y="248"/>
                      <a:pt x="325" y="247"/>
                    </a:cubicBezTo>
                    <a:cubicBezTo>
                      <a:pt x="318" y="252"/>
                      <a:pt x="311" y="258"/>
                      <a:pt x="304" y="264"/>
                    </a:cubicBezTo>
                    <a:cubicBezTo>
                      <a:pt x="290" y="277"/>
                      <a:pt x="276" y="292"/>
                      <a:pt x="263" y="307"/>
                    </a:cubicBezTo>
                    <a:cubicBezTo>
                      <a:pt x="248" y="325"/>
                      <a:pt x="234" y="344"/>
                      <a:pt x="219" y="362"/>
                    </a:cubicBezTo>
                    <a:cubicBezTo>
                      <a:pt x="205" y="382"/>
                      <a:pt x="190" y="400"/>
                      <a:pt x="175" y="420"/>
                    </a:cubicBezTo>
                    <a:cubicBezTo>
                      <a:pt x="163" y="437"/>
                      <a:pt x="150" y="454"/>
                      <a:pt x="138" y="471"/>
                    </a:cubicBezTo>
                    <a:cubicBezTo>
                      <a:pt x="127" y="488"/>
                      <a:pt x="117" y="504"/>
                      <a:pt x="105" y="520"/>
                    </a:cubicBezTo>
                    <a:cubicBezTo>
                      <a:pt x="99" y="530"/>
                      <a:pt x="93" y="540"/>
                      <a:pt x="86" y="550"/>
                    </a:cubicBezTo>
                    <a:cubicBezTo>
                      <a:pt x="79" y="560"/>
                      <a:pt x="72" y="570"/>
                      <a:pt x="65" y="580"/>
                    </a:cubicBezTo>
                    <a:cubicBezTo>
                      <a:pt x="62" y="586"/>
                      <a:pt x="58" y="591"/>
                      <a:pt x="54" y="597"/>
                    </a:cubicBezTo>
                    <a:cubicBezTo>
                      <a:pt x="51" y="600"/>
                      <a:pt x="48" y="604"/>
                      <a:pt x="44" y="607"/>
                    </a:cubicBezTo>
                    <a:cubicBezTo>
                      <a:pt x="38" y="611"/>
                      <a:pt x="30" y="611"/>
                      <a:pt x="26" y="607"/>
                    </a:cubicBezTo>
                    <a:cubicBezTo>
                      <a:pt x="19" y="600"/>
                      <a:pt x="22" y="590"/>
                      <a:pt x="23" y="583"/>
                    </a:cubicBezTo>
                    <a:cubicBezTo>
                      <a:pt x="24" y="577"/>
                      <a:pt x="27" y="571"/>
                      <a:pt x="29" y="565"/>
                    </a:cubicBezTo>
                    <a:cubicBezTo>
                      <a:pt x="36" y="544"/>
                      <a:pt x="45" y="522"/>
                      <a:pt x="54" y="501"/>
                    </a:cubicBezTo>
                    <a:cubicBezTo>
                      <a:pt x="64" y="478"/>
                      <a:pt x="75" y="456"/>
                      <a:pt x="87" y="435"/>
                    </a:cubicBezTo>
                    <a:cubicBezTo>
                      <a:pt x="111" y="393"/>
                      <a:pt x="135" y="351"/>
                      <a:pt x="158" y="310"/>
                    </a:cubicBezTo>
                    <a:cubicBezTo>
                      <a:pt x="178" y="276"/>
                      <a:pt x="196" y="242"/>
                      <a:pt x="213" y="208"/>
                    </a:cubicBezTo>
                    <a:cubicBezTo>
                      <a:pt x="213" y="209"/>
                      <a:pt x="213" y="209"/>
                      <a:pt x="213" y="210"/>
                    </a:cubicBezTo>
                    <a:cubicBezTo>
                      <a:pt x="215" y="204"/>
                      <a:pt x="218" y="198"/>
                      <a:pt x="220" y="192"/>
                    </a:cubicBezTo>
                    <a:cubicBezTo>
                      <a:pt x="219" y="192"/>
                      <a:pt x="219" y="193"/>
                      <a:pt x="218" y="194"/>
                    </a:cubicBezTo>
                    <a:cubicBezTo>
                      <a:pt x="209" y="200"/>
                      <a:pt x="200" y="207"/>
                      <a:pt x="192" y="214"/>
                    </a:cubicBezTo>
                    <a:cubicBezTo>
                      <a:pt x="193" y="214"/>
                      <a:pt x="193" y="213"/>
                      <a:pt x="193" y="213"/>
                    </a:cubicBezTo>
                    <a:cubicBezTo>
                      <a:pt x="165" y="238"/>
                      <a:pt x="139" y="267"/>
                      <a:pt x="115" y="296"/>
                    </a:cubicBezTo>
                    <a:lnTo>
                      <a:pt x="115" y="295"/>
                    </a:lnTo>
                    <a:cubicBezTo>
                      <a:pt x="100" y="314"/>
                      <a:pt x="84" y="333"/>
                      <a:pt x="68" y="351"/>
                    </a:cubicBezTo>
                    <a:cubicBezTo>
                      <a:pt x="64" y="355"/>
                      <a:pt x="60" y="359"/>
                      <a:pt x="56" y="363"/>
                    </a:cubicBezTo>
                    <a:cubicBezTo>
                      <a:pt x="51" y="368"/>
                      <a:pt x="46" y="372"/>
                      <a:pt x="41" y="375"/>
                    </a:cubicBezTo>
                    <a:cubicBezTo>
                      <a:pt x="35" y="379"/>
                      <a:pt x="28" y="379"/>
                      <a:pt x="22" y="376"/>
                    </a:cubicBezTo>
                    <a:cubicBezTo>
                      <a:pt x="16" y="374"/>
                      <a:pt x="14" y="367"/>
                      <a:pt x="14" y="362"/>
                    </a:cubicBezTo>
                    <a:cubicBezTo>
                      <a:pt x="14" y="358"/>
                      <a:pt x="15" y="354"/>
                      <a:pt x="16" y="350"/>
                    </a:cubicBezTo>
                    <a:cubicBezTo>
                      <a:pt x="17" y="345"/>
                      <a:pt x="19" y="339"/>
                      <a:pt x="20" y="334"/>
                    </a:cubicBezTo>
                    <a:cubicBezTo>
                      <a:pt x="36" y="287"/>
                      <a:pt x="60" y="244"/>
                      <a:pt x="82" y="201"/>
                    </a:cubicBezTo>
                    <a:cubicBezTo>
                      <a:pt x="90" y="185"/>
                      <a:pt x="98" y="170"/>
                      <a:pt x="107" y="155"/>
                    </a:cubicBezTo>
                    <a:cubicBezTo>
                      <a:pt x="112" y="145"/>
                      <a:pt x="119" y="134"/>
                      <a:pt x="124" y="123"/>
                    </a:cubicBezTo>
                    <a:cubicBezTo>
                      <a:pt x="100" y="148"/>
                      <a:pt x="78" y="174"/>
                      <a:pt x="54" y="199"/>
                    </a:cubicBezTo>
                    <a:cubicBezTo>
                      <a:pt x="52" y="202"/>
                      <a:pt x="50" y="204"/>
                      <a:pt x="47" y="207"/>
                    </a:cubicBezTo>
                    <a:cubicBezTo>
                      <a:pt x="45" y="209"/>
                      <a:pt x="43" y="210"/>
                      <a:pt x="41" y="213"/>
                    </a:cubicBezTo>
                    <a:cubicBezTo>
                      <a:pt x="40" y="214"/>
                      <a:pt x="38" y="216"/>
                      <a:pt x="36" y="216"/>
                    </a:cubicBezTo>
                    <a:cubicBezTo>
                      <a:pt x="34" y="218"/>
                      <a:pt x="31" y="219"/>
                      <a:pt x="29" y="219"/>
                    </a:cubicBezTo>
                    <a:cubicBezTo>
                      <a:pt x="26" y="220"/>
                      <a:pt x="22" y="219"/>
                      <a:pt x="20" y="217"/>
                    </a:cubicBezTo>
                    <a:cubicBezTo>
                      <a:pt x="17" y="215"/>
                      <a:pt x="15" y="211"/>
                      <a:pt x="15" y="208"/>
                    </a:cubicBezTo>
                    <a:cubicBezTo>
                      <a:pt x="15" y="204"/>
                      <a:pt x="15" y="201"/>
                      <a:pt x="16" y="198"/>
                    </a:cubicBezTo>
                    <a:cubicBezTo>
                      <a:pt x="17" y="196"/>
                      <a:pt x="17" y="195"/>
                      <a:pt x="18" y="194"/>
                    </a:cubicBezTo>
                    <a:cubicBezTo>
                      <a:pt x="19" y="191"/>
                      <a:pt x="20" y="188"/>
                      <a:pt x="22" y="185"/>
                    </a:cubicBezTo>
                    <a:cubicBezTo>
                      <a:pt x="24" y="181"/>
                      <a:pt x="26" y="176"/>
                      <a:pt x="28" y="171"/>
                    </a:cubicBezTo>
                    <a:cubicBezTo>
                      <a:pt x="33" y="159"/>
                      <a:pt x="38" y="148"/>
                      <a:pt x="43" y="136"/>
                    </a:cubicBezTo>
                    <a:cubicBezTo>
                      <a:pt x="52" y="114"/>
                      <a:pt x="62" y="93"/>
                      <a:pt x="73" y="71"/>
                    </a:cubicBezTo>
                    <a:cubicBezTo>
                      <a:pt x="78" y="61"/>
                      <a:pt x="83" y="51"/>
                      <a:pt x="88" y="41"/>
                    </a:cubicBezTo>
                    <a:cubicBezTo>
                      <a:pt x="89" y="40"/>
                      <a:pt x="89" y="39"/>
                      <a:pt x="90" y="38"/>
                    </a:cubicBezTo>
                    <a:cubicBezTo>
                      <a:pt x="86" y="41"/>
                      <a:pt x="82" y="43"/>
                      <a:pt x="79" y="46"/>
                    </a:cubicBezTo>
                    <a:cubicBezTo>
                      <a:pt x="72" y="52"/>
                      <a:pt x="65" y="57"/>
                      <a:pt x="59" y="63"/>
                    </a:cubicBezTo>
                    <a:lnTo>
                      <a:pt x="59" y="62"/>
                    </a:lnTo>
                    <a:cubicBezTo>
                      <a:pt x="56" y="66"/>
                      <a:pt x="52" y="69"/>
                      <a:pt x="49" y="72"/>
                    </a:cubicBezTo>
                    <a:cubicBezTo>
                      <a:pt x="45" y="76"/>
                      <a:pt x="41" y="81"/>
                      <a:pt x="37" y="85"/>
                    </a:cubicBezTo>
                    <a:cubicBezTo>
                      <a:pt x="34" y="89"/>
                      <a:pt x="31" y="93"/>
                      <a:pt x="27" y="97"/>
                    </a:cubicBezTo>
                    <a:cubicBezTo>
                      <a:pt x="27" y="98"/>
                      <a:pt x="26" y="100"/>
                      <a:pt x="25" y="101"/>
                    </a:cubicBezTo>
                    <a:lnTo>
                      <a:pt x="24" y="101"/>
                    </a:lnTo>
                    <a:cubicBezTo>
                      <a:pt x="24" y="103"/>
                      <a:pt x="23" y="105"/>
                      <a:pt x="22" y="107"/>
                    </a:cubicBezTo>
                    <a:cubicBezTo>
                      <a:pt x="21" y="107"/>
                      <a:pt x="20" y="108"/>
                      <a:pt x="19" y="108"/>
                    </a:cubicBezTo>
                    <a:cubicBezTo>
                      <a:pt x="15" y="111"/>
                      <a:pt x="8" y="111"/>
                      <a:pt x="4" y="107"/>
                    </a:cubicBezTo>
                    <a:cubicBezTo>
                      <a:pt x="1" y="104"/>
                      <a:pt x="0" y="100"/>
                      <a:pt x="1" y="96"/>
                    </a:cubicBezTo>
                    <a:cubicBezTo>
                      <a:pt x="1" y="96"/>
                      <a:pt x="1" y="95"/>
                      <a:pt x="1" y="94"/>
                    </a:cubicBezTo>
                    <a:cubicBezTo>
                      <a:pt x="1" y="93"/>
                      <a:pt x="2" y="93"/>
                      <a:pt x="2" y="92"/>
                    </a:cubicBezTo>
                    <a:lnTo>
                      <a:pt x="2" y="91"/>
                    </a:lnTo>
                    <a:cubicBezTo>
                      <a:pt x="5" y="86"/>
                      <a:pt x="9" y="82"/>
                      <a:pt x="13" y="77"/>
                    </a:cubicBezTo>
                    <a:cubicBezTo>
                      <a:pt x="17" y="72"/>
                      <a:pt x="22" y="67"/>
                      <a:pt x="26" y="62"/>
                    </a:cubicBezTo>
                    <a:cubicBezTo>
                      <a:pt x="34" y="53"/>
                      <a:pt x="44" y="46"/>
                      <a:pt x="53" y="37"/>
                    </a:cubicBezTo>
                    <a:cubicBezTo>
                      <a:pt x="62" y="30"/>
                      <a:pt x="72" y="23"/>
                      <a:pt x="81" y="15"/>
                    </a:cubicBezTo>
                    <a:cubicBezTo>
                      <a:pt x="86" y="12"/>
                      <a:pt x="90" y="8"/>
                      <a:pt x="95" y="5"/>
                    </a:cubicBezTo>
                    <a:cubicBezTo>
                      <a:pt x="100" y="2"/>
                      <a:pt x="105" y="0"/>
                      <a:pt x="111" y="0"/>
                    </a:cubicBezTo>
                    <a:cubicBezTo>
                      <a:pt x="118" y="1"/>
                      <a:pt x="122" y="7"/>
                      <a:pt x="123" y="14"/>
                    </a:cubicBezTo>
                    <a:cubicBezTo>
                      <a:pt x="124" y="20"/>
                      <a:pt x="121" y="27"/>
                      <a:pt x="118" y="33"/>
                    </a:cubicBezTo>
                    <a:cubicBezTo>
                      <a:pt x="117" y="37"/>
                      <a:pt x="115" y="40"/>
                      <a:pt x="114" y="43"/>
                    </a:cubicBezTo>
                    <a:cubicBezTo>
                      <a:pt x="110" y="50"/>
                      <a:pt x="107" y="57"/>
                      <a:pt x="103" y="64"/>
                    </a:cubicBezTo>
                    <a:cubicBezTo>
                      <a:pt x="96" y="79"/>
                      <a:pt x="88" y="93"/>
                      <a:pt x="81" y="108"/>
                    </a:cubicBezTo>
                    <a:cubicBezTo>
                      <a:pt x="73" y="124"/>
                      <a:pt x="66" y="141"/>
                      <a:pt x="59" y="157"/>
                    </a:cubicBezTo>
                    <a:cubicBezTo>
                      <a:pt x="58" y="159"/>
                      <a:pt x="57" y="162"/>
                      <a:pt x="56" y="164"/>
                    </a:cubicBezTo>
                    <a:cubicBezTo>
                      <a:pt x="63" y="156"/>
                      <a:pt x="70" y="149"/>
                      <a:pt x="76" y="142"/>
                    </a:cubicBezTo>
                    <a:cubicBezTo>
                      <a:pt x="93" y="124"/>
                      <a:pt x="110" y="107"/>
                      <a:pt x="125" y="89"/>
                    </a:cubicBezTo>
                    <a:cubicBezTo>
                      <a:pt x="129" y="85"/>
                      <a:pt x="133" y="80"/>
                      <a:pt x="138" y="76"/>
                    </a:cubicBezTo>
                    <a:cubicBezTo>
                      <a:pt x="140" y="73"/>
                      <a:pt x="145" y="70"/>
                      <a:pt x="149" y="69"/>
                    </a:cubicBezTo>
                    <a:cubicBezTo>
                      <a:pt x="156" y="67"/>
                      <a:pt x="162" y="71"/>
                      <a:pt x="165" y="77"/>
                    </a:cubicBezTo>
                    <a:cubicBezTo>
                      <a:pt x="167" y="82"/>
                      <a:pt x="165" y="89"/>
                      <a:pt x="164" y="94"/>
                    </a:cubicBezTo>
                    <a:cubicBezTo>
                      <a:pt x="163" y="98"/>
                      <a:pt x="161" y="101"/>
                      <a:pt x="159" y="105"/>
                    </a:cubicBezTo>
                    <a:cubicBezTo>
                      <a:pt x="157" y="111"/>
                      <a:pt x="154" y="116"/>
                      <a:pt x="151" y="121"/>
                    </a:cubicBezTo>
                    <a:cubicBezTo>
                      <a:pt x="140" y="143"/>
                      <a:pt x="128" y="165"/>
                      <a:pt x="115" y="186"/>
                    </a:cubicBezTo>
                    <a:cubicBezTo>
                      <a:pt x="107" y="201"/>
                      <a:pt x="99" y="216"/>
                      <a:pt x="91" y="232"/>
                    </a:cubicBezTo>
                    <a:cubicBezTo>
                      <a:pt x="83" y="248"/>
                      <a:pt x="75" y="263"/>
                      <a:pt x="67" y="280"/>
                    </a:cubicBezTo>
                    <a:cubicBezTo>
                      <a:pt x="67" y="279"/>
                      <a:pt x="67" y="279"/>
                      <a:pt x="67" y="279"/>
                    </a:cubicBezTo>
                    <a:cubicBezTo>
                      <a:pt x="58" y="298"/>
                      <a:pt x="50" y="317"/>
                      <a:pt x="44" y="336"/>
                    </a:cubicBezTo>
                    <a:cubicBezTo>
                      <a:pt x="43" y="339"/>
                      <a:pt x="43" y="341"/>
                      <a:pt x="42" y="344"/>
                    </a:cubicBezTo>
                    <a:cubicBezTo>
                      <a:pt x="43" y="343"/>
                      <a:pt x="45" y="342"/>
                      <a:pt x="46" y="340"/>
                    </a:cubicBezTo>
                    <a:cubicBezTo>
                      <a:pt x="54" y="333"/>
                      <a:pt x="61" y="325"/>
                      <a:pt x="68" y="317"/>
                    </a:cubicBezTo>
                    <a:cubicBezTo>
                      <a:pt x="68" y="316"/>
                      <a:pt x="69" y="316"/>
                      <a:pt x="69" y="316"/>
                    </a:cubicBezTo>
                    <a:cubicBezTo>
                      <a:pt x="84" y="298"/>
                      <a:pt x="100" y="280"/>
                      <a:pt x="115" y="262"/>
                    </a:cubicBezTo>
                    <a:cubicBezTo>
                      <a:pt x="131" y="244"/>
                      <a:pt x="147" y="226"/>
                      <a:pt x="164" y="210"/>
                    </a:cubicBezTo>
                    <a:cubicBezTo>
                      <a:pt x="172" y="201"/>
                      <a:pt x="181" y="192"/>
                      <a:pt x="191" y="184"/>
                    </a:cubicBezTo>
                    <a:cubicBezTo>
                      <a:pt x="199" y="177"/>
                      <a:pt x="208" y="170"/>
                      <a:pt x="218" y="164"/>
                    </a:cubicBezTo>
                    <a:cubicBezTo>
                      <a:pt x="221" y="163"/>
                      <a:pt x="223" y="162"/>
                      <a:pt x="226" y="161"/>
                    </a:cubicBezTo>
                    <a:cubicBezTo>
                      <a:pt x="232" y="158"/>
                      <a:pt x="239" y="158"/>
                      <a:pt x="245" y="163"/>
                    </a:cubicBezTo>
                    <a:cubicBezTo>
                      <a:pt x="249" y="168"/>
                      <a:pt x="249" y="174"/>
                      <a:pt x="249" y="180"/>
                    </a:cubicBezTo>
                    <a:cubicBezTo>
                      <a:pt x="248" y="184"/>
                      <a:pt x="247" y="188"/>
                      <a:pt x="245" y="192"/>
                    </a:cubicBezTo>
                    <a:cubicBezTo>
                      <a:pt x="241" y="205"/>
                      <a:pt x="235" y="216"/>
                      <a:pt x="230" y="227"/>
                    </a:cubicBezTo>
                    <a:cubicBezTo>
                      <a:pt x="219" y="248"/>
                      <a:pt x="207" y="269"/>
                      <a:pt x="195" y="289"/>
                    </a:cubicBezTo>
                    <a:cubicBezTo>
                      <a:pt x="184" y="310"/>
                      <a:pt x="171" y="331"/>
                      <a:pt x="158" y="352"/>
                    </a:cubicBezTo>
                    <a:cubicBezTo>
                      <a:pt x="146" y="373"/>
                      <a:pt x="134" y="395"/>
                      <a:pt x="122" y="415"/>
                    </a:cubicBezTo>
                    <a:cubicBezTo>
                      <a:pt x="110" y="437"/>
                      <a:pt x="98" y="458"/>
                      <a:pt x="88" y="480"/>
                    </a:cubicBezTo>
                    <a:cubicBezTo>
                      <a:pt x="87" y="481"/>
                      <a:pt x="87" y="481"/>
                      <a:pt x="87" y="481"/>
                    </a:cubicBezTo>
                    <a:cubicBezTo>
                      <a:pt x="80" y="495"/>
                      <a:pt x="74" y="510"/>
                      <a:pt x="68" y="525"/>
                    </a:cubicBezTo>
                    <a:cubicBezTo>
                      <a:pt x="65" y="534"/>
                      <a:pt x="62" y="543"/>
                      <a:pt x="58" y="551"/>
                    </a:cubicBezTo>
                    <a:cubicBezTo>
                      <a:pt x="65" y="542"/>
                      <a:pt x="72" y="533"/>
                      <a:pt x="78" y="523"/>
                    </a:cubicBezTo>
                    <a:cubicBezTo>
                      <a:pt x="92" y="503"/>
                      <a:pt x="106" y="483"/>
                      <a:pt x="120" y="463"/>
                    </a:cubicBezTo>
                    <a:cubicBezTo>
                      <a:pt x="134" y="443"/>
                      <a:pt x="149" y="424"/>
                      <a:pt x="163" y="404"/>
                    </a:cubicBezTo>
                    <a:cubicBezTo>
                      <a:pt x="177" y="385"/>
                      <a:pt x="191" y="367"/>
                      <a:pt x="205" y="347"/>
                    </a:cubicBezTo>
                    <a:cubicBezTo>
                      <a:pt x="212" y="338"/>
                      <a:pt x="220" y="328"/>
                      <a:pt x="227" y="319"/>
                    </a:cubicBezTo>
                    <a:cubicBezTo>
                      <a:pt x="234" y="309"/>
                      <a:pt x="241" y="300"/>
                      <a:pt x="248" y="290"/>
                    </a:cubicBezTo>
                    <a:cubicBezTo>
                      <a:pt x="264" y="272"/>
                      <a:pt x="281" y="253"/>
                      <a:pt x="300" y="237"/>
                    </a:cubicBezTo>
                    <a:cubicBezTo>
                      <a:pt x="309" y="229"/>
                      <a:pt x="318" y="221"/>
                      <a:pt x="329" y="217"/>
                    </a:cubicBezTo>
                    <a:cubicBezTo>
                      <a:pt x="333" y="216"/>
                      <a:pt x="337" y="214"/>
                      <a:pt x="341" y="215"/>
                    </a:cubicBezTo>
                    <a:cubicBezTo>
                      <a:pt x="344" y="215"/>
                      <a:pt x="347" y="216"/>
                      <a:pt x="350" y="217"/>
                    </a:cubicBezTo>
                    <a:cubicBezTo>
                      <a:pt x="353" y="220"/>
                      <a:pt x="354" y="223"/>
                      <a:pt x="355" y="227"/>
                    </a:cubicBezTo>
                    <a:cubicBezTo>
                      <a:pt x="357" y="234"/>
                      <a:pt x="355" y="241"/>
                      <a:pt x="354" y="248"/>
                    </a:cubicBezTo>
                    <a:cubicBezTo>
                      <a:pt x="353" y="252"/>
                      <a:pt x="351" y="257"/>
                      <a:pt x="349" y="262"/>
                    </a:cubicBezTo>
                    <a:cubicBezTo>
                      <a:pt x="345" y="273"/>
                      <a:pt x="339" y="284"/>
                      <a:pt x="334" y="295"/>
                    </a:cubicBezTo>
                    <a:cubicBezTo>
                      <a:pt x="328" y="306"/>
                      <a:pt x="322" y="316"/>
                      <a:pt x="316" y="327"/>
                    </a:cubicBezTo>
                    <a:cubicBezTo>
                      <a:pt x="292" y="369"/>
                      <a:pt x="263" y="410"/>
                      <a:pt x="236" y="450"/>
                    </a:cubicBezTo>
                    <a:cubicBezTo>
                      <a:pt x="232" y="456"/>
                      <a:pt x="229" y="461"/>
                      <a:pt x="226" y="467"/>
                    </a:cubicBezTo>
                    <a:cubicBezTo>
                      <a:pt x="226" y="466"/>
                      <a:pt x="226" y="466"/>
                      <a:pt x="226" y="466"/>
                    </a:cubicBezTo>
                    <a:cubicBezTo>
                      <a:pt x="226" y="467"/>
                      <a:pt x="226" y="467"/>
                      <a:pt x="225" y="467"/>
                    </a:cubicBezTo>
                    <a:cubicBezTo>
                      <a:pt x="204" y="500"/>
                      <a:pt x="184" y="533"/>
                      <a:pt x="167" y="568"/>
                    </a:cubicBezTo>
                    <a:lnTo>
                      <a:pt x="167" y="567"/>
                    </a:lnTo>
                    <a:cubicBezTo>
                      <a:pt x="160" y="583"/>
                      <a:pt x="153" y="598"/>
                      <a:pt x="146" y="614"/>
                    </a:cubicBezTo>
                    <a:cubicBezTo>
                      <a:pt x="149" y="612"/>
                      <a:pt x="152" y="609"/>
                      <a:pt x="154" y="607"/>
                    </a:cubicBezTo>
                    <a:cubicBezTo>
                      <a:pt x="162" y="598"/>
                      <a:pt x="171" y="589"/>
                      <a:pt x="179" y="580"/>
                    </a:cubicBezTo>
                    <a:cubicBezTo>
                      <a:pt x="186" y="570"/>
                      <a:pt x="195" y="561"/>
                      <a:pt x="202" y="551"/>
                    </a:cubicBezTo>
                    <a:cubicBezTo>
                      <a:pt x="210" y="542"/>
                      <a:pt x="217" y="533"/>
                      <a:pt x="224" y="524"/>
                    </a:cubicBezTo>
                    <a:cubicBezTo>
                      <a:pt x="232" y="513"/>
                      <a:pt x="240" y="503"/>
                      <a:pt x="248" y="493"/>
                    </a:cubicBezTo>
                    <a:cubicBezTo>
                      <a:pt x="254" y="484"/>
                      <a:pt x="260" y="475"/>
                      <a:pt x="267" y="466"/>
                    </a:cubicBezTo>
                    <a:cubicBezTo>
                      <a:pt x="281" y="445"/>
                      <a:pt x="296" y="424"/>
                      <a:pt x="310" y="403"/>
                    </a:cubicBezTo>
                    <a:cubicBezTo>
                      <a:pt x="317" y="393"/>
                      <a:pt x="325" y="383"/>
                      <a:pt x="332" y="373"/>
                    </a:cubicBezTo>
                    <a:cubicBezTo>
                      <a:pt x="339" y="364"/>
                      <a:pt x="346" y="355"/>
                      <a:pt x="354" y="346"/>
                    </a:cubicBezTo>
                    <a:cubicBezTo>
                      <a:pt x="362" y="337"/>
                      <a:pt x="371" y="328"/>
                      <a:pt x="380" y="320"/>
                    </a:cubicBezTo>
                    <a:cubicBezTo>
                      <a:pt x="385" y="316"/>
                      <a:pt x="390" y="312"/>
                      <a:pt x="395" y="308"/>
                    </a:cubicBezTo>
                    <a:cubicBezTo>
                      <a:pt x="400" y="305"/>
                      <a:pt x="404" y="301"/>
                      <a:pt x="410" y="299"/>
                    </a:cubicBezTo>
                    <a:cubicBezTo>
                      <a:pt x="414" y="297"/>
                      <a:pt x="420" y="295"/>
                      <a:pt x="424" y="294"/>
                    </a:cubicBezTo>
                    <a:cubicBezTo>
                      <a:pt x="431" y="293"/>
                      <a:pt x="438" y="295"/>
                      <a:pt x="443" y="300"/>
                    </a:cubicBezTo>
                    <a:cubicBezTo>
                      <a:pt x="445" y="302"/>
                      <a:pt x="447" y="305"/>
                      <a:pt x="449" y="308"/>
                    </a:cubicBezTo>
                    <a:cubicBezTo>
                      <a:pt x="450" y="311"/>
                      <a:pt x="450" y="314"/>
                      <a:pt x="451" y="318"/>
                    </a:cubicBezTo>
                    <a:cubicBezTo>
                      <a:pt x="452" y="325"/>
                      <a:pt x="450" y="333"/>
                      <a:pt x="448" y="341"/>
                    </a:cubicBezTo>
                    <a:cubicBezTo>
                      <a:pt x="446" y="348"/>
                      <a:pt x="443" y="355"/>
                      <a:pt x="440" y="362"/>
                    </a:cubicBezTo>
                    <a:cubicBezTo>
                      <a:pt x="437" y="369"/>
                      <a:pt x="435" y="375"/>
                      <a:pt x="431" y="381"/>
                    </a:cubicBezTo>
                    <a:cubicBezTo>
                      <a:pt x="422" y="397"/>
                      <a:pt x="412" y="413"/>
                      <a:pt x="402" y="429"/>
                    </a:cubicBezTo>
                    <a:cubicBezTo>
                      <a:pt x="392" y="445"/>
                      <a:pt x="381" y="460"/>
                      <a:pt x="371" y="476"/>
                    </a:cubicBezTo>
                    <a:lnTo>
                      <a:pt x="371" y="475"/>
                    </a:lnTo>
                    <a:cubicBezTo>
                      <a:pt x="351" y="506"/>
                      <a:pt x="333" y="538"/>
                      <a:pt x="317" y="572"/>
                    </a:cubicBezTo>
                    <a:cubicBezTo>
                      <a:pt x="317" y="571"/>
                      <a:pt x="318" y="570"/>
                      <a:pt x="318" y="570"/>
                    </a:cubicBezTo>
                    <a:cubicBezTo>
                      <a:pt x="315" y="576"/>
                      <a:pt x="312" y="582"/>
                      <a:pt x="310" y="587"/>
                    </a:cubicBezTo>
                    <a:cubicBezTo>
                      <a:pt x="308" y="593"/>
                      <a:pt x="306" y="599"/>
                      <a:pt x="304" y="604"/>
                    </a:cubicBezTo>
                    <a:cubicBezTo>
                      <a:pt x="303" y="607"/>
                      <a:pt x="302" y="610"/>
                      <a:pt x="301" y="612"/>
                    </a:cubicBezTo>
                    <a:cubicBezTo>
                      <a:pt x="299" y="621"/>
                      <a:pt x="297" y="628"/>
                      <a:pt x="294" y="636"/>
                    </a:cubicBezTo>
                    <a:cubicBezTo>
                      <a:pt x="299" y="632"/>
                      <a:pt x="304" y="626"/>
                      <a:pt x="308" y="621"/>
                    </a:cubicBezTo>
                    <a:cubicBezTo>
                      <a:pt x="316" y="611"/>
                      <a:pt x="325" y="601"/>
                      <a:pt x="332" y="591"/>
                    </a:cubicBezTo>
                    <a:cubicBezTo>
                      <a:pt x="339" y="582"/>
                      <a:pt x="346" y="573"/>
                      <a:pt x="353" y="564"/>
                    </a:cubicBezTo>
                    <a:cubicBezTo>
                      <a:pt x="368" y="544"/>
                      <a:pt x="383" y="524"/>
                      <a:pt x="399" y="505"/>
                    </a:cubicBezTo>
                    <a:cubicBezTo>
                      <a:pt x="407" y="495"/>
                      <a:pt x="415" y="486"/>
                      <a:pt x="424" y="477"/>
                    </a:cubicBezTo>
                    <a:cubicBezTo>
                      <a:pt x="432" y="467"/>
                      <a:pt x="441" y="457"/>
                      <a:pt x="449" y="448"/>
                    </a:cubicBezTo>
                    <a:cubicBezTo>
                      <a:pt x="457" y="440"/>
                      <a:pt x="465" y="431"/>
                      <a:pt x="474" y="424"/>
                    </a:cubicBezTo>
                    <a:cubicBezTo>
                      <a:pt x="476" y="422"/>
                      <a:pt x="478" y="420"/>
                      <a:pt x="481" y="418"/>
                    </a:cubicBezTo>
                    <a:cubicBezTo>
                      <a:pt x="485" y="414"/>
                      <a:pt x="489" y="411"/>
                      <a:pt x="495" y="411"/>
                    </a:cubicBezTo>
                    <a:cubicBezTo>
                      <a:pt x="501" y="411"/>
                      <a:pt x="508" y="415"/>
                      <a:pt x="509" y="422"/>
                    </a:cubicBezTo>
                    <a:cubicBezTo>
                      <a:pt x="511" y="428"/>
                      <a:pt x="510" y="435"/>
                      <a:pt x="508" y="442"/>
                    </a:cubicBezTo>
                    <a:cubicBezTo>
                      <a:pt x="506" y="453"/>
                      <a:pt x="502" y="463"/>
                      <a:pt x="498" y="473"/>
                    </a:cubicBezTo>
                    <a:cubicBezTo>
                      <a:pt x="494" y="482"/>
                      <a:pt x="490" y="491"/>
                      <a:pt x="486" y="499"/>
                    </a:cubicBezTo>
                    <a:cubicBezTo>
                      <a:pt x="478" y="517"/>
                      <a:pt x="469" y="536"/>
                      <a:pt x="460" y="554"/>
                    </a:cubicBezTo>
                    <a:lnTo>
                      <a:pt x="460" y="555"/>
                    </a:lnTo>
                    <a:cubicBezTo>
                      <a:pt x="459" y="556"/>
                      <a:pt x="458" y="558"/>
                      <a:pt x="457" y="560"/>
                    </a:cubicBezTo>
                    <a:cubicBezTo>
                      <a:pt x="457" y="559"/>
                      <a:pt x="457" y="559"/>
                      <a:pt x="458" y="559"/>
                    </a:cubicBezTo>
                    <a:cubicBezTo>
                      <a:pt x="457" y="560"/>
                      <a:pt x="457" y="561"/>
                      <a:pt x="456" y="562"/>
                    </a:cubicBezTo>
                    <a:lnTo>
                      <a:pt x="457" y="561"/>
                    </a:lnTo>
                    <a:cubicBezTo>
                      <a:pt x="456" y="562"/>
                      <a:pt x="456" y="563"/>
                      <a:pt x="455" y="564"/>
                    </a:cubicBezTo>
                    <a:cubicBezTo>
                      <a:pt x="456" y="564"/>
                      <a:pt x="456" y="563"/>
                      <a:pt x="456" y="563"/>
                    </a:cubicBezTo>
                    <a:cubicBezTo>
                      <a:pt x="455" y="564"/>
                      <a:pt x="455" y="565"/>
                      <a:pt x="454" y="566"/>
                    </a:cubicBezTo>
                    <a:cubicBezTo>
                      <a:pt x="449" y="578"/>
                      <a:pt x="443" y="590"/>
                      <a:pt x="438" y="603"/>
                    </a:cubicBezTo>
                    <a:cubicBezTo>
                      <a:pt x="444" y="597"/>
                      <a:pt x="450" y="591"/>
                      <a:pt x="456" y="585"/>
                    </a:cubicBezTo>
                    <a:cubicBezTo>
                      <a:pt x="466" y="576"/>
                      <a:pt x="475" y="566"/>
                      <a:pt x="484" y="557"/>
                    </a:cubicBezTo>
                    <a:cubicBezTo>
                      <a:pt x="501" y="540"/>
                      <a:pt x="517" y="524"/>
                      <a:pt x="534" y="508"/>
                    </a:cubicBezTo>
                    <a:cubicBezTo>
                      <a:pt x="540" y="501"/>
                      <a:pt x="546" y="495"/>
                      <a:pt x="552" y="489"/>
                    </a:cubicBezTo>
                    <a:cubicBezTo>
                      <a:pt x="558" y="483"/>
                      <a:pt x="564" y="477"/>
                      <a:pt x="570" y="472"/>
                    </a:cubicBezTo>
                    <a:cubicBezTo>
                      <a:pt x="575" y="467"/>
                      <a:pt x="580" y="463"/>
                      <a:pt x="588" y="463"/>
                    </a:cubicBezTo>
                    <a:cubicBezTo>
                      <a:pt x="592" y="464"/>
                      <a:pt x="596" y="467"/>
                      <a:pt x="599" y="470"/>
                    </a:cubicBezTo>
                    <a:cubicBezTo>
                      <a:pt x="601" y="473"/>
                      <a:pt x="602" y="478"/>
                      <a:pt x="603" y="482"/>
                    </a:cubicBezTo>
                    <a:cubicBezTo>
                      <a:pt x="604" y="493"/>
                      <a:pt x="601" y="503"/>
                      <a:pt x="598" y="512"/>
                    </a:cubicBezTo>
                    <a:cubicBezTo>
                      <a:pt x="597" y="517"/>
                      <a:pt x="596" y="522"/>
                      <a:pt x="594" y="526"/>
                    </a:cubicBezTo>
                    <a:cubicBezTo>
                      <a:pt x="594" y="526"/>
                      <a:pt x="594" y="525"/>
                      <a:pt x="595" y="525"/>
                    </a:cubicBezTo>
                    <a:cubicBezTo>
                      <a:pt x="592" y="534"/>
                      <a:pt x="588" y="543"/>
                      <a:pt x="584" y="552"/>
                    </a:cubicBezTo>
                    <a:cubicBezTo>
                      <a:pt x="580" y="561"/>
                      <a:pt x="576" y="571"/>
                      <a:pt x="572" y="581"/>
                    </a:cubicBezTo>
                    <a:cubicBezTo>
                      <a:pt x="569" y="589"/>
                      <a:pt x="565" y="597"/>
                      <a:pt x="562" y="605"/>
                    </a:cubicBezTo>
                    <a:cubicBezTo>
                      <a:pt x="564" y="604"/>
                      <a:pt x="566" y="602"/>
                      <a:pt x="568" y="600"/>
                    </a:cubicBezTo>
                    <a:cubicBezTo>
                      <a:pt x="576" y="592"/>
                      <a:pt x="584" y="584"/>
                      <a:pt x="593" y="576"/>
                    </a:cubicBezTo>
                    <a:cubicBezTo>
                      <a:pt x="597" y="572"/>
                      <a:pt x="602" y="568"/>
                      <a:pt x="607" y="563"/>
                    </a:cubicBezTo>
                    <a:cubicBezTo>
                      <a:pt x="611" y="559"/>
                      <a:pt x="615" y="556"/>
                      <a:pt x="620" y="552"/>
                    </a:cubicBezTo>
                    <a:cubicBezTo>
                      <a:pt x="623" y="549"/>
                      <a:pt x="628" y="546"/>
                      <a:pt x="632" y="545"/>
                    </a:cubicBezTo>
                    <a:cubicBezTo>
                      <a:pt x="638" y="543"/>
                      <a:pt x="646" y="545"/>
                      <a:pt x="648" y="551"/>
                    </a:cubicBezTo>
                    <a:cubicBezTo>
                      <a:pt x="650" y="554"/>
                      <a:pt x="651" y="556"/>
                      <a:pt x="651" y="559"/>
                    </a:cubicBezTo>
                    <a:cubicBezTo>
                      <a:pt x="651" y="563"/>
                      <a:pt x="650" y="566"/>
                      <a:pt x="650" y="569"/>
                    </a:cubicBezTo>
                    <a:cubicBezTo>
                      <a:pt x="649" y="572"/>
                      <a:pt x="648" y="575"/>
                      <a:pt x="647" y="578"/>
                    </a:cubicBezTo>
                    <a:cubicBezTo>
                      <a:pt x="644" y="592"/>
                      <a:pt x="640" y="605"/>
                      <a:pt x="637" y="619"/>
                    </a:cubicBezTo>
                    <a:cubicBezTo>
                      <a:pt x="638" y="619"/>
                      <a:pt x="639" y="618"/>
                      <a:pt x="640" y="618"/>
                    </a:cubicBezTo>
                    <a:cubicBezTo>
                      <a:pt x="653" y="609"/>
                      <a:pt x="665" y="600"/>
                      <a:pt x="677" y="590"/>
                    </a:cubicBezTo>
                    <a:cubicBezTo>
                      <a:pt x="681" y="588"/>
                      <a:pt x="684" y="586"/>
                      <a:pt x="688" y="586"/>
                    </a:cubicBezTo>
                    <a:cubicBezTo>
                      <a:pt x="692" y="585"/>
                      <a:pt x="697" y="587"/>
                      <a:pt x="700" y="590"/>
                    </a:cubicBezTo>
                    <a:cubicBezTo>
                      <a:pt x="706" y="596"/>
                      <a:pt x="706" y="604"/>
                      <a:pt x="706" y="611"/>
                    </a:cubicBezTo>
                    <a:cubicBezTo>
                      <a:pt x="705" y="619"/>
                      <a:pt x="704" y="626"/>
                      <a:pt x="703" y="634"/>
                    </a:cubicBezTo>
                    <a:cubicBezTo>
                      <a:pt x="703" y="635"/>
                      <a:pt x="703" y="635"/>
                      <a:pt x="703" y="636"/>
                    </a:cubicBezTo>
                    <a:cubicBezTo>
                      <a:pt x="703" y="635"/>
                      <a:pt x="703" y="635"/>
                      <a:pt x="703" y="635"/>
                    </a:cubicBezTo>
                    <a:cubicBezTo>
                      <a:pt x="703" y="636"/>
                      <a:pt x="703" y="637"/>
                      <a:pt x="703" y="639"/>
                    </a:cubicBezTo>
                    <a:cubicBezTo>
                      <a:pt x="707" y="642"/>
                      <a:pt x="707" y="647"/>
                      <a:pt x="706" y="652"/>
                    </a:cubicBezTo>
                    <a:cubicBezTo>
                      <a:pt x="703" y="658"/>
                      <a:pt x="696" y="661"/>
                      <a:pt x="690" y="659"/>
                    </a:cubicBezTo>
                    <a:cubicBezTo>
                      <a:pt x="689" y="658"/>
                      <a:pt x="688" y="658"/>
                      <a:pt x="686" y="657"/>
                    </a:cubicBezTo>
                    <a:cubicBezTo>
                      <a:pt x="685" y="656"/>
                      <a:pt x="683" y="655"/>
                      <a:pt x="682" y="653"/>
                    </a:cubicBezTo>
                    <a:cubicBezTo>
                      <a:pt x="679" y="650"/>
                      <a:pt x="679" y="647"/>
                      <a:pt x="678" y="643"/>
                    </a:cubicBezTo>
                    <a:cubicBezTo>
                      <a:pt x="678" y="639"/>
                      <a:pt x="678" y="633"/>
                      <a:pt x="679" y="629"/>
                    </a:cubicBezTo>
                    <a:cubicBezTo>
                      <a:pt x="679" y="625"/>
                      <a:pt x="680" y="622"/>
                      <a:pt x="681" y="618"/>
                    </a:cubicBezTo>
                    <a:cubicBezTo>
                      <a:pt x="671" y="625"/>
                      <a:pt x="662" y="632"/>
                      <a:pt x="653" y="638"/>
                    </a:cubicBezTo>
                    <a:cubicBezTo>
                      <a:pt x="653" y="637"/>
                      <a:pt x="654" y="637"/>
                      <a:pt x="654" y="637"/>
                    </a:cubicBezTo>
                    <a:cubicBezTo>
                      <a:pt x="653" y="638"/>
                      <a:pt x="651" y="639"/>
                      <a:pt x="649" y="640"/>
                    </a:cubicBezTo>
                    <a:cubicBezTo>
                      <a:pt x="644" y="643"/>
                      <a:pt x="640" y="646"/>
                      <a:pt x="636" y="648"/>
                    </a:cubicBezTo>
                    <a:cubicBezTo>
                      <a:pt x="632" y="650"/>
                      <a:pt x="626" y="651"/>
                      <a:pt x="621" y="650"/>
                    </a:cubicBezTo>
                    <a:cubicBezTo>
                      <a:pt x="617" y="649"/>
                      <a:pt x="613" y="646"/>
                      <a:pt x="611" y="643"/>
                    </a:cubicBezTo>
                    <a:cubicBezTo>
                      <a:pt x="608" y="636"/>
                      <a:pt x="609" y="630"/>
                      <a:pt x="611" y="623"/>
                    </a:cubicBezTo>
                    <a:cubicBezTo>
                      <a:pt x="611" y="619"/>
                      <a:pt x="612" y="616"/>
                      <a:pt x="614" y="612"/>
                    </a:cubicBezTo>
                    <a:cubicBezTo>
                      <a:pt x="615" y="604"/>
                      <a:pt x="618" y="596"/>
                      <a:pt x="620" y="587"/>
                    </a:cubicBezTo>
                    <a:cubicBezTo>
                      <a:pt x="621" y="585"/>
                      <a:pt x="621" y="583"/>
                      <a:pt x="621" y="582"/>
                    </a:cubicBezTo>
                    <a:cubicBezTo>
                      <a:pt x="617" y="585"/>
                      <a:pt x="612" y="589"/>
                      <a:pt x="608" y="593"/>
                    </a:cubicBezTo>
                    <a:cubicBezTo>
                      <a:pt x="608" y="592"/>
                      <a:pt x="609" y="592"/>
                      <a:pt x="609" y="592"/>
                    </a:cubicBezTo>
                    <a:cubicBezTo>
                      <a:pt x="591" y="608"/>
                      <a:pt x="575" y="626"/>
                      <a:pt x="558" y="643"/>
                    </a:cubicBezTo>
                    <a:cubicBezTo>
                      <a:pt x="556" y="646"/>
                      <a:pt x="553" y="648"/>
                      <a:pt x="550" y="650"/>
                    </a:cubicBezTo>
                    <a:cubicBezTo>
                      <a:pt x="548" y="653"/>
                      <a:pt x="545" y="654"/>
                      <a:pt x="542" y="656"/>
                    </a:cubicBezTo>
                    <a:cubicBezTo>
                      <a:pt x="535" y="657"/>
                      <a:pt x="528" y="654"/>
                      <a:pt x="525" y="648"/>
                    </a:cubicBezTo>
                    <a:cubicBezTo>
                      <a:pt x="522" y="640"/>
                      <a:pt x="526" y="632"/>
                      <a:pt x="529" y="624"/>
                    </a:cubicBezTo>
                    <a:cubicBezTo>
                      <a:pt x="533" y="613"/>
                      <a:pt x="538" y="602"/>
                      <a:pt x="543" y="590"/>
                    </a:cubicBezTo>
                    <a:cubicBezTo>
                      <a:pt x="548" y="578"/>
                      <a:pt x="553" y="566"/>
                      <a:pt x="558" y="554"/>
                    </a:cubicBezTo>
                    <a:cubicBezTo>
                      <a:pt x="563" y="542"/>
                      <a:pt x="568" y="530"/>
                      <a:pt x="572" y="518"/>
                    </a:cubicBezTo>
                    <a:cubicBezTo>
                      <a:pt x="574" y="512"/>
                      <a:pt x="576" y="505"/>
                      <a:pt x="577" y="498"/>
                    </a:cubicBezTo>
                    <a:cubicBezTo>
                      <a:pt x="575" y="501"/>
                      <a:pt x="572" y="502"/>
                      <a:pt x="570" y="505"/>
                    </a:cubicBezTo>
                    <a:lnTo>
                      <a:pt x="570" y="504"/>
                    </a:lnTo>
                    <a:cubicBezTo>
                      <a:pt x="534" y="537"/>
                      <a:pt x="501" y="573"/>
                      <a:pt x="466" y="608"/>
                    </a:cubicBezTo>
                    <a:cubicBezTo>
                      <a:pt x="457" y="617"/>
                      <a:pt x="449" y="625"/>
                      <a:pt x="439" y="634"/>
                    </a:cubicBezTo>
                    <a:cubicBezTo>
                      <a:pt x="436" y="637"/>
                      <a:pt x="432" y="640"/>
                      <a:pt x="428" y="644"/>
                    </a:cubicBezTo>
                    <a:cubicBezTo>
                      <a:pt x="422" y="648"/>
                      <a:pt x="415" y="651"/>
                      <a:pt x="409" y="649"/>
                    </a:cubicBezTo>
                    <a:cubicBezTo>
                      <a:pt x="403" y="646"/>
                      <a:pt x="400" y="640"/>
                      <a:pt x="400" y="635"/>
                    </a:cubicBezTo>
                    <a:cubicBezTo>
                      <a:pt x="400" y="630"/>
                      <a:pt x="403" y="625"/>
                      <a:pt x="404" y="621"/>
                    </a:cubicBezTo>
                    <a:cubicBezTo>
                      <a:pt x="409" y="610"/>
                      <a:pt x="414" y="599"/>
                      <a:pt x="418" y="589"/>
                    </a:cubicBezTo>
                    <a:cubicBezTo>
                      <a:pt x="424" y="577"/>
                      <a:pt x="428" y="566"/>
                      <a:pt x="434" y="556"/>
                    </a:cubicBezTo>
                    <a:cubicBezTo>
                      <a:pt x="440" y="543"/>
                      <a:pt x="446" y="530"/>
                      <a:pt x="452" y="516"/>
                    </a:cubicBezTo>
                    <a:lnTo>
                      <a:pt x="452" y="517"/>
                    </a:lnTo>
                    <a:cubicBezTo>
                      <a:pt x="452" y="516"/>
                      <a:pt x="453" y="516"/>
                      <a:pt x="453" y="516"/>
                    </a:cubicBezTo>
                    <a:cubicBezTo>
                      <a:pt x="454" y="511"/>
                      <a:pt x="457" y="506"/>
                      <a:pt x="459" y="502"/>
                    </a:cubicBezTo>
                    <a:lnTo>
                      <a:pt x="459" y="503"/>
                    </a:lnTo>
                    <a:cubicBezTo>
                      <a:pt x="463" y="494"/>
                      <a:pt x="467" y="485"/>
                      <a:pt x="471" y="475"/>
                    </a:cubicBezTo>
                    <a:cubicBezTo>
                      <a:pt x="473" y="470"/>
                      <a:pt x="475" y="465"/>
                      <a:pt x="477" y="459"/>
                    </a:cubicBezTo>
                    <a:cubicBezTo>
                      <a:pt x="478" y="457"/>
                      <a:pt x="479" y="454"/>
                      <a:pt x="480" y="451"/>
                    </a:cubicBezTo>
                    <a:cubicBezTo>
                      <a:pt x="461" y="469"/>
                      <a:pt x="444" y="488"/>
                      <a:pt x="427" y="507"/>
                    </a:cubicBezTo>
                    <a:cubicBezTo>
                      <a:pt x="427" y="506"/>
                      <a:pt x="428" y="506"/>
                      <a:pt x="428" y="506"/>
                    </a:cubicBezTo>
                    <a:cubicBezTo>
                      <a:pt x="420" y="515"/>
                      <a:pt x="413" y="524"/>
                      <a:pt x="405" y="533"/>
                    </a:cubicBezTo>
                    <a:cubicBezTo>
                      <a:pt x="397" y="543"/>
                      <a:pt x="389" y="554"/>
                      <a:pt x="380" y="564"/>
                    </a:cubicBezTo>
                    <a:cubicBezTo>
                      <a:pt x="367" y="583"/>
                      <a:pt x="353" y="602"/>
                      <a:pt x="338" y="621"/>
                    </a:cubicBezTo>
                    <a:cubicBezTo>
                      <a:pt x="334" y="625"/>
                      <a:pt x="330" y="630"/>
                      <a:pt x="326" y="636"/>
                    </a:cubicBezTo>
                    <a:cubicBezTo>
                      <a:pt x="322" y="640"/>
                      <a:pt x="318" y="646"/>
                      <a:pt x="313" y="650"/>
                    </a:cubicBezTo>
                    <a:cubicBezTo>
                      <a:pt x="307" y="657"/>
                      <a:pt x="301" y="665"/>
                      <a:pt x="294" y="671"/>
                    </a:cubicBezTo>
                    <a:cubicBezTo>
                      <a:pt x="289" y="674"/>
                      <a:pt x="283" y="678"/>
                      <a:pt x="277" y="678"/>
                    </a:cubicBezTo>
                    <a:cubicBezTo>
                      <a:pt x="277" y="678"/>
                      <a:pt x="276" y="678"/>
                      <a:pt x="276" y="6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80" name="Google Shape;5280;p70"/>
              <p:cNvSpPr/>
              <p:nvPr/>
            </p:nvSpPr>
            <p:spPr>
              <a:xfrm>
                <a:off x="1349280" y="874080"/>
                <a:ext cx="512280" cy="509400"/>
              </a:xfrm>
              <a:custGeom>
                <a:avLst/>
                <a:gdLst/>
                <a:ahLst/>
                <a:cxnLst/>
                <a:rect l="l" t="t" r="r" b="b"/>
                <a:pathLst>
                  <a:path w="1423" h="1415" extrusionOk="0">
                    <a:moveTo>
                      <a:pt x="1387" y="1412"/>
                    </a:moveTo>
                    <a:cubicBezTo>
                      <a:pt x="1369" y="1401"/>
                      <a:pt x="1353" y="1388"/>
                      <a:pt x="1337" y="1374"/>
                    </a:cubicBezTo>
                    <a:cubicBezTo>
                      <a:pt x="1320" y="1360"/>
                      <a:pt x="1303" y="1346"/>
                      <a:pt x="1287" y="1331"/>
                    </a:cubicBezTo>
                    <a:cubicBezTo>
                      <a:pt x="1271" y="1316"/>
                      <a:pt x="1256" y="1302"/>
                      <a:pt x="1241" y="1287"/>
                    </a:cubicBezTo>
                    <a:cubicBezTo>
                      <a:pt x="1224" y="1271"/>
                      <a:pt x="1209" y="1255"/>
                      <a:pt x="1194" y="1238"/>
                    </a:cubicBezTo>
                    <a:cubicBezTo>
                      <a:pt x="1185" y="1229"/>
                      <a:pt x="1176" y="1220"/>
                      <a:pt x="1168" y="1210"/>
                    </a:cubicBezTo>
                    <a:cubicBezTo>
                      <a:pt x="1138" y="1179"/>
                      <a:pt x="1105" y="1153"/>
                      <a:pt x="1073" y="1125"/>
                    </a:cubicBezTo>
                    <a:cubicBezTo>
                      <a:pt x="1056" y="1111"/>
                      <a:pt x="1040" y="1097"/>
                      <a:pt x="1024" y="1083"/>
                    </a:cubicBezTo>
                    <a:cubicBezTo>
                      <a:pt x="1009" y="1067"/>
                      <a:pt x="993" y="1052"/>
                      <a:pt x="977" y="1036"/>
                    </a:cubicBezTo>
                    <a:cubicBezTo>
                      <a:pt x="947" y="1006"/>
                      <a:pt x="916" y="976"/>
                      <a:pt x="885" y="947"/>
                    </a:cubicBezTo>
                    <a:cubicBezTo>
                      <a:pt x="856" y="919"/>
                      <a:pt x="826" y="893"/>
                      <a:pt x="798" y="864"/>
                    </a:cubicBezTo>
                    <a:lnTo>
                      <a:pt x="797" y="864"/>
                    </a:lnTo>
                    <a:lnTo>
                      <a:pt x="798" y="864"/>
                    </a:lnTo>
                    <a:cubicBezTo>
                      <a:pt x="781" y="847"/>
                      <a:pt x="765" y="829"/>
                      <a:pt x="749" y="812"/>
                    </a:cubicBezTo>
                    <a:lnTo>
                      <a:pt x="750" y="813"/>
                    </a:lnTo>
                    <a:cubicBezTo>
                      <a:pt x="720" y="782"/>
                      <a:pt x="689" y="752"/>
                      <a:pt x="660" y="721"/>
                    </a:cubicBezTo>
                    <a:cubicBezTo>
                      <a:pt x="646" y="705"/>
                      <a:pt x="632" y="689"/>
                      <a:pt x="619" y="673"/>
                    </a:cubicBezTo>
                    <a:cubicBezTo>
                      <a:pt x="607" y="658"/>
                      <a:pt x="595" y="642"/>
                      <a:pt x="582" y="627"/>
                    </a:cubicBezTo>
                    <a:cubicBezTo>
                      <a:pt x="573" y="616"/>
                      <a:pt x="563" y="606"/>
                      <a:pt x="554" y="596"/>
                    </a:cubicBezTo>
                    <a:lnTo>
                      <a:pt x="555" y="597"/>
                    </a:lnTo>
                    <a:cubicBezTo>
                      <a:pt x="554" y="596"/>
                      <a:pt x="554" y="596"/>
                      <a:pt x="554" y="596"/>
                    </a:cubicBezTo>
                    <a:cubicBezTo>
                      <a:pt x="554" y="596"/>
                      <a:pt x="553" y="595"/>
                      <a:pt x="552" y="594"/>
                    </a:cubicBezTo>
                    <a:cubicBezTo>
                      <a:pt x="553" y="595"/>
                      <a:pt x="553" y="595"/>
                      <a:pt x="554" y="596"/>
                    </a:cubicBezTo>
                    <a:cubicBezTo>
                      <a:pt x="524" y="565"/>
                      <a:pt x="492" y="536"/>
                      <a:pt x="462" y="506"/>
                    </a:cubicBezTo>
                    <a:cubicBezTo>
                      <a:pt x="446" y="491"/>
                      <a:pt x="430" y="474"/>
                      <a:pt x="415" y="457"/>
                    </a:cubicBezTo>
                    <a:cubicBezTo>
                      <a:pt x="401" y="441"/>
                      <a:pt x="389" y="424"/>
                      <a:pt x="375" y="408"/>
                    </a:cubicBezTo>
                    <a:cubicBezTo>
                      <a:pt x="365" y="396"/>
                      <a:pt x="354" y="385"/>
                      <a:pt x="344" y="374"/>
                    </a:cubicBezTo>
                    <a:cubicBezTo>
                      <a:pt x="293" y="321"/>
                      <a:pt x="238" y="272"/>
                      <a:pt x="187" y="219"/>
                    </a:cubicBezTo>
                    <a:cubicBezTo>
                      <a:pt x="157" y="187"/>
                      <a:pt x="122" y="160"/>
                      <a:pt x="91" y="130"/>
                    </a:cubicBezTo>
                    <a:cubicBezTo>
                      <a:pt x="76" y="115"/>
                      <a:pt x="62" y="100"/>
                      <a:pt x="48" y="84"/>
                    </a:cubicBezTo>
                    <a:cubicBezTo>
                      <a:pt x="35" y="69"/>
                      <a:pt x="22" y="54"/>
                      <a:pt x="9" y="39"/>
                    </a:cubicBezTo>
                    <a:cubicBezTo>
                      <a:pt x="0" y="30"/>
                      <a:pt x="0" y="16"/>
                      <a:pt x="9" y="8"/>
                    </a:cubicBezTo>
                    <a:cubicBezTo>
                      <a:pt x="19" y="0"/>
                      <a:pt x="34" y="2"/>
                      <a:pt x="40" y="13"/>
                    </a:cubicBezTo>
                    <a:cubicBezTo>
                      <a:pt x="41" y="13"/>
                      <a:pt x="41" y="13"/>
                      <a:pt x="41" y="13"/>
                    </a:cubicBezTo>
                    <a:cubicBezTo>
                      <a:pt x="41" y="14"/>
                      <a:pt x="41" y="14"/>
                      <a:pt x="41" y="15"/>
                    </a:cubicBezTo>
                    <a:cubicBezTo>
                      <a:pt x="42" y="15"/>
                      <a:pt x="42" y="15"/>
                      <a:pt x="42" y="15"/>
                    </a:cubicBezTo>
                    <a:lnTo>
                      <a:pt x="41" y="15"/>
                    </a:lnTo>
                    <a:cubicBezTo>
                      <a:pt x="42" y="15"/>
                      <a:pt x="43" y="16"/>
                      <a:pt x="43" y="17"/>
                    </a:cubicBezTo>
                    <a:cubicBezTo>
                      <a:pt x="52" y="28"/>
                      <a:pt x="62" y="39"/>
                      <a:pt x="71" y="50"/>
                    </a:cubicBezTo>
                    <a:cubicBezTo>
                      <a:pt x="81" y="60"/>
                      <a:pt x="90" y="71"/>
                      <a:pt x="100" y="81"/>
                    </a:cubicBezTo>
                    <a:cubicBezTo>
                      <a:pt x="130" y="112"/>
                      <a:pt x="163" y="140"/>
                      <a:pt x="195" y="169"/>
                    </a:cubicBezTo>
                    <a:cubicBezTo>
                      <a:pt x="211" y="183"/>
                      <a:pt x="225" y="199"/>
                      <a:pt x="240" y="214"/>
                    </a:cubicBezTo>
                    <a:cubicBezTo>
                      <a:pt x="255" y="230"/>
                      <a:pt x="271" y="245"/>
                      <a:pt x="287" y="261"/>
                    </a:cubicBezTo>
                    <a:cubicBezTo>
                      <a:pt x="319" y="292"/>
                      <a:pt x="352" y="322"/>
                      <a:pt x="382" y="355"/>
                    </a:cubicBezTo>
                    <a:cubicBezTo>
                      <a:pt x="397" y="371"/>
                      <a:pt x="411" y="387"/>
                      <a:pt x="425" y="404"/>
                    </a:cubicBezTo>
                    <a:cubicBezTo>
                      <a:pt x="438" y="421"/>
                      <a:pt x="452" y="437"/>
                      <a:pt x="466" y="452"/>
                    </a:cubicBezTo>
                    <a:cubicBezTo>
                      <a:pt x="505" y="491"/>
                      <a:pt x="545" y="527"/>
                      <a:pt x="583" y="566"/>
                    </a:cubicBezTo>
                    <a:cubicBezTo>
                      <a:pt x="585" y="568"/>
                      <a:pt x="586" y="569"/>
                      <a:pt x="588" y="571"/>
                    </a:cubicBezTo>
                    <a:lnTo>
                      <a:pt x="587" y="571"/>
                    </a:lnTo>
                    <a:cubicBezTo>
                      <a:pt x="588" y="571"/>
                      <a:pt x="588" y="571"/>
                      <a:pt x="589" y="571"/>
                    </a:cubicBezTo>
                    <a:cubicBezTo>
                      <a:pt x="589" y="572"/>
                      <a:pt x="589" y="572"/>
                      <a:pt x="590" y="572"/>
                    </a:cubicBezTo>
                    <a:cubicBezTo>
                      <a:pt x="589" y="572"/>
                      <a:pt x="589" y="572"/>
                      <a:pt x="589" y="572"/>
                    </a:cubicBezTo>
                    <a:cubicBezTo>
                      <a:pt x="599" y="582"/>
                      <a:pt x="608" y="593"/>
                      <a:pt x="618" y="603"/>
                    </a:cubicBezTo>
                    <a:cubicBezTo>
                      <a:pt x="627" y="615"/>
                      <a:pt x="636" y="626"/>
                      <a:pt x="644" y="638"/>
                    </a:cubicBezTo>
                    <a:cubicBezTo>
                      <a:pt x="664" y="662"/>
                      <a:pt x="684" y="685"/>
                      <a:pt x="704" y="707"/>
                    </a:cubicBezTo>
                    <a:cubicBezTo>
                      <a:pt x="721" y="724"/>
                      <a:pt x="738" y="741"/>
                      <a:pt x="755" y="758"/>
                    </a:cubicBezTo>
                    <a:cubicBezTo>
                      <a:pt x="772" y="774"/>
                      <a:pt x="788" y="792"/>
                      <a:pt x="805" y="809"/>
                    </a:cubicBezTo>
                    <a:cubicBezTo>
                      <a:pt x="804" y="809"/>
                      <a:pt x="804" y="808"/>
                      <a:pt x="802" y="807"/>
                    </a:cubicBezTo>
                    <a:cubicBezTo>
                      <a:pt x="805" y="809"/>
                      <a:pt x="807" y="812"/>
                      <a:pt x="809" y="813"/>
                    </a:cubicBezTo>
                    <a:cubicBezTo>
                      <a:pt x="808" y="813"/>
                      <a:pt x="808" y="812"/>
                      <a:pt x="807" y="812"/>
                    </a:cubicBezTo>
                    <a:cubicBezTo>
                      <a:pt x="809" y="813"/>
                      <a:pt x="811" y="816"/>
                      <a:pt x="812" y="818"/>
                    </a:cubicBezTo>
                    <a:cubicBezTo>
                      <a:pt x="812" y="817"/>
                      <a:pt x="811" y="816"/>
                      <a:pt x="811" y="816"/>
                    </a:cubicBezTo>
                    <a:cubicBezTo>
                      <a:pt x="812" y="817"/>
                      <a:pt x="813" y="818"/>
                      <a:pt x="814" y="819"/>
                    </a:cubicBezTo>
                    <a:lnTo>
                      <a:pt x="813" y="819"/>
                    </a:lnTo>
                    <a:cubicBezTo>
                      <a:pt x="821" y="827"/>
                      <a:pt x="829" y="834"/>
                      <a:pt x="837" y="843"/>
                    </a:cubicBezTo>
                    <a:cubicBezTo>
                      <a:pt x="836" y="843"/>
                      <a:pt x="836" y="842"/>
                      <a:pt x="836" y="842"/>
                    </a:cubicBezTo>
                    <a:cubicBezTo>
                      <a:pt x="836" y="843"/>
                      <a:pt x="837" y="843"/>
                      <a:pt x="837" y="843"/>
                    </a:cubicBezTo>
                    <a:cubicBezTo>
                      <a:pt x="837" y="843"/>
                      <a:pt x="837" y="844"/>
                      <a:pt x="838" y="844"/>
                    </a:cubicBezTo>
                    <a:cubicBezTo>
                      <a:pt x="837" y="844"/>
                      <a:pt x="837" y="844"/>
                      <a:pt x="837" y="843"/>
                    </a:cubicBezTo>
                    <a:cubicBezTo>
                      <a:pt x="851" y="857"/>
                      <a:pt x="865" y="871"/>
                      <a:pt x="879" y="883"/>
                    </a:cubicBezTo>
                    <a:cubicBezTo>
                      <a:pt x="894" y="898"/>
                      <a:pt x="910" y="912"/>
                      <a:pt x="925" y="926"/>
                    </a:cubicBezTo>
                    <a:cubicBezTo>
                      <a:pt x="957" y="955"/>
                      <a:pt x="987" y="986"/>
                      <a:pt x="1017" y="1017"/>
                    </a:cubicBezTo>
                    <a:cubicBezTo>
                      <a:pt x="1032" y="1032"/>
                      <a:pt x="1048" y="1047"/>
                      <a:pt x="1065" y="1062"/>
                    </a:cubicBezTo>
                    <a:cubicBezTo>
                      <a:pt x="1080" y="1076"/>
                      <a:pt x="1097" y="1090"/>
                      <a:pt x="1113" y="1104"/>
                    </a:cubicBezTo>
                    <a:cubicBezTo>
                      <a:pt x="1129" y="1117"/>
                      <a:pt x="1145" y="1130"/>
                      <a:pt x="1160" y="1144"/>
                    </a:cubicBezTo>
                    <a:cubicBezTo>
                      <a:pt x="1169" y="1151"/>
                      <a:pt x="1177" y="1159"/>
                      <a:pt x="1185" y="1167"/>
                    </a:cubicBezTo>
                    <a:cubicBezTo>
                      <a:pt x="1193" y="1175"/>
                      <a:pt x="1201" y="1183"/>
                      <a:pt x="1209" y="1192"/>
                    </a:cubicBezTo>
                    <a:cubicBezTo>
                      <a:pt x="1225" y="1208"/>
                      <a:pt x="1241" y="1226"/>
                      <a:pt x="1256" y="1243"/>
                    </a:cubicBezTo>
                    <a:lnTo>
                      <a:pt x="1256" y="1242"/>
                    </a:lnTo>
                    <a:cubicBezTo>
                      <a:pt x="1273" y="1259"/>
                      <a:pt x="1290" y="1275"/>
                      <a:pt x="1308" y="1292"/>
                    </a:cubicBezTo>
                    <a:cubicBezTo>
                      <a:pt x="1326" y="1308"/>
                      <a:pt x="1343" y="1324"/>
                      <a:pt x="1362" y="1339"/>
                    </a:cubicBezTo>
                    <a:cubicBezTo>
                      <a:pt x="1361" y="1338"/>
                      <a:pt x="1361" y="1338"/>
                      <a:pt x="1359" y="1337"/>
                    </a:cubicBezTo>
                    <a:cubicBezTo>
                      <a:pt x="1376" y="1350"/>
                      <a:pt x="1393" y="1362"/>
                      <a:pt x="1410" y="1375"/>
                    </a:cubicBezTo>
                    <a:cubicBezTo>
                      <a:pt x="1418" y="1382"/>
                      <a:pt x="1422" y="1393"/>
                      <a:pt x="1416" y="1403"/>
                    </a:cubicBezTo>
                    <a:cubicBezTo>
                      <a:pt x="1413" y="1410"/>
                      <a:pt x="1405" y="1414"/>
                      <a:pt x="1397" y="1414"/>
                    </a:cubicBezTo>
                    <a:cubicBezTo>
                      <a:pt x="1394" y="1414"/>
                      <a:pt x="1390" y="1414"/>
                      <a:pt x="1387" y="14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5281" name="Google Shape;5281;p70"/>
          <p:cNvGrpSpPr/>
          <p:nvPr/>
        </p:nvGrpSpPr>
        <p:grpSpPr>
          <a:xfrm>
            <a:off x="7727729" y="-99678"/>
            <a:ext cx="3792570" cy="4655172"/>
            <a:chOff x="7727729" y="-99678"/>
            <a:chExt cx="3792570" cy="4655172"/>
          </a:xfrm>
        </p:grpSpPr>
        <p:grpSp>
          <p:nvGrpSpPr>
            <p:cNvPr id="5282" name="Google Shape;5282;p70"/>
            <p:cNvGrpSpPr/>
            <p:nvPr/>
          </p:nvGrpSpPr>
          <p:grpSpPr>
            <a:xfrm>
              <a:off x="7727729" y="2380013"/>
              <a:ext cx="3792570" cy="2175481"/>
              <a:chOff x="-1039340" y="3405957"/>
              <a:chExt cx="1762920" cy="1011240"/>
            </a:xfrm>
          </p:grpSpPr>
          <p:sp>
            <p:nvSpPr>
              <p:cNvPr id="5283" name="Google Shape;5283;p70"/>
              <p:cNvSpPr/>
              <p:nvPr/>
            </p:nvSpPr>
            <p:spPr>
              <a:xfrm>
                <a:off x="180340" y="3999597"/>
                <a:ext cx="51840" cy="84240"/>
              </a:xfrm>
              <a:custGeom>
                <a:avLst/>
                <a:gdLst/>
                <a:ahLst/>
                <a:cxnLst/>
                <a:rect l="l" t="t" r="r" b="b"/>
                <a:pathLst>
                  <a:path w="144" h="234" extrusionOk="0">
                    <a:moveTo>
                      <a:pt x="16" y="232"/>
                    </a:moveTo>
                    <a:cubicBezTo>
                      <a:pt x="8" y="229"/>
                      <a:pt x="3" y="221"/>
                      <a:pt x="1" y="213"/>
                    </a:cubicBezTo>
                    <a:cubicBezTo>
                      <a:pt x="0" y="209"/>
                      <a:pt x="1" y="205"/>
                      <a:pt x="2" y="201"/>
                    </a:cubicBezTo>
                    <a:cubicBezTo>
                      <a:pt x="4" y="195"/>
                      <a:pt x="5" y="191"/>
                      <a:pt x="8" y="186"/>
                    </a:cubicBezTo>
                    <a:cubicBezTo>
                      <a:pt x="10" y="180"/>
                      <a:pt x="13" y="175"/>
                      <a:pt x="16" y="169"/>
                    </a:cubicBezTo>
                    <a:cubicBezTo>
                      <a:pt x="19" y="165"/>
                      <a:pt x="24" y="162"/>
                      <a:pt x="30" y="165"/>
                    </a:cubicBezTo>
                    <a:cubicBezTo>
                      <a:pt x="35" y="167"/>
                      <a:pt x="37" y="173"/>
                      <a:pt x="34" y="178"/>
                    </a:cubicBezTo>
                    <a:cubicBezTo>
                      <a:pt x="31" y="184"/>
                      <a:pt x="28" y="191"/>
                      <a:pt x="26" y="197"/>
                    </a:cubicBezTo>
                    <a:cubicBezTo>
                      <a:pt x="24" y="200"/>
                      <a:pt x="23" y="202"/>
                      <a:pt x="23" y="205"/>
                    </a:cubicBezTo>
                    <a:cubicBezTo>
                      <a:pt x="23" y="206"/>
                      <a:pt x="23" y="207"/>
                      <a:pt x="22" y="208"/>
                    </a:cubicBezTo>
                    <a:lnTo>
                      <a:pt x="22" y="209"/>
                    </a:lnTo>
                    <a:cubicBezTo>
                      <a:pt x="23" y="209"/>
                      <a:pt x="23" y="210"/>
                      <a:pt x="23" y="210"/>
                    </a:cubicBezTo>
                    <a:lnTo>
                      <a:pt x="23" y="211"/>
                    </a:lnTo>
                    <a:lnTo>
                      <a:pt x="24" y="211"/>
                    </a:lnTo>
                    <a:cubicBezTo>
                      <a:pt x="25" y="210"/>
                      <a:pt x="26" y="210"/>
                      <a:pt x="27" y="210"/>
                    </a:cubicBezTo>
                    <a:cubicBezTo>
                      <a:pt x="29" y="209"/>
                      <a:pt x="30" y="209"/>
                      <a:pt x="31" y="209"/>
                    </a:cubicBezTo>
                    <a:cubicBezTo>
                      <a:pt x="33" y="208"/>
                      <a:pt x="35" y="208"/>
                      <a:pt x="37" y="207"/>
                    </a:cubicBezTo>
                    <a:cubicBezTo>
                      <a:pt x="40" y="206"/>
                      <a:pt x="43" y="204"/>
                      <a:pt x="46" y="202"/>
                    </a:cubicBezTo>
                    <a:cubicBezTo>
                      <a:pt x="48" y="201"/>
                      <a:pt x="51" y="199"/>
                      <a:pt x="54" y="197"/>
                    </a:cubicBezTo>
                    <a:cubicBezTo>
                      <a:pt x="57" y="195"/>
                      <a:pt x="58" y="193"/>
                      <a:pt x="60" y="191"/>
                    </a:cubicBezTo>
                    <a:cubicBezTo>
                      <a:pt x="62" y="190"/>
                      <a:pt x="63" y="188"/>
                      <a:pt x="64" y="187"/>
                    </a:cubicBezTo>
                    <a:cubicBezTo>
                      <a:pt x="66" y="184"/>
                      <a:pt x="68" y="181"/>
                      <a:pt x="70" y="178"/>
                    </a:cubicBezTo>
                    <a:cubicBezTo>
                      <a:pt x="72" y="173"/>
                      <a:pt x="74" y="169"/>
                      <a:pt x="76" y="164"/>
                    </a:cubicBezTo>
                    <a:cubicBezTo>
                      <a:pt x="78" y="159"/>
                      <a:pt x="80" y="155"/>
                      <a:pt x="82" y="149"/>
                    </a:cubicBezTo>
                    <a:cubicBezTo>
                      <a:pt x="83" y="144"/>
                      <a:pt x="85" y="138"/>
                      <a:pt x="87" y="131"/>
                    </a:cubicBezTo>
                    <a:cubicBezTo>
                      <a:pt x="90" y="121"/>
                      <a:pt x="93" y="110"/>
                      <a:pt x="97" y="100"/>
                    </a:cubicBezTo>
                    <a:cubicBezTo>
                      <a:pt x="97" y="97"/>
                      <a:pt x="98" y="93"/>
                      <a:pt x="99" y="91"/>
                    </a:cubicBezTo>
                    <a:cubicBezTo>
                      <a:pt x="98" y="93"/>
                      <a:pt x="96" y="95"/>
                      <a:pt x="94" y="98"/>
                    </a:cubicBezTo>
                    <a:cubicBezTo>
                      <a:pt x="89" y="105"/>
                      <a:pt x="83" y="112"/>
                      <a:pt x="78" y="120"/>
                    </a:cubicBezTo>
                    <a:cubicBezTo>
                      <a:pt x="78" y="120"/>
                      <a:pt x="79" y="119"/>
                      <a:pt x="79" y="118"/>
                    </a:cubicBezTo>
                    <a:cubicBezTo>
                      <a:pt x="75" y="124"/>
                      <a:pt x="69" y="130"/>
                      <a:pt x="65" y="135"/>
                    </a:cubicBezTo>
                    <a:cubicBezTo>
                      <a:pt x="59" y="141"/>
                      <a:pt x="54" y="146"/>
                      <a:pt x="47" y="151"/>
                    </a:cubicBezTo>
                    <a:cubicBezTo>
                      <a:pt x="42" y="155"/>
                      <a:pt x="36" y="158"/>
                      <a:pt x="29" y="159"/>
                    </a:cubicBezTo>
                    <a:cubicBezTo>
                      <a:pt x="26" y="159"/>
                      <a:pt x="23" y="159"/>
                      <a:pt x="20" y="159"/>
                    </a:cubicBezTo>
                    <a:cubicBezTo>
                      <a:pt x="17" y="158"/>
                      <a:pt x="13" y="156"/>
                      <a:pt x="10" y="153"/>
                    </a:cubicBezTo>
                    <a:cubicBezTo>
                      <a:pt x="6" y="149"/>
                      <a:pt x="5" y="143"/>
                      <a:pt x="4" y="138"/>
                    </a:cubicBezTo>
                    <a:cubicBezTo>
                      <a:pt x="4" y="132"/>
                      <a:pt x="4" y="128"/>
                      <a:pt x="4" y="123"/>
                    </a:cubicBezTo>
                    <a:cubicBezTo>
                      <a:pt x="5" y="117"/>
                      <a:pt x="5" y="111"/>
                      <a:pt x="6" y="106"/>
                    </a:cubicBezTo>
                    <a:cubicBezTo>
                      <a:pt x="7" y="100"/>
                      <a:pt x="8" y="94"/>
                      <a:pt x="9" y="88"/>
                    </a:cubicBezTo>
                    <a:cubicBezTo>
                      <a:pt x="10" y="82"/>
                      <a:pt x="12" y="77"/>
                      <a:pt x="13" y="71"/>
                    </a:cubicBezTo>
                    <a:cubicBezTo>
                      <a:pt x="15" y="60"/>
                      <a:pt x="19" y="49"/>
                      <a:pt x="22" y="37"/>
                    </a:cubicBezTo>
                    <a:cubicBezTo>
                      <a:pt x="25" y="28"/>
                      <a:pt x="28" y="18"/>
                      <a:pt x="31" y="8"/>
                    </a:cubicBezTo>
                    <a:cubicBezTo>
                      <a:pt x="33" y="3"/>
                      <a:pt x="39" y="0"/>
                      <a:pt x="45" y="1"/>
                    </a:cubicBezTo>
                    <a:cubicBezTo>
                      <a:pt x="51" y="3"/>
                      <a:pt x="54" y="10"/>
                      <a:pt x="52" y="15"/>
                    </a:cubicBezTo>
                    <a:cubicBezTo>
                      <a:pt x="49" y="25"/>
                      <a:pt x="45" y="34"/>
                      <a:pt x="43" y="44"/>
                    </a:cubicBezTo>
                    <a:cubicBezTo>
                      <a:pt x="41" y="49"/>
                      <a:pt x="39" y="55"/>
                      <a:pt x="37" y="60"/>
                    </a:cubicBezTo>
                    <a:cubicBezTo>
                      <a:pt x="36" y="65"/>
                      <a:pt x="34" y="70"/>
                      <a:pt x="33" y="75"/>
                    </a:cubicBezTo>
                    <a:cubicBezTo>
                      <a:pt x="32" y="81"/>
                      <a:pt x="30" y="86"/>
                      <a:pt x="29" y="92"/>
                    </a:cubicBezTo>
                    <a:cubicBezTo>
                      <a:pt x="28" y="99"/>
                      <a:pt x="27" y="105"/>
                      <a:pt x="26" y="111"/>
                    </a:cubicBezTo>
                    <a:cubicBezTo>
                      <a:pt x="26" y="118"/>
                      <a:pt x="25" y="125"/>
                      <a:pt x="25" y="132"/>
                    </a:cubicBezTo>
                    <a:cubicBezTo>
                      <a:pt x="25" y="134"/>
                      <a:pt x="25" y="135"/>
                      <a:pt x="26" y="137"/>
                    </a:cubicBezTo>
                    <a:lnTo>
                      <a:pt x="26" y="138"/>
                    </a:lnTo>
                    <a:lnTo>
                      <a:pt x="27" y="138"/>
                    </a:lnTo>
                    <a:cubicBezTo>
                      <a:pt x="27" y="138"/>
                      <a:pt x="27" y="137"/>
                      <a:pt x="28" y="137"/>
                    </a:cubicBezTo>
                    <a:cubicBezTo>
                      <a:pt x="29" y="137"/>
                      <a:pt x="30" y="137"/>
                      <a:pt x="31" y="137"/>
                    </a:cubicBezTo>
                    <a:cubicBezTo>
                      <a:pt x="31" y="136"/>
                      <a:pt x="32" y="135"/>
                      <a:pt x="33" y="135"/>
                    </a:cubicBezTo>
                    <a:cubicBezTo>
                      <a:pt x="35" y="134"/>
                      <a:pt x="37" y="132"/>
                      <a:pt x="40" y="130"/>
                    </a:cubicBezTo>
                    <a:cubicBezTo>
                      <a:pt x="39" y="131"/>
                      <a:pt x="39" y="131"/>
                      <a:pt x="38" y="131"/>
                    </a:cubicBezTo>
                    <a:cubicBezTo>
                      <a:pt x="43" y="128"/>
                      <a:pt x="47" y="124"/>
                      <a:pt x="51" y="120"/>
                    </a:cubicBezTo>
                    <a:cubicBezTo>
                      <a:pt x="59" y="110"/>
                      <a:pt x="67" y="100"/>
                      <a:pt x="75" y="91"/>
                    </a:cubicBezTo>
                    <a:cubicBezTo>
                      <a:pt x="87" y="74"/>
                      <a:pt x="99" y="56"/>
                      <a:pt x="109" y="38"/>
                    </a:cubicBezTo>
                    <a:cubicBezTo>
                      <a:pt x="111" y="36"/>
                      <a:pt x="112" y="33"/>
                      <a:pt x="114" y="31"/>
                    </a:cubicBezTo>
                    <a:cubicBezTo>
                      <a:pt x="113" y="31"/>
                      <a:pt x="113" y="31"/>
                      <a:pt x="112" y="32"/>
                    </a:cubicBezTo>
                    <a:cubicBezTo>
                      <a:pt x="113" y="31"/>
                      <a:pt x="113" y="31"/>
                      <a:pt x="113" y="31"/>
                    </a:cubicBezTo>
                    <a:cubicBezTo>
                      <a:pt x="114" y="31"/>
                      <a:pt x="114" y="30"/>
                      <a:pt x="114" y="30"/>
                    </a:cubicBezTo>
                    <a:lnTo>
                      <a:pt x="114" y="31"/>
                    </a:lnTo>
                    <a:cubicBezTo>
                      <a:pt x="117" y="25"/>
                      <a:pt x="119" y="19"/>
                      <a:pt x="122" y="13"/>
                    </a:cubicBezTo>
                    <a:cubicBezTo>
                      <a:pt x="125" y="9"/>
                      <a:pt x="131" y="7"/>
                      <a:pt x="135" y="9"/>
                    </a:cubicBezTo>
                    <a:cubicBezTo>
                      <a:pt x="140" y="10"/>
                      <a:pt x="143" y="15"/>
                      <a:pt x="142" y="21"/>
                    </a:cubicBezTo>
                    <a:cubicBezTo>
                      <a:pt x="142" y="25"/>
                      <a:pt x="140" y="29"/>
                      <a:pt x="139" y="33"/>
                    </a:cubicBezTo>
                    <a:cubicBezTo>
                      <a:pt x="137" y="36"/>
                      <a:pt x="136" y="40"/>
                      <a:pt x="135" y="44"/>
                    </a:cubicBezTo>
                    <a:cubicBezTo>
                      <a:pt x="133" y="49"/>
                      <a:pt x="132" y="54"/>
                      <a:pt x="131" y="60"/>
                    </a:cubicBezTo>
                    <a:cubicBezTo>
                      <a:pt x="127" y="70"/>
                      <a:pt x="124" y="81"/>
                      <a:pt x="121" y="91"/>
                    </a:cubicBezTo>
                    <a:cubicBezTo>
                      <a:pt x="114" y="114"/>
                      <a:pt x="107" y="137"/>
                      <a:pt x="100" y="159"/>
                    </a:cubicBezTo>
                    <a:cubicBezTo>
                      <a:pt x="99" y="163"/>
                      <a:pt x="98" y="166"/>
                      <a:pt x="97" y="170"/>
                    </a:cubicBezTo>
                    <a:cubicBezTo>
                      <a:pt x="94" y="177"/>
                      <a:pt x="90" y="184"/>
                      <a:pt x="86" y="192"/>
                    </a:cubicBezTo>
                    <a:cubicBezTo>
                      <a:pt x="81" y="201"/>
                      <a:pt x="74" y="208"/>
                      <a:pt x="66" y="215"/>
                    </a:cubicBezTo>
                    <a:cubicBezTo>
                      <a:pt x="58" y="220"/>
                      <a:pt x="50" y="225"/>
                      <a:pt x="41" y="229"/>
                    </a:cubicBezTo>
                    <a:cubicBezTo>
                      <a:pt x="37" y="230"/>
                      <a:pt x="33" y="232"/>
                      <a:pt x="29" y="232"/>
                    </a:cubicBezTo>
                    <a:cubicBezTo>
                      <a:pt x="27" y="232"/>
                      <a:pt x="24" y="233"/>
                      <a:pt x="23" y="233"/>
                    </a:cubicBezTo>
                    <a:cubicBezTo>
                      <a:pt x="20" y="233"/>
                      <a:pt x="18" y="232"/>
                      <a:pt x="16" y="2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84" name="Google Shape;5284;p70"/>
              <p:cNvSpPr/>
              <p:nvPr/>
            </p:nvSpPr>
            <p:spPr>
              <a:xfrm>
                <a:off x="244780" y="3988438"/>
                <a:ext cx="24840" cy="29520"/>
              </a:xfrm>
              <a:custGeom>
                <a:avLst/>
                <a:gdLst/>
                <a:ahLst/>
                <a:cxnLst/>
                <a:rect l="l" t="t" r="r" b="b"/>
                <a:pathLst>
                  <a:path w="69" h="82" extrusionOk="0">
                    <a:moveTo>
                      <a:pt x="26" y="81"/>
                    </a:moveTo>
                    <a:cubicBezTo>
                      <a:pt x="22" y="81"/>
                      <a:pt x="18" y="80"/>
                      <a:pt x="15" y="77"/>
                    </a:cubicBezTo>
                    <a:cubicBezTo>
                      <a:pt x="14" y="75"/>
                      <a:pt x="12" y="74"/>
                      <a:pt x="11" y="73"/>
                    </a:cubicBezTo>
                    <a:cubicBezTo>
                      <a:pt x="10" y="71"/>
                      <a:pt x="10" y="69"/>
                      <a:pt x="10" y="67"/>
                    </a:cubicBezTo>
                    <a:cubicBezTo>
                      <a:pt x="9" y="61"/>
                      <a:pt x="14" y="56"/>
                      <a:pt x="17" y="50"/>
                    </a:cubicBezTo>
                    <a:cubicBezTo>
                      <a:pt x="17" y="50"/>
                      <a:pt x="17" y="49"/>
                      <a:pt x="18" y="48"/>
                    </a:cubicBezTo>
                    <a:cubicBezTo>
                      <a:pt x="17" y="48"/>
                      <a:pt x="17" y="48"/>
                      <a:pt x="17" y="48"/>
                    </a:cubicBezTo>
                    <a:cubicBezTo>
                      <a:pt x="11" y="49"/>
                      <a:pt x="5" y="46"/>
                      <a:pt x="3" y="40"/>
                    </a:cubicBezTo>
                    <a:cubicBezTo>
                      <a:pt x="0" y="32"/>
                      <a:pt x="2" y="25"/>
                      <a:pt x="4" y="18"/>
                    </a:cubicBezTo>
                    <a:cubicBezTo>
                      <a:pt x="7" y="12"/>
                      <a:pt x="12" y="6"/>
                      <a:pt x="19" y="3"/>
                    </a:cubicBezTo>
                    <a:cubicBezTo>
                      <a:pt x="22" y="1"/>
                      <a:pt x="25" y="0"/>
                      <a:pt x="29" y="0"/>
                    </a:cubicBezTo>
                    <a:cubicBezTo>
                      <a:pt x="32" y="0"/>
                      <a:pt x="36" y="2"/>
                      <a:pt x="39" y="4"/>
                    </a:cubicBezTo>
                    <a:cubicBezTo>
                      <a:pt x="41" y="6"/>
                      <a:pt x="43" y="10"/>
                      <a:pt x="45" y="13"/>
                    </a:cubicBezTo>
                    <a:cubicBezTo>
                      <a:pt x="46" y="17"/>
                      <a:pt x="46" y="20"/>
                      <a:pt x="46" y="24"/>
                    </a:cubicBezTo>
                    <a:cubicBezTo>
                      <a:pt x="46" y="31"/>
                      <a:pt x="44" y="39"/>
                      <a:pt x="42" y="45"/>
                    </a:cubicBezTo>
                    <a:cubicBezTo>
                      <a:pt x="40" y="49"/>
                      <a:pt x="40" y="52"/>
                      <a:pt x="38" y="56"/>
                    </a:cubicBezTo>
                    <a:cubicBezTo>
                      <a:pt x="38" y="56"/>
                      <a:pt x="38" y="57"/>
                      <a:pt x="37" y="58"/>
                    </a:cubicBezTo>
                    <a:cubicBezTo>
                      <a:pt x="43" y="57"/>
                      <a:pt x="49" y="56"/>
                      <a:pt x="56" y="56"/>
                    </a:cubicBezTo>
                    <a:cubicBezTo>
                      <a:pt x="61" y="55"/>
                      <a:pt x="66" y="59"/>
                      <a:pt x="67" y="63"/>
                    </a:cubicBezTo>
                    <a:cubicBezTo>
                      <a:pt x="68" y="69"/>
                      <a:pt x="64" y="75"/>
                      <a:pt x="59" y="76"/>
                    </a:cubicBezTo>
                    <a:cubicBezTo>
                      <a:pt x="54" y="77"/>
                      <a:pt x="49" y="78"/>
                      <a:pt x="44" y="78"/>
                    </a:cubicBezTo>
                    <a:cubicBezTo>
                      <a:pt x="38" y="80"/>
                      <a:pt x="32" y="81"/>
                      <a:pt x="26" y="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85" name="Google Shape;5285;p70"/>
              <p:cNvSpPr/>
              <p:nvPr/>
            </p:nvSpPr>
            <p:spPr>
              <a:xfrm>
                <a:off x="267460" y="4026958"/>
                <a:ext cx="29520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82" h="30" extrusionOk="0">
                    <a:moveTo>
                      <a:pt x="21" y="28"/>
                    </a:moveTo>
                    <a:cubicBezTo>
                      <a:pt x="15" y="28"/>
                      <a:pt x="10" y="27"/>
                      <a:pt x="6" y="24"/>
                    </a:cubicBezTo>
                    <a:cubicBezTo>
                      <a:pt x="3" y="21"/>
                      <a:pt x="0" y="17"/>
                      <a:pt x="1" y="13"/>
                    </a:cubicBezTo>
                    <a:cubicBezTo>
                      <a:pt x="2" y="10"/>
                      <a:pt x="4" y="7"/>
                      <a:pt x="7" y="5"/>
                    </a:cubicBezTo>
                    <a:cubicBezTo>
                      <a:pt x="11" y="2"/>
                      <a:pt x="17" y="3"/>
                      <a:pt x="21" y="6"/>
                    </a:cubicBezTo>
                    <a:lnTo>
                      <a:pt x="22" y="7"/>
                    </a:lnTo>
                    <a:cubicBezTo>
                      <a:pt x="25" y="7"/>
                      <a:pt x="28" y="7"/>
                      <a:pt x="30" y="7"/>
                    </a:cubicBezTo>
                    <a:lnTo>
                      <a:pt x="29" y="7"/>
                    </a:lnTo>
                    <a:cubicBezTo>
                      <a:pt x="30" y="7"/>
                      <a:pt x="30" y="7"/>
                      <a:pt x="30" y="7"/>
                    </a:cubicBezTo>
                    <a:cubicBezTo>
                      <a:pt x="36" y="7"/>
                      <a:pt x="42" y="6"/>
                      <a:pt x="47" y="5"/>
                    </a:cubicBezTo>
                    <a:cubicBezTo>
                      <a:pt x="54" y="4"/>
                      <a:pt x="60" y="3"/>
                      <a:pt x="66" y="2"/>
                    </a:cubicBezTo>
                    <a:cubicBezTo>
                      <a:pt x="72" y="0"/>
                      <a:pt x="78" y="4"/>
                      <a:pt x="79" y="10"/>
                    </a:cubicBezTo>
                    <a:cubicBezTo>
                      <a:pt x="81" y="16"/>
                      <a:pt x="77" y="21"/>
                      <a:pt x="71" y="23"/>
                    </a:cubicBezTo>
                    <a:cubicBezTo>
                      <a:pt x="60" y="25"/>
                      <a:pt x="49" y="27"/>
                      <a:pt x="37" y="28"/>
                    </a:cubicBezTo>
                    <a:cubicBezTo>
                      <a:pt x="33" y="28"/>
                      <a:pt x="29" y="29"/>
                      <a:pt x="25" y="29"/>
                    </a:cubicBezTo>
                    <a:cubicBezTo>
                      <a:pt x="24" y="29"/>
                      <a:pt x="22" y="28"/>
                      <a:pt x="21" y="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86" name="Google Shape;5286;p70"/>
              <p:cNvSpPr/>
              <p:nvPr/>
            </p:nvSpPr>
            <p:spPr>
              <a:xfrm>
                <a:off x="262420" y="4037397"/>
                <a:ext cx="48600" cy="15840"/>
              </a:xfrm>
              <a:custGeom>
                <a:avLst/>
                <a:gdLst/>
                <a:ahLst/>
                <a:cxnLst/>
                <a:rect l="l" t="t" r="r" b="b"/>
                <a:pathLst>
                  <a:path w="135" h="44" extrusionOk="0">
                    <a:moveTo>
                      <a:pt x="8" y="41"/>
                    </a:moveTo>
                    <a:cubicBezTo>
                      <a:pt x="3" y="38"/>
                      <a:pt x="0" y="31"/>
                      <a:pt x="3" y="26"/>
                    </a:cubicBezTo>
                    <a:cubicBezTo>
                      <a:pt x="4" y="23"/>
                      <a:pt x="6" y="21"/>
                      <a:pt x="9" y="20"/>
                    </a:cubicBezTo>
                    <a:cubicBezTo>
                      <a:pt x="12" y="19"/>
                      <a:pt x="15" y="19"/>
                      <a:pt x="18" y="20"/>
                    </a:cubicBezTo>
                    <a:lnTo>
                      <a:pt x="19" y="21"/>
                    </a:lnTo>
                    <a:cubicBezTo>
                      <a:pt x="21" y="21"/>
                      <a:pt x="24" y="21"/>
                      <a:pt x="26" y="21"/>
                    </a:cubicBezTo>
                    <a:cubicBezTo>
                      <a:pt x="31" y="20"/>
                      <a:pt x="37" y="20"/>
                      <a:pt x="43" y="19"/>
                    </a:cubicBezTo>
                    <a:cubicBezTo>
                      <a:pt x="48" y="18"/>
                      <a:pt x="54" y="18"/>
                      <a:pt x="59" y="16"/>
                    </a:cubicBezTo>
                    <a:cubicBezTo>
                      <a:pt x="66" y="15"/>
                      <a:pt x="72" y="13"/>
                      <a:pt x="79" y="12"/>
                    </a:cubicBezTo>
                    <a:cubicBezTo>
                      <a:pt x="93" y="9"/>
                      <a:pt x="107" y="5"/>
                      <a:pt x="121" y="1"/>
                    </a:cubicBezTo>
                    <a:cubicBezTo>
                      <a:pt x="125" y="0"/>
                      <a:pt x="131" y="3"/>
                      <a:pt x="132" y="8"/>
                    </a:cubicBezTo>
                    <a:cubicBezTo>
                      <a:pt x="134" y="12"/>
                      <a:pt x="131" y="19"/>
                      <a:pt x="126" y="20"/>
                    </a:cubicBezTo>
                    <a:cubicBezTo>
                      <a:pt x="109" y="26"/>
                      <a:pt x="92" y="30"/>
                      <a:pt x="75" y="34"/>
                    </a:cubicBezTo>
                    <a:cubicBezTo>
                      <a:pt x="65" y="36"/>
                      <a:pt x="57" y="38"/>
                      <a:pt x="47" y="40"/>
                    </a:cubicBezTo>
                    <a:cubicBezTo>
                      <a:pt x="43" y="41"/>
                      <a:pt x="39" y="41"/>
                      <a:pt x="35" y="42"/>
                    </a:cubicBezTo>
                    <a:cubicBezTo>
                      <a:pt x="31" y="43"/>
                      <a:pt x="27" y="43"/>
                      <a:pt x="24" y="43"/>
                    </a:cubicBezTo>
                    <a:cubicBezTo>
                      <a:pt x="22" y="43"/>
                      <a:pt x="21" y="43"/>
                      <a:pt x="20" y="43"/>
                    </a:cubicBezTo>
                    <a:cubicBezTo>
                      <a:pt x="16" y="43"/>
                      <a:pt x="12" y="43"/>
                      <a:pt x="8" y="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87" name="Google Shape;5287;p70"/>
              <p:cNvSpPr/>
              <p:nvPr/>
            </p:nvSpPr>
            <p:spPr>
              <a:xfrm>
                <a:off x="343420" y="3990598"/>
                <a:ext cx="83520" cy="67320"/>
              </a:xfrm>
              <a:custGeom>
                <a:avLst/>
                <a:gdLst/>
                <a:ahLst/>
                <a:cxnLst/>
                <a:rect l="l" t="t" r="r" b="b"/>
                <a:pathLst>
                  <a:path w="232" h="187" extrusionOk="0">
                    <a:moveTo>
                      <a:pt x="33" y="186"/>
                    </a:moveTo>
                    <a:cubicBezTo>
                      <a:pt x="26" y="185"/>
                      <a:pt x="20" y="182"/>
                      <a:pt x="15" y="178"/>
                    </a:cubicBezTo>
                    <a:cubicBezTo>
                      <a:pt x="10" y="174"/>
                      <a:pt x="7" y="167"/>
                      <a:pt x="5" y="161"/>
                    </a:cubicBezTo>
                    <a:cubicBezTo>
                      <a:pt x="0" y="146"/>
                      <a:pt x="0" y="129"/>
                      <a:pt x="3" y="114"/>
                    </a:cubicBezTo>
                    <a:cubicBezTo>
                      <a:pt x="4" y="109"/>
                      <a:pt x="5" y="104"/>
                      <a:pt x="7" y="99"/>
                    </a:cubicBezTo>
                    <a:cubicBezTo>
                      <a:pt x="9" y="92"/>
                      <a:pt x="11" y="86"/>
                      <a:pt x="14" y="79"/>
                    </a:cubicBezTo>
                    <a:cubicBezTo>
                      <a:pt x="16" y="69"/>
                      <a:pt x="21" y="61"/>
                      <a:pt x="26" y="52"/>
                    </a:cubicBezTo>
                    <a:cubicBezTo>
                      <a:pt x="31" y="43"/>
                      <a:pt x="37" y="34"/>
                      <a:pt x="43" y="27"/>
                    </a:cubicBezTo>
                    <a:cubicBezTo>
                      <a:pt x="49" y="20"/>
                      <a:pt x="57" y="14"/>
                      <a:pt x="64" y="10"/>
                    </a:cubicBezTo>
                    <a:cubicBezTo>
                      <a:pt x="73" y="6"/>
                      <a:pt x="82" y="5"/>
                      <a:pt x="92" y="8"/>
                    </a:cubicBezTo>
                    <a:cubicBezTo>
                      <a:pt x="95" y="9"/>
                      <a:pt x="98" y="11"/>
                      <a:pt x="100" y="13"/>
                    </a:cubicBezTo>
                    <a:cubicBezTo>
                      <a:pt x="101" y="12"/>
                      <a:pt x="101" y="11"/>
                      <a:pt x="102" y="9"/>
                    </a:cubicBezTo>
                    <a:cubicBezTo>
                      <a:pt x="104" y="4"/>
                      <a:pt x="110" y="0"/>
                      <a:pt x="116" y="2"/>
                    </a:cubicBezTo>
                    <a:cubicBezTo>
                      <a:pt x="122" y="4"/>
                      <a:pt x="125" y="11"/>
                      <a:pt x="123" y="16"/>
                    </a:cubicBezTo>
                    <a:cubicBezTo>
                      <a:pt x="121" y="22"/>
                      <a:pt x="119" y="28"/>
                      <a:pt x="117" y="34"/>
                    </a:cubicBezTo>
                    <a:cubicBezTo>
                      <a:pt x="117" y="37"/>
                      <a:pt x="115" y="40"/>
                      <a:pt x="115" y="43"/>
                    </a:cubicBezTo>
                    <a:cubicBezTo>
                      <a:pt x="114" y="44"/>
                      <a:pt x="114" y="46"/>
                      <a:pt x="113" y="48"/>
                    </a:cubicBezTo>
                    <a:cubicBezTo>
                      <a:pt x="112" y="51"/>
                      <a:pt x="110" y="53"/>
                      <a:pt x="107" y="54"/>
                    </a:cubicBezTo>
                    <a:cubicBezTo>
                      <a:pt x="104" y="56"/>
                      <a:pt x="100" y="56"/>
                      <a:pt x="96" y="54"/>
                    </a:cubicBezTo>
                    <a:cubicBezTo>
                      <a:pt x="93" y="52"/>
                      <a:pt x="91" y="48"/>
                      <a:pt x="91" y="44"/>
                    </a:cubicBezTo>
                    <a:cubicBezTo>
                      <a:pt x="91" y="43"/>
                      <a:pt x="91" y="42"/>
                      <a:pt x="91" y="41"/>
                    </a:cubicBezTo>
                    <a:lnTo>
                      <a:pt x="91" y="40"/>
                    </a:lnTo>
                    <a:cubicBezTo>
                      <a:pt x="91" y="41"/>
                      <a:pt x="91" y="41"/>
                      <a:pt x="91" y="41"/>
                    </a:cubicBezTo>
                    <a:lnTo>
                      <a:pt x="91" y="40"/>
                    </a:lnTo>
                    <a:cubicBezTo>
                      <a:pt x="91" y="39"/>
                      <a:pt x="90" y="38"/>
                      <a:pt x="90" y="37"/>
                    </a:cubicBezTo>
                    <a:cubicBezTo>
                      <a:pt x="90" y="36"/>
                      <a:pt x="90" y="36"/>
                      <a:pt x="89" y="34"/>
                    </a:cubicBezTo>
                    <a:cubicBezTo>
                      <a:pt x="89" y="33"/>
                      <a:pt x="89" y="33"/>
                      <a:pt x="88" y="32"/>
                    </a:cubicBezTo>
                    <a:lnTo>
                      <a:pt x="88" y="31"/>
                    </a:lnTo>
                    <a:cubicBezTo>
                      <a:pt x="87" y="30"/>
                      <a:pt x="86" y="30"/>
                      <a:pt x="86" y="30"/>
                    </a:cubicBezTo>
                    <a:cubicBezTo>
                      <a:pt x="86" y="29"/>
                      <a:pt x="85" y="29"/>
                      <a:pt x="85" y="29"/>
                    </a:cubicBezTo>
                    <a:lnTo>
                      <a:pt x="84" y="28"/>
                    </a:lnTo>
                    <a:cubicBezTo>
                      <a:pt x="83" y="28"/>
                      <a:pt x="83" y="28"/>
                      <a:pt x="83" y="28"/>
                    </a:cubicBezTo>
                    <a:cubicBezTo>
                      <a:pt x="82" y="27"/>
                      <a:pt x="82" y="27"/>
                      <a:pt x="82" y="27"/>
                    </a:cubicBezTo>
                    <a:cubicBezTo>
                      <a:pt x="81" y="27"/>
                      <a:pt x="81" y="27"/>
                      <a:pt x="81" y="27"/>
                    </a:cubicBezTo>
                    <a:cubicBezTo>
                      <a:pt x="80" y="27"/>
                      <a:pt x="79" y="27"/>
                      <a:pt x="79" y="28"/>
                    </a:cubicBezTo>
                    <a:cubicBezTo>
                      <a:pt x="77" y="28"/>
                      <a:pt x="76" y="28"/>
                      <a:pt x="75" y="29"/>
                    </a:cubicBezTo>
                    <a:cubicBezTo>
                      <a:pt x="75" y="29"/>
                      <a:pt x="76" y="29"/>
                      <a:pt x="76" y="28"/>
                    </a:cubicBezTo>
                    <a:cubicBezTo>
                      <a:pt x="75" y="29"/>
                      <a:pt x="75" y="29"/>
                      <a:pt x="74" y="29"/>
                    </a:cubicBezTo>
                    <a:cubicBezTo>
                      <a:pt x="72" y="30"/>
                      <a:pt x="71" y="30"/>
                      <a:pt x="70" y="31"/>
                    </a:cubicBezTo>
                    <a:cubicBezTo>
                      <a:pt x="69" y="32"/>
                      <a:pt x="67" y="33"/>
                      <a:pt x="66" y="34"/>
                    </a:cubicBezTo>
                    <a:cubicBezTo>
                      <a:pt x="64" y="36"/>
                      <a:pt x="62" y="37"/>
                      <a:pt x="60" y="39"/>
                    </a:cubicBezTo>
                    <a:cubicBezTo>
                      <a:pt x="58" y="41"/>
                      <a:pt x="55" y="44"/>
                      <a:pt x="54" y="47"/>
                    </a:cubicBezTo>
                    <a:lnTo>
                      <a:pt x="54" y="46"/>
                    </a:lnTo>
                    <a:cubicBezTo>
                      <a:pt x="50" y="52"/>
                      <a:pt x="46" y="59"/>
                      <a:pt x="41" y="66"/>
                    </a:cubicBezTo>
                    <a:cubicBezTo>
                      <a:pt x="38" y="72"/>
                      <a:pt x="36" y="78"/>
                      <a:pt x="33" y="84"/>
                    </a:cubicBezTo>
                    <a:cubicBezTo>
                      <a:pt x="29" y="94"/>
                      <a:pt x="26" y="104"/>
                      <a:pt x="24" y="113"/>
                    </a:cubicBezTo>
                    <a:cubicBezTo>
                      <a:pt x="23" y="118"/>
                      <a:pt x="22" y="122"/>
                      <a:pt x="22" y="126"/>
                    </a:cubicBezTo>
                    <a:cubicBezTo>
                      <a:pt x="22" y="129"/>
                      <a:pt x="22" y="132"/>
                      <a:pt x="22" y="136"/>
                    </a:cubicBezTo>
                    <a:cubicBezTo>
                      <a:pt x="22" y="139"/>
                      <a:pt x="22" y="142"/>
                      <a:pt x="22" y="146"/>
                    </a:cubicBezTo>
                    <a:cubicBezTo>
                      <a:pt x="23" y="146"/>
                      <a:pt x="23" y="146"/>
                      <a:pt x="23" y="147"/>
                    </a:cubicBezTo>
                    <a:cubicBezTo>
                      <a:pt x="23" y="146"/>
                      <a:pt x="23" y="146"/>
                      <a:pt x="22" y="146"/>
                    </a:cubicBezTo>
                    <a:cubicBezTo>
                      <a:pt x="23" y="149"/>
                      <a:pt x="23" y="151"/>
                      <a:pt x="25" y="154"/>
                    </a:cubicBezTo>
                    <a:cubicBezTo>
                      <a:pt x="25" y="155"/>
                      <a:pt x="25" y="156"/>
                      <a:pt x="26" y="157"/>
                    </a:cubicBezTo>
                    <a:cubicBezTo>
                      <a:pt x="26" y="158"/>
                      <a:pt x="26" y="159"/>
                      <a:pt x="27" y="160"/>
                    </a:cubicBezTo>
                    <a:cubicBezTo>
                      <a:pt x="27" y="160"/>
                      <a:pt x="26" y="159"/>
                      <a:pt x="26" y="158"/>
                    </a:cubicBezTo>
                    <a:cubicBezTo>
                      <a:pt x="27" y="160"/>
                      <a:pt x="27" y="160"/>
                      <a:pt x="27" y="161"/>
                    </a:cubicBezTo>
                    <a:cubicBezTo>
                      <a:pt x="28" y="161"/>
                      <a:pt x="29" y="162"/>
                      <a:pt x="29" y="163"/>
                    </a:cubicBezTo>
                    <a:lnTo>
                      <a:pt x="29" y="162"/>
                    </a:lnTo>
                    <a:cubicBezTo>
                      <a:pt x="29" y="163"/>
                      <a:pt x="29" y="163"/>
                      <a:pt x="30" y="163"/>
                    </a:cubicBezTo>
                    <a:lnTo>
                      <a:pt x="30" y="164"/>
                    </a:lnTo>
                    <a:cubicBezTo>
                      <a:pt x="31" y="164"/>
                      <a:pt x="31" y="164"/>
                      <a:pt x="31" y="164"/>
                    </a:cubicBezTo>
                    <a:cubicBezTo>
                      <a:pt x="32" y="164"/>
                      <a:pt x="32" y="164"/>
                      <a:pt x="33" y="164"/>
                    </a:cubicBezTo>
                    <a:lnTo>
                      <a:pt x="34" y="164"/>
                    </a:lnTo>
                    <a:lnTo>
                      <a:pt x="36" y="164"/>
                    </a:lnTo>
                    <a:lnTo>
                      <a:pt x="37" y="164"/>
                    </a:lnTo>
                    <a:cubicBezTo>
                      <a:pt x="39" y="164"/>
                      <a:pt x="40" y="164"/>
                      <a:pt x="41" y="164"/>
                    </a:cubicBezTo>
                    <a:cubicBezTo>
                      <a:pt x="43" y="163"/>
                      <a:pt x="46" y="162"/>
                      <a:pt x="48" y="161"/>
                    </a:cubicBezTo>
                    <a:cubicBezTo>
                      <a:pt x="50" y="160"/>
                      <a:pt x="53" y="158"/>
                      <a:pt x="55" y="157"/>
                    </a:cubicBezTo>
                    <a:cubicBezTo>
                      <a:pt x="57" y="156"/>
                      <a:pt x="60" y="154"/>
                      <a:pt x="61" y="153"/>
                    </a:cubicBezTo>
                    <a:cubicBezTo>
                      <a:pt x="67" y="149"/>
                      <a:pt x="71" y="144"/>
                      <a:pt x="75" y="140"/>
                    </a:cubicBezTo>
                    <a:cubicBezTo>
                      <a:pt x="79" y="137"/>
                      <a:pt x="82" y="133"/>
                      <a:pt x="85" y="130"/>
                    </a:cubicBezTo>
                    <a:cubicBezTo>
                      <a:pt x="88" y="126"/>
                      <a:pt x="92" y="122"/>
                      <a:pt x="95" y="117"/>
                    </a:cubicBezTo>
                    <a:cubicBezTo>
                      <a:pt x="95" y="118"/>
                      <a:pt x="94" y="118"/>
                      <a:pt x="94" y="118"/>
                    </a:cubicBezTo>
                    <a:cubicBezTo>
                      <a:pt x="97" y="115"/>
                      <a:pt x="99" y="111"/>
                      <a:pt x="101" y="107"/>
                    </a:cubicBezTo>
                    <a:cubicBezTo>
                      <a:pt x="105" y="101"/>
                      <a:pt x="108" y="94"/>
                      <a:pt x="111" y="87"/>
                    </a:cubicBezTo>
                    <a:cubicBezTo>
                      <a:pt x="111" y="86"/>
                      <a:pt x="112" y="85"/>
                      <a:pt x="112" y="84"/>
                    </a:cubicBezTo>
                    <a:cubicBezTo>
                      <a:pt x="113" y="83"/>
                      <a:pt x="113" y="82"/>
                      <a:pt x="113" y="82"/>
                    </a:cubicBezTo>
                    <a:cubicBezTo>
                      <a:pt x="115" y="76"/>
                      <a:pt x="121" y="73"/>
                      <a:pt x="127" y="75"/>
                    </a:cubicBezTo>
                    <a:cubicBezTo>
                      <a:pt x="132" y="76"/>
                      <a:pt x="136" y="83"/>
                      <a:pt x="134" y="89"/>
                    </a:cubicBezTo>
                    <a:lnTo>
                      <a:pt x="134" y="90"/>
                    </a:lnTo>
                    <a:cubicBezTo>
                      <a:pt x="133" y="91"/>
                      <a:pt x="132" y="93"/>
                      <a:pt x="132" y="94"/>
                    </a:cubicBezTo>
                    <a:cubicBezTo>
                      <a:pt x="131" y="97"/>
                      <a:pt x="131" y="100"/>
                      <a:pt x="131" y="103"/>
                    </a:cubicBezTo>
                    <a:cubicBezTo>
                      <a:pt x="131" y="105"/>
                      <a:pt x="130" y="108"/>
                      <a:pt x="130" y="110"/>
                    </a:cubicBezTo>
                    <a:cubicBezTo>
                      <a:pt x="130" y="112"/>
                      <a:pt x="131" y="115"/>
                      <a:pt x="131" y="117"/>
                    </a:cubicBezTo>
                    <a:cubicBezTo>
                      <a:pt x="131" y="118"/>
                      <a:pt x="131" y="119"/>
                      <a:pt x="132" y="121"/>
                    </a:cubicBezTo>
                    <a:cubicBezTo>
                      <a:pt x="132" y="121"/>
                      <a:pt x="132" y="122"/>
                      <a:pt x="132" y="123"/>
                    </a:cubicBezTo>
                    <a:cubicBezTo>
                      <a:pt x="133" y="124"/>
                      <a:pt x="134" y="125"/>
                      <a:pt x="134" y="125"/>
                    </a:cubicBezTo>
                    <a:cubicBezTo>
                      <a:pt x="134" y="126"/>
                      <a:pt x="135" y="126"/>
                      <a:pt x="135" y="126"/>
                    </a:cubicBezTo>
                    <a:cubicBezTo>
                      <a:pt x="135" y="127"/>
                      <a:pt x="136" y="128"/>
                      <a:pt x="136" y="128"/>
                    </a:cubicBezTo>
                    <a:lnTo>
                      <a:pt x="137" y="129"/>
                    </a:lnTo>
                    <a:lnTo>
                      <a:pt x="138" y="129"/>
                    </a:lnTo>
                    <a:lnTo>
                      <a:pt x="137" y="129"/>
                    </a:lnTo>
                    <a:lnTo>
                      <a:pt x="136" y="129"/>
                    </a:lnTo>
                    <a:lnTo>
                      <a:pt x="136" y="128"/>
                    </a:lnTo>
                    <a:lnTo>
                      <a:pt x="136" y="129"/>
                    </a:lnTo>
                    <a:lnTo>
                      <a:pt x="137" y="129"/>
                    </a:lnTo>
                    <a:lnTo>
                      <a:pt x="138" y="129"/>
                    </a:lnTo>
                    <a:cubicBezTo>
                      <a:pt x="139" y="130"/>
                      <a:pt x="139" y="130"/>
                      <a:pt x="139" y="130"/>
                    </a:cubicBezTo>
                    <a:cubicBezTo>
                      <a:pt x="140" y="130"/>
                      <a:pt x="141" y="130"/>
                      <a:pt x="141" y="130"/>
                    </a:cubicBezTo>
                    <a:cubicBezTo>
                      <a:pt x="141" y="130"/>
                      <a:pt x="142" y="130"/>
                      <a:pt x="142" y="131"/>
                    </a:cubicBezTo>
                    <a:cubicBezTo>
                      <a:pt x="142" y="130"/>
                      <a:pt x="143" y="130"/>
                      <a:pt x="143" y="130"/>
                    </a:cubicBezTo>
                    <a:cubicBezTo>
                      <a:pt x="145" y="130"/>
                      <a:pt x="146" y="129"/>
                      <a:pt x="147" y="129"/>
                    </a:cubicBezTo>
                    <a:cubicBezTo>
                      <a:pt x="149" y="129"/>
                      <a:pt x="150" y="128"/>
                      <a:pt x="152" y="128"/>
                    </a:cubicBezTo>
                    <a:cubicBezTo>
                      <a:pt x="153" y="127"/>
                      <a:pt x="154" y="126"/>
                      <a:pt x="156" y="126"/>
                    </a:cubicBezTo>
                    <a:cubicBezTo>
                      <a:pt x="157" y="125"/>
                      <a:pt x="159" y="124"/>
                      <a:pt x="161" y="122"/>
                    </a:cubicBezTo>
                    <a:cubicBezTo>
                      <a:pt x="164" y="119"/>
                      <a:pt x="167" y="117"/>
                      <a:pt x="170" y="114"/>
                    </a:cubicBezTo>
                    <a:cubicBezTo>
                      <a:pt x="174" y="109"/>
                      <a:pt x="178" y="104"/>
                      <a:pt x="182" y="99"/>
                    </a:cubicBezTo>
                    <a:cubicBezTo>
                      <a:pt x="189" y="89"/>
                      <a:pt x="196" y="79"/>
                      <a:pt x="202" y="68"/>
                    </a:cubicBezTo>
                    <a:cubicBezTo>
                      <a:pt x="204" y="65"/>
                      <a:pt x="205" y="62"/>
                      <a:pt x="206" y="59"/>
                    </a:cubicBezTo>
                    <a:cubicBezTo>
                      <a:pt x="207" y="58"/>
                      <a:pt x="208" y="56"/>
                      <a:pt x="208" y="54"/>
                    </a:cubicBezTo>
                    <a:cubicBezTo>
                      <a:pt x="208" y="53"/>
                      <a:pt x="209" y="51"/>
                      <a:pt x="209" y="50"/>
                    </a:cubicBezTo>
                    <a:cubicBezTo>
                      <a:pt x="209" y="49"/>
                      <a:pt x="209" y="48"/>
                      <a:pt x="209" y="47"/>
                    </a:cubicBezTo>
                    <a:cubicBezTo>
                      <a:pt x="209" y="48"/>
                      <a:pt x="209" y="48"/>
                      <a:pt x="209" y="49"/>
                    </a:cubicBezTo>
                    <a:cubicBezTo>
                      <a:pt x="209" y="48"/>
                      <a:pt x="209" y="47"/>
                      <a:pt x="209" y="45"/>
                    </a:cubicBezTo>
                    <a:cubicBezTo>
                      <a:pt x="209" y="45"/>
                      <a:pt x="209" y="44"/>
                      <a:pt x="208" y="43"/>
                    </a:cubicBezTo>
                    <a:cubicBezTo>
                      <a:pt x="208" y="41"/>
                      <a:pt x="207" y="40"/>
                      <a:pt x="206" y="38"/>
                    </a:cubicBezTo>
                    <a:lnTo>
                      <a:pt x="206" y="37"/>
                    </a:lnTo>
                    <a:lnTo>
                      <a:pt x="206" y="36"/>
                    </a:lnTo>
                    <a:cubicBezTo>
                      <a:pt x="205" y="36"/>
                      <a:pt x="204" y="35"/>
                      <a:pt x="203" y="34"/>
                    </a:cubicBezTo>
                    <a:lnTo>
                      <a:pt x="202" y="33"/>
                    </a:lnTo>
                    <a:lnTo>
                      <a:pt x="201" y="32"/>
                    </a:lnTo>
                    <a:cubicBezTo>
                      <a:pt x="200" y="32"/>
                      <a:pt x="199" y="32"/>
                      <a:pt x="199" y="31"/>
                    </a:cubicBezTo>
                    <a:cubicBezTo>
                      <a:pt x="198" y="30"/>
                      <a:pt x="196" y="30"/>
                      <a:pt x="195" y="30"/>
                    </a:cubicBezTo>
                    <a:cubicBezTo>
                      <a:pt x="194" y="30"/>
                      <a:pt x="193" y="29"/>
                      <a:pt x="192" y="29"/>
                    </a:cubicBezTo>
                    <a:cubicBezTo>
                      <a:pt x="191" y="29"/>
                      <a:pt x="189" y="29"/>
                      <a:pt x="188" y="29"/>
                    </a:cubicBezTo>
                    <a:cubicBezTo>
                      <a:pt x="187" y="29"/>
                      <a:pt x="186" y="29"/>
                      <a:pt x="185" y="29"/>
                    </a:cubicBezTo>
                    <a:cubicBezTo>
                      <a:pt x="184" y="30"/>
                      <a:pt x="182" y="30"/>
                      <a:pt x="181" y="30"/>
                    </a:cubicBezTo>
                    <a:cubicBezTo>
                      <a:pt x="180" y="31"/>
                      <a:pt x="178" y="32"/>
                      <a:pt x="177" y="32"/>
                    </a:cubicBezTo>
                    <a:cubicBezTo>
                      <a:pt x="174" y="33"/>
                      <a:pt x="172" y="34"/>
                      <a:pt x="170" y="36"/>
                    </a:cubicBezTo>
                    <a:cubicBezTo>
                      <a:pt x="167" y="37"/>
                      <a:pt x="165" y="39"/>
                      <a:pt x="163" y="41"/>
                    </a:cubicBezTo>
                    <a:cubicBezTo>
                      <a:pt x="162" y="41"/>
                      <a:pt x="161" y="42"/>
                      <a:pt x="160" y="43"/>
                    </a:cubicBezTo>
                    <a:cubicBezTo>
                      <a:pt x="159" y="44"/>
                      <a:pt x="158" y="45"/>
                      <a:pt x="157" y="46"/>
                    </a:cubicBezTo>
                    <a:cubicBezTo>
                      <a:pt x="153" y="51"/>
                      <a:pt x="147" y="51"/>
                      <a:pt x="142" y="47"/>
                    </a:cubicBezTo>
                    <a:cubicBezTo>
                      <a:pt x="138" y="44"/>
                      <a:pt x="138" y="37"/>
                      <a:pt x="141" y="33"/>
                    </a:cubicBezTo>
                    <a:cubicBezTo>
                      <a:pt x="143" y="30"/>
                      <a:pt x="145" y="28"/>
                      <a:pt x="148" y="26"/>
                    </a:cubicBezTo>
                    <a:cubicBezTo>
                      <a:pt x="150" y="23"/>
                      <a:pt x="153" y="22"/>
                      <a:pt x="156" y="19"/>
                    </a:cubicBezTo>
                    <a:cubicBezTo>
                      <a:pt x="162" y="15"/>
                      <a:pt x="169" y="12"/>
                      <a:pt x="175" y="9"/>
                    </a:cubicBezTo>
                    <a:cubicBezTo>
                      <a:pt x="188" y="6"/>
                      <a:pt x="204" y="7"/>
                      <a:pt x="215" y="16"/>
                    </a:cubicBezTo>
                    <a:cubicBezTo>
                      <a:pt x="220" y="19"/>
                      <a:pt x="224" y="25"/>
                      <a:pt x="227" y="30"/>
                    </a:cubicBezTo>
                    <a:cubicBezTo>
                      <a:pt x="230" y="37"/>
                      <a:pt x="231" y="44"/>
                      <a:pt x="230" y="52"/>
                    </a:cubicBezTo>
                    <a:cubicBezTo>
                      <a:pt x="229" y="63"/>
                      <a:pt x="223" y="74"/>
                      <a:pt x="217" y="84"/>
                    </a:cubicBezTo>
                    <a:cubicBezTo>
                      <a:pt x="215" y="89"/>
                      <a:pt x="212" y="93"/>
                      <a:pt x="209" y="98"/>
                    </a:cubicBezTo>
                    <a:cubicBezTo>
                      <a:pt x="202" y="108"/>
                      <a:pt x="195" y="118"/>
                      <a:pt x="187" y="126"/>
                    </a:cubicBezTo>
                    <a:cubicBezTo>
                      <a:pt x="182" y="132"/>
                      <a:pt x="177" y="137"/>
                      <a:pt x="170" y="142"/>
                    </a:cubicBezTo>
                    <a:cubicBezTo>
                      <a:pt x="164" y="146"/>
                      <a:pt x="157" y="149"/>
                      <a:pt x="149" y="151"/>
                    </a:cubicBezTo>
                    <a:cubicBezTo>
                      <a:pt x="143" y="153"/>
                      <a:pt x="136" y="152"/>
                      <a:pt x="130" y="150"/>
                    </a:cubicBezTo>
                    <a:cubicBezTo>
                      <a:pt x="124" y="147"/>
                      <a:pt x="118" y="142"/>
                      <a:pt x="114" y="136"/>
                    </a:cubicBezTo>
                    <a:cubicBezTo>
                      <a:pt x="113" y="133"/>
                      <a:pt x="113" y="131"/>
                      <a:pt x="111" y="129"/>
                    </a:cubicBezTo>
                    <a:cubicBezTo>
                      <a:pt x="107" y="135"/>
                      <a:pt x="101" y="142"/>
                      <a:pt x="96" y="147"/>
                    </a:cubicBezTo>
                    <a:cubicBezTo>
                      <a:pt x="89" y="156"/>
                      <a:pt x="81" y="164"/>
                      <a:pt x="72" y="170"/>
                    </a:cubicBezTo>
                    <a:cubicBezTo>
                      <a:pt x="67" y="175"/>
                      <a:pt x="61" y="178"/>
                      <a:pt x="55" y="181"/>
                    </a:cubicBezTo>
                    <a:cubicBezTo>
                      <a:pt x="48" y="184"/>
                      <a:pt x="41" y="186"/>
                      <a:pt x="34" y="186"/>
                    </a:cubicBezTo>
                    <a:lnTo>
                      <a:pt x="33" y="18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88" name="Google Shape;5288;p70"/>
              <p:cNvSpPr/>
              <p:nvPr/>
            </p:nvSpPr>
            <p:spPr>
              <a:xfrm>
                <a:off x="421540" y="3990958"/>
                <a:ext cx="39960" cy="61560"/>
              </a:xfrm>
              <a:custGeom>
                <a:avLst/>
                <a:gdLst/>
                <a:ahLst/>
                <a:cxnLst/>
                <a:rect l="l" t="t" r="r" b="b"/>
                <a:pathLst>
                  <a:path w="111" h="171" extrusionOk="0">
                    <a:moveTo>
                      <a:pt x="1" y="160"/>
                    </a:moveTo>
                    <a:cubicBezTo>
                      <a:pt x="0" y="155"/>
                      <a:pt x="5" y="149"/>
                      <a:pt x="10" y="148"/>
                    </a:cubicBezTo>
                    <a:cubicBezTo>
                      <a:pt x="17" y="148"/>
                      <a:pt x="24" y="148"/>
                      <a:pt x="31" y="147"/>
                    </a:cubicBezTo>
                    <a:cubicBezTo>
                      <a:pt x="38" y="145"/>
                      <a:pt x="44" y="144"/>
                      <a:pt x="50" y="143"/>
                    </a:cubicBezTo>
                    <a:cubicBezTo>
                      <a:pt x="52" y="142"/>
                      <a:pt x="55" y="141"/>
                      <a:pt x="57" y="140"/>
                    </a:cubicBezTo>
                    <a:cubicBezTo>
                      <a:pt x="58" y="140"/>
                      <a:pt x="58" y="140"/>
                      <a:pt x="59" y="140"/>
                    </a:cubicBezTo>
                    <a:cubicBezTo>
                      <a:pt x="59" y="139"/>
                      <a:pt x="60" y="139"/>
                      <a:pt x="60" y="138"/>
                    </a:cubicBezTo>
                    <a:cubicBezTo>
                      <a:pt x="60" y="138"/>
                      <a:pt x="59" y="138"/>
                      <a:pt x="59" y="137"/>
                    </a:cubicBezTo>
                    <a:cubicBezTo>
                      <a:pt x="59" y="138"/>
                      <a:pt x="60" y="138"/>
                      <a:pt x="60" y="138"/>
                    </a:cubicBezTo>
                    <a:cubicBezTo>
                      <a:pt x="56" y="134"/>
                      <a:pt x="51" y="130"/>
                      <a:pt x="47" y="126"/>
                    </a:cubicBezTo>
                    <a:cubicBezTo>
                      <a:pt x="47" y="126"/>
                      <a:pt x="48" y="126"/>
                      <a:pt x="48" y="127"/>
                    </a:cubicBezTo>
                    <a:cubicBezTo>
                      <a:pt x="41" y="120"/>
                      <a:pt x="34" y="113"/>
                      <a:pt x="28" y="106"/>
                    </a:cubicBezTo>
                    <a:cubicBezTo>
                      <a:pt x="24" y="102"/>
                      <a:pt x="21" y="97"/>
                      <a:pt x="18" y="92"/>
                    </a:cubicBezTo>
                    <a:cubicBezTo>
                      <a:pt x="16" y="88"/>
                      <a:pt x="13" y="83"/>
                      <a:pt x="12" y="78"/>
                    </a:cubicBezTo>
                    <a:cubicBezTo>
                      <a:pt x="9" y="67"/>
                      <a:pt x="10" y="56"/>
                      <a:pt x="14" y="45"/>
                    </a:cubicBezTo>
                    <a:cubicBezTo>
                      <a:pt x="17" y="35"/>
                      <a:pt x="24" y="27"/>
                      <a:pt x="32" y="20"/>
                    </a:cubicBezTo>
                    <a:cubicBezTo>
                      <a:pt x="40" y="13"/>
                      <a:pt x="51" y="8"/>
                      <a:pt x="61" y="4"/>
                    </a:cubicBezTo>
                    <a:cubicBezTo>
                      <a:pt x="66" y="3"/>
                      <a:pt x="72" y="2"/>
                      <a:pt x="76" y="2"/>
                    </a:cubicBezTo>
                    <a:cubicBezTo>
                      <a:pt x="83" y="0"/>
                      <a:pt x="88" y="2"/>
                      <a:pt x="94" y="3"/>
                    </a:cubicBezTo>
                    <a:cubicBezTo>
                      <a:pt x="102" y="6"/>
                      <a:pt x="109" y="12"/>
                      <a:pt x="110" y="20"/>
                    </a:cubicBezTo>
                    <a:cubicBezTo>
                      <a:pt x="110" y="22"/>
                      <a:pt x="110" y="24"/>
                      <a:pt x="109" y="25"/>
                    </a:cubicBezTo>
                    <a:cubicBezTo>
                      <a:pt x="109" y="27"/>
                      <a:pt x="108" y="29"/>
                      <a:pt x="106" y="30"/>
                    </a:cubicBezTo>
                    <a:cubicBezTo>
                      <a:pt x="104" y="33"/>
                      <a:pt x="100" y="34"/>
                      <a:pt x="95" y="32"/>
                    </a:cubicBezTo>
                    <a:cubicBezTo>
                      <a:pt x="92" y="31"/>
                      <a:pt x="89" y="28"/>
                      <a:pt x="88" y="25"/>
                    </a:cubicBezTo>
                    <a:cubicBezTo>
                      <a:pt x="88" y="25"/>
                      <a:pt x="88" y="24"/>
                      <a:pt x="87" y="24"/>
                    </a:cubicBezTo>
                    <a:lnTo>
                      <a:pt x="86" y="24"/>
                    </a:lnTo>
                    <a:cubicBezTo>
                      <a:pt x="85" y="24"/>
                      <a:pt x="83" y="24"/>
                      <a:pt x="82" y="23"/>
                    </a:cubicBezTo>
                    <a:cubicBezTo>
                      <a:pt x="81" y="23"/>
                      <a:pt x="80" y="23"/>
                      <a:pt x="79" y="23"/>
                    </a:cubicBezTo>
                    <a:lnTo>
                      <a:pt x="80" y="23"/>
                    </a:lnTo>
                    <a:cubicBezTo>
                      <a:pt x="79" y="23"/>
                      <a:pt x="77" y="24"/>
                      <a:pt x="76" y="24"/>
                    </a:cubicBezTo>
                    <a:cubicBezTo>
                      <a:pt x="73" y="24"/>
                      <a:pt x="70" y="25"/>
                      <a:pt x="68" y="25"/>
                    </a:cubicBezTo>
                    <a:cubicBezTo>
                      <a:pt x="65" y="27"/>
                      <a:pt x="60" y="28"/>
                      <a:pt x="58" y="30"/>
                    </a:cubicBezTo>
                    <a:cubicBezTo>
                      <a:pt x="55" y="30"/>
                      <a:pt x="53" y="31"/>
                      <a:pt x="51" y="32"/>
                    </a:cubicBezTo>
                    <a:cubicBezTo>
                      <a:pt x="50" y="34"/>
                      <a:pt x="48" y="35"/>
                      <a:pt x="46" y="36"/>
                    </a:cubicBezTo>
                    <a:cubicBezTo>
                      <a:pt x="45" y="37"/>
                      <a:pt x="44" y="38"/>
                      <a:pt x="43" y="39"/>
                    </a:cubicBezTo>
                    <a:cubicBezTo>
                      <a:pt x="42" y="41"/>
                      <a:pt x="41" y="42"/>
                      <a:pt x="39" y="43"/>
                    </a:cubicBezTo>
                    <a:cubicBezTo>
                      <a:pt x="38" y="45"/>
                      <a:pt x="37" y="47"/>
                      <a:pt x="36" y="48"/>
                    </a:cubicBezTo>
                    <a:cubicBezTo>
                      <a:pt x="35" y="49"/>
                      <a:pt x="35" y="51"/>
                      <a:pt x="34" y="52"/>
                    </a:cubicBezTo>
                    <a:cubicBezTo>
                      <a:pt x="34" y="53"/>
                      <a:pt x="33" y="55"/>
                      <a:pt x="33" y="56"/>
                    </a:cubicBezTo>
                    <a:cubicBezTo>
                      <a:pt x="32" y="57"/>
                      <a:pt x="32" y="59"/>
                      <a:pt x="32" y="60"/>
                    </a:cubicBezTo>
                    <a:cubicBezTo>
                      <a:pt x="32" y="61"/>
                      <a:pt x="32" y="62"/>
                      <a:pt x="32" y="64"/>
                    </a:cubicBezTo>
                    <a:cubicBezTo>
                      <a:pt x="32" y="66"/>
                      <a:pt x="32" y="67"/>
                      <a:pt x="32" y="70"/>
                    </a:cubicBezTo>
                    <a:cubicBezTo>
                      <a:pt x="33" y="71"/>
                      <a:pt x="33" y="73"/>
                      <a:pt x="34" y="74"/>
                    </a:cubicBezTo>
                    <a:cubicBezTo>
                      <a:pt x="34" y="75"/>
                      <a:pt x="35" y="77"/>
                      <a:pt x="35" y="78"/>
                    </a:cubicBezTo>
                    <a:cubicBezTo>
                      <a:pt x="36" y="80"/>
                      <a:pt x="37" y="81"/>
                      <a:pt x="37" y="82"/>
                    </a:cubicBezTo>
                    <a:cubicBezTo>
                      <a:pt x="38" y="84"/>
                      <a:pt x="40" y="87"/>
                      <a:pt x="42" y="89"/>
                    </a:cubicBezTo>
                    <a:cubicBezTo>
                      <a:pt x="48" y="96"/>
                      <a:pt x="55" y="103"/>
                      <a:pt x="62" y="110"/>
                    </a:cubicBezTo>
                    <a:cubicBezTo>
                      <a:pt x="66" y="113"/>
                      <a:pt x="69" y="116"/>
                      <a:pt x="72" y="119"/>
                    </a:cubicBezTo>
                    <a:cubicBezTo>
                      <a:pt x="75" y="122"/>
                      <a:pt x="79" y="124"/>
                      <a:pt x="80" y="129"/>
                    </a:cubicBezTo>
                    <a:cubicBezTo>
                      <a:pt x="81" y="131"/>
                      <a:pt x="83" y="133"/>
                      <a:pt x="83" y="135"/>
                    </a:cubicBezTo>
                    <a:cubicBezTo>
                      <a:pt x="83" y="138"/>
                      <a:pt x="83" y="141"/>
                      <a:pt x="82" y="145"/>
                    </a:cubicBezTo>
                    <a:cubicBezTo>
                      <a:pt x="80" y="150"/>
                      <a:pt x="76" y="154"/>
                      <a:pt x="72" y="157"/>
                    </a:cubicBezTo>
                    <a:cubicBezTo>
                      <a:pt x="67" y="160"/>
                      <a:pt x="62" y="162"/>
                      <a:pt x="56" y="163"/>
                    </a:cubicBezTo>
                    <a:cubicBezTo>
                      <a:pt x="49" y="165"/>
                      <a:pt x="42" y="166"/>
                      <a:pt x="34" y="168"/>
                    </a:cubicBezTo>
                    <a:cubicBezTo>
                      <a:pt x="35" y="168"/>
                      <a:pt x="35" y="168"/>
                      <a:pt x="35" y="168"/>
                    </a:cubicBezTo>
                    <a:cubicBezTo>
                      <a:pt x="28" y="169"/>
                      <a:pt x="20" y="169"/>
                      <a:pt x="13" y="170"/>
                    </a:cubicBezTo>
                    <a:cubicBezTo>
                      <a:pt x="12" y="170"/>
                      <a:pt x="12" y="170"/>
                      <a:pt x="12" y="170"/>
                    </a:cubicBezTo>
                    <a:cubicBezTo>
                      <a:pt x="6" y="170"/>
                      <a:pt x="2" y="166"/>
                      <a:pt x="1" y="1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89" name="Google Shape;5289;p70"/>
              <p:cNvSpPr/>
              <p:nvPr/>
            </p:nvSpPr>
            <p:spPr>
              <a:xfrm>
                <a:off x="468700" y="3988438"/>
                <a:ext cx="52920" cy="6840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190" extrusionOk="0">
                    <a:moveTo>
                      <a:pt x="23" y="162"/>
                    </a:moveTo>
                    <a:cubicBezTo>
                      <a:pt x="24" y="161"/>
                      <a:pt x="25" y="160"/>
                      <a:pt x="26" y="159"/>
                    </a:cubicBezTo>
                    <a:cubicBezTo>
                      <a:pt x="30" y="155"/>
                      <a:pt x="34" y="150"/>
                      <a:pt x="38" y="146"/>
                    </a:cubicBezTo>
                    <a:cubicBezTo>
                      <a:pt x="37" y="146"/>
                      <a:pt x="37" y="146"/>
                      <a:pt x="36" y="147"/>
                    </a:cubicBezTo>
                    <a:cubicBezTo>
                      <a:pt x="35" y="147"/>
                      <a:pt x="33" y="148"/>
                      <a:pt x="32" y="148"/>
                    </a:cubicBezTo>
                    <a:cubicBezTo>
                      <a:pt x="32" y="149"/>
                      <a:pt x="31" y="149"/>
                      <a:pt x="30" y="149"/>
                    </a:cubicBezTo>
                    <a:cubicBezTo>
                      <a:pt x="29" y="151"/>
                      <a:pt x="29" y="151"/>
                      <a:pt x="28" y="152"/>
                    </a:cubicBezTo>
                    <a:cubicBezTo>
                      <a:pt x="27" y="154"/>
                      <a:pt x="26" y="155"/>
                      <a:pt x="25" y="156"/>
                    </a:cubicBezTo>
                    <a:cubicBezTo>
                      <a:pt x="25" y="157"/>
                      <a:pt x="25" y="158"/>
                      <a:pt x="24" y="159"/>
                    </a:cubicBezTo>
                    <a:cubicBezTo>
                      <a:pt x="23" y="160"/>
                      <a:pt x="23" y="161"/>
                      <a:pt x="23" y="161"/>
                    </a:cubicBezTo>
                    <a:cubicBezTo>
                      <a:pt x="23" y="162"/>
                      <a:pt x="23" y="162"/>
                      <a:pt x="23" y="162"/>
                    </a:cubicBezTo>
                    <a:moveTo>
                      <a:pt x="12" y="187"/>
                    </a:moveTo>
                    <a:cubicBezTo>
                      <a:pt x="7" y="185"/>
                      <a:pt x="3" y="180"/>
                      <a:pt x="1" y="175"/>
                    </a:cubicBezTo>
                    <a:cubicBezTo>
                      <a:pt x="0" y="168"/>
                      <a:pt x="1" y="161"/>
                      <a:pt x="3" y="154"/>
                    </a:cubicBezTo>
                    <a:cubicBezTo>
                      <a:pt x="5" y="148"/>
                      <a:pt x="8" y="141"/>
                      <a:pt x="13" y="137"/>
                    </a:cubicBezTo>
                    <a:cubicBezTo>
                      <a:pt x="18" y="131"/>
                      <a:pt x="25" y="128"/>
                      <a:pt x="32" y="126"/>
                    </a:cubicBezTo>
                    <a:cubicBezTo>
                      <a:pt x="39" y="123"/>
                      <a:pt x="46" y="122"/>
                      <a:pt x="53" y="122"/>
                    </a:cubicBezTo>
                    <a:cubicBezTo>
                      <a:pt x="54" y="122"/>
                      <a:pt x="54" y="122"/>
                      <a:pt x="55" y="122"/>
                    </a:cubicBezTo>
                    <a:cubicBezTo>
                      <a:pt x="55" y="122"/>
                      <a:pt x="55" y="121"/>
                      <a:pt x="55" y="120"/>
                    </a:cubicBezTo>
                    <a:cubicBezTo>
                      <a:pt x="59" y="115"/>
                      <a:pt x="62" y="110"/>
                      <a:pt x="65" y="105"/>
                    </a:cubicBezTo>
                    <a:cubicBezTo>
                      <a:pt x="68" y="99"/>
                      <a:pt x="71" y="93"/>
                      <a:pt x="74" y="87"/>
                    </a:cubicBezTo>
                    <a:cubicBezTo>
                      <a:pt x="75" y="84"/>
                      <a:pt x="76" y="81"/>
                      <a:pt x="78" y="78"/>
                    </a:cubicBezTo>
                    <a:cubicBezTo>
                      <a:pt x="78" y="78"/>
                      <a:pt x="78" y="77"/>
                      <a:pt x="79" y="76"/>
                    </a:cubicBezTo>
                    <a:cubicBezTo>
                      <a:pt x="77" y="76"/>
                      <a:pt x="76" y="77"/>
                      <a:pt x="74" y="76"/>
                    </a:cubicBezTo>
                    <a:cubicBezTo>
                      <a:pt x="68" y="75"/>
                      <a:pt x="64" y="70"/>
                      <a:pt x="64" y="64"/>
                    </a:cubicBezTo>
                    <a:cubicBezTo>
                      <a:pt x="65" y="57"/>
                      <a:pt x="67" y="50"/>
                      <a:pt x="69" y="44"/>
                    </a:cubicBezTo>
                    <a:cubicBezTo>
                      <a:pt x="71" y="41"/>
                      <a:pt x="72" y="39"/>
                      <a:pt x="73" y="36"/>
                    </a:cubicBezTo>
                    <a:cubicBezTo>
                      <a:pt x="75" y="31"/>
                      <a:pt x="78" y="26"/>
                      <a:pt x="81" y="21"/>
                    </a:cubicBezTo>
                    <a:cubicBezTo>
                      <a:pt x="83" y="16"/>
                      <a:pt x="85" y="12"/>
                      <a:pt x="88" y="8"/>
                    </a:cubicBezTo>
                    <a:cubicBezTo>
                      <a:pt x="90" y="6"/>
                      <a:pt x="92" y="3"/>
                      <a:pt x="94" y="2"/>
                    </a:cubicBezTo>
                    <a:cubicBezTo>
                      <a:pt x="97" y="1"/>
                      <a:pt x="100" y="0"/>
                      <a:pt x="103" y="1"/>
                    </a:cubicBezTo>
                    <a:cubicBezTo>
                      <a:pt x="109" y="2"/>
                      <a:pt x="113" y="7"/>
                      <a:pt x="114" y="12"/>
                    </a:cubicBezTo>
                    <a:cubicBezTo>
                      <a:pt x="116" y="20"/>
                      <a:pt x="114" y="27"/>
                      <a:pt x="113" y="34"/>
                    </a:cubicBezTo>
                    <a:cubicBezTo>
                      <a:pt x="112" y="42"/>
                      <a:pt x="110" y="49"/>
                      <a:pt x="108" y="56"/>
                    </a:cubicBezTo>
                    <a:cubicBezTo>
                      <a:pt x="106" y="63"/>
                      <a:pt x="103" y="70"/>
                      <a:pt x="100" y="77"/>
                    </a:cubicBezTo>
                    <a:cubicBezTo>
                      <a:pt x="97" y="84"/>
                      <a:pt x="95" y="89"/>
                      <a:pt x="92" y="95"/>
                    </a:cubicBezTo>
                    <a:cubicBezTo>
                      <a:pt x="90" y="101"/>
                      <a:pt x="87" y="106"/>
                      <a:pt x="84" y="112"/>
                    </a:cubicBezTo>
                    <a:cubicBezTo>
                      <a:pt x="82" y="116"/>
                      <a:pt x="80" y="120"/>
                      <a:pt x="77" y="124"/>
                    </a:cubicBezTo>
                    <a:cubicBezTo>
                      <a:pt x="89" y="127"/>
                      <a:pt x="100" y="133"/>
                      <a:pt x="110" y="138"/>
                    </a:cubicBezTo>
                    <a:cubicBezTo>
                      <a:pt x="118" y="143"/>
                      <a:pt x="125" y="147"/>
                      <a:pt x="134" y="152"/>
                    </a:cubicBezTo>
                    <a:cubicBezTo>
                      <a:pt x="135" y="152"/>
                      <a:pt x="137" y="154"/>
                      <a:pt x="139" y="154"/>
                    </a:cubicBezTo>
                    <a:cubicBezTo>
                      <a:pt x="144" y="156"/>
                      <a:pt x="146" y="163"/>
                      <a:pt x="143" y="169"/>
                    </a:cubicBezTo>
                    <a:cubicBezTo>
                      <a:pt x="141" y="174"/>
                      <a:pt x="135" y="176"/>
                      <a:pt x="129" y="174"/>
                    </a:cubicBezTo>
                    <a:cubicBezTo>
                      <a:pt x="118" y="169"/>
                      <a:pt x="109" y="162"/>
                      <a:pt x="98" y="156"/>
                    </a:cubicBezTo>
                    <a:cubicBezTo>
                      <a:pt x="92" y="153"/>
                      <a:pt x="86" y="150"/>
                      <a:pt x="80" y="147"/>
                    </a:cubicBezTo>
                    <a:cubicBezTo>
                      <a:pt x="80" y="147"/>
                      <a:pt x="81" y="147"/>
                      <a:pt x="81" y="148"/>
                    </a:cubicBezTo>
                    <a:cubicBezTo>
                      <a:pt x="81" y="147"/>
                      <a:pt x="80" y="147"/>
                      <a:pt x="80" y="147"/>
                    </a:cubicBezTo>
                    <a:lnTo>
                      <a:pt x="79" y="147"/>
                    </a:lnTo>
                    <a:lnTo>
                      <a:pt x="80" y="147"/>
                    </a:lnTo>
                    <a:cubicBezTo>
                      <a:pt x="76" y="146"/>
                      <a:pt x="74" y="145"/>
                      <a:pt x="70" y="144"/>
                    </a:cubicBezTo>
                    <a:cubicBezTo>
                      <a:pt x="69" y="144"/>
                      <a:pt x="67" y="144"/>
                      <a:pt x="65" y="143"/>
                    </a:cubicBezTo>
                    <a:cubicBezTo>
                      <a:pt x="59" y="152"/>
                      <a:pt x="52" y="162"/>
                      <a:pt x="45" y="170"/>
                    </a:cubicBezTo>
                    <a:cubicBezTo>
                      <a:pt x="40" y="176"/>
                      <a:pt x="36" y="181"/>
                      <a:pt x="30" y="184"/>
                    </a:cubicBezTo>
                    <a:cubicBezTo>
                      <a:pt x="26" y="187"/>
                      <a:pt x="22" y="189"/>
                      <a:pt x="18" y="189"/>
                    </a:cubicBezTo>
                    <a:cubicBezTo>
                      <a:pt x="16" y="189"/>
                      <a:pt x="14" y="189"/>
                      <a:pt x="12" y="1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0" name="Google Shape;5290;p70"/>
              <p:cNvSpPr/>
              <p:nvPr/>
            </p:nvSpPr>
            <p:spPr>
              <a:xfrm>
                <a:off x="536740" y="4004638"/>
                <a:ext cx="18000" cy="32760"/>
              </a:xfrm>
              <a:custGeom>
                <a:avLst/>
                <a:gdLst/>
                <a:ahLst/>
                <a:cxnLst/>
                <a:rect l="l" t="t" r="r" b="b"/>
                <a:pathLst>
                  <a:path w="50" h="91" extrusionOk="0">
                    <a:moveTo>
                      <a:pt x="25" y="82"/>
                    </a:moveTo>
                    <a:cubicBezTo>
                      <a:pt x="21" y="70"/>
                      <a:pt x="15" y="58"/>
                      <a:pt x="10" y="46"/>
                    </a:cubicBezTo>
                    <a:cubicBezTo>
                      <a:pt x="6" y="37"/>
                      <a:pt x="3" y="28"/>
                      <a:pt x="1" y="18"/>
                    </a:cubicBezTo>
                    <a:cubicBezTo>
                      <a:pt x="0" y="15"/>
                      <a:pt x="0" y="12"/>
                      <a:pt x="1" y="10"/>
                    </a:cubicBezTo>
                    <a:cubicBezTo>
                      <a:pt x="2" y="7"/>
                      <a:pt x="4" y="4"/>
                      <a:pt x="6" y="3"/>
                    </a:cubicBezTo>
                    <a:cubicBezTo>
                      <a:pt x="9" y="1"/>
                      <a:pt x="13" y="0"/>
                      <a:pt x="16" y="1"/>
                    </a:cubicBezTo>
                    <a:cubicBezTo>
                      <a:pt x="17" y="1"/>
                      <a:pt x="18" y="1"/>
                      <a:pt x="20" y="2"/>
                    </a:cubicBezTo>
                    <a:cubicBezTo>
                      <a:pt x="26" y="4"/>
                      <a:pt x="29" y="10"/>
                      <a:pt x="27" y="16"/>
                    </a:cubicBezTo>
                    <a:cubicBezTo>
                      <a:pt x="27" y="18"/>
                      <a:pt x="26" y="19"/>
                      <a:pt x="24" y="21"/>
                    </a:cubicBezTo>
                    <a:cubicBezTo>
                      <a:pt x="27" y="30"/>
                      <a:pt x="31" y="40"/>
                      <a:pt x="35" y="49"/>
                    </a:cubicBezTo>
                    <a:cubicBezTo>
                      <a:pt x="39" y="57"/>
                      <a:pt x="42" y="66"/>
                      <a:pt x="46" y="75"/>
                    </a:cubicBezTo>
                    <a:cubicBezTo>
                      <a:pt x="49" y="81"/>
                      <a:pt x="45" y="87"/>
                      <a:pt x="39" y="89"/>
                    </a:cubicBezTo>
                    <a:cubicBezTo>
                      <a:pt x="38" y="89"/>
                      <a:pt x="37" y="90"/>
                      <a:pt x="36" y="90"/>
                    </a:cubicBezTo>
                    <a:cubicBezTo>
                      <a:pt x="31" y="89"/>
                      <a:pt x="27" y="87"/>
                      <a:pt x="25" y="8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1" name="Google Shape;5291;p70"/>
              <p:cNvSpPr/>
              <p:nvPr/>
            </p:nvSpPr>
            <p:spPr>
              <a:xfrm>
                <a:off x="527020" y="4007158"/>
                <a:ext cx="45360" cy="4392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122" extrusionOk="0">
                    <a:moveTo>
                      <a:pt x="5" y="118"/>
                    </a:moveTo>
                    <a:cubicBezTo>
                      <a:pt x="1" y="115"/>
                      <a:pt x="0" y="108"/>
                      <a:pt x="4" y="103"/>
                    </a:cubicBezTo>
                    <a:cubicBezTo>
                      <a:pt x="17" y="88"/>
                      <a:pt x="31" y="72"/>
                      <a:pt x="45" y="56"/>
                    </a:cubicBezTo>
                    <a:cubicBezTo>
                      <a:pt x="52" y="48"/>
                      <a:pt x="59" y="39"/>
                      <a:pt x="67" y="31"/>
                    </a:cubicBezTo>
                    <a:cubicBezTo>
                      <a:pt x="75" y="22"/>
                      <a:pt x="84" y="13"/>
                      <a:pt x="94" y="5"/>
                    </a:cubicBezTo>
                    <a:cubicBezTo>
                      <a:pt x="98" y="3"/>
                      <a:pt x="104" y="0"/>
                      <a:pt x="109" y="0"/>
                    </a:cubicBezTo>
                    <a:cubicBezTo>
                      <a:pt x="114" y="0"/>
                      <a:pt x="118" y="1"/>
                      <a:pt x="122" y="5"/>
                    </a:cubicBezTo>
                    <a:cubicBezTo>
                      <a:pt x="125" y="10"/>
                      <a:pt x="125" y="16"/>
                      <a:pt x="121" y="21"/>
                    </a:cubicBezTo>
                    <a:cubicBezTo>
                      <a:pt x="117" y="24"/>
                      <a:pt x="112" y="25"/>
                      <a:pt x="108" y="22"/>
                    </a:cubicBezTo>
                    <a:lnTo>
                      <a:pt x="108" y="23"/>
                    </a:lnTo>
                    <a:cubicBezTo>
                      <a:pt x="107" y="24"/>
                      <a:pt x="105" y="25"/>
                      <a:pt x="103" y="26"/>
                    </a:cubicBezTo>
                    <a:cubicBezTo>
                      <a:pt x="98" y="30"/>
                      <a:pt x="93" y="35"/>
                      <a:pt x="88" y="39"/>
                    </a:cubicBezTo>
                    <a:cubicBezTo>
                      <a:pt x="89" y="39"/>
                      <a:pt x="89" y="39"/>
                      <a:pt x="89" y="39"/>
                    </a:cubicBezTo>
                    <a:cubicBezTo>
                      <a:pt x="77" y="51"/>
                      <a:pt x="65" y="65"/>
                      <a:pt x="54" y="78"/>
                    </a:cubicBezTo>
                    <a:cubicBezTo>
                      <a:pt x="42" y="91"/>
                      <a:pt x="31" y="104"/>
                      <a:pt x="21" y="117"/>
                    </a:cubicBezTo>
                    <a:cubicBezTo>
                      <a:pt x="19" y="120"/>
                      <a:pt x="16" y="121"/>
                      <a:pt x="12" y="121"/>
                    </a:cubicBezTo>
                    <a:cubicBezTo>
                      <a:pt x="10" y="121"/>
                      <a:pt x="8" y="120"/>
                      <a:pt x="5" y="11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2" name="Google Shape;5292;p70"/>
              <p:cNvSpPr/>
              <p:nvPr/>
            </p:nvSpPr>
            <p:spPr>
              <a:xfrm>
                <a:off x="576340" y="3984838"/>
                <a:ext cx="64800" cy="40320"/>
              </a:xfrm>
              <a:custGeom>
                <a:avLst/>
                <a:gdLst/>
                <a:ahLst/>
                <a:cxnLst/>
                <a:rect l="l" t="t" r="r" b="b"/>
                <a:pathLst>
                  <a:path w="180" h="112" extrusionOk="0">
                    <a:moveTo>
                      <a:pt x="30" y="23"/>
                    </a:moveTo>
                    <a:lnTo>
                      <a:pt x="29" y="23"/>
                    </a:lnTo>
                    <a:lnTo>
                      <a:pt x="28" y="23"/>
                    </a:lnTo>
                    <a:lnTo>
                      <a:pt x="27" y="23"/>
                    </a:lnTo>
                    <a:cubicBezTo>
                      <a:pt x="28" y="23"/>
                      <a:pt x="28" y="23"/>
                      <a:pt x="30" y="23"/>
                    </a:cubicBezTo>
                    <a:moveTo>
                      <a:pt x="37" y="110"/>
                    </a:moveTo>
                    <a:cubicBezTo>
                      <a:pt x="36" y="109"/>
                      <a:pt x="35" y="109"/>
                      <a:pt x="34" y="109"/>
                    </a:cubicBezTo>
                    <a:cubicBezTo>
                      <a:pt x="32" y="108"/>
                      <a:pt x="32" y="107"/>
                      <a:pt x="31" y="106"/>
                    </a:cubicBezTo>
                    <a:cubicBezTo>
                      <a:pt x="28" y="105"/>
                      <a:pt x="27" y="102"/>
                      <a:pt x="26" y="99"/>
                    </a:cubicBezTo>
                    <a:cubicBezTo>
                      <a:pt x="24" y="94"/>
                      <a:pt x="26" y="89"/>
                      <a:pt x="27" y="84"/>
                    </a:cubicBezTo>
                    <a:cubicBezTo>
                      <a:pt x="30" y="75"/>
                      <a:pt x="31" y="66"/>
                      <a:pt x="32" y="56"/>
                    </a:cubicBezTo>
                    <a:cubicBezTo>
                      <a:pt x="32" y="53"/>
                      <a:pt x="32" y="49"/>
                      <a:pt x="32" y="46"/>
                    </a:cubicBezTo>
                    <a:cubicBezTo>
                      <a:pt x="30" y="47"/>
                      <a:pt x="28" y="46"/>
                      <a:pt x="25" y="45"/>
                    </a:cubicBezTo>
                    <a:lnTo>
                      <a:pt x="24" y="45"/>
                    </a:lnTo>
                    <a:cubicBezTo>
                      <a:pt x="19" y="44"/>
                      <a:pt x="13" y="44"/>
                      <a:pt x="9" y="40"/>
                    </a:cubicBezTo>
                    <a:cubicBezTo>
                      <a:pt x="2" y="34"/>
                      <a:pt x="0" y="24"/>
                      <a:pt x="4" y="16"/>
                    </a:cubicBezTo>
                    <a:cubicBezTo>
                      <a:pt x="6" y="12"/>
                      <a:pt x="9" y="7"/>
                      <a:pt x="13" y="5"/>
                    </a:cubicBezTo>
                    <a:cubicBezTo>
                      <a:pt x="17" y="2"/>
                      <a:pt x="21" y="0"/>
                      <a:pt x="27" y="0"/>
                    </a:cubicBezTo>
                    <a:cubicBezTo>
                      <a:pt x="36" y="0"/>
                      <a:pt x="45" y="5"/>
                      <a:pt x="49" y="13"/>
                    </a:cubicBezTo>
                    <a:cubicBezTo>
                      <a:pt x="55" y="23"/>
                      <a:pt x="55" y="35"/>
                      <a:pt x="55" y="46"/>
                    </a:cubicBezTo>
                    <a:cubicBezTo>
                      <a:pt x="54" y="53"/>
                      <a:pt x="53" y="60"/>
                      <a:pt x="52" y="68"/>
                    </a:cubicBezTo>
                    <a:cubicBezTo>
                      <a:pt x="52" y="72"/>
                      <a:pt x="51" y="76"/>
                      <a:pt x="51" y="80"/>
                    </a:cubicBezTo>
                    <a:cubicBezTo>
                      <a:pt x="50" y="82"/>
                      <a:pt x="49" y="85"/>
                      <a:pt x="49" y="88"/>
                    </a:cubicBezTo>
                    <a:cubicBezTo>
                      <a:pt x="52" y="87"/>
                      <a:pt x="55" y="87"/>
                      <a:pt x="58" y="85"/>
                    </a:cubicBezTo>
                    <a:cubicBezTo>
                      <a:pt x="71" y="82"/>
                      <a:pt x="83" y="77"/>
                      <a:pt x="95" y="72"/>
                    </a:cubicBezTo>
                    <a:cubicBezTo>
                      <a:pt x="102" y="69"/>
                      <a:pt x="108" y="66"/>
                      <a:pt x="115" y="63"/>
                    </a:cubicBezTo>
                    <a:cubicBezTo>
                      <a:pt x="132" y="56"/>
                      <a:pt x="148" y="50"/>
                      <a:pt x="164" y="43"/>
                    </a:cubicBezTo>
                    <a:cubicBezTo>
                      <a:pt x="169" y="41"/>
                      <a:pt x="175" y="44"/>
                      <a:pt x="176" y="49"/>
                    </a:cubicBezTo>
                    <a:cubicBezTo>
                      <a:pt x="179" y="54"/>
                      <a:pt x="176" y="59"/>
                      <a:pt x="171" y="62"/>
                    </a:cubicBezTo>
                    <a:cubicBezTo>
                      <a:pt x="152" y="70"/>
                      <a:pt x="133" y="78"/>
                      <a:pt x="114" y="85"/>
                    </a:cubicBezTo>
                    <a:cubicBezTo>
                      <a:pt x="101" y="91"/>
                      <a:pt x="87" y="97"/>
                      <a:pt x="74" y="102"/>
                    </a:cubicBezTo>
                    <a:cubicBezTo>
                      <a:pt x="68" y="105"/>
                      <a:pt x="62" y="107"/>
                      <a:pt x="55" y="109"/>
                    </a:cubicBezTo>
                    <a:cubicBezTo>
                      <a:pt x="52" y="109"/>
                      <a:pt x="49" y="110"/>
                      <a:pt x="46" y="111"/>
                    </a:cubicBezTo>
                    <a:cubicBezTo>
                      <a:pt x="45" y="111"/>
                      <a:pt x="44" y="111"/>
                      <a:pt x="42" y="111"/>
                    </a:cubicBezTo>
                    <a:cubicBezTo>
                      <a:pt x="40" y="111"/>
                      <a:pt x="38" y="110"/>
                      <a:pt x="37" y="1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3" name="Google Shape;5293;p70"/>
              <p:cNvSpPr/>
              <p:nvPr/>
            </p:nvSpPr>
            <p:spPr>
              <a:xfrm>
                <a:off x="-115580" y="4234318"/>
                <a:ext cx="70200" cy="128520"/>
              </a:xfrm>
              <a:custGeom>
                <a:avLst/>
                <a:gdLst/>
                <a:ahLst/>
                <a:cxnLst/>
                <a:rect l="l" t="t" r="r" b="b"/>
                <a:pathLst>
                  <a:path w="195" h="357" extrusionOk="0">
                    <a:moveTo>
                      <a:pt x="32" y="354"/>
                    </a:moveTo>
                    <a:cubicBezTo>
                      <a:pt x="28" y="353"/>
                      <a:pt x="24" y="350"/>
                      <a:pt x="21" y="347"/>
                    </a:cubicBezTo>
                    <a:cubicBezTo>
                      <a:pt x="6" y="332"/>
                      <a:pt x="0" y="310"/>
                      <a:pt x="0" y="289"/>
                    </a:cubicBezTo>
                    <a:cubicBezTo>
                      <a:pt x="1" y="279"/>
                      <a:pt x="4" y="268"/>
                      <a:pt x="8" y="259"/>
                    </a:cubicBezTo>
                    <a:cubicBezTo>
                      <a:pt x="13" y="249"/>
                      <a:pt x="18" y="240"/>
                      <a:pt x="25" y="231"/>
                    </a:cubicBezTo>
                    <a:cubicBezTo>
                      <a:pt x="32" y="223"/>
                      <a:pt x="39" y="215"/>
                      <a:pt x="47" y="206"/>
                    </a:cubicBezTo>
                    <a:cubicBezTo>
                      <a:pt x="51" y="202"/>
                      <a:pt x="57" y="202"/>
                      <a:pt x="61" y="205"/>
                    </a:cubicBezTo>
                    <a:cubicBezTo>
                      <a:pt x="65" y="209"/>
                      <a:pt x="66" y="215"/>
                      <a:pt x="62" y="219"/>
                    </a:cubicBezTo>
                    <a:cubicBezTo>
                      <a:pt x="55" y="227"/>
                      <a:pt x="47" y="236"/>
                      <a:pt x="40" y="245"/>
                    </a:cubicBezTo>
                    <a:cubicBezTo>
                      <a:pt x="37" y="250"/>
                      <a:pt x="34" y="254"/>
                      <a:pt x="31" y="259"/>
                    </a:cubicBezTo>
                    <a:cubicBezTo>
                      <a:pt x="29" y="262"/>
                      <a:pt x="28" y="265"/>
                      <a:pt x="27" y="269"/>
                    </a:cubicBezTo>
                    <a:cubicBezTo>
                      <a:pt x="25" y="272"/>
                      <a:pt x="24" y="276"/>
                      <a:pt x="23" y="279"/>
                    </a:cubicBezTo>
                    <a:cubicBezTo>
                      <a:pt x="22" y="282"/>
                      <a:pt x="22" y="284"/>
                      <a:pt x="22" y="287"/>
                    </a:cubicBezTo>
                    <a:cubicBezTo>
                      <a:pt x="22" y="289"/>
                      <a:pt x="21" y="291"/>
                      <a:pt x="21" y="293"/>
                    </a:cubicBezTo>
                    <a:cubicBezTo>
                      <a:pt x="22" y="297"/>
                      <a:pt x="22" y="300"/>
                      <a:pt x="22" y="303"/>
                    </a:cubicBezTo>
                    <a:cubicBezTo>
                      <a:pt x="23" y="306"/>
                      <a:pt x="24" y="309"/>
                      <a:pt x="24" y="312"/>
                    </a:cubicBezTo>
                    <a:cubicBezTo>
                      <a:pt x="25" y="314"/>
                      <a:pt x="26" y="316"/>
                      <a:pt x="27" y="318"/>
                    </a:cubicBezTo>
                    <a:cubicBezTo>
                      <a:pt x="28" y="320"/>
                      <a:pt x="28" y="322"/>
                      <a:pt x="29" y="324"/>
                    </a:cubicBezTo>
                    <a:cubicBezTo>
                      <a:pt x="31" y="325"/>
                      <a:pt x="31" y="326"/>
                      <a:pt x="32" y="328"/>
                    </a:cubicBezTo>
                    <a:cubicBezTo>
                      <a:pt x="34" y="329"/>
                      <a:pt x="34" y="330"/>
                      <a:pt x="35" y="331"/>
                    </a:cubicBezTo>
                    <a:cubicBezTo>
                      <a:pt x="36" y="332"/>
                      <a:pt x="36" y="332"/>
                      <a:pt x="38" y="333"/>
                    </a:cubicBezTo>
                    <a:cubicBezTo>
                      <a:pt x="39" y="334"/>
                      <a:pt x="39" y="334"/>
                      <a:pt x="40" y="335"/>
                    </a:cubicBezTo>
                    <a:lnTo>
                      <a:pt x="41" y="335"/>
                    </a:lnTo>
                    <a:lnTo>
                      <a:pt x="42" y="335"/>
                    </a:lnTo>
                    <a:cubicBezTo>
                      <a:pt x="43" y="335"/>
                      <a:pt x="43" y="335"/>
                      <a:pt x="43" y="335"/>
                    </a:cubicBezTo>
                    <a:cubicBezTo>
                      <a:pt x="45" y="335"/>
                      <a:pt x="46" y="334"/>
                      <a:pt x="48" y="334"/>
                    </a:cubicBezTo>
                    <a:cubicBezTo>
                      <a:pt x="49" y="333"/>
                      <a:pt x="49" y="333"/>
                      <a:pt x="50" y="333"/>
                    </a:cubicBezTo>
                    <a:cubicBezTo>
                      <a:pt x="52" y="332"/>
                      <a:pt x="52" y="332"/>
                      <a:pt x="53" y="331"/>
                    </a:cubicBezTo>
                    <a:cubicBezTo>
                      <a:pt x="54" y="331"/>
                      <a:pt x="55" y="331"/>
                      <a:pt x="55" y="331"/>
                    </a:cubicBezTo>
                    <a:cubicBezTo>
                      <a:pt x="56" y="330"/>
                      <a:pt x="56" y="329"/>
                      <a:pt x="56" y="329"/>
                    </a:cubicBezTo>
                    <a:cubicBezTo>
                      <a:pt x="59" y="327"/>
                      <a:pt x="60" y="325"/>
                      <a:pt x="62" y="322"/>
                    </a:cubicBezTo>
                    <a:lnTo>
                      <a:pt x="62" y="323"/>
                    </a:lnTo>
                    <a:cubicBezTo>
                      <a:pt x="62" y="322"/>
                      <a:pt x="62" y="322"/>
                      <a:pt x="62" y="322"/>
                    </a:cubicBezTo>
                    <a:lnTo>
                      <a:pt x="63" y="322"/>
                    </a:lnTo>
                    <a:lnTo>
                      <a:pt x="62" y="322"/>
                    </a:lnTo>
                    <a:cubicBezTo>
                      <a:pt x="66" y="318"/>
                      <a:pt x="68" y="313"/>
                      <a:pt x="71" y="308"/>
                    </a:cubicBezTo>
                    <a:cubicBezTo>
                      <a:pt x="75" y="301"/>
                      <a:pt x="78" y="294"/>
                      <a:pt x="81" y="287"/>
                    </a:cubicBezTo>
                    <a:lnTo>
                      <a:pt x="81" y="288"/>
                    </a:lnTo>
                    <a:cubicBezTo>
                      <a:pt x="83" y="283"/>
                      <a:pt x="85" y="277"/>
                      <a:pt x="87" y="273"/>
                    </a:cubicBezTo>
                    <a:cubicBezTo>
                      <a:pt x="89" y="268"/>
                      <a:pt x="91" y="262"/>
                      <a:pt x="92" y="257"/>
                    </a:cubicBezTo>
                    <a:cubicBezTo>
                      <a:pt x="96" y="246"/>
                      <a:pt x="99" y="235"/>
                      <a:pt x="102" y="224"/>
                    </a:cubicBezTo>
                    <a:cubicBezTo>
                      <a:pt x="109" y="202"/>
                      <a:pt x="116" y="180"/>
                      <a:pt x="123" y="158"/>
                    </a:cubicBezTo>
                    <a:cubicBezTo>
                      <a:pt x="129" y="137"/>
                      <a:pt x="136" y="116"/>
                      <a:pt x="143" y="95"/>
                    </a:cubicBezTo>
                    <a:cubicBezTo>
                      <a:pt x="144" y="92"/>
                      <a:pt x="145" y="89"/>
                      <a:pt x="146" y="86"/>
                    </a:cubicBezTo>
                    <a:cubicBezTo>
                      <a:pt x="145" y="88"/>
                      <a:pt x="143" y="90"/>
                      <a:pt x="141" y="92"/>
                    </a:cubicBezTo>
                    <a:cubicBezTo>
                      <a:pt x="139" y="94"/>
                      <a:pt x="137" y="96"/>
                      <a:pt x="135" y="99"/>
                    </a:cubicBezTo>
                    <a:cubicBezTo>
                      <a:pt x="130" y="104"/>
                      <a:pt x="125" y="109"/>
                      <a:pt x="120" y="113"/>
                    </a:cubicBezTo>
                    <a:cubicBezTo>
                      <a:pt x="115" y="119"/>
                      <a:pt x="109" y="124"/>
                      <a:pt x="102" y="129"/>
                    </a:cubicBezTo>
                    <a:cubicBezTo>
                      <a:pt x="92" y="137"/>
                      <a:pt x="78" y="145"/>
                      <a:pt x="65" y="142"/>
                    </a:cubicBezTo>
                    <a:cubicBezTo>
                      <a:pt x="59" y="141"/>
                      <a:pt x="54" y="136"/>
                      <a:pt x="50" y="131"/>
                    </a:cubicBezTo>
                    <a:cubicBezTo>
                      <a:pt x="46" y="125"/>
                      <a:pt x="46" y="118"/>
                      <a:pt x="46" y="111"/>
                    </a:cubicBezTo>
                    <a:cubicBezTo>
                      <a:pt x="47" y="94"/>
                      <a:pt x="50" y="77"/>
                      <a:pt x="54" y="59"/>
                    </a:cubicBezTo>
                    <a:cubicBezTo>
                      <a:pt x="55" y="50"/>
                      <a:pt x="57" y="42"/>
                      <a:pt x="60" y="33"/>
                    </a:cubicBezTo>
                    <a:cubicBezTo>
                      <a:pt x="62" y="26"/>
                      <a:pt x="64" y="18"/>
                      <a:pt x="66" y="11"/>
                    </a:cubicBezTo>
                    <a:cubicBezTo>
                      <a:pt x="66" y="10"/>
                      <a:pt x="66" y="10"/>
                      <a:pt x="67" y="9"/>
                    </a:cubicBezTo>
                    <a:cubicBezTo>
                      <a:pt x="66" y="9"/>
                      <a:pt x="66" y="10"/>
                      <a:pt x="66" y="10"/>
                    </a:cubicBezTo>
                    <a:cubicBezTo>
                      <a:pt x="67" y="9"/>
                      <a:pt x="67" y="9"/>
                      <a:pt x="67" y="9"/>
                    </a:cubicBezTo>
                    <a:cubicBezTo>
                      <a:pt x="68" y="3"/>
                      <a:pt x="74" y="0"/>
                      <a:pt x="81" y="1"/>
                    </a:cubicBezTo>
                    <a:cubicBezTo>
                      <a:pt x="86" y="3"/>
                      <a:pt x="90" y="10"/>
                      <a:pt x="88" y="15"/>
                    </a:cubicBezTo>
                    <a:cubicBezTo>
                      <a:pt x="88" y="16"/>
                      <a:pt x="88" y="16"/>
                      <a:pt x="88" y="17"/>
                    </a:cubicBezTo>
                    <a:cubicBezTo>
                      <a:pt x="88" y="16"/>
                      <a:pt x="88" y="16"/>
                      <a:pt x="88" y="16"/>
                    </a:cubicBezTo>
                    <a:cubicBezTo>
                      <a:pt x="87" y="17"/>
                      <a:pt x="87" y="17"/>
                      <a:pt x="87" y="17"/>
                    </a:cubicBezTo>
                    <a:cubicBezTo>
                      <a:pt x="84" y="28"/>
                      <a:pt x="80" y="37"/>
                      <a:pt x="78" y="48"/>
                    </a:cubicBezTo>
                    <a:cubicBezTo>
                      <a:pt x="78" y="47"/>
                      <a:pt x="78" y="47"/>
                      <a:pt x="78" y="47"/>
                    </a:cubicBezTo>
                    <a:lnTo>
                      <a:pt x="78" y="48"/>
                    </a:lnTo>
                    <a:cubicBezTo>
                      <a:pt x="77" y="48"/>
                      <a:pt x="77" y="48"/>
                      <a:pt x="77" y="48"/>
                    </a:cubicBezTo>
                    <a:lnTo>
                      <a:pt x="78" y="48"/>
                    </a:lnTo>
                    <a:cubicBezTo>
                      <a:pt x="77" y="53"/>
                      <a:pt x="75" y="57"/>
                      <a:pt x="74" y="61"/>
                    </a:cubicBezTo>
                    <a:cubicBezTo>
                      <a:pt x="73" y="66"/>
                      <a:pt x="73" y="71"/>
                      <a:pt x="71" y="75"/>
                    </a:cubicBezTo>
                    <a:cubicBezTo>
                      <a:pt x="70" y="83"/>
                      <a:pt x="69" y="91"/>
                      <a:pt x="68" y="100"/>
                    </a:cubicBezTo>
                    <a:cubicBezTo>
                      <a:pt x="68" y="104"/>
                      <a:pt x="67" y="109"/>
                      <a:pt x="67" y="114"/>
                    </a:cubicBezTo>
                    <a:cubicBezTo>
                      <a:pt x="67" y="116"/>
                      <a:pt x="68" y="117"/>
                      <a:pt x="68" y="118"/>
                    </a:cubicBezTo>
                    <a:lnTo>
                      <a:pt x="68" y="119"/>
                    </a:lnTo>
                    <a:lnTo>
                      <a:pt x="68" y="120"/>
                    </a:lnTo>
                    <a:lnTo>
                      <a:pt x="69" y="120"/>
                    </a:lnTo>
                    <a:cubicBezTo>
                      <a:pt x="69" y="120"/>
                      <a:pt x="69" y="121"/>
                      <a:pt x="70" y="121"/>
                    </a:cubicBezTo>
                    <a:lnTo>
                      <a:pt x="71" y="121"/>
                    </a:lnTo>
                    <a:cubicBezTo>
                      <a:pt x="72" y="121"/>
                      <a:pt x="73" y="121"/>
                      <a:pt x="74" y="120"/>
                    </a:cubicBezTo>
                    <a:cubicBezTo>
                      <a:pt x="75" y="120"/>
                      <a:pt x="77" y="120"/>
                      <a:pt x="78" y="119"/>
                    </a:cubicBezTo>
                    <a:cubicBezTo>
                      <a:pt x="80" y="118"/>
                      <a:pt x="82" y="117"/>
                      <a:pt x="83" y="116"/>
                    </a:cubicBezTo>
                    <a:cubicBezTo>
                      <a:pt x="88" y="114"/>
                      <a:pt x="92" y="111"/>
                      <a:pt x="95" y="108"/>
                    </a:cubicBezTo>
                    <a:cubicBezTo>
                      <a:pt x="104" y="101"/>
                      <a:pt x="112" y="93"/>
                      <a:pt x="120" y="85"/>
                    </a:cubicBezTo>
                    <a:cubicBezTo>
                      <a:pt x="120" y="85"/>
                      <a:pt x="120" y="86"/>
                      <a:pt x="119" y="86"/>
                    </a:cubicBezTo>
                    <a:cubicBezTo>
                      <a:pt x="123" y="82"/>
                      <a:pt x="127" y="78"/>
                      <a:pt x="131" y="74"/>
                    </a:cubicBezTo>
                    <a:cubicBezTo>
                      <a:pt x="133" y="72"/>
                      <a:pt x="134" y="70"/>
                      <a:pt x="136" y="68"/>
                    </a:cubicBezTo>
                    <a:cubicBezTo>
                      <a:pt x="137" y="65"/>
                      <a:pt x="139" y="63"/>
                      <a:pt x="141" y="61"/>
                    </a:cubicBezTo>
                    <a:cubicBezTo>
                      <a:pt x="146" y="54"/>
                      <a:pt x="151" y="47"/>
                      <a:pt x="156" y="39"/>
                    </a:cubicBezTo>
                    <a:cubicBezTo>
                      <a:pt x="159" y="36"/>
                      <a:pt x="161" y="33"/>
                      <a:pt x="163" y="29"/>
                    </a:cubicBezTo>
                    <a:cubicBezTo>
                      <a:pt x="164" y="27"/>
                      <a:pt x="165" y="25"/>
                      <a:pt x="167" y="23"/>
                    </a:cubicBezTo>
                    <a:cubicBezTo>
                      <a:pt x="167" y="22"/>
                      <a:pt x="169" y="21"/>
                      <a:pt x="169" y="19"/>
                    </a:cubicBezTo>
                    <a:cubicBezTo>
                      <a:pt x="171" y="17"/>
                      <a:pt x="173" y="14"/>
                      <a:pt x="175" y="12"/>
                    </a:cubicBezTo>
                    <a:cubicBezTo>
                      <a:pt x="178" y="8"/>
                      <a:pt x="184" y="8"/>
                      <a:pt x="188" y="11"/>
                    </a:cubicBezTo>
                    <a:cubicBezTo>
                      <a:pt x="192" y="14"/>
                      <a:pt x="194" y="19"/>
                      <a:pt x="192" y="23"/>
                    </a:cubicBezTo>
                    <a:cubicBezTo>
                      <a:pt x="190" y="31"/>
                      <a:pt x="186" y="39"/>
                      <a:pt x="183" y="47"/>
                    </a:cubicBezTo>
                    <a:cubicBezTo>
                      <a:pt x="180" y="54"/>
                      <a:pt x="176" y="63"/>
                      <a:pt x="173" y="70"/>
                    </a:cubicBezTo>
                    <a:cubicBezTo>
                      <a:pt x="173" y="70"/>
                      <a:pt x="174" y="70"/>
                      <a:pt x="174" y="69"/>
                    </a:cubicBezTo>
                    <a:cubicBezTo>
                      <a:pt x="170" y="79"/>
                      <a:pt x="166" y="89"/>
                      <a:pt x="163" y="99"/>
                    </a:cubicBezTo>
                    <a:cubicBezTo>
                      <a:pt x="159" y="109"/>
                      <a:pt x="155" y="120"/>
                      <a:pt x="151" y="131"/>
                    </a:cubicBezTo>
                    <a:cubicBezTo>
                      <a:pt x="145" y="152"/>
                      <a:pt x="137" y="173"/>
                      <a:pt x="131" y="194"/>
                    </a:cubicBezTo>
                    <a:cubicBezTo>
                      <a:pt x="124" y="217"/>
                      <a:pt x="117" y="239"/>
                      <a:pt x="110" y="262"/>
                    </a:cubicBezTo>
                    <a:cubicBezTo>
                      <a:pt x="109" y="267"/>
                      <a:pt x="108" y="272"/>
                      <a:pt x="106" y="278"/>
                    </a:cubicBezTo>
                    <a:cubicBezTo>
                      <a:pt x="104" y="283"/>
                      <a:pt x="102" y="288"/>
                      <a:pt x="100" y="293"/>
                    </a:cubicBezTo>
                    <a:cubicBezTo>
                      <a:pt x="98" y="298"/>
                      <a:pt x="96" y="304"/>
                      <a:pt x="93" y="309"/>
                    </a:cubicBezTo>
                    <a:cubicBezTo>
                      <a:pt x="91" y="315"/>
                      <a:pt x="88" y="321"/>
                      <a:pt x="84" y="326"/>
                    </a:cubicBezTo>
                    <a:cubicBezTo>
                      <a:pt x="80" y="333"/>
                      <a:pt x="76" y="339"/>
                      <a:pt x="71" y="344"/>
                    </a:cubicBezTo>
                    <a:cubicBezTo>
                      <a:pt x="64" y="351"/>
                      <a:pt x="56" y="354"/>
                      <a:pt x="47" y="356"/>
                    </a:cubicBezTo>
                    <a:cubicBezTo>
                      <a:pt x="45" y="356"/>
                      <a:pt x="43" y="356"/>
                      <a:pt x="42" y="356"/>
                    </a:cubicBezTo>
                    <a:cubicBezTo>
                      <a:pt x="39" y="356"/>
                      <a:pt x="36" y="356"/>
                      <a:pt x="32" y="3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4" name="Google Shape;5294;p70"/>
              <p:cNvSpPr/>
              <p:nvPr/>
            </p:nvSpPr>
            <p:spPr>
              <a:xfrm>
                <a:off x="-3620" y="4251238"/>
                <a:ext cx="27720" cy="9360"/>
              </a:xfrm>
              <a:custGeom>
                <a:avLst/>
                <a:gdLst/>
                <a:ahLst/>
                <a:cxnLst/>
                <a:rect l="l" t="t" r="r" b="b"/>
                <a:pathLst>
                  <a:path w="77" h="26" extrusionOk="0">
                    <a:moveTo>
                      <a:pt x="15" y="25"/>
                    </a:moveTo>
                    <a:cubicBezTo>
                      <a:pt x="13" y="25"/>
                      <a:pt x="11" y="24"/>
                      <a:pt x="10" y="24"/>
                    </a:cubicBezTo>
                    <a:cubicBezTo>
                      <a:pt x="4" y="23"/>
                      <a:pt x="0" y="18"/>
                      <a:pt x="0" y="13"/>
                    </a:cubicBezTo>
                    <a:cubicBezTo>
                      <a:pt x="0" y="7"/>
                      <a:pt x="6" y="2"/>
                      <a:pt x="11" y="2"/>
                    </a:cubicBezTo>
                    <a:cubicBezTo>
                      <a:pt x="14" y="2"/>
                      <a:pt x="16" y="2"/>
                      <a:pt x="17" y="2"/>
                    </a:cubicBezTo>
                    <a:cubicBezTo>
                      <a:pt x="32" y="2"/>
                      <a:pt x="48" y="0"/>
                      <a:pt x="63" y="0"/>
                    </a:cubicBezTo>
                    <a:cubicBezTo>
                      <a:pt x="69" y="0"/>
                      <a:pt x="74" y="3"/>
                      <a:pt x="75" y="10"/>
                    </a:cubicBezTo>
                    <a:cubicBezTo>
                      <a:pt x="76" y="15"/>
                      <a:pt x="71" y="21"/>
                      <a:pt x="65" y="21"/>
                    </a:cubicBezTo>
                    <a:cubicBezTo>
                      <a:pt x="56" y="21"/>
                      <a:pt x="46" y="22"/>
                      <a:pt x="37" y="23"/>
                    </a:cubicBezTo>
                    <a:cubicBezTo>
                      <a:pt x="32" y="23"/>
                      <a:pt x="27" y="23"/>
                      <a:pt x="23" y="24"/>
                    </a:cubicBezTo>
                    <a:cubicBezTo>
                      <a:pt x="21" y="25"/>
                      <a:pt x="19" y="25"/>
                      <a:pt x="17" y="25"/>
                    </a:cubicBezTo>
                    <a:cubicBezTo>
                      <a:pt x="16" y="25"/>
                      <a:pt x="16" y="25"/>
                      <a:pt x="15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5" name="Google Shape;5295;p70"/>
              <p:cNvSpPr/>
              <p:nvPr/>
            </p:nvSpPr>
            <p:spPr>
              <a:xfrm>
                <a:off x="-17660" y="4264918"/>
                <a:ext cx="52560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146" h="40" extrusionOk="0">
                    <a:moveTo>
                      <a:pt x="9" y="39"/>
                    </a:moveTo>
                    <a:cubicBezTo>
                      <a:pt x="4" y="38"/>
                      <a:pt x="0" y="33"/>
                      <a:pt x="0" y="28"/>
                    </a:cubicBezTo>
                    <a:cubicBezTo>
                      <a:pt x="0" y="26"/>
                      <a:pt x="0" y="26"/>
                      <a:pt x="0" y="25"/>
                    </a:cubicBezTo>
                    <a:lnTo>
                      <a:pt x="0" y="26"/>
                    </a:lnTo>
                    <a:cubicBezTo>
                      <a:pt x="0" y="25"/>
                      <a:pt x="0" y="25"/>
                      <a:pt x="0" y="24"/>
                    </a:cubicBezTo>
                    <a:cubicBezTo>
                      <a:pt x="2" y="18"/>
                      <a:pt x="9" y="15"/>
                      <a:pt x="15" y="17"/>
                    </a:cubicBezTo>
                    <a:lnTo>
                      <a:pt x="16" y="17"/>
                    </a:lnTo>
                    <a:cubicBezTo>
                      <a:pt x="27" y="16"/>
                      <a:pt x="38" y="14"/>
                      <a:pt x="49" y="13"/>
                    </a:cubicBezTo>
                    <a:cubicBezTo>
                      <a:pt x="58" y="11"/>
                      <a:pt x="67" y="10"/>
                      <a:pt x="76" y="8"/>
                    </a:cubicBezTo>
                    <a:cubicBezTo>
                      <a:pt x="95" y="6"/>
                      <a:pt x="115" y="3"/>
                      <a:pt x="134" y="0"/>
                    </a:cubicBezTo>
                    <a:cubicBezTo>
                      <a:pt x="138" y="0"/>
                      <a:pt x="143" y="3"/>
                      <a:pt x="144" y="8"/>
                    </a:cubicBezTo>
                    <a:cubicBezTo>
                      <a:pt x="145" y="13"/>
                      <a:pt x="142" y="18"/>
                      <a:pt x="137" y="19"/>
                    </a:cubicBezTo>
                    <a:cubicBezTo>
                      <a:pt x="116" y="22"/>
                      <a:pt x="97" y="26"/>
                      <a:pt x="77" y="29"/>
                    </a:cubicBezTo>
                    <a:cubicBezTo>
                      <a:pt x="69" y="31"/>
                      <a:pt x="60" y="32"/>
                      <a:pt x="52" y="33"/>
                    </a:cubicBezTo>
                    <a:cubicBezTo>
                      <a:pt x="47" y="34"/>
                      <a:pt x="41" y="35"/>
                      <a:pt x="36" y="36"/>
                    </a:cubicBezTo>
                    <a:cubicBezTo>
                      <a:pt x="33" y="36"/>
                      <a:pt x="30" y="37"/>
                      <a:pt x="28" y="38"/>
                    </a:cubicBezTo>
                    <a:cubicBezTo>
                      <a:pt x="25" y="38"/>
                      <a:pt x="22" y="39"/>
                      <a:pt x="19" y="39"/>
                    </a:cubicBezTo>
                    <a:cubicBezTo>
                      <a:pt x="17" y="39"/>
                      <a:pt x="15" y="39"/>
                      <a:pt x="13" y="39"/>
                    </a:cubicBezTo>
                    <a:cubicBezTo>
                      <a:pt x="11" y="39"/>
                      <a:pt x="10" y="39"/>
                      <a:pt x="9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6" name="Google Shape;5296;p70"/>
              <p:cNvSpPr/>
              <p:nvPr/>
            </p:nvSpPr>
            <p:spPr>
              <a:xfrm>
                <a:off x="38860" y="4218118"/>
                <a:ext cx="57600" cy="87480"/>
              </a:xfrm>
              <a:custGeom>
                <a:avLst/>
                <a:gdLst/>
                <a:ahLst/>
                <a:cxnLst/>
                <a:rect l="l" t="t" r="r" b="b"/>
                <a:pathLst>
                  <a:path w="160" h="243" extrusionOk="0">
                    <a:moveTo>
                      <a:pt x="25" y="211"/>
                    </a:moveTo>
                    <a:cubicBezTo>
                      <a:pt x="30" y="207"/>
                      <a:pt x="35" y="203"/>
                      <a:pt x="39" y="198"/>
                    </a:cubicBezTo>
                    <a:lnTo>
                      <a:pt x="38" y="198"/>
                    </a:lnTo>
                    <a:cubicBezTo>
                      <a:pt x="47" y="189"/>
                      <a:pt x="56" y="179"/>
                      <a:pt x="64" y="169"/>
                    </a:cubicBezTo>
                    <a:cubicBezTo>
                      <a:pt x="66" y="168"/>
                      <a:pt x="66" y="167"/>
                      <a:pt x="67" y="166"/>
                    </a:cubicBezTo>
                    <a:lnTo>
                      <a:pt x="66" y="166"/>
                    </a:lnTo>
                    <a:cubicBezTo>
                      <a:pt x="65" y="166"/>
                      <a:pt x="64" y="166"/>
                      <a:pt x="64" y="165"/>
                    </a:cubicBezTo>
                    <a:cubicBezTo>
                      <a:pt x="63" y="165"/>
                      <a:pt x="63" y="165"/>
                      <a:pt x="63" y="165"/>
                    </a:cubicBezTo>
                    <a:cubicBezTo>
                      <a:pt x="61" y="165"/>
                      <a:pt x="61" y="165"/>
                      <a:pt x="60" y="166"/>
                    </a:cubicBezTo>
                    <a:cubicBezTo>
                      <a:pt x="60" y="166"/>
                      <a:pt x="59" y="166"/>
                      <a:pt x="58" y="166"/>
                    </a:cubicBezTo>
                    <a:lnTo>
                      <a:pt x="59" y="166"/>
                    </a:lnTo>
                    <a:lnTo>
                      <a:pt x="58" y="166"/>
                    </a:lnTo>
                    <a:lnTo>
                      <a:pt x="57" y="166"/>
                    </a:lnTo>
                    <a:lnTo>
                      <a:pt x="58" y="166"/>
                    </a:lnTo>
                    <a:cubicBezTo>
                      <a:pt x="57" y="166"/>
                      <a:pt x="56" y="167"/>
                      <a:pt x="56" y="168"/>
                    </a:cubicBezTo>
                    <a:cubicBezTo>
                      <a:pt x="54" y="168"/>
                      <a:pt x="53" y="169"/>
                      <a:pt x="53" y="169"/>
                    </a:cubicBezTo>
                    <a:cubicBezTo>
                      <a:pt x="52" y="170"/>
                      <a:pt x="50" y="171"/>
                      <a:pt x="49" y="172"/>
                    </a:cubicBezTo>
                    <a:cubicBezTo>
                      <a:pt x="47" y="175"/>
                      <a:pt x="45" y="177"/>
                      <a:pt x="43" y="180"/>
                    </a:cubicBezTo>
                    <a:cubicBezTo>
                      <a:pt x="43" y="180"/>
                      <a:pt x="42" y="180"/>
                      <a:pt x="42" y="181"/>
                    </a:cubicBezTo>
                    <a:lnTo>
                      <a:pt x="43" y="180"/>
                    </a:lnTo>
                    <a:cubicBezTo>
                      <a:pt x="39" y="186"/>
                      <a:pt x="35" y="191"/>
                      <a:pt x="32" y="197"/>
                    </a:cubicBezTo>
                    <a:cubicBezTo>
                      <a:pt x="30" y="200"/>
                      <a:pt x="28" y="204"/>
                      <a:pt x="27" y="208"/>
                    </a:cubicBezTo>
                    <a:cubicBezTo>
                      <a:pt x="26" y="210"/>
                      <a:pt x="26" y="211"/>
                      <a:pt x="25" y="211"/>
                    </a:cubicBezTo>
                    <a:moveTo>
                      <a:pt x="11" y="241"/>
                    </a:moveTo>
                    <a:cubicBezTo>
                      <a:pt x="9" y="240"/>
                      <a:pt x="8" y="239"/>
                      <a:pt x="6" y="238"/>
                    </a:cubicBezTo>
                    <a:cubicBezTo>
                      <a:pt x="3" y="235"/>
                      <a:pt x="1" y="231"/>
                      <a:pt x="1" y="227"/>
                    </a:cubicBezTo>
                    <a:cubicBezTo>
                      <a:pt x="0" y="223"/>
                      <a:pt x="1" y="218"/>
                      <a:pt x="3" y="214"/>
                    </a:cubicBezTo>
                    <a:cubicBezTo>
                      <a:pt x="4" y="208"/>
                      <a:pt x="6" y="204"/>
                      <a:pt x="8" y="198"/>
                    </a:cubicBezTo>
                    <a:cubicBezTo>
                      <a:pt x="11" y="189"/>
                      <a:pt x="17" y="180"/>
                      <a:pt x="22" y="173"/>
                    </a:cubicBezTo>
                    <a:cubicBezTo>
                      <a:pt x="28" y="165"/>
                      <a:pt x="33" y="157"/>
                      <a:pt x="41" y="151"/>
                    </a:cubicBezTo>
                    <a:cubicBezTo>
                      <a:pt x="49" y="146"/>
                      <a:pt x="58" y="143"/>
                      <a:pt x="67" y="144"/>
                    </a:cubicBezTo>
                    <a:cubicBezTo>
                      <a:pt x="72" y="145"/>
                      <a:pt x="77" y="147"/>
                      <a:pt x="81" y="149"/>
                    </a:cubicBezTo>
                    <a:cubicBezTo>
                      <a:pt x="84" y="144"/>
                      <a:pt x="88" y="140"/>
                      <a:pt x="91" y="136"/>
                    </a:cubicBezTo>
                    <a:lnTo>
                      <a:pt x="90" y="137"/>
                    </a:lnTo>
                    <a:cubicBezTo>
                      <a:pt x="94" y="131"/>
                      <a:pt x="98" y="126"/>
                      <a:pt x="101" y="120"/>
                    </a:cubicBezTo>
                    <a:cubicBezTo>
                      <a:pt x="107" y="112"/>
                      <a:pt x="113" y="103"/>
                      <a:pt x="118" y="94"/>
                    </a:cubicBezTo>
                    <a:cubicBezTo>
                      <a:pt x="122" y="86"/>
                      <a:pt x="126" y="78"/>
                      <a:pt x="129" y="70"/>
                    </a:cubicBezTo>
                    <a:lnTo>
                      <a:pt x="129" y="71"/>
                    </a:lnTo>
                    <a:cubicBezTo>
                      <a:pt x="131" y="64"/>
                      <a:pt x="134" y="57"/>
                      <a:pt x="135" y="50"/>
                    </a:cubicBezTo>
                    <a:cubicBezTo>
                      <a:pt x="135" y="49"/>
                      <a:pt x="135" y="49"/>
                      <a:pt x="136" y="49"/>
                    </a:cubicBezTo>
                    <a:cubicBezTo>
                      <a:pt x="135" y="49"/>
                      <a:pt x="135" y="49"/>
                      <a:pt x="135" y="49"/>
                    </a:cubicBezTo>
                    <a:cubicBezTo>
                      <a:pt x="137" y="46"/>
                      <a:pt x="137" y="42"/>
                      <a:pt x="138" y="38"/>
                    </a:cubicBezTo>
                    <a:cubicBezTo>
                      <a:pt x="138" y="34"/>
                      <a:pt x="138" y="31"/>
                      <a:pt x="138" y="27"/>
                    </a:cubicBezTo>
                    <a:cubicBezTo>
                      <a:pt x="138" y="27"/>
                      <a:pt x="138" y="26"/>
                      <a:pt x="138" y="25"/>
                    </a:cubicBezTo>
                    <a:lnTo>
                      <a:pt x="138" y="24"/>
                    </a:lnTo>
                    <a:cubicBezTo>
                      <a:pt x="137" y="24"/>
                      <a:pt x="137" y="24"/>
                      <a:pt x="137" y="23"/>
                    </a:cubicBezTo>
                    <a:cubicBezTo>
                      <a:pt x="137" y="24"/>
                      <a:pt x="137" y="24"/>
                      <a:pt x="137" y="24"/>
                    </a:cubicBezTo>
                    <a:cubicBezTo>
                      <a:pt x="135" y="25"/>
                      <a:pt x="135" y="25"/>
                      <a:pt x="134" y="27"/>
                    </a:cubicBezTo>
                    <a:cubicBezTo>
                      <a:pt x="130" y="31"/>
                      <a:pt x="127" y="35"/>
                      <a:pt x="123" y="39"/>
                    </a:cubicBezTo>
                    <a:cubicBezTo>
                      <a:pt x="121" y="42"/>
                      <a:pt x="119" y="46"/>
                      <a:pt x="117" y="49"/>
                    </a:cubicBezTo>
                    <a:cubicBezTo>
                      <a:pt x="115" y="53"/>
                      <a:pt x="113" y="56"/>
                      <a:pt x="112" y="60"/>
                    </a:cubicBezTo>
                    <a:cubicBezTo>
                      <a:pt x="111" y="62"/>
                      <a:pt x="110" y="64"/>
                      <a:pt x="110" y="66"/>
                    </a:cubicBezTo>
                    <a:cubicBezTo>
                      <a:pt x="113" y="69"/>
                      <a:pt x="116" y="74"/>
                      <a:pt x="114" y="78"/>
                    </a:cubicBezTo>
                    <a:cubicBezTo>
                      <a:pt x="112" y="84"/>
                      <a:pt x="106" y="88"/>
                      <a:pt x="100" y="86"/>
                    </a:cubicBezTo>
                    <a:cubicBezTo>
                      <a:pt x="96" y="84"/>
                      <a:pt x="92" y="82"/>
                      <a:pt x="89" y="78"/>
                    </a:cubicBezTo>
                    <a:cubicBezTo>
                      <a:pt x="87" y="72"/>
                      <a:pt x="87" y="65"/>
                      <a:pt x="89" y="59"/>
                    </a:cubicBezTo>
                    <a:cubicBezTo>
                      <a:pt x="91" y="52"/>
                      <a:pt x="94" y="45"/>
                      <a:pt x="98" y="39"/>
                    </a:cubicBezTo>
                    <a:cubicBezTo>
                      <a:pt x="101" y="34"/>
                      <a:pt x="105" y="29"/>
                      <a:pt x="108" y="24"/>
                    </a:cubicBezTo>
                    <a:cubicBezTo>
                      <a:pt x="110" y="22"/>
                      <a:pt x="112" y="20"/>
                      <a:pt x="113" y="17"/>
                    </a:cubicBezTo>
                    <a:cubicBezTo>
                      <a:pt x="114" y="16"/>
                      <a:pt x="115" y="15"/>
                      <a:pt x="116" y="14"/>
                    </a:cubicBezTo>
                    <a:cubicBezTo>
                      <a:pt x="119" y="11"/>
                      <a:pt x="121" y="7"/>
                      <a:pt x="124" y="6"/>
                    </a:cubicBezTo>
                    <a:cubicBezTo>
                      <a:pt x="126" y="4"/>
                      <a:pt x="127" y="4"/>
                      <a:pt x="129" y="3"/>
                    </a:cubicBezTo>
                    <a:cubicBezTo>
                      <a:pt x="130" y="2"/>
                      <a:pt x="132" y="1"/>
                      <a:pt x="134" y="1"/>
                    </a:cubicBezTo>
                    <a:cubicBezTo>
                      <a:pt x="136" y="0"/>
                      <a:pt x="140" y="1"/>
                      <a:pt x="142" y="1"/>
                    </a:cubicBezTo>
                    <a:cubicBezTo>
                      <a:pt x="148" y="3"/>
                      <a:pt x="154" y="7"/>
                      <a:pt x="156" y="13"/>
                    </a:cubicBezTo>
                    <a:cubicBezTo>
                      <a:pt x="158" y="15"/>
                      <a:pt x="158" y="18"/>
                      <a:pt x="159" y="21"/>
                    </a:cubicBezTo>
                    <a:cubicBezTo>
                      <a:pt x="159" y="25"/>
                      <a:pt x="159" y="28"/>
                      <a:pt x="159" y="31"/>
                    </a:cubicBezTo>
                    <a:cubicBezTo>
                      <a:pt x="159" y="39"/>
                      <a:pt x="158" y="47"/>
                      <a:pt x="155" y="55"/>
                    </a:cubicBezTo>
                    <a:cubicBezTo>
                      <a:pt x="152" y="70"/>
                      <a:pt x="145" y="84"/>
                      <a:pt x="138" y="98"/>
                    </a:cubicBezTo>
                    <a:cubicBezTo>
                      <a:pt x="133" y="108"/>
                      <a:pt x="127" y="118"/>
                      <a:pt x="121" y="127"/>
                    </a:cubicBezTo>
                    <a:cubicBezTo>
                      <a:pt x="116" y="133"/>
                      <a:pt x="112" y="140"/>
                      <a:pt x="107" y="145"/>
                    </a:cubicBezTo>
                    <a:cubicBezTo>
                      <a:pt x="104" y="151"/>
                      <a:pt x="100" y="156"/>
                      <a:pt x="96" y="161"/>
                    </a:cubicBezTo>
                    <a:cubicBezTo>
                      <a:pt x="99" y="165"/>
                      <a:pt x="103" y="169"/>
                      <a:pt x="106" y="173"/>
                    </a:cubicBezTo>
                    <a:cubicBezTo>
                      <a:pt x="110" y="177"/>
                      <a:pt x="110" y="184"/>
                      <a:pt x="105" y="188"/>
                    </a:cubicBezTo>
                    <a:cubicBezTo>
                      <a:pt x="101" y="191"/>
                      <a:pt x="94" y="191"/>
                      <a:pt x="90" y="187"/>
                    </a:cubicBezTo>
                    <a:cubicBezTo>
                      <a:pt x="88" y="184"/>
                      <a:pt x="85" y="181"/>
                      <a:pt x="82" y="178"/>
                    </a:cubicBezTo>
                    <a:cubicBezTo>
                      <a:pt x="80" y="181"/>
                      <a:pt x="78" y="184"/>
                      <a:pt x="75" y="187"/>
                    </a:cubicBezTo>
                    <a:cubicBezTo>
                      <a:pt x="69" y="194"/>
                      <a:pt x="63" y="201"/>
                      <a:pt x="57" y="208"/>
                    </a:cubicBezTo>
                    <a:cubicBezTo>
                      <a:pt x="51" y="215"/>
                      <a:pt x="45" y="221"/>
                      <a:pt x="39" y="228"/>
                    </a:cubicBezTo>
                    <a:cubicBezTo>
                      <a:pt x="39" y="228"/>
                      <a:pt x="39" y="227"/>
                      <a:pt x="40" y="227"/>
                    </a:cubicBezTo>
                    <a:cubicBezTo>
                      <a:pt x="39" y="228"/>
                      <a:pt x="38" y="229"/>
                      <a:pt x="37" y="229"/>
                    </a:cubicBezTo>
                    <a:cubicBezTo>
                      <a:pt x="38" y="229"/>
                      <a:pt x="38" y="229"/>
                      <a:pt x="38" y="229"/>
                    </a:cubicBezTo>
                    <a:cubicBezTo>
                      <a:pt x="38" y="229"/>
                      <a:pt x="36" y="230"/>
                      <a:pt x="36" y="231"/>
                    </a:cubicBezTo>
                    <a:lnTo>
                      <a:pt x="35" y="231"/>
                    </a:lnTo>
                    <a:cubicBezTo>
                      <a:pt x="35" y="232"/>
                      <a:pt x="35" y="232"/>
                      <a:pt x="35" y="232"/>
                    </a:cubicBezTo>
                    <a:cubicBezTo>
                      <a:pt x="30" y="237"/>
                      <a:pt x="24" y="242"/>
                      <a:pt x="17" y="242"/>
                    </a:cubicBezTo>
                    <a:lnTo>
                      <a:pt x="16" y="242"/>
                    </a:lnTo>
                    <a:cubicBezTo>
                      <a:pt x="14" y="242"/>
                      <a:pt x="13" y="241"/>
                      <a:pt x="11" y="2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7" name="Google Shape;5297;p70"/>
              <p:cNvSpPr/>
              <p:nvPr/>
            </p:nvSpPr>
            <p:spPr>
              <a:xfrm>
                <a:off x="116980" y="4236838"/>
                <a:ext cx="74160" cy="50040"/>
              </a:xfrm>
              <a:custGeom>
                <a:avLst/>
                <a:gdLst/>
                <a:ahLst/>
                <a:cxnLst/>
                <a:rect l="l" t="t" r="r" b="b"/>
                <a:pathLst>
                  <a:path w="206" h="139" extrusionOk="0">
                    <a:moveTo>
                      <a:pt x="30" y="137"/>
                    </a:moveTo>
                    <a:cubicBezTo>
                      <a:pt x="23" y="137"/>
                      <a:pt x="15" y="135"/>
                      <a:pt x="10" y="131"/>
                    </a:cubicBezTo>
                    <a:cubicBezTo>
                      <a:pt x="7" y="129"/>
                      <a:pt x="5" y="127"/>
                      <a:pt x="4" y="124"/>
                    </a:cubicBezTo>
                    <a:cubicBezTo>
                      <a:pt x="3" y="121"/>
                      <a:pt x="2" y="118"/>
                      <a:pt x="1" y="115"/>
                    </a:cubicBezTo>
                    <a:cubicBezTo>
                      <a:pt x="0" y="111"/>
                      <a:pt x="0" y="108"/>
                      <a:pt x="0" y="104"/>
                    </a:cubicBezTo>
                    <a:cubicBezTo>
                      <a:pt x="0" y="100"/>
                      <a:pt x="0" y="96"/>
                      <a:pt x="0" y="91"/>
                    </a:cubicBezTo>
                    <a:cubicBezTo>
                      <a:pt x="2" y="75"/>
                      <a:pt x="8" y="60"/>
                      <a:pt x="16" y="47"/>
                    </a:cubicBezTo>
                    <a:cubicBezTo>
                      <a:pt x="20" y="40"/>
                      <a:pt x="24" y="35"/>
                      <a:pt x="28" y="29"/>
                    </a:cubicBezTo>
                    <a:cubicBezTo>
                      <a:pt x="33" y="22"/>
                      <a:pt x="39" y="17"/>
                      <a:pt x="45" y="12"/>
                    </a:cubicBezTo>
                    <a:cubicBezTo>
                      <a:pt x="49" y="9"/>
                      <a:pt x="55" y="7"/>
                      <a:pt x="60" y="5"/>
                    </a:cubicBezTo>
                    <a:cubicBezTo>
                      <a:pt x="66" y="4"/>
                      <a:pt x="72" y="5"/>
                      <a:pt x="77" y="7"/>
                    </a:cubicBezTo>
                    <a:cubicBezTo>
                      <a:pt x="83" y="8"/>
                      <a:pt x="88" y="12"/>
                      <a:pt x="92" y="18"/>
                    </a:cubicBezTo>
                    <a:cubicBezTo>
                      <a:pt x="95" y="21"/>
                      <a:pt x="97" y="26"/>
                      <a:pt x="95" y="31"/>
                    </a:cubicBezTo>
                    <a:cubicBezTo>
                      <a:pt x="95" y="32"/>
                      <a:pt x="94" y="34"/>
                      <a:pt x="93" y="35"/>
                    </a:cubicBezTo>
                    <a:cubicBezTo>
                      <a:pt x="87" y="42"/>
                      <a:pt x="76" y="39"/>
                      <a:pt x="73" y="30"/>
                    </a:cubicBezTo>
                    <a:lnTo>
                      <a:pt x="73" y="29"/>
                    </a:lnTo>
                    <a:cubicBezTo>
                      <a:pt x="73" y="29"/>
                      <a:pt x="72" y="29"/>
                      <a:pt x="72" y="28"/>
                    </a:cubicBezTo>
                    <a:cubicBezTo>
                      <a:pt x="72" y="29"/>
                      <a:pt x="72" y="29"/>
                      <a:pt x="73" y="29"/>
                    </a:cubicBezTo>
                    <a:cubicBezTo>
                      <a:pt x="72" y="28"/>
                      <a:pt x="72" y="28"/>
                      <a:pt x="71" y="28"/>
                    </a:cubicBezTo>
                    <a:cubicBezTo>
                      <a:pt x="70" y="28"/>
                      <a:pt x="69" y="27"/>
                      <a:pt x="68" y="27"/>
                    </a:cubicBezTo>
                    <a:cubicBezTo>
                      <a:pt x="67" y="27"/>
                      <a:pt x="67" y="27"/>
                      <a:pt x="66" y="26"/>
                    </a:cubicBezTo>
                    <a:cubicBezTo>
                      <a:pt x="67" y="26"/>
                      <a:pt x="67" y="26"/>
                      <a:pt x="67" y="27"/>
                    </a:cubicBezTo>
                    <a:lnTo>
                      <a:pt x="68" y="27"/>
                    </a:lnTo>
                    <a:cubicBezTo>
                      <a:pt x="67" y="27"/>
                      <a:pt x="67" y="27"/>
                      <a:pt x="67" y="26"/>
                    </a:cubicBezTo>
                    <a:lnTo>
                      <a:pt x="66" y="26"/>
                    </a:lnTo>
                    <a:cubicBezTo>
                      <a:pt x="67" y="26"/>
                      <a:pt x="67" y="26"/>
                      <a:pt x="67" y="26"/>
                    </a:cubicBezTo>
                    <a:cubicBezTo>
                      <a:pt x="66" y="26"/>
                      <a:pt x="66" y="26"/>
                      <a:pt x="66" y="26"/>
                    </a:cubicBezTo>
                    <a:cubicBezTo>
                      <a:pt x="65" y="26"/>
                      <a:pt x="64" y="27"/>
                      <a:pt x="63" y="27"/>
                    </a:cubicBezTo>
                    <a:lnTo>
                      <a:pt x="62" y="27"/>
                    </a:lnTo>
                    <a:cubicBezTo>
                      <a:pt x="63" y="27"/>
                      <a:pt x="63" y="27"/>
                      <a:pt x="63" y="27"/>
                    </a:cubicBezTo>
                    <a:cubicBezTo>
                      <a:pt x="62" y="27"/>
                      <a:pt x="62" y="28"/>
                      <a:pt x="60" y="28"/>
                    </a:cubicBezTo>
                    <a:cubicBezTo>
                      <a:pt x="60" y="28"/>
                      <a:pt x="59" y="28"/>
                      <a:pt x="59" y="29"/>
                    </a:cubicBezTo>
                    <a:cubicBezTo>
                      <a:pt x="57" y="29"/>
                      <a:pt x="56" y="30"/>
                      <a:pt x="55" y="32"/>
                    </a:cubicBezTo>
                    <a:cubicBezTo>
                      <a:pt x="53" y="33"/>
                      <a:pt x="52" y="34"/>
                      <a:pt x="51" y="36"/>
                    </a:cubicBezTo>
                    <a:cubicBezTo>
                      <a:pt x="51" y="35"/>
                      <a:pt x="51" y="35"/>
                      <a:pt x="51" y="35"/>
                    </a:cubicBezTo>
                    <a:cubicBezTo>
                      <a:pt x="51" y="35"/>
                      <a:pt x="51" y="36"/>
                      <a:pt x="50" y="36"/>
                    </a:cubicBezTo>
                    <a:cubicBezTo>
                      <a:pt x="47" y="39"/>
                      <a:pt x="45" y="42"/>
                      <a:pt x="42" y="46"/>
                    </a:cubicBezTo>
                    <a:lnTo>
                      <a:pt x="42" y="45"/>
                    </a:lnTo>
                    <a:cubicBezTo>
                      <a:pt x="38" y="50"/>
                      <a:pt x="35" y="56"/>
                      <a:pt x="32" y="61"/>
                    </a:cubicBezTo>
                    <a:cubicBezTo>
                      <a:pt x="30" y="65"/>
                      <a:pt x="28" y="69"/>
                      <a:pt x="27" y="73"/>
                    </a:cubicBezTo>
                    <a:cubicBezTo>
                      <a:pt x="25" y="77"/>
                      <a:pt x="24" y="80"/>
                      <a:pt x="23" y="84"/>
                    </a:cubicBezTo>
                    <a:cubicBezTo>
                      <a:pt x="23" y="87"/>
                      <a:pt x="22" y="91"/>
                      <a:pt x="21" y="94"/>
                    </a:cubicBezTo>
                    <a:cubicBezTo>
                      <a:pt x="21" y="96"/>
                      <a:pt x="21" y="99"/>
                      <a:pt x="21" y="101"/>
                    </a:cubicBezTo>
                    <a:cubicBezTo>
                      <a:pt x="21" y="104"/>
                      <a:pt x="21" y="107"/>
                      <a:pt x="22" y="111"/>
                    </a:cubicBezTo>
                    <a:cubicBezTo>
                      <a:pt x="23" y="112"/>
                      <a:pt x="23" y="113"/>
                      <a:pt x="23" y="113"/>
                    </a:cubicBezTo>
                    <a:cubicBezTo>
                      <a:pt x="23" y="114"/>
                      <a:pt x="23" y="114"/>
                      <a:pt x="23" y="114"/>
                    </a:cubicBezTo>
                    <a:lnTo>
                      <a:pt x="24" y="114"/>
                    </a:lnTo>
                    <a:lnTo>
                      <a:pt x="23" y="114"/>
                    </a:lnTo>
                    <a:cubicBezTo>
                      <a:pt x="24" y="114"/>
                      <a:pt x="24" y="114"/>
                      <a:pt x="24" y="114"/>
                    </a:cubicBezTo>
                    <a:lnTo>
                      <a:pt x="24" y="115"/>
                    </a:lnTo>
                    <a:cubicBezTo>
                      <a:pt x="25" y="115"/>
                      <a:pt x="25" y="115"/>
                      <a:pt x="26" y="115"/>
                    </a:cubicBezTo>
                    <a:cubicBezTo>
                      <a:pt x="26" y="115"/>
                      <a:pt x="26" y="116"/>
                      <a:pt x="27" y="116"/>
                    </a:cubicBezTo>
                    <a:lnTo>
                      <a:pt x="28" y="116"/>
                    </a:lnTo>
                    <a:cubicBezTo>
                      <a:pt x="30" y="116"/>
                      <a:pt x="31" y="116"/>
                      <a:pt x="33" y="116"/>
                    </a:cubicBezTo>
                    <a:cubicBezTo>
                      <a:pt x="32" y="116"/>
                      <a:pt x="31" y="116"/>
                      <a:pt x="31" y="116"/>
                    </a:cubicBezTo>
                    <a:cubicBezTo>
                      <a:pt x="32" y="116"/>
                      <a:pt x="34" y="116"/>
                      <a:pt x="35" y="116"/>
                    </a:cubicBezTo>
                    <a:cubicBezTo>
                      <a:pt x="36" y="115"/>
                      <a:pt x="37" y="115"/>
                      <a:pt x="38" y="114"/>
                    </a:cubicBezTo>
                    <a:cubicBezTo>
                      <a:pt x="41" y="114"/>
                      <a:pt x="44" y="113"/>
                      <a:pt x="46" y="112"/>
                    </a:cubicBezTo>
                    <a:cubicBezTo>
                      <a:pt x="51" y="110"/>
                      <a:pt x="56" y="107"/>
                      <a:pt x="61" y="104"/>
                    </a:cubicBezTo>
                    <a:cubicBezTo>
                      <a:pt x="68" y="100"/>
                      <a:pt x="74" y="95"/>
                      <a:pt x="81" y="91"/>
                    </a:cubicBezTo>
                    <a:cubicBezTo>
                      <a:pt x="84" y="88"/>
                      <a:pt x="87" y="85"/>
                      <a:pt x="90" y="82"/>
                    </a:cubicBezTo>
                    <a:cubicBezTo>
                      <a:pt x="91" y="81"/>
                      <a:pt x="91" y="80"/>
                      <a:pt x="92" y="79"/>
                    </a:cubicBezTo>
                    <a:cubicBezTo>
                      <a:pt x="94" y="74"/>
                      <a:pt x="97" y="70"/>
                      <a:pt x="102" y="68"/>
                    </a:cubicBezTo>
                    <a:cubicBezTo>
                      <a:pt x="107" y="66"/>
                      <a:pt x="112" y="68"/>
                      <a:pt x="115" y="72"/>
                    </a:cubicBezTo>
                    <a:cubicBezTo>
                      <a:pt x="121" y="80"/>
                      <a:pt x="114" y="89"/>
                      <a:pt x="108" y="95"/>
                    </a:cubicBezTo>
                    <a:lnTo>
                      <a:pt x="108" y="96"/>
                    </a:lnTo>
                    <a:cubicBezTo>
                      <a:pt x="107" y="97"/>
                      <a:pt x="107" y="99"/>
                      <a:pt x="106" y="101"/>
                    </a:cubicBezTo>
                    <a:cubicBezTo>
                      <a:pt x="106" y="102"/>
                      <a:pt x="106" y="103"/>
                      <a:pt x="105" y="104"/>
                    </a:cubicBezTo>
                    <a:cubicBezTo>
                      <a:pt x="105" y="106"/>
                      <a:pt x="105" y="107"/>
                      <a:pt x="105" y="109"/>
                    </a:cubicBezTo>
                    <a:lnTo>
                      <a:pt x="105" y="110"/>
                    </a:lnTo>
                    <a:lnTo>
                      <a:pt x="105" y="109"/>
                    </a:lnTo>
                    <a:cubicBezTo>
                      <a:pt x="105" y="110"/>
                      <a:pt x="106" y="111"/>
                      <a:pt x="106" y="111"/>
                    </a:cubicBezTo>
                    <a:cubicBezTo>
                      <a:pt x="107" y="112"/>
                      <a:pt x="107" y="113"/>
                      <a:pt x="107" y="113"/>
                    </a:cubicBezTo>
                    <a:cubicBezTo>
                      <a:pt x="107" y="114"/>
                      <a:pt x="108" y="114"/>
                      <a:pt x="108" y="114"/>
                    </a:cubicBezTo>
                    <a:lnTo>
                      <a:pt x="108" y="115"/>
                    </a:lnTo>
                    <a:cubicBezTo>
                      <a:pt x="109" y="115"/>
                      <a:pt x="110" y="115"/>
                      <a:pt x="111" y="115"/>
                    </a:cubicBezTo>
                    <a:lnTo>
                      <a:pt x="110" y="115"/>
                    </a:lnTo>
                    <a:cubicBezTo>
                      <a:pt x="111" y="115"/>
                      <a:pt x="111" y="115"/>
                      <a:pt x="112" y="115"/>
                    </a:cubicBezTo>
                    <a:cubicBezTo>
                      <a:pt x="113" y="114"/>
                      <a:pt x="114" y="114"/>
                      <a:pt x="115" y="114"/>
                    </a:cubicBezTo>
                    <a:cubicBezTo>
                      <a:pt x="116" y="114"/>
                      <a:pt x="116" y="113"/>
                      <a:pt x="118" y="113"/>
                    </a:cubicBezTo>
                    <a:cubicBezTo>
                      <a:pt x="119" y="112"/>
                      <a:pt x="121" y="111"/>
                      <a:pt x="123" y="110"/>
                    </a:cubicBezTo>
                    <a:cubicBezTo>
                      <a:pt x="126" y="108"/>
                      <a:pt x="129" y="106"/>
                      <a:pt x="132" y="104"/>
                    </a:cubicBezTo>
                    <a:cubicBezTo>
                      <a:pt x="136" y="100"/>
                      <a:pt x="141" y="96"/>
                      <a:pt x="145" y="92"/>
                    </a:cubicBezTo>
                    <a:cubicBezTo>
                      <a:pt x="152" y="85"/>
                      <a:pt x="159" y="77"/>
                      <a:pt x="165" y="69"/>
                    </a:cubicBezTo>
                    <a:cubicBezTo>
                      <a:pt x="167" y="66"/>
                      <a:pt x="169" y="63"/>
                      <a:pt x="171" y="60"/>
                    </a:cubicBezTo>
                    <a:cubicBezTo>
                      <a:pt x="174" y="57"/>
                      <a:pt x="176" y="53"/>
                      <a:pt x="178" y="49"/>
                    </a:cubicBezTo>
                    <a:cubicBezTo>
                      <a:pt x="179" y="47"/>
                      <a:pt x="181" y="44"/>
                      <a:pt x="182" y="42"/>
                    </a:cubicBezTo>
                    <a:cubicBezTo>
                      <a:pt x="182" y="41"/>
                      <a:pt x="182" y="41"/>
                      <a:pt x="182" y="40"/>
                    </a:cubicBezTo>
                    <a:lnTo>
                      <a:pt x="182" y="41"/>
                    </a:lnTo>
                    <a:cubicBezTo>
                      <a:pt x="182" y="40"/>
                      <a:pt x="182" y="40"/>
                      <a:pt x="182" y="39"/>
                    </a:cubicBezTo>
                    <a:lnTo>
                      <a:pt x="182" y="38"/>
                    </a:lnTo>
                    <a:cubicBezTo>
                      <a:pt x="182" y="37"/>
                      <a:pt x="182" y="37"/>
                      <a:pt x="182" y="37"/>
                    </a:cubicBezTo>
                    <a:cubicBezTo>
                      <a:pt x="182" y="36"/>
                      <a:pt x="182" y="36"/>
                      <a:pt x="182" y="36"/>
                    </a:cubicBezTo>
                    <a:cubicBezTo>
                      <a:pt x="182" y="35"/>
                      <a:pt x="182" y="35"/>
                      <a:pt x="182" y="35"/>
                    </a:cubicBezTo>
                    <a:cubicBezTo>
                      <a:pt x="182" y="35"/>
                      <a:pt x="181" y="34"/>
                      <a:pt x="181" y="33"/>
                    </a:cubicBezTo>
                    <a:cubicBezTo>
                      <a:pt x="179" y="32"/>
                      <a:pt x="178" y="30"/>
                      <a:pt x="177" y="29"/>
                    </a:cubicBezTo>
                    <a:cubicBezTo>
                      <a:pt x="176" y="28"/>
                      <a:pt x="175" y="27"/>
                      <a:pt x="174" y="26"/>
                    </a:cubicBezTo>
                    <a:cubicBezTo>
                      <a:pt x="173" y="26"/>
                      <a:pt x="172" y="25"/>
                      <a:pt x="171" y="25"/>
                    </a:cubicBezTo>
                    <a:cubicBezTo>
                      <a:pt x="170" y="24"/>
                      <a:pt x="169" y="24"/>
                      <a:pt x="169" y="23"/>
                    </a:cubicBezTo>
                    <a:cubicBezTo>
                      <a:pt x="168" y="23"/>
                      <a:pt x="168" y="23"/>
                      <a:pt x="167" y="23"/>
                    </a:cubicBezTo>
                    <a:cubicBezTo>
                      <a:pt x="166" y="23"/>
                      <a:pt x="164" y="22"/>
                      <a:pt x="163" y="22"/>
                    </a:cubicBezTo>
                    <a:cubicBezTo>
                      <a:pt x="162" y="22"/>
                      <a:pt x="161" y="22"/>
                      <a:pt x="160" y="22"/>
                    </a:cubicBezTo>
                    <a:cubicBezTo>
                      <a:pt x="159" y="22"/>
                      <a:pt x="158" y="22"/>
                      <a:pt x="157" y="22"/>
                    </a:cubicBezTo>
                    <a:cubicBezTo>
                      <a:pt x="154" y="23"/>
                      <a:pt x="151" y="23"/>
                      <a:pt x="148" y="24"/>
                    </a:cubicBezTo>
                    <a:cubicBezTo>
                      <a:pt x="146" y="25"/>
                      <a:pt x="144" y="26"/>
                      <a:pt x="141" y="27"/>
                    </a:cubicBezTo>
                    <a:cubicBezTo>
                      <a:pt x="142" y="27"/>
                      <a:pt x="142" y="27"/>
                      <a:pt x="142" y="26"/>
                    </a:cubicBezTo>
                    <a:cubicBezTo>
                      <a:pt x="140" y="28"/>
                      <a:pt x="139" y="28"/>
                      <a:pt x="137" y="29"/>
                    </a:cubicBezTo>
                    <a:cubicBezTo>
                      <a:pt x="136" y="30"/>
                      <a:pt x="134" y="31"/>
                      <a:pt x="133" y="32"/>
                    </a:cubicBezTo>
                    <a:cubicBezTo>
                      <a:pt x="132" y="33"/>
                      <a:pt x="130" y="35"/>
                      <a:pt x="128" y="37"/>
                    </a:cubicBezTo>
                    <a:cubicBezTo>
                      <a:pt x="126" y="39"/>
                      <a:pt x="123" y="42"/>
                      <a:pt x="121" y="45"/>
                    </a:cubicBezTo>
                    <a:cubicBezTo>
                      <a:pt x="118" y="50"/>
                      <a:pt x="114" y="56"/>
                      <a:pt x="111" y="61"/>
                    </a:cubicBezTo>
                    <a:cubicBezTo>
                      <a:pt x="108" y="66"/>
                      <a:pt x="101" y="67"/>
                      <a:pt x="96" y="64"/>
                    </a:cubicBezTo>
                    <a:cubicBezTo>
                      <a:pt x="91" y="61"/>
                      <a:pt x="90" y="55"/>
                      <a:pt x="93" y="50"/>
                    </a:cubicBezTo>
                    <a:cubicBezTo>
                      <a:pt x="99" y="40"/>
                      <a:pt x="106" y="29"/>
                      <a:pt x="114" y="21"/>
                    </a:cubicBezTo>
                    <a:cubicBezTo>
                      <a:pt x="119" y="15"/>
                      <a:pt x="125" y="11"/>
                      <a:pt x="132" y="8"/>
                    </a:cubicBezTo>
                    <a:cubicBezTo>
                      <a:pt x="139" y="4"/>
                      <a:pt x="147" y="2"/>
                      <a:pt x="155" y="1"/>
                    </a:cubicBezTo>
                    <a:cubicBezTo>
                      <a:pt x="162" y="0"/>
                      <a:pt x="171" y="1"/>
                      <a:pt x="177" y="4"/>
                    </a:cubicBezTo>
                    <a:cubicBezTo>
                      <a:pt x="185" y="7"/>
                      <a:pt x="190" y="11"/>
                      <a:pt x="196" y="17"/>
                    </a:cubicBezTo>
                    <a:cubicBezTo>
                      <a:pt x="200" y="22"/>
                      <a:pt x="203" y="28"/>
                      <a:pt x="204" y="35"/>
                    </a:cubicBezTo>
                    <a:cubicBezTo>
                      <a:pt x="205" y="42"/>
                      <a:pt x="203" y="49"/>
                      <a:pt x="199" y="55"/>
                    </a:cubicBezTo>
                    <a:cubicBezTo>
                      <a:pt x="197" y="59"/>
                      <a:pt x="194" y="63"/>
                      <a:pt x="192" y="67"/>
                    </a:cubicBezTo>
                    <a:cubicBezTo>
                      <a:pt x="189" y="72"/>
                      <a:pt x="185" y="78"/>
                      <a:pt x="181" y="82"/>
                    </a:cubicBezTo>
                    <a:cubicBezTo>
                      <a:pt x="172" y="93"/>
                      <a:pt x="163" y="104"/>
                      <a:pt x="153" y="113"/>
                    </a:cubicBezTo>
                    <a:cubicBezTo>
                      <a:pt x="143" y="123"/>
                      <a:pt x="133" y="131"/>
                      <a:pt x="120" y="135"/>
                    </a:cubicBezTo>
                    <a:cubicBezTo>
                      <a:pt x="115" y="137"/>
                      <a:pt x="108" y="138"/>
                      <a:pt x="102" y="136"/>
                    </a:cubicBezTo>
                    <a:cubicBezTo>
                      <a:pt x="96" y="134"/>
                      <a:pt x="91" y="130"/>
                      <a:pt x="88" y="125"/>
                    </a:cubicBezTo>
                    <a:cubicBezTo>
                      <a:pt x="86" y="121"/>
                      <a:pt x="84" y="118"/>
                      <a:pt x="84" y="114"/>
                    </a:cubicBezTo>
                    <a:cubicBezTo>
                      <a:pt x="83" y="115"/>
                      <a:pt x="83" y="116"/>
                      <a:pt x="81" y="116"/>
                    </a:cubicBezTo>
                    <a:cubicBezTo>
                      <a:pt x="72" y="122"/>
                      <a:pt x="62" y="128"/>
                      <a:pt x="51" y="133"/>
                    </a:cubicBezTo>
                    <a:cubicBezTo>
                      <a:pt x="45" y="135"/>
                      <a:pt x="37" y="138"/>
                      <a:pt x="30" y="1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8" name="Google Shape;5298;p70"/>
              <p:cNvSpPr/>
              <p:nvPr/>
            </p:nvSpPr>
            <p:spPr>
              <a:xfrm>
                <a:off x="187540" y="4232878"/>
                <a:ext cx="31320" cy="57960"/>
              </a:xfrm>
              <a:custGeom>
                <a:avLst/>
                <a:gdLst/>
                <a:ahLst/>
                <a:cxnLst/>
                <a:rect l="l" t="t" r="r" b="b"/>
                <a:pathLst>
                  <a:path w="87" h="161" extrusionOk="0">
                    <a:moveTo>
                      <a:pt x="14" y="152"/>
                    </a:moveTo>
                    <a:cubicBezTo>
                      <a:pt x="13" y="146"/>
                      <a:pt x="16" y="139"/>
                      <a:pt x="22" y="138"/>
                    </a:cubicBezTo>
                    <a:cubicBezTo>
                      <a:pt x="30" y="136"/>
                      <a:pt x="37" y="135"/>
                      <a:pt x="44" y="132"/>
                    </a:cubicBezTo>
                    <a:lnTo>
                      <a:pt x="45" y="132"/>
                    </a:lnTo>
                    <a:lnTo>
                      <a:pt x="44" y="132"/>
                    </a:lnTo>
                    <a:cubicBezTo>
                      <a:pt x="48" y="131"/>
                      <a:pt x="52" y="130"/>
                      <a:pt x="55" y="128"/>
                    </a:cubicBezTo>
                    <a:cubicBezTo>
                      <a:pt x="57" y="128"/>
                      <a:pt x="59" y="127"/>
                      <a:pt x="60" y="126"/>
                    </a:cubicBezTo>
                    <a:cubicBezTo>
                      <a:pt x="60" y="125"/>
                      <a:pt x="61" y="125"/>
                      <a:pt x="62" y="125"/>
                    </a:cubicBezTo>
                    <a:cubicBezTo>
                      <a:pt x="62" y="125"/>
                      <a:pt x="61" y="125"/>
                      <a:pt x="60" y="125"/>
                    </a:cubicBezTo>
                    <a:cubicBezTo>
                      <a:pt x="62" y="125"/>
                      <a:pt x="62" y="124"/>
                      <a:pt x="63" y="124"/>
                    </a:cubicBezTo>
                    <a:lnTo>
                      <a:pt x="63" y="123"/>
                    </a:lnTo>
                    <a:lnTo>
                      <a:pt x="64" y="122"/>
                    </a:lnTo>
                    <a:cubicBezTo>
                      <a:pt x="63" y="122"/>
                      <a:pt x="63" y="122"/>
                      <a:pt x="63" y="122"/>
                    </a:cubicBezTo>
                    <a:lnTo>
                      <a:pt x="64" y="122"/>
                    </a:lnTo>
                    <a:cubicBezTo>
                      <a:pt x="63" y="122"/>
                      <a:pt x="63" y="122"/>
                      <a:pt x="63" y="122"/>
                    </a:cubicBezTo>
                    <a:lnTo>
                      <a:pt x="63" y="121"/>
                    </a:lnTo>
                    <a:cubicBezTo>
                      <a:pt x="63" y="122"/>
                      <a:pt x="63" y="122"/>
                      <a:pt x="63" y="122"/>
                    </a:cubicBezTo>
                    <a:cubicBezTo>
                      <a:pt x="63" y="122"/>
                      <a:pt x="63" y="121"/>
                      <a:pt x="62" y="121"/>
                    </a:cubicBezTo>
                    <a:cubicBezTo>
                      <a:pt x="58" y="117"/>
                      <a:pt x="53" y="113"/>
                      <a:pt x="49" y="110"/>
                    </a:cubicBezTo>
                    <a:lnTo>
                      <a:pt x="50" y="111"/>
                    </a:lnTo>
                    <a:cubicBezTo>
                      <a:pt x="42" y="104"/>
                      <a:pt x="33" y="98"/>
                      <a:pt x="25" y="92"/>
                    </a:cubicBezTo>
                    <a:cubicBezTo>
                      <a:pt x="17" y="85"/>
                      <a:pt x="9" y="76"/>
                      <a:pt x="4" y="66"/>
                    </a:cubicBezTo>
                    <a:cubicBezTo>
                      <a:pt x="0" y="55"/>
                      <a:pt x="1" y="42"/>
                      <a:pt x="6" y="31"/>
                    </a:cubicBezTo>
                    <a:cubicBezTo>
                      <a:pt x="7" y="26"/>
                      <a:pt x="11" y="21"/>
                      <a:pt x="15" y="18"/>
                    </a:cubicBezTo>
                    <a:cubicBezTo>
                      <a:pt x="19" y="14"/>
                      <a:pt x="24" y="11"/>
                      <a:pt x="28" y="8"/>
                    </a:cubicBezTo>
                    <a:cubicBezTo>
                      <a:pt x="39" y="1"/>
                      <a:pt x="52" y="0"/>
                      <a:pt x="63" y="2"/>
                    </a:cubicBezTo>
                    <a:cubicBezTo>
                      <a:pt x="69" y="2"/>
                      <a:pt x="73" y="5"/>
                      <a:pt x="77" y="8"/>
                    </a:cubicBezTo>
                    <a:cubicBezTo>
                      <a:pt x="78" y="10"/>
                      <a:pt x="80" y="12"/>
                      <a:pt x="80" y="14"/>
                    </a:cubicBezTo>
                    <a:cubicBezTo>
                      <a:pt x="81" y="16"/>
                      <a:pt x="81" y="19"/>
                      <a:pt x="81" y="21"/>
                    </a:cubicBezTo>
                    <a:cubicBezTo>
                      <a:pt x="81" y="23"/>
                      <a:pt x="80" y="26"/>
                      <a:pt x="80" y="29"/>
                    </a:cubicBezTo>
                    <a:cubicBezTo>
                      <a:pt x="79" y="31"/>
                      <a:pt x="78" y="33"/>
                      <a:pt x="78" y="34"/>
                    </a:cubicBezTo>
                    <a:cubicBezTo>
                      <a:pt x="78" y="35"/>
                      <a:pt x="78" y="36"/>
                      <a:pt x="78" y="36"/>
                    </a:cubicBezTo>
                    <a:cubicBezTo>
                      <a:pt x="77" y="43"/>
                      <a:pt x="71" y="47"/>
                      <a:pt x="64" y="46"/>
                    </a:cubicBezTo>
                    <a:cubicBezTo>
                      <a:pt x="58" y="45"/>
                      <a:pt x="54" y="39"/>
                      <a:pt x="56" y="32"/>
                    </a:cubicBezTo>
                    <a:cubicBezTo>
                      <a:pt x="56" y="31"/>
                      <a:pt x="56" y="29"/>
                      <a:pt x="56" y="28"/>
                    </a:cubicBezTo>
                    <a:cubicBezTo>
                      <a:pt x="57" y="26"/>
                      <a:pt x="58" y="25"/>
                      <a:pt x="58" y="23"/>
                    </a:cubicBezTo>
                    <a:cubicBezTo>
                      <a:pt x="57" y="23"/>
                      <a:pt x="56" y="23"/>
                      <a:pt x="56" y="23"/>
                    </a:cubicBezTo>
                    <a:cubicBezTo>
                      <a:pt x="54" y="23"/>
                      <a:pt x="53" y="23"/>
                      <a:pt x="51" y="23"/>
                    </a:cubicBezTo>
                    <a:lnTo>
                      <a:pt x="49" y="23"/>
                    </a:lnTo>
                    <a:cubicBezTo>
                      <a:pt x="48" y="23"/>
                      <a:pt x="46" y="24"/>
                      <a:pt x="45" y="24"/>
                    </a:cubicBezTo>
                    <a:cubicBezTo>
                      <a:pt x="44" y="25"/>
                      <a:pt x="43" y="25"/>
                      <a:pt x="42" y="25"/>
                    </a:cubicBezTo>
                    <a:cubicBezTo>
                      <a:pt x="41" y="26"/>
                      <a:pt x="39" y="27"/>
                      <a:pt x="38" y="28"/>
                    </a:cubicBezTo>
                    <a:cubicBezTo>
                      <a:pt x="36" y="29"/>
                      <a:pt x="35" y="29"/>
                      <a:pt x="34" y="30"/>
                    </a:cubicBezTo>
                    <a:cubicBezTo>
                      <a:pt x="32" y="32"/>
                      <a:pt x="31" y="33"/>
                      <a:pt x="29" y="34"/>
                    </a:cubicBezTo>
                    <a:cubicBezTo>
                      <a:pt x="29" y="35"/>
                      <a:pt x="28" y="36"/>
                      <a:pt x="28" y="36"/>
                    </a:cubicBezTo>
                    <a:cubicBezTo>
                      <a:pt x="27" y="37"/>
                      <a:pt x="26" y="38"/>
                      <a:pt x="25" y="39"/>
                    </a:cubicBezTo>
                    <a:cubicBezTo>
                      <a:pt x="25" y="40"/>
                      <a:pt x="25" y="40"/>
                      <a:pt x="25" y="41"/>
                    </a:cubicBezTo>
                    <a:cubicBezTo>
                      <a:pt x="25" y="41"/>
                      <a:pt x="24" y="42"/>
                      <a:pt x="24" y="43"/>
                    </a:cubicBezTo>
                    <a:cubicBezTo>
                      <a:pt x="24" y="44"/>
                      <a:pt x="24" y="46"/>
                      <a:pt x="24" y="47"/>
                    </a:cubicBezTo>
                    <a:cubicBezTo>
                      <a:pt x="24" y="48"/>
                      <a:pt x="24" y="48"/>
                      <a:pt x="24" y="50"/>
                    </a:cubicBezTo>
                    <a:cubicBezTo>
                      <a:pt x="24" y="52"/>
                      <a:pt x="24" y="54"/>
                      <a:pt x="24" y="56"/>
                    </a:cubicBezTo>
                    <a:cubicBezTo>
                      <a:pt x="24" y="55"/>
                      <a:pt x="24" y="55"/>
                      <a:pt x="24" y="55"/>
                    </a:cubicBezTo>
                    <a:lnTo>
                      <a:pt x="24" y="57"/>
                    </a:lnTo>
                    <a:cubicBezTo>
                      <a:pt x="25" y="58"/>
                      <a:pt x="25" y="60"/>
                      <a:pt x="25" y="61"/>
                    </a:cubicBezTo>
                    <a:cubicBezTo>
                      <a:pt x="25" y="60"/>
                      <a:pt x="25" y="60"/>
                      <a:pt x="25" y="60"/>
                    </a:cubicBezTo>
                    <a:cubicBezTo>
                      <a:pt x="25" y="60"/>
                      <a:pt x="26" y="61"/>
                      <a:pt x="27" y="62"/>
                    </a:cubicBezTo>
                    <a:cubicBezTo>
                      <a:pt x="27" y="63"/>
                      <a:pt x="28" y="64"/>
                      <a:pt x="28" y="65"/>
                    </a:cubicBezTo>
                    <a:cubicBezTo>
                      <a:pt x="28" y="64"/>
                      <a:pt x="28" y="64"/>
                      <a:pt x="28" y="64"/>
                    </a:cubicBezTo>
                    <a:cubicBezTo>
                      <a:pt x="30" y="66"/>
                      <a:pt x="31" y="68"/>
                      <a:pt x="32" y="69"/>
                    </a:cubicBezTo>
                    <a:cubicBezTo>
                      <a:pt x="38" y="75"/>
                      <a:pt x="45" y="79"/>
                      <a:pt x="51" y="85"/>
                    </a:cubicBezTo>
                    <a:cubicBezTo>
                      <a:pt x="56" y="88"/>
                      <a:pt x="60" y="92"/>
                      <a:pt x="65" y="95"/>
                    </a:cubicBezTo>
                    <a:lnTo>
                      <a:pt x="64" y="95"/>
                    </a:lnTo>
                    <a:cubicBezTo>
                      <a:pt x="66" y="95"/>
                      <a:pt x="66" y="96"/>
                      <a:pt x="67" y="97"/>
                    </a:cubicBezTo>
                    <a:lnTo>
                      <a:pt x="67" y="96"/>
                    </a:lnTo>
                    <a:cubicBezTo>
                      <a:pt x="72" y="100"/>
                      <a:pt x="77" y="104"/>
                      <a:pt x="81" y="108"/>
                    </a:cubicBezTo>
                    <a:cubicBezTo>
                      <a:pt x="85" y="113"/>
                      <a:pt x="86" y="118"/>
                      <a:pt x="86" y="124"/>
                    </a:cubicBezTo>
                    <a:cubicBezTo>
                      <a:pt x="86" y="130"/>
                      <a:pt x="82" y="136"/>
                      <a:pt x="78" y="140"/>
                    </a:cubicBezTo>
                    <a:cubicBezTo>
                      <a:pt x="74" y="144"/>
                      <a:pt x="69" y="146"/>
                      <a:pt x="63" y="149"/>
                    </a:cubicBezTo>
                    <a:cubicBezTo>
                      <a:pt x="58" y="151"/>
                      <a:pt x="53" y="152"/>
                      <a:pt x="48" y="154"/>
                    </a:cubicBezTo>
                    <a:cubicBezTo>
                      <a:pt x="41" y="156"/>
                      <a:pt x="34" y="158"/>
                      <a:pt x="27" y="160"/>
                    </a:cubicBezTo>
                    <a:cubicBezTo>
                      <a:pt x="26" y="160"/>
                      <a:pt x="25" y="160"/>
                      <a:pt x="24" y="160"/>
                    </a:cubicBezTo>
                    <a:cubicBezTo>
                      <a:pt x="20" y="160"/>
                      <a:pt x="15" y="156"/>
                      <a:pt x="14" y="1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9" name="Google Shape;5299;p70"/>
              <p:cNvSpPr/>
              <p:nvPr/>
            </p:nvSpPr>
            <p:spPr>
              <a:xfrm>
                <a:off x="236140" y="4200118"/>
                <a:ext cx="40320" cy="10584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294" extrusionOk="0">
                    <a:moveTo>
                      <a:pt x="30" y="290"/>
                    </a:moveTo>
                    <a:cubicBezTo>
                      <a:pt x="25" y="286"/>
                      <a:pt x="21" y="281"/>
                      <a:pt x="17" y="276"/>
                    </a:cubicBezTo>
                    <a:cubicBezTo>
                      <a:pt x="12" y="271"/>
                      <a:pt x="9" y="264"/>
                      <a:pt x="6" y="257"/>
                    </a:cubicBezTo>
                    <a:cubicBezTo>
                      <a:pt x="0" y="244"/>
                      <a:pt x="0" y="228"/>
                      <a:pt x="2" y="213"/>
                    </a:cubicBezTo>
                    <a:cubicBezTo>
                      <a:pt x="2" y="201"/>
                      <a:pt x="4" y="190"/>
                      <a:pt x="6" y="177"/>
                    </a:cubicBezTo>
                    <a:cubicBezTo>
                      <a:pt x="7" y="172"/>
                      <a:pt x="7" y="166"/>
                      <a:pt x="9" y="160"/>
                    </a:cubicBezTo>
                    <a:cubicBezTo>
                      <a:pt x="10" y="154"/>
                      <a:pt x="12" y="147"/>
                      <a:pt x="13" y="141"/>
                    </a:cubicBezTo>
                    <a:cubicBezTo>
                      <a:pt x="16" y="130"/>
                      <a:pt x="19" y="119"/>
                      <a:pt x="22" y="107"/>
                    </a:cubicBezTo>
                    <a:cubicBezTo>
                      <a:pt x="23" y="104"/>
                      <a:pt x="24" y="100"/>
                      <a:pt x="25" y="96"/>
                    </a:cubicBezTo>
                    <a:cubicBezTo>
                      <a:pt x="27" y="92"/>
                      <a:pt x="28" y="88"/>
                      <a:pt x="30" y="84"/>
                    </a:cubicBezTo>
                    <a:cubicBezTo>
                      <a:pt x="29" y="84"/>
                      <a:pt x="29" y="84"/>
                      <a:pt x="29" y="85"/>
                    </a:cubicBezTo>
                    <a:cubicBezTo>
                      <a:pt x="30" y="83"/>
                      <a:pt x="31" y="81"/>
                      <a:pt x="32" y="79"/>
                    </a:cubicBezTo>
                    <a:cubicBezTo>
                      <a:pt x="31" y="79"/>
                      <a:pt x="31" y="80"/>
                      <a:pt x="31" y="81"/>
                    </a:cubicBezTo>
                    <a:cubicBezTo>
                      <a:pt x="32" y="79"/>
                      <a:pt x="32" y="78"/>
                      <a:pt x="32" y="77"/>
                    </a:cubicBezTo>
                    <a:lnTo>
                      <a:pt x="32" y="78"/>
                    </a:lnTo>
                    <a:cubicBezTo>
                      <a:pt x="32" y="77"/>
                      <a:pt x="33" y="75"/>
                      <a:pt x="34" y="75"/>
                    </a:cubicBezTo>
                    <a:cubicBezTo>
                      <a:pt x="33" y="75"/>
                      <a:pt x="33" y="75"/>
                      <a:pt x="33" y="76"/>
                    </a:cubicBezTo>
                    <a:cubicBezTo>
                      <a:pt x="33" y="75"/>
                      <a:pt x="34" y="74"/>
                      <a:pt x="34" y="73"/>
                    </a:cubicBezTo>
                    <a:cubicBezTo>
                      <a:pt x="34" y="72"/>
                      <a:pt x="35" y="71"/>
                      <a:pt x="35" y="70"/>
                    </a:cubicBezTo>
                    <a:cubicBezTo>
                      <a:pt x="35" y="71"/>
                      <a:pt x="35" y="71"/>
                      <a:pt x="35" y="71"/>
                    </a:cubicBezTo>
                    <a:cubicBezTo>
                      <a:pt x="36" y="68"/>
                      <a:pt x="37" y="66"/>
                      <a:pt x="38" y="63"/>
                    </a:cubicBezTo>
                    <a:cubicBezTo>
                      <a:pt x="39" y="61"/>
                      <a:pt x="41" y="58"/>
                      <a:pt x="42" y="56"/>
                    </a:cubicBezTo>
                    <a:cubicBezTo>
                      <a:pt x="45" y="48"/>
                      <a:pt x="49" y="41"/>
                      <a:pt x="53" y="34"/>
                    </a:cubicBezTo>
                    <a:cubicBezTo>
                      <a:pt x="56" y="28"/>
                      <a:pt x="61" y="21"/>
                      <a:pt x="66" y="16"/>
                    </a:cubicBezTo>
                    <a:cubicBezTo>
                      <a:pt x="70" y="11"/>
                      <a:pt x="76" y="7"/>
                      <a:pt x="82" y="4"/>
                    </a:cubicBezTo>
                    <a:cubicBezTo>
                      <a:pt x="87" y="1"/>
                      <a:pt x="95" y="0"/>
                      <a:pt x="100" y="3"/>
                    </a:cubicBezTo>
                    <a:cubicBezTo>
                      <a:pt x="102" y="3"/>
                      <a:pt x="103" y="4"/>
                      <a:pt x="104" y="5"/>
                    </a:cubicBezTo>
                    <a:cubicBezTo>
                      <a:pt x="105" y="6"/>
                      <a:pt x="106" y="8"/>
                      <a:pt x="108" y="9"/>
                    </a:cubicBezTo>
                    <a:cubicBezTo>
                      <a:pt x="109" y="11"/>
                      <a:pt x="110" y="12"/>
                      <a:pt x="110" y="15"/>
                    </a:cubicBezTo>
                    <a:cubicBezTo>
                      <a:pt x="111" y="21"/>
                      <a:pt x="108" y="26"/>
                      <a:pt x="102" y="28"/>
                    </a:cubicBezTo>
                    <a:cubicBezTo>
                      <a:pt x="98" y="29"/>
                      <a:pt x="93" y="27"/>
                      <a:pt x="91" y="24"/>
                    </a:cubicBezTo>
                    <a:cubicBezTo>
                      <a:pt x="90" y="24"/>
                      <a:pt x="90" y="24"/>
                      <a:pt x="90" y="24"/>
                    </a:cubicBezTo>
                    <a:cubicBezTo>
                      <a:pt x="89" y="25"/>
                      <a:pt x="88" y="25"/>
                      <a:pt x="87" y="26"/>
                    </a:cubicBezTo>
                    <a:cubicBezTo>
                      <a:pt x="85" y="26"/>
                      <a:pt x="84" y="27"/>
                      <a:pt x="84" y="28"/>
                    </a:cubicBezTo>
                    <a:cubicBezTo>
                      <a:pt x="83" y="29"/>
                      <a:pt x="82" y="29"/>
                      <a:pt x="81" y="30"/>
                    </a:cubicBezTo>
                    <a:cubicBezTo>
                      <a:pt x="80" y="32"/>
                      <a:pt x="78" y="33"/>
                      <a:pt x="77" y="35"/>
                    </a:cubicBezTo>
                    <a:cubicBezTo>
                      <a:pt x="78" y="34"/>
                      <a:pt x="78" y="34"/>
                      <a:pt x="78" y="33"/>
                    </a:cubicBezTo>
                    <a:cubicBezTo>
                      <a:pt x="74" y="39"/>
                      <a:pt x="70" y="45"/>
                      <a:pt x="67" y="51"/>
                    </a:cubicBezTo>
                    <a:cubicBezTo>
                      <a:pt x="65" y="54"/>
                      <a:pt x="63" y="58"/>
                      <a:pt x="61" y="62"/>
                    </a:cubicBezTo>
                    <a:cubicBezTo>
                      <a:pt x="59" y="65"/>
                      <a:pt x="58" y="68"/>
                      <a:pt x="56" y="72"/>
                    </a:cubicBezTo>
                    <a:cubicBezTo>
                      <a:pt x="53" y="78"/>
                      <a:pt x="50" y="85"/>
                      <a:pt x="48" y="92"/>
                    </a:cubicBezTo>
                    <a:cubicBezTo>
                      <a:pt x="46" y="96"/>
                      <a:pt x="45" y="100"/>
                      <a:pt x="43" y="104"/>
                    </a:cubicBezTo>
                    <a:cubicBezTo>
                      <a:pt x="42" y="107"/>
                      <a:pt x="41" y="110"/>
                      <a:pt x="41" y="113"/>
                    </a:cubicBezTo>
                    <a:cubicBezTo>
                      <a:pt x="38" y="121"/>
                      <a:pt x="36" y="130"/>
                      <a:pt x="34" y="138"/>
                    </a:cubicBezTo>
                    <a:cubicBezTo>
                      <a:pt x="31" y="149"/>
                      <a:pt x="28" y="160"/>
                      <a:pt x="27" y="171"/>
                    </a:cubicBezTo>
                    <a:cubicBezTo>
                      <a:pt x="25" y="175"/>
                      <a:pt x="25" y="179"/>
                      <a:pt x="24" y="183"/>
                    </a:cubicBezTo>
                    <a:cubicBezTo>
                      <a:pt x="24" y="185"/>
                      <a:pt x="24" y="187"/>
                      <a:pt x="23" y="189"/>
                    </a:cubicBezTo>
                    <a:cubicBezTo>
                      <a:pt x="23" y="196"/>
                      <a:pt x="22" y="203"/>
                      <a:pt x="21" y="209"/>
                    </a:cubicBezTo>
                    <a:lnTo>
                      <a:pt x="21" y="208"/>
                    </a:lnTo>
                    <a:cubicBezTo>
                      <a:pt x="21" y="216"/>
                      <a:pt x="20" y="223"/>
                      <a:pt x="21" y="231"/>
                    </a:cubicBezTo>
                    <a:cubicBezTo>
                      <a:pt x="21" y="230"/>
                      <a:pt x="21" y="230"/>
                      <a:pt x="21" y="230"/>
                    </a:cubicBezTo>
                    <a:cubicBezTo>
                      <a:pt x="21" y="232"/>
                      <a:pt x="21" y="235"/>
                      <a:pt x="21" y="238"/>
                    </a:cubicBezTo>
                    <a:cubicBezTo>
                      <a:pt x="21" y="240"/>
                      <a:pt x="22" y="242"/>
                      <a:pt x="23" y="244"/>
                    </a:cubicBezTo>
                    <a:cubicBezTo>
                      <a:pt x="24" y="247"/>
                      <a:pt x="24" y="249"/>
                      <a:pt x="25" y="251"/>
                    </a:cubicBezTo>
                    <a:cubicBezTo>
                      <a:pt x="27" y="254"/>
                      <a:pt x="28" y="256"/>
                      <a:pt x="29" y="258"/>
                    </a:cubicBezTo>
                    <a:cubicBezTo>
                      <a:pt x="31" y="261"/>
                      <a:pt x="32" y="263"/>
                      <a:pt x="34" y="265"/>
                    </a:cubicBezTo>
                    <a:cubicBezTo>
                      <a:pt x="36" y="268"/>
                      <a:pt x="38" y="270"/>
                      <a:pt x="40" y="272"/>
                    </a:cubicBezTo>
                    <a:cubicBezTo>
                      <a:pt x="41" y="273"/>
                      <a:pt x="42" y="274"/>
                      <a:pt x="43" y="275"/>
                    </a:cubicBezTo>
                    <a:cubicBezTo>
                      <a:pt x="48" y="279"/>
                      <a:pt x="48" y="285"/>
                      <a:pt x="45" y="289"/>
                    </a:cubicBezTo>
                    <a:cubicBezTo>
                      <a:pt x="43" y="291"/>
                      <a:pt x="39" y="293"/>
                      <a:pt x="36" y="293"/>
                    </a:cubicBezTo>
                    <a:cubicBezTo>
                      <a:pt x="34" y="293"/>
                      <a:pt x="32" y="292"/>
                      <a:pt x="30" y="2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00" name="Google Shape;5300;p70"/>
              <p:cNvSpPr/>
              <p:nvPr/>
            </p:nvSpPr>
            <p:spPr>
              <a:xfrm>
                <a:off x="263140" y="4225318"/>
                <a:ext cx="38880" cy="65160"/>
              </a:xfrm>
              <a:custGeom>
                <a:avLst/>
                <a:gdLst/>
                <a:ahLst/>
                <a:cxnLst/>
                <a:rect l="l" t="t" r="r" b="b"/>
                <a:pathLst>
                  <a:path w="108" h="181" extrusionOk="0">
                    <a:moveTo>
                      <a:pt x="80" y="62"/>
                    </a:moveTo>
                    <a:cubicBezTo>
                      <a:pt x="81" y="60"/>
                      <a:pt x="82" y="57"/>
                      <a:pt x="82" y="55"/>
                    </a:cubicBezTo>
                    <a:cubicBezTo>
                      <a:pt x="83" y="51"/>
                      <a:pt x="84" y="46"/>
                      <a:pt x="84" y="42"/>
                    </a:cubicBezTo>
                    <a:cubicBezTo>
                      <a:pt x="85" y="37"/>
                      <a:pt x="85" y="32"/>
                      <a:pt x="85" y="27"/>
                    </a:cubicBezTo>
                    <a:cubicBezTo>
                      <a:pt x="84" y="28"/>
                      <a:pt x="84" y="29"/>
                      <a:pt x="84" y="30"/>
                    </a:cubicBezTo>
                    <a:cubicBezTo>
                      <a:pt x="83" y="32"/>
                      <a:pt x="83" y="35"/>
                      <a:pt x="82" y="36"/>
                    </a:cubicBezTo>
                    <a:cubicBezTo>
                      <a:pt x="81" y="40"/>
                      <a:pt x="80" y="43"/>
                      <a:pt x="80" y="46"/>
                    </a:cubicBezTo>
                    <a:cubicBezTo>
                      <a:pt x="80" y="50"/>
                      <a:pt x="80" y="53"/>
                      <a:pt x="80" y="55"/>
                    </a:cubicBezTo>
                    <a:cubicBezTo>
                      <a:pt x="80" y="58"/>
                      <a:pt x="80" y="60"/>
                      <a:pt x="80" y="62"/>
                    </a:cubicBezTo>
                    <a:moveTo>
                      <a:pt x="23" y="157"/>
                    </a:moveTo>
                    <a:lnTo>
                      <a:pt x="24" y="157"/>
                    </a:lnTo>
                    <a:cubicBezTo>
                      <a:pt x="24" y="156"/>
                      <a:pt x="24" y="156"/>
                      <a:pt x="24" y="156"/>
                    </a:cubicBezTo>
                    <a:cubicBezTo>
                      <a:pt x="25" y="156"/>
                      <a:pt x="26" y="156"/>
                      <a:pt x="26" y="155"/>
                    </a:cubicBezTo>
                    <a:cubicBezTo>
                      <a:pt x="27" y="154"/>
                      <a:pt x="29" y="152"/>
                      <a:pt x="30" y="151"/>
                    </a:cubicBezTo>
                    <a:cubicBezTo>
                      <a:pt x="31" y="150"/>
                      <a:pt x="33" y="149"/>
                      <a:pt x="33" y="148"/>
                    </a:cubicBezTo>
                    <a:cubicBezTo>
                      <a:pt x="33" y="148"/>
                      <a:pt x="32" y="148"/>
                      <a:pt x="31" y="148"/>
                    </a:cubicBezTo>
                    <a:lnTo>
                      <a:pt x="30" y="148"/>
                    </a:lnTo>
                    <a:lnTo>
                      <a:pt x="29" y="148"/>
                    </a:lnTo>
                    <a:lnTo>
                      <a:pt x="28" y="148"/>
                    </a:lnTo>
                    <a:cubicBezTo>
                      <a:pt x="28" y="149"/>
                      <a:pt x="27" y="149"/>
                      <a:pt x="27" y="149"/>
                    </a:cubicBezTo>
                    <a:cubicBezTo>
                      <a:pt x="27" y="149"/>
                      <a:pt x="26" y="149"/>
                      <a:pt x="26" y="150"/>
                    </a:cubicBezTo>
                    <a:lnTo>
                      <a:pt x="25" y="150"/>
                    </a:lnTo>
                    <a:lnTo>
                      <a:pt x="24" y="151"/>
                    </a:lnTo>
                    <a:cubicBezTo>
                      <a:pt x="24" y="152"/>
                      <a:pt x="24" y="152"/>
                      <a:pt x="24" y="152"/>
                    </a:cubicBezTo>
                    <a:lnTo>
                      <a:pt x="24" y="153"/>
                    </a:lnTo>
                    <a:lnTo>
                      <a:pt x="23" y="153"/>
                    </a:lnTo>
                    <a:lnTo>
                      <a:pt x="23" y="154"/>
                    </a:lnTo>
                    <a:cubicBezTo>
                      <a:pt x="23" y="155"/>
                      <a:pt x="23" y="155"/>
                      <a:pt x="23" y="156"/>
                    </a:cubicBezTo>
                    <a:lnTo>
                      <a:pt x="23" y="157"/>
                    </a:lnTo>
                    <a:moveTo>
                      <a:pt x="17" y="178"/>
                    </a:moveTo>
                    <a:cubicBezTo>
                      <a:pt x="12" y="177"/>
                      <a:pt x="8" y="174"/>
                      <a:pt x="5" y="170"/>
                    </a:cubicBezTo>
                    <a:cubicBezTo>
                      <a:pt x="0" y="162"/>
                      <a:pt x="0" y="150"/>
                      <a:pt x="5" y="142"/>
                    </a:cubicBezTo>
                    <a:cubicBezTo>
                      <a:pt x="10" y="132"/>
                      <a:pt x="20" y="126"/>
                      <a:pt x="31" y="126"/>
                    </a:cubicBezTo>
                    <a:cubicBezTo>
                      <a:pt x="36" y="125"/>
                      <a:pt x="42" y="127"/>
                      <a:pt x="47" y="128"/>
                    </a:cubicBezTo>
                    <a:lnTo>
                      <a:pt x="48" y="128"/>
                    </a:lnTo>
                    <a:cubicBezTo>
                      <a:pt x="51" y="122"/>
                      <a:pt x="55" y="116"/>
                      <a:pt x="59" y="109"/>
                    </a:cubicBezTo>
                    <a:cubicBezTo>
                      <a:pt x="59" y="110"/>
                      <a:pt x="58" y="110"/>
                      <a:pt x="58" y="110"/>
                    </a:cubicBezTo>
                    <a:cubicBezTo>
                      <a:pt x="64" y="100"/>
                      <a:pt x="69" y="89"/>
                      <a:pt x="74" y="78"/>
                    </a:cubicBezTo>
                    <a:cubicBezTo>
                      <a:pt x="73" y="78"/>
                      <a:pt x="72" y="79"/>
                      <a:pt x="70" y="79"/>
                    </a:cubicBezTo>
                    <a:cubicBezTo>
                      <a:pt x="63" y="79"/>
                      <a:pt x="58" y="74"/>
                      <a:pt x="58" y="67"/>
                    </a:cubicBezTo>
                    <a:cubicBezTo>
                      <a:pt x="58" y="62"/>
                      <a:pt x="58" y="55"/>
                      <a:pt x="58" y="50"/>
                    </a:cubicBezTo>
                    <a:cubicBezTo>
                      <a:pt x="59" y="44"/>
                      <a:pt x="59" y="38"/>
                      <a:pt x="61" y="32"/>
                    </a:cubicBezTo>
                    <a:cubicBezTo>
                      <a:pt x="62" y="28"/>
                      <a:pt x="63" y="25"/>
                      <a:pt x="64" y="21"/>
                    </a:cubicBezTo>
                    <a:cubicBezTo>
                      <a:pt x="66" y="15"/>
                      <a:pt x="70" y="8"/>
                      <a:pt x="75" y="4"/>
                    </a:cubicBezTo>
                    <a:cubicBezTo>
                      <a:pt x="78" y="2"/>
                      <a:pt x="80" y="1"/>
                      <a:pt x="84" y="1"/>
                    </a:cubicBezTo>
                    <a:cubicBezTo>
                      <a:pt x="87" y="0"/>
                      <a:pt x="90" y="1"/>
                      <a:pt x="94" y="2"/>
                    </a:cubicBezTo>
                    <a:cubicBezTo>
                      <a:pt x="100" y="4"/>
                      <a:pt x="104" y="8"/>
                      <a:pt x="105" y="14"/>
                    </a:cubicBezTo>
                    <a:cubicBezTo>
                      <a:pt x="107" y="21"/>
                      <a:pt x="107" y="28"/>
                      <a:pt x="107" y="35"/>
                    </a:cubicBezTo>
                    <a:cubicBezTo>
                      <a:pt x="106" y="42"/>
                      <a:pt x="105" y="50"/>
                      <a:pt x="102" y="58"/>
                    </a:cubicBezTo>
                    <a:cubicBezTo>
                      <a:pt x="100" y="70"/>
                      <a:pt x="96" y="81"/>
                      <a:pt x="90" y="92"/>
                    </a:cubicBezTo>
                    <a:cubicBezTo>
                      <a:pt x="88" y="97"/>
                      <a:pt x="85" y="103"/>
                      <a:pt x="83" y="108"/>
                    </a:cubicBezTo>
                    <a:cubicBezTo>
                      <a:pt x="80" y="114"/>
                      <a:pt x="77" y="119"/>
                      <a:pt x="73" y="125"/>
                    </a:cubicBezTo>
                    <a:cubicBezTo>
                      <a:pt x="71" y="129"/>
                      <a:pt x="69" y="134"/>
                      <a:pt x="66" y="138"/>
                    </a:cubicBezTo>
                    <a:cubicBezTo>
                      <a:pt x="68" y="139"/>
                      <a:pt x="70" y="141"/>
                      <a:pt x="73" y="143"/>
                    </a:cubicBezTo>
                    <a:cubicBezTo>
                      <a:pt x="82" y="148"/>
                      <a:pt x="91" y="153"/>
                      <a:pt x="100" y="158"/>
                    </a:cubicBezTo>
                    <a:cubicBezTo>
                      <a:pt x="104" y="161"/>
                      <a:pt x="105" y="169"/>
                      <a:pt x="102" y="173"/>
                    </a:cubicBezTo>
                    <a:cubicBezTo>
                      <a:pt x="101" y="175"/>
                      <a:pt x="99" y="177"/>
                      <a:pt x="96" y="177"/>
                    </a:cubicBezTo>
                    <a:cubicBezTo>
                      <a:pt x="93" y="178"/>
                      <a:pt x="90" y="177"/>
                      <a:pt x="88" y="176"/>
                    </a:cubicBezTo>
                    <a:cubicBezTo>
                      <a:pt x="81" y="172"/>
                      <a:pt x="74" y="169"/>
                      <a:pt x="68" y="164"/>
                    </a:cubicBezTo>
                    <a:cubicBezTo>
                      <a:pt x="65" y="163"/>
                      <a:pt x="61" y="161"/>
                      <a:pt x="58" y="159"/>
                    </a:cubicBezTo>
                    <a:cubicBezTo>
                      <a:pt x="57" y="158"/>
                      <a:pt x="55" y="157"/>
                      <a:pt x="54" y="156"/>
                    </a:cubicBezTo>
                    <a:cubicBezTo>
                      <a:pt x="54" y="157"/>
                      <a:pt x="53" y="157"/>
                      <a:pt x="52" y="158"/>
                    </a:cubicBezTo>
                    <a:cubicBezTo>
                      <a:pt x="52" y="159"/>
                      <a:pt x="52" y="159"/>
                      <a:pt x="51" y="160"/>
                    </a:cubicBezTo>
                    <a:cubicBezTo>
                      <a:pt x="51" y="159"/>
                      <a:pt x="51" y="159"/>
                      <a:pt x="52" y="159"/>
                    </a:cubicBezTo>
                    <a:cubicBezTo>
                      <a:pt x="51" y="160"/>
                      <a:pt x="51" y="160"/>
                      <a:pt x="50" y="161"/>
                    </a:cubicBezTo>
                    <a:lnTo>
                      <a:pt x="51" y="160"/>
                    </a:lnTo>
                    <a:cubicBezTo>
                      <a:pt x="48" y="164"/>
                      <a:pt x="45" y="167"/>
                      <a:pt x="42" y="170"/>
                    </a:cubicBezTo>
                    <a:cubicBezTo>
                      <a:pt x="38" y="174"/>
                      <a:pt x="35" y="176"/>
                      <a:pt x="30" y="178"/>
                    </a:cubicBezTo>
                    <a:cubicBezTo>
                      <a:pt x="28" y="179"/>
                      <a:pt x="25" y="180"/>
                      <a:pt x="22" y="180"/>
                    </a:cubicBezTo>
                    <a:cubicBezTo>
                      <a:pt x="20" y="180"/>
                      <a:pt x="19" y="179"/>
                      <a:pt x="17" y="1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01" name="Google Shape;5301;p70"/>
              <p:cNvSpPr/>
              <p:nvPr/>
            </p:nvSpPr>
            <p:spPr>
              <a:xfrm>
                <a:off x="338740" y="4238278"/>
                <a:ext cx="25920" cy="49320"/>
              </a:xfrm>
              <a:custGeom>
                <a:avLst/>
                <a:gdLst/>
                <a:ahLst/>
                <a:cxnLst/>
                <a:rect l="l" t="t" r="r" b="b"/>
                <a:pathLst>
                  <a:path w="72" h="137" extrusionOk="0">
                    <a:moveTo>
                      <a:pt x="49" y="130"/>
                    </a:moveTo>
                    <a:cubicBezTo>
                      <a:pt x="39" y="113"/>
                      <a:pt x="29" y="96"/>
                      <a:pt x="20" y="78"/>
                    </a:cubicBezTo>
                    <a:cubicBezTo>
                      <a:pt x="15" y="69"/>
                      <a:pt x="12" y="60"/>
                      <a:pt x="8" y="50"/>
                    </a:cubicBezTo>
                    <a:cubicBezTo>
                      <a:pt x="6" y="46"/>
                      <a:pt x="5" y="40"/>
                      <a:pt x="3" y="36"/>
                    </a:cubicBezTo>
                    <a:cubicBezTo>
                      <a:pt x="2" y="30"/>
                      <a:pt x="0" y="24"/>
                      <a:pt x="0" y="18"/>
                    </a:cubicBezTo>
                    <a:cubicBezTo>
                      <a:pt x="0" y="16"/>
                      <a:pt x="0" y="13"/>
                      <a:pt x="1" y="11"/>
                    </a:cubicBezTo>
                    <a:cubicBezTo>
                      <a:pt x="1" y="8"/>
                      <a:pt x="2" y="6"/>
                      <a:pt x="4" y="4"/>
                    </a:cubicBezTo>
                    <a:cubicBezTo>
                      <a:pt x="7" y="1"/>
                      <a:pt x="11" y="0"/>
                      <a:pt x="15" y="1"/>
                    </a:cubicBezTo>
                    <a:lnTo>
                      <a:pt x="16" y="1"/>
                    </a:lnTo>
                    <a:lnTo>
                      <a:pt x="15" y="1"/>
                    </a:lnTo>
                    <a:cubicBezTo>
                      <a:pt x="21" y="2"/>
                      <a:pt x="25" y="7"/>
                      <a:pt x="24" y="14"/>
                    </a:cubicBezTo>
                    <a:cubicBezTo>
                      <a:pt x="24" y="15"/>
                      <a:pt x="23" y="17"/>
                      <a:pt x="22" y="18"/>
                    </a:cubicBezTo>
                    <a:cubicBezTo>
                      <a:pt x="22" y="19"/>
                      <a:pt x="22" y="21"/>
                      <a:pt x="22" y="23"/>
                    </a:cubicBezTo>
                    <a:cubicBezTo>
                      <a:pt x="24" y="26"/>
                      <a:pt x="24" y="31"/>
                      <a:pt x="25" y="35"/>
                    </a:cubicBezTo>
                    <a:cubicBezTo>
                      <a:pt x="28" y="42"/>
                      <a:pt x="31" y="49"/>
                      <a:pt x="34" y="56"/>
                    </a:cubicBezTo>
                    <a:cubicBezTo>
                      <a:pt x="33" y="56"/>
                      <a:pt x="33" y="55"/>
                      <a:pt x="33" y="54"/>
                    </a:cubicBezTo>
                    <a:cubicBezTo>
                      <a:pt x="35" y="60"/>
                      <a:pt x="37" y="64"/>
                      <a:pt x="39" y="69"/>
                    </a:cubicBezTo>
                    <a:cubicBezTo>
                      <a:pt x="42" y="75"/>
                      <a:pt x="45" y="81"/>
                      <a:pt x="49" y="87"/>
                    </a:cubicBezTo>
                    <a:cubicBezTo>
                      <a:pt x="54" y="98"/>
                      <a:pt x="61" y="109"/>
                      <a:pt x="68" y="120"/>
                    </a:cubicBezTo>
                    <a:cubicBezTo>
                      <a:pt x="71" y="126"/>
                      <a:pt x="68" y="133"/>
                      <a:pt x="63" y="135"/>
                    </a:cubicBezTo>
                    <a:cubicBezTo>
                      <a:pt x="61" y="135"/>
                      <a:pt x="60" y="136"/>
                      <a:pt x="59" y="136"/>
                    </a:cubicBezTo>
                    <a:cubicBezTo>
                      <a:pt x="54" y="136"/>
                      <a:pt x="51" y="134"/>
                      <a:pt x="49" y="1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02" name="Google Shape;5302;p70"/>
              <p:cNvSpPr/>
              <p:nvPr/>
            </p:nvSpPr>
            <p:spPr>
              <a:xfrm>
                <a:off x="335140" y="4245838"/>
                <a:ext cx="44640" cy="5904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164" extrusionOk="0">
                    <a:moveTo>
                      <a:pt x="6" y="162"/>
                    </a:moveTo>
                    <a:cubicBezTo>
                      <a:pt x="2" y="160"/>
                      <a:pt x="0" y="154"/>
                      <a:pt x="2" y="149"/>
                    </a:cubicBezTo>
                    <a:cubicBezTo>
                      <a:pt x="7" y="137"/>
                      <a:pt x="12" y="126"/>
                      <a:pt x="17" y="114"/>
                    </a:cubicBezTo>
                    <a:cubicBezTo>
                      <a:pt x="22" y="103"/>
                      <a:pt x="28" y="94"/>
                      <a:pt x="34" y="85"/>
                    </a:cubicBezTo>
                    <a:cubicBezTo>
                      <a:pt x="39" y="75"/>
                      <a:pt x="46" y="66"/>
                      <a:pt x="52" y="56"/>
                    </a:cubicBezTo>
                    <a:cubicBezTo>
                      <a:pt x="56" y="51"/>
                      <a:pt x="60" y="45"/>
                      <a:pt x="64" y="40"/>
                    </a:cubicBezTo>
                    <a:cubicBezTo>
                      <a:pt x="67" y="35"/>
                      <a:pt x="71" y="30"/>
                      <a:pt x="76" y="25"/>
                    </a:cubicBezTo>
                    <a:cubicBezTo>
                      <a:pt x="77" y="22"/>
                      <a:pt x="80" y="21"/>
                      <a:pt x="81" y="18"/>
                    </a:cubicBezTo>
                    <a:cubicBezTo>
                      <a:pt x="85" y="14"/>
                      <a:pt x="89" y="10"/>
                      <a:pt x="93" y="7"/>
                    </a:cubicBezTo>
                    <a:cubicBezTo>
                      <a:pt x="97" y="4"/>
                      <a:pt x="101" y="1"/>
                      <a:pt x="105" y="0"/>
                    </a:cubicBezTo>
                    <a:cubicBezTo>
                      <a:pt x="108" y="0"/>
                      <a:pt x="111" y="0"/>
                      <a:pt x="114" y="1"/>
                    </a:cubicBezTo>
                    <a:cubicBezTo>
                      <a:pt x="120" y="2"/>
                      <a:pt x="123" y="9"/>
                      <a:pt x="122" y="15"/>
                    </a:cubicBezTo>
                    <a:cubicBezTo>
                      <a:pt x="120" y="20"/>
                      <a:pt x="115" y="24"/>
                      <a:pt x="109" y="22"/>
                    </a:cubicBezTo>
                    <a:cubicBezTo>
                      <a:pt x="108" y="24"/>
                      <a:pt x="107" y="24"/>
                      <a:pt x="106" y="25"/>
                    </a:cubicBezTo>
                    <a:cubicBezTo>
                      <a:pt x="102" y="28"/>
                      <a:pt x="99" y="31"/>
                      <a:pt x="96" y="34"/>
                    </a:cubicBezTo>
                    <a:cubicBezTo>
                      <a:pt x="91" y="40"/>
                      <a:pt x="85" y="46"/>
                      <a:pt x="81" y="52"/>
                    </a:cubicBezTo>
                    <a:lnTo>
                      <a:pt x="81" y="51"/>
                    </a:lnTo>
                    <a:cubicBezTo>
                      <a:pt x="77" y="56"/>
                      <a:pt x="73" y="62"/>
                      <a:pt x="69" y="67"/>
                    </a:cubicBezTo>
                    <a:cubicBezTo>
                      <a:pt x="66" y="72"/>
                      <a:pt x="63" y="77"/>
                      <a:pt x="59" y="82"/>
                    </a:cubicBezTo>
                    <a:cubicBezTo>
                      <a:pt x="53" y="91"/>
                      <a:pt x="47" y="100"/>
                      <a:pt x="42" y="110"/>
                    </a:cubicBezTo>
                    <a:cubicBezTo>
                      <a:pt x="39" y="114"/>
                      <a:pt x="38" y="117"/>
                      <a:pt x="36" y="121"/>
                    </a:cubicBezTo>
                    <a:cubicBezTo>
                      <a:pt x="34" y="125"/>
                      <a:pt x="32" y="128"/>
                      <a:pt x="31" y="133"/>
                    </a:cubicBezTo>
                    <a:cubicBezTo>
                      <a:pt x="27" y="141"/>
                      <a:pt x="23" y="149"/>
                      <a:pt x="20" y="158"/>
                    </a:cubicBezTo>
                    <a:cubicBezTo>
                      <a:pt x="18" y="161"/>
                      <a:pt x="14" y="163"/>
                      <a:pt x="10" y="163"/>
                    </a:cubicBezTo>
                    <a:cubicBezTo>
                      <a:pt x="9" y="163"/>
                      <a:pt x="7" y="163"/>
                      <a:pt x="6" y="1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03" name="Google Shape;5303;p70"/>
              <p:cNvSpPr/>
              <p:nvPr/>
            </p:nvSpPr>
            <p:spPr>
              <a:xfrm>
                <a:off x="389140" y="4265638"/>
                <a:ext cx="58320" cy="15120"/>
              </a:xfrm>
              <a:custGeom>
                <a:avLst/>
                <a:gdLst/>
                <a:ahLst/>
                <a:cxnLst/>
                <a:rect l="l" t="t" r="r" b="b"/>
                <a:pathLst>
                  <a:path w="162" h="42" extrusionOk="0">
                    <a:moveTo>
                      <a:pt x="7" y="40"/>
                    </a:moveTo>
                    <a:cubicBezTo>
                      <a:pt x="4" y="38"/>
                      <a:pt x="1" y="35"/>
                      <a:pt x="1" y="31"/>
                    </a:cubicBezTo>
                    <a:cubicBezTo>
                      <a:pt x="0" y="27"/>
                      <a:pt x="2" y="22"/>
                      <a:pt x="7" y="19"/>
                    </a:cubicBezTo>
                    <a:cubicBezTo>
                      <a:pt x="12" y="17"/>
                      <a:pt x="18" y="15"/>
                      <a:pt x="24" y="14"/>
                    </a:cubicBezTo>
                    <a:cubicBezTo>
                      <a:pt x="27" y="13"/>
                      <a:pt x="30" y="13"/>
                      <a:pt x="33" y="12"/>
                    </a:cubicBezTo>
                    <a:cubicBezTo>
                      <a:pt x="39" y="12"/>
                      <a:pt x="44" y="11"/>
                      <a:pt x="49" y="10"/>
                    </a:cubicBezTo>
                    <a:cubicBezTo>
                      <a:pt x="60" y="8"/>
                      <a:pt x="71" y="7"/>
                      <a:pt x="82" y="6"/>
                    </a:cubicBezTo>
                    <a:cubicBezTo>
                      <a:pt x="105" y="4"/>
                      <a:pt x="127" y="2"/>
                      <a:pt x="149" y="0"/>
                    </a:cubicBezTo>
                    <a:cubicBezTo>
                      <a:pt x="155" y="0"/>
                      <a:pt x="160" y="4"/>
                      <a:pt x="161" y="9"/>
                    </a:cubicBezTo>
                    <a:cubicBezTo>
                      <a:pt x="161" y="14"/>
                      <a:pt x="157" y="19"/>
                      <a:pt x="152" y="20"/>
                    </a:cubicBezTo>
                    <a:cubicBezTo>
                      <a:pt x="137" y="21"/>
                      <a:pt x="121" y="22"/>
                      <a:pt x="106" y="24"/>
                    </a:cubicBezTo>
                    <a:cubicBezTo>
                      <a:pt x="99" y="24"/>
                      <a:pt x="91" y="26"/>
                      <a:pt x="84" y="26"/>
                    </a:cubicBezTo>
                    <a:cubicBezTo>
                      <a:pt x="77" y="27"/>
                      <a:pt x="70" y="28"/>
                      <a:pt x="63" y="29"/>
                    </a:cubicBezTo>
                    <a:cubicBezTo>
                      <a:pt x="49" y="31"/>
                      <a:pt x="36" y="33"/>
                      <a:pt x="22" y="37"/>
                    </a:cubicBezTo>
                    <a:cubicBezTo>
                      <a:pt x="21" y="37"/>
                      <a:pt x="20" y="38"/>
                      <a:pt x="18" y="38"/>
                    </a:cubicBezTo>
                    <a:cubicBezTo>
                      <a:pt x="16" y="40"/>
                      <a:pt x="14" y="41"/>
                      <a:pt x="11" y="40"/>
                    </a:cubicBezTo>
                    <a:cubicBezTo>
                      <a:pt x="10" y="40"/>
                      <a:pt x="8" y="40"/>
                      <a:pt x="7" y="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04" name="Google Shape;5304;p70"/>
              <p:cNvSpPr/>
              <p:nvPr/>
            </p:nvSpPr>
            <p:spPr>
              <a:xfrm>
                <a:off x="457540" y="4225678"/>
                <a:ext cx="29520" cy="78480"/>
              </a:xfrm>
              <a:custGeom>
                <a:avLst/>
                <a:gdLst/>
                <a:ahLst/>
                <a:cxnLst/>
                <a:rect l="l" t="t" r="r" b="b"/>
                <a:pathLst>
                  <a:path w="82" h="218" extrusionOk="0">
                    <a:moveTo>
                      <a:pt x="9" y="217"/>
                    </a:moveTo>
                    <a:cubicBezTo>
                      <a:pt x="4" y="215"/>
                      <a:pt x="0" y="209"/>
                      <a:pt x="2" y="203"/>
                    </a:cubicBezTo>
                    <a:cubicBezTo>
                      <a:pt x="9" y="180"/>
                      <a:pt x="16" y="158"/>
                      <a:pt x="23" y="135"/>
                    </a:cubicBezTo>
                    <a:cubicBezTo>
                      <a:pt x="29" y="113"/>
                      <a:pt x="35" y="91"/>
                      <a:pt x="41" y="69"/>
                    </a:cubicBezTo>
                    <a:cubicBezTo>
                      <a:pt x="43" y="59"/>
                      <a:pt x="46" y="48"/>
                      <a:pt x="49" y="38"/>
                    </a:cubicBezTo>
                    <a:cubicBezTo>
                      <a:pt x="52" y="28"/>
                      <a:pt x="54" y="20"/>
                      <a:pt x="57" y="10"/>
                    </a:cubicBezTo>
                    <a:cubicBezTo>
                      <a:pt x="58" y="4"/>
                      <a:pt x="65" y="0"/>
                      <a:pt x="72" y="1"/>
                    </a:cubicBezTo>
                    <a:cubicBezTo>
                      <a:pt x="78" y="4"/>
                      <a:pt x="81" y="11"/>
                      <a:pt x="78" y="17"/>
                    </a:cubicBezTo>
                    <a:cubicBezTo>
                      <a:pt x="71" y="38"/>
                      <a:pt x="65" y="60"/>
                      <a:pt x="59" y="81"/>
                    </a:cubicBezTo>
                    <a:cubicBezTo>
                      <a:pt x="53" y="104"/>
                      <a:pt x="47" y="126"/>
                      <a:pt x="40" y="148"/>
                    </a:cubicBezTo>
                    <a:cubicBezTo>
                      <a:pt x="34" y="169"/>
                      <a:pt x="29" y="189"/>
                      <a:pt x="23" y="209"/>
                    </a:cubicBezTo>
                    <a:cubicBezTo>
                      <a:pt x="22" y="214"/>
                      <a:pt x="17" y="217"/>
                      <a:pt x="12" y="217"/>
                    </a:cubicBezTo>
                    <a:cubicBezTo>
                      <a:pt x="11" y="217"/>
                      <a:pt x="10" y="217"/>
                      <a:pt x="9" y="2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05" name="Google Shape;5305;p70"/>
              <p:cNvSpPr/>
              <p:nvPr/>
            </p:nvSpPr>
            <p:spPr>
              <a:xfrm>
                <a:off x="476260" y="4240798"/>
                <a:ext cx="21960" cy="55800"/>
              </a:xfrm>
              <a:custGeom>
                <a:avLst/>
                <a:gdLst/>
                <a:ahLst/>
                <a:cxnLst/>
                <a:rect l="l" t="t" r="r" b="b"/>
                <a:pathLst>
                  <a:path w="61" h="155" extrusionOk="0">
                    <a:moveTo>
                      <a:pt x="9" y="154"/>
                    </a:moveTo>
                    <a:cubicBezTo>
                      <a:pt x="7" y="153"/>
                      <a:pt x="4" y="152"/>
                      <a:pt x="2" y="149"/>
                    </a:cubicBezTo>
                    <a:cubicBezTo>
                      <a:pt x="1" y="147"/>
                      <a:pt x="0" y="144"/>
                      <a:pt x="1" y="140"/>
                    </a:cubicBezTo>
                    <a:cubicBezTo>
                      <a:pt x="1" y="139"/>
                      <a:pt x="2" y="138"/>
                      <a:pt x="2" y="137"/>
                    </a:cubicBezTo>
                    <a:cubicBezTo>
                      <a:pt x="2" y="137"/>
                      <a:pt x="2" y="136"/>
                      <a:pt x="2" y="135"/>
                    </a:cubicBezTo>
                    <a:cubicBezTo>
                      <a:pt x="7" y="116"/>
                      <a:pt x="11" y="96"/>
                      <a:pt x="16" y="77"/>
                    </a:cubicBezTo>
                    <a:cubicBezTo>
                      <a:pt x="18" y="67"/>
                      <a:pt x="20" y="59"/>
                      <a:pt x="22" y="50"/>
                    </a:cubicBezTo>
                    <a:cubicBezTo>
                      <a:pt x="23" y="42"/>
                      <a:pt x="26" y="35"/>
                      <a:pt x="27" y="28"/>
                    </a:cubicBezTo>
                    <a:cubicBezTo>
                      <a:pt x="30" y="22"/>
                      <a:pt x="32" y="17"/>
                      <a:pt x="35" y="11"/>
                    </a:cubicBezTo>
                    <a:cubicBezTo>
                      <a:pt x="37" y="8"/>
                      <a:pt x="39" y="5"/>
                      <a:pt x="43" y="3"/>
                    </a:cubicBezTo>
                    <a:lnTo>
                      <a:pt x="44" y="3"/>
                    </a:lnTo>
                    <a:cubicBezTo>
                      <a:pt x="50" y="0"/>
                      <a:pt x="57" y="4"/>
                      <a:pt x="59" y="11"/>
                    </a:cubicBezTo>
                    <a:cubicBezTo>
                      <a:pt x="60" y="15"/>
                      <a:pt x="58" y="20"/>
                      <a:pt x="54" y="22"/>
                    </a:cubicBezTo>
                    <a:cubicBezTo>
                      <a:pt x="53" y="24"/>
                      <a:pt x="53" y="24"/>
                      <a:pt x="52" y="25"/>
                    </a:cubicBezTo>
                    <a:cubicBezTo>
                      <a:pt x="51" y="28"/>
                      <a:pt x="50" y="29"/>
                      <a:pt x="50" y="32"/>
                    </a:cubicBezTo>
                    <a:cubicBezTo>
                      <a:pt x="46" y="41"/>
                      <a:pt x="43" y="51"/>
                      <a:pt x="41" y="61"/>
                    </a:cubicBezTo>
                    <a:cubicBezTo>
                      <a:pt x="34" y="89"/>
                      <a:pt x="28" y="117"/>
                      <a:pt x="22" y="145"/>
                    </a:cubicBezTo>
                    <a:cubicBezTo>
                      <a:pt x="21" y="151"/>
                      <a:pt x="16" y="154"/>
                      <a:pt x="11" y="154"/>
                    </a:cubicBezTo>
                    <a:cubicBezTo>
                      <a:pt x="11" y="154"/>
                      <a:pt x="10" y="154"/>
                      <a:pt x="9" y="1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06" name="Google Shape;5306;p70"/>
              <p:cNvSpPr/>
              <p:nvPr/>
            </p:nvSpPr>
            <p:spPr>
              <a:xfrm>
                <a:off x="446020" y="4217758"/>
                <a:ext cx="97200" cy="27360"/>
              </a:xfrm>
              <a:custGeom>
                <a:avLst/>
                <a:gdLst/>
                <a:ahLst/>
                <a:cxnLst/>
                <a:rect l="l" t="t" r="r" b="b"/>
                <a:pathLst>
                  <a:path w="270" h="76" extrusionOk="0">
                    <a:moveTo>
                      <a:pt x="11" y="74"/>
                    </a:moveTo>
                    <a:cubicBezTo>
                      <a:pt x="7" y="72"/>
                      <a:pt x="4" y="68"/>
                      <a:pt x="2" y="64"/>
                    </a:cubicBezTo>
                    <a:cubicBezTo>
                      <a:pt x="0" y="58"/>
                      <a:pt x="2" y="52"/>
                      <a:pt x="6" y="47"/>
                    </a:cubicBezTo>
                    <a:cubicBezTo>
                      <a:pt x="15" y="36"/>
                      <a:pt x="28" y="30"/>
                      <a:pt x="41" y="26"/>
                    </a:cubicBezTo>
                    <a:cubicBezTo>
                      <a:pt x="51" y="22"/>
                      <a:pt x="62" y="19"/>
                      <a:pt x="73" y="18"/>
                    </a:cubicBezTo>
                    <a:cubicBezTo>
                      <a:pt x="80" y="16"/>
                      <a:pt x="88" y="15"/>
                      <a:pt x="96" y="13"/>
                    </a:cubicBezTo>
                    <a:cubicBezTo>
                      <a:pt x="100" y="12"/>
                      <a:pt x="104" y="12"/>
                      <a:pt x="109" y="11"/>
                    </a:cubicBezTo>
                    <a:cubicBezTo>
                      <a:pt x="113" y="11"/>
                      <a:pt x="117" y="10"/>
                      <a:pt x="121" y="9"/>
                    </a:cubicBezTo>
                    <a:cubicBezTo>
                      <a:pt x="122" y="9"/>
                      <a:pt x="124" y="9"/>
                      <a:pt x="126" y="9"/>
                    </a:cubicBezTo>
                    <a:cubicBezTo>
                      <a:pt x="132" y="8"/>
                      <a:pt x="139" y="8"/>
                      <a:pt x="145" y="7"/>
                    </a:cubicBezTo>
                    <a:cubicBezTo>
                      <a:pt x="150" y="7"/>
                      <a:pt x="155" y="6"/>
                      <a:pt x="160" y="6"/>
                    </a:cubicBezTo>
                    <a:cubicBezTo>
                      <a:pt x="193" y="4"/>
                      <a:pt x="225" y="2"/>
                      <a:pt x="258" y="1"/>
                    </a:cubicBezTo>
                    <a:cubicBezTo>
                      <a:pt x="263" y="0"/>
                      <a:pt x="267" y="4"/>
                      <a:pt x="268" y="9"/>
                    </a:cubicBezTo>
                    <a:cubicBezTo>
                      <a:pt x="269" y="14"/>
                      <a:pt x="265" y="19"/>
                      <a:pt x="259" y="19"/>
                    </a:cubicBezTo>
                    <a:cubicBezTo>
                      <a:pt x="234" y="21"/>
                      <a:pt x="209" y="22"/>
                      <a:pt x="184" y="24"/>
                    </a:cubicBezTo>
                    <a:cubicBezTo>
                      <a:pt x="173" y="25"/>
                      <a:pt x="162" y="25"/>
                      <a:pt x="151" y="26"/>
                    </a:cubicBezTo>
                    <a:cubicBezTo>
                      <a:pt x="143" y="27"/>
                      <a:pt x="136" y="28"/>
                      <a:pt x="129" y="29"/>
                    </a:cubicBezTo>
                    <a:cubicBezTo>
                      <a:pt x="124" y="29"/>
                      <a:pt x="119" y="30"/>
                      <a:pt x="114" y="30"/>
                    </a:cubicBezTo>
                    <a:cubicBezTo>
                      <a:pt x="110" y="32"/>
                      <a:pt x="106" y="32"/>
                      <a:pt x="102" y="33"/>
                    </a:cubicBezTo>
                    <a:cubicBezTo>
                      <a:pt x="96" y="34"/>
                      <a:pt x="90" y="35"/>
                      <a:pt x="85" y="36"/>
                    </a:cubicBezTo>
                    <a:cubicBezTo>
                      <a:pt x="82" y="37"/>
                      <a:pt x="78" y="37"/>
                      <a:pt x="75" y="38"/>
                    </a:cubicBezTo>
                    <a:cubicBezTo>
                      <a:pt x="69" y="39"/>
                      <a:pt x="64" y="41"/>
                      <a:pt x="58" y="42"/>
                    </a:cubicBezTo>
                    <a:cubicBezTo>
                      <a:pt x="59" y="42"/>
                      <a:pt x="59" y="42"/>
                      <a:pt x="59" y="42"/>
                    </a:cubicBezTo>
                    <a:cubicBezTo>
                      <a:pt x="52" y="44"/>
                      <a:pt x="46" y="46"/>
                      <a:pt x="40" y="49"/>
                    </a:cubicBezTo>
                    <a:cubicBezTo>
                      <a:pt x="36" y="50"/>
                      <a:pt x="33" y="52"/>
                      <a:pt x="30" y="54"/>
                    </a:cubicBezTo>
                    <a:cubicBezTo>
                      <a:pt x="29" y="54"/>
                      <a:pt x="29" y="55"/>
                      <a:pt x="27" y="56"/>
                    </a:cubicBezTo>
                    <a:cubicBezTo>
                      <a:pt x="27" y="57"/>
                      <a:pt x="26" y="57"/>
                      <a:pt x="25" y="58"/>
                    </a:cubicBezTo>
                    <a:cubicBezTo>
                      <a:pt x="27" y="60"/>
                      <a:pt x="27" y="64"/>
                      <a:pt x="26" y="67"/>
                    </a:cubicBezTo>
                    <a:cubicBezTo>
                      <a:pt x="25" y="72"/>
                      <a:pt x="20" y="75"/>
                      <a:pt x="16" y="75"/>
                    </a:cubicBezTo>
                    <a:cubicBezTo>
                      <a:pt x="14" y="75"/>
                      <a:pt x="12" y="74"/>
                      <a:pt x="11" y="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07" name="Google Shape;5307;p70"/>
              <p:cNvSpPr/>
              <p:nvPr/>
            </p:nvSpPr>
            <p:spPr>
              <a:xfrm>
                <a:off x="504700" y="4214518"/>
                <a:ext cx="56160" cy="11988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333" extrusionOk="0">
                    <a:moveTo>
                      <a:pt x="9" y="331"/>
                    </a:moveTo>
                    <a:cubicBezTo>
                      <a:pt x="3" y="330"/>
                      <a:pt x="0" y="323"/>
                      <a:pt x="3" y="317"/>
                    </a:cubicBezTo>
                    <a:cubicBezTo>
                      <a:pt x="12" y="295"/>
                      <a:pt x="22" y="272"/>
                      <a:pt x="31" y="250"/>
                    </a:cubicBezTo>
                    <a:cubicBezTo>
                      <a:pt x="39" y="231"/>
                      <a:pt x="47" y="212"/>
                      <a:pt x="56" y="193"/>
                    </a:cubicBezTo>
                    <a:cubicBezTo>
                      <a:pt x="74" y="150"/>
                      <a:pt x="92" y="107"/>
                      <a:pt x="110" y="64"/>
                    </a:cubicBezTo>
                    <a:cubicBezTo>
                      <a:pt x="116" y="51"/>
                      <a:pt x="121" y="37"/>
                      <a:pt x="127" y="23"/>
                    </a:cubicBezTo>
                    <a:lnTo>
                      <a:pt x="127" y="24"/>
                    </a:lnTo>
                    <a:cubicBezTo>
                      <a:pt x="128" y="20"/>
                      <a:pt x="130" y="14"/>
                      <a:pt x="132" y="10"/>
                    </a:cubicBezTo>
                    <a:cubicBezTo>
                      <a:pt x="134" y="4"/>
                      <a:pt x="140" y="0"/>
                      <a:pt x="146" y="3"/>
                    </a:cubicBezTo>
                    <a:cubicBezTo>
                      <a:pt x="151" y="5"/>
                      <a:pt x="155" y="11"/>
                      <a:pt x="153" y="17"/>
                    </a:cubicBezTo>
                    <a:cubicBezTo>
                      <a:pt x="149" y="27"/>
                      <a:pt x="145" y="37"/>
                      <a:pt x="140" y="48"/>
                    </a:cubicBezTo>
                    <a:cubicBezTo>
                      <a:pt x="136" y="58"/>
                      <a:pt x="131" y="67"/>
                      <a:pt x="127" y="77"/>
                    </a:cubicBezTo>
                    <a:cubicBezTo>
                      <a:pt x="117" y="98"/>
                      <a:pt x="109" y="118"/>
                      <a:pt x="99" y="139"/>
                    </a:cubicBezTo>
                    <a:cubicBezTo>
                      <a:pt x="81" y="180"/>
                      <a:pt x="63" y="221"/>
                      <a:pt x="46" y="263"/>
                    </a:cubicBezTo>
                    <a:cubicBezTo>
                      <a:pt x="42" y="272"/>
                      <a:pt x="39" y="282"/>
                      <a:pt x="35" y="292"/>
                    </a:cubicBezTo>
                    <a:cubicBezTo>
                      <a:pt x="35" y="291"/>
                      <a:pt x="35" y="291"/>
                      <a:pt x="35" y="291"/>
                    </a:cubicBezTo>
                    <a:cubicBezTo>
                      <a:pt x="31" y="302"/>
                      <a:pt x="26" y="313"/>
                      <a:pt x="22" y="324"/>
                    </a:cubicBezTo>
                    <a:cubicBezTo>
                      <a:pt x="21" y="329"/>
                      <a:pt x="17" y="332"/>
                      <a:pt x="12" y="332"/>
                    </a:cubicBezTo>
                    <a:cubicBezTo>
                      <a:pt x="11" y="332"/>
                      <a:pt x="10" y="332"/>
                      <a:pt x="9" y="3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08" name="Google Shape;5308;p70"/>
              <p:cNvSpPr/>
              <p:nvPr/>
            </p:nvSpPr>
            <p:spPr>
              <a:xfrm>
                <a:off x="539620" y="4246918"/>
                <a:ext cx="3384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94" h="167" extrusionOk="0">
                    <a:moveTo>
                      <a:pt x="27" y="160"/>
                    </a:moveTo>
                    <a:cubicBezTo>
                      <a:pt x="24" y="155"/>
                      <a:pt x="26" y="148"/>
                      <a:pt x="31" y="145"/>
                    </a:cubicBezTo>
                    <a:cubicBezTo>
                      <a:pt x="32" y="145"/>
                      <a:pt x="33" y="144"/>
                      <a:pt x="34" y="143"/>
                    </a:cubicBezTo>
                    <a:cubicBezTo>
                      <a:pt x="39" y="140"/>
                      <a:pt x="44" y="136"/>
                      <a:pt x="49" y="132"/>
                    </a:cubicBezTo>
                    <a:cubicBezTo>
                      <a:pt x="52" y="131"/>
                      <a:pt x="53" y="129"/>
                      <a:pt x="56" y="127"/>
                    </a:cubicBezTo>
                    <a:cubicBezTo>
                      <a:pt x="58" y="125"/>
                      <a:pt x="60" y="123"/>
                      <a:pt x="62" y="120"/>
                    </a:cubicBezTo>
                    <a:cubicBezTo>
                      <a:pt x="63" y="118"/>
                      <a:pt x="64" y="116"/>
                      <a:pt x="65" y="114"/>
                    </a:cubicBezTo>
                    <a:cubicBezTo>
                      <a:pt x="66" y="113"/>
                      <a:pt x="67" y="111"/>
                      <a:pt x="67" y="110"/>
                    </a:cubicBezTo>
                    <a:cubicBezTo>
                      <a:pt x="67" y="109"/>
                      <a:pt x="68" y="109"/>
                      <a:pt x="68" y="108"/>
                    </a:cubicBezTo>
                    <a:cubicBezTo>
                      <a:pt x="68" y="107"/>
                      <a:pt x="69" y="106"/>
                      <a:pt x="69" y="104"/>
                    </a:cubicBezTo>
                    <a:lnTo>
                      <a:pt x="69" y="103"/>
                    </a:lnTo>
                    <a:lnTo>
                      <a:pt x="69" y="104"/>
                    </a:lnTo>
                    <a:lnTo>
                      <a:pt x="69" y="103"/>
                    </a:lnTo>
                    <a:lnTo>
                      <a:pt x="69" y="104"/>
                    </a:lnTo>
                    <a:cubicBezTo>
                      <a:pt x="69" y="103"/>
                      <a:pt x="69" y="102"/>
                      <a:pt x="69" y="101"/>
                    </a:cubicBezTo>
                    <a:cubicBezTo>
                      <a:pt x="69" y="100"/>
                      <a:pt x="68" y="100"/>
                      <a:pt x="68" y="99"/>
                    </a:cubicBezTo>
                    <a:lnTo>
                      <a:pt x="67" y="98"/>
                    </a:lnTo>
                    <a:cubicBezTo>
                      <a:pt x="67" y="97"/>
                      <a:pt x="67" y="97"/>
                      <a:pt x="67" y="97"/>
                    </a:cubicBezTo>
                    <a:cubicBezTo>
                      <a:pt x="66" y="96"/>
                      <a:pt x="66" y="96"/>
                      <a:pt x="66" y="95"/>
                    </a:cubicBezTo>
                    <a:cubicBezTo>
                      <a:pt x="65" y="95"/>
                      <a:pt x="65" y="94"/>
                      <a:pt x="64" y="93"/>
                    </a:cubicBezTo>
                    <a:cubicBezTo>
                      <a:pt x="65" y="93"/>
                      <a:pt x="65" y="93"/>
                      <a:pt x="65" y="94"/>
                    </a:cubicBezTo>
                    <a:cubicBezTo>
                      <a:pt x="65" y="93"/>
                      <a:pt x="65" y="93"/>
                      <a:pt x="64" y="93"/>
                    </a:cubicBezTo>
                    <a:lnTo>
                      <a:pt x="63" y="93"/>
                    </a:lnTo>
                    <a:cubicBezTo>
                      <a:pt x="64" y="93"/>
                      <a:pt x="64" y="93"/>
                      <a:pt x="64" y="93"/>
                    </a:cubicBezTo>
                    <a:cubicBezTo>
                      <a:pt x="64" y="93"/>
                      <a:pt x="63" y="93"/>
                      <a:pt x="63" y="92"/>
                    </a:cubicBezTo>
                    <a:cubicBezTo>
                      <a:pt x="62" y="92"/>
                      <a:pt x="61" y="91"/>
                      <a:pt x="60" y="90"/>
                    </a:cubicBezTo>
                    <a:cubicBezTo>
                      <a:pt x="59" y="90"/>
                      <a:pt x="58" y="89"/>
                      <a:pt x="57" y="89"/>
                    </a:cubicBezTo>
                    <a:cubicBezTo>
                      <a:pt x="56" y="89"/>
                      <a:pt x="54" y="88"/>
                      <a:pt x="53" y="88"/>
                    </a:cubicBezTo>
                    <a:cubicBezTo>
                      <a:pt x="51" y="88"/>
                      <a:pt x="49" y="87"/>
                      <a:pt x="48" y="87"/>
                    </a:cubicBezTo>
                    <a:cubicBezTo>
                      <a:pt x="45" y="87"/>
                      <a:pt x="41" y="87"/>
                      <a:pt x="37" y="86"/>
                    </a:cubicBezTo>
                    <a:cubicBezTo>
                      <a:pt x="32" y="84"/>
                      <a:pt x="28" y="79"/>
                      <a:pt x="28" y="74"/>
                    </a:cubicBezTo>
                    <a:cubicBezTo>
                      <a:pt x="28" y="69"/>
                      <a:pt x="31" y="65"/>
                      <a:pt x="34" y="62"/>
                    </a:cubicBezTo>
                    <a:cubicBezTo>
                      <a:pt x="35" y="60"/>
                      <a:pt x="37" y="58"/>
                      <a:pt x="38" y="56"/>
                    </a:cubicBezTo>
                    <a:cubicBezTo>
                      <a:pt x="40" y="52"/>
                      <a:pt x="42" y="48"/>
                      <a:pt x="44" y="44"/>
                    </a:cubicBezTo>
                    <a:cubicBezTo>
                      <a:pt x="44" y="43"/>
                      <a:pt x="45" y="42"/>
                      <a:pt x="45" y="40"/>
                    </a:cubicBezTo>
                    <a:cubicBezTo>
                      <a:pt x="45" y="39"/>
                      <a:pt x="45" y="37"/>
                      <a:pt x="45" y="36"/>
                    </a:cubicBezTo>
                    <a:cubicBezTo>
                      <a:pt x="46" y="35"/>
                      <a:pt x="46" y="33"/>
                      <a:pt x="46" y="32"/>
                    </a:cubicBezTo>
                    <a:cubicBezTo>
                      <a:pt x="46" y="31"/>
                      <a:pt x="46" y="30"/>
                      <a:pt x="45" y="30"/>
                    </a:cubicBezTo>
                    <a:cubicBezTo>
                      <a:pt x="45" y="29"/>
                      <a:pt x="45" y="29"/>
                      <a:pt x="45" y="29"/>
                    </a:cubicBezTo>
                    <a:cubicBezTo>
                      <a:pt x="45" y="28"/>
                      <a:pt x="45" y="28"/>
                      <a:pt x="45" y="28"/>
                    </a:cubicBezTo>
                    <a:cubicBezTo>
                      <a:pt x="45" y="29"/>
                      <a:pt x="45" y="29"/>
                      <a:pt x="45" y="29"/>
                    </a:cubicBezTo>
                    <a:lnTo>
                      <a:pt x="45" y="28"/>
                    </a:lnTo>
                    <a:cubicBezTo>
                      <a:pt x="45" y="28"/>
                      <a:pt x="45" y="27"/>
                      <a:pt x="44" y="27"/>
                    </a:cubicBezTo>
                    <a:cubicBezTo>
                      <a:pt x="44" y="26"/>
                      <a:pt x="44" y="25"/>
                      <a:pt x="42" y="25"/>
                    </a:cubicBezTo>
                    <a:cubicBezTo>
                      <a:pt x="43" y="25"/>
                      <a:pt x="44" y="25"/>
                      <a:pt x="44" y="26"/>
                    </a:cubicBezTo>
                    <a:cubicBezTo>
                      <a:pt x="43" y="25"/>
                      <a:pt x="42" y="25"/>
                      <a:pt x="42" y="24"/>
                    </a:cubicBezTo>
                    <a:cubicBezTo>
                      <a:pt x="42" y="23"/>
                      <a:pt x="42" y="23"/>
                      <a:pt x="41" y="23"/>
                    </a:cubicBezTo>
                    <a:lnTo>
                      <a:pt x="40" y="23"/>
                    </a:lnTo>
                    <a:lnTo>
                      <a:pt x="39" y="23"/>
                    </a:lnTo>
                    <a:lnTo>
                      <a:pt x="38" y="23"/>
                    </a:lnTo>
                    <a:cubicBezTo>
                      <a:pt x="37" y="23"/>
                      <a:pt x="36" y="24"/>
                      <a:pt x="35" y="25"/>
                    </a:cubicBezTo>
                    <a:cubicBezTo>
                      <a:pt x="34" y="25"/>
                      <a:pt x="33" y="26"/>
                      <a:pt x="32" y="26"/>
                    </a:cubicBezTo>
                    <a:cubicBezTo>
                      <a:pt x="31" y="26"/>
                      <a:pt x="31" y="27"/>
                      <a:pt x="30" y="28"/>
                    </a:cubicBezTo>
                    <a:cubicBezTo>
                      <a:pt x="29" y="28"/>
                      <a:pt x="28" y="29"/>
                      <a:pt x="27" y="30"/>
                    </a:cubicBezTo>
                    <a:cubicBezTo>
                      <a:pt x="27" y="30"/>
                      <a:pt x="27" y="31"/>
                      <a:pt x="26" y="31"/>
                    </a:cubicBezTo>
                    <a:cubicBezTo>
                      <a:pt x="26" y="32"/>
                      <a:pt x="25" y="32"/>
                      <a:pt x="25" y="32"/>
                    </a:cubicBezTo>
                    <a:cubicBezTo>
                      <a:pt x="25" y="33"/>
                      <a:pt x="25" y="33"/>
                      <a:pt x="25" y="33"/>
                    </a:cubicBezTo>
                    <a:cubicBezTo>
                      <a:pt x="25" y="34"/>
                      <a:pt x="25" y="35"/>
                      <a:pt x="24" y="35"/>
                    </a:cubicBezTo>
                    <a:cubicBezTo>
                      <a:pt x="25" y="35"/>
                      <a:pt x="25" y="34"/>
                      <a:pt x="25" y="34"/>
                    </a:cubicBezTo>
                    <a:cubicBezTo>
                      <a:pt x="25" y="35"/>
                      <a:pt x="24" y="35"/>
                      <a:pt x="24" y="36"/>
                    </a:cubicBezTo>
                    <a:cubicBezTo>
                      <a:pt x="23" y="42"/>
                      <a:pt x="16" y="45"/>
                      <a:pt x="10" y="43"/>
                    </a:cubicBezTo>
                    <a:cubicBezTo>
                      <a:pt x="5" y="41"/>
                      <a:pt x="0" y="35"/>
                      <a:pt x="3" y="29"/>
                    </a:cubicBezTo>
                    <a:lnTo>
                      <a:pt x="3" y="28"/>
                    </a:lnTo>
                    <a:cubicBezTo>
                      <a:pt x="4" y="26"/>
                      <a:pt x="5" y="25"/>
                      <a:pt x="6" y="23"/>
                    </a:cubicBezTo>
                    <a:cubicBezTo>
                      <a:pt x="7" y="19"/>
                      <a:pt x="9" y="16"/>
                      <a:pt x="12" y="14"/>
                    </a:cubicBezTo>
                    <a:cubicBezTo>
                      <a:pt x="17" y="9"/>
                      <a:pt x="23" y="5"/>
                      <a:pt x="30" y="2"/>
                    </a:cubicBezTo>
                    <a:cubicBezTo>
                      <a:pt x="37" y="0"/>
                      <a:pt x="44" y="0"/>
                      <a:pt x="51" y="4"/>
                    </a:cubicBezTo>
                    <a:cubicBezTo>
                      <a:pt x="58" y="7"/>
                      <a:pt x="63" y="13"/>
                      <a:pt x="65" y="20"/>
                    </a:cubicBezTo>
                    <a:cubicBezTo>
                      <a:pt x="68" y="28"/>
                      <a:pt x="67" y="35"/>
                      <a:pt x="66" y="43"/>
                    </a:cubicBezTo>
                    <a:cubicBezTo>
                      <a:pt x="65" y="49"/>
                      <a:pt x="62" y="55"/>
                      <a:pt x="60" y="61"/>
                    </a:cubicBezTo>
                    <a:cubicBezTo>
                      <a:pt x="59" y="63"/>
                      <a:pt x="58" y="65"/>
                      <a:pt x="57" y="67"/>
                    </a:cubicBezTo>
                    <a:cubicBezTo>
                      <a:pt x="58" y="67"/>
                      <a:pt x="58" y="67"/>
                      <a:pt x="59" y="67"/>
                    </a:cubicBezTo>
                    <a:cubicBezTo>
                      <a:pt x="66" y="69"/>
                      <a:pt x="73" y="72"/>
                      <a:pt x="79" y="78"/>
                    </a:cubicBezTo>
                    <a:cubicBezTo>
                      <a:pt x="90" y="88"/>
                      <a:pt x="93" y="104"/>
                      <a:pt x="87" y="119"/>
                    </a:cubicBezTo>
                    <a:cubicBezTo>
                      <a:pt x="84" y="126"/>
                      <a:pt x="79" y="133"/>
                      <a:pt x="74" y="139"/>
                    </a:cubicBezTo>
                    <a:cubicBezTo>
                      <a:pt x="70" y="143"/>
                      <a:pt x="65" y="148"/>
                      <a:pt x="60" y="152"/>
                    </a:cubicBezTo>
                    <a:cubicBezTo>
                      <a:pt x="54" y="157"/>
                      <a:pt x="48" y="161"/>
                      <a:pt x="41" y="165"/>
                    </a:cubicBezTo>
                    <a:cubicBezTo>
                      <a:pt x="40" y="166"/>
                      <a:pt x="38" y="166"/>
                      <a:pt x="37" y="166"/>
                    </a:cubicBezTo>
                    <a:cubicBezTo>
                      <a:pt x="32" y="166"/>
                      <a:pt x="28" y="164"/>
                      <a:pt x="27" y="1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09" name="Google Shape;5309;p70"/>
              <p:cNvSpPr/>
              <p:nvPr/>
            </p:nvSpPr>
            <p:spPr>
              <a:xfrm>
                <a:off x="583540" y="4196877"/>
                <a:ext cx="27360" cy="149040"/>
              </a:xfrm>
              <a:custGeom>
                <a:avLst/>
                <a:gdLst/>
                <a:ahLst/>
                <a:cxnLst/>
                <a:rect l="l" t="t" r="r" b="b"/>
                <a:pathLst>
                  <a:path w="76" h="414" extrusionOk="0">
                    <a:moveTo>
                      <a:pt x="5" y="410"/>
                    </a:moveTo>
                    <a:cubicBezTo>
                      <a:pt x="1" y="407"/>
                      <a:pt x="0" y="400"/>
                      <a:pt x="4" y="395"/>
                    </a:cubicBezTo>
                    <a:cubicBezTo>
                      <a:pt x="5" y="394"/>
                      <a:pt x="6" y="392"/>
                      <a:pt x="7" y="391"/>
                    </a:cubicBezTo>
                    <a:cubicBezTo>
                      <a:pt x="8" y="390"/>
                      <a:pt x="8" y="389"/>
                      <a:pt x="9" y="388"/>
                    </a:cubicBezTo>
                    <a:lnTo>
                      <a:pt x="10" y="388"/>
                    </a:lnTo>
                    <a:lnTo>
                      <a:pt x="10" y="387"/>
                    </a:lnTo>
                    <a:lnTo>
                      <a:pt x="11" y="387"/>
                    </a:lnTo>
                    <a:cubicBezTo>
                      <a:pt x="10" y="387"/>
                      <a:pt x="10" y="387"/>
                      <a:pt x="10" y="387"/>
                    </a:cubicBezTo>
                    <a:cubicBezTo>
                      <a:pt x="11" y="387"/>
                      <a:pt x="11" y="387"/>
                      <a:pt x="11" y="387"/>
                    </a:cubicBezTo>
                    <a:cubicBezTo>
                      <a:pt x="11" y="386"/>
                      <a:pt x="11" y="386"/>
                      <a:pt x="11" y="386"/>
                    </a:cubicBezTo>
                    <a:cubicBezTo>
                      <a:pt x="17" y="378"/>
                      <a:pt x="21" y="370"/>
                      <a:pt x="25" y="362"/>
                    </a:cubicBezTo>
                    <a:cubicBezTo>
                      <a:pt x="29" y="356"/>
                      <a:pt x="32" y="350"/>
                      <a:pt x="35" y="344"/>
                    </a:cubicBezTo>
                    <a:cubicBezTo>
                      <a:pt x="37" y="337"/>
                      <a:pt x="39" y="330"/>
                      <a:pt x="41" y="323"/>
                    </a:cubicBezTo>
                    <a:cubicBezTo>
                      <a:pt x="42" y="316"/>
                      <a:pt x="44" y="310"/>
                      <a:pt x="45" y="303"/>
                    </a:cubicBezTo>
                    <a:cubicBezTo>
                      <a:pt x="47" y="298"/>
                      <a:pt x="47" y="292"/>
                      <a:pt x="49" y="287"/>
                    </a:cubicBezTo>
                    <a:cubicBezTo>
                      <a:pt x="49" y="282"/>
                      <a:pt x="50" y="277"/>
                      <a:pt x="50" y="272"/>
                    </a:cubicBezTo>
                    <a:cubicBezTo>
                      <a:pt x="51" y="266"/>
                      <a:pt x="52" y="259"/>
                      <a:pt x="53" y="253"/>
                    </a:cubicBezTo>
                    <a:cubicBezTo>
                      <a:pt x="53" y="248"/>
                      <a:pt x="53" y="243"/>
                      <a:pt x="54" y="239"/>
                    </a:cubicBezTo>
                    <a:cubicBezTo>
                      <a:pt x="54" y="234"/>
                      <a:pt x="54" y="229"/>
                      <a:pt x="54" y="225"/>
                    </a:cubicBezTo>
                    <a:cubicBezTo>
                      <a:pt x="55" y="214"/>
                      <a:pt x="55" y="204"/>
                      <a:pt x="55" y="194"/>
                    </a:cubicBezTo>
                    <a:cubicBezTo>
                      <a:pt x="55" y="188"/>
                      <a:pt x="54" y="182"/>
                      <a:pt x="54" y="177"/>
                    </a:cubicBezTo>
                    <a:cubicBezTo>
                      <a:pt x="54" y="172"/>
                      <a:pt x="54" y="168"/>
                      <a:pt x="54" y="163"/>
                    </a:cubicBezTo>
                    <a:cubicBezTo>
                      <a:pt x="53" y="151"/>
                      <a:pt x="52" y="140"/>
                      <a:pt x="51" y="129"/>
                    </a:cubicBezTo>
                    <a:cubicBezTo>
                      <a:pt x="48" y="105"/>
                      <a:pt x="45" y="81"/>
                      <a:pt x="43" y="57"/>
                    </a:cubicBezTo>
                    <a:cubicBezTo>
                      <a:pt x="42" y="52"/>
                      <a:pt x="42" y="47"/>
                      <a:pt x="41" y="41"/>
                    </a:cubicBezTo>
                    <a:cubicBezTo>
                      <a:pt x="41" y="34"/>
                      <a:pt x="40" y="27"/>
                      <a:pt x="41" y="20"/>
                    </a:cubicBezTo>
                    <a:cubicBezTo>
                      <a:pt x="42" y="16"/>
                      <a:pt x="43" y="10"/>
                      <a:pt x="46" y="6"/>
                    </a:cubicBezTo>
                    <a:cubicBezTo>
                      <a:pt x="49" y="2"/>
                      <a:pt x="53" y="0"/>
                      <a:pt x="58" y="0"/>
                    </a:cubicBezTo>
                    <a:cubicBezTo>
                      <a:pt x="64" y="0"/>
                      <a:pt x="70" y="4"/>
                      <a:pt x="71" y="10"/>
                    </a:cubicBezTo>
                    <a:cubicBezTo>
                      <a:pt x="71" y="16"/>
                      <a:pt x="68" y="20"/>
                      <a:pt x="63" y="22"/>
                    </a:cubicBezTo>
                    <a:cubicBezTo>
                      <a:pt x="63" y="23"/>
                      <a:pt x="63" y="24"/>
                      <a:pt x="63" y="24"/>
                    </a:cubicBezTo>
                    <a:cubicBezTo>
                      <a:pt x="63" y="29"/>
                      <a:pt x="63" y="34"/>
                      <a:pt x="63" y="38"/>
                    </a:cubicBezTo>
                    <a:cubicBezTo>
                      <a:pt x="63" y="52"/>
                      <a:pt x="64" y="66"/>
                      <a:pt x="66" y="80"/>
                    </a:cubicBezTo>
                    <a:cubicBezTo>
                      <a:pt x="67" y="92"/>
                      <a:pt x="68" y="104"/>
                      <a:pt x="70" y="116"/>
                    </a:cubicBezTo>
                    <a:cubicBezTo>
                      <a:pt x="71" y="128"/>
                      <a:pt x="72" y="140"/>
                      <a:pt x="73" y="153"/>
                    </a:cubicBezTo>
                    <a:cubicBezTo>
                      <a:pt x="74" y="165"/>
                      <a:pt x="74" y="176"/>
                      <a:pt x="74" y="189"/>
                    </a:cubicBezTo>
                    <a:cubicBezTo>
                      <a:pt x="75" y="200"/>
                      <a:pt x="74" y="213"/>
                      <a:pt x="74" y="224"/>
                    </a:cubicBezTo>
                    <a:cubicBezTo>
                      <a:pt x="74" y="229"/>
                      <a:pt x="74" y="234"/>
                      <a:pt x="73" y="239"/>
                    </a:cubicBezTo>
                    <a:cubicBezTo>
                      <a:pt x="73" y="244"/>
                      <a:pt x="72" y="250"/>
                      <a:pt x="72" y="256"/>
                    </a:cubicBezTo>
                    <a:cubicBezTo>
                      <a:pt x="71" y="267"/>
                      <a:pt x="70" y="278"/>
                      <a:pt x="68" y="289"/>
                    </a:cubicBezTo>
                    <a:cubicBezTo>
                      <a:pt x="67" y="295"/>
                      <a:pt x="66" y="301"/>
                      <a:pt x="65" y="306"/>
                    </a:cubicBezTo>
                    <a:cubicBezTo>
                      <a:pt x="63" y="313"/>
                      <a:pt x="62" y="320"/>
                      <a:pt x="60" y="326"/>
                    </a:cubicBezTo>
                    <a:cubicBezTo>
                      <a:pt x="59" y="331"/>
                      <a:pt x="58" y="336"/>
                      <a:pt x="56" y="341"/>
                    </a:cubicBezTo>
                    <a:cubicBezTo>
                      <a:pt x="54" y="348"/>
                      <a:pt x="51" y="354"/>
                      <a:pt x="49" y="361"/>
                    </a:cubicBezTo>
                    <a:cubicBezTo>
                      <a:pt x="46" y="368"/>
                      <a:pt x="42" y="374"/>
                      <a:pt x="38" y="381"/>
                    </a:cubicBezTo>
                    <a:cubicBezTo>
                      <a:pt x="33" y="391"/>
                      <a:pt x="27" y="400"/>
                      <a:pt x="21" y="409"/>
                    </a:cubicBezTo>
                    <a:cubicBezTo>
                      <a:pt x="18" y="412"/>
                      <a:pt x="15" y="413"/>
                      <a:pt x="12" y="413"/>
                    </a:cubicBezTo>
                    <a:cubicBezTo>
                      <a:pt x="10" y="413"/>
                      <a:pt x="7" y="412"/>
                      <a:pt x="5" y="4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10" name="Google Shape;5310;p70"/>
              <p:cNvSpPr/>
              <p:nvPr/>
            </p:nvSpPr>
            <p:spPr>
              <a:xfrm>
                <a:off x="637540" y="4265278"/>
                <a:ext cx="31680" cy="11520"/>
              </a:xfrm>
              <a:custGeom>
                <a:avLst/>
                <a:gdLst/>
                <a:ahLst/>
                <a:cxnLst/>
                <a:rect l="l" t="t" r="r" b="b"/>
                <a:pathLst>
                  <a:path w="88" h="32" extrusionOk="0">
                    <a:moveTo>
                      <a:pt x="20" y="30"/>
                    </a:moveTo>
                    <a:cubicBezTo>
                      <a:pt x="13" y="29"/>
                      <a:pt x="5" y="27"/>
                      <a:pt x="2" y="20"/>
                    </a:cubicBezTo>
                    <a:cubicBezTo>
                      <a:pt x="0" y="14"/>
                      <a:pt x="3" y="7"/>
                      <a:pt x="9" y="5"/>
                    </a:cubicBezTo>
                    <a:cubicBezTo>
                      <a:pt x="10" y="5"/>
                      <a:pt x="12" y="4"/>
                      <a:pt x="14" y="4"/>
                    </a:cubicBezTo>
                    <a:cubicBezTo>
                      <a:pt x="17" y="5"/>
                      <a:pt x="20" y="6"/>
                      <a:pt x="22" y="8"/>
                    </a:cubicBezTo>
                    <a:cubicBezTo>
                      <a:pt x="25" y="9"/>
                      <a:pt x="28" y="9"/>
                      <a:pt x="31" y="9"/>
                    </a:cubicBezTo>
                    <a:cubicBezTo>
                      <a:pt x="32" y="9"/>
                      <a:pt x="32" y="9"/>
                      <a:pt x="32" y="9"/>
                    </a:cubicBezTo>
                    <a:cubicBezTo>
                      <a:pt x="34" y="9"/>
                      <a:pt x="36" y="10"/>
                      <a:pt x="38" y="10"/>
                    </a:cubicBezTo>
                    <a:cubicBezTo>
                      <a:pt x="40" y="9"/>
                      <a:pt x="43" y="9"/>
                      <a:pt x="45" y="9"/>
                    </a:cubicBezTo>
                    <a:cubicBezTo>
                      <a:pt x="50" y="8"/>
                      <a:pt x="55" y="7"/>
                      <a:pt x="59" y="6"/>
                    </a:cubicBezTo>
                    <a:cubicBezTo>
                      <a:pt x="63" y="5"/>
                      <a:pt x="68" y="3"/>
                      <a:pt x="72" y="2"/>
                    </a:cubicBezTo>
                    <a:cubicBezTo>
                      <a:pt x="77" y="0"/>
                      <a:pt x="83" y="2"/>
                      <a:pt x="85" y="8"/>
                    </a:cubicBezTo>
                    <a:cubicBezTo>
                      <a:pt x="87" y="13"/>
                      <a:pt x="84" y="20"/>
                      <a:pt x="79" y="21"/>
                    </a:cubicBezTo>
                    <a:cubicBezTo>
                      <a:pt x="69" y="25"/>
                      <a:pt x="58" y="29"/>
                      <a:pt x="48" y="30"/>
                    </a:cubicBezTo>
                    <a:cubicBezTo>
                      <a:pt x="44" y="31"/>
                      <a:pt x="40" y="31"/>
                      <a:pt x="36" y="31"/>
                    </a:cubicBezTo>
                    <a:cubicBezTo>
                      <a:pt x="30" y="31"/>
                      <a:pt x="25" y="31"/>
                      <a:pt x="20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11" name="Google Shape;5311;p70"/>
              <p:cNvSpPr/>
              <p:nvPr/>
            </p:nvSpPr>
            <p:spPr>
              <a:xfrm>
                <a:off x="650500" y="4239718"/>
                <a:ext cx="14040" cy="52920"/>
              </a:xfrm>
              <a:custGeom>
                <a:avLst/>
                <a:gdLst/>
                <a:ahLst/>
                <a:cxnLst/>
                <a:rect l="l" t="t" r="r" b="b"/>
                <a:pathLst>
                  <a:path w="39" h="147" extrusionOk="0">
                    <a:moveTo>
                      <a:pt x="9" y="146"/>
                    </a:moveTo>
                    <a:cubicBezTo>
                      <a:pt x="4" y="145"/>
                      <a:pt x="0" y="141"/>
                      <a:pt x="0" y="135"/>
                    </a:cubicBezTo>
                    <a:cubicBezTo>
                      <a:pt x="0" y="124"/>
                      <a:pt x="0" y="113"/>
                      <a:pt x="0" y="102"/>
                    </a:cubicBezTo>
                    <a:cubicBezTo>
                      <a:pt x="0" y="91"/>
                      <a:pt x="1" y="81"/>
                      <a:pt x="2" y="70"/>
                    </a:cubicBezTo>
                    <a:cubicBezTo>
                      <a:pt x="4" y="50"/>
                      <a:pt x="7" y="29"/>
                      <a:pt x="14" y="9"/>
                    </a:cubicBezTo>
                    <a:cubicBezTo>
                      <a:pt x="16" y="3"/>
                      <a:pt x="22" y="0"/>
                      <a:pt x="29" y="2"/>
                    </a:cubicBezTo>
                    <a:cubicBezTo>
                      <a:pt x="35" y="4"/>
                      <a:pt x="38" y="11"/>
                      <a:pt x="35" y="17"/>
                    </a:cubicBezTo>
                    <a:cubicBezTo>
                      <a:pt x="35" y="18"/>
                      <a:pt x="34" y="19"/>
                      <a:pt x="34" y="20"/>
                    </a:cubicBezTo>
                    <a:cubicBezTo>
                      <a:pt x="33" y="24"/>
                      <a:pt x="31" y="28"/>
                      <a:pt x="30" y="33"/>
                    </a:cubicBezTo>
                    <a:cubicBezTo>
                      <a:pt x="29" y="36"/>
                      <a:pt x="28" y="39"/>
                      <a:pt x="27" y="43"/>
                    </a:cubicBezTo>
                    <a:cubicBezTo>
                      <a:pt x="27" y="46"/>
                      <a:pt x="26" y="50"/>
                      <a:pt x="26" y="54"/>
                    </a:cubicBezTo>
                    <a:cubicBezTo>
                      <a:pt x="25" y="60"/>
                      <a:pt x="23" y="67"/>
                      <a:pt x="23" y="74"/>
                    </a:cubicBezTo>
                    <a:cubicBezTo>
                      <a:pt x="22" y="83"/>
                      <a:pt x="21" y="93"/>
                      <a:pt x="21" y="102"/>
                    </a:cubicBezTo>
                    <a:cubicBezTo>
                      <a:pt x="20" y="113"/>
                      <a:pt x="20" y="124"/>
                      <a:pt x="20" y="136"/>
                    </a:cubicBezTo>
                    <a:cubicBezTo>
                      <a:pt x="20" y="141"/>
                      <a:pt x="15" y="146"/>
                      <a:pt x="10" y="146"/>
                    </a:cubicBezTo>
                    <a:lnTo>
                      <a:pt x="9" y="14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12" name="Google Shape;5312;p70"/>
              <p:cNvSpPr/>
              <p:nvPr/>
            </p:nvSpPr>
            <p:spPr>
              <a:xfrm>
                <a:off x="687940" y="4213797"/>
                <a:ext cx="35640" cy="91440"/>
              </a:xfrm>
              <a:custGeom>
                <a:avLst/>
                <a:gdLst/>
                <a:ahLst/>
                <a:cxnLst/>
                <a:rect l="l" t="t" r="r" b="b"/>
                <a:pathLst>
                  <a:path w="99" h="254" extrusionOk="0">
                    <a:moveTo>
                      <a:pt x="24" y="253"/>
                    </a:moveTo>
                    <a:cubicBezTo>
                      <a:pt x="21" y="253"/>
                      <a:pt x="18" y="252"/>
                      <a:pt x="16" y="250"/>
                    </a:cubicBezTo>
                    <a:cubicBezTo>
                      <a:pt x="13" y="247"/>
                      <a:pt x="13" y="244"/>
                      <a:pt x="13" y="241"/>
                    </a:cubicBezTo>
                    <a:cubicBezTo>
                      <a:pt x="15" y="223"/>
                      <a:pt x="17" y="206"/>
                      <a:pt x="20" y="188"/>
                    </a:cubicBezTo>
                    <a:cubicBezTo>
                      <a:pt x="22" y="180"/>
                      <a:pt x="24" y="171"/>
                      <a:pt x="25" y="162"/>
                    </a:cubicBezTo>
                    <a:cubicBezTo>
                      <a:pt x="27" y="155"/>
                      <a:pt x="28" y="147"/>
                      <a:pt x="30" y="139"/>
                    </a:cubicBezTo>
                    <a:cubicBezTo>
                      <a:pt x="30" y="140"/>
                      <a:pt x="30" y="140"/>
                      <a:pt x="30" y="141"/>
                    </a:cubicBezTo>
                    <a:cubicBezTo>
                      <a:pt x="30" y="139"/>
                      <a:pt x="30" y="139"/>
                      <a:pt x="30" y="138"/>
                    </a:cubicBezTo>
                    <a:cubicBezTo>
                      <a:pt x="31" y="138"/>
                      <a:pt x="31" y="137"/>
                      <a:pt x="31" y="136"/>
                    </a:cubicBezTo>
                    <a:lnTo>
                      <a:pt x="31" y="135"/>
                    </a:lnTo>
                    <a:lnTo>
                      <a:pt x="31" y="136"/>
                    </a:lnTo>
                    <a:cubicBezTo>
                      <a:pt x="31" y="134"/>
                      <a:pt x="32" y="131"/>
                      <a:pt x="32" y="129"/>
                    </a:cubicBezTo>
                    <a:lnTo>
                      <a:pt x="32" y="130"/>
                    </a:lnTo>
                    <a:cubicBezTo>
                      <a:pt x="32" y="129"/>
                      <a:pt x="32" y="129"/>
                      <a:pt x="32" y="129"/>
                    </a:cubicBezTo>
                    <a:cubicBezTo>
                      <a:pt x="32" y="130"/>
                      <a:pt x="31" y="132"/>
                      <a:pt x="30" y="133"/>
                    </a:cubicBezTo>
                    <a:cubicBezTo>
                      <a:pt x="29" y="135"/>
                      <a:pt x="28" y="136"/>
                      <a:pt x="27" y="138"/>
                    </a:cubicBezTo>
                    <a:cubicBezTo>
                      <a:pt x="27" y="139"/>
                      <a:pt x="26" y="139"/>
                      <a:pt x="26" y="139"/>
                    </a:cubicBezTo>
                    <a:lnTo>
                      <a:pt x="27" y="139"/>
                    </a:lnTo>
                    <a:cubicBezTo>
                      <a:pt x="25" y="140"/>
                      <a:pt x="25" y="141"/>
                      <a:pt x="24" y="143"/>
                    </a:cubicBezTo>
                    <a:cubicBezTo>
                      <a:pt x="24" y="142"/>
                      <a:pt x="25" y="142"/>
                      <a:pt x="25" y="141"/>
                    </a:cubicBezTo>
                    <a:cubicBezTo>
                      <a:pt x="24" y="142"/>
                      <a:pt x="24" y="143"/>
                      <a:pt x="23" y="145"/>
                    </a:cubicBezTo>
                    <a:cubicBezTo>
                      <a:pt x="21" y="150"/>
                      <a:pt x="14" y="152"/>
                      <a:pt x="9" y="150"/>
                    </a:cubicBezTo>
                    <a:cubicBezTo>
                      <a:pt x="3" y="148"/>
                      <a:pt x="0" y="141"/>
                      <a:pt x="3" y="135"/>
                    </a:cubicBezTo>
                    <a:cubicBezTo>
                      <a:pt x="7" y="127"/>
                      <a:pt x="12" y="120"/>
                      <a:pt x="17" y="114"/>
                    </a:cubicBezTo>
                    <a:cubicBezTo>
                      <a:pt x="18" y="111"/>
                      <a:pt x="21" y="108"/>
                      <a:pt x="23" y="106"/>
                    </a:cubicBezTo>
                    <a:lnTo>
                      <a:pt x="22" y="107"/>
                    </a:lnTo>
                    <a:cubicBezTo>
                      <a:pt x="32" y="93"/>
                      <a:pt x="42" y="79"/>
                      <a:pt x="51" y="64"/>
                    </a:cubicBezTo>
                    <a:cubicBezTo>
                      <a:pt x="54" y="56"/>
                      <a:pt x="56" y="48"/>
                      <a:pt x="59" y="41"/>
                    </a:cubicBezTo>
                    <a:cubicBezTo>
                      <a:pt x="61" y="37"/>
                      <a:pt x="63" y="32"/>
                      <a:pt x="64" y="28"/>
                    </a:cubicBezTo>
                    <a:cubicBezTo>
                      <a:pt x="66" y="25"/>
                      <a:pt x="67" y="22"/>
                      <a:pt x="68" y="19"/>
                    </a:cubicBezTo>
                    <a:cubicBezTo>
                      <a:pt x="69" y="16"/>
                      <a:pt x="71" y="14"/>
                      <a:pt x="72" y="11"/>
                    </a:cubicBezTo>
                    <a:cubicBezTo>
                      <a:pt x="73" y="9"/>
                      <a:pt x="75" y="7"/>
                      <a:pt x="77" y="5"/>
                    </a:cubicBezTo>
                    <a:cubicBezTo>
                      <a:pt x="80" y="1"/>
                      <a:pt x="86" y="0"/>
                      <a:pt x="90" y="2"/>
                    </a:cubicBezTo>
                    <a:cubicBezTo>
                      <a:pt x="92" y="4"/>
                      <a:pt x="95" y="5"/>
                      <a:pt x="96" y="7"/>
                    </a:cubicBezTo>
                    <a:cubicBezTo>
                      <a:pt x="98" y="9"/>
                      <a:pt x="98" y="12"/>
                      <a:pt x="98" y="15"/>
                    </a:cubicBezTo>
                    <a:cubicBezTo>
                      <a:pt x="98" y="19"/>
                      <a:pt x="97" y="22"/>
                      <a:pt x="95" y="25"/>
                    </a:cubicBezTo>
                    <a:cubicBezTo>
                      <a:pt x="95" y="26"/>
                      <a:pt x="94" y="27"/>
                      <a:pt x="94" y="29"/>
                    </a:cubicBezTo>
                    <a:cubicBezTo>
                      <a:pt x="91" y="34"/>
                      <a:pt x="88" y="39"/>
                      <a:pt x="86" y="44"/>
                    </a:cubicBezTo>
                    <a:cubicBezTo>
                      <a:pt x="81" y="54"/>
                      <a:pt x="76" y="64"/>
                      <a:pt x="70" y="74"/>
                    </a:cubicBezTo>
                    <a:cubicBezTo>
                      <a:pt x="69" y="75"/>
                      <a:pt x="69" y="76"/>
                      <a:pt x="69" y="77"/>
                    </a:cubicBezTo>
                    <a:cubicBezTo>
                      <a:pt x="67" y="82"/>
                      <a:pt x="65" y="87"/>
                      <a:pt x="63" y="93"/>
                    </a:cubicBezTo>
                    <a:cubicBezTo>
                      <a:pt x="62" y="97"/>
                      <a:pt x="61" y="101"/>
                      <a:pt x="60" y="106"/>
                    </a:cubicBezTo>
                    <a:cubicBezTo>
                      <a:pt x="58" y="111"/>
                      <a:pt x="56" y="117"/>
                      <a:pt x="55" y="122"/>
                    </a:cubicBezTo>
                    <a:lnTo>
                      <a:pt x="55" y="123"/>
                    </a:lnTo>
                    <a:cubicBezTo>
                      <a:pt x="55" y="122"/>
                      <a:pt x="55" y="122"/>
                      <a:pt x="55" y="122"/>
                    </a:cubicBezTo>
                    <a:cubicBezTo>
                      <a:pt x="53" y="128"/>
                      <a:pt x="52" y="134"/>
                      <a:pt x="51" y="141"/>
                    </a:cubicBezTo>
                    <a:cubicBezTo>
                      <a:pt x="51" y="140"/>
                      <a:pt x="51" y="140"/>
                      <a:pt x="51" y="139"/>
                    </a:cubicBezTo>
                    <a:cubicBezTo>
                      <a:pt x="51" y="141"/>
                      <a:pt x="50" y="142"/>
                      <a:pt x="50" y="143"/>
                    </a:cubicBezTo>
                    <a:lnTo>
                      <a:pt x="50" y="144"/>
                    </a:lnTo>
                    <a:lnTo>
                      <a:pt x="50" y="145"/>
                    </a:lnTo>
                    <a:lnTo>
                      <a:pt x="49" y="145"/>
                    </a:lnTo>
                    <a:lnTo>
                      <a:pt x="49" y="146"/>
                    </a:lnTo>
                    <a:lnTo>
                      <a:pt x="49" y="145"/>
                    </a:lnTo>
                    <a:cubicBezTo>
                      <a:pt x="50" y="145"/>
                      <a:pt x="50" y="145"/>
                      <a:pt x="50" y="145"/>
                    </a:cubicBezTo>
                    <a:cubicBezTo>
                      <a:pt x="46" y="158"/>
                      <a:pt x="44" y="172"/>
                      <a:pt x="42" y="186"/>
                    </a:cubicBezTo>
                    <a:cubicBezTo>
                      <a:pt x="39" y="201"/>
                      <a:pt x="38" y="216"/>
                      <a:pt x="37" y="230"/>
                    </a:cubicBezTo>
                    <a:lnTo>
                      <a:pt x="37" y="231"/>
                    </a:lnTo>
                    <a:lnTo>
                      <a:pt x="36" y="231"/>
                    </a:lnTo>
                    <a:lnTo>
                      <a:pt x="37" y="231"/>
                    </a:lnTo>
                    <a:cubicBezTo>
                      <a:pt x="36" y="235"/>
                      <a:pt x="35" y="239"/>
                      <a:pt x="35" y="242"/>
                    </a:cubicBezTo>
                    <a:cubicBezTo>
                      <a:pt x="35" y="249"/>
                      <a:pt x="30" y="253"/>
                      <a:pt x="24" y="25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13" name="Google Shape;5313;p70"/>
              <p:cNvSpPr/>
              <p:nvPr/>
            </p:nvSpPr>
            <p:spPr>
              <a:xfrm>
                <a:off x="-969140" y="3740398"/>
                <a:ext cx="892800" cy="488880"/>
              </a:xfrm>
              <a:custGeom>
                <a:avLst/>
                <a:gdLst/>
                <a:ahLst/>
                <a:cxnLst/>
                <a:rect l="l" t="t" r="r" b="b"/>
                <a:pathLst>
                  <a:path w="2480" h="1358" extrusionOk="0">
                    <a:moveTo>
                      <a:pt x="123" y="1356"/>
                    </a:moveTo>
                    <a:cubicBezTo>
                      <a:pt x="107" y="1355"/>
                      <a:pt x="90" y="1354"/>
                      <a:pt x="73" y="1354"/>
                    </a:cubicBezTo>
                    <a:cubicBezTo>
                      <a:pt x="54" y="1353"/>
                      <a:pt x="36" y="1353"/>
                      <a:pt x="17" y="1352"/>
                    </a:cubicBezTo>
                    <a:cubicBezTo>
                      <a:pt x="8" y="1352"/>
                      <a:pt x="0" y="1345"/>
                      <a:pt x="0" y="1335"/>
                    </a:cubicBezTo>
                    <a:cubicBezTo>
                      <a:pt x="0" y="1326"/>
                      <a:pt x="8" y="1317"/>
                      <a:pt x="17" y="1318"/>
                    </a:cubicBezTo>
                    <a:cubicBezTo>
                      <a:pt x="40" y="1319"/>
                      <a:pt x="62" y="1320"/>
                      <a:pt x="84" y="1321"/>
                    </a:cubicBezTo>
                    <a:cubicBezTo>
                      <a:pt x="107" y="1322"/>
                      <a:pt x="129" y="1323"/>
                      <a:pt x="151" y="1323"/>
                    </a:cubicBezTo>
                    <a:cubicBezTo>
                      <a:pt x="175" y="1323"/>
                      <a:pt x="199" y="1323"/>
                      <a:pt x="223" y="1322"/>
                    </a:cubicBezTo>
                    <a:cubicBezTo>
                      <a:pt x="243" y="1322"/>
                      <a:pt x="263" y="1322"/>
                      <a:pt x="284" y="1320"/>
                    </a:cubicBezTo>
                    <a:cubicBezTo>
                      <a:pt x="323" y="1317"/>
                      <a:pt x="361" y="1313"/>
                      <a:pt x="399" y="1305"/>
                    </a:cubicBezTo>
                    <a:cubicBezTo>
                      <a:pt x="421" y="1301"/>
                      <a:pt x="442" y="1295"/>
                      <a:pt x="463" y="1290"/>
                    </a:cubicBezTo>
                    <a:cubicBezTo>
                      <a:pt x="488" y="1283"/>
                      <a:pt x="513" y="1276"/>
                      <a:pt x="537" y="1267"/>
                    </a:cubicBezTo>
                    <a:cubicBezTo>
                      <a:pt x="563" y="1259"/>
                      <a:pt x="588" y="1248"/>
                      <a:pt x="614" y="1235"/>
                    </a:cubicBezTo>
                    <a:cubicBezTo>
                      <a:pt x="641" y="1223"/>
                      <a:pt x="667" y="1210"/>
                      <a:pt x="694" y="1196"/>
                    </a:cubicBezTo>
                    <a:cubicBezTo>
                      <a:pt x="693" y="1197"/>
                      <a:pt x="693" y="1197"/>
                      <a:pt x="692" y="1197"/>
                    </a:cubicBezTo>
                    <a:cubicBezTo>
                      <a:pt x="714" y="1186"/>
                      <a:pt x="736" y="1175"/>
                      <a:pt x="757" y="1164"/>
                    </a:cubicBezTo>
                    <a:cubicBezTo>
                      <a:pt x="779" y="1152"/>
                      <a:pt x="800" y="1140"/>
                      <a:pt x="821" y="1128"/>
                    </a:cubicBezTo>
                    <a:cubicBezTo>
                      <a:pt x="863" y="1104"/>
                      <a:pt x="905" y="1079"/>
                      <a:pt x="946" y="1053"/>
                    </a:cubicBezTo>
                    <a:cubicBezTo>
                      <a:pt x="957" y="1046"/>
                      <a:pt x="968" y="1038"/>
                      <a:pt x="979" y="1031"/>
                    </a:cubicBezTo>
                    <a:cubicBezTo>
                      <a:pt x="997" y="1019"/>
                      <a:pt x="1016" y="1006"/>
                      <a:pt x="1034" y="992"/>
                    </a:cubicBezTo>
                    <a:cubicBezTo>
                      <a:pt x="1052" y="979"/>
                      <a:pt x="1069" y="966"/>
                      <a:pt x="1086" y="951"/>
                    </a:cubicBezTo>
                    <a:cubicBezTo>
                      <a:pt x="1095" y="943"/>
                      <a:pt x="1104" y="934"/>
                      <a:pt x="1113" y="925"/>
                    </a:cubicBezTo>
                    <a:cubicBezTo>
                      <a:pt x="1118" y="918"/>
                      <a:pt x="1123" y="912"/>
                      <a:pt x="1128" y="904"/>
                    </a:cubicBezTo>
                    <a:cubicBezTo>
                      <a:pt x="1135" y="894"/>
                      <a:pt x="1142" y="884"/>
                      <a:pt x="1148" y="873"/>
                    </a:cubicBezTo>
                    <a:cubicBezTo>
                      <a:pt x="1157" y="859"/>
                      <a:pt x="1165" y="846"/>
                      <a:pt x="1173" y="832"/>
                    </a:cubicBezTo>
                    <a:cubicBezTo>
                      <a:pt x="1179" y="819"/>
                      <a:pt x="1184" y="806"/>
                      <a:pt x="1189" y="793"/>
                    </a:cubicBezTo>
                    <a:cubicBezTo>
                      <a:pt x="1194" y="780"/>
                      <a:pt x="1198" y="766"/>
                      <a:pt x="1203" y="752"/>
                    </a:cubicBezTo>
                    <a:cubicBezTo>
                      <a:pt x="1203" y="753"/>
                      <a:pt x="1203" y="753"/>
                      <a:pt x="1202" y="755"/>
                    </a:cubicBezTo>
                    <a:cubicBezTo>
                      <a:pt x="1203" y="753"/>
                      <a:pt x="1203" y="751"/>
                      <a:pt x="1204" y="749"/>
                    </a:cubicBezTo>
                    <a:cubicBezTo>
                      <a:pt x="1204" y="750"/>
                      <a:pt x="1204" y="751"/>
                      <a:pt x="1203" y="752"/>
                    </a:cubicBezTo>
                    <a:cubicBezTo>
                      <a:pt x="1214" y="721"/>
                      <a:pt x="1224" y="690"/>
                      <a:pt x="1232" y="659"/>
                    </a:cubicBezTo>
                    <a:cubicBezTo>
                      <a:pt x="1239" y="630"/>
                      <a:pt x="1247" y="601"/>
                      <a:pt x="1257" y="573"/>
                    </a:cubicBezTo>
                    <a:lnTo>
                      <a:pt x="1257" y="572"/>
                    </a:lnTo>
                    <a:cubicBezTo>
                      <a:pt x="1265" y="548"/>
                      <a:pt x="1275" y="525"/>
                      <a:pt x="1285" y="502"/>
                    </a:cubicBezTo>
                    <a:cubicBezTo>
                      <a:pt x="1295" y="483"/>
                      <a:pt x="1305" y="464"/>
                      <a:pt x="1317" y="445"/>
                    </a:cubicBezTo>
                    <a:cubicBezTo>
                      <a:pt x="1342" y="402"/>
                      <a:pt x="1374" y="363"/>
                      <a:pt x="1409" y="328"/>
                    </a:cubicBezTo>
                    <a:cubicBezTo>
                      <a:pt x="1418" y="320"/>
                      <a:pt x="1426" y="312"/>
                      <a:pt x="1435" y="304"/>
                    </a:cubicBezTo>
                    <a:cubicBezTo>
                      <a:pt x="1434" y="304"/>
                      <a:pt x="1434" y="305"/>
                      <a:pt x="1434" y="305"/>
                    </a:cubicBezTo>
                    <a:cubicBezTo>
                      <a:pt x="1436" y="304"/>
                      <a:pt x="1437" y="302"/>
                      <a:pt x="1438" y="302"/>
                    </a:cubicBezTo>
                    <a:cubicBezTo>
                      <a:pt x="1437" y="302"/>
                      <a:pt x="1437" y="302"/>
                      <a:pt x="1437" y="302"/>
                    </a:cubicBezTo>
                    <a:cubicBezTo>
                      <a:pt x="1454" y="287"/>
                      <a:pt x="1472" y="273"/>
                      <a:pt x="1490" y="259"/>
                    </a:cubicBezTo>
                    <a:cubicBezTo>
                      <a:pt x="1509" y="245"/>
                      <a:pt x="1529" y="231"/>
                      <a:pt x="1550" y="219"/>
                    </a:cubicBezTo>
                    <a:cubicBezTo>
                      <a:pt x="1572" y="206"/>
                      <a:pt x="1595" y="192"/>
                      <a:pt x="1619" y="181"/>
                    </a:cubicBezTo>
                    <a:cubicBezTo>
                      <a:pt x="1641" y="170"/>
                      <a:pt x="1663" y="160"/>
                      <a:pt x="1686" y="151"/>
                    </a:cubicBezTo>
                    <a:cubicBezTo>
                      <a:pt x="1709" y="142"/>
                      <a:pt x="1732" y="134"/>
                      <a:pt x="1756" y="126"/>
                    </a:cubicBezTo>
                    <a:cubicBezTo>
                      <a:pt x="1780" y="118"/>
                      <a:pt x="1804" y="110"/>
                      <a:pt x="1829" y="102"/>
                    </a:cubicBezTo>
                    <a:cubicBezTo>
                      <a:pt x="1854" y="94"/>
                      <a:pt x="1880" y="87"/>
                      <a:pt x="1905" y="81"/>
                    </a:cubicBezTo>
                    <a:cubicBezTo>
                      <a:pt x="1929" y="75"/>
                      <a:pt x="1954" y="69"/>
                      <a:pt x="1977" y="64"/>
                    </a:cubicBezTo>
                    <a:cubicBezTo>
                      <a:pt x="2028" y="52"/>
                      <a:pt x="2079" y="43"/>
                      <a:pt x="2131" y="34"/>
                    </a:cubicBezTo>
                    <a:cubicBezTo>
                      <a:pt x="2181" y="26"/>
                      <a:pt x="2230" y="19"/>
                      <a:pt x="2280" y="13"/>
                    </a:cubicBezTo>
                    <a:cubicBezTo>
                      <a:pt x="2319" y="9"/>
                      <a:pt x="2357" y="7"/>
                      <a:pt x="2395" y="4"/>
                    </a:cubicBezTo>
                    <a:lnTo>
                      <a:pt x="2394" y="4"/>
                    </a:lnTo>
                    <a:cubicBezTo>
                      <a:pt x="2396" y="4"/>
                      <a:pt x="2398" y="4"/>
                      <a:pt x="2399" y="4"/>
                    </a:cubicBezTo>
                    <a:cubicBezTo>
                      <a:pt x="2398" y="4"/>
                      <a:pt x="2398" y="4"/>
                      <a:pt x="2397" y="4"/>
                    </a:cubicBezTo>
                    <a:cubicBezTo>
                      <a:pt x="2403" y="4"/>
                      <a:pt x="2409" y="4"/>
                      <a:pt x="2415" y="3"/>
                    </a:cubicBezTo>
                    <a:cubicBezTo>
                      <a:pt x="2421" y="2"/>
                      <a:pt x="2427" y="2"/>
                      <a:pt x="2434" y="2"/>
                    </a:cubicBezTo>
                    <a:cubicBezTo>
                      <a:pt x="2441" y="1"/>
                      <a:pt x="2448" y="1"/>
                      <a:pt x="2455" y="1"/>
                    </a:cubicBezTo>
                    <a:lnTo>
                      <a:pt x="2456" y="1"/>
                    </a:lnTo>
                    <a:cubicBezTo>
                      <a:pt x="2460" y="0"/>
                      <a:pt x="2466" y="0"/>
                      <a:pt x="2470" y="1"/>
                    </a:cubicBezTo>
                    <a:cubicBezTo>
                      <a:pt x="2471" y="2"/>
                      <a:pt x="2473" y="3"/>
                      <a:pt x="2474" y="4"/>
                    </a:cubicBezTo>
                    <a:cubicBezTo>
                      <a:pt x="2477" y="8"/>
                      <a:pt x="2479" y="12"/>
                      <a:pt x="2479" y="16"/>
                    </a:cubicBezTo>
                    <a:lnTo>
                      <a:pt x="2479" y="17"/>
                    </a:lnTo>
                    <a:lnTo>
                      <a:pt x="2479" y="18"/>
                    </a:lnTo>
                    <a:cubicBezTo>
                      <a:pt x="2479" y="20"/>
                      <a:pt x="2477" y="22"/>
                      <a:pt x="2476" y="25"/>
                    </a:cubicBezTo>
                    <a:cubicBezTo>
                      <a:pt x="2475" y="27"/>
                      <a:pt x="2473" y="29"/>
                      <a:pt x="2470" y="30"/>
                    </a:cubicBezTo>
                    <a:cubicBezTo>
                      <a:pt x="2467" y="33"/>
                      <a:pt x="2463" y="33"/>
                      <a:pt x="2460" y="33"/>
                    </a:cubicBezTo>
                    <a:cubicBezTo>
                      <a:pt x="2453" y="32"/>
                      <a:pt x="2447" y="33"/>
                      <a:pt x="2441" y="33"/>
                    </a:cubicBezTo>
                    <a:cubicBezTo>
                      <a:pt x="2430" y="33"/>
                      <a:pt x="2419" y="33"/>
                      <a:pt x="2409" y="34"/>
                    </a:cubicBezTo>
                    <a:cubicBezTo>
                      <a:pt x="2385" y="36"/>
                      <a:pt x="2361" y="38"/>
                      <a:pt x="2337" y="40"/>
                    </a:cubicBezTo>
                    <a:cubicBezTo>
                      <a:pt x="2312" y="43"/>
                      <a:pt x="2287" y="44"/>
                      <a:pt x="2262" y="47"/>
                    </a:cubicBezTo>
                    <a:cubicBezTo>
                      <a:pt x="2212" y="52"/>
                      <a:pt x="2162" y="60"/>
                      <a:pt x="2113" y="68"/>
                    </a:cubicBezTo>
                    <a:cubicBezTo>
                      <a:pt x="2087" y="72"/>
                      <a:pt x="2062" y="77"/>
                      <a:pt x="2037" y="82"/>
                    </a:cubicBezTo>
                    <a:cubicBezTo>
                      <a:pt x="2036" y="82"/>
                      <a:pt x="2036" y="82"/>
                      <a:pt x="2035" y="83"/>
                    </a:cubicBezTo>
                    <a:cubicBezTo>
                      <a:pt x="2036" y="83"/>
                      <a:pt x="2036" y="83"/>
                      <a:pt x="2036" y="82"/>
                    </a:cubicBezTo>
                    <a:cubicBezTo>
                      <a:pt x="1995" y="91"/>
                      <a:pt x="1955" y="100"/>
                      <a:pt x="1915" y="110"/>
                    </a:cubicBezTo>
                    <a:cubicBezTo>
                      <a:pt x="1875" y="121"/>
                      <a:pt x="1836" y="132"/>
                      <a:pt x="1797" y="146"/>
                    </a:cubicBezTo>
                    <a:cubicBezTo>
                      <a:pt x="1769" y="156"/>
                      <a:pt x="1741" y="166"/>
                      <a:pt x="1713" y="176"/>
                    </a:cubicBezTo>
                    <a:cubicBezTo>
                      <a:pt x="1685" y="187"/>
                      <a:pt x="1658" y="198"/>
                      <a:pt x="1631" y="212"/>
                    </a:cubicBezTo>
                    <a:cubicBezTo>
                      <a:pt x="1630" y="212"/>
                      <a:pt x="1629" y="212"/>
                      <a:pt x="1628" y="213"/>
                    </a:cubicBezTo>
                    <a:lnTo>
                      <a:pt x="1627" y="213"/>
                    </a:lnTo>
                    <a:cubicBezTo>
                      <a:pt x="1627" y="213"/>
                      <a:pt x="1626" y="214"/>
                      <a:pt x="1624" y="215"/>
                    </a:cubicBezTo>
                    <a:cubicBezTo>
                      <a:pt x="1625" y="215"/>
                      <a:pt x="1626" y="214"/>
                      <a:pt x="1626" y="214"/>
                    </a:cubicBezTo>
                    <a:cubicBezTo>
                      <a:pt x="1595" y="230"/>
                      <a:pt x="1566" y="247"/>
                      <a:pt x="1536" y="266"/>
                    </a:cubicBezTo>
                    <a:cubicBezTo>
                      <a:pt x="1510" y="284"/>
                      <a:pt x="1485" y="304"/>
                      <a:pt x="1461" y="325"/>
                    </a:cubicBezTo>
                    <a:cubicBezTo>
                      <a:pt x="1441" y="343"/>
                      <a:pt x="1422" y="363"/>
                      <a:pt x="1404" y="383"/>
                    </a:cubicBezTo>
                    <a:cubicBezTo>
                      <a:pt x="1388" y="401"/>
                      <a:pt x="1374" y="420"/>
                      <a:pt x="1360" y="439"/>
                    </a:cubicBezTo>
                    <a:cubicBezTo>
                      <a:pt x="1360" y="439"/>
                      <a:pt x="1361" y="439"/>
                      <a:pt x="1361" y="438"/>
                    </a:cubicBezTo>
                    <a:cubicBezTo>
                      <a:pt x="1361" y="439"/>
                      <a:pt x="1360" y="439"/>
                      <a:pt x="1360" y="439"/>
                    </a:cubicBezTo>
                    <a:cubicBezTo>
                      <a:pt x="1360" y="440"/>
                      <a:pt x="1360" y="440"/>
                      <a:pt x="1360" y="440"/>
                    </a:cubicBezTo>
                    <a:lnTo>
                      <a:pt x="1360" y="439"/>
                    </a:lnTo>
                    <a:cubicBezTo>
                      <a:pt x="1346" y="461"/>
                      <a:pt x="1334" y="482"/>
                      <a:pt x="1322" y="505"/>
                    </a:cubicBezTo>
                    <a:cubicBezTo>
                      <a:pt x="1316" y="517"/>
                      <a:pt x="1310" y="530"/>
                      <a:pt x="1304" y="543"/>
                    </a:cubicBezTo>
                    <a:cubicBezTo>
                      <a:pt x="1299" y="555"/>
                      <a:pt x="1295" y="569"/>
                      <a:pt x="1290" y="582"/>
                    </a:cubicBezTo>
                    <a:cubicBezTo>
                      <a:pt x="1282" y="604"/>
                      <a:pt x="1276" y="626"/>
                      <a:pt x="1270" y="649"/>
                    </a:cubicBezTo>
                    <a:cubicBezTo>
                      <a:pt x="1264" y="672"/>
                      <a:pt x="1257" y="695"/>
                      <a:pt x="1250" y="718"/>
                    </a:cubicBezTo>
                    <a:cubicBezTo>
                      <a:pt x="1243" y="741"/>
                      <a:pt x="1236" y="764"/>
                      <a:pt x="1228" y="787"/>
                    </a:cubicBezTo>
                    <a:cubicBezTo>
                      <a:pt x="1225" y="797"/>
                      <a:pt x="1221" y="806"/>
                      <a:pt x="1217" y="816"/>
                    </a:cubicBezTo>
                    <a:cubicBezTo>
                      <a:pt x="1213" y="826"/>
                      <a:pt x="1208" y="836"/>
                      <a:pt x="1203" y="846"/>
                    </a:cubicBezTo>
                    <a:cubicBezTo>
                      <a:pt x="1191" y="870"/>
                      <a:pt x="1178" y="893"/>
                      <a:pt x="1163" y="915"/>
                    </a:cubicBezTo>
                    <a:cubicBezTo>
                      <a:pt x="1158" y="923"/>
                      <a:pt x="1152" y="931"/>
                      <a:pt x="1146" y="938"/>
                    </a:cubicBezTo>
                    <a:cubicBezTo>
                      <a:pt x="1138" y="947"/>
                      <a:pt x="1130" y="955"/>
                      <a:pt x="1121" y="963"/>
                    </a:cubicBezTo>
                    <a:cubicBezTo>
                      <a:pt x="1104" y="979"/>
                      <a:pt x="1085" y="995"/>
                      <a:pt x="1067" y="1009"/>
                    </a:cubicBezTo>
                    <a:cubicBezTo>
                      <a:pt x="1048" y="1023"/>
                      <a:pt x="1029" y="1037"/>
                      <a:pt x="1010" y="1050"/>
                    </a:cubicBezTo>
                    <a:cubicBezTo>
                      <a:pt x="989" y="1064"/>
                      <a:pt x="968" y="1078"/>
                      <a:pt x="946" y="1091"/>
                    </a:cubicBezTo>
                    <a:cubicBezTo>
                      <a:pt x="926" y="1104"/>
                      <a:pt x="906" y="1117"/>
                      <a:pt x="886" y="1129"/>
                    </a:cubicBezTo>
                    <a:cubicBezTo>
                      <a:pt x="864" y="1143"/>
                      <a:pt x="842" y="1155"/>
                      <a:pt x="820" y="1167"/>
                    </a:cubicBezTo>
                    <a:cubicBezTo>
                      <a:pt x="777" y="1190"/>
                      <a:pt x="734" y="1213"/>
                      <a:pt x="690" y="1235"/>
                    </a:cubicBezTo>
                    <a:cubicBezTo>
                      <a:pt x="669" y="1246"/>
                      <a:pt x="647" y="1257"/>
                      <a:pt x="625" y="1267"/>
                    </a:cubicBezTo>
                    <a:cubicBezTo>
                      <a:pt x="603" y="1277"/>
                      <a:pt x="580" y="1287"/>
                      <a:pt x="558" y="1295"/>
                    </a:cubicBezTo>
                    <a:cubicBezTo>
                      <a:pt x="533" y="1304"/>
                      <a:pt x="508" y="1311"/>
                      <a:pt x="483" y="1319"/>
                    </a:cubicBezTo>
                    <a:cubicBezTo>
                      <a:pt x="460" y="1325"/>
                      <a:pt x="438" y="1331"/>
                      <a:pt x="415" y="1337"/>
                    </a:cubicBezTo>
                    <a:cubicBezTo>
                      <a:pt x="391" y="1341"/>
                      <a:pt x="368" y="1345"/>
                      <a:pt x="344" y="1348"/>
                    </a:cubicBezTo>
                    <a:cubicBezTo>
                      <a:pt x="320" y="1351"/>
                      <a:pt x="295" y="1353"/>
                      <a:pt x="270" y="1354"/>
                    </a:cubicBezTo>
                    <a:cubicBezTo>
                      <a:pt x="248" y="1355"/>
                      <a:pt x="225" y="1356"/>
                      <a:pt x="202" y="1357"/>
                    </a:cubicBezTo>
                    <a:cubicBezTo>
                      <a:pt x="196" y="1357"/>
                      <a:pt x="190" y="1357"/>
                      <a:pt x="184" y="1357"/>
                    </a:cubicBezTo>
                    <a:cubicBezTo>
                      <a:pt x="164" y="1357"/>
                      <a:pt x="143" y="1356"/>
                      <a:pt x="123" y="135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14" name="Google Shape;5314;p70"/>
              <p:cNvSpPr/>
              <p:nvPr/>
            </p:nvSpPr>
            <p:spPr>
              <a:xfrm>
                <a:off x="-530660" y="3427918"/>
                <a:ext cx="11880" cy="989280"/>
              </a:xfrm>
              <a:custGeom>
                <a:avLst/>
                <a:gdLst/>
                <a:ahLst/>
                <a:cxnLst/>
                <a:rect l="l" t="t" r="r" b="b"/>
                <a:pathLst>
                  <a:path w="33" h="2748" extrusionOk="0">
                    <a:moveTo>
                      <a:pt x="12" y="2737"/>
                    </a:moveTo>
                    <a:cubicBezTo>
                      <a:pt x="12" y="2731"/>
                      <a:pt x="12" y="2726"/>
                      <a:pt x="12" y="2720"/>
                    </a:cubicBezTo>
                    <a:cubicBezTo>
                      <a:pt x="12" y="2713"/>
                      <a:pt x="12" y="2705"/>
                      <a:pt x="12" y="2698"/>
                    </a:cubicBezTo>
                    <a:cubicBezTo>
                      <a:pt x="12" y="2684"/>
                      <a:pt x="12" y="2670"/>
                      <a:pt x="12" y="2656"/>
                    </a:cubicBezTo>
                    <a:cubicBezTo>
                      <a:pt x="12" y="2628"/>
                      <a:pt x="12" y="2599"/>
                      <a:pt x="12" y="2571"/>
                    </a:cubicBezTo>
                    <a:cubicBezTo>
                      <a:pt x="12" y="2513"/>
                      <a:pt x="11" y="2455"/>
                      <a:pt x="11" y="2397"/>
                    </a:cubicBezTo>
                    <a:cubicBezTo>
                      <a:pt x="11" y="2283"/>
                      <a:pt x="10" y="2169"/>
                      <a:pt x="10" y="2054"/>
                    </a:cubicBezTo>
                    <a:cubicBezTo>
                      <a:pt x="10" y="1942"/>
                      <a:pt x="8" y="1829"/>
                      <a:pt x="8" y="1716"/>
                    </a:cubicBezTo>
                    <a:cubicBezTo>
                      <a:pt x="7" y="1603"/>
                      <a:pt x="7" y="1490"/>
                      <a:pt x="7" y="1377"/>
                    </a:cubicBezTo>
                    <a:cubicBezTo>
                      <a:pt x="6" y="1263"/>
                      <a:pt x="6" y="1148"/>
                      <a:pt x="6" y="1034"/>
                    </a:cubicBezTo>
                    <a:cubicBezTo>
                      <a:pt x="5" y="917"/>
                      <a:pt x="4" y="801"/>
                      <a:pt x="4" y="685"/>
                    </a:cubicBezTo>
                    <a:cubicBezTo>
                      <a:pt x="3" y="572"/>
                      <a:pt x="3" y="457"/>
                      <a:pt x="2" y="344"/>
                    </a:cubicBezTo>
                    <a:cubicBezTo>
                      <a:pt x="1" y="234"/>
                      <a:pt x="1" y="124"/>
                      <a:pt x="0" y="15"/>
                    </a:cubicBezTo>
                    <a:cubicBezTo>
                      <a:pt x="0" y="13"/>
                      <a:pt x="0" y="12"/>
                      <a:pt x="0" y="10"/>
                    </a:cubicBezTo>
                    <a:cubicBezTo>
                      <a:pt x="0" y="5"/>
                      <a:pt x="4" y="0"/>
                      <a:pt x="10" y="0"/>
                    </a:cubicBezTo>
                    <a:cubicBezTo>
                      <a:pt x="15" y="0"/>
                      <a:pt x="20" y="5"/>
                      <a:pt x="20" y="10"/>
                    </a:cubicBezTo>
                    <a:cubicBezTo>
                      <a:pt x="20" y="38"/>
                      <a:pt x="19" y="65"/>
                      <a:pt x="20" y="93"/>
                    </a:cubicBezTo>
                    <a:cubicBezTo>
                      <a:pt x="20" y="121"/>
                      <a:pt x="20" y="149"/>
                      <a:pt x="20" y="177"/>
                    </a:cubicBezTo>
                    <a:cubicBezTo>
                      <a:pt x="20" y="232"/>
                      <a:pt x="21" y="287"/>
                      <a:pt x="21" y="342"/>
                    </a:cubicBezTo>
                    <a:cubicBezTo>
                      <a:pt x="21" y="399"/>
                      <a:pt x="21" y="456"/>
                      <a:pt x="21" y="513"/>
                    </a:cubicBezTo>
                    <a:cubicBezTo>
                      <a:pt x="21" y="570"/>
                      <a:pt x="22" y="627"/>
                      <a:pt x="22" y="684"/>
                    </a:cubicBezTo>
                    <a:cubicBezTo>
                      <a:pt x="22" y="799"/>
                      <a:pt x="23" y="915"/>
                      <a:pt x="24" y="1031"/>
                    </a:cubicBezTo>
                    <a:cubicBezTo>
                      <a:pt x="24" y="1088"/>
                      <a:pt x="24" y="1145"/>
                      <a:pt x="24" y="1203"/>
                    </a:cubicBezTo>
                    <a:cubicBezTo>
                      <a:pt x="25" y="1260"/>
                      <a:pt x="25" y="1317"/>
                      <a:pt x="25" y="1375"/>
                    </a:cubicBezTo>
                    <a:cubicBezTo>
                      <a:pt x="26" y="1488"/>
                      <a:pt x="26" y="1602"/>
                      <a:pt x="27" y="1715"/>
                    </a:cubicBezTo>
                    <a:cubicBezTo>
                      <a:pt x="27" y="1828"/>
                      <a:pt x="28" y="1941"/>
                      <a:pt x="28" y="2054"/>
                    </a:cubicBezTo>
                    <a:cubicBezTo>
                      <a:pt x="29" y="2167"/>
                      <a:pt x="29" y="2281"/>
                      <a:pt x="29" y="2395"/>
                    </a:cubicBezTo>
                    <a:cubicBezTo>
                      <a:pt x="30" y="2452"/>
                      <a:pt x="30" y="2510"/>
                      <a:pt x="31" y="2568"/>
                    </a:cubicBezTo>
                    <a:cubicBezTo>
                      <a:pt x="31" y="2597"/>
                      <a:pt x="31" y="2625"/>
                      <a:pt x="31" y="2654"/>
                    </a:cubicBezTo>
                    <a:cubicBezTo>
                      <a:pt x="31" y="2668"/>
                      <a:pt x="31" y="2683"/>
                      <a:pt x="31" y="2697"/>
                    </a:cubicBezTo>
                    <a:cubicBezTo>
                      <a:pt x="31" y="2710"/>
                      <a:pt x="32" y="2723"/>
                      <a:pt x="32" y="2736"/>
                    </a:cubicBezTo>
                    <a:cubicBezTo>
                      <a:pt x="32" y="2737"/>
                      <a:pt x="32" y="2737"/>
                      <a:pt x="32" y="2737"/>
                    </a:cubicBezTo>
                    <a:cubicBezTo>
                      <a:pt x="32" y="2742"/>
                      <a:pt x="28" y="2747"/>
                      <a:pt x="22" y="2747"/>
                    </a:cubicBezTo>
                    <a:cubicBezTo>
                      <a:pt x="17" y="2747"/>
                      <a:pt x="12" y="2742"/>
                      <a:pt x="12" y="27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15" name="Google Shape;5315;p70"/>
              <p:cNvSpPr/>
              <p:nvPr/>
            </p:nvSpPr>
            <p:spPr>
              <a:xfrm>
                <a:off x="-1039340" y="3976198"/>
                <a:ext cx="1027080" cy="13680"/>
              </a:xfrm>
              <a:custGeom>
                <a:avLst/>
                <a:gdLst/>
                <a:ahLst/>
                <a:cxnLst/>
                <a:rect l="l" t="t" r="r" b="b"/>
                <a:pathLst>
                  <a:path w="2853" h="38" extrusionOk="0">
                    <a:moveTo>
                      <a:pt x="0" y="27"/>
                    </a:moveTo>
                    <a:cubicBezTo>
                      <a:pt x="0" y="22"/>
                      <a:pt x="4" y="17"/>
                      <a:pt x="10" y="17"/>
                    </a:cubicBezTo>
                    <a:cubicBezTo>
                      <a:pt x="14" y="17"/>
                      <a:pt x="18" y="17"/>
                      <a:pt x="23" y="17"/>
                    </a:cubicBezTo>
                    <a:cubicBezTo>
                      <a:pt x="30" y="17"/>
                      <a:pt x="36" y="17"/>
                      <a:pt x="43" y="17"/>
                    </a:cubicBezTo>
                    <a:cubicBezTo>
                      <a:pt x="59" y="17"/>
                      <a:pt x="73" y="17"/>
                      <a:pt x="88" y="17"/>
                    </a:cubicBezTo>
                    <a:cubicBezTo>
                      <a:pt x="117" y="17"/>
                      <a:pt x="147" y="17"/>
                      <a:pt x="176" y="17"/>
                    </a:cubicBezTo>
                    <a:cubicBezTo>
                      <a:pt x="237" y="17"/>
                      <a:pt x="298" y="17"/>
                      <a:pt x="359" y="16"/>
                    </a:cubicBezTo>
                    <a:cubicBezTo>
                      <a:pt x="478" y="15"/>
                      <a:pt x="596" y="15"/>
                      <a:pt x="714" y="14"/>
                    </a:cubicBezTo>
                    <a:cubicBezTo>
                      <a:pt x="836" y="13"/>
                      <a:pt x="959" y="13"/>
                      <a:pt x="1081" y="12"/>
                    </a:cubicBezTo>
                    <a:cubicBezTo>
                      <a:pt x="1203" y="12"/>
                      <a:pt x="1326" y="11"/>
                      <a:pt x="1449" y="10"/>
                    </a:cubicBezTo>
                    <a:cubicBezTo>
                      <a:pt x="1572" y="9"/>
                      <a:pt x="1695" y="9"/>
                      <a:pt x="1818" y="8"/>
                    </a:cubicBezTo>
                    <a:cubicBezTo>
                      <a:pt x="1939" y="7"/>
                      <a:pt x="2061" y="6"/>
                      <a:pt x="2182" y="5"/>
                    </a:cubicBezTo>
                    <a:cubicBezTo>
                      <a:pt x="2303" y="5"/>
                      <a:pt x="2424" y="3"/>
                      <a:pt x="2545" y="3"/>
                    </a:cubicBezTo>
                    <a:cubicBezTo>
                      <a:pt x="2595" y="3"/>
                      <a:pt x="2645" y="2"/>
                      <a:pt x="2695" y="2"/>
                    </a:cubicBezTo>
                    <a:cubicBezTo>
                      <a:pt x="2720" y="2"/>
                      <a:pt x="2745" y="2"/>
                      <a:pt x="2770" y="1"/>
                    </a:cubicBezTo>
                    <a:cubicBezTo>
                      <a:pt x="2794" y="1"/>
                      <a:pt x="2818" y="0"/>
                      <a:pt x="2842" y="0"/>
                    </a:cubicBezTo>
                    <a:cubicBezTo>
                      <a:pt x="2848" y="0"/>
                      <a:pt x="2852" y="5"/>
                      <a:pt x="2852" y="10"/>
                    </a:cubicBezTo>
                    <a:cubicBezTo>
                      <a:pt x="2852" y="16"/>
                      <a:pt x="2848" y="20"/>
                      <a:pt x="2842" y="20"/>
                    </a:cubicBezTo>
                    <a:cubicBezTo>
                      <a:pt x="2814" y="20"/>
                      <a:pt x="2785" y="20"/>
                      <a:pt x="2757" y="20"/>
                    </a:cubicBezTo>
                    <a:cubicBezTo>
                      <a:pt x="2727" y="20"/>
                      <a:pt x="2697" y="20"/>
                      <a:pt x="2668" y="20"/>
                    </a:cubicBezTo>
                    <a:cubicBezTo>
                      <a:pt x="2607" y="20"/>
                      <a:pt x="2547" y="21"/>
                      <a:pt x="2486" y="22"/>
                    </a:cubicBezTo>
                    <a:cubicBezTo>
                      <a:pt x="2427" y="22"/>
                      <a:pt x="2368" y="22"/>
                      <a:pt x="2309" y="22"/>
                    </a:cubicBezTo>
                    <a:cubicBezTo>
                      <a:pt x="2248" y="23"/>
                      <a:pt x="2188" y="23"/>
                      <a:pt x="2128" y="23"/>
                    </a:cubicBezTo>
                    <a:cubicBezTo>
                      <a:pt x="2067" y="23"/>
                      <a:pt x="2006" y="23"/>
                      <a:pt x="1946" y="24"/>
                    </a:cubicBezTo>
                    <a:cubicBezTo>
                      <a:pt x="1885" y="24"/>
                      <a:pt x="1823" y="24"/>
                      <a:pt x="1762" y="25"/>
                    </a:cubicBezTo>
                    <a:cubicBezTo>
                      <a:pt x="1638" y="26"/>
                      <a:pt x="1515" y="26"/>
                      <a:pt x="1391" y="27"/>
                    </a:cubicBezTo>
                    <a:cubicBezTo>
                      <a:pt x="1269" y="28"/>
                      <a:pt x="1146" y="29"/>
                      <a:pt x="1024" y="29"/>
                    </a:cubicBezTo>
                    <a:cubicBezTo>
                      <a:pt x="903" y="30"/>
                      <a:pt x="783" y="31"/>
                      <a:pt x="662" y="32"/>
                    </a:cubicBezTo>
                    <a:cubicBezTo>
                      <a:pt x="541" y="33"/>
                      <a:pt x="421" y="33"/>
                      <a:pt x="300" y="34"/>
                    </a:cubicBezTo>
                    <a:cubicBezTo>
                      <a:pt x="249" y="34"/>
                      <a:pt x="198" y="34"/>
                      <a:pt x="147" y="35"/>
                    </a:cubicBezTo>
                    <a:cubicBezTo>
                      <a:pt x="123" y="35"/>
                      <a:pt x="98" y="36"/>
                      <a:pt x="74" y="36"/>
                    </a:cubicBezTo>
                    <a:cubicBezTo>
                      <a:pt x="63" y="36"/>
                      <a:pt x="50" y="36"/>
                      <a:pt x="39" y="36"/>
                    </a:cubicBezTo>
                    <a:cubicBezTo>
                      <a:pt x="32" y="36"/>
                      <a:pt x="27" y="37"/>
                      <a:pt x="20" y="37"/>
                    </a:cubicBezTo>
                    <a:cubicBezTo>
                      <a:pt x="17" y="37"/>
                      <a:pt x="13" y="37"/>
                      <a:pt x="10" y="37"/>
                    </a:cubicBezTo>
                    <a:cubicBezTo>
                      <a:pt x="4" y="37"/>
                      <a:pt x="0" y="32"/>
                      <a:pt x="0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16" name="Google Shape;5316;p70"/>
              <p:cNvSpPr/>
              <p:nvPr/>
            </p:nvSpPr>
            <p:spPr>
              <a:xfrm>
                <a:off x="-68060" y="3962877"/>
                <a:ext cx="60480" cy="33840"/>
              </a:xfrm>
              <a:custGeom>
                <a:avLst/>
                <a:gdLst/>
                <a:ahLst/>
                <a:cxnLst/>
                <a:rect l="l" t="t" r="r" b="b"/>
                <a:pathLst>
                  <a:path w="168" h="94" extrusionOk="0">
                    <a:moveTo>
                      <a:pt x="83" y="88"/>
                    </a:moveTo>
                    <a:cubicBezTo>
                      <a:pt x="80" y="83"/>
                      <a:pt x="83" y="77"/>
                      <a:pt x="87" y="74"/>
                    </a:cubicBezTo>
                    <a:cubicBezTo>
                      <a:pt x="97" y="68"/>
                      <a:pt x="107" y="62"/>
                      <a:pt x="116" y="56"/>
                    </a:cubicBezTo>
                    <a:cubicBezTo>
                      <a:pt x="122" y="52"/>
                      <a:pt x="129" y="47"/>
                      <a:pt x="135" y="43"/>
                    </a:cubicBezTo>
                    <a:cubicBezTo>
                      <a:pt x="132" y="43"/>
                      <a:pt x="128" y="42"/>
                      <a:pt x="125" y="42"/>
                    </a:cubicBezTo>
                    <a:cubicBezTo>
                      <a:pt x="115" y="40"/>
                      <a:pt x="105" y="39"/>
                      <a:pt x="96" y="38"/>
                    </a:cubicBezTo>
                    <a:cubicBezTo>
                      <a:pt x="75" y="34"/>
                      <a:pt x="54" y="31"/>
                      <a:pt x="33" y="27"/>
                    </a:cubicBezTo>
                    <a:cubicBezTo>
                      <a:pt x="34" y="27"/>
                      <a:pt x="34" y="27"/>
                      <a:pt x="34" y="27"/>
                    </a:cubicBezTo>
                    <a:cubicBezTo>
                      <a:pt x="30" y="26"/>
                      <a:pt x="26" y="25"/>
                      <a:pt x="21" y="24"/>
                    </a:cubicBezTo>
                    <a:cubicBezTo>
                      <a:pt x="19" y="23"/>
                      <a:pt x="17" y="22"/>
                      <a:pt x="15" y="22"/>
                    </a:cubicBezTo>
                    <a:cubicBezTo>
                      <a:pt x="13" y="21"/>
                      <a:pt x="12" y="21"/>
                      <a:pt x="10" y="20"/>
                    </a:cubicBezTo>
                    <a:cubicBezTo>
                      <a:pt x="4" y="19"/>
                      <a:pt x="0" y="11"/>
                      <a:pt x="4" y="6"/>
                    </a:cubicBezTo>
                    <a:cubicBezTo>
                      <a:pt x="6" y="0"/>
                      <a:pt x="13" y="0"/>
                      <a:pt x="18" y="3"/>
                    </a:cubicBezTo>
                    <a:cubicBezTo>
                      <a:pt x="19" y="3"/>
                      <a:pt x="20" y="3"/>
                      <a:pt x="21" y="4"/>
                    </a:cubicBezTo>
                    <a:cubicBezTo>
                      <a:pt x="29" y="6"/>
                      <a:pt x="35" y="8"/>
                      <a:pt x="43" y="9"/>
                    </a:cubicBezTo>
                    <a:cubicBezTo>
                      <a:pt x="64" y="13"/>
                      <a:pt x="84" y="16"/>
                      <a:pt x="105" y="19"/>
                    </a:cubicBezTo>
                    <a:cubicBezTo>
                      <a:pt x="115" y="20"/>
                      <a:pt x="124" y="22"/>
                      <a:pt x="134" y="23"/>
                    </a:cubicBezTo>
                    <a:cubicBezTo>
                      <a:pt x="138" y="24"/>
                      <a:pt x="143" y="24"/>
                      <a:pt x="147" y="25"/>
                    </a:cubicBezTo>
                    <a:cubicBezTo>
                      <a:pt x="154" y="27"/>
                      <a:pt x="164" y="27"/>
                      <a:pt x="166" y="35"/>
                    </a:cubicBezTo>
                    <a:cubicBezTo>
                      <a:pt x="167" y="37"/>
                      <a:pt x="167" y="39"/>
                      <a:pt x="166" y="40"/>
                    </a:cubicBezTo>
                    <a:cubicBezTo>
                      <a:pt x="166" y="43"/>
                      <a:pt x="165" y="45"/>
                      <a:pt x="163" y="46"/>
                    </a:cubicBezTo>
                    <a:cubicBezTo>
                      <a:pt x="161" y="49"/>
                      <a:pt x="158" y="51"/>
                      <a:pt x="155" y="53"/>
                    </a:cubicBezTo>
                    <a:cubicBezTo>
                      <a:pt x="151" y="56"/>
                      <a:pt x="148" y="57"/>
                      <a:pt x="145" y="60"/>
                    </a:cubicBezTo>
                    <a:cubicBezTo>
                      <a:pt x="138" y="64"/>
                      <a:pt x="131" y="69"/>
                      <a:pt x="124" y="74"/>
                    </a:cubicBezTo>
                    <a:cubicBezTo>
                      <a:pt x="124" y="73"/>
                      <a:pt x="125" y="73"/>
                      <a:pt x="125" y="73"/>
                    </a:cubicBezTo>
                    <a:cubicBezTo>
                      <a:pt x="116" y="79"/>
                      <a:pt x="107" y="85"/>
                      <a:pt x="97" y="92"/>
                    </a:cubicBezTo>
                    <a:cubicBezTo>
                      <a:pt x="96" y="93"/>
                      <a:pt x="94" y="93"/>
                      <a:pt x="92" y="93"/>
                    </a:cubicBezTo>
                    <a:cubicBezTo>
                      <a:pt x="89" y="93"/>
                      <a:pt x="85" y="91"/>
                      <a:pt x="83" y="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17" name="Google Shape;5317;p70"/>
              <p:cNvSpPr/>
              <p:nvPr/>
            </p:nvSpPr>
            <p:spPr>
              <a:xfrm>
                <a:off x="-542540" y="3428278"/>
                <a:ext cx="3204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89" h="167" extrusionOk="0">
                    <a:moveTo>
                      <a:pt x="4" y="164"/>
                    </a:moveTo>
                    <a:cubicBezTo>
                      <a:pt x="1" y="162"/>
                      <a:pt x="0" y="159"/>
                      <a:pt x="1" y="156"/>
                    </a:cubicBezTo>
                    <a:cubicBezTo>
                      <a:pt x="1" y="149"/>
                      <a:pt x="3" y="143"/>
                      <a:pt x="5" y="137"/>
                    </a:cubicBezTo>
                    <a:cubicBezTo>
                      <a:pt x="5" y="135"/>
                      <a:pt x="6" y="134"/>
                      <a:pt x="6" y="132"/>
                    </a:cubicBezTo>
                    <a:cubicBezTo>
                      <a:pt x="12" y="99"/>
                      <a:pt x="18" y="66"/>
                      <a:pt x="21" y="33"/>
                    </a:cubicBezTo>
                    <a:cubicBezTo>
                      <a:pt x="21" y="26"/>
                      <a:pt x="21" y="19"/>
                      <a:pt x="21" y="13"/>
                    </a:cubicBezTo>
                    <a:cubicBezTo>
                      <a:pt x="19" y="7"/>
                      <a:pt x="24" y="0"/>
                      <a:pt x="31" y="0"/>
                    </a:cubicBezTo>
                    <a:cubicBezTo>
                      <a:pt x="38" y="0"/>
                      <a:pt x="42" y="7"/>
                      <a:pt x="40" y="13"/>
                    </a:cubicBezTo>
                    <a:cubicBezTo>
                      <a:pt x="40" y="16"/>
                      <a:pt x="40" y="18"/>
                      <a:pt x="40" y="21"/>
                    </a:cubicBezTo>
                    <a:cubicBezTo>
                      <a:pt x="42" y="21"/>
                      <a:pt x="43" y="22"/>
                      <a:pt x="44" y="23"/>
                    </a:cubicBezTo>
                    <a:cubicBezTo>
                      <a:pt x="49" y="26"/>
                      <a:pt x="51" y="32"/>
                      <a:pt x="53" y="37"/>
                    </a:cubicBezTo>
                    <a:cubicBezTo>
                      <a:pt x="55" y="42"/>
                      <a:pt x="57" y="47"/>
                      <a:pt x="59" y="51"/>
                    </a:cubicBezTo>
                    <a:cubicBezTo>
                      <a:pt x="63" y="61"/>
                      <a:pt x="65" y="72"/>
                      <a:pt x="68" y="82"/>
                    </a:cubicBezTo>
                    <a:cubicBezTo>
                      <a:pt x="71" y="93"/>
                      <a:pt x="74" y="104"/>
                      <a:pt x="77" y="116"/>
                    </a:cubicBezTo>
                    <a:cubicBezTo>
                      <a:pt x="80" y="127"/>
                      <a:pt x="84" y="139"/>
                      <a:pt x="86" y="151"/>
                    </a:cubicBezTo>
                    <a:cubicBezTo>
                      <a:pt x="88" y="156"/>
                      <a:pt x="85" y="162"/>
                      <a:pt x="79" y="163"/>
                    </a:cubicBezTo>
                    <a:cubicBezTo>
                      <a:pt x="74" y="164"/>
                      <a:pt x="69" y="162"/>
                      <a:pt x="67" y="156"/>
                    </a:cubicBezTo>
                    <a:cubicBezTo>
                      <a:pt x="63" y="140"/>
                      <a:pt x="59" y="123"/>
                      <a:pt x="55" y="107"/>
                    </a:cubicBezTo>
                    <a:cubicBezTo>
                      <a:pt x="53" y="99"/>
                      <a:pt x="51" y="90"/>
                      <a:pt x="49" y="82"/>
                    </a:cubicBezTo>
                    <a:cubicBezTo>
                      <a:pt x="46" y="74"/>
                      <a:pt x="44" y="67"/>
                      <a:pt x="42" y="59"/>
                    </a:cubicBezTo>
                    <a:cubicBezTo>
                      <a:pt x="41" y="61"/>
                      <a:pt x="41" y="64"/>
                      <a:pt x="40" y="66"/>
                    </a:cubicBezTo>
                    <a:cubicBezTo>
                      <a:pt x="39" y="76"/>
                      <a:pt x="36" y="86"/>
                      <a:pt x="34" y="96"/>
                    </a:cubicBezTo>
                    <a:cubicBezTo>
                      <a:pt x="32" y="104"/>
                      <a:pt x="30" y="113"/>
                      <a:pt x="28" y="121"/>
                    </a:cubicBezTo>
                    <a:cubicBezTo>
                      <a:pt x="27" y="125"/>
                      <a:pt x="26" y="128"/>
                      <a:pt x="26" y="132"/>
                    </a:cubicBezTo>
                    <a:cubicBezTo>
                      <a:pt x="25" y="137"/>
                      <a:pt x="25" y="142"/>
                      <a:pt x="24" y="147"/>
                    </a:cubicBezTo>
                    <a:cubicBezTo>
                      <a:pt x="23" y="150"/>
                      <a:pt x="22" y="153"/>
                      <a:pt x="21" y="156"/>
                    </a:cubicBezTo>
                    <a:cubicBezTo>
                      <a:pt x="21" y="158"/>
                      <a:pt x="19" y="160"/>
                      <a:pt x="18" y="162"/>
                    </a:cubicBezTo>
                    <a:cubicBezTo>
                      <a:pt x="17" y="164"/>
                      <a:pt x="15" y="165"/>
                      <a:pt x="12" y="166"/>
                    </a:cubicBezTo>
                    <a:cubicBezTo>
                      <a:pt x="12" y="166"/>
                      <a:pt x="11" y="166"/>
                      <a:pt x="10" y="166"/>
                    </a:cubicBezTo>
                    <a:cubicBezTo>
                      <a:pt x="8" y="166"/>
                      <a:pt x="6" y="166"/>
                      <a:pt x="4" y="16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18" name="Google Shape;5318;p70"/>
              <p:cNvSpPr/>
              <p:nvPr/>
            </p:nvSpPr>
            <p:spPr>
              <a:xfrm>
                <a:off x="-542180" y="3745438"/>
                <a:ext cx="62640" cy="8280"/>
              </a:xfrm>
              <a:custGeom>
                <a:avLst/>
                <a:gdLst/>
                <a:ahLst/>
                <a:cxnLst/>
                <a:rect l="l" t="t" r="r" b="b"/>
                <a:pathLst>
                  <a:path w="174" h="23" extrusionOk="0">
                    <a:moveTo>
                      <a:pt x="164" y="20"/>
                    </a:moveTo>
                    <a:cubicBezTo>
                      <a:pt x="121" y="20"/>
                      <a:pt x="78" y="20"/>
                      <a:pt x="36" y="19"/>
                    </a:cubicBezTo>
                    <a:cubicBezTo>
                      <a:pt x="28" y="19"/>
                      <a:pt x="21" y="19"/>
                      <a:pt x="14" y="20"/>
                    </a:cubicBezTo>
                    <a:cubicBezTo>
                      <a:pt x="6" y="22"/>
                      <a:pt x="0" y="14"/>
                      <a:pt x="2" y="8"/>
                    </a:cubicBezTo>
                    <a:cubicBezTo>
                      <a:pt x="3" y="4"/>
                      <a:pt x="6" y="1"/>
                      <a:pt x="9" y="1"/>
                    </a:cubicBezTo>
                    <a:cubicBezTo>
                      <a:pt x="10" y="0"/>
                      <a:pt x="12" y="0"/>
                      <a:pt x="14" y="0"/>
                    </a:cubicBezTo>
                    <a:cubicBezTo>
                      <a:pt x="18" y="1"/>
                      <a:pt x="23" y="1"/>
                      <a:pt x="27" y="1"/>
                    </a:cubicBezTo>
                    <a:cubicBezTo>
                      <a:pt x="32" y="1"/>
                      <a:pt x="37" y="1"/>
                      <a:pt x="42" y="1"/>
                    </a:cubicBezTo>
                    <a:cubicBezTo>
                      <a:pt x="52" y="1"/>
                      <a:pt x="63" y="1"/>
                      <a:pt x="74" y="1"/>
                    </a:cubicBezTo>
                    <a:cubicBezTo>
                      <a:pt x="95" y="1"/>
                      <a:pt x="115" y="1"/>
                      <a:pt x="136" y="1"/>
                    </a:cubicBezTo>
                    <a:cubicBezTo>
                      <a:pt x="145" y="1"/>
                      <a:pt x="155" y="1"/>
                      <a:pt x="164" y="2"/>
                    </a:cubicBezTo>
                    <a:cubicBezTo>
                      <a:pt x="169" y="2"/>
                      <a:pt x="173" y="6"/>
                      <a:pt x="173" y="11"/>
                    </a:cubicBezTo>
                    <a:cubicBezTo>
                      <a:pt x="173" y="16"/>
                      <a:pt x="169" y="20"/>
                      <a:pt x="164" y="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19" name="Google Shape;5319;p70"/>
              <p:cNvSpPr/>
              <p:nvPr/>
            </p:nvSpPr>
            <p:spPr>
              <a:xfrm>
                <a:off x="-439940" y="3740398"/>
                <a:ext cx="60840" cy="756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21" extrusionOk="0">
                    <a:moveTo>
                      <a:pt x="0" y="11"/>
                    </a:moveTo>
                    <a:cubicBezTo>
                      <a:pt x="0" y="4"/>
                      <a:pt x="5" y="0"/>
                      <a:pt x="11" y="1"/>
                    </a:cubicBezTo>
                    <a:cubicBezTo>
                      <a:pt x="12" y="1"/>
                      <a:pt x="13" y="1"/>
                      <a:pt x="13" y="1"/>
                    </a:cubicBezTo>
                    <a:lnTo>
                      <a:pt x="12" y="1"/>
                    </a:lnTo>
                    <a:cubicBezTo>
                      <a:pt x="22" y="1"/>
                      <a:pt x="31" y="1"/>
                      <a:pt x="41" y="1"/>
                    </a:cubicBezTo>
                    <a:cubicBezTo>
                      <a:pt x="51" y="1"/>
                      <a:pt x="61" y="1"/>
                      <a:pt x="71" y="1"/>
                    </a:cubicBezTo>
                    <a:cubicBezTo>
                      <a:pt x="91" y="1"/>
                      <a:pt x="112" y="1"/>
                      <a:pt x="132" y="1"/>
                    </a:cubicBezTo>
                    <a:cubicBezTo>
                      <a:pt x="141" y="1"/>
                      <a:pt x="150" y="1"/>
                      <a:pt x="159" y="1"/>
                    </a:cubicBezTo>
                    <a:cubicBezTo>
                      <a:pt x="164" y="1"/>
                      <a:pt x="168" y="5"/>
                      <a:pt x="168" y="9"/>
                    </a:cubicBezTo>
                    <a:cubicBezTo>
                      <a:pt x="168" y="15"/>
                      <a:pt x="164" y="19"/>
                      <a:pt x="159" y="19"/>
                    </a:cubicBezTo>
                    <a:cubicBezTo>
                      <a:pt x="117" y="19"/>
                      <a:pt x="75" y="19"/>
                      <a:pt x="33" y="20"/>
                    </a:cubicBezTo>
                    <a:cubicBezTo>
                      <a:pt x="26" y="20"/>
                      <a:pt x="19" y="20"/>
                      <a:pt x="12" y="20"/>
                    </a:cubicBezTo>
                    <a:lnTo>
                      <a:pt x="13" y="20"/>
                    </a:lnTo>
                    <a:cubicBezTo>
                      <a:pt x="13" y="20"/>
                      <a:pt x="12" y="20"/>
                      <a:pt x="11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5" y="20"/>
                      <a:pt x="0" y="16"/>
                      <a:pt x="0" y="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20" name="Google Shape;5320;p70"/>
              <p:cNvSpPr/>
              <p:nvPr/>
            </p:nvSpPr>
            <p:spPr>
              <a:xfrm>
                <a:off x="-343100" y="3741838"/>
                <a:ext cx="72000" cy="7560"/>
              </a:xfrm>
              <a:custGeom>
                <a:avLst/>
                <a:gdLst/>
                <a:ahLst/>
                <a:cxnLst/>
                <a:rect l="l" t="t" r="r" b="b"/>
                <a:pathLst>
                  <a:path w="200" h="21" extrusionOk="0">
                    <a:moveTo>
                      <a:pt x="7" y="19"/>
                    </a:moveTo>
                    <a:cubicBezTo>
                      <a:pt x="2" y="17"/>
                      <a:pt x="0" y="12"/>
                      <a:pt x="1" y="8"/>
                    </a:cubicBezTo>
                    <a:cubicBezTo>
                      <a:pt x="1" y="5"/>
                      <a:pt x="4" y="2"/>
                      <a:pt x="7" y="1"/>
                    </a:cubicBezTo>
                    <a:cubicBezTo>
                      <a:pt x="9" y="0"/>
                      <a:pt x="11" y="0"/>
                      <a:pt x="13" y="0"/>
                    </a:cubicBezTo>
                    <a:cubicBezTo>
                      <a:pt x="17" y="0"/>
                      <a:pt x="21" y="0"/>
                      <a:pt x="25" y="0"/>
                    </a:cubicBezTo>
                    <a:cubicBezTo>
                      <a:pt x="30" y="0"/>
                      <a:pt x="34" y="0"/>
                      <a:pt x="39" y="0"/>
                    </a:cubicBezTo>
                    <a:cubicBezTo>
                      <a:pt x="50" y="0"/>
                      <a:pt x="61" y="0"/>
                      <a:pt x="71" y="0"/>
                    </a:cubicBezTo>
                    <a:cubicBezTo>
                      <a:pt x="91" y="0"/>
                      <a:pt x="110" y="0"/>
                      <a:pt x="130" y="0"/>
                    </a:cubicBezTo>
                    <a:cubicBezTo>
                      <a:pt x="150" y="0"/>
                      <a:pt x="170" y="0"/>
                      <a:pt x="190" y="0"/>
                    </a:cubicBezTo>
                    <a:cubicBezTo>
                      <a:pt x="195" y="0"/>
                      <a:pt x="199" y="4"/>
                      <a:pt x="199" y="9"/>
                    </a:cubicBezTo>
                    <a:cubicBezTo>
                      <a:pt x="199" y="14"/>
                      <a:pt x="195" y="18"/>
                      <a:pt x="190" y="18"/>
                    </a:cubicBezTo>
                    <a:cubicBezTo>
                      <a:pt x="148" y="18"/>
                      <a:pt x="107" y="17"/>
                      <a:pt x="65" y="18"/>
                    </a:cubicBezTo>
                    <a:cubicBezTo>
                      <a:pt x="49" y="18"/>
                      <a:pt x="33" y="18"/>
                      <a:pt x="17" y="19"/>
                    </a:cubicBezTo>
                    <a:cubicBezTo>
                      <a:pt x="16" y="19"/>
                      <a:pt x="15" y="19"/>
                      <a:pt x="15" y="19"/>
                    </a:cubicBezTo>
                    <a:cubicBezTo>
                      <a:pt x="14" y="19"/>
                      <a:pt x="12" y="20"/>
                      <a:pt x="11" y="20"/>
                    </a:cubicBezTo>
                    <a:cubicBezTo>
                      <a:pt x="9" y="20"/>
                      <a:pt x="8" y="19"/>
                      <a:pt x="7" y="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21" name="Google Shape;5321;p70"/>
              <p:cNvSpPr/>
              <p:nvPr/>
            </p:nvSpPr>
            <p:spPr>
              <a:xfrm>
                <a:off x="-243380" y="3743638"/>
                <a:ext cx="5472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24" extrusionOk="0">
                    <a:moveTo>
                      <a:pt x="5" y="20"/>
                    </a:moveTo>
                    <a:cubicBezTo>
                      <a:pt x="0" y="16"/>
                      <a:pt x="2" y="7"/>
                      <a:pt x="8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9" y="3"/>
                      <a:pt x="12" y="3"/>
                      <a:pt x="14" y="3"/>
                    </a:cubicBezTo>
                    <a:cubicBezTo>
                      <a:pt x="17" y="3"/>
                      <a:pt x="19" y="3"/>
                      <a:pt x="21" y="3"/>
                    </a:cubicBezTo>
                    <a:cubicBezTo>
                      <a:pt x="27" y="3"/>
                      <a:pt x="32" y="2"/>
                      <a:pt x="37" y="2"/>
                    </a:cubicBezTo>
                    <a:cubicBezTo>
                      <a:pt x="48" y="2"/>
                      <a:pt x="58" y="2"/>
                      <a:pt x="68" y="1"/>
                    </a:cubicBezTo>
                    <a:cubicBezTo>
                      <a:pt x="88" y="1"/>
                      <a:pt x="109" y="0"/>
                      <a:pt x="129" y="0"/>
                    </a:cubicBezTo>
                    <a:cubicBezTo>
                      <a:pt x="133" y="0"/>
                      <a:pt x="138" y="0"/>
                      <a:pt x="143" y="0"/>
                    </a:cubicBezTo>
                    <a:cubicBezTo>
                      <a:pt x="147" y="0"/>
                      <a:pt x="151" y="4"/>
                      <a:pt x="151" y="9"/>
                    </a:cubicBezTo>
                    <a:cubicBezTo>
                      <a:pt x="151" y="14"/>
                      <a:pt x="147" y="17"/>
                      <a:pt x="143" y="18"/>
                    </a:cubicBezTo>
                    <a:cubicBezTo>
                      <a:pt x="123" y="18"/>
                      <a:pt x="104" y="18"/>
                      <a:pt x="85" y="19"/>
                    </a:cubicBezTo>
                    <a:cubicBezTo>
                      <a:pt x="67" y="20"/>
                      <a:pt x="49" y="20"/>
                      <a:pt x="31" y="21"/>
                    </a:cubicBezTo>
                    <a:cubicBezTo>
                      <a:pt x="30" y="21"/>
                      <a:pt x="28" y="21"/>
                      <a:pt x="27" y="21"/>
                    </a:cubicBezTo>
                    <a:cubicBezTo>
                      <a:pt x="24" y="22"/>
                      <a:pt x="20" y="22"/>
                      <a:pt x="16" y="23"/>
                    </a:cubicBezTo>
                    <a:cubicBezTo>
                      <a:pt x="15" y="23"/>
                      <a:pt x="15" y="23"/>
                      <a:pt x="14" y="23"/>
                    </a:cubicBezTo>
                    <a:cubicBezTo>
                      <a:pt x="14" y="23"/>
                      <a:pt x="13" y="23"/>
                      <a:pt x="12" y="23"/>
                    </a:cubicBezTo>
                    <a:cubicBezTo>
                      <a:pt x="9" y="23"/>
                      <a:pt x="7" y="23"/>
                      <a:pt x="5" y="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22" name="Google Shape;5322;p70"/>
              <p:cNvSpPr/>
              <p:nvPr/>
            </p:nvSpPr>
            <p:spPr>
              <a:xfrm>
                <a:off x="-198020" y="3744357"/>
                <a:ext cx="9360" cy="26640"/>
              </a:xfrm>
              <a:custGeom>
                <a:avLst/>
                <a:gdLst/>
                <a:ahLst/>
                <a:cxnLst/>
                <a:rect l="l" t="t" r="r" b="b"/>
                <a:pathLst>
                  <a:path w="26" h="74" extrusionOk="0">
                    <a:moveTo>
                      <a:pt x="6" y="65"/>
                    </a:moveTo>
                    <a:cubicBezTo>
                      <a:pt x="6" y="56"/>
                      <a:pt x="5" y="47"/>
                      <a:pt x="4" y="37"/>
                    </a:cubicBezTo>
                    <a:cubicBezTo>
                      <a:pt x="4" y="30"/>
                      <a:pt x="3" y="22"/>
                      <a:pt x="2" y="14"/>
                    </a:cubicBezTo>
                    <a:cubicBezTo>
                      <a:pt x="0" y="8"/>
                      <a:pt x="4" y="2"/>
                      <a:pt x="10" y="1"/>
                    </a:cubicBezTo>
                    <a:cubicBezTo>
                      <a:pt x="13" y="0"/>
                      <a:pt x="17" y="1"/>
                      <a:pt x="18" y="4"/>
                    </a:cubicBezTo>
                    <a:cubicBezTo>
                      <a:pt x="21" y="6"/>
                      <a:pt x="22" y="9"/>
                      <a:pt x="21" y="12"/>
                    </a:cubicBezTo>
                    <a:cubicBezTo>
                      <a:pt x="22" y="10"/>
                      <a:pt x="21" y="12"/>
                      <a:pt x="21" y="12"/>
                    </a:cubicBezTo>
                    <a:cubicBezTo>
                      <a:pt x="22" y="12"/>
                      <a:pt x="22" y="14"/>
                      <a:pt x="22" y="14"/>
                    </a:cubicBezTo>
                    <a:cubicBezTo>
                      <a:pt x="22" y="15"/>
                      <a:pt x="22" y="16"/>
                      <a:pt x="22" y="17"/>
                    </a:cubicBezTo>
                    <a:cubicBezTo>
                      <a:pt x="22" y="18"/>
                      <a:pt x="22" y="18"/>
                      <a:pt x="22" y="19"/>
                    </a:cubicBezTo>
                    <a:cubicBezTo>
                      <a:pt x="22" y="19"/>
                      <a:pt x="22" y="20"/>
                      <a:pt x="22" y="21"/>
                    </a:cubicBezTo>
                    <a:cubicBezTo>
                      <a:pt x="22" y="27"/>
                      <a:pt x="23" y="33"/>
                      <a:pt x="24" y="39"/>
                    </a:cubicBezTo>
                    <a:cubicBezTo>
                      <a:pt x="24" y="47"/>
                      <a:pt x="25" y="56"/>
                      <a:pt x="25" y="64"/>
                    </a:cubicBezTo>
                    <a:cubicBezTo>
                      <a:pt x="25" y="68"/>
                      <a:pt x="21" y="72"/>
                      <a:pt x="17" y="72"/>
                    </a:cubicBezTo>
                    <a:cubicBezTo>
                      <a:pt x="17" y="73"/>
                      <a:pt x="16" y="73"/>
                      <a:pt x="16" y="73"/>
                    </a:cubicBezTo>
                    <a:cubicBezTo>
                      <a:pt x="11" y="73"/>
                      <a:pt x="7" y="70"/>
                      <a:pt x="6" y="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23" name="Google Shape;5323;p70"/>
              <p:cNvSpPr/>
              <p:nvPr/>
            </p:nvSpPr>
            <p:spPr>
              <a:xfrm>
                <a:off x="-194420" y="3822118"/>
                <a:ext cx="7200" cy="48240"/>
              </a:xfrm>
              <a:custGeom>
                <a:avLst/>
                <a:gdLst/>
                <a:ahLst/>
                <a:cxnLst/>
                <a:rect l="l" t="t" r="r" b="b"/>
                <a:pathLst>
                  <a:path w="20" h="134" extrusionOk="0">
                    <a:moveTo>
                      <a:pt x="0" y="123"/>
                    </a:moveTo>
                    <a:cubicBezTo>
                      <a:pt x="0" y="104"/>
                      <a:pt x="0" y="84"/>
                      <a:pt x="0" y="64"/>
                    </a:cubicBezTo>
                    <a:cubicBezTo>
                      <a:pt x="0" y="56"/>
                      <a:pt x="0" y="47"/>
                      <a:pt x="0" y="38"/>
                    </a:cubicBezTo>
                    <a:cubicBezTo>
                      <a:pt x="0" y="32"/>
                      <a:pt x="0" y="25"/>
                      <a:pt x="0" y="19"/>
                    </a:cubicBezTo>
                    <a:cubicBezTo>
                      <a:pt x="0" y="18"/>
                      <a:pt x="0" y="17"/>
                      <a:pt x="0" y="15"/>
                    </a:cubicBezTo>
                    <a:cubicBezTo>
                      <a:pt x="0" y="14"/>
                      <a:pt x="0" y="12"/>
                      <a:pt x="0" y="11"/>
                    </a:cubicBezTo>
                    <a:cubicBezTo>
                      <a:pt x="0" y="10"/>
                      <a:pt x="0" y="10"/>
                      <a:pt x="0" y="9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4"/>
                      <a:pt x="3" y="2"/>
                      <a:pt x="7" y="1"/>
                    </a:cubicBezTo>
                    <a:cubicBezTo>
                      <a:pt x="11" y="0"/>
                      <a:pt x="17" y="2"/>
                      <a:pt x="18" y="7"/>
                    </a:cubicBezTo>
                    <a:cubicBezTo>
                      <a:pt x="19" y="8"/>
                      <a:pt x="19" y="11"/>
                      <a:pt x="19" y="13"/>
                    </a:cubicBezTo>
                    <a:cubicBezTo>
                      <a:pt x="19" y="14"/>
                      <a:pt x="19" y="14"/>
                      <a:pt x="19" y="15"/>
                    </a:cubicBezTo>
                    <a:cubicBezTo>
                      <a:pt x="19" y="17"/>
                      <a:pt x="19" y="18"/>
                      <a:pt x="19" y="20"/>
                    </a:cubicBezTo>
                    <a:cubicBezTo>
                      <a:pt x="18" y="35"/>
                      <a:pt x="18" y="50"/>
                      <a:pt x="18" y="65"/>
                    </a:cubicBezTo>
                    <a:cubicBezTo>
                      <a:pt x="18" y="85"/>
                      <a:pt x="18" y="104"/>
                      <a:pt x="18" y="123"/>
                    </a:cubicBezTo>
                    <a:cubicBezTo>
                      <a:pt x="18" y="129"/>
                      <a:pt x="14" y="133"/>
                      <a:pt x="9" y="133"/>
                    </a:cubicBezTo>
                    <a:cubicBezTo>
                      <a:pt x="4" y="133"/>
                      <a:pt x="0" y="129"/>
                      <a:pt x="0" y="1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24" name="Google Shape;5324;p70"/>
              <p:cNvSpPr/>
              <p:nvPr/>
            </p:nvSpPr>
            <p:spPr>
              <a:xfrm>
                <a:off x="-195860" y="3900598"/>
                <a:ext cx="9360" cy="52200"/>
              </a:xfrm>
              <a:custGeom>
                <a:avLst/>
                <a:gdLst/>
                <a:ahLst/>
                <a:cxnLst/>
                <a:rect l="l" t="t" r="r" b="b"/>
                <a:pathLst>
                  <a:path w="26" h="145" extrusionOk="0">
                    <a:moveTo>
                      <a:pt x="6" y="135"/>
                    </a:moveTo>
                    <a:cubicBezTo>
                      <a:pt x="5" y="114"/>
                      <a:pt x="4" y="94"/>
                      <a:pt x="4" y="74"/>
                    </a:cubicBezTo>
                    <a:cubicBezTo>
                      <a:pt x="2" y="54"/>
                      <a:pt x="2" y="34"/>
                      <a:pt x="1" y="14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4"/>
                      <a:pt x="1" y="13"/>
                    </a:cubicBezTo>
                    <a:cubicBezTo>
                      <a:pt x="0" y="7"/>
                      <a:pt x="4" y="0"/>
                      <a:pt x="11" y="0"/>
                    </a:cubicBezTo>
                    <a:cubicBezTo>
                      <a:pt x="18" y="0"/>
                      <a:pt x="22" y="7"/>
                      <a:pt x="21" y="12"/>
                    </a:cubicBezTo>
                    <a:cubicBezTo>
                      <a:pt x="21" y="32"/>
                      <a:pt x="21" y="52"/>
                      <a:pt x="22" y="71"/>
                    </a:cubicBezTo>
                    <a:cubicBezTo>
                      <a:pt x="22" y="92"/>
                      <a:pt x="23" y="114"/>
                      <a:pt x="24" y="135"/>
                    </a:cubicBezTo>
                    <a:cubicBezTo>
                      <a:pt x="25" y="140"/>
                      <a:pt x="20" y="144"/>
                      <a:pt x="15" y="144"/>
                    </a:cubicBezTo>
                    <a:cubicBezTo>
                      <a:pt x="10" y="144"/>
                      <a:pt x="6" y="140"/>
                      <a:pt x="6" y="1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25" name="Google Shape;5325;p70"/>
              <p:cNvSpPr/>
              <p:nvPr/>
            </p:nvSpPr>
            <p:spPr>
              <a:xfrm>
                <a:off x="-194060" y="3963958"/>
                <a:ext cx="7920" cy="32400"/>
              </a:xfrm>
              <a:custGeom>
                <a:avLst/>
                <a:gdLst/>
                <a:ahLst/>
                <a:cxnLst/>
                <a:rect l="l" t="t" r="r" b="b"/>
                <a:pathLst>
                  <a:path w="22" h="90" extrusionOk="0">
                    <a:moveTo>
                      <a:pt x="0" y="81"/>
                    </a:moveTo>
                    <a:cubicBezTo>
                      <a:pt x="1" y="68"/>
                      <a:pt x="2" y="57"/>
                      <a:pt x="2" y="44"/>
                    </a:cubicBezTo>
                    <a:cubicBezTo>
                      <a:pt x="2" y="34"/>
                      <a:pt x="2" y="23"/>
                      <a:pt x="2" y="12"/>
                    </a:cubicBezTo>
                    <a:cubicBezTo>
                      <a:pt x="1" y="11"/>
                      <a:pt x="1" y="10"/>
                      <a:pt x="2" y="8"/>
                    </a:cubicBezTo>
                    <a:cubicBezTo>
                      <a:pt x="2" y="8"/>
                      <a:pt x="2" y="7"/>
                      <a:pt x="2" y="6"/>
                    </a:cubicBezTo>
                    <a:cubicBezTo>
                      <a:pt x="2" y="5"/>
                      <a:pt x="3" y="4"/>
                      <a:pt x="3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6" y="2"/>
                      <a:pt x="7" y="1"/>
                      <a:pt x="9" y="0"/>
                    </a:cubicBezTo>
                    <a:cubicBezTo>
                      <a:pt x="10" y="0"/>
                      <a:pt x="10" y="0"/>
                      <a:pt x="11" y="0"/>
                    </a:cubicBezTo>
                    <a:cubicBezTo>
                      <a:pt x="12" y="0"/>
                      <a:pt x="13" y="0"/>
                      <a:pt x="14" y="0"/>
                    </a:cubicBezTo>
                    <a:cubicBezTo>
                      <a:pt x="16" y="1"/>
                      <a:pt x="17" y="1"/>
                      <a:pt x="18" y="3"/>
                    </a:cubicBezTo>
                    <a:cubicBezTo>
                      <a:pt x="18" y="3"/>
                      <a:pt x="19" y="3"/>
                      <a:pt x="19" y="4"/>
                    </a:cubicBezTo>
                    <a:cubicBezTo>
                      <a:pt x="20" y="4"/>
                      <a:pt x="20" y="5"/>
                      <a:pt x="21" y="6"/>
                    </a:cubicBezTo>
                    <a:cubicBezTo>
                      <a:pt x="21" y="7"/>
                      <a:pt x="21" y="7"/>
                      <a:pt x="21" y="8"/>
                    </a:cubicBezTo>
                    <a:cubicBezTo>
                      <a:pt x="21" y="10"/>
                      <a:pt x="21" y="11"/>
                      <a:pt x="21" y="12"/>
                    </a:cubicBezTo>
                    <a:cubicBezTo>
                      <a:pt x="20" y="35"/>
                      <a:pt x="20" y="58"/>
                      <a:pt x="18" y="81"/>
                    </a:cubicBezTo>
                    <a:cubicBezTo>
                      <a:pt x="18" y="85"/>
                      <a:pt x="14" y="89"/>
                      <a:pt x="10" y="89"/>
                    </a:cubicBezTo>
                    <a:cubicBezTo>
                      <a:pt x="4" y="89"/>
                      <a:pt x="0" y="85"/>
                      <a:pt x="0" y="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26" name="Google Shape;5326;p70"/>
              <p:cNvSpPr/>
              <p:nvPr/>
            </p:nvSpPr>
            <p:spPr>
              <a:xfrm>
                <a:off x="29500" y="3956398"/>
                <a:ext cx="13680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38" h="185" extrusionOk="0">
                    <a:moveTo>
                      <a:pt x="17" y="176"/>
                    </a:moveTo>
                    <a:cubicBezTo>
                      <a:pt x="16" y="154"/>
                      <a:pt x="14" y="132"/>
                      <a:pt x="12" y="111"/>
                    </a:cubicBezTo>
                    <a:cubicBezTo>
                      <a:pt x="10" y="91"/>
                      <a:pt x="7" y="71"/>
                      <a:pt x="4" y="51"/>
                    </a:cubicBezTo>
                    <a:cubicBezTo>
                      <a:pt x="3" y="45"/>
                      <a:pt x="2" y="38"/>
                      <a:pt x="2" y="31"/>
                    </a:cubicBezTo>
                    <a:cubicBezTo>
                      <a:pt x="1" y="25"/>
                      <a:pt x="0" y="18"/>
                      <a:pt x="0" y="11"/>
                    </a:cubicBezTo>
                    <a:cubicBezTo>
                      <a:pt x="1" y="5"/>
                      <a:pt x="6" y="0"/>
                      <a:pt x="12" y="1"/>
                    </a:cubicBezTo>
                    <a:cubicBezTo>
                      <a:pt x="17" y="2"/>
                      <a:pt x="22" y="8"/>
                      <a:pt x="20" y="14"/>
                    </a:cubicBezTo>
                    <a:cubicBezTo>
                      <a:pt x="20" y="15"/>
                      <a:pt x="20" y="16"/>
                      <a:pt x="20" y="17"/>
                    </a:cubicBezTo>
                    <a:cubicBezTo>
                      <a:pt x="20" y="21"/>
                      <a:pt x="20" y="24"/>
                      <a:pt x="20" y="28"/>
                    </a:cubicBezTo>
                    <a:cubicBezTo>
                      <a:pt x="20" y="27"/>
                      <a:pt x="20" y="26"/>
                      <a:pt x="20" y="26"/>
                    </a:cubicBezTo>
                    <a:cubicBezTo>
                      <a:pt x="20" y="28"/>
                      <a:pt x="20" y="28"/>
                      <a:pt x="20" y="29"/>
                    </a:cubicBezTo>
                    <a:cubicBezTo>
                      <a:pt x="20" y="30"/>
                      <a:pt x="20" y="31"/>
                      <a:pt x="20" y="31"/>
                    </a:cubicBezTo>
                    <a:cubicBezTo>
                      <a:pt x="20" y="32"/>
                      <a:pt x="20" y="33"/>
                      <a:pt x="20" y="34"/>
                    </a:cubicBezTo>
                    <a:cubicBezTo>
                      <a:pt x="23" y="54"/>
                      <a:pt x="26" y="74"/>
                      <a:pt x="28" y="93"/>
                    </a:cubicBezTo>
                    <a:cubicBezTo>
                      <a:pt x="30" y="114"/>
                      <a:pt x="33" y="135"/>
                      <a:pt x="35" y="155"/>
                    </a:cubicBezTo>
                    <a:cubicBezTo>
                      <a:pt x="35" y="161"/>
                      <a:pt x="36" y="167"/>
                      <a:pt x="37" y="173"/>
                    </a:cubicBezTo>
                    <a:cubicBezTo>
                      <a:pt x="37" y="178"/>
                      <a:pt x="34" y="183"/>
                      <a:pt x="28" y="184"/>
                    </a:cubicBezTo>
                    <a:lnTo>
                      <a:pt x="27" y="184"/>
                    </a:lnTo>
                    <a:cubicBezTo>
                      <a:pt x="23" y="184"/>
                      <a:pt x="18" y="181"/>
                      <a:pt x="17" y="1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27" name="Google Shape;5327;p70"/>
              <p:cNvSpPr/>
              <p:nvPr/>
            </p:nvSpPr>
            <p:spPr>
              <a:xfrm>
                <a:off x="13660" y="3975478"/>
                <a:ext cx="5112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142" h="167" extrusionOk="0">
                    <a:moveTo>
                      <a:pt x="4" y="164"/>
                    </a:moveTo>
                    <a:cubicBezTo>
                      <a:pt x="0" y="161"/>
                      <a:pt x="0" y="155"/>
                      <a:pt x="3" y="151"/>
                    </a:cubicBezTo>
                    <a:cubicBezTo>
                      <a:pt x="27" y="117"/>
                      <a:pt x="52" y="84"/>
                      <a:pt x="78" y="51"/>
                    </a:cubicBezTo>
                    <a:cubicBezTo>
                      <a:pt x="85" y="43"/>
                      <a:pt x="91" y="35"/>
                      <a:pt x="98" y="28"/>
                    </a:cubicBezTo>
                    <a:cubicBezTo>
                      <a:pt x="101" y="24"/>
                      <a:pt x="104" y="20"/>
                      <a:pt x="107" y="17"/>
                    </a:cubicBezTo>
                    <a:cubicBezTo>
                      <a:pt x="110" y="14"/>
                      <a:pt x="113" y="12"/>
                      <a:pt x="115" y="10"/>
                    </a:cubicBezTo>
                    <a:cubicBezTo>
                      <a:pt x="117" y="8"/>
                      <a:pt x="120" y="5"/>
                      <a:pt x="122" y="4"/>
                    </a:cubicBezTo>
                    <a:cubicBezTo>
                      <a:pt x="125" y="2"/>
                      <a:pt x="130" y="0"/>
                      <a:pt x="134" y="2"/>
                    </a:cubicBezTo>
                    <a:cubicBezTo>
                      <a:pt x="137" y="3"/>
                      <a:pt x="139" y="7"/>
                      <a:pt x="140" y="10"/>
                    </a:cubicBezTo>
                    <a:cubicBezTo>
                      <a:pt x="141" y="14"/>
                      <a:pt x="138" y="19"/>
                      <a:pt x="134" y="21"/>
                    </a:cubicBezTo>
                    <a:cubicBezTo>
                      <a:pt x="133" y="21"/>
                      <a:pt x="132" y="21"/>
                      <a:pt x="131" y="21"/>
                    </a:cubicBezTo>
                    <a:lnTo>
                      <a:pt x="131" y="22"/>
                    </a:lnTo>
                    <a:cubicBezTo>
                      <a:pt x="128" y="23"/>
                      <a:pt x="127" y="25"/>
                      <a:pt x="124" y="26"/>
                    </a:cubicBezTo>
                    <a:cubicBezTo>
                      <a:pt x="120" y="31"/>
                      <a:pt x="116" y="34"/>
                      <a:pt x="113" y="38"/>
                    </a:cubicBezTo>
                    <a:cubicBezTo>
                      <a:pt x="109" y="42"/>
                      <a:pt x="106" y="46"/>
                      <a:pt x="103" y="49"/>
                    </a:cubicBezTo>
                    <a:cubicBezTo>
                      <a:pt x="77" y="79"/>
                      <a:pt x="53" y="112"/>
                      <a:pt x="29" y="145"/>
                    </a:cubicBezTo>
                    <a:cubicBezTo>
                      <a:pt x="25" y="151"/>
                      <a:pt x="21" y="156"/>
                      <a:pt x="17" y="162"/>
                    </a:cubicBezTo>
                    <a:cubicBezTo>
                      <a:pt x="15" y="165"/>
                      <a:pt x="12" y="166"/>
                      <a:pt x="10" y="166"/>
                    </a:cubicBezTo>
                    <a:cubicBezTo>
                      <a:pt x="8" y="166"/>
                      <a:pt x="5" y="165"/>
                      <a:pt x="4" y="16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28" name="Google Shape;5328;p70"/>
              <p:cNvSpPr/>
              <p:nvPr/>
            </p:nvSpPr>
            <p:spPr>
              <a:xfrm>
                <a:off x="-632180" y="3405957"/>
                <a:ext cx="53640" cy="115920"/>
              </a:xfrm>
              <a:custGeom>
                <a:avLst/>
                <a:gdLst/>
                <a:ahLst/>
                <a:cxnLst/>
                <a:rect l="l" t="t" r="r" b="b"/>
                <a:pathLst>
                  <a:path w="149" h="322" extrusionOk="0">
                    <a:moveTo>
                      <a:pt x="29" y="299"/>
                    </a:moveTo>
                    <a:cubicBezTo>
                      <a:pt x="29" y="296"/>
                      <a:pt x="31" y="293"/>
                      <a:pt x="32" y="291"/>
                    </a:cubicBezTo>
                    <a:cubicBezTo>
                      <a:pt x="33" y="286"/>
                      <a:pt x="35" y="281"/>
                      <a:pt x="36" y="275"/>
                    </a:cubicBezTo>
                    <a:cubicBezTo>
                      <a:pt x="36" y="271"/>
                      <a:pt x="38" y="268"/>
                      <a:pt x="38" y="264"/>
                    </a:cubicBezTo>
                    <a:cubicBezTo>
                      <a:pt x="40" y="256"/>
                      <a:pt x="42" y="247"/>
                      <a:pt x="43" y="239"/>
                    </a:cubicBezTo>
                    <a:cubicBezTo>
                      <a:pt x="45" y="235"/>
                      <a:pt x="46" y="229"/>
                      <a:pt x="47" y="225"/>
                    </a:cubicBezTo>
                    <a:lnTo>
                      <a:pt x="46" y="225"/>
                    </a:lnTo>
                    <a:cubicBezTo>
                      <a:pt x="48" y="219"/>
                      <a:pt x="49" y="212"/>
                      <a:pt x="50" y="207"/>
                    </a:cubicBezTo>
                    <a:lnTo>
                      <a:pt x="50" y="208"/>
                    </a:lnTo>
                    <a:cubicBezTo>
                      <a:pt x="51" y="203"/>
                      <a:pt x="52" y="198"/>
                      <a:pt x="53" y="193"/>
                    </a:cubicBezTo>
                    <a:cubicBezTo>
                      <a:pt x="48" y="201"/>
                      <a:pt x="43" y="208"/>
                      <a:pt x="39" y="217"/>
                    </a:cubicBezTo>
                    <a:cubicBezTo>
                      <a:pt x="40" y="216"/>
                      <a:pt x="40" y="216"/>
                      <a:pt x="40" y="215"/>
                    </a:cubicBezTo>
                    <a:cubicBezTo>
                      <a:pt x="38" y="219"/>
                      <a:pt x="36" y="223"/>
                      <a:pt x="35" y="227"/>
                    </a:cubicBezTo>
                    <a:cubicBezTo>
                      <a:pt x="32" y="236"/>
                      <a:pt x="29" y="245"/>
                      <a:pt x="28" y="254"/>
                    </a:cubicBezTo>
                    <a:lnTo>
                      <a:pt x="28" y="253"/>
                    </a:lnTo>
                    <a:cubicBezTo>
                      <a:pt x="26" y="260"/>
                      <a:pt x="25" y="266"/>
                      <a:pt x="25" y="272"/>
                    </a:cubicBezTo>
                    <a:cubicBezTo>
                      <a:pt x="25" y="275"/>
                      <a:pt x="25" y="279"/>
                      <a:pt x="25" y="282"/>
                    </a:cubicBezTo>
                    <a:cubicBezTo>
                      <a:pt x="25" y="285"/>
                      <a:pt x="25" y="288"/>
                      <a:pt x="26" y="291"/>
                    </a:cubicBezTo>
                    <a:cubicBezTo>
                      <a:pt x="26" y="293"/>
                      <a:pt x="27" y="295"/>
                      <a:pt x="28" y="296"/>
                    </a:cubicBezTo>
                    <a:cubicBezTo>
                      <a:pt x="28" y="298"/>
                      <a:pt x="28" y="298"/>
                      <a:pt x="29" y="299"/>
                    </a:cubicBezTo>
                    <a:moveTo>
                      <a:pt x="19" y="317"/>
                    </a:moveTo>
                    <a:cubicBezTo>
                      <a:pt x="15" y="313"/>
                      <a:pt x="12" y="307"/>
                      <a:pt x="11" y="302"/>
                    </a:cubicBezTo>
                    <a:cubicBezTo>
                      <a:pt x="9" y="296"/>
                      <a:pt x="8" y="291"/>
                      <a:pt x="8" y="285"/>
                    </a:cubicBezTo>
                    <a:cubicBezTo>
                      <a:pt x="7" y="278"/>
                      <a:pt x="8" y="271"/>
                      <a:pt x="9" y="264"/>
                    </a:cubicBezTo>
                    <a:cubicBezTo>
                      <a:pt x="11" y="251"/>
                      <a:pt x="14" y="238"/>
                      <a:pt x="18" y="225"/>
                    </a:cubicBezTo>
                    <a:cubicBezTo>
                      <a:pt x="22" y="212"/>
                      <a:pt x="29" y="201"/>
                      <a:pt x="36" y="190"/>
                    </a:cubicBezTo>
                    <a:cubicBezTo>
                      <a:pt x="43" y="178"/>
                      <a:pt x="52" y="166"/>
                      <a:pt x="59" y="155"/>
                    </a:cubicBezTo>
                    <a:cubicBezTo>
                      <a:pt x="60" y="154"/>
                      <a:pt x="60" y="154"/>
                      <a:pt x="60" y="153"/>
                    </a:cubicBezTo>
                    <a:cubicBezTo>
                      <a:pt x="64" y="134"/>
                      <a:pt x="67" y="114"/>
                      <a:pt x="71" y="94"/>
                    </a:cubicBezTo>
                    <a:cubicBezTo>
                      <a:pt x="73" y="89"/>
                      <a:pt x="74" y="83"/>
                      <a:pt x="75" y="77"/>
                    </a:cubicBezTo>
                    <a:cubicBezTo>
                      <a:pt x="66" y="85"/>
                      <a:pt x="55" y="93"/>
                      <a:pt x="42" y="96"/>
                    </a:cubicBezTo>
                    <a:cubicBezTo>
                      <a:pt x="31" y="98"/>
                      <a:pt x="19" y="95"/>
                      <a:pt x="11" y="86"/>
                    </a:cubicBezTo>
                    <a:cubicBezTo>
                      <a:pt x="4" y="77"/>
                      <a:pt x="1" y="65"/>
                      <a:pt x="0" y="53"/>
                    </a:cubicBezTo>
                    <a:cubicBezTo>
                      <a:pt x="0" y="44"/>
                      <a:pt x="0" y="34"/>
                      <a:pt x="0" y="24"/>
                    </a:cubicBezTo>
                    <a:cubicBezTo>
                      <a:pt x="0" y="21"/>
                      <a:pt x="0" y="17"/>
                      <a:pt x="0" y="13"/>
                    </a:cubicBezTo>
                    <a:cubicBezTo>
                      <a:pt x="0" y="13"/>
                      <a:pt x="0" y="12"/>
                      <a:pt x="0" y="11"/>
                    </a:cubicBezTo>
                    <a:lnTo>
                      <a:pt x="0" y="10"/>
                    </a:lnTo>
                    <a:lnTo>
                      <a:pt x="0" y="9"/>
                    </a:lnTo>
                    <a:cubicBezTo>
                      <a:pt x="0" y="5"/>
                      <a:pt x="4" y="1"/>
                      <a:pt x="8" y="0"/>
                    </a:cubicBezTo>
                    <a:cubicBezTo>
                      <a:pt x="14" y="0"/>
                      <a:pt x="19" y="3"/>
                      <a:pt x="19" y="9"/>
                    </a:cubicBezTo>
                    <a:cubicBezTo>
                      <a:pt x="19" y="10"/>
                      <a:pt x="19" y="10"/>
                      <a:pt x="20" y="11"/>
                    </a:cubicBezTo>
                    <a:cubicBezTo>
                      <a:pt x="20" y="13"/>
                      <a:pt x="19" y="14"/>
                      <a:pt x="19" y="15"/>
                    </a:cubicBezTo>
                    <a:cubicBezTo>
                      <a:pt x="18" y="19"/>
                      <a:pt x="18" y="23"/>
                      <a:pt x="18" y="26"/>
                    </a:cubicBezTo>
                    <a:cubicBezTo>
                      <a:pt x="18" y="32"/>
                      <a:pt x="18" y="39"/>
                      <a:pt x="18" y="46"/>
                    </a:cubicBezTo>
                    <a:cubicBezTo>
                      <a:pt x="18" y="51"/>
                      <a:pt x="19" y="55"/>
                      <a:pt x="19" y="59"/>
                    </a:cubicBezTo>
                    <a:cubicBezTo>
                      <a:pt x="20" y="62"/>
                      <a:pt x="21" y="64"/>
                      <a:pt x="21" y="66"/>
                    </a:cubicBezTo>
                    <a:cubicBezTo>
                      <a:pt x="22" y="67"/>
                      <a:pt x="22" y="69"/>
                      <a:pt x="23" y="70"/>
                    </a:cubicBezTo>
                    <a:cubicBezTo>
                      <a:pt x="24" y="71"/>
                      <a:pt x="24" y="71"/>
                      <a:pt x="25" y="73"/>
                    </a:cubicBezTo>
                    <a:cubicBezTo>
                      <a:pt x="25" y="73"/>
                      <a:pt x="25" y="74"/>
                      <a:pt x="26" y="74"/>
                    </a:cubicBezTo>
                    <a:cubicBezTo>
                      <a:pt x="26" y="74"/>
                      <a:pt x="26" y="75"/>
                      <a:pt x="27" y="75"/>
                    </a:cubicBezTo>
                    <a:cubicBezTo>
                      <a:pt x="27" y="76"/>
                      <a:pt x="28" y="76"/>
                      <a:pt x="28" y="76"/>
                    </a:cubicBezTo>
                    <a:cubicBezTo>
                      <a:pt x="29" y="77"/>
                      <a:pt x="29" y="77"/>
                      <a:pt x="29" y="77"/>
                    </a:cubicBezTo>
                    <a:cubicBezTo>
                      <a:pt x="30" y="77"/>
                      <a:pt x="31" y="77"/>
                      <a:pt x="31" y="78"/>
                    </a:cubicBezTo>
                    <a:lnTo>
                      <a:pt x="32" y="78"/>
                    </a:lnTo>
                    <a:cubicBezTo>
                      <a:pt x="33" y="78"/>
                      <a:pt x="34" y="78"/>
                      <a:pt x="35" y="78"/>
                    </a:cubicBezTo>
                    <a:lnTo>
                      <a:pt x="36" y="78"/>
                    </a:lnTo>
                    <a:cubicBezTo>
                      <a:pt x="37" y="78"/>
                      <a:pt x="38" y="78"/>
                      <a:pt x="39" y="78"/>
                    </a:cubicBezTo>
                    <a:cubicBezTo>
                      <a:pt x="40" y="77"/>
                      <a:pt x="42" y="77"/>
                      <a:pt x="43" y="77"/>
                    </a:cubicBezTo>
                    <a:cubicBezTo>
                      <a:pt x="45" y="76"/>
                      <a:pt x="47" y="75"/>
                      <a:pt x="49" y="74"/>
                    </a:cubicBezTo>
                    <a:lnTo>
                      <a:pt x="48" y="74"/>
                    </a:lnTo>
                    <a:cubicBezTo>
                      <a:pt x="50" y="73"/>
                      <a:pt x="52" y="72"/>
                      <a:pt x="54" y="71"/>
                    </a:cubicBezTo>
                    <a:cubicBezTo>
                      <a:pt x="59" y="68"/>
                      <a:pt x="63" y="64"/>
                      <a:pt x="66" y="62"/>
                    </a:cubicBezTo>
                    <a:cubicBezTo>
                      <a:pt x="72" y="56"/>
                      <a:pt x="78" y="51"/>
                      <a:pt x="82" y="45"/>
                    </a:cubicBezTo>
                    <a:cubicBezTo>
                      <a:pt x="84" y="44"/>
                      <a:pt x="84" y="43"/>
                      <a:pt x="85" y="42"/>
                    </a:cubicBezTo>
                    <a:cubicBezTo>
                      <a:pt x="86" y="39"/>
                      <a:pt x="87" y="37"/>
                      <a:pt x="88" y="34"/>
                    </a:cubicBezTo>
                    <a:cubicBezTo>
                      <a:pt x="90" y="31"/>
                      <a:pt x="92" y="28"/>
                      <a:pt x="96" y="28"/>
                    </a:cubicBezTo>
                    <a:cubicBezTo>
                      <a:pt x="99" y="28"/>
                      <a:pt x="102" y="29"/>
                      <a:pt x="105" y="32"/>
                    </a:cubicBezTo>
                    <a:cubicBezTo>
                      <a:pt x="106" y="34"/>
                      <a:pt x="107" y="36"/>
                      <a:pt x="107" y="38"/>
                    </a:cubicBezTo>
                    <a:cubicBezTo>
                      <a:pt x="107" y="39"/>
                      <a:pt x="107" y="41"/>
                      <a:pt x="106" y="42"/>
                    </a:cubicBezTo>
                    <a:cubicBezTo>
                      <a:pt x="106" y="43"/>
                      <a:pt x="106" y="44"/>
                      <a:pt x="105" y="45"/>
                    </a:cubicBezTo>
                    <a:cubicBezTo>
                      <a:pt x="104" y="49"/>
                      <a:pt x="102" y="52"/>
                      <a:pt x="99" y="55"/>
                    </a:cubicBezTo>
                    <a:cubicBezTo>
                      <a:pt x="93" y="76"/>
                      <a:pt x="88" y="97"/>
                      <a:pt x="83" y="119"/>
                    </a:cubicBezTo>
                    <a:cubicBezTo>
                      <a:pt x="88" y="111"/>
                      <a:pt x="93" y="103"/>
                      <a:pt x="98" y="95"/>
                    </a:cubicBezTo>
                    <a:cubicBezTo>
                      <a:pt x="102" y="90"/>
                      <a:pt x="106" y="85"/>
                      <a:pt x="109" y="79"/>
                    </a:cubicBezTo>
                    <a:cubicBezTo>
                      <a:pt x="109" y="80"/>
                      <a:pt x="109" y="80"/>
                      <a:pt x="109" y="80"/>
                    </a:cubicBezTo>
                    <a:cubicBezTo>
                      <a:pt x="112" y="76"/>
                      <a:pt x="115" y="71"/>
                      <a:pt x="118" y="66"/>
                    </a:cubicBezTo>
                    <a:cubicBezTo>
                      <a:pt x="118" y="67"/>
                      <a:pt x="117" y="67"/>
                      <a:pt x="117" y="67"/>
                    </a:cubicBezTo>
                    <a:cubicBezTo>
                      <a:pt x="123" y="59"/>
                      <a:pt x="128" y="52"/>
                      <a:pt x="133" y="45"/>
                    </a:cubicBezTo>
                    <a:cubicBezTo>
                      <a:pt x="135" y="41"/>
                      <a:pt x="141" y="41"/>
                      <a:pt x="144" y="43"/>
                    </a:cubicBezTo>
                    <a:cubicBezTo>
                      <a:pt x="147" y="46"/>
                      <a:pt x="148" y="51"/>
                      <a:pt x="145" y="54"/>
                    </a:cubicBezTo>
                    <a:cubicBezTo>
                      <a:pt x="140" y="61"/>
                      <a:pt x="135" y="68"/>
                      <a:pt x="130" y="76"/>
                    </a:cubicBezTo>
                    <a:cubicBezTo>
                      <a:pt x="127" y="80"/>
                      <a:pt x="125" y="84"/>
                      <a:pt x="122" y="88"/>
                    </a:cubicBezTo>
                    <a:lnTo>
                      <a:pt x="121" y="88"/>
                    </a:lnTo>
                    <a:lnTo>
                      <a:pt x="121" y="89"/>
                    </a:lnTo>
                    <a:cubicBezTo>
                      <a:pt x="121" y="88"/>
                      <a:pt x="121" y="88"/>
                      <a:pt x="121" y="88"/>
                    </a:cubicBezTo>
                    <a:cubicBezTo>
                      <a:pt x="118" y="94"/>
                      <a:pt x="114" y="99"/>
                      <a:pt x="110" y="105"/>
                    </a:cubicBezTo>
                    <a:lnTo>
                      <a:pt x="111" y="104"/>
                    </a:lnTo>
                    <a:cubicBezTo>
                      <a:pt x="107" y="111"/>
                      <a:pt x="103" y="116"/>
                      <a:pt x="99" y="123"/>
                    </a:cubicBezTo>
                    <a:cubicBezTo>
                      <a:pt x="94" y="130"/>
                      <a:pt x="89" y="137"/>
                      <a:pt x="85" y="144"/>
                    </a:cubicBezTo>
                    <a:cubicBezTo>
                      <a:pt x="81" y="149"/>
                      <a:pt x="78" y="154"/>
                      <a:pt x="75" y="159"/>
                    </a:cubicBezTo>
                    <a:cubicBezTo>
                      <a:pt x="70" y="188"/>
                      <a:pt x="65" y="218"/>
                      <a:pt x="60" y="247"/>
                    </a:cubicBezTo>
                    <a:cubicBezTo>
                      <a:pt x="58" y="257"/>
                      <a:pt x="56" y="267"/>
                      <a:pt x="54" y="277"/>
                    </a:cubicBezTo>
                    <a:cubicBezTo>
                      <a:pt x="53" y="282"/>
                      <a:pt x="53" y="287"/>
                      <a:pt x="51" y="292"/>
                    </a:cubicBezTo>
                    <a:cubicBezTo>
                      <a:pt x="50" y="298"/>
                      <a:pt x="47" y="303"/>
                      <a:pt x="45" y="309"/>
                    </a:cubicBezTo>
                    <a:cubicBezTo>
                      <a:pt x="42" y="313"/>
                      <a:pt x="38" y="319"/>
                      <a:pt x="33" y="320"/>
                    </a:cubicBezTo>
                    <a:cubicBezTo>
                      <a:pt x="32" y="320"/>
                      <a:pt x="30" y="321"/>
                      <a:pt x="29" y="321"/>
                    </a:cubicBezTo>
                    <a:cubicBezTo>
                      <a:pt x="25" y="321"/>
                      <a:pt x="22" y="319"/>
                      <a:pt x="19" y="3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29" name="Google Shape;5329;p70"/>
              <p:cNvSpPr/>
              <p:nvPr/>
            </p:nvSpPr>
            <p:spPr>
              <a:xfrm>
                <a:off x="-489260" y="4141078"/>
                <a:ext cx="58680" cy="124200"/>
              </a:xfrm>
              <a:custGeom>
                <a:avLst/>
                <a:gdLst/>
                <a:ahLst/>
                <a:cxnLst/>
                <a:rect l="l" t="t" r="r" b="b"/>
                <a:pathLst>
                  <a:path w="163" h="345" extrusionOk="0">
                    <a:moveTo>
                      <a:pt x="24" y="344"/>
                    </a:moveTo>
                    <a:cubicBezTo>
                      <a:pt x="18" y="343"/>
                      <a:pt x="11" y="340"/>
                      <a:pt x="5" y="336"/>
                    </a:cubicBezTo>
                    <a:cubicBezTo>
                      <a:pt x="1" y="332"/>
                      <a:pt x="0" y="326"/>
                      <a:pt x="4" y="322"/>
                    </a:cubicBezTo>
                    <a:cubicBezTo>
                      <a:pt x="7" y="317"/>
                      <a:pt x="13" y="316"/>
                      <a:pt x="18" y="320"/>
                    </a:cubicBezTo>
                    <a:cubicBezTo>
                      <a:pt x="18" y="320"/>
                      <a:pt x="19" y="321"/>
                      <a:pt x="20" y="322"/>
                    </a:cubicBezTo>
                    <a:cubicBezTo>
                      <a:pt x="22" y="323"/>
                      <a:pt x="22" y="323"/>
                      <a:pt x="23" y="323"/>
                    </a:cubicBezTo>
                    <a:cubicBezTo>
                      <a:pt x="25" y="324"/>
                      <a:pt x="26" y="324"/>
                      <a:pt x="27" y="324"/>
                    </a:cubicBezTo>
                    <a:cubicBezTo>
                      <a:pt x="29" y="325"/>
                      <a:pt x="32" y="325"/>
                      <a:pt x="33" y="326"/>
                    </a:cubicBezTo>
                    <a:cubicBezTo>
                      <a:pt x="34" y="326"/>
                      <a:pt x="36" y="326"/>
                      <a:pt x="37" y="326"/>
                    </a:cubicBezTo>
                    <a:cubicBezTo>
                      <a:pt x="37" y="326"/>
                      <a:pt x="38" y="325"/>
                      <a:pt x="39" y="325"/>
                    </a:cubicBezTo>
                    <a:lnTo>
                      <a:pt x="38" y="325"/>
                    </a:lnTo>
                    <a:cubicBezTo>
                      <a:pt x="39" y="325"/>
                      <a:pt x="39" y="325"/>
                      <a:pt x="39" y="325"/>
                    </a:cubicBezTo>
                    <a:lnTo>
                      <a:pt x="38" y="325"/>
                    </a:lnTo>
                    <a:lnTo>
                      <a:pt x="39" y="325"/>
                    </a:lnTo>
                    <a:lnTo>
                      <a:pt x="40" y="324"/>
                    </a:lnTo>
                    <a:lnTo>
                      <a:pt x="41" y="324"/>
                    </a:lnTo>
                    <a:cubicBezTo>
                      <a:pt x="41" y="323"/>
                      <a:pt x="42" y="323"/>
                      <a:pt x="43" y="323"/>
                    </a:cubicBezTo>
                    <a:cubicBezTo>
                      <a:pt x="43" y="322"/>
                      <a:pt x="43" y="322"/>
                      <a:pt x="44" y="322"/>
                    </a:cubicBezTo>
                    <a:cubicBezTo>
                      <a:pt x="44" y="321"/>
                      <a:pt x="45" y="320"/>
                      <a:pt x="45" y="319"/>
                    </a:cubicBezTo>
                    <a:cubicBezTo>
                      <a:pt x="46" y="318"/>
                      <a:pt x="47" y="317"/>
                      <a:pt x="48" y="315"/>
                    </a:cubicBezTo>
                    <a:cubicBezTo>
                      <a:pt x="48" y="313"/>
                      <a:pt x="50" y="311"/>
                      <a:pt x="50" y="309"/>
                    </a:cubicBezTo>
                    <a:cubicBezTo>
                      <a:pt x="56" y="292"/>
                      <a:pt x="60" y="276"/>
                      <a:pt x="64" y="258"/>
                    </a:cubicBezTo>
                    <a:cubicBezTo>
                      <a:pt x="68" y="238"/>
                      <a:pt x="71" y="217"/>
                      <a:pt x="75" y="197"/>
                    </a:cubicBezTo>
                    <a:cubicBezTo>
                      <a:pt x="78" y="176"/>
                      <a:pt x="82" y="156"/>
                      <a:pt x="85" y="136"/>
                    </a:cubicBezTo>
                    <a:cubicBezTo>
                      <a:pt x="86" y="135"/>
                      <a:pt x="86" y="133"/>
                      <a:pt x="86" y="132"/>
                    </a:cubicBezTo>
                    <a:cubicBezTo>
                      <a:pt x="86" y="133"/>
                      <a:pt x="86" y="133"/>
                      <a:pt x="86" y="133"/>
                    </a:cubicBezTo>
                    <a:cubicBezTo>
                      <a:pt x="87" y="124"/>
                      <a:pt x="89" y="115"/>
                      <a:pt x="92" y="105"/>
                    </a:cubicBezTo>
                    <a:cubicBezTo>
                      <a:pt x="93" y="100"/>
                      <a:pt x="94" y="94"/>
                      <a:pt x="95" y="88"/>
                    </a:cubicBezTo>
                    <a:cubicBezTo>
                      <a:pt x="96" y="83"/>
                      <a:pt x="98" y="78"/>
                      <a:pt x="99" y="73"/>
                    </a:cubicBezTo>
                    <a:cubicBezTo>
                      <a:pt x="101" y="64"/>
                      <a:pt x="104" y="55"/>
                      <a:pt x="108" y="47"/>
                    </a:cubicBezTo>
                    <a:cubicBezTo>
                      <a:pt x="112" y="34"/>
                      <a:pt x="118" y="21"/>
                      <a:pt x="128" y="12"/>
                    </a:cubicBezTo>
                    <a:cubicBezTo>
                      <a:pt x="129" y="9"/>
                      <a:pt x="132" y="7"/>
                      <a:pt x="134" y="6"/>
                    </a:cubicBezTo>
                    <a:cubicBezTo>
                      <a:pt x="136" y="5"/>
                      <a:pt x="138" y="3"/>
                      <a:pt x="140" y="2"/>
                    </a:cubicBezTo>
                    <a:cubicBezTo>
                      <a:pt x="142" y="2"/>
                      <a:pt x="144" y="2"/>
                      <a:pt x="146" y="2"/>
                    </a:cubicBezTo>
                    <a:cubicBezTo>
                      <a:pt x="148" y="0"/>
                      <a:pt x="150" y="0"/>
                      <a:pt x="153" y="0"/>
                    </a:cubicBezTo>
                    <a:cubicBezTo>
                      <a:pt x="156" y="0"/>
                      <a:pt x="158" y="2"/>
                      <a:pt x="159" y="4"/>
                    </a:cubicBezTo>
                    <a:cubicBezTo>
                      <a:pt x="161" y="6"/>
                      <a:pt x="162" y="10"/>
                      <a:pt x="161" y="13"/>
                    </a:cubicBezTo>
                    <a:lnTo>
                      <a:pt x="161" y="14"/>
                    </a:lnTo>
                    <a:cubicBezTo>
                      <a:pt x="161" y="16"/>
                      <a:pt x="161" y="17"/>
                      <a:pt x="161" y="19"/>
                    </a:cubicBezTo>
                    <a:cubicBezTo>
                      <a:pt x="161" y="21"/>
                      <a:pt x="161" y="23"/>
                      <a:pt x="160" y="25"/>
                    </a:cubicBezTo>
                    <a:cubicBezTo>
                      <a:pt x="160" y="27"/>
                      <a:pt x="159" y="30"/>
                      <a:pt x="158" y="31"/>
                    </a:cubicBezTo>
                    <a:cubicBezTo>
                      <a:pt x="157" y="34"/>
                      <a:pt x="156" y="35"/>
                      <a:pt x="153" y="37"/>
                    </a:cubicBezTo>
                    <a:cubicBezTo>
                      <a:pt x="150" y="38"/>
                      <a:pt x="147" y="38"/>
                      <a:pt x="144" y="36"/>
                    </a:cubicBezTo>
                    <a:cubicBezTo>
                      <a:pt x="143" y="35"/>
                      <a:pt x="141" y="34"/>
                      <a:pt x="140" y="32"/>
                    </a:cubicBezTo>
                    <a:cubicBezTo>
                      <a:pt x="139" y="30"/>
                      <a:pt x="139" y="28"/>
                      <a:pt x="139" y="26"/>
                    </a:cubicBezTo>
                    <a:cubicBezTo>
                      <a:pt x="138" y="27"/>
                      <a:pt x="136" y="29"/>
                      <a:pt x="135" y="31"/>
                    </a:cubicBezTo>
                    <a:cubicBezTo>
                      <a:pt x="133" y="34"/>
                      <a:pt x="131" y="38"/>
                      <a:pt x="129" y="41"/>
                    </a:cubicBezTo>
                    <a:lnTo>
                      <a:pt x="129" y="42"/>
                    </a:lnTo>
                    <a:cubicBezTo>
                      <a:pt x="126" y="48"/>
                      <a:pt x="124" y="55"/>
                      <a:pt x="121" y="61"/>
                    </a:cubicBezTo>
                    <a:cubicBezTo>
                      <a:pt x="121" y="62"/>
                      <a:pt x="121" y="62"/>
                      <a:pt x="121" y="62"/>
                    </a:cubicBezTo>
                    <a:cubicBezTo>
                      <a:pt x="117" y="72"/>
                      <a:pt x="115" y="82"/>
                      <a:pt x="112" y="93"/>
                    </a:cubicBezTo>
                    <a:cubicBezTo>
                      <a:pt x="111" y="96"/>
                      <a:pt x="110" y="100"/>
                      <a:pt x="110" y="103"/>
                    </a:cubicBezTo>
                    <a:cubicBezTo>
                      <a:pt x="108" y="107"/>
                      <a:pt x="108" y="110"/>
                      <a:pt x="107" y="114"/>
                    </a:cubicBezTo>
                    <a:lnTo>
                      <a:pt x="107" y="115"/>
                    </a:lnTo>
                    <a:cubicBezTo>
                      <a:pt x="107" y="114"/>
                      <a:pt x="107" y="114"/>
                      <a:pt x="107" y="114"/>
                    </a:cubicBezTo>
                    <a:cubicBezTo>
                      <a:pt x="106" y="122"/>
                      <a:pt x="104" y="129"/>
                      <a:pt x="103" y="137"/>
                    </a:cubicBezTo>
                    <a:cubicBezTo>
                      <a:pt x="99" y="155"/>
                      <a:pt x="96" y="175"/>
                      <a:pt x="93" y="194"/>
                    </a:cubicBezTo>
                    <a:cubicBezTo>
                      <a:pt x="89" y="214"/>
                      <a:pt x="86" y="235"/>
                      <a:pt x="82" y="256"/>
                    </a:cubicBezTo>
                    <a:cubicBezTo>
                      <a:pt x="79" y="271"/>
                      <a:pt x="76" y="287"/>
                      <a:pt x="72" y="302"/>
                    </a:cubicBezTo>
                    <a:cubicBezTo>
                      <a:pt x="70" y="309"/>
                      <a:pt x="68" y="316"/>
                      <a:pt x="65" y="323"/>
                    </a:cubicBezTo>
                    <a:cubicBezTo>
                      <a:pt x="64" y="327"/>
                      <a:pt x="61" y="330"/>
                      <a:pt x="59" y="334"/>
                    </a:cubicBezTo>
                    <a:cubicBezTo>
                      <a:pt x="55" y="337"/>
                      <a:pt x="52" y="340"/>
                      <a:pt x="47" y="342"/>
                    </a:cubicBezTo>
                    <a:cubicBezTo>
                      <a:pt x="44" y="344"/>
                      <a:pt x="40" y="344"/>
                      <a:pt x="36" y="344"/>
                    </a:cubicBezTo>
                    <a:cubicBezTo>
                      <a:pt x="32" y="344"/>
                      <a:pt x="28" y="344"/>
                      <a:pt x="24" y="3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30" name="Google Shape;5330;p70"/>
              <p:cNvSpPr/>
              <p:nvPr/>
            </p:nvSpPr>
            <p:spPr>
              <a:xfrm>
                <a:off x="-479180" y="4201918"/>
                <a:ext cx="1260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35" h="25" extrusionOk="0">
                    <a:moveTo>
                      <a:pt x="5" y="21"/>
                    </a:moveTo>
                    <a:cubicBezTo>
                      <a:pt x="3" y="20"/>
                      <a:pt x="2" y="17"/>
                      <a:pt x="1" y="14"/>
                    </a:cubicBezTo>
                    <a:cubicBezTo>
                      <a:pt x="0" y="10"/>
                      <a:pt x="3" y="6"/>
                      <a:pt x="7" y="4"/>
                    </a:cubicBezTo>
                    <a:cubicBezTo>
                      <a:pt x="9" y="3"/>
                      <a:pt x="12" y="2"/>
                      <a:pt x="15" y="2"/>
                    </a:cubicBezTo>
                    <a:cubicBezTo>
                      <a:pt x="15" y="2"/>
                      <a:pt x="14" y="2"/>
                      <a:pt x="13" y="2"/>
                    </a:cubicBezTo>
                    <a:cubicBezTo>
                      <a:pt x="16" y="2"/>
                      <a:pt x="19" y="1"/>
                      <a:pt x="22" y="0"/>
                    </a:cubicBezTo>
                    <a:cubicBezTo>
                      <a:pt x="27" y="0"/>
                      <a:pt x="31" y="3"/>
                      <a:pt x="33" y="7"/>
                    </a:cubicBezTo>
                    <a:cubicBezTo>
                      <a:pt x="34" y="12"/>
                      <a:pt x="31" y="18"/>
                      <a:pt x="26" y="19"/>
                    </a:cubicBezTo>
                    <a:cubicBezTo>
                      <a:pt x="23" y="20"/>
                      <a:pt x="20" y="20"/>
                      <a:pt x="18" y="21"/>
                    </a:cubicBezTo>
                    <a:cubicBezTo>
                      <a:pt x="16" y="23"/>
                      <a:pt x="14" y="24"/>
                      <a:pt x="11" y="24"/>
                    </a:cubicBezTo>
                    <a:cubicBezTo>
                      <a:pt x="9" y="24"/>
                      <a:pt x="7" y="23"/>
                      <a:pt x="5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31" name="Google Shape;5331;p70"/>
              <p:cNvSpPr/>
              <p:nvPr/>
            </p:nvSpPr>
            <p:spPr>
              <a:xfrm>
                <a:off x="-474860" y="4200838"/>
                <a:ext cx="4536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25" extrusionOk="0">
                    <a:moveTo>
                      <a:pt x="116" y="24"/>
                    </a:moveTo>
                    <a:cubicBezTo>
                      <a:pt x="98" y="23"/>
                      <a:pt x="80" y="22"/>
                      <a:pt x="62" y="21"/>
                    </a:cubicBezTo>
                    <a:cubicBezTo>
                      <a:pt x="58" y="20"/>
                      <a:pt x="54" y="20"/>
                      <a:pt x="50" y="20"/>
                    </a:cubicBezTo>
                    <a:cubicBezTo>
                      <a:pt x="46" y="20"/>
                      <a:pt x="42" y="20"/>
                      <a:pt x="39" y="20"/>
                    </a:cubicBezTo>
                    <a:cubicBezTo>
                      <a:pt x="29" y="20"/>
                      <a:pt x="19" y="20"/>
                      <a:pt x="10" y="20"/>
                    </a:cubicBezTo>
                    <a:cubicBezTo>
                      <a:pt x="5" y="20"/>
                      <a:pt x="0" y="16"/>
                      <a:pt x="0" y="10"/>
                    </a:cubicBezTo>
                    <a:cubicBezTo>
                      <a:pt x="0" y="5"/>
                      <a:pt x="5" y="0"/>
                      <a:pt x="10" y="0"/>
                    </a:cubicBezTo>
                    <a:cubicBezTo>
                      <a:pt x="19" y="0"/>
                      <a:pt x="29" y="0"/>
                      <a:pt x="39" y="0"/>
                    </a:cubicBezTo>
                    <a:cubicBezTo>
                      <a:pt x="42" y="0"/>
                      <a:pt x="46" y="0"/>
                      <a:pt x="50" y="0"/>
                    </a:cubicBezTo>
                    <a:cubicBezTo>
                      <a:pt x="54" y="1"/>
                      <a:pt x="59" y="1"/>
                      <a:pt x="64" y="1"/>
                    </a:cubicBezTo>
                    <a:cubicBezTo>
                      <a:pt x="82" y="3"/>
                      <a:pt x="99" y="5"/>
                      <a:pt x="117" y="6"/>
                    </a:cubicBezTo>
                    <a:cubicBezTo>
                      <a:pt x="121" y="6"/>
                      <a:pt x="125" y="11"/>
                      <a:pt x="125" y="15"/>
                    </a:cubicBezTo>
                    <a:cubicBezTo>
                      <a:pt x="125" y="20"/>
                      <a:pt x="121" y="24"/>
                      <a:pt x="116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32" name="Google Shape;5332;p70"/>
              <p:cNvSpPr/>
              <p:nvPr/>
            </p:nvSpPr>
            <p:spPr>
              <a:xfrm>
                <a:off x="-430580" y="4144677"/>
                <a:ext cx="34200" cy="109440"/>
              </a:xfrm>
              <a:custGeom>
                <a:avLst/>
                <a:gdLst/>
                <a:ahLst/>
                <a:cxnLst/>
                <a:rect l="l" t="t" r="r" b="b"/>
                <a:pathLst>
                  <a:path w="95" h="304" extrusionOk="0">
                    <a:moveTo>
                      <a:pt x="39" y="300"/>
                    </a:moveTo>
                    <a:cubicBezTo>
                      <a:pt x="27" y="286"/>
                      <a:pt x="16" y="271"/>
                      <a:pt x="10" y="253"/>
                    </a:cubicBezTo>
                    <a:cubicBezTo>
                      <a:pt x="5" y="242"/>
                      <a:pt x="3" y="229"/>
                      <a:pt x="1" y="217"/>
                    </a:cubicBezTo>
                    <a:cubicBezTo>
                      <a:pt x="0" y="206"/>
                      <a:pt x="0" y="194"/>
                      <a:pt x="1" y="183"/>
                    </a:cubicBezTo>
                    <a:lnTo>
                      <a:pt x="1" y="182"/>
                    </a:lnTo>
                    <a:cubicBezTo>
                      <a:pt x="1" y="181"/>
                      <a:pt x="1" y="180"/>
                      <a:pt x="1" y="179"/>
                    </a:cubicBezTo>
                    <a:cubicBezTo>
                      <a:pt x="1" y="180"/>
                      <a:pt x="1" y="180"/>
                      <a:pt x="1" y="180"/>
                    </a:cubicBezTo>
                    <a:cubicBezTo>
                      <a:pt x="1" y="180"/>
                      <a:pt x="1" y="179"/>
                      <a:pt x="1" y="178"/>
                    </a:cubicBezTo>
                    <a:cubicBezTo>
                      <a:pt x="1" y="179"/>
                      <a:pt x="1" y="179"/>
                      <a:pt x="1" y="179"/>
                    </a:cubicBezTo>
                    <a:cubicBezTo>
                      <a:pt x="1" y="178"/>
                      <a:pt x="1" y="175"/>
                      <a:pt x="1" y="173"/>
                    </a:cubicBezTo>
                    <a:lnTo>
                      <a:pt x="1" y="172"/>
                    </a:lnTo>
                    <a:cubicBezTo>
                      <a:pt x="1" y="171"/>
                      <a:pt x="1" y="169"/>
                      <a:pt x="2" y="168"/>
                    </a:cubicBezTo>
                    <a:cubicBezTo>
                      <a:pt x="2" y="166"/>
                      <a:pt x="2" y="166"/>
                      <a:pt x="2" y="165"/>
                    </a:cubicBezTo>
                    <a:lnTo>
                      <a:pt x="2" y="166"/>
                    </a:lnTo>
                    <a:cubicBezTo>
                      <a:pt x="2" y="165"/>
                      <a:pt x="2" y="164"/>
                      <a:pt x="2" y="162"/>
                    </a:cubicBezTo>
                    <a:cubicBezTo>
                      <a:pt x="2" y="161"/>
                      <a:pt x="2" y="161"/>
                      <a:pt x="2" y="159"/>
                    </a:cubicBezTo>
                    <a:lnTo>
                      <a:pt x="3" y="159"/>
                    </a:lnTo>
                    <a:cubicBezTo>
                      <a:pt x="3" y="158"/>
                      <a:pt x="3" y="158"/>
                      <a:pt x="3" y="157"/>
                    </a:cubicBezTo>
                    <a:cubicBezTo>
                      <a:pt x="3" y="153"/>
                      <a:pt x="3" y="149"/>
                      <a:pt x="4" y="145"/>
                    </a:cubicBezTo>
                    <a:cubicBezTo>
                      <a:pt x="4" y="139"/>
                      <a:pt x="5" y="133"/>
                      <a:pt x="7" y="127"/>
                    </a:cubicBezTo>
                    <a:cubicBezTo>
                      <a:pt x="9" y="116"/>
                      <a:pt x="12" y="106"/>
                      <a:pt x="15" y="95"/>
                    </a:cubicBezTo>
                    <a:cubicBezTo>
                      <a:pt x="19" y="85"/>
                      <a:pt x="23" y="75"/>
                      <a:pt x="28" y="65"/>
                    </a:cubicBezTo>
                    <a:cubicBezTo>
                      <a:pt x="29" y="60"/>
                      <a:pt x="32" y="56"/>
                      <a:pt x="34" y="52"/>
                    </a:cubicBezTo>
                    <a:cubicBezTo>
                      <a:pt x="37" y="46"/>
                      <a:pt x="42" y="39"/>
                      <a:pt x="46" y="34"/>
                    </a:cubicBezTo>
                    <a:cubicBezTo>
                      <a:pt x="50" y="28"/>
                      <a:pt x="54" y="22"/>
                      <a:pt x="59" y="17"/>
                    </a:cubicBezTo>
                    <a:cubicBezTo>
                      <a:pt x="62" y="13"/>
                      <a:pt x="65" y="10"/>
                      <a:pt x="70" y="6"/>
                    </a:cubicBezTo>
                    <a:cubicBezTo>
                      <a:pt x="72" y="4"/>
                      <a:pt x="76" y="2"/>
                      <a:pt x="80" y="1"/>
                    </a:cubicBezTo>
                    <a:cubicBezTo>
                      <a:pt x="85" y="0"/>
                      <a:pt x="91" y="3"/>
                      <a:pt x="92" y="9"/>
                    </a:cubicBezTo>
                    <a:cubicBezTo>
                      <a:pt x="94" y="14"/>
                      <a:pt x="90" y="20"/>
                      <a:pt x="84" y="21"/>
                    </a:cubicBezTo>
                    <a:cubicBezTo>
                      <a:pt x="83" y="21"/>
                      <a:pt x="82" y="22"/>
                      <a:pt x="82" y="22"/>
                    </a:cubicBezTo>
                    <a:cubicBezTo>
                      <a:pt x="80" y="23"/>
                      <a:pt x="79" y="24"/>
                      <a:pt x="78" y="25"/>
                    </a:cubicBezTo>
                    <a:cubicBezTo>
                      <a:pt x="75" y="28"/>
                      <a:pt x="73" y="30"/>
                      <a:pt x="71" y="32"/>
                    </a:cubicBezTo>
                    <a:cubicBezTo>
                      <a:pt x="67" y="38"/>
                      <a:pt x="63" y="43"/>
                      <a:pt x="58" y="48"/>
                    </a:cubicBezTo>
                    <a:cubicBezTo>
                      <a:pt x="57" y="52"/>
                      <a:pt x="54" y="55"/>
                      <a:pt x="52" y="59"/>
                    </a:cubicBezTo>
                    <a:cubicBezTo>
                      <a:pt x="49" y="63"/>
                      <a:pt x="47" y="69"/>
                      <a:pt x="44" y="73"/>
                    </a:cubicBezTo>
                    <a:cubicBezTo>
                      <a:pt x="40" y="82"/>
                      <a:pt x="36" y="91"/>
                      <a:pt x="33" y="101"/>
                    </a:cubicBezTo>
                    <a:cubicBezTo>
                      <a:pt x="29" y="111"/>
                      <a:pt x="27" y="120"/>
                      <a:pt x="25" y="130"/>
                    </a:cubicBezTo>
                    <a:lnTo>
                      <a:pt x="25" y="131"/>
                    </a:lnTo>
                    <a:cubicBezTo>
                      <a:pt x="22" y="140"/>
                      <a:pt x="21" y="150"/>
                      <a:pt x="20" y="159"/>
                    </a:cubicBezTo>
                    <a:cubicBezTo>
                      <a:pt x="19" y="168"/>
                      <a:pt x="19" y="176"/>
                      <a:pt x="18" y="185"/>
                    </a:cubicBezTo>
                    <a:lnTo>
                      <a:pt x="18" y="184"/>
                    </a:lnTo>
                    <a:cubicBezTo>
                      <a:pt x="18" y="193"/>
                      <a:pt x="18" y="201"/>
                      <a:pt x="18" y="210"/>
                    </a:cubicBezTo>
                    <a:cubicBezTo>
                      <a:pt x="19" y="217"/>
                      <a:pt x="19" y="223"/>
                      <a:pt x="21" y="229"/>
                    </a:cubicBezTo>
                    <a:lnTo>
                      <a:pt x="21" y="230"/>
                    </a:lnTo>
                    <a:cubicBezTo>
                      <a:pt x="22" y="235"/>
                      <a:pt x="23" y="239"/>
                      <a:pt x="25" y="244"/>
                    </a:cubicBezTo>
                    <a:cubicBezTo>
                      <a:pt x="26" y="248"/>
                      <a:pt x="28" y="252"/>
                      <a:pt x="30" y="256"/>
                    </a:cubicBezTo>
                    <a:cubicBezTo>
                      <a:pt x="32" y="260"/>
                      <a:pt x="35" y="264"/>
                      <a:pt x="37" y="269"/>
                    </a:cubicBezTo>
                    <a:cubicBezTo>
                      <a:pt x="42" y="274"/>
                      <a:pt x="46" y="280"/>
                      <a:pt x="50" y="285"/>
                    </a:cubicBezTo>
                    <a:lnTo>
                      <a:pt x="49" y="284"/>
                    </a:lnTo>
                    <a:cubicBezTo>
                      <a:pt x="50" y="285"/>
                      <a:pt x="51" y="286"/>
                      <a:pt x="52" y="288"/>
                    </a:cubicBezTo>
                    <a:cubicBezTo>
                      <a:pt x="56" y="291"/>
                      <a:pt x="56" y="296"/>
                      <a:pt x="52" y="300"/>
                    </a:cubicBezTo>
                    <a:cubicBezTo>
                      <a:pt x="50" y="302"/>
                      <a:pt x="48" y="303"/>
                      <a:pt x="46" y="303"/>
                    </a:cubicBezTo>
                    <a:cubicBezTo>
                      <a:pt x="43" y="303"/>
                      <a:pt x="41" y="302"/>
                      <a:pt x="39" y="30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33" name="Google Shape;5333;p70"/>
              <p:cNvSpPr/>
              <p:nvPr/>
            </p:nvSpPr>
            <p:spPr>
              <a:xfrm>
                <a:off x="-388820" y="4190038"/>
                <a:ext cx="32040" cy="12240"/>
              </a:xfrm>
              <a:custGeom>
                <a:avLst/>
                <a:gdLst/>
                <a:ahLst/>
                <a:cxnLst/>
                <a:rect l="l" t="t" r="r" b="b"/>
                <a:pathLst>
                  <a:path w="89" h="34" extrusionOk="0">
                    <a:moveTo>
                      <a:pt x="79" y="33"/>
                    </a:moveTo>
                    <a:cubicBezTo>
                      <a:pt x="68" y="33"/>
                      <a:pt x="57" y="32"/>
                      <a:pt x="45" y="32"/>
                    </a:cubicBezTo>
                    <a:cubicBezTo>
                      <a:pt x="40" y="31"/>
                      <a:pt x="35" y="31"/>
                      <a:pt x="30" y="30"/>
                    </a:cubicBezTo>
                    <a:cubicBezTo>
                      <a:pt x="23" y="29"/>
                      <a:pt x="17" y="28"/>
                      <a:pt x="11" y="26"/>
                    </a:cubicBezTo>
                    <a:cubicBezTo>
                      <a:pt x="7" y="25"/>
                      <a:pt x="1" y="21"/>
                      <a:pt x="1" y="16"/>
                    </a:cubicBezTo>
                    <a:cubicBezTo>
                      <a:pt x="0" y="14"/>
                      <a:pt x="0" y="12"/>
                      <a:pt x="1" y="10"/>
                    </a:cubicBezTo>
                    <a:cubicBezTo>
                      <a:pt x="1" y="9"/>
                      <a:pt x="1" y="8"/>
                      <a:pt x="2" y="7"/>
                    </a:cubicBezTo>
                    <a:cubicBezTo>
                      <a:pt x="4" y="3"/>
                      <a:pt x="10" y="0"/>
                      <a:pt x="15" y="2"/>
                    </a:cubicBezTo>
                    <a:cubicBezTo>
                      <a:pt x="18" y="3"/>
                      <a:pt x="20" y="6"/>
                      <a:pt x="21" y="8"/>
                    </a:cubicBezTo>
                    <a:cubicBezTo>
                      <a:pt x="22" y="9"/>
                      <a:pt x="23" y="10"/>
                      <a:pt x="25" y="10"/>
                    </a:cubicBezTo>
                    <a:cubicBezTo>
                      <a:pt x="36" y="12"/>
                      <a:pt x="47" y="12"/>
                      <a:pt x="58" y="14"/>
                    </a:cubicBezTo>
                    <a:cubicBezTo>
                      <a:pt x="65" y="14"/>
                      <a:pt x="72" y="14"/>
                      <a:pt x="79" y="15"/>
                    </a:cubicBezTo>
                    <a:cubicBezTo>
                      <a:pt x="84" y="15"/>
                      <a:pt x="88" y="19"/>
                      <a:pt x="88" y="24"/>
                    </a:cubicBezTo>
                    <a:cubicBezTo>
                      <a:pt x="88" y="29"/>
                      <a:pt x="84" y="33"/>
                      <a:pt x="79" y="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34" name="Google Shape;5334;p70"/>
              <p:cNvSpPr/>
              <p:nvPr/>
            </p:nvSpPr>
            <p:spPr>
              <a:xfrm>
                <a:off x="-344900" y="4174918"/>
                <a:ext cx="5940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165" h="135" extrusionOk="0">
                    <a:moveTo>
                      <a:pt x="27" y="115"/>
                    </a:moveTo>
                    <a:lnTo>
                      <a:pt x="28" y="115"/>
                    </a:lnTo>
                    <a:cubicBezTo>
                      <a:pt x="27" y="115"/>
                      <a:pt x="27" y="115"/>
                      <a:pt x="27" y="115"/>
                    </a:cubicBezTo>
                    <a:cubicBezTo>
                      <a:pt x="28" y="115"/>
                      <a:pt x="28" y="114"/>
                      <a:pt x="30" y="114"/>
                    </a:cubicBezTo>
                    <a:cubicBezTo>
                      <a:pt x="30" y="114"/>
                      <a:pt x="30" y="113"/>
                      <a:pt x="31" y="113"/>
                    </a:cubicBezTo>
                    <a:cubicBezTo>
                      <a:pt x="33" y="112"/>
                      <a:pt x="34" y="112"/>
                      <a:pt x="35" y="110"/>
                    </a:cubicBezTo>
                    <a:cubicBezTo>
                      <a:pt x="37" y="110"/>
                      <a:pt x="38" y="109"/>
                      <a:pt x="39" y="108"/>
                    </a:cubicBezTo>
                    <a:cubicBezTo>
                      <a:pt x="42" y="105"/>
                      <a:pt x="45" y="102"/>
                      <a:pt x="47" y="99"/>
                    </a:cubicBezTo>
                    <a:cubicBezTo>
                      <a:pt x="51" y="95"/>
                      <a:pt x="54" y="91"/>
                      <a:pt x="58" y="86"/>
                    </a:cubicBezTo>
                    <a:cubicBezTo>
                      <a:pt x="62" y="79"/>
                      <a:pt x="67" y="71"/>
                      <a:pt x="71" y="63"/>
                    </a:cubicBezTo>
                    <a:cubicBezTo>
                      <a:pt x="73" y="58"/>
                      <a:pt x="76" y="53"/>
                      <a:pt x="78" y="48"/>
                    </a:cubicBezTo>
                    <a:cubicBezTo>
                      <a:pt x="79" y="46"/>
                      <a:pt x="79" y="43"/>
                      <a:pt x="79" y="41"/>
                    </a:cubicBezTo>
                    <a:cubicBezTo>
                      <a:pt x="80" y="36"/>
                      <a:pt x="81" y="32"/>
                      <a:pt x="83" y="28"/>
                    </a:cubicBezTo>
                    <a:cubicBezTo>
                      <a:pt x="83" y="26"/>
                      <a:pt x="84" y="24"/>
                      <a:pt x="85" y="22"/>
                    </a:cubicBezTo>
                    <a:cubicBezTo>
                      <a:pt x="86" y="21"/>
                      <a:pt x="86" y="21"/>
                      <a:pt x="87" y="20"/>
                    </a:cubicBezTo>
                    <a:cubicBezTo>
                      <a:pt x="86" y="20"/>
                      <a:pt x="86" y="20"/>
                      <a:pt x="84" y="20"/>
                    </a:cubicBezTo>
                    <a:cubicBezTo>
                      <a:pt x="83" y="20"/>
                      <a:pt x="81" y="20"/>
                      <a:pt x="80" y="20"/>
                    </a:cubicBezTo>
                    <a:cubicBezTo>
                      <a:pt x="78" y="20"/>
                      <a:pt x="76" y="20"/>
                      <a:pt x="74" y="20"/>
                    </a:cubicBezTo>
                    <a:cubicBezTo>
                      <a:pt x="73" y="21"/>
                      <a:pt x="72" y="21"/>
                      <a:pt x="70" y="21"/>
                    </a:cubicBezTo>
                    <a:cubicBezTo>
                      <a:pt x="67" y="22"/>
                      <a:pt x="66" y="23"/>
                      <a:pt x="63" y="24"/>
                    </a:cubicBezTo>
                    <a:cubicBezTo>
                      <a:pt x="62" y="25"/>
                      <a:pt x="59" y="27"/>
                      <a:pt x="58" y="28"/>
                    </a:cubicBezTo>
                    <a:cubicBezTo>
                      <a:pt x="55" y="29"/>
                      <a:pt x="53" y="31"/>
                      <a:pt x="51" y="33"/>
                    </a:cubicBezTo>
                    <a:cubicBezTo>
                      <a:pt x="49" y="35"/>
                      <a:pt x="47" y="37"/>
                      <a:pt x="45" y="39"/>
                    </a:cubicBezTo>
                    <a:cubicBezTo>
                      <a:pt x="42" y="42"/>
                      <a:pt x="39" y="46"/>
                      <a:pt x="37" y="50"/>
                    </a:cubicBezTo>
                    <a:cubicBezTo>
                      <a:pt x="34" y="54"/>
                      <a:pt x="32" y="58"/>
                      <a:pt x="30" y="61"/>
                    </a:cubicBezTo>
                    <a:cubicBezTo>
                      <a:pt x="28" y="66"/>
                      <a:pt x="26" y="70"/>
                      <a:pt x="24" y="74"/>
                    </a:cubicBezTo>
                    <a:cubicBezTo>
                      <a:pt x="23" y="80"/>
                      <a:pt x="21" y="85"/>
                      <a:pt x="20" y="91"/>
                    </a:cubicBezTo>
                    <a:cubicBezTo>
                      <a:pt x="20" y="94"/>
                      <a:pt x="19" y="96"/>
                      <a:pt x="19" y="99"/>
                    </a:cubicBezTo>
                    <a:cubicBezTo>
                      <a:pt x="19" y="101"/>
                      <a:pt x="19" y="102"/>
                      <a:pt x="19" y="104"/>
                    </a:cubicBezTo>
                    <a:cubicBezTo>
                      <a:pt x="19" y="105"/>
                      <a:pt x="19" y="106"/>
                      <a:pt x="19" y="108"/>
                    </a:cubicBezTo>
                    <a:lnTo>
                      <a:pt x="19" y="107"/>
                    </a:lnTo>
                    <a:cubicBezTo>
                      <a:pt x="19" y="108"/>
                      <a:pt x="20" y="109"/>
                      <a:pt x="20" y="109"/>
                    </a:cubicBezTo>
                    <a:cubicBezTo>
                      <a:pt x="20" y="110"/>
                      <a:pt x="20" y="110"/>
                      <a:pt x="20" y="111"/>
                    </a:cubicBezTo>
                    <a:cubicBezTo>
                      <a:pt x="21" y="112"/>
                      <a:pt x="21" y="112"/>
                      <a:pt x="21" y="112"/>
                    </a:cubicBezTo>
                    <a:cubicBezTo>
                      <a:pt x="21" y="113"/>
                      <a:pt x="21" y="113"/>
                      <a:pt x="21" y="113"/>
                    </a:cubicBezTo>
                    <a:lnTo>
                      <a:pt x="22" y="113"/>
                    </a:lnTo>
                    <a:cubicBezTo>
                      <a:pt x="22" y="113"/>
                      <a:pt x="23" y="113"/>
                      <a:pt x="23" y="114"/>
                    </a:cubicBezTo>
                    <a:lnTo>
                      <a:pt x="24" y="115"/>
                    </a:lnTo>
                    <a:cubicBezTo>
                      <a:pt x="23" y="115"/>
                      <a:pt x="23" y="114"/>
                      <a:pt x="23" y="114"/>
                    </a:cubicBezTo>
                    <a:lnTo>
                      <a:pt x="24" y="115"/>
                    </a:lnTo>
                    <a:lnTo>
                      <a:pt x="25" y="115"/>
                    </a:lnTo>
                    <a:cubicBezTo>
                      <a:pt x="26" y="115"/>
                      <a:pt x="26" y="115"/>
                      <a:pt x="26" y="115"/>
                    </a:cubicBezTo>
                    <a:cubicBezTo>
                      <a:pt x="27" y="115"/>
                      <a:pt x="27" y="115"/>
                      <a:pt x="28" y="115"/>
                    </a:cubicBezTo>
                    <a:cubicBezTo>
                      <a:pt x="27" y="115"/>
                      <a:pt x="27" y="115"/>
                      <a:pt x="27" y="115"/>
                    </a:cubicBezTo>
                    <a:moveTo>
                      <a:pt x="20" y="133"/>
                    </a:moveTo>
                    <a:cubicBezTo>
                      <a:pt x="15" y="132"/>
                      <a:pt x="10" y="128"/>
                      <a:pt x="7" y="124"/>
                    </a:cubicBezTo>
                    <a:cubicBezTo>
                      <a:pt x="5" y="122"/>
                      <a:pt x="4" y="120"/>
                      <a:pt x="3" y="117"/>
                    </a:cubicBezTo>
                    <a:cubicBezTo>
                      <a:pt x="2" y="114"/>
                      <a:pt x="1" y="111"/>
                      <a:pt x="0" y="108"/>
                    </a:cubicBezTo>
                    <a:cubicBezTo>
                      <a:pt x="0" y="101"/>
                      <a:pt x="0" y="94"/>
                      <a:pt x="2" y="88"/>
                    </a:cubicBezTo>
                    <a:cubicBezTo>
                      <a:pt x="3" y="81"/>
                      <a:pt x="5" y="73"/>
                      <a:pt x="7" y="67"/>
                    </a:cubicBezTo>
                    <a:cubicBezTo>
                      <a:pt x="13" y="53"/>
                      <a:pt x="20" y="40"/>
                      <a:pt x="29" y="28"/>
                    </a:cubicBezTo>
                    <a:cubicBezTo>
                      <a:pt x="38" y="17"/>
                      <a:pt x="51" y="7"/>
                      <a:pt x="65" y="3"/>
                    </a:cubicBezTo>
                    <a:cubicBezTo>
                      <a:pt x="72" y="1"/>
                      <a:pt x="79" y="0"/>
                      <a:pt x="86" y="0"/>
                    </a:cubicBezTo>
                    <a:cubicBezTo>
                      <a:pt x="93" y="0"/>
                      <a:pt x="100" y="2"/>
                      <a:pt x="105" y="6"/>
                    </a:cubicBezTo>
                    <a:cubicBezTo>
                      <a:pt x="111" y="9"/>
                      <a:pt x="116" y="15"/>
                      <a:pt x="118" y="21"/>
                    </a:cubicBezTo>
                    <a:cubicBezTo>
                      <a:pt x="119" y="25"/>
                      <a:pt x="120" y="28"/>
                      <a:pt x="120" y="32"/>
                    </a:cubicBezTo>
                    <a:cubicBezTo>
                      <a:pt x="120" y="32"/>
                      <a:pt x="120" y="33"/>
                      <a:pt x="120" y="34"/>
                    </a:cubicBezTo>
                    <a:cubicBezTo>
                      <a:pt x="122" y="37"/>
                      <a:pt x="123" y="41"/>
                      <a:pt x="120" y="44"/>
                    </a:cubicBezTo>
                    <a:cubicBezTo>
                      <a:pt x="119" y="48"/>
                      <a:pt x="115" y="50"/>
                      <a:pt x="111" y="50"/>
                    </a:cubicBezTo>
                    <a:cubicBezTo>
                      <a:pt x="107" y="50"/>
                      <a:pt x="104" y="48"/>
                      <a:pt x="102" y="44"/>
                    </a:cubicBezTo>
                    <a:cubicBezTo>
                      <a:pt x="102" y="43"/>
                      <a:pt x="101" y="42"/>
                      <a:pt x="101" y="41"/>
                    </a:cubicBezTo>
                    <a:cubicBezTo>
                      <a:pt x="101" y="42"/>
                      <a:pt x="101" y="43"/>
                      <a:pt x="100" y="43"/>
                    </a:cubicBezTo>
                    <a:cubicBezTo>
                      <a:pt x="99" y="46"/>
                      <a:pt x="98" y="49"/>
                      <a:pt x="97" y="51"/>
                    </a:cubicBezTo>
                    <a:cubicBezTo>
                      <a:pt x="97" y="55"/>
                      <a:pt x="96" y="59"/>
                      <a:pt x="95" y="63"/>
                    </a:cubicBezTo>
                    <a:cubicBezTo>
                      <a:pt x="95" y="68"/>
                      <a:pt x="95" y="73"/>
                      <a:pt x="95" y="78"/>
                    </a:cubicBezTo>
                    <a:cubicBezTo>
                      <a:pt x="96" y="81"/>
                      <a:pt x="97" y="84"/>
                      <a:pt x="97" y="88"/>
                    </a:cubicBezTo>
                    <a:cubicBezTo>
                      <a:pt x="98" y="91"/>
                      <a:pt x="98" y="93"/>
                      <a:pt x="99" y="95"/>
                    </a:cubicBezTo>
                    <a:cubicBezTo>
                      <a:pt x="100" y="98"/>
                      <a:pt x="101" y="99"/>
                      <a:pt x="101" y="101"/>
                    </a:cubicBezTo>
                    <a:cubicBezTo>
                      <a:pt x="102" y="102"/>
                      <a:pt x="102" y="103"/>
                      <a:pt x="104" y="105"/>
                    </a:cubicBezTo>
                    <a:cubicBezTo>
                      <a:pt x="104" y="105"/>
                      <a:pt x="105" y="106"/>
                      <a:pt x="105" y="107"/>
                    </a:cubicBezTo>
                    <a:cubicBezTo>
                      <a:pt x="106" y="108"/>
                      <a:pt x="106" y="108"/>
                      <a:pt x="107" y="108"/>
                    </a:cubicBezTo>
                    <a:cubicBezTo>
                      <a:pt x="107" y="109"/>
                      <a:pt x="108" y="109"/>
                      <a:pt x="108" y="109"/>
                    </a:cubicBezTo>
                    <a:lnTo>
                      <a:pt x="109" y="109"/>
                    </a:lnTo>
                    <a:cubicBezTo>
                      <a:pt x="109" y="110"/>
                      <a:pt x="109" y="110"/>
                      <a:pt x="109" y="110"/>
                    </a:cubicBezTo>
                    <a:cubicBezTo>
                      <a:pt x="109" y="110"/>
                      <a:pt x="110" y="110"/>
                      <a:pt x="111" y="110"/>
                    </a:cubicBezTo>
                    <a:lnTo>
                      <a:pt x="112" y="110"/>
                    </a:lnTo>
                    <a:lnTo>
                      <a:pt x="113" y="110"/>
                    </a:lnTo>
                    <a:cubicBezTo>
                      <a:pt x="115" y="110"/>
                      <a:pt x="116" y="110"/>
                      <a:pt x="117" y="110"/>
                    </a:cubicBezTo>
                    <a:cubicBezTo>
                      <a:pt x="116" y="110"/>
                      <a:pt x="116" y="110"/>
                      <a:pt x="115" y="110"/>
                    </a:cubicBezTo>
                    <a:cubicBezTo>
                      <a:pt x="116" y="110"/>
                      <a:pt x="118" y="110"/>
                      <a:pt x="118" y="109"/>
                    </a:cubicBezTo>
                    <a:cubicBezTo>
                      <a:pt x="119" y="109"/>
                      <a:pt x="120" y="109"/>
                      <a:pt x="122" y="108"/>
                    </a:cubicBezTo>
                    <a:cubicBezTo>
                      <a:pt x="124" y="107"/>
                      <a:pt x="126" y="106"/>
                      <a:pt x="128" y="104"/>
                    </a:cubicBezTo>
                    <a:cubicBezTo>
                      <a:pt x="134" y="100"/>
                      <a:pt x="139" y="96"/>
                      <a:pt x="144" y="91"/>
                    </a:cubicBezTo>
                    <a:cubicBezTo>
                      <a:pt x="145" y="91"/>
                      <a:pt x="146" y="89"/>
                      <a:pt x="147" y="89"/>
                    </a:cubicBezTo>
                    <a:cubicBezTo>
                      <a:pt x="151" y="85"/>
                      <a:pt x="156" y="85"/>
                      <a:pt x="160" y="89"/>
                    </a:cubicBezTo>
                    <a:cubicBezTo>
                      <a:pt x="164" y="92"/>
                      <a:pt x="164" y="98"/>
                      <a:pt x="160" y="102"/>
                    </a:cubicBezTo>
                    <a:cubicBezTo>
                      <a:pt x="151" y="110"/>
                      <a:pt x="141" y="119"/>
                      <a:pt x="131" y="125"/>
                    </a:cubicBezTo>
                    <a:cubicBezTo>
                      <a:pt x="123" y="128"/>
                      <a:pt x="115" y="130"/>
                      <a:pt x="107" y="129"/>
                    </a:cubicBezTo>
                    <a:cubicBezTo>
                      <a:pt x="100" y="128"/>
                      <a:pt x="94" y="123"/>
                      <a:pt x="89" y="117"/>
                    </a:cubicBezTo>
                    <a:cubicBezTo>
                      <a:pt x="84" y="110"/>
                      <a:pt x="81" y="102"/>
                      <a:pt x="79" y="94"/>
                    </a:cubicBezTo>
                    <a:cubicBezTo>
                      <a:pt x="79" y="92"/>
                      <a:pt x="78" y="91"/>
                      <a:pt x="78" y="88"/>
                    </a:cubicBezTo>
                    <a:cubicBezTo>
                      <a:pt x="71" y="99"/>
                      <a:pt x="63" y="110"/>
                      <a:pt x="54" y="120"/>
                    </a:cubicBezTo>
                    <a:cubicBezTo>
                      <a:pt x="46" y="127"/>
                      <a:pt x="37" y="134"/>
                      <a:pt x="26" y="134"/>
                    </a:cubicBezTo>
                    <a:cubicBezTo>
                      <a:pt x="24" y="134"/>
                      <a:pt x="22" y="134"/>
                      <a:pt x="20" y="1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35" name="Google Shape;5335;p70"/>
              <p:cNvSpPr/>
              <p:nvPr/>
            </p:nvSpPr>
            <p:spPr>
              <a:xfrm>
                <a:off x="-294500" y="4147198"/>
                <a:ext cx="32760" cy="121680"/>
              </a:xfrm>
              <a:custGeom>
                <a:avLst/>
                <a:gdLst/>
                <a:ahLst/>
                <a:cxnLst/>
                <a:rect l="l" t="t" r="r" b="b"/>
                <a:pathLst>
                  <a:path w="91" h="338" extrusionOk="0">
                    <a:moveTo>
                      <a:pt x="3" y="333"/>
                    </a:moveTo>
                    <a:cubicBezTo>
                      <a:pt x="0" y="329"/>
                      <a:pt x="1" y="323"/>
                      <a:pt x="5" y="320"/>
                    </a:cubicBezTo>
                    <a:cubicBezTo>
                      <a:pt x="11" y="316"/>
                      <a:pt x="17" y="312"/>
                      <a:pt x="22" y="307"/>
                    </a:cubicBezTo>
                    <a:cubicBezTo>
                      <a:pt x="27" y="303"/>
                      <a:pt x="31" y="299"/>
                      <a:pt x="35" y="294"/>
                    </a:cubicBezTo>
                    <a:cubicBezTo>
                      <a:pt x="35" y="295"/>
                      <a:pt x="34" y="295"/>
                      <a:pt x="34" y="295"/>
                    </a:cubicBezTo>
                    <a:cubicBezTo>
                      <a:pt x="40" y="288"/>
                      <a:pt x="45" y="282"/>
                      <a:pt x="50" y="274"/>
                    </a:cubicBezTo>
                    <a:cubicBezTo>
                      <a:pt x="50" y="275"/>
                      <a:pt x="50" y="275"/>
                      <a:pt x="50" y="275"/>
                    </a:cubicBezTo>
                    <a:lnTo>
                      <a:pt x="50" y="274"/>
                    </a:lnTo>
                    <a:cubicBezTo>
                      <a:pt x="54" y="268"/>
                      <a:pt x="57" y="263"/>
                      <a:pt x="60" y="257"/>
                    </a:cubicBezTo>
                    <a:cubicBezTo>
                      <a:pt x="63" y="253"/>
                      <a:pt x="64" y="247"/>
                      <a:pt x="66" y="243"/>
                    </a:cubicBezTo>
                    <a:cubicBezTo>
                      <a:pt x="68" y="239"/>
                      <a:pt x="69" y="234"/>
                      <a:pt x="70" y="230"/>
                    </a:cubicBezTo>
                    <a:cubicBezTo>
                      <a:pt x="71" y="225"/>
                      <a:pt x="71" y="219"/>
                      <a:pt x="72" y="215"/>
                    </a:cubicBezTo>
                    <a:cubicBezTo>
                      <a:pt x="73" y="205"/>
                      <a:pt x="73" y="195"/>
                      <a:pt x="71" y="185"/>
                    </a:cubicBezTo>
                    <a:cubicBezTo>
                      <a:pt x="71" y="173"/>
                      <a:pt x="69" y="161"/>
                      <a:pt x="67" y="150"/>
                    </a:cubicBezTo>
                    <a:lnTo>
                      <a:pt x="67" y="149"/>
                    </a:lnTo>
                    <a:cubicBezTo>
                      <a:pt x="64" y="138"/>
                      <a:pt x="61" y="127"/>
                      <a:pt x="59" y="117"/>
                    </a:cubicBezTo>
                    <a:cubicBezTo>
                      <a:pt x="57" y="113"/>
                      <a:pt x="56" y="110"/>
                      <a:pt x="55" y="106"/>
                    </a:cubicBezTo>
                    <a:cubicBezTo>
                      <a:pt x="54" y="103"/>
                      <a:pt x="53" y="99"/>
                      <a:pt x="51" y="95"/>
                    </a:cubicBezTo>
                    <a:cubicBezTo>
                      <a:pt x="49" y="90"/>
                      <a:pt x="47" y="84"/>
                      <a:pt x="45" y="79"/>
                    </a:cubicBezTo>
                    <a:cubicBezTo>
                      <a:pt x="43" y="74"/>
                      <a:pt x="41" y="69"/>
                      <a:pt x="39" y="64"/>
                    </a:cubicBezTo>
                    <a:cubicBezTo>
                      <a:pt x="36" y="56"/>
                      <a:pt x="31" y="46"/>
                      <a:pt x="27" y="38"/>
                    </a:cubicBezTo>
                    <a:cubicBezTo>
                      <a:pt x="27" y="37"/>
                      <a:pt x="26" y="36"/>
                      <a:pt x="25" y="35"/>
                    </a:cubicBezTo>
                    <a:cubicBezTo>
                      <a:pt x="24" y="34"/>
                      <a:pt x="23" y="33"/>
                      <a:pt x="22" y="32"/>
                    </a:cubicBezTo>
                    <a:cubicBezTo>
                      <a:pt x="21" y="29"/>
                      <a:pt x="19" y="27"/>
                      <a:pt x="18" y="24"/>
                    </a:cubicBezTo>
                    <a:cubicBezTo>
                      <a:pt x="16" y="21"/>
                      <a:pt x="14" y="17"/>
                      <a:pt x="13" y="14"/>
                    </a:cubicBezTo>
                    <a:cubicBezTo>
                      <a:pt x="11" y="10"/>
                      <a:pt x="14" y="5"/>
                      <a:pt x="17" y="3"/>
                    </a:cubicBezTo>
                    <a:cubicBezTo>
                      <a:pt x="21" y="0"/>
                      <a:pt x="26" y="1"/>
                      <a:pt x="29" y="4"/>
                    </a:cubicBezTo>
                    <a:cubicBezTo>
                      <a:pt x="34" y="9"/>
                      <a:pt x="37" y="15"/>
                      <a:pt x="40" y="20"/>
                    </a:cubicBezTo>
                    <a:cubicBezTo>
                      <a:pt x="42" y="24"/>
                      <a:pt x="44" y="28"/>
                      <a:pt x="46" y="32"/>
                    </a:cubicBezTo>
                    <a:cubicBezTo>
                      <a:pt x="48" y="37"/>
                      <a:pt x="50" y="42"/>
                      <a:pt x="52" y="47"/>
                    </a:cubicBezTo>
                    <a:cubicBezTo>
                      <a:pt x="56" y="56"/>
                      <a:pt x="60" y="66"/>
                      <a:pt x="63" y="75"/>
                    </a:cubicBezTo>
                    <a:cubicBezTo>
                      <a:pt x="71" y="97"/>
                      <a:pt x="78" y="119"/>
                      <a:pt x="84" y="142"/>
                    </a:cubicBezTo>
                    <a:cubicBezTo>
                      <a:pt x="88" y="161"/>
                      <a:pt x="90" y="181"/>
                      <a:pt x="90" y="201"/>
                    </a:cubicBezTo>
                    <a:cubicBezTo>
                      <a:pt x="90" y="211"/>
                      <a:pt x="89" y="221"/>
                      <a:pt x="88" y="230"/>
                    </a:cubicBezTo>
                    <a:cubicBezTo>
                      <a:pt x="87" y="240"/>
                      <a:pt x="83" y="249"/>
                      <a:pt x="80" y="259"/>
                    </a:cubicBezTo>
                    <a:cubicBezTo>
                      <a:pt x="71" y="277"/>
                      <a:pt x="60" y="293"/>
                      <a:pt x="46" y="308"/>
                    </a:cubicBezTo>
                    <a:cubicBezTo>
                      <a:pt x="41" y="314"/>
                      <a:pt x="35" y="320"/>
                      <a:pt x="29" y="326"/>
                    </a:cubicBezTo>
                    <a:cubicBezTo>
                      <a:pt x="24" y="328"/>
                      <a:pt x="20" y="331"/>
                      <a:pt x="16" y="335"/>
                    </a:cubicBezTo>
                    <a:cubicBezTo>
                      <a:pt x="14" y="336"/>
                      <a:pt x="13" y="337"/>
                      <a:pt x="10" y="337"/>
                    </a:cubicBezTo>
                    <a:cubicBezTo>
                      <a:pt x="8" y="337"/>
                      <a:pt x="5" y="335"/>
                      <a:pt x="3" y="3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36" name="Google Shape;5336;p70"/>
              <p:cNvSpPr/>
              <p:nvPr/>
            </p:nvSpPr>
            <p:spPr>
              <a:xfrm>
                <a:off x="-217100" y="3996718"/>
                <a:ext cx="6768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188" h="120" extrusionOk="0">
                    <a:moveTo>
                      <a:pt x="27" y="100"/>
                    </a:moveTo>
                    <a:cubicBezTo>
                      <a:pt x="27" y="100"/>
                      <a:pt x="28" y="100"/>
                      <a:pt x="28" y="99"/>
                    </a:cubicBezTo>
                    <a:cubicBezTo>
                      <a:pt x="29" y="99"/>
                      <a:pt x="29" y="99"/>
                      <a:pt x="29" y="99"/>
                    </a:cubicBezTo>
                    <a:cubicBezTo>
                      <a:pt x="30" y="99"/>
                      <a:pt x="31" y="99"/>
                      <a:pt x="32" y="98"/>
                    </a:cubicBezTo>
                    <a:lnTo>
                      <a:pt x="34" y="97"/>
                    </a:lnTo>
                    <a:cubicBezTo>
                      <a:pt x="35" y="96"/>
                      <a:pt x="36" y="95"/>
                      <a:pt x="38" y="94"/>
                    </a:cubicBezTo>
                    <a:cubicBezTo>
                      <a:pt x="40" y="92"/>
                      <a:pt x="42" y="90"/>
                      <a:pt x="44" y="88"/>
                    </a:cubicBezTo>
                    <a:cubicBezTo>
                      <a:pt x="47" y="85"/>
                      <a:pt x="49" y="81"/>
                      <a:pt x="52" y="77"/>
                    </a:cubicBezTo>
                    <a:cubicBezTo>
                      <a:pt x="56" y="71"/>
                      <a:pt x="60" y="64"/>
                      <a:pt x="64" y="57"/>
                    </a:cubicBezTo>
                    <a:cubicBezTo>
                      <a:pt x="65" y="54"/>
                      <a:pt x="67" y="50"/>
                      <a:pt x="68" y="47"/>
                    </a:cubicBezTo>
                    <a:cubicBezTo>
                      <a:pt x="67" y="46"/>
                      <a:pt x="66" y="45"/>
                      <a:pt x="64" y="43"/>
                    </a:cubicBezTo>
                    <a:cubicBezTo>
                      <a:pt x="64" y="41"/>
                      <a:pt x="64" y="39"/>
                      <a:pt x="64" y="37"/>
                    </a:cubicBezTo>
                    <a:cubicBezTo>
                      <a:pt x="63" y="35"/>
                      <a:pt x="63" y="33"/>
                      <a:pt x="63" y="31"/>
                    </a:cubicBezTo>
                    <a:cubicBezTo>
                      <a:pt x="63" y="30"/>
                      <a:pt x="62" y="29"/>
                      <a:pt x="62" y="27"/>
                    </a:cubicBezTo>
                    <a:cubicBezTo>
                      <a:pt x="61" y="27"/>
                      <a:pt x="61" y="27"/>
                      <a:pt x="61" y="27"/>
                    </a:cubicBezTo>
                    <a:lnTo>
                      <a:pt x="62" y="27"/>
                    </a:lnTo>
                    <a:cubicBezTo>
                      <a:pt x="61" y="26"/>
                      <a:pt x="61" y="26"/>
                      <a:pt x="61" y="25"/>
                    </a:cubicBezTo>
                    <a:cubicBezTo>
                      <a:pt x="60" y="25"/>
                      <a:pt x="60" y="24"/>
                      <a:pt x="59" y="23"/>
                    </a:cubicBezTo>
                    <a:lnTo>
                      <a:pt x="60" y="24"/>
                    </a:lnTo>
                    <a:cubicBezTo>
                      <a:pt x="59" y="23"/>
                      <a:pt x="59" y="23"/>
                      <a:pt x="59" y="23"/>
                    </a:cubicBezTo>
                    <a:cubicBezTo>
                      <a:pt x="58" y="22"/>
                      <a:pt x="58" y="22"/>
                      <a:pt x="57" y="22"/>
                    </a:cubicBezTo>
                    <a:lnTo>
                      <a:pt x="56" y="21"/>
                    </a:lnTo>
                    <a:cubicBezTo>
                      <a:pt x="56" y="21"/>
                      <a:pt x="55" y="21"/>
                      <a:pt x="54" y="20"/>
                    </a:cubicBezTo>
                    <a:cubicBezTo>
                      <a:pt x="55" y="20"/>
                      <a:pt x="55" y="20"/>
                      <a:pt x="55" y="20"/>
                    </a:cubicBezTo>
                    <a:lnTo>
                      <a:pt x="54" y="20"/>
                    </a:lnTo>
                    <a:lnTo>
                      <a:pt x="53" y="20"/>
                    </a:lnTo>
                    <a:lnTo>
                      <a:pt x="52" y="20"/>
                    </a:lnTo>
                    <a:cubicBezTo>
                      <a:pt x="52" y="20"/>
                      <a:pt x="51" y="20"/>
                      <a:pt x="50" y="20"/>
                    </a:cubicBezTo>
                    <a:lnTo>
                      <a:pt x="49" y="21"/>
                    </a:lnTo>
                    <a:cubicBezTo>
                      <a:pt x="48" y="21"/>
                      <a:pt x="48" y="22"/>
                      <a:pt x="47" y="22"/>
                    </a:cubicBezTo>
                    <a:cubicBezTo>
                      <a:pt x="46" y="22"/>
                      <a:pt x="46" y="22"/>
                      <a:pt x="45" y="23"/>
                    </a:cubicBezTo>
                    <a:cubicBezTo>
                      <a:pt x="44" y="24"/>
                      <a:pt x="42" y="25"/>
                      <a:pt x="41" y="26"/>
                    </a:cubicBezTo>
                    <a:cubicBezTo>
                      <a:pt x="40" y="27"/>
                      <a:pt x="39" y="28"/>
                      <a:pt x="38" y="29"/>
                    </a:cubicBezTo>
                    <a:cubicBezTo>
                      <a:pt x="36" y="31"/>
                      <a:pt x="35" y="33"/>
                      <a:pt x="33" y="36"/>
                    </a:cubicBezTo>
                    <a:cubicBezTo>
                      <a:pt x="32" y="38"/>
                      <a:pt x="30" y="40"/>
                      <a:pt x="29" y="43"/>
                    </a:cubicBezTo>
                    <a:cubicBezTo>
                      <a:pt x="27" y="46"/>
                      <a:pt x="26" y="50"/>
                      <a:pt x="25" y="52"/>
                    </a:cubicBezTo>
                    <a:cubicBezTo>
                      <a:pt x="23" y="57"/>
                      <a:pt x="22" y="62"/>
                      <a:pt x="21" y="66"/>
                    </a:cubicBezTo>
                    <a:lnTo>
                      <a:pt x="21" y="65"/>
                    </a:lnTo>
                    <a:cubicBezTo>
                      <a:pt x="20" y="71"/>
                      <a:pt x="20" y="76"/>
                      <a:pt x="19" y="82"/>
                    </a:cubicBezTo>
                    <a:cubicBezTo>
                      <a:pt x="19" y="84"/>
                      <a:pt x="19" y="86"/>
                      <a:pt x="19" y="89"/>
                    </a:cubicBezTo>
                    <a:cubicBezTo>
                      <a:pt x="20" y="90"/>
                      <a:pt x="20" y="92"/>
                      <a:pt x="20" y="93"/>
                    </a:cubicBezTo>
                    <a:lnTo>
                      <a:pt x="20" y="94"/>
                    </a:lnTo>
                    <a:cubicBezTo>
                      <a:pt x="20" y="95"/>
                      <a:pt x="21" y="96"/>
                      <a:pt x="21" y="96"/>
                    </a:cubicBezTo>
                    <a:lnTo>
                      <a:pt x="21" y="97"/>
                    </a:lnTo>
                    <a:cubicBezTo>
                      <a:pt x="21" y="97"/>
                      <a:pt x="22" y="97"/>
                      <a:pt x="22" y="98"/>
                    </a:cubicBezTo>
                    <a:cubicBezTo>
                      <a:pt x="22" y="99"/>
                      <a:pt x="23" y="99"/>
                      <a:pt x="23" y="99"/>
                    </a:cubicBezTo>
                    <a:lnTo>
                      <a:pt x="24" y="99"/>
                    </a:lnTo>
                    <a:cubicBezTo>
                      <a:pt x="25" y="99"/>
                      <a:pt x="25" y="99"/>
                      <a:pt x="25" y="100"/>
                    </a:cubicBezTo>
                    <a:lnTo>
                      <a:pt x="26" y="100"/>
                    </a:lnTo>
                    <a:cubicBezTo>
                      <a:pt x="27" y="100"/>
                      <a:pt x="27" y="100"/>
                      <a:pt x="27" y="100"/>
                    </a:cubicBezTo>
                    <a:cubicBezTo>
                      <a:pt x="26" y="100"/>
                      <a:pt x="26" y="100"/>
                      <a:pt x="26" y="100"/>
                    </a:cubicBezTo>
                    <a:lnTo>
                      <a:pt x="27" y="100"/>
                    </a:lnTo>
                    <a:cubicBezTo>
                      <a:pt x="26" y="100"/>
                      <a:pt x="26" y="100"/>
                      <a:pt x="26" y="100"/>
                    </a:cubicBezTo>
                    <a:lnTo>
                      <a:pt x="27" y="100"/>
                    </a:lnTo>
                    <a:moveTo>
                      <a:pt x="4" y="105"/>
                    </a:moveTo>
                    <a:cubicBezTo>
                      <a:pt x="1" y="100"/>
                      <a:pt x="0" y="94"/>
                      <a:pt x="0" y="88"/>
                    </a:cubicBezTo>
                    <a:cubicBezTo>
                      <a:pt x="0" y="80"/>
                      <a:pt x="1" y="72"/>
                      <a:pt x="2" y="64"/>
                    </a:cubicBezTo>
                    <a:cubicBezTo>
                      <a:pt x="5" y="51"/>
                      <a:pt x="10" y="37"/>
                      <a:pt x="17" y="25"/>
                    </a:cubicBezTo>
                    <a:cubicBezTo>
                      <a:pt x="24" y="15"/>
                      <a:pt x="33" y="5"/>
                      <a:pt x="45" y="2"/>
                    </a:cubicBezTo>
                    <a:cubicBezTo>
                      <a:pt x="53" y="0"/>
                      <a:pt x="60" y="1"/>
                      <a:pt x="67" y="5"/>
                    </a:cubicBezTo>
                    <a:cubicBezTo>
                      <a:pt x="69" y="2"/>
                      <a:pt x="72" y="0"/>
                      <a:pt x="76" y="0"/>
                    </a:cubicBezTo>
                    <a:cubicBezTo>
                      <a:pt x="81" y="0"/>
                      <a:pt x="86" y="4"/>
                      <a:pt x="86" y="9"/>
                    </a:cubicBezTo>
                    <a:cubicBezTo>
                      <a:pt x="86" y="11"/>
                      <a:pt x="86" y="13"/>
                      <a:pt x="86" y="15"/>
                    </a:cubicBezTo>
                    <a:cubicBezTo>
                      <a:pt x="85" y="20"/>
                      <a:pt x="85" y="25"/>
                      <a:pt x="84" y="30"/>
                    </a:cubicBezTo>
                    <a:cubicBezTo>
                      <a:pt x="88" y="32"/>
                      <a:pt x="91" y="36"/>
                      <a:pt x="91" y="40"/>
                    </a:cubicBezTo>
                    <a:cubicBezTo>
                      <a:pt x="92" y="46"/>
                      <a:pt x="91" y="52"/>
                      <a:pt x="92" y="58"/>
                    </a:cubicBezTo>
                    <a:cubicBezTo>
                      <a:pt x="92" y="60"/>
                      <a:pt x="92" y="62"/>
                      <a:pt x="92" y="64"/>
                    </a:cubicBezTo>
                    <a:lnTo>
                      <a:pt x="92" y="63"/>
                    </a:lnTo>
                    <a:cubicBezTo>
                      <a:pt x="92" y="64"/>
                      <a:pt x="92" y="65"/>
                      <a:pt x="93" y="66"/>
                    </a:cubicBezTo>
                    <a:cubicBezTo>
                      <a:pt x="93" y="67"/>
                      <a:pt x="94" y="68"/>
                      <a:pt x="94" y="69"/>
                    </a:cubicBezTo>
                    <a:cubicBezTo>
                      <a:pt x="95" y="70"/>
                      <a:pt x="95" y="71"/>
                      <a:pt x="96" y="72"/>
                    </a:cubicBezTo>
                    <a:cubicBezTo>
                      <a:pt x="96" y="72"/>
                      <a:pt x="96" y="73"/>
                      <a:pt x="97" y="73"/>
                    </a:cubicBezTo>
                    <a:lnTo>
                      <a:pt x="98" y="74"/>
                    </a:lnTo>
                    <a:cubicBezTo>
                      <a:pt x="98" y="74"/>
                      <a:pt x="97" y="74"/>
                      <a:pt x="97" y="73"/>
                    </a:cubicBezTo>
                    <a:cubicBezTo>
                      <a:pt x="98" y="74"/>
                      <a:pt x="98" y="75"/>
                      <a:pt x="99" y="75"/>
                    </a:cubicBezTo>
                    <a:cubicBezTo>
                      <a:pt x="99" y="76"/>
                      <a:pt x="100" y="76"/>
                      <a:pt x="101" y="77"/>
                    </a:cubicBezTo>
                    <a:cubicBezTo>
                      <a:pt x="102" y="78"/>
                      <a:pt x="103" y="78"/>
                      <a:pt x="103" y="79"/>
                    </a:cubicBezTo>
                    <a:cubicBezTo>
                      <a:pt x="105" y="79"/>
                      <a:pt x="106" y="80"/>
                      <a:pt x="108" y="80"/>
                    </a:cubicBezTo>
                    <a:cubicBezTo>
                      <a:pt x="110" y="81"/>
                      <a:pt x="112" y="82"/>
                      <a:pt x="114" y="82"/>
                    </a:cubicBezTo>
                    <a:cubicBezTo>
                      <a:pt x="116" y="82"/>
                      <a:pt x="117" y="82"/>
                      <a:pt x="119" y="83"/>
                    </a:cubicBezTo>
                    <a:cubicBezTo>
                      <a:pt x="120" y="83"/>
                      <a:pt x="122" y="83"/>
                      <a:pt x="124" y="83"/>
                    </a:cubicBezTo>
                    <a:cubicBezTo>
                      <a:pt x="126" y="82"/>
                      <a:pt x="128" y="82"/>
                      <a:pt x="130" y="82"/>
                    </a:cubicBezTo>
                    <a:cubicBezTo>
                      <a:pt x="133" y="81"/>
                      <a:pt x="135" y="80"/>
                      <a:pt x="137" y="80"/>
                    </a:cubicBezTo>
                    <a:cubicBezTo>
                      <a:pt x="140" y="79"/>
                      <a:pt x="144" y="77"/>
                      <a:pt x="147" y="76"/>
                    </a:cubicBezTo>
                    <a:cubicBezTo>
                      <a:pt x="152" y="73"/>
                      <a:pt x="157" y="70"/>
                      <a:pt x="162" y="67"/>
                    </a:cubicBezTo>
                    <a:cubicBezTo>
                      <a:pt x="165" y="65"/>
                      <a:pt x="168" y="62"/>
                      <a:pt x="171" y="60"/>
                    </a:cubicBezTo>
                    <a:cubicBezTo>
                      <a:pt x="175" y="57"/>
                      <a:pt x="181" y="58"/>
                      <a:pt x="184" y="62"/>
                    </a:cubicBezTo>
                    <a:cubicBezTo>
                      <a:pt x="187" y="66"/>
                      <a:pt x="187" y="72"/>
                      <a:pt x="183" y="75"/>
                    </a:cubicBezTo>
                    <a:cubicBezTo>
                      <a:pt x="162" y="92"/>
                      <a:pt x="137" y="106"/>
                      <a:pt x="109" y="101"/>
                    </a:cubicBezTo>
                    <a:cubicBezTo>
                      <a:pt x="102" y="99"/>
                      <a:pt x="95" y="97"/>
                      <a:pt x="89" y="93"/>
                    </a:cubicBezTo>
                    <a:cubicBezTo>
                      <a:pt x="83" y="88"/>
                      <a:pt x="78" y="82"/>
                      <a:pt x="75" y="75"/>
                    </a:cubicBezTo>
                    <a:cubicBezTo>
                      <a:pt x="74" y="77"/>
                      <a:pt x="73" y="79"/>
                      <a:pt x="72" y="81"/>
                    </a:cubicBezTo>
                    <a:cubicBezTo>
                      <a:pt x="69" y="86"/>
                      <a:pt x="66" y="91"/>
                      <a:pt x="63" y="95"/>
                    </a:cubicBezTo>
                    <a:cubicBezTo>
                      <a:pt x="55" y="106"/>
                      <a:pt x="45" y="115"/>
                      <a:pt x="33" y="118"/>
                    </a:cubicBezTo>
                    <a:cubicBezTo>
                      <a:pt x="31" y="119"/>
                      <a:pt x="29" y="119"/>
                      <a:pt x="27" y="119"/>
                    </a:cubicBezTo>
                    <a:cubicBezTo>
                      <a:pt x="17" y="119"/>
                      <a:pt x="8" y="114"/>
                      <a:pt x="4" y="1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37" name="Google Shape;5337;p70"/>
              <p:cNvSpPr/>
              <p:nvPr/>
            </p:nvSpPr>
            <p:spPr>
              <a:xfrm>
                <a:off x="-612380" y="3865318"/>
                <a:ext cx="59400" cy="76680"/>
              </a:xfrm>
              <a:custGeom>
                <a:avLst/>
                <a:gdLst/>
                <a:ahLst/>
                <a:cxnLst/>
                <a:rect l="l" t="t" r="r" b="b"/>
                <a:pathLst>
                  <a:path w="165" h="213" extrusionOk="0">
                    <a:moveTo>
                      <a:pt x="51" y="193"/>
                    </a:moveTo>
                    <a:cubicBezTo>
                      <a:pt x="52" y="193"/>
                      <a:pt x="53" y="193"/>
                      <a:pt x="55" y="193"/>
                    </a:cubicBezTo>
                    <a:cubicBezTo>
                      <a:pt x="57" y="192"/>
                      <a:pt x="58" y="191"/>
                      <a:pt x="60" y="191"/>
                    </a:cubicBezTo>
                    <a:cubicBezTo>
                      <a:pt x="63" y="190"/>
                      <a:pt x="65" y="189"/>
                      <a:pt x="68" y="188"/>
                    </a:cubicBezTo>
                    <a:cubicBezTo>
                      <a:pt x="70" y="187"/>
                      <a:pt x="73" y="185"/>
                      <a:pt x="75" y="183"/>
                    </a:cubicBezTo>
                    <a:cubicBezTo>
                      <a:pt x="80" y="180"/>
                      <a:pt x="85" y="176"/>
                      <a:pt x="89" y="173"/>
                    </a:cubicBezTo>
                    <a:cubicBezTo>
                      <a:pt x="95" y="168"/>
                      <a:pt x="100" y="162"/>
                      <a:pt x="105" y="157"/>
                    </a:cubicBezTo>
                    <a:cubicBezTo>
                      <a:pt x="111" y="150"/>
                      <a:pt x="116" y="144"/>
                      <a:pt x="120" y="137"/>
                    </a:cubicBezTo>
                    <a:cubicBezTo>
                      <a:pt x="120" y="137"/>
                      <a:pt x="121" y="137"/>
                      <a:pt x="121" y="136"/>
                    </a:cubicBezTo>
                    <a:cubicBezTo>
                      <a:pt x="121" y="137"/>
                      <a:pt x="121" y="137"/>
                      <a:pt x="120" y="137"/>
                    </a:cubicBezTo>
                    <a:cubicBezTo>
                      <a:pt x="125" y="130"/>
                      <a:pt x="129" y="123"/>
                      <a:pt x="132" y="116"/>
                    </a:cubicBezTo>
                    <a:cubicBezTo>
                      <a:pt x="135" y="111"/>
                      <a:pt x="138" y="105"/>
                      <a:pt x="139" y="100"/>
                    </a:cubicBezTo>
                    <a:lnTo>
                      <a:pt x="139" y="99"/>
                    </a:lnTo>
                    <a:lnTo>
                      <a:pt x="140" y="99"/>
                    </a:lnTo>
                    <a:cubicBezTo>
                      <a:pt x="139" y="99"/>
                      <a:pt x="139" y="99"/>
                      <a:pt x="139" y="99"/>
                    </a:cubicBezTo>
                    <a:cubicBezTo>
                      <a:pt x="141" y="94"/>
                      <a:pt x="143" y="89"/>
                      <a:pt x="144" y="83"/>
                    </a:cubicBezTo>
                    <a:cubicBezTo>
                      <a:pt x="144" y="84"/>
                      <a:pt x="144" y="84"/>
                      <a:pt x="144" y="84"/>
                    </a:cubicBezTo>
                    <a:cubicBezTo>
                      <a:pt x="145" y="80"/>
                      <a:pt x="145" y="76"/>
                      <a:pt x="145" y="71"/>
                    </a:cubicBezTo>
                    <a:cubicBezTo>
                      <a:pt x="146" y="67"/>
                      <a:pt x="146" y="63"/>
                      <a:pt x="145" y="59"/>
                    </a:cubicBezTo>
                    <a:cubicBezTo>
                      <a:pt x="145" y="55"/>
                      <a:pt x="145" y="52"/>
                      <a:pt x="144" y="49"/>
                    </a:cubicBezTo>
                    <a:cubicBezTo>
                      <a:pt x="144" y="45"/>
                      <a:pt x="143" y="42"/>
                      <a:pt x="142" y="39"/>
                    </a:cubicBezTo>
                    <a:cubicBezTo>
                      <a:pt x="141" y="38"/>
                      <a:pt x="141" y="38"/>
                      <a:pt x="141" y="37"/>
                    </a:cubicBezTo>
                    <a:cubicBezTo>
                      <a:pt x="140" y="36"/>
                      <a:pt x="139" y="34"/>
                      <a:pt x="138" y="33"/>
                    </a:cubicBezTo>
                    <a:cubicBezTo>
                      <a:pt x="137" y="32"/>
                      <a:pt x="137" y="31"/>
                      <a:pt x="135" y="29"/>
                    </a:cubicBezTo>
                    <a:cubicBezTo>
                      <a:pt x="134" y="28"/>
                      <a:pt x="132" y="27"/>
                      <a:pt x="131" y="25"/>
                    </a:cubicBezTo>
                    <a:cubicBezTo>
                      <a:pt x="130" y="24"/>
                      <a:pt x="128" y="22"/>
                      <a:pt x="126" y="21"/>
                    </a:cubicBezTo>
                    <a:cubicBezTo>
                      <a:pt x="127" y="21"/>
                      <a:pt x="127" y="21"/>
                      <a:pt x="127" y="22"/>
                    </a:cubicBezTo>
                    <a:cubicBezTo>
                      <a:pt x="127" y="21"/>
                      <a:pt x="126" y="21"/>
                      <a:pt x="125" y="20"/>
                    </a:cubicBezTo>
                    <a:cubicBezTo>
                      <a:pt x="124" y="20"/>
                      <a:pt x="123" y="20"/>
                      <a:pt x="123" y="20"/>
                    </a:cubicBezTo>
                    <a:cubicBezTo>
                      <a:pt x="122" y="19"/>
                      <a:pt x="121" y="19"/>
                      <a:pt x="120" y="18"/>
                    </a:cubicBezTo>
                    <a:cubicBezTo>
                      <a:pt x="119" y="18"/>
                      <a:pt x="118" y="18"/>
                      <a:pt x="117" y="18"/>
                    </a:cubicBezTo>
                    <a:cubicBezTo>
                      <a:pt x="116" y="18"/>
                      <a:pt x="115" y="18"/>
                      <a:pt x="114" y="18"/>
                    </a:cubicBezTo>
                    <a:cubicBezTo>
                      <a:pt x="113" y="18"/>
                      <a:pt x="111" y="18"/>
                      <a:pt x="110" y="19"/>
                    </a:cubicBezTo>
                    <a:cubicBezTo>
                      <a:pt x="108" y="20"/>
                      <a:pt x="106" y="20"/>
                      <a:pt x="104" y="21"/>
                    </a:cubicBezTo>
                    <a:cubicBezTo>
                      <a:pt x="102" y="21"/>
                      <a:pt x="101" y="22"/>
                      <a:pt x="99" y="22"/>
                    </a:cubicBezTo>
                    <a:cubicBezTo>
                      <a:pt x="97" y="24"/>
                      <a:pt x="95" y="25"/>
                      <a:pt x="92" y="27"/>
                    </a:cubicBezTo>
                    <a:cubicBezTo>
                      <a:pt x="89" y="29"/>
                      <a:pt x="85" y="32"/>
                      <a:pt x="81" y="35"/>
                    </a:cubicBezTo>
                    <a:lnTo>
                      <a:pt x="82" y="35"/>
                    </a:lnTo>
                    <a:cubicBezTo>
                      <a:pt x="79" y="38"/>
                      <a:pt x="76" y="41"/>
                      <a:pt x="73" y="44"/>
                    </a:cubicBezTo>
                    <a:cubicBezTo>
                      <a:pt x="73" y="45"/>
                      <a:pt x="73" y="45"/>
                      <a:pt x="73" y="46"/>
                    </a:cubicBezTo>
                    <a:cubicBezTo>
                      <a:pt x="73" y="52"/>
                      <a:pt x="68" y="56"/>
                      <a:pt x="63" y="56"/>
                    </a:cubicBezTo>
                    <a:lnTo>
                      <a:pt x="62" y="56"/>
                    </a:lnTo>
                    <a:cubicBezTo>
                      <a:pt x="58" y="61"/>
                      <a:pt x="54" y="66"/>
                      <a:pt x="51" y="71"/>
                    </a:cubicBezTo>
                    <a:cubicBezTo>
                      <a:pt x="44" y="80"/>
                      <a:pt x="39" y="90"/>
                      <a:pt x="33" y="100"/>
                    </a:cubicBezTo>
                    <a:cubicBezTo>
                      <a:pt x="31" y="103"/>
                      <a:pt x="29" y="106"/>
                      <a:pt x="27" y="110"/>
                    </a:cubicBezTo>
                    <a:cubicBezTo>
                      <a:pt x="26" y="113"/>
                      <a:pt x="26" y="116"/>
                      <a:pt x="25" y="119"/>
                    </a:cubicBezTo>
                    <a:cubicBezTo>
                      <a:pt x="25" y="118"/>
                      <a:pt x="25" y="117"/>
                      <a:pt x="25" y="117"/>
                    </a:cubicBezTo>
                    <a:cubicBezTo>
                      <a:pt x="24" y="122"/>
                      <a:pt x="23" y="127"/>
                      <a:pt x="23" y="131"/>
                    </a:cubicBezTo>
                    <a:cubicBezTo>
                      <a:pt x="22" y="137"/>
                      <a:pt x="22" y="143"/>
                      <a:pt x="21" y="148"/>
                    </a:cubicBezTo>
                    <a:cubicBezTo>
                      <a:pt x="21" y="152"/>
                      <a:pt x="21" y="157"/>
                      <a:pt x="21" y="162"/>
                    </a:cubicBezTo>
                    <a:cubicBezTo>
                      <a:pt x="21" y="164"/>
                      <a:pt x="22" y="167"/>
                      <a:pt x="22" y="169"/>
                    </a:cubicBezTo>
                    <a:cubicBezTo>
                      <a:pt x="22" y="171"/>
                      <a:pt x="23" y="173"/>
                      <a:pt x="23" y="175"/>
                    </a:cubicBezTo>
                    <a:cubicBezTo>
                      <a:pt x="24" y="176"/>
                      <a:pt x="25" y="178"/>
                      <a:pt x="25" y="179"/>
                    </a:cubicBezTo>
                    <a:cubicBezTo>
                      <a:pt x="26" y="180"/>
                      <a:pt x="26" y="182"/>
                      <a:pt x="28" y="183"/>
                    </a:cubicBezTo>
                    <a:lnTo>
                      <a:pt x="29" y="184"/>
                    </a:lnTo>
                    <a:cubicBezTo>
                      <a:pt x="29" y="185"/>
                      <a:pt x="30" y="186"/>
                      <a:pt x="31" y="187"/>
                    </a:cubicBezTo>
                    <a:cubicBezTo>
                      <a:pt x="32" y="187"/>
                      <a:pt x="33" y="188"/>
                      <a:pt x="34" y="189"/>
                    </a:cubicBezTo>
                    <a:cubicBezTo>
                      <a:pt x="35" y="189"/>
                      <a:pt x="36" y="190"/>
                      <a:pt x="37" y="191"/>
                    </a:cubicBezTo>
                    <a:cubicBezTo>
                      <a:pt x="38" y="191"/>
                      <a:pt x="39" y="191"/>
                      <a:pt x="39" y="191"/>
                    </a:cubicBezTo>
                    <a:cubicBezTo>
                      <a:pt x="40" y="192"/>
                      <a:pt x="42" y="192"/>
                      <a:pt x="43" y="193"/>
                    </a:cubicBezTo>
                    <a:cubicBezTo>
                      <a:pt x="44" y="193"/>
                      <a:pt x="46" y="193"/>
                      <a:pt x="47" y="193"/>
                    </a:cubicBezTo>
                    <a:cubicBezTo>
                      <a:pt x="48" y="193"/>
                      <a:pt x="49" y="193"/>
                      <a:pt x="51" y="193"/>
                    </a:cubicBezTo>
                    <a:moveTo>
                      <a:pt x="37" y="211"/>
                    </a:moveTo>
                    <a:cubicBezTo>
                      <a:pt x="31" y="209"/>
                      <a:pt x="25" y="206"/>
                      <a:pt x="21" y="202"/>
                    </a:cubicBezTo>
                    <a:cubicBezTo>
                      <a:pt x="15" y="198"/>
                      <a:pt x="11" y="193"/>
                      <a:pt x="9" y="187"/>
                    </a:cubicBezTo>
                    <a:cubicBezTo>
                      <a:pt x="0" y="168"/>
                      <a:pt x="3" y="145"/>
                      <a:pt x="5" y="125"/>
                    </a:cubicBezTo>
                    <a:cubicBezTo>
                      <a:pt x="5" y="124"/>
                      <a:pt x="5" y="124"/>
                      <a:pt x="5" y="124"/>
                    </a:cubicBezTo>
                    <a:cubicBezTo>
                      <a:pt x="3" y="121"/>
                      <a:pt x="3" y="117"/>
                      <a:pt x="4" y="114"/>
                    </a:cubicBezTo>
                    <a:cubicBezTo>
                      <a:pt x="6" y="111"/>
                      <a:pt x="7" y="109"/>
                      <a:pt x="8" y="106"/>
                    </a:cubicBezTo>
                    <a:cubicBezTo>
                      <a:pt x="10" y="102"/>
                      <a:pt x="11" y="98"/>
                      <a:pt x="12" y="94"/>
                    </a:cubicBezTo>
                    <a:cubicBezTo>
                      <a:pt x="16" y="80"/>
                      <a:pt x="21" y="67"/>
                      <a:pt x="28" y="55"/>
                    </a:cubicBezTo>
                    <a:cubicBezTo>
                      <a:pt x="30" y="49"/>
                      <a:pt x="34" y="44"/>
                      <a:pt x="38" y="39"/>
                    </a:cubicBezTo>
                    <a:cubicBezTo>
                      <a:pt x="42" y="35"/>
                      <a:pt x="47" y="31"/>
                      <a:pt x="53" y="29"/>
                    </a:cubicBezTo>
                    <a:cubicBezTo>
                      <a:pt x="55" y="28"/>
                      <a:pt x="58" y="28"/>
                      <a:pt x="60" y="29"/>
                    </a:cubicBezTo>
                    <a:cubicBezTo>
                      <a:pt x="61" y="29"/>
                      <a:pt x="61" y="29"/>
                      <a:pt x="61" y="29"/>
                    </a:cubicBezTo>
                    <a:cubicBezTo>
                      <a:pt x="63" y="28"/>
                      <a:pt x="63" y="27"/>
                      <a:pt x="64" y="26"/>
                    </a:cubicBezTo>
                    <a:cubicBezTo>
                      <a:pt x="69" y="21"/>
                      <a:pt x="74" y="17"/>
                      <a:pt x="79" y="13"/>
                    </a:cubicBezTo>
                    <a:cubicBezTo>
                      <a:pt x="85" y="9"/>
                      <a:pt x="90" y="6"/>
                      <a:pt x="97" y="3"/>
                    </a:cubicBezTo>
                    <a:cubicBezTo>
                      <a:pt x="103" y="2"/>
                      <a:pt x="109" y="0"/>
                      <a:pt x="115" y="0"/>
                    </a:cubicBezTo>
                    <a:cubicBezTo>
                      <a:pt x="121" y="0"/>
                      <a:pt x="127" y="1"/>
                      <a:pt x="133" y="4"/>
                    </a:cubicBezTo>
                    <a:cubicBezTo>
                      <a:pt x="138" y="6"/>
                      <a:pt x="142" y="10"/>
                      <a:pt x="146" y="14"/>
                    </a:cubicBezTo>
                    <a:cubicBezTo>
                      <a:pt x="151" y="18"/>
                      <a:pt x="155" y="24"/>
                      <a:pt x="158" y="30"/>
                    </a:cubicBezTo>
                    <a:cubicBezTo>
                      <a:pt x="160" y="35"/>
                      <a:pt x="162" y="42"/>
                      <a:pt x="162" y="48"/>
                    </a:cubicBezTo>
                    <a:cubicBezTo>
                      <a:pt x="164" y="55"/>
                      <a:pt x="164" y="63"/>
                      <a:pt x="164" y="70"/>
                    </a:cubicBezTo>
                    <a:cubicBezTo>
                      <a:pt x="162" y="98"/>
                      <a:pt x="151" y="125"/>
                      <a:pt x="135" y="148"/>
                    </a:cubicBezTo>
                    <a:cubicBezTo>
                      <a:pt x="127" y="159"/>
                      <a:pt x="118" y="170"/>
                      <a:pt x="108" y="180"/>
                    </a:cubicBezTo>
                    <a:cubicBezTo>
                      <a:pt x="99" y="190"/>
                      <a:pt x="88" y="198"/>
                      <a:pt x="76" y="205"/>
                    </a:cubicBezTo>
                    <a:cubicBezTo>
                      <a:pt x="70" y="208"/>
                      <a:pt x="64" y="210"/>
                      <a:pt x="57" y="211"/>
                    </a:cubicBezTo>
                    <a:cubicBezTo>
                      <a:pt x="55" y="212"/>
                      <a:pt x="52" y="212"/>
                      <a:pt x="49" y="212"/>
                    </a:cubicBezTo>
                    <a:cubicBezTo>
                      <a:pt x="45" y="212"/>
                      <a:pt x="41" y="211"/>
                      <a:pt x="37" y="2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38" name="Google Shape;5338;p70"/>
              <p:cNvSpPr/>
              <p:nvPr/>
            </p:nvSpPr>
            <p:spPr>
              <a:xfrm>
                <a:off x="-749900" y="3653278"/>
                <a:ext cx="69480" cy="129960"/>
              </a:xfrm>
              <a:custGeom>
                <a:avLst/>
                <a:gdLst/>
                <a:ahLst/>
                <a:cxnLst/>
                <a:rect l="l" t="t" r="r" b="b"/>
                <a:pathLst>
                  <a:path w="193" h="361" extrusionOk="0">
                    <a:moveTo>
                      <a:pt x="9" y="344"/>
                    </a:moveTo>
                    <a:cubicBezTo>
                      <a:pt x="7" y="342"/>
                      <a:pt x="6" y="339"/>
                      <a:pt x="5" y="336"/>
                    </a:cubicBezTo>
                    <a:cubicBezTo>
                      <a:pt x="4" y="332"/>
                      <a:pt x="3" y="329"/>
                      <a:pt x="2" y="326"/>
                    </a:cubicBezTo>
                    <a:cubicBezTo>
                      <a:pt x="1" y="319"/>
                      <a:pt x="0" y="312"/>
                      <a:pt x="0" y="305"/>
                    </a:cubicBezTo>
                    <a:cubicBezTo>
                      <a:pt x="0" y="295"/>
                      <a:pt x="3" y="284"/>
                      <a:pt x="6" y="274"/>
                    </a:cubicBezTo>
                    <a:cubicBezTo>
                      <a:pt x="8" y="265"/>
                      <a:pt x="12" y="257"/>
                      <a:pt x="16" y="249"/>
                    </a:cubicBezTo>
                    <a:cubicBezTo>
                      <a:pt x="21" y="240"/>
                      <a:pt x="26" y="232"/>
                      <a:pt x="31" y="223"/>
                    </a:cubicBezTo>
                    <a:cubicBezTo>
                      <a:pt x="33" y="219"/>
                      <a:pt x="39" y="218"/>
                      <a:pt x="43" y="221"/>
                    </a:cubicBezTo>
                    <a:cubicBezTo>
                      <a:pt x="47" y="223"/>
                      <a:pt x="48" y="228"/>
                      <a:pt x="46" y="232"/>
                    </a:cubicBezTo>
                    <a:cubicBezTo>
                      <a:pt x="41" y="241"/>
                      <a:pt x="37" y="250"/>
                      <a:pt x="31" y="259"/>
                    </a:cubicBezTo>
                    <a:cubicBezTo>
                      <a:pt x="32" y="258"/>
                      <a:pt x="32" y="258"/>
                      <a:pt x="32" y="258"/>
                    </a:cubicBezTo>
                    <a:cubicBezTo>
                      <a:pt x="29" y="263"/>
                      <a:pt x="27" y="269"/>
                      <a:pt x="24" y="275"/>
                    </a:cubicBezTo>
                    <a:cubicBezTo>
                      <a:pt x="23" y="279"/>
                      <a:pt x="22" y="284"/>
                      <a:pt x="21" y="289"/>
                    </a:cubicBezTo>
                    <a:lnTo>
                      <a:pt x="21" y="288"/>
                    </a:lnTo>
                    <a:cubicBezTo>
                      <a:pt x="20" y="292"/>
                      <a:pt x="20" y="296"/>
                      <a:pt x="19" y="300"/>
                    </a:cubicBezTo>
                    <a:cubicBezTo>
                      <a:pt x="19" y="304"/>
                      <a:pt x="19" y="307"/>
                      <a:pt x="19" y="310"/>
                    </a:cubicBezTo>
                    <a:cubicBezTo>
                      <a:pt x="19" y="314"/>
                      <a:pt x="20" y="318"/>
                      <a:pt x="21" y="323"/>
                    </a:cubicBezTo>
                    <a:cubicBezTo>
                      <a:pt x="21" y="322"/>
                      <a:pt x="21" y="321"/>
                      <a:pt x="20" y="321"/>
                    </a:cubicBezTo>
                    <a:cubicBezTo>
                      <a:pt x="21" y="323"/>
                      <a:pt x="21" y="325"/>
                      <a:pt x="22" y="328"/>
                    </a:cubicBezTo>
                    <a:cubicBezTo>
                      <a:pt x="23" y="329"/>
                      <a:pt x="24" y="331"/>
                      <a:pt x="24" y="332"/>
                    </a:cubicBezTo>
                    <a:cubicBezTo>
                      <a:pt x="25" y="334"/>
                      <a:pt x="25" y="334"/>
                      <a:pt x="25" y="335"/>
                    </a:cubicBezTo>
                    <a:cubicBezTo>
                      <a:pt x="26" y="335"/>
                      <a:pt x="26" y="335"/>
                      <a:pt x="26" y="335"/>
                    </a:cubicBezTo>
                    <a:cubicBezTo>
                      <a:pt x="27" y="336"/>
                      <a:pt x="27" y="336"/>
                      <a:pt x="27" y="336"/>
                    </a:cubicBezTo>
                    <a:cubicBezTo>
                      <a:pt x="28" y="337"/>
                      <a:pt x="29" y="338"/>
                      <a:pt x="31" y="339"/>
                    </a:cubicBezTo>
                    <a:lnTo>
                      <a:pt x="32" y="340"/>
                    </a:lnTo>
                    <a:lnTo>
                      <a:pt x="33" y="341"/>
                    </a:lnTo>
                    <a:cubicBezTo>
                      <a:pt x="34" y="341"/>
                      <a:pt x="34" y="341"/>
                      <a:pt x="35" y="341"/>
                    </a:cubicBezTo>
                    <a:lnTo>
                      <a:pt x="36" y="341"/>
                    </a:lnTo>
                    <a:cubicBezTo>
                      <a:pt x="38" y="340"/>
                      <a:pt x="39" y="339"/>
                      <a:pt x="41" y="339"/>
                    </a:cubicBezTo>
                    <a:cubicBezTo>
                      <a:pt x="43" y="338"/>
                      <a:pt x="45" y="336"/>
                      <a:pt x="46" y="335"/>
                    </a:cubicBezTo>
                    <a:cubicBezTo>
                      <a:pt x="48" y="334"/>
                      <a:pt x="49" y="334"/>
                      <a:pt x="51" y="332"/>
                    </a:cubicBezTo>
                    <a:cubicBezTo>
                      <a:pt x="53" y="330"/>
                      <a:pt x="55" y="328"/>
                      <a:pt x="57" y="326"/>
                    </a:cubicBezTo>
                    <a:cubicBezTo>
                      <a:pt x="59" y="324"/>
                      <a:pt x="61" y="321"/>
                      <a:pt x="63" y="318"/>
                    </a:cubicBezTo>
                    <a:cubicBezTo>
                      <a:pt x="66" y="314"/>
                      <a:pt x="68" y="310"/>
                      <a:pt x="70" y="306"/>
                    </a:cubicBezTo>
                    <a:cubicBezTo>
                      <a:pt x="73" y="300"/>
                      <a:pt x="75" y="295"/>
                      <a:pt x="77" y="289"/>
                    </a:cubicBezTo>
                    <a:lnTo>
                      <a:pt x="77" y="290"/>
                    </a:lnTo>
                    <a:cubicBezTo>
                      <a:pt x="79" y="283"/>
                      <a:pt x="81" y="275"/>
                      <a:pt x="83" y="268"/>
                    </a:cubicBezTo>
                    <a:lnTo>
                      <a:pt x="83" y="269"/>
                    </a:lnTo>
                    <a:cubicBezTo>
                      <a:pt x="87" y="249"/>
                      <a:pt x="89" y="229"/>
                      <a:pt x="91" y="209"/>
                    </a:cubicBezTo>
                    <a:cubicBezTo>
                      <a:pt x="94" y="188"/>
                      <a:pt x="95" y="169"/>
                      <a:pt x="98" y="148"/>
                    </a:cubicBezTo>
                    <a:cubicBezTo>
                      <a:pt x="101" y="120"/>
                      <a:pt x="105" y="91"/>
                      <a:pt x="114" y="64"/>
                    </a:cubicBezTo>
                    <a:cubicBezTo>
                      <a:pt x="118" y="50"/>
                      <a:pt x="123" y="38"/>
                      <a:pt x="131" y="27"/>
                    </a:cubicBezTo>
                    <a:cubicBezTo>
                      <a:pt x="134" y="21"/>
                      <a:pt x="139" y="16"/>
                      <a:pt x="143" y="12"/>
                    </a:cubicBezTo>
                    <a:cubicBezTo>
                      <a:pt x="147" y="7"/>
                      <a:pt x="153" y="4"/>
                      <a:pt x="159" y="2"/>
                    </a:cubicBezTo>
                    <a:cubicBezTo>
                      <a:pt x="164" y="0"/>
                      <a:pt x="171" y="1"/>
                      <a:pt x="176" y="3"/>
                    </a:cubicBezTo>
                    <a:cubicBezTo>
                      <a:pt x="181" y="4"/>
                      <a:pt x="185" y="9"/>
                      <a:pt x="188" y="14"/>
                    </a:cubicBezTo>
                    <a:cubicBezTo>
                      <a:pt x="191" y="18"/>
                      <a:pt x="192" y="24"/>
                      <a:pt x="192" y="29"/>
                    </a:cubicBezTo>
                    <a:cubicBezTo>
                      <a:pt x="192" y="36"/>
                      <a:pt x="190" y="42"/>
                      <a:pt x="189" y="48"/>
                    </a:cubicBezTo>
                    <a:cubicBezTo>
                      <a:pt x="187" y="54"/>
                      <a:pt x="184" y="59"/>
                      <a:pt x="180" y="64"/>
                    </a:cubicBezTo>
                    <a:cubicBezTo>
                      <a:pt x="177" y="70"/>
                      <a:pt x="173" y="74"/>
                      <a:pt x="168" y="77"/>
                    </a:cubicBezTo>
                    <a:cubicBezTo>
                      <a:pt x="163" y="79"/>
                      <a:pt x="158" y="77"/>
                      <a:pt x="154" y="74"/>
                    </a:cubicBezTo>
                    <a:cubicBezTo>
                      <a:pt x="151" y="72"/>
                      <a:pt x="149" y="69"/>
                      <a:pt x="148" y="64"/>
                    </a:cubicBezTo>
                    <a:cubicBezTo>
                      <a:pt x="148" y="62"/>
                      <a:pt x="148" y="59"/>
                      <a:pt x="149" y="57"/>
                    </a:cubicBezTo>
                    <a:cubicBezTo>
                      <a:pt x="151" y="54"/>
                      <a:pt x="154" y="52"/>
                      <a:pt x="157" y="52"/>
                    </a:cubicBezTo>
                    <a:cubicBezTo>
                      <a:pt x="159" y="52"/>
                      <a:pt x="162" y="52"/>
                      <a:pt x="164" y="54"/>
                    </a:cubicBezTo>
                    <a:cubicBezTo>
                      <a:pt x="165" y="52"/>
                      <a:pt x="167" y="49"/>
                      <a:pt x="168" y="46"/>
                    </a:cubicBezTo>
                    <a:cubicBezTo>
                      <a:pt x="169" y="45"/>
                      <a:pt x="169" y="43"/>
                      <a:pt x="170" y="42"/>
                    </a:cubicBezTo>
                    <a:cubicBezTo>
                      <a:pt x="171" y="41"/>
                      <a:pt x="171" y="38"/>
                      <a:pt x="172" y="36"/>
                    </a:cubicBezTo>
                    <a:cubicBezTo>
                      <a:pt x="172" y="35"/>
                      <a:pt x="172" y="33"/>
                      <a:pt x="172" y="31"/>
                    </a:cubicBezTo>
                    <a:cubicBezTo>
                      <a:pt x="172" y="31"/>
                      <a:pt x="172" y="29"/>
                      <a:pt x="172" y="28"/>
                    </a:cubicBezTo>
                    <a:cubicBezTo>
                      <a:pt x="172" y="28"/>
                      <a:pt x="172" y="27"/>
                      <a:pt x="172" y="26"/>
                    </a:cubicBezTo>
                    <a:cubicBezTo>
                      <a:pt x="172" y="25"/>
                      <a:pt x="172" y="25"/>
                      <a:pt x="172" y="24"/>
                    </a:cubicBezTo>
                    <a:cubicBezTo>
                      <a:pt x="171" y="24"/>
                      <a:pt x="171" y="24"/>
                      <a:pt x="171" y="23"/>
                    </a:cubicBezTo>
                    <a:cubicBezTo>
                      <a:pt x="171" y="22"/>
                      <a:pt x="171" y="22"/>
                      <a:pt x="171" y="22"/>
                    </a:cubicBezTo>
                    <a:lnTo>
                      <a:pt x="170" y="22"/>
                    </a:lnTo>
                    <a:cubicBezTo>
                      <a:pt x="170" y="22"/>
                      <a:pt x="169" y="22"/>
                      <a:pt x="169" y="21"/>
                    </a:cubicBezTo>
                    <a:lnTo>
                      <a:pt x="168" y="21"/>
                    </a:lnTo>
                    <a:lnTo>
                      <a:pt x="167" y="21"/>
                    </a:lnTo>
                    <a:lnTo>
                      <a:pt x="166" y="21"/>
                    </a:lnTo>
                    <a:lnTo>
                      <a:pt x="165" y="21"/>
                    </a:lnTo>
                    <a:lnTo>
                      <a:pt x="164" y="21"/>
                    </a:lnTo>
                    <a:cubicBezTo>
                      <a:pt x="163" y="22"/>
                      <a:pt x="162" y="22"/>
                      <a:pt x="162" y="22"/>
                    </a:cubicBezTo>
                    <a:cubicBezTo>
                      <a:pt x="161" y="23"/>
                      <a:pt x="160" y="23"/>
                      <a:pt x="159" y="24"/>
                    </a:cubicBezTo>
                    <a:cubicBezTo>
                      <a:pt x="158" y="25"/>
                      <a:pt x="157" y="25"/>
                      <a:pt x="157" y="26"/>
                    </a:cubicBezTo>
                    <a:cubicBezTo>
                      <a:pt x="155" y="27"/>
                      <a:pt x="154" y="28"/>
                      <a:pt x="152" y="30"/>
                    </a:cubicBezTo>
                    <a:cubicBezTo>
                      <a:pt x="151" y="32"/>
                      <a:pt x="148" y="35"/>
                      <a:pt x="147" y="38"/>
                    </a:cubicBezTo>
                    <a:cubicBezTo>
                      <a:pt x="144" y="42"/>
                      <a:pt x="141" y="46"/>
                      <a:pt x="139" y="50"/>
                    </a:cubicBezTo>
                    <a:cubicBezTo>
                      <a:pt x="140" y="50"/>
                      <a:pt x="140" y="50"/>
                      <a:pt x="140" y="49"/>
                    </a:cubicBezTo>
                    <a:cubicBezTo>
                      <a:pt x="137" y="55"/>
                      <a:pt x="134" y="62"/>
                      <a:pt x="132" y="67"/>
                    </a:cubicBezTo>
                    <a:cubicBezTo>
                      <a:pt x="128" y="80"/>
                      <a:pt x="125" y="93"/>
                      <a:pt x="122" y="106"/>
                    </a:cubicBezTo>
                    <a:lnTo>
                      <a:pt x="122" y="105"/>
                    </a:lnTo>
                    <a:cubicBezTo>
                      <a:pt x="120" y="115"/>
                      <a:pt x="119" y="126"/>
                      <a:pt x="117" y="136"/>
                    </a:cubicBezTo>
                    <a:cubicBezTo>
                      <a:pt x="116" y="140"/>
                      <a:pt x="116" y="145"/>
                      <a:pt x="115" y="149"/>
                    </a:cubicBezTo>
                    <a:cubicBezTo>
                      <a:pt x="115" y="155"/>
                      <a:pt x="114" y="161"/>
                      <a:pt x="113" y="166"/>
                    </a:cubicBezTo>
                    <a:cubicBezTo>
                      <a:pt x="112" y="176"/>
                      <a:pt x="111" y="186"/>
                      <a:pt x="110" y="197"/>
                    </a:cubicBezTo>
                    <a:cubicBezTo>
                      <a:pt x="109" y="206"/>
                      <a:pt x="108" y="216"/>
                      <a:pt x="106" y="226"/>
                    </a:cubicBezTo>
                    <a:cubicBezTo>
                      <a:pt x="106" y="231"/>
                      <a:pt x="105" y="236"/>
                      <a:pt x="104" y="241"/>
                    </a:cubicBezTo>
                    <a:cubicBezTo>
                      <a:pt x="104" y="245"/>
                      <a:pt x="104" y="249"/>
                      <a:pt x="102" y="253"/>
                    </a:cubicBezTo>
                    <a:cubicBezTo>
                      <a:pt x="102" y="259"/>
                      <a:pt x="101" y="265"/>
                      <a:pt x="99" y="271"/>
                    </a:cubicBezTo>
                    <a:cubicBezTo>
                      <a:pt x="98" y="276"/>
                      <a:pt x="97" y="282"/>
                      <a:pt x="95" y="287"/>
                    </a:cubicBezTo>
                    <a:cubicBezTo>
                      <a:pt x="94" y="293"/>
                      <a:pt x="91" y="300"/>
                      <a:pt x="89" y="306"/>
                    </a:cubicBezTo>
                    <a:cubicBezTo>
                      <a:pt x="84" y="318"/>
                      <a:pt x="77" y="330"/>
                      <a:pt x="69" y="340"/>
                    </a:cubicBezTo>
                    <a:cubicBezTo>
                      <a:pt x="65" y="345"/>
                      <a:pt x="60" y="349"/>
                      <a:pt x="55" y="352"/>
                    </a:cubicBezTo>
                    <a:cubicBezTo>
                      <a:pt x="53" y="353"/>
                      <a:pt x="50" y="355"/>
                      <a:pt x="48" y="356"/>
                    </a:cubicBezTo>
                    <a:cubicBezTo>
                      <a:pt x="45" y="358"/>
                      <a:pt x="41" y="359"/>
                      <a:pt x="38" y="360"/>
                    </a:cubicBezTo>
                    <a:cubicBezTo>
                      <a:pt x="37" y="360"/>
                      <a:pt x="36" y="360"/>
                      <a:pt x="35" y="360"/>
                    </a:cubicBezTo>
                    <a:cubicBezTo>
                      <a:pt x="24" y="360"/>
                      <a:pt x="14" y="353"/>
                      <a:pt x="9" y="3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39" name="Google Shape;5339;p70"/>
              <p:cNvSpPr/>
              <p:nvPr/>
            </p:nvSpPr>
            <p:spPr>
              <a:xfrm>
                <a:off x="-733700" y="3704038"/>
                <a:ext cx="53640" cy="16920"/>
              </a:xfrm>
              <a:custGeom>
                <a:avLst/>
                <a:gdLst/>
                <a:ahLst/>
                <a:cxnLst/>
                <a:rect l="l" t="t" r="r" b="b"/>
                <a:pathLst>
                  <a:path w="149" h="47" extrusionOk="0">
                    <a:moveTo>
                      <a:pt x="24" y="46"/>
                    </a:moveTo>
                    <a:cubicBezTo>
                      <a:pt x="21" y="46"/>
                      <a:pt x="18" y="45"/>
                      <a:pt x="15" y="45"/>
                    </a:cubicBezTo>
                    <a:cubicBezTo>
                      <a:pt x="14" y="45"/>
                      <a:pt x="13" y="45"/>
                      <a:pt x="12" y="45"/>
                    </a:cubicBezTo>
                    <a:cubicBezTo>
                      <a:pt x="10" y="45"/>
                      <a:pt x="8" y="44"/>
                      <a:pt x="7" y="43"/>
                    </a:cubicBezTo>
                    <a:cubicBezTo>
                      <a:pt x="5" y="42"/>
                      <a:pt x="4" y="41"/>
                      <a:pt x="3" y="39"/>
                    </a:cubicBezTo>
                    <a:cubicBezTo>
                      <a:pt x="0" y="35"/>
                      <a:pt x="0" y="29"/>
                      <a:pt x="5" y="25"/>
                    </a:cubicBezTo>
                    <a:cubicBezTo>
                      <a:pt x="7" y="24"/>
                      <a:pt x="8" y="22"/>
                      <a:pt x="11" y="21"/>
                    </a:cubicBezTo>
                    <a:cubicBezTo>
                      <a:pt x="14" y="20"/>
                      <a:pt x="17" y="19"/>
                      <a:pt x="20" y="18"/>
                    </a:cubicBezTo>
                    <a:cubicBezTo>
                      <a:pt x="25" y="16"/>
                      <a:pt x="30" y="14"/>
                      <a:pt x="35" y="13"/>
                    </a:cubicBezTo>
                    <a:cubicBezTo>
                      <a:pt x="40" y="13"/>
                      <a:pt x="44" y="11"/>
                      <a:pt x="49" y="10"/>
                    </a:cubicBezTo>
                    <a:cubicBezTo>
                      <a:pt x="53" y="10"/>
                      <a:pt x="59" y="9"/>
                      <a:pt x="63" y="8"/>
                    </a:cubicBezTo>
                    <a:cubicBezTo>
                      <a:pt x="68" y="7"/>
                      <a:pt x="72" y="7"/>
                      <a:pt x="76" y="6"/>
                    </a:cubicBezTo>
                    <a:cubicBezTo>
                      <a:pt x="96" y="4"/>
                      <a:pt x="117" y="2"/>
                      <a:pt x="137" y="0"/>
                    </a:cubicBezTo>
                    <a:cubicBezTo>
                      <a:pt x="142" y="0"/>
                      <a:pt x="146" y="3"/>
                      <a:pt x="147" y="7"/>
                    </a:cubicBezTo>
                    <a:cubicBezTo>
                      <a:pt x="148" y="12"/>
                      <a:pt x="144" y="17"/>
                      <a:pt x="140" y="17"/>
                    </a:cubicBezTo>
                    <a:cubicBezTo>
                      <a:pt x="131" y="18"/>
                      <a:pt x="123" y="20"/>
                      <a:pt x="114" y="20"/>
                    </a:cubicBezTo>
                    <a:cubicBezTo>
                      <a:pt x="107" y="21"/>
                      <a:pt x="99" y="22"/>
                      <a:pt x="92" y="23"/>
                    </a:cubicBezTo>
                    <a:cubicBezTo>
                      <a:pt x="84" y="24"/>
                      <a:pt x="76" y="25"/>
                      <a:pt x="68" y="26"/>
                    </a:cubicBezTo>
                    <a:cubicBezTo>
                      <a:pt x="63" y="27"/>
                      <a:pt x="57" y="28"/>
                      <a:pt x="52" y="29"/>
                    </a:cubicBezTo>
                    <a:cubicBezTo>
                      <a:pt x="46" y="31"/>
                      <a:pt x="40" y="32"/>
                      <a:pt x="34" y="34"/>
                    </a:cubicBezTo>
                    <a:cubicBezTo>
                      <a:pt x="35" y="35"/>
                      <a:pt x="35" y="35"/>
                      <a:pt x="35" y="35"/>
                    </a:cubicBezTo>
                    <a:cubicBezTo>
                      <a:pt x="35" y="41"/>
                      <a:pt x="30" y="46"/>
                      <a:pt x="25" y="46"/>
                    </a:cubicBezTo>
                    <a:cubicBezTo>
                      <a:pt x="24" y="46"/>
                      <a:pt x="24" y="46"/>
                      <a:pt x="24" y="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40" name="Google Shape;5340;p70"/>
              <p:cNvSpPr/>
              <p:nvPr/>
            </p:nvSpPr>
            <p:spPr>
              <a:xfrm>
                <a:off x="-672860" y="3660477"/>
                <a:ext cx="33840" cy="91440"/>
              </a:xfrm>
              <a:custGeom>
                <a:avLst/>
                <a:gdLst/>
                <a:ahLst/>
                <a:cxnLst/>
                <a:rect l="l" t="t" r="r" b="b"/>
                <a:pathLst>
                  <a:path w="94" h="254" extrusionOk="0">
                    <a:moveTo>
                      <a:pt x="11" y="248"/>
                    </a:moveTo>
                    <a:cubicBezTo>
                      <a:pt x="7" y="235"/>
                      <a:pt x="3" y="224"/>
                      <a:pt x="1" y="212"/>
                    </a:cubicBezTo>
                    <a:cubicBezTo>
                      <a:pt x="0" y="200"/>
                      <a:pt x="0" y="188"/>
                      <a:pt x="0" y="176"/>
                    </a:cubicBezTo>
                    <a:cubicBezTo>
                      <a:pt x="0" y="170"/>
                      <a:pt x="1" y="163"/>
                      <a:pt x="2" y="156"/>
                    </a:cubicBezTo>
                    <a:cubicBezTo>
                      <a:pt x="3" y="149"/>
                      <a:pt x="4" y="143"/>
                      <a:pt x="5" y="136"/>
                    </a:cubicBezTo>
                    <a:cubicBezTo>
                      <a:pt x="5" y="136"/>
                      <a:pt x="6" y="135"/>
                      <a:pt x="6" y="134"/>
                    </a:cubicBezTo>
                    <a:cubicBezTo>
                      <a:pt x="6" y="134"/>
                      <a:pt x="6" y="133"/>
                      <a:pt x="6" y="132"/>
                    </a:cubicBezTo>
                    <a:lnTo>
                      <a:pt x="6" y="133"/>
                    </a:lnTo>
                    <a:cubicBezTo>
                      <a:pt x="7" y="131"/>
                      <a:pt x="7" y="129"/>
                      <a:pt x="7" y="127"/>
                    </a:cubicBezTo>
                    <a:cubicBezTo>
                      <a:pt x="8" y="125"/>
                      <a:pt x="8" y="124"/>
                      <a:pt x="8" y="122"/>
                    </a:cubicBezTo>
                    <a:lnTo>
                      <a:pt x="8" y="123"/>
                    </a:lnTo>
                    <a:cubicBezTo>
                      <a:pt x="9" y="118"/>
                      <a:pt x="11" y="114"/>
                      <a:pt x="12" y="110"/>
                    </a:cubicBezTo>
                    <a:cubicBezTo>
                      <a:pt x="13" y="106"/>
                      <a:pt x="14" y="101"/>
                      <a:pt x="15" y="97"/>
                    </a:cubicBezTo>
                    <a:lnTo>
                      <a:pt x="15" y="96"/>
                    </a:lnTo>
                    <a:lnTo>
                      <a:pt x="16" y="95"/>
                    </a:lnTo>
                    <a:cubicBezTo>
                      <a:pt x="16" y="95"/>
                      <a:pt x="15" y="95"/>
                      <a:pt x="15" y="96"/>
                    </a:cubicBezTo>
                    <a:cubicBezTo>
                      <a:pt x="16" y="95"/>
                      <a:pt x="16" y="95"/>
                      <a:pt x="16" y="95"/>
                    </a:cubicBezTo>
                    <a:cubicBezTo>
                      <a:pt x="17" y="93"/>
                      <a:pt x="17" y="92"/>
                      <a:pt x="17" y="90"/>
                    </a:cubicBezTo>
                    <a:cubicBezTo>
                      <a:pt x="17" y="91"/>
                      <a:pt x="17" y="91"/>
                      <a:pt x="17" y="92"/>
                    </a:cubicBezTo>
                    <a:cubicBezTo>
                      <a:pt x="17" y="90"/>
                      <a:pt x="18" y="90"/>
                      <a:pt x="18" y="89"/>
                    </a:cubicBezTo>
                    <a:lnTo>
                      <a:pt x="18" y="90"/>
                    </a:lnTo>
                    <a:cubicBezTo>
                      <a:pt x="18" y="89"/>
                      <a:pt x="19" y="87"/>
                      <a:pt x="19" y="85"/>
                    </a:cubicBezTo>
                    <a:cubicBezTo>
                      <a:pt x="19" y="86"/>
                      <a:pt x="19" y="86"/>
                      <a:pt x="19" y="86"/>
                    </a:cubicBezTo>
                    <a:cubicBezTo>
                      <a:pt x="19" y="86"/>
                      <a:pt x="19" y="85"/>
                      <a:pt x="19" y="83"/>
                    </a:cubicBezTo>
                    <a:cubicBezTo>
                      <a:pt x="19" y="84"/>
                      <a:pt x="19" y="85"/>
                      <a:pt x="19" y="85"/>
                    </a:cubicBezTo>
                    <a:cubicBezTo>
                      <a:pt x="20" y="83"/>
                      <a:pt x="20" y="82"/>
                      <a:pt x="21" y="81"/>
                    </a:cubicBezTo>
                    <a:cubicBezTo>
                      <a:pt x="21" y="81"/>
                      <a:pt x="21" y="82"/>
                      <a:pt x="20" y="82"/>
                    </a:cubicBezTo>
                    <a:cubicBezTo>
                      <a:pt x="21" y="81"/>
                      <a:pt x="21" y="81"/>
                      <a:pt x="21" y="79"/>
                    </a:cubicBezTo>
                    <a:cubicBezTo>
                      <a:pt x="22" y="78"/>
                      <a:pt x="22" y="77"/>
                      <a:pt x="22" y="76"/>
                    </a:cubicBezTo>
                    <a:lnTo>
                      <a:pt x="23" y="75"/>
                    </a:lnTo>
                    <a:cubicBezTo>
                      <a:pt x="23" y="74"/>
                      <a:pt x="23" y="74"/>
                      <a:pt x="24" y="73"/>
                    </a:cubicBezTo>
                    <a:cubicBezTo>
                      <a:pt x="24" y="74"/>
                      <a:pt x="23" y="74"/>
                      <a:pt x="23" y="74"/>
                    </a:cubicBezTo>
                    <a:cubicBezTo>
                      <a:pt x="26" y="66"/>
                      <a:pt x="29" y="58"/>
                      <a:pt x="33" y="51"/>
                    </a:cubicBezTo>
                    <a:cubicBezTo>
                      <a:pt x="37" y="42"/>
                      <a:pt x="42" y="33"/>
                      <a:pt x="47" y="25"/>
                    </a:cubicBezTo>
                    <a:cubicBezTo>
                      <a:pt x="52" y="18"/>
                      <a:pt x="58" y="11"/>
                      <a:pt x="66" y="5"/>
                    </a:cubicBezTo>
                    <a:cubicBezTo>
                      <a:pt x="69" y="4"/>
                      <a:pt x="72" y="2"/>
                      <a:pt x="75" y="1"/>
                    </a:cubicBezTo>
                    <a:cubicBezTo>
                      <a:pt x="78" y="0"/>
                      <a:pt x="81" y="0"/>
                      <a:pt x="83" y="0"/>
                    </a:cubicBezTo>
                    <a:cubicBezTo>
                      <a:pt x="89" y="0"/>
                      <a:pt x="93" y="5"/>
                      <a:pt x="93" y="10"/>
                    </a:cubicBezTo>
                    <a:cubicBezTo>
                      <a:pt x="93" y="15"/>
                      <a:pt x="89" y="21"/>
                      <a:pt x="83" y="20"/>
                    </a:cubicBezTo>
                    <a:cubicBezTo>
                      <a:pt x="82" y="20"/>
                      <a:pt x="81" y="20"/>
                      <a:pt x="79" y="20"/>
                    </a:cubicBezTo>
                    <a:cubicBezTo>
                      <a:pt x="79" y="21"/>
                      <a:pt x="79" y="21"/>
                      <a:pt x="79" y="21"/>
                    </a:cubicBezTo>
                    <a:cubicBezTo>
                      <a:pt x="78" y="21"/>
                      <a:pt x="77" y="22"/>
                      <a:pt x="77" y="22"/>
                    </a:cubicBezTo>
                    <a:cubicBezTo>
                      <a:pt x="75" y="23"/>
                      <a:pt x="74" y="25"/>
                      <a:pt x="72" y="26"/>
                    </a:cubicBezTo>
                    <a:cubicBezTo>
                      <a:pt x="70" y="27"/>
                      <a:pt x="68" y="29"/>
                      <a:pt x="67" y="30"/>
                    </a:cubicBezTo>
                    <a:cubicBezTo>
                      <a:pt x="65" y="33"/>
                      <a:pt x="63" y="35"/>
                      <a:pt x="61" y="38"/>
                    </a:cubicBezTo>
                    <a:cubicBezTo>
                      <a:pt x="57" y="44"/>
                      <a:pt x="54" y="50"/>
                      <a:pt x="51" y="57"/>
                    </a:cubicBezTo>
                    <a:lnTo>
                      <a:pt x="51" y="56"/>
                    </a:lnTo>
                    <a:cubicBezTo>
                      <a:pt x="46" y="65"/>
                      <a:pt x="42" y="75"/>
                      <a:pt x="39" y="85"/>
                    </a:cubicBezTo>
                    <a:cubicBezTo>
                      <a:pt x="36" y="91"/>
                      <a:pt x="35" y="97"/>
                      <a:pt x="32" y="103"/>
                    </a:cubicBezTo>
                    <a:cubicBezTo>
                      <a:pt x="31" y="110"/>
                      <a:pt x="28" y="117"/>
                      <a:pt x="26" y="125"/>
                    </a:cubicBezTo>
                    <a:cubicBezTo>
                      <a:pt x="25" y="128"/>
                      <a:pt x="25" y="130"/>
                      <a:pt x="25" y="133"/>
                    </a:cubicBezTo>
                    <a:cubicBezTo>
                      <a:pt x="24" y="136"/>
                      <a:pt x="23" y="140"/>
                      <a:pt x="22" y="143"/>
                    </a:cubicBezTo>
                    <a:cubicBezTo>
                      <a:pt x="21" y="149"/>
                      <a:pt x="20" y="154"/>
                      <a:pt x="19" y="159"/>
                    </a:cubicBezTo>
                    <a:cubicBezTo>
                      <a:pt x="19" y="165"/>
                      <a:pt x="18" y="171"/>
                      <a:pt x="18" y="177"/>
                    </a:cubicBezTo>
                    <a:cubicBezTo>
                      <a:pt x="18" y="185"/>
                      <a:pt x="18" y="193"/>
                      <a:pt x="18" y="201"/>
                    </a:cubicBezTo>
                    <a:lnTo>
                      <a:pt x="18" y="200"/>
                    </a:lnTo>
                    <a:cubicBezTo>
                      <a:pt x="18" y="206"/>
                      <a:pt x="19" y="212"/>
                      <a:pt x="20" y="217"/>
                    </a:cubicBezTo>
                    <a:cubicBezTo>
                      <a:pt x="22" y="224"/>
                      <a:pt x="24" y="230"/>
                      <a:pt x="26" y="236"/>
                    </a:cubicBezTo>
                    <a:cubicBezTo>
                      <a:pt x="25" y="235"/>
                      <a:pt x="25" y="235"/>
                      <a:pt x="25" y="235"/>
                    </a:cubicBezTo>
                    <a:cubicBezTo>
                      <a:pt x="26" y="237"/>
                      <a:pt x="26" y="238"/>
                      <a:pt x="27" y="240"/>
                    </a:cubicBezTo>
                    <a:cubicBezTo>
                      <a:pt x="29" y="245"/>
                      <a:pt x="27" y="250"/>
                      <a:pt x="22" y="252"/>
                    </a:cubicBezTo>
                    <a:cubicBezTo>
                      <a:pt x="21" y="253"/>
                      <a:pt x="20" y="253"/>
                      <a:pt x="19" y="253"/>
                    </a:cubicBezTo>
                    <a:cubicBezTo>
                      <a:pt x="15" y="253"/>
                      <a:pt x="12" y="251"/>
                      <a:pt x="11" y="24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41" name="Google Shape;5341;p70"/>
              <p:cNvSpPr/>
              <p:nvPr/>
            </p:nvSpPr>
            <p:spPr>
              <a:xfrm>
                <a:off x="-627500" y="3693598"/>
                <a:ext cx="54720" cy="3888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108" extrusionOk="0">
                    <a:moveTo>
                      <a:pt x="22" y="88"/>
                    </a:moveTo>
                    <a:cubicBezTo>
                      <a:pt x="22" y="88"/>
                      <a:pt x="22" y="87"/>
                      <a:pt x="21" y="87"/>
                    </a:cubicBezTo>
                    <a:cubicBezTo>
                      <a:pt x="22" y="87"/>
                      <a:pt x="22" y="87"/>
                      <a:pt x="22" y="87"/>
                    </a:cubicBezTo>
                    <a:lnTo>
                      <a:pt x="23" y="88"/>
                    </a:lnTo>
                    <a:lnTo>
                      <a:pt x="24" y="88"/>
                    </a:lnTo>
                    <a:cubicBezTo>
                      <a:pt x="25" y="88"/>
                      <a:pt x="25" y="88"/>
                      <a:pt x="25" y="88"/>
                    </a:cubicBezTo>
                    <a:cubicBezTo>
                      <a:pt x="26" y="87"/>
                      <a:pt x="27" y="87"/>
                      <a:pt x="28" y="86"/>
                    </a:cubicBezTo>
                    <a:cubicBezTo>
                      <a:pt x="28" y="86"/>
                      <a:pt x="28" y="87"/>
                      <a:pt x="27" y="87"/>
                    </a:cubicBezTo>
                    <a:cubicBezTo>
                      <a:pt x="28" y="86"/>
                      <a:pt x="29" y="86"/>
                      <a:pt x="30" y="86"/>
                    </a:cubicBezTo>
                    <a:cubicBezTo>
                      <a:pt x="31" y="85"/>
                      <a:pt x="32" y="85"/>
                      <a:pt x="33" y="83"/>
                    </a:cubicBezTo>
                    <a:cubicBezTo>
                      <a:pt x="35" y="82"/>
                      <a:pt x="38" y="81"/>
                      <a:pt x="39" y="79"/>
                    </a:cubicBezTo>
                    <a:cubicBezTo>
                      <a:pt x="41" y="78"/>
                      <a:pt x="43" y="75"/>
                      <a:pt x="45" y="74"/>
                    </a:cubicBezTo>
                    <a:cubicBezTo>
                      <a:pt x="48" y="70"/>
                      <a:pt x="50" y="67"/>
                      <a:pt x="53" y="63"/>
                    </a:cubicBezTo>
                    <a:cubicBezTo>
                      <a:pt x="56" y="59"/>
                      <a:pt x="58" y="55"/>
                      <a:pt x="60" y="51"/>
                    </a:cubicBezTo>
                    <a:lnTo>
                      <a:pt x="60" y="52"/>
                    </a:lnTo>
                    <a:cubicBezTo>
                      <a:pt x="62" y="47"/>
                      <a:pt x="64" y="42"/>
                      <a:pt x="67" y="37"/>
                    </a:cubicBezTo>
                    <a:cubicBezTo>
                      <a:pt x="67" y="36"/>
                      <a:pt x="67" y="35"/>
                      <a:pt x="67" y="33"/>
                    </a:cubicBezTo>
                    <a:cubicBezTo>
                      <a:pt x="68" y="32"/>
                      <a:pt x="68" y="31"/>
                      <a:pt x="68" y="30"/>
                    </a:cubicBezTo>
                    <a:cubicBezTo>
                      <a:pt x="69" y="28"/>
                      <a:pt x="70" y="27"/>
                      <a:pt x="71" y="26"/>
                    </a:cubicBezTo>
                    <a:cubicBezTo>
                      <a:pt x="72" y="24"/>
                      <a:pt x="74" y="23"/>
                      <a:pt x="77" y="22"/>
                    </a:cubicBezTo>
                    <a:cubicBezTo>
                      <a:pt x="76" y="22"/>
                      <a:pt x="75" y="22"/>
                      <a:pt x="75" y="22"/>
                    </a:cubicBezTo>
                    <a:cubicBezTo>
                      <a:pt x="74" y="21"/>
                      <a:pt x="72" y="21"/>
                      <a:pt x="71" y="21"/>
                    </a:cubicBezTo>
                    <a:cubicBezTo>
                      <a:pt x="70" y="21"/>
                      <a:pt x="69" y="21"/>
                      <a:pt x="68" y="20"/>
                    </a:cubicBezTo>
                    <a:cubicBezTo>
                      <a:pt x="67" y="20"/>
                      <a:pt x="65" y="20"/>
                      <a:pt x="64" y="20"/>
                    </a:cubicBezTo>
                    <a:cubicBezTo>
                      <a:pt x="63" y="21"/>
                      <a:pt x="63" y="21"/>
                      <a:pt x="62" y="21"/>
                    </a:cubicBezTo>
                    <a:cubicBezTo>
                      <a:pt x="60" y="21"/>
                      <a:pt x="59" y="21"/>
                      <a:pt x="58" y="22"/>
                    </a:cubicBezTo>
                    <a:cubicBezTo>
                      <a:pt x="56" y="22"/>
                      <a:pt x="55" y="23"/>
                      <a:pt x="54" y="24"/>
                    </a:cubicBezTo>
                    <a:cubicBezTo>
                      <a:pt x="53" y="24"/>
                      <a:pt x="53" y="24"/>
                      <a:pt x="53" y="24"/>
                    </a:cubicBezTo>
                    <a:cubicBezTo>
                      <a:pt x="50" y="26"/>
                      <a:pt x="47" y="28"/>
                      <a:pt x="46" y="30"/>
                    </a:cubicBezTo>
                    <a:cubicBezTo>
                      <a:pt x="43" y="32"/>
                      <a:pt x="40" y="35"/>
                      <a:pt x="38" y="38"/>
                    </a:cubicBezTo>
                    <a:cubicBezTo>
                      <a:pt x="36" y="40"/>
                      <a:pt x="35" y="42"/>
                      <a:pt x="33" y="43"/>
                    </a:cubicBezTo>
                    <a:cubicBezTo>
                      <a:pt x="31" y="47"/>
                      <a:pt x="29" y="50"/>
                      <a:pt x="27" y="53"/>
                    </a:cubicBezTo>
                    <a:cubicBezTo>
                      <a:pt x="26" y="56"/>
                      <a:pt x="25" y="59"/>
                      <a:pt x="24" y="63"/>
                    </a:cubicBezTo>
                    <a:cubicBezTo>
                      <a:pt x="22" y="66"/>
                      <a:pt x="21" y="69"/>
                      <a:pt x="21" y="72"/>
                    </a:cubicBezTo>
                    <a:cubicBezTo>
                      <a:pt x="20" y="75"/>
                      <a:pt x="20" y="76"/>
                      <a:pt x="19" y="79"/>
                    </a:cubicBezTo>
                    <a:cubicBezTo>
                      <a:pt x="19" y="80"/>
                      <a:pt x="19" y="82"/>
                      <a:pt x="19" y="83"/>
                    </a:cubicBezTo>
                    <a:lnTo>
                      <a:pt x="20" y="83"/>
                    </a:lnTo>
                    <a:cubicBezTo>
                      <a:pt x="20" y="84"/>
                      <a:pt x="20" y="85"/>
                      <a:pt x="20" y="85"/>
                    </a:cubicBezTo>
                    <a:lnTo>
                      <a:pt x="21" y="85"/>
                    </a:lnTo>
                    <a:cubicBezTo>
                      <a:pt x="21" y="86"/>
                      <a:pt x="21" y="86"/>
                      <a:pt x="21" y="86"/>
                    </a:cubicBezTo>
                    <a:cubicBezTo>
                      <a:pt x="22" y="87"/>
                      <a:pt x="22" y="87"/>
                      <a:pt x="22" y="88"/>
                    </a:cubicBezTo>
                    <a:moveTo>
                      <a:pt x="14" y="105"/>
                    </a:moveTo>
                    <a:cubicBezTo>
                      <a:pt x="10" y="103"/>
                      <a:pt x="5" y="99"/>
                      <a:pt x="3" y="94"/>
                    </a:cubicBezTo>
                    <a:cubicBezTo>
                      <a:pt x="2" y="91"/>
                      <a:pt x="1" y="89"/>
                      <a:pt x="1" y="86"/>
                    </a:cubicBezTo>
                    <a:cubicBezTo>
                      <a:pt x="0" y="82"/>
                      <a:pt x="1" y="78"/>
                      <a:pt x="1" y="75"/>
                    </a:cubicBezTo>
                    <a:cubicBezTo>
                      <a:pt x="2" y="68"/>
                      <a:pt x="4" y="62"/>
                      <a:pt x="6" y="56"/>
                    </a:cubicBezTo>
                    <a:cubicBezTo>
                      <a:pt x="8" y="48"/>
                      <a:pt x="12" y="42"/>
                      <a:pt x="16" y="35"/>
                    </a:cubicBezTo>
                    <a:cubicBezTo>
                      <a:pt x="19" y="29"/>
                      <a:pt x="24" y="24"/>
                      <a:pt x="29" y="19"/>
                    </a:cubicBezTo>
                    <a:cubicBezTo>
                      <a:pt x="33" y="14"/>
                      <a:pt x="39" y="10"/>
                      <a:pt x="45" y="7"/>
                    </a:cubicBezTo>
                    <a:cubicBezTo>
                      <a:pt x="50" y="3"/>
                      <a:pt x="57" y="1"/>
                      <a:pt x="64" y="1"/>
                    </a:cubicBezTo>
                    <a:cubicBezTo>
                      <a:pt x="70" y="0"/>
                      <a:pt x="77" y="1"/>
                      <a:pt x="83" y="4"/>
                    </a:cubicBezTo>
                    <a:cubicBezTo>
                      <a:pt x="89" y="5"/>
                      <a:pt x="93" y="10"/>
                      <a:pt x="96" y="15"/>
                    </a:cubicBezTo>
                    <a:cubicBezTo>
                      <a:pt x="99" y="19"/>
                      <a:pt x="100" y="25"/>
                      <a:pt x="99" y="31"/>
                    </a:cubicBezTo>
                    <a:cubicBezTo>
                      <a:pt x="98" y="34"/>
                      <a:pt x="96" y="36"/>
                      <a:pt x="92" y="38"/>
                    </a:cubicBezTo>
                    <a:cubicBezTo>
                      <a:pt x="93" y="39"/>
                      <a:pt x="93" y="42"/>
                      <a:pt x="94" y="44"/>
                    </a:cubicBezTo>
                    <a:cubicBezTo>
                      <a:pt x="95" y="48"/>
                      <a:pt x="96" y="52"/>
                      <a:pt x="98" y="56"/>
                    </a:cubicBezTo>
                    <a:cubicBezTo>
                      <a:pt x="99" y="62"/>
                      <a:pt x="100" y="67"/>
                      <a:pt x="102" y="73"/>
                    </a:cubicBezTo>
                    <a:cubicBezTo>
                      <a:pt x="103" y="75"/>
                      <a:pt x="104" y="78"/>
                      <a:pt x="105" y="79"/>
                    </a:cubicBezTo>
                    <a:cubicBezTo>
                      <a:pt x="106" y="81"/>
                      <a:pt x="106" y="82"/>
                      <a:pt x="107" y="83"/>
                    </a:cubicBezTo>
                    <a:cubicBezTo>
                      <a:pt x="107" y="83"/>
                      <a:pt x="108" y="84"/>
                      <a:pt x="109" y="85"/>
                    </a:cubicBezTo>
                    <a:cubicBezTo>
                      <a:pt x="109" y="85"/>
                      <a:pt x="110" y="85"/>
                      <a:pt x="110" y="86"/>
                    </a:cubicBezTo>
                    <a:cubicBezTo>
                      <a:pt x="111" y="86"/>
                      <a:pt x="111" y="85"/>
                      <a:pt x="111" y="85"/>
                    </a:cubicBezTo>
                    <a:cubicBezTo>
                      <a:pt x="112" y="85"/>
                      <a:pt x="112" y="85"/>
                      <a:pt x="112" y="85"/>
                    </a:cubicBezTo>
                    <a:cubicBezTo>
                      <a:pt x="113" y="85"/>
                      <a:pt x="114" y="85"/>
                      <a:pt x="115" y="84"/>
                    </a:cubicBezTo>
                    <a:lnTo>
                      <a:pt x="116" y="83"/>
                    </a:lnTo>
                    <a:cubicBezTo>
                      <a:pt x="118" y="82"/>
                      <a:pt x="120" y="81"/>
                      <a:pt x="121" y="79"/>
                    </a:cubicBezTo>
                    <a:cubicBezTo>
                      <a:pt x="123" y="77"/>
                      <a:pt x="126" y="75"/>
                      <a:pt x="128" y="72"/>
                    </a:cubicBezTo>
                    <a:cubicBezTo>
                      <a:pt x="129" y="71"/>
                      <a:pt x="131" y="68"/>
                      <a:pt x="132" y="67"/>
                    </a:cubicBezTo>
                    <a:cubicBezTo>
                      <a:pt x="135" y="63"/>
                      <a:pt x="142" y="62"/>
                      <a:pt x="146" y="65"/>
                    </a:cubicBezTo>
                    <a:cubicBezTo>
                      <a:pt x="150" y="68"/>
                      <a:pt x="151" y="74"/>
                      <a:pt x="147" y="78"/>
                    </a:cubicBezTo>
                    <a:cubicBezTo>
                      <a:pt x="139" y="89"/>
                      <a:pt x="130" y="100"/>
                      <a:pt x="116" y="104"/>
                    </a:cubicBezTo>
                    <a:cubicBezTo>
                      <a:pt x="110" y="106"/>
                      <a:pt x="103" y="105"/>
                      <a:pt x="98" y="101"/>
                    </a:cubicBezTo>
                    <a:cubicBezTo>
                      <a:pt x="92" y="97"/>
                      <a:pt x="89" y="91"/>
                      <a:pt x="86" y="85"/>
                    </a:cubicBezTo>
                    <a:cubicBezTo>
                      <a:pt x="84" y="78"/>
                      <a:pt x="82" y="71"/>
                      <a:pt x="79" y="64"/>
                    </a:cubicBezTo>
                    <a:cubicBezTo>
                      <a:pt x="79" y="62"/>
                      <a:pt x="78" y="60"/>
                      <a:pt x="78" y="58"/>
                    </a:cubicBezTo>
                    <a:cubicBezTo>
                      <a:pt x="76" y="61"/>
                      <a:pt x="74" y="64"/>
                      <a:pt x="72" y="68"/>
                    </a:cubicBezTo>
                    <a:cubicBezTo>
                      <a:pt x="66" y="78"/>
                      <a:pt x="58" y="88"/>
                      <a:pt x="49" y="96"/>
                    </a:cubicBezTo>
                    <a:cubicBezTo>
                      <a:pt x="43" y="100"/>
                      <a:pt x="38" y="103"/>
                      <a:pt x="32" y="106"/>
                    </a:cubicBezTo>
                    <a:cubicBezTo>
                      <a:pt x="29" y="106"/>
                      <a:pt x="27" y="107"/>
                      <a:pt x="24" y="107"/>
                    </a:cubicBezTo>
                    <a:cubicBezTo>
                      <a:pt x="21" y="107"/>
                      <a:pt x="18" y="106"/>
                      <a:pt x="14" y="1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42" name="Google Shape;5342;p70"/>
              <p:cNvSpPr/>
              <p:nvPr/>
            </p:nvSpPr>
            <p:spPr>
              <a:xfrm>
                <a:off x="-594020" y="3656878"/>
                <a:ext cx="42840" cy="13680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380" extrusionOk="0">
                    <a:moveTo>
                      <a:pt x="4" y="377"/>
                    </a:moveTo>
                    <a:cubicBezTo>
                      <a:pt x="0" y="374"/>
                      <a:pt x="0" y="368"/>
                      <a:pt x="4" y="364"/>
                    </a:cubicBezTo>
                    <a:cubicBezTo>
                      <a:pt x="10" y="359"/>
                      <a:pt x="16" y="352"/>
                      <a:pt x="22" y="346"/>
                    </a:cubicBezTo>
                    <a:cubicBezTo>
                      <a:pt x="31" y="338"/>
                      <a:pt x="39" y="329"/>
                      <a:pt x="47" y="320"/>
                    </a:cubicBezTo>
                    <a:cubicBezTo>
                      <a:pt x="52" y="314"/>
                      <a:pt x="57" y="308"/>
                      <a:pt x="61" y="301"/>
                    </a:cubicBezTo>
                    <a:lnTo>
                      <a:pt x="61" y="302"/>
                    </a:lnTo>
                    <a:cubicBezTo>
                      <a:pt x="68" y="292"/>
                      <a:pt x="75" y="280"/>
                      <a:pt x="81" y="269"/>
                    </a:cubicBezTo>
                    <a:lnTo>
                      <a:pt x="80" y="269"/>
                    </a:lnTo>
                    <a:cubicBezTo>
                      <a:pt x="84" y="261"/>
                      <a:pt x="88" y="253"/>
                      <a:pt x="91" y="244"/>
                    </a:cubicBezTo>
                    <a:cubicBezTo>
                      <a:pt x="94" y="236"/>
                      <a:pt x="96" y="229"/>
                      <a:pt x="98" y="220"/>
                    </a:cubicBezTo>
                    <a:cubicBezTo>
                      <a:pt x="99" y="215"/>
                      <a:pt x="99" y="211"/>
                      <a:pt x="100" y="205"/>
                    </a:cubicBezTo>
                    <a:cubicBezTo>
                      <a:pt x="100" y="198"/>
                      <a:pt x="100" y="191"/>
                      <a:pt x="100" y="184"/>
                    </a:cubicBezTo>
                    <a:cubicBezTo>
                      <a:pt x="100" y="177"/>
                      <a:pt x="99" y="169"/>
                      <a:pt x="99" y="162"/>
                    </a:cubicBezTo>
                    <a:cubicBezTo>
                      <a:pt x="98" y="150"/>
                      <a:pt x="96" y="138"/>
                      <a:pt x="95" y="127"/>
                    </a:cubicBezTo>
                    <a:lnTo>
                      <a:pt x="94" y="127"/>
                    </a:lnTo>
                    <a:lnTo>
                      <a:pt x="94" y="126"/>
                    </a:lnTo>
                    <a:cubicBezTo>
                      <a:pt x="92" y="113"/>
                      <a:pt x="88" y="101"/>
                      <a:pt x="84" y="88"/>
                    </a:cubicBezTo>
                    <a:cubicBezTo>
                      <a:pt x="84" y="89"/>
                      <a:pt x="84" y="89"/>
                      <a:pt x="84" y="89"/>
                    </a:cubicBezTo>
                    <a:cubicBezTo>
                      <a:pt x="80" y="78"/>
                      <a:pt x="75" y="67"/>
                      <a:pt x="70" y="56"/>
                    </a:cubicBezTo>
                    <a:cubicBezTo>
                      <a:pt x="70" y="55"/>
                      <a:pt x="70" y="55"/>
                      <a:pt x="70" y="54"/>
                    </a:cubicBezTo>
                    <a:cubicBezTo>
                      <a:pt x="70" y="55"/>
                      <a:pt x="70" y="55"/>
                      <a:pt x="70" y="55"/>
                    </a:cubicBezTo>
                    <a:cubicBezTo>
                      <a:pt x="67" y="49"/>
                      <a:pt x="63" y="43"/>
                      <a:pt x="60" y="37"/>
                    </a:cubicBezTo>
                    <a:cubicBezTo>
                      <a:pt x="59" y="36"/>
                      <a:pt x="58" y="35"/>
                      <a:pt x="57" y="34"/>
                    </a:cubicBezTo>
                    <a:cubicBezTo>
                      <a:pt x="56" y="33"/>
                      <a:pt x="56" y="32"/>
                      <a:pt x="55" y="31"/>
                    </a:cubicBezTo>
                    <a:cubicBezTo>
                      <a:pt x="55" y="32"/>
                      <a:pt x="55" y="32"/>
                      <a:pt x="56" y="32"/>
                    </a:cubicBezTo>
                    <a:cubicBezTo>
                      <a:pt x="55" y="31"/>
                      <a:pt x="55" y="31"/>
                      <a:pt x="54" y="31"/>
                    </a:cubicBezTo>
                    <a:cubicBezTo>
                      <a:pt x="53" y="28"/>
                      <a:pt x="51" y="25"/>
                      <a:pt x="49" y="22"/>
                    </a:cubicBezTo>
                    <a:cubicBezTo>
                      <a:pt x="46" y="21"/>
                      <a:pt x="44" y="18"/>
                      <a:pt x="42" y="16"/>
                    </a:cubicBezTo>
                    <a:cubicBezTo>
                      <a:pt x="39" y="12"/>
                      <a:pt x="41" y="5"/>
                      <a:pt x="45" y="3"/>
                    </a:cubicBezTo>
                    <a:cubicBezTo>
                      <a:pt x="49" y="0"/>
                      <a:pt x="54" y="0"/>
                      <a:pt x="58" y="4"/>
                    </a:cubicBezTo>
                    <a:cubicBezTo>
                      <a:pt x="60" y="5"/>
                      <a:pt x="62" y="8"/>
                      <a:pt x="64" y="10"/>
                    </a:cubicBezTo>
                    <a:cubicBezTo>
                      <a:pt x="64" y="11"/>
                      <a:pt x="66" y="12"/>
                      <a:pt x="67" y="13"/>
                    </a:cubicBezTo>
                    <a:cubicBezTo>
                      <a:pt x="69" y="17"/>
                      <a:pt x="71" y="19"/>
                      <a:pt x="74" y="23"/>
                    </a:cubicBezTo>
                    <a:cubicBezTo>
                      <a:pt x="74" y="24"/>
                      <a:pt x="74" y="25"/>
                      <a:pt x="75" y="25"/>
                    </a:cubicBezTo>
                    <a:cubicBezTo>
                      <a:pt x="84" y="38"/>
                      <a:pt x="90" y="53"/>
                      <a:pt x="96" y="68"/>
                    </a:cubicBezTo>
                    <a:cubicBezTo>
                      <a:pt x="106" y="95"/>
                      <a:pt x="114" y="124"/>
                      <a:pt x="116" y="153"/>
                    </a:cubicBezTo>
                    <a:cubicBezTo>
                      <a:pt x="117" y="162"/>
                      <a:pt x="117" y="171"/>
                      <a:pt x="117" y="180"/>
                    </a:cubicBezTo>
                    <a:cubicBezTo>
                      <a:pt x="118" y="186"/>
                      <a:pt x="118" y="192"/>
                      <a:pt x="118" y="199"/>
                    </a:cubicBezTo>
                    <a:cubicBezTo>
                      <a:pt x="117" y="227"/>
                      <a:pt x="108" y="254"/>
                      <a:pt x="95" y="279"/>
                    </a:cubicBezTo>
                    <a:cubicBezTo>
                      <a:pt x="88" y="293"/>
                      <a:pt x="78" y="307"/>
                      <a:pt x="69" y="320"/>
                    </a:cubicBezTo>
                    <a:cubicBezTo>
                      <a:pt x="62" y="330"/>
                      <a:pt x="54" y="339"/>
                      <a:pt x="45" y="347"/>
                    </a:cubicBezTo>
                    <a:cubicBezTo>
                      <a:pt x="35" y="357"/>
                      <a:pt x="25" y="367"/>
                      <a:pt x="15" y="377"/>
                    </a:cubicBezTo>
                    <a:cubicBezTo>
                      <a:pt x="14" y="378"/>
                      <a:pt x="12" y="379"/>
                      <a:pt x="10" y="379"/>
                    </a:cubicBezTo>
                    <a:cubicBezTo>
                      <a:pt x="7" y="379"/>
                      <a:pt x="5" y="378"/>
                      <a:pt x="4" y="3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43" name="Google Shape;5343;p70"/>
              <p:cNvSpPr/>
              <p:nvPr/>
            </p:nvSpPr>
            <p:spPr>
              <a:xfrm>
                <a:off x="-924500" y="3906718"/>
                <a:ext cx="7056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196" h="33" extrusionOk="0">
                    <a:moveTo>
                      <a:pt x="0" y="22"/>
                    </a:moveTo>
                    <a:cubicBezTo>
                      <a:pt x="0" y="16"/>
                      <a:pt x="5" y="11"/>
                      <a:pt x="10" y="11"/>
                    </a:cubicBezTo>
                    <a:cubicBezTo>
                      <a:pt x="26" y="11"/>
                      <a:pt x="41" y="12"/>
                      <a:pt x="57" y="12"/>
                    </a:cubicBezTo>
                    <a:cubicBezTo>
                      <a:pt x="65" y="12"/>
                      <a:pt x="72" y="12"/>
                      <a:pt x="80" y="12"/>
                    </a:cubicBezTo>
                    <a:cubicBezTo>
                      <a:pt x="88" y="12"/>
                      <a:pt x="96" y="11"/>
                      <a:pt x="103" y="11"/>
                    </a:cubicBezTo>
                    <a:cubicBezTo>
                      <a:pt x="110" y="10"/>
                      <a:pt x="117" y="9"/>
                      <a:pt x="123" y="9"/>
                    </a:cubicBezTo>
                    <a:cubicBezTo>
                      <a:pt x="128" y="8"/>
                      <a:pt x="133" y="8"/>
                      <a:pt x="138" y="7"/>
                    </a:cubicBezTo>
                    <a:cubicBezTo>
                      <a:pt x="153" y="5"/>
                      <a:pt x="168" y="3"/>
                      <a:pt x="184" y="1"/>
                    </a:cubicBezTo>
                    <a:cubicBezTo>
                      <a:pt x="189" y="0"/>
                      <a:pt x="193" y="4"/>
                      <a:pt x="194" y="8"/>
                    </a:cubicBezTo>
                    <a:cubicBezTo>
                      <a:pt x="195" y="13"/>
                      <a:pt x="191" y="18"/>
                      <a:pt x="186" y="18"/>
                    </a:cubicBezTo>
                    <a:cubicBezTo>
                      <a:pt x="164" y="22"/>
                      <a:pt x="142" y="25"/>
                      <a:pt x="120" y="28"/>
                    </a:cubicBezTo>
                    <a:cubicBezTo>
                      <a:pt x="115" y="28"/>
                      <a:pt x="110" y="29"/>
                      <a:pt x="104" y="29"/>
                    </a:cubicBezTo>
                    <a:cubicBezTo>
                      <a:pt x="103" y="29"/>
                      <a:pt x="100" y="29"/>
                      <a:pt x="99" y="29"/>
                    </a:cubicBezTo>
                    <a:cubicBezTo>
                      <a:pt x="94" y="30"/>
                      <a:pt x="91" y="30"/>
                      <a:pt x="87" y="30"/>
                    </a:cubicBezTo>
                    <a:cubicBezTo>
                      <a:pt x="78" y="30"/>
                      <a:pt x="69" y="30"/>
                      <a:pt x="59" y="30"/>
                    </a:cubicBezTo>
                    <a:cubicBezTo>
                      <a:pt x="43" y="31"/>
                      <a:pt x="26" y="32"/>
                      <a:pt x="10" y="32"/>
                    </a:cubicBezTo>
                    <a:cubicBezTo>
                      <a:pt x="5" y="32"/>
                      <a:pt x="0" y="27"/>
                      <a:pt x="0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44" name="Google Shape;5344;p70"/>
              <p:cNvSpPr/>
              <p:nvPr/>
            </p:nvSpPr>
            <p:spPr>
              <a:xfrm>
                <a:off x="-851420" y="3893038"/>
                <a:ext cx="54720" cy="4248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118" extrusionOk="0">
                    <a:moveTo>
                      <a:pt x="30" y="95"/>
                    </a:moveTo>
                    <a:cubicBezTo>
                      <a:pt x="31" y="95"/>
                      <a:pt x="32" y="95"/>
                      <a:pt x="33" y="95"/>
                    </a:cubicBezTo>
                    <a:cubicBezTo>
                      <a:pt x="35" y="94"/>
                      <a:pt x="37" y="93"/>
                      <a:pt x="38" y="93"/>
                    </a:cubicBezTo>
                    <a:cubicBezTo>
                      <a:pt x="40" y="92"/>
                      <a:pt x="42" y="92"/>
                      <a:pt x="44" y="91"/>
                    </a:cubicBezTo>
                    <a:cubicBezTo>
                      <a:pt x="46" y="89"/>
                      <a:pt x="49" y="88"/>
                      <a:pt x="52" y="86"/>
                    </a:cubicBezTo>
                    <a:cubicBezTo>
                      <a:pt x="55" y="83"/>
                      <a:pt x="59" y="81"/>
                      <a:pt x="62" y="78"/>
                    </a:cubicBezTo>
                    <a:cubicBezTo>
                      <a:pt x="66" y="74"/>
                      <a:pt x="70" y="70"/>
                      <a:pt x="74" y="66"/>
                    </a:cubicBezTo>
                    <a:cubicBezTo>
                      <a:pt x="77" y="62"/>
                      <a:pt x="81" y="57"/>
                      <a:pt x="84" y="52"/>
                    </a:cubicBezTo>
                    <a:cubicBezTo>
                      <a:pt x="82" y="46"/>
                      <a:pt x="82" y="39"/>
                      <a:pt x="81" y="33"/>
                    </a:cubicBezTo>
                    <a:cubicBezTo>
                      <a:pt x="81" y="31"/>
                      <a:pt x="81" y="29"/>
                      <a:pt x="81" y="28"/>
                    </a:cubicBezTo>
                    <a:cubicBezTo>
                      <a:pt x="81" y="27"/>
                      <a:pt x="81" y="26"/>
                      <a:pt x="81" y="26"/>
                    </a:cubicBezTo>
                    <a:cubicBezTo>
                      <a:pt x="80" y="25"/>
                      <a:pt x="80" y="25"/>
                      <a:pt x="80" y="24"/>
                    </a:cubicBezTo>
                    <a:cubicBezTo>
                      <a:pt x="79" y="23"/>
                      <a:pt x="79" y="23"/>
                      <a:pt x="79" y="23"/>
                    </a:cubicBezTo>
                    <a:cubicBezTo>
                      <a:pt x="78" y="22"/>
                      <a:pt x="78" y="22"/>
                      <a:pt x="78" y="22"/>
                    </a:cubicBezTo>
                    <a:cubicBezTo>
                      <a:pt x="77" y="22"/>
                      <a:pt x="77" y="21"/>
                      <a:pt x="77" y="21"/>
                    </a:cubicBezTo>
                    <a:cubicBezTo>
                      <a:pt x="78" y="22"/>
                      <a:pt x="78" y="22"/>
                      <a:pt x="78" y="22"/>
                    </a:cubicBezTo>
                    <a:lnTo>
                      <a:pt x="77" y="21"/>
                    </a:lnTo>
                    <a:cubicBezTo>
                      <a:pt x="78" y="22"/>
                      <a:pt x="78" y="22"/>
                      <a:pt x="78" y="22"/>
                    </a:cubicBezTo>
                    <a:lnTo>
                      <a:pt x="77" y="21"/>
                    </a:lnTo>
                    <a:lnTo>
                      <a:pt x="76" y="21"/>
                    </a:lnTo>
                    <a:lnTo>
                      <a:pt x="75" y="20"/>
                    </a:lnTo>
                    <a:lnTo>
                      <a:pt x="74" y="20"/>
                    </a:lnTo>
                    <a:lnTo>
                      <a:pt x="74" y="19"/>
                    </a:lnTo>
                    <a:lnTo>
                      <a:pt x="74" y="20"/>
                    </a:lnTo>
                    <a:cubicBezTo>
                      <a:pt x="74" y="19"/>
                      <a:pt x="73" y="19"/>
                      <a:pt x="73" y="19"/>
                    </a:cubicBezTo>
                    <a:cubicBezTo>
                      <a:pt x="72" y="19"/>
                      <a:pt x="71" y="19"/>
                      <a:pt x="71" y="19"/>
                    </a:cubicBezTo>
                    <a:cubicBezTo>
                      <a:pt x="70" y="19"/>
                      <a:pt x="70" y="19"/>
                      <a:pt x="69" y="19"/>
                    </a:cubicBezTo>
                    <a:cubicBezTo>
                      <a:pt x="68" y="19"/>
                      <a:pt x="67" y="19"/>
                      <a:pt x="67" y="19"/>
                    </a:cubicBezTo>
                    <a:cubicBezTo>
                      <a:pt x="65" y="20"/>
                      <a:pt x="64" y="20"/>
                      <a:pt x="62" y="21"/>
                    </a:cubicBezTo>
                    <a:cubicBezTo>
                      <a:pt x="61" y="21"/>
                      <a:pt x="60" y="22"/>
                      <a:pt x="58" y="22"/>
                    </a:cubicBezTo>
                    <a:cubicBezTo>
                      <a:pt x="56" y="24"/>
                      <a:pt x="55" y="25"/>
                      <a:pt x="53" y="26"/>
                    </a:cubicBezTo>
                    <a:cubicBezTo>
                      <a:pt x="51" y="27"/>
                      <a:pt x="49" y="28"/>
                      <a:pt x="47" y="30"/>
                    </a:cubicBezTo>
                    <a:cubicBezTo>
                      <a:pt x="45" y="32"/>
                      <a:pt x="42" y="35"/>
                      <a:pt x="40" y="38"/>
                    </a:cubicBezTo>
                    <a:cubicBezTo>
                      <a:pt x="40" y="37"/>
                      <a:pt x="40" y="37"/>
                      <a:pt x="40" y="37"/>
                    </a:cubicBezTo>
                    <a:cubicBezTo>
                      <a:pt x="38" y="40"/>
                      <a:pt x="35" y="43"/>
                      <a:pt x="33" y="46"/>
                    </a:cubicBezTo>
                    <a:lnTo>
                      <a:pt x="32" y="47"/>
                    </a:lnTo>
                    <a:lnTo>
                      <a:pt x="33" y="46"/>
                    </a:lnTo>
                    <a:cubicBezTo>
                      <a:pt x="31" y="50"/>
                      <a:pt x="29" y="53"/>
                      <a:pt x="27" y="56"/>
                    </a:cubicBezTo>
                    <a:cubicBezTo>
                      <a:pt x="25" y="60"/>
                      <a:pt x="24" y="64"/>
                      <a:pt x="23" y="67"/>
                    </a:cubicBezTo>
                    <a:cubicBezTo>
                      <a:pt x="21" y="71"/>
                      <a:pt x="20" y="74"/>
                      <a:pt x="20" y="78"/>
                    </a:cubicBezTo>
                    <a:cubicBezTo>
                      <a:pt x="19" y="80"/>
                      <a:pt x="19" y="81"/>
                      <a:pt x="19" y="83"/>
                    </a:cubicBezTo>
                    <a:cubicBezTo>
                      <a:pt x="19" y="84"/>
                      <a:pt x="19" y="85"/>
                      <a:pt x="19" y="86"/>
                    </a:cubicBezTo>
                    <a:cubicBezTo>
                      <a:pt x="19" y="87"/>
                      <a:pt x="19" y="88"/>
                      <a:pt x="19" y="89"/>
                    </a:cubicBezTo>
                    <a:lnTo>
                      <a:pt x="20" y="89"/>
                    </a:lnTo>
                    <a:cubicBezTo>
                      <a:pt x="20" y="90"/>
                      <a:pt x="20" y="90"/>
                      <a:pt x="20" y="91"/>
                    </a:cubicBezTo>
                    <a:lnTo>
                      <a:pt x="21" y="92"/>
                    </a:lnTo>
                    <a:cubicBezTo>
                      <a:pt x="21" y="93"/>
                      <a:pt x="22" y="93"/>
                      <a:pt x="22" y="93"/>
                    </a:cubicBezTo>
                    <a:cubicBezTo>
                      <a:pt x="23" y="93"/>
                      <a:pt x="23" y="93"/>
                      <a:pt x="23" y="93"/>
                    </a:cubicBezTo>
                    <a:cubicBezTo>
                      <a:pt x="24" y="94"/>
                      <a:pt x="24" y="94"/>
                      <a:pt x="25" y="94"/>
                    </a:cubicBezTo>
                    <a:cubicBezTo>
                      <a:pt x="25" y="95"/>
                      <a:pt x="25" y="95"/>
                      <a:pt x="26" y="95"/>
                    </a:cubicBezTo>
                    <a:cubicBezTo>
                      <a:pt x="27" y="95"/>
                      <a:pt x="27" y="95"/>
                      <a:pt x="28" y="95"/>
                    </a:cubicBezTo>
                    <a:cubicBezTo>
                      <a:pt x="28" y="95"/>
                      <a:pt x="29" y="95"/>
                      <a:pt x="30" y="95"/>
                    </a:cubicBezTo>
                    <a:moveTo>
                      <a:pt x="115" y="116"/>
                    </a:moveTo>
                    <a:cubicBezTo>
                      <a:pt x="109" y="115"/>
                      <a:pt x="104" y="113"/>
                      <a:pt x="100" y="109"/>
                    </a:cubicBezTo>
                    <a:cubicBezTo>
                      <a:pt x="95" y="105"/>
                      <a:pt x="92" y="100"/>
                      <a:pt x="90" y="95"/>
                    </a:cubicBezTo>
                    <a:cubicBezTo>
                      <a:pt x="88" y="91"/>
                      <a:pt x="86" y="85"/>
                      <a:pt x="85" y="81"/>
                    </a:cubicBezTo>
                    <a:cubicBezTo>
                      <a:pt x="81" y="86"/>
                      <a:pt x="75" y="91"/>
                      <a:pt x="70" y="96"/>
                    </a:cubicBezTo>
                    <a:cubicBezTo>
                      <a:pt x="59" y="105"/>
                      <a:pt x="47" y="112"/>
                      <a:pt x="33" y="114"/>
                    </a:cubicBezTo>
                    <a:cubicBezTo>
                      <a:pt x="27" y="114"/>
                      <a:pt x="21" y="113"/>
                      <a:pt x="16" y="112"/>
                    </a:cubicBezTo>
                    <a:cubicBezTo>
                      <a:pt x="10" y="109"/>
                      <a:pt x="6" y="105"/>
                      <a:pt x="3" y="99"/>
                    </a:cubicBezTo>
                    <a:cubicBezTo>
                      <a:pt x="0" y="95"/>
                      <a:pt x="0" y="88"/>
                      <a:pt x="0" y="83"/>
                    </a:cubicBezTo>
                    <a:cubicBezTo>
                      <a:pt x="0" y="75"/>
                      <a:pt x="2" y="68"/>
                      <a:pt x="4" y="62"/>
                    </a:cubicBezTo>
                    <a:cubicBezTo>
                      <a:pt x="9" y="49"/>
                      <a:pt x="16" y="36"/>
                      <a:pt x="25" y="26"/>
                    </a:cubicBezTo>
                    <a:cubicBezTo>
                      <a:pt x="34" y="15"/>
                      <a:pt x="44" y="7"/>
                      <a:pt x="56" y="3"/>
                    </a:cubicBezTo>
                    <a:cubicBezTo>
                      <a:pt x="60" y="1"/>
                      <a:pt x="63" y="0"/>
                      <a:pt x="67" y="0"/>
                    </a:cubicBezTo>
                    <a:cubicBezTo>
                      <a:pt x="71" y="0"/>
                      <a:pt x="75" y="0"/>
                      <a:pt x="78" y="1"/>
                    </a:cubicBezTo>
                    <a:cubicBezTo>
                      <a:pt x="85" y="2"/>
                      <a:pt x="92" y="7"/>
                      <a:pt x="96" y="13"/>
                    </a:cubicBezTo>
                    <a:cubicBezTo>
                      <a:pt x="98" y="17"/>
                      <a:pt x="100" y="21"/>
                      <a:pt x="101" y="26"/>
                    </a:cubicBezTo>
                    <a:cubicBezTo>
                      <a:pt x="102" y="25"/>
                      <a:pt x="105" y="26"/>
                      <a:pt x="106" y="26"/>
                    </a:cubicBezTo>
                    <a:cubicBezTo>
                      <a:pt x="110" y="28"/>
                      <a:pt x="112" y="32"/>
                      <a:pt x="113" y="35"/>
                    </a:cubicBezTo>
                    <a:cubicBezTo>
                      <a:pt x="113" y="40"/>
                      <a:pt x="111" y="44"/>
                      <a:pt x="109" y="48"/>
                    </a:cubicBezTo>
                    <a:cubicBezTo>
                      <a:pt x="108" y="49"/>
                      <a:pt x="107" y="50"/>
                      <a:pt x="106" y="52"/>
                    </a:cubicBezTo>
                    <a:cubicBezTo>
                      <a:pt x="106" y="53"/>
                      <a:pt x="105" y="55"/>
                      <a:pt x="105" y="57"/>
                    </a:cubicBezTo>
                    <a:cubicBezTo>
                      <a:pt x="105" y="60"/>
                      <a:pt x="104" y="63"/>
                      <a:pt x="104" y="66"/>
                    </a:cubicBezTo>
                    <a:cubicBezTo>
                      <a:pt x="104" y="68"/>
                      <a:pt x="104" y="71"/>
                      <a:pt x="104" y="73"/>
                    </a:cubicBezTo>
                    <a:cubicBezTo>
                      <a:pt x="104" y="75"/>
                      <a:pt x="104" y="77"/>
                      <a:pt x="104" y="78"/>
                    </a:cubicBezTo>
                    <a:cubicBezTo>
                      <a:pt x="105" y="80"/>
                      <a:pt x="105" y="82"/>
                      <a:pt x="106" y="84"/>
                    </a:cubicBezTo>
                    <a:cubicBezTo>
                      <a:pt x="106" y="85"/>
                      <a:pt x="107" y="87"/>
                      <a:pt x="108" y="88"/>
                    </a:cubicBezTo>
                    <a:cubicBezTo>
                      <a:pt x="108" y="89"/>
                      <a:pt x="109" y="90"/>
                      <a:pt x="109" y="91"/>
                    </a:cubicBezTo>
                    <a:cubicBezTo>
                      <a:pt x="110" y="92"/>
                      <a:pt x="110" y="92"/>
                      <a:pt x="111" y="93"/>
                    </a:cubicBezTo>
                    <a:cubicBezTo>
                      <a:pt x="111" y="93"/>
                      <a:pt x="112" y="93"/>
                      <a:pt x="112" y="94"/>
                    </a:cubicBezTo>
                    <a:cubicBezTo>
                      <a:pt x="112" y="95"/>
                      <a:pt x="113" y="95"/>
                      <a:pt x="113" y="95"/>
                    </a:cubicBezTo>
                    <a:cubicBezTo>
                      <a:pt x="114" y="96"/>
                      <a:pt x="115" y="96"/>
                      <a:pt x="115" y="96"/>
                    </a:cubicBezTo>
                    <a:cubicBezTo>
                      <a:pt x="116" y="96"/>
                      <a:pt x="116" y="96"/>
                      <a:pt x="117" y="97"/>
                    </a:cubicBezTo>
                    <a:cubicBezTo>
                      <a:pt x="118" y="97"/>
                      <a:pt x="118" y="97"/>
                      <a:pt x="119" y="98"/>
                    </a:cubicBezTo>
                    <a:lnTo>
                      <a:pt x="120" y="98"/>
                    </a:lnTo>
                    <a:cubicBezTo>
                      <a:pt x="121" y="98"/>
                      <a:pt x="122" y="98"/>
                      <a:pt x="123" y="98"/>
                    </a:cubicBezTo>
                    <a:lnTo>
                      <a:pt x="124" y="98"/>
                    </a:lnTo>
                    <a:cubicBezTo>
                      <a:pt x="125" y="97"/>
                      <a:pt x="126" y="97"/>
                      <a:pt x="127" y="96"/>
                    </a:cubicBezTo>
                    <a:cubicBezTo>
                      <a:pt x="128" y="96"/>
                      <a:pt x="129" y="96"/>
                      <a:pt x="130" y="95"/>
                    </a:cubicBezTo>
                    <a:cubicBezTo>
                      <a:pt x="132" y="94"/>
                      <a:pt x="134" y="93"/>
                      <a:pt x="136" y="92"/>
                    </a:cubicBezTo>
                    <a:cubicBezTo>
                      <a:pt x="140" y="89"/>
                      <a:pt x="146" y="91"/>
                      <a:pt x="149" y="95"/>
                    </a:cubicBezTo>
                    <a:cubicBezTo>
                      <a:pt x="151" y="100"/>
                      <a:pt x="150" y="106"/>
                      <a:pt x="145" y="108"/>
                    </a:cubicBezTo>
                    <a:cubicBezTo>
                      <a:pt x="140" y="111"/>
                      <a:pt x="136" y="114"/>
                      <a:pt x="130" y="116"/>
                    </a:cubicBezTo>
                    <a:cubicBezTo>
                      <a:pt x="127" y="117"/>
                      <a:pt x="125" y="117"/>
                      <a:pt x="122" y="117"/>
                    </a:cubicBezTo>
                    <a:cubicBezTo>
                      <a:pt x="119" y="117"/>
                      <a:pt x="116" y="117"/>
                      <a:pt x="115" y="11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45" name="Google Shape;5345;p70"/>
              <p:cNvSpPr/>
              <p:nvPr/>
            </p:nvSpPr>
            <p:spPr>
              <a:xfrm>
                <a:off x="-866180" y="3984118"/>
                <a:ext cx="9000" cy="52560"/>
              </a:xfrm>
              <a:custGeom>
                <a:avLst/>
                <a:gdLst/>
                <a:ahLst/>
                <a:cxnLst/>
                <a:rect l="l" t="t" r="r" b="b"/>
                <a:pathLst>
                  <a:path w="25" h="146" extrusionOk="0">
                    <a:moveTo>
                      <a:pt x="5" y="136"/>
                    </a:moveTo>
                    <a:cubicBezTo>
                      <a:pt x="4" y="115"/>
                      <a:pt x="3" y="94"/>
                      <a:pt x="2" y="72"/>
                    </a:cubicBezTo>
                    <a:cubicBezTo>
                      <a:pt x="2" y="62"/>
                      <a:pt x="2" y="51"/>
                      <a:pt x="1" y="40"/>
                    </a:cubicBezTo>
                    <a:cubicBezTo>
                      <a:pt x="1" y="35"/>
                      <a:pt x="1" y="29"/>
                      <a:pt x="1" y="23"/>
                    </a:cubicBezTo>
                    <a:cubicBezTo>
                      <a:pt x="0" y="19"/>
                      <a:pt x="0" y="15"/>
                      <a:pt x="0" y="10"/>
                    </a:cubicBezTo>
                    <a:cubicBezTo>
                      <a:pt x="0" y="5"/>
                      <a:pt x="5" y="0"/>
                      <a:pt x="10" y="0"/>
                    </a:cubicBezTo>
                    <a:cubicBezTo>
                      <a:pt x="16" y="0"/>
                      <a:pt x="20" y="5"/>
                      <a:pt x="20" y="10"/>
                    </a:cubicBezTo>
                    <a:cubicBezTo>
                      <a:pt x="20" y="20"/>
                      <a:pt x="20" y="29"/>
                      <a:pt x="20" y="39"/>
                    </a:cubicBezTo>
                    <a:cubicBezTo>
                      <a:pt x="21" y="50"/>
                      <a:pt x="21" y="61"/>
                      <a:pt x="22" y="72"/>
                    </a:cubicBezTo>
                    <a:cubicBezTo>
                      <a:pt x="22" y="93"/>
                      <a:pt x="23" y="115"/>
                      <a:pt x="24" y="136"/>
                    </a:cubicBezTo>
                    <a:cubicBezTo>
                      <a:pt x="24" y="141"/>
                      <a:pt x="19" y="145"/>
                      <a:pt x="15" y="145"/>
                    </a:cubicBezTo>
                    <a:cubicBezTo>
                      <a:pt x="9" y="145"/>
                      <a:pt x="6" y="141"/>
                      <a:pt x="5" y="1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46" name="Google Shape;5346;p70"/>
              <p:cNvSpPr/>
              <p:nvPr/>
            </p:nvSpPr>
            <p:spPr>
              <a:xfrm>
                <a:off x="-865460" y="4063318"/>
                <a:ext cx="10080" cy="39240"/>
              </a:xfrm>
              <a:custGeom>
                <a:avLst/>
                <a:gdLst/>
                <a:ahLst/>
                <a:cxnLst/>
                <a:rect l="l" t="t" r="r" b="b"/>
                <a:pathLst>
                  <a:path w="28" h="109" extrusionOk="0">
                    <a:moveTo>
                      <a:pt x="7" y="100"/>
                    </a:moveTo>
                    <a:cubicBezTo>
                      <a:pt x="6" y="92"/>
                      <a:pt x="4" y="84"/>
                      <a:pt x="3" y="76"/>
                    </a:cubicBezTo>
                    <a:cubicBezTo>
                      <a:pt x="2" y="68"/>
                      <a:pt x="2" y="60"/>
                      <a:pt x="1" y="53"/>
                    </a:cubicBezTo>
                    <a:cubicBezTo>
                      <a:pt x="0" y="46"/>
                      <a:pt x="0" y="38"/>
                      <a:pt x="0" y="31"/>
                    </a:cubicBezTo>
                    <a:cubicBezTo>
                      <a:pt x="0" y="27"/>
                      <a:pt x="0" y="23"/>
                      <a:pt x="0" y="19"/>
                    </a:cubicBezTo>
                    <a:cubicBezTo>
                      <a:pt x="0" y="16"/>
                      <a:pt x="0" y="13"/>
                      <a:pt x="0" y="1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8"/>
                      <a:pt x="1" y="6"/>
                      <a:pt x="3" y="4"/>
                    </a:cubicBezTo>
                    <a:cubicBezTo>
                      <a:pt x="4" y="1"/>
                      <a:pt x="7" y="0"/>
                      <a:pt x="10" y="0"/>
                    </a:cubicBezTo>
                    <a:cubicBezTo>
                      <a:pt x="13" y="0"/>
                      <a:pt x="16" y="1"/>
                      <a:pt x="17" y="3"/>
                    </a:cubicBezTo>
                    <a:cubicBezTo>
                      <a:pt x="20" y="6"/>
                      <a:pt x="20" y="8"/>
                      <a:pt x="20" y="11"/>
                    </a:cubicBezTo>
                    <a:lnTo>
                      <a:pt x="20" y="10"/>
                    </a:lnTo>
                    <a:cubicBezTo>
                      <a:pt x="20" y="24"/>
                      <a:pt x="19" y="37"/>
                      <a:pt x="20" y="51"/>
                    </a:cubicBezTo>
                    <a:cubicBezTo>
                      <a:pt x="20" y="58"/>
                      <a:pt x="21" y="66"/>
                      <a:pt x="22" y="73"/>
                    </a:cubicBezTo>
                    <a:cubicBezTo>
                      <a:pt x="23" y="81"/>
                      <a:pt x="25" y="89"/>
                      <a:pt x="26" y="98"/>
                    </a:cubicBezTo>
                    <a:cubicBezTo>
                      <a:pt x="27" y="103"/>
                      <a:pt x="23" y="108"/>
                      <a:pt x="18" y="108"/>
                    </a:cubicBezTo>
                    <a:cubicBezTo>
                      <a:pt x="17" y="108"/>
                      <a:pt x="17" y="108"/>
                      <a:pt x="17" y="108"/>
                    </a:cubicBezTo>
                    <a:cubicBezTo>
                      <a:pt x="12" y="108"/>
                      <a:pt x="8" y="105"/>
                      <a:pt x="7" y="10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47" name="Google Shape;5347;p70"/>
              <p:cNvSpPr/>
              <p:nvPr/>
            </p:nvSpPr>
            <p:spPr>
              <a:xfrm>
                <a:off x="-862580" y="4122358"/>
                <a:ext cx="756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21" h="120" extrusionOk="0">
                    <a:moveTo>
                      <a:pt x="5" y="117"/>
                    </a:moveTo>
                    <a:cubicBezTo>
                      <a:pt x="2" y="115"/>
                      <a:pt x="1" y="113"/>
                      <a:pt x="1" y="110"/>
                    </a:cubicBezTo>
                    <a:cubicBezTo>
                      <a:pt x="1" y="109"/>
                      <a:pt x="1" y="109"/>
                      <a:pt x="1" y="108"/>
                    </a:cubicBezTo>
                    <a:cubicBezTo>
                      <a:pt x="0" y="92"/>
                      <a:pt x="0" y="75"/>
                      <a:pt x="0" y="59"/>
                    </a:cubicBezTo>
                    <a:cubicBezTo>
                      <a:pt x="0" y="43"/>
                      <a:pt x="0" y="26"/>
                      <a:pt x="0" y="10"/>
                    </a:cubicBezTo>
                    <a:cubicBezTo>
                      <a:pt x="1" y="5"/>
                      <a:pt x="5" y="0"/>
                      <a:pt x="10" y="0"/>
                    </a:cubicBezTo>
                    <a:cubicBezTo>
                      <a:pt x="16" y="0"/>
                      <a:pt x="20" y="5"/>
                      <a:pt x="20" y="10"/>
                    </a:cubicBezTo>
                    <a:cubicBezTo>
                      <a:pt x="20" y="26"/>
                      <a:pt x="19" y="41"/>
                      <a:pt x="19" y="58"/>
                    </a:cubicBezTo>
                    <a:cubicBezTo>
                      <a:pt x="19" y="73"/>
                      <a:pt x="19" y="90"/>
                      <a:pt x="20" y="106"/>
                    </a:cubicBezTo>
                    <a:lnTo>
                      <a:pt x="20" y="105"/>
                    </a:lnTo>
                    <a:cubicBezTo>
                      <a:pt x="20" y="106"/>
                      <a:pt x="20" y="107"/>
                      <a:pt x="20" y="108"/>
                    </a:cubicBezTo>
                    <a:cubicBezTo>
                      <a:pt x="20" y="111"/>
                      <a:pt x="20" y="113"/>
                      <a:pt x="18" y="115"/>
                    </a:cubicBezTo>
                    <a:cubicBezTo>
                      <a:pt x="17" y="117"/>
                      <a:pt x="14" y="118"/>
                      <a:pt x="12" y="119"/>
                    </a:cubicBezTo>
                    <a:cubicBezTo>
                      <a:pt x="12" y="119"/>
                      <a:pt x="11" y="119"/>
                      <a:pt x="10" y="119"/>
                    </a:cubicBezTo>
                    <a:cubicBezTo>
                      <a:pt x="9" y="119"/>
                      <a:pt x="6" y="118"/>
                      <a:pt x="5" y="1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48" name="Google Shape;5348;p70"/>
              <p:cNvSpPr/>
              <p:nvPr/>
            </p:nvSpPr>
            <p:spPr>
              <a:xfrm>
                <a:off x="-863300" y="4187518"/>
                <a:ext cx="11160" cy="33120"/>
              </a:xfrm>
              <a:custGeom>
                <a:avLst/>
                <a:gdLst/>
                <a:ahLst/>
                <a:cxnLst/>
                <a:rect l="l" t="t" r="r" b="b"/>
                <a:pathLst>
                  <a:path w="31" h="92" extrusionOk="0">
                    <a:moveTo>
                      <a:pt x="11" y="86"/>
                    </a:moveTo>
                    <a:cubicBezTo>
                      <a:pt x="7" y="79"/>
                      <a:pt x="4" y="71"/>
                      <a:pt x="3" y="64"/>
                    </a:cubicBezTo>
                    <a:cubicBezTo>
                      <a:pt x="0" y="56"/>
                      <a:pt x="0" y="47"/>
                      <a:pt x="0" y="40"/>
                    </a:cubicBezTo>
                    <a:cubicBezTo>
                      <a:pt x="0" y="33"/>
                      <a:pt x="1" y="26"/>
                      <a:pt x="1" y="20"/>
                    </a:cubicBezTo>
                    <a:lnTo>
                      <a:pt x="1" y="21"/>
                    </a:lnTo>
                    <a:cubicBezTo>
                      <a:pt x="2" y="18"/>
                      <a:pt x="2" y="14"/>
                      <a:pt x="3" y="11"/>
                    </a:cubicBezTo>
                    <a:lnTo>
                      <a:pt x="3" y="10"/>
                    </a:lnTo>
                    <a:cubicBezTo>
                      <a:pt x="3" y="4"/>
                      <a:pt x="8" y="0"/>
                      <a:pt x="14" y="0"/>
                    </a:cubicBezTo>
                    <a:cubicBezTo>
                      <a:pt x="16" y="0"/>
                      <a:pt x="19" y="1"/>
                      <a:pt x="21" y="4"/>
                    </a:cubicBezTo>
                    <a:cubicBezTo>
                      <a:pt x="22" y="6"/>
                      <a:pt x="23" y="9"/>
                      <a:pt x="23" y="13"/>
                    </a:cubicBezTo>
                    <a:cubicBezTo>
                      <a:pt x="22" y="16"/>
                      <a:pt x="22" y="20"/>
                      <a:pt x="21" y="24"/>
                    </a:cubicBezTo>
                    <a:cubicBezTo>
                      <a:pt x="20" y="30"/>
                      <a:pt x="19" y="36"/>
                      <a:pt x="19" y="43"/>
                    </a:cubicBezTo>
                    <a:cubicBezTo>
                      <a:pt x="19" y="47"/>
                      <a:pt x="20" y="51"/>
                      <a:pt x="20" y="55"/>
                    </a:cubicBezTo>
                    <a:cubicBezTo>
                      <a:pt x="21" y="57"/>
                      <a:pt x="21" y="59"/>
                      <a:pt x="22" y="61"/>
                    </a:cubicBezTo>
                    <a:cubicBezTo>
                      <a:pt x="23" y="65"/>
                      <a:pt x="24" y="69"/>
                      <a:pt x="26" y="73"/>
                    </a:cubicBezTo>
                    <a:cubicBezTo>
                      <a:pt x="26" y="74"/>
                      <a:pt x="27" y="76"/>
                      <a:pt x="28" y="78"/>
                    </a:cubicBezTo>
                    <a:cubicBezTo>
                      <a:pt x="30" y="82"/>
                      <a:pt x="28" y="88"/>
                      <a:pt x="23" y="91"/>
                    </a:cubicBezTo>
                    <a:cubicBezTo>
                      <a:pt x="22" y="91"/>
                      <a:pt x="21" y="91"/>
                      <a:pt x="19" y="91"/>
                    </a:cubicBezTo>
                    <a:cubicBezTo>
                      <a:pt x="16" y="91"/>
                      <a:pt x="12" y="89"/>
                      <a:pt x="11" y="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49" name="Google Shape;5349;p70"/>
              <p:cNvSpPr/>
              <p:nvPr/>
            </p:nvSpPr>
            <p:spPr>
              <a:xfrm>
                <a:off x="-831260" y="4214518"/>
                <a:ext cx="8028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223" h="28" extrusionOk="0">
                    <a:moveTo>
                      <a:pt x="212" y="27"/>
                    </a:moveTo>
                    <a:cubicBezTo>
                      <a:pt x="191" y="25"/>
                      <a:pt x="169" y="24"/>
                      <a:pt x="148" y="24"/>
                    </a:cubicBezTo>
                    <a:cubicBezTo>
                      <a:pt x="141" y="24"/>
                      <a:pt x="134" y="24"/>
                      <a:pt x="128" y="24"/>
                    </a:cubicBezTo>
                    <a:cubicBezTo>
                      <a:pt x="112" y="24"/>
                      <a:pt x="97" y="25"/>
                      <a:pt x="82" y="25"/>
                    </a:cubicBezTo>
                    <a:cubicBezTo>
                      <a:pt x="73" y="26"/>
                      <a:pt x="64" y="26"/>
                      <a:pt x="55" y="26"/>
                    </a:cubicBezTo>
                    <a:cubicBezTo>
                      <a:pt x="52" y="26"/>
                      <a:pt x="48" y="26"/>
                      <a:pt x="45" y="25"/>
                    </a:cubicBezTo>
                    <a:cubicBezTo>
                      <a:pt x="40" y="25"/>
                      <a:pt x="36" y="25"/>
                      <a:pt x="31" y="25"/>
                    </a:cubicBezTo>
                    <a:cubicBezTo>
                      <a:pt x="31" y="25"/>
                      <a:pt x="30" y="25"/>
                      <a:pt x="29" y="24"/>
                    </a:cubicBezTo>
                    <a:cubicBezTo>
                      <a:pt x="30" y="25"/>
                      <a:pt x="30" y="25"/>
                      <a:pt x="31" y="25"/>
                    </a:cubicBezTo>
                    <a:cubicBezTo>
                      <a:pt x="29" y="24"/>
                      <a:pt x="28" y="24"/>
                      <a:pt x="27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5" y="24"/>
                      <a:pt x="24" y="24"/>
                      <a:pt x="23" y="24"/>
                    </a:cubicBezTo>
                    <a:lnTo>
                      <a:pt x="24" y="24"/>
                    </a:lnTo>
                    <a:cubicBezTo>
                      <a:pt x="21" y="24"/>
                      <a:pt x="18" y="23"/>
                      <a:pt x="16" y="23"/>
                    </a:cubicBezTo>
                    <a:cubicBezTo>
                      <a:pt x="13" y="22"/>
                      <a:pt x="9" y="21"/>
                      <a:pt x="6" y="18"/>
                    </a:cubicBezTo>
                    <a:cubicBezTo>
                      <a:pt x="0" y="13"/>
                      <a:pt x="3" y="3"/>
                      <a:pt x="10" y="1"/>
                    </a:cubicBezTo>
                    <a:cubicBezTo>
                      <a:pt x="14" y="0"/>
                      <a:pt x="18" y="2"/>
                      <a:pt x="22" y="2"/>
                    </a:cubicBezTo>
                    <a:cubicBezTo>
                      <a:pt x="24" y="2"/>
                      <a:pt x="26" y="3"/>
                      <a:pt x="27" y="5"/>
                    </a:cubicBezTo>
                    <a:cubicBezTo>
                      <a:pt x="29" y="5"/>
                      <a:pt x="32" y="6"/>
                      <a:pt x="35" y="6"/>
                    </a:cubicBezTo>
                    <a:cubicBezTo>
                      <a:pt x="39" y="6"/>
                      <a:pt x="44" y="7"/>
                      <a:pt x="49" y="7"/>
                    </a:cubicBezTo>
                    <a:cubicBezTo>
                      <a:pt x="55" y="7"/>
                      <a:pt x="61" y="7"/>
                      <a:pt x="67" y="7"/>
                    </a:cubicBezTo>
                    <a:cubicBezTo>
                      <a:pt x="66" y="7"/>
                      <a:pt x="66" y="7"/>
                      <a:pt x="66" y="7"/>
                    </a:cubicBezTo>
                    <a:cubicBezTo>
                      <a:pt x="76" y="7"/>
                      <a:pt x="87" y="7"/>
                      <a:pt x="98" y="7"/>
                    </a:cubicBezTo>
                    <a:cubicBezTo>
                      <a:pt x="108" y="6"/>
                      <a:pt x="118" y="6"/>
                      <a:pt x="128" y="6"/>
                    </a:cubicBezTo>
                    <a:lnTo>
                      <a:pt x="127" y="6"/>
                    </a:lnTo>
                    <a:cubicBezTo>
                      <a:pt x="129" y="6"/>
                      <a:pt x="129" y="6"/>
                      <a:pt x="130" y="6"/>
                    </a:cubicBezTo>
                    <a:lnTo>
                      <a:pt x="129" y="6"/>
                    </a:lnTo>
                    <a:cubicBezTo>
                      <a:pt x="134" y="6"/>
                      <a:pt x="140" y="6"/>
                      <a:pt x="146" y="6"/>
                    </a:cubicBezTo>
                    <a:lnTo>
                      <a:pt x="147" y="6"/>
                    </a:lnTo>
                    <a:cubicBezTo>
                      <a:pt x="169" y="6"/>
                      <a:pt x="191" y="7"/>
                      <a:pt x="213" y="9"/>
                    </a:cubicBezTo>
                    <a:cubicBezTo>
                      <a:pt x="218" y="10"/>
                      <a:pt x="222" y="14"/>
                      <a:pt x="221" y="19"/>
                    </a:cubicBezTo>
                    <a:cubicBezTo>
                      <a:pt x="221" y="23"/>
                      <a:pt x="217" y="27"/>
                      <a:pt x="212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50" name="Google Shape;5350;p70"/>
              <p:cNvSpPr/>
              <p:nvPr/>
            </p:nvSpPr>
            <p:spPr>
              <a:xfrm>
                <a:off x="-725420" y="4213798"/>
                <a:ext cx="6444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179" h="25" extrusionOk="0">
                    <a:moveTo>
                      <a:pt x="5" y="8"/>
                    </a:moveTo>
                    <a:cubicBezTo>
                      <a:pt x="6" y="7"/>
                      <a:pt x="6" y="7"/>
                      <a:pt x="7" y="7"/>
                    </a:cubicBezTo>
                    <a:cubicBezTo>
                      <a:pt x="9" y="4"/>
                      <a:pt x="12" y="4"/>
                      <a:pt x="15" y="4"/>
                    </a:cubicBezTo>
                    <a:cubicBezTo>
                      <a:pt x="24" y="4"/>
                      <a:pt x="33" y="3"/>
                      <a:pt x="41" y="3"/>
                    </a:cubicBezTo>
                    <a:cubicBezTo>
                      <a:pt x="52" y="2"/>
                      <a:pt x="62" y="1"/>
                      <a:pt x="72" y="1"/>
                    </a:cubicBezTo>
                    <a:cubicBezTo>
                      <a:pt x="78" y="1"/>
                      <a:pt x="84" y="1"/>
                      <a:pt x="90" y="1"/>
                    </a:cubicBezTo>
                    <a:cubicBezTo>
                      <a:pt x="95" y="0"/>
                      <a:pt x="100" y="0"/>
                      <a:pt x="105" y="0"/>
                    </a:cubicBezTo>
                    <a:cubicBezTo>
                      <a:pt x="115" y="0"/>
                      <a:pt x="125" y="0"/>
                      <a:pt x="134" y="1"/>
                    </a:cubicBezTo>
                    <a:cubicBezTo>
                      <a:pt x="146" y="1"/>
                      <a:pt x="158" y="1"/>
                      <a:pt x="170" y="2"/>
                    </a:cubicBezTo>
                    <a:cubicBezTo>
                      <a:pt x="174" y="2"/>
                      <a:pt x="178" y="7"/>
                      <a:pt x="178" y="12"/>
                    </a:cubicBezTo>
                    <a:cubicBezTo>
                      <a:pt x="178" y="16"/>
                      <a:pt x="174" y="20"/>
                      <a:pt x="169" y="20"/>
                    </a:cubicBezTo>
                    <a:cubicBezTo>
                      <a:pt x="158" y="19"/>
                      <a:pt x="149" y="19"/>
                      <a:pt x="138" y="19"/>
                    </a:cubicBezTo>
                    <a:cubicBezTo>
                      <a:pt x="129" y="19"/>
                      <a:pt x="119" y="19"/>
                      <a:pt x="110" y="18"/>
                    </a:cubicBezTo>
                    <a:cubicBezTo>
                      <a:pt x="102" y="19"/>
                      <a:pt x="95" y="19"/>
                      <a:pt x="87" y="19"/>
                    </a:cubicBezTo>
                    <a:cubicBezTo>
                      <a:pt x="79" y="20"/>
                      <a:pt x="69" y="20"/>
                      <a:pt x="60" y="21"/>
                    </a:cubicBezTo>
                    <a:cubicBezTo>
                      <a:pt x="45" y="22"/>
                      <a:pt x="29" y="23"/>
                      <a:pt x="14" y="24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5" y="24"/>
                      <a:pt x="0" y="14"/>
                      <a:pt x="5" y="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51" name="Google Shape;5351;p70"/>
              <p:cNvSpPr/>
              <p:nvPr/>
            </p:nvSpPr>
            <p:spPr>
              <a:xfrm>
                <a:off x="-633260" y="4214518"/>
                <a:ext cx="4356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27" extrusionOk="0">
                    <a:moveTo>
                      <a:pt x="1" y="18"/>
                    </a:moveTo>
                    <a:cubicBezTo>
                      <a:pt x="0" y="16"/>
                      <a:pt x="1" y="13"/>
                      <a:pt x="3" y="11"/>
                    </a:cubicBezTo>
                    <a:cubicBezTo>
                      <a:pt x="5" y="8"/>
                      <a:pt x="7" y="7"/>
                      <a:pt x="10" y="6"/>
                    </a:cubicBezTo>
                    <a:cubicBezTo>
                      <a:pt x="26" y="5"/>
                      <a:pt x="42" y="3"/>
                      <a:pt x="58" y="3"/>
                    </a:cubicBezTo>
                    <a:cubicBezTo>
                      <a:pt x="75" y="2"/>
                      <a:pt x="92" y="2"/>
                      <a:pt x="109" y="1"/>
                    </a:cubicBezTo>
                    <a:cubicBezTo>
                      <a:pt x="115" y="0"/>
                      <a:pt x="119" y="5"/>
                      <a:pt x="119" y="10"/>
                    </a:cubicBezTo>
                    <a:cubicBezTo>
                      <a:pt x="120" y="14"/>
                      <a:pt x="116" y="19"/>
                      <a:pt x="111" y="20"/>
                    </a:cubicBezTo>
                    <a:cubicBezTo>
                      <a:pt x="97" y="20"/>
                      <a:pt x="83" y="21"/>
                      <a:pt x="69" y="21"/>
                    </a:cubicBezTo>
                    <a:cubicBezTo>
                      <a:pt x="56" y="21"/>
                      <a:pt x="42" y="23"/>
                      <a:pt x="28" y="24"/>
                    </a:cubicBezTo>
                    <a:cubicBezTo>
                      <a:pt x="26" y="24"/>
                      <a:pt x="23" y="25"/>
                      <a:pt x="21" y="25"/>
                    </a:cubicBezTo>
                    <a:cubicBezTo>
                      <a:pt x="19" y="25"/>
                      <a:pt x="16" y="25"/>
                      <a:pt x="13" y="26"/>
                    </a:cubicBezTo>
                    <a:lnTo>
                      <a:pt x="12" y="26"/>
                    </a:lnTo>
                    <a:cubicBezTo>
                      <a:pt x="6" y="26"/>
                      <a:pt x="2" y="23"/>
                      <a:pt x="1" y="1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52" name="Google Shape;5352;p70"/>
              <p:cNvSpPr/>
              <p:nvPr/>
            </p:nvSpPr>
            <p:spPr>
              <a:xfrm>
                <a:off x="-553340" y="4211278"/>
                <a:ext cx="2664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74" h="27" extrusionOk="0">
                    <a:moveTo>
                      <a:pt x="62" y="26"/>
                    </a:moveTo>
                    <a:cubicBezTo>
                      <a:pt x="53" y="25"/>
                      <a:pt x="44" y="25"/>
                      <a:pt x="35" y="25"/>
                    </a:cubicBezTo>
                    <a:cubicBezTo>
                      <a:pt x="31" y="24"/>
                      <a:pt x="28" y="24"/>
                      <a:pt x="24" y="24"/>
                    </a:cubicBezTo>
                    <a:cubicBezTo>
                      <a:pt x="22" y="23"/>
                      <a:pt x="19" y="23"/>
                      <a:pt x="16" y="23"/>
                    </a:cubicBezTo>
                    <a:cubicBezTo>
                      <a:pt x="12" y="22"/>
                      <a:pt x="7" y="22"/>
                      <a:pt x="4" y="19"/>
                    </a:cubicBezTo>
                    <a:cubicBezTo>
                      <a:pt x="0" y="15"/>
                      <a:pt x="0" y="9"/>
                      <a:pt x="3" y="5"/>
                    </a:cubicBezTo>
                    <a:cubicBezTo>
                      <a:pt x="6" y="1"/>
                      <a:pt x="12" y="0"/>
                      <a:pt x="16" y="2"/>
                    </a:cubicBezTo>
                    <a:lnTo>
                      <a:pt x="17" y="2"/>
                    </a:lnTo>
                    <a:cubicBezTo>
                      <a:pt x="18" y="3"/>
                      <a:pt x="20" y="4"/>
                      <a:pt x="22" y="4"/>
                    </a:cubicBezTo>
                    <a:cubicBezTo>
                      <a:pt x="36" y="5"/>
                      <a:pt x="50" y="5"/>
                      <a:pt x="63" y="7"/>
                    </a:cubicBezTo>
                    <a:cubicBezTo>
                      <a:pt x="69" y="7"/>
                      <a:pt x="73" y="11"/>
                      <a:pt x="73" y="16"/>
                    </a:cubicBezTo>
                    <a:cubicBezTo>
                      <a:pt x="72" y="22"/>
                      <a:pt x="68" y="26"/>
                      <a:pt x="63" y="26"/>
                    </a:cubicBezTo>
                    <a:lnTo>
                      <a:pt x="62" y="2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353" name="Google Shape;5353;p70"/>
            <p:cNvGrpSpPr/>
            <p:nvPr/>
          </p:nvGrpSpPr>
          <p:grpSpPr>
            <a:xfrm>
              <a:off x="7883614" y="-99678"/>
              <a:ext cx="1094323" cy="1490076"/>
              <a:chOff x="4084200" y="3439800"/>
              <a:chExt cx="508680" cy="692640"/>
            </a:xfrm>
          </p:grpSpPr>
          <p:sp>
            <p:nvSpPr>
              <p:cNvPr id="5354" name="Google Shape;5354;p70"/>
              <p:cNvSpPr/>
              <p:nvPr/>
            </p:nvSpPr>
            <p:spPr>
              <a:xfrm>
                <a:off x="4136040" y="4028760"/>
                <a:ext cx="66240" cy="103680"/>
              </a:xfrm>
              <a:custGeom>
                <a:avLst/>
                <a:gdLst/>
                <a:ahLst/>
                <a:cxnLst/>
                <a:rect l="l" t="t" r="r" b="b"/>
                <a:pathLst>
                  <a:path w="184" h="288" extrusionOk="0">
                    <a:moveTo>
                      <a:pt x="64" y="287"/>
                    </a:moveTo>
                    <a:cubicBezTo>
                      <a:pt x="45" y="287"/>
                      <a:pt x="27" y="281"/>
                      <a:pt x="12" y="271"/>
                    </a:cubicBezTo>
                    <a:cubicBezTo>
                      <a:pt x="7" y="268"/>
                      <a:pt x="6" y="261"/>
                      <a:pt x="9" y="257"/>
                    </a:cubicBezTo>
                    <a:cubicBezTo>
                      <a:pt x="12" y="252"/>
                      <a:pt x="19" y="250"/>
                      <a:pt x="24" y="254"/>
                    </a:cubicBezTo>
                    <a:cubicBezTo>
                      <a:pt x="47" y="270"/>
                      <a:pt x="82" y="270"/>
                      <a:pt x="111" y="252"/>
                    </a:cubicBezTo>
                    <a:cubicBezTo>
                      <a:pt x="139" y="236"/>
                      <a:pt x="155" y="210"/>
                      <a:pt x="153" y="183"/>
                    </a:cubicBezTo>
                    <a:cubicBezTo>
                      <a:pt x="151" y="151"/>
                      <a:pt x="121" y="130"/>
                      <a:pt x="94" y="123"/>
                    </a:cubicBezTo>
                    <a:cubicBezTo>
                      <a:pt x="70" y="117"/>
                      <a:pt x="37" y="119"/>
                      <a:pt x="20" y="145"/>
                    </a:cubicBezTo>
                    <a:cubicBezTo>
                      <a:pt x="17" y="150"/>
                      <a:pt x="12" y="151"/>
                      <a:pt x="7" y="150"/>
                    </a:cubicBezTo>
                    <a:cubicBezTo>
                      <a:pt x="3" y="148"/>
                      <a:pt x="0" y="143"/>
                      <a:pt x="1" y="139"/>
                    </a:cubicBezTo>
                    <a:cubicBezTo>
                      <a:pt x="7" y="101"/>
                      <a:pt x="29" y="64"/>
                      <a:pt x="61" y="38"/>
                    </a:cubicBezTo>
                    <a:cubicBezTo>
                      <a:pt x="93" y="13"/>
                      <a:pt x="134" y="0"/>
                      <a:pt x="173" y="3"/>
                    </a:cubicBezTo>
                    <a:cubicBezTo>
                      <a:pt x="178" y="4"/>
                      <a:pt x="183" y="9"/>
                      <a:pt x="182" y="14"/>
                    </a:cubicBezTo>
                    <a:cubicBezTo>
                      <a:pt x="181" y="20"/>
                      <a:pt x="176" y="24"/>
                      <a:pt x="171" y="24"/>
                    </a:cubicBezTo>
                    <a:cubicBezTo>
                      <a:pt x="113" y="19"/>
                      <a:pt x="55" y="56"/>
                      <a:pt x="31" y="109"/>
                    </a:cubicBezTo>
                    <a:cubicBezTo>
                      <a:pt x="50" y="99"/>
                      <a:pt x="75" y="97"/>
                      <a:pt x="99" y="103"/>
                    </a:cubicBezTo>
                    <a:cubicBezTo>
                      <a:pt x="134" y="112"/>
                      <a:pt x="170" y="139"/>
                      <a:pt x="174" y="181"/>
                    </a:cubicBezTo>
                    <a:cubicBezTo>
                      <a:pt x="177" y="216"/>
                      <a:pt x="157" y="250"/>
                      <a:pt x="122" y="270"/>
                    </a:cubicBezTo>
                    <a:cubicBezTo>
                      <a:pt x="103" y="281"/>
                      <a:pt x="83" y="287"/>
                      <a:pt x="64" y="2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55" name="Google Shape;5355;p70"/>
              <p:cNvSpPr/>
              <p:nvPr/>
            </p:nvSpPr>
            <p:spPr>
              <a:xfrm>
                <a:off x="4254840" y="4071960"/>
                <a:ext cx="58320" cy="13680"/>
              </a:xfrm>
              <a:custGeom>
                <a:avLst/>
                <a:gdLst/>
                <a:ahLst/>
                <a:cxnLst/>
                <a:rect l="l" t="t" r="r" b="b"/>
                <a:pathLst>
                  <a:path w="162" h="38" extrusionOk="0">
                    <a:moveTo>
                      <a:pt x="150" y="37"/>
                    </a:moveTo>
                    <a:cubicBezTo>
                      <a:pt x="149" y="37"/>
                      <a:pt x="149" y="37"/>
                      <a:pt x="149" y="37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4" y="21"/>
                      <a:pt x="0" y="16"/>
                      <a:pt x="1" y="10"/>
                    </a:cubicBezTo>
                    <a:cubicBezTo>
                      <a:pt x="1" y="4"/>
                      <a:pt x="6" y="0"/>
                      <a:pt x="12" y="0"/>
                    </a:cubicBezTo>
                    <a:cubicBezTo>
                      <a:pt x="151" y="16"/>
                      <a:pt x="151" y="16"/>
                      <a:pt x="151" y="16"/>
                    </a:cubicBezTo>
                    <a:cubicBezTo>
                      <a:pt x="157" y="17"/>
                      <a:pt x="161" y="22"/>
                      <a:pt x="160" y="27"/>
                    </a:cubicBezTo>
                    <a:cubicBezTo>
                      <a:pt x="160" y="33"/>
                      <a:pt x="155" y="37"/>
                      <a:pt x="150" y="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56" name="Google Shape;5356;p70"/>
              <p:cNvSpPr/>
              <p:nvPr/>
            </p:nvSpPr>
            <p:spPr>
              <a:xfrm>
                <a:off x="4253760" y="4072320"/>
                <a:ext cx="48240" cy="3204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89" extrusionOk="0">
                    <a:moveTo>
                      <a:pt x="29" y="88"/>
                    </a:moveTo>
                    <a:cubicBezTo>
                      <a:pt x="24" y="88"/>
                      <a:pt x="20" y="84"/>
                      <a:pt x="19" y="80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0" y="9"/>
                      <a:pt x="4" y="3"/>
                      <a:pt x="9" y="2"/>
                    </a:cubicBezTo>
                    <a:cubicBezTo>
                      <a:pt x="15" y="0"/>
                      <a:pt x="21" y="3"/>
                      <a:pt x="22" y="9"/>
                    </a:cubicBezTo>
                    <a:cubicBezTo>
                      <a:pt x="37" y="66"/>
                      <a:pt x="37" y="66"/>
                      <a:pt x="37" y="66"/>
                    </a:cubicBezTo>
                    <a:cubicBezTo>
                      <a:pt x="122" y="62"/>
                      <a:pt x="122" y="62"/>
                      <a:pt x="122" y="62"/>
                    </a:cubicBezTo>
                    <a:cubicBezTo>
                      <a:pt x="128" y="62"/>
                      <a:pt x="133" y="66"/>
                      <a:pt x="133" y="72"/>
                    </a:cubicBezTo>
                    <a:cubicBezTo>
                      <a:pt x="133" y="78"/>
                      <a:pt x="129" y="83"/>
                      <a:pt x="123" y="83"/>
                    </a:cubicBezTo>
                    <a:cubicBezTo>
                      <a:pt x="30" y="88"/>
                      <a:pt x="30" y="88"/>
                      <a:pt x="30" y="88"/>
                    </a:cubicBezTo>
                    <a:cubicBezTo>
                      <a:pt x="29" y="88"/>
                      <a:pt x="29" y="88"/>
                      <a:pt x="29" y="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57" name="Google Shape;5357;p70"/>
              <p:cNvSpPr/>
              <p:nvPr/>
            </p:nvSpPr>
            <p:spPr>
              <a:xfrm>
                <a:off x="4344840" y="4022640"/>
                <a:ext cx="68400" cy="102240"/>
              </a:xfrm>
              <a:custGeom>
                <a:avLst/>
                <a:gdLst/>
                <a:ahLst/>
                <a:cxnLst/>
                <a:rect l="l" t="t" r="r" b="b"/>
                <a:pathLst>
                  <a:path w="190" h="284" extrusionOk="0">
                    <a:moveTo>
                      <a:pt x="12" y="283"/>
                    </a:moveTo>
                    <a:cubicBezTo>
                      <a:pt x="7" y="283"/>
                      <a:pt x="3" y="280"/>
                      <a:pt x="2" y="276"/>
                    </a:cubicBezTo>
                    <a:cubicBezTo>
                      <a:pt x="0" y="270"/>
                      <a:pt x="2" y="266"/>
                      <a:pt x="7" y="263"/>
                    </a:cubicBezTo>
                    <a:cubicBezTo>
                      <a:pt x="87" y="217"/>
                      <a:pt x="134" y="116"/>
                      <a:pt x="119" y="25"/>
                    </a:cubicBezTo>
                    <a:cubicBezTo>
                      <a:pt x="101" y="35"/>
                      <a:pt x="86" y="53"/>
                      <a:pt x="81" y="74"/>
                    </a:cubicBezTo>
                    <a:cubicBezTo>
                      <a:pt x="79" y="80"/>
                      <a:pt x="73" y="83"/>
                      <a:pt x="68" y="82"/>
                    </a:cubicBezTo>
                    <a:cubicBezTo>
                      <a:pt x="62" y="80"/>
                      <a:pt x="59" y="75"/>
                      <a:pt x="60" y="69"/>
                    </a:cubicBezTo>
                    <a:cubicBezTo>
                      <a:pt x="68" y="37"/>
                      <a:pt x="93" y="10"/>
                      <a:pt x="124" y="1"/>
                    </a:cubicBezTo>
                    <a:cubicBezTo>
                      <a:pt x="127" y="0"/>
                      <a:pt x="130" y="0"/>
                      <a:pt x="132" y="1"/>
                    </a:cubicBezTo>
                    <a:cubicBezTo>
                      <a:pt x="135" y="2"/>
                      <a:pt x="137" y="5"/>
                      <a:pt x="137" y="8"/>
                    </a:cubicBezTo>
                    <a:cubicBezTo>
                      <a:pt x="149" y="58"/>
                      <a:pt x="143" y="114"/>
                      <a:pt x="121" y="164"/>
                    </a:cubicBezTo>
                    <a:cubicBezTo>
                      <a:pt x="105" y="201"/>
                      <a:pt x="80" y="233"/>
                      <a:pt x="51" y="257"/>
                    </a:cubicBezTo>
                    <a:cubicBezTo>
                      <a:pt x="176" y="245"/>
                      <a:pt x="176" y="245"/>
                      <a:pt x="176" y="245"/>
                    </a:cubicBezTo>
                    <a:cubicBezTo>
                      <a:pt x="182" y="245"/>
                      <a:pt x="187" y="249"/>
                      <a:pt x="188" y="255"/>
                    </a:cubicBezTo>
                    <a:cubicBezTo>
                      <a:pt x="189" y="260"/>
                      <a:pt x="184" y="266"/>
                      <a:pt x="179" y="266"/>
                    </a:cubicBezTo>
                    <a:cubicBezTo>
                      <a:pt x="13" y="283"/>
                      <a:pt x="13" y="283"/>
                      <a:pt x="13" y="283"/>
                    </a:cubicBezTo>
                    <a:lnTo>
                      <a:pt x="12" y="28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58" name="Google Shape;5358;p70"/>
              <p:cNvSpPr/>
              <p:nvPr/>
            </p:nvSpPr>
            <p:spPr>
              <a:xfrm>
                <a:off x="4449240" y="4000320"/>
                <a:ext cx="7920" cy="129600"/>
              </a:xfrm>
              <a:custGeom>
                <a:avLst/>
                <a:gdLst/>
                <a:ahLst/>
                <a:cxnLst/>
                <a:rect l="l" t="t" r="r" b="b"/>
                <a:pathLst>
                  <a:path w="22" h="360" extrusionOk="0">
                    <a:moveTo>
                      <a:pt x="10" y="359"/>
                    </a:moveTo>
                    <a:cubicBezTo>
                      <a:pt x="5" y="359"/>
                      <a:pt x="0" y="354"/>
                      <a:pt x="0" y="349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4"/>
                      <a:pt x="5" y="0"/>
                      <a:pt x="10" y="0"/>
                    </a:cubicBezTo>
                    <a:cubicBezTo>
                      <a:pt x="16" y="0"/>
                      <a:pt x="21" y="4"/>
                      <a:pt x="21" y="10"/>
                    </a:cubicBezTo>
                    <a:cubicBezTo>
                      <a:pt x="21" y="349"/>
                      <a:pt x="21" y="349"/>
                      <a:pt x="21" y="349"/>
                    </a:cubicBezTo>
                    <a:cubicBezTo>
                      <a:pt x="21" y="354"/>
                      <a:pt x="16" y="359"/>
                      <a:pt x="10" y="35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59" name="Google Shape;5359;p70"/>
              <p:cNvSpPr/>
              <p:nvPr/>
            </p:nvSpPr>
            <p:spPr>
              <a:xfrm>
                <a:off x="4466880" y="4016520"/>
                <a:ext cx="20160" cy="91080"/>
              </a:xfrm>
              <a:custGeom>
                <a:avLst/>
                <a:gdLst/>
                <a:ahLst/>
                <a:cxnLst/>
                <a:rect l="l" t="t" r="r" b="b"/>
                <a:pathLst>
                  <a:path w="56" h="253" extrusionOk="0">
                    <a:moveTo>
                      <a:pt x="44" y="252"/>
                    </a:moveTo>
                    <a:cubicBezTo>
                      <a:pt x="38" y="252"/>
                      <a:pt x="34" y="248"/>
                      <a:pt x="33" y="24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7"/>
                      <a:pt x="4" y="1"/>
                      <a:pt x="10" y="1"/>
                    </a:cubicBezTo>
                    <a:cubicBezTo>
                      <a:pt x="15" y="0"/>
                      <a:pt x="20" y="4"/>
                      <a:pt x="21" y="9"/>
                    </a:cubicBezTo>
                    <a:cubicBezTo>
                      <a:pt x="53" y="240"/>
                      <a:pt x="53" y="240"/>
                      <a:pt x="53" y="240"/>
                    </a:cubicBezTo>
                    <a:cubicBezTo>
                      <a:pt x="55" y="245"/>
                      <a:pt x="51" y="251"/>
                      <a:pt x="45" y="252"/>
                    </a:cubicBezTo>
                    <a:cubicBezTo>
                      <a:pt x="44" y="252"/>
                      <a:pt x="44" y="252"/>
                      <a:pt x="44" y="2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60" name="Google Shape;5360;p70"/>
              <p:cNvSpPr/>
              <p:nvPr/>
            </p:nvSpPr>
            <p:spPr>
              <a:xfrm>
                <a:off x="4426560" y="3984120"/>
                <a:ext cx="85680" cy="41040"/>
              </a:xfrm>
              <a:custGeom>
                <a:avLst/>
                <a:gdLst/>
                <a:ahLst/>
                <a:cxnLst/>
                <a:rect l="l" t="t" r="r" b="b"/>
                <a:pathLst>
                  <a:path w="238" h="114" extrusionOk="0">
                    <a:moveTo>
                      <a:pt x="11" y="113"/>
                    </a:moveTo>
                    <a:cubicBezTo>
                      <a:pt x="9" y="113"/>
                      <a:pt x="7" y="112"/>
                      <a:pt x="4" y="110"/>
                    </a:cubicBezTo>
                    <a:cubicBezTo>
                      <a:pt x="0" y="107"/>
                      <a:pt x="0" y="100"/>
                      <a:pt x="3" y="96"/>
                    </a:cubicBezTo>
                    <a:cubicBezTo>
                      <a:pt x="56" y="32"/>
                      <a:pt x="146" y="0"/>
                      <a:pt x="228" y="17"/>
                    </a:cubicBezTo>
                    <a:cubicBezTo>
                      <a:pt x="234" y="18"/>
                      <a:pt x="237" y="23"/>
                      <a:pt x="236" y="29"/>
                    </a:cubicBezTo>
                    <a:cubicBezTo>
                      <a:pt x="235" y="35"/>
                      <a:pt x="230" y="38"/>
                      <a:pt x="224" y="37"/>
                    </a:cubicBezTo>
                    <a:cubicBezTo>
                      <a:pt x="150" y="22"/>
                      <a:pt x="68" y="51"/>
                      <a:pt x="19" y="109"/>
                    </a:cubicBezTo>
                    <a:cubicBezTo>
                      <a:pt x="17" y="111"/>
                      <a:pt x="14" y="113"/>
                      <a:pt x="11" y="1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61" name="Google Shape;5361;p70"/>
              <p:cNvSpPr/>
              <p:nvPr/>
            </p:nvSpPr>
            <p:spPr>
              <a:xfrm>
                <a:off x="4532400" y="4011480"/>
                <a:ext cx="7920" cy="101520"/>
              </a:xfrm>
              <a:custGeom>
                <a:avLst/>
                <a:gdLst/>
                <a:ahLst/>
                <a:cxnLst/>
                <a:rect l="l" t="t" r="r" b="b"/>
                <a:pathLst>
                  <a:path w="22" h="282" extrusionOk="0">
                    <a:moveTo>
                      <a:pt x="10" y="281"/>
                    </a:moveTo>
                    <a:cubicBezTo>
                      <a:pt x="4" y="281"/>
                      <a:pt x="0" y="277"/>
                      <a:pt x="0" y="271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4"/>
                      <a:pt x="4" y="0"/>
                      <a:pt x="10" y="0"/>
                    </a:cubicBezTo>
                    <a:cubicBezTo>
                      <a:pt x="16" y="0"/>
                      <a:pt x="21" y="4"/>
                      <a:pt x="21" y="10"/>
                    </a:cubicBezTo>
                    <a:cubicBezTo>
                      <a:pt x="21" y="271"/>
                      <a:pt x="21" y="271"/>
                      <a:pt x="21" y="271"/>
                    </a:cubicBezTo>
                    <a:cubicBezTo>
                      <a:pt x="21" y="277"/>
                      <a:pt x="16" y="281"/>
                      <a:pt x="10" y="2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62" name="Google Shape;5362;p70"/>
              <p:cNvSpPr/>
              <p:nvPr/>
            </p:nvSpPr>
            <p:spPr>
              <a:xfrm>
                <a:off x="4537440" y="4008960"/>
                <a:ext cx="54720" cy="7596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211" extrusionOk="0">
                    <a:moveTo>
                      <a:pt x="102" y="210"/>
                    </a:moveTo>
                    <a:cubicBezTo>
                      <a:pt x="83" y="210"/>
                      <a:pt x="64" y="203"/>
                      <a:pt x="50" y="190"/>
                    </a:cubicBezTo>
                    <a:cubicBezTo>
                      <a:pt x="25" y="166"/>
                      <a:pt x="17" y="130"/>
                      <a:pt x="10" y="102"/>
                    </a:cubicBezTo>
                    <a:cubicBezTo>
                      <a:pt x="9" y="98"/>
                      <a:pt x="10" y="94"/>
                      <a:pt x="13" y="92"/>
                    </a:cubicBezTo>
                    <a:cubicBezTo>
                      <a:pt x="16" y="89"/>
                      <a:pt x="19" y="89"/>
                      <a:pt x="24" y="90"/>
                    </a:cubicBezTo>
                    <a:cubicBezTo>
                      <a:pt x="33" y="93"/>
                      <a:pt x="45" y="90"/>
                      <a:pt x="55" y="83"/>
                    </a:cubicBezTo>
                    <a:cubicBezTo>
                      <a:pt x="65" y="75"/>
                      <a:pt x="70" y="64"/>
                      <a:pt x="69" y="54"/>
                    </a:cubicBezTo>
                    <a:cubicBezTo>
                      <a:pt x="68" y="42"/>
                      <a:pt x="60" y="33"/>
                      <a:pt x="49" y="27"/>
                    </a:cubicBezTo>
                    <a:cubicBezTo>
                      <a:pt x="38" y="22"/>
                      <a:pt x="26" y="22"/>
                      <a:pt x="17" y="27"/>
                    </a:cubicBezTo>
                    <a:cubicBezTo>
                      <a:pt x="12" y="30"/>
                      <a:pt x="5" y="29"/>
                      <a:pt x="3" y="23"/>
                    </a:cubicBezTo>
                    <a:cubicBezTo>
                      <a:pt x="0" y="19"/>
                      <a:pt x="1" y="12"/>
                      <a:pt x="6" y="9"/>
                    </a:cubicBezTo>
                    <a:cubicBezTo>
                      <a:pt x="21" y="0"/>
                      <a:pt x="41" y="0"/>
                      <a:pt x="58" y="9"/>
                    </a:cubicBezTo>
                    <a:cubicBezTo>
                      <a:pt x="77" y="17"/>
                      <a:pt x="88" y="34"/>
                      <a:pt x="90" y="51"/>
                    </a:cubicBezTo>
                    <a:cubicBezTo>
                      <a:pt x="92" y="69"/>
                      <a:pt x="84" y="87"/>
                      <a:pt x="68" y="99"/>
                    </a:cubicBezTo>
                    <a:cubicBezTo>
                      <a:pt x="58" y="107"/>
                      <a:pt x="46" y="112"/>
                      <a:pt x="34" y="112"/>
                    </a:cubicBezTo>
                    <a:cubicBezTo>
                      <a:pt x="40" y="134"/>
                      <a:pt x="48" y="159"/>
                      <a:pt x="65" y="175"/>
                    </a:cubicBezTo>
                    <a:cubicBezTo>
                      <a:pt x="75" y="185"/>
                      <a:pt x="92" y="191"/>
                      <a:pt x="107" y="189"/>
                    </a:cubicBezTo>
                    <a:cubicBezTo>
                      <a:pt x="114" y="189"/>
                      <a:pt x="124" y="186"/>
                      <a:pt x="130" y="176"/>
                    </a:cubicBezTo>
                    <a:cubicBezTo>
                      <a:pt x="134" y="172"/>
                      <a:pt x="140" y="171"/>
                      <a:pt x="145" y="174"/>
                    </a:cubicBezTo>
                    <a:cubicBezTo>
                      <a:pt x="149" y="177"/>
                      <a:pt x="151" y="183"/>
                      <a:pt x="148" y="189"/>
                    </a:cubicBezTo>
                    <a:cubicBezTo>
                      <a:pt x="139" y="201"/>
                      <a:pt x="125" y="208"/>
                      <a:pt x="109" y="210"/>
                    </a:cubicBezTo>
                    <a:cubicBezTo>
                      <a:pt x="106" y="210"/>
                      <a:pt x="104" y="210"/>
                      <a:pt x="102" y="2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63" name="Google Shape;5363;p70"/>
              <p:cNvSpPr/>
              <p:nvPr/>
            </p:nvSpPr>
            <p:spPr>
              <a:xfrm>
                <a:off x="4096440" y="3443040"/>
                <a:ext cx="496440" cy="496440"/>
              </a:xfrm>
              <a:custGeom>
                <a:avLst/>
                <a:gdLst/>
                <a:ahLst/>
                <a:cxnLst/>
                <a:rect l="l" t="t" r="r" b="b"/>
                <a:pathLst>
                  <a:path w="1379" h="1379" extrusionOk="0">
                    <a:moveTo>
                      <a:pt x="689" y="1378"/>
                    </a:moveTo>
                    <a:cubicBezTo>
                      <a:pt x="505" y="1378"/>
                      <a:pt x="332" y="1306"/>
                      <a:pt x="201" y="1176"/>
                    </a:cubicBezTo>
                    <a:cubicBezTo>
                      <a:pt x="72" y="1046"/>
                      <a:pt x="0" y="873"/>
                      <a:pt x="0" y="689"/>
                    </a:cubicBezTo>
                    <a:cubicBezTo>
                      <a:pt x="0" y="505"/>
                      <a:pt x="72" y="332"/>
                      <a:pt x="201" y="202"/>
                    </a:cubicBezTo>
                    <a:cubicBezTo>
                      <a:pt x="332" y="72"/>
                      <a:pt x="505" y="0"/>
                      <a:pt x="689" y="0"/>
                    </a:cubicBezTo>
                    <a:cubicBezTo>
                      <a:pt x="873" y="0"/>
                      <a:pt x="1046" y="72"/>
                      <a:pt x="1176" y="202"/>
                    </a:cubicBezTo>
                    <a:cubicBezTo>
                      <a:pt x="1306" y="332"/>
                      <a:pt x="1378" y="505"/>
                      <a:pt x="1378" y="689"/>
                    </a:cubicBezTo>
                    <a:cubicBezTo>
                      <a:pt x="1378" y="873"/>
                      <a:pt x="1306" y="1046"/>
                      <a:pt x="1176" y="1176"/>
                    </a:cubicBezTo>
                    <a:cubicBezTo>
                      <a:pt x="1046" y="1306"/>
                      <a:pt x="873" y="1378"/>
                      <a:pt x="689" y="1378"/>
                    </a:cubicBezTo>
                    <a:moveTo>
                      <a:pt x="689" y="20"/>
                    </a:moveTo>
                    <a:cubicBezTo>
                      <a:pt x="320" y="20"/>
                      <a:pt x="20" y="320"/>
                      <a:pt x="20" y="689"/>
                    </a:cubicBezTo>
                    <a:cubicBezTo>
                      <a:pt x="20" y="1058"/>
                      <a:pt x="320" y="1357"/>
                      <a:pt x="689" y="1357"/>
                    </a:cubicBezTo>
                    <a:cubicBezTo>
                      <a:pt x="1057" y="1357"/>
                      <a:pt x="1357" y="1058"/>
                      <a:pt x="1357" y="689"/>
                    </a:cubicBezTo>
                    <a:cubicBezTo>
                      <a:pt x="1357" y="320"/>
                      <a:pt x="1057" y="20"/>
                      <a:pt x="689" y="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64" name="Google Shape;5364;p70"/>
              <p:cNvSpPr/>
              <p:nvPr/>
            </p:nvSpPr>
            <p:spPr>
              <a:xfrm>
                <a:off x="4084200" y="3439800"/>
                <a:ext cx="146160" cy="137520"/>
              </a:xfrm>
              <a:custGeom>
                <a:avLst/>
                <a:gdLst/>
                <a:ahLst/>
                <a:cxnLst/>
                <a:rect l="l" t="t" r="r" b="b"/>
                <a:pathLst>
                  <a:path w="406" h="382" extrusionOk="0">
                    <a:moveTo>
                      <a:pt x="12" y="381"/>
                    </a:moveTo>
                    <a:cubicBezTo>
                      <a:pt x="10" y="381"/>
                      <a:pt x="8" y="380"/>
                      <a:pt x="7" y="380"/>
                    </a:cubicBezTo>
                    <a:cubicBezTo>
                      <a:pt x="2" y="377"/>
                      <a:pt x="0" y="371"/>
                      <a:pt x="3" y="366"/>
                    </a:cubicBezTo>
                    <a:cubicBezTo>
                      <a:pt x="40" y="294"/>
                      <a:pt x="89" y="228"/>
                      <a:pt x="149" y="171"/>
                    </a:cubicBezTo>
                    <a:cubicBezTo>
                      <a:pt x="195" y="127"/>
                      <a:pt x="245" y="90"/>
                      <a:pt x="300" y="60"/>
                    </a:cubicBezTo>
                    <a:cubicBezTo>
                      <a:pt x="262" y="65"/>
                      <a:pt x="262" y="65"/>
                      <a:pt x="262" y="65"/>
                    </a:cubicBezTo>
                    <a:cubicBezTo>
                      <a:pt x="258" y="65"/>
                      <a:pt x="253" y="62"/>
                      <a:pt x="251" y="58"/>
                    </a:cubicBezTo>
                    <a:cubicBezTo>
                      <a:pt x="250" y="54"/>
                      <a:pt x="252" y="49"/>
                      <a:pt x="255" y="46"/>
                    </a:cubicBezTo>
                    <a:cubicBezTo>
                      <a:pt x="297" y="19"/>
                      <a:pt x="345" y="3"/>
                      <a:pt x="394" y="0"/>
                    </a:cubicBezTo>
                    <a:cubicBezTo>
                      <a:pt x="398" y="0"/>
                      <a:pt x="402" y="3"/>
                      <a:pt x="403" y="6"/>
                    </a:cubicBezTo>
                    <a:cubicBezTo>
                      <a:pt x="405" y="10"/>
                      <a:pt x="405" y="14"/>
                      <a:pt x="402" y="18"/>
                    </a:cubicBezTo>
                    <a:cubicBezTo>
                      <a:pt x="301" y="119"/>
                      <a:pt x="301" y="119"/>
                      <a:pt x="301" y="119"/>
                    </a:cubicBezTo>
                    <a:cubicBezTo>
                      <a:pt x="297" y="123"/>
                      <a:pt x="291" y="123"/>
                      <a:pt x="287" y="119"/>
                    </a:cubicBezTo>
                    <a:cubicBezTo>
                      <a:pt x="283" y="115"/>
                      <a:pt x="283" y="109"/>
                      <a:pt x="287" y="105"/>
                    </a:cubicBezTo>
                    <a:cubicBezTo>
                      <a:pt x="318" y="73"/>
                      <a:pt x="318" y="73"/>
                      <a:pt x="318" y="73"/>
                    </a:cubicBezTo>
                    <a:cubicBezTo>
                      <a:pt x="191" y="141"/>
                      <a:pt x="86" y="246"/>
                      <a:pt x="21" y="375"/>
                    </a:cubicBezTo>
                    <a:cubicBezTo>
                      <a:pt x="19" y="379"/>
                      <a:pt x="15" y="381"/>
                      <a:pt x="12" y="381"/>
                    </a:cubicBezTo>
                    <a:moveTo>
                      <a:pt x="367" y="24"/>
                    </a:moveTo>
                    <a:cubicBezTo>
                      <a:pt x="349" y="27"/>
                      <a:pt x="332" y="32"/>
                      <a:pt x="315" y="38"/>
                    </a:cubicBezTo>
                    <a:cubicBezTo>
                      <a:pt x="355" y="34"/>
                      <a:pt x="355" y="34"/>
                      <a:pt x="355" y="34"/>
                    </a:cubicBezTo>
                    <a:cubicBezTo>
                      <a:pt x="355" y="34"/>
                      <a:pt x="356" y="34"/>
                      <a:pt x="357" y="34"/>
                    </a:cubicBezTo>
                    <a:lnTo>
                      <a:pt x="367" y="24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65" name="Google Shape;5365;p70"/>
              <p:cNvSpPr/>
              <p:nvPr/>
            </p:nvSpPr>
            <p:spPr>
              <a:xfrm>
                <a:off x="4344480" y="3673080"/>
                <a:ext cx="31680" cy="23760"/>
              </a:xfrm>
              <a:custGeom>
                <a:avLst/>
                <a:gdLst/>
                <a:ahLst/>
                <a:cxnLst/>
                <a:rect l="l" t="t" r="r" b="b"/>
                <a:pathLst>
                  <a:path w="88" h="66" extrusionOk="0">
                    <a:moveTo>
                      <a:pt x="51" y="65"/>
                    </a:moveTo>
                    <a:cubicBezTo>
                      <a:pt x="47" y="65"/>
                      <a:pt x="43" y="62"/>
                      <a:pt x="42" y="58"/>
                    </a:cubicBezTo>
                    <a:cubicBezTo>
                      <a:pt x="12" y="61"/>
                      <a:pt x="12" y="61"/>
                      <a:pt x="12" y="61"/>
                    </a:cubicBezTo>
                    <a:cubicBezTo>
                      <a:pt x="9" y="62"/>
                      <a:pt x="5" y="61"/>
                      <a:pt x="4" y="59"/>
                    </a:cubicBezTo>
                    <a:cubicBezTo>
                      <a:pt x="1" y="57"/>
                      <a:pt x="0" y="54"/>
                      <a:pt x="0" y="51"/>
                    </a:cubicBezTo>
                    <a:cubicBezTo>
                      <a:pt x="1" y="35"/>
                      <a:pt x="12" y="19"/>
                      <a:pt x="28" y="10"/>
                    </a:cubicBezTo>
                    <a:cubicBezTo>
                      <a:pt x="43" y="1"/>
                      <a:pt x="61" y="0"/>
                      <a:pt x="77" y="7"/>
                    </a:cubicBezTo>
                    <a:cubicBezTo>
                      <a:pt x="78" y="8"/>
                      <a:pt x="79" y="9"/>
                      <a:pt x="81" y="11"/>
                    </a:cubicBezTo>
                    <a:cubicBezTo>
                      <a:pt x="87" y="21"/>
                      <a:pt x="87" y="34"/>
                      <a:pt x="81" y="46"/>
                    </a:cubicBezTo>
                    <a:cubicBezTo>
                      <a:pt x="75" y="57"/>
                      <a:pt x="64" y="65"/>
                      <a:pt x="52" y="65"/>
                    </a:cubicBezTo>
                    <a:cubicBezTo>
                      <a:pt x="51" y="65"/>
                      <a:pt x="51" y="65"/>
                      <a:pt x="51" y="65"/>
                    </a:cubicBezTo>
                    <a:moveTo>
                      <a:pt x="56" y="22"/>
                    </a:moveTo>
                    <a:cubicBezTo>
                      <a:pt x="50" y="22"/>
                      <a:pt x="43" y="24"/>
                      <a:pt x="37" y="28"/>
                    </a:cubicBezTo>
                    <a:cubicBezTo>
                      <a:pt x="32" y="30"/>
                      <a:pt x="28" y="35"/>
                      <a:pt x="25" y="40"/>
                    </a:cubicBezTo>
                    <a:cubicBezTo>
                      <a:pt x="55" y="36"/>
                      <a:pt x="55" y="36"/>
                      <a:pt x="55" y="36"/>
                    </a:cubicBezTo>
                    <a:cubicBezTo>
                      <a:pt x="58" y="35"/>
                      <a:pt x="60" y="36"/>
                      <a:pt x="63" y="37"/>
                    </a:cubicBezTo>
                    <a:lnTo>
                      <a:pt x="63" y="36"/>
                    </a:lnTo>
                    <a:cubicBezTo>
                      <a:pt x="65" y="33"/>
                      <a:pt x="66" y="28"/>
                      <a:pt x="65" y="24"/>
                    </a:cubicBezTo>
                    <a:cubicBezTo>
                      <a:pt x="62" y="23"/>
                      <a:pt x="58" y="22"/>
                      <a:pt x="56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66" name="Google Shape;5366;p70"/>
              <p:cNvSpPr/>
              <p:nvPr/>
            </p:nvSpPr>
            <p:spPr>
              <a:xfrm>
                <a:off x="4390200" y="3670920"/>
                <a:ext cx="172440" cy="20880"/>
              </a:xfrm>
              <a:custGeom>
                <a:avLst/>
                <a:gdLst/>
                <a:ahLst/>
                <a:cxnLst/>
                <a:rect l="l" t="t" r="r" b="b"/>
                <a:pathLst>
                  <a:path w="479" h="58" extrusionOk="0">
                    <a:moveTo>
                      <a:pt x="11" y="57"/>
                    </a:moveTo>
                    <a:cubicBezTo>
                      <a:pt x="6" y="57"/>
                      <a:pt x="2" y="53"/>
                      <a:pt x="1" y="49"/>
                    </a:cubicBezTo>
                    <a:cubicBezTo>
                      <a:pt x="0" y="43"/>
                      <a:pt x="4" y="38"/>
                      <a:pt x="9" y="37"/>
                    </a:cubicBezTo>
                    <a:cubicBezTo>
                      <a:pt x="160" y="10"/>
                      <a:pt x="314" y="0"/>
                      <a:pt x="468" y="10"/>
                    </a:cubicBezTo>
                    <a:cubicBezTo>
                      <a:pt x="473" y="10"/>
                      <a:pt x="478" y="15"/>
                      <a:pt x="477" y="21"/>
                    </a:cubicBezTo>
                    <a:cubicBezTo>
                      <a:pt x="476" y="26"/>
                      <a:pt x="472" y="30"/>
                      <a:pt x="466" y="30"/>
                    </a:cubicBezTo>
                    <a:cubicBezTo>
                      <a:pt x="315" y="21"/>
                      <a:pt x="162" y="30"/>
                      <a:pt x="13" y="57"/>
                    </a:cubicBezTo>
                    <a:cubicBezTo>
                      <a:pt x="13" y="57"/>
                      <a:pt x="12" y="57"/>
                      <a:pt x="11" y="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67" name="Google Shape;5367;p70"/>
              <p:cNvSpPr/>
              <p:nvPr/>
            </p:nvSpPr>
            <p:spPr>
              <a:xfrm>
                <a:off x="4520880" y="3657240"/>
                <a:ext cx="45360" cy="5148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143" extrusionOk="0">
                    <a:moveTo>
                      <a:pt x="29" y="142"/>
                    </a:moveTo>
                    <a:cubicBezTo>
                      <a:pt x="28" y="142"/>
                      <a:pt x="27" y="142"/>
                      <a:pt x="25" y="141"/>
                    </a:cubicBezTo>
                    <a:cubicBezTo>
                      <a:pt x="20" y="139"/>
                      <a:pt x="18" y="133"/>
                      <a:pt x="21" y="127"/>
                    </a:cubicBezTo>
                    <a:cubicBezTo>
                      <a:pt x="37" y="95"/>
                      <a:pt x="62" y="65"/>
                      <a:pt x="91" y="43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3" y="20"/>
                      <a:pt x="0" y="14"/>
                      <a:pt x="1" y="9"/>
                    </a:cubicBezTo>
                    <a:cubicBezTo>
                      <a:pt x="3" y="3"/>
                      <a:pt x="8" y="0"/>
                      <a:pt x="14" y="2"/>
                    </a:cubicBezTo>
                    <a:cubicBezTo>
                      <a:pt x="117" y="29"/>
                      <a:pt x="117" y="29"/>
                      <a:pt x="117" y="29"/>
                    </a:cubicBezTo>
                    <a:cubicBezTo>
                      <a:pt x="121" y="30"/>
                      <a:pt x="124" y="34"/>
                      <a:pt x="124" y="38"/>
                    </a:cubicBezTo>
                    <a:cubicBezTo>
                      <a:pt x="125" y="41"/>
                      <a:pt x="123" y="45"/>
                      <a:pt x="120" y="48"/>
                    </a:cubicBezTo>
                    <a:cubicBezTo>
                      <a:pt x="85" y="69"/>
                      <a:pt x="56" y="100"/>
                      <a:pt x="39" y="137"/>
                    </a:cubicBezTo>
                    <a:cubicBezTo>
                      <a:pt x="37" y="140"/>
                      <a:pt x="34" y="142"/>
                      <a:pt x="29" y="1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>
</file>

<file path=ppt/theme/theme1.xml><?xml version="1.0" encoding="utf-8"?>
<a:theme xmlns:a="http://schemas.openxmlformats.org/drawingml/2006/main" name="Discrete Mathematics - Bachelor of Arts in Mathematics by Slidesgo">
  <a:themeElements>
    <a:clrScheme name="Simple Light">
      <a:dk1>
        <a:srgbClr val="000000"/>
      </a:dk1>
      <a:lt1>
        <a:srgbClr val="F3F3F3"/>
      </a:lt1>
      <a:dk2>
        <a:srgbClr val="EFEFEF"/>
      </a:dk2>
      <a:lt2>
        <a:srgbClr val="4A4A4A"/>
      </a:lt2>
      <a:accent1>
        <a:srgbClr val="919191"/>
      </a:accent1>
      <a:accent2>
        <a:srgbClr val="FFFFFF"/>
      </a:accent2>
      <a:accent3>
        <a:srgbClr val="FFFFFF"/>
      </a:accent3>
      <a:accent4>
        <a:srgbClr val="FFFFFF"/>
      </a:accent4>
      <a:accent5>
        <a:srgbClr val="FFFFFF"/>
      </a:accent5>
      <a:accent6>
        <a:srgbClr val="FFFFFF"/>
      </a:accent6>
      <a:hlink>
        <a:srgbClr val="000000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247</TotalTime>
  <Words>951</Words>
  <Application>Microsoft Office PowerPoint</Application>
  <PresentationFormat>On-screen Show (16:9)</PresentationFormat>
  <Paragraphs>189</Paragraphs>
  <Slides>30</Slides>
  <Notes>30</Notes>
  <HiddenSlides>0</HiddenSlides>
  <MMClips>0</MMClips>
  <ScaleCrop>false</ScaleCrop>
  <HeadingPairs>
    <vt:vector size="6" baseType="variant">
      <vt:variant>
        <vt:lpstr>Fonts Used</vt:lpstr>
      </vt:variant>
      <vt:variant>
        <vt:i4>10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30</vt:i4>
      </vt:variant>
    </vt:vector>
  </HeadingPairs>
  <TitlesOfParts>
    <vt:vector size="41" baseType="lpstr">
      <vt:lpstr>Barlow Medium</vt:lpstr>
      <vt:lpstr>Cambria Math</vt:lpstr>
      <vt:lpstr>Aptos</vt:lpstr>
      <vt:lpstr>Arial</vt:lpstr>
      <vt:lpstr>DM Sans</vt:lpstr>
      <vt:lpstr>Barlow Black</vt:lpstr>
      <vt:lpstr>Anaheim</vt:lpstr>
      <vt:lpstr>Barlow</vt:lpstr>
      <vt:lpstr>Asap SemiBold</vt:lpstr>
      <vt:lpstr>Asap</vt:lpstr>
      <vt:lpstr>Discrete Mathematics - Bachelor of Arts in Mathematics by Slidesgo</vt:lpstr>
      <vt:lpstr>Household Electricity</vt:lpstr>
      <vt:lpstr>Introduction</vt:lpstr>
      <vt:lpstr>Our team</vt:lpstr>
      <vt:lpstr>Dataset Overview </vt:lpstr>
      <vt:lpstr>The main variables we used.</vt:lpstr>
      <vt:lpstr>Research Questions</vt:lpstr>
      <vt:lpstr>Distribution Characterization</vt:lpstr>
      <vt:lpstr>Tests Used</vt:lpstr>
      <vt:lpstr>Distribution Characterization Visually</vt:lpstr>
      <vt:lpstr>KS Test Results</vt:lpstr>
      <vt:lpstr>Normal Fit Tests</vt:lpstr>
      <vt:lpstr>Day-Type Effects </vt:lpstr>
      <vt:lpstr>Tests Used</vt:lpstr>
      <vt:lpstr>Hourly Electricity Consumption: Weekdays vs. Weekends</vt:lpstr>
      <vt:lpstr>Weekday vs Weekend  </vt:lpstr>
      <vt:lpstr>Analysis Results</vt:lpstr>
      <vt:lpstr>Seasonal Effects</vt:lpstr>
      <vt:lpstr>Tests Used</vt:lpstr>
      <vt:lpstr>Seasons Visualization </vt:lpstr>
      <vt:lpstr>There’s a catch!</vt:lpstr>
      <vt:lpstr>One Way ANOVA Result</vt:lpstr>
      <vt:lpstr>Tukey HSD Post-Hoc Result</vt:lpstr>
      <vt:lpstr>Predictability and Linear Relationships</vt:lpstr>
      <vt:lpstr>Tests Used</vt:lpstr>
      <vt:lpstr>Single Regression Visualization</vt:lpstr>
      <vt:lpstr>Induced Formulas</vt:lpstr>
      <vt:lpstr>Independence of Categorical Variables</vt:lpstr>
      <vt:lpstr>Tests Used</vt:lpstr>
      <vt:lpstr>Independance Test</vt:lpstr>
      <vt:lpstr>Thanks!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cp:lastModifiedBy>abdo galal</cp:lastModifiedBy>
  <cp:revision>53</cp:revision>
  <dcterms:modified xsi:type="dcterms:W3CDTF">2025-12-24T12:18:12Z</dcterms:modified>
</cp:coreProperties>
</file>